
<file path=[Content_Types].xml><?xml version="1.0" encoding="utf-8"?>
<Types xmlns="http://schemas.openxmlformats.org/package/2006/content-types">
  <Default Extension="emf" ContentType="image/x-emf"/>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72" r:id="rId2"/>
    <p:sldId id="273" r:id="rId3"/>
    <p:sldId id="274" r:id="rId4"/>
    <p:sldId id="275" r:id="rId5"/>
    <p:sldId id="276" r:id="rId6"/>
    <p:sldId id="277" r:id="rId7"/>
    <p:sldId id="278" r:id="rId8"/>
    <p:sldId id="279" r:id="rId9"/>
    <p:sldId id="280" r:id="rId10"/>
    <p:sldId id="281" r:id="rId11"/>
    <p:sldId id="282" r:id="rId12"/>
    <p:sldId id="283" r:id="rId13"/>
  </p:sldIdLst>
  <p:sldSz cx="12192000" cy="6858000"/>
  <p:notesSz cx="6858000" cy="9144000"/>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993" autoAdjust="0"/>
    <p:restoredTop sz="94660"/>
  </p:normalViewPr>
  <p:slideViewPr>
    <p:cSldViewPr snapToGrid="0">
      <p:cViewPr varScale="1">
        <p:scale>
          <a:sx n="140" d="100"/>
          <a:sy n="140" d="100"/>
        </p:scale>
        <p:origin x="150" y="54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viewProps" Target="viewProps.xml"/><Relationship Id="rId10" Type="http://schemas.openxmlformats.org/officeDocument/2006/relationships/slide" Target="slides/slide9.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presProps" Target="presProp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92743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4_lef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85205" y="1542397"/>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01</a:t>
            </a:r>
            <a:endParaRPr lang="ru-RU" dirty="0"/>
          </a:p>
        </p:txBody>
      </p:sp>
      <p:sp>
        <p:nvSpPr>
          <p:cNvPr id="18" name="Text Placeholder 16"/>
          <p:cNvSpPr>
            <a:spLocks noGrp="1"/>
          </p:cNvSpPr>
          <p:nvPr>
            <p:ph type="body" sz="quarter" idx="11" hasCustomPrompt="1"/>
          </p:nvPr>
        </p:nvSpPr>
        <p:spPr>
          <a:xfrm>
            <a:off x="785205" y="291848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02</a:t>
            </a:r>
            <a:endParaRPr lang="ru-RU" dirty="0"/>
          </a:p>
        </p:txBody>
      </p:sp>
      <p:sp>
        <p:nvSpPr>
          <p:cNvPr id="19" name="Text Placeholder 16"/>
          <p:cNvSpPr>
            <a:spLocks noGrp="1"/>
          </p:cNvSpPr>
          <p:nvPr>
            <p:ph type="body" sz="quarter" idx="12" hasCustomPrompt="1"/>
          </p:nvPr>
        </p:nvSpPr>
        <p:spPr>
          <a:xfrm>
            <a:off x="785205" y="416560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03</a:t>
            </a:r>
            <a:endParaRPr lang="ru-RU" dirty="0"/>
          </a:p>
        </p:txBody>
      </p:sp>
      <p:sp>
        <p:nvSpPr>
          <p:cNvPr id="20" name="Text Placeholder 16"/>
          <p:cNvSpPr>
            <a:spLocks noGrp="1"/>
          </p:cNvSpPr>
          <p:nvPr>
            <p:ph type="body" sz="quarter" idx="13" hasCustomPrompt="1"/>
          </p:nvPr>
        </p:nvSpPr>
        <p:spPr>
          <a:xfrm>
            <a:off x="785205" y="5188511"/>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04</a:t>
            </a:r>
            <a:endParaRPr lang="ru-RU" dirty="0"/>
          </a:p>
        </p:txBody>
      </p:sp>
      <p:sp>
        <p:nvSpPr>
          <p:cNvPr id="24" name="Text Placeholder 23"/>
          <p:cNvSpPr>
            <a:spLocks noGrp="1"/>
          </p:cNvSpPr>
          <p:nvPr>
            <p:ph type="body" sz="quarter" idx="14" hasCustomPrompt="1"/>
          </p:nvPr>
        </p:nvSpPr>
        <p:spPr>
          <a:xfrm>
            <a:off x="777080" y="1957705"/>
            <a:ext cx="4427379" cy="955694"/>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a:p>
        </p:txBody>
      </p:sp>
      <p:sp>
        <p:nvSpPr>
          <p:cNvPr id="25" name="Text Placeholder 23"/>
          <p:cNvSpPr>
            <a:spLocks noGrp="1"/>
          </p:cNvSpPr>
          <p:nvPr>
            <p:ph type="body" sz="quarter" idx="15" hasCustomPrompt="1"/>
          </p:nvPr>
        </p:nvSpPr>
        <p:spPr>
          <a:xfrm>
            <a:off x="777080" y="3281363"/>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a:p>
        </p:txBody>
      </p:sp>
      <p:sp>
        <p:nvSpPr>
          <p:cNvPr id="26" name="Text Placeholder 23"/>
          <p:cNvSpPr>
            <a:spLocks noGrp="1"/>
          </p:cNvSpPr>
          <p:nvPr>
            <p:ph type="body" sz="quarter" idx="16" hasCustomPrompt="1"/>
          </p:nvPr>
        </p:nvSpPr>
        <p:spPr>
          <a:xfrm>
            <a:off x="777080" y="5575619"/>
            <a:ext cx="4427379" cy="1068388"/>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a:p>
        </p:txBody>
      </p:sp>
      <p:sp>
        <p:nvSpPr>
          <p:cNvPr id="27" name="Text Placeholder 23"/>
          <p:cNvSpPr>
            <a:spLocks noGrp="1"/>
          </p:cNvSpPr>
          <p:nvPr>
            <p:ph type="body" sz="quarter" idx="17" hasCustomPrompt="1"/>
          </p:nvPr>
        </p:nvSpPr>
        <p:spPr>
          <a:xfrm>
            <a:off x="777080" y="4526375"/>
            <a:ext cx="4427379" cy="657055"/>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smtClean="0"/>
              <a:t>COUNTRY</a:t>
            </a:r>
            <a:endParaRPr lang="ru-RU" dirty="0"/>
          </a:p>
        </p:txBody>
      </p:sp>
    </p:spTree>
    <p:extLst>
      <p:ext uri="{BB962C8B-B14F-4D97-AF65-F5344CB8AC3E}">
        <p14:creationId xmlns:p14="http://schemas.microsoft.com/office/powerpoint/2010/main" val="4242197122"/>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righ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687467" y="2304397"/>
            <a:ext cx="3872099"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01</a:t>
            </a:r>
            <a:endParaRPr lang="ru-RU" dirty="0"/>
          </a:p>
        </p:txBody>
      </p:sp>
      <p:sp>
        <p:nvSpPr>
          <p:cNvPr id="18" name="Text Placeholder 16"/>
          <p:cNvSpPr>
            <a:spLocks noGrp="1"/>
          </p:cNvSpPr>
          <p:nvPr>
            <p:ph type="body" sz="quarter" idx="11" hasCustomPrompt="1"/>
          </p:nvPr>
        </p:nvSpPr>
        <p:spPr>
          <a:xfrm>
            <a:off x="7687467" y="3680480"/>
            <a:ext cx="3872099"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02</a:t>
            </a:r>
            <a:endParaRPr lang="ru-RU" dirty="0"/>
          </a:p>
        </p:txBody>
      </p:sp>
      <p:sp>
        <p:nvSpPr>
          <p:cNvPr id="19" name="Text Placeholder 16"/>
          <p:cNvSpPr>
            <a:spLocks noGrp="1"/>
          </p:cNvSpPr>
          <p:nvPr>
            <p:ph type="body" sz="quarter" idx="12" hasCustomPrompt="1"/>
          </p:nvPr>
        </p:nvSpPr>
        <p:spPr>
          <a:xfrm>
            <a:off x="7687467" y="4927600"/>
            <a:ext cx="3872099"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03</a:t>
            </a:r>
            <a:endParaRPr lang="ru-RU" dirty="0"/>
          </a:p>
        </p:txBody>
      </p:sp>
      <p:sp>
        <p:nvSpPr>
          <p:cNvPr id="24" name="Text Placeholder 23"/>
          <p:cNvSpPr>
            <a:spLocks noGrp="1"/>
          </p:cNvSpPr>
          <p:nvPr>
            <p:ph type="body" sz="quarter" idx="14" hasCustomPrompt="1"/>
          </p:nvPr>
        </p:nvSpPr>
        <p:spPr>
          <a:xfrm>
            <a:off x="7158830" y="2719705"/>
            <a:ext cx="4427379" cy="955694"/>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smtClean="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a:t>
            </a:r>
            <a:endParaRPr lang="ru-RU" dirty="0"/>
          </a:p>
        </p:txBody>
      </p:sp>
      <p:sp>
        <p:nvSpPr>
          <p:cNvPr id="25" name="Text Placeholder 23"/>
          <p:cNvSpPr>
            <a:spLocks noGrp="1"/>
          </p:cNvSpPr>
          <p:nvPr>
            <p:ph type="body" sz="quarter" idx="15" hasCustomPrompt="1"/>
          </p:nvPr>
        </p:nvSpPr>
        <p:spPr>
          <a:xfrm>
            <a:off x="7158830" y="4043363"/>
            <a:ext cx="4427379" cy="879156"/>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smtClean="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smtClean="0"/>
              <a:t>COUNTRY</a:t>
            </a:r>
            <a:endParaRPr lang="ru-RU" dirty="0"/>
          </a:p>
        </p:txBody>
      </p:sp>
      <p:sp>
        <p:nvSpPr>
          <p:cNvPr id="58" name="Text Placeholder 23"/>
          <p:cNvSpPr>
            <a:spLocks noGrp="1"/>
          </p:cNvSpPr>
          <p:nvPr>
            <p:ph type="body" sz="quarter" idx="19" hasCustomPrompt="1"/>
          </p:nvPr>
        </p:nvSpPr>
        <p:spPr>
          <a:xfrm>
            <a:off x="7158830" y="5325269"/>
            <a:ext cx="4427379" cy="879156"/>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smtClean="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Tree>
    <p:extLst>
      <p:ext uri="{BB962C8B-B14F-4D97-AF65-F5344CB8AC3E}">
        <p14:creationId xmlns:p14="http://schemas.microsoft.com/office/powerpoint/2010/main" val="2473076232"/>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_lef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50410" y="2304397"/>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01</a:t>
            </a:r>
            <a:endParaRPr lang="ru-RU" dirty="0"/>
          </a:p>
        </p:txBody>
      </p:sp>
      <p:sp>
        <p:nvSpPr>
          <p:cNvPr id="18" name="Text Placeholder 16"/>
          <p:cNvSpPr>
            <a:spLocks noGrp="1"/>
          </p:cNvSpPr>
          <p:nvPr>
            <p:ph type="body" sz="quarter" idx="11" hasCustomPrompt="1"/>
          </p:nvPr>
        </p:nvSpPr>
        <p:spPr>
          <a:xfrm>
            <a:off x="750410" y="368048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02</a:t>
            </a:r>
            <a:endParaRPr lang="ru-RU" dirty="0"/>
          </a:p>
        </p:txBody>
      </p:sp>
      <p:sp>
        <p:nvSpPr>
          <p:cNvPr id="19" name="Text Placeholder 16"/>
          <p:cNvSpPr>
            <a:spLocks noGrp="1"/>
          </p:cNvSpPr>
          <p:nvPr>
            <p:ph type="body" sz="quarter" idx="12" hasCustomPrompt="1"/>
          </p:nvPr>
        </p:nvSpPr>
        <p:spPr>
          <a:xfrm>
            <a:off x="750410" y="492760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03</a:t>
            </a:r>
            <a:endParaRPr lang="ru-RU" dirty="0"/>
          </a:p>
        </p:txBody>
      </p:sp>
      <p:sp>
        <p:nvSpPr>
          <p:cNvPr id="24" name="Text Placeholder 23"/>
          <p:cNvSpPr>
            <a:spLocks noGrp="1"/>
          </p:cNvSpPr>
          <p:nvPr>
            <p:ph type="body" sz="quarter" idx="14" hasCustomPrompt="1"/>
          </p:nvPr>
        </p:nvSpPr>
        <p:spPr>
          <a:xfrm>
            <a:off x="750410" y="2719705"/>
            <a:ext cx="4427379" cy="955694"/>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smtClean="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a:t>
            </a:r>
            <a:endParaRPr lang="ru-RU" dirty="0"/>
          </a:p>
        </p:txBody>
      </p:sp>
      <p:sp>
        <p:nvSpPr>
          <p:cNvPr id="25" name="Text Placeholder 23"/>
          <p:cNvSpPr>
            <a:spLocks noGrp="1"/>
          </p:cNvSpPr>
          <p:nvPr>
            <p:ph type="body" sz="quarter" idx="15" hasCustomPrompt="1"/>
          </p:nvPr>
        </p:nvSpPr>
        <p:spPr>
          <a:xfrm>
            <a:off x="750410" y="4043363"/>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smtClean="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smtClean="0"/>
              <a:t>COUNTRY</a:t>
            </a:r>
            <a:endParaRPr lang="ru-RU" dirty="0"/>
          </a:p>
        </p:txBody>
      </p:sp>
      <p:sp>
        <p:nvSpPr>
          <p:cNvPr id="58" name="Text Placeholder 23"/>
          <p:cNvSpPr>
            <a:spLocks noGrp="1"/>
          </p:cNvSpPr>
          <p:nvPr>
            <p:ph type="body" sz="quarter" idx="19" hasCustomPrompt="1"/>
          </p:nvPr>
        </p:nvSpPr>
        <p:spPr>
          <a:xfrm>
            <a:off x="750410" y="5325269"/>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smtClean="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Tree>
    <p:extLst>
      <p:ext uri="{BB962C8B-B14F-4D97-AF65-F5344CB8AC3E}">
        <p14:creationId xmlns:p14="http://schemas.microsoft.com/office/powerpoint/2010/main" val="1577692178"/>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righ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125045" y="1542397"/>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01</a:t>
            </a:r>
            <a:endParaRPr lang="ru-RU" dirty="0"/>
          </a:p>
        </p:txBody>
      </p:sp>
      <p:sp>
        <p:nvSpPr>
          <p:cNvPr id="18" name="Text Placeholder 16"/>
          <p:cNvSpPr>
            <a:spLocks noGrp="1"/>
          </p:cNvSpPr>
          <p:nvPr>
            <p:ph type="body" sz="quarter" idx="11" hasCustomPrompt="1"/>
          </p:nvPr>
        </p:nvSpPr>
        <p:spPr>
          <a:xfrm>
            <a:off x="7125045" y="2918480"/>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02</a:t>
            </a:r>
            <a:endParaRPr lang="ru-RU" dirty="0"/>
          </a:p>
        </p:txBody>
      </p:sp>
      <p:sp>
        <p:nvSpPr>
          <p:cNvPr id="19" name="Text Placeholder 16"/>
          <p:cNvSpPr>
            <a:spLocks noGrp="1"/>
          </p:cNvSpPr>
          <p:nvPr>
            <p:ph type="body" sz="quarter" idx="12" hasCustomPrompt="1"/>
          </p:nvPr>
        </p:nvSpPr>
        <p:spPr>
          <a:xfrm>
            <a:off x="7125045" y="4165600"/>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03</a:t>
            </a:r>
            <a:endParaRPr lang="ru-RU" dirty="0"/>
          </a:p>
        </p:txBody>
      </p:sp>
      <p:sp>
        <p:nvSpPr>
          <p:cNvPr id="20" name="Text Placeholder 16"/>
          <p:cNvSpPr>
            <a:spLocks noGrp="1"/>
          </p:cNvSpPr>
          <p:nvPr>
            <p:ph type="body" sz="quarter" idx="13" hasCustomPrompt="1"/>
          </p:nvPr>
        </p:nvSpPr>
        <p:spPr>
          <a:xfrm>
            <a:off x="7125045" y="5188511"/>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04</a:t>
            </a:r>
            <a:endParaRPr lang="ru-RU" dirty="0"/>
          </a:p>
        </p:txBody>
      </p:sp>
      <p:sp>
        <p:nvSpPr>
          <p:cNvPr id="24" name="Text Placeholder 23"/>
          <p:cNvSpPr>
            <a:spLocks noGrp="1"/>
          </p:cNvSpPr>
          <p:nvPr>
            <p:ph type="body" sz="quarter" idx="14" hasCustomPrompt="1"/>
          </p:nvPr>
        </p:nvSpPr>
        <p:spPr>
          <a:xfrm>
            <a:off x="7116920" y="1957705"/>
            <a:ext cx="4427379" cy="955694"/>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a:p>
        </p:txBody>
      </p:sp>
      <p:sp>
        <p:nvSpPr>
          <p:cNvPr id="25" name="Text Placeholder 23"/>
          <p:cNvSpPr>
            <a:spLocks noGrp="1"/>
          </p:cNvSpPr>
          <p:nvPr>
            <p:ph type="body" sz="quarter" idx="15" hasCustomPrompt="1"/>
          </p:nvPr>
        </p:nvSpPr>
        <p:spPr>
          <a:xfrm>
            <a:off x="7116920" y="3281363"/>
            <a:ext cx="4427379" cy="879156"/>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
        <p:nvSpPr>
          <p:cNvPr id="26" name="Text Placeholder 23"/>
          <p:cNvSpPr>
            <a:spLocks noGrp="1"/>
          </p:cNvSpPr>
          <p:nvPr>
            <p:ph type="body" sz="quarter" idx="16" hasCustomPrompt="1"/>
          </p:nvPr>
        </p:nvSpPr>
        <p:spPr>
          <a:xfrm>
            <a:off x="7116920" y="5575619"/>
            <a:ext cx="4427379" cy="1068388"/>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smtClean="0"/>
          </a:p>
          <a:p>
            <a:pPr lvl="0"/>
            <a:endParaRPr lang="ru-RU" dirty="0"/>
          </a:p>
        </p:txBody>
      </p:sp>
      <p:sp>
        <p:nvSpPr>
          <p:cNvPr id="27" name="Text Placeholder 23"/>
          <p:cNvSpPr>
            <a:spLocks noGrp="1"/>
          </p:cNvSpPr>
          <p:nvPr>
            <p:ph type="body" sz="quarter" idx="17" hasCustomPrompt="1"/>
          </p:nvPr>
        </p:nvSpPr>
        <p:spPr>
          <a:xfrm>
            <a:off x="7116920" y="4526375"/>
            <a:ext cx="4427379" cy="657055"/>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smtClean="0"/>
              <a:t>COUNTRY</a:t>
            </a:r>
            <a:endParaRPr lang="ru-RU" dirty="0"/>
          </a:p>
        </p:txBody>
      </p:sp>
    </p:spTree>
    <p:extLst>
      <p:ext uri="{BB962C8B-B14F-4D97-AF65-F5344CB8AC3E}">
        <p14:creationId xmlns:p14="http://schemas.microsoft.com/office/powerpoint/2010/main" val="2404077067"/>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ru-RU"/>
          </a:p>
        </p:txBody>
      </p:sp>
      <p:sp>
        <p:nvSpPr>
          <p:cNvPr id="3" name="Content Placeholder 2"/>
          <p:cNvSpPr>
            <a:spLocks noGrp="1"/>
          </p:cNvSpPr>
          <p:nvPr>
            <p:ph idx="1"/>
          </p:nvPr>
        </p:nvSpPr>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4" name="Date Placeholder 3"/>
          <p:cNvSpPr>
            <a:spLocks noGrp="1"/>
          </p:cNvSpPr>
          <p:nvPr>
            <p:ph type="dt" sz="half" idx="10"/>
          </p:nvPr>
        </p:nvSpPr>
        <p:spPr/>
        <p:txBody>
          <a:bodyPr/>
          <a:lstStyle/>
          <a:p>
            <a:fld id="{DA45653B-AF91-4CCE-81CA-C1EC75757CB9}" type="datetimeFigureOut">
              <a:rPr lang="ru-RU" smtClean="0"/>
              <a:t>22.05.2019</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2684957382"/>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ru-R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DA45653B-AF91-4CCE-81CA-C1EC75757CB9}" type="datetimeFigureOut">
              <a:rPr lang="ru-RU" smtClean="0"/>
              <a:t>22.05.2019</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31729549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ru-RU"/>
          </a:p>
        </p:txBody>
      </p:sp>
      <p:sp>
        <p:nvSpPr>
          <p:cNvPr id="3" name="Content Placeholder 2"/>
          <p:cNvSpPr>
            <a:spLocks noGrp="1"/>
          </p:cNvSpPr>
          <p:nvPr>
            <p:ph sz="half" idx="1"/>
          </p:nvPr>
        </p:nvSpPr>
        <p:spPr>
          <a:xfrm>
            <a:off x="838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4" name="Content Placeholder 3"/>
          <p:cNvSpPr>
            <a:spLocks noGrp="1"/>
          </p:cNvSpPr>
          <p:nvPr>
            <p:ph sz="half" idx="2"/>
          </p:nvPr>
        </p:nvSpPr>
        <p:spPr>
          <a:xfrm>
            <a:off x="6172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5" name="Date Placeholder 4"/>
          <p:cNvSpPr>
            <a:spLocks noGrp="1"/>
          </p:cNvSpPr>
          <p:nvPr>
            <p:ph type="dt" sz="half" idx="10"/>
          </p:nvPr>
        </p:nvSpPr>
        <p:spPr/>
        <p:txBody>
          <a:bodyPr/>
          <a:lstStyle/>
          <a:p>
            <a:fld id="{DA45653B-AF91-4CCE-81CA-C1EC75757CB9}" type="datetimeFigureOut">
              <a:rPr lang="ru-RU" smtClean="0"/>
              <a:t>22.05.2019</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302218270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ru-R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7" name="Date Placeholder 6"/>
          <p:cNvSpPr>
            <a:spLocks noGrp="1"/>
          </p:cNvSpPr>
          <p:nvPr>
            <p:ph type="dt" sz="half" idx="10"/>
          </p:nvPr>
        </p:nvSpPr>
        <p:spPr/>
        <p:txBody>
          <a:bodyPr/>
          <a:lstStyle/>
          <a:p>
            <a:fld id="{DA45653B-AF91-4CCE-81CA-C1EC75757CB9}" type="datetimeFigureOut">
              <a:rPr lang="ru-RU" smtClean="0"/>
              <a:t>22.05.2019</a:t>
            </a:fld>
            <a:endParaRPr lang="ru-RU"/>
          </a:p>
        </p:txBody>
      </p:sp>
      <p:sp>
        <p:nvSpPr>
          <p:cNvPr id="8" name="Footer Placeholder 7"/>
          <p:cNvSpPr>
            <a:spLocks noGrp="1"/>
          </p:cNvSpPr>
          <p:nvPr>
            <p:ph type="ftr" sz="quarter" idx="11"/>
          </p:nvPr>
        </p:nvSpPr>
        <p:spPr/>
        <p:txBody>
          <a:bodyPr/>
          <a:lstStyle/>
          <a:p>
            <a:endParaRPr lang="ru-RU"/>
          </a:p>
        </p:txBody>
      </p:sp>
      <p:sp>
        <p:nvSpPr>
          <p:cNvPr id="9" name="Slide Number Placeholder 8"/>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401830968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ru-RU"/>
          </a:p>
        </p:txBody>
      </p:sp>
      <p:sp>
        <p:nvSpPr>
          <p:cNvPr id="3" name="Date Placeholder 2"/>
          <p:cNvSpPr>
            <a:spLocks noGrp="1"/>
          </p:cNvSpPr>
          <p:nvPr>
            <p:ph type="dt" sz="half" idx="10"/>
          </p:nvPr>
        </p:nvSpPr>
        <p:spPr/>
        <p:txBody>
          <a:bodyPr/>
          <a:lstStyle/>
          <a:p>
            <a:fld id="{DA45653B-AF91-4CCE-81CA-C1EC75757CB9}" type="datetimeFigureOut">
              <a:rPr lang="ru-RU" smtClean="0"/>
              <a:t>22.05.2019</a:t>
            </a:fld>
            <a:endParaRPr lang="ru-RU"/>
          </a:p>
        </p:txBody>
      </p:sp>
      <p:sp>
        <p:nvSpPr>
          <p:cNvPr id="4" name="Footer Placeholder 3"/>
          <p:cNvSpPr>
            <a:spLocks noGrp="1"/>
          </p:cNvSpPr>
          <p:nvPr>
            <p:ph type="ftr" sz="quarter" idx="11"/>
          </p:nvPr>
        </p:nvSpPr>
        <p:spPr/>
        <p:txBody>
          <a:bodyPr/>
          <a:lstStyle/>
          <a:p>
            <a:endParaRPr lang="ru-RU"/>
          </a:p>
        </p:txBody>
      </p:sp>
      <p:sp>
        <p:nvSpPr>
          <p:cNvPr id="5" name="Slide Number Placeholder 4"/>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80674039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A45653B-AF91-4CCE-81CA-C1EC75757CB9}" type="datetimeFigureOut">
              <a:rPr lang="ru-RU" smtClean="0"/>
              <a:t>22.05.2019</a:t>
            </a:fld>
            <a:endParaRPr lang="ru-RU"/>
          </a:p>
        </p:txBody>
      </p:sp>
      <p:sp>
        <p:nvSpPr>
          <p:cNvPr id="3" name="Footer Placeholder 2"/>
          <p:cNvSpPr>
            <a:spLocks noGrp="1"/>
          </p:cNvSpPr>
          <p:nvPr>
            <p:ph type="ftr" sz="quarter" idx="11"/>
          </p:nvPr>
        </p:nvSpPr>
        <p:spPr/>
        <p:txBody>
          <a:bodyPr/>
          <a:lstStyle/>
          <a:p>
            <a:endParaRPr lang="ru-RU"/>
          </a:p>
        </p:txBody>
      </p:sp>
      <p:sp>
        <p:nvSpPr>
          <p:cNvPr id="4" name="Slide Number Placeholder 3"/>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30541092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ru-R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DA45653B-AF91-4CCE-81CA-C1EC75757CB9}" type="datetimeFigureOut">
              <a:rPr lang="ru-RU" smtClean="0"/>
              <a:t>22.05.2019</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186291120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ru-R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DA45653B-AF91-4CCE-81CA-C1EC75757CB9}" type="datetimeFigureOut">
              <a:rPr lang="ru-RU" smtClean="0"/>
              <a:t>22.05.2019</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200748658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ru-RU"/>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4" name="Date Placeholder 3"/>
          <p:cNvSpPr>
            <a:spLocks noGrp="1"/>
          </p:cNvSpPr>
          <p:nvPr>
            <p:ph type="dt" sz="half" idx="10"/>
          </p:nvPr>
        </p:nvSpPr>
        <p:spPr/>
        <p:txBody>
          <a:bodyPr/>
          <a:lstStyle/>
          <a:p>
            <a:fld id="{DA45653B-AF91-4CCE-81CA-C1EC75757CB9}" type="datetimeFigureOut">
              <a:rPr lang="ru-RU" smtClean="0"/>
              <a:t>22.05.2019</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331853337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ru-R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4" name="Date Placeholder 3"/>
          <p:cNvSpPr>
            <a:spLocks noGrp="1"/>
          </p:cNvSpPr>
          <p:nvPr>
            <p:ph type="dt" sz="half" idx="10"/>
          </p:nvPr>
        </p:nvSpPr>
        <p:spPr/>
        <p:txBody>
          <a:bodyPr/>
          <a:lstStyle/>
          <a:p>
            <a:fld id="{DA45653B-AF91-4CCE-81CA-C1EC75757CB9}" type="datetimeFigureOut">
              <a:rPr lang="ru-RU" smtClean="0"/>
              <a:t>22.05.2019</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46387C30-24CF-422C-80FE-4B95BD3AD456}" type="slidenum">
              <a:rPr lang="ru-RU" smtClean="0"/>
              <a:t>‹#›</a:t>
            </a:fld>
            <a:endParaRPr lang="ru-RU"/>
          </a:p>
        </p:txBody>
      </p:sp>
    </p:spTree>
    <p:extLst>
      <p:ext uri="{BB962C8B-B14F-4D97-AF65-F5344CB8AC3E}">
        <p14:creationId xmlns:p14="http://schemas.microsoft.com/office/powerpoint/2010/main" val="231747939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85205" y="1542397"/>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01</a:t>
            </a:r>
            <a:endParaRPr lang="ru-RU" dirty="0"/>
          </a:p>
        </p:txBody>
      </p:sp>
      <p:sp>
        <p:nvSpPr>
          <p:cNvPr id="18" name="Text Placeholder 16"/>
          <p:cNvSpPr>
            <a:spLocks noGrp="1"/>
          </p:cNvSpPr>
          <p:nvPr>
            <p:ph type="body" sz="quarter" idx="11" hasCustomPrompt="1"/>
          </p:nvPr>
        </p:nvSpPr>
        <p:spPr>
          <a:xfrm>
            <a:off x="785205" y="291848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02</a:t>
            </a:r>
            <a:endParaRPr lang="ru-RU" dirty="0"/>
          </a:p>
        </p:txBody>
      </p:sp>
      <p:sp>
        <p:nvSpPr>
          <p:cNvPr id="19" name="Text Placeholder 16"/>
          <p:cNvSpPr>
            <a:spLocks noGrp="1"/>
          </p:cNvSpPr>
          <p:nvPr>
            <p:ph type="body" sz="quarter" idx="12" hasCustomPrompt="1"/>
          </p:nvPr>
        </p:nvSpPr>
        <p:spPr>
          <a:xfrm>
            <a:off x="785205" y="416560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03</a:t>
            </a:r>
            <a:endParaRPr lang="ru-RU" dirty="0"/>
          </a:p>
        </p:txBody>
      </p:sp>
      <p:sp>
        <p:nvSpPr>
          <p:cNvPr id="20" name="Text Placeholder 16"/>
          <p:cNvSpPr>
            <a:spLocks noGrp="1"/>
          </p:cNvSpPr>
          <p:nvPr>
            <p:ph type="body" sz="quarter" idx="13" hasCustomPrompt="1"/>
          </p:nvPr>
        </p:nvSpPr>
        <p:spPr>
          <a:xfrm>
            <a:off x="785205" y="5188511"/>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smtClean="0"/>
              <a:t>Infodata 04</a:t>
            </a:r>
            <a:endParaRPr lang="ru-RU" dirty="0"/>
          </a:p>
        </p:txBody>
      </p:sp>
      <p:sp>
        <p:nvSpPr>
          <p:cNvPr id="24" name="Text Placeholder 23"/>
          <p:cNvSpPr>
            <a:spLocks noGrp="1"/>
          </p:cNvSpPr>
          <p:nvPr>
            <p:ph type="body" sz="quarter" idx="14" hasCustomPrompt="1"/>
          </p:nvPr>
        </p:nvSpPr>
        <p:spPr>
          <a:xfrm>
            <a:off x="777080" y="1957705"/>
            <a:ext cx="4427379" cy="955694"/>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a:p>
        </p:txBody>
      </p:sp>
      <p:sp>
        <p:nvSpPr>
          <p:cNvPr id="25" name="Text Placeholder 23"/>
          <p:cNvSpPr>
            <a:spLocks noGrp="1"/>
          </p:cNvSpPr>
          <p:nvPr>
            <p:ph type="body" sz="quarter" idx="15" hasCustomPrompt="1"/>
          </p:nvPr>
        </p:nvSpPr>
        <p:spPr>
          <a:xfrm>
            <a:off x="777080" y="3281363"/>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a:p>
        </p:txBody>
      </p:sp>
      <p:sp>
        <p:nvSpPr>
          <p:cNvPr id="26" name="Text Placeholder 23"/>
          <p:cNvSpPr>
            <a:spLocks noGrp="1"/>
          </p:cNvSpPr>
          <p:nvPr>
            <p:ph type="body" sz="quarter" idx="16" hasCustomPrompt="1"/>
          </p:nvPr>
        </p:nvSpPr>
        <p:spPr>
          <a:xfrm>
            <a:off x="777080" y="5575619"/>
            <a:ext cx="4427379" cy="1068388"/>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smtClean="0">
              <a:latin typeface="Open Sans" panose="020B0606030504020204" pitchFamily="34" charset="0"/>
              <a:cs typeface="Open Sans" panose="020B0606030504020204" pitchFamily="34" charset="0"/>
            </a:endParaRPr>
          </a:p>
          <a:p>
            <a:pPr lvl="0"/>
            <a:endParaRPr lang="ru-RU" dirty="0"/>
          </a:p>
        </p:txBody>
      </p:sp>
      <p:sp>
        <p:nvSpPr>
          <p:cNvPr id="27" name="Text Placeholder 23"/>
          <p:cNvSpPr>
            <a:spLocks noGrp="1"/>
          </p:cNvSpPr>
          <p:nvPr>
            <p:ph type="body" sz="quarter" idx="17" hasCustomPrompt="1"/>
          </p:nvPr>
        </p:nvSpPr>
        <p:spPr>
          <a:xfrm>
            <a:off x="777080" y="4526375"/>
            <a:ext cx="4427379" cy="657055"/>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smtClean="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smtClean="0"/>
              <a:t>COUNTRY</a:t>
            </a:r>
            <a:endParaRPr lang="ru-RU" dirty="0"/>
          </a:p>
        </p:txBody>
      </p:sp>
    </p:spTree>
    <p:extLst>
      <p:ext uri="{BB962C8B-B14F-4D97-AF65-F5344CB8AC3E}">
        <p14:creationId xmlns:p14="http://schemas.microsoft.com/office/powerpoint/2010/main" val="877583009"/>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ru-RU"/>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A45653B-AF91-4CCE-81CA-C1EC75757CB9}" type="datetimeFigureOut">
              <a:rPr lang="ru-RU" smtClean="0"/>
              <a:t>22.05.2019</a:t>
            </a:fld>
            <a:endParaRPr lang="ru-RU"/>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6387C30-24CF-422C-80FE-4B95BD3AD456}" type="slidenum">
              <a:rPr lang="ru-RU" smtClean="0"/>
              <a:t>‹#›</a:t>
            </a:fld>
            <a:endParaRPr lang="ru-RU"/>
          </a:p>
        </p:txBody>
      </p:sp>
    </p:spTree>
    <p:extLst>
      <p:ext uri="{BB962C8B-B14F-4D97-AF65-F5344CB8AC3E}">
        <p14:creationId xmlns:p14="http://schemas.microsoft.com/office/powerpoint/2010/main" val="2137744078"/>
      </p:ext>
    </p:extLst>
  </p:cSld>
  <p:clrMap bg1="lt1" tx1="dk1" bg2="lt2" tx2="dk2" accent1="accent1" accent2="accent2" accent3="accent3" accent4="accent4" accent5="accent5" accent6="accent6" hlink="hlink" folHlink="folHlink"/>
  <p:sldLayoutIdLst>
    <p:sldLayoutId id="2147483649" r:id="rId1"/>
    <p:sldLayoutId id="2147483660" r:id="rId2"/>
    <p:sldLayoutId id="2147483661" r:id="rId3"/>
    <p:sldLayoutId id="2147483662" r:id="rId4"/>
    <p:sldLayoutId id="2147483663" r:id="rId5"/>
    <p:sldLayoutId id="2147483650" r:id="rId6"/>
    <p:sldLayoutId id="2147483651" r:id="rId7"/>
    <p:sldLayoutId id="2147483652" r:id="rId8"/>
    <p:sldLayoutId id="2147483653" r:id="rId9"/>
    <p:sldLayoutId id="2147483654" r:id="rId10"/>
    <p:sldLayoutId id="2147483655" r:id="rId11"/>
    <p:sldLayoutId id="2147483656" r:id="rId12"/>
    <p:sldLayoutId id="2147483657" r:id="rId13"/>
    <p:sldLayoutId id="2147483658" r:id="rId14"/>
    <p:sldLayoutId id="2147483659" r:id="rId15"/>
    <p:sldLayoutId id="2147483664"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2" name="Other"/>
          <p:cNvGrpSpPr/>
          <p:nvPr/>
        </p:nvGrpSpPr>
        <p:grpSpPr>
          <a:xfrm>
            <a:off x="10345738" y="5299075"/>
            <a:ext cx="1838325" cy="754063"/>
            <a:chOff x="10345738" y="5299075"/>
            <a:chExt cx="1838325" cy="754063"/>
          </a:xfrm>
        </p:grpSpPr>
        <p:sp>
          <p:nvSpPr>
            <p:cNvPr id="138" name="Freeform 6"/>
            <p:cNvSpPr>
              <a:spLocks noEditPoints="1"/>
            </p:cNvSpPr>
            <p:nvPr/>
          </p:nvSpPr>
          <p:spPr bwMode="auto">
            <a:xfrm>
              <a:off x="10345738" y="5446713"/>
              <a:ext cx="1423988" cy="606425"/>
            </a:xfrm>
            <a:custGeom>
              <a:avLst/>
              <a:gdLst>
                <a:gd name="T0" fmla="*/ 47 w 374"/>
                <a:gd name="T1" fmla="*/ 12 h 159"/>
                <a:gd name="T2" fmla="*/ 62 w 374"/>
                <a:gd name="T3" fmla="*/ 30 h 159"/>
                <a:gd name="T4" fmla="*/ 44 w 374"/>
                <a:gd name="T5" fmla="*/ 30 h 159"/>
                <a:gd name="T6" fmla="*/ 32 w 374"/>
                <a:gd name="T7" fmla="*/ 35 h 159"/>
                <a:gd name="T8" fmla="*/ 10 w 374"/>
                <a:gd name="T9" fmla="*/ 53 h 159"/>
                <a:gd name="T10" fmla="*/ 21 w 374"/>
                <a:gd name="T11" fmla="*/ 39 h 159"/>
                <a:gd name="T12" fmla="*/ 10 w 374"/>
                <a:gd name="T13" fmla="*/ 32 h 159"/>
                <a:gd name="T14" fmla="*/ 16 w 374"/>
                <a:gd name="T15" fmla="*/ 21 h 159"/>
                <a:gd name="T16" fmla="*/ 12 w 374"/>
                <a:gd name="T17" fmla="*/ 11 h 159"/>
                <a:gd name="T18" fmla="*/ 29 w 374"/>
                <a:gd name="T19" fmla="*/ 2 h 159"/>
                <a:gd name="T20" fmla="*/ 36 w 374"/>
                <a:gd name="T21" fmla="*/ 5 h 159"/>
                <a:gd name="T22" fmla="*/ 366 w 374"/>
                <a:gd name="T23" fmla="*/ 55 h 159"/>
                <a:gd name="T24" fmla="*/ 352 w 374"/>
                <a:gd name="T25" fmla="*/ 35 h 159"/>
                <a:gd name="T26" fmla="*/ 341 w 374"/>
                <a:gd name="T27" fmla="*/ 22 h 159"/>
                <a:gd name="T28" fmla="*/ 331 w 374"/>
                <a:gd name="T29" fmla="*/ 14 h 159"/>
                <a:gd name="T30" fmla="*/ 310 w 374"/>
                <a:gd name="T31" fmla="*/ 16 h 159"/>
                <a:gd name="T32" fmla="*/ 274 w 374"/>
                <a:gd name="T33" fmla="*/ 30 h 159"/>
                <a:gd name="T34" fmla="*/ 256 w 374"/>
                <a:gd name="T35" fmla="*/ 30 h 159"/>
                <a:gd name="T36" fmla="*/ 241 w 374"/>
                <a:gd name="T37" fmla="*/ 30 h 159"/>
                <a:gd name="T38" fmla="*/ 223 w 374"/>
                <a:gd name="T39" fmla="*/ 25 h 159"/>
                <a:gd name="T40" fmla="*/ 205 w 374"/>
                <a:gd name="T41" fmla="*/ 16 h 159"/>
                <a:gd name="T42" fmla="*/ 185 w 374"/>
                <a:gd name="T43" fmla="*/ 6 h 159"/>
                <a:gd name="T44" fmla="*/ 160 w 374"/>
                <a:gd name="T45" fmla="*/ 4 h 159"/>
                <a:gd name="T46" fmla="*/ 117 w 374"/>
                <a:gd name="T47" fmla="*/ 19 h 159"/>
                <a:gd name="T48" fmla="*/ 97 w 374"/>
                <a:gd name="T49" fmla="*/ 26 h 159"/>
                <a:gd name="T50" fmla="*/ 68 w 374"/>
                <a:gd name="T51" fmla="*/ 24 h 159"/>
                <a:gd name="T52" fmla="*/ 78 w 374"/>
                <a:gd name="T53" fmla="*/ 37 h 159"/>
                <a:gd name="T54" fmla="*/ 67 w 374"/>
                <a:gd name="T55" fmla="*/ 44 h 159"/>
                <a:gd name="T56" fmla="*/ 42 w 374"/>
                <a:gd name="T57" fmla="*/ 46 h 159"/>
                <a:gd name="T58" fmla="*/ 18 w 374"/>
                <a:gd name="T59" fmla="*/ 48 h 159"/>
                <a:gd name="T60" fmla="*/ 9 w 374"/>
                <a:gd name="T61" fmla="*/ 58 h 159"/>
                <a:gd name="T62" fmla="*/ 20 w 374"/>
                <a:gd name="T63" fmla="*/ 73 h 159"/>
                <a:gd name="T64" fmla="*/ 25 w 374"/>
                <a:gd name="T65" fmla="*/ 86 h 159"/>
                <a:gd name="T66" fmla="*/ 21 w 374"/>
                <a:gd name="T67" fmla="*/ 95 h 159"/>
                <a:gd name="T68" fmla="*/ 15 w 374"/>
                <a:gd name="T69" fmla="*/ 96 h 159"/>
                <a:gd name="T70" fmla="*/ 24 w 374"/>
                <a:gd name="T71" fmla="*/ 105 h 159"/>
                <a:gd name="T72" fmla="*/ 28 w 374"/>
                <a:gd name="T73" fmla="*/ 115 h 159"/>
                <a:gd name="T74" fmla="*/ 34 w 374"/>
                <a:gd name="T75" fmla="*/ 121 h 159"/>
                <a:gd name="T76" fmla="*/ 50 w 374"/>
                <a:gd name="T77" fmla="*/ 130 h 159"/>
                <a:gd name="T78" fmla="*/ 51 w 374"/>
                <a:gd name="T79" fmla="*/ 135 h 159"/>
                <a:gd name="T80" fmla="*/ 66 w 374"/>
                <a:gd name="T81" fmla="*/ 141 h 159"/>
                <a:gd name="T82" fmla="*/ 90 w 374"/>
                <a:gd name="T83" fmla="*/ 147 h 159"/>
                <a:gd name="T84" fmla="*/ 101 w 374"/>
                <a:gd name="T85" fmla="*/ 133 h 159"/>
                <a:gd name="T86" fmla="*/ 146 w 374"/>
                <a:gd name="T87" fmla="*/ 150 h 159"/>
                <a:gd name="T88" fmla="*/ 163 w 374"/>
                <a:gd name="T89" fmla="*/ 144 h 159"/>
                <a:gd name="T90" fmla="*/ 191 w 374"/>
                <a:gd name="T91" fmla="*/ 140 h 159"/>
                <a:gd name="T92" fmla="*/ 205 w 374"/>
                <a:gd name="T93" fmla="*/ 135 h 159"/>
                <a:gd name="T94" fmla="*/ 201 w 374"/>
                <a:gd name="T95" fmla="*/ 157 h 159"/>
                <a:gd name="T96" fmla="*/ 213 w 374"/>
                <a:gd name="T97" fmla="*/ 149 h 159"/>
                <a:gd name="T98" fmla="*/ 220 w 374"/>
                <a:gd name="T99" fmla="*/ 138 h 159"/>
                <a:gd name="T100" fmla="*/ 247 w 374"/>
                <a:gd name="T101" fmla="*/ 133 h 159"/>
                <a:gd name="T102" fmla="*/ 292 w 374"/>
                <a:gd name="T103" fmla="*/ 127 h 159"/>
                <a:gd name="T104" fmla="*/ 325 w 374"/>
                <a:gd name="T105" fmla="*/ 124 h 159"/>
                <a:gd name="T106" fmla="*/ 348 w 374"/>
                <a:gd name="T107" fmla="*/ 124 h 159"/>
                <a:gd name="T108" fmla="*/ 362 w 374"/>
                <a:gd name="T109" fmla="*/ 130 h 159"/>
                <a:gd name="T110" fmla="*/ 373 w 374"/>
                <a:gd name="T111" fmla="*/ 123 h 159"/>
                <a:gd name="T112" fmla="*/ 369 w 374"/>
                <a:gd name="T113" fmla="*/ 112 h 159"/>
                <a:gd name="T114" fmla="*/ 366 w 374"/>
                <a:gd name="T115" fmla="*/ 99 h 159"/>
                <a:gd name="T116" fmla="*/ 360 w 374"/>
                <a:gd name="T117" fmla="*/ 76 h 159"/>
                <a:gd name="T118" fmla="*/ 373 w 374"/>
                <a:gd name="T119" fmla="*/ 63 h 159"/>
                <a:gd name="T120" fmla="*/ 0 w 374"/>
                <a:gd name="T121" fmla="*/ 51 h 159"/>
                <a:gd name="T122" fmla="*/ 3 w 374"/>
                <a:gd name="T123" fmla="*/ 49 h 159"/>
                <a:gd name="T124" fmla="*/ 34 w 374"/>
                <a:gd name="T125" fmla="*/ 13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4" h="159">
                  <a:moveTo>
                    <a:pt x="42" y="4"/>
                  </a:moveTo>
                  <a:cubicBezTo>
                    <a:pt x="43" y="3"/>
                    <a:pt x="44" y="3"/>
                    <a:pt x="45" y="3"/>
                  </a:cubicBezTo>
                  <a:cubicBezTo>
                    <a:pt x="46" y="5"/>
                    <a:pt x="45" y="5"/>
                    <a:pt x="45" y="7"/>
                  </a:cubicBezTo>
                  <a:cubicBezTo>
                    <a:pt x="45" y="9"/>
                    <a:pt x="46" y="11"/>
                    <a:pt x="47" y="12"/>
                  </a:cubicBezTo>
                  <a:cubicBezTo>
                    <a:pt x="49" y="16"/>
                    <a:pt x="53" y="18"/>
                    <a:pt x="58" y="20"/>
                  </a:cubicBezTo>
                  <a:cubicBezTo>
                    <a:pt x="60" y="21"/>
                    <a:pt x="62" y="22"/>
                    <a:pt x="64" y="23"/>
                  </a:cubicBezTo>
                  <a:cubicBezTo>
                    <a:pt x="67" y="23"/>
                    <a:pt x="66" y="24"/>
                    <a:pt x="65" y="26"/>
                  </a:cubicBezTo>
                  <a:cubicBezTo>
                    <a:pt x="64" y="28"/>
                    <a:pt x="64" y="30"/>
                    <a:pt x="62" y="30"/>
                  </a:cubicBezTo>
                  <a:cubicBezTo>
                    <a:pt x="60" y="30"/>
                    <a:pt x="58" y="29"/>
                    <a:pt x="56" y="28"/>
                  </a:cubicBezTo>
                  <a:cubicBezTo>
                    <a:pt x="56" y="30"/>
                    <a:pt x="53" y="28"/>
                    <a:pt x="53" y="28"/>
                  </a:cubicBezTo>
                  <a:cubicBezTo>
                    <a:pt x="51" y="28"/>
                    <a:pt x="48" y="27"/>
                    <a:pt x="46" y="28"/>
                  </a:cubicBezTo>
                  <a:cubicBezTo>
                    <a:pt x="45" y="28"/>
                    <a:pt x="45" y="29"/>
                    <a:pt x="44" y="30"/>
                  </a:cubicBezTo>
                  <a:cubicBezTo>
                    <a:pt x="43" y="30"/>
                    <a:pt x="42" y="30"/>
                    <a:pt x="41" y="30"/>
                  </a:cubicBezTo>
                  <a:cubicBezTo>
                    <a:pt x="39" y="29"/>
                    <a:pt x="37" y="29"/>
                    <a:pt x="35" y="30"/>
                  </a:cubicBezTo>
                  <a:cubicBezTo>
                    <a:pt x="35" y="31"/>
                    <a:pt x="35" y="32"/>
                    <a:pt x="34" y="33"/>
                  </a:cubicBezTo>
                  <a:cubicBezTo>
                    <a:pt x="33" y="34"/>
                    <a:pt x="32" y="35"/>
                    <a:pt x="32" y="35"/>
                  </a:cubicBezTo>
                  <a:cubicBezTo>
                    <a:pt x="29" y="37"/>
                    <a:pt x="28" y="39"/>
                    <a:pt x="25" y="40"/>
                  </a:cubicBezTo>
                  <a:cubicBezTo>
                    <a:pt x="23" y="41"/>
                    <a:pt x="21" y="42"/>
                    <a:pt x="19" y="43"/>
                  </a:cubicBezTo>
                  <a:cubicBezTo>
                    <a:pt x="17" y="45"/>
                    <a:pt x="16" y="47"/>
                    <a:pt x="14" y="48"/>
                  </a:cubicBezTo>
                  <a:cubicBezTo>
                    <a:pt x="13" y="50"/>
                    <a:pt x="11" y="53"/>
                    <a:pt x="10" y="53"/>
                  </a:cubicBezTo>
                  <a:cubicBezTo>
                    <a:pt x="7" y="53"/>
                    <a:pt x="9" y="51"/>
                    <a:pt x="10" y="50"/>
                  </a:cubicBezTo>
                  <a:cubicBezTo>
                    <a:pt x="11" y="49"/>
                    <a:pt x="10" y="47"/>
                    <a:pt x="12" y="46"/>
                  </a:cubicBezTo>
                  <a:cubicBezTo>
                    <a:pt x="13" y="44"/>
                    <a:pt x="16" y="43"/>
                    <a:pt x="18" y="42"/>
                  </a:cubicBezTo>
                  <a:cubicBezTo>
                    <a:pt x="19" y="42"/>
                    <a:pt x="22" y="40"/>
                    <a:pt x="21" y="39"/>
                  </a:cubicBezTo>
                  <a:cubicBezTo>
                    <a:pt x="20" y="37"/>
                    <a:pt x="18" y="39"/>
                    <a:pt x="17" y="39"/>
                  </a:cubicBezTo>
                  <a:cubicBezTo>
                    <a:pt x="15" y="40"/>
                    <a:pt x="13" y="40"/>
                    <a:pt x="11" y="40"/>
                  </a:cubicBezTo>
                  <a:cubicBezTo>
                    <a:pt x="8" y="40"/>
                    <a:pt x="8" y="39"/>
                    <a:pt x="7" y="36"/>
                  </a:cubicBezTo>
                  <a:cubicBezTo>
                    <a:pt x="9" y="35"/>
                    <a:pt x="9" y="34"/>
                    <a:pt x="10" y="32"/>
                  </a:cubicBezTo>
                  <a:cubicBezTo>
                    <a:pt x="12" y="31"/>
                    <a:pt x="13" y="31"/>
                    <a:pt x="13" y="28"/>
                  </a:cubicBezTo>
                  <a:cubicBezTo>
                    <a:pt x="13" y="27"/>
                    <a:pt x="12" y="25"/>
                    <a:pt x="12" y="24"/>
                  </a:cubicBezTo>
                  <a:cubicBezTo>
                    <a:pt x="13" y="22"/>
                    <a:pt x="14" y="23"/>
                    <a:pt x="15" y="22"/>
                  </a:cubicBezTo>
                  <a:cubicBezTo>
                    <a:pt x="16" y="22"/>
                    <a:pt x="16" y="21"/>
                    <a:pt x="16" y="21"/>
                  </a:cubicBezTo>
                  <a:cubicBezTo>
                    <a:pt x="17" y="21"/>
                    <a:pt x="18" y="21"/>
                    <a:pt x="18" y="21"/>
                  </a:cubicBezTo>
                  <a:cubicBezTo>
                    <a:pt x="19" y="20"/>
                    <a:pt x="18" y="19"/>
                    <a:pt x="18" y="17"/>
                  </a:cubicBezTo>
                  <a:cubicBezTo>
                    <a:pt x="18" y="15"/>
                    <a:pt x="18" y="15"/>
                    <a:pt x="17" y="13"/>
                  </a:cubicBezTo>
                  <a:cubicBezTo>
                    <a:pt x="15" y="12"/>
                    <a:pt x="14" y="11"/>
                    <a:pt x="12" y="11"/>
                  </a:cubicBezTo>
                  <a:cubicBezTo>
                    <a:pt x="12" y="8"/>
                    <a:pt x="14" y="9"/>
                    <a:pt x="15" y="8"/>
                  </a:cubicBezTo>
                  <a:cubicBezTo>
                    <a:pt x="17" y="8"/>
                    <a:pt x="17" y="7"/>
                    <a:pt x="18" y="6"/>
                  </a:cubicBezTo>
                  <a:cubicBezTo>
                    <a:pt x="20" y="2"/>
                    <a:pt x="26" y="6"/>
                    <a:pt x="27" y="1"/>
                  </a:cubicBezTo>
                  <a:cubicBezTo>
                    <a:pt x="28" y="1"/>
                    <a:pt x="28" y="2"/>
                    <a:pt x="29" y="2"/>
                  </a:cubicBezTo>
                  <a:cubicBezTo>
                    <a:pt x="30" y="2"/>
                    <a:pt x="30" y="1"/>
                    <a:pt x="31" y="1"/>
                  </a:cubicBezTo>
                  <a:cubicBezTo>
                    <a:pt x="32" y="1"/>
                    <a:pt x="31" y="1"/>
                    <a:pt x="32" y="2"/>
                  </a:cubicBezTo>
                  <a:cubicBezTo>
                    <a:pt x="33" y="2"/>
                    <a:pt x="34" y="3"/>
                    <a:pt x="34" y="4"/>
                  </a:cubicBezTo>
                  <a:cubicBezTo>
                    <a:pt x="35" y="4"/>
                    <a:pt x="35" y="5"/>
                    <a:pt x="36" y="5"/>
                  </a:cubicBezTo>
                  <a:cubicBezTo>
                    <a:pt x="37" y="6"/>
                    <a:pt x="37" y="5"/>
                    <a:pt x="38" y="5"/>
                  </a:cubicBezTo>
                  <a:cubicBezTo>
                    <a:pt x="40" y="4"/>
                    <a:pt x="41" y="5"/>
                    <a:pt x="42" y="4"/>
                  </a:cubicBezTo>
                  <a:close/>
                  <a:moveTo>
                    <a:pt x="371" y="59"/>
                  </a:moveTo>
                  <a:cubicBezTo>
                    <a:pt x="369" y="58"/>
                    <a:pt x="368" y="56"/>
                    <a:pt x="366" y="55"/>
                  </a:cubicBezTo>
                  <a:cubicBezTo>
                    <a:pt x="364" y="54"/>
                    <a:pt x="362" y="55"/>
                    <a:pt x="360" y="55"/>
                  </a:cubicBezTo>
                  <a:cubicBezTo>
                    <a:pt x="354" y="55"/>
                    <a:pt x="354" y="52"/>
                    <a:pt x="351" y="48"/>
                  </a:cubicBezTo>
                  <a:cubicBezTo>
                    <a:pt x="350" y="46"/>
                    <a:pt x="349" y="44"/>
                    <a:pt x="350" y="41"/>
                  </a:cubicBezTo>
                  <a:cubicBezTo>
                    <a:pt x="351" y="39"/>
                    <a:pt x="352" y="37"/>
                    <a:pt x="352" y="35"/>
                  </a:cubicBezTo>
                  <a:cubicBezTo>
                    <a:pt x="352" y="32"/>
                    <a:pt x="350" y="31"/>
                    <a:pt x="349" y="30"/>
                  </a:cubicBezTo>
                  <a:cubicBezTo>
                    <a:pt x="348" y="28"/>
                    <a:pt x="348" y="26"/>
                    <a:pt x="347" y="25"/>
                  </a:cubicBezTo>
                  <a:cubicBezTo>
                    <a:pt x="345" y="24"/>
                    <a:pt x="343" y="25"/>
                    <a:pt x="342" y="23"/>
                  </a:cubicBezTo>
                  <a:cubicBezTo>
                    <a:pt x="341" y="23"/>
                    <a:pt x="342" y="22"/>
                    <a:pt x="341" y="22"/>
                  </a:cubicBezTo>
                  <a:cubicBezTo>
                    <a:pt x="341" y="21"/>
                    <a:pt x="340" y="20"/>
                    <a:pt x="339" y="19"/>
                  </a:cubicBezTo>
                  <a:cubicBezTo>
                    <a:pt x="338" y="18"/>
                    <a:pt x="335" y="18"/>
                    <a:pt x="335" y="16"/>
                  </a:cubicBezTo>
                  <a:cubicBezTo>
                    <a:pt x="334" y="16"/>
                    <a:pt x="335" y="15"/>
                    <a:pt x="335" y="15"/>
                  </a:cubicBezTo>
                  <a:cubicBezTo>
                    <a:pt x="334" y="14"/>
                    <a:pt x="332" y="14"/>
                    <a:pt x="331" y="14"/>
                  </a:cubicBezTo>
                  <a:cubicBezTo>
                    <a:pt x="330" y="15"/>
                    <a:pt x="330" y="16"/>
                    <a:pt x="328" y="17"/>
                  </a:cubicBezTo>
                  <a:cubicBezTo>
                    <a:pt x="326" y="19"/>
                    <a:pt x="325" y="17"/>
                    <a:pt x="323" y="17"/>
                  </a:cubicBezTo>
                  <a:cubicBezTo>
                    <a:pt x="321" y="16"/>
                    <a:pt x="319" y="17"/>
                    <a:pt x="317" y="17"/>
                  </a:cubicBezTo>
                  <a:cubicBezTo>
                    <a:pt x="314" y="19"/>
                    <a:pt x="312" y="18"/>
                    <a:pt x="310" y="16"/>
                  </a:cubicBezTo>
                  <a:cubicBezTo>
                    <a:pt x="307" y="21"/>
                    <a:pt x="300" y="24"/>
                    <a:pt x="295" y="26"/>
                  </a:cubicBezTo>
                  <a:cubicBezTo>
                    <a:pt x="292" y="27"/>
                    <a:pt x="289" y="29"/>
                    <a:pt x="287" y="31"/>
                  </a:cubicBezTo>
                  <a:cubicBezTo>
                    <a:pt x="284" y="32"/>
                    <a:pt x="281" y="31"/>
                    <a:pt x="278" y="30"/>
                  </a:cubicBezTo>
                  <a:cubicBezTo>
                    <a:pt x="277" y="30"/>
                    <a:pt x="275" y="30"/>
                    <a:pt x="274" y="30"/>
                  </a:cubicBezTo>
                  <a:cubicBezTo>
                    <a:pt x="274" y="29"/>
                    <a:pt x="273" y="28"/>
                    <a:pt x="272" y="28"/>
                  </a:cubicBezTo>
                  <a:cubicBezTo>
                    <a:pt x="270" y="26"/>
                    <a:pt x="268" y="28"/>
                    <a:pt x="265" y="28"/>
                  </a:cubicBezTo>
                  <a:cubicBezTo>
                    <a:pt x="264" y="28"/>
                    <a:pt x="262" y="28"/>
                    <a:pt x="261" y="28"/>
                  </a:cubicBezTo>
                  <a:cubicBezTo>
                    <a:pt x="259" y="29"/>
                    <a:pt x="258" y="30"/>
                    <a:pt x="256" y="30"/>
                  </a:cubicBezTo>
                  <a:cubicBezTo>
                    <a:pt x="255" y="30"/>
                    <a:pt x="254" y="30"/>
                    <a:pt x="253" y="30"/>
                  </a:cubicBezTo>
                  <a:cubicBezTo>
                    <a:pt x="251" y="30"/>
                    <a:pt x="250" y="31"/>
                    <a:pt x="249" y="31"/>
                  </a:cubicBezTo>
                  <a:cubicBezTo>
                    <a:pt x="248" y="32"/>
                    <a:pt x="248" y="32"/>
                    <a:pt x="248" y="32"/>
                  </a:cubicBezTo>
                  <a:cubicBezTo>
                    <a:pt x="245" y="32"/>
                    <a:pt x="243" y="31"/>
                    <a:pt x="241" y="30"/>
                  </a:cubicBezTo>
                  <a:cubicBezTo>
                    <a:pt x="239" y="29"/>
                    <a:pt x="238" y="28"/>
                    <a:pt x="236" y="27"/>
                  </a:cubicBezTo>
                  <a:cubicBezTo>
                    <a:pt x="234" y="26"/>
                    <a:pt x="234" y="28"/>
                    <a:pt x="232" y="28"/>
                  </a:cubicBezTo>
                  <a:cubicBezTo>
                    <a:pt x="230" y="28"/>
                    <a:pt x="229" y="26"/>
                    <a:pt x="227" y="26"/>
                  </a:cubicBezTo>
                  <a:cubicBezTo>
                    <a:pt x="224" y="26"/>
                    <a:pt x="225" y="27"/>
                    <a:pt x="223" y="25"/>
                  </a:cubicBezTo>
                  <a:cubicBezTo>
                    <a:pt x="222" y="23"/>
                    <a:pt x="221" y="22"/>
                    <a:pt x="219" y="21"/>
                  </a:cubicBezTo>
                  <a:cubicBezTo>
                    <a:pt x="218" y="20"/>
                    <a:pt x="215" y="19"/>
                    <a:pt x="213" y="21"/>
                  </a:cubicBezTo>
                  <a:cubicBezTo>
                    <a:pt x="212" y="22"/>
                    <a:pt x="213" y="23"/>
                    <a:pt x="211" y="24"/>
                  </a:cubicBezTo>
                  <a:cubicBezTo>
                    <a:pt x="208" y="24"/>
                    <a:pt x="205" y="18"/>
                    <a:pt x="205" y="16"/>
                  </a:cubicBezTo>
                  <a:cubicBezTo>
                    <a:pt x="203" y="13"/>
                    <a:pt x="204" y="10"/>
                    <a:pt x="199" y="12"/>
                  </a:cubicBezTo>
                  <a:cubicBezTo>
                    <a:pt x="197" y="12"/>
                    <a:pt x="196" y="13"/>
                    <a:pt x="194" y="13"/>
                  </a:cubicBezTo>
                  <a:cubicBezTo>
                    <a:pt x="191" y="13"/>
                    <a:pt x="190" y="11"/>
                    <a:pt x="189" y="10"/>
                  </a:cubicBezTo>
                  <a:cubicBezTo>
                    <a:pt x="187" y="9"/>
                    <a:pt x="185" y="8"/>
                    <a:pt x="185" y="6"/>
                  </a:cubicBezTo>
                  <a:cubicBezTo>
                    <a:pt x="185" y="5"/>
                    <a:pt x="186" y="4"/>
                    <a:pt x="186" y="2"/>
                  </a:cubicBezTo>
                  <a:cubicBezTo>
                    <a:pt x="184" y="2"/>
                    <a:pt x="184" y="0"/>
                    <a:pt x="182" y="1"/>
                  </a:cubicBezTo>
                  <a:cubicBezTo>
                    <a:pt x="180" y="3"/>
                    <a:pt x="179" y="4"/>
                    <a:pt x="177" y="4"/>
                  </a:cubicBezTo>
                  <a:cubicBezTo>
                    <a:pt x="172" y="5"/>
                    <a:pt x="166" y="4"/>
                    <a:pt x="160" y="4"/>
                  </a:cubicBezTo>
                  <a:cubicBezTo>
                    <a:pt x="158" y="4"/>
                    <a:pt x="155" y="3"/>
                    <a:pt x="152" y="3"/>
                  </a:cubicBezTo>
                  <a:cubicBezTo>
                    <a:pt x="150" y="3"/>
                    <a:pt x="147" y="5"/>
                    <a:pt x="144" y="6"/>
                  </a:cubicBezTo>
                  <a:cubicBezTo>
                    <a:pt x="139" y="7"/>
                    <a:pt x="134" y="8"/>
                    <a:pt x="130" y="11"/>
                  </a:cubicBezTo>
                  <a:cubicBezTo>
                    <a:pt x="125" y="13"/>
                    <a:pt x="122" y="18"/>
                    <a:pt x="117" y="19"/>
                  </a:cubicBezTo>
                  <a:cubicBezTo>
                    <a:pt x="116" y="20"/>
                    <a:pt x="113" y="20"/>
                    <a:pt x="112" y="22"/>
                  </a:cubicBezTo>
                  <a:cubicBezTo>
                    <a:pt x="111" y="24"/>
                    <a:pt x="111" y="26"/>
                    <a:pt x="109" y="26"/>
                  </a:cubicBezTo>
                  <a:cubicBezTo>
                    <a:pt x="107" y="27"/>
                    <a:pt x="105" y="27"/>
                    <a:pt x="103" y="27"/>
                  </a:cubicBezTo>
                  <a:cubicBezTo>
                    <a:pt x="100" y="27"/>
                    <a:pt x="99" y="26"/>
                    <a:pt x="97" y="26"/>
                  </a:cubicBezTo>
                  <a:cubicBezTo>
                    <a:pt x="95" y="25"/>
                    <a:pt x="93" y="25"/>
                    <a:pt x="91" y="25"/>
                  </a:cubicBezTo>
                  <a:cubicBezTo>
                    <a:pt x="88" y="25"/>
                    <a:pt x="86" y="25"/>
                    <a:pt x="83" y="25"/>
                  </a:cubicBezTo>
                  <a:cubicBezTo>
                    <a:pt x="81" y="25"/>
                    <a:pt x="78" y="25"/>
                    <a:pt x="75" y="24"/>
                  </a:cubicBezTo>
                  <a:cubicBezTo>
                    <a:pt x="73" y="24"/>
                    <a:pt x="70" y="22"/>
                    <a:pt x="68" y="24"/>
                  </a:cubicBezTo>
                  <a:cubicBezTo>
                    <a:pt x="67" y="24"/>
                    <a:pt x="65" y="27"/>
                    <a:pt x="65" y="28"/>
                  </a:cubicBezTo>
                  <a:cubicBezTo>
                    <a:pt x="66" y="30"/>
                    <a:pt x="68" y="31"/>
                    <a:pt x="70" y="33"/>
                  </a:cubicBezTo>
                  <a:cubicBezTo>
                    <a:pt x="74" y="35"/>
                    <a:pt x="78" y="35"/>
                    <a:pt x="83" y="36"/>
                  </a:cubicBezTo>
                  <a:cubicBezTo>
                    <a:pt x="81" y="37"/>
                    <a:pt x="80" y="37"/>
                    <a:pt x="78" y="37"/>
                  </a:cubicBezTo>
                  <a:cubicBezTo>
                    <a:pt x="77" y="37"/>
                    <a:pt x="75" y="37"/>
                    <a:pt x="73" y="37"/>
                  </a:cubicBezTo>
                  <a:cubicBezTo>
                    <a:pt x="70" y="38"/>
                    <a:pt x="68" y="38"/>
                    <a:pt x="65" y="39"/>
                  </a:cubicBezTo>
                  <a:cubicBezTo>
                    <a:pt x="64" y="39"/>
                    <a:pt x="61" y="40"/>
                    <a:pt x="62" y="42"/>
                  </a:cubicBezTo>
                  <a:cubicBezTo>
                    <a:pt x="62" y="44"/>
                    <a:pt x="66" y="43"/>
                    <a:pt x="67" y="44"/>
                  </a:cubicBezTo>
                  <a:cubicBezTo>
                    <a:pt x="67" y="45"/>
                    <a:pt x="67" y="46"/>
                    <a:pt x="65" y="46"/>
                  </a:cubicBezTo>
                  <a:cubicBezTo>
                    <a:pt x="64" y="46"/>
                    <a:pt x="63" y="45"/>
                    <a:pt x="62" y="45"/>
                  </a:cubicBezTo>
                  <a:cubicBezTo>
                    <a:pt x="61" y="45"/>
                    <a:pt x="56" y="46"/>
                    <a:pt x="56" y="45"/>
                  </a:cubicBezTo>
                  <a:cubicBezTo>
                    <a:pt x="51" y="45"/>
                    <a:pt x="46" y="46"/>
                    <a:pt x="42" y="46"/>
                  </a:cubicBezTo>
                  <a:cubicBezTo>
                    <a:pt x="39" y="46"/>
                    <a:pt x="33" y="47"/>
                    <a:pt x="32" y="44"/>
                  </a:cubicBezTo>
                  <a:cubicBezTo>
                    <a:pt x="30" y="43"/>
                    <a:pt x="28" y="44"/>
                    <a:pt x="26" y="45"/>
                  </a:cubicBezTo>
                  <a:cubicBezTo>
                    <a:pt x="25" y="45"/>
                    <a:pt x="24" y="44"/>
                    <a:pt x="22" y="45"/>
                  </a:cubicBezTo>
                  <a:cubicBezTo>
                    <a:pt x="20" y="45"/>
                    <a:pt x="19" y="47"/>
                    <a:pt x="18" y="48"/>
                  </a:cubicBezTo>
                  <a:cubicBezTo>
                    <a:pt x="17" y="49"/>
                    <a:pt x="15" y="50"/>
                    <a:pt x="14" y="51"/>
                  </a:cubicBezTo>
                  <a:cubicBezTo>
                    <a:pt x="14" y="52"/>
                    <a:pt x="15" y="52"/>
                    <a:pt x="14" y="53"/>
                  </a:cubicBezTo>
                  <a:cubicBezTo>
                    <a:pt x="14" y="54"/>
                    <a:pt x="13" y="54"/>
                    <a:pt x="12" y="55"/>
                  </a:cubicBezTo>
                  <a:cubicBezTo>
                    <a:pt x="11" y="55"/>
                    <a:pt x="9" y="56"/>
                    <a:pt x="9" y="58"/>
                  </a:cubicBezTo>
                  <a:cubicBezTo>
                    <a:pt x="8" y="60"/>
                    <a:pt x="10" y="61"/>
                    <a:pt x="9" y="63"/>
                  </a:cubicBezTo>
                  <a:cubicBezTo>
                    <a:pt x="9" y="65"/>
                    <a:pt x="8" y="66"/>
                    <a:pt x="8" y="67"/>
                  </a:cubicBezTo>
                  <a:cubicBezTo>
                    <a:pt x="7" y="72"/>
                    <a:pt x="22" y="65"/>
                    <a:pt x="23" y="67"/>
                  </a:cubicBezTo>
                  <a:cubicBezTo>
                    <a:pt x="26" y="68"/>
                    <a:pt x="21" y="72"/>
                    <a:pt x="20" y="73"/>
                  </a:cubicBezTo>
                  <a:cubicBezTo>
                    <a:pt x="17" y="77"/>
                    <a:pt x="23" y="76"/>
                    <a:pt x="23" y="78"/>
                  </a:cubicBezTo>
                  <a:cubicBezTo>
                    <a:pt x="22" y="79"/>
                    <a:pt x="22" y="81"/>
                    <a:pt x="23" y="82"/>
                  </a:cubicBezTo>
                  <a:cubicBezTo>
                    <a:pt x="24" y="83"/>
                    <a:pt x="26" y="82"/>
                    <a:pt x="27" y="83"/>
                  </a:cubicBezTo>
                  <a:cubicBezTo>
                    <a:pt x="27" y="84"/>
                    <a:pt x="25" y="85"/>
                    <a:pt x="25" y="86"/>
                  </a:cubicBezTo>
                  <a:cubicBezTo>
                    <a:pt x="24" y="87"/>
                    <a:pt x="22" y="87"/>
                    <a:pt x="21" y="88"/>
                  </a:cubicBezTo>
                  <a:cubicBezTo>
                    <a:pt x="21" y="90"/>
                    <a:pt x="24" y="93"/>
                    <a:pt x="25" y="93"/>
                  </a:cubicBezTo>
                  <a:cubicBezTo>
                    <a:pt x="27" y="94"/>
                    <a:pt x="31" y="95"/>
                    <a:pt x="27" y="96"/>
                  </a:cubicBezTo>
                  <a:cubicBezTo>
                    <a:pt x="25" y="96"/>
                    <a:pt x="21" y="98"/>
                    <a:pt x="21" y="95"/>
                  </a:cubicBezTo>
                  <a:cubicBezTo>
                    <a:pt x="19" y="94"/>
                    <a:pt x="20" y="97"/>
                    <a:pt x="19" y="97"/>
                  </a:cubicBezTo>
                  <a:cubicBezTo>
                    <a:pt x="18" y="95"/>
                    <a:pt x="18" y="93"/>
                    <a:pt x="17" y="91"/>
                  </a:cubicBezTo>
                  <a:cubicBezTo>
                    <a:pt x="17" y="90"/>
                    <a:pt x="17" y="88"/>
                    <a:pt x="15" y="88"/>
                  </a:cubicBezTo>
                  <a:cubicBezTo>
                    <a:pt x="10" y="89"/>
                    <a:pt x="17" y="94"/>
                    <a:pt x="15" y="96"/>
                  </a:cubicBezTo>
                  <a:cubicBezTo>
                    <a:pt x="14" y="97"/>
                    <a:pt x="11" y="97"/>
                    <a:pt x="12" y="100"/>
                  </a:cubicBezTo>
                  <a:cubicBezTo>
                    <a:pt x="12" y="100"/>
                    <a:pt x="15" y="102"/>
                    <a:pt x="16" y="102"/>
                  </a:cubicBezTo>
                  <a:cubicBezTo>
                    <a:pt x="18" y="102"/>
                    <a:pt x="19" y="101"/>
                    <a:pt x="21" y="101"/>
                  </a:cubicBezTo>
                  <a:cubicBezTo>
                    <a:pt x="22" y="101"/>
                    <a:pt x="24" y="103"/>
                    <a:pt x="24" y="105"/>
                  </a:cubicBezTo>
                  <a:cubicBezTo>
                    <a:pt x="26" y="106"/>
                    <a:pt x="30" y="105"/>
                    <a:pt x="31" y="107"/>
                  </a:cubicBezTo>
                  <a:cubicBezTo>
                    <a:pt x="32" y="109"/>
                    <a:pt x="31" y="111"/>
                    <a:pt x="30" y="112"/>
                  </a:cubicBezTo>
                  <a:cubicBezTo>
                    <a:pt x="30" y="113"/>
                    <a:pt x="28" y="113"/>
                    <a:pt x="28" y="113"/>
                  </a:cubicBezTo>
                  <a:cubicBezTo>
                    <a:pt x="27" y="114"/>
                    <a:pt x="28" y="114"/>
                    <a:pt x="28" y="115"/>
                  </a:cubicBezTo>
                  <a:cubicBezTo>
                    <a:pt x="29" y="115"/>
                    <a:pt x="29" y="115"/>
                    <a:pt x="29" y="116"/>
                  </a:cubicBezTo>
                  <a:cubicBezTo>
                    <a:pt x="30" y="116"/>
                    <a:pt x="30" y="117"/>
                    <a:pt x="30" y="117"/>
                  </a:cubicBezTo>
                  <a:cubicBezTo>
                    <a:pt x="30" y="118"/>
                    <a:pt x="30" y="120"/>
                    <a:pt x="31" y="121"/>
                  </a:cubicBezTo>
                  <a:cubicBezTo>
                    <a:pt x="32" y="121"/>
                    <a:pt x="33" y="121"/>
                    <a:pt x="34" y="121"/>
                  </a:cubicBezTo>
                  <a:cubicBezTo>
                    <a:pt x="33" y="124"/>
                    <a:pt x="39" y="124"/>
                    <a:pt x="36" y="127"/>
                  </a:cubicBezTo>
                  <a:cubicBezTo>
                    <a:pt x="35" y="128"/>
                    <a:pt x="30" y="125"/>
                    <a:pt x="31" y="129"/>
                  </a:cubicBezTo>
                  <a:cubicBezTo>
                    <a:pt x="31" y="131"/>
                    <a:pt x="35" y="130"/>
                    <a:pt x="37" y="130"/>
                  </a:cubicBezTo>
                  <a:cubicBezTo>
                    <a:pt x="41" y="130"/>
                    <a:pt x="46" y="129"/>
                    <a:pt x="50" y="130"/>
                  </a:cubicBezTo>
                  <a:cubicBezTo>
                    <a:pt x="50" y="132"/>
                    <a:pt x="47" y="131"/>
                    <a:pt x="46" y="133"/>
                  </a:cubicBezTo>
                  <a:cubicBezTo>
                    <a:pt x="45" y="134"/>
                    <a:pt x="45" y="134"/>
                    <a:pt x="46" y="135"/>
                  </a:cubicBezTo>
                  <a:cubicBezTo>
                    <a:pt x="46" y="137"/>
                    <a:pt x="45" y="138"/>
                    <a:pt x="45" y="140"/>
                  </a:cubicBezTo>
                  <a:cubicBezTo>
                    <a:pt x="47" y="138"/>
                    <a:pt x="50" y="136"/>
                    <a:pt x="51" y="135"/>
                  </a:cubicBezTo>
                  <a:cubicBezTo>
                    <a:pt x="53" y="134"/>
                    <a:pt x="54" y="134"/>
                    <a:pt x="55" y="135"/>
                  </a:cubicBezTo>
                  <a:cubicBezTo>
                    <a:pt x="56" y="136"/>
                    <a:pt x="60" y="140"/>
                    <a:pt x="60" y="137"/>
                  </a:cubicBezTo>
                  <a:cubicBezTo>
                    <a:pt x="62" y="137"/>
                    <a:pt x="64" y="137"/>
                    <a:pt x="65" y="138"/>
                  </a:cubicBezTo>
                  <a:cubicBezTo>
                    <a:pt x="66" y="139"/>
                    <a:pt x="65" y="140"/>
                    <a:pt x="66" y="141"/>
                  </a:cubicBezTo>
                  <a:cubicBezTo>
                    <a:pt x="66" y="142"/>
                    <a:pt x="67" y="144"/>
                    <a:pt x="68" y="145"/>
                  </a:cubicBezTo>
                  <a:cubicBezTo>
                    <a:pt x="70" y="148"/>
                    <a:pt x="75" y="150"/>
                    <a:pt x="80" y="149"/>
                  </a:cubicBezTo>
                  <a:cubicBezTo>
                    <a:pt x="82" y="149"/>
                    <a:pt x="84" y="148"/>
                    <a:pt x="87" y="147"/>
                  </a:cubicBezTo>
                  <a:cubicBezTo>
                    <a:pt x="88" y="147"/>
                    <a:pt x="89" y="147"/>
                    <a:pt x="90" y="147"/>
                  </a:cubicBezTo>
                  <a:cubicBezTo>
                    <a:pt x="90" y="147"/>
                    <a:pt x="91" y="148"/>
                    <a:pt x="92" y="148"/>
                  </a:cubicBezTo>
                  <a:cubicBezTo>
                    <a:pt x="94" y="147"/>
                    <a:pt x="94" y="141"/>
                    <a:pt x="94" y="139"/>
                  </a:cubicBezTo>
                  <a:cubicBezTo>
                    <a:pt x="94" y="137"/>
                    <a:pt x="94" y="135"/>
                    <a:pt x="95" y="134"/>
                  </a:cubicBezTo>
                  <a:cubicBezTo>
                    <a:pt x="97" y="132"/>
                    <a:pt x="100" y="133"/>
                    <a:pt x="101" y="133"/>
                  </a:cubicBezTo>
                  <a:cubicBezTo>
                    <a:pt x="107" y="134"/>
                    <a:pt x="110" y="137"/>
                    <a:pt x="115" y="139"/>
                  </a:cubicBezTo>
                  <a:cubicBezTo>
                    <a:pt x="120" y="141"/>
                    <a:pt x="124" y="143"/>
                    <a:pt x="127" y="147"/>
                  </a:cubicBezTo>
                  <a:cubicBezTo>
                    <a:pt x="130" y="150"/>
                    <a:pt x="132" y="153"/>
                    <a:pt x="137" y="152"/>
                  </a:cubicBezTo>
                  <a:cubicBezTo>
                    <a:pt x="140" y="152"/>
                    <a:pt x="143" y="151"/>
                    <a:pt x="146" y="150"/>
                  </a:cubicBezTo>
                  <a:cubicBezTo>
                    <a:pt x="149" y="150"/>
                    <a:pt x="152" y="151"/>
                    <a:pt x="155" y="150"/>
                  </a:cubicBezTo>
                  <a:cubicBezTo>
                    <a:pt x="156" y="149"/>
                    <a:pt x="157" y="148"/>
                    <a:pt x="159" y="148"/>
                  </a:cubicBezTo>
                  <a:cubicBezTo>
                    <a:pt x="159" y="148"/>
                    <a:pt x="160" y="149"/>
                    <a:pt x="161" y="149"/>
                  </a:cubicBezTo>
                  <a:cubicBezTo>
                    <a:pt x="164" y="149"/>
                    <a:pt x="163" y="146"/>
                    <a:pt x="163" y="144"/>
                  </a:cubicBezTo>
                  <a:cubicBezTo>
                    <a:pt x="167" y="142"/>
                    <a:pt x="170" y="139"/>
                    <a:pt x="172" y="136"/>
                  </a:cubicBezTo>
                  <a:cubicBezTo>
                    <a:pt x="175" y="136"/>
                    <a:pt x="175" y="134"/>
                    <a:pt x="178" y="135"/>
                  </a:cubicBezTo>
                  <a:cubicBezTo>
                    <a:pt x="181" y="137"/>
                    <a:pt x="184" y="138"/>
                    <a:pt x="186" y="140"/>
                  </a:cubicBezTo>
                  <a:cubicBezTo>
                    <a:pt x="188" y="140"/>
                    <a:pt x="190" y="140"/>
                    <a:pt x="191" y="140"/>
                  </a:cubicBezTo>
                  <a:cubicBezTo>
                    <a:pt x="194" y="139"/>
                    <a:pt x="192" y="138"/>
                    <a:pt x="193" y="136"/>
                  </a:cubicBezTo>
                  <a:cubicBezTo>
                    <a:pt x="196" y="136"/>
                    <a:pt x="198" y="136"/>
                    <a:pt x="200" y="134"/>
                  </a:cubicBezTo>
                  <a:cubicBezTo>
                    <a:pt x="201" y="133"/>
                    <a:pt x="201" y="132"/>
                    <a:pt x="203" y="132"/>
                  </a:cubicBezTo>
                  <a:cubicBezTo>
                    <a:pt x="204" y="132"/>
                    <a:pt x="204" y="134"/>
                    <a:pt x="205" y="135"/>
                  </a:cubicBezTo>
                  <a:cubicBezTo>
                    <a:pt x="205" y="136"/>
                    <a:pt x="206" y="139"/>
                    <a:pt x="205" y="141"/>
                  </a:cubicBezTo>
                  <a:cubicBezTo>
                    <a:pt x="204" y="142"/>
                    <a:pt x="202" y="142"/>
                    <a:pt x="201" y="143"/>
                  </a:cubicBezTo>
                  <a:cubicBezTo>
                    <a:pt x="199" y="145"/>
                    <a:pt x="198" y="146"/>
                    <a:pt x="197" y="147"/>
                  </a:cubicBezTo>
                  <a:cubicBezTo>
                    <a:pt x="199" y="150"/>
                    <a:pt x="198" y="155"/>
                    <a:pt x="201" y="157"/>
                  </a:cubicBezTo>
                  <a:cubicBezTo>
                    <a:pt x="203" y="159"/>
                    <a:pt x="204" y="157"/>
                    <a:pt x="205" y="156"/>
                  </a:cubicBezTo>
                  <a:cubicBezTo>
                    <a:pt x="206" y="155"/>
                    <a:pt x="208" y="155"/>
                    <a:pt x="208" y="154"/>
                  </a:cubicBezTo>
                  <a:cubicBezTo>
                    <a:pt x="209" y="153"/>
                    <a:pt x="207" y="152"/>
                    <a:pt x="208" y="150"/>
                  </a:cubicBezTo>
                  <a:cubicBezTo>
                    <a:pt x="209" y="149"/>
                    <a:pt x="212" y="151"/>
                    <a:pt x="213" y="149"/>
                  </a:cubicBezTo>
                  <a:cubicBezTo>
                    <a:pt x="214" y="148"/>
                    <a:pt x="213" y="146"/>
                    <a:pt x="213" y="145"/>
                  </a:cubicBezTo>
                  <a:cubicBezTo>
                    <a:pt x="213" y="144"/>
                    <a:pt x="213" y="143"/>
                    <a:pt x="213" y="142"/>
                  </a:cubicBezTo>
                  <a:cubicBezTo>
                    <a:pt x="214" y="140"/>
                    <a:pt x="213" y="135"/>
                    <a:pt x="215" y="135"/>
                  </a:cubicBezTo>
                  <a:cubicBezTo>
                    <a:pt x="217" y="134"/>
                    <a:pt x="220" y="137"/>
                    <a:pt x="220" y="138"/>
                  </a:cubicBezTo>
                  <a:cubicBezTo>
                    <a:pt x="224" y="137"/>
                    <a:pt x="227" y="139"/>
                    <a:pt x="230" y="138"/>
                  </a:cubicBezTo>
                  <a:cubicBezTo>
                    <a:pt x="232" y="137"/>
                    <a:pt x="233" y="137"/>
                    <a:pt x="234" y="137"/>
                  </a:cubicBezTo>
                  <a:cubicBezTo>
                    <a:pt x="236" y="136"/>
                    <a:pt x="237" y="135"/>
                    <a:pt x="239" y="134"/>
                  </a:cubicBezTo>
                  <a:cubicBezTo>
                    <a:pt x="241" y="133"/>
                    <a:pt x="245" y="133"/>
                    <a:pt x="247" y="133"/>
                  </a:cubicBezTo>
                  <a:cubicBezTo>
                    <a:pt x="250" y="134"/>
                    <a:pt x="253" y="136"/>
                    <a:pt x="256" y="137"/>
                  </a:cubicBezTo>
                  <a:cubicBezTo>
                    <a:pt x="258" y="137"/>
                    <a:pt x="261" y="137"/>
                    <a:pt x="264" y="136"/>
                  </a:cubicBezTo>
                  <a:cubicBezTo>
                    <a:pt x="268" y="136"/>
                    <a:pt x="272" y="136"/>
                    <a:pt x="275" y="135"/>
                  </a:cubicBezTo>
                  <a:cubicBezTo>
                    <a:pt x="281" y="133"/>
                    <a:pt x="286" y="128"/>
                    <a:pt x="292" y="127"/>
                  </a:cubicBezTo>
                  <a:cubicBezTo>
                    <a:pt x="295" y="127"/>
                    <a:pt x="298" y="127"/>
                    <a:pt x="301" y="127"/>
                  </a:cubicBezTo>
                  <a:cubicBezTo>
                    <a:pt x="304" y="127"/>
                    <a:pt x="308" y="127"/>
                    <a:pt x="311" y="127"/>
                  </a:cubicBezTo>
                  <a:cubicBezTo>
                    <a:pt x="314" y="126"/>
                    <a:pt x="317" y="126"/>
                    <a:pt x="319" y="124"/>
                  </a:cubicBezTo>
                  <a:cubicBezTo>
                    <a:pt x="322" y="123"/>
                    <a:pt x="323" y="121"/>
                    <a:pt x="325" y="124"/>
                  </a:cubicBezTo>
                  <a:cubicBezTo>
                    <a:pt x="326" y="126"/>
                    <a:pt x="327" y="127"/>
                    <a:pt x="329" y="126"/>
                  </a:cubicBezTo>
                  <a:cubicBezTo>
                    <a:pt x="332" y="125"/>
                    <a:pt x="333" y="122"/>
                    <a:pt x="335" y="121"/>
                  </a:cubicBezTo>
                  <a:cubicBezTo>
                    <a:pt x="338" y="121"/>
                    <a:pt x="341" y="122"/>
                    <a:pt x="343" y="123"/>
                  </a:cubicBezTo>
                  <a:cubicBezTo>
                    <a:pt x="345" y="123"/>
                    <a:pt x="346" y="123"/>
                    <a:pt x="348" y="124"/>
                  </a:cubicBezTo>
                  <a:cubicBezTo>
                    <a:pt x="349" y="124"/>
                    <a:pt x="351" y="124"/>
                    <a:pt x="352" y="125"/>
                  </a:cubicBezTo>
                  <a:cubicBezTo>
                    <a:pt x="355" y="125"/>
                    <a:pt x="357" y="122"/>
                    <a:pt x="359" y="122"/>
                  </a:cubicBezTo>
                  <a:cubicBezTo>
                    <a:pt x="362" y="123"/>
                    <a:pt x="362" y="125"/>
                    <a:pt x="362" y="127"/>
                  </a:cubicBezTo>
                  <a:cubicBezTo>
                    <a:pt x="362" y="128"/>
                    <a:pt x="361" y="129"/>
                    <a:pt x="362" y="130"/>
                  </a:cubicBezTo>
                  <a:cubicBezTo>
                    <a:pt x="364" y="131"/>
                    <a:pt x="364" y="129"/>
                    <a:pt x="364" y="129"/>
                  </a:cubicBezTo>
                  <a:cubicBezTo>
                    <a:pt x="365" y="128"/>
                    <a:pt x="367" y="126"/>
                    <a:pt x="368" y="126"/>
                  </a:cubicBezTo>
                  <a:cubicBezTo>
                    <a:pt x="370" y="126"/>
                    <a:pt x="371" y="127"/>
                    <a:pt x="372" y="126"/>
                  </a:cubicBezTo>
                  <a:cubicBezTo>
                    <a:pt x="372" y="125"/>
                    <a:pt x="373" y="124"/>
                    <a:pt x="373" y="123"/>
                  </a:cubicBezTo>
                  <a:cubicBezTo>
                    <a:pt x="374" y="121"/>
                    <a:pt x="370" y="120"/>
                    <a:pt x="369" y="119"/>
                  </a:cubicBezTo>
                  <a:cubicBezTo>
                    <a:pt x="369" y="119"/>
                    <a:pt x="370" y="118"/>
                    <a:pt x="370" y="117"/>
                  </a:cubicBezTo>
                  <a:cubicBezTo>
                    <a:pt x="370" y="116"/>
                    <a:pt x="369" y="116"/>
                    <a:pt x="369" y="116"/>
                  </a:cubicBezTo>
                  <a:cubicBezTo>
                    <a:pt x="369" y="114"/>
                    <a:pt x="369" y="113"/>
                    <a:pt x="369" y="112"/>
                  </a:cubicBezTo>
                  <a:cubicBezTo>
                    <a:pt x="369" y="111"/>
                    <a:pt x="368" y="111"/>
                    <a:pt x="367" y="110"/>
                  </a:cubicBezTo>
                  <a:cubicBezTo>
                    <a:pt x="365" y="108"/>
                    <a:pt x="365" y="108"/>
                    <a:pt x="362" y="107"/>
                  </a:cubicBezTo>
                  <a:cubicBezTo>
                    <a:pt x="362" y="106"/>
                    <a:pt x="363" y="105"/>
                    <a:pt x="364" y="104"/>
                  </a:cubicBezTo>
                  <a:cubicBezTo>
                    <a:pt x="365" y="103"/>
                    <a:pt x="365" y="101"/>
                    <a:pt x="366" y="99"/>
                  </a:cubicBezTo>
                  <a:cubicBezTo>
                    <a:pt x="367" y="96"/>
                    <a:pt x="364" y="97"/>
                    <a:pt x="364" y="94"/>
                  </a:cubicBezTo>
                  <a:cubicBezTo>
                    <a:pt x="363" y="93"/>
                    <a:pt x="364" y="91"/>
                    <a:pt x="364" y="90"/>
                  </a:cubicBezTo>
                  <a:cubicBezTo>
                    <a:pt x="363" y="88"/>
                    <a:pt x="363" y="86"/>
                    <a:pt x="362" y="84"/>
                  </a:cubicBezTo>
                  <a:cubicBezTo>
                    <a:pt x="362" y="81"/>
                    <a:pt x="362" y="78"/>
                    <a:pt x="360" y="76"/>
                  </a:cubicBezTo>
                  <a:cubicBezTo>
                    <a:pt x="359" y="75"/>
                    <a:pt x="357" y="72"/>
                    <a:pt x="358" y="71"/>
                  </a:cubicBezTo>
                  <a:cubicBezTo>
                    <a:pt x="360" y="69"/>
                    <a:pt x="363" y="71"/>
                    <a:pt x="365" y="70"/>
                  </a:cubicBezTo>
                  <a:cubicBezTo>
                    <a:pt x="367" y="69"/>
                    <a:pt x="366" y="66"/>
                    <a:pt x="366" y="64"/>
                  </a:cubicBezTo>
                  <a:cubicBezTo>
                    <a:pt x="367" y="61"/>
                    <a:pt x="371" y="62"/>
                    <a:pt x="373" y="63"/>
                  </a:cubicBezTo>
                  <a:cubicBezTo>
                    <a:pt x="373" y="62"/>
                    <a:pt x="372" y="60"/>
                    <a:pt x="371" y="59"/>
                  </a:cubicBezTo>
                  <a:cubicBezTo>
                    <a:pt x="370" y="58"/>
                    <a:pt x="372" y="60"/>
                    <a:pt x="371" y="59"/>
                  </a:cubicBezTo>
                  <a:close/>
                  <a:moveTo>
                    <a:pt x="3" y="49"/>
                  </a:moveTo>
                  <a:cubicBezTo>
                    <a:pt x="2" y="50"/>
                    <a:pt x="0" y="49"/>
                    <a:pt x="0" y="51"/>
                  </a:cubicBezTo>
                  <a:cubicBezTo>
                    <a:pt x="0" y="52"/>
                    <a:pt x="0" y="53"/>
                    <a:pt x="1" y="53"/>
                  </a:cubicBezTo>
                  <a:cubicBezTo>
                    <a:pt x="3" y="53"/>
                    <a:pt x="5" y="52"/>
                    <a:pt x="6" y="52"/>
                  </a:cubicBezTo>
                  <a:cubicBezTo>
                    <a:pt x="7" y="50"/>
                    <a:pt x="4" y="49"/>
                    <a:pt x="3" y="49"/>
                  </a:cubicBezTo>
                  <a:cubicBezTo>
                    <a:pt x="2" y="50"/>
                    <a:pt x="4" y="49"/>
                    <a:pt x="3" y="49"/>
                  </a:cubicBezTo>
                  <a:close/>
                  <a:moveTo>
                    <a:pt x="43" y="135"/>
                  </a:moveTo>
                  <a:cubicBezTo>
                    <a:pt x="42" y="134"/>
                    <a:pt x="40" y="135"/>
                    <a:pt x="39" y="135"/>
                  </a:cubicBezTo>
                  <a:cubicBezTo>
                    <a:pt x="38" y="135"/>
                    <a:pt x="37" y="136"/>
                    <a:pt x="36" y="136"/>
                  </a:cubicBezTo>
                  <a:cubicBezTo>
                    <a:pt x="36" y="136"/>
                    <a:pt x="35" y="136"/>
                    <a:pt x="34" y="136"/>
                  </a:cubicBezTo>
                  <a:cubicBezTo>
                    <a:pt x="33" y="137"/>
                    <a:pt x="33" y="138"/>
                    <a:pt x="35" y="138"/>
                  </a:cubicBezTo>
                  <a:cubicBezTo>
                    <a:pt x="36" y="139"/>
                    <a:pt x="38" y="138"/>
                    <a:pt x="39" y="137"/>
                  </a:cubicBezTo>
                  <a:cubicBezTo>
                    <a:pt x="40" y="137"/>
                    <a:pt x="45" y="136"/>
                    <a:pt x="43" y="135"/>
                  </a:cubicBezTo>
                  <a:close/>
                </a:path>
              </a:pathLst>
            </a:custGeom>
            <a:solidFill>
              <a:srgbClr val="E6E7E8"/>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9" name="Freeform 7"/>
            <p:cNvSpPr>
              <a:spLocks/>
            </p:cNvSpPr>
            <p:nvPr/>
          </p:nvSpPr>
          <p:spPr bwMode="auto">
            <a:xfrm>
              <a:off x="11407775" y="5299075"/>
              <a:ext cx="501650" cy="258762"/>
            </a:xfrm>
            <a:custGeom>
              <a:avLst/>
              <a:gdLst>
                <a:gd name="T0" fmla="*/ 120 w 132"/>
                <a:gd name="T1" fmla="*/ 42 h 68"/>
                <a:gd name="T2" fmla="*/ 116 w 132"/>
                <a:gd name="T3" fmla="*/ 40 h 68"/>
                <a:gd name="T4" fmla="*/ 113 w 132"/>
                <a:gd name="T5" fmla="*/ 30 h 68"/>
                <a:gd name="T6" fmla="*/ 104 w 132"/>
                <a:gd name="T7" fmla="*/ 27 h 68"/>
                <a:gd name="T8" fmla="*/ 96 w 132"/>
                <a:gd name="T9" fmla="*/ 22 h 68"/>
                <a:gd name="T10" fmla="*/ 86 w 132"/>
                <a:gd name="T11" fmla="*/ 24 h 68"/>
                <a:gd name="T12" fmla="*/ 80 w 132"/>
                <a:gd name="T13" fmla="*/ 26 h 68"/>
                <a:gd name="T14" fmla="*/ 74 w 132"/>
                <a:gd name="T15" fmla="*/ 26 h 68"/>
                <a:gd name="T16" fmla="*/ 73 w 132"/>
                <a:gd name="T17" fmla="*/ 22 h 68"/>
                <a:gd name="T18" fmla="*/ 66 w 132"/>
                <a:gd name="T19" fmla="*/ 19 h 68"/>
                <a:gd name="T20" fmla="*/ 59 w 132"/>
                <a:gd name="T21" fmla="*/ 13 h 68"/>
                <a:gd name="T22" fmla="*/ 53 w 132"/>
                <a:gd name="T23" fmla="*/ 12 h 68"/>
                <a:gd name="T24" fmla="*/ 41 w 132"/>
                <a:gd name="T25" fmla="*/ 11 h 68"/>
                <a:gd name="T26" fmla="*/ 29 w 132"/>
                <a:gd name="T27" fmla="*/ 8 h 68"/>
                <a:gd name="T28" fmla="*/ 22 w 132"/>
                <a:gd name="T29" fmla="*/ 5 h 68"/>
                <a:gd name="T30" fmla="*/ 14 w 132"/>
                <a:gd name="T31" fmla="*/ 2 h 68"/>
                <a:gd name="T32" fmla="*/ 7 w 132"/>
                <a:gd name="T33" fmla="*/ 1 h 68"/>
                <a:gd name="T34" fmla="*/ 4 w 132"/>
                <a:gd name="T35" fmla="*/ 7 h 68"/>
                <a:gd name="T36" fmla="*/ 13 w 132"/>
                <a:gd name="T37" fmla="*/ 13 h 68"/>
                <a:gd name="T38" fmla="*/ 23 w 132"/>
                <a:gd name="T39" fmla="*/ 19 h 68"/>
                <a:gd name="T40" fmla="*/ 31 w 132"/>
                <a:gd name="T41" fmla="*/ 28 h 68"/>
                <a:gd name="T42" fmla="*/ 35 w 132"/>
                <a:gd name="T43" fmla="*/ 48 h 68"/>
                <a:gd name="T44" fmla="*/ 38 w 132"/>
                <a:gd name="T45" fmla="*/ 56 h 68"/>
                <a:gd name="T46" fmla="*/ 50 w 132"/>
                <a:gd name="T47" fmla="*/ 56 h 68"/>
                <a:gd name="T48" fmla="*/ 56 w 132"/>
                <a:gd name="T49" fmla="*/ 56 h 68"/>
                <a:gd name="T50" fmla="*/ 63 w 132"/>
                <a:gd name="T51" fmla="*/ 61 h 68"/>
                <a:gd name="T52" fmla="*/ 69 w 132"/>
                <a:gd name="T53" fmla="*/ 65 h 68"/>
                <a:gd name="T54" fmla="*/ 78 w 132"/>
                <a:gd name="T55" fmla="*/ 65 h 68"/>
                <a:gd name="T56" fmla="*/ 83 w 132"/>
                <a:gd name="T57" fmla="*/ 63 h 68"/>
                <a:gd name="T58" fmla="*/ 88 w 132"/>
                <a:gd name="T59" fmla="*/ 64 h 68"/>
                <a:gd name="T60" fmla="*/ 94 w 132"/>
                <a:gd name="T61" fmla="*/ 62 h 68"/>
                <a:gd name="T62" fmla="*/ 105 w 132"/>
                <a:gd name="T63" fmla="*/ 57 h 68"/>
                <a:gd name="T64" fmla="*/ 119 w 132"/>
                <a:gd name="T65" fmla="*/ 64 h 68"/>
                <a:gd name="T66" fmla="*/ 126 w 132"/>
                <a:gd name="T67" fmla="*/ 66 h 68"/>
                <a:gd name="T68" fmla="*/ 126 w 132"/>
                <a:gd name="T69" fmla="*/ 57 h 68"/>
                <a:gd name="T70" fmla="*/ 124 w 132"/>
                <a:gd name="T71" fmla="*/ 53 h 68"/>
                <a:gd name="T72" fmla="*/ 124 w 132"/>
                <a:gd name="T73" fmla="*/ 49 h 68"/>
                <a:gd name="T74" fmla="*/ 127 w 132"/>
                <a:gd name="T75" fmla="*/ 46 h 68"/>
                <a:gd name="T76" fmla="*/ 123 w 132"/>
                <a:gd name="T77" fmla="*/ 4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68">
                  <a:moveTo>
                    <a:pt x="123" y="43"/>
                  </a:moveTo>
                  <a:cubicBezTo>
                    <a:pt x="122" y="42"/>
                    <a:pt x="121" y="43"/>
                    <a:pt x="120" y="42"/>
                  </a:cubicBezTo>
                  <a:cubicBezTo>
                    <a:pt x="119" y="41"/>
                    <a:pt x="118" y="42"/>
                    <a:pt x="117" y="42"/>
                  </a:cubicBezTo>
                  <a:cubicBezTo>
                    <a:pt x="117" y="41"/>
                    <a:pt x="116" y="41"/>
                    <a:pt x="116" y="40"/>
                  </a:cubicBezTo>
                  <a:cubicBezTo>
                    <a:pt x="113" y="39"/>
                    <a:pt x="110" y="37"/>
                    <a:pt x="111" y="34"/>
                  </a:cubicBezTo>
                  <a:cubicBezTo>
                    <a:pt x="112" y="33"/>
                    <a:pt x="113" y="32"/>
                    <a:pt x="113" y="30"/>
                  </a:cubicBezTo>
                  <a:cubicBezTo>
                    <a:pt x="112" y="28"/>
                    <a:pt x="110" y="28"/>
                    <a:pt x="109" y="28"/>
                  </a:cubicBezTo>
                  <a:cubicBezTo>
                    <a:pt x="107" y="28"/>
                    <a:pt x="105" y="29"/>
                    <a:pt x="104" y="27"/>
                  </a:cubicBezTo>
                  <a:cubicBezTo>
                    <a:pt x="102" y="25"/>
                    <a:pt x="102" y="25"/>
                    <a:pt x="100" y="24"/>
                  </a:cubicBezTo>
                  <a:cubicBezTo>
                    <a:pt x="99" y="24"/>
                    <a:pt x="97" y="22"/>
                    <a:pt x="96" y="22"/>
                  </a:cubicBezTo>
                  <a:cubicBezTo>
                    <a:pt x="95" y="22"/>
                    <a:pt x="95" y="24"/>
                    <a:pt x="94" y="25"/>
                  </a:cubicBezTo>
                  <a:cubicBezTo>
                    <a:pt x="91" y="23"/>
                    <a:pt x="90" y="22"/>
                    <a:pt x="86" y="24"/>
                  </a:cubicBezTo>
                  <a:cubicBezTo>
                    <a:pt x="85" y="24"/>
                    <a:pt x="83" y="25"/>
                    <a:pt x="82" y="26"/>
                  </a:cubicBezTo>
                  <a:cubicBezTo>
                    <a:pt x="81" y="26"/>
                    <a:pt x="80" y="26"/>
                    <a:pt x="80" y="26"/>
                  </a:cubicBezTo>
                  <a:cubicBezTo>
                    <a:pt x="79" y="26"/>
                    <a:pt x="78" y="28"/>
                    <a:pt x="77" y="27"/>
                  </a:cubicBezTo>
                  <a:cubicBezTo>
                    <a:pt x="77" y="26"/>
                    <a:pt x="75" y="27"/>
                    <a:pt x="74" y="26"/>
                  </a:cubicBezTo>
                  <a:cubicBezTo>
                    <a:pt x="73" y="26"/>
                    <a:pt x="75" y="25"/>
                    <a:pt x="75" y="24"/>
                  </a:cubicBezTo>
                  <a:cubicBezTo>
                    <a:pt x="75" y="23"/>
                    <a:pt x="75" y="23"/>
                    <a:pt x="73" y="22"/>
                  </a:cubicBezTo>
                  <a:cubicBezTo>
                    <a:pt x="72" y="22"/>
                    <a:pt x="72" y="21"/>
                    <a:pt x="71" y="20"/>
                  </a:cubicBezTo>
                  <a:cubicBezTo>
                    <a:pt x="69" y="19"/>
                    <a:pt x="68" y="19"/>
                    <a:pt x="66" y="19"/>
                  </a:cubicBezTo>
                  <a:cubicBezTo>
                    <a:pt x="65" y="18"/>
                    <a:pt x="63" y="17"/>
                    <a:pt x="61" y="16"/>
                  </a:cubicBezTo>
                  <a:cubicBezTo>
                    <a:pt x="60" y="16"/>
                    <a:pt x="60" y="14"/>
                    <a:pt x="59" y="13"/>
                  </a:cubicBezTo>
                  <a:cubicBezTo>
                    <a:pt x="59" y="13"/>
                    <a:pt x="57" y="12"/>
                    <a:pt x="56" y="12"/>
                  </a:cubicBezTo>
                  <a:cubicBezTo>
                    <a:pt x="55" y="11"/>
                    <a:pt x="54" y="11"/>
                    <a:pt x="53" y="12"/>
                  </a:cubicBezTo>
                  <a:cubicBezTo>
                    <a:pt x="50" y="12"/>
                    <a:pt x="48" y="9"/>
                    <a:pt x="45" y="9"/>
                  </a:cubicBezTo>
                  <a:cubicBezTo>
                    <a:pt x="43" y="10"/>
                    <a:pt x="42" y="10"/>
                    <a:pt x="41" y="11"/>
                  </a:cubicBezTo>
                  <a:cubicBezTo>
                    <a:pt x="40" y="11"/>
                    <a:pt x="37" y="11"/>
                    <a:pt x="36" y="10"/>
                  </a:cubicBezTo>
                  <a:cubicBezTo>
                    <a:pt x="33" y="10"/>
                    <a:pt x="31" y="10"/>
                    <a:pt x="29" y="8"/>
                  </a:cubicBezTo>
                  <a:cubicBezTo>
                    <a:pt x="28" y="7"/>
                    <a:pt x="27" y="7"/>
                    <a:pt x="26" y="6"/>
                  </a:cubicBezTo>
                  <a:cubicBezTo>
                    <a:pt x="25" y="6"/>
                    <a:pt x="24" y="6"/>
                    <a:pt x="22" y="5"/>
                  </a:cubicBezTo>
                  <a:cubicBezTo>
                    <a:pt x="20" y="5"/>
                    <a:pt x="19" y="5"/>
                    <a:pt x="18" y="4"/>
                  </a:cubicBezTo>
                  <a:cubicBezTo>
                    <a:pt x="17" y="3"/>
                    <a:pt x="15" y="2"/>
                    <a:pt x="14" y="2"/>
                  </a:cubicBezTo>
                  <a:cubicBezTo>
                    <a:pt x="13" y="1"/>
                    <a:pt x="12" y="2"/>
                    <a:pt x="11" y="2"/>
                  </a:cubicBezTo>
                  <a:cubicBezTo>
                    <a:pt x="9" y="2"/>
                    <a:pt x="8" y="1"/>
                    <a:pt x="7" y="1"/>
                  </a:cubicBezTo>
                  <a:cubicBezTo>
                    <a:pt x="3" y="0"/>
                    <a:pt x="2" y="2"/>
                    <a:pt x="0" y="5"/>
                  </a:cubicBezTo>
                  <a:cubicBezTo>
                    <a:pt x="2" y="5"/>
                    <a:pt x="3" y="6"/>
                    <a:pt x="4" y="7"/>
                  </a:cubicBezTo>
                  <a:cubicBezTo>
                    <a:pt x="5" y="8"/>
                    <a:pt x="5" y="9"/>
                    <a:pt x="6" y="10"/>
                  </a:cubicBezTo>
                  <a:cubicBezTo>
                    <a:pt x="7" y="12"/>
                    <a:pt x="11" y="12"/>
                    <a:pt x="13" y="13"/>
                  </a:cubicBezTo>
                  <a:cubicBezTo>
                    <a:pt x="15" y="14"/>
                    <a:pt x="19" y="14"/>
                    <a:pt x="21" y="16"/>
                  </a:cubicBezTo>
                  <a:cubicBezTo>
                    <a:pt x="22" y="17"/>
                    <a:pt x="22" y="18"/>
                    <a:pt x="23" y="19"/>
                  </a:cubicBezTo>
                  <a:cubicBezTo>
                    <a:pt x="23" y="21"/>
                    <a:pt x="24" y="21"/>
                    <a:pt x="26" y="22"/>
                  </a:cubicBezTo>
                  <a:cubicBezTo>
                    <a:pt x="29" y="24"/>
                    <a:pt x="30" y="24"/>
                    <a:pt x="31" y="28"/>
                  </a:cubicBezTo>
                  <a:cubicBezTo>
                    <a:pt x="31" y="31"/>
                    <a:pt x="32" y="34"/>
                    <a:pt x="33" y="38"/>
                  </a:cubicBezTo>
                  <a:cubicBezTo>
                    <a:pt x="34" y="41"/>
                    <a:pt x="36" y="44"/>
                    <a:pt x="35" y="48"/>
                  </a:cubicBezTo>
                  <a:cubicBezTo>
                    <a:pt x="34" y="50"/>
                    <a:pt x="32" y="52"/>
                    <a:pt x="31" y="55"/>
                  </a:cubicBezTo>
                  <a:cubicBezTo>
                    <a:pt x="33" y="57"/>
                    <a:pt x="35" y="58"/>
                    <a:pt x="38" y="56"/>
                  </a:cubicBezTo>
                  <a:cubicBezTo>
                    <a:pt x="40" y="55"/>
                    <a:pt x="43" y="55"/>
                    <a:pt x="45" y="56"/>
                  </a:cubicBezTo>
                  <a:cubicBezTo>
                    <a:pt x="47" y="57"/>
                    <a:pt x="48" y="57"/>
                    <a:pt x="50" y="56"/>
                  </a:cubicBezTo>
                  <a:cubicBezTo>
                    <a:pt x="51" y="55"/>
                    <a:pt x="51" y="53"/>
                    <a:pt x="53" y="53"/>
                  </a:cubicBezTo>
                  <a:cubicBezTo>
                    <a:pt x="57" y="53"/>
                    <a:pt x="55" y="54"/>
                    <a:pt x="56" y="56"/>
                  </a:cubicBezTo>
                  <a:cubicBezTo>
                    <a:pt x="56" y="57"/>
                    <a:pt x="60" y="58"/>
                    <a:pt x="61" y="59"/>
                  </a:cubicBezTo>
                  <a:cubicBezTo>
                    <a:pt x="61" y="60"/>
                    <a:pt x="62" y="60"/>
                    <a:pt x="63" y="61"/>
                  </a:cubicBezTo>
                  <a:cubicBezTo>
                    <a:pt x="63" y="62"/>
                    <a:pt x="62" y="62"/>
                    <a:pt x="63" y="63"/>
                  </a:cubicBezTo>
                  <a:cubicBezTo>
                    <a:pt x="64" y="65"/>
                    <a:pt x="68" y="63"/>
                    <a:pt x="69" y="65"/>
                  </a:cubicBezTo>
                  <a:cubicBezTo>
                    <a:pt x="70" y="65"/>
                    <a:pt x="72" y="66"/>
                    <a:pt x="73" y="66"/>
                  </a:cubicBezTo>
                  <a:cubicBezTo>
                    <a:pt x="74" y="66"/>
                    <a:pt x="76" y="65"/>
                    <a:pt x="78" y="65"/>
                  </a:cubicBezTo>
                  <a:cubicBezTo>
                    <a:pt x="78" y="65"/>
                    <a:pt x="80" y="64"/>
                    <a:pt x="81" y="64"/>
                  </a:cubicBezTo>
                  <a:cubicBezTo>
                    <a:pt x="82" y="63"/>
                    <a:pt x="82" y="63"/>
                    <a:pt x="83" y="63"/>
                  </a:cubicBezTo>
                  <a:cubicBezTo>
                    <a:pt x="84" y="63"/>
                    <a:pt x="85" y="63"/>
                    <a:pt x="86" y="63"/>
                  </a:cubicBezTo>
                  <a:cubicBezTo>
                    <a:pt x="87" y="63"/>
                    <a:pt x="88" y="64"/>
                    <a:pt x="88" y="64"/>
                  </a:cubicBezTo>
                  <a:cubicBezTo>
                    <a:pt x="89" y="64"/>
                    <a:pt x="89" y="63"/>
                    <a:pt x="90" y="63"/>
                  </a:cubicBezTo>
                  <a:cubicBezTo>
                    <a:pt x="92" y="63"/>
                    <a:pt x="93" y="63"/>
                    <a:pt x="94" y="62"/>
                  </a:cubicBezTo>
                  <a:cubicBezTo>
                    <a:pt x="96" y="62"/>
                    <a:pt x="97" y="61"/>
                    <a:pt x="99" y="61"/>
                  </a:cubicBezTo>
                  <a:cubicBezTo>
                    <a:pt x="100" y="60"/>
                    <a:pt x="103" y="57"/>
                    <a:pt x="105" y="57"/>
                  </a:cubicBezTo>
                  <a:cubicBezTo>
                    <a:pt x="107" y="57"/>
                    <a:pt x="111" y="58"/>
                    <a:pt x="112" y="60"/>
                  </a:cubicBezTo>
                  <a:cubicBezTo>
                    <a:pt x="114" y="62"/>
                    <a:pt x="116" y="64"/>
                    <a:pt x="119" y="64"/>
                  </a:cubicBezTo>
                  <a:cubicBezTo>
                    <a:pt x="121" y="64"/>
                    <a:pt x="122" y="63"/>
                    <a:pt x="123" y="64"/>
                  </a:cubicBezTo>
                  <a:cubicBezTo>
                    <a:pt x="124" y="64"/>
                    <a:pt x="125" y="66"/>
                    <a:pt x="126" y="66"/>
                  </a:cubicBezTo>
                  <a:cubicBezTo>
                    <a:pt x="129" y="68"/>
                    <a:pt x="131" y="66"/>
                    <a:pt x="131" y="63"/>
                  </a:cubicBezTo>
                  <a:cubicBezTo>
                    <a:pt x="132" y="60"/>
                    <a:pt x="129" y="58"/>
                    <a:pt x="126" y="57"/>
                  </a:cubicBezTo>
                  <a:cubicBezTo>
                    <a:pt x="125" y="56"/>
                    <a:pt x="124" y="56"/>
                    <a:pt x="124" y="55"/>
                  </a:cubicBezTo>
                  <a:cubicBezTo>
                    <a:pt x="124" y="55"/>
                    <a:pt x="124" y="54"/>
                    <a:pt x="124" y="53"/>
                  </a:cubicBezTo>
                  <a:cubicBezTo>
                    <a:pt x="123" y="53"/>
                    <a:pt x="123" y="53"/>
                    <a:pt x="123" y="52"/>
                  </a:cubicBezTo>
                  <a:cubicBezTo>
                    <a:pt x="122" y="50"/>
                    <a:pt x="122" y="50"/>
                    <a:pt x="124" y="49"/>
                  </a:cubicBezTo>
                  <a:cubicBezTo>
                    <a:pt x="124" y="48"/>
                    <a:pt x="125" y="48"/>
                    <a:pt x="125" y="48"/>
                  </a:cubicBezTo>
                  <a:cubicBezTo>
                    <a:pt x="126" y="47"/>
                    <a:pt x="126" y="46"/>
                    <a:pt x="127" y="46"/>
                  </a:cubicBezTo>
                  <a:cubicBezTo>
                    <a:pt x="127" y="43"/>
                    <a:pt x="123" y="45"/>
                    <a:pt x="123" y="43"/>
                  </a:cubicBezTo>
                  <a:cubicBezTo>
                    <a:pt x="122" y="42"/>
                    <a:pt x="123" y="45"/>
                    <a:pt x="123" y="43"/>
                  </a:cubicBezTo>
                  <a:close/>
                </a:path>
              </a:pathLst>
            </a:custGeom>
            <a:solidFill>
              <a:srgbClr val="E6E7E8"/>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0" name="Freeform 8"/>
            <p:cNvSpPr>
              <a:spLocks noEditPoints="1"/>
            </p:cNvSpPr>
            <p:nvPr/>
          </p:nvSpPr>
          <p:spPr bwMode="auto">
            <a:xfrm>
              <a:off x="11764963" y="5470525"/>
              <a:ext cx="419100" cy="346075"/>
            </a:xfrm>
            <a:custGeom>
              <a:avLst/>
              <a:gdLst>
                <a:gd name="T0" fmla="*/ 10 w 110"/>
                <a:gd name="T1" fmla="*/ 71 h 91"/>
                <a:gd name="T2" fmla="*/ 0 w 110"/>
                <a:gd name="T3" fmla="*/ 57 h 91"/>
                <a:gd name="T4" fmla="*/ 8 w 110"/>
                <a:gd name="T5" fmla="*/ 60 h 91"/>
                <a:gd name="T6" fmla="*/ 11 w 110"/>
                <a:gd name="T7" fmla="*/ 61 h 91"/>
                <a:gd name="T8" fmla="*/ 20 w 110"/>
                <a:gd name="T9" fmla="*/ 61 h 91"/>
                <a:gd name="T10" fmla="*/ 24 w 110"/>
                <a:gd name="T11" fmla="*/ 68 h 91"/>
                <a:gd name="T12" fmla="*/ 27 w 110"/>
                <a:gd name="T13" fmla="*/ 77 h 91"/>
                <a:gd name="T14" fmla="*/ 66 w 110"/>
                <a:gd name="T15" fmla="*/ 11 h 91"/>
                <a:gd name="T16" fmla="*/ 60 w 110"/>
                <a:gd name="T17" fmla="*/ 18 h 91"/>
                <a:gd name="T18" fmla="*/ 49 w 110"/>
                <a:gd name="T19" fmla="*/ 13 h 91"/>
                <a:gd name="T20" fmla="*/ 42 w 110"/>
                <a:gd name="T21" fmla="*/ 5 h 91"/>
                <a:gd name="T22" fmla="*/ 39 w 110"/>
                <a:gd name="T23" fmla="*/ 2 h 91"/>
                <a:gd name="T24" fmla="*/ 34 w 110"/>
                <a:gd name="T25" fmla="*/ 1 h 91"/>
                <a:gd name="T26" fmla="*/ 30 w 110"/>
                <a:gd name="T27" fmla="*/ 3 h 91"/>
                <a:gd name="T28" fmla="*/ 29 w 110"/>
                <a:gd name="T29" fmla="*/ 8 h 91"/>
                <a:gd name="T30" fmla="*/ 37 w 110"/>
                <a:gd name="T31" fmla="*/ 17 h 91"/>
                <a:gd name="T32" fmla="*/ 30 w 110"/>
                <a:gd name="T33" fmla="*/ 20 h 91"/>
                <a:gd name="T34" fmla="*/ 19 w 110"/>
                <a:gd name="T35" fmla="*/ 17 h 91"/>
                <a:gd name="T36" fmla="*/ 9 w 110"/>
                <a:gd name="T37" fmla="*/ 13 h 91"/>
                <a:gd name="T38" fmla="*/ 6 w 110"/>
                <a:gd name="T39" fmla="*/ 18 h 91"/>
                <a:gd name="T40" fmla="*/ 9 w 110"/>
                <a:gd name="T41" fmla="*/ 20 h 91"/>
                <a:gd name="T42" fmla="*/ 10 w 110"/>
                <a:gd name="T43" fmla="*/ 22 h 91"/>
                <a:gd name="T44" fmla="*/ 17 w 110"/>
                <a:gd name="T45" fmla="*/ 28 h 91"/>
                <a:gd name="T46" fmla="*/ 15 w 110"/>
                <a:gd name="T47" fmla="*/ 38 h 91"/>
                <a:gd name="T48" fmla="*/ 24 w 110"/>
                <a:gd name="T49" fmla="*/ 44 h 91"/>
                <a:gd name="T50" fmla="*/ 17 w 110"/>
                <a:gd name="T51" fmla="*/ 50 h 91"/>
                <a:gd name="T52" fmla="*/ 22 w 110"/>
                <a:gd name="T53" fmla="*/ 54 h 91"/>
                <a:gd name="T54" fmla="*/ 31 w 110"/>
                <a:gd name="T55" fmla="*/ 58 h 91"/>
                <a:gd name="T56" fmla="*/ 34 w 110"/>
                <a:gd name="T57" fmla="*/ 63 h 91"/>
                <a:gd name="T58" fmla="*/ 35 w 110"/>
                <a:gd name="T59" fmla="*/ 67 h 91"/>
                <a:gd name="T60" fmla="*/ 32 w 110"/>
                <a:gd name="T61" fmla="*/ 69 h 91"/>
                <a:gd name="T62" fmla="*/ 34 w 110"/>
                <a:gd name="T63" fmla="*/ 77 h 91"/>
                <a:gd name="T64" fmla="*/ 44 w 110"/>
                <a:gd name="T65" fmla="*/ 69 h 91"/>
                <a:gd name="T66" fmla="*/ 51 w 110"/>
                <a:gd name="T67" fmla="*/ 63 h 91"/>
                <a:gd name="T68" fmla="*/ 59 w 110"/>
                <a:gd name="T69" fmla="*/ 57 h 91"/>
                <a:gd name="T70" fmla="*/ 63 w 110"/>
                <a:gd name="T71" fmla="*/ 57 h 91"/>
                <a:gd name="T72" fmla="*/ 69 w 110"/>
                <a:gd name="T73" fmla="*/ 66 h 91"/>
                <a:gd name="T74" fmla="*/ 69 w 110"/>
                <a:gd name="T75" fmla="*/ 75 h 91"/>
                <a:gd name="T76" fmla="*/ 67 w 110"/>
                <a:gd name="T77" fmla="*/ 82 h 91"/>
                <a:gd name="T78" fmla="*/ 73 w 110"/>
                <a:gd name="T79" fmla="*/ 86 h 91"/>
                <a:gd name="T80" fmla="*/ 80 w 110"/>
                <a:gd name="T81" fmla="*/ 85 h 91"/>
                <a:gd name="T82" fmla="*/ 81 w 110"/>
                <a:gd name="T83" fmla="*/ 76 h 91"/>
                <a:gd name="T84" fmla="*/ 85 w 110"/>
                <a:gd name="T85" fmla="*/ 73 h 91"/>
                <a:gd name="T86" fmla="*/ 87 w 110"/>
                <a:gd name="T87" fmla="*/ 71 h 91"/>
                <a:gd name="T88" fmla="*/ 90 w 110"/>
                <a:gd name="T89" fmla="*/ 67 h 91"/>
                <a:gd name="T90" fmla="*/ 90 w 110"/>
                <a:gd name="T91" fmla="*/ 57 h 91"/>
                <a:gd name="T92" fmla="*/ 92 w 110"/>
                <a:gd name="T93" fmla="*/ 50 h 91"/>
                <a:gd name="T94" fmla="*/ 98 w 110"/>
                <a:gd name="T95" fmla="*/ 44 h 91"/>
                <a:gd name="T96" fmla="*/ 110 w 110"/>
                <a:gd name="T97" fmla="*/ 42 h 91"/>
                <a:gd name="T98" fmla="*/ 97 w 110"/>
                <a:gd name="T99" fmla="*/ 35 h 91"/>
                <a:gd name="T100" fmla="*/ 90 w 110"/>
                <a:gd name="T101" fmla="*/ 27 h 91"/>
                <a:gd name="T102" fmla="*/ 79 w 110"/>
                <a:gd name="T103" fmla="*/ 7 h 91"/>
                <a:gd name="T104" fmla="*/ 72 w 110"/>
                <a:gd name="T105" fmla="*/ 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0" h="91">
                  <a:moveTo>
                    <a:pt x="27" y="77"/>
                  </a:moveTo>
                  <a:cubicBezTo>
                    <a:pt x="20" y="78"/>
                    <a:pt x="15" y="75"/>
                    <a:pt x="10" y="71"/>
                  </a:cubicBezTo>
                  <a:cubicBezTo>
                    <a:pt x="8" y="69"/>
                    <a:pt x="6" y="67"/>
                    <a:pt x="4" y="64"/>
                  </a:cubicBezTo>
                  <a:cubicBezTo>
                    <a:pt x="3" y="62"/>
                    <a:pt x="2" y="59"/>
                    <a:pt x="0" y="57"/>
                  </a:cubicBezTo>
                  <a:cubicBezTo>
                    <a:pt x="0" y="55"/>
                    <a:pt x="3" y="55"/>
                    <a:pt x="5" y="56"/>
                  </a:cubicBezTo>
                  <a:cubicBezTo>
                    <a:pt x="8" y="56"/>
                    <a:pt x="6" y="58"/>
                    <a:pt x="8" y="60"/>
                  </a:cubicBezTo>
                  <a:cubicBezTo>
                    <a:pt x="8" y="60"/>
                    <a:pt x="9" y="60"/>
                    <a:pt x="10" y="60"/>
                  </a:cubicBezTo>
                  <a:cubicBezTo>
                    <a:pt x="11" y="60"/>
                    <a:pt x="11" y="61"/>
                    <a:pt x="11" y="61"/>
                  </a:cubicBezTo>
                  <a:cubicBezTo>
                    <a:pt x="13" y="62"/>
                    <a:pt x="13" y="61"/>
                    <a:pt x="15" y="61"/>
                  </a:cubicBezTo>
                  <a:cubicBezTo>
                    <a:pt x="17" y="60"/>
                    <a:pt x="20" y="59"/>
                    <a:pt x="20" y="61"/>
                  </a:cubicBezTo>
                  <a:cubicBezTo>
                    <a:pt x="21" y="64"/>
                    <a:pt x="18" y="65"/>
                    <a:pt x="22" y="67"/>
                  </a:cubicBezTo>
                  <a:cubicBezTo>
                    <a:pt x="22" y="67"/>
                    <a:pt x="24" y="67"/>
                    <a:pt x="24" y="68"/>
                  </a:cubicBezTo>
                  <a:cubicBezTo>
                    <a:pt x="24" y="69"/>
                    <a:pt x="23" y="70"/>
                    <a:pt x="24" y="71"/>
                  </a:cubicBezTo>
                  <a:cubicBezTo>
                    <a:pt x="24" y="74"/>
                    <a:pt x="25" y="75"/>
                    <a:pt x="27" y="77"/>
                  </a:cubicBezTo>
                  <a:close/>
                  <a:moveTo>
                    <a:pt x="72" y="6"/>
                  </a:moveTo>
                  <a:cubicBezTo>
                    <a:pt x="70" y="9"/>
                    <a:pt x="68" y="10"/>
                    <a:pt x="66" y="11"/>
                  </a:cubicBezTo>
                  <a:cubicBezTo>
                    <a:pt x="64" y="11"/>
                    <a:pt x="62" y="13"/>
                    <a:pt x="62" y="14"/>
                  </a:cubicBezTo>
                  <a:cubicBezTo>
                    <a:pt x="62" y="15"/>
                    <a:pt x="61" y="18"/>
                    <a:pt x="60" y="18"/>
                  </a:cubicBezTo>
                  <a:cubicBezTo>
                    <a:pt x="59" y="19"/>
                    <a:pt x="55" y="18"/>
                    <a:pt x="53" y="17"/>
                  </a:cubicBezTo>
                  <a:cubicBezTo>
                    <a:pt x="51" y="17"/>
                    <a:pt x="49" y="16"/>
                    <a:pt x="49" y="13"/>
                  </a:cubicBezTo>
                  <a:cubicBezTo>
                    <a:pt x="48" y="11"/>
                    <a:pt x="47" y="10"/>
                    <a:pt x="45" y="9"/>
                  </a:cubicBezTo>
                  <a:cubicBezTo>
                    <a:pt x="44" y="8"/>
                    <a:pt x="44" y="6"/>
                    <a:pt x="42" y="5"/>
                  </a:cubicBezTo>
                  <a:cubicBezTo>
                    <a:pt x="42" y="4"/>
                    <a:pt x="41" y="4"/>
                    <a:pt x="40" y="4"/>
                  </a:cubicBezTo>
                  <a:cubicBezTo>
                    <a:pt x="40" y="3"/>
                    <a:pt x="40" y="2"/>
                    <a:pt x="39" y="2"/>
                  </a:cubicBezTo>
                  <a:cubicBezTo>
                    <a:pt x="37" y="1"/>
                    <a:pt x="37" y="3"/>
                    <a:pt x="35" y="2"/>
                  </a:cubicBezTo>
                  <a:cubicBezTo>
                    <a:pt x="35" y="2"/>
                    <a:pt x="35" y="1"/>
                    <a:pt x="34" y="1"/>
                  </a:cubicBezTo>
                  <a:cubicBezTo>
                    <a:pt x="33" y="0"/>
                    <a:pt x="33" y="1"/>
                    <a:pt x="32" y="1"/>
                  </a:cubicBezTo>
                  <a:cubicBezTo>
                    <a:pt x="32" y="2"/>
                    <a:pt x="31" y="3"/>
                    <a:pt x="30" y="3"/>
                  </a:cubicBezTo>
                  <a:cubicBezTo>
                    <a:pt x="29" y="4"/>
                    <a:pt x="28" y="4"/>
                    <a:pt x="28" y="5"/>
                  </a:cubicBezTo>
                  <a:cubicBezTo>
                    <a:pt x="28" y="7"/>
                    <a:pt x="29" y="7"/>
                    <a:pt x="29" y="8"/>
                  </a:cubicBezTo>
                  <a:cubicBezTo>
                    <a:pt x="30" y="8"/>
                    <a:pt x="30" y="9"/>
                    <a:pt x="30" y="10"/>
                  </a:cubicBezTo>
                  <a:cubicBezTo>
                    <a:pt x="31" y="13"/>
                    <a:pt x="38" y="12"/>
                    <a:pt x="37" y="17"/>
                  </a:cubicBezTo>
                  <a:cubicBezTo>
                    <a:pt x="37" y="19"/>
                    <a:pt x="37" y="21"/>
                    <a:pt x="35" y="22"/>
                  </a:cubicBezTo>
                  <a:cubicBezTo>
                    <a:pt x="33" y="23"/>
                    <a:pt x="32" y="21"/>
                    <a:pt x="30" y="20"/>
                  </a:cubicBezTo>
                  <a:cubicBezTo>
                    <a:pt x="28" y="18"/>
                    <a:pt x="28" y="19"/>
                    <a:pt x="25" y="19"/>
                  </a:cubicBezTo>
                  <a:cubicBezTo>
                    <a:pt x="23" y="19"/>
                    <a:pt x="21" y="18"/>
                    <a:pt x="19" y="17"/>
                  </a:cubicBezTo>
                  <a:cubicBezTo>
                    <a:pt x="17" y="15"/>
                    <a:pt x="17" y="14"/>
                    <a:pt x="15" y="13"/>
                  </a:cubicBezTo>
                  <a:cubicBezTo>
                    <a:pt x="12" y="12"/>
                    <a:pt x="12" y="11"/>
                    <a:pt x="9" y="13"/>
                  </a:cubicBezTo>
                  <a:cubicBezTo>
                    <a:pt x="8" y="13"/>
                    <a:pt x="5" y="15"/>
                    <a:pt x="5" y="16"/>
                  </a:cubicBezTo>
                  <a:cubicBezTo>
                    <a:pt x="5" y="18"/>
                    <a:pt x="6" y="17"/>
                    <a:pt x="6" y="18"/>
                  </a:cubicBezTo>
                  <a:cubicBezTo>
                    <a:pt x="7" y="18"/>
                    <a:pt x="7" y="18"/>
                    <a:pt x="8" y="18"/>
                  </a:cubicBezTo>
                  <a:cubicBezTo>
                    <a:pt x="8" y="19"/>
                    <a:pt x="8" y="19"/>
                    <a:pt x="9" y="20"/>
                  </a:cubicBezTo>
                  <a:cubicBezTo>
                    <a:pt x="8" y="20"/>
                    <a:pt x="6" y="20"/>
                    <a:pt x="6" y="22"/>
                  </a:cubicBezTo>
                  <a:cubicBezTo>
                    <a:pt x="7" y="22"/>
                    <a:pt x="9" y="22"/>
                    <a:pt x="10" y="22"/>
                  </a:cubicBezTo>
                  <a:cubicBezTo>
                    <a:pt x="11" y="23"/>
                    <a:pt x="13" y="23"/>
                    <a:pt x="14" y="24"/>
                  </a:cubicBezTo>
                  <a:cubicBezTo>
                    <a:pt x="14" y="25"/>
                    <a:pt x="17" y="27"/>
                    <a:pt x="17" y="28"/>
                  </a:cubicBezTo>
                  <a:cubicBezTo>
                    <a:pt x="17" y="31"/>
                    <a:pt x="11" y="29"/>
                    <a:pt x="13" y="34"/>
                  </a:cubicBezTo>
                  <a:cubicBezTo>
                    <a:pt x="13" y="35"/>
                    <a:pt x="14" y="37"/>
                    <a:pt x="15" y="38"/>
                  </a:cubicBezTo>
                  <a:cubicBezTo>
                    <a:pt x="16" y="40"/>
                    <a:pt x="19" y="40"/>
                    <a:pt x="20" y="41"/>
                  </a:cubicBezTo>
                  <a:cubicBezTo>
                    <a:pt x="21" y="42"/>
                    <a:pt x="23" y="42"/>
                    <a:pt x="24" y="44"/>
                  </a:cubicBezTo>
                  <a:cubicBezTo>
                    <a:pt x="24" y="45"/>
                    <a:pt x="23" y="47"/>
                    <a:pt x="22" y="48"/>
                  </a:cubicBezTo>
                  <a:cubicBezTo>
                    <a:pt x="22" y="49"/>
                    <a:pt x="14" y="48"/>
                    <a:pt x="17" y="50"/>
                  </a:cubicBezTo>
                  <a:cubicBezTo>
                    <a:pt x="18" y="51"/>
                    <a:pt x="20" y="51"/>
                    <a:pt x="21" y="52"/>
                  </a:cubicBezTo>
                  <a:cubicBezTo>
                    <a:pt x="21" y="53"/>
                    <a:pt x="21" y="53"/>
                    <a:pt x="22" y="54"/>
                  </a:cubicBezTo>
                  <a:cubicBezTo>
                    <a:pt x="23" y="54"/>
                    <a:pt x="23" y="54"/>
                    <a:pt x="24" y="55"/>
                  </a:cubicBezTo>
                  <a:cubicBezTo>
                    <a:pt x="25" y="55"/>
                    <a:pt x="30" y="62"/>
                    <a:pt x="31" y="58"/>
                  </a:cubicBezTo>
                  <a:cubicBezTo>
                    <a:pt x="32" y="60"/>
                    <a:pt x="33" y="59"/>
                    <a:pt x="34" y="60"/>
                  </a:cubicBezTo>
                  <a:cubicBezTo>
                    <a:pt x="35" y="61"/>
                    <a:pt x="35" y="62"/>
                    <a:pt x="34" y="63"/>
                  </a:cubicBezTo>
                  <a:cubicBezTo>
                    <a:pt x="33" y="63"/>
                    <a:pt x="32" y="63"/>
                    <a:pt x="32" y="64"/>
                  </a:cubicBezTo>
                  <a:cubicBezTo>
                    <a:pt x="32" y="65"/>
                    <a:pt x="34" y="66"/>
                    <a:pt x="35" y="67"/>
                  </a:cubicBezTo>
                  <a:cubicBezTo>
                    <a:pt x="35" y="67"/>
                    <a:pt x="36" y="69"/>
                    <a:pt x="36" y="69"/>
                  </a:cubicBezTo>
                  <a:cubicBezTo>
                    <a:pt x="35" y="70"/>
                    <a:pt x="33" y="69"/>
                    <a:pt x="32" y="69"/>
                  </a:cubicBezTo>
                  <a:cubicBezTo>
                    <a:pt x="31" y="70"/>
                    <a:pt x="33" y="71"/>
                    <a:pt x="33" y="71"/>
                  </a:cubicBezTo>
                  <a:cubicBezTo>
                    <a:pt x="34" y="73"/>
                    <a:pt x="33" y="75"/>
                    <a:pt x="34" y="77"/>
                  </a:cubicBezTo>
                  <a:cubicBezTo>
                    <a:pt x="37" y="77"/>
                    <a:pt x="38" y="72"/>
                    <a:pt x="41" y="71"/>
                  </a:cubicBezTo>
                  <a:cubicBezTo>
                    <a:pt x="42" y="70"/>
                    <a:pt x="43" y="70"/>
                    <a:pt x="44" y="69"/>
                  </a:cubicBezTo>
                  <a:cubicBezTo>
                    <a:pt x="45" y="68"/>
                    <a:pt x="46" y="66"/>
                    <a:pt x="47" y="65"/>
                  </a:cubicBezTo>
                  <a:cubicBezTo>
                    <a:pt x="49" y="64"/>
                    <a:pt x="50" y="64"/>
                    <a:pt x="51" y="63"/>
                  </a:cubicBezTo>
                  <a:cubicBezTo>
                    <a:pt x="52" y="62"/>
                    <a:pt x="53" y="62"/>
                    <a:pt x="54" y="61"/>
                  </a:cubicBezTo>
                  <a:cubicBezTo>
                    <a:pt x="56" y="60"/>
                    <a:pt x="59" y="60"/>
                    <a:pt x="59" y="57"/>
                  </a:cubicBezTo>
                  <a:cubicBezTo>
                    <a:pt x="60" y="57"/>
                    <a:pt x="60" y="57"/>
                    <a:pt x="61" y="57"/>
                  </a:cubicBezTo>
                  <a:cubicBezTo>
                    <a:pt x="62" y="57"/>
                    <a:pt x="62" y="57"/>
                    <a:pt x="63" y="57"/>
                  </a:cubicBezTo>
                  <a:cubicBezTo>
                    <a:pt x="64" y="57"/>
                    <a:pt x="65" y="58"/>
                    <a:pt x="66" y="59"/>
                  </a:cubicBezTo>
                  <a:cubicBezTo>
                    <a:pt x="67" y="61"/>
                    <a:pt x="71" y="63"/>
                    <a:pt x="69" y="66"/>
                  </a:cubicBezTo>
                  <a:cubicBezTo>
                    <a:pt x="68" y="67"/>
                    <a:pt x="65" y="67"/>
                    <a:pt x="66" y="70"/>
                  </a:cubicBezTo>
                  <a:cubicBezTo>
                    <a:pt x="66" y="71"/>
                    <a:pt x="70" y="73"/>
                    <a:pt x="69" y="75"/>
                  </a:cubicBezTo>
                  <a:cubicBezTo>
                    <a:pt x="67" y="76"/>
                    <a:pt x="64" y="75"/>
                    <a:pt x="63" y="78"/>
                  </a:cubicBezTo>
                  <a:cubicBezTo>
                    <a:pt x="63" y="80"/>
                    <a:pt x="66" y="81"/>
                    <a:pt x="67" y="82"/>
                  </a:cubicBezTo>
                  <a:cubicBezTo>
                    <a:pt x="68" y="83"/>
                    <a:pt x="68" y="84"/>
                    <a:pt x="70" y="84"/>
                  </a:cubicBezTo>
                  <a:cubicBezTo>
                    <a:pt x="71" y="85"/>
                    <a:pt x="72" y="85"/>
                    <a:pt x="73" y="86"/>
                  </a:cubicBezTo>
                  <a:cubicBezTo>
                    <a:pt x="74" y="88"/>
                    <a:pt x="75" y="91"/>
                    <a:pt x="78" y="89"/>
                  </a:cubicBezTo>
                  <a:cubicBezTo>
                    <a:pt x="78" y="88"/>
                    <a:pt x="80" y="86"/>
                    <a:pt x="80" y="85"/>
                  </a:cubicBezTo>
                  <a:cubicBezTo>
                    <a:pt x="80" y="83"/>
                    <a:pt x="79" y="81"/>
                    <a:pt x="79" y="80"/>
                  </a:cubicBezTo>
                  <a:cubicBezTo>
                    <a:pt x="79" y="78"/>
                    <a:pt x="81" y="77"/>
                    <a:pt x="81" y="76"/>
                  </a:cubicBezTo>
                  <a:cubicBezTo>
                    <a:pt x="83" y="74"/>
                    <a:pt x="82" y="73"/>
                    <a:pt x="83" y="70"/>
                  </a:cubicBezTo>
                  <a:cubicBezTo>
                    <a:pt x="84" y="70"/>
                    <a:pt x="84" y="73"/>
                    <a:pt x="85" y="73"/>
                  </a:cubicBezTo>
                  <a:cubicBezTo>
                    <a:pt x="85" y="74"/>
                    <a:pt x="85" y="74"/>
                    <a:pt x="84" y="75"/>
                  </a:cubicBezTo>
                  <a:cubicBezTo>
                    <a:pt x="86" y="76"/>
                    <a:pt x="87" y="73"/>
                    <a:pt x="87" y="71"/>
                  </a:cubicBezTo>
                  <a:cubicBezTo>
                    <a:pt x="87" y="70"/>
                    <a:pt x="87" y="69"/>
                    <a:pt x="88" y="68"/>
                  </a:cubicBezTo>
                  <a:cubicBezTo>
                    <a:pt x="89" y="67"/>
                    <a:pt x="89" y="68"/>
                    <a:pt x="90" y="67"/>
                  </a:cubicBezTo>
                  <a:cubicBezTo>
                    <a:pt x="92" y="65"/>
                    <a:pt x="89" y="63"/>
                    <a:pt x="89" y="61"/>
                  </a:cubicBezTo>
                  <a:cubicBezTo>
                    <a:pt x="88" y="60"/>
                    <a:pt x="89" y="58"/>
                    <a:pt x="90" y="57"/>
                  </a:cubicBezTo>
                  <a:cubicBezTo>
                    <a:pt x="90" y="55"/>
                    <a:pt x="90" y="54"/>
                    <a:pt x="91" y="53"/>
                  </a:cubicBezTo>
                  <a:cubicBezTo>
                    <a:pt x="91" y="52"/>
                    <a:pt x="92" y="51"/>
                    <a:pt x="92" y="50"/>
                  </a:cubicBezTo>
                  <a:cubicBezTo>
                    <a:pt x="92" y="49"/>
                    <a:pt x="92" y="48"/>
                    <a:pt x="92" y="47"/>
                  </a:cubicBezTo>
                  <a:cubicBezTo>
                    <a:pt x="93" y="45"/>
                    <a:pt x="96" y="44"/>
                    <a:pt x="98" y="44"/>
                  </a:cubicBezTo>
                  <a:cubicBezTo>
                    <a:pt x="100" y="43"/>
                    <a:pt x="101" y="42"/>
                    <a:pt x="103" y="41"/>
                  </a:cubicBezTo>
                  <a:cubicBezTo>
                    <a:pt x="106" y="39"/>
                    <a:pt x="107" y="42"/>
                    <a:pt x="110" y="42"/>
                  </a:cubicBezTo>
                  <a:cubicBezTo>
                    <a:pt x="110" y="40"/>
                    <a:pt x="108" y="37"/>
                    <a:pt x="105" y="36"/>
                  </a:cubicBezTo>
                  <a:cubicBezTo>
                    <a:pt x="103" y="35"/>
                    <a:pt x="100" y="35"/>
                    <a:pt x="97" y="35"/>
                  </a:cubicBezTo>
                  <a:cubicBezTo>
                    <a:pt x="95" y="34"/>
                    <a:pt x="94" y="33"/>
                    <a:pt x="93" y="31"/>
                  </a:cubicBezTo>
                  <a:cubicBezTo>
                    <a:pt x="92" y="30"/>
                    <a:pt x="90" y="28"/>
                    <a:pt x="90" y="27"/>
                  </a:cubicBezTo>
                  <a:cubicBezTo>
                    <a:pt x="86" y="24"/>
                    <a:pt x="86" y="17"/>
                    <a:pt x="84" y="13"/>
                  </a:cubicBezTo>
                  <a:cubicBezTo>
                    <a:pt x="83" y="11"/>
                    <a:pt x="81" y="10"/>
                    <a:pt x="79" y="7"/>
                  </a:cubicBezTo>
                  <a:cubicBezTo>
                    <a:pt x="78" y="5"/>
                    <a:pt x="77" y="3"/>
                    <a:pt x="75" y="1"/>
                  </a:cubicBezTo>
                  <a:cubicBezTo>
                    <a:pt x="73" y="3"/>
                    <a:pt x="72" y="5"/>
                    <a:pt x="72" y="6"/>
                  </a:cubicBezTo>
                  <a:cubicBezTo>
                    <a:pt x="71" y="8"/>
                    <a:pt x="72" y="5"/>
                    <a:pt x="72" y="6"/>
                  </a:cubicBezTo>
                  <a:close/>
                </a:path>
              </a:pathLst>
            </a:custGeom>
            <a:solidFill>
              <a:srgbClr val="E6E7E8"/>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1" name="Freeform 9"/>
            <p:cNvSpPr>
              <a:spLocks/>
            </p:cNvSpPr>
            <p:nvPr/>
          </p:nvSpPr>
          <p:spPr bwMode="auto">
            <a:xfrm>
              <a:off x="11669713" y="5530850"/>
              <a:ext cx="236538" cy="233362"/>
            </a:xfrm>
            <a:custGeom>
              <a:avLst/>
              <a:gdLst>
                <a:gd name="T0" fmla="*/ 26 w 62"/>
                <a:gd name="T1" fmla="*/ 1 h 61"/>
                <a:gd name="T2" fmla="*/ 22 w 62"/>
                <a:gd name="T3" fmla="*/ 2 h 61"/>
                <a:gd name="T4" fmla="*/ 19 w 62"/>
                <a:gd name="T5" fmla="*/ 3 h 61"/>
                <a:gd name="T6" fmla="*/ 13 w 62"/>
                <a:gd name="T7" fmla="*/ 2 h 61"/>
                <a:gd name="T8" fmla="*/ 11 w 62"/>
                <a:gd name="T9" fmla="*/ 3 h 61"/>
                <a:gd name="T10" fmla="*/ 8 w 62"/>
                <a:gd name="T11" fmla="*/ 4 h 61"/>
                <a:gd name="T12" fmla="*/ 4 w 62"/>
                <a:gd name="T13" fmla="*/ 5 h 61"/>
                <a:gd name="T14" fmla="*/ 0 w 62"/>
                <a:gd name="T15" fmla="*/ 4 h 61"/>
                <a:gd name="T16" fmla="*/ 1 w 62"/>
                <a:gd name="T17" fmla="*/ 8 h 61"/>
                <a:gd name="T18" fmla="*/ 3 w 62"/>
                <a:gd name="T19" fmla="*/ 10 h 61"/>
                <a:gd name="T20" fmla="*/ 3 w 62"/>
                <a:gd name="T21" fmla="*/ 17 h 61"/>
                <a:gd name="T22" fmla="*/ 2 w 62"/>
                <a:gd name="T23" fmla="*/ 23 h 61"/>
                <a:gd name="T24" fmla="*/ 5 w 62"/>
                <a:gd name="T25" fmla="*/ 29 h 61"/>
                <a:gd name="T26" fmla="*/ 9 w 62"/>
                <a:gd name="T27" fmla="*/ 33 h 61"/>
                <a:gd name="T28" fmla="*/ 16 w 62"/>
                <a:gd name="T29" fmla="*/ 32 h 61"/>
                <a:gd name="T30" fmla="*/ 21 w 62"/>
                <a:gd name="T31" fmla="*/ 36 h 61"/>
                <a:gd name="T32" fmla="*/ 25 w 62"/>
                <a:gd name="T33" fmla="*/ 41 h 61"/>
                <a:gd name="T34" fmla="*/ 30 w 62"/>
                <a:gd name="T35" fmla="*/ 40 h 61"/>
                <a:gd name="T36" fmla="*/ 33 w 62"/>
                <a:gd name="T37" fmla="*/ 44 h 61"/>
                <a:gd name="T38" fmla="*/ 35 w 62"/>
                <a:gd name="T39" fmla="*/ 44 h 61"/>
                <a:gd name="T40" fmla="*/ 36 w 62"/>
                <a:gd name="T41" fmla="*/ 45 h 61"/>
                <a:gd name="T42" fmla="*/ 41 w 62"/>
                <a:gd name="T43" fmla="*/ 44 h 61"/>
                <a:gd name="T44" fmla="*/ 45 w 62"/>
                <a:gd name="T45" fmla="*/ 44 h 61"/>
                <a:gd name="T46" fmla="*/ 45 w 62"/>
                <a:gd name="T47" fmla="*/ 48 h 61"/>
                <a:gd name="T48" fmla="*/ 49 w 62"/>
                <a:gd name="T49" fmla="*/ 52 h 61"/>
                <a:gd name="T50" fmla="*/ 49 w 62"/>
                <a:gd name="T51" fmla="*/ 56 h 61"/>
                <a:gd name="T52" fmla="*/ 52 w 62"/>
                <a:gd name="T53" fmla="*/ 61 h 61"/>
                <a:gd name="T54" fmla="*/ 59 w 62"/>
                <a:gd name="T55" fmla="*/ 61 h 61"/>
                <a:gd name="T56" fmla="*/ 58 w 62"/>
                <a:gd name="T57" fmla="*/ 56 h 61"/>
                <a:gd name="T58" fmla="*/ 57 w 62"/>
                <a:gd name="T59" fmla="*/ 53 h 61"/>
                <a:gd name="T60" fmla="*/ 60 w 62"/>
                <a:gd name="T61" fmla="*/ 54 h 61"/>
                <a:gd name="T62" fmla="*/ 60 w 62"/>
                <a:gd name="T63" fmla="*/ 51 h 61"/>
                <a:gd name="T64" fmla="*/ 57 w 62"/>
                <a:gd name="T65" fmla="*/ 49 h 61"/>
                <a:gd name="T66" fmla="*/ 59 w 62"/>
                <a:gd name="T67" fmla="*/ 47 h 61"/>
                <a:gd name="T68" fmla="*/ 59 w 62"/>
                <a:gd name="T69" fmla="*/ 44 h 61"/>
                <a:gd name="T70" fmla="*/ 56 w 62"/>
                <a:gd name="T71" fmla="*/ 42 h 61"/>
                <a:gd name="T72" fmla="*/ 49 w 62"/>
                <a:gd name="T73" fmla="*/ 39 h 61"/>
                <a:gd name="T74" fmla="*/ 47 w 62"/>
                <a:gd name="T75" fmla="*/ 38 h 61"/>
                <a:gd name="T76" fmla="*/ 46 w 62"/>
                <a:gd name="T77" fmla="*/ 36 h 61"/>
                <a:gd name="T78" fmla="*/ 42 w 62"/>
                <a:gd name="T79" fmla="*/ 34 h 61"/>
                <a:gd name="T80" fmla="*/ 47 w 62"/>
                <a:gd name="T81" fmla="*/ 32 h 61"/>
                <a:gd name="T82" fmla="*/ 49 w 62"/>
                <a:gd name="T83" fmla="*/ 28 h 61"/>
                <a:gd name="T84" fmla="*/ 45 w 62"/>
                <a:gd name="T85" fmla="*/ 25 h 61"/>
                <a:gd name="T86" fmla="*/ 41 w 62"/>
                <a:gd name="T87" fmla="*/ 22 h 61"/>
                <a:gd name="T88" fmla="*/ 38 w 62"/>
                <a:gd name="T89" fmla="*/ 18 h 61"/>
                <a:gd name="T90" fmla="*/ 42 w 62"/>
                <a:gd name="T91" fmla="*/ 12 h 61"/>
                <a:gd name="T92" fmla="*/ 39 w 62"/>
                <a:gd name="T93" fmla="*/ 8 h 61"/>
                <a:gd name="T94" fmla="*/ 35 w 62"/>
                <a:gd name="T95" fmla="*/ 6 h 61"/>
                <a:gd name="T96" fmla="*/ 31 w 62"/>
                <a:gd name="T97" fmla="*/ 6 h 61"/>
                <a:gd name="T98" fmla="*/ 34 w 62"/>
                <a:gd name="T99" fmla="*/ 4 h 61"/>
                <a:gd name="T100" fmla="*/ 32 w 62"/>
                <a:gd name="T101" fmla="*/ 2 h 61"/>
                <a:gd name="T102" fmla="*/ 30 w 62"/>
                <a:gd name="T103" fmla="*/ 0 h 61"/>
                <a:gd name="T104" fmla="*/ 26 w 62"/>
                <a:gd name="T105"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1">
                  <a:moveTo>
                    <a:pt x="26" y="1"/>
                  </a:moveTo>
                  <a:cubicBezTo>
                    <a:pt x="24" y="3"/>
                    <a:pt x="23" y="2"/>
                    <a:pt x="22" y="2"/>
                  </a:cubicBezTo>
                  <a:cubicBezTo>
                    <a:pt x="21" y="2"/>
                    <a:pt x="20" y="3"/>
                    <a:pt x="19" y="3"/>
                  </a:cubicBezTo>
                  <a:cubicBezTo>
                    <a:pt x="17" y="3"/>
                    <a:pt x="14" y="1"/>
                    <a:pt x="13" y="2"/>
                  </a:cubicBezTo>
                  <a:cubicBezTo>
                    <a:pt x="12" y="2"/>
                    <a:pt x="12" y="3"/>
                    <a:pt x="11" y="3"/>
                  </a:cubicBezTo>
                  <a:cubicBezTo>
                    <a:pt x="10" y="3"/>
                    <a:pt x="9" y="3"/>
                    <a:pt x="8" y="4"/>
                  </a:cubicBezTo>
                  <a:cubicBezTo>
                    <a:pt x="7" y="4"/>
                    <a:pt x="5" y="5"/>
                    <a:pt x="4" y="5"/>
                  </a:cubicBezTo>
                  <a:cubicBezTo>
                    <a:pt x="3" y="5"/>
                    <a:pt x="1" y="4"/>
                    <a:pt x="0" y="4"/>
                  </a:cubicBezTo>
                  <a:cubicBezTo>
                    <a:pt x="0" y="6"/>
                    <a:pt x="0" y="6"/>
                    <a:pt x="1" y="8"/>
                  </a:cubicBezTo>
                  <a:cubicBezTo>
                    <a:pt x="1" y="8"/>
                    <a:pt x="2" y="9"/>
                    <a:pt x="3" y="10"/>
                  </a:cubicBezTo>
                  <a:cubicBezTo>
                    <a:pt x="4" y="12"/>
                    <a:pt x="4" y="14"/>
                    <a:pt x="3" y="17"/>
                  </a:cubicBezTo>
                  <a:cubicBezTo>
                    <a:pt x="3" y="19"/>
                    <a:pt x="1" y="21"/>
                    <a:pt x="2" y="23"/>
                  </a:cubicBezTo>
                  <a:cubicBezTo>
                    <a:pt x="3" y="25"/>
                    <a:pt x="4" y="27"/>
                    <a:pt x="5" y="29"/>
                  </a:cubicBezTo>
                  <a:cubicBezTo>
                    <a:pt x="6" y="31"/>
                    <a:pt x="7" y="32"/>
                    <a:pt x="9" y="33"/>
                  </a:cubicBezTo>
                  <a:cubicBezTo>
                    <a:pt x="12" y="33"/>
                    <a:pt x="14" y="32"/>
                    <a:pt x="16" y="32"/>
                  </a:cubicBezTo>
                  <a:cubicBezTo>
                    <a:pt x="18" y="33"/>
                    <a:pt x="20" y="35"/>
                    <a:pt x="21" y="36"/>
                  </a:cubicBezTo>
                  <a:cubicBezTo>
                    <a:pt x="23" y="38"/>
                    <a:pt x="25" y="39"/>
                    <a:pt x="25" y="41"/>
                  </a:cubicBezTo>
                  <a:cubicBezTo>
                    <a:pt x="25" y="39"/>
                    <a:pt x="28" y="39"/>
                    <a:pt x="30" y="40"/>
                  </a:cubicBezTo>
                  <a:cubicBezTo>
                    <a:pt x="33" y="40"/>
                    <a:pt x="31" y="42"/>
                    <a:pt x="33" y="44"/>
                  </a:cubicBezTo>
                  <a:cubicBezTo>
                    <a:pt x="33" y="44"/>
                    <a:pt x="34" y="44"/>
                    <a:pt x="35" y="44"/>
                  </a:cubicBezTo>
                  <a:cubicBezTo>
                    <a:pt x="36" y="44"/>
                    <a:pt x="36" y="45"/>
                    <a:pt x="36" y="45"/>
                  </a:cubicBezTo>
                  <a:cubicBezTo>
                    <a:pt x="38" y="46"/>
                    <a:pt x="39" y="45"/>
                    <a:pt x="41" y="44"/>
                  </a:cubicBezTo>
                  <a:cubicBezTo>
                    <a:pt x="42" y="44"/>
                    <a:pt x="44" y="43"/>
                    <a:pt x="45" y="44"/>
                  </a:cubicBezTo>
                  <a:cubicBezTo>
                    <a:pt x="46" y="45"/>
                    <a:pt x="45" y="47"/>
                    <a:pt x="45" y="48"/>
                  </a:cubicBezTo>
                  <a:cubicBezTo>
                    <a:pt x="45" y="51"/>
                    <a:pt x="48" y="50"/>
                    <a:pt x="49" y="52"/>
                  </a:cubicBezTo>
                  <a:cubicBezTo>
                    <a:pt x="49" y="53"/>
                    <a:pt x="48" y="55"/>
                    <a:pt x="49" y="56"/>
                  </a:cubicBezTo>
                  <a:cubicBezTo>
                    <a:pt x="49" y="58"/>
                    <a:pt x="51" y="60"/>
                    <a:pt x="52" y="61"/>
                  </a:cubicBezTo>
                  <a:cubicBezTo>
                    <a:pt x="54" y="61"/>
                    <a:pt x="56" y="60"/>
                    <a:pt x="59" y="61"/>
                  </a:cubicBezTo>
                  <a:cubicBezTo>
                    <a:pt x="58" y="59"/>
                    <a:pt x="59" y="57"/>
                    <a:pt x="58" y="56"/>
                  </a:cubicBezTo>
                  <a:cubicBezTo>
                    <a:pt x="58" y="55"/>
                    <a:pt x="56" y="54"/>
                    <a:pt x="57" y="53"/>
                  </a:cubicBezTo>
                  <a:cubicBezTo>
                    <a:pt x="58" y="53"/>
                    <a:pt x="60" y="54"/>
                    <a:pt x="60" y="54"/>
                  </a:cubicBezTo>
                  <a:cubicBezTo>
                    <a:pt x="62" y="53"/>
                    <a:pt x="60" y="51"/>
                    <a:pt x="60" y="51"/>
                  </a:cubicBezTo>
                  <a:cubicBezTo>
                    <a:pt x="59" y="50"/>
                    <a:pt x="57" y="49"/>
                    <a:pt x="57" y="49"/>
                  </a:cubicBezTo>
                  <a:cubicBezTo>
                    <a:pt x="56" y="47"/>
                    <a:pt x="58" y="47"/>
                    <a:pt x="59" y="47"/>
                  </a:cubicBezTo>
                  <a:cubicBezTo>
                    <a:pt x="59" y="46"/>
                    <a:pt x="60" y="45"/>
                    <a:pt x="59" y="44"/>
                  </a:cubicBezTo>
                  <a:cubicBezTo>
                    <a:pt x="58" y="43"/>
                    <a:pt x="57" y="44"/>
                    <a:pt x="56" y="42"/>
                  </a:cubicBezTo>
                  <a:cubicBezTo>
                    <a:pt x="55" y="46"/>
                    <a:pt x="50" y="39"/>
                    <a:pt x="49" y="39"/>
                  </a:cubicBezTo>
                  <a:cubicBezTo>
                    <a:pt x="49" y="38"/>
                    <a:pt x="48" y="38"/>
                    <a:pt x="47" y="38"/>
                  </a:cubicBezTo>
                  <a:cubicBezTo>
                    <a:pt x="46" y="37"/>
                    <a:pt x="46" y="37"/>
                    <a:pt x="46" y="36"/>
                  </a:cubicBezTo>
                  <a:cubicBezTo>
                    <a:pt x="45" y="35"/>
                    <a:pt x="43" y="35"/>
                    <a:pt x="42" y="34"/>
                  </a:cubicBezTo>
                  <a:cubicBezTo>
                    <a:pt x="39" y="32"/>
                    <a:pt x="47" y="33"/>
                    <a:pt x="47" y="32"/>
                  </a:cubicBezTo>
                  <a:cubicBezTo>
                    <a:pt x="48" y="31"/>
                    <a:pt x="49" y="29"/>
                    <a:pt x="49" y="28"/>
                  </a:cubicBezTo>
                  <a:cubicBezTo>
                    <a:pt x="49" y="26"/>
                    <a:pt x="47" y="26"/>
                    <a:pt x="45" y="25"/>
                  </a:cubicBezTo>
                  <a:cubicBezTo>
                    <a:pt x="44" y="24"/>
                    <a:pt x="42" y="24"/>
                    <a:pt x="41" y="22"/>
                  </a:cubicBezTo>
                  <a:cubicBezTo>
                    <a:pt x="40" y="21"/>
                    <a:pt x="38" y="19"/>
                    <a:pt x="38" y="18"/>
                  </a:cubicBezTo>
                  <a:cubicBezTo>
                    <a:pt x="36" y="13"/>
                    <a:pt x="42" y="15"/>
                    <a:pt x="42" y="12"/>
                  </a:cubicBezTo>
                  <a:cubicBezTo>
                    <a:pt x="42" y="11"/>
                    <a:pt x="39" y="9"/>
                    <a:pt x="39" y="8"/>
                  </a:cubicBezTo>
                  <a:cubicBezTo>
                    <a:pt x="38" y="7"/>
                    <a:pt x="36" y="7"/>
                    <a:pt x="35" y="6"/>
                  </a:cubicBezTo>
                  <a:cubicBezTo>
                    <a:pt x="34" y="6"/>
                    <a:pt x="32" y="6"/>
                    <a:pt x="31" y="6"/>
                  </a:cubicBezTo>
                  <a:cubicBezTo>
                    <a:pt x="30" y="4"/>
                    <a:pt x="33" y="4"/>
                    <a:pt x="34" y="4"/>
                  </a:cubicBezTo>
                  <a:cubicBezTo>
                    <a:pt x="33" y="3"/>
                    <a:pt x="32" y="2"/>
                    <a:pt x="32" y="2"/>
                  </a:cubicBezTo>
                  <a:cubicBezTo>
                    <a:pt x="31" y="1"/>
                    <a:pt x="29" y="2"/>
                    <a:pt x="30" y="0"/>
                  </a:cubicBezTo>
                  <a:cubicBezTo>
                    <a:pt x="28" y="0"/>
                    <a:pt x="27" y="0"/>
                    <a:pt x="26" y="1"/>
                  </a:cubicBezTo>
                  <a:close/>
                </a:path>
              </a:pathLst>
            </a:custGeom>
            <a:solidFill>
              <a:srgbClr val="E6E7E8"/>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sp>
        <p:nvSpPr>
          <p:cNvPr id="142" name="Freeform 10"/>
          <p:cNvSpPr>
            <a:spLocks/>
          </p:cNvSpPr>
          <p:nvPr/>
        </p:nvSpPr>
        <p:spPr bwMode="auto">
          <a:xfrm>
            <a:off x="10079038" y="4311650"/>
            <a:ext cx="1343025" cy="911225"/>
          </a:xfrm>
          <a:custGeom>
            <a:avLst/>
            <a:gdLst>
              <a:gd name="T0" fmla="*/ 319 w 353"/>
              <a:gd name="T1" fmla="*/ 146 h 239"/>
              <a:gd name="T2" fmla="*/ 344 w 353"/>
              <a:gd name="T3" fmla="*/ 140 h 239"/>
              <a:gd name="T4" fmla="*/ 350 w 353"/>
              <a:gd name="T5" fmla="*/ 128 h 239"/>
              <a:gd name="T6" fmla="*/ 351 w 353"/>
              <a:gd name="T7" fmla="*/ 111 h 239"/>
              <a:gd name="T8" fmla="*/ 352 w 353"/>
              <a:gd name="T9" fmla="*/ 93 h 239"/>
              <a:gd name="T10" fmla="*/ 341 w 353"/>
              <a:gd name="T11" fmla="*/ 83 h 239"/>
              <a:gd name="T12" fmla="*/ 322 w 353"/>
              <a:gd name="T13" fmla="*/ 77 h 239"/>
              <a:gd name="T14" fmla="*/ 306 w 353"/>
              <a:gd name="T15" fmla="*/ 74 h 239"/>
              <a:gd name="T16" fmla="*/ 276 w 353"/>
              <a:gd name="T17" fmla="*/ 66 h 239"/>
              <a:gd name="T18" fmla="*/ 260 w 353"/>
              <a:gd name="T19" fmla="*/ 60 h 239"/>
              <a:gd name="T20" fmla="*/ 259 w 353"/>
              <a:gd name="T21" fmla="*/ 44 h 239"/>
              <a:gd name="T22" fmla="*/ 236 w 353"/>
              <a:gd name="T23" fmla="*/ 37 h 239"/>
              <a:gd name="T24" fmla="*/ 238 w 353"/>
              <a:gd name="T25" fmla="*/ 23 h 239"/>
              <a:gd name="T26" fmla="*/ 232 w 353"/>
              <a:gd name="T27" fmla="*/ 6 h 239"/>
              <a:gd name="T28" fmla="*/ 204 w 353"/>
              <a:gd name="T29" fmla="*/ 3 h 239"/>
              <a:gd name="T30" fmla="*/ 188 w 353"/>
              <a:gd name="T31" fmla="*/ 10 h 239"/>
              <a:gd name="T32" fmla="*/ 170 w 353"/>
              <a:gd name="T33" fmla="*/ 15 h 239"/>
              <a:gd name="T34" fmla="*/ 153 w 353"/>
              <a:gd name="T35" fmla="*/ 30 h 239"/>
              <a:gd name="T36" fmla="*/ 132 w 353"/>
              <a:gd name="T37" fmla="*/ 27 h 239"/>
              <a:gd name="T38" fmla="*/ 117 w 353"/>
              <a:gd name="T39" fmla="*/ 27 h 239"/>
              <a:gd name="T40" fmla="*/ 99 w 353"/>
              <a:gd name="T41" fmla="*/ 22 h 239"/>
              <a:gd name="T42" fmla="*/ 84 w 353"/>
              <a:gd name="T43" fmla="*/ 19 h 239"/>
              <a:gd name="T44" fmla="*/ 46 w 353"/>
              <a:gd name="T45" fmla="*/ 16 h 239"/>
              <a:gd name="T46" fmla="*/ 31 w 353"/>
              <a:gd name="T47" fmla="*/ 36 h 239"/>
              <a:gd name="T48" fmla="*/ 37 w 353"/>
              <a:gd name="T49" fmla="*/ 63 h 239"/>
              <a:gd name="T50" fmla="*/ 11 w 353"/>
              <a:gd name="T51" fmla="*/ 87 h 239"/>
              <a:gd name="T52" fmla="*/ 8 w 353"/>
              <a:gd name="T53" fmla="*/ 105 h 239"/>
              <a:gd name="T54" fmla="*/ 12 w 353"/>
              <a:gd name="T55" fmla="*/ 132 h 239"/>
              <a:gd name="T56" fmla="*/ 37 w 353"/>
              <a:gd name="T57" fmla="*/ 137 h 239"/>
              <a:gd name="T58" fmla="*/ 60 w 353"/>
              <a:gd name="T59" fmla="*/ 139 h 239"/>
              <a:gd name="T60" fmla="*/ 90 w 353"/>
              <a:gd name="T61" fmla="*/ 126 h 239"/>
              <a:gd name="T62" fmla="*/ 102 w 353"/>
              <a:gd name="T63" fmla="*/ 123 h 239"/>
              <a:gd name="T64" fmla="*/ 114 w 353"/>
              <a:gd name="T65" fmla="*/ 125 h 239"/>
              <a:gd name="T66" fmla="*/ 122 w 353"/>
              <a:gd name="T67" fmla="*/ 128 h 239"/>
              <a:gd name="T68" fmla="*/ 131 w 353"/>
              <a:gd name="T69" fmla="*/ 132 h 239"/>
              <a:gd name="T70" fmla="*/ 139 w 353"/>
              <a:gd name="T71" fmla="*/ 142 h 239"/>
              <a:gd name="T72" fmla="*/ 144 w 353"/>
              <a:gd name="T73" fmla="*/ 155 h 239"/>
              <a:gd name="T74" fmla="*/ 146 w 353"/>
              <a:gd name="T75" fmla="*/ 166 h 239"/>
              <a:gd name="T76" fmla="*/ 151 w 353"/>
              <a:gd name="T77" fmla="*/ 182 h 239"/>
              <a:gd name="T78" fmla="*/ 139 w 353"/>
              <a:gd name="T79" fmla="*/ 182 h 239"/>
              <a:gd name="T80" fmla="*/ 134 w 353"/>
              <a:gd name="T81" fmla="*/ 191 h 239"/>
              <a:gd name="T82" fmla="*/ 125 w 353"/>
              <a:gd name="T83" fmla="*/ 206 h 239"/>
              <a:gd name="T84" fmla="*/ 149 w 353"/>
              <a:gd name="T85" fmla="*/ 213 h 239"/>
              <a:gd name="T86" fmla="*/ 150 w 353"/>
              <a:gd name="T87" fmla="*/ 201 h 239"/>
              <a:gd name="T88" fmla="*/ 169 w 353"/>
              <a:gd name="T89" fmla="*/ 177 h 239"/>
              <a:gd name="T90" fmla="*/ 189 w 353"/>
              <a:gd name="T91" fmla="*/ 162 h 239"/>
              <a:gd name="T92" fmla="*/ 184 w 353"/>
              <a:gd name="T93" fmla="*/ 177 h 239"/>
              <a:gd name="T94" fmla="*/ 199 w 353"/>
              <a:gd name="T95" fmla="*/ 189 h 239"/>
              <a:gd name="T96" fmla="*/ 222 w 353"/>
              <a:gd name="T97" fmla="*/ 191 h 239"/>
              <a:gd name="T98" fmla="*/ 206 w 353"/>
              <a:gd name="T99" fmla="*/ 207 h 239"/>
              <a:gd name="T100" fmla="*/ 221 w 353"/>
              <a:gd name="T101" fmla="*/ 216 h 239"/>
              <a:gd name="T102" fmla="*/ 222 w 353"/>
              <a:gd name="T103" fmla="*/ 234 h 239"/>
              <a:gd name="T104" fmla="*/ 254 w 353"/>
              <a:gd name="T105" fmla="*/ 225 h 239"/>
              <a:gd name="T106" fmla="*/ 273 w 353"/>
              <a:gd name="T107" fmla="*/ 219 h 239"/>
              <a:gd name="T108" fmla="*/ 279 w 353"/>
              <a:gd name="T109" fmla="*/ 209 h 239"/>
              <a:gd name="T110" fmla="*/ 255 w 353"/>
              <a:gd name="T111" fmla="*/ 205 h 239"/>
              <a:gd name="T112" fmla="*/ 254 w 353"/>
              <a:gd name="T113" fmla="*/ 190 h 239"/>
              <a:gd name="T114" fmla="*/ 288 w 353"/>
              <a:gd name="T115" fmla="*/ 173 h 239"/>
              <a:gd name="T116" fmla="*/ 304 w 353"/>
              <a:gd name="T117" fmla="*/ 16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53" h="239">
                <a:moveTo>
                  <a:pt x="314" y="160"/>
                </a:moveTo>
                <a:cubicBezTo>
                  <a:pt x="315" y="158"/>
                  <a:pt x="317" y="157"/>
                  <a:pt x="316" y="156"/>
                </a:cubicBezTo>
                <a:cubicBezTo>
                  <a:pt x="316" y="156"/>
                  <a:pt x="315" y="155"/>
                  <a:pt x="315" y="155"/>
                </a:cubicBezTo>
                <a:cubicBezTo>
                  <a:pt x="315" y="154"/>
                  <a:pt x="316" y="152"/>
                  <a:pt x="316" y="150"/>
                </a:cubicBezTo>
                <a:cubicBezTo>
                  <a:pt x="317" y="148"/>
                  <a:pt x="317" y="147"/>
                  <a:pt x="319" y="146"/>
                </a:cubicBezTo>
                <a:cubicBezTo>
                  <a:pt x="321" y="146"/>
                  <a:pt x="322" y="146"/>
                  <a:pt x="324" y="146"/>
                </a:cubicBezTo>
                <a:cubicBezTo>
                  <a:pt x="326" y="145"/>
                  <a:pt x="325" y="143"/>
                  <a:pt x="326" y="141"/>
                </a:cubicBezTo>
                <a:cubicBezTo>
                  <a:pt x="327" y="140"/>
                  <a:pt x="329" y="139"/>
                  <a:pt x="331" y="139"/>
                </a:cubicBezTo>
                <a:cubicBezTo>
                  <a:pt x="333" y="139"/>
                  <a:pt x="335" y="140"/>
                  <a:pt x="338" y="140"/>
                </a:cubicBezTo>
                <a:cubicBezTo>
                  <a:pt x="340" y="140"/>
                  <a:pt x="342" y="141"/>
                  <a:pt x="344" y="140"/>
                </a:cubicBezTo>
                <a:cubicBezTo>
                  <a:pt x="346" y="139"/>
                  <a:pt x="346" y="138"/>
                  <a:pt x="346" y="136"/>
                </a:cubicBezTo>
                <a:cubicBezTo>
                  <a:pt x="345" y="136"/>
                  <a:pt x="345" y="136"/>
                  <a:pt x="345" y="136"/>
                </a:cubicBezTo>
                <a:cubicBezTo>
                  <a:pt x="346" y="134"/>
                  <a:pt x="347" y="134"/>
                  <a:pt x="347" y="133"/>
                </a:cubicBezTo>
                <a:cubicBezTo>
                  <a:pt x="348" y="132"/>
                  <a:pt x="347" y="131"/>
                  <a:pt x="348" y="130"/>
                </a:cubicBezTo>
                <a:cubicBezTo>
                  <a:pt x="348" y="129"/>
                  <a:pt x="350" y="129"/>
                  <a:pt x="350" y="128"/>
                </a:cubicBezTo>
                <a:cubicBezTo>
                  <a:pt x="350" y="127"/>
                  <a:pt x="348" y="127"/>
                  <a:pt x="347" y="127"/>
                </a:cubicBezTo>
                <a:cubicBezTo>
                  <a:pt x="347" y="125"/>
                  <a:pt x="348" y="124"/>
                  <a:pt x="348" y="123"/>
                </a:cubicBezTo>
                <a:cubicBezTo>
                  <a:pt x="348" y="122"/>
                  <a:pt x="347" y="120"/>
                  <a:pt x="347" y="119"/>
                </a:cubicBezTo>
                <a:cubicBezTo>
                  <a:pt x="345" y="117"/>
                  <a:pt x="342" y="115"/>
                  <a:pt x="345" y="113"/>
                </a:cubicBezTo>
                <a:cubicBezTo>
                  <a:pt x="346" y="112"/>
                  <a:pt x="351" y="112"/>
                  <a:pt x="351" y="111"/>
                </a:cubicBezTo>
                <a:cubicBezTo>
                  <a:pt x="352" y="109"/>
                  <a:pt x="349" y="109"/>
                  <a:pt x="348" y="109"/>
                </a:cubicBezTo>
                <a:cubicBezTo>
                  <a:pt x="346" y="109"/>
                  <a:pt x="345" y="109"/>
                  <a:pt x="344" y="107"/>
                </a:cubicBezTo>
                <a:cubicBezTo>
                  <a:pt x="343" y="104"/>
                  <a:pt x="346" y="105"/>
                  <a:pt x="348" y="104"/>
                </a:cubicBezTo>
                <a:cubicBezTo>
                  <a:pt x="349" y="102"/>
                  <a:pt x="352" y="99"/>
                  <a:pt x="352" y="97"/>
                </a:cubicBezTo>
                <a:cubicBezTo>
                  <a:pt x="353" y="96"/>
                  <a:pt x="352" y="94"/>
                  <a:pt x="352" y="93"/>
                </a:cubicBezTo>
                <a:cubicBezTo>
                  <a:pt x="351" y="91"/>
                  <a:pt x="352" y="90"/>
                  <a:pt x="352" y="88"/>
                </a:cubicBezTo>
                <a:cubicBezTo>
                  <a:pt x="351" y="88"/>
                  <a:pt x="350" y="87"/>
                  <a:pt x="349" y="87"/>
                </a:cubicBezTo>
                <a:cubicBezTo>
                  <a:pt x="347" y="88"/>
                  <a:pt x="347" y="89"/>
                  <a:pt x="346" y="89"/>
                </a:cubicBezTo>
                <a:cubicBezTo>
                  <a:pt x="345" y="88"/>
                  <a:pt x="344" y="88"/>
                  <a:pt x="343" y="88"/>
                </a:cubicBezTo>
                <a:cubicBezTo>
                  <a:pt x="342" y="86"/>
                  <a:pt x="342" y="85"/>
                  <a:pt x="341" y="83"/>
                </a:cubicBezTo>
                <a:cubicBezTo>
                  <a:pt x="339" y="83"/>
                  <a:pt x="337" y="84"/>
                  <a:pt x="336" y="83"/>
                </a:cubicBezTo>
                <a:cubicBezTo>
                  <a:pt x="335" y="82"/>
                  <a:pt x="335" y="80"/>
                  <a:pt x="333" y="80"/>
                </a:cubicBezTo>
                <a:cubicBezTo>
                  <a:pt x="332" y="79"/>
                  <a:pt x="331" y="81"/>
                  <a:pt x="330" y="81"/>
                </a:cubicBezTo>
                <a:cubicBezTo>
                  <a:pt x="329" y="81"/>
                  <a:pt x="326" y="79"/>
                  <a:pt x="326" y="79"/>
                </a:cubicBezTo>
                <a:cubicBezTo>
                  <a:pt x="324" y="78"/>
                  <a:pt x="324" y="77"/>
                  <a:pt x="322" y="77"/>
                </a:cubicBezTo>
                <a:cubicBezTo>
                  <a:pt x="320" y="77"/>
                  <a:pt x="319" y="76"/>
                  <a:pt x="318" y="75"/>
                </a:cubicBezTo>
                <a:cubicBezTo>
                  <a:pt x="317" y="74"/>
                  <a:pt x="316" y="73"/>
                  <a:pt x="315" y="73"/>
                </a:cubicBezTo>
                <a:cubicBezTo>
                  <a:pt x="313" y="73"/>
                  <a:pt x="314" y="76"/>
                  <a:pt x="313" y="77"/>
                </a:cubicBezTo>
                <a:cubicBezTo>
                  <a:pt x="312" y="79"/>
                  <a:pt x="312" y="78"/>
                  <a:pt x="311" y="77"/>
                </a:cubicBezTo>
                <a:cubicBezTo>
                  <a:pt x="309" y="76"/>
                  <a:pt x="308" y="75"/>
                  <a:pt x="306" y="74"/>
                </a:cubicBezTo>
                <a:cubicBezTo>
                  <a:pt x="304" y="71"/>
                  <a:pt x="304" y="67"/>
                  <a:pt x="301" y="65"/>
                </a:cubicBezTo>
                <a:cubicBezTo>
                  <a:pt x="298" y="61"/>
                  <a:pt x="296" y="65"/>
                  <a:pt x="293" y="65"/>
                </a:cubicBezTo>
                <a:cubicBezTo>
                  <a:pt x="291" y="65"/>
                  <a:pt x="289" y="64"/>
                  <a:pt x="287" y="65"/>
                </a:cubicBezTo>
                <a:cubicBezTo>
                  <a:pt x="286" y="66"/>
                  <a:pt x="285" y="68"/>
                  <a:pt x="284" y="69"/>
                </a:cubicBezTo>
                <a:cubicBezTo>
                  <a:pt x="283" y="66"/>
                  <a:pt x="278" y="67"/>
                  <a:pt x="276" y="66"/>
                </a:cubicBezTo>
                <a:cubicBezTo>
                  <a:pt x="274" y="65"/>
                  <a:pt x="273" y="63"/>
                  <a:pt x="271" y="63"/>
                </a:cubicBezTo>
                <a:cubicBezTo>
                  <a:pt x="268" y="63"/>
                  <a:pt x="266" y="64"/>
                  <a:pt x="265" y="65"/>
                </a:cubicBezTo>
                <a:cubicBezTo>
                  <a:pt x="265" y="64"/>
                  <a:pt x="264" y="64"/>
                  <a:pt x="264" y="64"/>
                </a:cubicBezTo>
                <a:cubicBezTo>
                  <a:pt x="263" y="63"/>
                  <a:pt x="263" y="62"/>
                  <a:pt x="263" y="62"/>
                </a:cubicBezTo>
                <a:cubicBezTo>
                  <a:pt x="262" y="61"/>
                  <a:pt x="261" y="61"/>
                  <a:pt x="260" y="60"/>
                </a:cubicBezTo>
                <a:cubicBezTo>
                  <a:pt x="258" y="57"/>
                  <a:pt x="261" y="56"/>
                  <a:pt x="261" y="53"/>
                </a:cubicBezTo>
                <a:cubicBezTo>
                  <a:pt x="261" y="52"/>
                  <a:pt x="260" y="52"/>
                  <a:pt x="259" y="51"/>
                </a:cubicBezTo>
                <a:cubicBezTo>
                  <a:pt x="259" y="50"/>
                  <a:pt x="260" y="49"/>
                  <a:pt x="259" y="48"/>
                </a:cubicBezTo>
                <a:cubicBezTo>
                  <a:pt x="259" y="47"/>
                  <a:pt x="258" y="47"/>
                  <a:pt x="258" y="46"/>
                </a:cubicBezTo>
                <a:cubicBezTo>
                  <a:pt x="258" y="45"/>
                  <a:pt x="259" y="44"/>
                  <a:pt x="259" y="44"/>
                </a:cubicBezTo>
                <a:cubicBezTo>
                  <a:pt x="257" y="43"/>
                  <a:pt x="256" y="42"/>
                  <a:pt x="254" y="40"/>
                </a:cubicBezTo>
                <a:cubicBezTo>
                  <a:pt x="253" y="38"/>
                  <a:pt x="252" y="37"/>
                  <a:pt x="250" y="38"/>
                </a:cubicBezTo>
                <a:cubicBezTo>
                  <a:pt x="249" y="39"/>
                  <a:pt x="248" y="40"/>
                  <a:pt x="246" y="39"/>
                </a:cubicBezTo>
                <a:cubicBezTo>
                  <a:pt x="245" y="39"/>
                  <a:pt x="245" y="38"/>
                  <a:pt x="244" y="38"/>
                </a:cubicBezTo>
                <a:cubicBezTo>
                  <a:pt x="242" y="36"/>
                  <a:pt x="239" y="37"/>
                  <a:pt x="236" y="37"/>
                </a:cubicBezTo>
                <a:cubicBezTo>
                  <a:pt x="237" y="36"/>
                  <a:pt x="238" y="35"/>
                  <a:pt x="238" y="34"/>
                </a:cubicBezTo>
                <a:cubicBezTo>
                  <a:pt x="238" y="33"/>
                  <a:pt x="237" y="33"/>
                  <a:pt x="236" y="32"/>
                </a:cubicBezTo>
                <a:cubicBezTo>
                  <a:pt x="236" y="31"/>
                  <a:pt x="237" y="30"/>
                  <a:pt x="237" y="28"/>
                </a:cubicBezTo>
                <a:cubicBezTo>
                  <a:pt x="237" y="27"/>
                  <a:pt x="236" y="27"/>
                  <a:pt x="235" y="26"/>
                </a:cubicBezTo>
                <a:cubicBezTo>
                  <a:pt x="233" y="23"/>
                  <a:pt x="236" y="23"/>
                  <a:pt x="238" y="23"/>
                </a:cubicBezTo>
                <a:cubicBezTo>
                  <a:pt x="239" y="22"/>
                  <a:pt x="240" y="22"/>
                  <a:pt x="240" y="21"/>
                </a:cubicBezTo>
                <a:cubicBezTo>
                  <a:pt x="241" y="20"/>
                  <a:pt x="240" y="18"/>
                  <a:pt x="239" y="18"/>
                </a:cubicBezTo>
                <a:cubicBezTo>
                  <a:pt x="238" y="17"/>
                  <a:pt x="237" y="17"/>
                  <a:pt x="236" y="16"/>
                </a:cubicBezTo>
                <a:cubicBezTo>
                  <a:pt x="235" y="15"/>
                  <a:pt x="235" y="14"/>
                  <a:pt x="234" y="13"/>
                </a:cubicBezTo>
                <a:cubicBezTo>
                  <a:pt x="233" y="10"/>
                  <a:pt x="233" y="8"/>
                  <a:pt x="232" y="6"/>
                </a:cubicBezTo>
                <a:cubicBezTo>
                  <a:pt x="231" y="4"/>
                  <a:pt x="229" y="1"/>
                  <a:pt x="227" y="1"/>
                </a:cubicBezTo>
                <a:cubicBezTo>
                  <a:pt x="225" y="1"/>
                  <a:pt x="225" y="4"/>
                  <a:pt x="223" y="4"/>
                </a:cubicBezTo>
                <a:cubicBezTo>
                  <a:pt x="223" y="0"/>
                  <a:pt x="217" y="2"/>
                  <a:pt x="215" y="3"/>
                </a:cubicBezTo>
                <a:cubicBezTo>
                  <a:pt x="213" y="4"/>
                  <a:pt x="211" y="6"/>
                  <a:pt x="209" y="6"/>
                </a:cubicBezTo>
                <a:cubicBezTo>
                  <a:pt x="207" y="5"/>
                  <a:pt x="206" y="4"/>
                  <a:pt x="204" y="3"/>
                </a:cubicBezTo>
                <a:cubicBezTo>
                  <a:pt x="199" y="1"/>
                  <a:pt x="201" y="6"/>
                  <a:pt x="199" y="9"/>
                </a:cubicBezTo>
                <a:cubicBezTo>
                  <a:pt x="199" y="11"/>
                  <a:pt x="196" y="12"/>
                  <a:pt x="194" y="12"/>
                </a:cubicBezTo>
                <a:cubicBezTo>
                  <a:pt x="192" y="12"/>
                  <a:pt x="191" y="11"/>
                  <a:pt x="189" y="10"/>
                </a:cubicBezTo>
                <a:cubicBezTo>
                  <a:pt x="189" y="10"/>
                  <a:pt x="189" y="10"/>
                  <a:pt x="189" y="10"/>
                </a:cubicBezTo>
                <a:cubicBezTo>
                  <a:pt x="189" y="10"/>
                  <a:pt x="189" y="10"/>
                  <a:pt x="188" y="10"/>
                </a:cubicBezTo>
                <a:cubicBezTo>
                  <a:pt x="189" y="12"/>
                  <a:pt x="185" y="10"/>
                  <a:pt x="184" y="10"/>
                </a:cubicBezTo>
                <a:cubicBezTo>
                  <a:pt x="182" y="9"/>
                  <a:pt x="181" y="11"/>
                  <a:pt x="179" y="11"/>
                </a:cubicBezTo>
                <a:cubicBezTo>
                  <a:pt x="177" y="12"/>
                  <a:pt x="175" y="10"/>
                  <a:pt x="173" y="11"/>
                </a:cubicBezTo>
                <a:cubicBezTo>
                  <a:pt x="173" y="12"/>
                  <a:pt x="173" y="13"/>
                  <a:pt x="172" y="14"/>
                </a:cubicBezTo>
                <a:cubicBezTo>
                  <a:pt x="172" y="14"/>
                  <a:pt x="171" y="15"/>
                  <a:pt x="170" y="15"/>
                </a:cubicBezTo>
                <a:cubicBezTo>
                  <a:pt x="166" y="19"/>
                  <a:pt x="163" y="23"/>
                  <a:pt x="165" y="28"/>
                </a:cubicBezTo>
                <a:cubicBezTo>
                  <a:pt x="165" y="30"/>
                  <a:pt x="167" y="33"/>
                  <a:pt x="166" y="35"/>
                </a:cubicBezTo>
                <a:cubicBezTo>
                  <a:pt x="165" y="36"/>
                  <a:pt x="163" y="37"/>
                  <a:pt x="162" y="36"/>
                </a:cubicBezTo>
                <a:cubicBezTo>
                  <a:pt x="160" y="34"/>
                  <a:pt x="160" y="32"/>
                  <a:pt x="159" y="31"/>
                </a:cubicBezTo>
                <a:cubicBezTo>
                  <a:pt x="157" y="29"/>
                  <a:pt x="155" y="30"/>
                  <a:pt x="153" y="30"/>
                </a:cubicBezTo>
                <a:cubicBezTo>
                  <a:pt x="151" y="31"/>
                  <a:pt x="149" y="29"/>
                  <a:pt x="147" y="29"/>
                </a:cubicBezTo>
                <a:cubicBezTo>
                  <a:pt x="146" y="29"/>
                  <a:pt x="146" y="30"/>
                  <a:pt x="145" y="31"/>
                </a:cubicBezTo>
                <a:cubicBezTo>
                  <a:pt x="144" y="32"/>
                  <a:pt x="143" y="32"/>
                  <a:pt x="142" y="32"/>
                </a:cubicBezTo>
                <a:cubicBezTo>
                  <a:pt x="138" y="33"/>
                  <a:pt x="141" y="26"/>
                  <a:pt x="136" y="25"/>
                </a:cubicBezTo>
                <a:cubicBezTo>
                  <a:pt x="135" y="25"/>
                  <a:pt x="134" y="26"/>
                  <a:pt x="132" y="27"/>
                </a:cubicBezTo>
                <a:cubicBezTo>
                  <a:pt x="130" y="28"/>
                  <a:pt x="131" y="29"/>
                  <a:pt x="130" y="31"/>
                </a:cubicBezTo>
                <a:cubicBezTo>
                  <a:pt x="128" y="31"/>
                  <a:pt x="128" y="29"/>
                  <a:pt x="127" y="28"/>
                </a:cubicBezTo>
                <a:cubicBezTo>
                  <a:pt x="125" y="26"/>
                  <a:pt x="125" y="27"/>
                  <a:pt x="123" y="27"/>
                </a:cubicBezTo>
                <a:cubicBezTo>
                  <a:pt x="121" y="27"/>
                  <a:pt x="121" y="26"/>
                  <a:pt x="120" y="25"/>
                </a:cubicBezTo>
                <a:cubicBezTo>
                  <a:pt x="118" y="24"/>
                  <a:pt x="118" y="27"/>
                  <a:pt x="117" y="27"/>
                </a:cubicBezTo>
                <a:cubicBezTo>
                  <a:pt x="115" y="27"/>
                  <a:pt x="114" y="25"/>
                  <a:pt x="112" y="26"/>
                </a:cubicBezTo>
                <a:cubicBezTo>
                  <a:pt x="111" y="26"/>
                  <a:pt x="112" y="28"/>
                  <a:pt x="111" y="29"/>
                </a:cubicBezTo>
                <a:cubicBezTo>
                  <a:pt x="109" y="31"/>
                  <a:pt x="109" y="28"/>
                  <a:pt x="108" y="27"/>
                </a:cubicBezTo>
                <a:cubicBezTo>
                  <a:pt x="108" y="25"/>
                  <a:pt x="107" y="25"/>
                  <a:pt x="105" y="25"/>
                </a:cubicBezTo>
                <a:cubicBezTo>
                  <a:pt x="103" y="28"/>
                  <a:pt x="100" y="24"/>
                  <a:pt x="99" y="22"/>
                </a:cubicBezTo>
                <a:cubicBezTo>
                  <a:pt x="98" y="21"/>
                  <a:pt x="98" y="20"/>
                  <a:pt x="97" y="20"/>
                </a:cubicBezTo>
                <a:cubicBezTo>
                  <a:pt x="95" y="20"/>
                  <a:pt x="96" y="21"/>
                  <a:pt x="95" y="21"/>
                </a:cubicBezTo>
                <a:cubicBezTo>
                  <a:pt x="94" y="21"/>
                  <a:pt x="93" y="21"/>
                  <a:pt x="93" y="20"/>
                </a:cubicBezTo>
                <a:cubicBezTo>
                  <a:pt x="91" y="20"/>
                  <a:pt x="90" y="20"/>
                  <a:pt x="88" y="20"/>
                </a:cubicBezTo>
                <a:cubicBezTo>
                  <a:pt x="87" y="20"/>
                  <a:pt x="86" y="20"/>
                  <a:pt x="84" y="19"/>
                </a:cubicBezTo>
                <a:cubicBezTo>
                  <a:pt x="81" y="18"/>
                  <a:pt x="78" y="16"/>
                  <a:pt x="74" y="16"/>
                </a:cubicBezTo>
                <a:cubicBezTo>
                  <a:pt x="71" y="16"/>
                  <a:pt x="69" y="15"/>
                  <a:pt x="66" y="15"/>
                </a:cubicBezTo>
                <a:cubicBezTo>
                  <a:pt x="63" y="15"/>
                  <a:pt x="61" y="15"/>
                  <a:pt x="58" y="15"/>
                </a:cubicBezTo>
                <a:cubicBezTo>
                  <a:pt x="56" y="15"/>
                  <a:pt x="55" y="16"/>
                  <a:pt x="53" y="16"/>
                </a:cubicBezTo>
                <a:cubicBezTo>
                  <a:pt x="50" y="16"/>
                  <a:pt x="48" y="16"/>
                  <a:pt x="46" y="16"/>
                </a:cubicBezTo>
                <a:cubicBezTo>
                  <a:pt x="42" y="17"/>
                  <a:pt x="42" y="21"/>
                  <a:pt x="39" y="24"/>
                </a:cubicBezTo>
                <a:cubicBezTo>
                  <a:pt x="38" y="25"/>
                  <a:pt x="37" y="26"/>
                  <a:pt x="35" y="26"/>
                </a:cubicBezTo>
                <a:cubicBezTo>
                  <a:pt x="33" y="25"/>
                  <a:pt x="31" y="24"/>
                  <a:pt x="28" y="25"/>
                </a:cubicBezTo>
                <a:cubicBezTo>
                  <a:pt x="29" y="27"/>
                  <a:pt x="30" y="29"/>
                  <a:pt x="31" y="31"/>
                </a:cubicBezTo>
                <a:cubicBezTo>
                  <a:pt x="31" y="33"/>
                  <a:pt x="29" y="35"/>
                  <a:pt x="31" y="36"/>
                </a:cubicBezTo>
                <a:cubicBezTo>
                  <a:pt x="32" y="38"/>
                  <a:pt x="34" y="41"/>
                  <a:pt x="35" y="43"/>
                </a:cubicBezTo>
                <a:cubicBezTo>
                  <a:pt x="35" y="44"/>
                  <a:pt x="36" y="46"/>
                  <a:pt x="37" y="47"/>
                </a:cubicBezTo>
                <a:cubicBezTo>
                  <a:pt x="38" y="48"/>
                  <a:pt x="39" y="48"/>
                  <a:pt x="39" y="50"/>
                </a:cubicBezTo>
                <a:cubicBezTo>
                  <a:pt x="37" y="50"/>
                  <a:pt x="36" y="52"/>
                  <a:pt x="38" y="53"/>
                </a:cubicBezTo>
                <a:cubicBezTo>
                  <a:pt x="39" y="57"/>
                  <a:pt x="37" y="59"/>
                  <a:pt x="37" y="63"/>
                </a:cubicBezTo>
                <a:cubicBezTo>
                  <a:pt x="36" y="64"/>
                  <a:pt x="34" y="64"/>
                  <a:pt x="32" y="64"/>
                </a:cubicBezTo>
                <a:cubicBezTo>
                  <a:pt x="31" y="65"/>
                  <a:pt x="30" y="66"/>
                  <a:pt x="29" y="67"/>
                </a:cubicBezTo>
                <a:cubicBezTo>
                  <a:pt x="27" y="69"/>
                  <a:pt x="25" y="71"/>
                  <a:pt x="22" y="73"/>
                </a:cubicBezTo>
                <a:cubicBezTo>
                  <a:pt x="20" y="75"/>
                  <a:pt x="19" y="77"/>
                  <a:pt x="17" y="80"/>
                </a:cubicBezTo>
                <a:cubicBezTo>
                  <a:pt x="15" y="82"/>
                  <a:pt x="12" y="85"/>
                  <a:pt x="11" y="87"/>
                </a:cubicBezTo>
                <a:cubicBezTo>
                  <a:pt x="9" y="90"/>
                  <a:pt x="12" y="91"/>
                  <a:pt x="12" y="94"/>
                </a:cubicBezTo>
                <a:cubicBezTo>
                  <a:pt x="12" y="97"/>
                  <a:pt x="10" y="99"/>
                  <a:pt x="12" y="101"/>
                </a:cubicBezTo>
                <a:cubicBezTo>
                  <a:pt x="13" y="102"/>
                  <a:pt x="15" y="104"/>
                  <a:pt x="14" y="105"/>
                </a:cubicBezTo>
                <a:cubicBezTo>
                  <a:pt x="13" y="107"/>
                  <a:pt x="10" y="104"/>
                  <a:pt x="8" y="103"/>
                </a:cubicBezTo>
                <a:cubicBezTo>
                  <a:pt x="8" y="104"/>
                  <a:pt x="8" y="104"/>
                  <a:pt x="8" y="105"/>
                </a:cubicBezTo>
                <a:cubicBezTo>
                  <a:pt x="6" y="107"/>
                  <a:pt x="6" y="111"/>
                  <a:pt x="5" y="114"/>
                </a:cubicBezTo>
                <a:cubicBezTo>
                  <a:pt x="3" y="117"/>
                  <a:pt x="0" y="119"/>
                  <a:pt x="0" y="123"/>
                </a:cubicBezTo>
                <a:cubicBezTo>
                  <a:pt x="4" y="123"/>
                  <a:pt x="2" y="125"/>
                  <a:pt x="4" y="128"/>
                </a:cubicBezTo>
                <a:cubicBezTo>
                  <a:pt x="5" y="129"/>
                  <a:pt x="7" y="128"/>
                  <a:pt x="8" y="129"/>
                </a:cubicBezTo>
                <a:cubicBezTo>
                  <a:pt x="10" y="132"/>
                  <a:pt x="9" y="132"/>
                  <a:pt x="12" y="132"/>
                </a:cubicBezTo>
                <a:cubicBezTo>
                  <a:pt x="14" y="132"/>
                  <a:pt x="16" y="133"/>
                  <a:pt x="15" y="136"/>
                </a:cubicBezTo>
                <a:cubicBezTo>
                  <a:pt x="20" y="136"/>
                  <a:pt x="19" y="130"/>
                  <a:pt x="23" y="134"/>
                </a:cubicBezTo>
                <a:cubicBezTo>
                  <a:pt x="25" y="135"/>
                  <a:pt x="25" y="136"/>
                  <a:pt x="27" y="135"/>
                </a:cubicBezTo>
                <a:cubicBezTo>
                  <a:pt x="29" y="134"/>
                  <a:pt x="30" y="134"/>
                  <a:pt x="32" y="135"/>
                </a:cubicBezTo>
                <a:cubicBezTo>
                  <a:pt x="34" y="136"/>
                  <a:pt x="35" y="136"/>
                  <a:pt x="37" y="137"/>
                </a:cubicBezTo>
                <a:cubicBezTo>
                  <a:pt x="39" y="137"/>
                  <a:pt x="40" y="138"/>
                  <a:pt x="42" y="137"/>
                </a:cubicBezTo>
                <a:cubicBezTo>
                  <a:pt x="44" y="137"/>
                  <a:pt x="45" y="136"/>
                  <a:pt x="47" y="137"/>
                </a:cubicBezTo>
                <a:cubicBezTo>
                  <a:pt x="49" y="137"/>
                  <a:pt x="49" y="138"/>
                  <a:pt x="51" y="140"/>
                </a:cubicBezTo>
                <a:cubicBezTo>
                  <a:pt x="52" y="141"/>
                  <a:pt x="54" y="143"/>
                  <a:pt x="56" y="143"/>
                </a:cubicBezTo>
                <a:cubicBezTo>
                  <a:pt x="58" y="143"/>
                  <a:pt x="59" y="140"/>
                  <a:pt x="60" y="139"/>
                </a:cubicBezTo>
                <a:cubicBezTo>
                  <a:pt x="63" y="137"/>
                  <a:pt x="68" y="137"/>
                  <a:pt x="71" y="137"/>
                </a:cubicBezTo>
                <a:cubicBezTo>
                  <a:pt x="76" y="136"/>
                  <a:pt x="79" y="135"/>
                  <a:pt x="81" y="131"/>
                </a:cubicBezTo>
                <a:cubicBezTo>
                  <a:pt x="82" y="130"/>
                  <a:pt x="82" y="129"/>
                  <a:pt x="84" y="128"/>
                </a:cubicBezTo>
                <a:cubicBezTo>
                  <a:pt x="85" y="128"/>
                  <a:pt x="86" y="128"/>
                  <a:pt x="88" y="127"/>
                </a:cubicBezTo>
                <a:cubicBezTo>
                  <a:pt x="89" y="127"/>
                  <a:pt x="89" y="126"/>
                  <a:pt x="90" y="126"/>
                </a:cubicBezTo>
                <a:cubicBezTo>
                  <a:pt x="91" y="124"/>
                  <a:pt x="92" y="124"/>
                  <a:pt x="94" y="124"/>
                </a:cubicBezTo>
                <a:cubicBezTo>
                  <a:pt x="94" y="124"/>
                  <a:pt x="95" y="125"/>
                  <a:pt x="95" y="124"/>
                </a:cubicBezTo>
                <a:cubicBezTo>
                  <a:pt x="96" y="124"/>
                  <a:pt x="96" y="124"/>
                  <a:pt x="96" y="123"/>
                </a:cubicBezTo>
                <a:cubicBezTo>
                  <a:pt x="98" y="123"/>
                  <a:pt x="99" y="124"/>
                  <a:pt x="101" y="124"/>
                </a:cubicBezTo>
                <a:cubicBezTo>
                  <a:pt x="101" y="123"/>
                  <a:pt x="101" y="123"/>
                  <a:pt x="102" y="123"/>
                </a:cubicBezTo>
                <a:cubicBezTo>
                  <a:pt x="103" y="122"/>
                  <a:pt x="104" y="123"/>
                  <a:pt x="104" y="122"/>
                </a:cubicBezTo>
                <a:cubicBezTo>
                  <a:pt x="106" y="122"/>
                  <a:pt x="106" y="121"/>
                  <a:pt x="107" y="121"/>
                </a:cubicBezTo>
                <a:cubicBezTo>
                  <a:pt x="108" y="121"/>
                  <a:pt x="108" y="122"/>
                  <a:pt x="109" y="122"/>
                </a:cubicBezTo>
                <a:cubicBezTo>
                  <a:pt x="109" y="122"/>
                  <a:pt x="110" y="122"/>
                  <a:pt x="111" y="122"/>
                </a:cubicBezTo>
                <a:cubicBezTo>
                  <a:pt x="112" y="123"/>
                  <a:pt x="113" y="124"/>
                  <a:pt x="114" y="125"/>
                </a:cubicBezTo>
                <a:cubicBezTo>
                  <a:pt x="115" y="126"/>
                  <a:pt x="116" y="125"/>
                  <a:pt x="117" y="126"/>
                </a:cubicBezTo>
                <a:cubicBezTo>
                  <a:pt x="117" y="126"/>
                  <a:pt x="117" y="127"/>
                  <a:pt x="118" y="128"/>
                </a:cubicBezTo>
                <a:cubicBezTo>
                  <a:pt x="118" y="127"/>
                  <a:pt x="118" y="127"/>
                  <a:pt x="119" y="127"/>
                </a:cubicBezTo>
                <a:cubicBezTo>
                  <a:pt x="119" y="128"/>
                  <a:pt x="119" y="128"/>
                  <a:pt x="119" y="128"/>
                </a:cubicBezTo>
                <a:cubicBezTo>
                  <a:pt x="120" y="129"/>
                  <a:pt x="121" y="128"/>
                  <a:pt x="122" y="128"/>
                </a:cubicBezTo>
                <a:cubicBezTo>
                  <a:pt x="122" y="129"/>
                  <a:pt x="122" y="130"/>
                  <a:pt x="122" y="131"/>
                </a:cubicBezTo>
                <a:cubicBezTo>
                  <a:pt x="123" y="130"/>
                  <a:pt x="124" y="132"/>
                  <a:pt x="124" y="133"/>
                </a:cubicBezTo>
                <a:cubicBezTo>
                  <a:pt x="125" y="133"/>
                  <a:pt x="125" y="132"/>
                  <a:pt x="125" y="132"/>
                </a:cubicBezTo>
                <a:cubicBezTo>
                  <a:pt x="126" y="131"/>
                  <a:pt x="126" y="131"/>
                  <a:pt x="127" y="131"/>
                </a:cubicBezTo>
                <a:cubicBezTo>
                  <a:pt x="128" y="131"/>
                  <a:pt x="130" y="132"/>
                  <a:pt x="131" y="132"/>
                </a:cubicBezTo>
                <a:cubicBezTo>
                  <a:pt x="131" y="133"/>
                  <a:pt x="132" y="134"/>
                  <a:pt x="132" y="136"/>
                </a:cubicBezTo>
                <a:cubicBezTo>
                  <a:pt x="133" y="136"/>
                  <a:pt x="134" y="137"/>
                  <a:pt x="136" y="137"/>
                </a:cubicBezTo>
                <a:cubicBezTo>
                  <a:pt x="136" y="137"/>
                  <a:pt x="136" y="135"/>
                  <a:pt x="138" y="136"/>
                </a:cubicBezTo>
                <a:cubicBezTo>
                  <a:pt x="139" y="137"/>
                  <a:pt x="139" y="140"/>
                  <a:pt x="139" y="141"/>
                </a:cubicBezTo>
                <a:cubicBezTo>
                  <a:pt x="139" y="141"/>
                  <a:pt x="139" y="142"/>
                  <a:pt x="139" y="142"/>
                </a:cubicBezTo>
                <a:cubicBezTo>
                  <a:pt x="139" y="142"/>
                  <a:pt x="139" y="144"/>
                  <a:pt x="139" y="144"/>
                </a:cubicBezTo>
                <a:cubicBezTo>
                  <a:pt x="139" y="146"/>
                  <a:pt x="137" y="147"/>
                  <a:pt x="137" y="150"/>
                </a:cubicBezTo>
                <a:cubicBezTo>
                  <a:pt x="138" y="151"/>
                  <a:pt x="138" y="151"/>
                  <a:pt x="139" y="151"/>
                </a:cubicBezTo>
                <a:cubicBezTo>
                  <a:pt x="140" y="152"/>
                  <a:pt x="140" y="152"/>
                  <a:pt x="141" y="154"/>
                </a:cubicBezTo>
                <a:cubicBezTo>
                  <a:pt x="142" y="155"/>
                  <a:pt x="142" y="155"/>
                  <a:pt x="144" y="155"/>
                </a:cubicBezTo>
                <a:cubicBezTo>
                  <a:pt x="145" y="155"/>
                  <a:pt x="145" y="154"/>
                  <a:pt x="146" y="156"/>
                </a:cubicBezTo>
                <a:cubicBezTo>
                  <a:pt x="146" y="156"/>
                  <a:pt x="145" y="159"/>
                  <a:pt x="145" y="159"/>
                </a:cubicBezTo>
                <a:cubicBezTo>
                  <a:pt x="145" y="161"/>
                  <a:pt x="144" y="161"/>
                  <a:pt x="145" y="162"/>
                </a:cubicBezTo>
                <a:cubicBezTo>
                  <a:pt x="145" y="162"/>
                  <a:pt x="146" y="162"/>
                  <a:pt x="146" y="163"/>
                </a:cubicBezTo>
                <a:cubicBezTo>
                  <a:pt x="147" y="164"/>
                  <a:pt x="147" y="165"/>
                  <a:pt x="146" y="166"/>
                </a:cubicBezTo>
                <a:cubicBezTo>
                  <a:pt x="147" y="166"/>
                  <a:pt x="149" y="167"/>
                  <a:pt x="149" y="167"/>
                </a:cubicBezTo>
                <a:cubicBezTo>
                  <a:pt x="150" y="168"/>
                  <a:pt x="151" y="168"/>
                  <a:pt x="152" y="169"/>
                </a:cubicBezTo>
                <a:cubicBezTo>
                  <a:pt x="154" y="171"/>
                  <a:pt x="153" y="175"/>
                  <a:pt x="153" y="178"/>
                </a:cubicBezTo>
                <a:cubicBezTo>
                  <a:pt x="154" y="179"/>
                  <a:pt x="156" y="180"/>
                  <a:pt x="157" y="181"/>
                </a:cubicBezTo>
                <a:cubicBezTo>
                  <a:pt x="156" y="182"/>
                  <a:pt x="152" y="183"/>
                  <a:pt x="151" y="182"/>
                </a:cubicBezTo>
                <a:cubicBezTo>
                  <a:pt x="151" y="182"/>
                  <a:pt x="149" y="179"/>
                  <a:pt x="149" y="179"/>
                </a:cubicBezTo>
                <a:cubicBezTo>
                  <a:pt x="149" y="180"/>
                  <a:pt x="148" y="182"/>
                  <a:pt x="147" y="182"/>
                </a:cubicBezTo>
                <a:cubicBezTo>
                  <a:pt x="146" y="182"/>
                  <a:pt x="144" y="180"/>
                  <a:pt x="144" y="179"/>
                </a:cubicBezTo>
                <a:cubicBezTo>
                  <a:pt x="144" y="180"/>
                  <a:pt x="141" y="182"/>
                  <a:pt x="141" y="180"/>
                </a:cubicBezTo>
                <a:cubicBezTo>
                  <a:pt x="141" y="181"/>
                  <a:pt x="140" y="183"/>
                  <a:pt x="139" y="182"/>
                </a:cubicBezTo>
                <a:cubicBezTo>
                  <a:pt x="138" y="181"/>
                  <a:pt x="139" y="178"/>
                  <a:pt x="138" y="178"/>
                </a:cubicBezTo>
                <a:cubicBezTo>
                  <a:pt x="137" y="178"/>
                  <a:pt x="134" y="180"/>
                  <a:pt x="134" y="180"/>
                </a:cubicBezTo>
                <a:cubicBezTo>
                  <a:pt x="133" y="181"/>
                  <a:pt x="133" y="185"/>
                  <a:pt x="134" y="186"/>
                </a:cubicBezTo>
                <a:cubicBezTo>
                  <a:pt x="134" y="187"/>
                  <a:pt x="135" y="187"/>
                  <a:pt x="135" y="188"/>
                </a:cubicBezTo>
                <a:cubicBezTo>
                  <a:pt x="135" y="189"/>
                  <a:pt x="134" y="190"/>
                  <a:pt x="134" y="191"/>
                </a:cubicBezTo>
                <a:cubicBezTo>
                  <a:pt x="133" y="192"/>
                  <a:pt x="134" y="193"/>
                  <a:pt x="133" y="193"/>
                </a:cubicBezTo>
                <a:cubicBezTo>
                  <a:pt x="132" y="194"/>
                  <a:pt x="131" y="193"/>
                  <a:pt x="130" y="194"/>
                </a:cubicBezTo>
                <a:cubicBezTo>
                  <a:pt x="129" y="195"/>
                  <a:pt x="130" y="197"/>
                  <a:pt x="129" y="198"/>
                </a:cubicBezTo>
                <a:cubicBezTo>
                  <a:pt x="127" y="200"/>
                  <a:pt x="126" y="202"/>
                  <a:pt x="125" y="203"/>
                </a:cubicBezTo>
                <a:cubicBezTo>
                  <a:pt x="126" y="204"/>
                  <a:pt x="126" y="204"/>
                  <a:pt x="125" y="206"/>
                </a:cubicBezTo>
                <a:cubicBezTo>
                  <a:pt x="123" y="206"/>
                  <a:pt x="121" y="205"/>
                  <a:pt x="119" y="207"/>
                </a:cubicBezTo>
                <a:cubicBezTo>
                  <a:pt x="122" y="210"/>
                  <a:pt x="125" y="215"/>
                  <a:pt x="130" y="213"/>
                </a:cubicBezTo>
                <a:cubicBezTo>
                  <a:pt x="131" y="211"/>
                  <a:pt x="133" y="212"/>
                  <a:pt x="134" y="212"/>
                </a:cubicBezTo>
                <a:cubicBezTo>
                  <a:pt x="136" y="211"/>
                  <a:pt x="137" y="210"/>
                  <a:pt x="139" y="209"/>
                </a:cubicBezTo>
                <a:cubicBezTo>
                  <a:pt x="143" y="208"/>
                  <a:pt x="146" y="209"/>
                  <a:pt x="149" y="213"/>
                </a:cubicBezTo>
                <a:cubicBezTo>
                  <a:pt x="149" y="211"/>
                  <a:pt x="150" y="210"/>
                  <a:pt x="149" y="209"/>
                </a:cubicBezTo>
                <a:cubicBezTo>
                  <a:pt x="149" y="208"/>
                  <a:pt x="148" y="208"/>
                  <a:pt x="148" y="208"/>
                </a:cubicBezTo>
                <a:cubicBezTo>
                  <a:pt x="147" y="206"/>
                  <a:pt x="146" y="204"/>
                  <a:pt x="146" y="203"/>
                </a:cubicBezTo>
                <a:cubicBezTo>
                  <a:pt x="146" y="201"/>
                  <a:pt x="146" y="198"/>
                  <a:pt x="148" y="198"/>
                </a:cubicBezTo>
                <a:cubicBezTo>
                  <a:pt x="149" y="198"/>
                  <a:pt x="150" y="201"/>
                  <a:pt x="150" y="201"/>
                </a:cubicBezTo>
                <a:cubicBezTo>
                  <a:pt x="151" y="200"/>
                  <a:pt x="153" y="198"/>
                  <a:pt x="155" y="197"/>
                </a:cubicBezTo>
                <a:cubicBezTo>
                  <a:pt x="157" y="196"/>
                  <a:pt x="159" y="197"/>
                  <a:pt x="161" y="194"/>
                </a:cubicBezTo>
                <a:cubicBezTo>
                  <a:pt x="162" y="191"/>
                  <a:pt x="164" y="189"/>
                  <a:pt x="166" y="187"/>
                </a:cubicBezTo>
                <a:cubicBezTo>
                  <a:pt x="167" y="185"/>
                  <a:pt x="168" y="184"/>
                  <a:pt x="169" y="182"/>
                </a:cubicBezTo>
                <a:cubicBezTo>
                  <a:pt x="169" y="181"/>
                  <a:pt x="169" y="179"/>
                  <a:pt x="169" y="177"/>
                </a:cubicBezTo>
                <a:cubicBezTo>
                  <a:pt x="171" y="177"/>
                  <a:pt x="173" y="176"/>
                  <a:pt x="175" y="175"/>
                </a:cubicBezTo>
                <a:cubicBezTo>
                  <a:pt x="177" y="175"/>
                  <a:pt x="178" y="175"/>
                  <a:pt x="180" y="175"/>
                </a:cubicBezTo>
                <a:cubicBezTo>
                  <a:pt x="182" y="174"/>
                  <a:pt x="182" y="173"/>
                  <a:pt x="184" y="174"/>
                </a:cubicBezTo>
                <a:cubicBezTo>
                  <a:pt x="185" y="174"/>
                  <a:pt x="187" y="175"/>
                  <a:pt x="188" y="174"/>
                </a:cubicBezTo>
                <a:cubicBezTo>
                  <a:pt x="192" y="172"/>
                  <a:pt x="188" y="166"/>
                  <a:pt x="189" y="162"/>
                </a:cubicBezTo>
                <a:cubicBezTo>
                  <a:pt x="194" y="165"/>
                  <a:pt x="189" y="172"/>
                  <a:pt x="193" y="175"/>
                </a:cubicBezTo>
                <a:cubicBezTo>
                  <a:pt x="197" y="177"/>
                  <a:pt x="201" y="174"/>
                  <a:pt x="205" y="176"/>
                </a:cubicBezTo>
                <a:cubicBezTo>
                  <a:pt x="203" y="177"/>
                  <a:pt x="201" y="179"/>
                  <a:pt x="199" y="179"/>
                </a:cubicBezTo>
                <a:cubicBezTo>
                  <a:pt x="197" y="180"/>
                  <a:pt x="195" y="179"/>
                  <a:pt x="193" y="178"/>
                </a:cubicBezTo>
                <a:cubicBezTo>
                  <a:pt x="191" y="177"/>
                  <a:pt x="185" y="175"/>
                  <a:pt x="184" y="177"/>
                </a:cubicBezTo>
                <a:cubicBezTo>
                  <a:pt x="180" y="180"/>
                  <a:pt x="191" y="179"/>
                  <a:pt x="192" y="180"/>
                </a:cubicBezTo>
                <a:cubicBezTo>
                  <a:pt x="195" y="182"/>
                  <a:pt x="190" y="182"/>
                  <a:pt x="189" y="183"/>
                </a:cubicBezTo>
                <a:cubicBezTo>
                  <a:pt x="189" y="184"/>
                  <a:pt x="194" y="185"/>
                  <a:pt x="195" y="186"/>
                </a:cubicBezTo>
                <a:cubicBezTo>
                  <a:pt x="195" y="186"/>
                  <a:pt x="197" y="186"/>
                  <a:pt x="198" y="187"/>
                </a:cubicBezTo>
                <a:cubicBezTo>
                  <a:pt x="198" y="188"/>
                  <a:pt x="198" y="189"/>
                  <a:pt x="199" y="189"/>
                </a:cubicBezTo>
                <a:cubicBezTo>
                  <a:pt x="201" y="190"/>
                  <a:pt x="203" y="190"/>
                  <a:pt x="205" y="190"/>
                </a:cubicBezTo>
                <a:cubicBezTo>
                  <a:pt x="208" y="189"/>
                  <a:pt x="211" y="189"/>
                  <a:pt x="213" y="189"/>
                </a:cubicBezTo>
                <a:cubicBezTo>
                  <a:pt x="214" y="188"/>
                  <a:pt x="216" y="187"/>
                  <a:pt x="216" y="187"/>
                </a:cubicBezTo>
                <a:cubicBezTo>
                  <a:pt x="218" y="187"/>
                  <a:pt x="217" y="187"/>
                  <a:pt x="218" y="188"/>
                </a:cubicBezTo>
                <a:cubicBezTo>
                  <a:pt x="219" y="188"/>
                  <a:pt x="221" y="190"/>
                  <a:pt x="222" y="191"/>
                </a:cubicBezTo>
                <a:cubicBezTo>
                  <a:pt x="224" y="191"/>
                  <a:pt x="224" y="188"/>
                  <a:pt x="225" y="188"/>
                </a:cubicBezTo>
                <a:cubicBezTo>
                  <a:pt x="227" y="189"/>
                  <a:pt x="227" y="195"/>
                  <a:pt x="226" y="196"/>
                </a:cubicBezTo>
                <a:cubicBezTo>
                  <a:pt x="224" y="197"/>
                  <a:pt x="221" y="198"/>
                  <a:pt x="219" y="199"/>
                </a:cubicBezTo>
                <a:cubicBezTo>
                  <a:pt x="216" y="199"/>
                  <a:pt x="213" y="201"/>
                  <a:pt x="211" y="203"/>
                </a:cubicBezTo>
                <a:cubicBezTo>
                  <a:pt x="209" y="205"/>
                  <a:pt x="209" y="206"/>
                  <a:pt x="206" y="207"/>
                </a:cubicBezTo>
                <a:cubicBezTo>
                  <a:pt x="204" y="207"/>
                  <a:pt x="203" y="208"/>
                  <a:pt x="204" y="210"/>
                </a:cubicBezTo>
                <a:cubicBezTo>
                  <a:pt x="205" y="212"/>
                  <a:pt x="207" y="211"/>
                  <a:pt x="208" y="211"/>
                </a:cubicBezTo>
                <a:cubicBezTo>
                  <a:pt x="211" y="210"/>
                  <a:pt x="212" y="211"/>
                  <a:pt x="214" y="213"/>
                </a:cubicBezTo>
                <a:cubicBezTo>
                  <a:pt x="215" y="213"/>
                  <a:pt x="216" y="215"/>
                  <a:pt x="218" y="215"/>
                </a:cubicBezTo>
                <a:cubicBezTo>
                  <a:pt x="219" y="216"/>
                  <a:pt x="220" y="216"/>
                  <a:pt x="221" y="216"/>
                </a:cubicBezTo>
                <a:cubicBezTo>
                  <a:pt x="223" y="217"/>
                  <a:pt x="225" y="220"/>
                  <a:pt x="225" y="222"/>
                </a:cubicBezTo>
                <a:cubicBezTo>
                  <a:pt x="225" y="225"/>
                  <a:pt x="222" y="225"/>
                  <a:pt x="223" y="228"/>
                </a:cubicBezTo>
                <a:cubicBezTo>
                  <a:pt x="223" y="229"/>
                  <a:pt x="224" y="230"/>
                  <a:pt x="224" y="231"/>
                </a:cubicBezTo>
                <a:cubicBezTo>
                  <a:pt x="223" y="232"/>
                  <a:pt x="222" y="231"/>
                  <a:pt x="221" y="231"/>
                </a:cubicBezTo>
                <a:cubicBezTo>
                  <a:pt x="219" y="232"/>
                  <a:pt x="220" y="234"/>
                  <a:pt x="222" y="234"/>
                </a:cubicBezTo>
                <a:cubicBezTo>
                  <a:pt x="223" y="235"/>
                  <a:pt x="225" y="235"/>
                  <a:pt x="226" y="236"/>
                </a:cubicBezTo>
                <a:cubicBezTo>
                  <a:pt x="230" y="239"/>
                  <a:pt x="235" y="235"/>
                  <a:pt x="239" y="233"/>
                </a:cubicBezTo>
                <a:cubicBezTo>
                  <a:pt x="240" y="231"/>
                  <a:pt x="240" y="229"/>
                  <a:pt x="242" y="227"/>
                </a:cubicBezTo>
                <a:cubicBezTo>
                  <a:pt x="244" y="226"/>
                  <a:pt x="248" y="225"/>
                  <a:pt x="250" y="225"/>
                </a:cubicBezTo>
                <a:cubicBezTo>
                  <a:pt x="252" y="225"/>
                  <a:pt x="253" y="226"/>
                  <a:pt x="254" y="225"/>
                </a:cubicBezTo>
                <a:cubicBezTo>
                  <a:pt x="255" y="225"/>
                  <a:pt x="255" y="223"/>
                  <a:pt x="256" y="223"/>
                </a:cubicBezTo>
                <a:cubicBezTo>
                  <a:pt x="257" y="222"/>
                  <a:pt x="259" y="222"/>
                  <a:pt x="260" y="221"/>
                </a:cubicBezTo>
                <a:cubicBezTo>
                  <a:pt x="261" y="220"/>
                  <a:pt x="260" y="219"/>
                  <a:pt x="262" y="218"/>
                </a:cubicBezTo>
                <a:cubicBezTo>
                  <a:pt x="265" y="216"/>
                  <a:pt x="267" y="219"/>
                  <a:pt x="270" y="220"/>
                </a:cubicBezTo>
                <a:cubicBezTo>
                  <a:pt x="272" y="221"/>
                  <a:pt x="272" y="220"/>
                  <a:pt x="273" y="219"/>
                </a:cubicBezTo>
                <a:cubicBezTo>
                  <a:pt x="275" y="219"/>
                  <a:pt x="275" y="219"/>
                  <a:pt x="277" y="220"/>
                </a:cubicBezTo>
                <a:cubicBezTo>
                  <a:pt x="277" y="218"/>
                  <a:pt x="280" y="220"/>
                  <a:pt x="281" y="219"/>
                </a:cubicBezTo>
                <a:cubicBezTo>
                  <a:pt x="281" y="218"/>
                  <a:pt x="279" y="217"/>
                  <a:pt x="279" y="216"/>
                </a:cubicBezTo>
                <a:cubicBezTo>
                  <a:pt x="279" y="213"/>
                  <a:pt x="285" y="213"/>
                  <a:pt x="285" y="210"/>
                </a:cubicBezTo>
                <a:cubicBezTo>
                  <a:pt x="285" y="209"/>
                  <a:pt x="280" y="210"/>
                  <a:pt x="279" y="209"/>
                </a:cubicBezTo>
                <a:cubicBezTo>
                  <a:pt x="278" y="209"/>
                  <a:pt x="277" y="208"/>
                  <a:pt x="276" y="208"/>
                </a:cubicBezTo>
                <a:cubicBezTo>
                  <a:pt x="274" y="208"/>
                  <a:pt x="273" y="210"/>
                  <a:pt x="271" y="210"/>
                </a:cubicBezTo>
                <a:cubicBezTo>
                  <a:pt x="269" y="210"/>
                  <a:pt x="269" y="207"/>
                  <a:pt x="268" y="207"/>
                </a:cubicBezTo>
                <a:cubicBezTo>
                  <a:pt x="266" y="206"/>
                  <a:pt x="265" y="209"/>
                  <a:pt x="264" y="210"/>
                </a:cubicBezTo>
                <a:cubicBezTo>
                  <a:pt x="259" y="214"/>
                  <a:pt x="257" y="208"/>
                  <a:pt x="255" y="205"/>
                </a:cubicBezTo>
                <a:cubicBezTo>
                  <a:pt x="252" y="201"/>
                  <a:pt x="250" y="196"/>
                  <a:pt x="249" y="191"/>
                </a:cubicBezTo>
                <a:cubicBezTo>
                  <a:pt x="248" y="189"/>
                  <a:pt x="249" y="188"/>
                  <a:pt x="250" y="186"/>
                </a:cubicBezTo>
                <a:cubicBezTo>
                  <a:pt x="253" y="185"/>
                  <a:pt x="255" y="183"/>
                  <a:pt x="257" y="182"/>
                </a:cubicBezTo>
                <a:cubicBezTo>
                  <a:pt x="257" y="183"/>
                  <a:pt x="256" y="185"/>
                  <a:pt x="255" y="187"/>
                </a:cubicBezTo>
                <a:cubicBezTo>
                  <a:pt x="255" y="187"/>
                  <a:pt x="253" y="189"/>
                  <a:pt x="254" y="190"/>
                </a:cubicBezTo>
                <a:cubicBezTo>
                  <a:pt x="255" y="191"/>
                  <a:pt x="259" y="184"/>
                  <a:pt x="259" y="183"/>
                </a:cubicBezTo>
                <a:cubicBezTo>
                  <a:pt x="263" y="179"/>
                  <a:pt x="271" y="171"/>
                  <a:pt x="277" y="175"/>
                </a:cubicBezTo>
                <a:cubicBezTo>
                  <a:pt x="278" y="173"/>
                  <a:pt x="280" y="172"/>
                  <a:pt x="282" y="171"/>
                </a:cubicBezTo>
                <a:cubicBezTo>
                  <a:pt x="283" y="171"/>
                  <a:pt x="284" y="170"/>
                  <a:pt x="286" y="171"/>
                </a:cubicBezTo>
                <a:cubicBezTo>
                  <a:pt x="286" y="171"/>
                  <a:pt x="286" y="173"/>
                  <a:pt x="288" y="173"/>
                </a:cubicBezTo>
                <a:cubicBezTo>
                  <a:pt x="288" y="170"/>
                  <a:pt x="290" y="169"/>
                  <a:pt x="292" y="168"/>
                </a:cubicBezTo>
                <a:cubicBezTo>
                  <a:pt x="293" y="168"/>
                  <a:pt x="294" y="167"/>
                  <a:pt x="295" y="167"/>
                </a:cubicBezTo>
                <a:cubicBezTo>
                  <a:pt x="296" y="167"/>
                  <a:pt x="297" y="167"/>
                  <a:pt x="298" y="166"/>
                </a:cubicBezTo>
                <a:cubicBezTo>
                  <a:pt x="299" y="166"/>
                  <a:pt x="299" y="164"/>
                  <a:pt x="300" y="164"/>
                </a:cubicBezTo>
                <a:cubicBezTo>
                  <a:pt x="301" y="163"/>
                  <a:pt x="302" y="162"/>
                  <a:pt x="304" y="162"/>
                </a:cubicBezTo>
                <a:cubicBezTo>
                  <a:pt x="307" y="162"/>
                  <a:pt x="310" y="161"/>
                  <a:pt x="313" y="162"/>
                </a:cubicBezTo>
                <a:cubicBezTo>
                  <a:pt x="313" y="162"/>
                  <a:pt x="313" y="163"/>
                  <a:pt x="313" y="163"/>
                </a:cubicBezTo>
                <a:cubicBezTo>
                  <a:pt x="314" y="163"/>
                  <a:pt x="314" y="162"/>
                  <a:pt x="315" y="162"/>
                </a:cubicBezTo>
                <a:cubicBezTo>
                  <a:pt x="314" y="161"/>
                  <a:pt x="314" y="161"/>
                  <a:pt x="314" y="160"/>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3" name="Freeform 11"/>
          <p:cNvSpPr>
            <a:spLocks/>
          </p:cNvSpPr>
          <p:nvPr/>
        </p:nvSpPr>
        <p:spPr bwMode="auto">
          <a:xfrm>
            <a:off x="8870950" y="4849813"/>
            <a:ext cx="342900" cy="215900"/>
          </a:xfrm>
          <a:custGeom>
            <a:avLst/>
            <a:gdLst>
              <a:gd name="T0" fmla="*/ 35 w 90"/>
              <a:gd name="T1" fmla="*/ 53 h 57"/>
              <a:gd name="T2" fmla="*/ 41 w 90"/>
              <a:gd name="T3" fmla="*/ 52 h 57"/>
              <a:gd name="T4" fmla="*/ 44 w 90"/>
              <a:gd name="T5" fmla="*/ 46 h 57"/>
              <a:gd name="T6" fmla="*/ 47 w 90"/>
              <a:gd name="T7" fmla="*/ 39 h 57"/>
              <a:gd name="T8" fmla="*/ 52 w 90"/>
              <a:gd name="T9" fmla="*/ 46 h 57"/>
              <a:gd name="T10" fmla="*/ 56 w 90"/>
              <a:gd name="T11" fmla="*/ 48 h 57"/>
              <a:gd name="T12" fmla="*/ 58 w 90"/>
              <a:gd name="T13" fmla="*/ 53 h 57"/>
              <a:gd name="T14" fmla="*/ 59 w 90"/>
              <a:gd name="T15" fmla="*/ 55 h 57"/>
              <a:gd name="T16" fmla="*/ 61 w 90"/>
              <a:gd name="T17" fmla="*/ 53 h 57"/>
              <a:gd name="T18" fmla="*/ 63 w 90"/>
              <a:gd name="T19" fmla="*/ 46 h 57"/>
              <a:gd name="T20" fmla="*/ 66 w 90"/>
              <a:gd name="T21" fmla="*/ 39 h 57"/>
              <a:gd name="T22" fmla="*/ 77 w 90"/>
              <a:gd name="T23" fmla="*/ 41 h 57"/>
              <a:gd name="T24" fmla="*/ 83 w 90"/>
              <a:gd name="T25" fmla="*/ 45 h 57"/>
              <a:gd name="T26" fmla="*/ 83 w 90"/>
              <a:gd name="T27" fmla="*/ 40 h 57"/>
              <a:gd name="T28" fmla="*/ 81 w 90"/>
              <a:gd name="T29" fmla="*/ 34 h 57"/>
              <a:gd name="T30" fmla="*/ 86 w 90"/>
              <a:gd name="T31" fmla="*/ 36 h 57"/>
              <a:gd name="T32" fmla="*/ 88 w 90"/>
              <a:gd name="T33" fmla="*/ 32 h 57"/>
              <a:gd name="T34" fmla="*/ 89 w 90"/>
              <a:gd name="T35" fmla="*/ 24 h 57"/>
              <a:gd name="T36" fmla="*/ 80 w 90"/>
              <a:gd name="T37" fmla="*/ 26 h 57"/>
              <a:gd name="T38" fmla="*/ 70 w 90"/>
              <a:gd name="T39" fmla="*/ 21 h 57"/>
              <a:gd name="T40" fmla="*/ 72 w 90"/>
              <a:gd name="T41" fmla="*/ 14 h 57"/>
              <a:gd name="T42" fmla="*/ 71 w 90"/>
              <a:gd name="T43" fmla="*/ 7 h 57"/>
              <a:gd name="T44" fmla="*/ 57 w 90"/>
              <a:gd name="T45" fmla="*/ 3 h 57"/>
              <a:gd name="T46" fmla="*/ 50 w 90"/>
              <a:gd name="T47" fmla="*/ 3 h 57"/>
              <a:gd name="T48" fmla="*/ 44 w 90"/>
              <a:gd name="T49" fmla="*/ 6 h 57"/>
              <a:gd name="T50" fmla="*/ 32 w 90"/>
              <a:gd name="T51" fmla="*/ 7 h 57"/>
              <a:gd name="T52" fmla="*/ 30 w 90"/>
              <a:gd name="T53" fmla="*/ 10 h 57"/>
              <a:gd name="T54" fmla="*/ 25 w 90"/>
              <a:gd name="T55" fmla="*/ 10 h 57"/>
              <a:gd name="T56" fmla="*/ 20 w 90"/>
              <a:gd name="T57" fmla="*/ 11 h 57"/>
              <a:gd name="T58" fmla="*/ 22 w 90"/>
              <a:gd name="T59" fmla="*/ 13 h 57"/>
              <a:gd name="T60" fmla="*/ 21 w 90"/>
              <a:gd name="T61" fmla="*/ 16 h 57"/>
              <a:gd name="T62" fmla="*/ 16 w 90"/>
              <a:gd name="T63" fmla="*/ 20 h 57"/>
              <a:gd name="T64" fmla="*/ 10 w 90"/>
              <a:gd name="T65" fmla="*/ 25 h 57"/>
              <a:gd name="T66" fmla="*/ 10 w 90"/>
              <a:gd name="T67" fmla="*/ 30 h 57"/>
              <a:gd name="T68" fmla="*/ 4 w 90"/>
              <a:gd name="T69" fmla="*/ 37 h 57"/>
              <a:gd name="T70" fmla="*/ 5 w 90"/>
              <a:gd name="T71" fmla="*/ 41 h 57"/>
              <a:gd name="T72" fmla="*/ 1 w 90"/>
              <a:gd name="T73" fmla="*/ 46 h 57"/>
              <a:gd name="T74" fmla="*/ 7 w 90"/>
              <a:gd name="T75" fmla="*/ 43 h 57"/>
              <a:gd name="T76" fmla="*/ 12 w 90"/>
              <a:gd name="T77" fmla="*/ 39 h 57"/>
              <a:gd name="T78" fmla="*/ 17 w 90"/>
              <a:gd name="T79" fmla="*/ 43 h 57"/>
              <a:gd name="T80" fmla="*/ 18 w 90"/>
              <a:gd name="T81" fmla="*/ 50 h 57"/>
              <a:gd name="T82" fmla="*/ 30 w 90"/>
              <a:gd name="T83" fmla="*/ 5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0" h="57">
                <a:moveTo>
                  <a:pt x="30" y="53"/>
                </a:moveTo>
                <a:cubicBezTo>
                  <a:pt x="32" y="52"/>
                  <a:pt x="32" y="52"/>
                  <a:pt x="35" y="53"/>
                </a:cubicBezTo>
                <a:cubicBezTo>
                  <a:pt x="36" y="54"/>
                  <a:pt x="38" y="54"/>
                  <a:pt x="38" y="52"/>
                </a:cubicBezTo>
                <a:cubicBezTo>
                  <a:pt x="39" y="52"/>
                  <a:pt x="40" y="52"/>
                  <a:pt x="41" y="52"/>
                </a:cubicBezTo>
                <a:cubicBezTo>
                  <a:pt x="41" y="51"/>
                  <a:pt x="41" y="50"/>
                  <a:pt x="42" y="49"/>
                </a:cubicBezTo>
                <a:cubicBezTo>
                  <a:pt x="43" y="48"/>
                  <a:pt x="45" y="48"/>
                  <a:pt x="44" y="46"/>
                </a:cubicBezTo>
                <a:cubicBezTo>
                  <a:pt x="43" y="44"/>
                  <a:pt x="42" y="44"/>
                  <a:pt x="44" y="43"/>
                </a:cubicBezTo>
                <a:cubicBezTo>
                  <a:pt x="47" y="42"/>
                  <a:pt x="45" y="41"/>
                  <a:pt x="47" y="39"/>
                </a:cubicBezTo>
                <a:cubicBezTo>
                  <a:pt x="49" y="39"/>
                  <a:pt x="49" y="41"/>
                  <a:pt x="49" y="43"/>
                </a:cubicBezTo>
                <a:cubicBezTo>
                  <a:pt x="50" y="45"/>
                  <a:pt x="50" y="45"/>
                  <a:pt x="52" y="46"/>
                </a:cubicBezTo>
                <a:cubicBezTo>
                  <a:pt x="53" y="47"/>
                  <a:pt x="53" y="48"/>
                  <a:pt x="54" y="48"/>
                </a:cubicBezTo>
                <a:cubicBezTo>
                  <a:pt x="55" y="48"/>
                  <a:pt x="56" y="48"/>
                  <a:pt x="56" y="48"/>
                </a:cubicBezTo>
                <a:cubicBezTo>
                  <a:pt x="57" y="49"/>
                  <a:pt x="57" y="50"/>
                  <a:pt x="57" y="51"/>
                </a:cubicBezTo>
                <a:cubicBezTo>
                  <a:pt x="57" y="52"/>
                  <a:pt x="57" y="52"/>
                  <a:pt x="58" y="53"/>
                </a:cubicBezTo>
                <a:cubicBezTo>
                  <a:pt x="58" y="53"/>
                  <a:pt x="58" y="53"/>
                  <a:pt x="59" y="54"/>
                </a:cubicBezTo>
                <a:cubicBezTo>
                  <a:pt x="59" y="54"/>
                  <a:pt x="59" y="55"/>
                  <a:pt x="59" y="55"/>
                </a:cubicBezTo>
                <a:cubicBezTo>
                  <a:pt x="60" y="56"/>
                  <a:pt x="60" y="57"/>
                  <a:pt x="61" y="56"/>
                </a:cubicBezTo>
                <a:cubicBezTo>
                  <a:pt x="64" y="56"/>
                  <a:pt x="61" y="54"/>
                  <a:pt x="61" y="53"/>
                </a:cubicBezTo>
                <a:cubicBezTo>
                  <a:pt x="59" y="51"/>
                  <a:pt x="61" y="51"/>
                  <a:pt x="62" y="49"/>
                </a:cubicBezTo>
                <a:cubicBezTo>
                  <a:pt x="62" y="48"/>
                  <a:pt x="62" y="47"/>
                  <a:pt x="63" y="46"/>
                </a:cubicBezTo>
                <a:cubicBezTo>
                  <a:pt x="64" y="46"/>
                  <a:pt x="65" y="45"/>
                  <a:pt x="65" y="44"/>
                </a:cubicBezTo>
                <a:cubicBezTo>
                  <a:pt x="66" y="42"/>
                  <a:pt x="65" y="40"/>
                  <a:pt x="66" y="39"/>
                </a:cubicBezTo>
                <a:cubicBezTo>
                  <a:pt x="67" y="36"/>
                  <a:pt x="69" y="39"/>
                  <a:pt x="69" y="40"/>
                </a:cubicBezTo>
                <a:cubicBezTo>
                  <a:pt x="72" y="45"/>
                  <a:pt x="73" y="43"/>
                  <a:pt x="77" y="41"/>
                </a:cubicBezTo>
                <a:cubicBezTo>
                  <a:pt x="78" y="41"/>
                  <a:pt x="79" y="41"/>
                  <a:pt x="80" y="43"/>
                </a:cubicBezTo>
                <a:cubicBezTo>
                  <a:pt x="81" y="44"/>
                  <a:pt x="82" y="48"/>
                  <a:pt x="83" y="45"/>
                </a:cubicBezTo>
                <a:cubicBezTo>
                  <a:pt x="84" y="44"/>
                  <a:pt x="83" y="43"/>
                  <a:pt x="83" y="43"/>
                </a:cubicBezTo>
                <a:cubicBezTo>
                  <a:pt x="83" y="42"/>
                  <a:pt x="83" y="41"/>
                  <a:pt x="83" y="40"/>
                </a:cubicBezTo>
                <a:cubicBezTo>
                  <a:pt x="82" y="39"/>
                  <a:pt x="81" y="39"/>
                  <a:pt x="81" y="38"/>
                </a:cubicBezTo>
                <a:cubicBezTo>
                  <a:pt x="81" y="37"/>
                  <a:pt x="81" y="36"/>
                  <a:pt x="81" y="34"/>
                </a:cubicBezTo>
                <a:cubicBezTo>
                  <a:pt x="82" y="34"/>
                  <a:pt x="83" y="34"/>
                  <a:pt x="84" y="35"/>
                </a:cubicBezTo>
                <a:cubicBezTo>
                  <a:pt x="85" y="35"/>
                  <a:pt x="85" y="36"/>
                  <a:pt x="86" y="36"/>
                </a:cubicBezTo>
                <a:cubicBezTo>
                  <a:pt x="87" y="37"/>
                  <a:pt x="89" y="37"/>
                  <a:pt x="89" y="35"/>
                </a:cubicBezTo>
                <a:cubicBezTo>
                  <a:pt x="89" y="34"/>
                  <a:pt x="89" y="33"/>
                  <a:pt x="88" y="32"/>
                </a:cubicBezTo>
                <a:cubicBezTo>
                  <a:pt x="88" y="31"/>
                  <a:pt x="89" y="30"/>
                  <a:pt x="89" y="29"/>
                </a:cubicBezTo>
                <a:cubicBezTo>
                  <a:pt x="90" y="27"/>
                  <a:pt x="90" y="25"/>
                  <a:pt x="89" y="24"/>
                </a:cubicBezTo>
                <a:cubicBezTo>
                  <a:pt x="87" y="22"/>
                  <a:pt x="87" y="24"/>
                  <a:pt x="86" y="25"/>
                </a:cubicBezTo>
                <a:cubicBezTo>
                  <a:pt x="84" y="27"/>
                  <a:pt x="82" y="27"/>
                  <a:pt x="80" y="26"/>
                </a:cubicBezTo>
                <a:cubicBezTo>
                  <a:pt x="78" y="25"/>
                  <a:pt x="79" y="24"/>
                  <a:pt x="77" y="22"/>
                </a:cubicBezTo>
                <a:cubicBezTo>
                  <a:pt x="76" y="21"/>
                  <a:pt x="72" y="22"/>
                  <a:pt x="70" y="21"/>
                </a:cubicBezTo>
                <a:cubicBezTo>
                  <a:pt x="70" y="20"/>
                  <a:pt x="70" y="19"/>
                  <a:pt x="70" y="18"/>
                </a:cubicBezTo>
                <a:cubicBezTo>
                  <a:pt x="70" y="16"/>
                  <a:pt x="71" y="15"/>
                  <a:pt x="72" y="14"/>
                </a:cubicBezTo>
                <a:cubicBezTo>
                  <a:pt x="72" y="13"/>
                  <a:pt x="73" y="12"/>
                  <a:pt x="73" y="11"/>
                </a:cubicBezTo>
                <a:cubicBezTo>
                  <a:pt x="73" y="9"/>
                  <a:pt x="72" y="9"/>
                  <a:pt x="71" y="7"/>
                </a:cubicBezTo>
                <a:cubicBezTo>
                  <a:pt x="68" y="7"/>
                  <a:pt x="66" y="4"/>
                  <a:pt x="62" y="3"/>
                </a:cubicBezTo>
                <a:cubicBezTo>
                  <a:pt x="60" y="3"/>
                  <a:pt x="59" y="4"/>
                  <a:pt x="57" y="3"/>
                </a:cubicBezTo>
                <a:cubicBezTo>
                  <a:pt x="56" y="3"/>
                  <a:pt x="55" y="2"/>
                  <a:pt x="54" y="1"/>
                </a:cubicBezTo>
                <a:cubicBezTo>
                  <a:pt x="52" y="0"/>
                  <a:pt x="49" y="0"/>
                  <a:pt x="50" y="3"/>
                </a:cubicBezTo>
                <a:cubicBezTo>
                  <a:pt x="50" y="4"/>
                  <a:pt x="53" y="4"/>
                  <a:pt x="52" y="6"/>
                </a:cubicBezTo>
                <a:cubicBezTo>
                  <a:pt x="49" y="7"/>
                  <a:pt x="47" y="5"/>
                  <a:pt x="44" y="6"/>
                </a:cubicBezTo>
                <a:cubicBezTo>
                  <a:pt x="41" y="7"/>
                  <a:pt x="37" y="7"/>
                  <a:pt x="34" y="7"/>
                </a:cubicBezTo>
                <a:cubicBezTo>
                  <a:pt x="33" y="7"/>
                  <a:pt x="32" y="7"/>
                  <a:pt x="32" y="7"/>
                </a:cubicBezTo>
                <a:cubicBezTo>
                  <a:pt x="31" y="8"/>
                  <a:pt x="31" y="8"/>
                  <a:pt x="31" y="9"/>
                </a:cubicBezTo>
                <a:cubicBezTo>
                  <a:pt x="30" y="9"/>
                  <a:pt x="30" y="10"/>
                  <a:pt x="30" y="10"/>
                </a:cubicBezTo>
                <a:cubicBezTo>
                  <a:pt x="29" y="11"/>
                  <a:pt x="29" y="10"/>
                  <a:pt x="29" y="11"/>
                </a:cubicBezTo>
                <a:cubicBezTo>
                  <a:pt x="27" y="11"/>
                  <a:pt x="26" y="10"/>
                  <a:pt x="25" y="10"/>
                </a:cubicBezTo>
                <a:cubicBezTo>
                  <a:pt x="25" y="9"/>
                  <a:pt x="24" y="8"/>
                  <a:pt x="22" y="9"/>
                </a:cubicBezTo>
                <a:cubicBezTo>
                  <a:pt x="21" y="9"/>
                  <a:pt x="21" y="11"/>
                  <a:pt x="20" y="11"/>
                </a:cubicBezTo>
                <a:cubicBezTo>
                  <a:pt x="20" y="12"/>
                  <a:pt x="18" y="13"/>
                  <a:pt x="20" y="13"/>
                </a:cubicBezTo>
                <a:cubicBezTo>
                  <a:pt x="20" y="13"/>
                  <a:pt x="21" y="13"/>
                  <a:pt x="22" y="13"/>
                </a:cubicBezTo>
                <a:cubicBezTo>
                  <a:pt x="23" y="14"/>
                  <a:pt x="21" y="14"/>
                  <a:pt x="21" y="15"/>
                </a:cubicBezTo>
                <a:cubicBezTo>
                  <a:pt x="20" y="15"/>
                  <a:pt x="21" y="16"/>
                  <a:pt x="21" y="16"/>
                </a:cubicBezTo>
                <a:cubicBezTo>
                  <a:pt x="20" y="17"/>
                  <a:pt x="19" y="18"/>
                  <a:pt x="18" y="19"/>
                </a:cubicBezTo>
                <a:cubicBezTo>
                  <a:pt x="18" y="19"/>
                  <a:pt x="17" y="20"/>
                  <a:pt x="16" y="20"/>
                </a:cubicBezTo>
                <a:cubicBezTo>
                  <a:pt x="16" y="21"/>
                  <a:pt x="15" y="22"/>
                  <a:pt x="15" y="23"/>
                </a:cubicBezTo>
                <a:cubicBezTo>
                  <a:pt x="14" y="24"/>
                  <a:pt x="11" y="24"/>
                  <a:pt x="10" y="25"/>
                </a:cubicBezTo>
                <a:cubicBezTo>
                  <a:pt x="10" y="25"/>
                  <a:pt x="11" y="27"/>
                  <a:pt x="11" y="27"/>
                </a:cubicBezTo>
                <a:cubicBezTo>
                  <a:pt x="11" y="28"/>
                  <a:pt x="11" y="29"/>
                  <a:pt x="10" y="30"/>
                </a:cubicBezTo>
                <a:cubicBezTo>
                  <a:pt x="10" y="32"/>
                  <a:pt x="7" y="32"/>
                  <a:pt x="5" y="34"/>
                </a:cubicBezTo>
                <a:cubicBezTo>
                  <a:pt x="5" y="35"/>
                  <a:pt x="5" y="36"/>
                  <a:pt x="4" y="37"/>
                </a:cubicBezTo>
                <a:cubicBezTo>
                  <a:pt x="4" y="37"/>
                  <a:pt x="4" y="39"/>
                  <a:pt x="3" y="39"/>
                </a:cubicBezTo>
                <a:cubicBezTo>
                  <a:pt x="3" y="40"/>
                  <a:pt x="4" y="40"/>
                  <a:pt x="5" y="41"/>
                </a:cubicBezTo>
                <a:cubicBezTo>
                  <a:pt x="5" y="42"/>
                  <a:pt x="5" y="42"/>
                  <a:pt x="4" y="43"/>
                </a:cubicBezTo>
                <a:cubicBezTo>
                  <a:pt x="4" y="45"/>
                  <a:pt x="2" y="44"/>
                  <a:pt x="1" y="46"/>
                </a:cubicBezTo>
                <a:cubicBezTo>
                  <a:pt x="0" y="49"/>
                  <a:pt x="8" y="47"/>
                  <a:pt x="8" y="44"/>
                </a:cubicBezTo>
                <a:cubicBezTo>
                  <a:pt x="8" y="44"/>
                  <a:pt x="7" y="43"/>
                  <a:pt x="7" y="43"/>
                </a:cubicBezTo>
                <a:cubicBezTo>
                  <a:pt x="7" y="42"/>
                  <a:pt x="7" y="42"/>
                  <a:pt x="7" y="41"/>
                </a:cubicBezTo>
                <a:cubicBezTo>
                  <a:pt x="8" y="40"/>
                  <a:pt x="10" y="39"/>
                  <a:pt x="12" y="39"/>
                </a:cubicBezTo>
                <a:cubicBezTo>
                  <a:pt x="13" y="39"/>
                  <a:pt x="16" y="38"/>
                  <a:pt x="17" y="39"/>
                </a:cubicBezTo>
                <a:cubicBezTo>
                  <a:pt x="18" y="40"/>
                  <a:pt x="17" y="41"/>
                  <a:pt x="17" y="43"/>
                </a:cubicBezTo>
                <a:cubicBezTo>
                  <a:pt x="19" y="44"/>
                  <a:pt x="17" y="46"/>
                  <a:pt x="17" y="47"/>
                </a:cubicBezTo>
                <a:cubicBezTo>
                  <a:pt x="18" y="49"/>
                  <a:pt x="20" y="48"/>
                  <a:pt x="18" y="50"/>
                </a:cubicBezTo>
                <a:cubicBezTo>
                  <a:pt x="20" y="51"/>
                  <a:pt x="22" y="51"/>
                  <a:pt x="22" y="54"/>
                </a:cubicBezTo>
                <a:cubicBezTo>
                  <a:pt x="24" y="54"/>
                  <a:pt x="27" y="55"/>
                  <a:pt x="30" y="53"/>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4" name="Freeform 12"/>
          <p:cNvSpPr>
            <a:spLocks/>
          </p:cNvSpPr>
          <p:nvPr/>
        </p:nvSpPr>
        <p:spPr bwMode="auto">
          <a:xfrm>
            <a:off x="9839325" y="5024438"/>
            <a:ext cx="307975" cy="411162"/>
          </a:xfrm>
          <a:custGeom>
            <a:avLst/>
            <a:gdLst>
              <a:gd name="T0" fmla="*/ 69 w 81"/>
              <a:gd name="T1" fmla="*/ 97 h 108"/>
              <a:gd name="T2" fmla="*/ 70 w 81"/>
              <a:gd name="T3" fmla="*/ 92 h 108"/>
              <a:gd name="T4" fmla="*/ 78 w 81"/>
              <a:gd name="T5" fmla="*/ 87 h 108"/>
              <a:gd name="T6" fmla="*/ 78 w 81"/>
              <a:gd name="T7" fmla="*/ 81 h 108"/>
              <a:gd name="T8" fmla="*/ 72 w 81"/>
              <a:gd name="T9" fmla="*/ 76 h 108"/>
              <a:gd name="T10" fmla="*/ 69 w 81"/>
              <a:gd name="T11" fmla="*/ 62 h 108"/>
              <a:gd name="T12" fmla="*/ 73 w 81"/>
              <a:gd name="T13" fmla="*/ 56 h 108"/>
              <a:gd name="T14" fmla="*/ 72 w 81"/>
              <a:gd name="T15" fmla="*/ 51 h 108"/>
              <a:gd name="T16" fmla="*/ 70 w 81"/>
              <a:gd name="T17" fmla="*/ 47 h 108"/>
              <a:gd name="T18" fmla="*/ 76 w 81"/>
              <a:gd name="T19" fmla="*/ 44 h 108"/>
              <a:gd name="T20" fmla="*/ 70 w 81"/>
              <a:gd name="T21" fmla="*/ 41 h 108"/>
              <a:gd name="T22" fmla="*/ 63 w 81"/>
              <a:gd name="T23" fmla="*/ 47 h 108"/>
              <a:gd name="T24" fmla="*/ 56 w 81"/>
              <a:gd name="T25" fmla="*/ 43 h 108"/>
              <a:gd name="T26" fmla="*/ 49 w 81"/>
              <a:gd name="T27" fmla="*/ 37 h 108"/>
              <a:gd name="T28" fmla="*/ 49 w 81"/>
              <a:gd name="T29" fmla="*/ 33 h 108"/>
              <a:gd name="T30" fmla="*/ 51 w 81"/>
              <a:gd name="T31" fmla="*/ 29 h 108"/>
              <a:gd name="T32" fmla="*/ 42 w 81"/>
              <a:gd name="T33" fmla="*/ 24 h 108"/>
              <a:gd name="T34" fmla="*/ 37 w 81"/>
              <a:gd name="T35" fmla="*/ 18 h 108"/>
              <a:gd name="T36" fmla="*/ 37 w 81"/>
              <a:gd name="T37" fmla="*/ 12 h 108"/>
              <a:gd name="T38" fmla="*/ 28 w 81"/>
              <a:gd name="T39" fmla="*/ 6 h 108"/>
              <a:gd name="T40" fmla="*/ 19 w 81"/>
              <a:gd name="T41" fmla="*/ 1 h 108"/>
              <a:gd name="T42" fmla="*/ 12 w 81"/>
              <a:gd name="T43" fmla="*/ 2 h 108"/>
              <a:gd name="T44" fmla="*/ 6 w 81"/>
              <a:gd name="T45" fmla="*/ 6 h 108"/>
              <a:gd name="T46" fmla="*/ 0 w 81"/>
              <a:gd name="T47" fmla="*/ 12 h 108"/>
              <a:gd name="T48" fmla="*/ 0 w 81"/>
              <a:gd name="T49" fmla="*/ 19 h 108"/>
              <a:gd name="T50" fmla="*/ 3 w 81"/>
              <a:gd name="T51" fmla="*/ 22 h 108"/>
              <a:gd name="T52" fmla="*/ 9 w 81"/>
              <a:gd name="T53" fmla="*/ 29 h 108"/>
              <a:gd name="T54" fmla="*/ 4 w 81"/>
              <a:gd name="T55" fmla="*/ 35 h 108"/>
              <a:gd name="T56" fmla="*/ 6 w 81"/>
              <a:gd name="T57" fmla="*/ 45 h 108"/>
              <a:gd name="T58" fmla="*/ 9 w 81"/>
              <a:gd name="T59" fmla="*/ 54 h 108"/>
              <a:gd name="T60" fmla="*/ 14 w 81"/>
              <a:gd name="T61" fmla="*/ 61 h 108"/>
              <a:gd name="T62" fmla="*/ 12 w 81"/>
              <a:gd name="T63" fmla="*/ 70 h 108"/>
              <a:gd name="T64" fmla="*/ 10 w 81"/>
              <a:gd name="T65" fmla="*/ 73 h 108"/>
              <a:gd name="T66" fmla="*/ 6 w 81"/>
              <a:gd name="T67" fmla="*/ 74 h 108"/>
              <a:gd name="T68" fmla="*/ 12 w 81"/>
              <a:gd name="T69" fmla="*/ 80 h 108"/>
              <a:gd name="T70" fmla="*/ 23 w 81"/>
              <a:gd name="T71" fmla="*/ 87 h 108"/>
              <a:gd name="T72" fmla="*/ 29 w 81"/>
              <a:gd name="T73" fmla="*/ 90 h 108"/>
              <a:gd name="T74" fmla="*/ 31 w 81"/>
              <a:gd name="T75" fmla="*/ 92 h 108"/>
              <a:gd name="T76" fmla="*/ 35 w 81"/>
              <a:gd name="T77" fmla="*/ 86 h 108"/>
              <a:gd name="T78" fmla="*/ 38 w 81"/>
              <a:gd name="T79" fmla="*/ 82 h 108"/>
              <a:gd name="T80" fmla="*/ 42 w 81"/>
              <a:gd name="T81" fmla="*/ 85 h 108"/>
              <a:gd name="T82" fmla="*/ 48 w 81"/>
              <a:gd name="T83" fmla="*/ 91 h 108"/>
              <a:gd name="T84" fmla="*/ 49 w 81"/>
              <a:gd name="T85" fmla="*/ 94 h 108"/>
              <a:gd name="T86" fmla="*/ 57 w 81"/>
              <a:gd name="T87" fmla="*/ 97 h 108"/>
              <a:gd name="T88" fmla="*/ 54 w 81"/>
              <a:gd name="T89" fmla="*/ 104 h 108"/>
              <a:gd name="T90" fmla="*/ 52 w 81"/>
              <a:gd name="T91" fmla="*/ 105 h 108"/>
              <a:gd name="T92" fmla="*/ 59 w 81"/>
              <a:gd name="T93" fmla="*/ 106 h 108"/>
              <a:gd name="T94" fmla="*/ 67 w 81"/>
              <a:gd name="T95" fmla="*/ 105 h 108"/>
              <a:gd name="T96" fmla="*/ 71 w 81"/>
              <a:gd name="T9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 h="108">
                <a:moveTo>
                  <a:pt x="71" y="101"/>
                </a:moveTo>
                <a:cubicBezTo>
                  <a:pt x="69" y="99"/>
                  <a:pt x="69" y="99"/>
                  <a:pt x="69" y="97"/>
                </a:cubicBezTo>
                <a:cubicBezTo>
                  <a:pt x="70" y="96"/>
                  <a:pt x="70" y="96"/>
                  <a:pt x="70" y="94"/>
                </a:cubicBezTo>
                <a:cubicBezTo>
                  <a:pt x="70" y="93"/>
                  <a:pt x="69" y="93"/>
                  <a:pt x="70" y="92"/>
                </a:cubicBezTo>
                <a:cubicBezTo>
                  <a:pt x="71" y="90"/>
                  <a:pt x="73" y="92"/>
                  <a:pt x="75" y="91"/>
                </a:cubicBezTo>
                <a:cubicBezTo>
                  <a:pt x="76" y="90"/>
                  <a:pt x="77" y="88"/>
                  <a:pt x="78" y="87"/>
                </a:cubicBezTo>
                <a:cubicBezTo>
                  <a:pt x="80" y="86"/>
                  <a:pt x="81" y="85"/>
                  <a:pt x="80" y="83"/>
                </a:cubicBezTo>
                <a:cubicBezTo>
                  <a:pt x="80" y="82"/>
                  <a:pt x="79" y="82"/>
                  <a:pt x="78" y="81"/>
                </a:cubicBezTo>
                <a:cubicBezTo>
                  <a:pt x="78" y="80"/>
                  <a:pt x="77" y="79"/>
                  <a:pt x="77" y="79"/>
                </a:cubicBezTo>
                <a:cubicBezTo>
                  <a:pt x="75" y="77"/>
                  <a:pt x="73" y="77"/>
                  <a:pt x="72" y="76"/>
                </a:cubicBezTo>
                <a:cubicBezTo>
                  <a:pt x="70" y="75"/>
                  <a:pt x="70" y="71"/>
                  <a:pt x="69" y="70"/>
                </a:cubicBezTo>
                <a:cubicBezTo>
                  <a:pt x="68" y="67"/>
                  <a:pt x="68" y="65"/>
                  <a:pt x="69" y="62"/>
                </a:cubicBezTo>
                <a:cubicBezTo>
                  <a:pt x="70" y="61"/>
                  <a:pt x="72" y="60"/>
                  <a:pt x="73" y="59"/>
                </a:cubicBezTo>
                <a:cubicBezTo>
                  <a:pt x="73" y="58"/>
                  <a:pt x="73" y="57"/>
                  <a:pt x="73" y="56"/>
                </a:cubicBezTo>
                <a:cubicBezTo>
                  <a:pt x="74" y="55"/>
                  <a:pt x="74" y="55"/>
                  <a:pt x="75" y="54"/>
                </a:cubicBezTo>
                <a:cubicBezTo>
                  <a:pt x="75" y="52"/>
                  <a:pt x="73" y="52"/>
                  <a:pt x="72" y="51"/>
                </a:cubicBezTo>
                <a:cubicBezTo>
                  <a:pt x="71" y="51"/>
                  <a:pt x="71" y="50"/>
                  <a:pt x="71" y="49"/>
                </a:cubicBezTo>
                <a:cubicBezTo>
                  <a:pt x="70" y="48"/>
                  <a:pt x="70" y="48"/>
                  <a:pt x="70" y="47"/>
                </a:cubicBezTo>
                <a:cubicBezTo>
                  <a:pt x="71" y="46"/>
                  <a:pt x="73" y="45"/>
                  <a:pt x="74" y="45"/>
                </a:cubicBezTo>
                <a:cubicBezTo>
                  <a:pt x="75" y="45"/>
                  <a:pt x="77" y="46"/>
                  <a:pt x="76" y="44"/>
                </a:cubicBezTo>
                <a:cubicBezTo>
                  <a:pt x="75" y="43"/>
                  <a:pt x="74" y="43"/>
                  <a:pt x="73" y="43"/>
                </a:cubicBezTo>
                <a:cubicBezTo>
                  <a:pt x="72" y="43"/>
                  <a:pt x="71" y="42"/>
                  <a:pt x="70" y="41"/>
                </a:cubicBezTo>
                <a:cubicBezTo>
                  <a:pt x="68" y="42"/>
                  <a:pt x="68" y="43"/>
                  <a:pt x="67" y="45"/>
                </a:cubicBezTo>
                <a:cubicBezTo>
                  <a:pt x="66" y="46"/>
                  <a:pt x="65" y="48"/>
                  <a:pt x="63" y="47"/>
                </a:cubicBezTo>
                <a:cubicBezTo>
                  <a:pt x="61" y="47"/>
                  <a:pt x="62" y="45"/>
                  <a:pt x="61" y="43"/>
                </a:cubicBezTo>
                <a:cubicBezTo>
                  <a:pt x="59" y="41"/>
                  <a:pt x="58" y="43"/>
                  <a:pt x="56" y="43"/>
                </a:cubicBezTo>
                <a:cubicBezTo>
                  <a:pt x="54" y="43"/>
                  <a:pt x="54" y="40"/>
                  <a:pt x="52" y="40"/>
                </a:cubicBezTo>
                <a:cubicBezTo>
                  <a:pt x="51" y="39"/>
                  <a:pt x="48" y="39"/>
                  <a:pt x="49" y="37"/>
                </a:cubicBezTo>
                <a:cubicBezTo>
                  <a:pt x="49" y="36"/>
                  <a:pt x="51" y="37"/>
                  <a:pt x="51" y="36"/>
                </a:cubicBezTo>
                <a:cubicBezTo>
                  <a:pt x="51" y="35"/>
                  <a:pt x="49" y="34"/>
                  <a:pt x="49" y="33"/>
                </a:cubicBezTo>
                <a:cubicBezTo>
                  <a:pt x="49" y="32"/>
                  <a:pt x="49" y="31"/>
                  <a:pt x="50" y="31"/>
                </a:cubicBezTo>
                <a:cubicBezTo>
                  <a:pt x="50" y="30"/>
                  <a:pt x="51" y="30"/>
                  <a:pt x="51" y="29"/>
                </a:cubicBezTo>
                <a:cubicBezTo>
                  <a:pt x="51" y="28"/>
                  <a:pt x="48" y="27"/>
                  <a:pt x="47" y="27"/>
                </a:cubicBezTo>
                <a:cubicBezTo>
                  <a:pt x="45" y="26"/>
                  <a:pt x="43" y="25"/>
                  <a:pt x="42" y="24"/>
                </a:cubicBezTo>
                <a:cubicBezTo>
                  <a:pt x="40" y="23"/>
                  <a:pt x="38" y="21"/>
                  <a:pt x="37" y="20"/>
                </a:cubicBezTo>
                <a:cubicBezTo>
                  <a:pt x="37" y="19"/>
                  <a:pt x="37" y="19"/>
                  <a:pt x="37" y="18"/>
                </a:cubicBezTo>
                <a:cubicBezTo>
                  <a:pt x="37" y="17"/>
                  <a:pt x="36" y="17"/>
                  <a:pt x="36" y="16"/>
                </a:cubicBezTo>
                <a:cubicBezTo>
                  <a:pt x="36" y="15"/>
                  <a:pt x="38" y="13"/>
                  <a:pt x="37" y="12"/>
                </a:cubicBezTo>
                <a:cubicBezTo>
                  <a:pt x="35" y="14"/>
                  <a:pt x="33" y="9"/>
                  <a:pt x="32" y="8"/>
                </a:cubicBezTo>
                <a:cubicBezTo>
                  <a:pt x="31" y="7"/>
                  <a:pt x="29" y="7"/>
                  <a:pt x="28" y="6"/>
                </a:cubicBezTo>
                <a:cubicBezTo>
                  <a:pt x="27" y="5"/>
                  <a:pt x="27" y="3"/>
                  <a:pt x="26" y="2"/>
                </a:cubicBezTo>
                <a:cubicBezTo>
                  <a:pt x="24" y="1"/>
                  <a:pt x="21" y="1"/>
                  <a:pt x="19" y="1"/>
                </a:cubicBezTo>
                <a:cubicBezTo>
                  <a:pt x="19" y="2"/>
                  <a:pt x="17" y="1"/>
                  <a:pt x="16" y="1"/>
                </a:cubicBezTo>
                <a:cubicBezTo>
                  <a:pt x="14" y="0"/>
                  <a:pt x="13" y="0"/>
                  <a:pt x="12" y="2"/>
                </a:cubicBezTo>
                <a:cubicBezTo>
                  <a:pt x="11" y="3"/>
                  <a:pt x="10" y="3"/>
                  <a:pt x="9" y="4"/>
                </a:cubicBezTo>
                <a:cubicBezTo>
                  <a:pt x="8" y="5"/>
                  <a:pt x="8" y="6"/>
                  <a:pt x="6" y="6"/>
                </a:cubicBezTo>
                <a:cubicBezTo>
                  <a:pt x="5" y="6"/>
                  <a:pt x="4" y="5"/>
                  <a:pt x="3" y="5"/>
                </a:cubicBezTo>
                <a:cubicBezTo>
                  <a:pt x="2" y="8"/>
                  <a:pt x="0" y="9"/>
                  <a:pt x="0" y="12"/>
                </a:cubicBezTo>
                <a:cubicBezTo>
                  <a:pt x="0" y="13"/>
                  <a:pt x="1" y="14"/>
                  <a:pt x="1" y="15"/>
                </a:cubicBezTo>
                <a:cubicBezTo>
                  <a:pt x="1" y="17"/>
                  <a:pt x="0" y="18"/>
                  <a:pt x="0" y="19"/>
                </a:cubicBezTo>
                <a:cubicBezTo>
                  <a:pt x="1" y="19"/>
                  <a:pt x="3" y="18"/>
                  <a:pt x="4" y="20"/>
                </a:cubicBezTo>
                <a:cubicBezTo>
                  <a:pt x="4" y="20"/>
                  <a:pt x="3" y="21"/>
                  <a:pt x="3" y="22"/>
                </a:cubicBezTo>
                <a:cubicBezTo>
                  <a:pt x="2" y="23"/>
                  <a:pt x="2" y="23"/>
                  <a:pt x="2" y="24"/>
                </a:cubicBezTo>
                <a:cubicBezTo>
                  <a:pt x="4" y="25"/>
                  <a:pt x="11" y="27"/>
                  <a:pt x="9" y="29"/>
                </a:cubicBezTo>
                <a:cubicBezTo>
                  <a:pt x="8" y="30"/>
                  <a:pt x="6" y="29"/>
                  <a:pt x="5" y="30"/>
                </a:cubicBezTo>
                <a:cubicBezTo>
                  <a:pt x="4" y="31"/>
                  <a:pt x="5" y="34"/>
                  <a:pt x="4" y="35"/>
                </a:cubicBezTo>
                <a:cubicBezTo>
                  <a:pt x="7" y="35"/>
                  <a:pt x="10" y="35"/>
                  <a:pt x="10" y="38"/>
                </a:cubicBezTo>
                <a:cubicBezTo>
                  <a:pt x="10" y="41"/>
                  <a:pt x="8" y="43"/>
                  <a:pt x="6" y="45"/>
                </a:cubicBezTo>
                <a:cubicBezTo>
                  <a:pt x="5" y="47"/>
                  <a:pt x="3" y="51"/>
                  <a:pt x="6" y="53"/>
                </a:cubicBezTo>
                <a:cubicBezTo>
                  <a:pt x="7" y="53"/>
                  <a:pt x="8" y="53"/>
                  <a:pt x="9" y="54"/>
                </a:cubicBezTo>
                <a:cubicBezTo>
                  <a:pt x="10" y="54"/>
                  <a:pt x="10" y="55"/>
                  <a:pt x="10" y="56"/>
                </a:cubicBezTo>
                <a:cubicBezTo>
                  <a:pt x="11" y="56"/>
                  <a:pt x="15" y="59"/>
                  <a:pt x="14" y="61"/>
                </a:cubicBezTo>
                <a:cubicBezTo>
                  <a:pt x="13" y="63"/>
                  <a:pt x="9" y="61"/>
                  <a:pt x="8" y="61"/>
                </a:cubicBezTo>
                <a:cubicBezTo>
                  <a:pt x="6" y="63"/>
                  <a:pt x="12" y="67"/>
                  <a:pt x="12" y="70"/>
                </a:cubicBezTo>
                <a:cubicBezTo>
                  <a:pt x="12" y="71"/>
                  <a:pt x="13" y="72"/>
                  <a:pt x="12" y="73"/>
                </a:cubicBezTo>
                <a:cubicBezTo>
                  <a:pt x="11" y="74"/>
                  <a:pt x="11" y="73"/>
                  <a:pt x="10" y="73"/>
                </a:cubicBezTo>
                <a:cubicBezTo>
                  <a:pt x="9" y="73"/>
                  <a:pt x="9" y="72"/>
                  <a:pt x="8" y="72"/>
                </a:cubicBezTo>
                <a:cubicBezTo>
                  <a:pt x="7" y="73"/>
                  <a:pt x="7" y="74"/>
                  <a:pt x="6" y="74"/>
                </a:cubicBezTo>
                <a:cubicBezTo>
                  <a:pt x="6" y="76"/>
                  <a:pt x="7" y="76"/>
                  <a:pt x="8" y="76"/>
                </a:cubicBezTo>
                <a:cubicBezTo>
                  <a:pt x="10" y="77"/>
                  <a:pt x="11" y="78"/>
                  <a:pt x="12" y="80"/>
                </a:cubicBezTo>
                <a:cubicBezTo>
                  <a:pt x="13" y="82"/>
                  <a:pt x="15" y="84"/>
                  <a:pt x="19" y="85"/>
                </a:cubicBezTo>
                <a:cubicBezTo>
                  <a:pt x="21" y="86"/>
                  <a:pt x="21" y="85"/>
                  <a:pt x="23" y="87"/>
                </a:cubicBezTo>
                <a:cubicBezTo>
                  <a:pt x="24" y="88"/>
                  <a:pt x="24" y="88"/>
                  <a:pt x="26" y="88"/>
                </a:cubicBezTo>
                <a:cubicBezTo>
                  <a:pt x="27" y="89"/>
                  <a:pt x="28" y="89"/>
                  <a:pt x="29" y="90"/>
                </a:cubicBezTo>
                <a:cubicBezTo>
                  <a:pt x="29" y="92"/>
                  <a:pt x="28" y="92"/>
                  <a:pt x="27" y="92"/>
                </a:cubicBezTo>
                <a:cubicBezTo>
                  <a:pt x="28" y="93"/>
                  <a:pt x="30" y="93"/>
                  <a:pt x="31" y="92"/>
                </a:cubicBezTo>
                <a:cubicBezTo>
                  <a:pt x="31" y="91"/>
                  <a:pt x="30" y="90"/>
                  <a:pt x="31" y="89"/>
                </a:cubicBezTo>
                <a:cubicBezTo>
                  <a:pt x="31" y="87"/>
                  <a:pt x="34" y="88"/>
                  <a:pt x="35" y="86"/>
                </a:cubicBezTo>
                <a:cubicBezTo>
                  <a:pt x="35" y="84"/>
                  <a:pt x="32" y="84"/>
                  <a:pt x="34" y="82"/>
                </a:cubicBezTo>
                <a:cubicBezTo>
                  <a:pt x="36" y="81"/>
                  <a:pt x="37" y="80"/>
                  <a:pt x="38" y="82"/>
                </a:cubicBezTo>
                <a:cubicBezTo>
                  <a:pt x="39" y="83"/>
                  <a:pt x="38" y="83"/>
                  <a:pt x="40" y="84"/>
                </a:cubicBezTo>
                <a:cubicBezTo>
                  <a:pt x="40" y="85"/>
                  <a:pt x="41" y="85"/>
                  <a:pt x="42" y="85"/>
                </a:cubicBezTo>
                <a:cubicBezTo>
                  <a:pt x="43" y="86"/>
                  <a:pt x="45" y="87"/>
                  <a:pt x="46" y="89"/>
                </a:cubicBezTo>
                <a:cubicBezTo>
                  <a:pt x="47" y="90"/>
                  <a:pt x="47" y="91"/>
                  <a:pt x="48" y="91"/>
                </a:cubicBezTo>
                <a:cubicBezTo>
                  <a:pt x="48" y="92"/>
                  <a:pt x="49" y="92"/>
                  <a:pt x="49" y="92"/>
                </a:cubicBezTo>
                <a:cubicBezTo>
                  <a:pt x="49" y="93"/>
                  <a:pt x="49" y="93"/>
                  <a:pt x="49" y="94"/>
                </a:cubicBezTo>
                <a:cubicBezTo>
                  <a:pt x="50" y="96"/>
                  <a:pt x="53" y="94"/>
                  <a:pt x="53" y="96"/>
                </a:cubicBezTo>
                <a:cubicBezTo>
                  <a:pt x="54" y="96"/>
                  <a:pt x="56" y="96"/>
                  <a:pt x="57" y="97"/>
                </a:cubicBezTo>
                <a:cubicBezTo>
                  <a:pt x="57" y="98"/>
                  <a:pt x="55" y="100"/>
                  <a:pt x="55" y="101"/>
                </a:cubicBezTo>
                <a:cubicBezTo>
                  <a:pt x="54" y="102"/>
                  <a:pt x="54" y="103"/>
                  <a:pt x="54" y="104"/>
                </a:cubicBezTo>
                <a:cubicBezTo>
                  <a:pt x="54" y="104"/>
                  <a:pt x="53" y="104"/>
                  <a:pt x="53" y="105"/>
                </a:cubicBezTo>
                <a:cubicBezTo>
                  <a:pt x="53" y="105"/>
                  <a:pt x="52" y="105"/>
                  <a:pt x="52" y="105"/>
                </a:cubicBezTo>
                <a:cubicBezTo>
                  <a:pt x="52" y="106"/>
                  <a:pt x="52" y="107"/>
                  <a:pt x="53" y="108"/>
                </a:cubicBezTo>
                <a:cubicBezTo>
                  <a:pt x="55" y="108"/>
                  <a:pt x="57" y="106"/>
                  <a:pt x="59" y="106"/>
                </a:cubicBezTo>
                <a:cubicBezTo>
                  <a:pt x="60" y="106"/>
                  <a:pt x="61" y="106"/>
                  <a:pt x="62" y="106"/>
                </a:cubicBezTo>
                <a:cubicBezTo>
                  <a:pt x="64" y="106"/>
                  <a:pt x="65" y="105"/>
                  <a:pt x="67" y="105"/>
                </a:cubicBezTo>
                <a:cubicBezTo>
                  <a:pt x="67" y="105"/>
                  <a:pt x="67" y="106"/>
                  <a:pt x="67" y="106"/>
                </a:cubicBezTo>
                <a:cubicBezTo>
                  <a:pt x="69" y="106"/>
                  <a:pt x="73" y="104"/>
                  <a:pt x="71" y="101"/>
                </a:cubicBezTo>
                <a:cubicBezTo>
                  <a:pt x="70" y="100"/>
                  <a:pt x="72" y="103"/>
                  <a:pt x="71" y="101"/>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5" name="Freeform 13"/>
          <p:cNvSpPr>
            <a:spLocks noEditPoints="1"/>
          </p:cNvSpPr>
          <p:nvPr/>
        </p:nvSpPr>
        <p:spPr bwMode="auto">
          <a:xfrm>
            <a:off x="9896475" y="1503363"/>
            <a:ext cx="2292350" cy="4038600"/>
          </a:xfrm>
          <a:custGeom>
            <a:avLst/>
            <a:gdLst>
              <a:gd name="T0" fmla="*/ 35 w 602"/>
              <a:gd name="T1" fmla="*/ 644 h 1060"/>
              <a:gd name="T2" fmla="*/ 41 w 602"/>
              <a:gd name="T3" fmla="*/ 673 h 1060"/>
              <a:gd name="T4" fmla="*/ 571 w 602"/>
              <a:gd name="T5" fmla="*/ 126 h 1060"/>
              <a:gd name="T6" fmla="*/ 541 w 602"/>
              <a:gd name="T7" fmla="*/ 166 h 1060"/>
              <a:gd name="T8" fmla="*/ 508 w 602"/>
              <a:gd name="T9" fmla="*/ 121 h 1060"/>
              <a:gd name="T10" fmla="*/ 515 w 602"/>
              <a:gd name="T11" fmla="*/ 86 h 1060"/>
              <a:gd name="T12" fmla="*/ 478 w 602"/>
              <a:gd name="T13" fmla="*/ 118 h 1060"/>
              <a:gd name="T14" fmla="*/ 487 w 602"/>
              <a:gd name="T15" fmla="*/ 178 h 1060"/>
              <a:gd name="T16" fmla="*/ 470 w 602"/>
              <a:gd name="T17" fmla="*/ 197 h 1060"/>
              <a:gd name="T18" fmla="*/ 393 w 602"/>
              <a:gd name="T19" fmla="*/ 236 h 1060"/>
              <a:gd name="T20" fmla="*/ 379 w 602"/>
              <a:gd name="T21" fmla="*/ 270 h 1060"/>
              <a:gd name="T22" fmla="*/ 336 w 602"/>
              <a:gd name="T23" fmla="*/ 254 h 1060"/>
              <a:gd name="T24" fmla="*/ 355 w 602"/>
              <a:gd name="T25" fmla="*/ 285 h 1060"/>
              <a:gd name="T26" fmla="*/ 325 w 602"/>
              <a:gd name="T27" fmla="*/ 300 h 1060"/>
              <a:gd name="T28" fmla="*/ 300 w 602"/>
              <a:gd name="T29" fmla="*/ 282 h 1060"/>
              <a:gd name="T30" fmla="*/ 293 w 602"/>
              <a:gd name="T31" fmla="*/ 249 h 1060"/>
              <a:gd name="T32" fmla="*/ 298 w 602"/>
              <a:gd name="T33" fmla="*/ 219 h 1060"/>
              <a:gd name="T34" fmla="*/ 274 w 602"/>
              <a:gd name="T35" fmla="*/ 192 h 1060"/>
              <a:gd name="T36" fmla="*/ 267 w 602"/>
              <a:gd name="T37" fmla="*/ 179 h 1060"/>
              <a:gd name="T38" fmla="*/ 255 w 602"/>
              <a:gd name="T39" fmla="*/ 155 h 1060"/>
              <a:gd name="T40" fmla="*/ 295 w 602"/>
              <a:gd name="T41" fmla="*/ 181 h 1060"/>
              <a:gd name="T42" fmla="*/ 412 w 602"/>
              <a:gd name="T43" fmla="*/ 183 h 1060"/>
              <a:gd name="T44" fmla="*/ 417 w 602"/>
              <a:gd name="T45" fmla="*/ 124 h 1060"/>
              <a:gd name="T46" fmla="*/ 378 w 602"/>
              <a:gd name="T47" fmla="*/ 97 h 1060"/>
              <a:gd name="T48" fmla="*/ 342 w 602"/>
              <a:gd name="T49" fmla="*/ 65 h 1060"/>
              <a:gd name="T50" fmla="*/ 292 w 602"/>
              <a:gd name="T51" fmla="*/ 41 h 1060"/>
              <a:gd name="T52" fmla="*/ 269 w 602"/>
              <a:gd name="T53" fmla="*/ 45 h 1060"/>
              <a:gd name="T54" fmla="*/ 258 w 602"/>
              <a:gd name="T55" fmla="*/ 30 h 1060"/>
              <a:gd name="T56" fmla="*/ 261 w 602"/>
              <a:gd name="T57" fmla="*/ 23 h 1060"/>
              <a:gd name="T58" fmla="*/ 227 w 602"/>
              <a:gd name="T59" fmla="*/ 14 h 1060"/>
              <a:gd name="T60" fmla="*/ 182 w 602"/>
              <a:gd name="T61" fmla="*/ 54 h 1060"/>
              <a:gd name="T62" fmla="*/ 188 w 602"/>
              <a:gd name="T63" fmla="*/ 174 h 1060"/>
              <a:gd name="T64" fmla="*/ 199 w 602"/>
              <a:gd name="T65" fmla="*/ 252 h 1060"/>
              <a:gd name="T66" fmla="*/ 213 w 602"/>
              <a:gd name="T67" fmla="*/ 297 h 1060"/>
              <a:gd name="T68" fmla="*/ 219 w 602"/>
              <a:gd name="T69" fmla="*/ 377 h 1060"/>
              <a:gd name="T70" fmla="*/ 176 w 602"/>
              <a:gd name="T71" fmla="*/ 445 h 1060"/>
              <a:gd name="T72" fmla="*/ 182 w 602"/>
              <a:gd name="T73" fmla="*/ 477 h 1060"/>
              <a:gd name="T74" fmla="*/ 154 w 602"/>
              <a:gd name="T75" fmla="*/ 527 h 1060"/>
              <a:gd name="T76" fmla="*/ 158 w 602"/>
              <a:gd name="T77" fmla="*/ 583 h 1060"/>
              <a:gd name="T78" fmla="*/ 191 w 602"/>
              <a:gd name="T79" fmla="*/ 628 h 1060"/>
              <a:gd name="T80" fmla="*/ 220 w 602"/>
              <a:gd name="T81" fmla="*/ 654 h 1060"/>
              <a:gd name="T82" fmla="*/ 250 w 602"/>
              <a:gd name="T83" fmla="*/ 700 h 1060"/>
              <a:gd name="T84" fmla="*/ 234 w 602"/>
              <a:gd name="T85" fmla="*/ 740 h 1060"/>
              <a:gd name="T86" fmla="*/ 288 w 602"/>
              <a:gd name="T87" fmla="*/ 758 h 1060"/>
              <a:gd name="T88" fmla="*/ 309 w 602"/>
              <a:gd name="T89" fmla="*/ 790 h 1060"/>
              <a:gd name="T90" fmla="*/ 366 w 602"/>
              <a:gd name="T91" fmla="*/ 812 h 1060"/>
              <a:gd name="T92" fmla="*/ 396 w 602"/>
              <a:gd name="T93" fmla="*/ 846 h 1060"/>
              <a:gd name="T94" fmla="*/ 372 w 602"/>
              <a:gd name="T95" fmla="*/ 883 h 1060"/>
              <a:gd name="T96" fmla="*/ 369 w 602"/>
              <a:gd name="T97" fmla="*/ 912 h 1060"/>
              <a:gd name="T98" fmla="*/ 353 w 602"/>
              <a:gd name="T99" fmla="*/ 944 h 1060"/>
              <a:gd name="T100" fmla="*/ 384 w 602"/>
              <a:gd name="T101" fmla="*/ 988 h 1060"/>
              <a:gd name="T102" fmla="*/ 450 w 602"/>
              <a:gd name="T103" fmla="*/ 1008 h 1060"/>
              <a:gd name="T104" fmla="*/ 497 w 602"/>
              <a:gd name="T105" fmla="*/ 1020 h 1060"/>
              <a:gd name="T106" fmla="*/ 537 w 602"/>
              <a:gd name="T107" fmla="*/ 1051 h 1060"/>
              <a:gd name="T108" fmla="*/ 545 w 602"/>
              <a:gd name="T109" fmla="*/ 1003 h 1060"/>
              <a:gd name="T110" fmla="*/ 530 w 602"/>
              <a:gd name="T111" fmla="*/ 966 h 1060"/>
              <a:gd name="T112" fmla="*/ 553 w 602"/>
              <a:gd name="T113" fmla="*/ 937 h 1060"/>
              <a:gd name="T114" fmla="*/ 565 w 602"/>
              <a:gd name="T115" fmla="*/ 914 h 1060"/>
              <a:gd name="T116" fmla="*/ 538 w 602"/>
              <a:gd name="T117" fmla="*/ 871 h 1060"/>
              <a:gd name="T118" fmla="*/ 540 w 602"/>
              <a:gd name="T119" fmla="*/ 808 h 1060"/>
              <a:gd name="T120" fmla="*/ 578 w 602"/>
              <a:gd name="T121" fmla="*/ 788 h 1060"/>
              <a:gd name="T122" fmla="*/ 399 w 602"/>
              <a:gd name="T123" fmla="*/ 271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2" h="1060">
                <a:moveTo>
                  <a:pt x="0" y="670"/>
                </a:moveTo>
                <a:cubicBezTo>
                  <a:pt x="3" y="667"/>
                  <a:pt x="6" y="663"/>
                  <a:pt x="6" y="659"/>
                </a:cubicBezTo>
                <a:cubicBezTo>
                  <a:pt x="6" y="657"/>
                  <a:pt x="5" y="654"/>
                  <a:pt x="6" y="653"/>
                </a:cubicBezTo>
                <a:cubicBezTo>
                  <a:pt x="6" y="652"/>
                  <a:pt x="10" y="653"/>
                  <a:pt x="11" y="653"/>
                </a:cubicBezTo>
                <a:cubicBezTo>
                  <a:pt x="15" y="652"/>
                  <a:pt x="19" y="651"/>
                  <a:pt x="21" y="647"/>
                </a:cubicBezTo>
                <a:cubicBezTo>
                  <a:pt x="23" y="645"/>
                  <a:pt x="24" y="643"/>
                  <a:pt x="26" y="641"/>
                </a:cubicBezTo>
                <a:cubicBezTo>
                  <a:pt x="26" y="640"/>
                  <a:pt x="26" y="637"/>
                  <a:pt x="28" y="636"/>
                </a:cubicBezTo>
                <a:cubicBezTo>
                  <a:pt x="29" y="638"/>
                  <a:pt x="26" y="642"/>
                  <a:pt x="25" y="643"/>
                </a:cubicBezTo>
                <a:cubicBezTo>
                  <a:pt x="23" y="647"/>
                  <a:pt x="20" y="650"/>
                  <a:pt x="18" y="653"/>
                </a:cubicBezTo>
                <a:cubicBezTo>
                  <a:pt x="18" y="653"/>
                  <a:pt x="20" y="653"/>
                  <a:pt x="21" y="653"/>
                </a:cubicBezTo>
                <a:cubicBezTo>
                  <a:pt x="22" y="653"/>
                  <a:pt x="22" y="654"/>
                  <a:pt x="24" y="654"/>
                </a:cubicBezTo>
                <a:cubicBezTo>
                  <a:pt x="25" y="655"/>
                  <a:pt x="28" y="655"/>
                  <a:pt x="30" y="654"/>
                </a:cubicBezTo>
                <a:cubicBezTo>
                  <a:pt x="32" y="653"/>
                  <a:pt x="31" y="650"/>
                  <a:pt x="30" y="648"/>
                </a:cubicBezTo>
                <a:cubicBezTo>
                  <a:pt x="30" y="645"/>
                  <a:pt x="32" y="645"/>
                  <a:pt x="32" y="642"/>
                </a:cubicBezTo>
                <a:cubicBezTo>
                  <a:pt x="34" y="642"/>
                  <a:pt x="34" y="643"/>
                  <a:pt x="35" y="644"/>
                </a:cubicBezTo>
                <a:cubicBezTo>
                  <a:pt x="36" y="645"/>
                  <a:pt x="36" y="645"/>
                  <a:pt x="37" y="645"/>
                </a:cubicBezTo>
                <a:cubicBezTo>
                  <a:pt x="38" y="645"/>
                  <a:pt x="38" y="645"/>
                  <a:pt x="38" y="645"/>
                </a:cubicBezTo>
                <a:cubicBezTo>
                  <a:pt x="38" y="645"/>
                  <a:pt x="39" y="645"/>
                  <a:pt x="39" y="646"/>
                </a:cubicBezTo>
                <a:cubicBezTo>
                  <a:pt x="40" y="646"/>
                  <a:pt x="41" y="646"/>
                  <a:pt x="42" y="647"/>
                </a:cubicBezTo>
                <a:cubicBezTo>
                  <a:pt x="43" y="648"/>
                  <a:pt x="45" y="649"/>
                  <a:pt x="46" y="649"/>
                </a:cubicBezTo>
                <a:cubicBezTo>
                  <a:pt x="47" y="651"/>
                  <a:pt x="46" y="651"/>
                  <a:pt x="49" y="651"/>
                </a:cubicBezTo>
                <a:cubicBezTo>
                  <a:pt x="49" y="651"/>
                  <a:pt x="49" y="651"/>
                  <a:pt x="49" y="650"/>
                </a:cubicBezTo>
                <a:cubicBezTo>
                  <a:pt x="51" y="649"/>
                  <a:pt x="56" y="649"/>
                  <a:pt x="57" y="650"/>
                </a:cubicBezTo>
                <a:cubicBezTo>
                  <a:pt x="58" y="651"/>
                  <a:pt x="58" y="652"/>
                  <a:pt x="59" y="653"/>
                </a:cubicBezTo>
                <a:cubicBezTo>
                  <a:pt x="60" y="654"/>
                  <a:pt x="61" y="654"/>
                  <a:pt x="62" y="656"/>
                </a:cubicBezTo>
                <a:cubicBezTo>
                  <a:pt x="64" y="659"/>
                  <a:pt x="61" y="661"/>
                  <a:pt x="60" y="664"/>
                </a:cubicBezTo>
                <a:cubicBezTo>
                  <a:pt x="59" y="666"/>
                  <a:pt x="59" y="668"/>
                  <a:pt x="59" y="669"/>
                </a:cubicBezTo>
                <a:cubicBezTo>
                  <a:pt x="59" y="671"/>
                  <a:pt x="61" y="672"/>
                  <a:pt x="61" y="673"/>
                </a:cubicBezTo>
                <a:cubicBezTo>
                  <a:pt x="58" y="674"/>
                  <a:pt x="54" y="673"/>
                  <a:pt x="51" y="673"/>
                </a:cubicBezTo>
                <a:cubicBezTo>
                  <a:pt x="48" y="673"/>
                  <a:pt x="45" y="673"/>
                  <a:pt x="41" y="673"/>
                </a:cubicBezTo>
                <a:cubicBezTo>
                  <a:pt x="38" y="673"/>
                  <a:pt x="34" y="673"/>
                  <a:pt x="30" y="673"/>
                </a:cubicBezTo>
                <a:cubicBezTo>
                  <a:pt x="27" y="673"/>
                  <a:pt x="24" y="672"/>
                  <a:pt x="20" y="672"/>
                </a:cubicBezTo>
                <a:cubicBezTo>
                  <a:pt x="14" y="671"/>
                  <a:pt x="7" y="671"/>
                  <a:pt x="0" y="670"/>
                </a:cubicBezTo>
                <a:close/>
                <a:moveTo>
                  <a:pt x="594" y="106"/>
                </a:moveTo>
                <a:cubicBezTo>
                  <a:pt x="594" y="105"/>
                  <a:pt x="594" y="105"/>
                  <a:pt x="594" y="105"/>
                </a:cubicBezTo>
                <a:cubicBezTo>
                  <a:pt x="590" y="108"/>
                  <a:pt x="587" y="113"/>
                  <a:pt x="582" y="114"/>
                </a:cubicBezTo>
                <a:cubicBezTo>
                  <a:pt x="580" y="115"/>
                  <a:pt x="578" y="116"/>
                  <a:pt x="576" y="117"/>
                </a:cubicBezTo>
                <a:cubicBezTo>
                  <a:pt x="575" y="117"/>
                  <a:pt x="572" y="117"/>
                  <a:pt x="571" y="116"/>
                </a:cubicBezTo>
                <a:cubicBezTo>
                  <a:pt x="570" y="115"/>
                  <a:pt x="569" y="113"/>
                  <a:pt x="568" y="113"/>
                </a:cubicBezTo>
                <a:cubicBezTo>
                  <a:pt x="565" y="112"/>
                  <a:pt x="565" y="113"/>
                  <a:pt x="566" y="114"/>
                </a:cubicBezTo>
                <a:cubicBezTo>
                  <a:pt x="567" y="116"/>
                  <a:pt x="569" y="117"/>
                  <a:pt x="569" y="119"/>
                </a:cubicBezTo>
                <a:cubicBezTo>
                  <a:pt x="570" y="121"/>
                  <a:pt x="569" y="123"/>
                  <a:pt x="571" y="124"/>
                </a:cubicBezTo>
                <a:cubicBezTo>
                  <a:pt x="572" y="125"/>
                  <a:pt x="573" y="126"/>
                  <a:pt x="574" y="127"/>
                </a:cubicBezTo>
                <a:cubicBezTo>
                  <a:pt x="575" y="127"/>
                  <a:pt x="577" y="129"/>
                  <a:pt x="575" y="128"/>
                </a:cubicBezTo>
                <a:cubicBezTo>
                  <a:pt x="573" y="128"/>
                  <a:pt x="573" y="126"/>
                  <a:pt x="571" y="126"/>
                </a:cubicBezTo>
                <a:cubicBezTo>
                  <a:pt x="571" y="126"/>
                  <a:pt x="570" y="126"/>
                  <a:pt x="569" y="126"/>
                </a:cubicBezTo>
                <a:cubicBezTo>
                  <a:pt x="569" y="126"/>
                  <a:pt x="568" y="125"/>
                  <a:pt x="568" y="125"/>
                </a:cubicBezTo>
                <a:cubicBezTo>
                  <a:pt x="566" y="125"/>
                  <a:pt x="566" y="127"/>
                  <a:pt x="564" y="127"/>
                </a:cubicBezTo>
                <a:cubicBezTo>
                  <a:pt x="563" y="128"/>
                  <a:pt x="562" y="126"/>
                  <a:pt x="561" y="126"/>
                </a:cubicBezTo>
                <a:cubicBezTo>
                  <a:pt x="559" y="126"/>
                  <a:pt x="558" y="129"/>
                  <a:pt x="557" y="130"/>
                </a:cubicBezTo>
                <a:cubicBezTo>
                  <a:pt x="555" y="131"/>
                  <a:pt x="555" y="129"/>
                  <a:pt x="555" y="127"/>
                </a:cubicBezTo>
                <a:cubicBezTo>
                  <a:pt x="553" y="128"/>
                  <a:pt x="551" y="129"/>
                  <a:pt x="550" y="131"/>
                </a:cubicBezTo>
                <a:cubicBezTo>
                  <a:pt x="549" y="133"/>
                  <a:pt x="551" y="134"/>
                  <a:pt x="552" y="136"/>
                </a:cubicBezTo>
                <a:cubicBezTo>
                  <a:pt x="555" y="140"/>
                  <a:pt x="550" y="142"/>
                  <a:pt x="550" y="146"/>
                </a:cubicBezTo>
                <a:cubicBezTo>
                  <a:pt x="550" y="148"/>
                  <a:pt x="550" y="148"/>
                  <a:pt x="550" y="149"/>
                </a:cubicBezTo>
                <a:cubicBezTo>
                  <a:pt x="549" y="150"/>
                  <a:pt x="549" y="150"/>
                  <a:pt x="549" y="151"/>
                </a:cubicBezTo>
                <a:cubicBezTo>
                  <a:pt x="548" y="153"/>
                  <a:pt x="550" y="155"/>
                  <a:pt x="550" y="157"/>
                </a:cubicBezTo>
                <a:cubicBezTo>
                  <a:pt x="550" y="160"/>
                  <a:pt x="549" y="160"/>
                  <a:pt x="548" y="162"/>
                </a:cubicBezTo>
                <a:cubicBezTo>
                  <a:pt x="547" y="164"/>
                  <a:pt x="547" y="166"/>
                  <a:pt x="546" y="168"/>
                </a:cubicBezTo>
                <a:cubicBezTo>
                  <a:pt x="545" y="166"/>
                  <a:pt x="544" y="165"/>
                  <a:pt x="541" y="166"/>
                </a:cubicBezTo>
                <a:cubicBezTo>
                  <a:pt x="539" y="166"/>
                  <a:pt x="537" y="167"/>
                  <a:pt x="535" y="168"/>
                </a:cubicBezTo>
                <a:cubicBezTo>
                  <a:pt x="533" y="169"/>
                  <a:pt x="529" y="169"/>
                  <a:pt x="527" y="171"/>
                </a:cubicBezTo>
                <a:cubicBezTo>
                  <a:pt x="527" y="171"/>
                  <a:pt x="523" y="175"/>
                  <a:pt x="523" y="173"/>
                </a:cubicBezTo>
                <a:cubicBezTo>
                  <a:pt x="522" y="171"/>
                  <a:pt x="527" y="171"/>
                  <a:pt x="527" y="169"/>
                </a:cubicBezTo>
                <a:cubicBezTo>
                  <a:pt x="526" y="166"/>
                  <a:pt x="521" y="169"/>
                  <a:pt x="520" y="169"/>
                </a:cubicBezTo>
                <a:cubicBezTo>
                  <a:pt x="518" y="169"/>
                  <a:pt x="516" y="169"/>
                  <a:pt x="514" y="168"/>
                </a:cubicBezTo>
                <a:cubicBezTo>
                  <a:pt x="511" y="167"/>
                  <a:pt x="512" y="164"/>
                  <a:pt x="511" y="162"/>
                </a:cubicBezTo>
                <a:cubicBezTo>
                  <a:pt x="510" y="159"/>
                  <a:pt x="509" y="157"/>
                  <a:pt x="508" y="154"/>
                </a:cubicBezTo>
                <a:cubicBezTo>
                  <a:pt x="507" y="152"/>
                  <a:pt x="506" y="151"/>
                  <a:pt x="504" y="150"/>
                </a:cubicBezTo>
                <a:cubicBezTo>
                  <a:pt x="501" y="150"/>
                  <a:pt x="499" y="148"/>
                  <a:pt x="497" y="146"/>
                </a:cubicBezTo>
                <a:cubicBezTo>
                  <a:pt x="495" y="144"/>
                  <a:pt x="494" y="143"/>
                  <a:pt x="494" y="140"/>
                </a:cubicBezTo>
                <a:cubicBezTo>
                  <a:pt x="494" y="138"/>
                  <a:pt x="494" y="135"/>
                  <a:pt x="496" y="134"/>
                </a:cubicBezTo>
                <a:cubicBezTo>
                  <a:pt x="498" y="132"/>
                  <a:pt x="500" y="132"/>
                  <a:pt x="502" y="131"/>
                </a:cubicBezTo>
                <a:cubicBezTo>
                  <a:pt x="504" y="129"/>
                  <a:pt x="501" y="126"/>
                  <a:pt x="502" y="124"/>
                </a:cubicBezTo>
                <a:cubicBezTo>
                  <a:pt x="502" y="123"/>
                  <a:pt x="506" y="122"/>
                  <a:pt x="508" y="121"/>
                </a:cubicBezTo>
                <a:cubicBezTo>
                  <a:pt x="511" y="121"/>
                  <a:pt x="514" y="120"/>
                  <a:pt x="516" y="120"/>
                </a:cubicBezTo>
                <a:cubicBezTo>
                  <a:pt x="519" y="120"/>
                  <a:pt x="521" y="118"/>
                  <a:pt x="524" y="119"/>
                </a:cubicBezTo>
                <a:cubicBezTo>
                  <a:pt x="525" y="119"/>
                  <a:pt x="528" y="121"/>
                  <a:pt x="529" y="119"/>
                </a:cubicBezTo>
                <a:cubicBezTo>
                  <a:pt x="530" y="118"/>
                  <a:pt x="530" y="116"/>
                  <a:pt x="529" y="115"/>
                </a:cubicBezTo>
                <a:cubicBezTo>
                  <a:pt x="529" y="112"/>
                  <a:pt x="526" y="111"/>
                  <a:pt x="526" y="108"/>
                </a:cubicBezTo>
                <a:cubicBezTo>
                  <a:pt x="526" y="107"/>
                  <a:pt x="526" y="106"/>
                  <a:pt x="526" y="105"/>
                </a:cubicBezTo>
                <a:cubicBezTo>
                  <a:pt x="525" y="105"/>
                  <a:pt x="525" y="105"/>
                  <a:pt x="524" y="104"/>
                </a:cubicBezTo>
                <a:cubicBezTo>
                  <a:pt x="524" y="103"/>
                  <a:pt x="526" y="103"/>
                  <a:pt x="525" y="102"/>
                </a:cubicBezTo>
                <a:cubicBezTo>
                  <a:pt x="525" y="101"/>
                  <a:pt x="524" y="100"/>
                  <a:pt x="523" y="100"/>
                </a:cubicBezTo>
                <a:cubicBezTo>
                  <a:pt x="522" y="99"/>
                  <a:pt x="521" y="98"/>
                  <a:pt x="520" y="97"/>
                </a:cubicBezTo>
                <a:cubicBezTo>
                  <a:pt x="519" y="97"/>
                  <a:pt x="519" y="96"/>
                  <a:pt x="518" y="95"/>
                </a:cubicBezTo>
                <a:cubicBezTo>
                  <a:pt x="518" y="94"/>
                  <a:pt x="517" y="94"/>
                  <a:pt x="516" y="93"/>
                </a:cubicBezTo>
                <a:cubicBezTo>
                  <a:pt x="516" y="92"/>
                  <a:pt x="516" y="92"/>
                  <a:pt x="515" y="91"/>
                </a:cubicBezTo>
                <a:cubicBezTo>
                  <a:pt x="515" y="90"/>
                  <a:pt x="514" y="89"/>
                  <a:pt x="514" y="88"/>
                </a:cubicBezTo>
                <a:cubicBezTo>
                  <a:pt x="514" y="87"/>
                  <a:pt x="515" y="86"/>
                  <a:pt x="515" y="86"/>
                </a:cubicBezTo>
                <a:cubicBezTo>
                  <a:pt x="515" y="83"/>
                  <a:pt x="506" y="81"/>
                  <a:pt x="504" y="81"/>
                </a:cubicBezTo>
                <a:cubicBezTo>
                  <a:pt x="498" y="80"/>
                  <a:pt x="492" y="80"/>
                  <a:pt x="486" y="81"/>
                </a:cubicBezTo>
                <a:cubicBezTo>
                  <a:pt x="480" y="81"/>
                  <a:pt x="476" y="82"/>
                  <a:pt x="472" y="78"/>
                </a:cubicBezTo>
                <a:cubicBezTo>
                  <a:pt x="471" y="77"/>
                  <a:pt x="471" y="76"/>
                  <a:pt x="470" y="76"/>
                </a:cubicBezTo>
                <a:cubicBezTo>
                  <a:pt x="469" y="76"/>
                  <a:pt x="468" y="76"/>
                  <a:pt x="467" y="75"/>
                </a:cubicBezTo>
                <a:cubicBezTo>
                  <a:pt x="466" y="74"/>
                  <a:pt x="466" y="72"/>
                  <a:pt x="463" y="72"/>
                </a:cubicBezTo>
                <a:cubicBezTo>
                  <a:pt x="458" y="74"/>
                  <a:pt x="466" y="81"/>
                  <a:pt x="468" y="82"/>
                </a:cubicBezTo>
                <a:cubicBezTo>
                  <a:pt x="472" y="85"/>
                  <a:pt x="477" y="88"/>
                  <a:pt x="480" y="93"/>
                </a:cubicBezTo>
                <a:cubicBezTo>
                  <a:pt x="481" y="95"/>
                  <a:pt x="480" y="98"/>
                  <a:pt x="480" y="100"/>
                </a:cubicBezTo>
                <a:cubicBezTo>
                  <a:pt x="480" y="102"/>
                  <a:pt x="479" y="103"/>
                  <a:pt x="479" y="104"/>
                </a:cubicBezTo>
                <a:cubicBezTo>
                  <a:pt x="479" y="105"/>
                  <a:pt x="480" y="107"/>
                  <a:pt x="480" y="108"/>
                </a:cubicBezTo>
                <a:cubicBezTo>
                  <a:pt x="481" y="108"/>
                  <a:pt x="482" y="107"/>
                  <a:pt x="483" y="107"/>
                </a:cubicBezTo>
                <a:cubicBezTo>
                  <a:pt x="482" y="109"/>
                  <a:pt x="478" y="110"/>
                  <a:pt x="479" y="112"/>
                </a:cubicBezTo>
                <a:cubicBezTo>
                  <a:pt x="479" y="115"/>
                  <a:pt x="482" y="113"/>
                  <a:pt x="479" y="115"/>
                </a:cubicBezTo>
                <a:cubicBezTo>
                  <a:pt x="478" y="116"/>
                  <a:pt x="478" y="116"/>
                  <a:pt x="478" y="118"/>
                </a:cubicBezTo>
                <a:cubicBezTo>
                  <a:pt x="478" y="119"/>
                  <a:pt x="479" y="119"/>
                  <a:pt x="479" y="120"/>
                </a:cubicBezTo>
                <a:cubicBezTo>
                  <a:pt x="479" y="121"/>
                  <a:pt x="479" y="121"/>
                  <a:pt x="478" y="122"/>
                </a:cubicBezTo>
                <a:cubicBezTo>
                  <a:pt x="478" y="123"/>
                  <a:pt x="478" y="124"/>
                  <a:pt x="478" y="125"/>
                </a:cubicBezTo>
                <a:cubicBezTo>
                  <a:pt x="478" y="125"/>
                  <a:pt x="479" y="125"/>
                  <a:pt x="479" y="126"/>
                </a:cubicBezTo>
                <a:cubicBezTo>
                  <a:pt x="479" y="127"/>
                  <a:pt x="478" y="127"/>
                  <a:pt x="477" y="127"/>
                </a:cubicBezTo>
                <a:cubicBezTo>
                  <a:pt x="475" y="129"/>
                  <a:pt x="474" y="134"/>
                  <a:pt x="473" y="137"/>
                </a:cubicBezTo>
                <a:cubicBezTo>
                  <a:pt x="472" y="140"/>
                  <a:pt x="471" y="144"/>
                  <a:pt x="471" y="147"/>
                </a:cubicBezTo>
                <a:cubicBezTo>
                  <a:pt x="472" y="149"/>
                  <a:pt x="471" y="151"/>
                  <a:pt x="473" y="152"/>
                </a:cubicBezTo>
                <a:cubicBezTo>
                  <a:pt x="474" y="153"/>
                  <a:pt x="475" y="152"/>
                  <a:pt x="476" y="152"/>
                </a:cubicBezTo>
                <a:cubicBezTo>
                  <a:pt x="480" y="151"/>
                  <a:pt x="480" y="157"/>
                  <a:pt x="484" y="155"/>
                </a:cubicBezTo>
                <a:cubicBezTo>
                  <a:pt x="482" y="158"/>
                  <a:pt x="483" y="159"/>
                  <a:pt x="485" y="161"/>
                </a:cubicBezTo>
                <a:cubicBezTo>
                  <a:pt x="486" y="163"/>
                  <a:pt x="487" y="166"/>
                  <a:pt x="486" y="168"/>
                </a:cubicBezTo>
                <a:cubicBezTo>
                  <a:pt x="486" y="170"/>
                  <a:pt x="483" y="170"/>
                  <a:pt x="483" y="172"/>
                </a:cubicBezTo>
                <a:cubicBezTo>
                  <a:pt x="483" y="173"/>
                  <a:pt x="485" y="174"/>
                  <a:pt x="485" y="175"/>
                </a:cubicBezTo>
                <a:cubicBezTo>
                  <a:pt x="485" y="176"/>
                  <a:pt x="486" y="177"/>
                  <a:pt x="487" y="178"/>
                </a:cubicBezTo>
                <a:cubicBezTo>
                  <a:pt x="486" y="179"/>
                  <a:pt x="484" y="179"/>
                  <a:pt x="484" y="182"/>
                </a:cubicBezTo>
                <a:cubicBezTo>
                  <a:pt x="484" y="184"/>
                  <a:pt x="484" y="185"/>
                  <a:pt x="483" y="186"/>
                </a:cubicBezTo>
                <a:cubicBezTo>
                  <a:pt x="481" y="189"/>
                  <a:pt x="479" y="193"/>
                  <a:pt x="478" y="196"/>
                </a:cubicBezTo>
                <a:cubicBezTo>
                  <a:pt x="476" y="200"/>
                  <a:pt x="480" y="203"/>
                  <a:pt x="479" y="207"/>
                </a:cubicBezTo>
                <a:cubicBezTo>
                  <a:pt x="479" y="208"/>
                  <a:pt x="478" y="208"/>
                  <a:pt x="478" y="209"/>
                </a:cubicBezTo>
                <a:cubicBezTo>
                  <a:pt x="479" y="210"/>
                  <a:pt x="479" y="211"/>
                  <a:pt x="479" y="212"/>
                </a:cubicBezTo>
                <a:cubicBezTo>
                  <a:pt x="480" y="213"/>
                  <a:pt x="481" y="216"/>
                  <a:pt x="480" y="217"/>
                </a:cubicBezTo>
                <a:cubicBezTo>
                  <a:pt x="477" y="214"/>
                  <a:pt x="478" y="210"/>
                  <a:pt x="476" y="207"/>
                </a:cubicBezTo>
                <a:cubicBezTo>
                  <a:pt x="475" y="204"/>
                  <a:pt x="473" y="201"/>
                  <a:pt x="470" y="202"/>
                </a:cubicBezTo>
                <a:cubicBezTo>
                  <a:pt x="469" y="202"/>
                  <a:pt x="465" y="205"/>
                  <a:pt x="465" y="206"/>
                </a:cubicBezTo>
                <a:cubicBezTo>
                  <a:pt x="464" y="207"/>
                  <a:pt x="470" y="210"/>
                  <a:pt x="467" y="212"/>
                </a:cubicBezTo>
                <a:cubicBezTo>
                  <a:pt x="467" y="211"/>
                  <a:pt x="466" y="210"/>
                  <a:pt x="465" y="209"/>
                </a:cubicBezTo>
                <a:cubicBezTo>
                  <a:pt x="464" y="208"/>
                  <a:pt x="462" y="208"/>
                  <a:pt x="462" y="206"/>
                </a:cubicBezTo>
                <a:cubicBezTo>
                  <a:pt x="462" y="204"/>
                  <a:pt x="466" y="201"/>
                  <a:pt x="468" y="201"/>
                </a:cubicBezTo>
                <a:cubicBezTo>
                  <a:pt x="469" y="200"/>
                  <a:pt x="470" y="199"/>
                  <a:pt x="470" y="197"/>
                </a:cubicBezTo>
                <a:cubicBezTo>
                  <a:pt x="469" y="196"/>
                  <a:pt x="468" y="195"/>
                  <a:pt x="467" y="194"/>
                </a:cubicBezTo>
                <a:cubicBezTo>
                  <a:pt x="465" y="193"/>
                  <a:pt x="464" y="194"/>
                  <a:pt x="463" y="193"/>
                </a:cubicBezTo>
                <a:cubicBezTo>
                  <a:pt x="463" y="192"/>
                  <a:pt x="463" y="190"/>
                  <a:pt x="463" y="189"/>
                </a:cubicBezTo>
                <a:cubicBezTo>
                  <a:pt x="460" y="189"/>
                  <a:pt x="458" y="190"/>
                  <a:pt x="455" y="190"/>
                </a:cubicBezTo>
                <a:cubicBezTo>
                  <a:pt x="453" y="190"/>
                  <a:pt x="450" y="191"/>
                  <a:pt x="448" y="191"/>
                </a:cubicBezTo>
                <a:cubicBezTo>
                  <a:pt x="448" y="189"/>
                  <a:pt x="451" y="189"/>
                  <a:pt x="450" y="188"/>
                </a:cubicBezTo>
                <a:cubicBezTo>
                  <a:pt x="450" y="186"/>
                  <a:pt x="448" y="186"/>
                  <a:pt x="447" y="186"/>
                </a:cubicBezTo>
                <a:cubicBezTo>
                  <a:pt x="443" y="184"/>
                  <a:pt x="440" y="183"/>
                  <a:pt x="438" y="187"/>
                </a:cubicBezTo>
                <a:cubicBezTo>
                  <a:pt x="437" y="191"/>
                  <a:pt x="436" y="194"/>
                  <a:pt x="434" y="197"/>
                </a:cubicBezTo>
                <a:cubicBezTo>
                  <a:pt x="432" y="200"/>
                  <a:pt x="429" y="203"/>
                  <a:pt x="426" y="205"/>
                </a:cubicBezTo>
                <a:cubicBezTo>
                  <a:pt x="423" y="207"/>
                  <a:pt x="420" y="209"/>
                  <a:pt x="417" y="210"/>
                </a:cubicBezTo>
                <a:cubicBezTo>
                  <a:pt x="414" y="211"/>
                  <a:pt x="412" y="212"/>
                  <a:pt x="410" y="214"/>
                </a:cubicBezTo>
                <a:cubicBezTo>
                  <a:pt x="408" y="217"/>
                  <a:pt x="407" y="220"/>
                  <a:pt x="404" y="222"/>
                </a:cubicBezTo>
                <a:cubicBezTo>
                  <a:pt x="402" y="224"/>
                  <a:pt x="399" y="226"/>
                  <a:pt x="397" y="228"/>
                </a:cubicBezTo>
                <a:cubicBezTo>
                  <a:pt x="393" y="230"/>
                  <a:pt x="394" y="233"/>
                  <a:pt x="393" y="236"/>
                </a:cubicBezTo>
                <a:cubicBezTo>
                  <a:pt x="392" y="240"/>
                  <a:pt x="393" y="242"/>
                  <a:pt x="395" y="245"/>
                </a:cubicBezTo>
                <a:cubicBezTo>
                  <a:pt x="398" y="247"/>
                  <a:pt x="398" y="251"/>
                  <a:pt x="400" y="254"/>
                </a:cubicBezTo>
                <a:cubicBezTo>
                  <a:pt x="402" y="256"/>
                  <a:pt x="404" y="257"/>
                  <a:pt x="405" y="260"/>
                </a:cubicBezTo>
                <a:cubicBezTo>
                  <a:pt x="406" y="261"/>
                  <a:pt x="406" y="263"/>
                  <a:pt x="406" y="264"/>
                </a:cubicBezTo>
                <a:cubicBezTo>
                  <a:pt x="407" y="266"/>
                  <a:pt x="407" y="267"/>
                  <a:pt x="407" y="268"/>
                </a:cubicBezTo>
                <a:cubicBezTo>
                  <a:pt x="407" y="269"/>
                  <a:pt x="407" y="270"/>
                  <a:pt x="407" y="271"/>
                </a:cubicBezTo>
                <a:cubicBezTo>
                  <a:pt x="407" y="273"/>
                  <a:pt x="408" y="274"/>
                  <a:pt x="408" y="276"/>
                </a:cubicBezTo>
                <a:cubicBezTo>
                  <a:pt x="408" y="278"/>
                  <a:pt x="405" y="279"/>
                  <a:pt x="403" y="278"/>
                </a:cubicBezTo>
                <a:cubicBezTo>
                  <a:pt x="400" y="278"/>
                  <a:pt x="399" y="275"/>
                  <a:pt x="397" y="274"/>
                </a:cubicBezTo>
                <a:cubicBezTo>
                  <a:pt x="396" y="273"/>
                  <a:pt x="394" y="273"/>
                  <a:pt x="394" y="274"/>
                </a:cubicBezTo>
                <a:cubicBezTo>
                  <a:pt x="393" y="275"/>
                  <a:pt x="394" y="275"/>
                  <a:pt x="394" y="275"/>
                </a:cubicBezTo>
                <a:cubicBezTo>
                  <a:pt x="395" y="276"/>
                  <a:pt x="395" y="275"/>
                  <a:pt x="395" y="276"/>
                </a:cubicBezTo>
                <a:cubicBezTo>
                  <a:pt x="395" y="277"/>
                  <a:pt x="393" y="278"/>
                  <a:pt x="392" y="278"/>
                </a:cubicBezTo>
                <a:cubicBezTo>
                  <a:pt x="390" y="278"/>
                  <a:pt x="388" y="276"/>
                  <a:pt x="386" y="275"/>
                </a:cubicBezTo>
                <a:cubicBezTo>
                  <a:pt x="384" y="274"/>
                  <a:pt x="381" y="271"/>
                  <a:pt x="379" y="270"/>
                </a:cubicBezTo>
                <a:cubicBezTo>
                  <a:pt x="377" y="268"/>
                  <a:pt x="374" y="268"/>
                  <a:pt x="371" y="267"/>
                </a:cubicBezTo>
                <a:cubicBezTo>
                  <a:pt x="369" y="266"/>
                  <a:pt x="368" y="264"/>
                  <a:pt x="367" y="266"/>
                </a:cubicBezTo>
                <a:cubicBezTo>
                  <a:pt x="367" y="267"/>
                  <a:pt x="368" y="268"/>
                  <a:pt x="367" y="269"/>
                </a:cubicBezTo>
                <a:cubicBezTo>
                  <a:pt x="367" y="269"/>
                  <a:pt x="365" y="269"/>
                  <a:pt x="364" y="269"/>
                </a:cubicBezTo>
                <a:cubicBezTo>
                  <a:pt x="363" y="269"/>
                  <a:pt x="363" y="270"/>
                  <a:pt x="362" y="271"/>
                </a:cubicBezTo>
                <a:cubicBezTo>
                  <a:pt x="362" y="271"/>
                  <a:pt x="361" y="273"/>
                  <a:pt x="360" y="273"/>
                </a:cubicBezTo>
                <a:cubicBezTo>
                  <a:pt x="360" y="273"/>
                  <a:pt x="360" y="268"/>
                  <a:pt x="360" y="268"/>
                </a:cubicBezTo>
                <a:cubicBezTo>
                  <a:pt x="361" y="266"/>
                  <a:pt x="363" y="267"/>
                  <a:pt x="364" y="266"/>
                </a:cubicBezTo>
                <a:cubicBezTo>
                  <a:pt x="365" y="266"/>
                  <a:pt x="367" y="265"/>
                  <a:pt x="366" y="264"/>
                </a:cubicBezTo>
                <a:cubicBezTo>
                  <a:pt x="366" y="263"/>
                  <a:pt x="363" y="264"/>
                  <a:pt x="362" y="264"/>
                </a:cubicBezTo>
                <a:cubicBezTo>
                  <a:pt x="360" y="264"/>
                  <a:pt x="359" y="262"/>
                  <a:pt x="357" y="261"/>
                </a:cubicBezTo>
                <a:cubicBezTo>
                  <a:pt x="355" y="260"/>
                  <a:pt x="355" y="259"/>
                  <a:pt x="354" y="257"/>
                </a:cubicBezTo>
                <a:cubicBezTo>
                  <a:pt x="353" y="254"/>
                  <a:pt x="349" y="251"/>
                  <a:pt x="346" y="250"/>
                </a:cubicBezTo>
                <a:cubicBezTo>
                  <a:pt x="343" y="249"/>
                  <a:pt x="340" y="246"/>
                  <a:pt x="337" y="248"/>
                </a:cubicBezTo>
                <a:cubicBezTo>
                  <a:pt x="335" y="250"/>
                  <a:pt x="337" y="251"/>
                  <a:pt x="336" y="254"/>
                </a:cubicBezTo>
                <a:cubicBezTo>
                  <a:pt x="336" y="256"/>
                  <a:pt x="336" y="257"/>
                  <a:pt x="335" y="259"/>
                </a:cubicBezTo>
                <a:cubicBezTo>
                  <a:pt x="333" y="260"/>
                  <a:pt x="332" y="260"/>
                  <a:pt x="331" y="260"/>
                </a:cubicBezTo>
                <a:cubicBezTo>
                  <a:pt x="330" y="260"/>
                  <a:pt x="330" y="259"/>
                  <a:pt x="329" y="260"/>
                </a:cubicBezTo>
                <a:cubicBezTo>
                  <a:pt x="328" y="260"/>
                  <a:pt x="329" y="261"/>
                  <a:pt x="329" y="261"/>
                </a:cubicBezTo>
                <a:cubicBezTo>
                  <a:pt x="330" y="263"/>
                  <a:pt x="331" y="262"/>
                  <a:pt x="331" y="265"/>
                </a:cubicBezTo>
                <a:cubicBezTo>
                  <a:pt x="331" y="264"/>
                  <a:pt x="330" y="265"/>
                  <a:pt x="330" y="265"/>
                </a:cubicBezTo>
                <a:cubicBezTo>
                  <a:pt x="330" y="266"/>
                  <a:pt x="330" y="267"/>
                  <a:pt x="330" y="268"/>
                </a:cubicBezTo>
                <a:cubicBezTo>
                  <a:pt x="331" y="269"/>
                  <a:pt x="332" y="269"/>
                  <a:pt x="333" y="270"/>
                </a:cubicBezTo>
                <a:cubicBezTo>
                  <a:pt x="334" y="270"/>
                  <a:pt x="335" y="272"/>
                  <a:pt x="335" y="273"/>
                </a:cubicBezTo>
                <a:cubicBezTo>
                  <a:pt x="336" y="276"/>
                  <a:pt x="338" y="278"/>
                  <a:pt x="339" y="281"/>
                </a:cubicBezTo>
                <a:cubicBezTo>
                  <a:pt x="341" y="283"/>
                  <a:pt x="342" y="285"/>
                  <a:pt x="344" y="285"/>
                </a:cubicBezTo>
                <a:cubicBezTo>
                  <a:pt x="345" y="286"/>
                  <a:pt x="348" y="287"/>
                  <a:pt x="349" y="285"/>
                </a:cubicBezTo>
                <a:cubicBezTo>
                  <a:pt x="350" y="285"/>
                  <a:pt x="351" y="286"/>
                  <a:pt x="352" y="285"/>
                </a:cubicBezTo>
                <a:cubicBezTo>
                  <a:pt x="353" y="285"/>
                  <a:pt x="353" y="283"/>
                  <a:pt x="354" y="282"/>
                </a:cubicBezTo>
                <a:cubicBezTo>
                  <a:pt x="355" y="283"/>
                  <a:pt x="355" y="284"/>
                  <a:pt x="355" y="285"/>
                </a:cubicBezTo>
                <a:cubicBezTo>
                  <a:pt x="356" y="286"/>
                  <a:pt x="357" y="285"/>
                  <a:pt x="357" y="287"/>
                </a:cubicBezTo>
                <a:cubicBezTo>
                  <a:pt x="358" y="288"/>
                  <a:pt x="359" y="289"/>
                  <a:pt x="359" y="290"/>
                </a:cubicBezTo>
                <a:cubicBezTo>
                  <a:pt x="359" y="291"/>
                  <a:pt x="357" y="290"/>
                  <a:pt x="357" y="291"/>
                </a:cubicBezTo>
                <a:cubicBezTo>
                  <a:pt x="357" y="293"/>
                  <a:pt x="360" y="296"/>
                  <a:pt x="360" y="297"/>
                </a:cubicBezTo>
                <a:cubicBezTo>
                  <a:pt x="361" y="300"/>
                  <a:pt x="361" y="302"/>
                  <a:pt x="359" y="304"/>
                </a:cubicBezTo>
                <a:cubicBezTo>
                  <a:pt x="358" y="307"/>
                  <a:pt x="356" y="306"/>
                  <a:pt x="354" y="306"/>
                </a:cubicBezTo>
                <a:cubicBezTo>
                  <a:pt x="350" y="307"/>
                  <a:pt x="352" y="309"/>
                  <a:pt x="349" y="310"/>
                </a:cubicBezTo>
                <a:cubicBezTo>
                  <a:pt x="347" y="312"/>
                  <a:pt x="345" y="311"/>
                  <a:pt x="344" y="309"/>
                </a:cubicBezTo>
                <a:cubicBezTo>
                  <a:pt x="342" y="308"/>
                  <a:pt x="341" y="307"/>
                  <a:pt x="339" y="307"/>
                </a:cubicBezTo>
                <a:cubicBezTo>
                  <a:pt x="338" y="307"/>
                  <a:pt x="338" y="306"/>
                  <a:pt x="337" y="306"/>
                </a:cubicBezTo>
                <a:cubicBezTo>
                  <a:pt x="337" y="306"/>
                  <a:pt x="337" y="306"/>
                  <a:pt x="337" y="306"/>
                </a:cubicBezTo>
                <a:cubicBezTo>
                  <a:pt x="337" y="306"/>
                  <a:pt x="337" y="307"/>
                  <a:pt x="336" y="306"/>
                </a:cubicBezTo>
                <a:cubicBezTo>
                  <a:pt x="336" y="305"/>
                  <a:pt x="334" y="306"/>
                  <a:pt x="333" y="306"/>
                </a:cubicBezTo>
                <a:cubicBezTo>
                  <a:pt x="332" y="305"/>
                  <a:pt x="331" y="304"/>
                  <a:pt x="330" y="304"/>
                </a:cubicBezTo>
                <a:cubicBezTo>
                  <a:pt x="330" y="304"/>
                  <a:pt x="323" y="301"/>
                  <a:pt x="325" y="300"/>
                </a:cubicBezTo>
                <a:cubicBezTo>
                  <a:pt x="325" y="299"/>
                  <a:pt x="324" y="299"/>
                  <a:pt x="324" y="298"/>
                </a:cubicBezTo>
                <a:cubicBezTo>
                  <a:pt x="324" y="297"/>
                  <a:pt x="325" y="297"/>
                  <a:pt x="324" y="296"/>
                </a:cubicBezTo>
                <a:cubicBezTo>
                  <a:pt x="324" y="295"/>
                  <a:pt x="324" y="295"/>
                  <a:pt x="324" y="294"/>
                </a:cubicBezTo>
                <a:cubicBezTo>
                  <a:pt x="323" y="293"/>
                  <a:pt x="322" y="292"/>
                  <a:pt x="322" y="292"/>
                </a:cubicBezTo>
                <a:cubicBezTo>
                  <a:pt x="320" y="292"/>
                  <a:pt x="321" y="292"/>
                  <a:pt x="320" y="293"/>
                </a:cubicBezTo>
                <a:cubicBezTo>
                  <a:pt x="320" y="293"/>
                  <a:pt x="321" y="294"/>
                  <a:pt x="320" y="294"/>
                </a:cubicBezTo>
                <a:cubicBezTo>
                  <a:pt x="319" y="294"/>
                  <a:pt x="319" y="293"/>
                  <a:pt x="319" y="293"/>
                </a:cubicBezTo>
                <a:cubicBezTo>
                  <a:pt x="318" y="292"/>
                  <a:pt x="318" y="290"/>
                  <a:pt x="317" y="289"/>
                </a:cubicBezTo>
                <a:cubicBezTo>
                  <a:pt x="317" y="288"/>
                  <a:pt x="314" y="283"/>
                  <a:pt x="311" y="285"/>
                </a:cubicBezTo>
                <a:cubicBezTo>
                  <a:pt x="312" y="286"/>
                  <a:pt x="311" y="286"/>
                  <a:pt x="312" y="287"/>
                </a:cubicBezTo>
                <a:cubicBezTo>
                  <a:pt x="311" y="287"/>
                  <a:pt x="310" y="287"/>
                  <a:pt x="310" y="287"/>
                </a:cubicBezTo>
                <a:cubicBezTo>
                  <a:pt x="307" y="288"/>
                  <a:pt x="308" y="289"/>
                  <a:pt x="306" y="287"/>
                </a:cubicBezTo>
                <a:cubicBezTo>
                  <a:pt x="305" y="285"/>
                  <a:pt x="304" y="286"/>
                  <a:pt x="303" y="284"/>
                </a:cubicBezTo>
                <a:cubicBezTo>
                  <a:pt x="302" y="284"/>
                  <a:pt x="302" y="283"/>
                  <a:pt x="301" y="283"/>
                </a:cubicBezTo>
                <a:cubicBezTo>
                  <a:pt x="301" y="282"/>
                  <a:pt x="300" y="282"/>
                  <a:pt x="300" y="282"/>
                </a:cubicBezTo>
                <a:cubicBezTo>
                  <a:pt x="299" y="280"/>
                  <a:pt x="300" y="280"/>
                  <a:pt x="298" y="279"/>
                </a:cubicBezTo>
                <a:cubicBezTo>
                  <a:pt x="297" y="279"/>
                  <a:pt x="296" y="279"/>
                  <a:pt x="296" y="278"/>
                </a:cubicBezTo>
                <a:cubicBezTo>
                  <a:pt x="296" y="277"/>
                  <a:pt x="296" y="278"/>
                  <a:pt x="297" y="277"/>
                </a:cubicBezTo>
                <a:cubicBezTo>
                  <a:pt x="297" y="276"/>
                  <a:pt x="300" y="274"/>
                  <a:pt x="298" y="273"/>
                </a:cubicBezTo>
                <a:cubicBezTo>
                  <a:pt x="298" y="272"/>
                  <a:pt x="297" y="272"/>
                  <a:pt x="297" y="271"/>
                </a:cubicBezTo>
                <a:cubicBezTo>
                  <a:pt x="297" y="271"/>
                  <a:pt x="297" y="270"/>
                  <a:pt x="297" y="270"/>
                </a:cubicBezTo>
                <a:cubicBezTo>
                  <a:pt x="296" y="268"/>
                  <a:pt x="296" y="269"/>
                  <a:pt x="297" y="267"/>
                </a:cubicBezTo>
                <a:cubicBezTo>
                  <a:pt x="298" y="265"/>
                  <a:pt x="299" y="265"/>
                  <a:pt x="298" y="262"/>
                </a:cubicBezTo>
                <a:cubicBezTo>
                  <a:pt x="297" y="261"/>
                  <a:pt x="297" y="260"/>
                  <a:pt x="296" y="259"/>
                </a:cubicBezTo>
                <a:cubicBezTo>
                  <a:pt x="296" y="259"/>
                  <a:pt x="295" y="259"/>
                  <a:pt x="295" y="258"/>
                </a:cubicBezTo>
                <a:cubicBezTo>
                  <a:pt x="294" y="257"/>
                  <a:pt x="296" y="257"/>
                  <a:pt x="296" y="255"/>
                </a:cubicBezTo>
                <a:cubicBezTo>
                  <a:pt x="296" y="255"/>
                  <a:pt x="295" y="254"/>
                  <a:pt x="295" y="254"/>
                </a:cubicBezTo>
                <a:cubicBezTo>
                  <a:pt x="295" y="254"/>
                  <a:pt x="295" y="253"/>
                  <a:pt x="295" y="252"/>
                </a:cubicBezTo>
                <a:cubicBezTo>
                  <a:pt x="295" y="252"/>
                  <a:pt x="294" y="252"/>
                  <a:pt x="293" y="251"/>
                </a:cubicBezTo>
                <a:cubicBezTo>
                  <a:pt x="293" y="250"/>
                  <a:pt x="293" y="249"/>
                  <a:pt x="293" y="249"/>
                </a:cubicBezTo>
                <a:cubicBezTo>
                  <a:pt x="294" y="247"/>
                  <a:pt x="293" y="247"/>
                  <a:pt x="292" y="246"/>
                </a:cubicBezTo>
                <a:cubicBezTo>
                  <a:pt x="291" y="244"/>
                  <a:pt x="290" y="243"/>
                  <a:pt x="289" y="242"/>
                </a:cubicBezTo>
                <a:cubicBezTo>
                  <a:pt x="289" y="241"/>
                  <a:pt x="289" y="240"/>
                  <a:pt x="288" y="240"/>
                </a:cubicBezTo>
                <a:cubicBezTo>
                  <a:pt x="287" y="239"/>
                  <a:pt x="287" y="240"/>
                  <a:pt x="286" y="239"/>
                </a:cubicBezTo>
                <a:cubicBezTo>
                  <a:pt x="287" y="238"/>
                  <a:pt x="289" y="238"/>
                  <a:pt x="290" y="238"/>
                </a:cubicBezTo>
                <a:cubicBezTo>
                  <a:pt x="291" y="235"/>
                  <a:pt x="292" y="236"/>
                  <a:pt x="294" y="236"/>
                </a:cubicBezTo>
                <a:cubicBezTo>
                  <a:pt x="294" y="235"/>
                  <a:pt x="293" y="235"/>
                  <a:pt x="294" y="234"/>
                </a:cubicBezTo>
                <a:cubicBezTo>
                  <a:pt x="294" y="233"/>
                  <a:pt x="295" y="233"/>
                  <a:pt x="295" y="232"/>
                </a:cubicBezTo>
                <a:cubicBezTo>
                  <a:pt x="296" y="231"/>
                  <a:pt x="296" y="229"/>
                  <a:pt x="295" y="227"/>
                </a:cubicBezTo>
                <a:cubicBezTo>
                  <a:pt x="295" y="227"/>
                  <a:pt x="294" y="226"/>
                  <a:pt x="294" y="225"/>
                </a:cubicBezTo>
                <a:cubicBezTo>
                  <a:pt x="294" y="225"/>
                  <a:pt x="295" y="224"/>
                  <a:pt x="295" y="224"/>
                </a:cubicBezTo>
                <a:cubicBezTo>
                  <a:pt x="295" y="223"/>
                  <a:pt x="293" y="223"/>
                  <a:pt x="294" y="221"/>
                </a:cubicBezTo>
                <a:cubicBezTo>
                  <a:pt x="295" y="218"/>
                  <a:pt x="299" y="226"/>
                  <a:pt x="299" y="224"/>
                </a:cubicBezTo>
                <a:cubicBezTo>
                  <a:pt x="299" y="223"/>
                  <a:pt x="298" y="222"/>
                  <a:pt x="298" y="222"/>
                </a:cubicBezTo>
                <a:cubicBezTo>
                  <a:pt x="298" y="221"/>
                  <a:pt x="298" y="220"/>
                  <a:pt x="298" y="219"/>
                </a:cubicBezTo>
                <a:cubicBezTo>
                  <a:pt x="298" y="219"/>
                  <a:pt x="297" y="218"/>
                  <a:pt x="297" y="218"/>
                </a:cubicBezTo>
                <a:cubicBezTo>
                  <a:pt x="297" y="217"/>
                  <a:pt x="297" y="216"/>
                  <a:pt x="297" y="215"/>
                </a:cubicBezTo>
                <a:cubicBezTo>
                  <a:pt x="297" y="214"/>
                  <a:pt x="295" y="214"/>
                  <a:pt x="294" y="213"/>
                </a:cubicBezTo>
                <a:cubicBezTo>
                  <a:pt x="294" y="212"/>
                  <a:pt x="295" y="211"/>
                  <a:pt x="294" y="210"/>
                </a:cubicBezTo>
                <a:cubicBezTo>
                  <a:pt x="294" y="209"/>
                  <a:pt x="293" y="209"/>
                  <a:pt x="293" y="208"/>
                </a:cubicBezTo>
                <a:cubicBezTo>
                  <a:pt x="291" y="206"/>
                  <a:pt x="290" y="205"/>
                  <a:pt x="289" y="204"/>
                </a:cubicBezTo>
                <a:cubicBezTo>
                  <a:pt x="287" y="202"/>
                  <a:pt x="285" y="201"/>
                  <a:pt x="284" y="200"/>
                </a:cubicBezTo>
                <a:cubicBezTo>
                  <a:pt x="283" y="200"/>
                  <a:pt x="284" y="199"/>
                  <a:pt x="283" y="198"/>
                </a:cubicBezTo>
                <a:cubicBezTo>
                  <a:pt x="282" y="198"/>
                  <a:pt x="281" y="199"/>
                  <a:pt x="280" y="199"/>
                </a:cubicBezTo>
                <a:cubicBezTo>
                  <a:pt x="280" y="199"/>
                  <a:pt x="280" y="199"/>
                  <a:pt x="280" y="199"/>
                </a:cubicBezTo>
                <a:cubicBezTo>
                  <a:pt x="279" y="199"/>
                  <a:pt x="279" y="199"/>
                  <a:pt x="278" y="198"/>
                </a:cubicBezTo>
                <a:cubicBezTo>
                  <a:pt x="277" y="198"/>
                  <a:pt x="278" y="197"/>
                  <a:pt x="277" y="196"/>
                </a:cubicBezTo>
                <a:cubicBezTo>
                  <a:pt x="276" y="196"/>
                  <a:pt x="275" y="196"/>
                  <a:pt x="274" y="195"/>
                </a:cubicBezTo>
                <a:cubicBezTo>
                  <a:pt x="272" y="195"/>
                  <a:pt x="269" y="195"/>
                  <a:pt x="268" y="194"/>
                </a:cubicBezTo>
                <a:cubicBezTo>
                  <a:pt x="269" y="192"/>
                  <a:pt x="272" y="194"/>
                  <a:pt x="274" y="192"/>
                </a:cubicBezTo>
                <a:cubicBezTo>
                  <a:pt x="274" y="191"/>
                  <a:pt x="272" y="191"/>
                  <a:pt x="272" y="190"/>
                </a:cubicBezTo>
                <a:cubicBezTo>
                  <a:pt x="272" y="190"/>
                  <a:pt x="274" y="190"/>
                  <a:pt x="274" y="190"/>
                </a:cubicBezTo>
                <a:cubicBezTo>
                  <a:pt x="275" y="189"/>
                  <a:pt x="275" y="189"/>
                  <a:pt x="274" y="188"/>
                </a:cubicBezTo>
                <a:cubicBezTo>
                  <a:pt x="274" y="188"/>
                  <a:pt x="273" y="186"/>
                  <a:pt x="273" y="186"/>
                </a:cubicBezTo>
                <a:cubicBezTo>
                  <a:pt x="273" y="186"/>
                  <a:pt x="273" y="187"/>
                  <a:pt x="272" y="187"/>
                </a:cubicBezTo>
                <a:cubicBezTo>
                  <a:pt x="271" y="187"/>
                  <a:pt x="269" y="187"/>
                  <a:pt x="268" y="186"/>
                </a:cubicBezTo>
                <a:cubicBezTo>
                  <a:pt x="267" y="186"/>
                  <a:pt x="267" y="185"/>
                  <a:pt x="265" y="185"/>
                </a:cubicBezTo>
                <a:cubicBezTo>
                  <a:pt x="264" y="185"/>
                  <a:pt x="262" y="185"/>
                  <a:pt x="261" y="184"/>
                </a:cubicBezTo>
                <a:cubicBezTo>
                  <a:pt x="261" y="183"/>
                  <a:pt x="266" y="183"/>
                  <a:pt x="267" y="183"/>
                </a:cubicBezTo>
                <a:cubicBezTo>
                  <a:pt x="267" y="183"/>
                  <a:pt x="271" y="185"/>
                  <a:pt x="271" y="183"/>
                </a:cubicBezTo>
                <a:cubicBezTo>
                  <a:pt x="271" y="181"/>
                  <a:pt x="266" y="181"/>
                  <a:pt x="265" y="181"/>
                </a:cubicBezTo>
                <a:cubicBezTo>
                  <a:pt x="263" y="182"/>
                  <a:pt x="260" y="184"/>
                  <a:pt x="259" y="181"/>
                </a:cubicBezTo>
                <a:cubicBezTo>
                  <a:pt x="260" y="181"/>
                  <a:pt x="261" y="181"/>
                  <a:pt x="262" y="181"/>
                </a:cubicBezTo>
                <a:cubicBezTo>
                  <a:pt x="262" y="180"/>
                  <a:pt x="262" y="180"/>
                  <a:pt x="263" y="179"/>
                </a:cubicBezTo>
                <a:cubicBezTo>
                  <a:pt x="264" y="178"/>
                  <a:pt x="265" y="180"/>
                  <a:pt x="267" y="179"/>
                </a:cubicBezTo>
                <a:cubicBezTo>
                  <a:pt x="269" y="178"/>
                  <a:pt x="266" y="177"/>
                  <a:pt x="265" y="177"/>
                </a:cubicBezTo>
                <a:cubicBezTo>
                  <a:pt x="263" y="177"/>
                  <a:pt x="262" y="177"/>
                  <a:pt x="260" y="176"/>
                </a:cubicBezTo>
                <a:cubicBezTo>
                  <a:pt x="260" y="176"/>
                  <a:pt x="258" y="176"/>
                  <a:pt x="258" y="175"/>
                </a:cubicBezTo>
                <a:cubicBezTo>
                  <a:pt x="257" y="174"/>
                  <a:pt x="258" y="175"/>
                  <a:pt x="258" y="174"/>
                </a:cubicBezTo>
                <a:cubicBezTo>
                  <a:pt x="259" y="173"/>
                  <a:pt x="259" y="173"/>
                  <a:pt x="257" y="172"/>
                </a:cubicBezTo>
                <a:cubicBezTo>
                  <a:pt x="254" y="170"/>
                  <a:pt x="254" y="167"/>
                  <a:pt x="249" y="166"/>
                </a:cubicBezTo>
                <a:cubicBezTo>
                  <a:pt x="252" y="165"/>
                  <a:pt x="251" y="165"/>
                  <a:pt x="249" y="164"/>
                </a:cubicBezTo>
                <a:cubicBezTo>
                  <a:pt x="252" y="163"/>
                  <a:pt x="253" y="161"/>
                  <a:pt x="251" y="160"/>
                </a:cubicBezTo>
                <a:cubicBezTo>
                  <a:pt x="250" y="159"/>
                  <a:pt x="249" y="159"/>
                  <a:pt x="249" y="158"/>
                </a:cubicBezTo>
                <a:cubicBezTo>
                  <a:pt x="248" y="158"/>
                  <a:pt x="248" y="157"/>
                  <a:pt x="247" y="156"/>
                </a:cubicBezTo>
                <a:cubicBezTo>
                  <a:pt x="245" y="155"/>
                  <a:pt x="244" y="155"/>
                  <a:pt x="242" y="155"/>
                </a:cubicBezTo>
                <a:cubicBezTo>
                  <a:pt x="241" y="155"/>
                  <a:pt x="239" y="155"/>
                  <a:pt x="239" y="153"/>
                </a:cubicBezTo>
                <a:cubicBezTo>
                  <a:pt x="240" y="152"/>
                  <a:pt x="243" y="153"/>
                  <a:pt x="244" y="153"/>
                </a:cubicBezTo>
                <a:cubicBezTo>
                  <a:pt x="247" y="154"/>
                  <a:pt x="248" y="153"/>
                  <a:pt x="250" y="154"/>
                </a:cubicBezTo>
                <a:cubicBezTo>
                  <a:pt x="252" y="154"/>
                  <a:pt x="253" y="155"/>
                  <a:pt x="255" y="155"/>
                </a:cubicBezTo>
                <a:cubicBezTo>
                  <a:pt x="256" y="156"/>
                  <a:pt x="259" y="155"/>
                  <a:pt x="260" y="156"/>
                </a:cubicBezTo>
                <a:cubicBezTo>
                  <a:pt x="262" y="157"/>
                  <a:pt x="256" y="158"/>
                  <a:pt x="256" y="160"/>
                </a:cubicBezTo>
                <a:cubicBezTo>
                  <a:pt x="256" y="163"/>
                  <a:pt x="262" y="167"/>
                  <a:pt x="264" y="169"/>
                </a:cubicBezTo>
                <a:cubicBezTo>
                  <a:pt x="265" y="170"/>
                  <a:pt x="270" y="177"/>
                  <a:pt x="272" y="174"/>
                </a:cubicBezTo>
                <a:cubicBezTo>
                  <a:pt x="273" y="173"/>
                  <a:pt x="270" y="170"/>
                  <a:pt x="273" y="170"/>
                </a:cubicBezTo>
                <a:cubicBezTo>
                  <a:pt x="274" y="170"/>
                  <a:pt x="276" y="172"/>
                  <a:pt x="276" y="173"/>
                </a:cubicBezTo>
                <a:cubicBezTo>
                  <a:pt x="277" y="174"/>
                  <a:pt x="276" y="175"/>
                  <a:pt x="278" y="176"/>
                </a:cubicBezTo>
                <a:cubicBezTo>
                  <a:pt x="279" y="176"/>
                  <a:pt x="280" y="177"/>
                  <a:pt x="282" y="176"/>
                </a:cubicBezTo>
                <a:cubicBezTo>
                  <a:pt x="282" y="175"/>
                  <a:pt x="281" y="173"/>
                  <a:pt x="283" y="172"/>
                </a:cubicBezTo>
                <a:cubicBezTo>
                  <a:pt x="283" y="172"/>
                  <a:pt x="283" y="174"/>
                  <a:pt x="283" y="175"/>
                </a:cubicBezTo>
                <a:cubicBezTo>
                  <a:pt x="283" y="176"/>
                  <a:pt x="284" y="176"/>
                  <a:pt x="285" y="177"/>
                </a:cubicBezTo>
                <a:cubicBezTo>
                  <a:pt x="287" y="177"/>
                  <a:pt x="290" y="177"/>
                  <a:pt x="291" y="179"/>
                </a:cubicBezTo>
                <a:cubicBezTo>
                  <a:pt x="290" y="179"/>
                  <a:pt x="288" y="179"/>
                  <a:pt x="288" y="180"/>
                </a:cubicBezTo>
                <a:cubicBezTo>
                  <a:pt x="288" y="181"/>
                  <a:pt x="289" y="183"/>
                  <a:pt x="290" y="184"/>
                </a:cubicBezTo>
                <a:cubicBezTo>
                  <a:pt x="292" y="185"/>
                  <a:pt x="293" y="182"/>
                  <a:pt x="295" y="181"/>
                </a:cubicBezTo>
                <a:cubicBezTo>
                  <a:pt x="298" y="179"/>
                  <a:pt x="300" y="183"/>
                  <a:pt x="302" y="185"/>
                </a:cubicBezTo>
                <a:cubicBezTo>
                  <a:pt x="305" y="187"/>
                  <a:pt x="308" y="190"/>
                  <a:pt x="311" y="191"/>
                </a:cubicBezTo>
                <a:cubicBezTo>
                  <a:pt x="317" y="193"/>
                  <a:pt x="324" y="196"/>
                  <a:pt x="330" y="196"/>
                </a:cubicBezTo>
                <a:cubicBezTo>
                  <a:pt x="336" y="196"/>
                  <a:pt x="343" y="197"/>
                  <a:pt x="348" y="201"/>
                </a:cubicBezTo>
                <a:cubicBezTo>
                  <a:pt x="351" y="203"/>
                  <a:pt x="352" y="204"/>
                  <a:pt x="355" y="205"/>
                </a:cubicBezTo>
                <a:cubicBezTo>
                  <a:pt x="359" y="206"/>
                  <a:pt x="362" y="206"/>
                  <a:pt x="365" y="207"/>
                </a:cubicBezTo>
                <a:cubicBezTo>
                  <a:pt x="369" y="207"/>
                  <a:pt x="371" y="207"/>
                  <a:pt x="375" y="205"/>
                </a:cubicBezTo>
                <a:cubicBezTo>
                  <a:pt x="378" y="204"/>
                  <a:pt x="381" y="205"/>
                  <a:pt x="384" y="204"/>
                </a:cubicBezTo>
                <a:cubicBezTo>
                  <a:pt x="386" y="203"/>
                  <a:pt x="388" y="201"/>
                  <a:pt x="391" y="200"/>
                </a:cubicBezTo>
                <a:cubicBezTo>
                  <a:pt x="393" y="199"/>
                  <a:pt x="396" y="198"/>
                  <a:pt x="398" y="197"/>
                </a:cubicBezTo>
                <a:cubicBezTo>
                  <a:pt x="400" y="196"/>
                  <a:pt x="402" y="193"/>
                  <a:pt x="404" y="191"/>
                </a:cubicBezTo>
                <a:cubicBezTo>
                  <a:pt x="405" y="191"/>
                  <a:pt x="406" y="191"/>
                  <a:pt x="407" y="190"/>
                </a:cubicBezTo>
                <a:cubicBezTo>
                  <a:pt x="408" y="190"/>
                  <a:pt x="409" y="188"/>
                  <a:pt x="409" y="188"/>
                </a:cubicBezTo>
                <a:cubicBezTo>
                  <a:pt x="410" y="187"/>
                  <a:pt x="410" y="186"/>
                  <a:pt x="410" y="185"/>
                </a:cubicBezTo>
                <a:cubicBezTo>
                  <a:pt x="411" y="185"/>
                  <a:pt x="412" y="184"/>
                  <a:pt x="412" y="183"/>
                </a:cubicBezTo>
                <a:cubicBezTo>
                  <a:pt x="412" y="182"/>
                  <a:pt x="412" y="182"/>
                  <a:pt x="413" y="180"/>
                </a:cubicBezTo>
                <a:cubicBezTo>
                  <a:pt x="414" y="179"/>
                  <a:pt x="415" y="179"/>
                  <a:pt x="416" y="177"/>
                </a:cubicBezTo>
                <a:cubicBezTo>
                  <a:pt x="418" y="175"/>
                  <a:pt x="420" y="172"/>
                  <a:pt x="421" y="169"/>
                </a:cubicBezTo>
                <a:cubicBezTo>
                  <a:pt x="422" y="168"/>
                  <a:pt x="423" y="166"/>
                  <a:pt x="423" y="164"/>
                </a:cubicBezTo>
                <a:cubicBezTo>
                  <a:pt x="423" y="163"/>
                  <a:pt x="423" y="162"/>
                  <a:pt x="423" y="161"/>
                </a:cubicBezTo>
                <a:cubicBezTo>
                  <a:pt x="424" y="160"/>
                  <a:pt x="425" y="156"/>
                  <a:pt x="425" y="155"/>
                </a:cubicBezTo>
                <a:cubicBezTo>
                  <a:pt x="425" y="154"/>
                  <a:pt x="424" y="154"/>
                  <a:pt x="424" y="153"/>
                </a:cubicBezTo>
                <a:cubicBezTo>
                  <a:pt x="424" y="153"/>
                  <a:pt x="425" y="152"/>
                  <a:pt x="425" y="152"/>
                </a:cubicBezTo>
                <a:cubicBezTo>
                  <a:pt x="425" y="152"/>
                  <a:pt x="424" y="150"/>
                  <a:pt x="424" y="150"/>
                </a:cubicBezTo>
                <a:cubicBezTo>
                  <a:pt x="423" y="150"/>
                  <a:pt x="423" y="150"/>
                  <a:pt x="423" y="151"/>
                </a:cubicBezTo>
                <a:cubicBezTo>
                  <a:pt x="417" y="150"/>
                  <a:pt x="422" y="143"/>
                  <a:pt x="420" y="139"/>
                </a:cubicBezTo>
                <a:cubicBezTo>
                  <a:pt x="419" y="138"/>
                  <a:pt x="418" y="138"/>
                  <a:pt x="418" y="136"/>
                </a:cubicBezTo>
                <a:cubicBezTo>
                  <a:pt x="418" y="135"/>
                  <a:pt x="418" y="134"/>
                  <a:pt x="418" y="133"/>
                </a:cubicBezTo>
                <a:cubicBezTo>
                  <a:pt x="418" y="132"/>
                  <a:pt x="418" y="131"/>
                  <a:pt x="418" y="130"/>
                </a:cubicBezTo>
                <a:cubicBezTo>
                  <a:pt x="419" y="129"/>
                  <a:pt x="418" y="125"/>
                  <a:pt x="417" y="124"/>
                </a:cubicBezTo>
                <a:cubicBezTo>
                  <a:pt x="416" y="123"/>
                  <a:pt x="415" y="125"/>
                  <a:pt x="414" y="124"/>
                </a:cubicBezTo>
                <a:cubicBezTo>
                  <a:pt x="411" y="124"/>
                  <a:pt x="412" y="118"/>
                  <a:pt x="410" y="120"/>
                </a:cubicBezTo>
                <a:cubicBezTo>
                  <a:pt x="408" y="120"/>
                  <a:pt x="410" y="122"/>
                  <a:pt x="408" y="123"/>
                </a:cubicBezTo>
                <a:cubicBezTo>
                  <a:pt x="407" y="123"/>
                  <a:pt x="405" y="121"/>
                  <a:pt x="405" y="120"/>
                </a:cubicBezTo>
                <a:cubicBezTo>
                  <a:pt x="404" y="118"/>
                  <a:pt x="406" y="119"/>
                  <a:pt x="407" y="117"/>
                </a:cubicBezTo>
                <a:cubicBezTo>
                  <a:pt x="407" y="116"/>
                  <a:pt x="403" y="113"/>
                  <a:pt x="402" y="112"/>
                </a:cubicBezTo>
                <a:cubicBezTo>
                  <a:pt x="400" y="111"/>
                  <a:pt x="398" y="109"/>
                  <a:pt x="397" y="107"/>
                </a:cubicBezTo>
                <a:cubicBezTo>
                  <a:pt x="397" y="105"/>
                  <a:pt x="397" y="103"/>
                  <a:pt x="395" y="102"/>
                </a:cubicBezTo>
                <a:cubicBezTo>
                  <a:pt x="394" y="100"/>
                  <a:pt x="392" y="101"/>
                  <a:pt x="393" y="103"/>
                </a:cubicBezTo>
                <a:cubicBezTo>
                  <a:pt x="393" y="104"/>
                  <a:pt x="394" y="104"/>
                  <a:pt x="394" y="105"/>
                </a:cubicBezTo>
                <a:cubicBezTo>
                  <a:pt x="395" y="106"/>
                  <a:pt x="395" y="107"/>
                  <a:pt x="395" y="108"/>
                </a:cubicBezTo>
                <a:cubicBezTo>
                  <a:pt x="392" y="107"/>
                  <a:pt x="389" y="107"/>
                  <a:pt x="387" y="104"/>
                </a:cubicBezTo>
                <a:cubicBezTo>
                  <a:pt x="386" y="103"/>
                  <a:pt x="384" y="102"/>
                  <a:pt x="383" y="101"/>
                </a:cubicBezTo>
                <a:cubicBezTo>
                  <a:pt x="382" y="99"/>
                  <a:pt x="381" y="98"/>
                  <a:pt x="379" y="97"/>
                </a:cubicBezTo>
                <a:cubicBezTo>
                  <a:pt x="379" y="97"/>
                  <a:pt x="379" y="97"/>
                  <a:pt x="378" y="97"/>
                </a:cubicBezTo>
                <a:cubicBezTo>
                  <a:pt x="378" y="96"/>
                  <a:pt x="378" y="95"/>
                  <a:pt x="377" y="95"/>
                </a:cubicBezTo>
                <a:cubicBezTo>
                  <a:pt x="377" y="94"/>
                  <a:pt x="376" y="94"/>
                  <a:pt x="376" y="93"/>
                </a:cubicBezTo>
                <a:cubicBezTo>
                  <a:pt x="375" y="93"/>
                  <a:pt x="374" y="92"/>
                  <a:pt x="374" y="92"/>
                </a:cubicBezTo>
                <a:cubicBezTo>
                  <a:pt x="373" y="91"/>
                  <a:pt x="374" y="90"/>
                  <a:pt x="373" y="90"/>
                </a:cubicBezTo>
                <a:cubicBezTo>
                  <a:pt x="372" y="90"/>
                  <a:pt x="370" y="90"/>
                  <a:pt x="371" y="92"/>
                </a:cubicBezTo>
                <a:cubicBezTo>
                  <a:pt x="371" y="93"/>
                  <a:pt x="374" y="92"/>
                  <a:pt x="373" y="94"/>
                </a:cubicBezTo>
                <a:cubicBezTo>
                  <a:pt x="372" y="94"/>
                  <a:pt x="371" y="93"/>
                  <a:pt x="370" y="92"/>
                </a:cubicBezTo>
                <a:cubicBezTo>
                  <a:pt x="368" y="91"/>
                  <a:pt x="367" y="92"/>
                  <a:pt x="367" y="90"/>
                </a:cubicBezTo>
                <a:cubicBezTo>
                  <a:pt x="366" y="89"/>
                  <a:pt x="366" y="88"/>
                  <a:pt x="365" y="87"/>
                </a:cubicBezTo>
                <a:cubicBezTo>
                  <a:pt x="364" y="86"/>
                  <a:pt x="364" y="85"/>
                  <a:pt x="363" y="84"/>
                </a:cubicBezTo>
                <a:cubicBezTo>
                  <a:pt x="362" y="83"/>
                  <a:pt x="361" y="83"/>
                  <a:pt x="360" y="82"/>
                </a:cubicBezTo>
                <a:cubicBezTo>
                  <a:pt x="359" y="81"/>
                  <a:pt x="359" y="80"/>
                  <a:pt x="358" y="78"/>
                </a:cubicBezTo>
                <a:cubicBezTo>
                  <a:pt x="356" y="76"/>
                  <a:pt x="354" y="73"/>
                  <a:pt x="352" y="71"/>
                </a:cubicBezTo>
                <a:cubicBezTo>
                  <a:pt x="349" y="70"/>
                  <a:pt x="347" y="70"/>
                  <a:pt x="345" y="68"/>
                </a:cubicBezTo>
                <a:cubicBezTo>
                  <a:pt x="344" y="66"/>
                  <a:pt x="344" y="66"/>
                  <a:pt x="342" y="65"/>
                </a:cubicBezTo>
                <a:cubicBezTo>
                  <a:pt x="341" y="64"/>
                  <a:pt x="340" y="63"/>
                  <a:pt x="339" y="61"/>
                </a:cubicBezTo>
                <a:cubicBezTo>
                  <a:pt x="338" y="60"/>
                  <a:pt x="337" y="60"/>
                  <a:pt x="336" y="59"/>
                </a:cubicBezTo>
                <a:cubicBezTo>
                  <a:pt x="334" y="59"/>
                  <a:pt x="334" y="57"/>
                  <a:pt x="333" y="56"/>
                </a:cubicBezTo>
                <a:cubicBezTo>
                  <a:pt x="330" y="55"/>
                  <a:pt x="327" y="55"/>
                  <a:pt x="326" y="53"/>
                </a:cubicBezTo>
                <a:cubicBezTo>
                  <a:pt x="325" y="52"/>
                  <a:pt x="325" y="51"/>
                  <a:pt x="324" y="50"/>
                </a:cubicBezTo>
                <a:cubicBezTo>
                  <a:pt x="324" y="50"/>
                  <a:pt x="322" y="50"/>
                  <a:pt x="322" y="49"/>
                </a:cubicBezTo>
                <a:cubicBezTo>
                  <a:pt x="320" y="49"/>
                  <a:pt x="319" y="47"/>
                  <a:pt x="318" y="46"/>
                </a:cubicBezTo>
                <a:cubicBezTo>
                  <a:pt x="315" y="45"/>
                  <a:pt x="313" y="45"/>
                  <a:pt x="310" y="43"/>
                </a:cubicBezTo>
                <a:cubicBezTo>
                  <a:pt x="309" y="42"/>
                  <a:pt x="305" y="40"/>
                  <a:pt x="303" y="42"/>
                </a:cubicBezTo>
                <a:cubicBezTo>
                  <a:pt x="303" y="42"/>
                  <a:pt x="306" y="47"/>
                  <a:pt x="304" y="46"/>
                </a:cubicBezTo>
                <a:cubicBezTo>
                  <a:pt x="303" y="46"/>
                  <a:pt x="303" y="45"/>
                  <a:pt x="302" y="45"/>
                </a:cubicBezTo>
                <a:cubicBezTo>
                  <a:pt x="301" y="45"/>
                  <a:pt x="301" y="45"/>
                  <a:pt x="300" y="46"/>
                </a:cubicBezTo>
                <a:cubicBezTo>
                  <a:pt x="299" y="45"/>
                  <a:pt x="300" y="44"/>
                  <a:pt x="298" y="44"/>
                </a:cubicBezTo>
                <a:cubicBezTo>
                  <a:pt x="298" y="44"/>
                  <a:pt x="297" y="44"/>
                  <a:pt x="296" y="44"/>
                </a:cubicBezTo>
                <a:cubicBezTo>
                  <a:pt x="294" y="43"/>
                  <a:pt x="293" y="42"/>
                  <a:pt x="292" y="41"/>
                </a:cubicBezTo>
                <a:cubicBezTo>
                  <a:pt x="291" y="41"/>
                  <a:pt x="290" y="41"/>
                  <a:pt x="289" y="41"/>
                </a:cubicBezTo>
                <a:cubicBezTo>
                  <a:pt x="288" y="40"/>
                  <a:pt x="288" y="39"/>
                  <a:pt x="286" y="39"/>
                </a:cubicBezTo>
                <a:cubicBezTo>
                  <a:pt x="285" y="39"/>
                  <a:pt x="283" y="39"/>
                  <a:pt x="281" y="39"/>
                </a:cubicBezTo>
                <a:cubicBezTo>
                  <a:pt x="280" y="39"/>
                  <a:pt x="279" y="38"/>
                  <a:pt x="279" y="38"/>
                </a:cubicBezTo>
                <a:cubicBezTo>
                  <a:pt x="278" y="38"/>
                  <a:pt x="278" y="39"/>
                  <a:pt x="277" y="39"/>
                </a:cubicBezTo>
                <a:cubicBezTo>
                  <a:pt x="276" y="40"/>
                  <a:pt x="276" y="39"/>
                  <a:pt x="275" y="39"/>
                </a:cubicBezTo>
                <a:cubicBezTo>
                  <a:pt x="274" y="38"/>
                  <a:pt x="275" y="38"/>
                  <a:pt x="274" y="38"/>
                </a:cubicBezTo>
                <a:cubicBezTo>
                  <a:pt x="272" y="39"/>
                  <a:pt x="273" y="42"/>
                  <a:pt x="273" y="44"/>
                </a:cubicBezTo>
                <a:cubicBezTo>
                  <a:pt x="273" y="46"/>
                  <a:pt x="272" y="47"/>
                  <a:pt x="271" y="49"/>
                </a:cubicBezTo>
                <a:cubicBezTo>
                  <a:pt x="270" y="51"/>
                  <a:pt x="269" y="52"/>
                  <a:pt x="266" y="53"/>
                </a:cubicBezTo>
                <a:cubicBezTo>
                  <a:pt x="265" y="53"/>
                  <a:pt x="263" y="53"/>
                  <a:pt x="262" y="54"/>
                </a:cubicBezTo>
                <a:cubicBezTo>
                  <a:pt x="262" y="55"/>
                  <a:pt x="261" y="61"/>
                  <a:pt x="261" y="57"/>
                </a:cubicBezTo>
                <a:cubicBezTo>
                  <a:pt x="260" y="53"/>
                  <a:pt x="263" y="52"/>
                  <a:pt x="266" y="50"/>
                </a:cubicBezTo>
                <a:cubicBezTo>
                  <a:pt x="267" y="49"/>
                  <a:pt x="269" y="48"/>
                  <a:pt x="270" y="47"/>
                </a:cubicBezTo>
                <a:cubicBezTo>
                  <a:pt x="272" y="44"/>
                  <a:pt x="270" y="45"/>
                  <a:pt x="269" y="45"/>
                </a:cubicBezTo>
                <a:cubicBezTo>
                  <a:pt x="269" y="45"/>
                  <a:pt x="269" y="44"/>
                  <a:pt x="269" y="44"/>
                </a:cubicBezTo>
                <a:cubicBezTo>
                  <a:pt x="268" y="44"/>
                  <a:pt x="268" y="44"/>
                  <a:pt x="267" y="44"/>
                </a:cubicBezTo>
                <a:cubicBezTo>
                  <a:pt x="268" y="42"/>
                  <a:pt x="272" y="41"/>
                  <a:pt x="268" y="41"/>
                </a:cubicBezTo>
                <a:cubicBezTo>
                  <a:pt x="265" y="41"/>
                  <a:pt x="266" y="40"/>
                  <a:pt x="268" y="39"/>
                </a:cubicBezTo>
                <a:cubicBezTo>
                  <a:pt x="269" y="39"/>
                  <a:pt x="270" y="38"/>
                  <a:pt x="270" y="36"/>
                </a:cubicBezTo>
                <a:cubicBezTo>
                  <a:pt x="270" y="36"/>
                  <a:pt x="270" y="36"/>
                  <a:pt x="270" y="36"/>
                </a:cubicBezTo>
                <a:cubicBezTo>
                  <a:pt x="270" y="35"/>
                  <a:pt x="270" y="35"/>
                  <a:pt x="270" y="34"/>
                </a:cubicBezTo>
                <a:cubicBezTo>
                  <a:pt x="271" y="31"/>
                  <a:pt x="267" y="33"/>
                  <a:pt x="265" y="33"/>
                </a:cubicBezTo>
                <a:cubicBezTo>
                  <a:pt x="264" y="34"/>
                  <a:pt x="262" y="34"/>
                  <a:pt x="261" y="35"/>
                </a:cubicBezTo>
                <a:cubicBezTo>
                  <a:pt x="260" y="36"/>
                  <a:pt x="260" y="37"/>
                  <a:pt x="260" y="38"/>
                </a:cubicBezTo>
                <a:cubicBezTo>
                  <a:pt x="259" y="39"/>
                  <a:pt x="258" y="40"/>
                  <a:pt x="257" y="40"/>
                </a:cubicBezTo>
                <a:cubicBezTo>
                  <a:pt x="257" y="39"/>
                  <a:pt x="258" y="37"/>
                  <a:pt x="258" y="36"/>
                </a:cubicBezTo>
                <a:cubicBezTo>
                  <a:pt x="259" y="36"/>
                  <a:pt x="262" y="31"/>
                  <a:pt x="262" y="31"/>
                </a:cubicBezTo>
                <a:cubicBezTo>
                  <a:pt x="261" y="30"/>
                  <a:pt x="257" y="33"/>
                  <a:pt x="256" y="33"/>
                </a:cubicBezTo>
                <a:cubicBezTo>
                  <a:pt x="256" y="32"/>
                  <a:pt x="258" y="31"/>
                  <a:pt x="258" y="30"/>
                </a:cubicBezTo>
                <a:cubicBezTo>
                  <a:pt x="257" y="29"/>
                  <a:pt x="256" y="29"/>
                  <a:pt x="255" y="29"/>
                </a:cubicBezTo>
                <a:cubicBezTo>
                  <a:pt x="251" y="30"/>
                  <a:pt x="249" y="33"/>
                  <a:pt x="245" y="33"/>
                </a:cubicBezTo>
                <a:cubicBezTo>
                  <a:pt x="246" y="31"/>
                  <a:pt x="248" y="31"/>
                  <a:pt x="250" y="30"/>
                </a:cubicBezTo>
                <a:cubicBezTo>
                  <a:pt x="251" y="28"/>
                  <a:pt x="250" y="28"/>
                  <a:pt x="250" y="26"/>
                </a:cubicBezTo>
                <a:cubicBezTo>
                  <a:pt x="250" y="26"/>
                  <a:pt x="250" y="25"/>
                  <a:pt x="249" y="24"/>
                </a:cubicBezTo>
                <a:cubicBezTo>
                  <a:pt x="249" y="24"/>
                  <a:pt x="247" y="24"/>
                  <a:pt x="246" y="24"/>
                </a:cubicBezTo>
                <a:cubicBezTo>
                  <a:pt x="245" y="24"/>
                  <a:pt x="243" y="23"/>
                  <a:pt x="242" y="25"/>
                </a:cubicBezTo>
                <a:cubicBezTo>
                  <a:pt x="242" y="24"/>
                  <a:pt x="243" y="23"/>
                  <a:pt x="243" y="22"/>
                </a:cubicBezTo>
                <a:cubicBezTo>
                  <a:pt x="242" y="21"/>
                  <a:pt x="241" y="21"/>
                  <a:pt x="241" y="20"/>
                </a:cubicBezTo>
                <a:cubicBezTo>
                  <a:pt x="242" y="20"/>
                  <a:pt x="243" y="20"/>
                  <a:pt x="243" y="19"/>
                </a:cubicBezTo>
                <a:cubicBezTo>
                  <a:pt x="243" y="18"/>
                  <a:pt x="243" y="17"/>
                  <a:pt x="243" y="17"/>
                </a:cubicBezTo>
                <a:cubicBezTo>
                  <a:pt x="244" y="14"/>
                  <a:pt x="244" y="16"/>
                  <a:pt x="245" y="17"/>
                </a:cubicBezTo>
                <a:cubicBezTo>
                  <a:pt x="246" y="19"/>
                  <a:pt x="246" y="20"/>
                  <a:pt x="248" y="21"/>
                </a:cubicBezTo>
                <a:cubicBezTo>
                  <a:pt x="251" y="21"/>
                  <a:pt x="253" y="22"/>
                  <a:pt x="255" y="23"/>
                </a:cubicBezTo>
                <a:cubicBezTo>
                  <a:pt x="258" y="24"/>
                  <a:pt x="259" y="24"/>
                  <a:pt x="261" y="23"/>
                </a:cubicBezTo>
                <a:cubicBezTo>
                  <a:pt x="263" y="21"/>
                  <a:pt x="263" y="21"/>
                  <a:pt x="263" y="18"/>
                </a:cubicBezTo>
                <a:cubicBezTo>
                  <a:pt x="264" y="16"/>
                  <a:pt x="263" y="15"/>
                  <a:pt x="261" y="14"/>
                </a:cubicBezTo>
                <a:cubicBezTo>
                  <a:pt x="260" y="14"/>
                  <a:pt x="259" y="13"/>
                  <a:pt x="258" y="13"/>
                </a:cubicBezTo>
                <a:cubicBezTo>
                  <a:pt x="256" y="12"/>
                  <a:pt x="256" y="13"/>
                  <a:pt x="255" y="13"/>
                </a:cubicBezTo>
                <a:cubicBezTo>
                  <a:pt x="252" y="13"/>
                  <a:pt x="252" y="10"/>
                  <a:pt x="250" y="9"/>
                </a:cubicBezTo>
                <a:cubicBezTo>
                  <a:pt x="249" y="8"/>
                  <a:pt x="247" y="8"/>
                  <a:pt x="246" y="7"/>
                </a:cubicBezTo>
                <a:cubicBezTo>
                  <a:pt x="245" y="6"/>
                  <a:pt x="241" y="0"/>
                  <a:pt x="240" y="4"/>
                </a:cubicBezTo>
                <a:cubicBezTo>
                  <a:pt x="240" y="6"/>
                  <a:pt x="245" y="11"/>
                  <a:pt x="243" y="13"/>
                </a:cubicBezTo>
                <a:cubicBezTo>
                  <a:pt x="241" y="16"/>
                  <a:pt x="240" y="7"/>
                  <a:pt x="237" y="10"/>
                </a:cubicBezTo>
                <a:cubicBezTo>
                  <a:pt x="235" y="12"/>
                  <a:pt x="240" y="19"/>
                  <a:pt x="236" y="18"/>
                </a:cubicBezTo>
                <a:cubicBezTo>
                  <a:pt x="234" y="18"/>
                  <a:pt x="232" y="17"/>
                  <a:pt x="231" y="18"/>
                </a:cubicBezTo>
                <a:cubicBezTo>
                  <a:pt x="231" y="19"/>
                  <a:pt x="231" y="20"/>
                  <a:pt x="230" y="21"/>
                </a:cubicBezTo>
                <a:cubicBezTo>
                  <a:pt x="230" y="21"/>
                  <a:pt x="229" y="21"/>
                  <a:pt x="228" y="22"/>
                </a:cubicBezTo>
                <a:cubicBezTo>
                  <a:pt x="228" y="20"/>
                  <a:pt x="230" y="18"/>
                  <a:pt x="230" y="17"/>
                </a:cubicBezTo>
                <a:cubicBezTo>
                  <a:pt x="229" y="16"/>
                  <a:pt x="227" y="15"/>
                  <a:pt x="227" y="14"/>
                </a:cubicBezTo>
                <a:cubicBezTo>
                  <a:pt x="226" y="14"/>
                  <a:pt x="224" y="13"/>
                  <a:pt x="223" y="13"/>
                </a:cubicBezTo>
                <a:cubicBezTo>
                  <a:pt x="222" y="13"/>
                  <a:pt x="220" y="12"/>
                  <a:pt x="219" y="12"/>
                </a:cubicBezTo>
                <a:cubicBezTo>
                  <a:pt x="219" y="15"/>
                  <a:pt x="220" y="18"/>
                  <a:pt x="221" y="22"/>
                </a:cubicBezTo>
                <a:cubicBezTo>
                  <a:pt x="221" y="24"/>
                  <a:pt x="221" y="26"/>
                  <a:pt x="219" y="27"/>
                </a:cubicBezTo>
                <a:cubicBezTo>
                  <a:pt x="218" y="28"/>
                  <a:pt x="215" y="28"/>
                  <a:pt x="214" y="27"/>
                </a:cubicBezTo>
                <a:cubicBezTo>
                  <a:pt x="211" y="26"/>
                  <a:pt x="212" y="25"/>
                  <a:pt x="211" y="23"/>
                </a:cubicBezTo>
                <a:cubicBezTo>
                  <a:pt x="210" y="22"/>
                  <a:pt x="207" y="21"/>
                  <a:pt x="206" y="21"/>
                </a:cubicBezTo>
                <a:cubicBezTo>
                  <a:pt x="204" y="21"/>
                  <a:pt x="207" y="23"/>
                  <a:pt x="207" y="24"/>
                </a:cubicBezTo>
                <a:cubicBezTo>
                  <a:pt x="208" y="27"/>
                  <a:pt x="206" y="30"/>
                  <a:pt x="205" y="32"/>
                </a:cubicBezTo>
                <a:cubicBezTo>
                  <a:pt x="204" y="34"/>
                  <a:pt x="203" y="36"/>
                  <a:pt x="201" y="36"/>
                </a:cubicBezTo>
                <a:cubicBezTo>
                  <a:pt x="200" y="37"/>
                  <a:pt x="199" y="36"/>
                  <a:pt x="197" y="37"/>
                </a:cubicBezTo>
                <a:cubicBezTo>
                  <a:pt x="196" y="38"/>
                  <a:pt x="196" y="39"/>
                  <a:pt x="195" y="40"/>
                </a:cubicBezTo>
                <a:cubicBezTo>
                  <a:pt x="193" y="41"/>
                  <a:pt x="190" y="40"/>
                  <a:pt x="189" y="43"/>
                </a:cubicBezTo>
                <a:cubicBezTo>
                  <a:pt x="188" y="45"/>
                  <a:pt x="188" y="48"/>
                  <a:pt x="187" y="50"/>
                </a:cubicBezTo>
                <a:cubicBezTo>
                  <a:pt x="187" y="52"/>
                  <a:pt x="184" y="55"/>
                  <a:pt x="182" y="54"/>
                </a:cubicBezTo>
                <a:cubicBezTo>
                  <a:pt x="180" y="56"/>
                  <a:pt x="178" y="58"/>
                  <a:pt x="176" y="60"/>
                </a:cubicBezTo>
                <a:cubicBezTo>
                  <a:pt x="175" y="60"/>
                  <a:pt x="173" y="61"/>
                  <a:pt x="172" y="62"/>
                </a:cubicBezTo>
                <a:cubicBezTo>
                  <a:pt x="171" y="65"/>
                  <a:pt x="178" y="63"/>
                  <a:pt x="179" y="66"/>
                </a:cubicBezTo>
                <a:cubicBezTo>
                  <a:pt x="180" y="69"/>
                  <a:pt x="175" y="74"/>
                  <a:pt x="174" y="77"/>
                </a:cubicBezTo>
                <a:cubicBezTo>
                  <a:pt x="172" y="82"/>
                  <a:pt x="173" y="85"/>
                  <a:pt x="174" y="90"/>
                </a:cubicBezTo>
                <a:cubicBezTo>
                  <a:pt x="175" y="94"/>
                  <a:pt x="175" y="98"/>
                  <a:pt x="178" y="100"/>
                </a:cubicBezTo>
                <a:cubicBezTo>
                  <a:pt x="181" y="102"/>
                  <a:pt x="185" y="103"/>
                  <a:pt x="188" y="105"/>
                </a:cubicBezTo>
                <a:cubicBezTo>
                  <a:pt x="192" y="108"/>
                  <a:pt x="192" y="112"/>
                  <a:pt x="194" y="116"/>
                </a:cubicBezTo>
                <a:cubicBezTo>
                  <a:pt x="195" y="118"/>
                  <a:pt x="196" y="119"/>
                  <a:pt x="197" y="121"/>
                </a:cubicBezTo>
                <a:cubicBezTo>
                  <a:pt x="198" y="122"/>
                  <a:pt x="200" y="123"/>
                  <a:pt x="201" y="125"/>
                </a:cubicBezTo>
                <a:cubicBezTo>
                  <a:pt x="203" y="128"/>
                  <a:pt x="202" y="134"/>
                  <a:pt x="201" y="137"/>
                </a:cubicBezTo>
                <a:cubicBezTo>
                  <a:pt x="200" y="138"/>
                  <a:pt x="198" y="139"/>
                  <a:pt x="197" y="140"/>
                </a:cubicBezTo>
                <a:cubicBezTo>
                  <a:pt x="196" y="142"/>
                  <a:pt x="195" y="143"/>
                  <a:pt x="194" y="145"/>
                </a:cubicBezTo>
                <a:cubicBezTo>
                  <a:pt x="190" y="151"/>
                  <a:pt x="182" y="161"/>
                  <a:pt x="185" y="169"/>
                </a:cubicBezTo>
                <a:cubicBezTo>
                  <a:pt x="185" y="171"/>
                  <a:pt x="187" y="172"/>
                  <a:pt x="188" y="174"/>
                </a:cubicBezTo>
                <a:cubicBezTo>
                  <a:pt x="189" y="176"/>
                  <a:pt x="189" y="178"/>
                  <a:pt x="190" y="180"/>
                </a:cubicBezTo>
                <a:cubicBezTo>
                  <a:pt x="191" y="184"/>
                  <a:pt x="193" y="186"/>
                  <a:pt x="194" y="190"/>
                </a:cubicBezTo>
                <a:cubicBezTo>
                  <a:pt x="194" y="194"/>
                  <a:pt x="196" y="197"/>
                  <a:pt x="198" y="200"/>
                </a:cubicBezTo>
                <a:cubicBezTo>
                  <a:pt x="201" y="204"/>
                  <a:pt x="200" y="207"/>
                  <a:pt x="202" y="210"/>
                </a:cubicBezTo>
                <a:cubicBezTo>
                  <a:pt x="203" y="215"/>
                  <a:pt x="204" y="218"/>
                  <a:pt x="205" y="223"/>
                </a:cubicBezTo>
                <a:cubicBezTo>
                  <a:pt x="205" y="224"/>
                  <a:pt x="206" y="225"/>
                  <a:pt x="205" y="226"/>
                </a:cubicBezTo>
                <a:cubicBezTo>
                  <a:pt x="204" y="227"/>
                  <a:pt x="202" y="225"/>
                  <a:pt x="200" y="225"/>
                </a:cubicBezTo>
                <a:cubicBezTo>
                  <a:pt x="199" y="225"/>
                  <a:pt x="197" y="226"/>
                  <a:pt x="197" y="228"/>
                </a:cubicBezTo>
                <a:cubicBezTo>
                  <a:pt x="198" y="230"/>
                  <a:pt x="200" y="229"/>
                  <a:pt x="198" y="232"/>
                </a:cubicBezTo>
                <a:cubicBezTo>
                  <a:pt x="198" y="233"/>
                  <a:pt x="197" y="234"/>
                  <a:pt x="197" y="237"/>
                </a:cubicBezTo>
                <a:cubicBezTo>
                  <a:pt x="197" y="239"/>
                  <a:pt x="197" y="241"/>
                  <a:pt x="196" y="243"/>
                </a:cubicBezTo>
                <a:cubicBezTo>
                  <a:pt x="196" y="244"/>
                  <a:pt x="194" y="245"/>
                  <a:pt x="195" y="246"/>
                </a:cubicBezTo>
                <a:cubicBezTo>
                  <a:pt x="195" y="247"/>
                  <a:pt x="197" y="247"/>
                  <a:pt x="198" y="247"/>
                </a:cubicBezTo>
                <a:cubicBezTo>
                  <a:pt x="199" y="247"/>
                  <a:pt x="199" y="247"/>
                  <a:pt x="199" y="249"/>
                </a:cubicBezTo>
                <a:cubicBezTo>
                  <a:pt x="199" y="249"/>
                  <a:pt x="199" y="251"/>
                  <a:pt x="199" y="252"/>
                </a:cubicBezTo>
                <a:cubicBezTo>
                  <a:pt x="198" y="254"/>
                  <a:pt x="195" y="253"/>
                  <a:pt x="195" y="255"/>
                </a:cubicBezTo>
                <a:cubicBezTo>
                  <a:pt x="194" y="258"/>
                  <a:pt x="195" y="260"/>
                  <a:pt x="196" y="263"/>
                </a:cubicBezTo>
                <a:cubicBezTo>
                  <a:pt x="197" y="265"/>
                  <a:pt x="198" y="266"/>
                  <a:pt x="201" y="266"/>
                </a:cubicBezTo>
                <a:cubicBezTo>
                  <a:pt x="202" y="267"/>
                  <a:pt x="204" y="266"/>
                  <a:pt x="204" y="267"/>
                </a:cubicBezTo>
                <a:cubicBezTo>
                  <a:pt x="205" y="268"/>
                  <a:pt x="204" y="269"/>
                  <a:pt x="205" y="270"/>
                </a:cubicBezTo>
                <a:cubicBezTo>
                  <a:pt x="205" y="271"/>
                  <a:pt x="206" y="271"/>
                  <a:pt x="206" y="272"/>
                </a:cubicBezTo>
                <a:cubicBezTo>
                  <a:pt x="206" y="273"/>
                  <a:pt x="205" y="274"/>
                  <a:pt x="204" y="275"/>
                </a:cubicBezTo>
                <a:cubicBezTo>
                  <a:pt x="202" y="277"/>
                  <a:pt x="201" y="277"/>
                  <a:pt x="203" y="280"/>
                </a:cubicBezTo>
                <a:cubicBezTo>
                  <a:pt x="203" y="281"/>
                  <a:pt x="204" y="281"/>
                  <a:pt x="203" y="283"/>
                </a:cubicBezTo>
                <a:cubicBezTo>
                  <a:pt x="203" y="284"/>
                  <a:pt x="203" y="285"/>
                  <a:pt x="204" y="286"/>
                </a:cubicBezTo>
                <a:cubicBezTo>
                  <a:pt x="205" y="287"/>
                  <a:pt x="207" y="287"/>
                  <a:pt x="209" y="288"/>
                </a:cubicBezTo>
                <a:cubicBezTo>
                  <a:pt x="210" y="289"/>
                  <a:pt x="210" y="290"/>
                  <a:pt x="210" y="291"/>
                </a:cubicBezTo>
                <a:cubicBezTo>
                  <a:pt x="211" y="292"/>
                  <a:pt x="212" y="292"/>
                  <a:pt x="213" y="292"/>
                </a:cubicBezTo>
                <a:cubicBezTo>
                  <a:pt x="213" y="293"/>
                  <a:pt x="213" y="293"/>
                  <a:pt x="213" y="294"/>
                </a:cubicBezTo>
                <a:cubicBezTo>
                  <a:pt x="213" y="295"/>
                  <a:pt x="213" y="296"/>
                  <a:pt x="213" y="297"/>
                </a:cubicBezTo>
                <a:cubicBezTo>
                  <a:pt x="215" y="302"/>
                  <a:pt x="210" y="305"/>
                  <a:pt x="208" y="309"/>
                </a:cubicBezTo>
                <a:cubicBezTo>
                  <a:pt x="207" y="311"/>
                  <a:pt x="206" y="311"/>
                  <a:pt x="204" y="312"/>
                </a:cubicBezTo>
                <a:cubicBezTo>
                  <a:pt x="202" y="314"/>
                  <a:pt x="203" y="315"/>
                  <a:pt x="204" y="317"/>
                </a:cubicBezTo>
                <a:cubicBezTo>
                  <a:pt x="205" y="319"/>
                  <a:pt x="207" y="320"/>
                  <a:pt x="209" y="322"/>
                </a:cubicBezTo>
                <a:cubicBezTo>
                  <a:pt x="210" y="323"/>
                  <a:pt x="211" y="325"/>
                  <a:pt x="213" y="327"/>
                </a:cubicBezTo>
                <a:cubicBezTo>
                  <a:pt x="215" y="328"/>
                  <a:pt x="218" y="328"/>
                  <a:pt x="219" y="330"/>
                </a:cubicBezTo>
                <a:cubicBezTo>
                  <a:pt x="220" y="332"/>
                  <a:pt x="220" y="333"/>
                  <a:pt x="222" y="334"/>
                </a:cubicBezTo>
                <a:cubicBezTo>
                  <a:pt x="224" y="336"/>
                  <a:pt x="226" y="336"/>
                  <a:pt x="227" y="339"/>
                </a:cubicBezTo>
                <a:cubicBezTo>
                  <a:pt x="227" y="342"/>
                  <a:pt x="228" y="343"/>
                  <a:pt x="230" y="345"/>
                </a:cubicBezTo>
                <a:cubicBezTo>
                  <a:pt x="231" y="347"/>
                  <a:pt x="233" y="349"/>
                  <a:pt x="233" y="352"/>
                </a:cubicBezTo>
                <a:cubicBezTo>
                  <a:pt x="232" y="353"/>
                  <a:pt x="231" y="354"/>
                  <a:pt x="231" y="355"/>
                </a:cubicBezTo>
                <a:cubicBezTo>
                  <a:pt x="230" y="356"/>
                  <a:pt x="230" y="357"/>
                  <a:pt x="230" y="359"/>
                </a:cubicBezTo>
                <a:cubicBezTo>
                  <a:pt x="229" y="361"/>
                  <a:pt x="228" y="364"/>
                  <a:pt x="227" y="366"/>
                </a:cubicBezTo>
                <a:cubicBezTo>
                  <a:pt x="226" y="368"/>
                  <a:pt x="224" y="370"/>
                  <a:pt x="223" y="372"/>
                </a:cubicBezTo>
                <a:cubicBezTo>
                  <a:pt x="221" y="373"/>
                  <a:pt x="221" y="375"/>
                  <a:pt x="219" y="377"/>
                </a:cubicBezTo>
                <a:cubicBezTo>
                  <a:pt x="217" y="379"/>
                  <a:pt x="216" y="380"/>
                  <a:pt x="215" y="382"/>
                </a:cubicBezTo>
                <a:cubicBezTo>
                  <a:pt x="212" y="387"/>
                  <a:pt x="208" y="391"/>
                  <a:pt x="205" y="395"/>
                </a:cubicBezTo>
                <a:cubicBezTo>
                  <a:pt x="202" y="399"/>
                  <a:pt x="199" y="403"/>
                  <a:pt x="196" y="407"/>
                </a:cubicBezTo>
                <a:cubicBezTo>
                  <a:pt x="195" y="409"/>
                  <a:pt x="193" y="410"/>
                  <a:pt x="192" y="412"/>
                </a:cubicBezTo>
                <a:cubicBezTo>
                  <a:pt x="192" y="413"/>
                  <a:pt x="192" y="414"/>
                  <a:pt x="191" y="414"/>
                </a:cubicBezTo>
                <a:cubicBezTo>
                  <a:pt x="190" y="415"/>
                  <a:pt x="189" y="416"/>
                  <a:pt x="189" y="417"/>
                </a:cubicBezTo>
                <a:cubicBezTo>
                  <a:pt x="186" y="421"/>
                  <a:pt x="182" y="424"/>
                  <a:pt x="178" y="427"/>
                </a:cubicBezTo>
                <a:cubicBezTo>
                  <a:pt x="177" y="429"/>
                  <a:pt x="176" y="431"/>
                  <a:pt x="175" y="432"/>
                </a:cubicBezTo>
                <a:cubicBezTo>
                  <a:pt x="173" y="433"/>
                  <a:pt x="172" y="434"/>
                  <a:pt x="170" y="436"/>
                </a:cubicBezTo>
                <a:cubicBezTo>
                  <a:pt x="168" y="438"/>
                  <a:pt x="167" y="440"/>
                  <a:pt x="165" y="442"/>
                </a:cubicBezTo>
                <a:cubicBezTo>
                  <a:pt x="163" y="444"/>
                  <a:pt x="161" y="446"/>
                  <a:pt x="160" y="448"/>
                </a:cubicBezTo>
                <a:cubicBezTo>
                  <a:pt x="163" y="450"/>
                  <a:pt x="168" y="447"/>
                  <a:pt x="169" y="445"/>
                </a:cubicBezTo>
                <a:cubicBezTo>
                  <a:pt x="171" y="444"/>
                  <a:pt x="171" y="443"/>
                  <a:pt x="173" y="442"/>
                </a:cubicBezTo>
                <a:cubicBezTo>
                  <a:pt x="174" y="442"/>
                  <a:pt x="176" y="440"/>
                  <a:pt x="177" y="440"/>
                </a:cubicBezTo>
                <a:cubicBezTo>
                  <a:pt x="178" y="442"/>
                  <a:pt x="177" y="443"/>
                  <a:pt x="176" y="445"/>
                </a:cubicBezTo>
                <a:cubicBezTo>
                  <a:pt x="176" y="446"/>
                  <a:pt x="177" y="449"/>
                  <a:pt x="177" y="450"/>
                </a:cubicBezTo>
                <a:cubicBezTo>
                  <a:pt x="176" y="452"/>
                  <a:pt x="174" y="447"/>
                  <a:pt x="173" y="447"/>
                </a:cubicBezTo>
                <a:cubicBezTo>
                  <a:pt x="170" y="447"/>
                  <a:pt x="177" y="458"/>
                  <a:pt x="179" y="455"/>
                </a:cubicBezTo>
                <a:cubicBezTo>
                  <a:pt x="180" y="455"/>
                  <a:pt x="182" y="461"/>
                  <a:pt x="183" y="462"/>
                </a:cubicBezTo>
                <a:cubicBezTo>
                  <a:pt x="185" y="463"/>
                  <a:pt x="188" y="463"/>
                  <a:pt x="190" y="463"/>
                </a:cubicBezTo>
                <a:cubicBezTo>
                  <a:pt x="192" y="462"/>
                  <a:pt x="194" y="461"/>
                  <a:pt x="197" y="462"/>
                </a:cubicBezTo>
                <a:cubicBezTo>
                  <a:pt x="200" y="463"/>
                  <a:pt x="200" y="464"/>
                  <a:pt x="201" y="467"/>
                </a:cubicBezTo>
                <a:cubicBezTo>
                  <a:pt x="202" y="470"/>
                  <a:pt x="205" y="467"/>
                  <a:pt x="207" y="469"/>
                </a:cubicBezTo>
                <a:cubicBezTo>
                  <a:pt x="208" y="470"/>
                  <a:pt x="207" y="474"/>
                  <a:pt x="205" y="475"/>
                </a:cubicBezTo>
                <a:cubicBezTo>
                  <a:pt x="203" y="475"/>
                  <a:pt x="201" y="473"/>
                  <a:pt x="199" y="472"/>
                </a:cubicBezTo>
                <a:cubicBezTo>
                  <a:pt x="196" y="471"/>
                  <a:pt x="192" y="470"/>
                  <a:pt x="189" y="469"/>
                </a:cubicBezTo>
                <a:cubicBezTo>
                  <a:pt x="188" y="469"/>
                  <a:pt x="187" y="469"/>
                  <a:pt x="185" y="470"/>
                </a:cubicBezTo>
                <a:cubicBezTo>
                  <a:pt x="184" y="470"/>
                  <a:pt x="183" y="471"/>
                  <a:pt x="182" y="472"/>
                </a:cubicBezTo>
                <a:cubicBezTo>
                  <a:pt x="183" y="473"/>
                  <a:pt x="184" y="473"/>
                  <a:pt x="183" y="475"/>
                </a:cubicBezTo>
                <a:cubicBezTo>
                  <a:pt x="183" y="476"/>
                  <a:pt x="182" y="476"/>
                  <a:pt x="182" y="477"/>
                </a:cubicBezTo>
                <a:cubicBezTo>
                  <a:pt x="180" y="478"/>
                  <a:pt x="178" y="478"/>
                  <a:pt x="176" y="477"/>
                </a:cubicBezTo>
                <a:cubicBezTo>
                  <a:pt x="175" y="476"/>
                  <a:pt x="174" y="474"/>
                  <a:pt x="172" y="476"/>
                </a:cubicBezTo>
                <a:cubicBezTo>
                  <a:pt x="171" y="478"/>
                  <a:pt x="172" y="480"/>
                  <a:pt x="171" y="482"/>
                </a:cubicBezTo>
                <a:cubicBezTo>
                  <a:pt x="170" y="484"/>
                  <a:pt x="168" y="481"/>
                  <a:pt x="167" y="480"/>
                </a:cubicBezTo>
                <a:cubicBezTo>
                  <a:pt x="167" y="478"/>
                  <a:pt x="166" y="476"/>
                  <a:pt x="164" y="478"/>
                </a:cubicBezTo>
                <a:cubicBezTo>
                  <a:pt x="162" y="479"/>
                  <a:pt x="163" y="482"/>
                  <a:pt x="164" y="483"/>
                </a:cubicBezTo>
                <a:cubicBezTo>
                  <a:pt x="165" y="486"/>
                  <a:pt x="165" y="488"/>
                  <a:pt x="164" y="490"/>
                </a:cubicBezTo>
                <a:cubicBezTo>
                  <a:pt x="165" y="491"/>
                  <a:pt x="167" y="493"/>
                  <a:pt x="166" y="495"/>
                </a:cubicBezTo>
                <a:cubicBezTo>
                  <a:pt x="166" y="495"/>
                  <a:pt x="165" y="496"/>
                  <a:pt x="165" y="496"/>
                </a:cubicBezTo>
                <a:cubicBezTo>
                  <a:pt x="164" y="496"/>
                  <a:pt x="164" y="496"/>
                  <a:pt x="163" y="497"/>
                </a:cubicBezTo>
                <a:cubicBezTo>
                  <a:pt x="160" y="498"/>
                  <a:pt x="160" y="500"/>
                  <a:pt x="159" y="503"/>
                </a:cubicBezTo>
                <a:cubicBezTo>
                  <a:pt x="159" y="506"/>
                  <a:pt x="158" y="508"/>
                  <a:pt x="156" y="510"/>
                </a:cubicBezTo>
                <a:cubicBezTo>
                  <a:pt x="155" y="512"/>
                  <a:pt x="153" y="513"/>
                  <a:pt x="152" y="514"/>
                </a:cubicBezTo>
                <a:cubicBezTo>
                  <a:pt x="151" y="516"/>
                  <a:pt x="152" y="518"/>
                  <a:pt x="152" y="520"/>
                </a:cubicBezTo>
                <a:cubicBezTo>
                  <a:pt x="153" y="522"/>
                  <a:pt x="153" y="525"/>
                  <a:pt x="154" y="527"/>
                </a:cubicBezTo>
                <a:cubicBezTo>
                  <a:pt x="154" y="530"/>
                  <a:pt x="154" y="531"/>
                  <a:pt x="154" y="534"/>
                </a:cubicBezTo>
                <a:cubicBezTo>
                  <a:pt x="153" y="536"/>
                  <a:pt x="155" y="538"/>
                  <a:pt x="155" y="541"/>
                </a:cubicBezTo>
                <a:cubicBezTo>
                  <a:pt x="156" y="542"/>
                  <a:pt x="156" y="543"/>
                  <a:pt x="157" y="545"/>
                </a:cubicBezTo>
                <a:cubicBezTo>
                  <a:pt x="157" y="545"/>
                  <a:pt x="157" y="547"/>
                  <a:pt x="157" y="547"/>
                </a:cubicBezTo>
                <a:cubicBezTo>
                  <a:pt x="157" y="548"/>
                  <a:pt x="159" y="549"/>
                  <a:pt x="159" y="550"/>
                </a:cubicBezTo>
                <a:cubicBezTo>
                  <a:pt x="159" y="551"/>
                  <a:pt x="157" y="552"/>
                  <a:pt x="156" y="552"/>
                </a:cubicBezTo>
                <a:cubicBezTo>
                  <a:pt x="155" y="553"/>
                  <a:pt x="155" y="553"/>
                  <a:pt x="154" y="555"/>
                </a:cubicBezTo>
                <a:cubicBezTo>
                  <a:pt x="153" y="556"/>
                  <a:pt x="152" y="557"/>
                  <a:pt x="151" y="558"/>
                </a:cubicBezTo>
                <a:cubicBezTo>
                  <a:pt x="150" y="560"/>
                  <a:pt x="149" y="561"/>
                  <a:pt x="149" y="563"/>
                </a:cubicBezTo>
                <a:cubicBezTo>
                  <a:pt x="150" y="563"/>
                  <a:pt x="153" y="562"/>
                  <a:pt x="154" y="563"/>
                </a:cubicBezTo>
                <a:cubicBezTo>
                  <a:pt x="155" y="564"/>
                  <a:pt x="154" y="565"/>
                  <a:pt x="155" y="567"/>
                </a:cubicBezTo>
                <a:cubicBezTo>
                  <a:pt x="156" y="569"/>
                  <a:pt x="160" y="569"/>
                  <a:pt x="161" y="572"/>
                </a:cubicBezTo>
                <a:cubicBezTo>
                  <a:pt x="161" y="574"/>
                  <a:pt x="161" y="575"/>
                  <a:pt x="160" y="576"/>
                </a:cubicBezTo>
                <a:cubicBezTo>
                  <a:pt x="159" y="577"/>
                  <a:pt x="158" y="577"/>
                  <a:pt x="158" y="579"/>
                </a:cubicBezTo>
                <a:cubicBezTo>
                  <a:pt x="158" y="580"/>
                  <a:pt x="159" y="581"/>
                  <a:pt x="158" y="583"/>
                </a:cubicBezTo>
                <a:cubicBezTo>
                  <a:pt x="158" y="584"/>
                  <a:pt x="157" y="586"/>
                  <a:pt x="156" y="587"/>
                </a:cubicBezTo>
                <a:cubicBezTo>
                  <a:pt x="157" y="588"/>
                  <a:pt x="159" y="586"/>
                  <a:pt x="160" y="587"/>
                </a:cubicBezTo>
                <a:cubicBezTo>
                  <a:pt x="161" y="587"/>
                  <a:pt x="161" y="589"/>
                  <a:pt x="162" y="590"/>
                </a:cubicBezTo>
                <a:cubicBezTo>
                  <a:pt x="162" y="592"/>
                  <a:pt x="161" y="591"/>
                  <a:pt x="163" y="592"/>
                </a:cubicBezTo>
                <a:cubicBezTo>
                  <a:pt x="164" y="594"/>
                  <a:pt x="163" y="595"/>
                  <a:pt x="164" y="596"/>
                </a:cubicBezTo>
                <a:cubicBezTo>
                  <a:pt x="164" y="597"/>
                  <a:pt x="164" y="597"/>
                  <a:pt x="165" y="597"/>
                </a:cubicBezTo>
                <a:cubicBezTo>
                  <a:pt x="166" y="600"/>
                  <a:pt x="166" y="603"/>
                  <a:pt x="167" y="606"/>
                </a:cubicBezTo>
                <a:cubicBezTo>
                  <a:pt x="167" y="608"/>
                  <a:pt x="168" y="612"/>
                  <a:pt x="165" y="613"/>
                </a:cubicBezTo>
                <a:cubicBezTo>
                  <a:pt x="167" y="615"/>
                  <a:pt x="168" y="617"/>
                  <a:pt x="171" y="615"/>
                </a:cubicBezTo>
                <a:cubicBezTo>
                  <a:pt x="172" y="614"/>
                  <a:pt x="174" y="613"/>
                  <a:pt x="175" y="615"/>
                </a:cubicBezTo>
                <a:cubicBezTo>
                  <a:pt x="176" y="616"/>
                  <a:pt x="176" y="619"/>
                  <a:pt x="178" y="619"/>
                </a:cubicBezTo>
                <a:cubicBezTo>
                  <a:pt x="181" y="619"/>
                  <a:pt x="182" y="615"/>
                  <a:pt x="186" y="617"/>
                </a:cubicBezTo>
                <a:cubicBezTo>
                  <a:pt x="187" y="618"/>
                  <a:pt x="190" y="617"/>
                  <a:pt x="191" y="619"/>
                </a:cubicBezTo>
                <a:cubicBezTo>
                  <a:pt x="192" y="620"/>
                  <a:pt x="191" y="622"/>
                  <a:pt x="190" y="623"/>
                </a:cubicBezTo>
                <a:cubicBezTo>
                  <a:pt x="190" y="625"/>
                  <a:pt x="190" y="626"/>
                  <a:pt x="191" y="628"/>
                </a:cubicBezTo>
                <a:cubicBezTo>
                  <a:pt x="194" y="627"/>
                  <a:pt x="194" y="625"/>
                  <a:pt x="197" y="625"/>
                </a:cubicBezTo>
                <a:cubicBezTo>
                  <a:pt x="200" y="621"/>
                  <a:pt x="207" y="623"/>
                  <a:pt x="210" y="624"/>
                </a:cubicBezTo>
                <a:cubicBezTo>
                  <a:pt x="212" y="625"/>
                  <a:pt x="213" y="627"/>
                  <a:pt x="214" y="628"/>
                </a:cubicBezTo>
                <a:cubicBezTo>
                  <a:pt x="214" y="628"/>
                  <a:pt x="214" y="629"/>
                  <a:pt x="214" y="629"/>
                </a:cubicBezTo>
                <a:cubicBezTo>
                  <a:pt x="215" y="630"/>
                  <a:pt x="215" y="629"/>
                  <a:pt x="216" y="630"/>
                </a:cubicBezTo>
                <a:cubicBezTo>
                  <a:pt x="216" y="630"/>
                  <a:pt x="217" y="631"/>
                  <a:pt x="218" y="631"/>
                </a:cubicBezTo>
                <a:cubicBezTo>
                  <a:pt x="220" y="632"/>
                  <a:pt x="221" y="631"/>
                  <a:pt x="220" y="634"/>
                </a:cubicBezTo>
                <a:cubicBezTo>
                  <a:pt x="220" y="635"/>
                  <a:pt x="220" y="635"/>
                  <a:pt x="220" y="636"/>
                </a:cubicBezTo>
                <a:cubicBezTo>
                  <a:pt x="220" y="637"/>
                  <a:pt x="221" y="638"/>
                  <a:pt x="221" y="639"/>
                </a:cubicBezTo>
                <a:cubicBezTo>
                  <a:pt x="220" y="640"/>
                  <a:pt x="218" y="641"/>
                  <a:pt x="218" y="642"/>
                </a:cubicBezTo>
                <a:cubicBezTo>
                  <a:pt x="218" y="643"/>
                  <a:pt x="220" y="643"/>
                  <a:pt x="220" y="644"/>
                </a:cubicBezTo>
                <a:cubicBezTo>
                  <a:pt x="221" y="645"/>
                  <a:pt x="221" y="647"/>
                  <a:pt x="222" y="647"/>
                </a:cubicBezTo>
                <a:cubicBezTo>
                  <a:pt x="221" y="648"/>
                  <a:pt x="222" y="649"/>
                  <a:pt x="222" y="650"/>
                </a:cubicBezTo>
                <a:cubicBezTo>
                  <a:pt x="222" y="651"/>
                  <a:pt x="221" y="651"/>
                  <a:pt x="220" y="652"/>
                </a:cubicBezTo>
                <a:cubicBezTo>
                  <a:pt x="220" y="652"/>
                  <a:pt x="220" y="653"/>
                  <a:pt x="220" y="654"/>
                </a:cubicBezTo>
                <a:cubicBezTo>
                  <a:pt x="218" y="654"/>
                  <a:pt x="217" y="658"/>
                  <a:pt x="218" y="659"/>
                </a:cubicBezTo>
                <a:cubicBezTo>
                  <a:pt x="219" y="660"/>
                  <a:pt x="220" y="660"/>
                  <a:pt x="221" y="661"/>
                </a:cubicBezTo>
                <a:cubicBezTo>
                  <a:pt x="222" y="661"/>
                  <a:pt x="222" y="663"/>
                  <a:pt x="223" y="663"/>
                </a:cubicBezTo>
                <a:cubicBezTo>
                  <a:pt x="224" y="664"/>
                  <a:pt x="225" y="664"/>
                  <a:pt x="225" y="666"/>
                </a:cubicBezTo>
                <a:cubicBezTo>
                  <a:pt x="224" y="668"/>
                  <a:pt x="224" y="668"/>
                  <a:pt x="225" y="670"/>
                </a:cubicBezTo>
                <a:cubicBezTo>
                  <a:pt x="225" y="670"/>
                  <a:pt x="226" y="670"/>
                  <a:pt x="227" y="671"/>
                </a:cubicBezTo>
                <a:cubicBezTo>
                  <a:pt x="227" y="671"/>
                  <a:pt x="227" y="672"/>
                  <a:pt x="227" y="672"/>
                </a:cubicBezTo>
                <a:cubicBezTo>
                  <a:pt x="227" y="674"/>
                  <a:pt x="228" y="676"/>
                  <a:pt x="229" y="677"/>
                </a:cubicBezTo>
                <a:cubicBezTo>
                  <a:pt x="230" y="680"/>
                  <a:pt x="233" y="681"/>
                  <a:pt x="235" y="682"/>
                </a:cubicBezTo>
                <a:cubicBezTo>
                  <a:pt x="238" y="683"/>
                  <a:pt x="238" y="685"/>
                  <a:pt x="238" y="688"/>
                </a:cubicBezTo>
                <a:cubicBezTo>
                  <a:pt x="238" y="691"/>
                  <a:pt x="238" y="693"/>
                  <a:pt x="242" y="692"/>
                </a:cubicBezTo>
                <a:cubicBezTo>
                  <a:pt x="245" y="692"/>
                  <a:pt x="245" y="692"/>
                  <a:pt x="247" y="694"/>
                </a:cubicBezTo>
                <a:cubicBezTo>
                  <a:pt x="249" y="695"/>
                  <a:pt x="251" y="695"/>
                  <a:pt x="250" y="697"/>
                </a:cubicBezTo>
                <a:cubicBezTo>
                  <a:pt x="250" y="698"/>
                  <a:pt x="249" y="697"/>
                  <a:pt x="249" y="699"/>
                </a:cubicBezTo>
                <a:cubicBezTo>
                  <a:pt x="249" y="699"/>
                  <a:pt x="250" y="700"/>
                  <a:pt x="250" y="700"/>
                </a:cubicBezTo>
                <a:cubicBezTo>
                  <a:pt x="251" y="701"/>
                  <a:pt x="252" y="702"/>
                  <a:pt x="253" y="703"/>
                </a:cubicBezTo>
                <a:cubicBezTo>
                  <a:pt x="254" y="704"/>
                  <a:pt x="256" y="705"/>
                  <a:pt x="255" y="706"/>
                </a:cubicBezTo>
                <a:cubicBezTo>
                  <a:pt x="255" y="708"/>
                  <a:pt x="254" y="707"/>
                  <a:pt x="253" y="708"/>
                </a:cubicBezTo>
                <a:cubicBezTo>
                  <a:pt x="252" y="709"/>
                  <a:pt x="252" y="709"/>
                  <a:pt x="251" y="710"/>
                </a:cubicBezTo>
                <a:cubicBezTo>
                  <a:pt x="250" y="712"/>
                  <a:pt x="250" y="712"/>
                  <a:pt x="248" y="713"/>
                </a:cubicBezTo>
                <a:cubicBezTo>
                  <a:pt x="247" y="714"/>
                  <a:pt x="246" y="715"/>
                  <a:pt x="245" y="716"/>
                </a:cubicBezTo>
                <a:cubicBezTo>
                  <a:pt x="244" y="716"/>
                  <a:pt x="241" y="716"/>
                  <a:pt x="240" y="715"/>
                </a:cubicBezTo>
                <a:cubicBezTo>
                  <a:pt x="238" y="715"/>
                  <a:pt x="238" y="712"/>
                  <a:pt x="235" y="712"/>
                </a:cubicBezTo>
                <a:cubicBezTo>
                  <a:pt x="233" y="711"/>
                  <a:pt x="230" y="711"/>
                  <a:pt x="229" y="713"/>
                </a:cubicBezTo>
                <a:cubicBezTo>
                  <a:pt x="228" y="716"/>
                  <a:pt x="226" y="717"/>
                  <a:pt x="228" y="720"/>
                </a:cubicBezTo>
                <a:cubicBezTo>
                  <a:pt x="229" y="721"/>
                  <a:pt x="229" y="722"/>
                  <a:pt x="231" y="723"/>
                </a:cubicBezTo>
                <a:cubicBezTo>
                  <a:pt x="232" y="724"/>
                  <a:pt x="233" y="724"/>
                  <a:pt x="233" y="726"/>
                </a:cubicBezTo>
                <a:cubicBezTo>
                  <a:pt x="233" y="727"/>
                  <a:pt x="232" y="728"/>
                  <a:pt x="232" y="729"/>
                </a:cubicBezTo>
                <a:cubicBezTo>
                  <a:pt x="231" y="730"/>
                  <a:pt x="233" y="731"/>
                  <a:pt x="233" y="732"/>
                </a:cubicBezTo>
                <a:cubicBezTo>
                  <a:pt x="234" y="734"/>
                  <a:pt x="233" y="738"/>
                  <a:pt x="234" y="740"/>
                </a:cubicBezTo>
                <a:cubicBezTo>
                  <a:pt x="234" y="742"/>
                  <a:pt x="236" y="744"/>
                  <a:pt x="236" y="747"/>
                </a:cubicBezTo>
                <a:cubicBezTo>
                  <a:pt x="237" y="747"/>
                  <a:pt x="237" y="747"/>
                  <a:pt x="237" y="747"/>
                </a:cubicBezTo>
                <a:cubicBezTo>
                  <a:pt x="237" y="747"/>
                  <a:pt x="237" y="747"/>
                  <a:pt x="237" y="747"/>
                </a:cubicBezTo>
                <a:cubicBezTo>
                  <a:pt x="239" y="748"/>
                  <a:pt x="240" y="749"/>
                  <a:pt x="242" y="749"/>
                </a:cubicBezTo>
                <a:cubicBezTo>
                  <a:pt x="244" y="749"/>
                  <a:pt x="247" y="748"/>
                  <a:pt x="247" y="746"/>
                </a:cubicBezTo>
                <a:cubicBezTo>
                  <a:pt x="249" y="743"/>
                  <a:pt x="247" y="738"/>
                  <a:pt x="252" y="740"/>
                </a:cubicBezTo>
                <a:cubicBezTo>
                  <a:pt x="254" y="741"/>
                  <a:pt x="255" y="742"/>
                  <a:pt x="257" y="743"/>
                </a:cubicBezTo>
                <a:cubicBezTo>
                  <a:pt x="259" y="743"/>
                  <a:pt x="261" y="741"/>
                  <a:pt x="263" y="740"/>
                </a:cubicBezTo>
                <a:cubicBezTo>
                  <a:pt x="265" y="739"/>
                  <a:pt x="271" y="737"/>
                  <a:pt x="271" y="741"/>
                </a:cubicBezTo>
                <a:cubicBezTo>
                  <a:pt x="273" y="741"/>
                  <a:pt x="273" y="738"/>
                  <a:pt x="275" y="738"/>
                </a:cubicBezTo>
                <a:cubicBezTo>
                  <a:pt x="277" y="738"/>
                  <a:pt x="279" y="741"/>
                  <a:pt x="280" y="743"/>
                </a:cubicBezTo>
                <a:cubicBezTo>
                  <a:pt x="281" y="745"/>
                  <a:pt x="281" y="747"/>
                  <a:pt x="282" y="750"/>
                </a:cubicBezTo>
                <a:cubicBezTo>
                  <a:pt x="283" y="751"/>
                  <a:pt x="283" y="752"/>
                  <a:pt x="284" y="753"/>
                </a:cubicBezTo>
                <a:cubicBezTo>
                  <a:pt x="285" y="754"/>
                  <a:pt x="286" y="754"/>
                  <a:pt x="287" y="755"/>
                </a:cubicBezTo>
                <a:cubicBezTo>
                  <a:pt x="288" y="755"/>
                  <a:pt x="289" y="757"/>
                  <a:pt x="288" y="758"/>
                </a:cubicBezTo>
                <a:cubicBezTo>
                  <a:pt x="288" y="759"/>
                  <a:pt x="287" y="759"/>
                  <a:pt x="286" y="760"/>
                </a:cubicBezTo>
                <a:cubicBezTo>
                  <a:pt x="284" y="760"/>
                  <a:pt x="281" y="760"/>
                  <a:pt x="283" y="763"/>
                </a:cubicBezTo>
                <a:cubicBezTo>
                  <a:pt x="284" y="764"/>
                  <a:pt x="285" y="764"/>
                  <a:pt x="285" y="765"/>
                </a:cubicBezTo>
                <a:cubicBezTo>
                  <a:pt x="285" y="767"/>
                  <a:pt x="284" y="768"/>
                  <a:pt x="284" y="769"/>
                </a:cubicBezTo>
                <a:cubicBezTo>
                  <a:pt x="285" y="770"/>
                  <a:pt x="286" y="770"/>
                  <a:pt x="286" y="771"/>
                </a:cubicBezTo>
                <a:cubicBezTo>
                  <a:pt x="286" y="772"/>
                  <a:pt x="285" y="773"/>
                  <a:pt x="284" y="774"/>
                </a:cubicBezTo>
                <a:cubicBezTo>
                  <a:pt x="287" y="774"/>
                  <a:pt x="290" y="773"/>
                  <a:pt x="292" y="775"/>
                </a:cubicBezTo>
                <a:cubicBezTo>
                  <a:pt x="293" y="775"/>
                  <a:pt x="293" y="776"/>
                  <a:pt x="294" y="776"/>
                </a:cubicBezTo>
                <a:cubicBezTo>
                  <a:pt x="296" y="777"/>
                  <a:pt x="297" y="776"/>
                  <a:pt x="298" y="775"/>
                </a:cubicBezTo>
                <a:cubicBezTo>
                  <a:pt x="300" y="774"/>
                  <a:pt x="301" y="775"/>
                  <a:pt x="302" y="777"/>
                </a:cubicBezTo>
                <a:cubicBezTo>
                  <a:pt x="304" y="779"/>
                  <a:pt x="305" y="780"/>
                  <a:pt x="307" y="781"/>
                </a:cubicBezTo>
                <a:cubicBezTo>
                  <a:pt x="307" y="781"/>
                  <a:pt x="306" y="782"/>
                  <a:pt x="306" y="783"/>
                </a:cubicBezTo>
                <a:cubicBezTo>
                  <a:pt x="306" y="784"/>
                  <a:pt x="307" y="784"/>
                  <a:pt x="307" y="785"/>
                </a:cubicBezTo>
                <a:cubicBezTo>
                  <a:pt x="308" y="786"/>
                  <a:pt x="307" y="787"/>
                  <a:pt x="307" y="788"/>
                </a:cubicBezTo>
                <a:cubicBezTo>
                  <a:pt x="308" y="789"/>
                  <a:pt x="309" y="789"/>
                  <a:pt x="309" y="790"/>
                </a:cubicBezTo>
                <a:cubicBezTo>
                  <a:pt x="309" y="793"/>
                  <a:pt x="306" y="794"/>
                  <a:pt x="308" y="797"/>
                </a:cubicBezTo>
                <a:cubicBezTo>
                  <a:pt x="309" y="798"/>
                  <a:pt x="310" y="798"/>
                  <a:pt x="311" y="799"/>
                </a:cubicBezTo>
                <a:cubicBezTo>
                  <a:pt x="311" y="799"/>
                  <a:pt x="311" y="800"/>
                  <a:pt x="312" y="801"/>
                </a:cubicBezTo>
                <a:cubicBezTo>
                  <a:pt x="312" y="801"/>
                  <a:pt x="313" y="801"/>
                  <a:pt x="313" y="802"/>
                </a:cubicBezTo>
                <a:cubicBezTo>
                  <a:pt x="314" y="801"/>
                  <a:pt x="316" y="800"/>
                  <a:pt x="319" y="800"/>
                </a:cubicBezTo>
                <a:cubicBezTo>
                  <a:pt x="321" y="800"/>
                  <a:pt x="322" y="802"/>
                  <a:pt x="324" y="803"/>
                </a:cubicBezTo>
                <a:cubicBezTo>
                  <a:pt x="326" y="804"/>
                  <a:pt x="331" y="803"/>
                  <a:pt x="332" y="806"/>
                </a:cubicBezTo>
                <a:cubicBezTo>
                  <a:pt x="333" y="805"/>
                  <a:pt x="334" y="803"/>
                  <a:pt x="335" y="802"/>
                </a:cubicBezTo>
                <a:cubicBezTo>
                  <a:pt x="337" y="801"/>
                  <a:pt x="339" y="802"/>
                  <a:pt x="341" y="802"/>
                </a:cubicBezTo>
                <a:cubicBezTo>
                  <a:pt x="344" y="802"/>
                  <a:pt x="346" y="798"/>
                  <a:pt x="349" y="802"/>
                </a:cubicBezTo>
                <a:cubicBezTo>
                  <a:pt x="352" y="804"/>
                  <a:pt x="352" y="808"/>
                  <a:pt x="354" y="811"/>
                </a:cubicBezTo>
                <a:cubicBezTo>
                  <a:pt x="356" y="812"/>
                  <a:pt x="357" y="813"/>
                  <a:pt x="359" y="814"/>
                </a:cubicBezTo>
                <a:cubicBezTo>
                  <a:pt x="360" y="815"/>
                  <a:pt x="360" y="816"/>
                  <a:pt x="361" y="814"/>
                </a:cubicBezTo>
                <a:cubicBezTo>
                  <a:pt x="362" y="813"/>
                  <a:pt x="361" y="810"/>
                  <a:pt x="363" y="810"/>
                </a:cubicBezTo>
                <a:cubicBezTo>
                  <a:pt x="364" y="810"/>
                  <a:pt x="365" y="811"/>
                  <a:pt x="366" y="812"/>
                </a:cubicBezTo>
                <a:cubicBezTo>
                  <a:pt x="367" y="813"/>
                  <a:pt x="368" y="814"/>
                  <a:pt x="370" y="814"/>
                </a:cubicBezTo>
                <a:cubicBezTo>
                  <a:pt x="372" y="814"/>
                  <a:pt x="372" y="815"/>
                  <a:pt x="374" y="816"/>
                </a:cubicBezTo>
                <a:cubicBezTo>
                  <a:pt x="374" y="816"/>
                  <a:pt x="377" y="818"/>
                  <a:pt x="378" y="818"/>
                </a:cubicBezTo>
                <a:cubicBezTo>
                  <a:pt x="379" y="818"/>
                  <a:pt x="380" y="816"/>
                  <a:pt x="381" y="817"/>
                </a:cubicBezTo>
                <a:cubicBezTo>
                  <a:pt x="383" y="817"/>
                  <a:pt x="383" y="819"/>
                  <a:pt x="384" y="820"/>
                </a:cubicBezTo>
                <a:cubicBezTo>
                  <a:pt x="385" y="821"/>
                  <a:pt x="387" y="820"/>
                  <a:pt x="389" y="820"/>
                </a:cubicBezTo>
                <a:cubicBezTo>
                  <a:pt x="390" y="822"/>
                  <a:pt x="390" y="823"/>
                  <a:pt x="391" y="825"/>
                </a:cubicBezTo>
                <a:cubicBezTo>
                  <a:pt x="392" y="825"/>
                  <a:pt x="393" y="825"/>
                  <a:pt x="394" y="826"/>
                </a:cubicBezTo>
                <a:cubicBezTo>
                  <a:pt x="395" y="826"/>
                  <a:pt x="395" y="825"/>
                  <a:pt x="397" y="824"/>
                </a:cubicBezTo>
                <a:cubicBezTo>
                  <a:pt x="398" y="824"/>
                  <a:pt x="399" y="825"/>
                  <a:pt x="400" y="825"/>
                </a:cubicBezTo>
                <a:cubicBezTo>
                  <a:pt x="400" y="827"/>
                  <a:pt x="399" y="828"/>
                  <a:pt x="400" y="830"/>
                </a:cubicBezTo>
                <a:cubicBezTo>
                  <a:pt x="400" y="831"/>
                  <a:pt x="401" y="833"/>
                  <a:pt x="400" y="834"/>
                </a:cubicBezTo>
                <a:cubicBezTo>
                  <a:pt x="400" y="836"/>
                  <a:pt x="397" y="839"/>
                  <a:pt x="396" y="841"/>
                </a:cubicBezTo>
                <a:cubicBezTo>
                  <a:pt x="394" y="842"/>
                  <a:pt x="391" y="841"/>
                  <a:pt x="392" y="844"/>
                </a:cubicBezTo>
                <a:cubicBezTo>
                  <a:pt x="393" y="846"/>
                  <a:pt x="394" y="846"/>
                  <a:pt x="396" y="846"/>
                </a:cubicBezTo>
                <a:cubicBezTo>
                  <a:pt x="397" y="846"/>
                  <a:pt x="400" y="846"/>
                  <a:pt x="399" y="848"/>
                </a:cubicBezTo>
                <a:cubicBezTo>
                  <a:pt x="399" y="849"/>
                  <a:pt x="394" y="849"/>
                  <a:pt x="393" y="850"/>
                </a:cubicBezTo>
                <a:cubicBezTo>
                  <a:pt x="390" y="852"/>
                  <a:pt x="393" y="854"/>
                  <a:pt x="395" y="856"/>
                </a:cubicBezTo>
                <a:cubicBezTo>
                  <a:pt x="395" y="857"/>
                  <a:pt x="396" y="859"/>
                  <a:pt x="396" y="860"/>
                </a:cubicBezTo>
                <a:cubicBezTo>
                  <a:pt x="396" y="861"/>
                  <a:pt x="395" y="862"/>
                  <a:pt x="395" y="864"/>
                </a:cubicBezTo>
                <a:cubicBezTo>
                  <a:pt x="396" y="864"/>
                  <a:pt x="398" y="864"/>
                  <a:pt x="398" y="865"/>
                </a:cubicBezTo>
                <a:cubicBezTo>
                  <a:pt x="398" y="866"/>
                  <a:pt x="396" y="866"/>
                  <a:pt x="396" y="867"/>
                </a:cubicBezTo>
                <a:cubicBezTo>
                  <a:pt x="395" y="868"/>
                  <a:pt x="396" y="869"/>
                  <a:pt x="395" y="870"/>
                </a:cubicBezTo>
                <a:cubicBezTo>
                  <a:pt x="395" y="871"/>
                  <a:pt x="394" y="871"/>
                  <a:pt x="393" y="873"/>
                </a:cubicBezTo>
                <a:cubicBezTo>
                  <a:pt x="393" y="873"/>
                  <a:pt x="393" y="873"/>
                  <a:pt x="394" y="873"/>
                </a:cubicBezTo>
                <a:cubicBezTo>
                  <a:pt x="394" y="875"/>
                  <a:pt x="394" y="876"/>
                  <a:pt x="392" y="877"/>
                </a:cubicBezTo>
                <a:cubicBezTo>
                  <a:pt x="390" y="878"/>
                  <a:pt x="388" y="877"/>
                  <a:pt x="386" y="877"/>
                </a:cubicBezTo>
                <a:cubicBezTo>
                  <a:pt x="383" y="877"/>
                  <a:pt x="381" y="876"/>
                  <a:pt x="379" y="876"/>
                </a:cubicBezTo>
                <a:cubicBezTo>
                  <a:pt x="377" y="876"/>
                  <a:pt x="375" y="877"/>
                  <a:pt x="374" y="878"/>
                </a:cubicBezTo>
                <a:cubicBezTo>
                  <a:pt x="373" y="880"/>
                  <a:pt x="374" y="882"/>
                  <a:pt x="372" y="883"/>
                </a:cubicBezTo>
                <a:cubicBezTo>
                  <a:pt x="370" y="883"/>
                  <a:pt x="369" y="883"/>
                  <a:pt x="367" y="883"/>
                </a:cubicBezTo>
                <a:cubicBezTo>
                  <a:pt x="365" y="884"/>
                  <a:pt x="365" y="885"/>
                  <a:pt x="364" y="887"/>
                </a:cubicBezTo>
                <a:cubicBezTo>
                  <a:pt x="364" y="889"/>
                  <a:pt x="363" y="891"/>
                  <a:pt x="363" y="892"/>
                </a:cubicBezTo>
                <a:cubicBezTo>
                  <a:pt x="363" y="892"/>
                  <a:pt x="364" y="893"/>
                  <a:pt x="364" y="893"/>
                </a:cubicBezTo>
                <a:cubicBezTo>
                  <a:pt x="365" y="895"/>
                  <a:pt x="361" y="897"/>
                  <a:pt x="363" y="899"/>
                </a:cubicBezTo>
                <a:cubicBezTo>
                  <a:pt x="365" y="897"/>
                  <a:pt x="368" y="897"/>
                  <a:pt x="371" y="897"/>
                </a:cubicBezTo>
                <a:cubicBezTo>
                  <a:pt x="372" y="896"/>
                  <a:pt x="374" y="896"/>
                  <a:pt x="375" y="896"/>
                </a:cubicBezTo>
                <a:cubicBezTo>
                  <a:pt x="376" y="896"/>
                  <a:pt x="376" y="895"/>
                  <a:pt x="377" y="894"/>
                </a:cubicBezTo>
                <a:cubicBezTo>
                  <a:pt x="381" y="892"/>
                  <a:pt x="386" y="895"/>
                  <a:pt x="384" y="899"/>
                </a:cubicBezTo>
                <a:cubicBezTo>
                  <a:pt x="384" y="901"/>
                  <a:pt x="382" y="901"/>
                  <a:pt x="380" y="901"/>
                </a:cubicBezTo>
                <a:cubicBezTo>
                  <a:pt x="378" y="902"/>
                  <a:pt x="376" y="903"/>
                  <a:pt x="374" y="904"/>
                </a:cubicBezTo>
                <a:cubicBezTo>
                  <a:pt x="372" y="905"/>
                  <a:pt x="366" y="905"/>
                  <a:pt x="366" y="908"/>
                </a:cubicBezTo>
                <a:cubicBezTo>
                  <a:pt x="367" y="908"/>
                  <a:pt x="367" y="908"/>
                  <a:pt x="367" y="908"/>
                </a:cubicBezTo>
                <a:cubicBezTo>
                  <a:pt x="367" y="908"/>
                  <a:pt x="368" y="908"/>
                  <a:pt x="369" y="908"/>
                </a:cubicBezTo>
                <a:cubicBezTo>
                  <a:pt x="369" y="909"/>
                  <a:pt x="370" y="911"/>
                  <a:pt x="369" y="912"/>
                </a:cubicBezTo>
                <a:cubicBezTo>
                  <a:pt x="367" y="912"/>
                  <a:pt x="365" y="909"/>
                  <a:pt x="362" y="909"/>
                </a:cubicBezTo>
                <a:cubicBezTo>
                  <a:pt x="360" y="909"/>
                  <a:pt x="359" y="911"/>
                  <a:pt x="356" y="911"/>
                </a:cubicBezTo>
                <a:cubicBezTo>
                  <a:pt x="355" y="911"/>
                  <a:pt x="355" y="911"/>
                  <a:pt x="354" y="912"/>
                </a:cubicBezTo>
                <a:cubicBezTo>
                  <a:pt x="354" y="913"/>
                  <a:pt x="355" y="914"/>
                  <a:pt x="355" y="915"/>
                </a:cubicBezTo>
                <a:cubicBezTo>
                  <a:pt x="356" y="916"/>
                  <a:pt x="357" y="919"/>
                  <a:pt x="358" y="919"/>
                </a:cubicBezTo>
                <a:cubicBezTo>
                  <a:pt x="360" y="920"/>
                  <a:pt x="361" y="920"/>
                  <a:pt x="362" y="920"/>
                </a:cubicBezTo>
                <a:cubicBezTo>
                  <a:pt x="363" y="921"/>
                  <a:pt x="363" y="922"/>
                  <a:pt x="364" y="923"/>
                </a:cubicBezTo>
                <a:cubicBezTo>
                  <a:pt x="366" y="924"/>
                  <a:pt x="368" y="924"/>
                  <a:pt x="369" y="926"/>
                </a:cubicBezTo>
                <a:cubicBezTo>
                  <a:pt x="371" y="929"/>
                  <a:pt x="364" y="927"/>
                  <a:pt x="363" y="926"/>
                </a:cubicBezTo>
                <a:cubicBezTo>
                  <a:pt x="362" y="926"/>
                  <a:pt x="362" y="928"/>
                  <a:pt x="362" y="929"/>
                </a:cubicBezTo>
                <a:cubicBezTo>
                  <a:pt x="362" y="930"/>
                  <a:pt x="362" y="932"/>
                  <a:pt x="361" y="933"/>
                </a:cubicBezTo>
                <a:cubicBezTo>
                  <a:pt x="359" y="932"/>
                  <a:pt x="359" y="930"/>
                  <a:pt x="359" y="928"/>
                </a:cubicBezTo>
                <a:cubicBezTo>
                  <a:pt x="356" y="930"/>
                  <a:pt x="357" y="934"/>
                  <a:pt x="355" y="937"/>
                </a:cubicBezTo>
                <a:cubicBezTo>
                  <a:pt x="354" y="938"/>
                  <a:pt x="353" y="939"/>
                  <a:pt x="352" y="940"/>
                </a:cubicBezTo>
                <a:cubicBezTo>
                  <a:pt x="351" y="942"/>
                  <a:pt x="352" y="943"/>
                  <a:pt x="353" y="944"/>
                </a:cubicBezTo>
                <a:cubicBezTo>
                  <a:pt x="355" y="948"/>
                  <a:pt x="353" y="948"/>
                  <a:pt x="350" y="948"/>
                </a:cubicBezTo>
                <a:cubicBezTo>
                  <a:pt x="349" y="948"/>
                  <a:pt x="344" y="948"/>
                  <a:pt x="345" y="950"/>
                </a:cubicBezTo>
                <a:cubicBezTo>
                  <a:pt x="344" y="951"/>
                  <a:pt x="342" y="950"/>
                  <a:pt x="341" y="949"/>
                </a:cubicBezTo>
                <a:cubicBezTo>
                  <a:pt x="341" y="949"/>
                  <a:pt x="341" y="948"/>
                  <a:pt x="340" y="947"/>
                </a:cubicBezTo>
                <a:cubicBezTo>
                  <a:pt x="338" y="944"/>
                  <a:pt x="334" y="945"/>
                  <a:pt x="336" y="949"/>
                </a:cubicBezTo>
                <a:cubicBezTo>
                  <a:pt x="336" y="949"/>
                  <a:pt x="337" y="949"/>
                  <a:pt x="338" y="949"/>
                </a:cubicBezTo>
                <a:cubicBezTo>
                  <a:pt x="337" y="951"/>
                  <a:pt x="331" y="951"/>
                  <a:pt x="331" y="952"/>
                </a:cubicBezTo>
                <a:cubicBezTo>
                  <a:pt x="331" y="954"/>
                  <a:pt x="336" y="955"/>
                  <a:pt x="337" y="955"/>
                </a:cubicBezTo>
                <a:cubicBezTo>
                  <a:pt x="341" y="956"/>
                  <a:pt x="343" y="960"/>
                  <a:pt x="345" y="963"/>
                </a:cubicBezTo>
                <a:cubicBezTo>
                  <a:pt x="346" y="964"/>
                  <a:pt x="347" y="965"/>
                  <a:pt x="349" y="966"/>
                </a:cubicBezTo>
                <a:cubicBezTo>
                  <a:pt x="351" y="966"/>
                  <a:pt x="353" y="966"/>
                  <a:pt x="354" y="967"/>
                </a:cubicBezTo>
                <a:cubicBezTo>
                  <a:pt x="356" y="965"/>
                  <a:pt x="356" y="966"/>
                  <a:pt x="357" y="968"/>
                </a:cubicBezTo>
                <a:cubicBezTo>
                  <a:pt x="359" y="970"/>
                  <a:pt x="361" y="971"/>
                  <a:pt x="362" y="972"/>
                </a:cubicBezTo>
                <a:cubicBezTo>
                  <a:pt x="366" y="976"/>
                  <a:pt x="371" y="976"/>
                  <a:pt x="374" y="979"/>
                </a:cubicBezTo>
                <a:cubicBezTo>
                  <a:pt x="378" y="982"/>
                  <a:pt x="382" y="984"/>
                  <a:pt x="384" y="988"/>
                </a:cubicBezTo>
                <a:cubicBezTo>
                  <a:pt x="385" y="990"/>
                  <a:pt x="386" y="991"/>
                  <a:pt x="388" y="992"/>
                </a:cubicBezTo>
                <a:cubicBezTo>
                  <a:pt x="390" y="993"/>
                  <a:pt x="391" y="994"/>
                  <a:pt x="392" y="996"/>
                </a:cubicBezTo>
                <a:cubicBezTo>
                  <a:pt x="393" y="996"/>
                  <a:pt x="393" y="997"/>
                  <a:pt x="394" y="998"/>
                </a:cubicBezTo>
                <a:cubicBezTo>
                  <a:pt x="395" y="999"/>
                  <a:pt x="396" y="1000"/>
                  <a:pt x="397" y="1001"/>
                </a:cubicBezTo>
                <a:cubicBezTo>
                  <a:pt x="399" y="998"/>
                  <a:pt x="400" y="996"/>
                  <a:pt x="404" y="997"/>
                </a:cubicBezTo>
                <a:cubicBezTo>
                  <a:pt x="405" y="997"/>
                  <a:pt x="406" y="998"/>
                  <a:pt x="408" y="998"/>
                </a:cubicBezTo>
                <a:cubicBezTo>
                  <a:pt x="409" y="998"/>
                  <a:pt x="410" y="997"/>
                  <a:pt x="411" y="998"/>
                </a:cubicBezTo>
                <a:cubicBezTo>
                  <a:pt x="412" y="998"/>
                  <a:pt x="414" y="999"/>
                  <a:pt x="415" y="1000"/>
                </a:cubicBezTo>
                <a:cubicBezTo>
                  <a:pt x="416" y="1001"/>
                  <a:pt x="417" y="1001"/>
                  <a:pt x="419" y="1001"/>
                </a:cubicBezTo>
                <a:cubicBezTo>
                  <a:pt x="421" y="1002"/>
                  <a:pt x="422" y="1002"/>
                  <a:pt x="423" y="1002"/>
                </a:cubicBezTo>
                <a:cubicBezTo>
                  <a:pt x="424" y="1003"/>
                  <a:pt x="425" y="1003"/>
                  <a:pt x="426" y="1004"/>
                </a:cubicBezTo>
                <a:cubicBezTo>
                  <a:pt x="428" y="1006"/>
                  <a:pt x="430" y="1006"/>
                  <a:pt x="433" y="1006"/>
                </a:cubicBezTo>
                <a:cubicBezTo>
                  <a:pt x="434" y="1007"/>
                  <a:pt x="437" y="1007"/>
                  <a:pt x="438" y="1007"/>
                </a:cubicBezTo>
                <a:cubicBezTo>
                  <a:pt x="439" y="1006"/>
                  <a:pt x="440" y="1006"/>
                  <a:pt x="442" y="1005"/>
                </a:cubicBezTo>
                <a:cubicBezTo>
                  <a:pt x="445" y="1005"/>
                  <a:pt x="447" y="1008"/>
                  <a:pt x="450" y="1008"/>
                </a:cubicBezTo>
                <a:cubicBezTo>
                  <a:pt x="451" y="1007"/>
                  <a:pt x="452" y="1007"/>
                  <a:pt x="453" y="1008"/>
                </a:cubicBezTo>
                <a:cubicBezTo>
                  <a:pt x="454" y="1008"/>
                  <a:pt x="456" y="1009"/>
                  <a:pt x="456" y="1009"/>
                </a:cubicBezTo>
                <a:cubicBezTo>
                  <a:pt x="457" y="1010"/>
                  <a:pt x="457" y="1012"/>
                  <a:pt x="458" y="1012"/>
                </a:cubicBezTo>
                <a:cubicBezTo>
                  <a:pt x="460" y="1013"/>
                  <a:pt x="462" y="1014"/>
                  <a:pt x="463" y="1015"/>
                </a:cubicBezTo>
                <a:cubicBezTo>
                  <a:pt x="465" y="1015"/>
                  <a:pt x="466" y="1015"/>
                  <a:pt x="468" y="1016"/>
                </a:cubicBezTo>
                <a:cubicBezTo>
                  <a:pt x="469" y="1017"/>
                  <a:pt x="469" y="1018"/>
                  <a:pt x="470" y="1018"/>
                </a:cubicBezTo>
                <a:cubicBezTo>
                  <a:pt x="472" y="1019"/>
                  <a:pt x="472" y="1019"/>
                  <a:pt x="472" y="1020"/>
                </a:cubicBezTo>
                <a:cubicBezTo>
                  <a:pt x="472" y="1021"/>
                  <a:pt x="470" y="1022"/>
                  <a:pt x="471" y="1022"/>
                </a:cubicBezTo>
                <a:cubicBezTo>
                  <a:pt x="472" y="1023"/>
                  <a:pt x="474" y="1022"/>
                  <a:pt x="474" y="1023"/>
                </a:cubicBezTo>
                <a:cubicBezTo>
                  <a:pt x="475" y="1024"/>
                  <a:pt x="476" y="1022"/>
                  <a:pt x="477" y="1022"/>
                </a:cubicBezTo>
                <a:cubicBezTo>
                  <a:pt x="477" y="1022"/>
                  <a:pt x="478" y="1022"/>
                  <a:pt x="479" y="1022"/>
                </a:cubicBezTo>
                <a:cubicBezTo>
                  <a:pt x="480" y="1021"/>
                  <a:pt x="482" y="1020"/>
                  <a:pt x="483" y="1020"/>
                </a:cubicBezTo>
                <a:cubicBezTo>
                  <a:pt x="487" y="1018"/>
                  <a:pt x="488" y="1019"/>
                  <a:pt x="491" y="1021"/>
                </a:cubicBezTo>
                <a:cubicBezTo>
                  <a:pt x="492" y="1020"/>
                  <a:pt x="492" y="1018"/>
                  <a:pt x="493" y="1018"/>
                </a:cubicBezTo>
                <a:cubicBezTo>
                  <a:pt x="494" y="1018"/>
                  <a:pt x="496" y="1020"/>
                  <a:pt x="497" y="1020"/>
                </a:cubicBezTo>
                <a:cubicBezTo>
                  <a:pt x="499" y="1021"/>
                  <a:pt x="499" y="1021"/>
                  <a:pt x="501" y="1023"/>
                </a:cubicBezTo>
                <a:cubicBezTo>
                  <a:pt x="502" y="1025"/>
                  <a:pt x="504" y="1024"/>
                  <a:pt x="506" y="1024"/>
                </a:cubicBezTo>
                <a:cubicBezTo>
                  <a:pt x="507" y="1024"/>
                  <a:pt x="509" y="1024"/>
                  <a:pt x="510" y="1026"/>
                </a:cubicBezTo>
                <a:cubicBezTo>
                  <a:pt x="510" y="1028"/>
                  <a:pt x="509" y="1029"/>
                  <a:pt x="508" y="1030"/>
                </a:cubicBezTo>
                <a:cubicBezTo>
                  <a:pt x="507" y="1033"/>
                  <a:pt x="510" y="1035"/>
                  <a:pt x="513" y="1036"/>
                </a:cubicBezTo>
                <a:cubicBezTo>
                  <a:pt x="513" y="1037"/>
                  <a:pt x="514" y="1037"/>
                  <a:pt x="514" y="1038"/>
                </a:cubicBezTo>
                <a:cubicBezTo>
                  <a:pt x="515" y="1038"/>
                  <a:pt x="516" y="1037"/>
                  <a:pt x="517" y="1038"/>
                </a:cubicBezTo>
                <a:cubicBezTo>
                  <a:pt x="518" y="1039"/>
                  <a:pt x="519" y="1038"/>
                  <a:pt x="520" y="1039"/>
                </a:cubicBezTo>
                <a:cubicBezTo>
                  <a:pt x="520" y="1041"/>
                  <a:pt x="524" y="1039"/>
                  <a:pt x="524" y="1042"/>
                </a:cubicBezTo>
                <a:cubicBezTo>
                  <a:pt x="526" y="1041"/>
                  <a:pt x="526" y="1043"/>
                  <a:pt x="527" y="1044"/>
                </a:cubicBezTo>
                <a:cubicBezTo>
                  <a:pt x="529" y="1044"/>
                  <a:pt x="529" y="1042"/>
                  <a:pt x="530" y="1044"/>
                </a:cubicBezTo>
                <a:cubicBezTo>
                  <a:pt x="531" y="1044"/>
                  <a:pt x="531" y="1045"/>
                  <a:pt x="532" y="1045"/>
                </a:cubicBezTo>
                <a:cubicBezTo>
                  <a:pt x="533" y="1046"/>
                  <a:pt x="533" y="1046"/>
                  <a:pt x="534" y="1047"/>
                </a:cubicBezTo>
                <a:cubicBezTo>
                  <a:pt x="535" y="1047"/>
                  <a:pt x="534" y="1048"/>
                  <a:pt x="535" y="1049"/>
                </a:cubicBezTo>
                <a:cubicBezTo>
                  <a:pt x="536" y="1050"/>
                  <a:pt x="536" y="1050"/>
                  <a:pt x="537" y="1051"/>
                </a:cubicBezTo>
                <a:cubicBezTo>
                  <a:pt x="539" y="1052"/>
                  <a:pt x="539" y="1053"/>
                  <a:pt x="540" y="1055"/>
                </a:cubicBezTo>
                <a:cubicBezTo>
                  <a:pt x="541" y="1057"/>
                  <a:pt x="543" y="1058"/>
                  <a:pt x="545" y="1058"/>
                </a:cubicBezTo>
                <a:cubicBezTo>
                  <a:pt x="547" y="1059"/>
                  <a:pt x="549" y="1060"/>
                  <a:pt x="551" y="1059"/>
                </a:cubicBezTo>
                <a:cubicBezTo>
                  <a:pt x="552" y="1059"/>
                  <a:pt x="553" y="1057"/>
                  <a:pt x="553" y="1055"/>
                </a:cubicBezTo>
                <a:cubicBezTo>
                  <a:pt x="554" y="1052"/>
                  <a:pt x="558" y="1052"/>
                  <a:pt x="560" y="1051"/>
                </a:cubicBezTo>
                <a:cubicBezTo>
                  <a:pt x="563" y="1049"/>
                  <a:pt x="563" y="1045"/>
                  <a:pt x="566" y="1042"/>
                </a:cubicBezTo>
                <a:cubicBezTo>
                  <a:pt x="564" y="1041"/>
                  <a:pt x="562" y="1041"/>
                  <a:pt x="561" y="1039"/>
                </a:cubicBezTo>
                <a:cubicBezTo>
                  <a:pt x="560" y="1036"/>
                  <a:pt x="559" y="1034"/>
                  <a:pt x="558" y="1032"/>
                </a:cubicBezTo>
                <a:cubicBezTo>
                  <a:pt x="556" y="1030"/>
                  <a:pt x="554" y="1028"/>
                  <a:pt x="553" y="1026"/>
                </a:cubicBezTo>
                <a:cubicBezTo>
                  <a:pt x="553" y="1025"/>
                  <a:pt x="552" y="1024"/>
                  <a:pt x="551" y="1023"/>
                </a:cubicBezTo>
                <a:cubicBezTo>
                  <a:pt x="551" y="1023"/>
                  <a:pt x="550" y="1022"/>
                  <a:pt x="550" y="1022"/>
                </a:cubicBezTo>
                <a:cubicBezTo>
                  <a:pt x="548" y="1020"/>
                  <a:pt x="549" y="1018"/>
                  <a:pt x="548" y="1016"/>
                </a:cubicBezTo>
                <a:cubicBezTo>
                  <a:pt x="547" y="1014"/>
                  <a:pt x="545" y="1014"/>
                  <a:pt x="544" y="1012"/>
                </a:cubicBezTo>
                <a:cubicBezTo>
                  <a:pt x="544" y="1010"/>
                  <a:pt x="544" y="1008"/>
                  <a:pt x="545" y="1006"/>
                </a:cubicBezTo>
                <a:cubicBezTo>
                  <a:pt x="545" y="1005"/>
                  <a:pt x="547" y="1002"/>
                  <a:pt x="545" y="1003"/>
                </a:cubicBezTo>
                <a:cubicBezTo>
                  <a:pt x="543" y="1001"/>
                  <a:pt x="545" y="998"/>
                  <a:pt x="546" y="995"/>
                </a:cubicBezTo>
                <a:cubicBezTo>
                  <a:pt x="546" y="993"/>
                  <a:pt x="548" y="991"/>
                  <a:pt x="547" y="989"/>
                </a:cubicBezTo>
                <a:cubicBezTo>
                  <a:pt x="546" y="986"/>
                  <a:pt x="546" y="990"/>
                  <a:pt x="545" y="991"/>
                </a:cubicBezTo>
                <a:cubicBezTo>
                  <a:pt x="545" y="993"/>
                  <a:pt x="543" y="995"/>
                  <a:pt x="543" y="998"/>
                </a:cubicBezTo>
                <a:cubicBezTo>
                  <a:pt x="543" y="998"/>
                  <a:pt x="543" y="998"/>
                  <a:pt x="543" y="998"/>
                </a:cubicBezTo>
                <a:cubicBezTo>
                  <a:pt x="542" y="998"/>
                  <a:pt x="542" y="998"/>
                  <a:pt x="542" y="998"/>
                </a:cubicBezTo>
                <a:cubicBezTo>
                  <a:pt x="542" y="994"/>
                  <a:pt x="544" y="992"/>
                  <a:pt x="543" y="989"/>
                </a:cubicBezTo>
                <a:cubicBezTo>
                  <a:pt x="542" y="986"/>
                  <a:pt x="540" y="983"/>
                  <a:pt x="540" y="980"/>
                </a:cubicBezTo>
                <a:cubicBezTo>
                  <a:pt x="540" y="980"/>
                  <a:pt x="540" y="979"/>
                  <a:pt x="539" y="979"/>
                </a:cubicBezTo>
                <a:cubicBezTo>
                  <a:pt x="539" y="979"/>
                  <a:pt x="538" y="979"/>
                  <a:pt x="538" y="979"/>
                </a:cubicBezTo>
                <a:cubicBezTo>
                  <a:pt x="536" y="979"/>
                  <a:pt x="536" y="978"/>
                  <a:pt x="535" y="976"/>
                </a:cubicBezTo>
                <a:cubicBezTo>
                  <a:pt x="535" y="975"/>
                  <a:pt x="535" y="974"/>
                  <a:pt x="533" y="974"/>
                </a:cubicBezTo>
                <a:cubicBezTo>
                  <a:pt x="531" y="974"/>
                  <a:pt x="530" y="974"/>
                  <a:pt x="529" y="973"/>
                </a:cubicBezTo>
                <a:cubicBezTo>
                  <a:pt x="528" y="972"/>
                  <a:pt x="529" y="971"/>
                  <a:pt x="529" y="970"/>
                </a:cubicBezTo>
                <a:cubicBezTo>
                  <a:pt x="529" y="969"/>
                  <a:pt x="529" y="967"/>
                  <a:pt x="530" y="966"/>
                </a:cubicBezTo>
                <a:cubicBezTo>
                  <a:pt x="531" y="965"/>
                  <a:pt x="532" y="965"/>
                  <a:pt x="533" y="964"/>
                </a:cubicBezTo>
                <a:cubicBezTo>
                  <a:pt x="535" y="963"/>
                  <a:pt x="535" y="962"/>
                  <a:pt x="535" y="960"/>
                </a:cubicBezTo>
                <a:cubicBezTo>
                  <a:pt x="535" y="961"/>
                  <a:pt x="535" y="963"/>
                  <a:pt x="536" y="962"/>
                </a:cubicBezTo>
                <a:cubicBezTo>
                  <a:pt x="536" y="961"/>
                  <a:pt x="538" y="959"/>
                  <a:pt x="538" y="957"/>
                </a:cubicBezTo>
                <a:cubicBezTo>
                  <a:pt x="539" y="956"/>
                  <a:pt x="539" y="955"/>
                  <a:pt x="540" y="953"/>
                </a:cubicBezTo>
                <a:cubicBezTo>
                  <a:pt x="541" y="952"/>
                  <a:pt x="542" y="951"/>
                  <a:pt x="542" y="949"/>
                </a:cubicBezTo>
                <a:cubicBezTo>
                  <a:pt x="542" y="948"/>
                  <a:pt x="542" y="946"/>
                  <a:pt x="542" y="946"/>
                </a:cubicBezTo>
                <a:cubicBezTo>
                  <a:pt x="543" y="945"/>
                  <a:pt x="544" y="946"/>
                  <a:pt x="544" y="945"/>
                </a:cubicBezTo>
                <a:cubicBezTo>
                  <a:pt x="545" y="945"/>
                  <a:pt x="544" y="943"/>
                  <a:pt x="544" y="943"/>
                </a:cubicBezTo>
                <a:cubicBezTo>
                  <a:pt x="544" y="941"/>
                  <a:pt x="542" y="938"/>
                  <a:pt x="543" y="937"/>
                </a:cubicBezTo>
                <a:cubicBezTo>
                  <a:pt x="543" y="937"/>
                  <a:pt x="545" y="940"/>
                  <a:pt x="546" y="940"/>
                </a:cubicBezTo>
                <a:cubicBezTo>
                  <a:pt x="547" y="940"/>
                  <a:pt x="547" y="937"/>
                  <a:pt x="547" y="936"/>
                </a:cubicBezTo>
                <a:cubicBezTo>
                  <a:pt x="548" y="937"/>
                  <a:pt x="548" y="938"/>
                  <a:pt x="549" y="938"/>
                </a:cubicBezTo>
                <a:cubicBezTo>
                  <a:pt x="550" y="939"/>
                  <a:pt x="550" y="939"/>
                  <a:pt x="551" y="939"/>
                </a:cubicBezTo>
                <a:cubicBezTo>
                  <a:pt x="552" y="938"/>
                  <a:pt x="552" y="937"/>
                  <a:pt x="553" y="937"/>
                </a:cubicBezTo>
                <a:cubicBezTo>
                  <a:pt x="554" y="937"/>
                  <a:pt x="555" y="937"/>
                  <a:pt x="556" y="937"/>
                </a:cubicBezTo>
                <a:cubicBezTo>
                  <a:pt x="559" y="938"/>
                  <a:pt x="559" y="936"/>
                  <a:pt x="561" y="934"/>
                </a:cubicBezTo>
                <a:cubicBezTo>
                  <a:pt x="563" y="932"/>
                  <a:pt x="565" y="930"/>
                  <a:pt x="567" y="933"/>
                </a:cubicBezTo>
                <a:cubicBezTo>
                  <a:pt x="567" y="933"/>
                  <a:pt x="569" y="937"/>
                  <a:pt x="570" y="935"/>
                </a:cubicBezTo>
                <a:cubicBezTo>
                  <a:pt x="570" y="933"/>
                  <a:pt x="568" y="931"/>
                  <a:pt x="568" y="930"/>
                </a:cubicBezTo>
                <a:cubicBezTo>
                  <a:pt x="567" y="927"/>
                  <a:pt x="567" y="926"/>
                  <a:pt x="570" y="926"/>
                </a:cubicBezTo>
                <a:cubicBezTo>
                  <a:pt x="572" y="927"/>
                  <a:pt x="572" y="927"/>
                  <a:pt x="573" y="926"/>
                </a:cubicBezTo>
                <a:cubicBezTo>
                  <a:pt x="573" y="926"/>
                  <a:pt x="574" y="925"/>
                  <a:pt x="574" y="925"/>
                </a:cubicBezTo>
                <a:cubicBezTo>
                  <a:pt x="575" y="925"/>
                  <a:pt x="576" y="925"/>
                  <a:pt x="576" y="925"/>
                </a:cubicBezTo>
                <a:cubicBezTo>
                  <a:pt x="576" y="924"/>
                  <a:pt x="574" y="921"/>
                  <a:pt x="576" y="921"/>
                </a:cubicBezTo>
                <a:cubicBezTo>
                  <a:pt x="577" y="922"/>
                  <a:pt x="578" y="922"/>
                  <a:pt x="579" y="922"/>
                </a:cubicBezTo>
                <a:cubicBezTo>
                  <a:pt x="579" y="920"/>
                  <a:pt x="573" y="919"/>
                  <a:pt x="574" y="917"/>
                </a:cubicBezTo>
                <a:cubicBezTo>
                  <a:pt x="573" y="917"/>
                  <a:pt x="571" y="916"/>
                  <a:pt x="570" y="915"/>
                </a:cubicBezTo>
                <a:cubicBezTo>
                  <a:pt x="569" y="915"/>
                  <a:pt x="569" y="914"/>
                  <a:pt x="568" y="914"/>
                </a:cubicBezTo>
                <a:cubicBezTo>
                  <a:pt x="567" y="914"/>
                  <a:pt x="566" y="914"/>
                  <a:pt x="565" y="914"/>
                </a:cubicBezTo>
                <a:cubicBezTo>
                  <a:pt x="565" y="912"/>
                  <a:pt x="562" y="908"/>
                  <a:pt x="566" y="908"/>
                </a:cubicBezTo>
                <a:cubicBezTo>
                  <a:pt x="569" y="908"/>
                  <a:pt x="569" y="911"/>
                  <a:pt x="572" y="909"/>
                </a:cubicBezTo>
                <a:cubicBezTo>
                  <a:pt x="575" y="908"/>
                  <a:pt x="572" y="905"/>
                  <a:pt x="571" y="903"/>
                </a:cubicBezTo>
                <a:cubicBezTo>
                  <a:pt x="569" y="900"/>
                  <a:pt x="567" y="896"/>
                  <a:pt x="566" y="893"/>
                </a:cubicBezTo>
                <a:cubicBezTo>
                  <a:pt x="565" y="892"/>
                  <a:pt x="565" y="891"/>
                  <a:pt x="564" y="890"/>
                </a:cubicBezTo>
                <a:cubicBezTo>
                  <a:pt x="563" y="889"/>
                  <a:pt x="563" y="889"/>
                  <a:pt x="562" y="888"/>
                </a:cubicBezTo>
                <a:cubicBezTo>
                  <a:pt x="561" y="885"/>
                  <a:pt x="559" y="882"/>
                  <a:pt x="557" y="881"/>
                </a:cubicBezTo>
                <a:cubicBezTo>
                  <a:pt x="555" y="879"/>
                  <a:pt x="552" y="880"/>
                  <a:pt x="549" y="880"/>
                </a:cubicBezTo>
                <a:cubicBezTo>
                  <a:pt x="548" y="880"/>
                  <a:pt x="546" y="879"/>
                  <a:pt x="545" y="878"/>
                </a:cubicBezTo>
                <a:cubicBezTo>
                  <a:pt x="544" y="878"/>
                  <a:pt x="543" y="877"/>
                  <a:pt x="543" y="877"/>
                </a:cubicBezTo>
                <a:cubicBezTo>
                  <a:pt x="543" y="878"/>
                  <a:pt x="543" y="881"/>
                  <a:pt x="542" y="882"/>
                </a:cubicBezTo>
                <a:cubicBezTo>
                  <a:pt x="541" y="883"/>
                  <a:pt x="539" y="881"/>
                  <a:pt x="538" y="880"/>
                </a:cubicBezTo>
                <a:cubicBezTo>
                  <a:pt x="536" y="878"/>
                  <a:pt x="538" y="877"/>
                  <a:pt x="537" y="875"/>
                </a:cubicBezTo>
                <a:cubicBezTo>
                  <a:pt x="537" y="875"/>
                  <a:pt x="536" y="874"/>
                  <a:pt x="536" y="874"/>
                </a:cubicBezTo>
                <a:cubicBezTo>
                  <a:pt x="536" y="872"/>
                  <a:pt x="537" y="872"/>
                  <a:pt x="538" y="871"/>
                </a:cubicBezTo>
                <a:cubicBezTo>
                  <a:pt x="538" y="870"/>
                  <a:pt x="538" y="870"/>
                  <a:pt x="537" y="869"/>
                </a:cubicBezTo>
                <a:cubicBezTo>
                  <a:pt x="537" y="870"/>
                  <a:pt x="537" y="868"/>
                  <a:pt x="537" y="868"/>
                </a:cubicBezTo>
                <a:cubicBezTo>
                  <a:pt x="537" y="868"/>
                  <a:pt x="536" y="867"/>
                  <a:pt x="536" y="867"/>
                </a:cubicBezTo>
                <a:cubicBezTo>
                  <a:pt x="536" y="866"/>
                  <a:pt x="536" y="866"/>
                  <a:pt x="536" y="865"/>
                </a:cubicBezTo>
                <a:cubicBezTo>
                  <a:pt x="536" y="863"/>
                  <a:pt x="533" y="863"/>
                  <a:pt x="531" y="863"/>
                </a:cubicBezTo>
                <a:cubicBezTo>
                  <a:pt x="529" y="862"/>
                  <a:pt x="526" y="861"/>
                  <a:pt x="524" y="860"/>
                </a:cubicBezTo>
                <a:cubicBezTo>
                  <a:pt x="524" y="857"/>
                  <a:pt x="525" y="854"/>
                  <a:pt x="526" y="852"/>
                </a:cubicBezTo>
                <a:cubicBezTo>
                  <a:pt x="527" y="850"/>
                  <a:pt x="528" y="847"/>
                  <a:pt x="530" y="845"/>
                </a:cubicBezTo>
                <a:cubicBezTo>
                  <a:pt x="531" y="843"/>
                  <a:pt x="533" y="843"/>
                  <a:pt x="534" y="841"/>
                </a:cubicBezTo>
                <a:cubicBezTo>
                  <a:pt x="536" y="839"/>
                  <a:pt x="536" y="837"/>
                  <a:pt x="534" y="835"/>
                </a:cubicBezTo>
                <a:cubicBezTo>
                  <a:pt x="533" y="834"/>
                  <a:pt x="531" y="833"/>
                  <a:pt x="530" y="832"/>
                </a:cubicBezTo>
                <a:cubicBezTo>
                  <a:pt x="529" y="830"/>
                  <a:pt x="531" y="827"/>
                  <a:pt x="532" y="825"/>
                </a:cubicBezTo>
                <a:cubicBezTo>
                  <a:pt x="532" y="821"/>
                  <a:pt x="532" y="817"/>
                  <a:pt x="536" y="815"/>
                </a:cubicBezTo>
                <a:cubicBezTo>
                  <a:pt x="537" y="814"/>
                  <a:pt x="540" y="813"/>
                  <a:pt x="541" y="811"/>
                </a:cubicBezTo>
                <a:cubicBezTo>
                  <a:pt x="542" y="810"/>
                  <a:pt x="540" y="809"/>
                  <a:pt x="540" y="808"/>
                </a:cubicBezTo>
                <a:cubicBezTo>
                  <a:pt x="540" y="807"/>
                  <a:pt x="541" y="804"/>
                  <a:pt x="541" y="803"/>
                </a:cubicBezTo>
                <a:cubicBezTo>
                  <a:pt x="542" y="802"/>
                  <a:pt x="543" y="799"/>
                  <a:pt x="545" y="799"/>
                </a:cubicBezTo>
                <a:cubicBezTo>
                  <a:pt x="549" y="799"/>
                  <a:pt x="552" y="804"/>
                  <a:pt x="554" y="807"/>
                </a:cubicBezTo>
                <a:cubicBezTo>
                  <a:pt x="555" y="809"/>
                  <a:pt x="556" y="811"/>
                  <a:pt x="557" y="813"/>
                </a:cubicBezTo>
                <a:cubicBezTo>
                  <a:pt x="558" y="814"/>
                  <a:pt x="558" y="815"/>
                  <a:pt x="558" y="816"/>
                </a:cubicBezTo>
                <a:cubicBezTo>
                  <a:pt x="559" y="817"/>
                  <a:pt x="560" y="817"/>
                  <a:pt x="560" y="817"/>
                </a:cubicBezTo>
                <a:cubicBezTo>
                  <a:pt x="562" y="818"/>
                  <a:pt x="563" y="818"/>
                  <a:pt x="565" y="818"/>
                </a:cubicBezTo>
                <a:cubicBezTo>
                  <a:pt x="567" y="817"/>
                  <a:pt x="569" y="816"/>
                  <a:pt x="570" y="814"/>
                </a:cubicBezTo>
                <a:cubicBezTo>
                  <a:pt x="571" y="814"/>
                  <a:pt x="571" y="812"/>
                  <a:pt x="571" y="811"/>
                </a:cubicBezTo>
                <a:cubicBezTo>
                  <a:pt x="571" y="810"/>
                  <a:pt x="570" y="810"/>
                  <a:pt x="570" y="810"/>
                </a:cubicBezTo>
                <a:cubicBezTo>
                  <a:pt x="569" y="808"/>
                  <a:pt x="569" y="806"/>
                  <a:pt x="569" y="804"/>
                </a:cubicBezTo>
                <a:cubicBezTo>
                  <a:pt x="568" y="802"/>
                  <a:pt x="568" y="800"/>
                  <a:pt x="567" y="798"/>
                </a:cubicBezTo>
                <a:cubicBezTo>
                  <a:pt x="567" y="796"/>
                  <a:pt x="565" y="794"/>
                  <a:pt x="566" y="793"/>
                </a:cubicBezTo>
                <a:cubicBezTo>
                  <a:pt x="568" y="793"/>
                  <a:pt x="569" y="795"/>
                  <a:pt x="572" y="794"/>
                </a:cubicBezTo>
                <a:cubicBezTo>
                  <a:pt x="574" y="792"/>
                  <a:pt x="575" y="790"/>
                  <a:pt x="578" y="788"/>
                </a:cubicBezTo>
                <a:cubicBezTo>
                  <a:pt x="580" y="788"/>
                  <a:pt x="582" y="788"/>
                  <a:pt x="582" y="785"/>
                </a:cubicBezTo>
                <a:cubicBezTo>
                  <a:pt x="582" y="783"/>
                  <a:pt x="580" y="782"/>
                  <a:pt x="581" y="780"/>
                </a:cubicBezTo>
                <a:cubicBezTo>
                  <a:pt x="581" y="777"/>
                  <a:pt x="584" y="779"/>
                  <a:pt x="586" y="779"/>
                </a:cubicBezTo>
                <a:cubicBezTo>
                  <a:pt x="589" y="779"/>
                  <a:pt x="590" y="777"/>
                  <a:pt x="592" y="775"/>
                </a:cubicBezTo>
                <a:cubicBezTo>
                  <a:pt x="594" y="774"/>
                  <a:pt x="596" y="775"/>
                  <a:pt x="598" y="773"/>
                </a:cubicBezTo>
                <a:cubicBezTo>
                  <a:pt x="600" y="772"/>
                  <a:pt x="600" y="769"/>
                  <a:pt x="602" y="769"/>
                </a:cubicBezTo>
                <a:cubicBezTo>
                  <a:pt x="602" y="99"/>
                  <a:pt x="602" y="99"/>
                  <a:pt x="602" y="99"/>
                </a:cubicBezTo>
                <a:cubicBezTo>
                  <a:pt x="598" y="98"/>
                  <a:pt x="596" y="104"/>
                  <a:pt x="594" y="106"/>
                </a:cubicBezTo>
                <a:close/>
                <a:moveTo>
                  <a:pt x="403" y="271"/>
                </a:moveTo>
                <a:cubicBezTo>
                  <a:pt x="403" y="270"/>
                  <a:pt x="396" y="267"/>
                  <a:pt x="402" y="268"/>
                </a:cubicBezTo>
                <a:cubicBezTo>
                  <a:pt x="404" y="268"/>
                  <a:pt x="405" y="268"/>
                  <a:pt x="406" y="270"/>
                </a:cubicBezTo>
                <a:cubicBezTo>
                  <a:pt x="406" y="271"/>
                  <a:pt x="405" y="275"/>
                  <a:pt x="404" y="273"/>
                </a:cubicBezTo>
                <a:cubicBezTo>
                  <a:pt x="404" y="273"/>
                  <a:pt x="404" y="272"/>
                  <a:pt x="403" y="271"/>
                </a:cubicBezTo>
                <a:close/>
                <a:moveTo>
                  <a:pt x="395" y="271"/>
                </a:moveTo>
                <a:cubicBezTo>
                  <a:pt x="395" y="270"/>
                  <a:pt x="398" y="270"/>
                  <a:pt x="399" y="271"/>
                </a:cubicBezTo>
                <a:cubicBezTo>
                  <a:pt x="401" y="271"/>
                  <a:pt x="401" y="272"/>
                  <a:pt x="403" y="274"/>
                </a:cubicBezTo>
                <a:cubicBezTo>
                  <a:pt x="404" y="274"/>
                  <a:pt x="405" y="274"/>
                  <a:pt x="405" y="275"/>
                </a:cubicBezTo>
                <a:cubicBezTo>
                  <a:pt x="406" y="276"/>
                  <a:pt x="405" y="277"/>
                  <a:pt x="404" y="277"/>
                </a:cubicBezTo>
                <a:cubicBezTo>
                  <a:pt x="401" y="276"/>
                  <a:pt x="400" y="273"/>
                  <a:pt x="398" y="272"/>
                </a:cubicBezTo>
                <a:cubicBezTo>
                  <a:pt x="397" y="272"/>
                  <a:pt x="395" y="272"/>
                  <a:pt x="395" y="271"/>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6" name="Freeform 14"/>
          <p:cNvSpPr>
            <a:spLocks/>
          </p:cNvSpPr>
          <p:nvPr/>
        </p:nvSpPr>
        <p:spPr bwMode="auto">
          <a:xfrm>
            <a:off x="9804400" y="5302250"/>
            <a:ext cx="144463" cy="168275"/>
          </a:xfrm>
          <a:custGeom>
            <a:avLst/>
            <a:gdLst>
              <a:gd name="T0" fmla="*/ 18 w 38"/>
              <a:gd name="T1" fmla="*/ 40 h 44"/>
              <a:gd name="T2" fmla="*/ 17 w 38"/>
              <a:gd name="T3" fmla="*/ 35 h 44"/>
              <a:gd name="T4" fmla="*/ 20 w 38"/>
              <a:gd name="T5" fmla="*/ 31 h 44"/>
              <a:gd name="T6" fmla="*/ 20 w 38"/>
              <a:gd name="T7" fmla="*/ 31 h 44"/>
              <a:gd name="T8" fmla="*/ 26 w 38"/>
              <a:gd name="T9" fmla="*/ 25 h 44"/>
              <a:gd name="T10" fmla="*/ 30 w 38"/>
              <a:gd name="T11" fmla="*/ 28 h 44"/>
              <a:gd name="T12" fmla="*/ 33 w 38"/>
              <a:gd name="T13" fmla="*/ 25 h 44"/>
              <a:gd name="T14" fmla="*/ 32 w 38"/>
              <a:gd name="T15" fmla="*/ 22 h 44"/>
              <a:gd name="T16" fmla="*/ 34 w 38"/>
              <a:gd name="T17" fmla="*/ 21 h 44"/>
              <a:gd name="T18" fmla="*/ 37 w 38"/>
              <a:gd name="T19" fmla="*/ 19 h 44"/>
              <a:gd name="T20" fmla="*/ 37 w 38"/>
              <a:gd name="T21" fmla="*/ 17 h 44"/>
              <a:gd name="T22" fmla="*/ 34 w 38"/>
              <a:gd name="T23" fmla="*/ 15 h 44"/>
              <a:gd name="T24" fmla="*/ 31 w 38"/>
              <a:gd name="T25" fmla="*/ 13 h 44"/>
              <a:gd name="T26" fmla="*/ 28 w 38"/>
              <a:gd name="T27" fmla="*/ 12 h 44"/>
              <a:gd name="T28" fmla="*/ 21 w 38"/>
              <a:gd name="T29" fmla="*/ 7 h 44"/>
              <a:gd name="T30" fmla="*/ 18 w 38"/>
              <a:gd name="T31" fmla="*/ 4 h 44"/>
              <a:gd name="T32" fmla="*/ 15 w 38"/>
              <a:gd name="T33" fmla="*/ 1 h 44"/>
              <a:gd name="T34" fmla="*/ 13 w 38"/>
              <a:gd name="T35" fmla="*/ 1 h 44"/>
              <a:gd name="T36" fmla="*/ 11 w 38"/>
              <a:gd name="T37" fmla="*/ 0 h 44"/>
              <a:gd name="T38" fmla="*/ 11 w 38"/>
              <a:gd name="T39" fmla="*/ 7 h 44"/>
              <a:gd name="T40" fmla="*/ 7 w 38"/>
              <a:gd name="T41" fmla="*/ 6 h 44"/>
              <a:gd name="T42" fmla="*/ 4 w 38"/>
              <a:gd name="T43" fmla="*/ 11 h 44"/>
              <a:gd name="T44" fmla="*/ 3 w 38"/>
              <a:gd name="T45" fmla="*/ 14 h 44"/>
              <a:gd name="T46" fmla="*/ 2 w 38"/>
              <a:gd name="T47" fmla="*/ 15 h 44"/>
              <a:gd name="T48" fmla="*/ 1 w 38"/>
              <a:gd name="T49" fmla="*/ 18 h 44"/>
              <a:gd name="T50" fmla="*/ 2 w 38"/>
              <a:gd name="T51" fmla="*/ 23 h 44"/>
              <a:gd name="T52" fmla="*/ 0 w 38"/>
              <a:gd name="T53" fmla="*/ 26 h 44"/>
              <a:gd name="T54" fmla="*/ 0 w 38"/>
              <a:gd name="T55" fmla="*/ 28 h 44"/>
              <a:gd name="T56" fmla="*/ 5 w 38"/>
              <a:gd name="T57" fmla="*/ 30 h 44"/>
              <a:gd name="T58" fmla="*/ 6 w 38"/>
              <a:gd name="T59" fmla="*/ 33 h 44"/>
              <a:gd name="T60" fmla="*/ 8 w 38"/>
              <a:gd name="T61" fmla="*/ 36 h 44"/>
              <a:gd name="T62" fmla="*/ 13 w 38"/>
              <a:gd name="T63" fmla="*/ 39 h 44"/>
              <a:gd name="T64" fmla="*/ 18 w 38"/>
              <a:gd name="T65" fmla="*/ 44 h 44"/>
              <a:gd name="T66" fmla="*/ 18 w 38"/>
              <a:gd name="T67"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44">
                <a:moveTo>
                  <a:pt x="18" y="40"/>
                </a:moveTo>
                <a:cubicBezTo>
                  <a:pt x="18" y="38"/>
                  <a:pt x="17" y="37"/>
                  <a:pt x="17" y="35"/>
                </a:cubicBezTo>
                <a:cubicBezTo>
                  <a:pt x="18" y="34"/>
                  <a:pt x="19" y="32"/>
                  <a:pt x="20" y="31"/>
                </a:cubicBezTo>
                <a:cubicBezTo>
                  <a:pt x="20" y="31"/>
                  <a:pt x="20" y="31"/>
                  <a:pt x="20" y="31"/>
                </a:cubicBezTo>
                <a:cubicBezTo>
                  <a:pt x="20" y="29"/>
                  <a:pt x="24" y="24"/>
                  <a:pt x="26" y="25"/>
                </a:cubicBezTo>
                <a:cubicBezTo>
                  <a:pt x="28" y="26"/>
                  <a:pt x="26" y="30"/>
                  <a:pt x="30" y="28"/>
                </a:cubicBezTo>
                <a:cubicBezTo>
                  <a:pt x="31" y="27"/>
                  <a:pt x="33" y="26"/>
                  <a:pt x="33" y="25"/>
                </a:cubicBezTo>
                <a:cubicBezTo>
                  <a:pt x="33" y="23"/>
                  <a:pt x="31" y="23"/>
                  <a:pt x="32" y="22"/>
                </a:cubicBezTo>
                <a:cubicBezTo>
                  <a:pt x="32" y="21"/>
                  <a:pt x="33" y="21"/>
                  <a:pt x="34" y="21"/>
                </a:cubicBezTo>
                <a:cubicBezTo>
                  <a:pt x="35" y="21"/>
                  <a:pt x="36" y="20"/>
                  <a:pt x="37" y="19"/>
                </a:cubicBezTo>
                <a:cubicBezTo>
                  <a:pt x="37" y="18"/>
                  <a:pt x="38" y="19"/>
                  <a:pt x="37" y="17"/>
                </a:cubicBezTo>
                <a:cubicBezTo>
                  <a:pt x="37" y="16"/>
                  <a:pt x="35" y="16"/>
                  <a:pt x="34" y="15"/>
                </a:cubicBezTo>
                <a:cubicBezTo>
                  <a:pt x="33" y="15"/>
                  <a:pt x="33" y="14"/>
                  <a:pt x="31" y="13"/>
                </a:cubicBezTo>
                <a:cubicBezTo>
                  <a:pt x="30" y="12"/>
                  <a:pt x="29" y="13"/>
                  <a:pt x="28" y="12"/>
                </a:cubicBezTo>
                <a:cubicBezTo>
                  <a:pt x="25" y="11"/>
                  <a:pt x="22" y="9"/>
                  <a:pt x="21" y="7"/>
                </a:cubicBezTo>
                <a:cubicBezTo>
                  <a:pt x="20" y="5"/>
                  <a:pt x="19" y="4"/>
                  <a:pt x="18" y="4"/>
                </a:cubicBezTo>
                <a:cubicBezTo>
                  <a:pt x="16" y="3"/>
                  <a:pt x="15" y="3"/>
                  <a:pt x="15" y="1"/>
                </a:cubicBezTo>
                <a:cubicBezTo>
                  <a:pt x="14" y="1"/>
                  <a:pt x="14" y="1"/>
                  <a:pt x="13" y="1"/>
                </a:cubicBezTo>
                <a:cubicBezTo>
                  <a:pt x="12" y="0"/>
                  <a:pt x="11" y="0"/>
                  <a:pt x="11" y="0"/>
                </a:cubicBezTo>
                <a:cubicBezTo>
                  <a:pt x="10" y="2"/>
                  <a:pt x="14" y="7"/>
                  <a:pt x="11" y="7"/>
                </a:cubicBezTo>
                <a:cubicBezTo>
                  <a:pt x="9" y="7"/>
                  <a:pt x="9" y="5"/>
                  <a:pt x="7" y="6"/>
                </a:cubicBezTo>
                <a:cubicBezTo>
                  <a:pt x="5" y="7"/>
                  <a:pt x="5" y="9"/>
                  <a:pt x="4" y="11"/>
                </a:cubicBezTo>
                <a:cubicBezTo>
                  <a:pt x="4" y="12"/>
                  <a:pt x="4" y="13"/>
                  <a:pt x="3" y="14"/>
                </a:cubicBezTo>
                <a:cubicBezTo>
                  <a:pt x="3" y="14"/>
                  <a:pt x="2" y="14"/>
                  <a:pt x="2" y="15"/>
                </a:cubicBezTo>
                <a:cubicBezTo>
                  <a:pt x="1" y="16"/>
                  <a:pt x="1" y="16"/>
                  <a:pt x="1" y="18"/>
                </a:cubicBezTo>
                <a:cubicBezTo>
                  <a:pt x="1" y="20"/>
                  <a:pt x="1" y="21"/>
                  <a:pt x="2" y="23"/>
                </a:cubicBezTo>
                <a:cubicBezTo>
                  <a:pt x="3" y="25"/>
                  <a:pt x="2" y="25"/>
                  <a:pt x="0" y="26"/>
                </a:cubicBezTo>
                <a:cubicBezTo>
                  <a:pt x="1" y="27"/>
                  <a:pt x="0" y="28"/>
                  <a:pt x="0" y="28"/>
                </a:cubicBezTo>
                <a:cubicBezTo>
                  <a:pt x="2" y="30"/>
                  <a:pt x="4" y="29"/>
                  <a:pt x="5" y="30"/>
                </a:cubicBezTo>
                <a:cubicBezTo>
                  <a:pt x="6" y="31"/>
                  <a:pt x="6" y="32"/>
                  <a:pt x="6" y="33"/>
                </a:cubicBezTo>
                <a:cubicBezTo>
                  <a:pt x="7" y="34"/>
                  <a:pt x="8" y="35"/>
                  <a:pt x="8" y="36"/>
                </a:cubicBezTo>
                <a:cubicBezTo>
                  <a:pt x="10" y="37"/>
                  <a:pt x="12" y="37"/>
                  <a:pt x="13" y="39"/>
                </a:cubicBezTo>
                <a:cubicBezTo>
                  <a:pt x="15" y="41"/>
                  <a:pt x="15" y="43"/>
                  <a:pt x="18" y="44"/>
                </a:cubicBezTo>
                <a:cubicBezTo>
                  <a:pt x="18" y="43"/>
                  <a:pt x="18" y="41"/>
                  <a:pt x="18" y="40"/>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7" name="Freeform 15"/>
          <p:cNvSpPr>
            <a:spLocks/>
          </p:cNvSpPr>
          <p:nvPr/>
        </p:nvSpPr>
        <p:spPr bwMode="auto">
          <a:xfrm>
            <a:off x="9956800" y="5424488"/>
            <a:ext cx="185738" cy="149225"/>
          </a:xfrm>
          <a:custGeom>
            <a:avLst/>
            <a:gdLst>
              <a:gd name="T0" fmla="*/ 48 w 49"/>
              <a:gd name="T1" fmla="*/ 21 h 39"/>
              <a:gd name="T2" fmla="*/ 49 w 49"/>
              <a:gd name="T3" fmla="*/ 18 h 39"/>
              <a:gd name="T4" fmla="*/ 48 w 49"/>
              <a:gd name="T5" fmla="*/ 14 h 39"/>
              <a:gd name="T6" fmla="*/ 46 w 49"/>
              <a:gd name="T7" fmla="*/ 9 h 39"/>
              <a:gd name="T8" fmla="*/ 40 w 49"/>
              <a:gd name="T9" fmla="*/ 6 h 39"/>
              <a:gd name="T10" fmla="*/ 38 w 49"/>
              <a:gd name="T11" fmla="*/ 2 h 39"/>
              <a:gd name="T12" fmla="*/ 36 w 49"/>
              <a:gd name="T13" fmla="*/ 0 h 39"/>
              <a:gd name="T14" fmla="*/ 30 w 49"/>
              <a:gd name="T15" fmla="*/ 1 h 39"/>
              <a:gd name="T16" fmla="*/ 25 w 49"/>
              <a:gd name="T17" fmla="*/ 2 h 39"/>
              <a:gd name="T18" fmla="*/ 20 w 49"/>
              <a:gd name="T19" fmla="*/ 3 h 39"/>
              <a:gd name="T20" fmla="*/ 16 w 49"/>
              <a:gd name="T21" fmla="*/ 6 h 39"/>
              <a:gd name="T22" fmla="*/ 13 w 49"/>
              <a:gd name="T23" fmla="*/ 5 h 39"/>
              <a:gd name="T24" fmla="*/ 7 w 49"/>
              <a:gd name="T25" fmla="*/ 7 h 39"/>
              <a:gd name="T26" fmla="*/ 2 w 49"/>
              <a:gd name="T27" fmla="*/ 13 h 39"/>
              <a:gd name="T28" fmla="*/ 1 w 49"/>
              <a:gd name="T29" fmla="*/ 17 h 39"/>
              <a:gd name="T30" fmla="*/ 1 w 49"/>
              <a:gd name="T31" fmla="*/ 20 h 39"/>
              <a:gd name="T32" fmla="*/ 0 w 49"/>
              <a:gd name="T33" fmla="*/ 21 h 39"/>
              <a:gd name="T34" fmla="*/ 0 w 49"/>
              <a:gd name="T35" fmla="*/ 23 h 39"/>
              <a:gd name="T36" fmla="*/ 1 w 49"/>
              <a:gd name="T37" fmla="*/ 26 h 39"/>
              <a:gd name="T38" fmla="*/ 1 w 49"/>
              <a:gd name="T39" fmla="*/ 27 h 39"/>
              <a:gd name="T40" fmla="*/ 4 w 49"/>
              <a:gd name="T41" fmla="*/ 36 h 39"/>
              <a:gd name="T42" fmla="*/ 7 w 49"/>
              <a:gd name="T43" fmla="*/ 38 h 39"/>
              <a:gd name="T44" fmla="*/ 10 w 49"/>
              <a:gd name="T45" fmla="*/ 39 h 39"/>
              <a:gd name="T46" fmla="*/ 15 w 49"/>
              <a:gd name="T47" fmla="*/ 39 h 39"/>
              <a:gd name="T48" fmla="*/ 19 w 49"/>
              <a:gd name="T49" fmla="*/ 38 h 39"/>
              <a:gd name="T50" fmla="*/ 22 w 49"/>
              <a:gd name="T51" fmla="*/ 38 h 39"/>
              <a:gd name="T52" fmla="*/ 23 w 49"/>
              <a:gd name="T53" fmla="*/ 38 h 39"/>
              <a:gd name="T54" fmla="*/ 26 w 49"/>
              <a:gd name="T55" fmla="*/ 37 h 39"/>
              <a:gd name="T56" fmla="*/ 28 w 49"/>
              <a:gd name="T57" fmla="*/ 33 h 39"/>
              <a:gd name="T58" fmla="*/ 32 w 49"/>
              <a:gd name="T59" fmla="*/ 31 h 39"/>
              <a:gd name="T60" fmla="*/ 38 w 49"/>
              <a:gd name="T61" fmla="*/ 32 h 39"/>
              <a:gd name="T62" fmla="*/ 43 w 49"/>
              <a:gd name="T63" fmla="*/ 31 h 39"/>
              <a:gd name="T64" fmla="*/ 47 w 49"/>
              <a:gd name="T65" fmla="*/ 27 h 39"/>
              <a:gd name="T66" fmla="*/ 48 w 49"/>
              <a:gd name="T67" fmla="*/ 21 h 39"/>
              <a:gd name="T68" fmla="*/ 48 w 49"/>
              <a:gd name="T69" fmla="*/ 2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9">
                <a:moveTo>
                  <a:pt x="48" y="21"/>
                </a:moveTo>
                <a:cubicBezTo>
                  <a:pt x="48" y="20"/>
                  <a:pt x="49" y="19"/>
                  <a:pt x="49" y="18"/>
                </a:cubicBezTo>
                <a:cubicBezTo>
                  <a:pt x="49" y="17"/>
                  <a:pt x="49" y="15"/>
                  <a:pt x="48" y="14"/>
                </a:cubicBezTo>
                <a:cubicBezTo>
                  <a:pt x="47" y="13"/>
                  <a:pt x="47" y="10"/>
                  <a:pt x="46" y="9"/>
                </a:cubicBezTo>
                <a:cubicBezTo>
                  <a:pt x="45" y="7"/>
                  <a:pt x="42" y="7"/>
                  <a:pt x="40" y="6"/>
                </a:cubicBezTo>
                <a:cubicBezTo>
                  <a:pt x="39" y="5"/>
                  <a:pt x="39" y="4"/>
                  <a:pt x="38" y="2"/>
                </a:cubicBezTo>
                <a:cubicBezTo>
                  <a:pt x="37" y="2"/>
                  <a:pt x="36" y="1"/>
                  <a:pt x="36" y="0"/>
                </a:cubicBezTo>
                <a:cubicBezTo>
                  <a:pt x="33" y="0"/>
                  <a:pt x="32" y="1"/>
                  <a:pt x="30" y="1"/>
                </a:cubicBezTo>
                <a:cubicBezTo>
                  <a:pt x="28" y="1"/>
                  <a:pt x="27" y="1"/>
                  <a:pt x="25" y="2"/>
                </a:cubicBezTo>
                <a:cubicBezTo>
                  <a:pt x="23" y="3"/>
                  <a:pt x="23" y="3"/>
                  <a:pt x="20" y="3"/>
                </a:cubicBezTo>
                <a:cubicBezTo>
                  <a:pt x="18" y="3"/>
                  <a:pt x="18" y="4"/>
                  <a:pt x="16" y="6"/>
                </a:cubicBezTo>
                <a:cubicBezTo>
                  <a:pt x="15" y="7"/>
                  <a:pt x="15" y="5"/>
                  <a:pt x="13" y="5"/>
                </a:cubicBezTo>
                <a:cubicBezTo>
                  <a:pt x="12" y="5"/>
                  <a:pt x="9" y="6"/>
                  <a:pt x="7" y="7"/>
                </a:cubicBezTo>
                <a:cubicBezTo>
                  <a:pt x="5" y="9"/>
                  <a:pt x="6" y="13"/>
                  <a:pt x="2" y="13"/>
                </a:cubicBezTo>
                <a:cubicBezTo>
                  <a:pt x="2" y="14"/>
                  <a:pt x="1" y="16"/>
                  <a:pt x="1" y="17"/>
                </a:cubicBezTo>
                <a:cubicBezTo>
                  <a:pt x="1" y="18"/>
                  <a:pt x="1" y="19"/>
                  <a:pt x="1" y="20"/>
                </a:cubicBezTo>
                <a:cubicBezTo>
                  <a:pt x="1" y="20"/>
                  <a:pt x="1" y="20"/>
                  <a:pt x="0" y="21"/>
                </a:cubicBezTo>
                <a:cubicBezTo>
                  <a:pt x="0" y="22"/>
                  <a:pt x="0" y="22"/>
                  <a:pt x="0" y="23"/>
                </a:cubicBezTo>
                <a:cubicBezTo>
                  <a:pt x="1" y="24"/>
                  <a:pt x="1" y="24"/>
                  <a:pt x="1" y="26"/>
                </a:cubicBezTo>
                <a:cubicBezTo>
                  <a:pt x="1" y="26"/>
                  <a:pt x="1" y="27"/>
                  <a:pt x="1" y="27"/>
                </a:cubicBezTo>
                <a:cubicBezTo>
                  <a:pt x="0" y="30"/>
                  <a:pt x="3" y="33"/>
                  <a:pt x="4" y="36"/>
                </a:cubicBezTo>
                <a:cubicBezTo>
                  <a:pt x="5" y="38"/>
                  <a:pt x="5" y="38"/>
                  <a:pt x="7" y="38"/>
                </a:cubicBezTo>
                <a:cubicBezTo>
                  <a:pt x="8" y="37"/>
                  <a:pt x="10" y="37"/>
                  <a:pt x="10" y="39"/>
                </a:cubicBezTo>
                <a:cubicBezTo>
                  <a:pt x="12" y="39"/>
                  <a:pt x="14" y="39"/>
                  <a:pt x="15" y="39"/>
                </a:cubicBezTo>
                <a:cubicBezTo>
                  <a:pt x="17" y="38"/>
                  <a:pt x="18" y="37"/>
                  <a:pt x="19" y="38"/>
                </a:cubicBezTo>
                <a:cubicBezTo>
                  <a:pt x="20" y="38"/>
                  <a:pt x="21" y="39"/>
                  <a:pt x="22" y="38"/>
                </a:cubicBezTo>
                <a:cubicBezTo>
                  <a:pt x="22" y="38"/>
                  <a:pt x="23" y="38"/>
                  <a:pt x="23" y="38"/>
                </a:cubicBezTo>
                <a:cubicBezTo>
                  <a:pt x="24" y="37"/>
                  <a:pt x="25" y="37"/>
                  <a:pt x="26" y="37"/>
                </a:cubicBezTo>
                <a:cubicBezTo>
                  <a:pt x="26" y="35"/>
                  <a:pt x="26" y="35"/>
                  <a:pt x="28" y="33"/>
                </a:cubicBezTo>
                <a:cubicBezTo>
                  <a:pt x="29" y="32"/>
                  <a:pt x="30" y="32"/>
                  <a:pt x="32" y="31"/>
                </a:cubicBezTo>
                <a:cubicBezTo>
                  <a:pt x="34" y="31"/>
                  <a:pt x="36" y="32"/>
                  <a:pt x="38" y="32"/>
                </a:cubicBezTo>
                <a:cubicBezTo>
                  <a:pt x="40" y="32"/>
                  <a:pt x="41" y="31"/>
                  <a:pt x="43" y="31"/>
                </a:cubicBezTo>
                <a:cubicBezTo>
                  <a:pt x="43" y="28"/>
                  <a:pt x="45" y="27"/>
                  <a:pt x="47" y="27"/>
                </a:cubicBezTo>
                <a:cubicBezTo>
                  <a:pt x="47" y="25"/>
                  <a:pt x="48" y="23"/>
                  <a:pt x="48" y="21"/>
                </a:cubicBezTo>
                <a:cubicBezTo>
                  <a:pt x="48" y="20"/>
                  <a:pt x="48" y="23"/>
                  <a:pt x="48" y="21"/>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8" name="Freeform 16"/>
          <p:cNvSpPr>
            <a:spLocks noEditPoints="1"/>
          </p:cNvSpPr>
          <p:nvPr/>
        </p:nvSpPr>
        <p:spPr bwMode="auto">
          <a:xfrm>
            <a:off x="8799513" y="1244600"/>
            <a:ext cx="1944688" cy="2335212"/>
          </a:xfrm>
          <a:custGeom>
            <a:avLst/>
            <a:gdLst>
              <a:gd name="T0" fmla="*/ 221 w 511"/>
              <a:gd name="T1" fmla="*/ 230 h 613"/>
              <a:gd name="T2" fmla="*/ 141 w 511"/>
              <a:gd name="T3" fmla="*/ 416 h 613"/>
              <a:gd name="T4" fmla="*/ 114 w 511"/>
              <a:gd name="T5" fmla="*/ 567 h 613"/>
              <a:gd name="T6" fmla="*/ 79 w 511"/>
              <a:gd name="T7" fmla="*/ 592 h 613"/>
              <a:gd name="T8" fmla="*/ 11 w 511"/>
              <a:gd name="T9" fmla="*/ 586 h 613"/>
              <a:gd name="T10" fmla="*/ 9 w 511"/>
              <a:gd name="T11" fmla="*/ 563 h 613"/>
              <a:gd name="T12" fmla="*/ 23 w 511"/>
              <a:gd name="T13" fmla="*/ 527 h 613"/>
              <a:gd name="T14" fmla="*/ 1 w 511"/>
              <a:gd name="T15" fmla="*/ 500 h 613"/>
              <a:gd name="T16" fmla="*/ 46 w 511"/>
              <a:gd name="T17" fmla="*/ 482 h 613"/>
              <a:gd name="T18" fmla="*/ 16 w 511"/>
              <a:gd name="T19" fmla="*/ 478 h 613"/>
              <a:gd name="T20" fmla="*/ 7 w 511"/>
              <a:gd name="T21" fmla="*/ 460 h 613"/>
              <a:gd name="T22" fmla="*/ 38 w 511"/>
              <a:gd name="T23" fmla="*/ 442 h 613"/>
              <a:gd name="T24" fmla="*/ 59 w 511"/>
              <a:gd name="T25" fmla="*/ 427 h 613"/>
              <a:gd name="T26" fmla="*/ 67 w 511"/>
              <a:gd name="T27" fmla="*/ 413 h 613"/>
              <a:gd name="T28" fmla="*/ 97 w 511"/>
              <a:gd name="T29" fmla="*/ 399 h 613"/>
              <a:gd name="T30" fmla="*/ 125 w 511"/>
              <a:gd name="T31" fmla="*/ 373 h 613"/>
              <a:gd name="T32" fmla="*/ 109 w 511"/>
              <a:gd name="T33" fmla="*/ 358 h 613"/>
              <a:gd name="T34" fmla="*/ 128 w 511"/>
              <a:gd name="T35" fmla="*/ 338 h 613"/>
              <a:gd name="T36" fmla="*/ 152 w 511"/>
              <a:gd name="T37" fmla="*/ 293 h 613"/>
              <a:gd name="T38" fmla="*/ 161 w 511"/>
              <a:gd name="T39" fmla="*/ 264 h 613"/>
              <a:gd name="T40" fmla="*/ 177 w 511"/>
              <a:gd name="T41" fmla="*/ 228 h 613"/>
              <a:gd name="T42" fmla="*/ 190 w 511"/>
              <a:gd name="T43" fmla="*/ 218 h 613"/>
              <a:gd name="T44" fmla="*/ 202 w 511"/>
              <a:gd name="T45" fmla="*/ 195 h 613"/>
              <a:gd name="T46" fmla="*/ 219 w 511"/>
              <a:gd name="T47" fmla="*/ 178 h 613"/>
              <a:gd name="T48" fmla="*/ 241 w 511"/>
              <a:gd name="T49" fmla="*/ 161 h 613"/>
              <a:gd name="T50" fmla="*/ 251 w 511"/>
              <a:gd name="T51" fmla="*/ 138 h 613"/>
              <a:gd name="T52" fmla="*/ 270 w 511"/>
              <a:gd name="T53" fmla="*/ 95 h 613"/>
              <a:gd name="T54" fmla="*/ 290 w 511"/>
              <a:gd name="T55" fmla="*/ 93 h 613"/>
              <a:gd name="T56" fmla="*/ 307 w 511"/>
              <a:gd name="T57" fmla="*/ 92 h 613"/>
              <a:gd name="T58" fmla="*/ 330 w 511"/>
              <a:gd name="T59" fmla="*/ 67 h 613"/>
              <a:gd name="T60" fmla="*/ 344 w 511"/>
              <a:gd name="T61" fmla="*/ 55 h 613"/>
              <a:gd name="T62" fmla="*/ 366 w 511"/>
              <a:gd name="T63" fmla="*/ 45 h 613"/>
              <a:gd name="T64" fmla="*/ 398 w 511"/>
              <a:gd name="T65" fmla="*/ 19 h 613"/>
              <a:gd name="T66" fmla="*/ 407 w 511"/>
              <a:gd name="T67" fmla="*/ 41 h 613"/>
              <a:gd name="T68" fmla="*/ 438 w 511"/>
              <a:gd name="T69" fmla="*/ 24 h 613"/>
              <a:gd name="T70" fmla="*/ 462 w 511"/>
              <a:gd name="T71" fmla="*/ 13 h 613"/>
              <a:gd name="T72" fmla="*/ 457 w 511"/>
              <a:gd name="T73" fmla="*/ 46 h 613"/>
              <a:gd name="T74" fmla="*/ 491 w 511"/>
              <a:gd name="T75" fmla="*/ 38 h 613"/>
              <a:gd name="T76" fmla="*/ 480 w 511"/>
              <a:gd name="T77" fmla="*/ 69 h 613"/>
              <a:gd name="T78" fmla="*/ 507 w 511"/>
              <a:gd name="T79" fmla="*/ 95 h 613"/>
              <a:gd name="T80" fmla="*/ 417 w 511"/>
              <a:gd name="T81" fmla="*/ 83 h 613"/>
              <a:gd name="T82" fmla="*/ 339 w 511"/>
              <a:gd name="T83" fmla="*/ 130 h 613"/>
              <a:gd name="T84" fmla="*/ 72 w 511"/>
              <a:gd name="T85" fmla="*/ 388 h 613"/>
              <a:gd name="T86" fmla="*/ 214 w 511"/>
              <a:gd name="T87" fmla="*/ 175 h 613"/>
              <a:gd name="T88" fmla="*/ 165 w 511"/>
              <a:gd name="T89" fmla="*/ 170 h 613"/>
              <a:gd name="T90" fmla="*/ 188 w 511"/>
              <a:gd name="T91" fmla="*/ 159 h 613"/>
              <a:gd name="T92" fmla="*/ 198 w 511"/>
              <a:gd name="T93" fmla="*/ 129 h 613"/>
              <a:gd name="T94" fmla="*/ 206 w 511"/>
              <a:gd name="T95" fmla="*/ 123 h 613"/>
              <a:gd name="T96" fmla="*/ 215 w 511"/>
              <a:gd name="T97" fmla="*/ 158 h 613"/>
              <a:gd name="T98" fmla="*/ 223 w 511"/>
              <a:gd name="T99" fmla="*/ 125 h 613"/>
              <a:gd name="T100" fmla="*/ 256 w 511"/>
              <a:gd name="T101" fmla="*/ 102 h 613"/>
              <a:gd name="T102" fmla="*/ 237 w 511"/>
              <a:gd name="T103" fmla="*/ 114 h 613"/>
              <a:gd name="T104" fmla="*/ 268 w 511"/>
              <a:gd name="T105" fmla="*/ 80 h 613"/>
              <a:gd name="T106" fmla="*/ 272 w 511"/>
              <a:gd name="T107" fmla="*/ 74 h 613"/>
              <a:gd name="T108" fmla="*/ 282 w 511"/>
              <a:gd name="T109" fmla="*/ 60 h 613"/>
              <a:gd name="T110" fmla="*/ 303 w 511"/>
              <a:gd name="T111" fmla="*/ 59 h 613"/>
              <a:gd name="T112" fmla="*/ 356 w 511"/>
              <a:gd name="T113" fmla="*/ 47 h 613"/>
              <a:gd name="T114" fmla="*/ 342 w 511"/>
              <a:gd name="T115" fmla="*/ 40 h 613"/>
              <a:gd name="T116" fmla="*/ 346 w 511"/>
              <a:gd name="T117" fmla="*/ 30 h 613"/>
              <a:gd name="T118" fmla="*/ 387 w 511"/>
              <a:gd name="T119" fmla="*/ 8 h 613"/>
              <a:gd name="T120" fmla="*/ 402 w 511"/>
              <a:gd name="T121" fmla="*/ 8 h 613"/>
              <a:gd name="T122" fmla="*/ 62 w 511"/>
              <a:gd name="T123" fmla="*/ 404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1" h="613">
                <a:moveTo>
                  <a:pt x="307" y="123"/>
                </a:moveTo>
                <a:cubicBezTo>
                  <a:pt x="304" y="123"/>
                  <a:pt x="301" y="123"/>
                  <a:pt x="298" y="122"/>
                </a:cubicBezTo>
                <a:cubicBezTo>
                  <a:pt x="297" y="124"/>
                  <a:pt x="298" y="125"/>
                  <a:pt x="300" y="127"/>
                </a:cubicBezTo>
                <a:cubicBezTo>
                  <a:pt x="302" y="129"/>
                  <a:pt x="302" y="130"/>
                  <a:pt x="302" y="133"/>
                </a:cubicBezTo>
                <a:cubicBezTo>
                  <a:pt x="302" y="137"/>
                  <a:pt x="301" y="142"/>
                  <a:pt x="298" y="145"/>
                </a:cubicBezTo>
                <a:cubicBezTo>
                  <a:pt x="297" y="146"/>
                  <a:pt x="295" y="147"/>
                  <a:pt x="294" y="148"/>
                </a:cubicBezTo>
                <a:cubicBezTo>
                  <a:pt x="293" y="150"/>
                  <a:pt x="295" y="150"/>
                  <a:pt x="297" y="151"/>
                </a:cubicBezTo>
                <a:cubicBezTo>
                  <a:pt x="299" y="152"/>
                  <a:pt x="299" y="152"/>
                  <a:pt x="298" y="154"/>
                </a:cubicBezTo>
                <a:cubicBezTo>
                  <a:pt x="297" y="156"/>
                  <a:pt x="296" y="159"/>
                  <a:pt x="294" y="158"/>
                </a:cubicBezTo>
                <a:cubicBezTo>
                  <a:pt x="292" y="158"/>
                  <a:pt x="289" y="156"/>
                  <a:pt x="287" y="156"/>
                </a:cubicBezTo>
                <a:cubicBezTo>
                  <a:pt x="285" y="154"/>
                  <a:pt x="283" y="153"/>
                  <a:pt x="280" y="152"/>
                </a:cubicBezTo>
                <a:cubicBezTo>
                  <a:pt x="278" y="152"/>
                  <a:pt x="276" y="151"/>
                  <a:pt x="274" y="151"/>
                </a:cubicBezTo>
                <a:cubicBezTo>
                  <a:pt x="271" y="151"/>
                  <a:pt x="270" y="151"/>
                  <a:pt x="268" y="150"/>
                </a:cubicBezTo>
                <a:cubicBezTo>
                  <a:pt x="266" y="149"/>
                  <a:pt x="265" y="147"/>
                  <a:pt x="264" y="147"/>
                </a:cubicBezTo>
                <a:cubicBezTo>
                  <a:pt x="262" y="147"/>
                  <a:pt x="260" y="148"/>
                  <a:pt x="259" y="149"/>
                </a:cubicBezTo>
                <a:cubicBezTo>
                  <a:pt x="258" y="151"/>
                  <a:pt x="259" y="153"/>
                  <a:pt x="259" y="155"/>
                </a:cubicBezTo>
                <a:cubicBezTo>
                  <a:pt x="259" y="157"/>
                  <a:pt x="259" y="160"/>
                  <a:pt x="259" y="163"/>
                </a:cubicBezTo>
                <a:cubicBezTo>
                  <a:pt x="259" y="165"/>
                  <a:pt x="260" y="167"/>
                  <a:pt x="259" y="170"/>
                </a:cubicBezTo>
                <a:cubicBezTo>
                  <a:pt x="258" y="172"/>
                  <a:pt x="257" y="174"/>
                  <a:pt x="256" y="176"/>
                </a:cubicBezTo>
                <a:cubicBezTo>
                  <a:pt x="255" y="177"/>
                  <a:pt x="255" y="179"/>
                  <a:pt x="254" y="179"/>
                </a:cubicBezTo>
                <a:cubicBezTo>
                  <a:pt x="252" y="179"/>
                  <a:pt x="249" y="177"/>
                  <a:pt x="248" y="176"/>
                </a:cubicBezTo>
                <a:cubicBezTo>
                  <a:pt x="247" y="175"/>
                  <a:pt x="244" y="173"/>
                  <a:pt x="243" y="173"/>
                </a:cubicBezTo>
                <a:cubicBezTo>
                  <a:pt x="241" y="173"/>
                  <a:pt x="240" y="176"/>
                  <a:pt x="239" y="177"/>
                </a:cubicBezTo>
                <a:cubicBezTo>
                  <a:pt x="236" y="180"/>
                  <a:pt x="230" y="183"/>
                  <a:pt x="230" y="188"/>
                </a:cubicBezTo>
                <a:cubicBezTo>
                  <a:pt x="229" y="192"/>
                  <a:pt x="229" y="198"/>
                  <a:pt x="226" y="201"/>
                </a:cubicBezTo>
                <a:cubicBezTo>
                  <a:pt x="223" y="204"/>
                  <a:pt x="218" y="202"/>
                  <a:pt x="219" y="208"/>
                </a:cubicBezTo>
                <a:cubicBezTo>
                  <a:pt x="220" y="212"/>
                  <a:pt x="225" y="215"/>
                  <a:pt x="225" y="220"/>
                </a:cubicBezTo>
                <a:cubicBezTo>
                  <a:pt x="226" y="224"/>
                  <a:pt x="224" y="228"/>
                  <a:pt x="221" y="230"/>
                </a:cubicBezTo>
                <a:cubicBezTo>
                  <a:pt x="217" y="233"/>
                  <a:pt x="214" y="237"/>
                  <a:pt x="213" y="242"/>
                </a:cubicBezTo>
                <a:cubicBezTo>
                  <a:pt x="212" y="244"/>
                  <a:pt x="212" y="246"/>
                  <a:pt x="211" y="248"/>
                </a:cubicBezTo>
                <a:cubicBezTo>
                  <a:pt x="209" y="250"/>
                  <a:pt x="207" y="251"/>
                  <a:pt x="206" y="253"/>
                </a:cubicBezTo>
                <a:cubicBezTo>
                  <a:pt x="204" y="257"/>
                  <a:pt x="208" y="261"/>
                  <a:pt x="206" y="265"/>
                </a:cubicBezTo>
                <a:cubicBezTo>
                  <a:pt x="205" y="266"/>
                  <a:pt x="203" y="267"/>
                  <a:pt x="202" y="268"/>
                </a:cubicBezTo>
                <a:cubicBezTo>
                  <a:pt x="200" y="269"/>
                  <a:pt x="198" y="270"/>
                  <a:pt x="196" y="271"/>
                </a:cubicBezTo>
                <a:cubicBezTo>
                  <a:pt x="192" y="272"/>
                  <a:pt x="187" y="270"/>
                  <a:pt x="188" y="276"/>
                </a:cubicBezTo>
                <a:cubicBezTo>
                  <a:pt x="189" y="280"/>
                  <a:pt x="191" y="284"/>
                  <a:pt x="190" y="288"/>
                </a:cubicBezTo>
                <a:cubicBezTo>
                  <a:pt x="190" y="290"/>
                  <a:pt x="189" y="293"/>
                  <a:pt x="188" y="295"/>
                </a:cubicBezTo>
                <a:cubicBezTo>
                  <a:pt x="188" y="298"/>
                  <a:pt x="188" y="300"/>
                  <a:pt x="188" y="303"/>
                </a:cubicBezTo>
                <a:cubicBezTo>
                  <a:pt x="188" y="306"/>
                  <a:pt x="188" y="308"/>
                  <a:pt x="187" y="310"/>
                </a:cubicBezTo>
                <a:cubicBezTo>
                  <a:pt x="187" y="311"/>
                  <a:pt x="186" y="312"/>
                  <a:pt x="185" y="313"/>
                </a:cubicBezTo>
                <a:cubicBezTo>
                  <a:pt x="185" y="314"/>
                  <a:pt x="185" y="316"/>
                  <a:pt x="185" y="317"/>
                </a:cubicBezTo>
                <a:cubicBezTo>
                  <a:pt x="184" y="321"/>
                  <a:pt x="181" y="325"/>
                  <a:pt x="179" y="329"/>
                </a:cubicBezTo>
                <a:cubicBezTo>
                  <a:pt x="178" y="331"/>
                  <a:pt x="177" y="333"/>
                  <a:pt x="176" y="335"/>
                </a:cubicBezTo>
                <a:cubicBezTo>
                  <a:pt x="175" y="337"/>
                  <a:pt x="173" y="338"/>
                  <a:pt x="172" y="340"/>
                </a:cubicBezTo>
                <a:cubicBezTo>
                  <a:pt x="169" y="344"/>
                  <a:pt x="174" y="347"/>
                  <a:pt x="177" y="348"/>
                </a:cubicBezTo>
                <a:cubicBezTo>
                  <a:pt x="179" y="350"/>
                  <a:pt x="180" y="350"/>
                  <a:pt x="181" y="352"/>
                </a:cubicBezTo>
                <a:cubicBezTo>
                  <a:pt x="181" y="354"/>
                  <a:pt x="181" y="357"/>
                  <a:pt x="181" y="359"/>
                </a:cubicBezTo>
                <a:cubicBezTo>
                  <a:pt x="181" y="362"/>
                  <a:pt x="180" y="370"/>
                  <a:pt x="176" y="370"/>
                </a:cubicBezTo>
                <a:cubicBezTo>
                  <a:pt x="174" y="369"/>
                  <a:pt x="172" y="368"/>
                  <a:pt x="170" y="368"/>
                </a:cubicBezTo>
                <a:cubicBezTo>
                  <a:pt x="167" y="367"/>
                  <a:pt x="164" y="367"/>
                  <a:pt x="162" y="367"/>
                </a:cubicBezTo>
                <a:cubicBezTo>
                  <a:pt x="158" y="368"/>
                  <a:pt x="153" y="371"/>
                  <a:pt x="150" y="374"/>
                </a:cubicBezTo>
                <a:cubicBezTo>
                  <a:pt x="148" y="378"/>
                  <a:pt x="146" y="383"/>
                  <a:pt x="144" y="386"/>
                </a:cubicBezTo>
                <a:cubicBezTo>
                  <a:pt x="142" y="388"/>
                  <a:pt x="143" y="389"/>
                  <a:pt x="143" y="392"/>
                </a:cubicBezTo>
                <a:cubicBezTo>
                  <a:pt x="143" y="395"/>
                  <a:pt x="141" y="396"/>
                  <a:pt x="140" y="398"/>
                </a:cubicBezTo>
                <a:cubicBezTo>
                  <a:pt x="137" y="403"/>
                  <a:pt x="140" y="407"/>
                  <a:pt x="142" y="411"/>
                </a:cubicBezTo>
                <a:cubicBezTo>
                  <a:pt x="143" y="414"/>
                  <a:pt x="143" y="414"/>
                  <a:pt x="141" y="416"/>
                </a:cubicBezTo>
                <a:cubicBezTo>
                  <a:pt x="140" y="418"/>
                  <a:pt x="140" y="420"/>
                  <a:pt x="141" y="422"/>
                </a:cubicBezTo>
                <a:cubicBezTo>
                  <a:pt x="142" y="425"/>
                  <a:pt x="141" y="427"/>
                  <a:pt x="141" y="429"/>
                </a:cubicBezTo>
                <a:cubicBezTo>
                  <a:pt x="140" y="432"/>
                  <a:pt x="141" y="434"/>
                  <a:pt x="142" y="436"/>
                </a:cubicBezTo>
                <a:cubicBezTo>
                  <a:pt x="143" y="441"/>
                  <a:pt x="145" y="445"/>
                  <a:pt x="144" y="450"/>
                </a:cubicBezTo>
                <a:cubicBezTo>
                  <a:pt x="144" y="453"/>
                  <a:pt x="144" y="456"/>
                  <a:pt x="143" y="458"/>
                </a:cubicBezTo>
                <a:cubicBezTo>
                  <a:pt x="143" y="461"/>
                  <a:pt x="142" y="463"/>
                  <a:pt x="142" y="466"/>
                </a:cubicBezTo>
                <a:cubicBezTo>
                  <a:pt x="142" y="468"/>
                  <a:pt x="143" y="470"/>
                  <a:pt x="145" y="472"/>
                </a:cubicBezTo>
                <a:cubicBezTo>
                  <a:pt x="146" y="474"/>
                  <a:pt x="148" y="474"/>
                  <a:pt x="150" y="475"/>
                </a:cubicBezTo>
                <a:cubicBezTo>
                  <a:pt x="153" y="477"/>
                  <a:pt x="155" y="482"/>
                  <a:pt x="155" y="485"/>
                </a:cubicBezTo>
                <a:cubicBezTo>
                  <a:pt x="155" y="487"/>
                  <a:pt x="155" y="489"/>
                  <a:pt x="154" y="491"/>
                </a:cubicBezTo>
                <a:cubicBezTo>
                  <a:pt x="153" y="492"/>
                  <a:pt x="154" y="495"/>
                  <a:pt x="152" y="496"/>
                </a:cubicBezTo>
                <a:cubicBezTo>
                  <a:pt x="150" y="496"/>
                  <a:pt x="146" y="496"/>
                  <a:pt x="145" y="497"/>
                </a:cubicBezTo>
                <a:cubicBezTo>
                  <a:pt x="143" y="499"/>
                  <a:pt x="145" y="503"/>
                  <a:pt x="145" y="505"/>
                </a:cubicBezTo>
                <a:cubicBezTo>
                  <a:pt x="146" y="510"/>
                  <a:pt x="150" y="515"/>
                  <a:pt x="150" y="520"/>
                </a:cubicBezTo>
                <a:cubicBezTo>
                  <a:pt x="150" y="523"/>
                  <a:pt x="149" y="525"/>
                  <a:pt x="149" y="528"/>
                </a:cubicBezTo>
                <a:cubicBezTo>
                  <a:pt x="149" y="531"/>
                  <a:pt x="149" y="533"/>
                  <a:pt x="147" y="536"/>
                </a:cubicBezTo>
                <a:cubicBezTo>
                  <a:pt x="146" y="538"/>
                  <a:pt x="144" y="540"/>
                  <a:pt x="142" y="541"/>
                </a:cubicBezTo>
                <a:cubicBezTo>
                  <a:pt x="140" y="542"/>
                  <a:pt x="137" y="541"/>
                  <a:pt x="136" y="543"/>
                </a:cubicBezTo>
                <a:cubicBezTo>
                  <a:pt x="135" y="546"/>
                  <a:pt x="138" y="548"/>
                  <a:pt x="136" y="550"/>
                </a:cubicBezTo>
                <a:cubicBezTo>
                  <a:pt x="135" y="552"/>
                  <a:pt x="133" y="552"/>
                  <a:pt x="133" y="554"/>
                </a:cubicBezTo>
                <a:cubicBezTo>
                  <a:pt x="133" y="557"/>
                  <a:pt x="134" y="560"/>
                  <a:pt x="134" y="562"/>
                </a:cubicBezTo>
                <a:cubicBezTo>
                  <a:pt x="135" y="566"/>
                  <a:pt x="134" y="568"/>
                  <a:pt x="133" y="571"/>
                </a:cubicBezTo>
                <a:cubicBezTo>
                  <a:pt x="133" y="573"/>
                  <a:pt x="132" y="582"/>
                  <a:pt x="129" y="580"/>
                </a:cubicBezTo>
                <a:cubicBezTo>
                  <a:pt x="125" y="579"/>
                  <a:pt x="129" y="572"/>
                  <a:pt x="123" y="572"/>
                </a:cubicBezTo>
                <a:cubicBezTo>
                  <a:pt x="123" y="571"/>
                  <a:pt x="123" y="570"/>
                  <a:pt x="123" y="569"/>
                </a:cubicBezTo>
                <a:cubicBezTo>
                  <a:pt x="121" y="570"/>
                  <a:pt x="121" y="570"/>
                  <a:pt x="119" y="570"/>
                </a:cubicBezTo>
                <a:cubicBezTo>
                  <a:pt x="119" y="570"/>
                  <a:pt x="119" y="569"/>
                  <a:pt x="118" y="569"/>
                </a:cubicBezTo>
                <a:cubicBezTo>
                  <a:pt x="117" y="570"/>
                  <a:pt x="114" y="569"/>
                  <a:pt x="114" y="567"/>
                </a:cubicBezTo>
                <a:cubicBezTo>
                  <a:pt x="113" y="566"/>
                  <a:pt x="114" y="565"/>
                  <a:pt x="114" y="565"/>
                </a:cubicBezTo>
                <a:cubicBezTo>
                  <a:pt x="114" y="564"/>
                  <a:pt x="113" y="563"/>
                  <a:pt x="112" y="562"/>
                </a:cubicBezTo>
                <a:cubicBezTo>
                  <a:pt x="112" y="561"/>
                  <a:pt x="112" y="560"/>
                  <a:pt x="112" y="559"/>
                </a:cubicBezTo>
                <a:cubicBezTo>
                  <a:pt x="112" y="558"/>
                  <a:pt x="111" y="558"/>
                  <a:pt x="112" y="557"/>
                </a:cubicBezTo>
                <a:cubicBezTo>
                  <a:pt x="112" y="555"/>
                  <a:pt x="112" y="554"/>
                  <a:pt x="112" y="553"/>
                </a:cubicBezTo>
                <a:cubicBezTo>
                  <a:pt x="112" y="552"/>
                  <a:pt x="112" y="550"/>
                  <a:pt x="111" y="549"/>
                </a:cubicBezTo>
                <a:cubicBezTo>
                  <a:pt x="111" y="550"/>
                  <a:pt x="110" y="556"/>
                  <a:pt x="108" y="555"/>
                </a:cubicBezTo>
                <a:cubicBezTo>
                  <a:pt x="107" y="554"/>
                  <a:pt x="108" y="551"/>
                  <a:pt x="107" y="550"/>
                </a:cubicBezTo>
                <a:cubicBezTo>
                  <a:pt x="106" y="548"/>
                  <a:pt x="105" y="548"/>
                  <a:pt x="105" y="551"/>
                </a:cubicBezTo>
                <a:cubicBezTo>
                  <a:pt x="105" y="551"/>
                  <a:pt x="107" y="555"/>
                  <a:pt x="105" y="554"/>
                </a:cubicBezTo>
                <a:cubicBezTo>
                  <a:pt x="103" y="557"/>
                  <a:pt x="107" y="557"/>
                  <a:pt x="108" y="558"/>
                </a:cubicBezTo>
                <a:cubicBezTo>
                  <a:pt x="109" y="560"/>
                  <a:pt x="110" y="564"/>
                  <a:pt x="108" y="566"/>
                </a:cubicBezTo>
                <a:cubicBezTo>
                  <a:pt x="107" y="567"/>
                  <a:pt x="106" y="567"/>
                  <a:pt x="106" y="569"/>
                </a:cubicBezTo>
                <a:cubicBezTo>
                  <a:pt x="105" y="570"/>
                  <a:pt x="106" y="571"/>
                  <a:pt x="105" y="572"/>
                </a:cubicBezTo>
                <a:cubicBezTo>
                  <a:pt x="105" y="574"/>
                  <a:pt x="105" y="577"/>
                  <a:pt x="103" y="574"/>
                </a:cubicBezTo>
                <a:cubicBezTo>
                  <a:pt x="103" y="575"/>
                  <a:pt x="103" y="575"/>
                  <a:pt x="103" y="575"/>
                </a:cubicBezTo>
                <a:cubicBezTo>
                  <a:pt x="101" y="576"/>
                  <a:pt x="102" y="574"/>
                  <a:pt x="100" y="575"/>
                </a:cubicBezTo>
                <a:cubicBezTo>
                  <a:pt x="99" y="575"/>
                  <a:pt x="99" y="578"/>
                  <a:pt x="97" y="578"/>
                </a:cubicBezTo>
                <a:cubicBezTo>
                  <a:pt x="96" y="578"/>
                  <a:pt x="95" y="576"/>
                  <a:pt x="95" y="575"/>
                </a:cubicBezTo>
                <a:cubicBezTo>
                  <a:pt x="94" y="573"/>
                  <a:pt x="92" y="572"/>
                  <a:pt x="90" y="571"/>
                </a:cubicBezTo>
                <a:cubicBezTo>
                  <a:pt x="89" y="574"/>
                  <a:pt x="95" y="576"/>
                  <a:pt x="92" y="578"/>
                </a:cubicBezTo>
                <a:cubicBezTo>
                  <a:pt x="91" y="580"/>
                  <a:pt x="84" y="579"/>
                  <a:pt x="85" y="583"/>
                </a:cubicBezTo>
                <a:cubicBezTo>
                  <a:pt x="86" y="583"/>
                  <a:pt x="89" y="582"/>
                  <a:pt x="88" y="584"/>
                </a:cubicBezTo>
                <a:cubicBezTo>
                  <a:pt x="88" y="586"/>
                  <a:pt x="86" y="586"/>
                  <a:pt x="84" y="586"/>
                </a:cubicBezTo>
                <a:cubicBezTo>
                  <a:pt x="83" y="586"/>
                  <a:pt x="81" y="585"/>
                  <a:pt x="81" y="586"/>
                </a:cubicBezTo>
                <a:cubicBezTo>
                  <a:pt x="81" y="587"/>
                  <a:pt x="83" y="588"/>
                  <a:pt x="81" y="589"/>
                </a:cubicBezTo>
                <a:cubicBezTo>
                  <a:pt x="82" y="589"/>
                  <a:pt x="83" y="589"/>
                  <a:pt x="83" y="589"/>
                </a:cubicBezTo>
                <a:cubicBezTo>
                  <a:pt x="83" y="591"/>
                  <a:pt x="80" y="591"/>
                  <a:pt x="79" y="592"/>
                </a:cubicBezTo>
                <a:cubicBezTo>
                  <a:pt x="78" y="593"/>
                  <a:pt x="77" y="594"/>
                  <a:pt x="76" y="595"/>
                </a:cubicBezTo>
                <a:cubicBezTo>
                  <a:pt x="75" y="596"/>
                  <a:pt x="74" y="596"/>
                  <a:pt x="74" y="597"/>
                </a:cubicBezTo>
                <a:cubicBezTo>
                  <a:pt x="73" y="598"/>
                  <a:pt x="74" y="599"/>
                  <a:pt x="73" y="599"/>
                </a:cubicBezTo>
                <a:cubicBezTo>
                  <a:pt x="73" y="600"/>
                  <a:pt x="71" y="600"/>
                  <a:pt x="71" y="601"/>
                </a:cubicBezTo>
                <a:cubicBezTo>
                  <a:pt x="70" y="602"/>
                  <a:pt x="70" y="603"/>
                  <a:pt x="69" y="604"/>
                </a:cubicBezTo>
                <a:cubicBezTo>
                  <a:pt x="68" y="605"/>
                  <a:pt x="66" y="605"/>
                  <a:pt x="65" y="607"/>
                </a:cubicBezTo>
                <a:cubicBezTo>
                  <a:pt x="64" y="608"/>
                  <a:pt x="63" y="609"/>
                  <a:pt x="62" y="608"/>
                </a:cubicBezTo>
                <a:cubicBezTo>
                  <a:pt x="61" y="608"/>
                  <a:pt x="62" y="605"/>
                  <a:pt x="61" y="604"/>
                </a:cubicBezTo>
                <a:cubicBezTo>
                  <a:pt x="61" y="606"/>
                  <a:pt x="60" y="607"/>
                  <a:pt x="59" y="609"/>
                </a:cubicBezTo>
                <a:cubicBezTo>
                  <a:pt x="58" y="611"/>
                  <a:pt x="57" y="610"/>
                  <a:pt x="55" y="611"/>
                </a:cubicBezTo>
                <a:cubicBezTo>
                  <a:pt x="53" y="611"/>
                  <a:pt x="52" y="613"/>
                  <a:pt x="51" y="613"/>
                </a:cubicBezTo>
                <a:cubicBezTo>
                  <a:pt x="49" y="613"/>
                  <a:pt x="48" y="612"/>
                  <a:pt x="47" y="612"/>
                </a:cubicBezTo>
                <a:cubicBezTo>
                  <a:pt x="46" y="611"/>
                  <a:pt x="45" y="612"/>
                  <a:pt x="45" y="612"/>
                </a:cubicBezTo>
                <a:cubicBezTo>
                  <a:pt x="44" y="611"/>
                  <a:pt x="44" y="611"/>
                  <a:pt x="43" y="611"/>
                </a:cubicBezTo>
                <a:cubicBezTo>
                  <a:pt x="43" y="610"/>
                  <a:pt x="44" y="610"/>
                  <a:pt x="43" y="610"/>
                </a:cubicBezTo>
                <a:cubicBezTo>
                  <a:pt x="42" y="609"/>
                  <a:pt x="41" y="610"/>
                  <a:pt x="40" y="610"/>
                </a:cubicBezTo>
                <a:cubicBezTo>
                  <a:pt x="40" y="610"/>
                  <a:pt x="37" y="608"/>
                  <a:pt x="37" y="608"/>
                </a:cubicBezTo>
                <a:cubicBezTo>
                  <a:pt x="36" y="607"/>
                  <a:pt x="37" y="606"/>
                  <a:pt x="36" y="606"/>
                </a:cubicBezTo>
                <a:cubicBezTo>
                  <a:pt x="36" y="605"/>
                  <a:pt x="35" y="605"/>
                  <a:pt x="35" y="605"/>
                </a:cubicBezTo>
                <a:cubicBezTo>
                  <a:pt x="35" y="604"/>
                  <a:pt x="35" y="604"/>
                  <a:pt x="36" y="604"/>
                </a:cubicBezTo>
                <a:cubicBezTo>
                  <a:pt x="34" y="604"/>
                  <a:pt x="34" y="604"/>
                  <a:pt x="33" y="604"/>
                </a:cubicBezTo>
                <a:cubicBezTo>
                  <a:pt x="31" y="603"/>
                  <a:pt x="31" y="603"/>
                  <a:pt x="29" y="603"/>
                </a:cubicBezTo>
                <a:cubicBezTo>
                  <a:pt x="28" y="603"/>
                  <a:pt x="27" y="602"/>
                  <a:pt x="25" y="601"/>
                </a:cubicBezTo>
                <a:cubicBezTo>
                  <a:pt x="23" y="600"/>
                  <a:pt x="22" y="599"/>
                  <a:pt x="21" y="598"/>
                </a:cubicBezTo>
                <a:cubicBezTo>
                  <a:pt x="21" y="596"/>
                  <a:pt x="21" y="596"/>
                  <a:pt x="19" y="595"/>
                </a:cubicBezTo>
                <a:cubicBezTo>
                  <a:pt x="18" y="595"/>
                  <a:pt x="17" y="595"/>
                  <a:pt x="17" y="595"/>
                </a:cubicBezTo>
                <a:cubicBezTo>
                  <a:pt x="15" y="594"/>
                  <a:pt x="14" y="590"/>
                  <a:pt x="12" y="588"/>
                </a:cubicBezTo>
                <a:cubicBezTo>
                  <a:pt x="12" y="588"/>
                  <a:pt x="11" y="587"/>
                  <a:pt x="11" y="586"/>
                </a:cubicBezTo>
                <a:cubicBezTo>
                  <a:pt x="11" y="585"/>
                  <a:pt x="12" y="584"/>
                  <a:pt x="12" y="583"/>
                </a:cubicBezTo>
                <a:cubicBezTo>
                  <a:pt x="13" y="581"/>
                  <a:pt x="13" y="579"/>
                  <a:pt x="13" y="577"/>
                </a:cubicBezTo>
                <a:cubicBezTo>
                  <a:pt x="13" y="576"/>
                  <a:pt x="12" y="576"/>
                  <a:pt x="13" y="575"/>
                </a:cubicBezTo>
                <a:cubicBezTo>
                  <a:pt x="14" y="575"/>
                  <a:pt x="15" y="575"/>
                  <a:pt x="16" y="575"/>
                </a:cubicBezTo>
                <a:cubicBezTo>
                  <a:pt x="15" y="577"/>
                  <a:pt x="14" y="579"/>
                  <a:pt x="15" y="581"/>
                </a:cubicBezTo>
                <a:cubicBezTo>
                  <a:pt x="16" y="581"/>
                  <a:pt x="16" y="577"/>
                  <a:pt x="18" y="577"/>
                </a:cubicBezTo>
                <a:cubicBezTo>
                  <a:pt x="19" y="578"/>
                  <a:pt x="19" y="579"/>
                  <a:pt x="20" y="579"/>
                </a:cubicBezTo>
                <a:cubicBezTo>
                  <a:pt x="20" y="580"/>
                  <a:pt x="23" y="582"/>
                  <a:pt x="24" y="582"/>
                </a:cubicBezTo>
                <a:cubicBezTo>
                  <a:pt x="26" y="582"/>
                  <a:pt x="22" y="580"/>
                  <a:pt x="22" y="579"/>
                </a:cubicBezTo>
                <a:cubicBezTo>
                  <a:pt x="22" y="577"/>
                  <a:pt x="28" y="577"/>
                  <a:pt x="29" y="575"/>
                </a:cubicBezTo>
                <a:cubicBezTo>
                  <a:pt x="28" y="575"/>
                  <a:pt x="26" y="575"/>
                  <a:pt x="25" y="575"/>
                </a:cubicBezTo>
                <a:cubicBezTo>
                  <a:pt x="23" y="575"/>
                  <a:pt x="22" y="577"/>
                  <a:pt x="21" y="577"/>
                </a:cubicBezTo>
                <a:cubicBezTo>
                  <a:pt x="21" y="577"/>
                  <a:pt x="21" y="576"/>
                  <a:pt x="21" y="576"/>
                </a:cubicBezTo>
                <a:cubicBezTo>
                  <a:pt x="21" y="575"/>
                  <a:pt x="20" y="575"/>
                  <a:pt x="20" y="574"/>
                </a:cubicBezTo>
                <a:cubicBezTo>
                  <a:pt x="20" y="572"/>
                  <a:pt x="20" y="572"/>
                  <a:pt x="21" y="571"/>
                </a:cubicBezTo>
                <a:cubicBezTo>
                  <a:pt x="22" y="571"/>
                  <a:pt x="21" y="570"/>
                  <a:pt x="22" y="570"/>
                </a:cubicBezTo>
                <a:cubicBezTo>
                  <a:pt x="22" y="569"/>
                  <a:pt x="23" y="569"/>
                  <a:pt x="23" y="568"/>
                </a:cubicBezTo>
                <a:cubicBezTo>
                  <a:pt x="25" y="566"/>
                  <a:pt x="26" y="565"/>
                  <a:pt x="28" y="564"/>
                </a:cubicBezTo>
                <a:cubicBezTo>
                  <a:pt x="27" y="564"/>
                  <a:pt x="25" y="563"/>
                  <a:pt x="24" y="563"/>
                </a:cubicBezTo>
                <a:cubicBezTo>
                  <a:pt x="22" y="562"/>
                  <a:pt x="22" y="562"/>
                  <a:pt x="23" y="561"/>
                </a:cubicBezTo>
                <a:cubicBezTo>
                  <a:pt x="24" y="560"/>
                  <a:pt x="25" y="558"/>
                  <a:pt x="26" y="557"/>
                </a:cubicBezTo>
                <a:cubicBezTo>
                  <a:pt x="27" y="556"/>
                  <a:pt x="29" y="556"/>
                  <a:pt x="30" y="555"/>
                </a:cubicBezTo>
                <a:cubicBezTo>
                  <a:pt x="29" y="555"/>
                  <a:pt x="28" y="556"/>
                  <a:pt x="27" y="555"/>
                </a:cubicBezTo>
                <a:cubicBezTo>
                  <a:pt x="27" y="554"/>
                  <a:pt x="27" y="552"/>
                  <a:pt x="27" y="551"/>
                </a:cubicBezTo>
                <a:cubicBezTo>
                  <a:pt x="24" y="552"/>
                  <a:pt x="25" y="560"/>
                  <a:pt x="20" y="558"/>
                </a:cubicBezTo>
                <a:cubicBezTo>
                  <a:pt x="17" y="557"/>
                  <a:pt x="18" y="555"/>
                  <a:pt x="16" y="558"/>
                </a:cubicBezTo>
                <a:cubicBezTo>
                  <a:pt x="15" y="559"/>
                  <a:pt x="13" y="560"/>
                  <a:pt x="12" y="561"/>
                </a:cubicBezTo>
                <a:cubicBezTo>
                  <a:pt x="12" y="563"/>
                  <a:pt x="10" y="566"/>
                  <a:pt x="9" y="563"/>
                </a:cubicBezTo>
                <a:cubicBezTo>
                  <a:pt x="9" y="562"/>
                  <a:pt x="10" y="561"/>
                  <a:pt x="10" y="561"/>
                </a:cubicBezTo>
                <a:cubicBezTo>
                  <a:pt x="9" y="561"/>
                  <a:pt x="9" y="562"/>
                  <a:pt x="8" y="562"/>
                </a:cubicBezTo>
                <a:cubicBezTo>
                  <a:pt x="5" y="561"/>
                  <a:pt x="7" y="556"/>
                  <a:pt x="7" y="554"/>
                </a:cubicBezTo>
                <a:cubicBezTo>
                  <a:pt x="7" y="553"/>
                  <a:pt x="9" y="549"/>
                  <a:pt x="10" y="552"/>
                </a:cubicBezTo>
                <a:cubicBezTo>
                  <a:pt x="10" y="553"/>
                  <a:pt x="8" y="556"/>
                  <a:pt x="10" y="556"/>
                </a:cubicBezTo>
                <a:cubicBezTo>
                  <a:pt x="13" y="556"/>
                  <a:pt x="12" y="553"/>
                  <a:pt x="12" y="552"/>
                </a:cubicBezTo>
                <a:cubicBezTo>
                  <a:pt x="12" y="551"/>
                  <a:pt x="14" y="550"/>
                  <a:pt x="15" y="550"/>
                </a:cubicBezTo>
                <a:cubicBezTo>
                  <a:pt x="16" y="551"/>
                  <a:pt x="15" y="551"/>
                  <a:pt x="16" y="551"/>
                </a:cubicBezTo>
                <a:cubicBezTo>
                  <a:pt x="16" y="551"/>
                  <a:pt x="16" y="552"/>
                  <a:pt x="17" y="552"/>
                </a:cubicBezTo>
                <a:cubicBezTo>
                  <a:pt x="18" y="552"/>
                  <a:pt x="18" y="552"/>
                  <a:pt x="18" y="551"/>
                </a:cubicBezTo>
                <a:cubicBezTo>
                  <a:pt x="18" y="551"/>
                  <a:pt x="17" y="550"/>
                  <a:pt x="18" y="548"/>
                </a:cubicBezTo>
                <a:cubicBezTo>
                  <a:pt x="18" y="547"/>
                  <a:pt x="19" y="547"/>
                  <a:pt x="20" y="547"/>
                </a:cubicBezTo>
                <a:cubicBezTo>
                  <a:pt x="21" y="547"/>
                  <a:pt x="26" y="546"/>
                  <a:pt x="25" y="545"/>
                </a:cubicBezTo>
                <a:cubicBezTo>
                  <a:pt x="24" y="543"/>
                  <a:pt x="21" y="546"/>
                  <a:pt x="20" y="546"/>
                </a:cubicBezTo>
                <a:cubicBezTo>
                  <a:pt x="20" y="545"/>
                  <a:pt x="20" y="545"/>
                  <a:pt x="20" y="544"/>
                </a:cubicBezTo>
                <a:cubicBezTo>
                  <a:pt x="18" y="544"/>
                  <a:pt x="18" y="546"/>
                  <a:pt x="16" y="546"/>
                </a:cubicBezTo>
                <a:cubicBezTo>
                  <a:pt x="16" y="544"/>
                  <a:pt x="14" y="543"/>
                  <a:pt x="15" y="541"/>
                </a:cubicBezTo>
                <a:cubicBezTo>
                  <a:pt x="17" y="539"/>
                  <a:pt x="18" y="540"/>
                  <a:pt x="20" y="539"/>
                </a:cubicBezTo>
                <a:cubicBezTo>
                  <a:pt x="21" y="538"/>
                  <a:pt x="20" y="537"/>
                  <a:pt x="21" y="536"/>
                </a:cubicBezTo>
                <a:cubicBezTo>
                  <a:pt x="22" y="535"/>
                  <a:pt x="25" y="534"/>
                  <a:pt x="26" y="533"/>
                </a:cubicBezTo>
                <a:cubicBezTo>
                  <a:pt x="26" y="532"/>
                  <a:pt x="24" y="533"/>
                  <a:pt x="24" y="533"/>
                </a:cubicBezTo>
                <a:cubicBezTo>
                  <a:pt x="22" y="530"/>
                  <a:pt x="24" y="529"/>
                  <a:pt x="26" y="527"/>
                </a:cubicBezTo>
                <a:cubicBezTo>
                  <a:pt x="27" y="525"/>
                  <a:pt x="28" y="523"/>
                  <a:pt x="31" y="522"/>
                </a:cubicBezTo>
                <a:cubicBezTo>
                  <a:pt x="31" y="521"/>
                  <a:pt x="36" y="518"/>
                  <a:pt x="33" y="518"/>
                </a:cubicBezTo>
                <a:cubicBezTo>
                  <a:pt x="32" y="518"/>
                  <a:pt x="31" y="519"/>
                  <a:pt x="30" y="520"/>
                </a:cubicBezTo>
                <a:cubicBezTo>
                  <a:pt x="29" y="520"/>
                  <a:pt x="28" y="520"/>
                  <a:pt x="27" y="521"/>
                </a:cubicBezTo>
                <a:cubicBezTo>
                  <a:pt x="24" y="519"/>
                  <a:pt x="24" y="522"/>
                  <a:pt x="24" y="524"/>
                </a:cubicBezTo>
                <a:cubicBezTo>
                  <a:pt x="24" y="524"/>
                  <a:pt x="23" y="526"/>
                  <a:pt x="23" y="527"/>
                </a:cubicBezTo>
                <a:cubicBezTo>
                  <a:pt x="22" y="528"/>
                  <a:pt x="22" y="527"/>
                  <a:pt x="21" y="527"/>
                </a:cubicBezTo>
                <a:cubicBezTo>
                  <a:pt x="20" y="528"/>
                  <a:pt x="20" y="529"/>
                  <a:pt x="19" y="531"/>
                </a:cubicBezTo>
                <a:cubicBezTo>
                  <a:pt x="19" y="532"/>
                  <a:pt x="18" y="532"/>
                  <a:pt x="18" y="533"/>
                </a:cubicBezTo>
                <a:cubicBezTo>
                  <a:pt x="18" y="534"/>
                  <a:pt x="18" y="536"/>
                  <a:pt x="17" y="537"/>
                </a:cubicBezTo>
                <a:cubicBezTo>
                  <a:pt x="16" y="537"/>
                  <a:pt x="15" y="537"/>
                  <a:pt x="15" y="537"/>
                </a:cubicBezTo>
                <a:cubicBezTo>
                  <a:pt x="15" y="536"/>
                  <a:pt x="16" y="535"/>
                  <a:pt x="16" y="535"/>
                </a:cubicBezTo>
                <a:cubicBezTo>
                  <a:pt x="16" y="534"/>
                  <a:pt x="16" y="533"/>
                  <a:pt x="16" y="532"/>
                </a:cubicBezTo>
                <a:cubicBezTo>
                  <a:pt x="16" y="531"/>
                  <a:pt x="17" y="530"/>
                  <a:pt x="16" y="530"/>
                </a:cubicBezTo>
                <a:cubicBezTo>
                  <a:pt x="15" y="529"/>
                  <a:pt x="14" y="531"/>
                  <a:pt x="13" y="531"/>
                </a:cubicBezTo>
                <a:cubicBezTo>
                  <a:pt x="13" y="531"/>
                  <a:pt x="13" y="530"/>
                  <a:pt x="14" y="530"/>
                </a:cubicBezTo>
                <a:cubicBezTo>
                  <a:pt x="14" y="529"/>
                  <a:pt x="14" y="528"/>
                  <a:pt x="14" y="527"/>
                </a:cubicBezTo>
                <a:cubicBezTo>
                  <a:pt x="14" y="527"/>
                  <a:pt x="15" y="524"/>
                  <a:pt x="15" y="523"/>
                </a:cubicBezTo>
                <a:cubicBezTo>
                  <a:pt x="13" y="523"/>
                  <a:pt x="12" y="528"/>
                  <a:pt x="11" y="529"/>
                </a:cubicBezTo>
                <a:cubicBezTo>
                  <a:pt x="11" y="530"/>
                  <a:pt x="10" y="531"/>
                  <a:pt x="9" y="531"/>
                </a:cubicBezTo>
                <a:cubicBezTo>
                  <a:pt x="8" y="531"/>
                  <a:pt x="8" y="529"/>
                  <a:pt x="7" y="528"/>
                </a:cubicBezTo>
                <a:cubicBezTo>
                  <a:pt x="8" y="527"/>
                  <a:pt x="5" y="526"/>
                  <a:pt x="5" y="525"/>
                </a:cubicBezTo>
                <a:cubicBezTo>
                  <a:pt x="5" y="523"/>
                  <a:pt x="6" y="522"/>
                  <a:pt x="7" y="522"/>
                </a:cubicBezTo>
                <a:cubicBezTo>
                  <a:pt x="7" y="520"/>
                  <a:pt x="7" y="516"/>
                  <a:pt x="9" y="518"/>
                </a:cubicBezTo>
                <a:cubicBezTo>
                  <a:pt x="10" y="518"/>
                  <a:pt x="11" y="521"/>
                  <a:pt x="12" y="521"/>
                </a:cubicBezTo>
                <a:cubicBezTo>
                  <a:pt x="14" y="522"/>
                  <a:pt x="15" y="519"/>
                  <a:pt x="15" y="518"/>
                </a:cubicBezTo>
                <a:cubicBezTo>
                  <a:pt x="16" y="516"/>
                  <a:pt x="17" y="515"/>
                  <a:pt x="16" y="512"/>
                </a:cubicBezTo>
                <a:cubicBezTo>
                  <a:pt x="15" y="505"/>
                  <a:pt x="12" y="515"/>
                  <a:pt x="10" y="513"/>
                </a:cubicBezTo>
                <a:cubicBezTo>
                  <a:pt x="10" y="512"/>
                  <a:pt x="10" y="510"/>
                  <a:pt x="10" y="509"/>
                </a:cubicBezTo>
                <a:cubicBezTo>
                  <a:pt x="10" y="509"/>
                  <a:pt x="8" y="506"/>
                  <a:pt x="7" y="506"/>
                </a:cubicBezTo>
                <a:cubicBezTo>
                  <a:pt x="8" y="505"/>
                  <a:pt x="11" y="504"/>
                  <a:pt x="10" y="503"/>
                </a:cubicBezTo>
                <a:cubicBezTo>
                  <a:pt x="10" y="503"/>
                  <a:pt x="5" y="506"/>
                  <a:pt x="5" y="504"/>
                </a:cubicBezTo>
                <a:cubicBezTo>
                  <a:pt x="3" y="504"/>
                  <a:pt x="3" y="504"/>
                  <a:pt x="2" y="502"/>
                </a:cubicBezTo>
                <a:cubicBezTo>
                  <a:pt x="2" y="502"/>
                  <a:pt x="1" y="500"/>
                  <a:pt x="1" y="500"/>
                </a:cubicBezTo>
                <a:cubicBezTo>
                  <a:pt x="1" y="498"/>
                  <a:pt x="2" y="497"/>
                  <a:pt x="3" y="496"/>
                </a:cubicBezTo>
                <a:cubicBezTo>
                  <a:pt x="4" y="494"/>
                  <a:pt x="5" y="496"/>
                  <a:pt x="7" y="496"/>
                </a:cubicBezTo>
                <a:cubicBezTo>
                  <a:pt x="7" y="497"/>
                  <a:pt x="9" y="496"/>
                  <a:pt x="9" y="497"/>
                </a:cubicBezTo>
                <a:cubicBezTo>
                  <a:pt x="10" y="497"/>
                  <a:pt x="10" y="497"/>
                  <a:pt x="10" y="497"/>
                </a:cubicBezTo>
                <a:cubicBezTo>
                  <a:pt x="11" y="497"/>
                  <a:pt x="11" y="496"/>
                  <a:pt x="11" y="496"/>
                </a:cubicBezTo>
                <a:cubicBezTo>
                  <a:pt x="12" y="495"/>
                  <a:pt x="13" y="495"/>
                  <a:pt x="14" y="495"/>
                </a:cubicBezTo>
                <a:cubicBezTo>
                  <a:pt x="15" y="495"/>
                  <a:pt x="15" y="494"/>
                  <a:pt x="16" y="494"/>
                </a:cubicBezTo>
                <a:cubicBezTo>
                  <a:pt x="17" y="496"/>
                  <a:pt x="18" y="494"/>
                  <a:pt x="19" y="493"/>
                </a:cubicBezTo>
                <a:cubicBezTo>
                  <a:pt x="21" y="493"/>
                  <a:pt x="22" y="494"/>
                  <a:pt x="23" y="494"/>
                </a:cubicBezTo>
                <a:cubicBezTo>
                  <a:pt x="25" y="495"/>
                  <a:pt x="25" y="494"/>
                  <a:pt x="26" y="495"/>
                </a:cubicBezTo>
                <a:cubicBezTo>
                  <a:pt x="26" y="495"/>
                  <a:pt x="26" y="496"/>
                  <a:pt x="26" y="496"/>
                </a:cubicBezTo>
                <a:cubicBezTo>
                  <a:pt x="27" y="497"/>
                  <a:pt x="27" y="496"/>
                  <a:pt x="28" y="496"/>
                </a:cubicBezTo>
                <a:cubicBezTo>
                  <a:pt x="28" y="496"/>
                  <a:pt x="28" y="496"/>
                  <a:pt x="28" y="496"/>
                </a:cubicBezTo>
                <a:cubicBezTo>
                  <a:pt x="29" y="496"/>
                  <a:pt x="29" y="495"/>
                  <a:pt x="30" y="495"/>
                </a:cubicBezTo>
                <a:cubicBezTo>
                  <a:pt x="30" y="494"/>
                  <a:pt x="31" y="493"/>
                  <a:pt x="32" y="493"/>
                </a:cubicBezTo>
                <a:cubicBezTo>
                  <a:pt x="34" y="491"/>
                  <a:pt x="36" y="491"/>
                  <a:pt x="38" y="493"/>
                </a:cubicBezTo>
                <a:cubicBezTo>
                  <a:pt x="39" y="494"/>
                  <a:pt x="41" y="497"/>
                  <a:pt x="40" y="498"/>
                </a:cubicBezTo>
                <a:cubicBezTo>
                  <a:pt x="39" y="499"/>
                  <a:pt x="37" y="499"/>
                  <a:pt x="37" y="501"/>
                </a:cubicBezTo>
                <a:cubicBezTo>
                  <a:pt x="38" y="501"/>
                  <a:pt x="40" y="499"/>
                  <a:pt x="42" y="500"/>
                </a:cubicBezTo>
                <a:cubicBezTo>
                  <a:pt x="43" y="501"/>
                  <a:pt x="42" y="503"/>
                  <a:pt x="43" y="503"/>
                </a:cubicBezTo>
                <a:cubicBezTo>
                  <a:pt x="46" y="499"/>
                  <a:pt x="37" y="494"/>
                  <a:pt x="45" y="493"/>
                </a:cubicBezTo>
                <a:cubicBezTo>
                  <a:pt x="46" y="493"/>
                  <a:pt x="47" y="494"/>
                  <a:pt x="48" y="494"/>
                </a:cubicBezTo>
                <a:cubicBezTo>
                  <a:pt x="49" y="494"/>
                  <a:pt x="48" y="493"/>
                  <a:pt x="48" y="492"/>
                </a:cubicBezTo>
                <a:cubicBezTo>
                  <a:pt x="49" y="491"/>
                  <a:pt x="54" y="491"/>
                  <a:pt x="54" y="490"/>
                </a:cubicBezTo>
                <a:cubicBezTo>
                  <a:pt x="54" y="490"/>
                  <a:pt x="49" y="488"/>
                  <a:pt x="48" y="488"/>
                </a:cubicBezTo>
                <a:cubicBezTo>
                  <a:pt x="48" y="486"/>
                  <a:pt x="48" y="483"/>
                  <a:pt x="49" y="481"/>
                </a:cubicBezTo>
                <a:cubicBezTo>
                  <a:pt x="50" y="480"/>
                  <a:pt x="52" y="479"/>
                  <a:pt x="51" y="478"/>
                </a:cubicBezTo>
                <a:cubicBezTo>
                  <a:pt x="49" y="478"/>
                  <a:pt x="47" y="481"/>
                  <a:pt x="46" y="482"/>
                </a:cubicBezTo>
                <a:cubicBezTo>
                  <a:pt x="45" y="484"/>
                  <a:pt x="45" y="485"/>
                  <a:pt x="46" y="487"/>
                </a:cubicBezTo>
                <a:cubicBezTo>
                  <a:pt x="46" y="489"/>
                  <a:pt x="47" y="490"/>
                  <a:pt x="45" y="491"/>
                </a:cubicBezTo>
                <a:cubicBezTo>
                  <a:pt x="43" y="492"/>
                  <a:pt x="40" y="491"/>
                  <a:pt x="38" y="490"/>
                </a:cubicBezTo>
                <a:cubicBezTo>
                  <a:pt x="37" y="489"/>
                  <a:pt x="34" y="489"/>
                  <a:pt x="33" y="488"/>
                </a:cubicBezTo>
                <a:cubicBezTo>
                  <a:pt x="32" y="487"/>
                  <a:pt x="35" y="484"/>
                  <a:pt x="34" y="482"/>
                </a:cubicBezTo>
                <a:cubicBezTo>
                  <a:pt x="33" y="482"/>
                  <a:pt x="33" y="484"/>
                  <a:pt x="33" y="485"/>
                </a:cubicBezTo>
                <a:cubicBezTo>
                  <a:pt x="32" y="486"/>
                  <a:pt x="31" y="486"/>
                  <a:pt x="30" y="487"/>
                </a:cubicBezTo>
                <a:cubicBezTo>
                  <a:pt x="29" y="489"/>
                  <a:pt x="32" y="494"/>
                  <a:pt x="28" y="492"/>
                </a:cubicBezTo>
                <a:cubicBezTo>
                  <a:pt x="27" y="492"/>
                  <a:pt x="26" y="491"/>
                  <a:pt x="25" y="490"/>
                </a:cubicBezTo>
                <a:cubicBezTo>
                  <a:pt x="24" y="490"/>
                  <a:pt x="23" y="491"/>
                  <a:pt x="22" y="491"/>
                </a:cubicBezTo>
                <a:cubicBezTo>
                  <a:pt x="22" y="491"/>
                  <a:pt x="22" y="490"/>
                  <a:pt x="22" y="490"/>
                </a:cubicBezTo>
                <a:cubicBezTo>
                  <a:pt x="21" y="489"/>
                  <a:pt x="20" y="490"/>
                  <a:pt x="20" y="490"/>
                </a:cubicBezTo>
                <a:cubicBezTo>
                  <a:pt x="19" y="490"/>
                  <a:pt x="17" y="492"/>
                  <a:pt x="17" y="490"/>
                </a:cubicBezTo>
                <a:cubicBezTo>
                  <a:pt x="16" y="490"/>
                  <a:pt x="15" y="491"/>
                  <a:pt x="14" y="492"/>
                </a:cubicBezTo>
                <a:cubicBezTo>
                  <a:pt x="13" y="492"/>
                  <a:pt x="12" y="492"/>
                  <a:pt x="11" y="492"/>
                </a:cubicBezTo>
                <a:cubicBezTo>
                  <a:pt x="11" y="493"/>
                  <a:pt x="11" y="493"/>
                  <a:pt x="10" y="494"/>
                </a:cubicBezTo>
                <a:cubicBezTo>
                  <a:pt x="10" y="494"/>
                  <a:pt x="5" y="493"/>
                  <a:pt x="4" y="492"/>
                </a:cubicBezTo>
                <a:cubicBezTo>
                  <a:pt x="4" y="491"/>
                  <a:pt x="6" y="491"/>
                  <a:pt x="4" y="489"/>
                </a:cubicBezTo>
                <a:cubicBezTo>
                  <a:pt x="4" y="488"/>
                  <a:pt x="3" y="489"/>
                  <a:pt x="2" y="488"/>
                </a:cubicBezTo>
                <a:cubicBezTo>
                  <a:pt x="0" y="487"/>
                  <a:pt x="5" y="485"/>
                  <a:pt x="6" y="484"/>
                </a:cubicBezTo>
                <a:cubicBezTo>
                  <a:pt x="6" y="485"/>
                  <a:pt x="6" y="487"/>
                  <a:pt x="7" y="487"/>
                </a:cubicBezTo>
                <a:cubicBezTo>
                  <a:pt x="8" y="486"/>
                  <a:pt x="7" y="485"/>
                  <a:pt x="8" y="484"/>
                </a:cubicBezTo>
                <a:cubicBezTo>
                  <a:pt x="9" y="483"/>
                  <a:pt x="11" y="484"/>
                  <a:pt x="12" y="483"/>
                </a:cubicBezTo>
                <a:cubicBezTo>
                  <a:pt x="11" y="482"/>
                  <a:pt x="8" y="483"/>
                  <a:pt x="6" y="483"/>
                </a:cubicBezTo>
                <a:cubicBezTo>
                  <a:pt x="5" y="484"/>
                  <a:pt x="0" y="485"/>
                  <a:pt x="2" y="482"/>
                </a:cubicBezTo>
                <a:cubicBezTo>
                  <a:pt x="3" y="481"/>
                  <a:pt x="6" y="479"/>
                  <a:pt x="7" y="479"/>
                </a:cubicBezTo>
                <a:cubicBezTo>
                  <a:pt x="9" y="479"/>
                  <a:pt x="10" y="480"/>
                  <a:pt x="11" y="480"/>
                </a:cubicBezTo>
                <a:cubicBezTo>
                  <a:pt x="13" y="479"/>
                  <a:pt x="14" y="479"/>
                  <a:pt x="16" y="478"/>
                </a:cubicBezTo>
                <a:cubicBezTo>
                  <a:pt x="14" y="478"/>
                  <a:pt x="12" y="479"/>
                  <a:pt x="10" y="479"/>
                </a:cubicBezTo>
                <a:cubicBezTo>
                  <a:pt x="8" y="479"/>
                  <a:pt x="6" y="477"/>
                  <a:pt x="5" y="476"/>
                </a:cubicBezTo>
                <a:cubicBezTo>
                  <a:pt x="6" y="475"/>
                  <a:pt x="7" y="476"/>
                  <a:pt x="8" y="475"/>
                </a:cubicBezTo>
                <a:cubicBezTo>
                  <a:pt x="8" y="473"/>
                  <a:pt x="7" y="473"/>
                  <a:pt x="5" y="472"/>
                </a:cubicBezTo>
                <a:cubicBezTo>
                  <a:pt x="4" y="472"/>
                  <a:pt x="1" y="473"/>
                  <a:pt x="0" y="471"/>
                </a:cubicBezTo>
                <a:cubicBezTo>
                  <a:pt x="0" y="469"/>
                  <a:pt x="2" y="468"/>
                  <a:pt x="3" y="467"/>
                </a:cubicBezTo>
                <a:cubicBezTo>
                  <a:pt x="3" y="469"/>
                  <a:pt x="4" y="468"/>
                  <a:pt x="5" y="467"/>
                </a:cubicBezTo>
                <a:cubicBezTo>
                  <a:pt x="5" y="466"/>
                  <a:pt x="5" y="465"/>
                  <a:pt x="6" y="465"/>
                </a:cubicBezTo>
                <a:cubicBezTo>
                  <a:pt x="6" y="464"/>
                  <a:pt x="7" y="464"/>
                  <a:pt x="7" y="464"/>
                </a:cubicBezTo>
                <a:cubicBezTo>
                  <a:pt x="7" y="463"/>
                  <a:pt x="7" y="463"/>
                  <a:pt x="7" y="462"/>
                </a:cubicBezTo>
                <a:cubicBezTo>
                  <a:pt x="8" y="461"/>
                  <a:pt x="9" y="461"/>
                  <a:pt x="11" y="461"/>
                </a:cubicBezTo>
                <a:cubicBezTo>
                  <a:pt x="11" y="461"/>
                  <a:pt x="11" y="461"/>
                  <a:pt x="11" y="461"/>
                </a:cubicBezTo>
                <a:cubicBezTo>
                  <a:pt x="11" y="462"/>
                  <a:pt x="14" y="461"/>
                  <a:pt x="14" y="461"/>
                </a:cubicBezTo>
                <a:cubicBezTo>
                  <a:pt x="17" y="462"/>
                  <a:pt x="14" y="462"/>
                  <a:pt x="14" y="464"/>
                </a:cubicBezTo>
                <a:cubicBezTo>
                  <a:pt x="15" y="464"/>
                  <a:pt x="19" y="462"/>
                  <a:pt x="20" y="463"/>
                </a:cubicBezTo>
                <a:cubicBezTo>
                  <a:pt x="21" y="464"/>
                  <a:pt x="19" y="466"/>
                  <a:pt x="19" y="467"/>
                </a:cubicBezTo>
                <a:cubicBezTo>
                  <a:pt x="20" y="466"/>
                  <a:pt x="21" y="464"/>
                  <a:pt x="22" y="464"/>
                </a:cubicBezTo>
                <a:cubicBezTo>
                  <a:pt x="23" y="464"/>
                  <a:pt x="23" y="466"/>
                  <a:pt x="24" y="466"/>
                </a:cubicBezTo>
                <a:cubicBezTo>
                  <a:pt x="25" y="465"/>
                  <a:pt x="24" y="464"/>
                  <a:pt x="26" y="464"/>
                </a:cubicBezTo>
                <a:cubicBezTo>
                  <a:pt x="27" y="464"/>
                  <a:pt x="28" y="465"/>
                  <a:pt x="30" y="465"/>
                </a:cubicBezTo>
                <a:cubicBezTo>
                  <a:pt x="31" y="465"/>
                  <a:pt x="32" y="464"/>
                  <a:pt x="33" y="463"/>
                </a:cubicBezTo>
                <a:cubicBezTo>
                  <a:pt x="33" y="463"/>
                  <a:pt x="37" y="463"/>
                  <a:pt x="36" y="462"/>
                </a:cubicBezTo>
                <a:cubicBezTo>
                  <a:pt x="35" y="461"/>
                  <a:pt x="32" y="463"/>
                  <a:pt x="30" y="463"/>
                </a:cubicBezTo>
                <a:cubicBezTo>
                  <a:pt x="29" y="463"/>
                  <a:pt x="28" y="462"/>
                  <a:pt x="26" y="462"/>
                </a:cubicBezTo>
                <a:cubicBezTo>
                  <a:pt x="25" y="462"/>
                  <a:pt x="24" y="463"/>
                  <a:pt x="23" y="462"/>
                </a:cubicBezTo>
                <a:cubicBezTo>
                  <a:pt x="22" y="462"/>
                  <a:pt x="20" y="462"/>
                  <a:pt x="19" y="461"/>
                </a:cubicBezTo>
                <a:cubicBezTo>
                  <a:pt x="18" y="460"/>
                  <a:pt x="16" y="460"/>
                  <a:pt x="14" y="459"/>
                </a:cubicBezTo>
                <a:cubicBezTo>
                  <a:pt x="11" y="459"/>
                  <a:pt x="10" y="459"/>
                  <a:pt x="7" y="460"/>
                </a:cubicBezTo>
                <a:cubicBezTo>
                  <a:pt x="5" y="460"/>
                  <a:pt x="5" y="460"/>
                  <a:pt x="4" y="458"/>
                </a:cubicBezTo>
                <a:cubicBezTo>
                  <a:pt x="3" y="458"/>
                  <a:pt x="1" y="456"/>
                  <a:pt x="3" y="456"/>
                </a:cubicBezTo>
                <a:cubicBezTo>
                  <a:pt x="5" y="455"/>
                  <a:pt x="4" y="458"/>
                  <a:pt x="6" y="458"/>
                </a:cubicBezTo>
                <a:cubicBezTo>
                  <a:pt x="7" y="458"/>
                  <a:pt x="8" y="457"/>
                  <a:pt x="8" y="456"/>
                </a:cubicBezTo>
                <a:cubicBezTo>
                  <a:pt x="8" y="454"/>
                  <a:pt x="7" y="453"/>
                  <a:pt x="5" y="452"/>
                </a:cubicBezTo>
                <a:cubicBezTo>
                  <a:pt x="4" y="452"/>
                  <a:pt x="3" y="452"/>
                  <a:pt x="3" y="450"/>
                </a:cubicBezTo>
                <a:cubicBezTo>
                  <a:pt x="3" y="449"/>
                  <a:pt x="4" y="449"/>
                  <a:pt x="5" y="449"/>
                </a:cubicBezTo>
                <a:cubicBezTo>
                  <a:pt x="7" y="448"/>
                  <a:pt x="7" y="451"/>
                  <a:pt x="8" y="452"/>
                </a:cubicBezTo>
                <a:cubicBezTo>
                  <a:pt x="8" y="453"/>
                  <a:pt x="10" y="456"/>
                  <a:pt x="11" y="456"/>
                </a:cubicBezTo>
                <a:cubicBezTo>
                  <a:pt x="14" y="455"/>
                  <a:pt x="11" y="453"/>
                  <a:pt x="10" y="452"/>
                </a:cubicBezTo>
                <a:cubicBezTo>
                  <a:pt x="9" y="450"/>
                  <a:pt x="11" y="449"/>
                  <a:pt x="13" y="450"/>
                </a:cubicBezTo>
                <a:cubicBezTo>
                  <a:pt x="14" y="450"/>
                  <a:pt x="15" y="453"/>
                  <a:pt x="16" y="453"/>
                </a:cubicBezTo>
                <a:cubicBezTo>
                  <a:pt x="17" y="453"/>
                  <a:pt x="16" y="451"/>
                  <a:pt x="15" y="450"/>
                </a:cubicBezTo>
                <a:cubicBezTo>
                  <a:pt x="16" y="450"/>
                  <a:pt x="19" y="449"/>
                  <a:pt x="19" y="450"/>
                </a:cubicBezTo>
                <a:cubicBezTo>
                  <a:pt x="19" y="452"/>
                  <a:pt x="18" y="453"/>
                  <a:pt x="17" y="456"/>
                </a:cubicBezTo>
                <a:cubicBezTo>
                  <a:pt x="18" y="455"/>
                  <a:pt x="19" y="454"/>
                  <a:pt x="20" y="453"/>
                </a:cubicBezTo>
                <a:cubicBezTo>
                  <a:pt x="21" y="452"/>
                  <a:pt x="20" y="452"/>
                  <a:pt x="22" y="453"/>
                </a:cubicBezTo>
                <a:cubicBezTo>
                  <a:pt x="23" y="453"/>
                  <a:pt x="27" y="456"/>
                  <a:pt x="28" y="454"/>
                </a:cubicBezTo>
                <a:cubicBezTo>
                  <a:pt x="28" y="453"/>
                  <a:pt x="25" y="453"/>
                  <a:pt x="25" y="453"/>
                </a:cubicBezTo>
                <a:cubicBezTo>
                  <a:pt x="24" y="452"/>
                  <a:pt x="23" y="451"/>
                  <a:pt x="22" y="450"/>
                </a:cubicBezTo>
                <a:cubicBezTo>
                  <a:pt x="21" y="448"/>
                  <a:pt x="21" y="446"/>
                  <a:pt x="23" y="444"/>
                </a:cubicBezTo>
                <a:cubicBezTo>
                  <a:pt x="25" y="443"/>
                  <a:pt x="27" y="442"/>
                  <a:pt x="29" y="444"/>
                </a:cubicBezTo>
                <a:cubicBezTo>
                  <a:pt x="30" y="446"/>
                  <a:pt x="32" y="450"/>
                  <a:pt x="31" y="453"/>
                </a:cubicBezTo>
                <a:cubicBezTo>
                  <a:pt x="34" y="452"/>
                  <a:pt x="32" y="447"/>
                  <a:pt x="31" y="445"/>
                </a:cubicBezTo>
                <a:cubicBezTo>
                  <a:pt x="31" y="444"/>
                  <a:pt x="28" y="442"/>
                  <a:pt x="30" y="441"/>
                </a:cubicBezTo>
                <a:cubicBezTo>
                  <a:pt x="31" y="440"/>
                  <a:pt x="31" y="442"/>
                  <a:pt x="32" y="442"/>
                </a:cubicBezTo>
                <a:cubicBezTo>
                  <a:pt x="33" y="442"/>
                  <a:pt x="32" y="441"/>
                  <a:pt x="33" y="440"/>
                </a:cubicBezTo>
                <a:cubicBezTo>
                  <a:pt x="34" y="437"/>
                  <a:pt x="37" y="441"/>
                  <a:pt x="38" y="442"/>
                </a:cubicBezTo>
                <a:cubicBezTo>
                  <a:pt x="40" y="445"/>
                  <a:pt x="41" y="447"/>
                  <a:pt x="40" y="450"/>
                </a:cubicBezTo>
                <a:cubicBezTo>
                  <a:pt x="39" y="450"/>
                  <a:pt x="39" y="452"/>
                  <a:pt x="40" y="453"/>
                </a:cubicBezTo>
                <a:cubicBezTo>
                  <a:pt x="41" y="454"/>
                  <a:pt x="42" y="453"/>
                  <a:pt x="43" y="453"/>
                </a:cubicBezTo>
                <a:cubicBezTo>
                  <a:pt x="43" y="453"/>
                  <a:pt x="45" y="453"/>
                  <a:pt x="45" y="453"/>
                </a:cubicBezTo>
                <a:cubicBezTo>
                  <a:pt x="46" y="452"/>
                  <a:pt x="44" y="451"/>
                  <a:pt x="43" y="451"/>
                </a:cubicBezTo>
                <a:cubicBezTo>
                  <a:pt x="42" y="451"/>
                  <a:pt x="42" y="452"/>
                  <a:pt x="41" y="450"/>
                </a:cubicBezTo>
                <a:cubicBezTo>
                  <a:pt x="41" y="450"/>
                  <a:pt x="42" y="447"/>
                  <a:pt x="42" y="446"/>
                </a:cubicBezTo>
                <a:cubicBezTo>
                  <a:pt x="43" y="446"/>
                  <a:pt x="44" y="447"/>
                  <a:pt x="45" y="447"/>
                </a:cubicBezTo>
                <a:cubicBezTo>
                  <a:pt x="46" y="446"/>
                  <a:pt x="46" y="446"/>
                  <a:pt x="47" y="446"/>
                </a:cubicBezTo>
                <a:cubicBezTo>
                  <a:pt x="47" y="446"/>
                  <a:pt x="47" y="447"/>
                  <a:pt x="48" y="447"/>
                </a:cubicBezTo>
                <a:cubicBezTo>
                  <a:pt x="49" y="447"/>
                  <a:pt x="49" y="446"/>
                  <a:pt x="48" y="445"/>
                </a:cubicBezTo>
                <a:cubicBezTo>
                  <a:pt x="47" y="444"/>
                  <a:pt x="46" y="444"/>
                  <a:pt x="45" y="444"/>
                </a:cubicBezTo>
                <a:cubicBezTo>
                  <a:pt x="41" y="444"/>
                  <a:pt x="41" y="442"/>
                  <a:pt x="39" y="440"/>
                </a:cubicBezTo>
                <a:cubicBezTo>
                  <a:pt x="38" y="438"/>
                  <a:pt x="35" y="436"/>
                  <a:pt x="33" y="435"/>
                </a:cubicBezTo>
                <a:cubicBezTo>
                  <a:pt x="32" y="434"/>
                  <a:pt x="30" y="435"/>
                  <a:pt x="28" y="434"/>
                </a:cubicBezTo>
                <a:cubicBezTo>
                  <a:pt x="26" y="434"/>
                  <a:pt x="25" y="432"/>
                  <a:pt x="27" y="431"/>
                </a:cubicBezTo>
                <a:cubicBezTo>
                  <a:pt x="28" y="430"/>
                  <a:pt x="31" y="430"/>
                  <a:pt x="32" y="431"/>
                </a:cubicBezTo>
                <a:cubicBezTo>
                  <a:pt x="33" y="432"/>
                  <a:pt x="32" y="433"/>
                  <a:pt x="34" y="432"/>
                </a:cubicBezTo>
                <a:cubicBezTo>
                  <a:pt x="35" y="432"/>
                  <a:pt x="35" y="430"/>
                  <a:pt x="36" y="430"/>
                </a:cubicBezTo>
                <a:cubicBezTo>
                  <a:pt x="37" y="430"/>
                  <a:pt x="38" y="432"/>
                  <a:pt x="39" y="432"/>
                </a:cubicBezTo>
                <a:cubicBezTo>
                  <a:pt x="40" y="432"/>
                  <a:pt x="39" y="428"/>
                  <a:pt x="42" y="430"/>
                </a:cubicBezTo>
                <a:cubicBezTo>
                  <a:pt x="43" y="430"/>
                  <a:pt x="42" y="433"/>
                  <a:pt x="44" y="433"/>
                </a:cubicBezTo>
                <a:cubicBezTo>
                  <a:pt x="44" y="433"/>
                  <a:pt x="44" y="431"/>
                  <a:pt x="44" y="431"/>
                </a:cubicBezTo>
                <a:cubicBezTo>
                  <a:pt x="46" y="430"/>
                  <a:pt x="51" y="434"/>
                  <a:pt x="52" y="435"/>
                </a:cubicBezTo>
                <a:cubicBezTo>
                  <a:pt x="52" y="435"/>
                  <a:pt x="52" y="434"/>
                  <a:pt x="53" y="434"/>
                </a:cubicBezTo>
                <a:cubicBezTo>
                  <a:pt x="53" y="433"/>
                  <a:pt x="54" y="433"/>
                  <a:pt x="54" y="433"/>
                </a:cubicBezTo>
                <a:cubicBezTo>
                  <a:pt x="53" y="432"/>
                  <a:pt x="51" y="433"/>
                  <a:pt x="51" y="430"/>
                </a:cubicBezTo>
                <a:cubicBezTo>
                  <a:pt x="53" y="428"/>
                  <a:pt x="55" y="427"/>
                  <a:pt x="59" y="427"/>
                </a:cubicBezTo>
                <a:cubicBezTo>
                  <a:pt x="60" y="427"/>
                  <a:pt x="64" y="428"/>
                  <a:pt x="62" y="425"/>
                </a:cubicBezTo>
                <a:cubicBezTo>
                  <a:pt x="60" y="424"/>
                  <a:pt x="57" y="425"/>
                  <a:pt x="55" y="426"/>
                </a:cubicBezTo>
                <a:cubicBezTo>
                  <a:pt x="54" y="426"/>
                  <a:pt x="47" y="429"/>
                  <a:pt x="49" y="426"/>
                </a:cubicBezTo>
                <a:cubicBezTo>
                  <a:pt x="49" y="425"/>
                  <a:pt x="51" y="425"/>
                  <a:pt x="50" y="424"/>
                </a:cubicBezTo>
                <a:cubicBezTo>
                  <a:pt x="49" y="424"/>
                  <a:pt x="47" y="425"/>
                  <a:pt x="46" y="425"/>
                </a:cubicBezTo>
                <a:cubicBezTo>
                  <a:pt x="45" y="425"/>
                  <a:pt x="39" y="426"/>
                  <a:pt x="41" y="424"/>
                </a:cubicBezTo>
                <a:cubicBezTo>
                  <a:pt x="42" y="422"/>
                  <a:pt x="47" y="423"/>
                  <a:pt x="44" y="421"/>
                </a:cubicBezTo>
                <a:cubicBezTo>
                  <a:pt x="43" y="420"/>
                  <a:pt x="38" y="419"/>
                  <a:pt x="39" y="417"/>
                </a:cubicBezTo>
                <a:cubicBezTo>
                  <a:pt x="41" y="416"/>
                  <a:pt x="43" y="414"/>
                  <a:pt x="46" y="414"/>
                </a:cubicBezTo>
                <a:cubicBezTo>
                  <a:pt x="47" y="414"/>
                  <a:pt x="47" y="415"/>
                  <a:pt x="48" y="416"/>
                </a:cubicBezTo>
                <a:cubicBezTo>
                  <a:pt x="48" y="416"/>
                  <a:pt x="48" y="417"/>
                  <a:pt x="49" y="418"/>
                </a:cubicBezTo>
                <a:cubicBezTo>
                  <a:pt x="50" y="419"/>
                  <a:pt x="52" y="416"/>
                  <a:pt x="54" y="416"/>
                </a:cubicBezTo>
                <a:cubicBezTo>
                  <a:pt x="56" y="415"/>
                  <a:pt x="56" y="416"/>
                  <a:pt x="54" y="417"/>
                </a:cubicBezTo>
                <a:cubicBezTo>
                  <a:pt x="56" y="418"/>
                  <a:pt x="58" y="416"/>
                  <a:pt x="60" y="416"/>
                </a:cubicBezTo>
                <a:cubicBezTo>
                  <a:pt x="62" y="416"/>
                  <a:pt x="62" y="418"/>
                  <a:pt x="63" y="420"/>
                </a:cubicBezTo>
                <a:cubicBezTo>
                  <a:pt x="64" y="422"/>
                  <a:pt x="65" y="423"/>
                  <a:pt x="67" y="425"/>
                </a:cubicBezTo>
                <a:cubicBezTo>
                  <a:pt x="68" y="426"/>
                  <a:pt x="70" y="429"/>
                  <a:pt x="71" y="429"/>
                </a:cubicBezTo>
                <a:cubicBezTo>
                  <a:pt x="72" y="428"/>
                  <a:pt x="70" y="426"/>
                  <a:pt x="69" y="425"/>
                </a:cubicBezTo>
                <a:cubicBezTo>
                  <a:pt x="68" y="423"/>
                  <a:pt x="66" y="422"/>
                  <a:pt x="65" y="421"/>
                </a:cubicBezTo>
                <a:cubicBezTo>
                  <a:pt x="64" y="419"/>
                  <a:pt x="64" y="417"/>
                  <a:pt x="62" y="415"/>
                </a:cubicBezTo>
                <a:cubicBezTo>
                  <a:pt x="61" y="414"/>
                  <a:pt x="59" y="413"/>
                  <a:pt x="60" y="412"/>
                </a:cubicBezTo>
                <a:cubicBezTo>
                  <a:pt x="60" y="411"/>
                  <a:pt x="61" y="410"/>
                  <a:pt x="62" y="410"/>
                </a:cubicBezTo>
                <a:cubicBezTo>
                  <a:pt x="63" y="410"/>
                  <a:pt x="62" y="411"/>
                  <a:pt x="62" y="412"/>
                </a:cubicBezTo>
                <a:cubicBezTo>
                  <a:pt x="63" y="414"/>
                  <a:pt x="65" y="414"/>
                  <a:pt x="66" y="415"/>
                </a:cubicBezTo>
                <a:cubicBezTo>
                  <a:pt x="67" y="417"/>
                  <a:pt x="70" y="423"/>
                  <a:pt x="73" y="422"/>
                </a:cubicBezTo>
                <a:cubicBezTo>
                  <a:pt x="74" y="420"/>
                  <a:pt x="70" y="419"/>
                  <a:pt x="70" y="417"/>
                </a:cubicBezTo>
                <a:cubicBezTo>
                  <a:pt x="69" y="415"/>
                  <a:pt x="71" y="416"/>
                  <a:pt x="72" y="416"/>
                </a:cubicBezTo>
                <a:cubicBezTo>
                  <a:pt x="72" y="414"/>
                  <a:pt x="68" y="414"/>
                  <a:pt x="67" y="413"/>
                </a:cubicBezTo>
                <a:cubicBezTo>
                  <a:pt x="66" y="413"/>
                  <a:pt x="63" y="410"/>
                  <a:pt x="65" y="409"/>
                </a:cubicBezTo>
                <a:cubicBezTo>
                  <a:pt x="65" y="413"/>
                  <a:pt x="67" y="409"/>
                  <a:pt x="68" y="409"/>
                </a:cubicBezTo>
                <a:cubicBezTo>
                  <a:pt x="70" y="408"/>
                  <a:pt x="71" y="410"/>
                  <a:pt x="73" y="410"/>
                </a:cubicBezTo>
                <a:cubicBezTo>
                  <a:pt x="73" y="409"/>
                  <a:pt x="73" y="408"/>
                  <a:pt x="72" y="408"/>
                </a:cubicBezTo>
                <a:cubicBezTo>
                  <a:pt x="74" y="407"/>
                  <a:pt x="75" y="407"/>
                  <a:pt x="77" y="406"/>
                </a:cubicBezTo>
                <a:cubicBezTo>
                  <a:pt x="76" y="405"/>
                  <a:pt x="75" y="405"/>
                  <a:pt x="74" y="405"/>
                </a:cubicBezTo>
                <a:cubicBezTo>
                  <a:pt x="72" y="405"/>
                  <a:pt x="72" y="405"/>
                  <a:pt x="71" y="404"/>
                </a:cubicBezTo>
                <a:cubicBezTo>
                  <a:pt x="71" y="403"/>
                  <a:pt x="70" y="403"/>
                  <a:pt x="70" y="402"/>
                </a:cubicBezTo>
                <a:cubicBezTo>
                  <a:pt x="71" y="401"/>
                  <a:pt x="74" y="401"/>
                  <a:pt x="75" y="400"/>
                </a:cubicBezTo>
                <a:cubicBezTo>
                  <a:pt x="74" y="399"/>
                  <a:pt x="72" y="399"/>
                  <a:pt x="74" y="397"/>
                </a:cubicBezTo>
                <a:cubicBezTo>
                  <a:pt x="74" y="397"/>
                  <a:pt x="76" y="395"/>
                  <a:pt x="77" y="396"/>
                </a:cubicBezTo>
                <a:cubicBezTo>
                  <a:pt x="78" y="396"/>
                  <a:pt x="77" y="397"/>
                  <a:pt x="78" y="397"/>
                </a:cubicBezTo>
                <a:cubicBezTo>
                  <a:pt x="80" y="397"/>
                  <a:pt x="79" y="395"/>
                  <a:pt x="80" y="395"/>
                </a:cubicBezTo>
                <a:cubicBezTo>
                  <a:pt x="81" y="395"/>
                  <a:pt x="82" y="397"/>
                  <a:pt x="82" y="398"/>
                </a:cubicBezTo>
                <a:cubicBezTo>
                  <a:pt x="82" y="398"/>
                  <a:pt x="81" y="401"/>
                  <a:pt x="82" y="401"/>
                </a:cubicBezTo>
                <a:cubicBezTo>
                  <a:pt x="82" y="401"/>
                  <a:pt x="84" y="400"/>
                  <a:pt x="84" y="400"/>
                </a:cubicBezTo>
                <a:cubicBezTo>
                  <a:pt x="86" y="399"/>
                  <a:pt x="87" y="399"/>
                  <a:pt x="89" y="398"/>
                </a:cubicBezTo>
                <a:cubicBezTo>
                  <a:pt x="88" y="398"/>
                  <a:pt x="84" y="399"/>
                  <a:pt x="84" y="396"/>
                </a:cubicBezTo>
                <a:cubicBezTo>
                  <a:pt x="85" y="395"/>
                  <a:pt x="88" y="395"/>
                  <a:pt x="89" y="395"/>
                </a:cubicBezTo>
                <a:cubicBezTo>
                  <a:pt x="89" y="394"/>
                  <a:pt x="89" y="394"/>
                  <a:pt x="89" y="394"/>
                </a:cubicBezTo>
                <a:cubicBezTo>
                  <a:pt x="88" y="393"/>
                  <a:pt x="85" y="395"/>
                  <a:pt x="85" y="392"/>
                </a:cubicBezTo>
                <a:cubicBezTo>
                  <a:pt x="85" y="390"/>
                  <a:pt x="88" y="389"/>
                  <a:pt x="88" y="392"/>
                </a:cubicBezTo>
                <a:cubicBezTo>
                  <a:pt x="89" y="391"/>
                  <a:pt x="89" y="390"/>
                  <a:pt x="90" y="390"/>
                </a:cubicBezTo>
                <a:cubicBezTo>
                  <a:pt x="91" y="391"/>
                  <a:pt x="92" y="390"/>
                  <a:pt x="91" y="388"/>
                </a:cubicBezTo>
                <a:cubicBezTo>
                  <a:pt x="91" y="387"/>
                  <a:pt x="93" y="386"/>
                  <a:pt x="94" y="387"/>
                </a:cubicBezTo>
                <a:cubicBezTo>
                  <a:pt x="94" y="387"/>
                  <a:pt x="95" y="389"/>
                  <a:pt x="95" y="389"/>
                </a:cubicBezTo>
                <a:cubicBezTo>
                  <a:pt x="96" y="391"/>
                  <a:pt x="96" y="392"/>
                  <a:pt x="96" y="393"/>
                </a:cubicBezTo>
                <a:cubicBezTo>
                  <a:pt x="98" y="395"/>
                  <a:pt x="98" y="396"/>
                  <a:pt x="97" y="399"/>
                </a:cubicBezTo>
                <a:cubicBezTo>
                  <a:pt x="96" y="402"/>
                  <a:pt x="98" y="399"/>
                  <a:pt x="99" y="399"/>
                </a:cubicBezTo>
                <a:cubicBezTo>
                  <a:pt x="99" y="399"/>
                  <a:pt x="101" y="401"/>
                  <a:pt x="102" y="401"/>
                </a:cubicBezTo>
                <a:cubicBezTo>
                  <a:pt x="102" y="401"/>
                  <a:pt x="103" y="401"/>
                  <a:pt x="103" y="401"/>
                </a:cubicBezTo>
                <a:cubicBezTo>
                  <a:pt x="104" y="402"/>
                  <a:pt x="104" y="403"/>
                  <a:pt x="104" y="403"/>
                </a:cubicBezTo>
                <a:cubicBezTo>
                  <a:pt x="105" y="403"/>
                  <a:pt x="105" y="401"/>
                  <a:pt x="104" y="401"/>
                </a:cubicBezTo>
                <a:cubicBezTo>
                  <a:pt x="104" y="400"/>
                  <a:pt x="103" y="400"/>
                  <a:pt x="103" y="399"/>
                </a:cubicBezTo>
                <a:cubicBezTo>
                  <a:pt x="102" y="399"/>
                  <a:pt x="101" y="398"/>
                  <a:pt x="101" y="398"/>
                </a:cubicBezTo>
                <a:cubicBezTo>
                  <a:pt x="101" y="397"/>
                  <a:pt x="101" y="396"/>
                  <a:pt x="102" y="395"/>
                </a:cubicBezTo>
                <a:cubicBezTo>
                  <a:pt x="103" y="395"/>
                  <a:pt x="104" y="395"/>
                  <a:pt x="106" y="395"/>
                </a:cubicBezTo>
                <a:cubicBezTo>
                  <a:pt x="107" y="396"/>
                  <a:pt x="108" y="395"/>
                  <a:pt x="110" y="395"/>
                </a:cubicBezTo>
                <a:cubicBezTo>
                  <a:pt x="110" y="395"/>
                  <a:pt x="110" y="396"/>
                  <a:pt x="110" y="396"/>
                </a:cubicBezTo>
                <a:cubicBezTo>
                  <a:pt x="111" y="396"/>
                  <a:pt x="112" y="395"/>
                  <a:pt x="114" y="395"/>
                </a:cubicBezTo>
                <a:cubicBezTo>
                  <a:pt x="114" y="396"/>
                  <a:pt x="114" y="396"/>
                  <a:pt x="115" y="396"/>
                </a:cubicBezTo>
                <a:cubicBezTo>
                  <a:pt x="116" y="396"/>
                  <a:pt x="117" y="395"/>
                  <a:pt x="118" y="394"/>
                </a:cubicBezTo>
                <a:cubicBezTo>
                  <a:pt x="117" y="394"/>
                  <a:pt x="117" y="394"/>
                  <a:pt x="116" y="394"/>
                </a:cubicBezTo>
                <a:cubicBezTo>
                  <a:pt x="116" y="392"/>
                  <a:pt x="114" y="393"/>
                  <a:pt x="115" y="391"/>
                </a:cubicBezTo>
                <a:cubicBezTo>
                  <a:pt x="115" y="391"/>
                  <a:pt x="118" y="389"/>
                  <a:pt x="116" y="388"/>
                </a:cubicBezTo>
                <a:cubicBezTo>
                  <a:pt x="115" y="388"/>
                  <a:pt x="115" y="390"/>
                  <a:pt x="114" y="390"/>
                </a:cubicBezTo>
                <a:cubicBezTo>
                  <a:pt x="112" y="390"/>
                  <a:pt x="113" y="389"/>
                  <a:pt x="114" y="388"/>
                </a:cubicBezTo>
                <a:cubicBezTo>
                  <a:pt x="114" y="387"/>
                  <a:pt x="116" y="385"/>
                  <a:pt x="117" y="384"/>
                </a:cubicBezTo>
                <a:cubicBezTo>
                  <a:pt x="118" y="384"/>
                  <a:pt x="119" y="383"/>
                  <a:pt x="119" y="383"/>
                </a:cubicBezTo>
                <a:cubicBezTo>
                  <a:pt x="120" y="383"/>
                  <a:pt x="120" y="383"/>
                  <a:pt x="121" y="383"/>
                </a:cubicBezTo>
                <a:cubicBezTo>
                  <a:pt x="122" y="384"/>
                  <a:pt x="122" y="383"/>
                  <a:pt x="123" y="382"/>
                </a:cubicBezTo>
                <a:cubicBezTo>
                  <a:pt x="124" y="381"/>
                  <a:pt x="125" y="381"/>
                  <a:pt x="126" y="380"/>
                </a:cubicBezTo>
                <a:cubicBezTo>
                  <a:pt x="127" y="380"/>
                  <a:pt x="127" y="379"/>
                  <a:pt x="128" y="379"/>
                </a:cubicBezTo>
                <a:cubicBezTo>
                  <a:pt x="128" y="377"/>
                  <a:pt x="122" y="377"/>
                  <a:pt x="121" y="377"/>
                </a:cubicBezTo>
                <a:cubicBezTo>
                  <a:pt x="121" y="376"/>
                  <a:pt x="121" y="375"/>
                  <a:pt x="122" y="375"/>
                </a:cubicBezTo>
                <a:cubicBezTo>
                  <a:pt x="123" y="374"/>
                  <a:pt x="124" y="374"/>
                  <a:pt x="125" y="373"/>
                </a:cubicBezTo>
                <a:cubicBezTo>
                  <a:pt x="126" y="373"/>
                  <a:pt x="128" y="372"/>
                  <a:pt x="128" y="371"/>
                </a:cubicBezTo>
                <a:cubicBezTo>
                  <a:pt x="128" y="370"/>
                  <a:pt x="126" y="371"/>
                  <a:pt x="125" y="370"/>
                </a:cubicBezTo>
                <a:cubicBezTo>
                  <a:pt x="124" y="369"/>
                  <a:pt x="126" y="368"/>
                  <a:pt x="125" y="367"/>
                </a:cubicBezTo>
                <a:cubicBezTo>
                  <a:pt x="124" y="368"/>
                  <a:pt x="123" y="369"/>
                  <a:pt x="122" y="370"/>
                </a:cubicBezTo>
                <a:cubicBezTo>
                  <a:pt x="121" y="371"/>
                  <a:pt x="120" y="372"/>
                  <a:pt x="118" y="373"/>
                </a:cubicBezTo>
                <a:cubicBezTo>
                  <a:pt x="116" y="374"/>
                  <a:pt x="111" y="376"/>
                  <a:pt x="110" y="379"/>
                </a:cubicBezTo>
                <a:cubicBezTo>
                  <a:pt x="112" y="379"/>
                  <a:pt x="114" y="377"/>
                  <a:pt x="116" y="376"/>
                </a:cubicBezTo>
                <a:cubicBezTo>
                  <a:pt x="119" y="375"/>
                  <a:pt x="120" y="378"/>
                  <a:pt x="118" y="380"/>
                </a:cubicBezTo>
                <a:cubicBezTo>
                  <a:pt x="117" y="382"/>
                  <a:pt x="115" y="383"/>
                  <a:pt x="114" y="384"/>
                </a:cubicBezTo>
                <a:cubicBezTo>
                  <a:pt x="112" y="385"/>
                  <a:pt x="112" y="386"/>
                  <a:pt x="111" y="387"/>
                </a:cubicBezTo>
                <a:cubicBezTo>
                  <a:pt x="109" y="389"/>
                  <a:pt x="104" y="390"/>
                  <a:pt x="101" y="392"/>
                </a:cubicBezTo>
                <a:cubicBezTo>
                  <a:pt x="99" y="393"/>
                  <a:pt x="99" y="392"/>
                  <a:pt x="98" y="390"/>
                </a:cubicBezTo>
                <a:cubicBezTo>
                  <a:pt x="97" y="389"/>
                  <a:pt x="95" y="388"/>
                  <a:pt x="95" y="386"/>
                </a:cubicBezTo>
                <a:cubicBezTo>
                  <a:pt x="95" y="384"/>
                  <a:pt x="102" y="383"/>
                  <a:pt x="101" y="381"/>
                </a:cubicBezTo>
                <a:cubicBezTo>
                  <a:pt x="100" y="379"/>
                  <a:pt x="95" y="384"/>
                  <a:pt x="93" y="384"/>
                </a:cubicBezTo>
                <a:cubicBezTo>
                  <a:pt x="92" y="385"/>
                  <a:pt x="91" y="386"/>
                  <a:pt x="91" y="384"/>
                </a:cubicBezTo>
                <a:cubicBezTo>
                  <a:pt x="91" y="382"/>
                  <a:pt x="93" y="382"/>
                  <a:pt x="94" y="381"/>
                </a:cubicBezTo>
                <a:cubicBezTo>
                  <a:pt x="93" y="381"/>
                  <a:pt x="91" y="381"/>
                  <a:pt x="90" y="380"/>
                </a:cubicBezTo>
                <a:cubicBezTo>
                  <a:pt x="92" y="378"/>
                  <a:pt x="94" y="378"/>
                  <a:pt x="97" y="377"/>
                </a:cubicBezTo>
                <a:cubicBezTo>
                  <a:pt x="98" y="376"/>
                  <a:pt x="99" y="375"/>
                  <a:pt x="100" y="374"/>
                </a:cubicBezTo>
                <a:cubicBezTo>
                  <a:pt x="100" y="374"/>
                  <a:pt x="102" y="374"/>
                  <a:pt x="103" y="373"/>
                </a:cubicBezTo>
                <a:cubicBezTo>
                  <a:pt x="101" y="371"/>
                  <a:pt x="100" y="371"/>
                  <a:pt x="99" y="368"/>
                </a:cubicBezTo>
                <a:cubicBezTo>
                  <a:pt x="99" y="366"/>
                  <a:pt x="101" y="365"/>
                  <a:pt x="102" y="367"/>
                </a:cubicBezTo>
                <a:cubicBezTo>
                  <a:pt x="103" y="367"/>
                  <a:pt x="103" y="365"/>
                  <a:pt x="103" y="365"/>
                </a:cubicBezTo>
                <a:cubicBezTo>
                  <a:pt x="104" y="364"/>
                  <a:pt x="103" y="363"/>
                  <a:pt x="103" y="362"/>
                </a:cubicBezTo>
                <a:cubicBezTo>
                  <a:pt x="104" y="359"/>
                  <a:pt x="106" y="362"/>
                  <a:pt x="107" y="360"/>
                </a:cubicBezTo>
                <a:cubicBezTo>
                  <a:pt x="107" y="359"/>
                  <a:pt x="105" y="359"/>
                  <a:pt x="106" y="358"/>
                </a:cubicBezTo>
                <a:cubicBezTo>
                  <a:pt x="107" y="358"/>
                  <a:pt x="108" y="358"/>
                  <a:pt x="109" y="358"/>
                </a:cubicBezTo>
                <a:cubicBezTo>
                  <a:pt x="109" y="357"/>
                  <a:pt x="108" y="356"/>
                  <a:pt x="109" y="356"/>
                </a:cubicBezTo>
                <a:cubicBezTo>
                  <a:pt x="109" y="355"/>
                  <a:pt x="110" y="355"/>
                  <a:pt x="111" y="355"/>
                </a:cubicBezTo>
                <a:cubicBezTo>
                  <a:pt x="111" y="354"/>
                  <a:pt x="112" y="354"/>
                  <a:pt x="112" y="353"/>
                </a:cubicBezTo>
                <a:cubicBezTo>
                  <a:pt x="110" y="353"/>
                  <a:pt x="109" y="352"/>
                  <a:pt x="108" y="352"/>
                </a:cubicBezTo>
                <a:cubicBezTo>
                  <a:pt x="108" y="350"/>
                  <a:pt x="109" y="351"/>
                  <a:pt x="110" y="351"/>
                </a:cubicBezTo>
                <a:cubicBezTo>
                  <a:pt x="112" y="352"/>
                  <a:pt x="111" y="353"/>
                  <a:pt x="114" y="352"/>
                </a:cubicBezTo>
                <a:cubicBezTo>
                  <a:pt x="115" y="354"/>
                  <a:pt x="118" y="353"/>
                  <a:pt x="115" y="351"/>
                </a:cubicBezTo>
                <a:cubicBezTo>
                  <a:pt x="115" y="351"/>
                  <a:pt x="113" y="351"/>
                  <a:pt x="113" y="350"/>
                </a:cubicBezTo>
                <a:cubicBezTo>
                  <a:pt x="113" y="349"/>
                  <a:pt x="116" y="350"/>
                  <a:pt x="116" y="350"/>
                </a:cubicBezTo>
                <a:cubicBezTo>
                  <a:pt x="117" y="348"/>
                  <a:pt x="118" y="348"/>
                  <a:pt x="119" y="347"/>
                </a:cubicBezTo>
                <a:cubicBezTo>
                  <a:pt x="119" y="346"/>
                  <a:pt x="117" y="345"/>
                  <a:pt x="118" y="344"/>
                </a:cubicBezTo>
                <a:cubicBezTo>
                  <a:pt x="118" y="344"/>
                  <a:pt x="120" y="343"/>
                  <a:pt x="120" y="344"/>
                </a:cubicBezTo>
                <a:cubicBezTo>
                  <a:pt x="121" y="344"/>
                  <a:pt x="121" y="346"/>
                  <a:pt x="121" y="347"/>
                </a:cubicBezTo>
                <a:cubicBezTo>
                  <a:pt x="121" y="347"/>
                  <a:pt x="122" y="347"/>
                  <a:pt x="122" y="348"/>
                </a:cubicBezTo>
                <a:cubicBezTo>
                  <a:pt x="122" y="349"/>
                  <a:pt x="122" y="350"/>
                  <a:pt x="122" y="350"/>
                </a:cubicBezTo>
                <a:cubicBezTo>
                  <a:pt x="123" y="352"/>
                  <a:pt x="124" y="350"/>
                  <a:pt x="126" y="351"/>
                </a:cubicBezTo>
                <a:cubicBezTo>
                  <a:pt x="126" y="352"/>
                  <a:pt x="124" y="354"/>
                  <a:pt x="125" y="355"/>
                </a:cubicBezTo>
                <a:cubicBezTo>
                  <a:pt x="125" y="357"/>
                  <a:pt x="127" y="352"/>
                  <a:pt x="127" y="352"/>
                </a:cubicBezTo>
                <a:cubicBezTo>
                  <a:pt x="127" y="352"/>
                  <a:pt x="127" y="351"/>
                  <a:pt x="127" y="350"/>
                </a:cubicBezTo>
                <a:cubicBezTo>
                  <a:pt x="128" y="350"/>
                  <a:pt x="129" y="351"/>
                  <a:pt x="130" y="350"/>
                </a:cubicBezTo>
                <a:cubicBezTo>
                  <a:pt x="131" y="349"/>
                  <a:pt x="130" y="349"/>
                  <a:pt x="128" y="348"/>
                </a:cubicBezTo>
                <a:cubicBezTo>
                  <a:pt x="129" y="347"/>
                  <a:pt x="134" y="345"/>
                  <a:pt x="133" y="344"/>
                </a:cubicBezTo>
                <a:cubicBezTo>
                  <a:pt x="133" y="343"/>
                  <a:pt x="130" y="344"/>
                  <a:pt x="131" y="342"/>
                </a:cubicBezTo>
                <a:cubicBezTo>
                  <a:pt x="130" y="342"/>
                  <a:pt x="129" y="344"/>
                  <a:pt x="129" y="344"/>
                </a:cubicBezTo>
                <a:cubicBezTo>
                  <a:pt x="129" y="344"/>
                  <a:pt x="129" y="343"/>
                  <a:pt x="129" y="343"/>
                </a:cubicBezTo>
                <a:cubicBezTo>
                  <a:pt x="128" y="342"/>
                  <a:pt x="128" y="342"/>
                  <a:pt x="127" y="342"/>
                </a:cubicBezTo>
                <a:cubicBezTo>
                  <a:pt x="127" y="341"/>
                  <a:pt x="127" y="340"/>
                  <a:pt x="127" y="339"/>
                </a:cubicBezTo>
                <a:cubicBezTo>
                  <a:pt x="128" y="337"/>
                  <a:pt x="127" y="338"/>
                  <a:pt x="128" y="338"/>
                </a:cubicBezTo>
                <a:cubicBezTo>
                  <a:pt x="129" y="337"/>
                  <a:pt x="131" y="337"/>
                  <a:pt x="131" y="337"/>
                </a:cubicBezTo>
                <a:cubicBezTo>
                  <a:pt x="131" y="336"/>
                  <a:pt x="131" y="335"/>
                  <a:pt x="131" y="335"/>
                </a:cubicBezTo>
                <a:cubicBezTo>
                  <a:pt x="132" y="335"/>
                  <a:pt x="136" y="336"/>
                  <a:pt x="135" y="333"/>
                </a:cubicBezTo>
                <a:cubicBezTo>
                  <a:pt x="134" y="332"/>
                  <a:pt x="132" y="333"/>
                  <a:pt x="134" y="332"/>
                </a:cubicBezTo>
                <a:cubicBezTo>
                  <a:pt x="133" y="330"/>
                  <a:pt x="133" y="330"/>
                  <a:pt x="131" y="329"/>
                </a:cubicBezTo>
                <a:cubicBezTo>
                  <a:pt x="131" y="326"/>
                  <a:pt x="133" y="328"/>
                  <a:pt x="135" y="326"/>
                </a:cubicBezTo>
                <a:cubicBezTo>
                  <a:pt x="135" y="326"/>
                  <a:pt x="135" y="325"/>
                  <a:pt x="136" y="324"/>
                </a:cubicBezTo>
                <a:cubicBezTo>
                  <a:pt x="136" y="323"/>
                  <a:pt x="138" y="322"/>
                  <a:pt x="139" y="321"/>
                </a:cubicBezTo>
                <a:cubicBezTo>
                  <a:pt x="139" y="324"/>
                  <a:pt x="142" y="323"/>
                  <a:pt x="143" y="322"/>
                </a:cubicBezTo>
                <a:cubicBezTo>
                  <a:pt x="144" y="321"/>
                  <a:pt x="146" y="321"/>
                  <a:pt x="147" y="321"/>
                </a:cubicBezTo>
                <a:cubicBezTo>
                  <a:pt x="149" y="321"/>
                  <a:pt x="150" y="320"/>
                  <a:pt x="151" y="319"/>
                </a:cubicBezTo>
                <a:cubicBezTo>
                  <a:pt x="153" y="317"/>
                  <a:pt x="156" y="313"/>
                  <a:pt x="157" y="310"/>
                </a:cubicBezTo>
                <a:cubicBezTo>
                  <a:pt x="154" y="309"/>
                  <a:pt x="152" y="313"/>
                  <a:pt x="151" y="315"/>
                </a:cubicBezTo>
                <a:cubicBezTo>
                  <a:pt x="149" y="317"/>
                  <a:pt x="149" y="319"/>
                  <a:pt x="145" y="318"/>
                </a:cubicBezTo>
                <a:cubicBezTo>
                  <a:pt x="146" y="318"/>
                  <a:pt x="145" y="317"/>
                  <a:pt x="145" y="317"/>
                </a:cubicBezTo>
                <a:cubicBezTo>
                  <a:pt x="146" y="316"/>
                  <a:pt x="147" y="317"/>
                  <a:pt x="147" y="316"/>
                </a:cubicBezTo>
                <a:cubicBezTo>
                  <a:pt x="148" y="316"/>
                  <a:pt x="147" y="314"/>
                  <a:pt x="146" y="314"/>
                </a:cubicBezTo>
                <a:cubicBezTo>
                  <a:pt x="146" y="313"/>
                  <a:pt x="145" y="314"/>
                  <a:pt x="145" y="313"/>
                </a:cubicBezTo>
                <a:cubicBezTo>
                  <a:pt x="145" y="313"/>
                  <a:pt x="146" y="312"/>
                  <a:pt x="146" y="312"/>
                </a:cubicBezTo>
                <a:cubicBezTo>
                  <a:pt x="146" y="311"/>
                  <a:pt x="147" y="309"/>
                  <a:pt x="148" y="308"/>
                </a:cubicBezTo>
                <a:cubicBezTo>
                  <a:pt x="148" y="307"/>
                  <a:pt x="148" y="306"/>
                  <a:pt x="149" y="305"/>
                </a:cubicBezTo>
                <a:cubicBezTo>
                  <a:pt x="150" y="304"/>
                  <a:pt x="151" y="305"/>
                  <a:pt x="151" y="303"/>
                </a:cubicBezTo>
                <a:cubicBezTo>
                  <a:pt x="151" y="302"/>
                  <a:pt x="151" y="298"/>
                  <a:pt x="150" y="298"/>
                </a:cubicBezTo>
                <a:cubicBezTo>
                  <a:pt x="149" y="297"/>
                  <a:pt x="148" y="299"/>
                  <a:pt x="147" y="300"/>
                </a:cubicBezTo>
                <a:cubicBezTo>
                  <a:pt x="146" y="299"/>
                  <a:pt x="145" y="296"/>
                  <a:pt x="146" y="295"/>
                </a:cubicBezTo>
                <a:cubicBezTo>
                  <a:pt x="146" y="294"/>
                  <a:pt x="148" y="291"/>
                  <a:pt x="149" y="291"/>
                </a:cubicBezTo>
                <a:cubicBezTo>
                  <a:pt x="149" y="292"/>
                  <a:pt x="150" y="295"/>
                  <a:pt x="151" y="295"/>
                </a:cubicBezTo>
                <a:cubicBezTo>
                  <a:pt x="154" y="297"/>
                  <a:pt x="153" y="294"/>
                  <a:pt x="152" y="293"/>
                </a:cubicBezTo>
                <a:cubicBezTo>
                  <a:pt x="152" y="292"/>
                  <a:pt x="149" y="291"/>
                  <a:pt x="150" y="289"/>
                </a:cubicBezTo>
                <a:cubicBezTo>
                  <a:pt x="150" y="289"/>
                  <a:pt x="151" y="289"/>
                  <a:pt x="152" y="289"/>
                </a:cubicBezTo>
                <a:cubicBezTo>
                  <a:pt x="153" y="287"/>
                  <a:pt x="152" y="287"/>
                  <a:pt x="151" y="286"/>
                </a:cubicBezTo>
                <a:cubicBezTo>
                  <a:pt x="151" y="284"/>
                  <a:pt x="152" y="282"/>
                  <a:pt x="154" y="281"/>
                </a:cubicBezTo>
                <a:cubicBezTo>
                  <a:pt x="156" y="279"/>
                  <a:pt x="157" y="282"/>
                  <a:pt x="159" y="282"/>
                </a:cubicBezTo>
                <a:cubicBezTo>
                  <a:pt x="159" y="284"/>
                  <a:pt x="161" y="284"/>
                  <a:pt x="162" y="285"/>
                </a:cubicBezTo>
                <a:cubicBezTo>
                  <a:pt x="162" y="283"/>
                  <a:pt x="161" y="281"/>
                  <a:pt x="159" y="280"/>
                </a:cubicBezTo>
                <a:cubicBezTo>
                  <a:pt x="158" y="279"/>
                  <a:pt x="157" y="278"/>
                  <a:pt x="158" y="276"/>
                </a:cubicBezTo>
                <a:cubicBezTo>
                  <a:pt x="157" y="275"/>
                  <a:pt x="154" y="276"/>
                  <a:pt x="153" y="275"/>
                </a:cubicBezTo>
                <a:cubicBezTo>
                  <a:pt x="152" y="274"/>
                  <a:pt x="154" y="272"/>
                  <a:pt x="155" y="272"/>
                </a:cubicBezTo>
                <a:cubicBezTo>
                  <a:pt x="157" y="271"/>
                  <a:pt x="159" y="272"/>
                  <a:pt x="161" y="271"/>
                </a:cubicBezTo>
                <a:cubicBezTo>
                  <a:pt x="162" y="270"/>
                  <a:pt x="164" y="268"/>
                  <a:pt x="165" y="267"/>
                </a:cubicBezTo>
                <a:cubicBezTo>
                  <a:pt x="166" y="267"/>
                  <a:pt x="167" y="267"/>
                  <a:pt x="168" y="267"/>
                </a:cubicBezTo>
                <a:cubicBezTo>
                  <a:pt x="168" y="268"/>
                  <a:pt x="167" y="268"/>
                  <a:pt x="167" y="269"/>
                </a:cubicBezTo>
                <a:cubicBezTo>
                  <a:pt x="167" y="269"/>
                  <a:pt x="168" y="269"/>
                  <a:pt x="168" y="270"/>
                </a:cubicBezTo>
                <a:cubicBezTo>
                  <a:pt x="168" y="270"/>
                  <a:pt x="168" y="271"/>
                  <a:pt x="168" y="272"/>
                </a:cubicBezTo>
                <a:cubicBezTo>
                  <a:pt x="168" y="276"/>
                  <a:pt x="170" y="270"/>
                  <a:pt x="172" y="270"/>
                </a:cubicBezTo>
                <a:cubicBezTo>
                  <a:pt x="172" y="269"/>
                  <a:pt x="171" y="269"/>
                  <a:pt x="171" y="267"/>
                </a:cubicBezTo>
                <a:cubicBezTo>
                  <a:pt x="171" y="266"/>
                  <a:pt x="172" y="266"/>
                  <a:pt x="173" y="266"/>
                </a:cubicBezTo>
                <a:cubicBezTo>
                  <a:pt x="174" y="267"/>
                  <a:pt x="173" y="268"/>
                  <a:pt x="175" y="267"/>
                </a:cubicBezTo>
                <a:cubicBezTo>
                  <a:pt x="176" y="267"/>
                  <a:pt x="177" y="266"/>
                  <a:pt x="178" y="266"/>
                </a:cubicBezTo>
                <a:cubicBezTo>
                  <a:pt x="179" y="265"/>
                  <a:pt x="180" y="265"/>
                  <a:pt x="180" y="264"/>
                </a:cubicBezTo>
                <a:cubicBezTo>
                  <a:pt x="181" y="263"/>
                  <a:pt x="181" y="262"/>
                  <a:pt x="179" y="262"/>
                </a:cubicBezTo>
                <a:cubicBezTo>
                  <a:pt x="178" y="262"/>
                  <a:pt x="178" y="264"/>
                  <a:pt x="177" y="265"/>
                </a:cubicBezTo>
                <a:cubicBezTo>
                  <a:pt x="176" y="265"/>
                  <a:pt x="175" y="265"/>
                  <a:pt x="174" y="265"/>
                </a:cubicBezTo>
                <a:cubicBezTo>
                  <a:pt x="174" y="262"/>
                  <a:pt x="171" y="265"/>
                  <a:pt x="170" y="265"/>
                </a:cubicBezTo>
                <a:cubicBezTo>
                  <a:pt x="170" y="264"/>
                  <a:pt x="166" y="260"/>
                  <a:pt x="165" y="260"/>
                </a:cubicBezTo>
                <a:cubicBezTo>
                  <a:pt x="163" y="261"/>
                  <a:pt x="164" y="264"/>
                  <a:pt x="161" y="264"/>
                </a:cubicBezTo>
                <a:cubicBezTo>
                  <a:pt x="161" y="261"/>
                  <a:pt x="161" y="263"/>
                  <a:pt x="159" y="262"/>
                </a:cubicBezTo>
                <a:cubicBezTo>
                  <a:pt x="158" y="262"/>
                  <a:pt x="159" y="261"/>
                  <a:pt x="160" y="260"/>
                </a:cubicBezTo>
                <a:cubicBezTo>
                  <a:pt x="163" y="257"/>
                  <a:pt x="161" y="255"/>
                  <a:pt x="158" y="253"/>
                </a:cubicBezTo>
                <a:cubicBezTo>
                  <a:pt x="159" y="252"/>
                  <a:pt x="161" y="251"/>
                  <a:pt x="162" y="252"/>
                </a:cubicBezTo>
                <a:cubicBezTo>
                  <a:pt x="164" y="254"/>
                  <a:pt x="162" y="255"/>
                  <a:pt x="165" y="255"/>
                </a:cubicBezTo>
                <a:cubicBezTo>
                  <a:pt x="165" y="254"/>
                  <a:pt x="163" y="253"/>
                  <a:pt x="165" y="252"/>
                </a:cubicBezTo>
                <a:cubicBezTo>
                  <a:pt x="167" y="251"/>
                  <a:pt x="169" y="252"/>
                  <a:pt x="171" y="253"/>
                </a:cubicBezTo>
                <a:cubicBezTo>
                  <a:pt x="170" y="252"/>
                  <a:pt x="168" y="251"/>
                  <a:pt x="168" y="250"/>
                </a:cubicBezTo>
                <a:cubicBezTo>
                  <a:pt x="169" y="248"/>
                  <a:pt x="172" y="249"/>
                  <a:pt x="173" y="249"/>
                </a:cubicBezTo>
                <a:cubicBezTo>
                  <a:pt x="170" y="246"/>
                  <a:pt x="165" y="251"/>
                  <a:pt x="163" y="251"/>
                </a:cubicBezTo>
                <a:cubicBezTo>
                  <a:pt x="162" y="250"/>
                  <a:pt x="164" y="249"/>
                  <a:pt x="164" y="248"/>
                </a:cubicBezTo>
                <a:cubicBezTo>
                  <a:pt x="165" y="248"/>
                  <a:pt x="165" y="247"/>
                  <a:pt x="166" y="247"/>
                </a:cubicBezTo>
                <a:cubicBezTo>
                  <a:pt x="166" y="247"/>
                  <a:pt x="168" y="246"/>
                  <a:pt x="168" y="246"/>
                </a:cubicBezTo>
                <a:cubicBezTo>
                  <a:pt x="169" y="245"/>
                  <a:pt x="164" y="243"/>
                  <a:pt x="163" y="243"/>
                </a:cubicBezTo>
                <a:cubicBezTo>
                  <a:pt x="163" y="242"/>
                  <a:pt x="167" y="243"/>
                  <a:pt x="168" y="243"/>
                </a:cubicBezTo>
                <a:cubicBezTo>
                  <a:pt x="169" y="244"/>
                  <a:pt x="170" y="244"/>
                  <a:pt x="172" y="244"/>
                </a:cubicBezTo>
                <a:cubicBezTo>
                  <a:pt x="172" y="244"/>
                  <a:pt x="173" y="243"/>
                  <a:pt x="173" y="243"/>
                </a:cubicBezTo>
                <a:cubicBezTo>
                  <a:pt x="174" y="243"/>
                  <a:pt x="175" y="243"/>
                  <a:pt x="176" y="243"/>
                </a:cubicBezTo>
                <a:cubicBezTo>
                  <a:pt x="175" y="240"/>
                  <a:pt x="171" y="243"/>
                  <a:pt x="172" y="239"/>
                </a:cubicBezTo>
                <a:cubicBezTo>
                  <a:pt x="171" y="239"/>
                  <a:pt x="169" y="240"/>
                  <a:pt x="169" y="239"/>
                </a:cubicBezTo>
                <a:cubicBezTo>
                  <a:pt x="169" y="238"/>
                  <a:pt x="170" y="238"/>
                  <a:pt x="171" y="238"/>
                </a:cubicBezTo>
                <a:cubicBezTo>
                  <a:pt x="172" y="239"/>
                  <a:pt x="175" y="240"/>
                  <a:pt x="174" y="239"/>
                </a:cubicBezTo>
                <a:cubicBezTo>
                  <a:pt x="174" y="238"/>
                  <a:pt x="172" y="237"/>
                  <a:pt x="172" y="236"/>
                </a:cubicBezTo>
                <a:cubicBezTo>
                  <a:pt x="171" y="234"/>
                  <a:pt x="170" y="234"/>
                  <a:pt x="168" y="233"/>
                </a:cubicBezTo>
                <a:cubicBezTo>
                  <a:pt x="169" y="231"/>
                  <a:pt x="172" y="232"/>
                  <a:pt x="173" y="231"/>
                </a:cubicBezTo>
                <a:cubicBezTo>
                  <a:pt x="173" y="231"/>
                  <a:pt x="174" y="231"/>
                  <a:pt x="174" y="231"/>
                </a:cubicBezTo>
                <a:cubicBezTo>
                  <a:pt x="174" y="230"/>
                  <a:pt x="175" y="230"/>
                  <a:pt x="175" y="230"/>
                </a:cubicBezTo>
                <a:cubicBezTo>
                  <a:pt x="176" y="230"/>
                  <a:pt x="176" y="229"/>
                  <a:pt x="177" y="228"/>
                </a:cubicBezTo>
                <a:cubicBezTo>
                  <a:pt x="177" y="229"/>
                  <a:pt x="175" y="232"/>
                  <a:pt x="177" y="232"/>
                </a:cubicBezTo>
                <a:cubicBezTo>
                  <a:pt x="179" y="231"/>
                  <a:pt x="177" y="228"/>
                  <a:pt x="178" y="227"/>
                </a:cubicBezTo>
                <a:cubicBezTo>
                  <a:pt x="180" y="227"/>
                  <a:pt x="179" y="230"/>
                  <a:pt x="180" y="230"/>
                </a:cubicBezTo>
                <a:cubicBezTo>
                  <a:pt x="181" y="231"/>
                  <a:pt x="183" y="228"/>
                  <a:pt x="183" y="227"/>
                </a:cubicBezTo>
                <a:cubicBezTo>
                  <a:pt x="185" y="226"/>
                  <a:pt x="187" y="227"/>
                  <a:pt x="189" y="228"/>
                </a:cubicBezTo>
                <a:cubicBezTo>
                  <a:pt x="190" y="225"/>
                  <a:pt x="184" y="226"/>
                  <a:pt x="184" y="224"/>
                </a:cubicBezTo>
                <a:cubicBezTo>
                  <a:pt x="184" y="224"/>
                  <a:pt x="184" y="223"/>
                  <a:pt x="185" y="223"/>
                </a:cubicBezTo>
                <a:cubicBezTo>
                  <a:pt x="185" y="222"/>
                  <a:pt x="185" y="221"/>
                  <a:pt x="186" y="221"/>
                </a:cubicBezTo>
                <a:cubicBezTo>
                  <a:pt x="186" y="223"/>
                  <a:pt x="186" y="222"/>
                  <a:pt x="188" y="222"/>
                </a:cubicBezTo>
                <a:cubicBezTo>
                  <a:pt x="189" y="221"/>
                  <a:pt x="189" y="221"/>
                  <a:pt x="190" y="221"/>
                </a:cubicBezTo>
                <a:cubicBezTo>
                  <a:pt x="191" y="221"/>
                  <a:pt x="191" y="223"/>
                  <a:pt x="192" y="222"/>
                </a:cubicBezTo>
                <a:cubicBezTo>
                  <a:pt x="192" y="221"/>
                  <a:pt x="191" y="221"/>
                  <a:pt x="191" y="220"/>
                </a:cubicBezTo>
                <a:cubicBezTo>
                  <a:pt x="191" y="219"/>
                  <a:pt x="192" y="219"/>
                  <a:pt x="193" y="219"/>
                </a:cubicBezTo>
                <a:cubicBezTo>
                  <a:pt x="196" y="218"/>
                  <a:pt x="195" y="220"/>
                  <a:pt x="195" y="222"/>
                </a:cubicBezTo>
                <a:cubicBezTo>
                  <a:pt x="197" y="225"/>
                  <a:pt x="196" y="221"/>
                  <a:pt x="197" y="220"/>
                </a:cubicBezTo>
                <a:cubicBezTo>
                  <a:pt x="198" y="218"/>
                  <a:pt x="200" y="219"/>
                  <a:pt x="202" y="219"/>
                </a:cubicBezTo>
                <a:cubicBezTo>
                  <a:pt x="202" y="220"/>
                  <a:pt x="204" y="220"/>
                  <a:pt x="204" y="220"/>
                </a:cubicBezTo>
                <a:cubicBezTo>
                  <a:pt x="204" y="221"/>
                  <a:pt x="203" y="225"/>
                  <a:pt x="205" y="225"/>
                </a:cubicBezTo>
                <a:cubicBezTo>
                  <a:pt x="206" y="225"/>
                  <a:pt x="206" y="224"/>
                  <a:pt x="206" y="223"/>
                </a:cubicBezTo>
                <a:cubicBezTo>
                  <a:pt x="207" y="222"/>
                  <a:pt x="207" y="221"/>
                  <a:pt x="206" y="221"/>
                </a:cubicBezTo>
                <a:cubicBezTo>
                  <a:pt x="206" y="220"/>
                  <a:pt x="205" y="220"/>
                  <a:pt x="205" y="219"/>
                </a:cubicBezTo>
                <a:cubicBezTo>
                  <a:pt x="205" y="218"/>
                  <a:pt x="207" y="219"/>
                  <a:pt x="208" y="219"/>
                </a:cubicBezTo>
                <a:cubicBezTo>
                  <a:pt x="209" y="220"/>
                  <a:pt x="213" y="221"/>
                  <a:pt x="210" y="219"/>
                </a:cubicBezTo>
                <a:cubicBezTo>
                  <a:pt x="207" y="217"/>
                  <a:pt x="203" y="217"/>
                  <a:pt x="200" y="217"/>
                </a:cubicBezTo>
                <a:cubicBezTo>
                  <a:pt x="200" y="215"/>
                  <a:pt x="200" y="215"/>
                  <a:pt x="201" y="213"/>
                </a:cubicBezTo>
                <a:cubicBezTo>
                  <a:pt x="199" y="213"/>
                  <a:pt x="198" y="214"/>
                  <a:pt x="197" y="215"/>
                </a:cubicBezTo>
                <a:cubicBezTo>
                  <a:pt x="196" y="215"/>
                  <a:pt x="195" y="215"/>
                  <a:pt x="194" y="215"/>
                </a:cubicBezTo>
                <a:cubicBezTo>
                  <a:pt x="193" y="216"/>
                  <a:pt x="192" y="218"/>
                  <a:pt x="190" y="218"/>
                </a:cubicBezTo>
                <a:cubicBezTo>
                  <a:pt x="190" y="217"/>
                  <a:pt x="191" y="217"/>
                  <a:pt x="191" y="216"/>
                </a:cubicBezTo>
                <a:cubicBezTo>
                  <a:pt x="190" y="215"/>
                  <a:pt x="187" y="217"/>
                  <a:pt x="185" y="216"/>
                </a:cubicBezTo>
                <a:cubicBezTo>
                  <a:pt x="186" y="215"/>
                  <a:pt x="187" y="213"/>
                  <a:pt x="188" y="211"/>
                </a:cubicBezTo>
                <a:cubicBezTo>
                  <a:pt x="189" y="210"/>
                  <a:pt x="189" y="208"/>
                  <a:pt x="191" y="207"/>
                </a:cubicBezTo>
                <a:cubicBezTo>
                  <a:pt x="193" y="207"/>
                  <a:pt x="192" y="209"/>
                  <a:pt x="194" y="209"/>
                </a:cubicBezTo>
                <a:cubicBezTo>
                  <a:pt x="195" y="210"/>
                  <a:pt x="198" y="208"/>
                  <a:pt x="199" y="207"/>
                </a:cubicBezTo>
                <a:cubicBezTo>
                  <a:pt x="197" y="206"/>
                  <a:pt x="197" y="207"/>
                  <a:pt x="198" y="206"/>
                </a:cubicBezTo>
                <a:cubicBezTo>
                  <a:pt x="198" y="205"/>
                  <a:pt x="200" y="204"/>
                  <a:pt x="200" y="204"/>
                </a:cubicBezTo>
                <a:cubicBezTo>
                  <a:pt x="200" y="205"/>
                  <a:pt x="200" y="207"/>
                  <a:pt x="201" y="207"/>
                </a:cubicBezTo>
                <a:cubicBezTo>
                  <a:pt x="202" y="207"/>
                  <a:pt x="202" y="205"/>
                  <a:pt x="202" y="205"/>
                </a:cubicBezTo>
                <a:cubicBezTo>
                  <a:pt x="203" y="204"/>
                  <a:pt x="206" y="205"/>
                  <a:pt x="206" y="205"/>
                </a:cubicBezTo>
                <a:cubicBezTo>
                  <a:pt x="207" y="206"/>
                  <a:pt x="207" y="208"/>
                  <a:pt x="207" y="209"/>
                </a:cubicBezTo>
                <a:cubicBezTo>
                  <a:pt x="207" y="210"/>
                  <a:pt x="211" y="217"/>
                  <a:pt x="211" y="213"/>
                </a:cubicBezTo>
                <a:cubicBezTo>
                  <a:pt x="211" y="212"/>
                  <a:pt x="210" y="211"/>
                  <a:pt x="209" y="210"/>
                </a:cubicBezTo>
                <a:cubicBezTo>
                  <a:pt x="208" y="209"/>
                  <a:pt x="208" y="207"/>
                  <a:pt x="208" y="206"/>
                </a:cubicBezTo>
                <a:cubicBezTo>
                  <a:pt x="208" y="205"/>
                  <a:pt x="209" y="203"/>
                  <a:pt x="210" y="203"/>
                </a:cubicBezTo>
                <a:cubicBezTo>
                  <a:pt x="211" y="202"/>
                  <a:pt x="213" y="202"/>
                  <a:pt x="213" y="202"/>
                </a:cubicBezTo>
                <a:cubicBezTo>
                  <a:pt x="214" y="201"/>
                  <a:pt x="214" y="200"/>
                  <a:pt x="213" y="200"/>
                </a:cubicBezTo>
                <a:cubicBezTo>
                  <a:pt x="212" y="199"/>
                  <a:pt x="210" y="200"/>
                  <a:pt x="210" y="201"/>
                </a:cubicBezTo>
                <a:cubicBezTo>
                  <a:pt x="209" y="202"/>
                  <a:pt x="208" y="203"/>
                  <a:pt x="207" y="203"/>
                </a:cubicBezTo>
                <a:cubicBezTo>
                  <a:pt x="206" y="203"/>
                  <a:pt x="203" y="202"/>
                  <a:pt x="203" y="202"/>
                </a:cubicBezTo>
                <a:cubicBezTo>
                  <a:pt x="202" y="201"/>
                  <a:pt x="201" y="200"/>
                  <a:pt x="202" y="199"/>
                </a:cubicBezTo>
                <a:cubicBezTo>
                  <a:pt x="203" y="199"/>
                  <a:pt x="204" y="200"/>
                  <a:pt x="205" y="200"/>
                </a:cubicBezTo>
                <a:cubicBezTo>
                  <a:pt x="205" y="200"/>
                  <a:pt x="205" y="198"/>
                  <a:pt x="205" y="198"/>
                </a:cubicBezTo>
                <a:cubicBezTo>
                  <a:pt x="204" y="196"/>
                  <a:pt x="205" y="198"/>
                  <a:pt x="204" y="198"/>
                </a:cubicBezTo>
                <a:cubicBezTo>
                  <a:pt x="203" y="198"/>
                  <a:pt x="203" y="197"/>
                  <a:pt x="202" y="197"/>
                </a:cubicBezTo>
                <a:cubicBezTo>
                  <a:pt x="201" y="197"/>
                  <a:pt x="201" y="197"/>
                  <a:pt x="200" y="197"/>
                </a:cubicBezTo>
                <a:cubicBezTo>
                  <a:pt x="200" y="196"/>
                  <a:pt x="202" y="195"/>
                  <a:pt x="202" y="195"/>
                </a:cubicBezTo>
                <a:cubicBezTo>
                  <a:pt x="202" y="195"/>
                  <a:pt x="203" y="193"/>
                  <a:pt x="203" y="193"/>
                </a:cubicBezTo>
                <a:cubicBezTo>
                  <a:pt x="204" y="192"/>
                  <a:pt x="204" y="193"/>
                  <a:pt x="205" y="194"/>
                </a:cubicBezTo>
                <a:cubicBezTo>
                  <a:pt x="205" y="194"/>
                  <a:pt x="206" y="194"/>
                  <a:pt x="207" y="194"/>
                </a:cubicBezTo>
                <a:cubicBezTo>
                  <a:pt x="207" y="194"/>
                  <a:pt x="209" y="195"/>
                  <a:pt x="209" y="193"/>
                </a:cubicBezTo>
                <a:cubicBezTo>
                  <a:pt x="209" y="193"/>
                  <a:pt x="207" y="193"/>
                  <a:pt x="207" y="192"/>
                </a:cubicBezTo>
                <a:cubicBezTo>
                  <a:pt x="206" y="191"/>
                  <a:pt x="207" y="191"/>
                  <a:pt x="208" y="191"/>
                </a:cubicBezTo>
                <a:cubicBezTo>
                  <a:pt x="209" y="192"/>
                  <a:pt x="210" y="193"/>
                  <a:pt x="211" y="194"/>
                </a:cubicBezTo>
                <a:cubicBezTo>
                  <a:pt x="212" y="194"/>
                  <a:pt x="213" y="195"/>
                  <a:pt x="213" y="194"/>
                </a:cubicBezTo>
                <a:cubicBezTo>
                  <a:pt x="213" y="193"/>
                  <a:pt x="211" y="191"/>
                  <a:pt x="211" y="191"/>
                </a:cubicBezTo>
                <a:cubicBezTo>
                  <a:pt x="209" y="189"/>
                  <a:pt x="206" y="187"/>
                  <a:pt x="204" y="189"/>
                </a:cubicBezTo>
                <a:cubicBezTo>
                  <a:pt x="201" y="191"/>
                  <a:pt x="199" y="194"/>
                  <a:pt x="195" y="196"/>
                </a:cubicBezTo>
                <a:cubicBezTo>
                  <a:pt x="194" y="196"/>
                  <a:pt x="192" y="197"/>
                  <a:pt x="192" y="195"/>
                </a:cubicBezTo>
                <a:cubicBezTo>
                  <a:pt x="192" y="194"/>
                  <a:pt x="194" y="194"/>
                  <a:pt x="194" y="194"/>
                </a:cubicBezTo>
                <a:cubicBezTo>
                  <a:pt x="194" y="193"/>
                  <a:pt x="194" y="192"/>
                  <a:pt x="193" y="192"/>
                </a:cubicBezTo>
                <a:cubicBezTo>
                  <a:pt x="194" y="190"/>
                  <a:pt x="197" y="192"/>
                  <a:pt x="198" y="191"/>
                </a:cubicBezTo>
                <a:cubicBezTo>
                  <a:pt x="198" y="190"/>
                  <a:pt x="198" y="190"/>
                  <a:pt x="198" y="189"/>
                </a:cubicBezTo>
                <a:cubicBezTo>
                  <a:pt x="197" y="189"/>
                  <a:pt x="190" y="189"/>
                  <a:pt x="193" y="187"/>
                </a:cubicBezTo>
                <a:cubicBezTo>
                  <a:pt x="194" y="187"/>
                  <a:pt x="197" y="187"/>
                  <a:pt x="198" y="186"/>
                </a:cubicBezTo>
                <a:cubicBezTo>
                  <a:pt x="199" y="186"/>
                  <a:pt x="198" y="185"/>
                  <a:pt x="198" y="185"/>
                </a:cubicBezTo>
                <a:cubicBezTo>
                  <a:pt x="199" y="185"/>
                  <a:pt x="199" y="184"/>
                  <a:pt x="200" y="184"/>
                </a:cubicBezTo>
                <a:cubicBezTo>
                  <a:pt x="201" y="185"/>
                  <a:pt x="200" y="186"/>
                  <a:pt x="201" y="186"/>
                </a:cubicBezTo>
                <a:cubicBezTo>
                  <a:pt x="202" y="186"/>
                  <a:pt x="203" y="185"/>
                  <a:pt x="203" y="185"/>
                </a:cubicBezTo>
                <a:cubicBezTo>
                  <a:pt x="204" y="184"/>
                  <a:pt x="206" y="182"/>
                  <a:pt x="207" y="182"/>
                </a:cubicBezTo>
                <a:cubicBezTo>
                  <a:pt x="207" y="183"/>
                  <a:pt x="206" y="184"/>
                  <a:pt x="207" y="185"/>
                </a:cubicBezTo>
                <a:cubicBezTo>
                  <a:pt x="208" y="185"/>
                  <a:pt x="209" y="182"/>
                  <a:pt x="210" y="181"/>
                </a:cubicBezTo>
                <a:cubicBezTo>
                  <a:pt x="210" y="181"/>
                  <a:pt x="212" y="180"/>
                  <a:pt x="212" y="180"/>
                </a:cubicBezTo>
                <a:cubicBezTo>
                  <a:pt x="213" y="181"/>
                  <a:pt x="212" y="182"/>
                  <a:pt x="213" y="182"/>
                </a:cubicBezTo>
                <a:cubicBezTo>
                  <a:pt x="215" y="184"/>
                  <a:pt x="215" y="176"/>
                  <a:pt x="219" y="178"/>
                </a:cubicBezTo>
                <a:cubicBezTo>
                  <a:pt x="220" y="182"/>
                  <a:pt x="222" y="186"/>
                  <a:pt x="226" y="188"/>
                </a:cubicBezTo>
                <a:cubicBezTo>
                  <a:pt x="226" y="186"/>
                  <a:pt x="225" y="186"/>
                  <a:pt x="224" y="184"/>
                </a:cubicBezTo>
                <a:cubicBezTo>
                  <a:pt x="223" y="183"/>
                  <a:pt x="222" y="181"/>
                  <a:pt x="223" y="179"/>
                </a:cubicBezTo>
                <a:cubicBezTo>
                  <a:pt x="225" y="180"/>
                  <a:pt x="224" y="182"/>
                  <a:pt x="225" y="183"/>
                </a:cubicBezTo>
                <a:cubicBezTo>
                  <a:pt x="226" y="182"/>
                  <a:pt x="226" y="180"/>
                  <a:pt x="226" y="179"/>
                </a:cubicBezTo>
                <a:cubicBezTo>
                  <a:pt x="226" y="178"/>
                  <a:pt x="226" y="177"/>
                  <a:pt x="225" y="177"/>
                </a:cubicBezTo>
                <a:cubicBezTo>
                  <a:pt x="224" y="176"/>
                  <a:pt x="225" y="174"/>
                  <a:pt x="226" y="174"/>
                </a:cubicBezTo>
                <a:cubicBezTo>
                  <a:pt x="228" y="174"/>
                  <a:pt x="227" y="176"/>
                  <a:pt x="230" y="175"/>
                </a:cubicBezTo>
                <a:cubicBezTo>
                  <a:pt x="229" y="174"/>
                  <a:pt x="228" y="173"/>
                  <a:pt x="227" y="173"/>
                </a:cubicBezTo>
                <a:cubicBezTo>
                  <a:pt x="225" y="172"/>
                  <a:pt x="226" y="172"/>
                  <a:pt x="225" y="173"/>
                </a:cubicBezTo>
                <a:cubicBezTo>
                  <a:pt x="224" y="173"/>
                  <a:pt x="224" y="174"/>
                  <a:pt x="223" y="173"/>
                </a:cubicBezTo>
                <a:cubicBezTo>
                  <a:pt x="222" y="172"/>
                  <a:pt x="222" y="172"/>
                  <a:pt x="223" y="171"/>
                </a:cubicBezTo>
                <a:cubicBezTo>
                  <a:pt x="223" y="171"/>
                  <a:pt x="224" y="171"/>
                  <a:pt x="225" y="170"/>
                </a:cubicBezTo>
                <a:cubicBezTo>
                  <a:pt x="226" y="170"/>
                  <a:pt x="226" y="169"/>
                  <a:pt x="227" y="169"/>
                </a:cubicBezTo>
                <a:cubicBezTo>
                  <a:pt x="229" y="168"/>
                  <a:pt x="230" y="171"/>
                  <a:pt x="232" y="171"/>
                </a:cubicBezTo>
                <a:cubicBezTo>
                  <a:pt x="232" y="169"/>
                  <a:pt x="230" y="168"/>
                  <a:pt x="229" y="167"/>
                </a:cubicBezTo>
                <a:cubicBezTo>
                  <a:pt x="228" y="165"/>
                  <a:pt x="228" y="163"/>
                  <a:pt x="225" y="162"/>
                </a:cubicBezTo>
                <a:cubicBezTo>
                  <a:pt x="225" y="161"/>
                  <a:pt x="221" y="161"/>
                  <a:pt x="222" y="160"/>
                </a:cubicBezTo>
                <a:cubicBezTo>
                  <a:pt x="222" y="158"/>
                  <a:pt x="226" y="157"/>
                  <a:pt x="227" y="157"/>
                </a:cubicBezTo>
                <a:cubicBezTo>
                  <a:pt x="228" y="157"/>
                  <a:pt x="231" y="156"/>
                  <a:pt x="232" y="157"/>
                </a:cubicBezTo>
                <a:cubicBezTo>
                  <a:pt x="232" y="157"/>
                  <a:pt x="233" y="158"/>
                  <a:pt x="233" y="158"/>
                </a:cubicBezTo>
                <a:cubicBezTo>
                  <a:pt x="234" y="160"/>
                  <a:pt x="233" y="159"/>
                  <a:pt x="233" y="160"/>
                </a:cubicBezTo>
                <a:cubicBezTo>
                  <a:pt x="235" y="161"/>
                  <a:pt x="235" y="161"/>
                  <a:pt x="236" y="160"/>
                </a:cubicBezTo>
                <a:cubicBezTo>
                  <a:pt x="238" y="159"/>
                  <a:pt x="238" y="158"/>
                  <a:pt x="239" y="159"/>
                </a:cubicBezTo>
                <a:cubicBezTo>
                  <a:pt x="239" y="161"/>
                  <a:pt x="239" y="161"/>
                  <a:pt x="240" y="162"/>
                </a:cubicBezTo>
                <a:cubicBezTo>
                  <a:pt x="241" y="163"/>
                  <a:pt x="242" y="164"/>
                  <a:pt x="242" y="165"/>
                </a:cubicBezTo>
                <a:cubicBezTo>
                  <a:pt x="243" y="166"/>
                  <a:pt x="243" y="171"/>
                  <a:pt x="244" y="167"/>
                </a:cubicBezTo>
                <a:cubicBezTo>
                  <a:pt x="244" y="164"/>
                  <a:pt x="243" y="164"/>
                  <a:pt x="241" y="161"/>
                </a:cubicBezTo>
                <a:cubicBezTo>
                  <a:pt x="240" y="159"/>
                  <a:pt x="240" y="157"/>
                  <a:pt x="243" y="156"/>
                </a:cubicBezTo>
                <a:cubicBezTo>
                  <a:pt x="244" y="157"/>
                  <a:pt x="244" y="159"/>
                  <a:pt x="246" y="159"/>
                </a:cubicBezTo>
                <a:cubicBezTo>
                  <a:pt x="248" y="159"/>
                  <a:pt x="246" y="157"/>
                  <a:pt x="245" y="157"/>
                </a:cubicBezTo>
                <a:cubicBezTo>
                  <a:pt x="245" y="156"/>
                  <a:pt x="246" y="155"/>
                  <a:pt x="248" y="155"/>
                </a:cubicBezTo>
                <a:cubicBezTo>
                  <a:pt x="250" y="156"/>
                  <a:pt x="250" y="157"/>
                  <a:pt x="253" y="157"/>
                </a:cubicBezTo>
                <a:cubicBezTo>
                  <a:pt x="253" y="157"/>
                  <a:pt x="250" y="155"/>
                  <a:pt x="249" y="155"/>
                </a:cubicBezTo>
                <a:cubicBezTo>
                  <a:pt x="248" y="154"/>
                  <a:pt x="246" y="155"/>
                  <a:pt x="246" y="153"/>
                </a:cubicBezTo>
                <a:cubicBezTo>
                  <a:pt x="246" y="152"/>
                  <a:pt x="248" y="150"/>
                  <a:pt x="247" y="150"/>
                </a:cubicBezTo>
                <a:cubicBezTo>
                  <a:pt x="246" y="149"/>
                  <a:pt x="243" y="151"/>
                  <a:pt x="243" y="152"/>
                </a:cubicBezTo>
                <a:cubicBezTo>
                  <a:pt x="242" y="153"/>
                  <a:pt x="241" y="155"/>
                  <a:pt x="238" y="154"/>
                </a:cubicBezTo>
                <a:cubicBezTo>
                  <a:pt x="237" y="153"/>
                  <a:pt x="238" y="152"/>
                  <a:pt x="237" y="151"/>
                </a:cubicBezTo>
                <a:cubicBezTo>
                  <a:pt x="236" y="151"/>
                  <a:pt x="234" y="153"/>
                  <a:pt x="233" y="153"/>
                </a:cubicBezTo>
                <a:cubicBezTo>
                  <a:pt x="231" y="154"/>
                  <a:pt x="229" y="155"/>
                  <a:pt x="227" y="154"/>
                </a:cubicBezTo>
                <a:cubicBezTo>
                  <a:pt x="227" y="153"/>
                  <a:pt x="226" y="152"/>
                  <a:pt x="227" y="150"/>
                </a:cubicBezTo>
                <a:cubicBezTo>
                  <a:pt x="227" y="149"/>
                  <a:pt x="229" y="150"/>
                  <a:pt x="229" y="149"/>
                </a:cubicBezTo>
                <a:cubicBezTo>
                  <a:pt x="229" y="149"/>
                  <a:pt x="228" y="148"/>
                  <a:pt x="228" y="148"/>
                </a:cubicBezTo>
                <a:cubicBezTo>
                  <a:pt x="228" y="147"/>
                  <a:pt x="228" y="147"/>
                  <a:pt x="228" y="146"/>
                </a:cubicBezTo>
                <a:cubicBezTo>
                  <a:pt x="229" y="144"/>
                  <a:pt x="229" y="144"/>
                  <a:pt x="231" y="144"/>
                </a:cubicBezTo>
                <a:cubicBezTo>
                  <a:pt x="233" y="143"/>
                  <a:pt x="233" y="143"/>
                  <a:pt x="235" y="142"/>
                </a:cubicBezTo>
                <a:cubicBezTo>
                  <a:pt x="236" y="141"/>
                  <a:pt x="236" y="141"/>
                  <a:pt x="237" y="142"/>
                </a:cubicBezTo>
                <a:cubicBezTo>
                  <a:pt x="238" y="143"/>
                  <a:pt x="239" y="145"/>
                  <a:pt x="239" y="144"/>
                </a:cubicBezTo>
                <a:cubicBezTo>
                  <a:pt x="240" y="143"/>
                  <a:pt x="238" y="142"/>
                  <a:pt x="239" y="141"/>
                </a:cubicBezTo>
                <a:cubicBezTo>
                  <a:pt x="242" y="138"/>
                  <a:pt x="245" y="144"/>
                  <a:pt x="248" y="142"/>
                </a:cubicBezTo>
                <a:cubicBezTo>
                  <a:pt x="247" y="141"/>
                  <a:pt x="246" y="142"/>
                  <a:pt x="245" y="141"/>
                </a:cubicBezTo>
                <a:cubicBezTo>
                  <a:pt x="245" y="141"/>
                  <a:pt x="245" y="140"/>
                  <a:pt x="245" y="139"/>
                </a:cubicBezTo>
                <a:cubicBezTo>
                  <a:pt x="244" y="138"/>
                  <a:pt x="242" y="140"/>
                  <a:pt x="242" y="138"/>
                </a:cubicBezTo>
                <a:cubicBezTo>
                  <a:pt x="241" y="136"/>
                  <a:pt x="244" y="135"/>
                  <a:pt x="246" y="135"/>
                </a:cubicBezTo>
                <a:cubicBezTo>
                  <a:pt x="247" y="136"/>
                  <a:pt x="250" y="138"/>
                  <a:pt x="251" y="138"/>
                </a:cubicBezTo>
                <a:cubicBezTo>
                  <a:pt x="252" y="136"/>
                  <a:pt x="248" y="135"/>
                  <a:pt x="248" y="134"/>
                </a:cubicBezTo>
                <a:cubicBezTo>
                  <a:pt x="247" y="131"/>
                  <a:pt x="250" y="132"/>
                  <a:pt x="252" y="132"/>
                </a:cubicBezTo>
                <a:cubicBezTo>
                  <a:pt x="254" y="131"/>
                  <a:pt x="253" y="131"/>
                  <a:pt x="252" y="130"/>
                </a:cubicBezTo>
                <a:cubicBezTo>
                  <a:pt x="251" y="129"/>
                  <a:pt x="251" y="128"/>
                  <a:pt x="250" y="128"/>
                </a:cubicBezTo>
                <a:cubicBezTo>
                  <a:pt x="249" y="127"/>
                  <a:pt x="246" y="130"/>
                  <a:pt x="245" y="128"/>
                </a:cubicBezTo>
                <a:cubicBezTo>
                  <a:pt x="245" y="127"/>
                  <a:pt x="246" y="126"/>
                  <a:pt x="246" y="125"/>
                </a:cubicBezTo>
                <a:cubicBezTo>
                  <a:pt x="247" y="124"/>
                  <a:pt x="247" y="124"/>
                  <a:pt x="248" y="123"/>
                </a:cubicBezTo>
                <a:cubicBezTo>
                  <a:pt x="249" y="122"/>
                  <a:pt x="249" y="122"/>
                  <a:pt x="249" y="121"/>
                </a:cubicBezTo>
                <a:cubicBezTo>
                  <a:pt x="249" y="119"/>
                  <a:pt x="249" y="119"/>
                  <a:pt x="250" y="118"/>
                </a:cubicBezTo>
                <a:cubicBezTo>
                  <a:pt x="250" y="118"/>
                  <a:pt x="252" y="118"/>
                  <a:pt x="253" y="118"/>
                </a:cubicBezTo>
                <a:cubicBezTo>
                  <a:pt x="253" y="117"/>
                  <a:pt x="254" y="117"/>
                  <a:pt x="255" y="117"/>
                </a:cubicBezTo>
                <a:cubicBezTo>
                  <a:pt x="255" y="116"/>
                  <a:pt x="259" y="116"/>
                  <a:pt x="258" y="116"/>
                </a:cubicBezTo>
                <a:cubicBezTo>
                  <a:pt x="258" y="115"/>
                  <a:pt x="258" y="115"/>
                  <a:pt x="258" y="115"/>
                </a:cubicBezTo>
                <a:cubicBezTo>
                  <a:pt x="258" y="113"/>
                  <a:pt x="258" y="113"/>
                  <a:pt x="257" y="111"/>
                </a:cubicBezTo>
                <a:cubicBezTo>
                  <a:pt x="255" y="109"/>
                  <a:pt x="256" y="108"/>
                  <a:pt x="258" y="106"/>
                </a:cubicBezTo>
                <a:cubicBezTo>
                  <a:pt x="259" y="105"/>
                  <a:pt x="259" y="103"/>
                  <a:pt x="259" y="102"/>
                </a:cubicBezTo>
                <a:cubicBezTo>
                  <a:pt x="259" y="101"/>
                  <a:pt x="259" y="100"/>
                  <a:pt x="259" y="100"/>
                </a:cubicBezTo>
                <a:cubicBezTo>
                  <a:pt x="260" y="99"/>
                  <a:pt x="261" y="99"/>
                  <a:pt x="262" y="98"/>
                </a:cubicBezTo>
                <a:cubicBezTo>
                  <a:pt x="262" y="100"/>
                  <a:pt x="262" y="103"/>
                  <a:pt x="265" y="103"/>
                </a:cubicBezTo>
                <a:cubicBezTo>
                  <a:pt x="265" y="105"/>
                  <a:pt x="264" y="109"/>
                  <a:pt x="265" y="111"/>
                </a:cubicBezTo>
                <a:cubicBezTo>
                  <a:pt x="267" y="112"/>
                  <a:pt x="267" y="108"/>
                  <a:pt x="267" y="107"/>
                </a:cubicBezTo>
                <a:cubicBezTo>
                  <a:pt x="267" y="108"/>
                  <a:pt x="268" y="110"/>
                  <a:pt x="269" y="110"/>
                </a:cubicBezTo>
                <a:cubicBezTo>
                  <a:pt x="270" y="109"/>
                  <a:pt x="269" y="108"/>
                  <a:pt x="271" y="107"/>
                </a:cubicBezTo>
                <a:cubicBezTo>
                  <a:pt x="273" y="107"/>
                  <a:pt x="274" y="109"/>
                  <a:pt x="275" y="109"/>
                </a:cubicBezTo>
                <a:cubicBezTo>
                  <a:pt x="276" y="107"/>
                  <a:pt x="273" y="106"/>
                  <a:pt x="272" y="105"/>
                </a:cubicBezTo>
                <a:cubicBezTo>
                  <a:pt x="270" y="104"/>
                  <a:pt x="269" y="103"/>
                  <a:pt x="268" y="101"/>
                </a:cubicBezTo>
                <a:cubicBezTo>
                  <a:pt x="267" y="100"/>
                  <a:pt x="266" y="100"/>
                  <a:pt x="266" y="98"/>
                </a:cubicBezTo>
                <a:cubicBezTo>
                  <a:pt x="265" y="95"/>
                  <a:pt x="268" y="96"/>
                  <a:pt x="270" y="95"/>
                </a:cubicBezTo>
                <a:cubicBezTo>
                  <a:pt x="273" y="94"/>
                  <a:pt x="272" y="95"/>
                  <a:pt x="273" y="97"/>
                </a:cubicBezTo>
                <a:cubicBezTo>
                  <a:pt x="273" y="98"/>
                  <a:pt x="274" y="99"/>
                  <a:pt x="275" y="100"/>
                </a:cubicBezTo>
                <a:cubicBezTo>
                  <a:pt x="276" y="102"/>
                  <a:pt x="276" y="103"/>
                  <a:pt x="277" y="105"/>
                </a:cubicBezTo>
                <a:cubicBezTo>
                  <a:pt x="278" y="105"/>
                  <a:pt x="279" y="105"/>
                  <a:pt x="280" y="106"/>
                </a:cubicBezTo>
                <a:cubicBezTo>
                  <a:pt x="281" y="106"/>
                  <a:pt x="282" y="105"/>
                  <a:pt x="283" y="106"/>
                </a:cubicBezTo>
                <a:cubicBezTo>
                  <a:pt x="285" y="108"/>
                  <a:pt x="279" y="109"/>
                  <a:pt x="279" y="110"/>
                </a:cubicBezTo>
                <a:cubicBezTo>
                  <a:pt x="279" y="110"/>
                  <a:pt x="282" y="112"/>
                  <a:pt x="282" y="112"/>
                </a:cubicBezTo>
                <a:cubicBezTo>
                  <a:pt x="282" y="112"/>
                  <a:pt x="282" y="112"/>
                  <a:pt x="282" y="112"/>
                </a:cubicBezTo>
                <a:cubicBezTo>
                  <a:pt x="282" y="112"/>
                  <a:pt x="284" y="112"/>
                  <a:pt x="283" y="112"/>
                </a:cubicBezTo>
                <a:cubicBezTo>
                  <a:pt x="285" y="112"/>
                  <a:pt x="285" y="113"/>
                  <a:pt x="285" y="111"/>
                </a:cubicBezTo>
                <a:cubicBezTo>
                  <a:pt x="285" y="110"/>
                  <a:pt x="285" y="107"/>
                  <a:pt x="285" y="105"/>
                </a:cubicBezTo>
                <a:cubicBezTo>
                  <a:pt x="284" y="103"/>
                  <a:pt x="282" y="103"/>
                  <a:pt x="280" y="103"/>
                </a:cubicBezTo>
                <a:cubicBezTo>
                  <a:pt x="278" y="102"/>
                  <a:pt x="276" y="101"/>
                  <a:pt x="276" y="98"/>
                </a:cubicBezTo>
                <a:cubicBezTo>
                  <a:pt x="276" y="96"/>
                  <a:pt x="278" y="96"/>
                  <a:pt x="279" y="94"/>
                </a:cubicBezTo>
                <a:cubicBezTo>
                  <a:pt x="277" y="93"/>
                  <a:pt x="274" y="95"/>
                  <a:pt x="274" y="91"/>
                </a:cubicBezTo>
                <a:cubicBezTo>
                  <a:pt x="275" y="90"/>
                  <a:pt x="275" y="89"/>
                  <a:pt x="276" y="88"/>
                </a:cubicBezTo>
                <a:cubicBezTo>
                  <a:pt x="277" y="87"/>
                  <a:pt x="277" y="86"/>
                  <a:pt x="277" y="85"/>
                </a:cubicBezTo>
                <a:cubicBezTo>
                  <a:pt x="278" y="84"/>
                  <a:pt x="278" y="84"/>
                  <a:pt x="279" y="83"/>
                </a:cubicBezTo>
                <a:cubicBezTo>
                  <a:pt x="279" y="83"/>
                  <a:pt x="280" y="82"/>
                  <a:pt x="280" y="82"/>
                </a:cubicBezTo>
                <a:cubicBezTo>
                  <a:pt x="282" y="81"/>
                  <a:pt x="285" y="81"/>
                  <a:pt x="287" y="80"/>
                </a:cubicBezTo>
                <a:cubicBezTo>
                  <a:pt x="288" y="80"/>
                  <a:pt x="290" y="79"/>
                  <a:pt x="290" y="81"/>
                </a:cubicBezTo>
                <a:cubicBezTo>
                  <a:pt x="291" y="83"/>
                  <a:pt x="289" y="85"/>
                  <a:pt x="289" y="88"/>
                </a:cubicBezTo>
                <a:cubicBezTo>
                  <a:pt x="289" y="89"/>
                  <a:pt x="289" y="90"/>
                  <a:pt x="289" y="92"/>
                </a:cubicBezTo>
                <a:cubicBezTo>
                  <a:pt x="289" y="93"/>
                  <a:pt x="288" y="94"/>
                  <a:pt x="288" y="96"/>
                </a:cubicBezTo>
                <a:cubicBezTo>
                  <a:pt x="288" y="97"/>
                  <a:pt x="288" y="98"/>
                  <a:pt x="287" y="100"/>
                </a:cubicBezTo>
                <a:cubicBezTo>
                  <a:pt x="287" y="101"/>
                  <a:pt x="286" y="102"/>
                  <a:pt x="285" y="103"/>
                </a:cubicBezTo>
                <a:cubicBezTo>
                  <a:pt x="287" y="103"/>
                  <a:pt x="289" y="100"/>
                  <a:pt x="290" y="98"/>
                </a:cubicBezTo>
                <a:cubicBezTo>
                  <a:pt x="290" y="97"/>
                  <a:pt x="290" y="95"/>
                  <a:pt x="290" y="93"/>
                </a:cubicBezTo>
                <a:cubicBezTo>
                  <a:pt x="292" y="88"/>
                  <a:pt x="295" y="95"/>
                  <a:pt x="298" y="94"/>
                </a:cubicBezTo>
                <a:cubicBezTo>
                  <a:pt x="298" y="92"/>
                  <a:pt x="296" y="92"/>
                  <a:pt x="295" y="92"/>
                </a:cubicBezTo>
                <a:cubicBezTo>
                  <a:pt x="293" y="91"/>
                  <a:pt x="292" y="90"/>
                  <a:pt x="292" y="88"/>
                </a:cubicBezTo>
                <a:cubicBezTo>
                  <a:pt x="291" y="86"/>
                  <a:pt x="292" y="85"/>
                  <a:pt x="293" y="83"/>
                </a:cubicBezTo>
                <a:cubicBezTo>
                  <a:pt x="293" y="82"/>
                  <a:pt x="293" y="80"/>
                  <a:pt x="294" y="79"/>
                </a:cubicBezTo>
                <a:cubicBezTo>
                  <a:pt x="294" y="80"/>
                  <a:pt x="294" y="81"/>
                  <a:pt x="295" y="82"/>
                </a:cubicBezTo>
                <a:cubicBezTo>
                  <a:pt x="296" y="81"/>
                  <a:pt x="296" y="80"/>
                  <a:pt x="296" y="79"/>
                </a:cubicBezTo>
                <a:cubicBezTo>
                  <a:pt x="296" y="78"/>
                  <a:pt x="296" y="77"/>
                  <a:pt x="296" y="77"/>
                </a:cubicBezTo>
                <a:cubicBezTo>
                  <a:pt x="296" y="76"/>
                  <a:pt x="297" y="76"/>
                  <a:pt x="297" y="76"/>
                </a:cubicBezTo>
                <a:cubicBezTo>
                  <a:pt x="298" y="74"/>
                  <a:pt x="298" y="74"/>
                  <a:pt x="298" y="73"/>
                </a:cubicBezTo>
                <a:cubicBezTo>
                  <a:pt x="299" y="72"/>
                  <a:pt x="300" y="71"/>
                  <a:pt x="301" y="70"/>
                </a:cubicBezTo>
                <a:cubicBezTo>
                  <a:pt x="303" y="74"/>
                  <a:pt x="303" y="76"/>
                  <a:pt x="302" y="81"/>
                </a:cubicBezTo>
                <a:cubicBezTo>
                  <a:pt x="302" y="82"/>
                  <a:pt x="301" y="84"/>
                  <a:pt x="301" y="86"/>
                </a:cubicBezTo>
                <a:cubicBezTo>
                  <a:pt x="302" y="88"/>
                  <a:pt x="303" y="89"/>
                  <a:pt x="303" y="91"/>
                </a:cubicBezTo>
                <a:cubicBezTo>
                  <a:pt x="302" y="92"/>
                  <a:pt x="301" y="92"/>
                  <a:pt x="301" y="93"/>
                </a:cubicBezTo>
                <a:cubicBezTo>
                  <a:pt x="300" y="94"/>
                  <a:pt x="300" y="97"/>
                  <a:pt x="300" y="98"/>
                </a:cubicBezTo>
                <a:cubicBezTo>
                  <a:pt x="300" y="99"/>
                  <a:pt x="299" y="101"/>
                  <a:pt x="299" y="102"/>
                </a:cubicBezTo>
                <a:cubicBezTo>
                  <a:pt x="298" y="104"/>
                  <a:pt x="296" y="104"/>
                  <a:pt x="295" y="106"/>
                </a:cubicBezTo>
                <a:cubicBezTo>
                  <a:pt x="295" y="106"/>
                  <a:pt x="294" y="108"/>
                  <a:pt x="293" y="109"/>
                </a:cubicBezTo>
                <a:cubicBezTo>
                  <a:pt x="293" y="110"/>
                  <a:pt x="294" y="110"/>
                  <a:pt x="295" y="109"/>
                </a:cubicBezTo>
                <a:cubicBezTo>
                  <a:pt x="296" y="107"/>
                  <a:pt x="297" y="106"/>
                  <a:pt x="298" y="105"/>
                </a:cubicBezTo>
                <a:cubicBezTo>
                  <a:pt x="300" y="104"/>
                  <a:pt x="301" y="103"/>
                  <a:pt x="301" y="102"/>
                </a:cubicBezTo>
                <a:cubicBezTo>
                  <a:pt x="302" y="100"/>
                  <a:pt x="303" y="98"/>
                  <a:pt x="303" y="96"/>
                </a:cubicBezTo>
                <a:cubicBezTo>
                  <a:pt x="303" y="96"/>
                  <a:pt x="304" y="93"/>
                  <a:pt x="304" y="93"/>
                </a:cubicBezTo>
                <a:cubicBezTo>
                  <a:pt x="305" y="93"/>
                  <a:pt x="307" y="95"/>
                  <a:pt x="307" y="96"/>
                </a:cubicBezTo>
                <a:cubicBezTo>
                  <a:pt x="308" y="96"/>
                  <a:pt x="310" y="96"/>
                  <a:pt x="311" y="97"/>
                </a:cubicBezTo>
                <a:cubicBezTo>
                  <a:pt x="312" y="96"/>
                  <a:pt x="309" y="95"/>
                  <a:pt x="309" y="94"/>
                </a:cubicBezTo>
                <a:cubicBezTo>
                  <a:pt x="308" y="94"/>
                  <a:pt x="308" y="93"/>
                  <a:pt x="307" y="92"/>
                </a:cubicBezTo>
                <a:cubicBezTo>
                  <a:pt x="307" y="91"/>
                  <a:pt x="306" y="91"/>
                  <a:pt x="306" y="90"/>
                </a:cubicBezTo>
                <a:cubicBezTo>
                  <a:pt x="304" y="89"/>
                  <a:pt x="305" y="89"/>
                  <a:pt x="305" y="87"/>
                </a:cubicBezTo>
                <a:cubicBezTo>
                  <a:pt x="305" y="86"/>
                  <a:pt x="305" y="85"/>
                  <a:pt x="305" y="85"/>
                </a:cubicBezTo>
                <a:cubicBezTo>
                  <a:pt x="305" y="84"/>
                  <a:pt x="304" y="83"/>
                  <a:pt x="304" y="83"/>
                </a:cubicBezTo>
                <a:cubicBezTo>
                  <a:pt x="304" y="81"/>
                  <a:pt x="308" y="82"/>
                  <a:pt x="310" y="80"/>
                </a:cubicBezTo>
                <a:cubicBezTo>
                  <a:pt x="311" y="79"/>
                  <a:pt x="311" y="77"/>
                  <a:pt x="312" y="76"/>
                </a:cubicBezTo>
                <a:cubicBezTo>
                  <a:pt x="313" y="74"/>
                  <a:pt x="314" y="74"/>
                  <a:pt x="315" y="72"/>
                </a:cubicBezTo>
                <a:cubicBezTo>
                  <a:pt x="316" y="74"/>
                  <a:pt x="313" y="76"/>
                  <a:pt x="313" y="78"/>
                </a:cubicBezTo>
                <a:cubicBezTo>
                  <a:pt x="314" y="79"/>
                  <a:pt x="314" y="80"/>
                  <a:pt x="315" y="79"/>
                </a:cubicBezTo>
                <a:cubicBezTo>
                  <a:pt x="316" y="79"/>
                  <a:pt x="316" y="76"/>
                  <a:pt x="317" y="76"/>
                </a:cubicBezTo>
                <a:cubicBezTo>
                  <a:pt x="318" y="76"/>
                  <a:pt x="317" y="79"/>
                  <a:pt x="318" y="79"/>
                </a:cubicBezTo>
                <a:cubicBezTo>
                  <a:pt x="318" y="79"/>
                  <a:pt x="318" y="79"/>
                  <a:pt x="318" y="79"/>
                </a:cubicBezTo>
                <a:cubicBezTo>
                  <a:pt x="319" y="78"/>
                  <a:pt x="319" y="76"/>
                  <a:pt x="319" y="75"/>
                </a:cubicBezTo>
                <a:cubicBezTo>
                  <a:pt x="319" y="74"/>
                  <a:pt x="320" y="74"/>
                  <a:pt x="320" y="72"/>
                </a:cubicBezTo>
                <a:cubicBezTo>
                  <a:pt x="320" y="71"/>
                  <a:pt x="319" y="71"/>
                  <a:pt x="319" y="70"/>
                </a:cubicBezTo>
                <a:cubicBezTo>
                  <a:pt x="319" y="69"/>
                  <a:pt x="320" y="67"/>
                  <a:pt x="320" y="67"/>
                </a:cubicBezTo>
                <a:cubicBezTo>
                  <a:pt x="322" y="66"/>
                  <a:pt x="325" y="69"/>
                  <a:pt x="325" y="70"/>
                </a:cubicBezTo>
                <a:cubicBezTo>
                  <a:pt x="326" y="72"/>
                  <a:pt x="326" y="73"/>
                  <a:pt x="327" y="74"/>
                </a:cubicBezTo>
                <a:cubicBezTo>
                  <a:pt x="328" y="74"/>
                  <a:pt x="330" y="74"/>
                  <a:pt x="331" y="76"/>
                </a:cubicBezTo>
                <a:cubicBezTo>
                  <a:pt x="332" y="78"/>
                  <a:pt x="332" y="82"/>
                  <a:pt x="334" y="83"/>
                </a:cubicBezTo>
                <a:cubicBezTo>
                  <a:pt x="338" y="86"/>
                  <a:pt x="335" y="80"/>
                  <a:pt x="335" y="79"/>
                </a:cubicBezTo>
                <a:cubicBezTo>
                  <a:pt x="334" y="78"/>
                  <a:pt x="334" y="77"/>
                  <a:pt x="334" y="76"/>
                </a:cubicBezTo>
                <a:cubicBezTo>
                  <a:pt x="334" y="75"/>
                  <a:pt x="333" y="75"/>
                  <a:pt x="333" y="74"/>
                </a:cubicBezTo>
                <a:cubicBezTo>
                  <a:pt x="332" y="70"/>
                  <a:pt x="334" y="68"/>
                  <a:pt x="335" y="72"/>
                </a:cubicBezTo>
                <a:cubicBezTo>
                  <a:pt x="336" y="72"/>
                  <a:pt x="336" y="69"/>
                  <a:pt x="335" y="68"/>
                </a:cubicBezTo>
                <a:cubicBezTo>
                  <a:pt x="335" y="68"/>
                  <a:pt x="336" y="68"/>
                  <a:pt x="334" y="67"/>
                </a:cubicBezTo>
                <a:cubicBezTo>
                  <a:pt x="334" y="67"/>
                  <a:pt x="333" y="68"/>
                  <a:pt x="332" y="68"/>
                </a:cubicBezTo>
                <a:cubicBezTo>
                  <a:pt x="332" y="68"/>
                  <a:pt x="331" y="67"/>
                  <a:pt x="330" y="67"/>
                </a:cubicBezTo>
                <a:cubicBezTo>
                  <a:pt x="330" y="66"/>
                  <a:pt x="331" y="66"/>
                  <a:pt x="332" y="66"/>
                </a:cubicBezTo>
                <a:cubicBezTo>
                  <a:pt x="333" y="65"/>
                  <a:pt x="334" y="65"/>
                  <a:pt x="335" y="64"/>
                </a:cubicBezTo>
                <a:cubicBezTo>
                  <a:pt x="335" y="64"/>
                  <a:pt x="336" y="62"/>
                  <a:pt x="336" y="62"/>
                </a:cubicBezTo>
                <a:cubicBezTo>
                  <a:pt x="334" y="62"/>
                  <a:pt x="333" y="65"/>
                  <a:pt x="331" y="63"/>
                </a:cubicBezTo>
                <a:cubicBezTo>
                  <a:pt x="330" y="64"/>
                  <a:pt x="330" y="65"/>
                  <a:pt x="329" y="65"/>
                </a:cubicBezTo>
                <a:cubicBezTo>
                  <a:pt x="328" y="65"/>
                  <a:pt x="328" y="64"/>
                  <a:pt x="327" y="64"/>
                </a:cubicBezTo>
                <a:cubicBezTo>
                  <a:pt x="326" y="63"/>
                  <a:pt x="325" y="63"/>
                  <a:pt x="324" y="62"/>
                </a:cubicBezTo>
                <a:cubicBezTo>
                  <a:pt x="323" y="61"/>
                  <a:pt x="325" y="60"/>
                  <a:pt x="324" y="59"/>
                </a:cubicBezTo>
                <a:cubicBezTo>
                  <a:pt x="323" y="58"/>
                  <a:pt x="318" y="59"/>
                  <a:pt x="319" y="56"/>
                </a:cubicBezTo>
                <a:cubicBezTo>
                  <a:pt x="320" y="53"/>
                  <a:pt x="324" y="53"/>
                  <a:pt x="324" y="57"/>
                </a:cubicBezTo>
                <a:cubicBezTo>
                  <a:pt x="326" y="55"/>
                  <a:pt x="323" y="52"/>
                  <a:pt x="325" y="50"/>
                </a:cubicBezTo>
                <a:cubicBezTo>
                  <a:pt x="326" y="51"/>
                  <a:pt x="326" y="54"/>
                  <a:pt x="327" y="54"/>
                </a:cubicBezTo>
                <a:cubicBezTo>
                  <a:pt x="328" y="51"/>
                  <a:pt x="328" y="49"/>
                  <a:pt x="328" y="47"/>
                </a:cubicBezTo>
                <a:cubicBezTo>
                  <a:pt x="331" y="46"/>
                  <a:pt x="330" y="51"/>
                  <a:pt x="330" y="52"/>
                </a:cubicBezTo>
                <a:cubicBezTo>
                  <a:pt x="329" y="56"/>
                  <a:pt x="329" y="58"/>
                  <a:pt x="331" y="60"/>
                </a:cubicBezTo>
                <a:cubicBezTo>
                  <a:pt x="332" y="60"/>
                  <a:pt x="332" y="57"/>
                  <a:pt x="332" y="57"/>
                </a:cubicBezTo>
                <a:cubicBezTo>
                  <a:pt x="331" y="55"/>
                  <a:pt x="331" y="54"/>
                  <a:pt x="332" y="52"/>
                </a:cubicBezTo>
                <a:cubicBezTo>
                  <a:pt x="333" y="50"/>
                  <a:pt x="333" y="50"/>
                  <a:pt x="334" y="51"/>
                </a:cubicBezTo>
                <a:cubicBezTo>
                  <a:pt x="334" y="51"/>
                  <a:pt x="334" y="52"/>
                  <a:pt x="334" y="52"/>
                </a:cubicBezTo>
                <a:cubicBezTo>
                  <a:pt x="335" y="52"/>
                  <a:pt x="335" y="51"/>
                  <a:pt x="336" y="51"/>
                </a:cubicBezTo>
                <a:cubicBezTo>
                  <a:pt x="336" y="52"/>
                  <a:pt x="336" y="57"/>
                  <a:pt x="337" y="54"/>
                </a:cubicBezTo>
                <a:cubicBezTo>
                  <a:pt x="337" y="53"/>
                  <a:pt x="337" y="53"/>
                  <a:pt x="337" y="52"/>
                </a:cubicBezTo>
                <a:cubicBezTo>
                  <a:pt x="338" y="52"/>
                  <a:pt x="339" y="52"/>
                  <a:pt x="339" y="53"/>
                </a:cubicBezTo>
                <a:cubicBezTo>
                  <a:pt x="340" y="54"/>
                  <a:pt x="339" y="58"/>
                  <a:pt x="339" y="59"/>
                </a:cubicBezTo>
                <a:cubicBezTo>
                  <a:pt x="339" y="61"/>
                  <a:pt x="343" y="62"/>
                  <a:pt x="345" y="62"/>
                </a:cubicBezTo>
                <a:cubicBezTo>
                  <a:pt x="346" y="60"/>
                  <a:pt x="343" y="60"/>
                  <a:pt x="343" y="60"/>
                </a:cubicBezTo>
                <a:cubicBezTo>
                  <a:pt x="341" y="59"/>
                  <a:pt x="341" y="57"/>
                  <a:pt x="342" y="56"/>
                </a:cubicBezTo>
                <a:cubicBezTo>
                  <a:pt x="342" y="54"/>
                  <a:pt x="343" y="53"/>
                  <a:pt x="344" y="55"/>
                </a:cubicBezTo>
                <a:cubicBezTo>
                  <a:pt x="345" y="55"/>
                  <a:pt x="345" y="56"/>
                  <a:pt x="345" y="56"/>
                </a:cubicBezTo>
                <a:cubicBezTo>
                  <a:pt x="346" y="57"/>
                  <a:pt x="348" y="57"/>
                  <a:pt x="348" y="57"/>
                </a:cubicBezTo>
                <a:cubicBezTo>
                  <a:pt x="350" y="57"/>
                  <a:pt x="352" y="56"/>
                  <a:pt x="352" y="58"/>
                </a:cubicBezTo>
                <a:cubicBezTo>
                  <a:pt x="353" y="60"/>
                  <a:pt x="350" y="61"/>
                  <a:pt x="349" y="62"/>
                </a:cubicBezTo>
                <a:cubicBezTo>
                  <a:pt x="347" y="63"/>
                  <a:pt x="339" y="63"/>
                  <a:pt x="340" y="66"/>
                </a:cubicBezTo>
                <a:cubicBezTo>
                  <a:pt x="341" y="66"/>
                  <a:pt x="342" y="65"/>
                  <a:pt x="344" y="65"/>
                </a:cubicBezTo>
                <a:cubicBezTo>
                  <a:pt x="345" y="65"/>
                  <a:pt x="346" y="65"/>
                  <a:pt x="347" y="65"/>
                </a:cubicBezTo>
                <a:cubicBezTo>
                  <a:pt x="349" y="64"/>
                  <a:pt x="351" y="63"/>
                  <a:pt x="353" y="61"/>
                </a:cubicBezTo>
                <a:cubicBezTo>
                  <a:pt x="354" y="62"/>
                  <a:pt x="353" y="65"/>
                  <a:pt x="354" y="66"/>
                </a:cubicBezTo>
                <a:cubicBezTo>
                  <a:pt x="354" y="67"/>
                  <a:pt x="355" y="67"/>
                  <a:pt x="356" y="67"/>
                </a:cubicBezTo>
                <a:cubicBezTo>
                  <a:pt x="356" y="68"/>
                  <a:pt x="356" y="68"/>
                  <a:pt x="356" y="69"/>
                </a:cubicBezTo>
                <a:cubicBezTo>
                  <a:pt x="356" y="71"/>
                  <a:pt x="356" y="71"/>
                  <a:pt x="357" y="70"/>
                </a:cubicBezTo>
                <a:cubicBezTo>
                  <a:pt x="358" y="70"/>
                  <a:pt x="359" y="69"/>
                  <a:pt x="359" y="69"/>
                </a:cubicBezTo>
                <a:cubicBezTo>
                  <a:pt x="360" y="69"/>
                  <a:pt x="359" y="70"/>
                  <a:pt x="360" y="70"/>
                </a:cubicBezTo>
                <a:cubicBezTo>
                  <a:pt x="361" y="71"/>
                  <a:pt x="360" y="71"/>
                  <a:pt x="361" y="71"/>
                </a:cubicBezTo>
                <a:cubicBezTo>
                  <a:pt x="362" y="70"/>
                  <a:pt x="363" y="70"/>
                  <a:pt x="363" y="69"/>
                </a:cubicBezTo>
                <a:cubicBezTo>
                  <a:pt x="364" y="67"/>
                  <a:pt x="363" y="67"/>
                  <a:pt x="361" y="67"/>
                </a:cubicBezTo>
                <a:cubicBezTo>
                  <a:pt x="360" y="66"/>
                  <a:pt x="358" y="65"/>
                  <a:pt x="357" y="64"/>
                </a:cubicBezTo>
                <a:cubicBezTo>
                  <a:pt x="357" y="62"/>
                  <a:pt x="360" y="62"/>
                  <a:pt x="361" y="62"/>
                </a:cubicBezTo>
                <a:cubicBezTo>
                  <a:pt x="361" y="60"/>
                  <a:pt x="359" y="59"/>
                  <a:pt x="362" y="58"/>
                </a:cubicBezTo>
                <a:cubicBezTo>
                  <a:pt x="362" y="56"/>
                  <a:pt x="360" y="58"/>
                  <a:pt x="359" y="57"/>
                </a:cubicBezTo>
                <a:cubicBezTo>
                  <a:pt x="357" y="56"/>
                  <a:pt x="359" y="56"/>
                  <a:pt x="360" y="56"/>
                </a:cubicBezTo>
                <a:cubicBezTo>
                  <a:pt x="361" y="56"/>
                  <a:pt x="364" y="56"/>
                  <a:pt x="363" y="54"/>
                </a:cubicBezTo>
                <a:cubicBezTo>
                  <a:pt x="363" y="54"/>
                  <a:pt x="360" y="54"/>
                  <a:pt x="360" y="54"/>
                </a:cubicBezTo>
                <a:cubicBezTo>
                  <a:pt x="359" y="54"/>
                  <a:pt x="359" y="53"/>
                  <a:pt x="359" y="53"/>
                </a:cubicBezTo>
                <a:cubicBezTo>
                  <a:pt x="360" y="52"/>
                  <a:pt x="362" y="52"/>
                  <a:pt x="363" y="52"/>
                </a:cubicBezTo>
                <a:cubicBezTo>
                  <a:pt x="366" y="52"/>
                  <a:pt x="364" y="51"/>
                  <a:pt x="364" y="50"/>
                </a:cubicBezTo>
                <a:cubicBezTo>
                  <a:pt x="363" y="48"/>
                  <a:pt x="365" y="46"/>
                  <a:pt x="366" y="45"/>
                </a:cubicBezTo>
                <a:cubicBezTo>
                  <a:pt x="368" y="43"/>
                  <a:pt x="369" y="41"/>
                  <a:pt x="370" y="41"/>
                </a:cubicBezTo>
                <a:cubicBezTo>
                  <a:pt x="372" y="40"/>
                  <a:pt x="374" y="40"/>
                  <a:pt x="376" y="40"/>
                </a:cubicBezTo>
                <a:cubicBezTo>
                  <a:pt x="377" y="41"/>
                  <a:pt x="380" y="43"/>
                  <a:pt x="380" y="42"/>
                </a:cubicBezTo>
                <a:cubicBezTo>
                  <a:pt x="381" y="41"/>
                  <a:pt x="378" y="39"/>
                  <a:pt x="378" y="39"/>
                </a:cubicBezTo>
                <a:cubicBezTo>
                  <a:pt x="377" y="38"/>
                  <a:pt x="375" y="38"/>
                  <a:pt x="375" y="37"/>
                </a:cubicBezTo>
                <a:cubicBezTo>
                  <a:pt x="375" y="36"/>
                  <a:pt x="377" y="36"/>
                  <a:pt x="377" y="35"/>
                </a:cubicBezTo>
                <a:cubicBezTo>
                  <a:pt x="379" y="34"/>
                  <a:pt x="378" y="32"/>
                  <a:pt x="379" y="30"/>
                </a:cubicBezTo>
                <a:cubicBezTo>
                  <a:pt x="380" y="28"/>
                  <a:pt x="382" y="27"/>
                  <a:pt x="383" y="28"/>
                </a:cubicBezTo>
                <a:cubicBezTo>
                  <a:pt x="384" y="29"/>
                  <a:pt x="384" y="31"/>
                  <a:pt x="386" y="32"/>
                </a:cubicBezTo>
                <a:cubicBezTo>
                  <a:pt x="387" y="34"/>
                  <a:pt x="388" y="32"/>
                  <a:pt x="388" y="31"/>
                </a:cubicBezTo>
                <a:cubicBezTo>
                  <a:pt x="387" y="29"/>
                  <a:pt x="386" y="28"/>
                  <a:pt x="385" y="27"/>
                </a:cubicBezTo>
                <a:cubicBezTo>
                  <a:pt x="383" y="25"/>
                  <a:pt x="382" y="25"/>
                  <a:pt x="380" y="24"/>
                </a:cubicBezTo>
                <a:cubicBezTo>
                  <a:pt x="378" y="24"/>
                  <a:pt x="378" y="23"/>
                  <a:pt x="378" y="21"/>
                </a:cubicBezTo>
                <a:cubicBezTo>
                  <a:pt x="378" y="20"/>
                  <a:pt x="378" y="20"/>
                  <a:pt x="379" y="19"/>
                </a:cubicBezTo>
                <a:cubicBezTo>
                  <a:pt x="379" y="19"/>
                  <a:pt x="381" y="18"/>
                  <a:pt x="382" y="18"/>
                </a:cubicBezTo>
                <a:cubicBezTo>
                  <a:pt x="382" y="19"/>
                  <a:pt x="382" y="19"/>
                  <a:pt x="382" y="20"/>
                </a:cubicBezTo>
                <a:cubicBezTo>
                  <a:pt x="383" y="21"/>
                  <a:pt x="383" y="21"/>
                  <a:pt x="384" y="21"/>
                </a:cubicBezTo>
                <a:cubicBezTo>
                  <a:pt x="384" y="22"/>
                  <a:pt x="385" y="24"/>
                  <a:pt x="386" y="23"/>
                </a:cubicBezTo>
                <a:cubicBezTo>
                  <a:pt x="386" y="22"/>
                  <a:pt x="384" y="17"/>
                  <a:pt x="387" y="18"/>
                </a:cubicBezTo>
                <a:cubicBezTo>
                  <a:pt x="387" y="17"/>
                  <a:pt x="386" y="17"/>
                  <a:pt x="385" y="16"/>
                </a:cubicBezTo>
                <a:cubicBezTo>
                  <a:pt x="384" y="16"/>
                  <a:pt x="384" y="14"/>
                  <a:pt x="384" y="13"/>
                </a:cubicBezTo>
                <a:cubicBezTo>
                  <a:pt x="385" y="12"/>
                  <a:pt x="387" y="11"/>
                  <a:pt x="388" y="11"/>
                </a:cubicBezTo>
                <a:cubicBezTo>
                  <a:pt x="390" y="12"/>
                  <a:pt x="389" y="14"/>
                  <a:pt x="389" y="16"/>
                </a:cubicBezTo>
                <a:cubicBezTo>
                  <a:pt x="393" y="18"/>
                  <a:pt x="391" y="12"/>
                  <a:pt x="393" y="11"/>
                </a:cubicBezTo>
                <a:cubicBezTo>
                  <a:pt x="393" y="12"/>
                  <a:pt x="394" y="14"/>
                  <a:pt x="393" y="15"/>
                </a:cubicBezTo>
                <a:cubicBezTo>
                  <a:pt x="393" y="17"/>
                  <a:pt x="392" y="18"/>
                  <a:pt x="393" y="19"/>
                </a:cubicBezTo>
                <a:cubicBezTo>
                  <a:pt x="394" y="18"/>
                  <a:pt x="394" y="15"/>
                  <a:pt x="396" y="16"/>
                </a:cubicBezTo>
                <a:cubicBezTo>
                  <a:pt x="396" y="16"/>
                  <a:pt x="398" y="18"/>
                  <a:pt x="398" y="19"/>
                </a:cubicBezTo>
                <a:cubicBezTo>
                  <a:pt x="398" y="20"/>
                  <a:pt x="397" y="24"/>
                  <a:pt x="399" y="22"/>
                </a:cubicBezTo>
                <a:cubicBezTo>
                  <a:pt x="400" y="22"/>
                  <a:pt x="400" y="18"/>
                  <a:pt x="400" y="17"/>
                </a:cubicBezTo>
                <a:cubicBezTo>
                  <a:pt x="400" y="16"/>
                  <a:pt x="399" y="12"/>
                  <a:pt x="400" y="12"/>
                </a:cubicBezTo>
                <a:cubicBezTo>
                  <a:pt x="401" y="12"/>
                  <a:pt x="402" y="16"/>
                  <a:pt x="403" y="17"/>
                </a:cubicBezTo>
                <a:cubicBezTo>
                  <a:pt x="403" y="19"/>
                  <a:pt x="402" y="19"/>
                  <a:pt x="404" y="17"/>
                </a:cubicBezTo>
                <a:cubicBezTo>
                  <a:pt x="405" y="16"/>
                  <a:pt x="406" y="16"/>
                  <a:pt x="407" y="18"/>
                </a:cubicBezTo>
                <a:cubicBezTo>
                  <a:pt x="408" y="18"/>
                  <a:pt x="408" y="16"/>
                  <a:pt x="410" y="16"/>
                </a:cubicBezTo>
                <a:cubicBezTo>
                  <a:pt x="411" y="17"/>
                  <a:pt x="411" y="18"/>
                  <a:pt x="411" y="19"/>
                </a:cubicBezTo>
                <a:cubicBezTo>
                  <a:pt x="410" y="20"/>
                  <a:pt x="409" y="22"/>
                  <a:pt x="409" y="22"/>
                </a:cubicBezTo>
                <a:cubicBezTo>
                  <a:pt x="408" y="23"/>
                  <a:pt x="406" y="24"/>
                  <a:pt x="406" y="24"/>
                </a:cubicBezTo>
                <a:cubicBezTo>
                  <a:pt x="405" y="25"/>
                  <a:pt x="405" y="26"/>
                  <a:pt x="405" y="28"/>
                </a:cubicBezTo>
                <a:cubicBezTo>
                  <a:pt x="404" y="29"/>
                  <a:pt x="403" y="29"/>
                  <a:pt x="402" y="30"/>
                </a:cubicBezTo>
                <a:cubicBezTo>
                  <a:pt x="401" y="31"/>
                  <a:pt x="400" y="32"/>
                  <a:pt x="399" y="33"/>
                </a:cubicBezTo>
                <a:cubicBezTo>
                  <a:pt x="398" y="35"/>
                  <a:pt x="396" y="36"/>
                  <a:pt x="395" y="38"/>
                </a:cubicBezTo>
                <a:cubicBezTo>
                  <a:pt x="397" y="39"/>
                  <a:pt x="397" y="37"/>
                  <a:pt x="397" y="40"/>
                </a:cubicBezTo>
                <a:cubicBezTo>
                  <a:pt x="398" y="42"/>
                  <a:pt x="398" y="44"/>
                  <a:pt x="398" y="46"/>
                </a:cubicBezTo>
                <a:cubicBezTo>
                  <a:pt x="397" y="46"/>
                  <a:pt x="395" y="47"/>
                  <a:pt x="395" y="49"/>
                </a:cubicBezTo>
                <a:cubicBezTo>
                  <a:pt x="395" y="50"/>
                  <a:pt x="396" y="50"/>
                  <a:pt x="396" y="51"/>
                </a:cubicBezTo>
                <a:cubicBezTo>
                  <a:pt x="396" y="52"/>
                  <a:pt x="395" y="52"/>
                  <a:pt x="395" y="53"/>
                </a:cubicBezTo>
                <a:cubicBezTo>
                  <a:pt x="393" y="54"/>
                  <a:pt x="393" y="55"/>
                  <a:pt x="392" y="57"/>
                </a:cubicBezTo>
                <a:cubicBezTo>
                  <a:pt x="392" y="58"/>
                  <a:pt x="390" y="64"/>
                  <a:pt x="393" y="65"/>
                </a:cubicBezTo>
                <a:cubicBezTo>
                  <a:pt x="395" y="65"/>
                  <a:pt x="392" y="60"/>
                  <a:pt x="394" y="60"/>
                </a:cubicBezTo>
                <a:cubicBezTo>
                  <a:pt x="395" y="61"/>
                  <a:pt x="395" y="65"/>
                  <a:pt x="397" y="64"/>
                </a:cubicBezTo>
                <a:cubicBezTo>
                  <a:pt x="398" y="63"/>
                  <a:pt x="398" y="61"/>
                  <a:pt x="398" y="60"/>
                </a:cubicBezTo>
                <a:cubicBezTo>
                  <a:pt x="399" y="57"/>
                  <a:pt x="401" y="56"/>
                  <a:pt x="402" y="54"/>
                </a:cubicBezTo>
                <a:cubicBezTo>
                  <a:pt x="402" y="53"/>
                  <a:pt x="403" y="52"/>
                  <a:pt x="403" y="51"/>
                </a:cubicBezTo>
                <a:cubicBezTo>
                  <a:pt x="403" y="50"/>
                  <a:pt x="402" y="50"/>
                  <a:pt x="402" y="50"/>
                </a:cubicBezTo>
                <a:cubicBezTo>
                  <a:pt x="400" y="47"/>
                  <a:pt x="406" y="43"/>
                  <a:pt x="407" y="41"/>
                </a:cubicBezTo>
                <a:cubicBezTo>
                  <a:pt x="411" y="37"/>
                  <a:pt x="412" y="33"/>
                  <a:pt x="413" y="29"/>
                </a:cubicBezTo>
                <a:cubicBezTo>
                  <a:pt x="414" y="27"/>
                  <a:pt x="416" y="25"/>
                  <a:pt x="417" y="23"/>
                </a:cubicBezTo>
                <a:cubicBezTo>
                  <a:pt x="417" y="21"/>
                  <a:pt x="418" y="19"/>
                  <a:pt x="420" y="18"/>
                </a:cubicBezTo>
                <a:cubicBezTo>
                  <a:pt x="421" y="16"/>
                  <a:pt x="426" y="10"/>
                  <a:pt x="427" y="15"/>
                </a:cubicBezTo>
                <a:cubicBezTo>
                  <a:pt x="427" y="17"/>
                  <a:pt x="426" y="18"/>
                  <a:pt x="426" y="20"/>
                </a:cubicBezTo>
                <a:cubicBezTo>
                  <a:pt x="426" y="21"/>
                  <a:pt x="426" y="21"/>
                  <a:pt x="426" y="23"/>
                </a:cubicBezTo>
                <a:cubicBezTo>
                  <a:pt x="426" y="25"/>
                  <a:pt x="426" y="27"/>
                  <a:pt x="424" y="28"/>
                </a:cubicBezTo>
                <a:cubicBezTo>
                  <a:pt x="424" y="29"/>
                  <a:pt x="420" y="31"/>
                  <a:pt x="420" y="31"/>
                </a:cubicBezTo>
                <a:cubicBezTo>
                  <a:pt x="421" y="33"/>
                  <a:pt x="424" y="30"/>
                  <a:pt x="425" y="31"/>
                </a:cubicBezTo>
                <a:cubicBezTo>
                  <a:pt x="425" y="31"/>
                  <a:pt x="425" y="36"/>
                  <a:pt x="424" y="37"/>
                </a:cubicBezTo>
                <a:cubicBezTo>
                  <a:pt x="424" y="39"/>
                  <a:pt x="423" y="41"/>
                  <a:pt x="422" y="43"/>
                </a:cubicBezTo>
                <a:cubicBezTo>
                  <a:pt x="422" y="44"/>
                  <a:pt x="422" y="47"/>
                  <a:pt x="422" y="48"/>
                </a:cubicBezTo>
                <a:cubicBezTo>
                  <a:pt x="423" y="49"/>
                  <a:pt x="423" y="48"/>
                  <a:pt x="424" y="47"/>
                </a:cubicBezTo>
                <a:cubicBezTo>
                  <a:pt x="424" y="47"/>
                  <a:pt x="424" y="46"/>
                  <a:pt x="425" y="45"/>
                </a:cubicBezTo>
                <a:cubicBezTo>
                  <a:pt x="425" y="44"/>
                  <a:pt x="426" y="45"/>
                  <a:pt x="426" y="44"/>
                </a:cubicBezTo>
                <a:cubicBezTo>
                  <a:pt x="427" y="44"/>
                  <a:pt x="427" y="44"/>
                  <a:pt x="427" y="44"/>
                </a:cubicBezTo>
                <a:cubicBezTo>
                  <a:pt x="427" y="43"/>
                  <a:pt x="428" y="43"/>
                  <a:pt x="428" y="42"/>
                </a:cubicBezTo>
                <a:cubicBezTo>
                  <a:pt x="428" y="41"/>
                  <a:pt x="428" y="41"/>
                  <a:pt x="430" y="41"/>
                </a:cubicBezTo>
                <a:cubicBezTo>
                  <a:pt x="431" y="41"/>
                  <a:pt x="432" y="43"/>
                  <a:pt x="434" y="42"/>
                </a:cubicBezTo>
                <a:cubicBezTo>
                  <a:pt x="433" y="41"/>
                  <a:pt x="432" y="39"/>
                  <a:pt x="432" y="37"/>
                </a:cubicBezTo>
                <a:cubicBezTo>
                  <a:pt x="431" y="35"/>
                  <a:pt x="432" y="33"/>
                  <a:pt x="434" y="34"/>
                </a:cubicBezTo>
                <a:cubicBezTo>
                  <a:pt x="434" y="34"/>
                  <a:pt x="438" y="37"/>
                  <a:pt x="437" y="34"/>
                </a:cubicBezTo>
                <a:cubicBezTo>
                  <a:pt x="437" y="33"/>
                  <a:pt x="435" y="33"/>
                  <a:pt x="435" y="32"/>
                </a:cubicBezTo>
                <a:cubicBezTo>
                  <a:pt x="434" y="31"/>
                  <a:pt x="435" y="31"/>
                  <a:pt x="435" y="30"/>
                </a:cubicBezTo>
                <a:cubicBezTo>
                  <a:pt x="435" y="29"/>
                  <a:pt x="435" y="29"/>
                  <a:pt x="435" y="29"/>
                </a:cubicBezTo>
                <a:cubicBezTo>
                  <a:pt x="434" y="28"/>
                  <a:pt x="434" y="28"/>
                  <a:pt x="434" y="28"/>
                </a:cubicBezTo>
                <a:cubicBezTo>
                  <a:pt x="433" y="26"/>
                  <a:pt x="434" y="26"/>
                  <a:pt x="435" y="25"/>
                </a:cubicBezTo>
                <a:cubicBezTo>
                  <a:pt x="437" y="25"/>
                  <a:pt x="438" y="26"/>
                  <a:pt x="438" y="24"/>
                </a:cubicBezTo>
                <a:cubicBezTo>
                  <a:pt x="438" y="24"/>
                  <a:pt x="438" y="23"/>
                  <a:pt x="438" y="23"/>
                </a:cubicBezTo>
                <a:cubicBezTo>
                  <a:pt x="438" y="22"/>
                  <a:pt x="438" y="21"/>
                  <a:pt x="439" y="21"/>
                </a:cubicBezTo>
                <a:cubicBezTo>
                  <a:pt x="441" y="20"/>
                  <a:pt x="443" y="23"/>
                  <a:pt x="444" y="22"/>
                </a:cubicBezTo>
                <a:cubicBezTo>
                  <a:pt x="443" y="21"/>
                  <a:pt x="443" y="22"/>
                  <a:pt x="442" y="21"/>
                </a:cubicBezTo>
                <a:cubicBezTo>
                  <a:pt x="442" y="21"/>
                  <a:pt x="442" y="20"/>
                  <a:pt x="442" y="19"/>
                </a:cubicBezTo>
                <a:cubicBezTo>
                  <a:pt x="442" y="19"/>
                  <a:pt x="440" y="17"/>
                  <a:pt x="440" y="16"/>
                </a:cubicBezTo>
                <a:cubicBezTo>
                  <a:pt x="438" y="16"/>
                  <a:pt x="438" y="17"/>
                  <a:pt x="436" y="16"/>
                </a:cubicBezTo>
                <a:cubicBezTo>
                  <a:pt x="435" y="15"/>
                  <a:pt x="434" y="14"/>
                  <a:pt x="435" y="13"/>
                </a:cubicBezTo>
                <a:cubicBezTo>
                  <a:pt x="436" y="11"/>
                  <a:pt x="440" y="15"/>
                  <a:pt x="438" y="12"/>
                </a:cubicBezTo>
                <a:cubicBezTo>
                  <a:pt x="437" y="11"/>
                  <a:pt x="436" y="10"/>
                  <a:pt x="437" y="9"/>
                </a:cubicBezTo>
                <a:cubicBezTo>
                  <a:pt x="438" y="8"/>
                  <a:pt x="439" y="9"/>
                  <a:pt x="440" y="9"/>
                </a:cubicBezTo>
                <a:cubicBezTo>
                  <a:pt x="440" y="9"/>
                  <a:pt x="441" y="9"/>
                  <a:pt x="441" y="9"/>
                </a:cubicBezTo>
                <a:cubicBezTo>
                  <a:pt x="441" y="10"/>
                  <a:pt x="441" y="11"/>
                  <a:pt x="441" y="11"/>
                </a:cubicBezTo>
                <a:cubicBezTo>
                  <a:pt x="442" y="12"/>
                  <a:pt x="443" y="12"/>
                  <a:pt x="444" y="11"/>
                </a:cubicBezTo>
                <a:cubicBezTo>
                  <a:pt x="444" y="9"/>
                  <a:pt x="442" y="8"/>
                  <a:pt x="442" y="7"/>
                </a:cubicBezTo>
                <a:cubicBezTo>
                  <a:pt x="442" y="5"/>
                  <a:pt x="443" y="6"/>
                  <a:pt x="444" y="4"/>
                </a:cubicBezTo>
                <a:cubicBezTo>
                  <a:pt x="445" y="4"/>
                  <a:pt x="444" y="3"/>
                  <a:pt x="445" y="3"/>
                </a:cubicBezTo>
                <a:cubicBezTo>
                  <a:pt x="445" y="3"/>
                  <a:pt x="447" y="6"/>
                  <a:pt x="447" y="6"/>
                </a:cubicBezTo>
                <a:cubicBezTo>
                  <a:pt x="447" y="6"/>
                  <a:pt x="448" y="6"/>
                  <a:pt x="448" y="6"/>
                </a:cubicBezTo>
                <a:cubicBezTo>
                  <a:pt x="448" y="7"/>
                  <a:pt x="448" y="7"/>
                  <a:pt x="448" y="7"/>
                </a:cubicBezTo>
                <a:cubicBezTo>
                  <a:pt x="449" y="8"/>
                  <a:pt x="451" y="8"/>
                  <a:pt x="451" y="7"/>
                </a:cubicBezTo>
                <a:cubicBezTo>
                  <a:pt x="452" y="7"/>
                  <a:pt x="451" y="6"/>
                  <a:pt x="452" y="6"/>
                </a:cubicBezTo>
                <a:cubicBezTo>
                  <a:pt x="452" y="6"/>
                  <a:pt x="453" y="7"/>
                  <a:pt x="453" y="7"/>
                </a:cubicBezTo>
                <a:cubicBezTo>
                  <a:pt x="453" y="7"/>
                  <a:pt x="454" y="7"/>
                  <a:pt x="454" y="7"/>
                </a:cubicBezTo>
                <a:cubicBezTo>
                  <a:pt x="455" y="6"/>
                  <a:pt x="455" y="5"/>
                  <a:pt x="455" y="5"/>
                </a:cubicBezTo>
                <a:cubicBezTo>
                  <a:pt x="456" y="6"/>
                  <a:pt x="455" y="9"/>
                  <a:pt x="456" y="10"/>
                </a:cubicBezTo>
                <a:cubicBezTo>
                  <a:pt x="456" y="11"/>
                  <a:pt x="458" y="10"/>
                  <a:pt x="459" y="10"/>
                </a:cubicBezTo>
                <a:cubicBezTo>
                  <a:pt x="462" y="10"/>
                  <a:pt x="462" y="10"/>
                  <a:pt x="462" y="13"/>
                </a:cubicBezTo>
                <a:cubicBezTo>
                  <a:pt x="461" y="14"/>
                  <a:pt x="461" y="15"/>
                  <a:pt x="461" y="16"/>
                </a:cubicBezTo>
                <a:cubicBezTo>
                  <a:pt x="460" y="17"/>
                  <a:pt x="459" y="17"/>
                  <a:pt x="459" y="18"/>
                </a:cubicBezTo>
                <a:cubicBezTo>
                  <a:pt x="459" y="18"/>
                  <a:pt x="460" y="18"/>
                  <a:pt x="460" y="18"/>
                </a:cubicBezTo>
                <a:cubicBezTo>
                  <a:pt x="460" y="20"/>
                  <a:pt x="458" y="20"/>
                  <a:pt x="457" y="20"/>
                </a:cubicBezTo>
                <a:cubicBezTo>
                  <a:pt x="456" y="21"/>
                  <a:pt x="456" y="20"/>
                  <a:pt x="456" y="21"/>
                </a:cubicBezTo>
                <a:cubicBezTo>
                  <a:pt x="456" y="22"/>
                  <a:pt x="457" y="22"/>
                  <a:pt x="457" y="23"/>
                </a:cubicBezTo>
                <a:cubicBezTo>
                  <a:pt x="455" y="26"/>
                  <a:pt x="453" y="22"/>
                  <a:pt x="452" y="22"/>
                </a:cubicBezTo>
                <a:cubicBezTo>
                  <a:pt x="451" y="21"/>
                  <a:pt x="450" y="22"/>
                  <a:pt x="449" y="22"/>
                </a:cubicBezTo>
                <a:cubicBezTo>
                  <a:pt x="448" y="23"/>
                  <a:pt x="447" y="22"/>
                  <a:pt x="446" y="22"/>
                </a:cubicBezTo>
                <a:cubicBezTo>
                  <a:pt x="447" y="23"/>
                  <a:pt x="448" y="24"/>
                  <a:pt x="447" y="25"/>
                </a:cubicBezTo>
                <a:cubicBezTo>
                  <a:pt x="448" y="25"/>
                  <a:pt x="451" y="24"/>
                  <a:pt x="451" y="24"/>
                </a:cubicBezTo>
                <a:cubicBezTo>
                  <a:pt x="451" y="25"/>
                  <a:pt x="451" y="25"/>
                  <a:pt x="451" y="25"/>
                </a:cubicBezTo>
                <a:cubicBezTo>
                  <a:pt x="452" y="26"/>
                  <a:pt x="454" y="25"/>
                  <a:pt x="453" y="27"/>
                </a:cubicBezTo>
                <a:cubicBezTo>
                  <a:pt x="453" y="28"/>
                  <a:pt x="452" y="28"/>
                  <a:pt x="451" y="29"/>
                </a:cubicBezTo>
                <a:cubicBezTo>
                  <a:pt x="450" y="29"/>
                  <a:pt x="449" y="30"/>
                  <a:pt x="448" y="31"/>
                </a:cubicBezTo>
                <a:cubicBezTo>
                  <a:pt x="447" y="32"/>
                  <a:pt x="446" y="32"/>
                  <a:pt x="444" y="33"/>
                </a:cubicBezTo>
                <a:cubicBezTo>
                  <a:pt x="446" y="37"/>
                  <a:pt x="455" y="28"/>
                  <a:pt x="457" y="27"/>
                </a:cubicBezTo>
                <a:cubicBezTo>
                  <a:pt x="459" y="31"/>
                  <a:pt x="454" y="36"/>
                  <a:pt x="451" y="38"/>
                </a:cubicBezTo>
                <a:cubicBezTo>
                  <a:pt x="450" y="39"/>
                  <a:pt x="447" y="41"/>
                  <a:pt x="450" y="41"/>
                </a:cubicBezTo>
                <a:cubicBezTo>
                  <a:pt x="451" y="41"/>
                  <a:pt x="453" y="39"/>
                  <a:pt x="453" y="42"/>
                </a:cubicBezTo>
                <a:cubicBezTo>
                  <a:pt x="455" y="43"/>
                  <a:pt x="455" y="40"/>
                  <a:pt x="457" y="39"/>
                </a:cubicBezTo>
                <a:cubicBezTo>
                  <a:pt x="457" y="40"/>
                  <a:pt x="457" y="41"/>
                  <a:pt x="456" y="42"/>
                </a:cubicBezTo>
                <a:cubicBezTo>
                  <a:pt x="455" y="42"/>
                  <a:pt x="455" y="45"/>
                  <a:pt x="455" y="45"/>
                </a:cubicBezTo>
                <a:cubicBezTo>
                  <a:pt x="455" y="48"/>
                  <a:pt x="454" y="49"/>
                  <a:pt x="454" y="52"/>
                </a:cubicBezTo>
                <a:cubicBezTo>
                  <a:pt x="454" y="54"/>
                  <a:pt x="454" y="56"/>
                  <a:pt x="454" y="58"/>
                </a:cubicBezTo>
                <a:cubicBezTo>
                  <a:pt x="454" y="60"/>
                  <a:pt x="453" y="62"/>
                  <a:pt x="453" y="64"/>
                </a:cubicBezTo>
                <a:cubicBezTo>
                  <a:pt x="457" y="64"/>
                  <a:pt x="456" y="54"/>
                  <a:pt x="456" y="53"/>
                </a:cubicBezTo>
                <a:cubicBezTo>
                  <a:pt x="455" y="50"/>
                  <a:pt x="456" y="48"/>
                  <a:pt x="457" y="46"/>
                </a:cubicBezTo>
                <a:cubicBezTo>
                  <a:pt x="458" y="44"/>
                  <a:pt x="458" y="41"/>
                  <a:pt x="460" y="40"/>
                </a:cubicBezTo>
                <a:cubicBezTo>
                  <a:pt x="460" y="41"/>
                  <a:pt x="460" y="42"/>
                  <a:pt x="461" y="43"/>
                </a:cubicBezTo>
                <a:cubicBezTo>
                  <a:pt x="461" y="42"/>
                  <a:pt x="462" y="40"/>
                  <a:pt x="462" y="40"/>
                </a:cubicBezTo>
                <a:cubicBezTo>
                  <a:pt x="462" y="39"/>
                  <a:pt x="461" y="39"/>
                  <a:pt x="460" y="38"/>
                </a:cubicBezTo>
                <a:cubicBezTo>
                  <a:pt x="459" y="36"/>
                  <a:pt x="460" y="35"/>
                  <a:pt x="460" y="34"/>
                </a:cubicBezTo>
                <a:cubicBezTo>
                  <a:pt x="461" y="33"/>
                  <a:pt x="461" y="31"/>
                  <a:pt x="461" y="30"/>
                </a:cubicBezTo>
                <a:cubicBezTo>
                  <a:pt x="462" y="29"/>
                  <a:pt x="463" y="30"/>
                  <a:pt x="463" y="28"/>
                </a:cubicBezTo>
                <a:cubicBezTo>
                  <a:pt x="463" y="28"/>
                  <a:pt x="462" y="27"/>
                  <a:pt x="462" y="26"/>
                </a:cubicBezTo>
                <a:cubicBezTo>
                  <a:pt x="462" y="24"/>
                  <a:pt x="465" y="21"/>
                  <a:pt x="466" y="19"/>
                </a:cubicBezTo>
                <a:cubicBezTo>
                  <a:pt x="466" y="17"/>
                  <a:pt x="469" y="17"/>
                  <a:pt x="471" y="17"/>
                </a:cubicBezTo>
                <a:cubicBezTo>
                  <a:pt x="471" y="17"/>
                  <a:pt x="472" y="17"/>
                  <a:pt x="472" y="17"/>
                </a:cubicBezTo>
                <a:cubicBezTo>
                  <a:pt x="472" y="17"/>
                  <a:pt x="472" y="18"/>
                  <a:pt x="472" y="18"/>
                </a:cubicBezTo>
                <a:cubicBezTo>
                  <a:pt x="473" y="19"/>
                  <a:pt x="474" y="18"/>
                  <a:pt x="475" y="19"/>
                </a:cubicBezTo>
                <a:cubicBezTo>
                  <a:pt x="476" y="20"/>
                  <a:pt x="476" y="21"/>
                  <a:pt x="476" y="22"/>
                </a:cubicBezTo>
                <a:cubicBezTo>
                  <a:pt x="477" y="22"/>
                  <a:pt x="478" y="22"/>
                  <a:pt x="479" y="23"/>
                </a:cubicBezTo>
                <a:cubicBezTo>
                  <a:pt x="479" y="24"/>
                  <a:pt x="475" y="26"/>
                  <a:pt x="478" y="26"/>
                </a:cubicBezTo>
                <a:cubicBezTo>
                  <a:pt x="478" y="27"/>
                  <a:pt x="475" y="30"/>
                  <a:pt x="477" y="31"/>
                </a:cubicBezTo>
                <a:cubicBezTo>
                  <a:pt x="478" y="31"/>
                  <a:pt x="479" y="29"/>
                  <a:pt x="479" y="29"/>
                </a:cubicBezTo>
                <a:cubicBezTo>
                  <a:pt x="480" y="28"/>
                  <a:pt x="481" y="28"/>
                  <a:pt x="482" y="27"/>
                </a:cubicBezTo>
                <a:cubicBezTo>
                  <a:pt x="482" y="27"/>
                  <a:pt x="483" y="26"/>
                  <a:pt x="484" y="26"/>
                </a:cubicBezTo>
                <a:cubicBezTo>
                  <a:pt x="485" y="26"/>
                  <a:pt x="485" y="25"/>
                  <a:pt x="485" y="26"/>
                </a:cubicBezTo>
                <a:cubicBezTo>
                  <a:pt x="487" y="28"/>
                  <a:pt x="484" y="31"/>
                  <a:pt x="484" y="32"/>
                </a:cubicBezTo>
                <a:cubicBezTo>
                  <a:pt x="488" y="33"/>
                  <a:pt x="488" y="30"/>
                  <a:pt x="490" y="28"/>
                </a:cubicBezTo>
                <a:cubicBezTo>
                  <a:pt x="491" y="27"/>
                  <a:pt x="493" y="27"/>
                  <a:pt x="494" y="28"/>
                </a:cubicBezTo>
                <a:cubicBezTo>
                  <a:pt x="495" y="29"/>
                  <a:pt x="494" y="29"/>
                  <a:pt x="494" y="30"/>
                </a:cubicBezTo>
                <a:cubicBezTo>
                  <a:pt x="493" y="32"/>
                  <a:pt x="494" y="31"/>
                  <a:pt x="495" y="32"/>
                </a:cubicBezTo>
                <a:cubicBezTo>
                  <a:pt x="496" y="32"/>
                  <a:pt x="497" y="33"/>
                  <a:pt x="497" y="34"/>
                </a:cubicBezTo>
                <a:cubicBezTo>
                  <a:pt x="497" y="37"/>
                  <a:pt x="492" y="36"/>
                  <a:pt x="491" y="38"/>
                </a:cubicBezTo>
                <a:cubicBezTo>
                  <a:pt x="492" y="38"/>
                  <a:pt x="496" y="38"/>
                  <a:pt x="497" y="38"/>
                </a:cubicBezTo>
                <a:cubicBezTo>
                  <a:pt x="499" y="37"/>
                  <a:pt x="500" y="35"/>
                  <a:pt x="502" y="37"/>
                </a:cubicBezTo>
                <a:cubicBezTo>
                  <a:pt x="502" y="38"/>
                  <a:pt x="502" y="38"/>
                  <a:pt x="502" y="39"/>
                </a:cubicBezTo>
                <a:cubicBezTo>
                  <a:pt x="503" y="40"/>
                  <a:pt x="504" y="40"/>
                  <a:pt x="504" y="41"/>
                </a:cubicBezTo>
                <a:cubicBezTo>
                  <a:pt x="505" y="41"/>
                  <a:pt x="505" y="44"/>
                  <a:pt x="506" y="45"/>
                </a:cubicBezTo>
                <a:cubicBezTo>
                  <a:pt x="507" y="45"/>
                  <a:pt x="507" y="43"/>
                  <a:pt x="508" y="42"/>
                </a:cubicBezTo>
                <a:cubicBezTo>
                  <a:pt x="509" y="42"/>
                  <a:pt x="510" y="44"/>
                  <a:pt x="510" y="45"/>
                </a:cubicBezTo>
                <a:cubicBezTo>
                  <a:pt x="511" y="47"/>
                  <a:pt x="511" y="47"/>
                  <a:pt x="511" y="49"/>
                </a:cubicBezTo>
                <a:cubicBezTo>
                  <a:pt x="511" y="49"/>
                  <a:pt x="511" y="51"/>
                  <a:pt x="511" y="51"/>
                </a:cubicBezTo>
                <a:cubicBezTo>
                  <a:pt x="511" y="52"/>
                  <a:pt x="510" y="53"/>
                  <a:pt x="508" y="54"/>
                </a:cubicBezTo>
                <a:cubicBezTo>
                  <a:pt x="506" y="54"/>
                  <a:pt x="504" y="53"/>
                  <a:pt x="502" y="54"/>
                </a:cubicBezTo>
                <a:cubicBezTo>
                  <a:pt x="501" y="54"/>
                  <a:pt x="501" y="55"/>
                  <a:pt x="500" y="55"/>
                </a:cubicBezTo>
                <a:cubicBezTo>
                  <a:pt x="500" y="56"/>
                  <a:pt x="500" y="56"/>
                  <a:pt x="500" y="57"/>
                </a:cubicBezTo>
                <a:cubicBezTo>
                  <a:pt x="499" y="57"/>
                  <a:pt x="498" y="57"/>
                  <a:pt x="498" y="58"/>
                </a:cubicBezTo>
                <a:cubicBezTo>
                  <a:pt x="497" y="59"/>
                  <a:pt x="498" y="60"/>
                  <a:pt x="497" y="61"/>
                </a:cubicBezTo>
                <a:cubicBezTo>
                  <a:pt x="497" y="62"/>
                  <a:pt x="495" y="62"/>
                  <a:pt x="494" y="63"/>
                </a:cubicBezTo>
                <a:cubicBezTo>
                  <a:pt x="492" y="64"/>
                  <a:pt x="492" y="65"/>
                  <a:pt x="490" y="64"/>
                </a:cubicBezTo>
                <a:cubicBezTo>
                  <a:pt x="486" y="64"/>
                  <a:pt x="482" y="63"/>
                  <a:pt x="478" y="62"/>
                </a:cubicBezTo>
                <a:cubicBezTo>
                  <a:pt x="474" y="62"/>
                  <a:pt x="471" y="60"/>
                  <a:pt x="467" y="59"/>
                </a:cubicBezTo>
                <a:cubicBezTo>
                  <a:pt x="467" y="59"/>
                  <a:pt x="465" y="57"/>
                  <a:pt x="464" y="58"/>
                </a:cubicBezTo>
                <a:cubicBezTo>
                  <a:pt x="462" y="59"/>
                  <a:pt x="465" y="59"/>
                  <a:pt x="465" y="60"/>
                </a:cubicBezTo>
                <a:cubicBezTo>
                  <a:pt x="465" y="61"/>
                  <a:pt x="463" y="62"/>
                  <a:pt x="464" y="63"/>
                </a:cubicBezTo>
                <a:cubicBezTo>
                  <a:pt x="464" y="64"/>
                  <a:pt x="466" y="62"/>
                  <a:pt x="467" y="63"/>
                </a:cubicBezTo>
                <a:cubicBezTo>
                  <a:pt x="468" y="63"/>
                  <a:pt x="468" y="64"/>
                  <a:pt x="468" y="64"/>
                </a:cubicBezTo>
                <a:cubicBezTo>
                  <a:pt x="468" y="64"/>
                  <a:pt x="470" y="65"/>
                  <a:pt x="470" y="65"/>
                </a:cubicBezTo>
                <a:cubicBezTo>
                  <a:pt x="471" y="66"/>
                  <a:pt x="475" y="65"/>
                  <a:pt x="474" y="67"/>
                </a:cubicBezTo>
                <a:cubicBezTo>
                  <a:pt x="475" y="68"/>
                  <a:pt x="476" y="68"/>
                  <a:pt x="478" y="68"/>
                </a:cubicBezTo>
                <a:cubicBezTo>
                  <a:pt x="479" y="68"/>
                  <a:pt x="479" y="69"/>
                  <a:pt x="480" y="69"/>
                </a:cubicBezTo>
                <a:cubicBezTo>
                  <a:pt x="483" y="70"/>
                  <a:pt x="485" y="70"/>
                  <a:pt x="482" y="72"/>
                </a:cubicBezTo>
                <a:cubicBezTo>
                  <a:pt x="481" y="73"/>
                  <a:pt x="478" y="74"/>
                  <a:pt x="478" y="76"/>
                </a:cubicBezTo>
                <a:cubicBezTo>
                  <a:pt x="478" y="78"/>
                  <a:pt x="482" y="74"/>
                  <a:pt x="483" y="74"/>
                </a:cubicBezTo>
                <a:cubicBezTo>
                  <a:pt x="483" y="75"/>
                  <a:pt x="484" y="74"/>
                  <a:pt x="485" y="74"/>
                </a:cubicBezTo>
                <a:cubicBezTo>
                  <a:pt x="486" y="76"/>
                  <a:pt x="485" y="78"/>
                  <a:pt x="484" y="80"/>
                </a:cubicBezTo>
                <a:cubicBezTo>
                  <a:pt x="483" y="81"/>
                  <a:pt x="483" y="83"/>
                  <a:pt x="483" y="84"/>
                </a:cubicBezTo>
                <a:cubicBezTo>
                  <a:pt x="482" y="84"/>
                  <a:pt x="481" y="86"/>
                  <a:pt x="481" y="87"/>
                </a:cubicBezTo>
                <a:cubicBezTo>
                  <a:pt x="483" y="87"/>
                  <a:pt x="483" y="85"/>
                  <a:pt x="484" y="85"/>
                </a:cubicBezTo>
                <a:cubicBezTo>
                  <a:pt x="486" y="83"/>
                  <a:pt x="486" y="84"/>
                  <a:pt x="488" y="84"/>
                </a:cubicBezTo>
                <a:cubicBezTo>
                  <a:pt x="489" y="84"/>
                  <a:pt x="490" y="83"/>
                  <a:pt x="490" y="83"/>
                </a:cubicBezTo>
                <a:cubicBezTo>
                  <a:pt x="491" y="84"/>
                  <a:pt x="490" y="85"/>
                  <a:pt x="490" y="86"/>
                </a:cubicBezTo>
                <a:cubicBezTo>
                  <a:pt x="491" y="86"/>
                  <a:pt x="491" y="84"/>
                  <a:pt x="492" y="85"/>
                </a:cubicBezTo>
                <a:cubicBezTo>
                  <a:pt x="493" y="85"/>
                  <a:pt x="493" y="86"/>
                  <a:pt x="495" y="86"/>
                </a:cubicBezTo>
                <a:cubicBezTo>
                  <a:pt x="495" y="85"/>
                  <a:pt x="493" y="84"/>
                  <a:pt x="494" y="83"/>
                </a:cubicBezTo>
                <a:cubicBezTo>
                  <a:pt x="494" y="82"/>
                  <a:pt x="495" y="82"/>
                  <a:pt x="495" y="81"/>
                </a:cubicBezTo>
                <a:cubicBezTo>
                  <a:pt x="495" y="81"/>
                  <a:pt x="494" y="80"/>
                  <a:pt x="494" y="79"/>
                </a:cubicBezTo>
                <a:cubicBezTo>
                  <a:pt x="494" y="78"/>
                  <a:pt x="494" y="76"/>
                  <a:pt x="494" y="76"/>
                </a:cubicBezTo>
                <a:cubicBezTo>
                  <a:pt x="495" y="76"/>
                  <a:pt x="495" y="76"/>
                  <a:pt x="496" y="76"/>
                </a:cubicBezTo>
                <a:cubicBezTo>
                  <a:pt x="497" y="77"/>
                  <a:pt x="496" y="77"/>
                  <a:pt x="496" y="77"/>
                </a:cubicBezTo>
                <a:cubicBezTo>
                  <a:pt x="496" y="78"/>
                  <a:pt x="497" y="78"/>
                  <a:pt x="497" y="78"/>
                </a:cubicBezTo>
                <a:cubicBezTo>
                  <a:pt x="497" y="79"/>
                  <a:pt x="497" y="78"/>
                  <a:pt x="497" y="78"/>
                </a:cubicBezTo>
                <a:cubicBezTo>
                  <a:pt x="498" y="80"/>
                  <a:pt x="497" y="83"/>
                  <a:pt x="498" y="85"/>
                </a:cubicBezTo>
                <a:cubicBezTo>
                  <a:pt x="498" y="87"/>
                  <a:pt x="499" y="88"/>
                  <a:pt x="500" y="85"/>
                </a:cubicBezTo>
                <a:cubicBezTo>
                  <a:pt x="500" y="83"/>
                  <a:pt x="499" y="81"/>
                  <a:pt x="500" y="79"/>
                </a:cubicBezTo>
                <a:cubicBezTo>
                  <a:pt x="503" y="79"/>
                  <a:pt x="504" y="80"/>
                  <a:pt x="504" y="82"/>
                </a:cubicBezTo>
                <a:cubicBezTo>
                  <a:pt x="505" y="82"/>
                  <a:pt x="506" y="80"/>
                  <a:pt x="507" y="80"/>
                </a:cubicBezTo>
                <a:cubicBezTo>
                  <a:pt x="507" y="83"/>
                  <a:pt x="508" y="86"/>
                  <a:pt x="509" y="89"/>
                </a:cubicBezTo>
                <a:cubicBezTo>
                  <a:pt x="509" y="91"/>
                  <a:pt x="510" y="94"/>
                  <a:pt x="507" y="95"/>
                </a:cubicBezTo>
                <a:cubicBezTo>
                  <a:pt x="506" y="96"/>
                  <a:pt x="504" y="96"/>
                  <a:pt x="502" y="95"/>
                </a:cubicBezTo>
                <a:cubicBezTo>
                  <a:pt x="499" y="94"/>
                  <a:pt x="500" y="93"/>
                  <a:pt x="499" y="91"/>
                </a:cubicBezTo>
                <a:cubicBezTo>
                  <a:pt x="498" y="90"/>
                  <a:pt x="495" y="89"/>
                  <a:pt x="494" y="89"/>
                </a:cubicBezTo>
                <a:cubicBezTo>
                  <a:pt x="492" y="89"/>
                  <a:pt x="495" y="91"/>
                  <a:pt x="495" y="92"/>
                </a:cubicBezTo>
                <a:cubicBezTo>
                  <a:pt x="496" y="94"/>
                  <a:pt x="494" y="98"/>
                  <a:pt x="493" y="100"/>
                </a:cubicBezTo>
                <a:cubicBezTo>
                  <a:pt x="493" y="102"/>
                  <a:pt x="491" y="104"/>
                  <a:pt x="489" y="104"/>
                </a:cubicBezTo>
                <a:cubicBezTo>
                  <a:pt x="488" y="106"/>
                  <a:pt x="485" y="104"/>
                  <a:pt x="484" y="106"/>
                </a:cubicBezTo>
                <a:cubicBezTo>
                  <a:pt x="483" y="107"/>
                  <a:pt x="483" y="108"/>
                  <a:pt x="483" y="108"/>
                </a:cubicBezTo>
                <a:cubicBezTo>
                  <a:pt x="482" y="109"/>
                  <a:pt x="480" y="108"/>
                  <a:pt x="479" y="108"/>
                </a:cubicBezTo>
                <a:cubicBezTo>
                  <a:pt x="475" y="109"/>
                  <a:pt x="476" y="115"/>
                  <a:pt x="475" y="118"/>
                </a:cubicBezTo>
                <a:cubicBezTo>
                  <a:pt x="474" y="121"/>
                  <a:pt x="470" y="125"/>
                  <a:pt x="467" y="121"/>
                </a:cubicBezTo>
                <a:cubicBezTo>
                  <a:pt x="465" y="117"/>
                  <a:pt x="470" y="111"/>
                  <a:pt x="472" y="108"/>
                </a:cubicBezTo>
                <a:cubicBezTo>
                  <a:pt x="473" y="106"/>
                  <a:pt x="475" y="104"/>
                  <a:pt x="476" y="102"/>
                </a:cubicBezTo>
                <a:cubicBezTo>
                  <a:pt x="478" y="100"/>
                  <a:pt x="477" y="98"/>
                  <a:pt x="476" y="95"/>
                </a:cubicBezTo>
                <a:cubicBezTo>
                  <a:pt x="475" y="93"/>
                  <a:pt x="475" y="91"/>
                  <a:pt x="474" y="89"/>
                </a:cubicBezTo>
                <a:cubicBezTo>
                  <a:pt x="473" y="87"/>
                  <a:pt x="470" y="85"/>
                  <a:pt x="468" y="84"/>
                </a:cubicBezTo>
                <a:cubicBezTo>
                  <a:pt x="466" y="83"/>
                  <a:pt x="463" y="82"/>
                  <a:pt x="460" y="80"/>
                </a:cubicBezTo>
                <a:cubicBezTo>
                  <a:pt x="460" y="79"/>
                  <a:pt x="459" y="79"/>
                  <a:pt x="459" y="78"/>
                </a:cubicBezTo>
                <a:cubicBezTo>
                  <a:pt x="458" y="76"/>
                  <a:pt x="458" y="77"/>
                  <a:pt x="457" y="75"/>
                </a:cubicBezTo>
                <a:cubicBezTo>
                  <a:pt x="455" y="74"/>
                  <a:pt x="454" y="72"/>
                  <a:pt x="453" y="71"/>
                </a:cubicBezTo>
                <a:cubicBezTo>
                  <a:pt x="452" y="70"/>
                  <a:pt x="451" y="69"/>
                  <a:pt x="451" y="68"/>
                </a:cubicBezTo>
                <a:cubicBezTo>
                  <a:pt x="450" y="67"/>
                  <a:pt x="450" y="65"/>
                  <a:pt x="449" y="64"/>
                </a:cubicBezTo>
                <a:cubicBezTo>
                  <a:pt x="447" y="66"/>
                  <a:pt x="445" y="64"/>
                  <a:pt x="444" y="65"/>
                </a:cubicBezTo>
                <a:cubicBezTo>
                  <a:pt x="442" y="67"/>
                  <a:pt x="441" y="69"/>
                  <a:pt x="440" y="70"/>
                </a:cubicBezTo>
                <a:cubicBezTo>
                  <a:pt x="438" y="72"/>
                  <a:pt x="437" y="74"/>
                  <a:pt x="435" y="74"/>
                </a:cubicBezTo>
                <a:cubicBezTo>
                  <a:pt x="433" y="74"/>
                  <a:pt x="431" y="73"/>
                  <a:pt x="429" y="72"/>
                </a:cubicBezTo>
                <a:cubicBezTo>
                  <a:pt x="424" y="72"/>
                  <a:pt x="422" y="74"/>
                  <a:pt x="420" y="77"/>
                </a:cubicBezTo>
                <a:cubicBezTo>
                  <a:pt x="419" y="79"/>
                  <a:pt x="419" y="81"/>
                  <a:pt x="417" y="83"/>
                </a:cubicBezTo>
                <a:cubicBezTo>
                  <a:pt x="416" y="84"/>
                  <a:pt x="414" y="84"/>
                  <a:pt x="413" y="86"/>
                </a:cubicBezTo>
                <a:cubicBezTo>
                  <a:pt x="411" y="87"/>
                  <a:pt x="412" y="90"/>
                  <a:pt x="412" y="92"/>
                </a:cubicBezTo>
                <a:cubicBezTo>
                  <a:pt x="412" y="94"/>
                  <a:pt x="410" y="96"/>
                  <a:pt x="410" y="98"/>
                </a:cubicBezTo>
                <a:cubicBezTo>
                  <a:pt x="409" y="101"/>
                  <a:pt x="410" y="102"/>
                  <a:pt x="410" y="105"/>
                </a:cubicBezTo>
                <a:cubicBezTo>
                  <a:pt x="409" y="107"/>
                  <a:pt x="408" y="109"/>
                  <a:pt x="408" y="111"/>
                </a:cubicBezTo>
                <a:cubicBezTo>
                  <a:pt x="407" y="114"/>
                  <a:pt x="408" y="115"/>
                  <a:pt x="408" y="118"/>
                </a:cubicBezTo>
                <a:cubicBezTo>
                  <a:pt x="408" y="119"/>
                  <a:pt x="407" y="121"/>
                  <a:pt x="408" y="122"/>
                </a:cubicBezTo>
                <a:cubicBezTo>
                  <a:pt x="408" y="123"/>
                  <a:pt x="408" y="123"/>
                  <a:pt x="408" y="124"/>
                </a:cubicBezTo>
                <a:cubicBezTo>
                  <a:pt x="408" y="125"/>
                  <a:pt x="407" y="126"/>
                  <a:pt x="407" y="127"/>
                </a:cubicBezTo>
                <a:cubicBezTo>
                  <a:pt x="407" y="128"/>
                  <a:pt x="407" y="129"/>
                  <a:pt x="406" y="130"/>
                </a:cubicBezTo>
                <a:cubicBezTo>
                  <a:pt x="406" y="131"/>
                  <a:pt x="403" y="132"/>
                  <a:pt x="402" y="130"/>
                </a:cubicBezTo>
                <a:cubicBezTo>
                  <a:pt x="399" y="132"/>
                  <a:pt x="395" y="135"/>
                  <a:pt x="395" y="139"/>
                </a:cubicBezTo>
                <a:cubicBezTo>
                  <a:pt x="396" y="141"/>
                  <a:pt x="396" y="142"/>
                  <a:pt x="395" y="144"/>
                </a:cubicBezTo>
                <a:cubicBezTo>
                  <a:pt x="394" y="144"/>
                  <a:pt x="394" y="145"/>
                  <a:pt x="393" y="145"/>
                </a:cubicBezTo>
                <a:cubicBezTo>
                  <a:pt x="393" y="146"/>
                  <a:pt x="392" y="146"/>
                  <a:pt x="392" y="147"/>
                </a:cubicBezTo>
                <a:cubicBezTo>
                  <a:pt x="390" y="148"/>
                  <a:pt x="390" y="148"/>
                  <a:pt x="389" y="147"/>
                </a:cubicBezTo>
                <a:cubicBezTo>
                  <a:pt x="388" y="146"/>
                  <a:pt x="388" y="144"/>
                  <a:pt x="386" y="143"/>
                </a:cubicBezTo>
                <a:cubicBezTo>
                  <a:pt x="385" y="142"/>
                  <a:pt x="383" y="142"/>
                  <a:pt x="381" y="141"/>
                </a:cubicBezTo>
                <a:cubicBezTo>
                  <a:pt x="379" y="140"/>
                  <a:pt x="378" y="139"/>
                  <a:pt x="377" y="138"/>
                </a:cubicBezTo>
                <a:cubicBezTo>
                  <a:pt x="376" y="137"/>
                  <a:pt x="373" y="136"/>
                  <a:pt x="371" y="135"/>
                </a:cubicBezTo>
                <a:cubicBezTo>
                  <a:pt x="370" y="135"/>
                  <a:pt x="369" y="137"/>
                  <a:pt x="369" y="138"/>
                </a:cubicBezTo>
                <a:cubicBezTo>
                  <a:pt x="368" y="140"/>
                  <a:pt x="367" y="141"/>
                  <a:pt x="365" y="142"/>
                </a:cubicBezTo>
                <a:cubicBezTo>
                  <a:pt x="363" y="142"/>
                  <a:pt x="361" y="143"/>
                  <a:pt x="360" y="144"/>
                </a:cubicBezTo>
                <a:cubicBezTo>
                  <a:pt x="358" y="145"/>
                  <a:pt x="357" y="145"/>
                  <a:pt x="356" y="143"/>
                </a:cubicBezTo>
                <a:cubicBezTo>
                  <a:pt x="354" y="142"/>
                  <a:pt x="354" y="142"/>
                  <a:pt x="352" y="142"/>
                </a:cubicBezTo>
                <a:cubicBezTo>
                  <a:pt x="350" y="142"/>
                  <a:pt x="349" y="142"/>
                  <a:pt x="347" y="140"/>
                </a:cubicBezTo>
                <a:cubicBezTo>
                  <a:pt x="345" y="139"/>
                  <a:pt x="345" y="140"/>
                  <a:pt x="342" y="140"/>
                </a:cubicBezTo>
                <a:cubicBezTo>
                  <a:pt x="343" y="136"/>
                  <a:pt x="341" y="134"/>
                  <a:pt x="339" y="130"/>
                </a:cubicBezTo>
                <a:cubicBezTo>
                  <a:pt x="338" y="129"/>
                  <a:pt x="338" y="128"/>
                  <a:pt x="337" y="126"/>
                </a:cubicBezTo>
                <a:cubicBezTo>
                  <a:pt x="337" y="125"/>
                  <a:pt x="335" y="124"/>
                  <a:pt x="334" y="123"/>
                </a:cubicBezTo>
                <a:cubicBezTo>
                  <a:pt x="332" y="121"/>
                  <a:pt x="330" y="118"/>
                  <a:pt x="329" y="114"/>
                </a:cubicBezTo>
                <a:cubicBezTo>
                  <a:pt x="328" y="113"/>
                  <a:pt x="328" y="111"/>
                  <a:pt x="327" y="110"/>
                </a:cubicBezTo>
                <a:cubicBezTo>
                  <a:pt x="326" y="109"/>
                  <a:pt x="325" y="110"/>
                  <a:pt x="324" y="109"/>
                </a:cubicBezTo>
                <a:cubicBezTo>
                  <a:pt x="323" y="109"/>
                  <a:pt x="322" y="109"/>
                  <a:pt x="320" y="109"/>
                </a:cubicBezTo>
                <a:cubicBezTo>
                  <a:pt x="319" y="110"/>
                  <a:pt x="317" y="111"/>
                  <a:pt x="316" y="112"/>
                </a:cubicBezTo>
                <a:cubicBezTo>
                  <a:pt x="315" y="115"/>
                  <a:pt x="317" y="117"/>
                  <a:pt x="317" y="120"/>
                </a:cubicBezTo>
                <a:cubicBezTo>
                  <a:pt x="317" y="123"/>
                  <a:pt x="314" y="122"/>
                  <a:pt x="313" y="121"/>
                </a:cubicBezTo>
                <a:cubicBezTo>
                  <a:pt x="312" y="120"/>
                  <a:pt x="311" y="119"/>
                  <a:pt x="309" y="119"/>
                </a:cubicBezTo>
                <a:cubicBezTo>
                  <a:pt x="308" y="120"/>
                  <a:pt x="307" y="122"/>
                  <a:pt x="307" y="123"/>
                </a:cubicBezTo>
                <a:cubicBezTo>
                  <a:pt x="307" y="123"/>
                  <a:pt x="307" y="121"/>
                  <a:pt x="307" y="123"/>
                </a:cubicBezTo>
                <a:close/>
                <a:moveTo>
                  <a:pt x="61" y="394"/>
                </a:moveTo>
                <a:cubicBezTo>
                  <a:pt x="60" y="394"/>
                  <a:pt x="59" y="395"/>
                  <a:pt x="58" y="396"/>
                </a:cubicBezTo>
                <a:cubicBezTo>
                  <a:pt x="57" y="396"/>
                  <a:pt x="56" y="396"/>
                  <a:pt x="56" y="397"/>
                </a:cubicBezTo>
                <a:cubicBezTo>
                  <a:pt x="56" y="398"/>
                  <a:pt x="57" y="398"/>
                  <a:pt x="58" y="399"/>
                </a:cubicBezTo>
                <a:cubicBezTo>
                  <a:pt x="58" y="399"/>
                  <a:pt x="59" y="400"/>
                  <a:pt x="60" y="400"/>
                </a:cubicBezTo>
                <a:cubicBezTo>
                  <a:pt x="61" y="401"/>
                  <a:pt x="63" y="400"/>
                  <a:pt x="63" y="399"/>
                </a:cubicBezTo>
                <a:cubicBezTo>
                  <a:pt x="64" y="397"/>
                  <a:pt x="62" y="396"/>
                  <a:pt x="63" y="395"/>
                </a:cubicBezTo>
                <a:cubicBezTo>
                  <a:pt x="62" y="395"/>
                  <a:pt x="62" y="394"/>
                  <a:pt x="61" y="394"/>
                </a:cubicBezTo>
                <a:close/>
                <a:moveTo>
                  <a:pt x="69" y="390"/>
                </a:moveTo>
                <a:cubicBezTo>
                  <a:pt x="68" y="391"/>
                  <a:pt x="63" y="394"/>
                  <a:pt x="67" y="395"/>
                </a:cubicBezTo>
                <a:cubicBezTo>
                  <a:pt x="68" y="397"/>
                  <a:pt x="70" y="396"/>
                  <a:pt x="71" y="395"/>
                </a:cubicBezTo>
                <a:cubicBezTo>
                  <a:pt x="73" y="394"/>
                  <a:pt x="75" y="394"/>
                  <a:pt x="77" y="393"/>
                </a:cubicBezTo>
                <a:cubicBezTo>
                  <a:pt x="78" y="393"/>
                  <a:pt x="82" y="392"/>
                  <a:pt x="82" y="391"/>
                </a:cubicBezTo>
                <a:cubicBezTo>
                  <a:pt x="83" y="388"/>
                  <a:pt x="81" y="389"/>
                  <a:pt x="80" y="389"/>
                </a:cubicBezTo>
                <a:cubicBezTo>
                  <a:pt x="80" y="387"/>
                  <a:pt x="79" y="386"/>
                  <a:pt x="77" y="386"/>
                </a:cubicBezTo>
                <a:cubicBezTo>
                  <a:pt x="76" y="387"/>
                  <a:pt x="72" y="387"/>
                  <a:pt x="72" y="388"/>
                </a:cubicBezTo>
                <a:cubicBezTo>
                  <a:pt x="71" y="389"/>
                  <a:pt x="73" y="389"/>
                  <a:pt x="72" y="390"/>
                </a:cubicBezTo>
                <a:cubicBezTo>
                  <a:pt x="71" y="392"/>
                  <a:pt x="70" y="390"/>
                  <a:pt x="69" y="390"/>
                </a:cubicBezTo>
                <a:cubicBezTo>
                  <a:pt x="68" y="391"/>
                  <a:pt x="69" y="390"/>
                  <a:pt x="69" y="390"/>
                </a:cubicBezTo>
                <a:close/>
                <a:moveTo>
                  <a:pt x="73" y="381"/>
                </a:moveTo>
                <a:cubicBezTo>
                  <a:pt x="72" y="383"/>
                  <a:pt x="70" y="382"/>
                  <a:pt x="68" y="383"/>
                </a:cubicBezTo>
                <a:cubicBezTo>
                  <a:pt x="66" y="384"/>
                  <a:pt x="64" y="385"/>
                  <a:pt x="67" y="385"/>
                </a:cubicBezTo>
                <a:cubicBezTo>
                  <a:pt x="68" y="385"/>
                  <a:pt x="69" y="384"/>
                  <a:pt x="70" y="384"/>
                </a:cubicBezTo>
                <a:cubicBezTo>
                  <a:pt x="71" y="384"/>
                  <a:pt x="72" y="385"/>
                  <a:pt x="73" y="385"/>
                </a:cubicBezTo>
                <a:cubicBezTo>
                  <a:pt x="77" y="385"/>
                  <a:pt x="76" y="382"/>
                  <a:pt x="76" y="379"/>
                </a:cubicBezTo>
                <a:cubicBezTo>
                  <a:pt x="75" y="380"/>
                  <a:pt x="74" y="380"/>
                  <a:pt x="73" y="381"/>
                </a:cubicBezTo>
                <a:close/>
                <a:moveTo>
                  <a:pt x="200" y="179"/>
                </a:moveTo>
                <a:cubicBezTo>
                  <a:pt x="199" y="180"/>
                  <a:pt x="198" y="178"/>
                  <a:pt x="197" y="179"/>
                </a:cubicBezTo>
                <a:cubicBezTo>
                  <a:pt x="196" y="180"/>
                  <a:pt x="196" y="181"/>
                  <a:pt x="197" y="182"/>
                </a:cubicBezTo>
                <a:cubicBezTo>
                  <a:pt x="199" y="183"/>
                  <a:pt x="203" y="181"/>
                  <a:pt x="200" y="179"/>
                </a:cubicBezTo>
                <a:moveTo>
                  <a:pt x="203" y="177"/>
                </a:moveTo>
                <a:cubicBezTo>
                  <a:pt x="205" y="178"/>
                  <a:pt x="205" y="176"/>
                  <a:pt x="206" y="175"/>
                </a:cubicBezTo>
                <a:cubicBezTo>
                  <a:pt x="207" y="175"/>
                  <a:pt x="208" y="175"/>
                  <a:pt x="209" y="174"/>
                </a:cubicBezTo>
                <a:cubicBezTo>
                  <a:pt x="210" y="173"/>
                  <a:pt x="212" y="169"/>
                  <a:pt x="209" y="169"/>
                </a:cubicBezTo>
                <a:cubicBezTo>
                  <a:pt x="209" y="170"/>
                  <a:pt x="209" y="172"/>
                  <a:pt x="208" y="172"/>
                </a:cubicBezTo>
                <a:cubicBezTo>
                  <a:pt x="207" y="173"/>
                  <a:pt x="207" y="171"/>
                  <a:pt x="206" y="171"/>
                </a:cubicBezTo>
                <a:cubicBezTo>
                  <a:pt x="205" y="171"/>
                  <a:pt x="206" y="171"/>
                  <a:pt x="205" y="172"/>
                </a:cubicBezTo>
                <a:cubicBezTo>
                  <a:pt x="205" y="173"/>
                  <a:pt x="204" y="174"/>
                  <a:pt x="204" y="175"/>
                </a:cubicBezTo>
                <a:cubicBezTo>
                  <a:pt x="202" y="175"/>
                  <a:pt x="203" y="177"/>
                  <a:pt x="203" y="177"/>
                </a:cubicBezTo>
                <a:cubicBezTo>
                  <a:pt x="205" y="178"/>
                  <a:pt x="203" y="177"/>
                  <a:pt x="203" y="177"/>
                </a:cubicBezTo>
                <a:close/>
                <a:moveTo>
                  <a:pt x="211" y="175"/>
                </a:moveTo>
                <a:cubicBezTo>
                  <a:pt x="211" y="176"/>
                  <a:pt x="208" y="177"/>
                  <a:pt x="210" y="178"/>
                </a:cubicBezTo>
                <a:cubicBezTo>
                  <a:pt x="210" y="179"/>
                  <a:pt x="212" y="177"/>
                  <a:pt x="212" y="176"/>
                </a:cubicBezTo>
                <a:cubicBezTo>
                  <a:pt x="213" y="176"/>
                  <a:pt x="214" y="176"/>
                  <a:pt x="214" y="175"/>
                </a:cubicBezTo>
                <a:cubicBezTo>
                  <a:pt x="215" y="177"/>
                  <a:pt x="216" y="177"/>
                  <a:pt x="217" y="176"/>
                </a:cubicBezTo>
                <a:cubicBezTo>
                  <a:pt x="218" y="175"/>
                  <a:pt x="218" y="174"/>
                  <a:pt x="218" y="172"/>
                </a:cubicBezTo>
                <a:cubicBezTo>
                  <a:pt x="218" y="171"/>
                  <a:pt x="218" y="170"/>
                  <a:pt x="218" y="169"/>
                </a:cubicBezTo>
                <a:cubicBezTo>
                  <a:pt x="217" y="168"/>
                  <a:pt x="217" y="168"/>
                  <a:pt x="217" y="167"/>
                </a:cubicBezTo>
                <a:cubicBezTo>
                  <a:pt x="217" y="166"/>
                  <a:pt x="217" y="165"/>
                  <a:pt x="216" y="165"/>
                </a:cubicBezTo>
                <a:cubicBezTo>
                  <a:pt x="215" y="165"/>
                  <a:pt x="215" y="167"/>
                  <a:pt x="215" y="168"/>
                </a:cubicBezTo>
                <a:cubicBezTo>
                  <a:pt x="215" y="168"/>
                  <a:pt x="214" y="168"/>
                  <a:pt x="214" y="169"/>
                </a:cubicBezTo>
                <a:cubicBezTo>
                  <a:pt x="214" y="169"/>
                  <a:pt x="214" y="170"/>
                  <a:pt x="214" y="170"/>
                </a:cubicBezTo>
                <a:cubicBezTo>
                  <a:pt x="214" y="171"/>
                  <a:pt x="214" y="171"/>
                  <a:pt x="214" y="172"/>
                </a:cubicBezTo>
                <a:cubicBezTo>
                  <a:pt x="213" y="172"/>
                  <a:pt x="213" y="172"/>
                  <a:pt x="212" y="173"/>
                </a:cubicBezTo>
                <a:cubicBezTo>
                  <a:pt x="212" y="173"/>
                  <a:pt x="212" y="174"/>
                  <a:pt x="211" y="175"/>
                </a:cubicBezTo>
                <a:close/>
                <a:moveTo>
                  <a:pt x="155" y="184"/>
                </a:moveTo>
                <a:cubicBezTo>
                  <a:pt x="153" y="187"/>
                  <a:pt x="156" y="187"/>
                  <a:pt x="158" y="185"/>
                </a:cubicBezTo>
                <a:cubicBezTo>
                  <a:pt x="158" y="184"/>
                  <a:pt x="159" y="183"/>
                  <a:pt x="159" y="182"/>
                </a:cubicBezTo>
                <a:cubicBezTo>
                  <a:pt x="158" y="181"/>
                  <a:pt x="157" y="180"/>
                  <a:pt x="156" y="179"/>
                </a:cubicBezTo>
                <a:cubicBezTo>
                  <a:pt x="156" y="180"/>
                  <a:pt x="155" y="183"/>
                  <a:pt x="155" y="184"/>
                </a:cubicBezTo>
                <a:cubicBezTo>
                  <a:pt x="155" y="185"/>
                  <a:pt x="155" y="183"/>
                  <a:pt x="155" y="184"/>
                </a:cubicBezTo>
                <a:close/>
                <a:moveTo>
                  <a:pt x="160" y="176"/>
                </a:moveTo>
                <a:cubicBezTo>
                  <a:pt x="160" y="175"/>
                  <a:pt x="161" y="173"/>
                  <a:pt x="160" y="173"/>
                </a:cubicBezTo>
                <a:cubicBezTo>
                  <a:pt x="159" y="172"/>
                  <a:pt x="157" y="175"/>
                  <a:pt x="157" y="176"/>
                </a:cubicBezTo>
                <a:cubicBezTo>
                  <a:pt x="157" y="177"/>
                  <a:pt x="158" y="180"/>
                  <a:pt x="160" y="180"/>
                </a:cubicBezTo>
                <a:cubicBezTo>
                  <a:pt x="162" y="180"/>
                  <a:pt x="160" y="177"/>
                  <a:pt x="160" y="176"/>
                </a:cubicBezTo>
                <a:cubicBezTo>
                  <a:pt x="160" y="175"/>
                  <a:pt x="160" y="176"/>
                  <a:pt x="160" y="176"/>
                </a:cubicBezTo>
                <a:close/>
                <a:moveTo>
                  <a:pt x="162" y="176"/>
                </a:moveTo>
                <a:cubicBezTo>
                  <a:pt x="162" y="176"/>
                  <a:pt x="163" y="178"/>
                  <a:pt x="163" y="178"/>
                </a:cubicBezTo>
                <a:cubicBezTo>
                  <a:pt x="164" y="177"/>
                  <a:pt x="165" y="177"/>
                  <a:pt x="166" y="176"/>
                </a:cubicBezTo>
                <a:cubicBezTo>
                  <a:pt x="166" y="175"/>
                  <a:pt x="167" y="172"/>
                  <a:pt x="166" y="171"/>
                </a:cubicBezTo>
                <a:cubicBezTo>
                  <a:pt x="166" y="171"/>
                  <a:pt x="165" y="170"/>
                  <a:pt x="165" y="170"/>
                </a:cubicBezTo>
                <a:cubicBezTo>
                  <a:pt x="163" y="172"/>
                  <a:pt x="163" y="174"/>
                  <a:pt x="162" y="176"/>
                </a:cubicBezTo>
                <a:cubicBezTo>
                  <a:pt x="162" y="176"/>
                  <a:pt x="162" y="175"/>
                  <a:pt x="162" y="176"/>
                </a:cubicBezTo>
                <a:close/>
                <a:moveTo>
                  <a:pt x="169" y="174"/>
                </a:moveTo>
                <a:cubicBezTo>
                  <a:pt x="168" y="172"/>
                  <a:pt x="170" y="173"/>
                  <a:pt x="170" y="174"/>
                </a:cubicBezTo>
                <a:cubicBezTo>
                  <a:pt x="171" y="174"/>
                  <a:pt x="171" y="175"/>
                  <a:pt x="172" y="175"/>
                </a:cubicBezTo>
                <a:cubicBezTo>
                  <a:pt x="172" y="174"/>
                  <a:pt x="172" y="173"/>
                  <a:pt x="173" y="172"/>
                </a:cubicBezTo>
                <a:cubicBezTo>
                  <a:pt x="174" y="174"/>
                  <a:pt x="175" y="171"/>
                  <a:pt x="175" y="171"/>
                </a:cubicBezTo>
                <a:cubicBezTo>
                  <a:pt x="175" y="170"/>
                  <a:pt x="175" y="170"/>
                  <a:pt x="175" y="170"/>
                </a:cubicBezTo>
                <a:cubicBezTo>
                  <a:pt x="175" y="169"/>
                  <a:pt x="176" y="169"/>
                  <a:pt x="177" y="168"/>
                </a:cubicBezTo>
                <a:cubicBezTo>
                  <a:pt x="178" y="168"/>
                  <a:pt x="180" y="167"/>
                  <a:pt x="180" y="166"/>
                </a:cubicBezTo>
                <a:cubicBezTo>
                  <a:pt x="180" y="164"/>
                  <a:pt x="179" y="165"/>
                  <a:pt x="178" y="165"/>
                </a:cubicBezTo>
                <a:cubicBezTo>
                  <a:pt x="176" y="165"/>
                  <a:pt x="176" y="164"/>
                  <a:pt x="175" y="163"/>
                </a:cubicBezTo>
                <a:cubicBezTo>
                  <a:pt x="174" y="163"/>
                  <a:pt x="174" y="163"/>
                  <a:pt x="173" y="163"/>
                </a:cubicBezTo>
                <a:cubicBezTo>
                  <a:pt x="172" y="163"/>
                  <a:pt x="171" y="163"/>
                  <a:pt x="170" y="164"/>
                </a:cubicBezTo>
                <a:cubicBezTo>
                  <a:pt x="169" y="165"/>
                  <a:pt x="168" y="166"/>
                  <a:pt x="170" y="166"/>
                </a:cubicBezTo>
                <a:cubicBezTo>
                  <a:pt x="170" y="167"/>
                  <a:pt x="168" y="167"/>
                  <a:pt x="168" y="169"/>
                </a:cubicBezTo>
                <a:cubicBezTo>
                  <a:pt x="168" y="170"/>
                  <a:pt x="169" y="173"/>
                  <a:pt x="169" y="174"/>
                </a:cubicBezTo>
                <a:cubicBezTo>
                  <a:pt x="169" y="173"/>
                  <a:pt x="169" y="172"/>
                  <a:pt x="169" y="174"/>
                </a:cubicBezTo>
                <a:close/>
                <a:moveTo>
                  <a:pt x="184" y="166"/>
                </a:moveTo>
                <a:cubicBezTo>
                  <a:pt x="183" y="166"/>
                  <a:pt x="181" y="167"/>
                  <a:pt x="181" y="168"/>
                </a:cubicBezTo>
                <a:cubicBezTo>
                  <a:pt x="182" y="169"/>
                  <a:pt x="184" y="168"/>
                  <a:pt x="185" y="168"/>
                </a:cubicBezTo>
                <a:cubicBezTo>
                  <a:pt x="186" y="168"/>
                  <a:pt x="187" y="167"/>
                  <a:pt x="188" y="167"/>
                </a:cubicBezTo>
                <a:cubicBezTo>
                  <a:pt x="190" y="166"/>
                  <a:pt x="189" y="165"/>
                  <a:pt x="190" y="164"/>
                </a:cubicBezTo>
                <a:cubicBezTo>
                  <a:pt x="191" y="161"/>
                  <a:pt x="192" y="159"/>
                  <a:pt x="193" y="157"/>
                </a:cubicBezTo>
                <a:cubicBezTo>
                  <a:pt x="193" y="157"/>
                  <a:pt x="194" y="155"/>
                  <a:pt x="192" y="155"/>
                </a:cubicBezTo>
                <a:cubicBezTo>
                  <a:pt x="191" y="155"/>
                  <a:pt x="191" y="157"/>
                  <a:pt x="191" y="157"/>
                </a:cubicBezTo>
                <a:cubicBezTo>
                  <a:pt x="191" y="156"/>
                  <a:pt x="190" y="155"/>
                  <a:pt x="189" y="156"/>
                </a:cubicBezTo>
                <a:cubicBezTo>
                  <a:pt x="187" y="156"/>
                  <a:pt x="189" y="158"/>
                  <a:pt x="188" y="159"/>
                </a:cubicBezTo>
                <a:cubicBezTo>
                  <a:pt x="188" y="159"/>
                  <a:pt x="185" y="156"/>
                  <a:pt x="185" y="159"/>
                </a:cubicBezTo>
                <a:cubicBezTo>
                  <a:pt x="185" y="160"/>
                  <a:pt x="188" y="161"/>
                  <a:pt x="186" y="162"/>
                </a:cubicBezTo>
                <a:cubicBezTo>
                  <a:pt x="185" y="163"/>
                  <a:pt x="185" y="160"/>
                  <a:pt x="184" y="162"/>
                </a:cubicBezTo>
                <a:cubicBezTo>
                  <a:pt x="183" y="163"/>
                  <a:pt x="184" y="165"/>
                  <a:pt x="184" y="166"/>
                </a:cubicBezTo>
                <a:cubicBezTo>
                  <a:pt x="183" y="166"/>
                  <a:pt x="184" y="165"/>
                  <a:pt x="184" y="166"/>
                </a:cubicBezTo>
                <a:close/>
                <a:moveTo>
                  <a:pt x="194" y="162"/>
                </a:moveTo>
                <a:cubicBezTo>
                  <a:pt x="194" y="162"/>
                  <a:pt x="196" y="160"/>
                  <a:pt x="196" y="160"/>
                </a:cubicBezTo>
                <a:cubicBezTo>
                  <a:pt x="197" y="158"/>
                  <a:pt x="197" y="158"/>
                  <a:pt x="198" y="157"/>
                </a:cubicBezTo>
                <a:cubicBezTo>
                  <a:pt x="200" y="155"/>
                  <a:pt x="200" y="154"/>
                  <a:pt x="197" y="154"/>
                </a:cubicBezTo>
                <a:cubicBezTo>
                  <a:pt x="195" y="155"/>
                  <a:pt x="195" y="156"/>
                  <a:pt x="194" y="159"/>
                </a:cubicBezTo>
                <a:cubicBezTo>
                  <a:pt x="194" y="160"/>
                  <a:pt x="191" y="163"/>
                  <a:pt x="193" y="164"/>
                </a:cubicBezTo>
                <a:cubicBezTo>
                  <a:pt x="193" y="164"/>
                  <a:pt x="194" y="163"/>
                  <a:pt x="194" y="162"/>
                </a:cubicBezTo>
                <a:cubicBezTo>
                  <a:pt x="194" y="162"/>
                  <a:pt x="194" y="163"/>
                  <a:pt x="194" y="162"/>
                </a:cubicBezTo>
                <a:close/>
                <a:moveTo>
                  <a:pt x="192" y="141"/>
                </a:moveTo>
                <a:cubicBezTo>
                  <a:pt x="193" y="142"/>
                  <a:pt x="195" y="141"/>
                  <a:pt x="196" y="141"/>
                </a:cubicBezTo>
                <a:cubicBezTo>
                  <a:pt x="198" y="140"/>
                  <a:pt x="197" y="140"/>
                  <a:pt x="198" y="139"/>
                </a:cubicBezTo>
                <a:cubicBezTo>
                  <a:pt x="200" y="136"/>
                  <a:pt x="201" y="139"/>
                  <a:pt x="201" y="141"/>
                </a:cubicBezTo>
                <a:cubicBezTo>
                  <a:pt x="199" y="141"/>
                  <a:pt x="197" y="142"/>
                  <a:pt x="196" y="143"/>
                </a:cubicBezTo>
                <a:cubicBezTo>
                  <a:pt x="194" y="144"/>
                  <a:pt x="194" y="144"/>
                  <a:pt x="195" y="146"/>
                </a:cubicBezTo>
                <a:cubicBezTo>
                  <a:pt x="196" y="149"/>
                  <a:pt x="201" y="147"/>
                  <a:pt x="203" y="145"/>
                </a:cubicBezTo>
                <a:cubicBezTo>
                  <a:pt x="204" y="143"/>
                  <a:pt x="205" y="141"/>
                  <a:pt x="204" y="140"/>
                </a:cubicBezTo>
                <a:cubicBezTo>
                  <a:pt x="204" y="138"/>
                  <a:pt x="203" y="138"/>
                  <a:pt x="203" y="137"/>
                </a:cubicBezTo>
                <a:cubicBezTo>
                  <a:pt x="203" y="136"/>
                  <a:pt x="205" y="136"/>
                  <a:pt x="204" y="135"/>
                </a:cubicBezTo>
                <a:cubicBezTo>
                  <a:pt x="204" y="134"/>
                  <a:pt x="204" y="135"/>
                  <a:pt x="204" y="134"/>
                </a:cubicBezTo>
                <a:cubicBezTo>
                  <a:pt x="203" y="134"/>
                  <a:pt x="203" y="134"/>
                  <a:pt x="203" y="133"/>
                </a:cubicBezTo>
                <a:cubicBezTo>
                  <a:pt x="203" y="132"/>
                  <a:pt x="203" y="131"/>
                  <a:pt x="202" y="130"/>
                </a:cubicBezTo>
                <a:cubicBezTo>
                  <a:pt x="199" y="133"/>
                  <a:pt x="202" y="123"/>
                  <a:pt x="199" y="124"/>
                </a:cubicBezTo>
                <a:cubicBezTo>
                  <a:pt x="197" y="125"/>
                  <a:pt x="198" y="128"/>
                  <a:pt x="198" y="129"/>
                </a:cubicBezTo>
                <a:cubicBezTo>
                  <a:pt x="199" y="130"/>
                  <a:pt x="199" y="131"/>
                  <a:pt x="200" y="132"/>
                </a:cubicBezTo>
                <a:cubicBezTo>
                  <a:pt x="200" y="132"/>
                  <a:pt x="200" y="135"/>
                  <a:pt x="199" y="134"/>
                </a:cubicBezTo>
                <a:cubicBezTo>
                  <a:pt x="199" y="134"/>
                  <a:pt x="198" y="135"/>
                  <a:pt x="198" y="135"/>
                </a:cubicBezTo>
                <a:cubicBezTo>
                  <a:pt x="197" y="135"/>
                  <a:pt x="197" y="133"/>
                  <a:pt x="197" y="133"/>
                </a:cubicBezTo>
                <a:cubicBezTo>
                  <a:pt x="197" y="131"/>
                  <a:pt x="197" y="127"/>
                  <a:pt x="195" y="129"/>
                </a:cubicBezTo>
                <a:cubicBezTo>
                  <a:pt x="194" y="130"/>
                  <a:pt x="195" y="130"/>
                  <a:pt x="195" y="131"/>
                </a:cubicBezTo>
                <a:cubicBezTo>
                  <a:pt x="196" y="131"/>
                  <a:pt x="196" y="132"/>
                  <a:pt x="196" y="132"/>
                </a:cubicBezTo>
                <a:cubicBezTo>
                  <a:pt x="196" y="133"/>
                  <a:pt x="196" y="133"/>
                  <a:pt x="196" y="134"/>
                </a:cubicBezTo>
                <a:cubicBezTo>
                  <a:pt x="196" y="135"/>
                  <a:pt x="197" y="136"/>
                  <a:pt x="196" y="137"/>
                </a:cubicBezTo>
                <a:cubicBezTo>
                  <a:pt x="195" y="138"/>
                  <a:pt x="194" y="136"/>
                  <a:pt x="194" y="135"/>
                </a:cubicBezTo>
                <a:cubicBezTo>
                  <a:pt x="193" y="136"/>
                  <a:pt x="193" y="137"/>
                  <a:pt x="192" y="137"/>
                </a:cubicBezTo>
                <a:cubicBezTo>
                  <a:pt x="190" y="137"/>
                  <a:pt x="191" y="134"/>
                  <a:pt x="190" y="134"/>
                </a:cubicBezTo>
                <a:cubicBezTo>
                  <a:pt x="190" y="134"/>
                  <a:pt x="190" y="137"/>
                  <a:pt x="189" y="137"/>
                </a:cubicBezTo>
                <a:cubicBezTo>
                  <a:pt x="188" y="138"/>
                  <a:pt x="189" y="135"/>
                  <a:pt x="188" y="135"/>
                </a:cubicBezTo>
                <a:cubicBezTo>
                  <a:pt x="186" y="135"/>
                  <a:pt x="187" y="137"/>
                  <a:pt x="187" y="138"/>
                </a:cubicBezTo>
                <a:cubicBezTo>
                  <a:pt x="187" y="138"/>
                  <a:pt x="188" y="138"/>
                  <a:pt x="188" y="139"/>
                </a:cubicBezTo>
                <a:cubicBezTo>
                  <a:pt x="188" y="139"/>
                  <a:pt x="187" y="139"/>
                  <a:pt x="186" y="140"/>
                </a:cubicBezTo>
                <a:cubicBezTo>
                  <a:pt x="185" y="141"/>
                  <a:pt x="185" y="141"/>
                  <a:pt x="186" y="143"/>
                </a:cubicBezTo>
                <a:cubicBezTo>
                  <a:pt x="185" y="142"/>
                  <a:pt x="186" y="144"/>
                  <a:pt x="186" y="144"/>
                </a:cubicBezTo>
                <a:cubicBezTo>
                  <a:pt x="186" y="144"/>
                  <a:pt x="186" y="145"/>
                  <a:pt x="187" y="146"/>
                </a:cubicBezTo>
                <a:cubicBezTo>
                  <a:pt x="189" y="148"/>
                  <a:pt x="191" y="141"/>
                  <a:pt x="191" y="140"/>
                </a:cubicBezTo>
                <a:cubicBezTo>
                  <a:pt x="192" y="140"/>
                  <a:pt x="192" y="141"/>
                  <a:pt x="192" y="141"/>
                </a:cubicBezTo>
                <a:close/>
                <a:moveTo>
                  <a:pt x="207" y="129"/>
                </a:moveTo>
                <a:cubicBezTo>
                  <a:pt x="208" y="128"/>
                  <a:pt x="208" y="126"/>
                  <a:pt x="208" y="124"/>
                </a:cubicBezTo>
                <a:cubicBezTo>
                  <a:pt x="213" y="125"/>
                  <a:pt x="214" y="121"/>
                  <a:pt x="217" y="118"/>
                </a:cubicBezTo>
                <a:cubicBezTo>
                  <a:pt x="219" y="115"/>
                  <a:pt x="221" y="111"/>
                  <a:pt x="219" y="107"/>
                </a:cubicBezTo>
                <a:cubicBezTo>
                  <a:pt x="214" y="109"/>
                  <a:pt x="214" y="115"/>
                  <a:pt x="210" y="117"/>
                </a:cubicBezTo>
                <a:cubicBezTo>
                  <a:pt x="208" y="119"/>
                  <a:pt x="207" y="120"/>
                  <a:pt x="206" y="123"/>
                </a:cubicBezTo>
                <a:cubicBezTo>
                  <a:pt x="206" y="125"/>
                  <a:pt x="204" y="128"/>
                  <a:pt x="206" y="130"/>
                </a:cubicBezTo>
                <a:cubicBezTo>
                  <a:pt x="206" y="130"/>
                  <a:pt x="207" y="129"/>
                  <a:pt x="207" y="129"/>
                </a:cubicBezTo>
                <a:close/>
                <a:moveTo>
                  <a:pt x="215" y="132"/>
                </a:moveTo>
                <a:cubicBezTo>
                  <a:pt x="215" y="131"/>
                  <a:pt x="216" y="128"/>
                  <a:pt x="215" y="127"/>
                </a:cubicBezTo>
                <a:cubicBezTo>
                  <a:pt x="214" y="125"/>
                  <a:pt x="210" y="127"/>
                  <a:pt x="209" y="129"/>
                </a:cubicBezTo>
                <a:cubicBezTo>
                  <a:pt x="208" y="131"/>
                  <a:pt x="210" y="133"/>
                  <a:pt x="208" y="135"/>
                </a:cubicBezTo>
                <a:cubicBezTo>
                  <a:pt x="207" y="135"/>
                  <a:pt x="206" y="135"/>
                  <a:pt x="207" y="137"/>
                </a:cubicBezTo>
                <a:cubicBezTo>
                  <a:pt x="207" y="138"/>
                  <a:pt x="209" y="138"/>
                  <a:pt x="209" y="139"/>
                </a:cubicBezTo>
                <a:cubicBezTo>
                  <a:pt x="209" y="140"/>
                  <a:pt x="207" y="140"/>
                  <a:pt x="207" y="140"/>
                </a:cubicBezTo>
                <a:cubicBezTo>
                  <a:pt x="206" y="141"/>
                  <a:pt x="206" y="141"/>
                  <a:pt x="206" y="142"/>
                </a:cubicBezTo>
                <a:cubicBezTo>
                  <a:pt x="206" y="143"/>
                  <a:pt x="209" y="145"/>
                  <a:pt x="208" y="146"/>
                </a:cubicBezTo>
                <a:cubicBezTo>
                  <a:pt x="208" y="146"/>
                  <a:pt x="207" y="145"/>
                  <a:pt x="206" y="145"/>
                </a:cubicBezTo>
                <a:cubicBezTo>
                  <a:pt x="206" y="146"/>
                  <a:pt x="206" y="147"/>
                  <a:pt x="206" y="148"/>
                </a:cubicBezTo>
                <a:cubicBezTo>
                  <a:pt x="205" y="148"/>
                  <a:pt x="203" y="147"/>
                  <a:pt x="202" y="148"/>
                </a:cubicBezTo>
                <a:cubicBezTo>
                  <a:pt x="202" y="149"/>
                  <a:pt x="203" y="151"/>
                  <a:pt x="203" y="152"/>
                </a:cubicBezTo>
                <a:cubicBezTo>
                  <a:pt x="203" y="154"/>
                  <a:pt x="202" y="154"/>
                  <a:pt x="201" y="155"/>
                </a:cubicBezTo>
                <a:cubicBezTo>
                  <a:pt x="200" y="156"/>
                  <a:pt x="199" y="159"/>
                  <a:pt x="199" y="160"/>
                </a:cubicBezTo>
                <a:cubicBezTo>
                  <a:pt x="197" y="163"/>
                  <a:pt x="198" y="165"/>
                  <a:pt x="200" y="161"/>
                </a:cubicBezTo>
                <a:cubicBezTo>
                  <a:pt x="202" y="158"/>
                  <a:pt x="206" y="156"/>
                  <a:pt x="208" y="152"/>
                </a:cubicBezTo>
                <a:cubicBezTo>
                  <a:pt x="208" y="153"/>
                  <a:pt x="208" y="155"/>
                  <a:pt x="207" y="156"/>
                </a:cubicBezTo>
                <a:cubicBezTo>
                  <a:pt x="207" y="157"/>
                  <a:pt x="205" y="158"/>
                  <a:pt x="205" y="159"/>
                </a:cubicBezTo>
                <a:cubicBezTo>
                  <a:pt x="204" y="162"/>
                  <a:pt x="207" y="160"/>
                  <a:pt x="208" y="160"/>
                </a:cubicBezTo>
                <a:cubicBezTo>
                  <a:pt x="209" y="161"/>
                  <a:pt x="210" y="163"/>
                  <a:pt x="210" y="161"/>
                </a:cubicBezTo>
                <a:cubicBezTo>
                  <a:pt x="211" y="160"/>
                  <a:pt x="210" y="159"/>
                  <a:pt x="210" y="158"/>
                </a:cubicBezTo>
                <a:cubicBezTo>
                  <a:pt x="210" y="158"/>
                  <a:pt x="212" y="156"/>
                  <a:pt x="212" y="156"/>
                </a:cubicBezTo>
                <a:cubicBezTo>
                  <a:pt x="212" y="156"/>
                  <a:pt x="212" y="157"/>
                  <a:pt x="213" y="157"/>
                </a:cubicBezTo>
                <a:cubicBezTo>
                  <a:pt x="213" y="156"/>
                  <a:pt x="214" y="154"/>
                  <a:pt x="214" y="153"/>
                </a:cubicBezTo>
                <a:cubicBezTo>
                  <a:pt x="215" y="154"/>
                  <a:pt x="215" y="156"/>
                  <a:pt x="215" y="158"/>
                </a:cubicBezTo>
                <a:cubicBezTo>
                  <a:pt x="217" y="158"/>
                  <a:pt x="217" y="153"/>
                  <a:pt x="218" y="152"/>
                </a:cubicBezTo>
                <a:cubicBezTo>
                  <a:pt x="220" y="150"/>
                  <a:pt x="222" y="148"/>
                  <a:pt x="225" y="148"/>
                </a:cubicBezTo>
                <a:cubicBezTo>
                  <a:pt x="227" y="148"/>
                  <a:pt x="227" y="148"/>
                  <a:pt x="227" y="146"/>
                </a:cubicBezTo>
                <a:cubicBezTo>
                  <a:pt x="227" y="145"/>
                  <a:pt x="227" y="144"/>
                  <a:pt x="228" y="143"/>
                </a:cubicBezTo>
                <a:cubicBezTo>
                  <a:pt x="228" y="141"/>
                  <a:pt x="227" y="139"/>
                  <a:pt x="227" y="137"/>
                </a:cubicBezTo>
                <a:cubicBezTo>
                  <a:pt x="227" y="136"/>
                  <a:pt x="227" y="135"/>
                  <a:pt x="225" y="134"/>
                </a:cubicBezTo>
                <a:cubicBezTo>
                  <a:pt x="225" y="133"/>
                  <a:pt x="224" y="132"/>
                  <a:pt x="223" y="131"/>
                </a:cubicBezTo>
                <a:cubicBezTo>
                  <a:pt x="222" y="130"/>
                  <a:pt x="222" y="129"/>
                  <a:pt x="221" y="131"/>
                </a:cubicBezTo>
                <a:cubicBezTo>
                  <a:pt x="221" y="132"/>
                  <a:pt x="222" y="132"/>
                  <a:pt x="221" y="133"/>
                </a:cubicBezTo>
                <a:cubicBezTo>
                  <a:pt x="221" y="133"/>
                  <a:pt x="221" y="133"/>
                  <a:pt x="221" y="133"/>
                </a:cubicBezTo>
                <a:cubicBezTo>
                  <a:pt x="220" y="134"/>
                  <a:pt x="219" y="133"/>
                  <a:pt x="219" y="135"/>
                </a:cubicBezTo>
                <a:cubicBezTo>
                  <a:pt x="219" y="136"/>
                  <a:pt x="221" y="137"/>
                  <a:pt x="221" y="138"/>
                </a:cubicBezTo>
                <a:cubicBezTo>
                  <a:pt x="221" y="139"/>
                  <a:pt x="219" y="138"/>
                  <a:pt x="218" y="139"/>
                </a:cubicBezTo>
                <a:cubicBezTo>
                  <a:pt x="217" y="140"/>
                  <a:pt x="220" y="143"/>
                  <a:pt x="218" y="144"/>
                </a:cubicBezTo>
                <a:cubicBezTo>
                  <a:pt x="217" y="143"/>
                  <a:pt x="218" y="142"/>
                  <a:pt x="216" y="143"/>
                </a:cubicBezTo>
                <a:cubicBezTo>
                  <a:pt x="216" y="143"/>
                  <a:pt x="215" y="144"/>
                  <a:pt x="215" y="144"/>
                </a:cubicBezTo>
                <a:cubicBezTo>
                  <a:pt x="214" y="146"/>
                  <a:pt x="214" y="149"/>
                  <a:pt x="213" y="150"/>
                </a:cubicBezTo>
                <a:cubicBezTo>
                  <a:pt x="211" y="148"/>
                  <a:pt x="212" y="145"/>
                  <a:pt x="213" y="144"/>
                </a:cubicBezTo>
                <a:cubicBezTo>
                  <a:pt x="215" y="141"/>
                  <a:pt x="216" y="140"/>
                  <a:pt x="216" y="136"/>
                </a:cubicBezTo>
                <a:cubicBezTo>
                  <a:pt x="215" y="136"/>
                  <a:pt x="213" y="140"/>
                  <a:pt x="212" y="138"/>
                </a:cubicBezTo>
                <a:cubicBezTo>
                  <a:pt x="212" y="137"/>
                  <a:pt x="214" y="133"/>
                  <a:pt x="215" y="132"/>
                </a:cubicBezTo>
                <a:cubicBezTo>
                  <a:pt x="215" y="131"/>
                  <a:pt x="214" y="133"/>
                  <a:pt x="215" y="132"/>
                </a:cubicBezTo>
                <a:close/>
                <a:moveTo>
                  <a:pt x="221" y="126"/>
                </a:moveTo>
                <a:cubicBezTo>
                  <a:pt x="219" y="127"/>
                  <a:pt x="222" y="128"/>
                  <a:pt x="223" y="128"/>
                </a:cubicBezTo>
                <a:cubicBezTo>
                  <a:pt x="224" y="129"/>
                  <a:pt x="226" y="131"/>
                  <a:pt x="228" y="131"/>
                </a:cubicBezTo>
                <a:cubicBezTo>
                  <a:pt x="229" y="130"/>
                  <a:pt x="229" y="127"/>
                  <a:pt x="229" y="126"/>
                </a:cubicBezTo>
                <a:cubicBezTo>
                  <a:pt x="228" y="126"/>
                  <a:pt x="227" y="126"/>
                  <a:pt x="227" y="126"/>
                </a:cubicBezTo>
                <a:cubicBezTo>
                  <a:pt x="225" y="126"/>
                  <a:pt x="224" y="126"/>
                  <a:pt x="223" y="125"/>
                </a:cubicBezTo>
                <a:cubicBezTo>
                  <a:pt x="222" y="125"/>
                  <a:pt x="222" y="125"/>
                  <a:pt x="221" y="126"/>
                </a:cubicBezTo>
                <a:close/>
                <a:moveTo>
                  <a:pt x="221" y="157"/>
                </a:moveTo>
                <a:cubicBezTo>
                  <a:pt x="223" y="156"/>
                  <a:pt x="224" y="156"/>
                  <a:pt x="224" y="154"/>
                </a:cubicBezTo>
                <a:cubicBezTo>
                  <a:pt x="225" y="153"/>
                  <a:pt x="225" y="151"/>
                  <a:pt x="224" y="150"/>
                </a:cubicBezTo>
                <a:cubicBezTo>
                  <a:pt x="220" y="148"/>
                  <a:pt x="220" y="155"/>
                  <a:pt x="219" y="157"/>
                </a:cubicBezTo>
                <a:cubicBezTo>
                  <a:pt x="220" y="157"/>
                  <a:pt x="221" y="157"/>
                  <a:pt x="221" y="157"/>
                </a:cubicBezTo>
                <a:close/>
                <a:moveTo>
                  <a:pt x="233" y="136"/>
                </a:moveTo>
                <a:cubicBezTo>
                  <a:pt x="231" y="137"/>
                  <a:pt x="234" y="139"/>
                  <a:pt x="235" y="139"/>
                </a:cubicBezTo>
                <a:cubicBezTo>
                  <a:pt x="236" y="139"/>
                  <a:pt x="238" y="138"/>
                  <a:pt x="239" y="137"/>
                </a:cubicBezTo>
                <a:cubicBezTo>
                  <a:pt x="239" y="136"/>
                  <a:pt x="238" y="136"/>
                  <a:pt x="238" y="135"/>
                </a:cubicBezTo>
                <a:cubicBezTo>
                  <a:pt x="238" y="136"/>
                  <a:pt x="237" y="133"/>
                  <a:pt x="237" y="133"/>
                </a:cubicBezTo>
                <a:cubicBezTo>
                  <a:pt x="235" y="132"/>
                  <a:pt x="236" y="135"/>
                  <a:pt x="234" y="135"/>
                </a:cubicBezTo>
                <a:cubicBezTo>
                  <a:pt x="234" y="136"/>
                  <a:pt x="233" y="136"/>
                  <a:pt x="233" y="136"/>
                </a:cubicBezTo>
                <a:close/>
                <a:moveTo>
                  <a:pt x="240" y="132"/>
                </a:moveTo>
                <a:cubicBezTo>
                  <a:pt x="239" y="133"/>
                  <a:pt x="240" y="135"/>
                  <a:pt x="241" y="135"/>
                </a:cubicBezTo>
                <a:cubicBezTo>
                  <a:pt x="242" y="135"/>
                  <a:pt x="244" y="132"/>
                  <a:pt x="244" y="132"/>
                </a:cubicBezTo>
                <a:cubicBezTo>
                  <a:pt x="245" y="131"/>
                  <a:pt x="243" y="129"/>
                  <a:pt x="242" y="129"/>
                </a:cubicBezTo>
                <a:cubicBezTo>
                  <a:pt x="241" y="129"/>
                  <a:pt x="241" y="131"/>
                  <a:pt x="240" y="132"/>
                </a:cubicBezTo>
                <a:close/>
                <a:moveTo>
                  <a:pt x="246" y="120"/>
                </a:moveTo>
                <a:cubicBezTo>
                  <a:pt x="245" y="120"/>
                  <a:pt x="240" y="124"/>
                  <a:pt x="243" y="125"/>
                </a:cubicBezTo>
                <a:cubicBezTo>
                  <a:pt x="245" y="125"/>
                  <a:pt x="247" y="120"/>
                  <a:pt x="247" y="119"/>
                </a:cubicBezTo>
                <a:cubicBezTo>
                  <a:pt x="246" y="119"/>
                  <a:pt x="246" y="119"/>
                  <a:pt x="246" y="120"/>
                </a:cubicBezTo>
                <a:close/>
                <a:moveTo>
                  <a:pt x="254" y="115"/>
                </a:moveTo>
                <a:cubicBezTo>
                  <a:pt x="254" y="113"/>
                  <a:pt x="254" y="111"/>
                  <a:pt x="254" y="110"/>
                </a:cubicBezTo>
                <a:cubicBezTo>
                  <a:pt x="254" y="108"/>
                  <a:pt x="254" y="107"/>
                  <a:pt x="255" y="106"/>
                </a:cubicBezTo>
                <a:cubicBezTo>
                  <a:pt x="256" y="105"/>
                  <a:pt x="257" y="105"/>
                  <a:pt x="257" y="104"/>
                </a:cubicBezTo>
                <a:cubicBezTo>
                  <a:pt x="258" y="104"/>
                  <a:pt x="258" y="101"/>
                  <a:pt x="257" y="101"/>
                </a:cubicBezTo>
                <a:cubicBezTo>
                  <a:pt x="256" y="101"/>
                  <a:pt x="256" y="102"/>
                  <a:pt x="256" y="102"/>
                </a:cubicBezTo>
                <a:cubicBezTo>
                  <a:pt x="254" y="102"/>
                  <a:pt x="255" y="100"/>
                  <a:pt x="256" y="100"/>
                </a:cubicBezTo>
                <a:cubicBezTo>
                  <a:pt x="256" y="99"/>
                  <a:pt x="257" y="98"/>
                  <a:pt x="257" y="97"/>
                </a:cubicBezTo>
                <a:cubicBezTo>
                  <a:pt x="257" y="97"/>
                  <a:pt x="255" y="96"/>
                  <a:pt x="255" y="96"/>
                </a:cubicBezTo>
                <a:cubicBezTo>
                  <a:pt x="254" y="96"/>
                  <a:pt x="254" y="102"/>
                  <a:pt x="252" y="99"/>
                </a:cubicBezTo>
                <a:cubicBezTo>
                  <a:pt x="251" y="98"/>
                  <a:pt x="255" y="94"/>
                  <a:pt x="253" y="93"/>
                </a:cubicBezTo>
                <a:cubicBezTo>
                  <a:pt x="252" y="92"/>
                  <a:pt x="252" y="93"/>
                  <a:pt x="252" y="94"/>
                </a:cubicBezTo>
                <a:cubicBezTo>
                  <a:pt x="251" y="94"/>
                  <a:pt x="251" y="94"/>
                  <a:pt x="250" y="93"/>
                </a:cubicBezTo>
                <a:cubicBezTo>
                  <a:pt x="249" y="94"/>
                  <a:pt x="250" y="95"/>
                  <a:pt x="249" y="96"/>
                </a:cubicBezTo>
                <a:cubicBezTo>
                  <a:pt x="248" y="96"/>
                  <a:pt x="248" y="92"/>
                  <a:pt x="246" y="92"/>
                </a:cubicBezTo>
                <a:cubicBezTo>
                  <a:pt x="245" y="93"/>
                  <a:pt x="247" y="96"/>
                  <a:pt x="248" y="97"/>
                </a:cubicBezTo>
                <a:cubicBezTo>
                  <a:pt x="249" y="99"/>
                  <a:pt x="249" y="100"/>
                  <a:pt x="247" y="98"/>
                </a:cubicBezTo>
                <a:cubicBezTo>
                  <a:pt x="246" y="97"/>
                  <a:pt x="244" y="94"/>
                  <a:pt x="243" y="95"/>
                </a:cubicBezTo>
                <a:cubicBezTo>
                  <a:pt x="242" y="95"/>
                  <a:pt x="246" y="98"/>
                  <a:pt x="243" y="98"/>
                </a:cubicBezTo>
                <a:cubicBezTo>
                  <a:pt x="242" y="98"/>
                  <a:pt x="239" y="95"/>
                  <a:pt x="241" y="98"/>
                </a:cubicBezTo>
                <a:cubicBezTo>
                  <a:pt x="242" y="99"/>
                  <a:pt x="246" y="100"/>
                  <a:pt x="245" y="102"/>
                </a:cubicBezTo>
                <a:cubicBezTo>
                  <a:pt x="245" y="102"/>
                  <a:pt x="243" y="102"/>
                  <a:pt x="243" y="102"/>
                </a:cubicBezTo>
                <a:cubicBezTo>
                  <a:pt x="243" y="103"/>
                  <a:pt x="244" y="103"/>
                  <a:pt x="244" y="104"/>
                </a:cubicBezTo>
                <a:cubicBezTo>
                  <a:pt x="243" y="104"/>
                  <a:pt x="242" y="103"/>
                  <a:pt x="241" y="103"/>
                </a:cubicBezTo>
                <a:cubicBezTo>
                  <a:pt x="240" y="102"/>
                  <a:pt x="239" y="103"/>
                  <a:pt x="238" y="103"/>
                </a:cubicBezTo>
                <a:cubicBezTo>
                  <a:pt x="238" y="103"/>
                  <a:pt x="233" y="102"/>
                  <a:pt x="235" y="104"/>
                </a:cubicBezTo>
                <a:cubicBezTo>
                  <a:pt x="235" y="105"/>
                  <a:pt x="236" y="104"/>
                  <a:pt x="237" y="104"/>
                </a:cubicBezTo>
                <a:cubicBezTo>
                  <a:pt x="238" y="105"/>
                  <a:pt x="237" y="105"/>
                  <a:pt x="238" y="106"/>
                </a:cubicBezTo>
                <a:cubicBezTo>
                  <a:pt x="239" y="107"/>
                  <a:pt x="239" y="107"/>
                  <a:pt x="237" y="107"/>
                </a:cubicBezTo>
                <a:cubicBezTo>
                  <a:pt x="234" y="107"/>
                  <a:pt x="234" y="107"/>
                  <a:pt x="236" y="108"/>
                </a:cubicBezTo>
                <a:cubicBezTo>
                  <a:pt x="237" y="109"/>
                  <a:pt x="237" y="109"/>
                  <a:pt x="238" y="109"/>
                </a:cubicBezTo>
                <a:cubicBezTo>
                  <a:pt x="239" y="110"/>
                  <a:pt x="240" y="109"/>
                  <a:pt x="240" y="110"/>
                </a:cubicBezTo>
                <a:cubicBezTo>
                  <a:pt x="239" y="112"/>
                  <a:pt x="235" y="111"/>
                  <a:pt x="235" y="113"/>
                </a:cubicBezTo>
                <a:cubicBezTo>
                  <a:pt x="235" y="113"/>
                  <a:pt x="236" y="114"/>
                  <a:pt x="237" y="114"/>
                </a:cubicBezTo>
                <a:cubicBezTo>
                  <a:pt x="238" y="115"/>
                  <a:pt x="239" y="114"/>
                  <a:pt x="240" y="114"/>
                </a:cubicBezTo>
                <a:cubicBezTo>
                  <a:pt x="239" y="115"/>
                  <a:pt x="237" y="116"/>
                  <a:pt x="236" y="117"/>
                </a:cubicBezTo>
                <a:cubicBezTo>
                  <a:pt x="235" y="118"/>
                  <a:pt x="233" y="118"/>
                  <a:pt x="232" y="118"/>
                </a:cubicBezTo>
                <a:cubicBezTo>
                  <a:pt x="231" y="119"/>
                  <a:pt x="231" y="121"/>
                  <a:pt x="233" y="121"/>
                </a:cubicBezTo>
                <a:cubicBezTo>
                  <a:pt x="235" y="122"/>
                  <a:pt x="236" y="120"/>
                  <a:pt x="238" y="120"/>
                </a:cubicBezTo>
                <a:cubicBezTo>
                  <a:pt x="238" y="121"/>
                  <a:pt x="237" y="123"/>
                  <a:pt x="237" y="124"/>
                </a:cubicBezTo>
                <a:cubicBezTo>
                  <a:pt x="238" y="125"/>
                  <a:pt x="240" y="124"/>
                  <a:pt x="240" y="123"/>
                </a:cubicBezTo>
                <a:cubicBezTo>
                  <a:pt x="241" y="121"/>
                  <a:pt x="240" y="120"/>
                  <a:pt x="241" y="119"/>
                </a:cubicBezTo>
                <a:cubicBezTo>
                  <a:pt x="242" y="117"/>
                  <a:pt x="243" y="117"/>
                  <a:pt x="244" y="115"/>
                </a:cubicBezTo>
                <a:cubicBezTo>
                  <a:pt x="245" y="114"/>
                  <a:pt x="246" y="112"/>
                  <a:pt x="247" y="114"/>
                </a:cubicBezTo>
                <a:cubicBezTo>
                  <a:pt x="247" y="114"/>
                  <a:pt x="246" y="116"/>
                  <a:pt x="248" y="116"/>
                </a:cubicBezTo>
                <a:cubicBezTo>
                  <a:pt x="248" y="116"/>
                  <a:pt x="254" y="114"/>
                  <a:pt x="254" y="115"/>
                </a:cubicBezTo>
                <a:close/>
                <a:moveTo>
                  <a:pt x="269" y="87"/>
                </a:moveTo>
                <a:cubicBezTo>
                  <a:pt x="267" y="86"/>
                  <a:pt x="264" y="85"/>
                  <a:pt x="262" y="85"/>
                </a:cubicBezTo>
                <a:cubicBezTo>
                  <a:pt x="260" y="85"/>
                  <a:pt x="260" y="86"/>
                  <a:pt x="261" y="88"/>
                </a:cubicBezTo>
                <a:cubicBezTo>
                  <a:pt x="262" y="89"/>
                  <a:pt x="266" y="90"/>
                  <a:pt x="263" y="92"/>
                </a:cubicBezTo>
                <a:cubicBezTo>
                  <a:pt x="261" y="93"/>
                  <a:pt x="262" y="91"/>
                  <a:pt x="261" y="91"/>
                </a:cubicBezTo>
                <a:cubicBezTo>
                  <a:pt x="260" y="90"/>
                  <a:pt x="260" y="90"/>
                  <a:pt x="258" y="90"/>
                </a:cubicBezTo>
                <a:cubicBezTo>
                  <a:pt x="256" y="90"/>
                  <a:pt x="255" y="92"/>
                  <a:pt x="257" y="93"/>
                </a:cubicBezTo>
                <a:cubicBezTo>
                  <a:pt x="259" y="95"/>
                  <a:pt x="261" y="95"/>
                  <a:pt x="263" y="94"/>
                </a:cubicBezTo>
                <a:cubicBezTo>
                  <a:pt x="265" y="94"/>
                  <a:pt x="266" y="93"/>
                  <a:pt x="267" y="93"/>
                </a:cubicBezTo>
                <a:cubicBezTo>
                  <a:pt x="268" y="93"/>
                  <a:pt x="269" y="93"/>
                  <a:pt x="270" y="93"/>
                </a:cubicBezTo>
                <a:cubicBezTo>
                  <a:pt x="273" y="92"/>
                  <a:pt x="271" y="89"/>
                  <a:pt x="271" y="87"/>
                </a:cubicBezTo>
                <a:cubicBezTo>
                  <a:pt x="270" y="87"/>
                  <a:pt x="270" y="87"/>
                  <a:pt x="269" y="87"/>
                </a:cubicBezTo>
                <a:close/>
                <a:moveTo>
                  <a:pt x="264" y="84"/>
                </a:moveTo>
                <a:cubicBezTo>
                  <a:pt x="264" y="84"/>
                  <a:pt x="267" y="85"/>
                  <a:pt x="268" y="85"/>
                </a:cubicBezTo>
                <a:cubicBezTo>
                  <a:pt x="269" y="85"/>
                  <a:pt x="268" y="83"/>
                  <a:pt x="268" y="82"/>
                </a:cubicBezTo>
                <a:cubicBezTo>
                  <a:pt x="268" y="82"/>
                  <a:pt x="268" y="80"/>
                  <a:pt x="268" y="80"/>
                </a:cubicBezTo>
                <a:cubicBezTo>
                  <a:pt x="267" y="80"/>
                  <a:pt x="266" y="82"/>
                  <a:pt x="266" y="82"/>
                </a:cubicBezTo>
                <a:cubicBezTo>
                  <a:pt x="265" y="81"/>
                  <a:pt x="265" y="81"/>
                  <a:pt x="264" y="80"/>
                </a:cubicBezTo>
                <a:cubicBezTo>
                  <a:pt x="264" y="80"/>
                  <a:pt x="264" y="80"/>
                  <a:pt x="264" y="80"/>
                </a:cubicBezTo>
                <a:cubicBezTo>
                  <a:pt x="263" y="80"/>
                  <a:pt x="263" y="80"/>
                  <a:pt x="262" y="81"/>
                </a:cubicBezTo>
                <a:cubicBezTo>
                  <a:pt x="262" y="83"/>
                  <a:pt x="262" y="84"/>
                  <a:pt x="264" y="84"/>
                </a:cubicBezTo>
                <a:close/>
                <a:moveTo>
                  <a:pt x="271" y="83"/>
                </a:moveTo>
                <a:cubicBezTo>
                  <a:pt x="269" y="87"/>
                  <a:pt x="275" y="86"/>
                  <a:pt x="276" y="82"/>
                </a:cubicBezTo>
                <a:cubicBezTo>
                  <a:pt x="277" y="78"/>
                  <a:pt x="273" y="78"/>
                  <a:pt x="272" y="75"/>
                </a:cubicBezTo>
                <a:cubicBezTo>
                  <a:pt x="272" y="75"/>
                  <a:pt x="271" y="76"/>
                  <a:pt x="271" y="76"/>
                </a:cubicBezTo>
                <a:cubicBezTo>
                  <a:pt x="270" y="76"/>
                  <a:pt x="268" y="75"/>
                  <a:pt x="269" y="78"/>
                </a:cubicBezTo>
                <a:cubicBezTo>
                  <a:pt x="271" y="79"/>
                  <a:pt x="272" y="80"/>
                  <a:pt x="271" y="83"/>
                </a:cubicBezTo>
                <a:close/>
                <a:moveTo>
                  <a:pt x="278" y="80"/>
                </a:moveTo>
                <a:cubicBezTo>
                  <a:pt x="282" y="82"/>
                  <a:pt x="284" y="78"/>
                  <a:pt x="285" y="74"/>
                </a:cubicBezTo>
                <a:cubicBezTo>
                  <a:pt x="285" y="73"/>
                  <a:pt x="286" y="72"/>
                  <a:pt x="287" y="71"/>
                </a:cubicBezTo>
                <a:cubicBezTo>
                  <a:pt x="288" y="71"/>
                  <a:pt x="289" y="69"/>
                  <a:pt x="288" y="68"/>
                </a:cubicBezTo>
                <a:cubicBezTo>
                  <a:pt x="286" y="71"/>
                  <a:pt x="287" y="67"/>
                  <a:pt x="287" y="66"/>
                </a:cubicBezTo>
                <a:cubicBezTo>
                  <a:pt x="285" y="63"/>
                  <a:pt x="284" y="69"/>
                  <a:pt x="283" y="69"/>
                </a:cubicBezTo>
                <a:cubicBezTo>
                  <a:pt x="283" y="69"/>
                  <a:pt x="282" y="67"/>
                  <a:pt x="281" y="67"/>
                </a:cubicBezTo>
                <a:cubicBezTo>
                  <a:pt x="281" y="66"/>
                  <a:pt x="281" y="66"/>
                  <a:pt x="281" y="65"/>
                </a:cubicBezTo>
                <a:cubicBezTo>
                  <a:pt x="280" y="65"/>
                  <a:pt x="280" y="65"/>
                  <a:pt x="280" y="65"/>
                </a:cubicBezTo>
                <a:cubicBezTo>
                  <a:pt x="279" y="64"/>
                  <a:pt x="280" y="64"/>
                  <a:pt x="279" y="64"/>
                </a:cubicBezTo>
                <a:cubicBezTo>
                  <a:pt x="279" y="64"/>
                  <a:pt x="277" y="65"/>
                  <a:pt x="277" y="65"/>
                </a:cubicBezTo>
                <a:cubicBezTo>
                  <a:pt x="277" y="66"/>
                  <a:pt x="278" y="66"/>
                  <a:pt x="278" y="67"/>
                </a:cubicBezTo>
                <a:cubicBezTo>
                  <a:pt x="277" y="68"/>
                  <a:pt x="276" y="67"/>
                  <a:pt x="275" y="67"/>
                </a:cubicBezTo>
                <a:cubicBezTo>
                  <a:pt x="273" y="67"/>
                  <a:pt x="273" y="68"/>
                  <a:pt x="273" y="69"/>
                </a:cubicBezTo>
                <a:cubicBezTo>
                  <a:pt x="273" y="70"/>
                  <a:pt x="275" y="70"/>
                  <a:pt x="274" y="71"/>
                </a:cubicBezTo>
                <a:cubicBezTo>
                  <a:pt x="273" y="72"/>
                  <a:pt x="272" y="71"/>
                  <a:pt x="271" y="72"/>
                </a:cubicBezTo>
                <a:cubicBezTo>
                  <a:pt x="270" y="72"/>
                  <a:pt x="272" y="74"/>
                  <a:pt x="272" y="74"/>
                </a:cubicBezTo>
                <a:cubicBezTo>
                  <a:pt x="274" y="76"/>
                  <a:pt x="276" y="77"/>
                  <a:pt x="277" y="79"/>
                </a:cubicBezTo>
                <a:cubicBezTo>
                  <a:pt x="277" y="80"/>
                  <a:pt x="277" y="80"/>
                  <a:pt x="278" y="80"/>
                </a:cubicBezTo>
                <a:close/>
                <a:moveTo>
                  <a:pt x="291" y="73"/>
                </a:moveTo>
                <a:cubicBezTo>
                  <a:pt x="291" y="73"/>
                  <a:pt x="293" y="68"/>
                  <a:pt x="290" y="69"/>
                </a:cubicBezTo>
                <a:cubicBezTo>
                  <a:pt x="290" y="69"/>
                  <a:pt x="289" y="71"/>
                  <a:pt x="289" y="71"/>
                </a:cubicBezTo>
                <a:cubicBezTo>
                  <a:pt x="288" y="72"/>
                  <a:pt x="287" y="72"/>
                  <a:pt x="286" y="73"/>
                </a:cubicBezTo>
                <a:cubicBezTo>
                  <a:pt x="286" y="74"/>
                  <a:pt x="285" y="77"/>
                  <a:pt x="287" y="78"/>
                </a:cubicBezTo>
                <a:cubicBezTo>
                  <a:pt x="288" y="78"/>
                  <a:pt x="289" y="76"/>
                  <a:pt x="290" y="75"/>
                </a:cubicBezTo>
                <a:cubicBezTo>
                  <a:pt x="290" y="74"/>
                  <a:pt x="291" y="74"/>
                  <a:pt x="291" y="73"/>
                </a:cubicBezTo>
                <a:close/>
                <a:moveTo>
                  <a:pt x="271" y="68"/>
                </a:moveTo>
                <a:cubicBezTo>
                  <a:pt x="271" y="66"/>
                  <a:pt x="275" y="66"/>
                  <a:pt x="275" y="64"/>
                </a:cubicBezTo>
                <a:cubicBezTo>
                  <a:pt x="274" y="61"/>
                  <a:pt x="272" y="64"/>
                  <a:pt x="271" y="64"/>
                </a:cubicBezTo>
                <a:cubicBezTo>
                  <a:pt x="270" y="62"/>
                  <a:pt x="270" y="63"/>
                  <a:pt x="269" y="64"/>
                </a:cubicBezTo>
                <a:cubicBezTo>
                  <a:pt x="268" y="66"/>
                  <a:pt x="268" y="67"/>
                  <a:pt x="270" y="69"/>
                </a:cubicBezTo>
                <a:cubicBezTo>
                  <a:pt x="271" y="69"/>
                  <a:pt x="271" y="68"/>
                  <a:pt x="271" y="68"/>
                </a:cubicBezTo>
                <a:close/>
                <a:moveTo>
                  <a:pt x="276" y="60"/>
                </a:moveTo>
                <a:cubicBezTo>
                  <a:pt x="276" y="61"/>
                  <a:pt x="277" y="62"/>
                  <a:pt x="278" y="62"/>
                </a:cubicBezTo>
                <a:cubicBezTo>
                  <a:pt x="279" y="62"/>
                  <a:pt x="279" y="61"/>
                  <a:pt x="280" y="60"/>
                </a:cubicBezTo>
                <a:cubicBezTo>
                  <a:pt x="280" y="59"/>
                  <a:pt x="280" y="59"/>
                  <a:pt x="280" y="57"/>
                </a:cubicBezTo>
                <a:cubicBezTo>
                  <a:pt x="280" y="57"/>
                  <a:pt x="280" y="57"/>
                  <a:pt x="279" y="56"/>
                </a:cubicBezTo>
                <a:cubicBezTo>
                  <a:pt x="279" y="56"/>
                  <a:pt x="280" y="55"/>
                  <a:pt x="279" y="54"/>
                </a:cubicBezTo>
                <a:cubicBezTo>
                  <a:pt x="277" y="54"/>
                  <a:pt x="278" y="55"/>
                  <a:pt x="278" y="56"/>
                </a:cubicBezTo>
                <a:cubicBezTo>
                  <a:pt x="278" y="57"/>
                  <a:pt x="277" y="58"/>
                  <a:pt x="277" y="59"/>
                </a:cubicBezTo>
                <a:cubicBezTo>
                  <a:pt x="276" y="60"/>
                  <a:pt x="276" y="60"/>
                  <a:pt x="276" y="60"/>
                </a:cubicBezTo>
                <a:close/>
                <a:moveTo>
                  <a:pt x="282" y="60"/>
                </a:moveTo>
                <a:cubicBezTo>
                  <a:pt x="282" y="62"/>
                  <a:pt x="282" y="62"/>
                  <a:pt x="283" y="63"/>
                </a:cubicBezTo>
                <a:cubicBezTo>
                  <a:pt x="284" y="63"/>
                  <a:pt x="286" y="64"/>
                  <a:pt x="286" y="63"/>
                </a:cubicBezTo>
                <a:cubicBezTo>
                  <a:pt x="288" y="62"/>
                  <a:pt x="284" y="58"/>
                  <a:pt x="282" y="60"/>
                </a:cubicBezTo>
                <a:cubicBezTo>
                  <a:pt x="282" y="61"/>
                  <a:pt x="283" y="59"/>
                  <a:pt x="282" y="60"/>
                </a:cubicBezTo>
                <a:close/>
                <a:moveTo>
                  <a:pt x="294" y="65"/>
                </a:moveTo>
                <a:cubicBezTo>
                  <a:pt x="295" y="65"/>
                  <a:pt x="296" y="64"/>
                  <a:pt x="296" y="63"/>
                </a:cubicBezTo>
                <a:cubicBezTo>
                  <a:pt x="297" y="62"/>
                  <a:pt x="297" y="63"/>
                  <a:pt x="297" y="61"/>
                </a:cubicBezTo>
                <a:cubicBezTo>
                  <a:pt x="296" y="61"/>
                  <a:pt x="295" y="61"/>
                  <a:pt x="295" y="60"/>
                </a:cubicBezTo>
                <a:cubicBezTo>
                  <a:pt x="294" y="59"/>
                  <a:pt x="294" y="59"/>
                  <a:pt x="294" y="58"/>
                </a:cubicBezTo>
                <a:cubicBezTo>
                  <a:pt x="292" y="56"/>
                  <a:pt x="293" y="57"/>
                  <a:pt x="292" y="58"/>
                </a:cubicBezTo>
                <a:cubicBezTo>
                  <a:pt x="291" y="60"/>
                  <a:pt x="291" y="57"/>
                  <a:pt x="291" y="56"/>
                </a:cubicBezTo>
                <a:cubicBezTo>
                  <a:pt x="290" y="55"/>
                  <a:pt x="289" y="55"/>
                  <a:pt x="289" y="54"/>
                </a:cubicBezTo>
                <a:cubicBezTo>
                  <a:pt x="289" y="54"/>
                  <a:pt x="289" y="52"/>
                  <a:pt x="288" y="52"/>
                </a:cubicBezTo>
                <a:cubicBezTo>
                  <a:pt x="288" y="52"/>
                  <a:pt x="287" y="53"/>
                  <a:pt x="287" y="54"/>
                </a:cubicBezTo>
                <a:cubicBezTo>
                  <a:pt x="286" y="55"/>
                  <a:pt x="286" y="54"/>
                  <a:pt x="287" y="55"/>
                </a:cubicBezTo>
                <a:cubicBezTo>
                  <a:pt x="287" y="56"/>
                  <a:pt x="288" y="57"/>
                  <a:pt x="289" y="58"/>
                </a:cubicBezTo>
                <a:cubicBezTo>
                  <a:pt x="289" y="58"/>
                  <a:pt x="289" y="59"/>
                  <a:pt x="289" y="60"/>
                </a:cubicBezTo>
                <a:cubicBezTo>
                  <a:pt x="290" y="61"/>
                  <a:pt x="290" y="62"/>
                  <a:pt x="290" y="63"/>
                </a:cubicBezTo>
                <a:cubicBezTo>
                  <a:pt x="290" y="65"/>
                  <a:pt x="291" y="64"/>
                  <a:pt x="292" y="65"/>
                </a:cubicBezTo>
                <a:cubicBezTo>
                  <a:pt x="293" y="65"/>
                  <a:pt x="293" y="65"/>
                  <a:pt x="294" y="65"/>
                </a:cubicBezTo>
                <a:close/>
                <a:moveTo>
                  <a:pt x="304" y="65"/>
                </a:moveTo>
                <a:cubicBezTo>
                  <a:pt x="305" y="65"/>
                  <a:pt x="305" y="63"/>
                  <a:pt x="306" y="63"/>
                </a:cubicBezTo>
                <a:cubicBezTo>
                  <a:pt x="307" y="62"/>
                  <a:pt x="307" y="63"/>
                  <a:pt x="307" y="64"/>
                </a:cubicBezTo>
                <a:cubicBezTo>
                  <a:pt x="307" y="64"/>
                  <a:pt x="307" y="65"/>
                  <a:pt x="307" y="65"/>
                </a:cubicBezTo>
                <a:cubicBezTo>
                  <a:pt x="308" y="66"/>
                  <a:pt x="308" y="65"/>
                  <a:pt x="309" y="65"/>
                </a:cubicBezTo>
                <a:cubicBezTo>
                  <a:pt x="310" y="64"/>
                  <a:pt x="309" y="66"/>
                  <a:pt x="310" y="64"/>
                </a:cubicBezTo>
                <a:cubicBezTo>
                  <a:pt x="310" y="64"/>
                  <a:pt x="310" y="63"/>
                  <a:pt x="310" y="62"/>
                </a:cubicBezTo>
                <a:cubicBezTo>
                  <a:pt x="310" y="61"/>
                  <a:pt x="311" y="60"/>
                  <a:pt x="311" y="58"/>
                </a:cubicBezTo>
                <a:cubicBezTo>
                  <a:pt x="311" y="57"/>
                  <a:pt x="310" y="57"/>
                  <a:pt x="310" y="55"/>
                </a:cubicBezTo>
                <a:cubicBezTo>
                  <a:pt x="308" y="54"/>
                  <a:pt x="307" y="56"/>
                  <a:pt x="305" y="57"/>
                </a:cubicBezTo>
                <a:cubicBezTo>
                  <a:pt x="305" y="57"/>
                  <a:pt x="304" y="58"/>
                  <a:pt x="303" y="59"/>
                </a:cubicBezTo>
                <a:cubicBezTo>
                  <a:pt x="303" y="60"/>
                  <a:pt x="303" y="62"/>
                  <a:pt x="303" y="63"/>
                </a:cubicBezTo>
                <a:cubicBezTo>
                  <a:pt x="303" y="64"/>
                  <a:pt x="304" y="65"/>
                  <a:pt x="304" y="65"/>
                </a:cubicBezTo>
                <a:close/>
                <a:moveTo>
                  <a:pt x="306" y="75"/>
                </a:moveTo>
                <a:cubicBezTo>
                  <a:pt x="306" y="76"/>
                  <a:pt x="305" y="77"/>
                  <a:pt x="305" y="79"/>
                </a:cubicBezTo>
                <a:cubicBezTo>
                  <a:pt x="306" y="80"/>
                  <a:pt x="307" y="81"/>
                  <a:pt x="308" y="80"/>
                </a:cubicBezTo>
                <a:cubicBezTo>
                  <a:pt x="309" y="79"/>
                  <a:pt x="309" y="76"/>
                  <a:pt x="309" y="75"/>
                </a:cubicBezTo>
                <a:cubicBezTo>
                  <a:pt x="309" y="74"/>
                  <a:pt x="307" y="73"/>
                  <a:pt x="306" y="75"/>
                </a:cubicBezTo>
                <a:cubicBezTo>
                  <a:pt x="306" y="76"/>
                  <a:pt x="306" y="74"/>
                  <a:pt x="306" y="75"/>
                </a:cubicBezTo>
                <a:close/>
                <a:moveTo>
                  <a:pt x="310" y="68"/>
                </a:moveTo>
                <a:cubicBezTo>
                  <a:pt x="310" y="69"/>
                  <a:pt x="310" y="73"/>
                  <a:pt x="313" y="72"/>
                </a:cubicBezTo>
                <a:cubicBezTo>
                  <a:pt x="314" y="72"/>
                  <a:pt x="314" y="71"/>
                  <a:pt x="315" y="70"/>
                </a:cubicBezTo>
                <a:cubicBezTo>
                  <a:pt x="315" y="70"/>
                  <a:pt x="316" y="69"/>
                  <a:pt x="316" y="68"/>
                </a:cubicBezTo>
                <a:cubicBezTo>
                  <a:pt x="316" y="68"/>
                  <a:pt x="314" y="68"/>
                  <a:pt x="313" y="68"/>
                </a:cubicBezTo>
                <a:cubicBezTo>
                  <a:pt x="312" y="67"/>
                  <a:pt x="312" y="66"/>
                  <a:pt x="310" y="68"/>
                </a:cubicBezTo>
                <a:cubicBezTo>
                  <a:pt x="310" y="68"/>
                  <a:pt x="311" y="67"/>
                  <a:pt x="310" y="68"/>
                </a:cubicBezTo>
                <a:close/>
                <a:moveTo>
                  <a:pt x="353" y="52"/>
                </a:moveTo>
                <a:cubicBezTo>
                  <a:pt x="352" y="52"/>
                  <a:pt x="352" y="51"/>
                  <a:pt x="351" y="50"/>
                </a:cubicBezTo>
                <a:cubicBezTo>
                  <a:pt x="350" y="49"/>
                  <a:pt x="350" y="49"/>
                  <a:pt x="349" y="47"/>
                </a:cubicBezTo>
                <a:cubicBezTo>
                  <a:pt x="348" y="48"/>
                  <a:pt x="348" y="50"/>
                  <a:pt x="347" y="47"/>
                </a:cubicBezTo>
                <a:cubicBezTo>
                  <a:pt x="346" y="47"/>
                  <a:pt x="345" y="48"/>
                  <a:pt x="344" y="47"/>
                </a:cubicBezTo>
                <a:cubicBezTo>
                  <a:pt x="344" y="47"/>
                  <a:pt x="344" y="50"/>
                  <a:pt x="344" y="50"/>
                </a:cubicBezTo>
                <a:cubicBezTo>
                  <a:pt x="343" y="50"/>
                  <a:pt x="343" y="47"/>
                  <a:pt x="341" y="48"/>
                </a:cubicBezTo>
                <a:cubicBezTo>
                  <a:pt x="341" y="49"/>
                  <a:pt x="342" y="51"/>
                  <a:pt x="343" y="52"/>
                </a:cubicBezTo>
                <a:cubicBezTo>
                  <a:pt x="344" y="52"/>
                  <a:pt x="346" y="53"/>
                  <a:pt x="347" y="53"/>
                </a:cubicBezTo>
                <a:cubicBezTo>
                  <a:pt x="348" y="53"/>
                  <a:pt x="349" y="54"/>
                  <a:pt x="350" y="54"/>
                </a:cubicBezTo>
                <a:cubicBezTo>
                  <a:pt x="351" y="54"/>
                  <a:pt x="353" y="53"/>
                  <a:pt x="354" y="54"/>
                </a:cubicBezTo>
                <a:cubicBezTo>
                  <a:pt x="354" y="53"/>
                  <a:pt x="353" y="52"/>
                  <a:pt x="353" y="52"/>
                </a:cubicBezTo>
                <a:close/>
                <a:moveTo>
                  <a:pt x="356" y="47"/>
                </a:moveTo>
                <a:cubicBezTo>
                  <a:pt x="355" y="49"/>
                  <a:pt x="355" y="54"/>
                  <a:pt x="358" y="52"/>
                </a:cubicBezTo>
                <a:cubicBezTo>
                  <a:pt x="359" y="52"/>
                  <a:pt x="360" y="51"/>
                  <a:pt x="360" y="50"/>
                </a:cubicBezTo>
                <a:cubicBezTo>
                  <a:pt x="361" y="49"/>
                  <a:pt x="360" y="50"/>
                  <a:pt x="359" y="49"/>
                </a:cubicBezTo>
                <a:cubicBezTo>
                  <a:pt x="359" y="50"/>
                  <a:pt x="364" y="46"/>
                  <a:pt x="364" y="45"/>
                </a:cubicBezTo>
                <a:cubicBezTo>
                  <a:pt x="366" y="43"/>
                  <a:pt x="366" y="41"/>
                  <a:pt x="365" y="39"/>
                </a:cubicBezTo>
                <a:cubicBezTo>
                  <a:pt x="364" y="37"/>
                  <a:pt x="363" y="37"/>
                  <a:pt x="361" y="38"/>
                </a:cubicBezTo>
                <a:cubicBezTo>
                  <a:pt x="360" y="38"/>
                  <a:pt x="361" y="39"/>
                  <a:pt x="360" y="40"/>
                </a:cubicBezTo>
                <a:cubicBezTo>
                  <a:pt x="359" y="41"/>
                  <a:pt x="358" y="41"/>
                  <a:pt x="358" y="39"/>
                </a:cubicBezTo>
                <a:cubicBezTo>
                  <a:pt x="357" y="39"/>
                  <a:pt x="357" y="40"/>
                  <a:pt x="356" y="40"/>
                </a:cubicBezTo>
                <a:cubicBezTo>
                  <a:pt x="356" y="40"/>
                  <a:pt x="356" y="39"/>
                  <a:pt x="356" y="39"/>
                </a:cubicBezTo>
                <a:cubicBezTo>
                  <a:pt x="355" y="39"/>
                  <a:pt x="355" y="39"/>
                  <a:pt x="354" y="40"/>
                </a:cubicBezTo>
                <a:cubicBezTo>
                  <a:pt x="354" y="40"/>
                  <a:pt x="353" y="42"/>
                  <a:pt x="352" y="42"/>
                </a:cubicBezTo>
                <a:cubicBezTo>
                  <a:pt x="352" y="44"/>
                  <a:pt x="353" y="43"/>
                  <a:pt x="353" y="44"/>
                </a:cubicBezTo>
                <a:cubicBezTo>
                  <a:pt x="353" y="46"/>
                  <a:pt x="350" y="45"/>
                  <a:pt x="352" y="47"/>
                </a:cubicBezTo>
                <a:cubicBezTo>
                  <a:pt x="354" y="50"/>
                  <a:pt x="356" y="47"/>
                  <a:pt x="356" y="44"/>
                </a:cubicBezTo>
                <a:cubicBezTo>
                  <a:pt x="357" y="45"/>
                  <a:pt x="356" y="47"/>
                  <a:pt x="356" y="47"/>
                </a:cubicBezTo>
                <a:close/>
                <a:moveTo>
                  <a:pt x="367" y="35"/>
                </a:moveTo>
                <a:cubicBezTo>
                  <a:pt x="367" y="36"/>
                  <a:pt x="368" y="38"/>
                  <a:pt x="370" y="39"/>
                </a:cubicBezTo>
                <a:cubicBezTo>
                  <a:pt x="371" y="39"/>
                  <a:pt x="372" y="38"/>
                  <a:pt x="373" y="36"/>
                </a:cubicBezTo>
                <a:cubicBezTo>
                  <a:pt x="375" y="35"/>
                  <a:pt x="376" y="34"/>
                  <a:pt x="375" y="32"/>
                </a:cubicBezTo>
                <a:cubicBezTo>
                  <a:pt x="374" y="30"/>
                  <a:pt x="374" y="28"/>
                  <a:pt x="373" y="28"/>
                </a:cubicBezTo>
                <a:cubicBezTo>
                  <a:pt x="372" y="27"/>
                  <a:pt x="371" y="28"/>
                  <a:pt x="371" y="27"/>
                </a:cubicBezTo>
                <a:cubicBezTo>
                  <a:pt x="370" y="27"/>
                  <a:pt x="370" y="26"/>
                  <a:pt x="370" y="25"/>
                </a:cubicBezTo>
                <a:cubicBezTo>
                  <a:pt x="369" y="25"/>
                  <a:pt x="368" y="25"/>
                  <a:pt x="367" y="26"/>
                </a:cubicBezTo>
                <a:cubicBezTo>
                  <a:pt x="365" y="28"/>
                  <a:pt x="367" y="31"/>
                  <a:pt x="367" y="33"/>
                </a:cubicBezTo>
                <a:cubicBezTo>
                  <a:pt x="367" y="34"/>
                  <a:pt x="367" y="34"/>
                  <a:pt x="367" y="35"/>
                </a:cubicBezTo>
                <a:close/>
                <a:moveTo>
                  <a:pt x="340" y="38"/>
                </a:moveTo>
                <a:cubicBezTo>
                  <a:pt x="341" y="40"/>
                  <a:pt x="341" y="40"/>
                  <a:pt x="342" y="40"/>
                </a:cubicBezTo>
                <a:cubicBezTo>
                  <a:pt x="342" y="40"/>
                  <a:pt x="343" y="40"/>
                  <a:pt x="343" y="40"/>
                </a:cubicBezTo>
                <a:cubicBezTo>
                  <a:pt x="343" y="40"/>
                  <a:pt x="343" y="39"/>
                  <a:pt x="344" y="39"/>
                </a:cubicBezTo>
                <a:cubicBezTo>
                  <a:pt x="345" y="38"/>
                  <a:pt x="344" y="39"/>
                  <a:pt x="345" y="39"/>
                </a:cubicBezTo>
                <a:cubicBezTo>
                  <a:pt x="347" y="39"/>
                  <a:pt x="346" y="39"/>
                  <a:pt x="347" y="37"/>
                </a:cubicBezTo>
                <a:cubicBezTo>
                  <a:pt x="348" y="34"/>
                  <a:pt x="348" y="38"/>
                  <a:pt x="349" y="38"/>
                </a:cubicBezTo>
                <a:cubicBezTo>
                  <a:pt x="349" y="39"/>
                  <a:pt x="352" y="37"/>
                  <a:pt x="353" y="36"/>
                </a:cubicBezTo>
                <a:cubicBezTo>
                  <a:pt x="354" y="35"/>
                  <a:pt x="355" y="35"/>
                  <a:pt x="356" y="33"/>
                </a:cubicBezTo>
                <a:cubicBezTo>
                  <a:pt x="356" y="32"/>
                  <a:pt x="357" y="32"/>
                  <a:pt x="357" y="31"/>
                </a:cubicBezTo>
                <a:cubicBezTo>
                  <a:pt x="357" y="31"/>
                  <a:pt x="357" y="30"/>
                  <a:pt x="356" y="30"/>
                </a:cubicBezTo>
                <a:cubicBezTo>
                  <a:pt x="357" y="29"/>
                  <a:pt x="358" y="29"/>
                  <a:pt x="359" y="29"/>
                </a:cubicBezTo>
                <a:cubicBezTo>
                  <a:pt x="359" y="28"/>
                  <a:pt x="360" y="27"/>
                  <a:pt x="360" y="27"/>
                </a:cubicBezTo>
                <a:cubicBezTo>
                  <a:pt x="360" y="26"/>
                  <a:pt x="360" y="26"/>
                  <a:pt x="361" y="25"/>
                </a:cubicBezTo>
                <a:cubicBezTo>
                  <a:pt x="361" y="25"/>
                  <a:pt x="361" y="25"/>
                  <a:pt x="361" y="25"/>
                </a:cubicBezTo>
                <a:cubicBezTo>
                  <a:pt x="362" y="25"/>
                  <a:pt x="362" y="23"/>
                  <a:pt x="363" y="23"/>
                </a:cubicBezTo>
                <a:cubicBezTo>
                  <a:pt x="363" y="22"/>
                  <a:pt x="364" y="23"/>
                  <a:pt x="363" y="21"/>
                </a:cubicBezTo>
                <a:cubicBezTo>
                  <a:pt x="363" y="21"/>
                  <a:pt x="362" y="19"/>
                  <a:pt x="362" y="19"/>
                </a:cubicBezTo>
                <a:cubicBezTo>
                  <a:pt x="361" y="19"/>
                  <a:pt x="360" y="19"/>
                  <a:pt x="360" y="20"/>
                </a:cubicBezTo>
                <a:cubicBezTo>
                  <a:pt x="360" y="20"/>
                  <a:pt x="360" y="21"/>
                  <a:pt x="360" y="21"/>
                </a:cubicBezTo>
                <a:cubicBezTo>
                  <a:pt x="360" y="23"/>
                  <a:pt x="359" y="22"/>
                  <a:pt x="358" y="22"/>
                </a:cubicBezTo>
                <a:cubicBezTo>
                  <a:pt x="357" y="21"/>
                  <a:pt x="355" y="21"/>
                  <a:pt x="355" y="22"/>
                </a:cubicBezTo>
                <a:cubicBezTo>
                  <a:pt x="353" y="25"/>
                  <a:pt x="357" y="24"/>
                  <a:pt x="356" y="26"/>
                </a:cubicBezTo>
                <a:cubicBezTo>
                  <a:pt x="356" y="26"/>
                  <a:pt x="353" y="29"/>
                  <a:pt x="353" y="29"/>
                </a:cubicBezTo>
                <a:cubicBezTo>
                  <a:pt x="352" y="30"/>
                  <a:pt x="352" y="26"/>
                  <a:pt x="351" y="25"/>
                </a:cubicBezTo>
                <a:cubicBezTo>
                  <a:pt x="350" y="25"/>
                  <a:pt x="349" y="24"/>
                  <a:pt x="349" y="25"/>
                </a:cubicBezTo>
                <a:cubicBezTo>
                  <a:pt x="348" y="26"/>
                  <a:pt x="349" y="27"/>
                  <a:pt x="349" y="28"/>
                </a:cubicBezTo>
                <a:cubicBezTo>
                  <a:pt x="350" y="29"/>
                  <a:pt x="350" y="30"/>
                  <a:pt x="350" y="31"/>
                </a:cubicBezTo>
                <a:cubicBezTo>
                  <a:pt x="349" y="32"/>
                  <a:pt x="348" y="31"/>
                  <a:pt x="348" y="31"/>
                </a:cubicBezTo>
                <a:cubicBezTo>
                  <a:pt x="346" y="31"/>
                  <a:pt x="346" y="32"/>
                  <a:pt x="346" y="30"/>
                </a:cubicBezTo>
                <a:cubicBezTo>
                  <a:pt x="346" y="30"/>
                  <a:pt x="347" y="26"/>
                  <a:pt x="345" y="27"/>
                </a:cubicBezTo>
                <a:cubicBezTo>
                  <a:pt x="344" y="27"/>
                  <a:pt x="345" y="29"/>
                  <a:pt x="344" y="29"/>
                </a:cubicBezTo>
                <a:cubicBezTo>
                  <a:pt x="343" y="30"/>
                  <a:pt x="343" y="28"/>
                  <a:pt x="343" y="28"/>
                </a:cubicBezTo>
                <a:cubicBezTo>
                  <a:pt x="342" y="28"/>
                  <a:pt x="342" y="31"/>
                  <a:pt x="342" y="32"/>
                </a:cubicBezTo>
                <a:cubicBezTo>
                  <a:pt x="341" y="32"/>
                  <a:pt x="340" y="29"/>
                  <a:pt x="339" y="30"/>
                </a:cubicBezTo>
                <a:cubicBezTo>
                  <a:pt x="338" y="30"/>
                  <a:pt x="339" y="32"/>
                  <a:pt x="337" y="31"/>
                </a:cubicBezTo>
                <a:cubicBezTo>
                  <a:pt x="337" y="31"/>
                  <a:pt x="333" y="29"/>
                  <a:pt x="334" y="31"/>
                </a:cubicBezTo>
                <a:cubicBezTo>
                  <a:pt x="334" y="32"/>
                  <a:pt x="335" y="32"/>
                  <a:pt x="335" y="32"/>
                </a:cubicBezTo>
                <a:cubicBezTo>
                  <a:pt x="335" y="33"/>
                  <a:pt x="335" y="33"/>
                  <a:pt x="335" y="34"/>
                </a:cubicBezTo>
                <a:cubicBezTo>
                  <a:pt x="336" y="33"/>
                  <a:pt x="338" y="32"/>
                  <a:pt x="340" y="33"/>
                </a:cubicBezTo>
                <a:cubicBezTo>
                  <a:pt x="341" y="34"/>
                  <a:pt x="340" y="34"/>
                  <a:pt x="339" y="36"/>
                </a:cubicBezTo>
                <a:cubicBezTo>
                  <a:pt x="338" y="37"/>
                  <a:pt x="337" y="39"/>
                  <a:pt x="337" y="40"/>
                </a:cubicBezTo>
                <a:cubicBezTo>
                  <a:pt x="338" y="43"/>
                  <a:pt x="340" y="38"/>
                  <a:pt x="340" y="37"/>
                </a:cubicBezTo>
                <a:cubicBezTo>
                  <a:pt x="340" y="38"/>
                  <a:pt x="340" y="38"/>
                  <a:pt x="340" y="38"/>
                </a:cubicBezTo>
                <a:close/>
                <a:moveTo>
                  <a:pt x="375" y="11"/>
                </a:moveTo>
                <a:cubicBezTo>
                  <a:pt x="377" y="11"/>
                  <a:pt x="377" y="10"/>
                  <a:pt x="377" y="9"/>
                </a:cubicBezTo>
                <a:cubicBezTo>
                  <a:pt x="376" y="8"/>
                  <a:pt x="373" y="8"/>
                  <a:pt x="372" y="9"/>
                </a:cubicBezTo>
                <a:cubicBezTo>
                  <a:pt x="371" y="10"/>
                  <a:pt x="372" y="10"/>
                  <a:pt x="372" y="11"/>
                </a:cubicBezTo>
                <a:cubicBezTo>
                  <a:pt x="372" y="11"/>
                  <a:pt x="372" y="11"/>
                  <a:pt x="372" y="12"/>
                </a:cubicBezTo>
                <a:cubicBezTo>
                  <a:pt x="372" y="13"/>
                  <a:pt x="371" y="12"/>
                  <a:pt x="371" y="13"/>
                </a:cubicBezTo>
                <a:cubicBezTo>
                  <a:pt x="371" y="12"/>
                  <a:pt x="373" y="15"/>
                  <a:pt x="373" y="15"/>
                </a:cubicBezTo>
                <a:cubicBezTo>
                  <a:pt x="374" y="15"/>
                  <a:pt x="375" y="15"/>
                  <a:pt x="376" y="15"/>
                </a:cubicBezTo>
                <a:cubicBezTo>
                  <a:pt x="377" y="14"/>
                  <a:pt x="378" y="13"/>
                  <a:pt x="377" y="12"/>
                </a:cubicBezTo>
                <a:cubicBezTo>
                  <a:pt x="376" y="12"/>
                  <a:pt x="376" y="12"/>
                  <a:pt x="375" y="12"/>
                </a:cubicBezTo>
                <a:cubicBezTo>
                  <a:pt x="375" y="12"/>
                  <a:pt x="375" y="11"/>
                  <a:pt x="375" y="11"/>
                </a:cubicBezTo>
                <a:cubicBezTo>
                  <a:pt x="375" y="11"/>
                  <a:pt x="375" y="11"/>
                  <a:pt x="375" y="11"/>
                </a:cubicBezTo>
                <a:cubicBezTo>
                  <a:pt x="376" y="11"/>
                  <a:pt x="375" y="11"/>
                  <a:pt x="375" y="11"/>
                </a:cubicBezTo>
                <a:close/>
                <a:moveTo>
                  <a:pt x="387" y="8"/>
                </a:moveTo>
                <a:cubicBezTo>
                  <a:pt x="387" y="8"/>
                  <a:pt x="387" y="8"/>
                  <a:pt x="388" y="8"/>
                </a:cubicBezTo>
                <a:cubicBezTo>
                  <a:pt x="388" y="8"/>
                  <a:pt x="389" y="6"/>
                  <a:pt x="389" y="6"/>
                </a:cubicBezTo>
                <a:cubicBezTo>
                  <a:pt x="389" y="5"/>
                  <a:pt x="388" y="4"/>
                  <a:pt x="388" y="4"/>
                </a:cubicBezTo>
                <a:cubicBezTo>
                  <a:pt x="388" y="3"/>
                  <a:pt x="385" y="5"/>
                  <a:pt x="384" y="6"/>
                </a:cubicBezTo>
                <a:cubicBezTo>
                  <a:pt x="384" y="7"/>
                  <a:pt x="386" y="7"/>
                  <a:pt x="387" y="8"/>
                </a:cubicBezTo>
                <a:cubicBezTo>
                  <a:pt x="387" y="8"/>
                  <a:pt x="386" y="7"/>
                  <a:pt x="387" y="8"/>
                </a:cubicBezTo>
                <a:close/>
                <a:moveTo>
                  <a:pt x="403" y="10"/>
                </a:moveTo>
                <a:cubicBezTo>
                  <a:pt x="401" y="12"/>
                  <a:pt x="402" y="13"/>
                  <a:pt x="404" y="14"/>
                </a:cubicBezTo>
                <a:cubicBezTo>
                  <a:pt x="404" y="14"/>
                  <a:pt x="405" y="14"/>
                  <a:pt x="406" y="14"/>
                </a:cubicBezTo>
                <a:cubicBezTo>
                  <a:pt x="407" y="14"/>
                  <a:pt x="406" y="12"/>
                  <a:pt x="406" y="12"/>
                </a:cubicBezTo>
                <a:cubicBezTo>
                  <a:pt x="407" y="11"/>
                  <a:pt x="408" y="12"/>
                  <a:pt x="409" y="12"/>
                </a:cubicBezTo>
                <a:cubicBezTo>
                  <a:pt x="411" y="12"/>
                  <a:pt x="412" y="12"/>
                  <a:pt x="413" y="11"/>
                </a:cubicBezTo>
                <a:cubicBezTo>
                  <a:pt x="414" y="11"/>
                  <a:pt x="416" y="10"/>
                  <a:pt x="417" y="9"/>
                </a:cubicBezTo>
                <a:cubicBezTo>
                  <a:pt x="417" y="8"/>
                  <a:pt x="416" y="7"/>
                  <a:pt x="415" y="7"/>
                </a:cubicBezTo>
                <a:cubicBezTo>
                  <a:pt x="414" y="7"/>
                  <a:pt x="413" y="10"/>
                  <a:pt x="412" y="10"/>
                </a:cubicBezTo>
                <a:cubicBezTo>
                  <a:pt x="411" y="10"/>
                  <a:pt x="411" y="9"/>
                  <a:pt x="411" y="9"/>
                </a:cubicBezTo>
                <a:cubicBezTo>
                  <a:pt x="411" y="8"/>
                  <a:pt x="411" y="8"/>
                  <a:pt x="410" y="7"/>
                </a:cubicBezTo>
                <a:cubicBezTo>
                  <a:pt x="412" y="5"/>
                  <a:pt x="414" y="6"/>
                  <a:pt x="413" y="2"/>
                </a:cubicBezTo>
                <a:cubicBezTo>
                  <a:pt x="411" y="3"/>
                  <a:pt x="410" y="4"/>
                  <a:pt x="408" y="4"/>
                </a:cubicBezTo>
                <a:cubicBezTo>
                  <a:pt x="408" y="3"/>
                  <a:pt x="409" y="2"/>
                  <a:pt x="408" y="1"/>
                </a:cubicBezTo>
                <a:cubicBezTo>
                  <a:pt x="408" y="1"/>
                  <a:pt x="407" y="1"/>
                  <a:pt x="407" y="1"/>
                </a:cubicBezTo>
                <a:cubicBezTo>
                  <a:pt x="406" y="1"/>
                  <a:pt x="405" y="0"/>
                  <a:pt x="404" y="1"/>
                </a:cubicBezTo>
                <a:cubicBezTo>
                  <a:pt x="403" y="2"/>
                  <a:pt x="409" y="6"/>
                  <a:pt x="407" y="8"/>
                </a:cubicBezTo>
                <a:cubicBezTo>
                  <a:pt x="405" y="7"/>
                  <a:pt x="406" y="5"/>
                  <a:pt x="404" y="5"/>
                </a:cubicBezTo>
                <a:cubicBezTo>
                  <a:pt x="402" y="4"/>
                  <a:pt x="403" y="5"/>
                  <a:pt x="401" y="5"/>
                </a:cubicBezTo>
                <a:cubicBezTo>
                  <a:pt x="401" y="6"/>
                  <a:pt x="401" y="5"/>
                  <a:pt x="400" y="5"/>
                </a:cubicBezTo>
                <a:cubicBezTo>
                  <a:pt x="400" y="5"/>
                  <a:pt x="399" y="7"/>
                  <a:pt x="399" y="7"/>
                </a:cubicBezTo>
                <a:cubicBezTo>
                  <a:pt x="398" y="10"/>
                  <a:pt x="401" y="8"/>
                  <a:pt x="402" y="8"/>
                </a:cubicBezTo>
                <a:cubicBezTo>
                  <a:pt x="403" y="8"/>
                  <a:pt x="404" y="9"/>
                  <a:pt x="403" y="10"/>
                </a:cubicBezTo>
                <a:close/>
                <a:moveTo>
                  <a:pt x="489" y="75"/>
                </a:moveTo>
                <a:cubicBezTo>
                  <a:pt x="487" y="75"/>
                  <a:pt x="488" y="77"/>
                  <a:pt x="487" y="78"/>
                </a:cubicBezTo>
                <a:cubicBezTo>
                  <a:pt x="487" y="79"/>
                  <a:pt x="485" y="81"/>
                  <a:pt x="486" y="82"/>
                </a:cubicBezTo>
                <a:cubicBezTo>
                  <a:pt x="487" y="82"/>
                  <a:pt x="490" y="80"/>
                  <a:pt x="491" y="79"/>
                </a:cubicBezTo>
                <a:cubicBezTo>
                  <a:pt x="492" y="79"/>
                  <a:pt x="492" y="79"/>
                  <a:pt x="491" y="78"/>
                </a:cubicBezTo>
                <a:cubicBezTo>
                  <a:pt x="491" y="78"/>
                  <a:pt x="491" y="78"/>
                  <a:pt x="491" y="77"/>
                </a:cubicBezTo>
                <a:cubicBezTo>
                  <a:pt x="490" y="76"/>
                  <a:pt x="490" y="76"/>
                  <a:pt x="490" y="75"/>
                </a:cubicBezTo>
                <a:cubicBezTo>
                  <a:pt x="490" y="75"/>
                  <a:pt x="490" y="75"/>
                  <a:pt x="489" y="75"/>
                </a:cubicBezTo>
                <a:close/>
                <a:moveTo>
                  <a:pt x="7" y="543"/>
                </a:moveTo>
                <a:cubicBezTo>
                  <a:pt x="8" y="544"/>
                  <a:pt x="9" y="546"/>
                  <a:pt x="11" y="546"/>
                </a:cubicBezTo>
                <a:cubicBezTo>
                  <a:pt x="12" y="545"/>
                  <a:pt x="11" y="540"/>
                  <a:pt x="9" y="539"/>
                </a:cubicBezTo>
                <a:cubicBezTo>
                  <a:pt x="8" y="539"/>
                  <a:pt x="8" y="542"/>
                  <a:pt x="7" y="543"/>
                </a:cubicBezTo>
                <a:cubicBezTo>
                  <a:pt x="8" y="544"/>
                  <a:pt x="8" y="542"/>
                  <a:pt x="7" y="543"/>
                </a:cubicBezTo>
                <a:close/>
                <a:moveTo>
                  <a:pt x="1" y="506"/>
                </a:moveTo>
                <a:cubicBezTo>
                  <a:pt x="2" y="508"/>
                  <a:pt x="6" y="517"/>
                  <a:pt x="8" y="514"/>
                </a:cubicBezTo>
                <a:cubicBezTo>
                  <a:pt x="9" y="512"/>
                  <a:pt x="7" y="510"/>
                  <a:pt x="6" y="509"/>
                </a:cubicBezTo>
                <a:cubicBezTo>
                  <a:pt x="5" y="507"/>
                  <a:pt x="3" y="506"/>
                  <a:pt x="1" y="506"/>
                </a:cubicBezTo>
                <a:cubicBezTo>
                  <a:pt x="2" y="508"/>
                  <a:pt x="3" y="506"/>
                  <a:pt x="1" y="506"/>
                </a:cubicBezTo>
                <a:close/>
                <a:moveTo>
                  <a:pt x="22" y="444"/>
                </a:moveTo>
                <a:cubicBezTo>
                  <a:pt x="23" y="442"/>
                  <a:pt x="19" y="437"/>
                  <a:pt x="18" y="440"/>
                </a:cubicBezTo>
                <a:cubicBezTo>
                  <a:pt x="17" y="443"/>
                  <a:pt x="20" y="446"/>
                  <a:pt x="22" y="444"/>
                </a:cubicBezTo>
                <a:close/>
                <a:moveTo>
                  <a:pt x="13" y="445"/>
                </a:moveTo>
                <a:cubicBezTo>
                  <a:pt x="13" y="446"/>
                  <a:pt x="13" y="449"/>
                  <a:pt x="15" y="448"/>
                </a:cubicBezTo>
                <a:cubicBezTo>
                  <a:pt x="16" y="448"/>
                  <a:pt x="16" y="447"/>
                  <a:pt x="16" y="447"/>
                </a:cubicBezTo>
                <a:cubicBezTo>
                  <a:pt x="16" y="445"/>
                  <a:pt x="15" y="445"/>
                  <a:pt x="13" y="445"/>
                </a:cubicBezTo>
                <a:cubicBezTo>
                  <a:pt x="13" y="446"/>
                  <a:pt x="15" y="445"/>
                  <a:pt x="13" y="445"/>
                </a:cubicBezTo>
                <a:close/>
                <a:moveTo>
                  <a:pt x="62" y="404"/>
                </a:moveTo>
                <a:cubicBezTo>
                  <a:pt x="62" y="405"/>
                  <a:pt x="57" y="407"/>
                  <a:pt x="61" y="408"/>
                </a:cubicBezTo>
                <a:cubicBezTo>
                  <a:pt x="63" y="408"/>
                  <a:pt x="64" y="405"/>
                  <a:pt x="62" y="404"/>
                </a:cubicBezTo>
                <a:cubicBezTo>
                  <a:pt x="62" y="405"/>
                  <a:pt x="63" y="405"/>
                  <a:pt x="62" y="404"/>
                </a:cubicBezTo>
                <a:close/>
                <a:moveTo>
                  <a:pt x="51" y="413"/>
                </a:moveTo>
                <a:cubicBezTo>
                  <a:pt x="51" y="413"/>
                  <a:pt x="50" y="412"/>
                  <a:pt x="49" y="412"/>
                </a:cubicBezTo>
                <a:cubicBezTo>
                  <a:pt x="48" y="413"/>
                  <a:pt x="49" y="415"/>
                  <a:pt x="50" y="415"/>
                </a:cubicBezTo>
                <a:cubicBezTo>
                  <a:pt x="51" y="416"/>
                  <a:pt x="53" y="416"/>
                  <a:pt x="54" y="415"/>
                </a:cubicBezTo>
                <a:cubicBezTo>
                  <a:pt x="54" y="413"/>
                  <a:pt x="54" y="411"/>
                  <a:pt x="53" y="410"/>
                </a:cubicBezTo>
                <a:cubicBezTo>
                  <a:pt x="52" y="410"/>
                  <a:pt x="52" y="413"/>
                  <a:pt x="51" y="413"/>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9" name="Freeform 17"/>
          <p:cNvSpPr>
            <a:spLocks/>
          </p:cNvSpPr>
          <p:nvPr/>
        </p:nvSpPr>
        <p:spPr bwMode="auto">
          <a:xfrm>
            <a:off x="9921875" y="5329238"/>
            <a:ext cx="133350" cy="144462"/>
          </a:xfrm>
          <a:custGeom>
            <a:avLst/>
            <a:gdLst>
              <a:gd name="T0" fmla="*/ 32 w 35"/>
              <a:gd name="T1" fmla="*/ 24 h 38"/>
              <a:gd name="T2" fmla="*/ 32 w 35"/>
              <a:gd name="T3" fmla="*/ 22 h 38"/>
              <a:gd name="T4" fmla="*/ 33 w 35"/>
              <a:gd name="T5" fmla="*/ 21 h 38"/>
              <a:gd name="T6" fmla="*/ 34 w 35"/>
              <a:gd name="T7" fmla="*/ 18 h 38"/>
              <a:gd name="T8" fmla="*/ 31 w 35"/>
              <a:gd name="T9" fmla="*/ 16 h 38"/>
              <a:gd name="T10" fmla="*/ 27 w 35"/>
              <a:gd name="T11" fmla="*/ 14 h 38"/>
              <a:gd name="T12" fmla="*/ 27 w 35"/>
              <a:gd name="T13" fmla="*/ 13 h 38"/>
              <a:gd name="T14" fmla="*/ 26 w 35"/>
              <a:gd name="T15" fmla="*/ 11 h 38"/>
              <a:gd name="T16" fmla="*/ 24 w 35"/>
              <a:gd name="T17" fmla="*/ 9 h 38"/>
              <a:gd name="T18" fmla="*/ 20 w 35"/>
              <a:gd name="T19" fmla="*/ 5 h 38"/>
              <a:gd name="T20" fmla="*/ 18 w 35"/>
              <a:gd name="T21" fmla="*/ 4 h 38"/>
              <a:gd name="T22" fmla="*/ 16 w 35"/>
              <a:gd name="T23" fmla="*/ 2 h 38"/>
              <a:gd name="T24" fmla="*/ 12 w 35"/>
              <a:gd name="T25" fmla="*/ 2 h 38"/>
              <a:gd name="T26" fmla="*/ 13 w 35"/>
              <a:gd name="T27" fmla="*/ 5 h 38"/>
              <a:gd name="T28" fmla="*/ 9 w 35"/>
              <a:gd name="T29" fmla="*/ 9 h 38"/>
              <a:gd name="T30" fmla="*/ 9 w 35"/>
              <a:gd name="T31" fmla="*/ 11 h 38"/>
              <a:gd name="T32" fmla="*/ 5 w 35"/>
              <a:gd name="T33" fmla="*/ 12 h 38"/>
              <a:gd name="T34" fmla="*/ 4 w 35"/>
              <a:gd name="T35" fmla="*/ 14 h 38"/>
              <a:gd name="T36" fmla="*/ 1 w 35"/>
              <a:gd name="T37" fmla="*/ 14 h 38"/>
              <a:gd name="T38" fmla="*/ 2 w 35"/>
              <a:gd name="T39" fmla="*/ 16 h 38"/>
              <a:gd name="T40" fmla="*/ 1 w 35"/>
              <a:gd name="T41" fmla="*/ 19 h 38"/>
              <a:gd name="T42" fmla="*/ 4 w 35"/>
              <a:gd name="T43" fmla="*/ 25 h 38"/>
              <a:gd name="T44" fmla="*/ 7 w 35"/>
              <a:gd name="T45" fmla="*/ 27 h 38"/>
              <a:gd name="T46" fmla="*/ 11 w 35"/>
              <a:gd name="T47" fmla="*/ 38 h 38"/>
              <a:gd name="T48" fmla="*/ 15 w 35"/>
              <a:gd name="T49" fmla="*/ 34 h 38"/>
              <a:gd name="T50" fmla="*/ 20 w 35"/>
              <a:gd name="T51" fmla="*/ 30 h 38"/>
              <a:gd name="T52" fmla="*/ 23 w 35"/>
              <a:gd name="T53" fmla="*/ 30 h 38"/>
              <a:gd name="T54" fmla="*/ 25 w 35"/>
              <a:gd name="T55" fmla="*/ 31 h 38"/>
              <a:gd name="T56" fmla="*/ 27 w 35"/>
              <a:gd name="T57" fmla="*/ 29 h 38"/>
              <a:gd name="T58" fmla="*/ 31 w 35"/>
              <a:gd name="T59" fmla="*/ 28 h 38"/>
              <a:gd name="T60" fmla="*/ 30 w 35"/>
              <a:gd name="T61" fmla="*/ 25 h 38"/>
              <a:gd name="T62" fmla="*/ 32 w 35"/>
              <a:gd name="T6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 h="38">
                <a:moveTo>
                  <a:pt x="32" y="24"/>
                </a:moveTo>
                <a:cubicBezTo>
                  <a:pt x="32" y="23"/>
                  <a:pt x="32" y="23"/>
                  <a:pt x="32" y="22"/>
                </a:cubicBezTo>
                <a:cubicBezTo>
                  <a:pt x="32" y="21"/>
                  <a:pt x="33" y="21"/>
                  <a:pt x="33" y="21"/>
                </a:cubicBezTo>
                <a:cubicBezTo>
                  <a:pt x="34" y="20"/>
                  <a:pt x="34" y="18"/>
                  <a:pt x="34" y="18"/>
                </a:cubicBezTo>
                <a:cubicBezTo>
                  <a:pt x="35" y="16"/>
                  <a:pt x="33" y="16"/>
                  <a:pt x="31" y="16"/>
                </a:cubicBezTo>
                <a:cubicBezTo>
                  <a:pt x="31" y="14"/>
                  <a:pt x="28" y="16"/>
                  <a:pt x="27" y="14"/>
                </a:cubicBezTo>
                <a:cubicBezTo>
                  <a:pt x="27" y="14"/>
                  <a:pt x="27" y="13"/>
                  <a:pt x="27" y="13"/>
                </a:cubicBezTo>
                <a:cubicBezTo>
                  <a:pt x="27" y="12"/>
                  <a:pt x="27" y="12"/>
                  <a:pt x="26" y="11"/>
                </a:cubicBezTo>
                <a:cubicBezTo>
                  <a:pt x="25" y="11"/>
                  <a:pt x="25" y="10"/>
                  <a:pt x="24" y="9"/>
                </a:cubicBezTo>
                <a:cubicBezTo>
                  <a:pt x="23" y="8"/>
                  <a:pt x="22" y="6"/>
                  <a:pt x="20" y="5"/>
                </a:cubicBezTo>
                <a:cubicBezTo>
                  <a:pt x="19" y="5"/>
                  <a:pt x="19" y="5"/>
                  <a:pt x="18" y="4"/>
                </a:cubicBezTo>
                <a:cubicBezTo>
                  <a:pt x="16" y="4"/>
                  <a:pt x="17" y="4"/>
                  <a:pt x="16" y="2"/>
                </a:cubicBezTo>
                <a:cubicBezTo>
                  <a:pt x="15" y="0"/>
                  <a:pt x="14" y="1"/>
                  <a:pt x="12" y="2"/>
                </a:cubicBezTo>
                <a:cubicBezTo>
                  <a:pt x="10" y="4"/>
                  <a:pt x="13" y="4"/>
                  <a:pt x="13" y="5"/>
                </a:cubicBezTo>
                <a:cubicBezTo>
                  <a:pt x="13" y="8"/>
                  <a:pt x="10" y="7"/>
                  <a:pt x="9" y="9"/>
                </a:cubicBezTo>
                <a:cubicBezTo>
                  <a:pt x="8" y="10"/>
                  <a:pt x="9" y="11"/>
                  <a:pt x="9" y="11"/>
                </a:cubicBezTo>
                <a:cubicBezTo>
                  <a:pt x="8" y="13"/>
                  <a:pt x="6" y="13"/>
                  <a:pt x="5" y="12"/>
                </a:cubicBezTo>
                <a:cubicBezTo>
                  <a:pt x="4" y="13"/>
                  <a:pt x="4" y="14"/>
                  <a:pt x="4" y="14"/>
                </a:cubicBezTo>
                <a:cubicBezTo>
                  <a:pt x="3" y="14"/>
                  <a:pt x="2" y="14"/>
                  <a:pt x="1" y="14"/>
                </a:cubicBezTo>
                <a:cubicBezTo>
                  <a:pt x="0" y="15"/>
                  <a:pt x="1" y="15"/>
                  <a:pt x="2" y="16"/>
                </a:cubicBezTo>
                <a:cubicBezTo>
                  <a:pt x="2" y="17"/>
                  <a:pt x="2" y="18"/>
                  <a:pt x="1" y="19"/>
                </a:cubicBezTo>
                <a:cubicBezTo>
                  <a:pt x="3" y="20"/>
                  <a:pt x="3" y="23"/>
                  <a:pt x="4" y="25"/>
                </a:cubicBezTo>
                <a:cubicBezTo>
                  <a:pt x="5" y="26"/>
                  <a:pt x="6" y="26"/>
                  <a:pt x="7" y="27"/>
                </a:cubicBezTo>
                <a:cubicBezTo>
                  <a:pt x="10" y="28"/>
                  <a:pt x="12" y="35"/>
                  <a:pt x="11" y="38"/>
                </a:cubicBezTo>
                <a:cubicBezTo>
                  <a:pt x="14" y="38"/>
                  <a:pt x="14" y="37"/>
                  <a:pt x="15" y="34"/>
                </a:cubicBezTo>
                <a:cubicBezTo>
                  <a:pt x="15" y="32"/>
                  <a:pt x="18" y="31"/>
                  <a:pt x="20" y="30"/>
                </a:cubicBezTo>
                <a:cubicBezTo>
                  <a:pt x="22" y="30"/>
                  <a:pt x="22" y="30"/>
                  <a:pt x="23" y="30"/>
                </a:cubicBezTo>
                <a:cubicBezTo>
                  <a:pt x="24" y="31"/>
                  <a:pt x="24" y="31"/>
                  <a:pt x="25" y="31"/>
                </a:cubicBezTo>
                <a:cubicBezTo>
                  <a:pt x="26" y="31"/>
                  <a:pt x="26" y="29"/>
                  <a:pt x="27" y="29"/>
                </a:cubicBezTo>
                <a:cubicBezTo>
                  <a:pt x="28" y="28"/>
                  <a:pt x="30" y="28"/>
                  <a:pt x="31" y="28"/>
                </a:cubicBezTo>
                <a:cubicBezTo>
                  <a:pt x="30" y="27"/>
                  <a:pt x="30" y="26"/>
                  <a:pt x="30" y="25"/>
                </a:cubicBezTo>
                <a:cubicBezTo>
                  <a:pt x="30" y="24"/>
                  <a:pt x="32" y="25"/>
                  <a:pt x="32" y="24"/>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0" name="Freeform 18"/>
          <p:cNvSpPr>
            <a:spLocks/>
          </p:cNvSpPr>
          <p:nvPr/>
        </p:nvSpPr>
        <p:spPr bwMode="auto">
          <a:xfrm>
            <a:off x="6929438" y="2752725"/>
            <a:ext cx="3175" cy="11112"/>
          </a:xfrm>
          <a:custGeom>
            <a:avLst/>
            <a:gdLst>
              <a:gd name="T0" fmla="*/ 0 w 2"/>
              <a:gd name="T1" fmla="*/ 3 h 7"/>
              <a:gd name="T2" fmla="*/ 2 w 2"/>
              <a:gd name="T3" fmla="*/ 7 h 7"/>
              <a:gd name="T4" fmla="*/ 2 w 2"/>
              <a:gd name="T5" fmla="*/ 5 h 7"/>
              <a:gd name="T6" fmla="*/ 0 w 2"/>
              <a:gd name="T7" fmla="*/ 0 h 7"/>
              <a:gd name="T8" fmla="*/ 0 w 2"/>
              <a:gd name="T9" fmla="*/ 3 h 7"/>
            </a:gdLst>
            <a:ahLst/>
            <a:cxnLst>
              <a:cxn ang="0">
                <a:pos x="T0" y="T1"/>
              </a:cxn>
              <a:cxn ang="0">
                <a:pos x="T2" y="T3"/>
              </a:cxn>
              <a:cxn ang="0">
                <a:pos x="T4" y="T5"/>
              </a:cxn>
              <a:cxn ang="0">
                <a:pos x="T6" y="T7"/>
              </a:cxn>
              <a:cxn ang="0">
                <a:pos x="T8" y="T9"/>
              </a:cxn>
            </a:cxnLst>
            <a:rect l="0" t="0" r="r" b="b"/>
            <a:pathLst>
              <a:path w="2" h="7">
                <a:moveTo>
                  <a:pt x="0" y="3"/>
                </a:moveTo>
                <a:lnTo>
                  <a:pt x="2" y="7"/>
                </a:lnTo>
                <a:lnTo>
                  <a:pt x="2" y="5"/>
                </a:lnTo>
                <a:lnTo>
                  <a:pt x="0" y="0"/>
                </a:lnTo>
                <a:lnTo>
                  <a:pt x="0" y="3"/>
                </a:ln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1" name="Freeform 19"/>
          <p:cNvSpPr>
            <a:spLocks/>
          </p:cNvSpPr>
          <p:nvPr/>
        </p:nvSpPr>
        <p:spPr bwMode="auto">
          <a:xfrm>
            <a:off x="7127875" y="2703513"/>
            <a:ext cx="3175" cy="7937"/>
          </a:xfrm>
          <a:custGeom>
            <a:avLst/>
            <a:gdLst>
              <a:gd name="T0" fmla="*/ 0 w 2"/>
              <a:gd name="T1" fmla="*/ 2 h 5"/>
              <a:gd name="T2" fmla="*/ 0 w 2"/>
              <a:gd name="T3" fmla="*/ 5 h 5"/>
              <a:gd name="T4" fmla="*/ 2 w 2"/>
              <a:gd name="T5" fmla="*/ 2 h 5"/>
              <a:gd name="T6" fmla="*/ 2 w 2"/>
              <a:gd name="T7" fmla="*/ 0 h 5"/>
              <a:gd name="T8" fmla="*/ 0 w 2"/>
              <a:gd name="T9" fmla="*/ 2 h 5"/>
            </a:gdLst>
            <a:ahLst/>
            <a:cxnLst>
              <a:cxn ang="0">
                <a:pos x="T0" y="T1"/>
              </a:cxn>
              <a:cxn ang="0">
                <a:pos x="T2" y="T3"/>
              </a:cxn>
              <a:cxn ang="0">
                <a:pos x="T4" y="T5"/>
              </a:cxn>
              <a:cxn ang="0">
                <a:pos x="T6" y="T7"/>
              </a:cxn>
              <a:cxn ang="0">
                <a:pos x="T8" y="T9"/>
              </a:cxn>
            </a:cxnLst>
            <a:rect l="0" t="0" r="r" b="b"/>
            <a:pathLst>
              <a:path w="2" h="5">
                <a:moveTo>
                  <a:pt x="0" y="2"/>
                </a:moveTo>
                <a:lnTo>
                  <a:pt x="0" y="5"/>
                </a:lnTo>
                <a:lnTo>
                  <a:pt x="2" y="2"/>
                </a:lnTo>
                <a:lnTo>
                  <a:pt x="2" y="0"/>
                </a:lnTo>
                <a:lnTo>
                  <a:pt x="0" y="2"/>
                </a:ln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2" name="Freeform 20"/>
          <p:cNvSpPr>
            <a:spLocks noEditPoints="1"/>
          </p:cNvSpPr>
          <p:nvPr/>
        </p:nvSpPr>
        <p:spPr bwMode="auto">
          <a:xfrm>
            <a:off x="6594475" y="2197100"/>
            <a:ext cx="852488" cy="566737"/>
          </a:xfrm>
          <a:custGeom>
            <a:avLst/>
            <a:gdLst>
              <a:gd name="T0" fmla="*/ 222 w 224"/>
              <a:gd name="T1" fmla="*/ 54 h 149"/>
              <a:gd name="T2" fmla="*/ 220 w 224"/>
              <a:gd name="T3" fmla="*/ 43 h 149"/>
              <a:gd name="T4" fmla="*/ 205 w 224"/>
              <a:gd name="T5" fmla="*/ 38 h 149"/>
              <a:gd name="T6" fmla="*/ 194 w 224"/>
              <a:gd name="T7" fmla="*/ 32 h 149"/>
              <a:gd name="T8" fmla="*/ 188 w 224"/>
              <a:gd name="T9" fmla="*/ 16 h 149"/>
              <a:gd name="T10" fmla="*/ 182 w 224"/>
              <a:gd name="T11" fmla="*/ 12 h 149"/>
              <a:gd name="T12" fmla="*/ 169 w 224"/>
              <a:gd name="T13" fmla="*/ 5 h 149"/>
              <a:gd name="T14" fmla="*/ 160 w 224"/>
              <a:gd name="T15" fmla="*/ 2 h 149"/>
              <a:gd name="T16" fmla="*/ 157 w 224"/>
              <a:gd name="T17" fmla="*/ 21 h 149"/>
              <a:gd name="T18" fmla="*/ 140 w 224"/>
              <a:gd name="T19" fmla="*/ 27 h 149"/>
              <a:gd name="T20" fmla="*/ 129 w 224"/>
              <a:gd name="T21" fmla="*/ 37 h 149"/>
              <a:gd name="T22" fmla="*/ 118 w 224"/>
              <a:gd name="T23" fmla="*/ 22 h 149"/>
              <a:gd name="T24" fmla="*/ 107 w 224"/>
              <a:gd name="T25" fmla="*/ 24 h 149"/>
              <a:gd name="T26" fmla="*/ 93 w 224"/>
              <a:gd name="T27" fmla="*/ 32 h 149"/>
              <a:gd name="T28" fmla="*/ 82 w 224"/>
              <a:gd name="T29" fmla="*/ 27 h 149"/>
              <a:gd name="T30" fmla="*/ 82 w 224"/>
              <a:gd name="T31" fmla="*/ 49 h 149"/>
              <a:gd name="T32" fmla="*/ 72 w 224"/>
              <a:gd name="T33" fmla="*/ 59 h 149"/>
              <a:gd name="T34" fmla="*/ 61 w 224"/>
              <a:gd name="T35" fmla="*/ 49 h 149"/>
              <a:gd name="T36" fmla="*/ 65 w 224"/>
              <a:gd name="T37" fmla="*/ 31 h 149"/>
              <a:gd name="T38" fmla="*/ 60 w 224"/>
              <a:gd name="T39" fmla="*/ 24 h 149"/>
              <a:gd name="T40" fmla="*/ 50 w 224"/>
              <a:gd name="T41" fmla="*/ 16 h 149"/>
              <a:gd name="T42" fmla="*/ 33 w 224"/>
              <a:gd name="T43" fmla="*/ 6 h 149"/>
              <a:gd name="T44" fmla="*/ 36 w 224"/>
              <a:gd name="T45" fmla="*/ 11 h 149"/>
              <a:gd name="T46" fmla="*/ 40 w 224"/>
              <a:gd name="T47" fmla="*/ 18 h 149"/>
              <a:gd name="T48" fmla="*/ 42 w 224"/>
              <a:gd name="T49" fmla="*/ 31 h 149"/>
              <a:gd name="T50" fmla="*/ 33 w 224"/>
              <a:gd name="T51" fmla="*/ 26 h 149"/>
              <a:gd name="T52" fmla="*/ 19 w 224"/>
              <a:gd name="T53" fmla="*/ 22 h 149"/>
              <a:gd name="T54" fmla="*/ 22 w 224"/>
              <a:gd name="T55" fmla="*/ 39 h 149"/>
              <a:gd name="T56" fmla="*/ 19 w 224"/>
              <a:gd name="T57" fmla="*/ 45 h 149"/>
              <a:gd name="T58" fmla="*/ 11 w 224"/>
              <a:gd name="T59" fmla="*/ 52 h 149"/>
              <a:gd name="T60" fmla="*/ 33 w 224"/>
              <a:gd name="T61" fmla="*/ 49 h 149"/>
              <a:gd name="T62" fmla="*/ 40 w 224"/>
              <a:gd name="T63" fmla="*/ 45 h 149"/>
              <a:gd name="T64" fmla="*/ 49 w 224"/>
              <a:gd name="T65" fmla="*/ 52 h 149"/>
              <a:gd name="T66" fmla="*/ 41 w 224"/>
              <a:gd name="T67" fmla="*/ 66 h 149"/>
              <a:gd name="T68" fmla="*/ 38 w 224"/>
              <a:gd name="T69" fmla="*/ 74 h 149"/>
              <a:gd name="T70" fmla="*/ 30 w 224"/>
              <a:gd name="T71" fmla="*/ 74 h 149"/>
              <a:gd name="T72" fmla="*/ 24 w 224"/>
              <a:gd name="T73" fmla="*/ 77 h 149"/>
              <a:gd name="T74" fmla="*/ 16 w 224"/>
              <a:gd name="T75" fmla="*/ 86 h 149"/>
              <a:gd name="T76" fmla="*/ 38 w 224"/>
              <a:gd name="T77" fmla="*/ 85 h 149"/>
              <a:gd name="T78" fmla="*/ 43 w 224"/>
              <a:gd name="T79" fmla="*/ 93 h 149"/>
              <a:gd name="T80" fmla="*/ 56 w 224"/>
              <a:gd name="T81" fmla="*/ 93 h 149"/>
              <a:gd name="T82" fmla="*/ 54 w 224"/>
              <a:gd name="T83" fmla="*/ 96 h 149"/>
              <a:gd name="T84" fmla="*/ 57 w 224"/>
              <a:gd name="T85" fmla="*/ 105 h 149"/>
              <a:gd name="T86" fmla="*/ 49 w 224"/>
              <a:gd name="T87" fmla="*/ 114 h 149"/>
              <a:gd name="T88" fmla="*/ 38 w 224"/>
              <a:gd name="T89" fmla="*/ 120 h 149"/>
              <a:gd name="T90" fmla="*/ 41 w 224"/>
              <a:gd name="T91" fmla="*/ 129 h 149"/>
              <a:gd name="T92" fmla="*/ 76 w 224"/>
              <a:gd name="T93" fmla="*/ 132 h 149"/>
              <a:gd name="T94" fmla="*/ 86 w 224"/>
              <a:gd name="T95" fmla="*/ 134 h 149"/>
              <a:gd name="T96" fmla="*/ 111 w 224"/>
              <a:gd name="T97" fmla="*/ 148 h 149"/>
              <a:gd name="T98" fmla="*/ 138 w 224"/>
              <a:gd name="T99" fmla="*/ 137 h 149"/>
              <a:gd name="T100" fmla="*/ 144 w 224"/>
              <a:gd name="T101" fmla="*/ 131 h 149"/>
              <a:gd name="T102" fmla="*/ 156 w 224"/>
              <a:gd name="T103" fmla="*/ 126 h 149"/>
              <a:gd name="T104" fmla="*/ 171 w 224"/>
              <a:gd name="T105" fmla="*/ 118 h 149"/>
              <a:gd name="T106" fmla="*/ 189 w 224"/>
              <a:gd name="T107" fmla="*/ 104 h 149"/>
              <a:gd name="T108" fmla="*/ 195 w 224"/>
              <a:gd name="T109" fmla="*/ 103 h 149"/>
              <a:gd name="T110" fmla="*/ 209 w 224"/>
              <a:gd name="T111" fmla="*/ 87 h 149"/>
              <a:gd name="T112" fmla="*/ 207 w 224"/>
              <a:gd name="T113" fmla="*/ 78 h 149"/>
              <a:gd name="T114" fmla="*/ 216 w 224"/>
              <a:gd name="T115" fmla="*/ 67 h 149"/>
              <a:gd name="T116" fmla="*/ 224 w 224"/>
              <a:gd name="T117" fmla="*/ 6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4" h="149">
                <a:moveTo>
                  <a:pt x="224" y="63"/>
                </a:moveTo>
                <a:cubicBezTo>
                  <a:pt x="224" y="62"/>
                  <a:pt x="224" y="62"/>
                  <a:pt x="224" y="62"/>
                </a:cubicBezTo>
                <a:cubicBezTo>
                  <a:pt x="224" y="61"/>
                  <a:pt x="224" y="60"/>
                  <a:pt x="224" y="58"/>
                </a:cubicBezTo>
                <a:cubicBezTo>
                  <a:pt x="223" y="59"/>
                  <a:pt x="222" y="61"/>
                  <a:pt x="222" y="62"/>
                </a:cubicBezTo>
                <a:cubicBezTo>
                  <a:pt x="220" y="61"/>
                  <a:pt x="220" y="61"/>
                  <a:pt x="220" y="61"/>
                </a:cubicBezTo>
                <a:cubicBezTo>
                  <a:pt x="221" y="60"/>
                  <a:pt x="221" y="60"/>
                  <a:pt x="221" y="60"/>
                </a:cubicBezTo>
                <a:cubicBezTo>
                  <a:pt x="219" y="60"/>
                  <a:pt x="219" y="60"/>
                  <a:pt x="219" y="60"/>
                </a:cubicBezTo>
                <a:cubicBezTo>
                  <a:pt x="221" y="59"/>
                  <a:pt x="221" y="59"/>
                  <a:pt x="221" y="59"/>
                </a:cubicBezTo>
                <a:cubicBezTo>
                  <a:pt x="221" y="59"/>
                  <a:pt x="221" y="58"/>
                  <a:pt x="221" y="58"/>
                </a:cubicBezTo>
                <a:cubicBezTo>
                  <a:pt x="219" y="58"/>
                  <a:pt x="216" y="58"/>
                  <a:pt x="214" y="59"/>
                </a:cubicBezTo>
                <a:cubicBezTo>
                  <a:pt x="213" y="59"/>
                  <a:pt x="213" y="58"/>
                  <a:pt x="213" y="58"/>
                </a:cubicBezTo>
                <a:cubicBezTo>
                  <a:pt x="216" y="58"/>
                  <a:pt x="220" y="58"/>
                  <a:pt x="222" y="54"/>
                </a:cubicBezTo>
                <a:cubicBezTo>
                  <a:pt x="222" y="54"/>
                  <a:pt x="222" y="54"/>
                  <a:pt x="222" y="54"/>
                </a:cubicBezTo>
                <a:cubicBezTo>
                  <a:pt x="219" y="52"/>
                  <a:pt x="216" y="54"/>
                  <a:pt x="213" y="55"/>
                </a:cubicBezTo>
                <a:cubicBezTo>
                  <a:pt x="214" y="54"/>
                  <a:pt x="216" y="53"/>
                  <a:pt x="217" y="53"/>
                </a:cubicBezTo>
                <a:cubicBezTo>
                  <a:pt x="218" y="52"/>
                  <a:pt x="218" y="52"/>
                  <a:pt x="218" y="52"/>
                </a:cubicBezTo>
                <a:cubicBezTo>
                  <a:pt x="218" y="51"/>
                  <a:pt x="218" y="51"/>
                  <a:pt x="218" y="51"/>
                </a:cubicBezTo>
                <a:cubicBezTo>
                  <a:pt x="216" y="50"/>
                  <a:pt x="216" y="50"/>
                  <a:pt x="216" y="50"/>
                </a:cubicBezTo>
                <a:cubicBezTo>
                  <a:pt x="217" y="50"/>
                  <a:pt x="217" y="50"/>
                  <a:pt x="217" y="50"/>
                </a:cubicBezTo>
                <a:cubicBezTo>
                  <a:pt x="219" y="50"/>
                  <a:pt x="219" y="50"/>
                  <a:pt x="219" y="50"/>
                </a:cubicBezTo>
                <a:cubicBezTo>
                  <a:pt x="219" y="49"/>
                  <a:pt x="219" y="49"/>
                  <a:pt x="219" y="49"/>
                </a:cubicBezTo>
                <a:cubicBezTo>
                  <a:pt x="219" y="48"/>
                  <a:pt x="219" y="48"/>
                  <a:pt x="219" y="48"/>
                </a:cubicBezTo>
                <a:cubicBezTo>
                  <a:pt x="220" y="47"/>
                  <a:pt x="220" y="47"/>
                  <a:pt x="220" y="47"/>
                </a:cubicBezTo>
                <a:cubicBezTo>
                  <a:pt x="219" y="46"/>
                  <a:pt x="220" y="44"/>
                  <a:pt x="220" y="43"/>
                </a:cubicBezTo>
                <a:cubicBezTo>
                  <a:pt x="218" y="41"/>
                  <a:pt x="218" y="41"/>
                  <a:pt x="218" y="41"/>
                </a:cubicBezTo>
                <a:cubicBezTo>
                  <a:pt x="217" y="41"/>
                  <a:pt x="217" y="41"/>
                  <a:pt x="217" y="41"/>
                </a:cubicBezTo>
                <a:cubicBezTo>
                  <a:pt x="217" y="42"/>
                  <a:pt x="216" y="42"/>
                  <a:pt x="216" y="43"/>
                </a:cubicBezTo>
                <a:cubicBezTo>
                  <a:pt x="215" y="42"/>
                  <a:pt x="215" y="41"/>
                  <a:pt x="215" y="40"/>
                </a:cubicBezTo>
                <a:cubicBezTo>
                  <a:pt x="214" y="40"/>
                  <a:pt x="214" y="40"/>
                  <a:pt x="214" y="40"/>
                </a:cubicBezTo>
                <a:cubicBezTo>
                  <a:pt x="214" y="39"/>
                  <a:pt x="214" y="39"/>
                  <a:pt x="214" y="39"/>
                </a:cubicBezTo>
                <a:cubicBezTo>
                  <a:pt x="214" y="38"/>
                  <a:pt x="214" y="38"/>
                  <a:pt x="214" y="38"/>
                </a:cubicBezTo>
                <a:cubicBezTo>
                  <a:pt x="211" y="39"/>
                  <a:pt x="211" y="39"/>
                  <a:pt x="211" y="39"/>
                </a:cubicBezTo>
                <a:cubicBezTo>
                  <a:pt x="206" y="37"/>
                  <a:pt x="206" y="37"/>
                  <a:pt x="206" y="37"/>
                </a:cubicBezTo>
                <a:cubicBezTo>
                  <a:pt x="207" y="39"/>
                  <a:pt x="207" y="39"/>
                  <a:pt x="207" y="39"/>
                </a:cubicBezTo>
                <a:cubicBezTo>
                  <a:pt x="206" y="38"/>
                  <a:pt x="206" y="38"/>
                  <a:pt x="206" y="38"/>
                </a:cubicBezTo>
                <a:cubicBezTo>
                  <a:pt x="205" y="38"/>
                  <a:pt x="205" y="38"/>
                  <a:pt x="205" y="38"/>
                </a:cubicBezTo>
                <a:cubicBezTo>
                  <a:pt x="204" y="40"/>
                  <a:pt x="203" y="42"/>
                  <a:pt x="201" y="44"/>
                </a:cubicBezTo>
                <a:cubicBezTo>
                  <a:pt x="201" y="43"/>
                  <a:pt x="201" y="43"/>
                  <a:pt x="201" y="43"/>
                </a:cubicBezTo>
                <a:cubicBezTo>
                  <a:pt x="202" y="42"/>
                  <a:pt x="204" y="40"/>
                  <a:pt x="204" y="38"/>
                </a:cubicBezTo>
                <a:cubicBezTo>
                  <a:pt x="206" y="37"/>
                  <a:pt x="206" y="37"/>
                  <a:pt x="206" y="37"/>
                </a:cubicBezTo>
                <a:cubicBezTo>
                  <a:pt x="205" y="36"/>
                  <a:pt x="203" y="36"/>
                  <a:pt x="203" y="34"/>
                </a:cubicBezTo>
                <a:cubicBezTo>
                  <a:pt x="204" y="32"/>
                  <a:pt x="204" y="32"/>
                  <a:pt x="204" y="32"/>
                </a:cubicBezTo>
                <a:cubicBezTo>
                  <a:pt x="203" y="31"/>
                  <a:pt x="203" y="31"/>
                  <a:pt x="203" y="31"/>
                </a:cubicBezTo>
                <a:cubicBezTo>
                  <a:pt x="200" y="33"/>
                  <a:pt x="197" y="34"/>
                  <a:pt x="195" y="35"/>
                </a:cubicBezTo>
                <a:cubicBezTo>
                  <a:pt x="194" y="35"/>
                  <a:pt x="194" y="35"/>
                  <a:pt x="194" y="35"/>
                </a:cubicBezTo>
                <a:cubicBezTo>
                  <a:pt x="195" y="32"/>
                  <a:pt x="195" y="32"/>
                  <a:pt x="195" y="32"/>
                </a:cubicBezTo>
                <a:cubicBezTo>
                  <a:pt x="194" y="33"/>
                  <a:pt x="194" y="34"/>
                  <a:pt x="193" y="34"/>
                </a:cubicBezTo>
                <a:cubicBezTo>
                  <a:pt x="194" y="32"/>
                  <a:pt x="194" y="32"/>
                  <a:pt x="194" y="32"/>
                </a:cubicBezTo>
                <a:cubicBezTo>
                  <a:pt x="194" y="31"/>
                  <a:pt x="194" y="31"/>
                  <a:pt x="194" y="31"/>
                </a:cubicBezTo>
                <a:cubicBezTo>
                  <a:pt x="196" y="29"/>
                  <a:pt x="198" y="26"/>
                  <a:pt x="197" y="23"/>
                </a:cubicBezTo>
                <a:cubicBezTo>
                  <a:pt x="196" y="22"/>
                  <a:pt x="196" y="21"/>
                  <a:pt x="196" y="20"/>
                </a:cubicBezTo>
                <a:cubicBezTo>
                  <a:pt x="195" y="19"/>
                  <a:pt x="195" y="19"/>
                  <a:pt x="195" y="19"/>
                </a:cubicBezTo>
                <a:cubicBezTo>
                  <a:pt x="194" y="19"/>
                  <a:pt x="194" y="19"/>
                  <a:pt x="194" y="19"/>
                </a:cubicBezTo>
                <a:cubicBezTo>
                  <a:pt x="192" y="21"/>
                  <a:pt x="192" y="21"/>
                  <a:pt x="192" y="21"/>
                </a:cubicBezTo>
                <a:cubicBezTo>
                  <a:pt x="191" y="21"/>
                  <a:pt x="189" y="21"/>
                  <a:pt x="188" y="21"/>
                </a:cubicBezTo>
                <a:cubicBezTo>
                  <a:pt x="188" y="20"/>
                  <a:pt x="188" y="20"/>
                  <a:pt x="188" y="20"/>
                </a:cubicBezTo>
                <a:cubicBezTo>
                  <a:pt x="188" y="19"/>
                  <a:pt x="188" y="19"/>
                  <a:pt x="188" y="19"/>
                </a:cubicBezTo>
                <a:cubicBezTo>
                  <a:pt x="187" y="19"/>
                  <a:pt x="186" y="19"/>
                  <a:pt x="186" y="18"/>
                </a:cubicBezTo>
                <a:cubicBezTo>
                  <a:pt x="186" y="17"/>
                  <a:pt x="186" y="17"/>
                  <a:pt x="186" y="17"/>
                </a:cubicBezTo>
                <a:cubicBezTo>
                  <a:pt x="188" y="16"/>
                  <a:pt x="188" y="16"/>
                  <a:pt x="188" y="16"/>
                </a:cubicBezTo>
                <a:cubicBezTo>
                  <a:pt x="189" y="15"/>
                  <a:pt x="190" y="14"/>
                  <a:pt x="190" y="13"/>
                </a:cubicBezTo>
                <a:cubicBezTo>
                  <a:pt x="189" y="11"/>
                  <a:pt x="189" y="11"/>
                  <a:pt x="189" y="11"/>
                </a:cubicBezTo>
                <a:cubicBezTo>
                  <a:pt x="188" y="11"/>
                  <a:pt x="188" y="11"/>
                  <a:pt x="188" y="11"/>
                </a:cubicBezTo>
                <a:cubicBezTo>
                  <a:pt x="189" y="9"/>
                  <a:pt x="189" y="9"/>
                  <a:pt x="189" y="9"/>
                </a:cubicBezTo>
                <a:cubicBezTo>
                  <a:pt x="191" y="9"/>
                  <a:pt x="195" y="6"/>
                  <a:pt x="196" y="4"/>
                </a:cubicBezTo>
                <a:cubicBezTo>
                  <a:pt x="193" y="5"/>
                  <a:pt x="193" y="5"/>
                  <a:pt x="193" y="5"/>
                </a:cubicBezTo>
                <a:cubicBezTo>
                  <a:pt x="191" y="5"/>
                  <a:pt x="191" y="5"/>
                  <a:pt x="191" y="5"/>
                </a:cubicBezTo>
                <a:cubicBezTo>
                  <a:pt x="189" y="5"/>
                  <a:pt x="188" y="6"/>
                  <a:pt x="188" y="8"/>
                </a:cubicBezTo>
                <a:cubicBezTo>
                  <a:pt x="186" y="9"/>
                  <a:pt x="186" y="9"/>
                  <a:pt x="186" y="9"/>
                </a:cubicBezTo>
                <a:cubicBezTo>
                  <a:pt x="186" y="10"/>
                  <a:pt x="186" y="10"/>
                  <a:pt x="186" y="10"/>
                </a:cubicBezTo>
                <a:cubicBezTo>
                  <a:pt x="185" y="11"/>
                  <a:pt x="184" y="11"/>
                  <a:pt x="182" y="11"/>
                </a:cubicBezTo>
                <a:cubicBezTo>
                  <a:pt x="182" y="12"/>
                  <a:pt x="182" y="12"/>
                  <a:pt x="182" y="12"/>
                </a:cubicBezTo>
                <a:cubicBezTo>
                  <a:pt x="182" y="14"/>
                  <a:pt x="182" y="15"/>
                  <a:pt x="181" y="17"/>
                </a:cubicBezTo>
                <a:cubicBezTo>
                  <a:pt x="181" y="16"/>
                  <a:pt x="180" y="15"/>
                  <a:pt x="178" y="14"/>
                </a:cubicBezTo>
                <a:cubicBezTo>
                  <a:pt x="178" y="13"/>
                  <a:pt x="178" y="13"/>
                  <a:pt x="178" y="13"/>
                </a:cubicBezTo>
                <a:cubicBezTo>
                  <a:pt x="175" y="13"/>
                  <a:pt x="175" y="13"/>
                  <a:pt x="175" y="13"/>
                </a:cubicBezTo>
                <a:cubicBezTo>
                  <a:pt x="175" y="12"/>
                  <a:pt x="175" y="12"/>
                  <a:pt x="175" y="12"/>
                </a:cubicBezTo>
                <a:cubicBezTo>
                  <a:pt x="174" y="12"/>
                  <a:pt x="174" y="11"/>
                  <a:pt x="173" y="11"/>
                </a:cubicBezTo>
                <a:cubicBezTo>
                  <a:pt x="174" y="10"/>
                  <a:pt x="174" y="9"/>
                  <a:pt x="175" y="8"/>
                </a:cubicBezTo>
                <a:cubicBezTo>
                  <a:pt x="174" y="6"/>
                  <a:pt x="174" y="6"/>
                  <a:pt x="174" y="6"/>
                </a:cubicBezTo>
                <a:cubicBezTo>
                  <a:pt x="173" y="5"/>
                  <a:pt x="173" y="5"/>
                  <a:pt x="173" y="5"/>
                </a:cubicBezTo>
                <a:cubicBezTo>
                  <a:pt x="171" y="6"/>
                  <a:pt x="171" y="6"/>
                  <a:pt x="171" y="6"/>
                </a:cubicBezTo>
                <a:cubicBezTo>
                  <a:pt x="172" y="5"/>
                  <a:pt x="172" y="5"/>
                  <a:pt x="172" y="5"/>
                </a:cubicBezTo>
                <a:cubicBezTo>
                  <a:pt x="169" y="5"/>
                  <a:pt x="169" y="5"/>
                  <a:pt x="169" y="5"/>
                </a:cubicBezTo>
                <a:cubicBezTo>
                  <a:pt x="169" y="3"/>
                  <a:pt x="169" y="3"/>
                  <a:pt x="169" y="3"/>
                </a:cubicBezTo>
                <a:cubicBezTo>
                  <a:pt x="170" y="2"/>
                  <a:pt x="170" y="2"/>
                  <a:pt x="170" y="2"/>
                </a:cubicBezTo>
                <a:cubicBezTo>
                  <a:pt x="169" y="1"/>
                  <a:pt x="168" y="1"/>
                  <a:pt x="167" y="0"/>
                </a:cubicBezTo>
                <a:cubicBezTo>
                  <a:pt x="166" y="0"/>
                  <a:pt x="166" y="0"/>
                  <a:pt x="166" y="0"/>
                </a:cubicBezTo>
                <a:cubicBezTo>
                  <a:pt x="165" y="0"/>
                  <a:pt x="165" y="0"/>
                  <a:pt x="165" y="0"/>
                </a:cubicBezTo>
                <a:cubicBezTo>
                  <a:pt x="164" y="1"/>
                  <a:pt x="164" y="1"/>
                  <a:pt x="164" y="1"/>
                </a:cubicBezTo>
                <a:cubicBezTo>
                  <a:pt x="164" y="1"/>
                  <a:pt x="164" y="1"/>
                  <a:pt x="164" y="1"/>
                </a:cubicBezTo>
                <a:cubicBezTo>
                  <a:pt x="163" y="1"/>
                  <a:pt x="163" y="1"/>
                  <a:pt x="163" y="1"/>
                </a:cubicBezTo>
                <a:cubicBezTo>
                  <a:pt x="163" y="2"/>
                  <a:pt x="163" y="2"/>
                  <a:pt x="163" y="2"/>
                </a:cubicBezTo>
                <a:cubicBezTo>
                  <a:pt x="162" y="3"/>
                  <a:pt x="162" y="3"/>
                  <a:pt x="162" y="3"/>
                </a:cubicBezTo>
                <a:cubicBezTo>
                  <a:pt x="161" y="1"/>
                  <a:pt x="161" y="1"/>
                  <a:pt x="161" y="1"/>
                </a:cubicBezTo>
                <a:cubicBezTo>
                  <a:pt x="160" y="2"/>
                  <a:pt x="160" y="2"/>
                  <a:pt x="160" y="2"/>
                </a:cubicBezTo>
                <a:cubicBezTo>
                  <a:pt x="160" y="1"/>
                  <a:pt x="160" y="1"/>
                  <a:pt x="160" y="1"/>
                </a:cubicBezTo>
                <a:cubicBezTo>
                  <a:pt x="158" y="2"/>
                  <a:pt x="158" y="2"/>
                  <a:pt x="158" y="2"/>
                </a:cubicBezTo>
                <a:cubicBezTo>
                  <a:pt x="158" y="3"/>
                  <a:pt x="158" y="3"/>
                  <a:pt x="158" y="3"/>
                </a:cubicBezTo>
                <a:cubicBezTo>
                  <a:pt x="157" y="2"/>
                  <a:pt x="157" y="2"/>
                  <a:pt x="157" y="2"/>
                </a:cubicBezTo>
                <a:cubicBezTo>
                  <a:pt x="156" y="4"/>
                  <a:pt x="158" y="6"/>
                  <a:pt x="158" y="8"/>
                </a:cubicBezTo>
                <a:cubicBezTo>
                  <a:pt x="161" y="11"/>
                  <a:pt x="159" y="13"/>
                  <a:pt x="160" y="17"/>
                </a:cubicBezTo>
                <a:cubicBezTo>
                  <a:pt x="161" y="18"/>
                  <a:pt x="161" y="18"/>
                  <a:pt x="161" y="18"/>
                </a:cubicBezTo>
                <a:cubicBezTo>
                  <a:pt x="160" y="18"/>
                  <a:pt x="160" y="17"/>
                  <a:pt x="159" y="17"/>
                </a:cubicBezTo>
                <a:cubicBezTo>
                  <a:pt x="157" y="18"/>
                  <a:pt x="157" y="18"/>
                  <a:pt x="157" y="18"/>
                </a:cubicBezTo>
                <a:cubicBezTo>
                  <a:pt x="158" y="17"/>
                  <a:pt x="158" y="17"/>
                  <a:pt x="159" y="16"/>
                </a:cubicBezTo>
                <a:cubicBezTo>
                  <a:pt x="156" y="18"/>
                  <a:pt x="155" y="18"/>
                  <a:pt x="158" y="21"/>
                </a:cubicBezTo>
                <a:cubicBezTo>
                  <a:pt x="157" y="21"/>
                  <a:pt x="157" y="21"/>
                  <a:pt x="157" y="21"/>
                </a:cubicBezTo>
                <a:cubicBezTo>
                  <a:pt x="156" y="19"/>
                  <a:pt x="156" y="19"/>
                  <a:pt x="156" y="19"/>
                </a:cubicBezTo>
                <a:cubicBezTo>
                  <a:pt x="155" y="21"/>
                  <a:pt x="155" y="21"/>
                  <a:pt x="155" y="21"/>
                </a:cubicBezTo>
                <a:cubicBezTo>
                  <a:pt x="154" y="20"/>
                  <a:pt x="154" y="20"/>
                  <a:pt x="154" y="20"/>
                </a:cubicBezTo>
                <a:cubicBezTo>
                  <a:pt x="154" y="19"/>
                  <a:pt x="154" y="19"/>
                  <a:pt x="154" y="19"/>
                </a:cubicBezTo>
                <a:cubicBezTo>
                  <a:pt x="153" y="19"/>
                  <a:pt x="152" y="20"/>
                  <a:pt x="151" y="21"/>
                </a:cubicBezTo>
                <a:cubicBezTo>
                  <a:pt x="151" y="20"/>
                  <a:pt x="151" y="20"/>
                  <a:pt x="151" y="20"/>
                </a:cubicBezTo>
                <a:cubicBezTo>
                  <a:pt x="150" y="16"/>
                  <a:pt x="146" y="15"/>
                  <a:pt x="144" y="19"/>
                </a:cubicBezTo>
                <a:cubicBezTo>
                  <a:pt x="145" y="22"/>
                  <a:pt x="141" y="25"/>
                  <a:pt x="142" y="28"/>
                </a:cubicBezTo>
                <a:cubicBezTo>
                  <a:pt x="141" y="27"/>
                  <a:pt x="141" y="27"/>
                  <a:pt x="141" y="27"/>
                </a:cubicBezTo>
                <a:cubicBezTo>
                  <a:pt x="138" y="27"/>
                  <a:pt x="138" y="27"/>
                  <a:pt x="138" y="27"/>
                </a:cubicBezTo>
                <a:cubicBezTo>
                  <a:pt x="139" y="27"/>
                  <a:pt x="139" y="27"/>
                  <a:pt x="139" y="27"/>
                </a:cubicBezTo>
                <a:cubicBezTo>
                  <a:pt x="140" y="27"/>
                  <a:pt x="140" y="27"/>
                  <a:pt x="140" y="27"/>
                </a:cubicBezTo>
                <a:cubicBezTo>
                  <a:pt x="138" y="28"/>
                  <a:pt x="140" y="29"/>
                  <a:pt x="140" y="31"/>
                </a:cubicBezTo>
                <a:cubicBezTo>
                  <a:pt x="138" y="27"/>
                  <a:pt x="136" y="24"/>
                  <a:pt x="133" y="22"/>
                </a:cubicBezTo>
                <a:cubicBezTo>
                  <a:pt x="133" y="22"/>
                  <a:pt x="133" y="22"/>
                  <a:pt x="133" y="22"/>
                </a:cubicBezTo>
                <a:cubicBezTo>
                  <a:pt x="132" y="20"/>
                  <a:pt x="132" y="20"/>
                  <a:pt x="132" y="20"/>
                </a:cubicBezTo>
                <a:cubicBezTo>
                  <a:pt x="131" y="20"/>
                  <a:pt x="131" y="20"/>
                  <a:pt x="131" y="20"/>
                </a:cubicBezTo>
                <a:cubicBezTo>
                  <a:pt x="129" y="20"/>
                  <a:pt x="129" y="20"/>
                  <a:pt x="129" y="20"/>
                </a:cubicBezTo>
                <a:cubicBezTo>
                  <a:pt x="128" y="19"/>
                  <a:pt x="128" y="19"/>
                  <a:pt x="128" y="19"/>
                </a:cubicBezTo>
                <a:cubicBezTo>
                  <a:pt x="127" y="20"/>
                  <a:pt x="126" y="19"/>
                  <a:pt x="124" y="19"/>
                </a:cubicBezTo>
                <a:cubicBezTo>
                  <a:pt x="122" y="23"/>
                  <a:pt x="126" y="26"/>
                  <a:pt x="126" y="30"/>
                </a:cubicBezTo>
                <a:cubicBezTo>
                  <a:pt x="127" y="31"/>
                  <a:pt x="127" y="31"/>
                  <a:pt x="127" y="31"/>
                </a:cubicBezTo>
                <a:cubicBezTo>
                  <a:pt x="128" y="31"/>
                  <a:pt x="128" y="31"/>
                  <a:pt x="128" y="31"/>
                </a:cubicBezTo>
                <a:cubicBezTo>
                  <a:pt x="129" y="33"/>
                  <a:pt x="130" y="35"/>
                  <a:pt x="129" y="37"/>
                </a:cubicBezTo>
                <a:cubicBezTo>
                  <a:pt x="129" y="37"/>
                  <a:pt x="129" y="37"/>
                  <a:pt x="129" y="37"/>
                </a:cubicBezTo>
                <a:cubicBezTo>
                  <a:pt x="129" y="40"/>
                  <a:pt x="129" y="40"/>
                  <a:pt x="129" y="40"/>
                </a:cubicBezTo>
                <a:cubicBezTo>
                  <a:pt x="130" y="41"/>
                  <a:pt x="130" y="42"/>
                  <a:pt x="130" y="43"/>
                </a:cubicBezTo>
                <a:cubicBezTo>
                  <a:pt x="130" y="44"/>
                  <a:pt x="130" y="44"/>
                  <a:pt x="130" y="44"/>
                </a:cubicBezTo>
                <a:cubicBezTo>
                  <a:pt x="129" y="42"/>
                  <a:pt x="129" y="41"/>
                  <a:pt x="127" y="39"/>
                </a:cubicBezTo>
                <a:cubicBezTo>
                  <a:pt x="127" y="38"/>
                  <a:pt x="127" y="36"/>
                  <a:pt x="127" y="34"/>
                </a:cubicBezTo>
                <a:cubicBezTo>
                  <a:pt x="126" y="33"/>
                  <a:pt x="126" y="33"/>
                  <a:pt x="126" y="33"/>
                </a:cubicBezTo>
                <a:cubicBezTo>
                  <a:pt x="125" y="32"/>
                  <a:pt x="125" y="31"/>
                  <a:pt x="124" y="30"/>
                </a:cubicBezTo>
                <a:cubicBezTo>
                  <a:pt x="122" y="30"/>
                  <a:pt x="121" y="29"/>
                  <a:pt x="120" y="29"/>
                </a:cubicBezTo>
                <a:cubicBezTo>
                  <a:pt x="120" y="27"/>
                  <a:pt x="121" y="24"/>
                  <a:pt x="118" y="23"/>
                </a:cubicBezTo>
                <a:cubicBezTo>
                  <a:pt x="117" y="23"/>
                  <a:pt x="117" y="23"/>
                  <a:pt x="117" y="23"/>
                </a:cubicBezTo>
                <a:cubicBezTo>
                  <a:pt x="118" y="22"/>
                  <a:pt x="118" y="22"/>
                  <a:pt x="118" y="22"/>
                </a:cubicBezTo>
                <a:cubicBezTo>
                  <a:pt x="116" y="20"/>
                  <a:pt x="116" y="20"/>
                  <a:pt x="116" y="20"/>
                </a:cubicBezTo>
                <a:cubicBezTo>
                  <a:pt x="116" y="20"/>
                  <a:pt x="116" y="20"/>
                  <a:pt x="116" y="20"/>
                </a:cubicBezTo>
                <a:cubicBezTo>
                  <a:pt x="114" y="21"/>
                  <a:pt x="114" y="21"/>
                  <a:pt x="114" y="21"/>
                </a:cubicBezTo>
                <a:cubicBezTo>
                  <a:pt x="114" y="20"/>
                  <a:pt x="114" y="20"/>
                  <a:pt x="115" y="19"/>
                </a:cubicBezTo>
                <a:cubicBezTo>
                  <a:pt x="113" y="18"/>
                  <a:pt x="113" y="18"/>
                  <a:pt x="113" y="18"/>
                </a:cubicBezTo>
                <a:cubicBezTo>
                  <a:pt x="112" y="21"/>
                  <a:pt x="112" y="21"/>
                  <a:pt x="112" y="21"/>
                </a:cubicBezTo>
                <a:cubicBezTo>
                  <a:pt x="112" y="19"/>
                  <a:pt x="112" y="19"/>
                  <a:pt x="112" y="19"/>
                </a:cubicBezTo>
                <a:cubicBezTo>
                  <a:pt x="111" y="19"/>
                  <a:pt x="111" y="19"/>
                  <a:pt x="111" y="19"/>
                </a:cubicBezTo>
                <a:cubicBezTo>
                  <a:pt x="110" y="19"/>
                  <a:pt x="109" y="20"/>
                  <a:pt x="109" y="21"/>
                </a:cubicBezTo>
                <a:cubicBezTo>
                  <a:pt x="109" y="22"/>
                  <a:pt x="108" y="23"/>
                  <a:pt x="109" y="25"/>
                </a:cubicBezTo>
                <a:cubicBezTo>
                  <a:pt x="107" y="23"/>
                  <a:pt x="107" y="23"/>
                  <a:pt x="107" y="23"/>
                </a:cubicBezTo>
                <a:cubicBezTo>
                  <a:pt x="107" y="24"/>
                  <a:pt x="107" y="24"/>
                  <a:pt x="107" y="24"/>
                </a:cubicBezTo>
                <a:cubicBezTo>
                  <a:pt x="106" y="24"/>
                  <a:pt x="106" y="24"/>
                  <a:pt x="106" y="24"/>
                </a:cubicBezTo>
                <a:cubicBezTo>
                  <a:pt x="104" y="24"/>
                  <a:pt x="102" y="24"/>
                  <a:pt x="102" y="26"/>
                </a:cubicBezTo>
                <a:cubicBezTo>
                  <a:pt x="102" y="28"/>
                  <a:pt x="102" y="28"/>
                  <a:pt x="102" y="28"/>
                </a:cubicBezTo>
                <a:cubicBezTo>
                  <a:pt x="102" y="29"/>
                  <a:pt x="102" y="29"/>
                  <a:pt x="101" y="29"/>
                </a:cubicBezTo>
                <a:cubicBezTo>
                  <a:pt x="101" y="30"/>
                  <a:pt x="101" y="30"/>
                  <a:pt x="101" y="30"/>
                </a:cubicBezTo>
                <a:cubicBezTo>
                  <a:pt x="103" y="32"/>
                  <a:pt x="104" y="38"/>
                  <a:pt x="102" y="41"/>
                </a:cubicBezTo>
                <a:cubicBezTo>
                  <a:pt x="102" y="40"/>
                  <a:pt x="101" y="39"/>
                  <a:pt x="100" y="39"/>
                </a:cubicBezTo>
                <a:cubicBezTo>
                  <a:pt x="100" y="41"/>
                  <a:pt x="100" y="41"/>
                  <a:pt x="100" y="41"/>
                </a:cubicBezTo>
                <a:cubicBezTo>
                  <a:pt x="98" y="39"/>
                  <a:pt x="98" y="39"/>
                  <a:pt x="98" y="39"/>
                </a:cubicBezTo>
                <a:cubicBezTo>
                  <a:pt x="98" y="38"/>
                  <a:pt x="97" y="36"/>
                  <a:pt x="97" y="34"/>
                </a:cubicBezTo>
                <a:cubicBezTo>
                  <a:pt x="96" y="34"/>
                  <a:pt x="95" y="33"/>
                  <a:pt x="93" y="33"/>
                </a:cubicBezTo>
                <a:cubicBezTo>
                  <a:pt x="93" y="32"/>
                  <a:pt x="93" y="32"/>
                  <a:pt x="93" y="32"/>
                </a:cubicBezTo>
                <a:cubicBezTo>
                  <a:pt x="92" y="30"/>
                  <a:pt x="92" y="30"/>
                  <a:pt x="92" y="30"/>
                </a:cubicBezTo>
                <a:cubicBezTo>
                  <a:pt x="92" y="30"/>
                  <a:pt x="92" y="30"/>
                  <a:pt x="92" y="30"/>
                </a:cubicBezTo>
                <a:cubicBezTo>
                  <a:pt x="91" y="28"/>
                  <a:pt x="91" y="26"/>
                  <a:pt x="90" y="24"/>
                </a:cubicBezTo>
                <a:cubicBezTo>
                  <a:pt x="89" y="24"/>
                  <a:pt x="89" y="24"/>
                  <a:pt x="89" y="24"/>
                </a:cubicBezTo>
                <a:cubicBezTo>
                  <a:pt x="89" y="22"/>
                  <a:pt x="89" y="22"/>
                  <a:pt x="89" y="22"/>
                </a:cubicBezTo>
                <a:cubicBezTo>
                  <a:pt x="89" y="23"/>
                  <a:pt x="89" y="23"/>
                  <a:pt x="89" y="23"/>
                </a:cubicBezTo>
                <a:cubicBezTo>
                  <a:pt x="87" y="22"/>
                  <a:pt x="87" y="22"/>
                  <a:pt x="87" y="22"/>
                </a:cubicBezTo>
                <a:cubicBezTo>
                  <a:pt x="86" y="24"/>
                  <a:pt x="86" y="24"/>
                  <a:pt x="86" y="24"/>
                </a:cubicBezTo>
                <a:cubicBezTo>
                  <a:pt x="85" y="24"/>
                  <a:pt x="85" y="24"/>
                  <a:pt x="85" y="24"/>
                </a:cubicBezTo>
                <a:cubicBezTo>
                  <a:pt x="84" y="24"/>
                  <a:pt x="83" y="25"/>
                  <a:pt x="82" y="25"/>
                </a:cubicBezTo>
                <a:cubicBezTo>
                  <a:pt x="83" y="26"/>
                  <a:pt x="83" y="26"/>
                  <a:pt x="83" y="26"/>
                </a:cubicBezTo>
                <a:cubicBezTo>
                  <a:pt x="82" y="27"/>
                  <a:pt x="82" y="27"/>
                  <a:pt x="82" y="27"/>
                </a:cubicBezTo>
                <a:cubicBezTo>
                  <a:pt x="83" y="28"/>
                  <a:pt x="83" y="30"/>
                  <a:pt x="83" y="31"/>
                </a:cubicBezTo>
                <a:cubicBezTo>
                  <a:pt x="84" y="33"/>
                  <a:pt x="85" y="34"/>
                  <a:pt x="85" y="36"/>
                </a:cubicBezTo>
                <a:cubicBezTo>
                  <a:pt x="84" y="36"/>
                  <a:pt x="84" y="36"/>
                  <a:pt x="84" y="36"/>
                </a:cubicBezTo>
                <a:cubicBezTo>
                  <a:pt x="85" y="38"/>
                  <a:pt x="87" y="41"/>
                  <a:pt x="85" y="43"/>
                </a:cubicBezTo>
                <a:cubicBezTo>
                  <a:pt x="85" y="44"/>
                  <a:pt x="85" y="44"/>
                  <a:pt x="85" y="44"/>
                </a:cubicBezTo>
                <a:cubicBezTo>
                  <a:pt x="85" y="45"/>
                  <a:pt x="85" y="45"/>
                  <a:pt x="85" y="45"/>
                </a:cubicBezTo>
                <a:cubicBezTo>
                  <a:pt x="85" y="46"/>
                  <a:pt x="84" y="47"/>
                  <a:pt x="83" y="48"/>
                </a:cubicBezTo>
                <a:cubicBezTo>
                  <a:pt x="84" y="49"/>
                  <a:pt x="84" y="49"/>
                  <a:pt x="84" y="49"/>
                </a:cubicBezTo>
                <a:cubicBezTo>
                  <a:pt x="83" y="50"/>
                  <a:pt x="83" y="50"/>
                  <a:pt x="83" y="50"/>
                </a:cubicBezTo>
                <a:cubicBezTo>
                  <a:pt x="83" y="48"/>
                  <a:pt x="83" y="48"/>
                  <a:pt x="83" y="48"/>
                </a:cubicBezTo>
                <a:cubicBezTo>
                  <a:pt x="81" y="48"/>
                  <a:pt x="81" y="48"/>
                  <a:pt x="81" y="48"/>
                </a:cubicBezTo>
                <a:cubicBezTo>
                  <a:pt x="82" y="49"/>
                  <a:pt x="82" y="49"/>
                  <a:pt x="82" y="49"/>
                </a:cubicBezTo>
                <a:cubicBezTo>
                  <a:pt x="83" y="50"/>
                  <a:pt x="83" y="50"/>
                  <a:pt x="83" y="50"/>
                </a:cubicBezTo>
                <a:cubicBezTo>
                  <a:pt x="82" y="52"/>
                  <a:pt x="82" y="52"/>
                  <a:pt x="82" y="52"/>
                </a:cubicBezTo>
                <a:cubicBezTo>
                  <a:pt x="81" y="52"/>
                  <a:pt x="81" y="52"/>
                  <a:pt x="81" y="52"/>
                </a:cubicBezTo>
                <a:cubicBezTo>
                  <a:pt x="80" y="50"/>
                  <a:pt x="80" y="50"/>
                  <a:pt x="80" y="50"/>
                </a:cubicBezTo>
                <a:cubicBezTo>
                  <a:pt x="80" y="48"/>
                  <a:pt x="80" y="48"/>
                  <a:pt x="80" y="48"/>
                </a:cubicBezTo>
                <a:cubicBezTo>
                  <a:pt x="79" y="48"/>
                  <a:pt x="79" y="48"/>
                  <a:pt x="79" y="48"/>
                </a:cubicBezTo>
                <a:cubicBezTo>
                  <a:pt x="78" y="50"/>
                  <a:pt x="78" y="50"/>
                  <a:pt x="78" y="50"/>
                </a:cubicBezTo>
                <a:cubicBezTo>
                  <a:pt x="78" y="48"/>
                  <a:pt x="78" y="45"/>
                  <a:pt x="79" y="43"/>
                </a:cubicBezTo>
                <a:cubicBezTo>
                  <a:pt x="77" y="43"/>
                  <a:pt x="77" y="43"/>
                  <a:pt x="77" y="43"/>
                </a:cubicBezTo>
                <a:cubicBezTo>
                  <a:pt x="75" y="44"/>
                  <a:pt x="73" y="47"/>
                  <a:pt x="72" y="49"/>
                </a:cubicBezTo>
                <a:cubicBezTo>
                  <a:pt x="71" y="52"/>
                  <a:pt x="72" y="56"/>
                  <a:pt x="73" y="59"/>
                </a:cubicBezTo>
                <a:cubicBezTo>
                  <a:pt x="72" y="59"/>
                  <a:pt x="72" y="59"/>
                  <a:pt x="72" y="59"/>
                </a:cubicBezTo>
                <a:cubicBezTo>
                  <a:pt x="70" y="54"/>
                  <a:pt x="70" y="54"/>
                  <a:pt x="70" y="54"/>
                </a:cubicBezTo>
                <a:cubicBezTo>
                  <a:pt x="69" y="54"/>
                  <a:pt x="69" y="54"/>
                  <a:pt x="69" y="54"/>
                </a:cubicBezTo>
                <a:cubicBezTo>
                  <a:pt x="69" y="57"/>
                  <a:pt x="70" y="60"/>
                  <a:pt x="69" y="63"/>
                </a:cubicBezTo>
                <a:cubicBezTo>
                  <a:pt x="69" y="64"/>
                  <a:pt x="70" y="65"/>
                  <a:pt x="70" y="67"/>
                </a:cubicBezTo>
                <a:cubicBezTo>
                  <a:pt x="70" y="67"/>
                  <a:pt x="70" y="67"/>
                  <a:pt x="69" y="67"/>
                </a:cubicBezTo>
                <a:cubicBezTo>
                  <a:pt x="69" y="67"/>
                  <a:pt x="69" y="67"/>
                  <a:pt x="69" y="67"/>
                </a:cubicBezTo>
                <a:cubicBezTo>
                  <a:pt x="69" y="67"/>
                  <a:pt x="69" y="67"/>
                  <a:pt x="69" y="67"/>
                </a:cubicBezTo>
                <a:cubicBezTo>
                  <a:pt x="69" y="64"/>
                  <a:pt x="67" y="61"/>
                  <a:pt x="67" y="58"/>
                </a:cubicBezTo>
                <a:cubicBezTo>
                  <a:pt x="67" y="56"/>
                  <a:pt x="67" y="54"/>
                  <a:pt x="65" y="53"/>
                </a:cubicBezTo>
                <a:cubicBezTo>
                  <a:pt x="64" y="54"/>
                  <a:pt x="63" y="54"/>
                  <a:pt x="61" y="54"/>
                </a:cubicBezTo>
                <a:cubicBezTo>
                  <a:pt x="64" y="52"/>
                  <a:pt x="65" y="50"/>
                  <a:pt x="65" y="47"/>
                </a:cubicBezTo>
                <a:cubicBezTo>
                  <a:pt x="63" y="47"/>
                  <a:pt x="62" y="48"/>
                  <a:pt x="61" y="49"/>
                </a:cubicBezTo>
                <a:cubicBezTo>
                  <a:pt x="62" y="47"/>
                  <a:pt x="64" y="46"/>
                  <a:pt x="62" y="45"/>
                </a:cubicBezTo>
                <a:cubicBezTo>
                  <a:pt x="60" y="44"/>
                  <a:pt x="58" y="45"/>
                  <a:pt x="57" y="43"/>
                </a:cubicBezTo>
                <a:cubicBezTo>
                  <a:pt x="58" y="41"/>
                  <a:pt x="57" y="40"/>
                  <a:pt x="56" y="39"/>
                </a:cubicBezTo>
                <a:cubicBezTo>
                  <a:pt x="56" y="39"/>
                  <a:pt x="56" y="39"/>
                  <a:pt x="56" y="39"/>
                </a:cubicBezTo>
                <a:cubicBezTo>
                  <a:pt x="58" y="39"/>
                  <a:pt x="59" y="42"/>
                  <a:pt x="60" y="43"/>
                </a:cubicBezTo>
                <a:cubicBezTo>
                  <a:pt x="62" y="43"/>
                  <a:pt x="62" y="43"/>
                  <a:pt x="62" y="43"/>
                </a:cubicBezTo>
                <a:cubicBezTo>
                  <a:pt x="63" y="42"/>
                  <a:pt x="64" y="41"/>
                  <a:pt x="64" y="41"/>
                </a:cubicBezTo>
                <a:cubicBezTo>
                  <a:pt x="64" y="40"/>
                  <a:pt x="63" y="39"/>
                  <a:pt x="62" y="39"/>
                </a:cubicBezTo>
                <a:cubicBezTo>
                  <a:pt x="64" y="38"/>
                  <a:pt x="65" y="37"/>
                  <a:pt x="66" y="35"/>
                </a:cubicBezTo>
                <a:cubicBezTo>
                  <a:pt x="65" y="34"/>
                  <a:pt x="65" y="34"/>
                  <a:pt x="65" y="34"/>
                </a:cubicBezTo>
                <a:cubicBezTo>
                  <a:pt x="65" y="33"/>
                  <a:pt x="65" y="33"/>
                  <a:pt x="65" y="33"/>
                </a:cubicBezTo>
                <a:cubicBezTo>
                  <a:pt x="65" y="31"/>
                  <a:pt x="65" y="31"/>
                  <a:pt x="65" y="31"/>
                </a:cubicBezTo>
                <a:cubicBezTo>
                  <a:pt x="65" y="31"/>
                  <a:pt x="65" y="31"/>
                  <a:pt x="65" y="31"/>
                </a:cubicBezTo>
                <a:cubicBezTo>
                  <a:pt x="62" y="32"/>
                  <a:pt x="62" y="32"/>
                  <a:pt x="62" y="32"/>
                </a:cubicBezTo>
                <a:cubicBezTo>
                  <a:pt x="64" y="30"/>
                  <a:pt x="64" y="30"/>
                  <a:pt x="64" y="30"/>
                </a:cubicBezTo>
                <a:cubicBezTo>
                  <a:pt x="62" y="30"/>
                  <a:pt x="61" y="30"/>
                  <a:pt x="59" y="31"/>
                </a:cubicBezTo>
                <a:cubicBezTo>
                  <a:pt x="59" y="31"/>
                  <a:pt x="59" y="31"/>
                  <a:pt x="59" y="30"/>
                </a:cubicBezTo>
                <a:cubicBezTo>
                  <a:pt x="61" y="30"/>
                  <a:pt x="63" y="29"/>
                  <a:pt x="65" y="29"/>
                </a:cubicBezTo>
                <a:cubicBezTo>
                  <a:pt x="64" y="28"/>
                  <a:pt x="64" y="28"/>
                  <a:pt x="64" y="28"/>
                </a:cubicBezTo>
                <a:cubicBezTo>
                  <a:pt x="63" y="27"/>
                  <a:pt x="63" y="27"/>
                  <a:pt x="63" y="27"/>
                </a:cubicBezTo>
                <a:cubicBezTo>
                  <a:pt x="61" y="28"/>
                  <a:pt x="61" y="28"/>
                  <a:pt x="61" y="28"/>
                </a:cubicBezTo>
                <a:cubicBezTo>
                  <a:pt x="60" y="26"/>
                  <a:pt x="60" y="26"/>
                  <a:pt x="60" y="26"/>
                </a:cubicBezTo>
                <a:cubicBezTo>
                  <a:pt x="61" y="25"/>
                  <a:pt x="61" y="25"/>
                  <a:pt x="61" y="25"/>
                </a:cubicBezTo>
                <a:cubicBezTo>
                  <a:pt x="60" y="24"/>
                  <a:pt x="60" y="24"/>
                  <a:pt x="60" y="24"/>
                </a:cubicBezTo>
                <a:cubicBezTo>
                  <a:pt x="58" y="25"/>
                  <a:pt x="59" y="24"/>
                  <a:pt x="59" y="27"/>
                </a:cubicBezTo>
                <a:cubicBezTo>
                  <a:pt x="58" y="27"/>
                  <a:pt x="58" y="27"/>
                  <a:pt x="58" y="27"/>
                </a:cubicBezTo>
                <a:cubicBezTo>
                  <a:pt x="59" y="26"/>
                  <a:pt x="59" y="26"/>
                  <a:pt x="59" y="26"/>
                </a:cubicBezTo>
                <a:cubicBezTo>
                  <a:pt x="58" y="25"/>
                  <a:pt x="58" y="25"/>
                  <a:pt x="58" y="25"/>
                </a:cubicBezTo>
                <a:cubicBezTo>
                  <a:pt x="56" y="26"/>
                  <a:pt x="57" y="21"/>
                  <a:pt x="56" y="20"/>
                </a:cubicBezTo>
                <a:cubicBezTo>
                  <a:pt x="55" y="19"/>
                  <a:pt x="55" y="19"/>
                  <a:pt x="55" y="19"/>
                </a:cubicBezTo>
                <a:cubicBezTo>
                  <a:pt x="54" y="19"/>
                  <a:pt x="54" y="19"/>
                  <a:pt x="54" y="19"/>
                </a:cubicBezTo>
                <a:cubicBezTo>
                  <a:pt x="53" y="18"/>
                  <a:pt x="53" y="18"/>
                  <a:pt x="53" y="18"/>
                </a:cubicBezTo>
                <a:cubicBezTo>
                  <a:pt x="52" y="18"/>
                  <a:pt x="52" y="18"/>
                  <a:pt x="52" y="18"/>
                </a:cubicBezTo>
                <a:cubicBezTo>
                  <a:pt x="53" y="17"/>
                  <a:pt x="53" y="17"/>
                  <a:pt x="53" y="17"/>
                </a:cubicBezTo>
                <a:cubicBezTo>
                  <a:pt x="52" y="16"/>
                  <a:pt x="52" y="16"/>
                  <a:pt x="52" y="16"/>
                </a:cubicBezTo>
                <a:cubicBezTo>
                  <a:pt x="50" y="16"/>
                  <a:pt x="50" y="16"/>
                  <a:pt x="50" y="16"/>
                </a:cubicBezTo>
                <a:cubicBezTo>
                  <a:pt x="49" y="15"/>
                  <a:pt x="49" y="15"/>
                  <a:pt x="49" y="15"/>
                </a:cubicBezTo>
                <a:cubicBezTo>
                  <a:pt x="49" y="16"/>
                  <a:pt x="49" y="16"/>
                  <a:pt x="49" y="16"/>
                </a:cubicBezTo>
                <a:cubicBezTo>
                  <a:pt x="49" y="15"/>
                  <a:pt x="49" y="15"/>
                  <a:pt x="49" y="15"/>
                </a:cubicBezTo>
                <a:cubicBezTo>
                  <a:pt x="47" y="16"/>
                  <a:pt x="47" y="16"/>
                  <a:pt x="47" y="16"/>
                </a:cubicBezTo>
                <a:cubicBezTo>
                  <a:pt x="47" y="13"/>
                  <a:pt x="47" y="13"/>
                  <a:pt x="47" y="13"/>
                </a:cubicBezTo>
                <a:cubicBezTo>
                  <a:pt x="48" y="13"/>
                  <a:pt x="48" y="13"/>
                  <a:pt x="48" y="13"/>
                </a:cubicBezTo>
                <a:cubicBezTo>
                  <a:pt x="47" y="12"/>
                  <a:pt x="47" y="12"/>
                  <a:pt x="47" y="12"/>
                </a:cubicBezTo>
                <a:cubicBezTo>
                  <a:pt x="46" y="11"/>
                  <a:pt x="46" y="11"/>
                  <a:pt x="46" y="11"/>
                </a:cubicBezTo>
                <a:cubicBezTo>
                  <a:pt x="44" y="10"/>
                  <a:pt x="45" y="8"/>
                  <a:pt x="43" y="7"/>
                </a:cubicBezTo>
                <a:cubicBezTo>
                  <a:pt x="43" y="7"/>
                  <a:pt x="43" y="8"/>
                  <a:pt x="43" y="8"/>
                </a:cubicBezTo>
                <a:cubicBezTo>
                  <a:pt x="42" y="8"/>
                  <a:pt x="41" y="7"/>
                  <a:pt x="41" y="6"/>
                </a:cubicBezTo>
                <a:cubicBezTo>
                  <a:pt x="38" y="10"/>
                  <a:pt x="36" y="6"/>
                  <a:pt x="33" y="6"/>
                </a:cubicBezTo>
                <a:cubicBezTo>
                  <a:pt x="35" y="7"/>
                  <a:pt x="35" y="7"/>
                  <a:pt x="35" y="7"/>
                </a:cubicBezTo>
                <a:cubicBezTo>
                  <a:pt x="34" y="8"/>
                  <a:pt x="34" y="8"/>
                  <a:pt x="34" y="8"/>
                </a:cubicBezTo>
                <a:cubicBezTo>
                  <a:pt x="34" y="7"/>
                  <a:pt x="34" y="7"/>
                  <a:pt x="34" y="7"/>
                </a:cubicBezTo>
                <a:cubicBezTo>
                  <a:pt x="32" y="7"/>
                  <a:pt x="32" y="7"/>
                  <a:pt x="32" y="7"/>
                </a:cubicBezTo>
                <a:cubicBezTo>
                  <a:pt x="32" y="8"/>
                  <a:pt x="32" y="8"/>
                  <a:pt x="32" y="8"/>
                </a:cubicBezTo>
                <a:cubicBezTo>
                  <a:pt x="30" y="7"/>
                  <a:pt x="30" y="7"/>
                  <a:pt x="30" y="7"/>
                </a:cubicBezTo>
                <a:cubicBezTo>
                  <a:pt x="29" y="8"/>
                  <a:pt x="31" y="9"/>
                  <a:pt x="32" y="10"/>
                </a:cubicBezTo>
                <a:cubicBezTo>
                  <a:pt x="31" y="11"/>
                  <a:pt x="31" y="11"/>
                  <a:pt x="31" y="11"/>
                </a:cubicBezTo>
                <a:cubicBezTo>
                  <a:pt x="29" y="11"/>
                  <a:pt x="29" y="11"/>
                  <a:pt x="29" y="11"/>
                </a:cubicBezTo>
                <a:cubicBezTo>
                  <a:pt x="29" y="11"/>
                  <a:pt x="29" y="11"/>
                  <a:pt x="28" y="11"/>
                </a:cubicBezTo>
                <a:cubicBezTo>
                  <a:pt x="29" y="13"/>
                  <a:pt x="31" y="14"/>
                  <a:pt x="33" y="14"/>
                </a:cubicBezTo>
                <a:cubicBezTo>
                  <a:pt x="34" y="13"/>
                  <a:pt x="35" y="12"/>
                  <a:pt x="36" y="11"/>
                </a:cubicBezTo>
                <a:cubicBezTo>
                  <a:pt x="36" y="12"/>
                  <a:pt x="35" y="12"/>
                  <a:pt x="36" y="13"/>
                </a:cubicBezTo>
                <a:cubicBezTo>
                  <a:pt x="37" y="13"/>
                  <a:pt x="37" y="12"/>
                  <a:pt x="38" y="11"/>
                </a:cubicBezTo>
                <a:cubicBezTo>
                  <a:pt x="38" y="12"/>
                  <a:pt x="38" y="13"/>
                  <a:pt x="38" y="14"/>
                </a:cubicBezTo>
                <a:cubicBezTo>
                  <a:pt x="40" y="15"/>
                  <a:pt x="40" y="15"/>
                  <a:pt x="40" y="15"/>
                </a:cubicBezTo>
                <a:cubicBezTo>
                  <a:pt x="42" y="13"/>
                  <a:pt x="42" y="13"/>
                  <a:pt x="42" y="13"/>
                </a:cubicBezTo>
                <a:cubicBezTo>
                  <a:pt x="42" y="13"/>
                  <a:pt x="42" y="13"/>
                  <a:pt x="42" y="13"/>
                </a:cubicBezTo>
                <a:cubicBezTo>
                  <a:pt x="41" y="15"/>
                  <a:pt x="41" y="15"/>
                  <a:pt x="41" y="15"/>
                </a:cubicBezTo>
                <a:cubicBezTo>
                  <a:pt x="42" y="16"/>
                  <a:pt x="42" y="16"/>
                  <a:pt x="42" y="16"/>
                </a:cubicBezTo>
                <a:cubicBezTo>
                  <a:pt x="43" y="16"/>
                  <a:pt x="43" y="16"/>
                  <a:pt x="44" y="15"/>
                </a:cubicBezTo>
                <a:cubicBezTo>
                  <a:pt x="43" y="16"/>
                  <a:pt x="42" y="17"/>
                  <a:pt x="41" y="17"/>
                </a:cubicBezTo>
                <a:cubicBezTo>
                  <a:pt x="41" y="18"/>
                  <a:pt x="41" y="18"/>
                  <a:pt x="41" y="18"/>
                </a:cubicBezTo>
                <a:cubicBezTo>
                  <a:pt x="40" y="18"/>
                  <a:pt x="40" y="18"/>
                  <a:pt x="40" y="18"/>
                </a:cubicBezTo>
                <a:cubicBezTo>
                  <a:pt x="40" y="15"/>
                  <a:pt x="32" y="15"/>
                  <a:pt x="33" y="18"/>
                </a:cubicBezTo>
                <a:cubicBezTo>
                  <a:pt x="34" y="21"/>
                  <a:pt x="39" y="24"/>
                  <a:pt x="42" y="25"/>
                </a:cubicBezTo>
                <a:cubicBezTo>
                  <a:pt x="43" y="24"/>
                  <a:pt x="43" y="24"/>
                  <a:pt x="43" y="24"/>
                </a:cubicBezTo>
                <a:cubicBezTo>
                  <a:pt x="44" y="24"/>
                  <a:pt x="44" y="24"/>
                  <a:pt x="44" y="24"/>
                </a:cubicBezTo>
                <a:cubicBezTo>
                  <a:pt x="43" y="25"/>
                  <a:pt x="43" y="25"/>
                  <a:pt x="43" y="25"/>
                </a:cubicBezTo>
                <a:cubicBezTo>
                  <a:pt x="42" y="27"/>
                  <a:pt x="43" y="30"/>
                  <a:pt x="44" y="32"/>
                </a:cubicBezTo>
                <a:cubicBezTo>
                  <a:pt x="43" y="33"/>
                  <a:pt x="43" y="33"/>
                  <a:pt x="43" y="33"/>
                </a:cubicBezTo>
                <a:cubicBezTo>
                  <a:pt x="43" y="35"/>
                  <a:pt x="43" y="35"/>
                  <a:pt x="43" y="35"/>
                </a:cubicBezTo>
                <a:cubicBezTo>
                  <a:pt x="42" y="36"/>
                  <a:pt x="42" y="36"/>
                  <a:pt x="42" y="36"/>
                </a:cubicBezTo>
                <a:cubicBezTo>
                  <a:pt x="42" y="34"/>
                  <a:pt x="43" y="33"/>
                  <a:pt x="43" y="32"/>
                </a:cubicBezTo>
                <a:cubicBezTo>
                  <a:pt x="42" y="33"/>
                  <a:pt x="42" y="33"/>
                  <a:pt x="42" y="33"/>
                </a:cubicBezTo>
                <a:cubicBezTo>
                  <a:pt x="42" y="31"/>
                  <a:pt x="42" y="31"/>
                  <a:pt x="42" y="31"/>
                </a:cubicBezTo>
                <a:cubicBezTo>
                  <a:pt x="42" y="31"/>
                  <a:pt x="42" y="31"/>
                  <a:pt x="42" y="31"/>
                </a:cubicBezTo>
                <a:cubicBezTo>
                  <a:pt x="42" y="30"/>
                  <a:pt x="41" y="30"/>
                  <a:pt x="41" y="29"/>
                </a:cubicBezTo>
                <a:cubicBezTo>
                  <a:pt x="40" y="31"/>
                  <a:pt x="39" y="34"/>
                  <a:pt x="39" y="36"/>
                </a:cubicBezTo>
                <a:cubicBezTo>
                  <a:pt x="37" y="35"/>
                  <a:pt x="39" y="32"/>
                  <a:pt x="40" y="31"/>
                </a:cubicBezTo>
                <a:cubicBezTo>
                  <a:pt x="40" y="29"/>
                  <a:pt x="38" y="27"/>
                  <a:pt x="38" y="25"/>
                </a:cubicBezTo>
                <a:cubicBezTo>
                  <a:pt x="35" y="24"/>
                  <a:pt x="36" y="30"/>
                  <a:pt x="35" y="32"/>
                </a:cubicBezTo>
                <a:cubicBezTo>
                  <a:pt x="35" y="31"/>
                  <a:pt x="36" y="29"/>
                  <a:pt x="35" y="28"/>
                </a:cubicBezTo>
                <a:cubicBezTo>
                  <a:pt x="35" y="29"/>
                  <a:pt x="34" y="30"/>
                  <a:pt x="33" y="30"/>
                </a:cubicBezTo>
                <a:cubicBezTo>
                  <a:pt x="35" y="27"/>
                  <a:pt x="35" y="27"/>
                  <a:pt x="35" y="27"/>
                </a:cubicBezTo>
                <a:cubicBezTo>
                  <a:pt x="34" y="27"/>
                  <a:pt x="34" y="27"/>
                  <a:pt x="34" y="27"/>
                </a:cubicBezTo>
                <a:cubicBezTo>
                  <a:pt x="33" y="26"/>
                  <a:pt x="33" y="26"/>
                  <a:pt x="33" y="26"/>
                </a:cubicBezTo>
                <a:cubicBezTo>
                  <a:pt x="33" y="26"/>
                  <a:pt x="33" y="26"/>
                  <a:pt x="33" y="26"/>
                </a:cubicBezTo>
                <a:cubicBezTo>
                  <a:pt x="33" y="27"/>
                  <a:pt x="31" y="28"/>
                  <a:pt x="31" y="29"/>
                </a:cubicBezTo>
                <a:cubicBezTo>
                  <a:pt x="32" y="27"/>
                  <a:pt x="33" y="25"/>
                  <a:pt x="31" y="23"/>
                </a:cubicBezTo>
                <a:cubicBezTo>
                  <a:pt x="31" y="23"/>
                  <a:pt x="31" y="23"/>
                  <a:pt x="31" y="23"/>
                </a:cubicBezTo>
                <a:cubicBezTo>
                  <a:pt x="30" y="23"/>
                  <a:pt x="30" y="24"/>
                  <a:pt x="30" y="24"/>
                </a:cubicBezTo>
                <a:cubicBezTo>
                  <a:pt x="30" y="21"/>
                  <a:pt x="25" y="19"/>
                  <a:pt x="23" y="18"/>
                </a:cubicBezTo>
                <a:cubicBezTo>
                  <a:pt x="22" y="19"/>
                  <a:pt x="22" y="19"/>
                  <a:pt x="22" y="19"/>
                </a:cubicBezTo>
                <a:cubicBezTo>
                  <a:pt x="21" y="19"/>
                  <a:pt x="21" y="19"/>
                  <a:pt x="21" y="19"/>
                </a:cubicBezTo>
                <a:cubicBezTo>
                  <a:pt x="20" y="20"/>
                  <a:pt x="20" y="20"/>
                  <a:pt x="20" y="20"/>
                </a:cubicBezTo>
                <a:cubicBezTo>
                  <a:pt x="20" y="21"/>
                  <a:pt x="20" y="21"/>
                  <a:pt x="20" y="21"/>
                </a:cubicBezTo>
                <a:cubicBezTo>
                  <a:pt x="22" y="21"/>
                  <a:pt x="22" y="21"/>
                  <a:pt x="22" y="21"/>
                </a:cubicBezTo>
                <a:cubicBezTo>
                  <a:pt x="23" y="22"/>
                  <a:pt x="23" y="22"/>
                  <a:pt x="23" y="23"/>
                </a:cubicBezTo>
                <a:cubicBezTo>
                  <a:pt x="22" y="21"/>
                  <a:pt x="20" y="21"/>
                  <a:pt x="19" y="22"/>
                </a:cubicBezTo>
                <a:cubicBezTo>
                  <a:pt x="20" y="24"/>
                  <a:pt x="21" y="25"/>
                  <a:pt x="23" y="26"/>
                </a:cubicBezTo>
                <a:cubicBezTo>
                  <a:pt x="24" y="28"/>
                  <a:pt x="24" y="28"/>
                  <a:pt x="24" y="28"/>
                </a:cubicBezTo>
                <a:cubicBezTo>
                  <a:pt x="24" y="28"/>
                  <a:pt x="24" y="28"/>
                  <a:pt x="24" y="28"/>
                </a:cubicBezTo>
                <a:cubicBezTo>
                  <a:pt x="23" y="26"/>
                  <a:pt x="23" y="26"/>
                  <a:pt x="23" y="26"/>
                </a:cubicBezTo>
                <a:cubicBezTo>
                  <a:pt x="21" y="28"/>
                  <a:pt x="17" y="22"/>
                  <a:pt x="16" y="25"/>
                </a:cubicBezTo>
                <a:cubicBezTo>
                  <a:pt x="14" y="29"/>
                  <a:pt x="22" y="34"/>
                  <a:pt x="25" y="34"/>
                </a:cubicBezTo>
                <a:cubicBezTo>
                  <a:pt x="26" y="35"/>
                  <a:pt x="26" y="35"/>
                  <a:pt x="26" y="35"/>
                </a:cubicBezTo>
                <a:cubicBezTo>
                  <a:pt x="27" y="35"/>
                  <a:pt x="27" y="35"/>
                  <a:pt x="27" y="35"/>
                </a:cubicBezTo>
                <a:cubicBezTo>
                  <a:pt x="26" y="36"/>
                  <a:pt x="22" y="33"/>
                  <a:pt x="21" y="33"/>
                </a:cubicBezTo>
                <a:cubicBezTo>
                  <a:pt x="19" y="34"/>
                  <a:pt x="17" y="31"/>
                  <a:pt x="15" y="31"/>
                </a:cubicBezTo>
                <a:cubicBezTo>
                  <a:pt x="13" y="32"/>
                  <a:pt x="15" y="36"/>
                  <a:pt x="17" y="38"/>
                </a:cubicBezTo>
                <a:cubicBezTo>
                  <a:pt x="18" y="37"/>
                  <a:pt x="20" y="39"/>
                  <a:pt x="22" y="39"/>
                </a:cubicBezTo>
                <a:cubicBezTo>
                  <a:pt x="24" y="39"/>
                  <a:pt x="25" y="38"/>
                  <a:pt x="27" y="38"/>
                </a:cubicBezTo>
                <a:cubicBezTo>
                  <a:pt x="26" y="39"/>
                  <a:pt x="26" y="39"/>
                  <a:pt x="26" y="39"/>
                </a:cubicBezTo>
                <a:cubicBezTo>
                  <a:pt x="26" y="40"/>
                  <a:pt x="26" y="40"/>
                  <a:pt x="26" y="40"/>
                </a:cubicBezTo>
                <a:cubicBezTo>
                  <a:pt x="25" y="39"/>
                  <a:pt x="24" y="40"/>
                  <a:pt x="22" y="40"/>
                </a:cubicBezTo>
                <a:cubicBezTo>
                  <a:pt x="22" y="40"/>
                  <a:pt x="22" y="40"/>
                  <a:pt x="22" y="40"/>
                </a:cubicBezTo>
                <a:cubicBezTo>
                  <a:pt x="21" y="40"/>
                  <a:pt x="21" y="40"/>
                  <a:pt x="21" y="40"/>
                </a:cubicBezTo>
                <a:cubicBezTo>
                  <a:pt x="21" y="43"/>
                  <a:pt x="23" y="43"/>
                  <a:pt x="25" y="43"/>
                </a:cubicBezTo>
                <a:cubicBezTo>
                  <a:pt x="23" y="44"/>
                  <a:pt x="23" y="44"/>
                  <a:pt x="23" y="44"/>
                </a:cubicBezTo>
                <a:cubicBezTo>
                  <a:pt x="23" y="45"/>
                  <a:pt x="23" y="45"/>
                  <a:pt x="23" y="45"/>
                </a:cubicBezTo>
                <a:cubicBezTo>
                  <a:pt x="21" y="44"/>
                  <a:pt x="21" y="44"/>
                  <a:pt x="21" y="44"/>
                </a:cubicBezTo>
                <a:cubicBezTo>
                  <a:pt x="20" y="45"/>
                  <a:pt x="20" y="45"/>
                  <a:pt x="20" y="45"/>
                </a:cubicBezTo>
                <a:cubicBezTo>
                  <a:pt x="20" y="45"/>
                  <a:pt x="20" y="45"/>
                  <a:pt x="19" y="45"/>
                </a:cubicBezTo>
                <a:cubicBezTo>
                  <a:pt x="21" y="42"/>
                  <a:pt x="13" y="36"/>
                  <a:pt x="10" y="36"/>
                </a:cubicBezTo>
                <a:cubicBezTo>
                  <a:pt x="8" y="37"/>
                  <a:pt x="9" y="40"/>
                  <a:pt x="10" y="41"/>
                </a:cubicBezTo>
                <a:cubicBezTo>
                  <a:pt x="11" y="43"/>
                  <a:pt x="13" y="44"/>
                  <a:pt x="15" y="45"/>
                </a:cubicBezTo>
                <a:cubicBezTo>
                  <a:pt x="13" y="45"/>
                  <a:pt x="11" y="44"/>
                  <a:pt x="9" y="43"/>
                </a:cubicBezTo>
                <a:cubicBezTo>
                  <a:pt x="10" y="45"/>
                  <a:pt x="12" y="47"/>
                  <a:pt x="13" y="49"/>
                </a:cubicBezTo>
                <a:cubicBezTo>
                  <a:pt x="15" y="49"/>
                  <a:pt x="15" y="49"/>
                  <a:pt x="15" y="49"/>
                </a:cubicBezTo>
                <a:cubicBezTo>
                  <a:pt x="13" y="50"/>
                  <a:pt x="13" y="50"/>
                  <a:pt x="13" y="50"/>
                </a:cubicBezTo>
                <a:cubicBezTo>
                  <a:pt x="10" y="49"/>
                  <a:pt x="8" y="44"/>
                  <a:pt x="5" y="44"/>
                </a:cubicBezTo>
                <a:cubicBezTo>
                  <a:pt x="4" y="45"/>
                  <a:pt x="4" y="45"/>
                  <a:pt x="4" y="45"/>
                </a:cubicBezTo>
                <a:cubicBezTo>
                  <a:pt x="3" y="47"/>
                  <a:pt x="2" y="48"/>
                  <a:pt x="0" y="50"/>
                </a:cubicBezTo>
                <a:cubicBezTo>
                  <a:pt x="1" y="51"/>
                  <a:pt x="3" y="50"/>
                  <a:pt x="4" y="50"/>
                </a:cubicBezTo>
                <a:cubicBezTo>
                  <a:pt x="7" y="51"/>
                  <a:pt x="9" y="51"/>
                  <a:pt x="11" y="52"/>
                </a:cubicBezTo>
                <a:cubicBezTo>
                  <a:pt x="11" y="54"/>
                  <a:pt x="11" y="54"/>
                  <a:pt x="11" y="54"/>
                </a:cubicBezTo>
                <a:cubicBezTo>
                  <a:pt x="13" y="55"/>
                  <a:pt x="13" y="55"/>
                  <a:pt x="13" y="55"/>
                </a:cubicBezTo>
                <a:cubicBezTo>
                  <a:pt x="16" y="54"/>
                  <a:pt x="16" y="54"/>
                  <a:pt x="16" y="54"/>
                </a:cubicBezTo>
                <a:cubicBezTo>
                  <a:pt x="18" y="52"/>
                  <a:pt x="20" y="53"/>
                  <a:pt x="23" y="51"/>
                </a:cubicBezTo>
                <a:cubicBezTo>
                  <a:pt x="26" y="52"/>
                  <a:pt x="26" y="52"/>
                  <a:pt x="26" y="52"/>
                </a:cubicBezTo>
                <a:cubicBezTo>
                  <a:pt x="27" y="50"/>
                  <a:pt x="27" y="50"/>
                  <a:pt x="27" y="48"/>
                </a:cubicBezTo>
                <a:cubicBezTo>
                  <a:pt x="28" y="49"/>
                  <a:pt x="30" y="50"/>
                  <a:pt x="32" y="48"/>
                </a:cubicBezTo>
                <a:cubicBezTo>
                  <a:pt x="32" y="46"/>
                  <a:pt x="32" y="46"/>
                  <a:pt x="32" y="46"/>
                </a:cubicBezTo>
                <a:cubicBezTo>
                  <a:pt x="32" y="47"/>
                  <a:pt x="33" y="47"/>
                  <a:pt x="33" y="48"/>
                </a:cubicBezTo>
                <a:cubicBezTo>
                  <a:pt x="33" y="48"/>
                  <a:pt x="34" y="47"/>
                  <a:pt x="34" y="46"/>
                </a:cubicBezTo>
                <a:cubicBezTo>
                  <a:pt x="35" y="47"/>
                  <a:pt x="35" y="47"/>
                  <a:pt x="35" y="47"/>
                </a:cubicBezTo>
                <a:cubicBezTo>
                  <a:pt x="33" y="49"/>
                  <a:pt x="33" y="49"/>
                  <a:pt x="33" y="49"/>
                </a:cubicBezTo>
                <a:cubicBezTo>
                  <a:pt x="34" y="50"/>
                  <a:pt x="34" y="50"/>
                  <a:pt x="34" y="50"/>
                </a:cubicBezTo>
                <a:cubicBezTo>
                  <a:pt x="35" y="50"/>
                  <a:pt x="35" y="50"/>
                  <a:pt x="35" y="50"/>
                </a:cubicBezTo>
                <a:cubicBezTo>
                  <a:pt x="35" y="51"/>
                  <a:pt x="35" y="51"/>
                  <a:pt x="35" y="51"/>
                </a:cubicBezTo>
                <a:cubicBezTo>
                  <a:pt x="37" y="51"/>
                  <a:pt x="37" y="51"/>
                  <a:pt x="37" y="51"/>
                </a:cubicBezTo>
                <a:cubicBezTo>
                  <a:pt x="36" y="46"/>
                  <a:pt x="36" y="46"/>
                  <a:pt x="36" y="46"/>
                </a:cubicBezTo>
                <a:cubicBezTo>
                  <a:pt x="36" y="45"/>
                  <a:pt x="36" y="45"/>
                  <a:pt x="36" y="45"/>
                </a:cubicBezTo>
                <a:cubicBezTo>
                  <a:pt x="36" y="45"/>
                  <a:pt x="37" y="46"/>
                  <a:pt x="37" y="46"/>
                </a:cubicBezTo>
                <a:cubicBezTo>
                  <a:pt x="36" y="47"/>
                  <a:pt x="37" y="49"/>
                  <a:pt x="37" y="50"/>
                </a:cubicBezTo>
                <a:cubicBezTo>
                  <a:pt x="38" y="50"/>
                  <a:pt x="38" y="50"/>
                  <a:pt x="38" y="50"/>
                </a:cubicBezTo>
                <a:cubicBezTo>
                  <a:pt x="38" y="48"/>
                  <a:pt x="38" y="48"/>
                  <a:pt x="38" y="48"/>
                </a:cubicBezTo>
                <a:cubicBezTo>
                  <a:pt x="39" y="50"/>
                  <a:pt x="39" y="50"/>
                  <a:pt x="39" y="50"/>
                </a:cubicBezTo>
                <a:cubicBezTo>
                  <a:pt x="41" y="49"/>
                  <a:pt x="40" y="47"/>
                  <a:pt x="40" y="45"/>
                </a:cubicBezTo>
                <a:cubicBezTo>
                  <a:pt x="41" y="47"/>
                  <a:pt x="40" y="50"/>
                  <a:pt x="41" y="51"/>
                </a:cubicBezTo>
                <a:cubicBezTo>
                  <a:pt x="42" y="51"/>
                  <a:pt x="42" y="51"/>
                  <a:pt x="42" y="51"/>
                </a:cubicBezTo>
                <a:cubicBezTo>
                  <a:pt x="43" y="49"/>
                  <a:pt x="43" y="49"/>
                  <a:pt x="43" y="49"/>
                </a:cubicBezTo>
                <a:cubicBezTo>
                  <a:pt x="43" y="50"/>
                  <a:pt x="43" y="50"/>
                  <a:pt x="43" y="50"/>
                </a:cubicBezTo>
                <a:cubicBezTo>
                  <a:pt x="45" y="49"/>
                  <a:pt x="45" y="49"/>
                  <a:pt x="45" y="49"/>
                </a:cubicBezTo>
                <a:cubicBezTo>
                  <a:pt x="45" y="49"/>
                  <a:pt x="45" y="49"/>
                  <a:pt x="45" y="49"/>
                </a:cubicBezTo>
                <a:cubicBezTo>
                  <a:pt x="45" y="50"/>
                  <a:pt x="44" y="50"/>
                  <a:pt x="44" y="50"/>
                </a:cubicBezTo>
                <a:cubicBezTo>
                  <a:pt x="46" y="51"/>
                  <a:pt x="47" y="49"/>
                  <a:pt x="48" y="47"/>
                </a:cubicBezTo>
                <a:cubicBezTo>
                  <a:pt x="48" y="50"/>
                  <a:pt x="47" y="50"/>
                  <a:pt x="44" y="51"/>
                </a:cubicBezTo>
                <a:cubicBezTo>
                  <a:pt x="42" y="52"/>
                  <a:pt x="45" y="53"/>
                  <a:pt x="46" y="55"/>
                </a:cubicBezTo>
                <a:cubicBezTo>
                  <a:pt x="47" y="55"/>
                  <a:pt x="49" y="52"/>
                  <a:pt x="49" y="51"/>
                </a:cubicBezTo>
                <a:cubicBezTo>
                  <a:pt x="49" y="52"/>
                  <a:pt x="49" y="52"/>
                  <a:pt x="49" y="52"/>
                </a:cubicBezTo>
                <a:cubicBezTo>
                  <a:pt x="50" y="52"/>
                  <a:pt x="51" y="52"/>
                  <a:pt x="51" y="51"/>
                </a:cubicBezTo>
                <a:cubicBezTo>
                  <a:pt x="51" y="52"/>
                  <a:pt x="52" y="53"/>
                  <a:pt x="52" y="53"/>
                </a:cubicBezTo>
                <a:cubicBezTo>
                  <a:pt x="52" y="54"/>
                  <a:pt x="52" y="54"/>
                  <a:pt x="51" y="55"/>
                </a:cubicBezTo>
                <a:cubicBezTo>
                  <a:pt x="53" y="54"/>
                  <a:pt x="55" y="54"/>
                  <a:pt x="56" y="54"/>
                </a:cubicBezTo>
                <a:cubicBezTo>
                  <a:pt x="55" y="55"/>
                  <a:pt x="53" y="55"/>
                  <a:pt x="52" y="56"/>
                </a:cubicBezTo>
                <a:cubicBezTo>
                  <a:pt x="52" y="57"/>
                  <a:pt x="52" y="57"/>
                  <a:pt x="52" y="57"/>
                </a:cubicBezTo>
                <a:cubicBezTo>
                  <a:pt x="51" y="56"/>
                  <a:pt x="50" y="58"/>
                  <a:pt x="50" y="58"/>
                </a:cubicBezTo>
                <a:cubicBezTo>
                  <a:pt x="48" y="59"/>
                  <a:pt x="46" y="60"/>
                  <a:pt x="44" y="61"/>
                </a:cubicBezTo>
                <a:cubicBezTo>
                  <a:pt x="43" y="62"/>
                  <a:pt x="43" y="62"/>
                  <a:pt x="43" y="62"/>
                </a:cubicBezTo>
                <a:cubicBezTo>
                  <a:pt x="42" y="62"/>
                  <a:pt x="42" y="62"/>
                  <a:pt x="42" y="62"/>
                </a:cubicBezTo>
                <a:cubicBezTo>
                  <a:pt x="42" y="63"/>
                  <a:pt x="40" y="65"/>
                  <a:pt x="39" y="66"/>
                </a:cubicBezTo>
                <a:cubicBezTo>
                  <a:pt x="41" y="66"/>
                  <a:pt x="41" y="66"/>
                  <a:pt x="41" y="66"/>
                </a:cubicBezTo>
                <a:cubicBezTo>
                  <a:pt x="39" y="67"/>
                  <a:pt x="39" y="67"/>
                  <a:pt x="39" y="67"/>
                </a:cubicBezTo>
                <a:cubicBezTo>
                  <a:pt x="40" y="68"/>
                  <a:pt x="40" y="68"/>
                  <a:pt x="40" y="68"/>
                </a:cubicBezTo>
                <a:cubicBezTo>
                  <a:pt x="41" y="67"/>
                  <a:pt x="42" y="67"/>
                  <a:pt x="43" y="68"/>
                </a:cubicBezTo>
                <a:cubicBezTo>
                  <a:pt x="45" y="68"/>
                  <a:pt x="46" y="69"/>
                  <a:pt x="47" y="69"/>
                </a:cubicBezTo>
                <a:cubicBezTo>
                  <a:pt x="50" y="70"/>
                  <a:pt x="52" y="68"/>
                  <a:pt x="54" y="67"/>
                </a:cubicBezTo>
                <a:cubicBezTo>
                  <a:pt x="54" y="66"/>
                  <a:pt x="54" y="66"/>
                  <a:pt x="54" y="66"/>
                </a:cubicBezTo>
                <a:cubicBezTo>
                  <a:pt x="55" y="65"/>
                  <a:pt x="55" y="65"/>
                  <a:pt x="55" y="65"/>
                </a:cubicBezTo>
                <a:cubicBezTo>
                  <a:pt x="57" y="67"/>
                  <a:pt x="55" y="70"/>
                  <a:pt x="54" y="71"/>
                </a:cubicBezTo>
                <a:cubicBezTo>
                  <a:pt x="56" y="76"/>
                  <a:pt x="50" y="73"/>
                  <a:pt x="48" y="73"/>
                </a:cubicBezTo>
                <a:cubicBezTo>
                  <a:pt x="47" y="74"/>
                  <a:pt x="44" y="73"/>
                  <a:pt x="43" y="73"/>
                </a:cubicBezTo>
                <a:cubicBezTo>
                  <a:pt x="42" y="72"/>
                  <a:pt x="41" y="72"/>
                  <a:pt x="40" y="72"/>
                </a:cubicBezTo>
                <a:cubicBezTo>
                  <a:pt x="39" y="73"/>
                  <a:pt x="39" y="74"/>
                  <a:pt x="38" y="74"/>
                </a:cubicBezTo>
                <a:cubicBezTo>
                  <a:pt x="39" y="75"/>
                  <a:pt x="39" y="75"/>
                  <a:pt x="39" y="75"/>
                </a:cubicBezTo>
                <a:cubicBezTo>
                  <a:pt x="38" y="76"/>
                  <a:pt x="38" y="76"/>
                  <a:pt x="38" y="76"/>
                </a:cubicBezTo>
                <a:cubicBezTo>
                  <a:pt x="37" y="74"/>
                  <a:pt x="37" y="74"/>
                  <a:pt x="37" y="74"/>
                </a:cubicBezTo>
                <a:cubicBezTo>
                  <a:pt x="36" y="73"/>
                  <a:pt x="36" y="73"/>
                  <a:pt x="36" y="73"/>
                </a:cubicBezTo>
                <a:cubicBezTo>
                  <a:pt x="35" y="73"/>
                  <a:pt x="35" y="73"/>
                  <a:pt x="35" y="73"/>
                </a:cubicBezTo>
                <a:cubicBezTo>
                  <a:pt x="36" y="72"/>
                  <a:pt x="36" y="72"/>
                  <a:pt x="36" y="72"/>
                </a:cubicBezTo>
                <a:cubicBezTo>
                  <a:pt x="36" y="72"/>
                  <a:pt x="36" y="72"/>
                  <a:pt x="36" y="72"/>
                </a:cubicBezTo>
                <a:cubicBezTo>
                  <a:pt x="35" y="71"/>
                  <a:pt x="35" y="71"/>
                  <a:pt x="35" y="71"/>
                </a:cubicBezTo>
                <a:cubicBezTo>
                  <a:pt x="33" y="73"/>
                  <a:pt x="33" y="73"/>
                  <a:pt x="33" y="73"/>
                </a:cubicBezTo>
                <a:cubicBezTo>
                  <a:pt x="33" y="73"/>
                  <a:pt x="34" y="73"/>
                  <a:pt x="34" y="73"/>
                </a:cubicBezTo>
                <a:cubicBezTo>
                  <a:pt x="34" y="74"/>
                  <a:pt x="32" y="74"/>
                  <a:pt x="31" y="75"/>
                </a:cubicBezTo>
                <a:cubicBezTo>
                  <a:pt x="30" y="74"/>
                  <a:pt x="30" y="74"/>
                  <a:pt x="30" y="74"/>
                </a:cubicBezTo>
                <a:cubicBezTo>
                  <a:pt x="29" y="74"/>
                  <a:pt x="29" y="75"/>
                  <a:pt x="28" y="76"/>
                </a:cubicBezTo>
                <a:cubicBezTo>
                  <a:pt x="28" y="78"/>
                  <a:pt x="28" y="78"/>
                  <a:pt x="28" y="78"/>
                </a:cubicBezTo>
                <a:cubicBezTo>
                  <a:pt x="27" y="77"/>
                  <a:pt x="27" y="77"/>
                  <a:pt x="27" y="77"/>
                </a:cubicBezTo>
                <a:cubicBezTo>
                  <a:pt x="27" y="76"/>
                  <a:pt x="27" y="76"/>
                  <a:pt x="27" y="76"/>
                </a:cubicBezTo>
                <a:cubicBezTo>
                  <a:pt x="27" y="75"/>
                  <a:pt x="27" y="75"/>
                  <a:pt x="27" y="75"/>
                </a:cubicBezTo>
                <a:cubicBezTo>
                  <a:pt x="28" y="74"/>
                  <a:pt x="28" y="74"/>
                  <a:pt x="28" y="74"/>
                </a:cubicBezTo>
                <a:cubicBezTo>
                  <a:pt x="26" y="74"/>
                  <a:pt x="26" y="74"/>
                  <a:pt x="26" y="74"/>
                </a:cubicBezTo>
                <a:cubicBezTo>
                  <a:pt x="25" y="75"/>
                  <a:pt x="25" y="75"/>
                  <a:pt x="25" y="75"/>
                </a:cubicBezTo>
                <a:cubicBezTo>
                  <a:pt x="25" y="77"/>
                  <a:pt x="25" y="77"/>
                  <a:pt x="25" y="77"/>
                </a:cubicBezTo>
                <a:cubicBezTo>
                  <a:pt x="25" y="78"/>
                  <a:pt x="25" y="78"/>
                  <a:pt x="25" y="78"/>
                </a:cubicBezTo>
                <a:cubicBezTo>
                  <a:pt x="24" y="78"/>
                  <a:pt x="24" y="78"/>
                  <a:pt x="24" y="78"/>
                </a:cubicBezTo>
                <a:cubicBezTo>
                  <a:pt x="24" y="77"/>
                  <a:pt x="24" y="77"/>
                  <a:pt x="24" y="77"/>
                </a:cubicBezTo>
                <a:cubicBezTo>
                  <a:pt x="23" y="77"/>
                  <a:pt x="23" y="77"/>
                  <a:pt x="23" y="77"/>
                </a:cubicBezTo>
                <a:cubicBezTo>
                  <a:pt x="23" y="76"/>
                  <a:pt x="23" y="76"/>
                  <a:pt x="23" y="76"/>
                </a:cubicBezTo>
                <a:cubicBezTo>
                  <a:pt x="22" y="76"/>
                  <a:pt x="22" y="76"/>
                  <a:pt x="22" y="76"/>
                </a:cubicBezTo>
                <a:cubicBezTo>
                  <a:pt x="22" y="76"/>
                  <a:pt x="22" y="77"/>
                  <a:pt x="22" y="77"/>
                </a:cubicBezTo>
                <a:cubicBezTo>
                  <a:pt x="21" y="77"/>
                  <a:pt x="20" y="76"/>
                  <a:pt x="19" y="77"/>
                </a:cubicBezTo>
                <a:cubicBezTo>
                  <a:pt x="18" y="78"/>
                  <a:pt x="18" y="78"/>
                  <a:pt x="18" y="78"/>
                </a:cubicBezTo>
                <a:cubicBezTo>
                  <a:pt x="18" y="78"/>
                  <a:pt x="18" y="78"/>
                  <a:pt x="18" y="78"/>
                </a:cubicBezTo>
                <a:cubicBezTo>
                  <a:pt x="16" y="80"/>
                  <a:pt x="11" y="76"/>
                  <a:pt x="9" y="79"/>
                </a:cubicBezTo>
                <a:cubicBezTo>
                  <a:pt x="9" y="79"/>
                  <a:pt x="8" y="79"/>
                  <a:pt x="8" y="79"/>
                </a:cubicBezTo>
                <a:cubicBezTo>
                  <a:pt x="8" y="81"/>
                  <a:pt x="10" y="83"/>
                  <a:pt x="10" y="85"/>
                </a:cubicBezTo>
                <a:cubicBezTo>
                  <a:pt x="11" y="86"/>
                  <a:pt x="11" y="86"/>
                  <a:pt x="12" y="86"/>
                </a:cubicBezTo>
                <a:cubicBezTo>
                  <a:pt x="13" y="87"/>
                  <a:pt x="15" y="86"/>
                  <a:pt x="16" y="86"/>
                </a:cubicBezTo>
                <a:cubicBezTo>
                  <a:pt x="17" y="86"/>
                  <a:pt x="16" y="84"/>
                  <a:pt x="17" y="83"/>
                </a:cubicBezTo>
                <a:cubicBezTo>
                  <a:pt x="20" y="84"/>
                  <a:pt x="20" y="84"/>
                  <a:pt x="20" y="84"/>
                </a:cubicBezTo>
                <a:cubicBezTo>
                  <a:pt x="22" y="83"/>
                  <a:pt x="23" y="82"/>
                  <a:pt x="25" y="82"/>
                </a:cubicBezTo>
                <a:cubicBezTo>
                  <a:pt x="27" y="85"/>
                  <a:pt x="31" y="84"/>
                  <a:pt x="34" y="84"/>
                </a:cubicBezTo>
                <a:cubicBezTo>
                  <a:pt x="35" y="85"/>
                  <a:pt x="35" y="85"/>
                  <a:pt x="35" y="85"/>
                </a:cubicBezTo>
                <a:cubicBezTo>
                  <a:pt x="36" y="85"/>
                  <a:pt x="36" y="85"/>
                  <a:pt x="36" y="85"/>
                </a:cubicBezTo>
                <a:cubicBezTo>
                  <a:pt x="34" y="84"/>
                  <a:pt x="34" y="84"/>
                  <a:pt x="34" y="84"/>
                </a:cubicBezTo>
                <a:cubicBezTo>
                  <a:pt x="37" y="84"/>
                  <a:pt x="37" y="84"/>
                  <a:pt x="37" y="84"/>
                </a:cubicBezTo>
                <a:cubicBezTo>
                  <a:pt x="37" y="85"/>
                  <a:pt x="37" y="85"/>
                  <a:pt x="37" y="85"/>
                </a:cubicBezTo>
                <a:cubicBezTo>
                  <a:pt x="37" y="86"/>
                  <a:pt x="37" y="86"/>
                  <a:pt x="37" y="86"/>
                </a:cubicBezTo>
                <a:cubicBezTo>
                  <a:pt x="39" y="85"/>
                  <a:pt x="39" y="85"/>
                  <a:pt x="39" y="85"/>
                </a:cubicBezTo>
                <a:cubicBezTo>
                  <a:pt x="38" y="85"/>
                  <a:pt x="38" y="85"/>
                  <a:pt x="38" y="85"/>
                </a:cubicBezTo>
                <a:cubicBezTo>
                  <a:pt x="39" y="84"/>
                  <a:pt x="39" y="84"/>
                  <a:pt x="39" y="84"/>
                </a:cubicBezTo>
                <a:cubicBezTo>
                  <a:pt x="41" y="84"/>
                  <a:pt x="41" y="84"/>
                  <a:pt x="41" y="84"/>
                </a:cubicBezTo>
                <a:cubicBezTo>
                  <a:pt x="41" y="84"/>
                  <a:pt x="42" y="83"/>
                  <a:pt x="42" y="83"/>
                </a:cubicBezTo>
                <a:cubicBezTo>
                  <a:pt x="42" y="84"/>
                  <a:pt x="41" y="85"/>
                  <a:pt x="41" y="86"/>
                </a:cubicBezTo>
                <a:cubicBezTo>
                  <a:pt x="43" y="86"/>
                  <a:pt x="43" y="86"/>
                  <a:pt x="43" y="86"/>
                </a:cubicBezTo>
                <a:cubicBezTo>
                  <a:pt x="45" y="86"/>
                  <a:pt x="42" y="89"/>
                  <a:pt x="42" y="90"/>
                </a:cubicBezTo>
                <a:cubicBezTo>
                  <a:pt x="42" y="90"/>
                  <a:pt x="46" y="88"/>
                  <a:pt x="46" y="87"/>
                </a:cubicBezTo>
                <a:cubicBezTo>
                  <a:pt x="46" y="88"/>
                  <a:pt x="46" y="88"/>
                  <a:pt x="46" y="88"/>
                </a:cubicBezTo>
                <a:cubicBezTo>
                  <a:pt x="43" y="89"/>
                  <a:pt x="43" y="89"/>
                  <a:pt x="43" y="89"/>
                </a:cubicBezTo>
                <a:cubicBezTo>
                  <a:pt x="43" y="92"/>
                  <a:pt x="43" y="92"/>
                  <a:pt x="43" y="92"/>
                </a:cubicBezTo>
                <a:cubicBezTo>
                  <a:pt x="41" y="90"/>
                  <a:pt x="41" y="90"/>
                  <a:pt x="41" y="90"/>
                </a:cubicBezTo>
                <a:cubicBezTo>
                  <a:pt x="42" y="91"/>
                  <a:pt x="42" y="92"/>
                  <a:pt x="43" y="93"/>
                </a:cubicBezTo>
                <a:cubicBezTo>
                  <a:pt x="43" y="94"/>
                  <a:pt x="43" y="95"/>
                  <a:pt x="43" y="96"/>
                </a:cubicBezTo>
                <a:cubicBezTo>
                  <a:pt x="45" y="95"/>
                  <a:pt x="45" y="95"/>
                  <a:pt x="45" y="95"/>
                </a:cubicBezTo>
                <a:cubicBezTo>
                  <a:pt x="45" y="96"/>
                  <a:pt x="45" y="96"/>
                  <a:pt x="45" y="96"/>
                </a:cubicBezTo>
                <a:cubicBezTo>
                  <a:pt x="45" y="98"/>
                  <a:pt x="45" y="98"/>
                  <a:pt x="45" y="98"/>
                </a:cubicBezTo>
                <a:cubicBezTo>
                  <a:pt x="45" y="99"/>
                  <a:pt x="45" y="99"/>
                  <a:pt x="45" y="99"/>
                </a:cubicBezTo>
                <a:cubicBezTo>
                  <a:pt x="45" y="99"/>
                  <a:pt x="45" y="98"/>
                  <a:pt x="46" y="98"/>
                </a:cubicBezTo>
                <a:cubicBezTo>
                  <a:pt x="46" y="99"/>
                  <a:pt x="46" y="100"/>
                  <a:pt x="47" y="100"/>
                </a:cubicBezTo>
                <a:cubicBezTo>
                  <a:pt x="49" y="100"/>
                  <a:pt x="49" y="97"/>
                  <a:pt x="49" y="96"/>
                </a:cubicBezTo>
                <a:cubicBezTo>
                  <a:pt x="50" y="97"/>
                  <a:pt x="50" y="97"/>
                  <a:pt x="50" y="97"/>
                </a:cubicBezTo>
                <a:cubicBezTo>
                  <a:pt x="52" y="95"/>
                  <a:pt x="52" y="95"/>
                  <a:pt x="52" y="95"/>
                </a:cubicBezTo>
                <a:cubicBezTo>
                  <a:pt x="53" y="95"/>
                  <a:pt x="53" y="95"/>
                  <a:pt x="53" y="95"/>
                </a:cubicBezTo>
                <a:cubicBezTo>
                  <a:pt x="53" y="94"/>
                  <a:pt x="55" y="94"/>
                  <a:pt x="56" y="93"/>
                </a:cubicBezTo>
                <a:cubicBezTo>
                  <a:pt x="56" y="92"/>
                  <a:pt x="56" y="92"/>
                  <a:pt x="56" y="92"/>
                </a:cubicBezTo>
                <a:cubicBezTo>
                  <a:pt x="57" y="92"/>
                  <a:pt x="57" y="92"/>
                  <a:pt x="57" y="92"/>
                </a:cubicBezTo>
                <a:cubicBezTo>
                  <a:pt x="58" y="91"/>
                  <a:pt x="58" y="91"/>
                  <a:pt x="58" y="91"/>
                </a:cubicBezTo>
                <a:cubicBezTo>
                  <a:pt x="60" y="91"/>
                  <a:pt x="60" y="91"/>
                  <a:pt x="60" y="91"/>
                </a:cubicBezTo>
                <a:cubicBezTo>
                  <a:pt x="60" y="92"/>
                  <a:pt x="60" y="92"/>
                  <a:pt x="60" y="92"/>
                </a:cubicBezTo>
                <a:cubicBezTo>
                  <a:pt x="59" y="91"/>
                  <a:pt x="59" y="91"/>
                  <a:pt x="59" y="91"/>
                </a:cubicBezTo>
                <a:cubicBezTo>
                  <a:pt x="57" y="93"/>
                  <a:pt x="57" y="93"/>
                  <a:pt x="57" y="93"/>
                </a:cubicBezTo>
                <a:cubicBezTo>
                  <a:pt x="57" y="93"/>
                  <a:pt x="57" y="93"/>
                  <a:pt x="57" y="93"/>
                </a:cubicBezTo>
                <a:cubicBezTo>
                  <a:pt x="59" y="93"/>
                  <a:pt x="59" y="93"/>
                  <a:pt x="59" y="93"/>
                </a:cubicBezTo>
                <a:cubicBezTo>
                  <a:pt x="58" y="94"/>
                  <a:pt x="58" y="94"/>
                  <a:pt x="58" y="94"/>
                </a:cubicBezTo>
                <a:cubicBezTo>
                  <a:pt x="58" y="93"/>
                  <a:pt x="58" y="93"/>
                  <a:pt x="58" y="93"/>
                </a:cubicBezTo>
                <a:cubicBezTo>
                  <a:pt x="56" y="93"/>
                  <a:pt x="55" y="95"/>
                  <a:pt x="54" y="96"/>
                </a:cubicBezTo>
                <a:cubicBezTo>
                  <a:pt x="54" y="96"/>
                  <a:pt x="55" y="96"/>
                  <a:pt x="55" y="96"/>
                </a:cubicBezTo>
                <a:cubicBezTo>
                  <a:pt x="53" y="96"/>
                  <a:pt x="52" y="97"/>
                  <a:pt x="51" y="98"/>
                </a:cubicBezTo>
                <a:cubicBezTo>
                  <a:pt x="50" y="101"/>
                  <a:pt x="50" y="101"/>
                  <a:pt x="50" y="101"/>
                </a:cubicBezTo>
                <a:cubicBezTo>
                  <a:pt x="50" y="100"/>
                  <a:pt x="50" y="100"/>
                  <a:pt x="50" y="100"/>
                </a:cubicBezTo>
                <a:cubicBezTo>
                  <a:pt x="49" y="103"/>
                  <a:pt x="49" y="103"/>
                  <a:pt x="49" y="103"/>
                </a:cubicBezTo>
                <a:cubicBezTo>
                  <a:pt x="50" y="105"/>
                  <a:pt x="52" y="103"/>
                  <a:pt x="53" y="103"/>
                </a:cubicBezTo>
                <a:cubicBezTo>
                  <a:pt x="51" y="104"/>
                  <a:pt x="49" y="105"/>
                  <a:pt x="48" y="107"/>
                </a:cubicBezTo>
                <a:cubicBezTo>
                  <a:pt x="51" y="108"/>
                  <a:pt x="52" y="107"/>
                  <a:pt x="55" y="105"/>
                </a:cubicBezTo>
                <a:cubicBezTo>
                  <a:pt x="57" y="103"/>
                  <a:pt x="59" y="103"/>
                  <a:pt x="62" y="103"/>
                </a:cubicBezTo>
                <a:cubicBezTo>
                  <a:pt x="61" y="103"/>
                  <a:pt x="61" y="104"/>
                  <a:pt x="61" y="104"/>
                </a:cubicBezTo>
                <a:cubicBezTo>
                  <a:pt x="61" y="104"/>
                  <a:pt x="62" y="104"/>
                  <a:pt x="63" y="104"/>
                </a:cubicBezTo>
                <a:cubicBezTo>
                  <a:pt x="61" y="105"/>
                  <a:pt x="59" y="104"/>
                  <a:pt x="57" y="105"/>
                </a:cubicBezTo>
                <a:cubicBezTo>
                  <a:pt x="55" y="106"/>
                  <a:pt x="54" y="108"/>
                  <a:pt x="53" y="109"/>
                </a:cubicBezTo>
                <a:cubicBezTo>
                  <a:pt x="51" y="111"/>
                  <a:pt x="51" y="111"/>
                  <a:pt x="51" y="111"/>
                </a:cubicBezTo>
                <a:cubicBezTo>
                  <a:pt x="54" y="111"/>
                  <a:pt x="54" y="111"/>
                  <a:pt x="54" y="111"/>
                </a:cubicBezTo>
                <a:cubicBezTo>
                  <a:pt x="54" y="112"/>
                  <a:pt x="54" y="112"/>
                  <a:pt x="54" y="112"/>
                </a:cubicBezTo>
                <a:cubicBezTo>
                  <a:pt x="56" y="112"/>
                  <a:pt x="56" y="112"/>
                  <a:pt x="56" y="112"/>
                </a:cubicBezTo>
                <a:cubicBezTo>
                  <a:pt x="55" y="113"/>
                  <a:pt x="55" y="113"/>
                  <a:pt x="55" y="113"/>
                </a:cubicBezTo>
                <a:cubicBezTo>
                  <a:pt x="56" y="113"/>
                  <a:pt x="56" y="113"/>
                  <a:pt x="56" y="113"/>
                </a:cubicBezTo>
                <a:cubicBezTo>
                  <a:pt x="56" y="114"/>
                  <a:pt x="56" y="114"/>
                  <a:pt x="56" y="114"/>
                </a:cubicBezTo>
                <a:cubicBezTo>
                  <a:pt x="54" y="114"/>
                  <a:pt x="54" y="114"/>
                  <a:pt x="54" y="114"/>
                </a:cubicBezTo>
                <a:cubicBezTo>
                  <a:pt x="54" y="115"/>
                  <a:pt x="54" y="115"/>
                  <a:pt x="54" y="115"/>
                </a:cubicBezTo>
                <a:cubicBezTo>
                  <a:pt x="50" y="114"/>
                  <a:pt x="50" y="114"/>
                  <a:pt x="50" y="114"/>
                </a:cubicBezTo>
                <a:cubicBezTo>
                  <a:pt x="49" y="114"/>
                  <a:pt x="49" y="114"/>
                  <a:pt x="49" y="114"/>
                </a:cubicBezTo>
                <a:cubicBezTo>
                  <a:pt x="50" y="114"/>
                  <a:pt x="51" y="115"/>
                  <a:pt x="52" y="116"/>
                </a:cubicBezTo>
                <a:cubicBezTo>
                  <a:pt x="52" y="117"/>
                  <a:pt x="52" y="117"/>
                  <a:pt x="52" y="117"/>
                </a:cubicBezTo>
                <a:cubicBezTo>
                  <a:pt x="50" y="117"/>
                  <a:pt x="50" y="117"/>
                  <a:pt x="50" y="117"/>
                </a:cubicBezTo>
                <a:cubicBezTo>
                  <a:pt x="50" y="116"/>
                  <a:pt x="50" y="116"/>
                  <a:pt x="50" y="116"/>
                </a:cubicBezTo>
                <a:cubicBezTo>
                  <a:pt x="49" y="117"/>
                  <a:pt x="49" y="117"/>
                  <a:pt x="49" y="117"/>
                </a:cubicBezTo>
                <a:cubicBezTo>
                  <a:pt x="50" y="117"/>
                  <a:pt x="50" y="117"/>
                  <a:pt x="50" y="117"/>
                </a:cubicBezTo>
                <a:cubicBezTo>
                  <a:pt x="50" y="117"/>
                  <a:pt x="50" y="118"/>
                  <a:pt x="51" y="118"/>
                </a:cubicBezTo>
                <a:cubicBezTo>
                  <a:pt x="50" y="119"/>
                  <a:pt x="49" y="119"/>
                  <a:pt x="47" y="120"/>
                </a:cubicBezTo>
                <a:cubicBezTo>
                  <a:pt x="46" y="121"/>
                  <a:pt x="46" y="121"/>
                  <a:pt x="46" y="121"/>
                </a:cubicBezTo>
                <a:cubicBezTo>
                  <a:pt x="44" y="120"/>
                  <a:pt x="43" y="120"/>
                  <a:pt x="42" y="121"/>
                </a:cubicBezTo>
                <a:cubicBezTo>
                  <a:pt x="42" y="123"/>
                  <a:pt x="39" y="123"/>
                  <a:pt x="39" y="122"/>
                </a:cubicBezTo>
                <a:cubicBezTo>
                  <a:pt x="38" y="121"/>
                  <a:pt x="38" y="121"/>
                  <a:pt x="38" y="120"/>
                </a:cubicBezTo>
                <a:cubicBezTo>
                  <a:pt x="37" y="119"/>
                  <a:pt x="36" y="118"/>
                  <a:pt x="35" y="117"/>
                </a:cubicBezTo>
                <a:cubicBezTo>
                  <a:pt x="34" y="118"/>
                  <a:pt x="34" y="122"/>
                  <a:pt x="35" y="123"/>
                </a:cubicBezTo>
                <a:cubicBezTo>
                  <a:pt x="36" y="124"/>
                  <a:pt x="36" y="124"/>
                  <a:pt x="36" y="124"/>
                </a:cubicBezTo>
                <a:cubicBezTo>
                  <a:pt x="35" y="124"/>
                  <a:pt x="35" y="124"/>
                  <a:pt x="35" y="124"/>
                </a:cubicBezTo>
                <a:cubicBezTo>
                  <a:pt x="34" y="126"/>
                  <a:pt x="34" y="126"/>
                  <a:pt x="34" y="126"/>
                </a:cubicBezTo>
                <a:cubicBezTo>
                  <a:pt x="35" y="127"/>
                  <a:pt x="35" y="127"/>
                  <a:pt x="35" y="127"/>
                </a:cubicBezTo>
                <a:cubicBezTo>
                  <a:pt x="34" y="129"/>
                  <a:pt x="34" y="129"/>
                  <a:pt x="34" y="129"/>
                </a:cubicBezTo>
                <a:cubicBezTo>
                  <a:pt x="35" y="130"/>
                  <a:pt x="35" y="130"/>
                  <a:pt x="35" y="130"/>
                </a:cubicBezTo>
                <a:cubicBezTo>
                  <a:pt x="36" y="130"/>
                  <a:pt x="36" y="130"/>
                  <a:pt x="36" y="130"/>
                </a:cubicBezTo>
                <a:cubicBezTo>
                  <a:pt x="38" y="130"/>
                  <a:pt x="38" y="130"/>
                  <a:pt x="38" y="130"/>
                </a:cubicBezTo>
                <a:cubicBezTo>
                  <a:pt x="41" y="129"/>
                  <a:pt x="41" y="129"/>
                  <a:pt x="41" y="129"/>
                </a:cubicBezTo>
                <a:cubicBezTo>
                  <a:pt x="41" y="129"/>
                  <a:pt x="41" y="129"/>
                  <a:pt x="41" y="129"/>
                </a:cubicBezTo>
                <a:cubicBezTo>
                  <a:pt x="42" y="128"/>
                  <a:pt x="42" y="128"/>
                  <a:pt x="42" y="128"/>
                </a:cubicBezTo>
                <a:cubicBezTo>
                  <a:pt x="46" y="129"/>
                  <a:pt x="48" y="129"/>
                  <a:pt x="51" y="129"/>
                </a:cubicBezTo>
                <a:cubicBezTo>
                  <a:pt x="54" y="128"/>
                  <a:pt x="55" y="128"/>
                  <a:pt x="57" y="130"/>
                </a:cubicBezTo>
                <a:cubicBezTo>
                  <a:pt x="63" y="129"/>
                  <a:pt x="63" y="129"/>
                  <a:pt x="63" y="129"/>
                </a:cubicBezTo>
                <a:cubicBezTo>
                  <a:pt x="63" y="127"/>
                  <a:pt x="65" y="127"/>
                  <a:pt x="67" y="127"/>
                </a:cubicBezTo>
                <a:cubicBezTo>
                  <a:pt x="66" y="127"/>
                  <a:pt x="66" y="127"/>
                  <a:pt x="66" y="127"/>
                </a:cubicBezTo>
                <a:cubicBezTo>
                  <a:pt x="65" y="126"/>
                  <a:pt x="65" y="126"/>
                  <a:pt x="65" y="126"/>
                </a:cubicBezTo>
                <a:cubicBezTo>
                  <a:pt x="66" y="124"/>
                  <a:pt x="66" y="124"/>
                  <a:pt x="66" y="124"/>
                </a:cubicBezTo>
                <a:cubicBezTo>
                  <a:pt x="68" y="124"/>
                  <a:pt x="69" y="125"/>
                  <a:pt x="70" y="124"/>
                </a:cubicBezTo>
                <a:cubicBezTo>
                  <a:pt x="69" y="125"/>
                  <a:pt x="68" y="125"/>
                  <a:pt x="67" y="125"/>
                </a:cubicBezTo>
                <a:cubicBezTo>
                  <a:pt x="67" y="128"/>
                  <a:pt x="71" y="129"/>
                  <a:pt x="73" y="131"/>
                </a:cubicBezTo>
                <a:cubicBezTo>
                  <a:pt x="74" y="131"/>
                  <a:pt x="74" y="132"/>
                  <a:pt x="76" y="132"/>
                </a:cubicBezTo>
                <a:cubicBezTo>
                  <a:pt x="77" y="131"/>
                  <a:pt x="77" y="129"/>
                  <a:pt x="78" y="128"/>
                </a:cubicBezTo>
                <a:cubicBezTo>
                  <a:pt x="78" y="129"/>
                  <a:pt x="78" y="131"/>
                  <a:pt x="77" y="132"/>
                </a:cubicBezTo>
                <a:cubicBezTo>
                  <a:pt x="78" y="132"/>
                  <a:pt x="78" y="132"/>
                  <a:pt x="78" y="132"/>
                </a:cubicBezTo>
                <a:cubicBezTo>
                  <a:pt x="79" y="132"/>
                  <a:pt x="79" y="132"/>
                  <a:pt x="79" y="132"/>
                </a:cubicBezTo>
                <a:cubicBezTo>
                  <a:pt x="80" y="133"/>
                  <a:pt x="80" y="133"/>
                  <a:pt x="80" y="133"/>
                </a:cubicBezTo>
                <a:cubicBezTo>
                  <a:pt x="78" y="133"/>
                  <a:pt x="78" y="133"/>
                  <a:pt x="78" y="133"/>
                </a:cubicBezTo>
                <a:cubicBezTo>
                  <a:pt x="77" y="132"/>
                  <a:pt x="77" y="132"/>
                  <a:pt x="77" y="132"/>
                </a:cubicBezTo>
                <a:cubicBezTo>
                  <a:pt x="76" y="132"/>
                  <a:pt x="76" y="132"/>
                  <a:pt x="76" y="132"/>
                </a:cubicBezTo>
                <a:cubicBezTo>
                  <a:pt x="80" y="135"/>
                  <a:pt x="80" y="135"/>
                  <a:pt x="80" y="135"/>
                </a:cubicBezTo>
                <a:cubicBezTo>
                  <a:pt x="80" y="133"/>
                  <a:pt x="82" y="131"/>
                  <a:pt x="84" y="129"/>
                </a:cubicBezTo>
                <a:cubicBezTo>
                  <a:pt x="84" y="130"/>
                  <a:pt x="83" y="131"/>
                  <a:pt x="84" y="132"/>
                </a:cubicBezTo>
                <a:cubicBezTo>
                  <a:pt x="84" y="133"/>
                  <a:pt x="85" y="133"/>
                  <a:pt x="86" y="134"/>
                </a:cubicBezTo>
                <a:cubicBezTo>
                  <a:pt x="85" y="134"/>
                  <a:pt x="85" y="134"/>
                  <a:pt x="85" y="134"/>
                </a:cubicBezTo>
                <a:cubicBezTo>
                  <a:pt x="84" y="133"/>
                  <a:pt x="81" y="132"/>
                  <a:pt x="81" y="134"/>
                </a:cubicBezTo>
                <a:cubicBezTo>
                  <a:pt x="81" y="136"/>
                  <a:pt x="82" y="137"/>
                  <a:pt x="83" y="138"/>
                </a:cubicBezTo>
                <a:cubicBezTo>
                  <a:pt x="82" y="136"/>
                  <a:pt x="82" y="136"/>
                  <a:pt x="82" y="136"/>
                </a:cubicBezTo>
                <a:cubicBezTo>
                  <a:pt x="83" y="136"/>
                  <a:pt x="84" y="138"/>
                  <a:pt x="85" y="139"/>
                </a:cubicBezTo>
                <a:cubicBezTo>
                  <a:pt x="86" y="140"/>
                  <a:pt x="86" y="140"/>
                  <a:pt x="86" y="140"/>
                </a:cubicBezTo>
                <a:cubicBezTo>
                  <a:pt x="85" y="140"/>
                  <a:pt x="85" y="140"/>
                  <a:pt x="85" y="140"/>
                </a:cubicBezTo>
                <a:cubicBezTo>
                  <a:pt x="87" y="142"/>
                  <a:pt x="88" y="143"/>
                  <a:pt x="91" y="143"/>
                </a:cubicBezTo>
                <a:cubicBezTo>
                  <a:pt x="93" y="144"/>
                  <a:pt x="96" y="143"/>
                  <a:pt x="98" y="143"/>
                </a:cubicBezTo>
                <a:cubicBezTo>
                  <a:pt x="96" y="143"/>
                  <a:pt x="96" y="143"/>
                  <a:pt x="96" y="143"/>
                </a:cubicBezTo>
                <a:cubicBezTo>
                  <a:pt x="99" y="143"/>
                  <a:pt x="99" y="143"/>
                  <a:pt x="99" y="143"/>
                </a:cubicBezTo>
                <a:cubicBezTo>
                  <a:pt x="99" y="145"/>
                  <a:pt x="109" y="148"/>
                  <a:pt x="111" y="148"/>
                </a:cubicBezTo>
                <a:cubicBezTo>
                  <a:pt x="112" y="147"/>
                  <a:pt x="112" y="147"/>
                  <a:pt x="112" y="147"/>
                </a:cubicBezTo>
                <a:cubicBezTo>
                  <a:pt x="113" y="149"/>
                  <a:pt x="117" y="149"/>
                  <a:pt x="119" y="149"/>
                </a:cubicBezTo>
                <a:cubicBezTo>
                  <a:pt x="124" y="149"/>
                  <a:pt x="128" y="146"/>
                  <a:pt x="132" y="146"/>
                </a:cubicBezTo>
                <a:cubicBezTo>
                  <a:pt x="130" y="146"/>
                  <a:pt x="130" y="143"/>
                  <a:pt x="129" y="142"/>
                </a:cubicBezTo>
                <a:cubicBezTo>
                  <a:pt x="130" y="142"/>
                  <a:pt x="130" y="142"/>
                  <a:pt x="130" y="142"/>
                </a:cubicBezTo>
                <a:cubicBezTo>
                  <a:pt x="131" y="143"/>
                  <a:pt x="131" y="143"/>
                  <a:pt x="131" y="143"/>
                </a:cubicBezTo>
                <a:cubicBezTo>
                  <a:pt x="132" y="142"/>
                  <a:pt x="132" y="142"/>
                  <a:pt x="133" y="142"/>
                </a:cubicBezTo>
                <a:cubicBezTo>
                  <a:pt x="133" y="143"/>
                  <a:pt x="132" y="144"/>
                  <a:pt x="131" y="144"/>
                </a:cubicBezTo>
                <a:cubicBezTo>
                  <a:pt x="133" y="147"/>
                  <a:pt x="139" y="141"/>
                  <a:pt x="139" y="139"/>
                </a:cubicBezTo>
                <a:cubicBezTo>
                  <a:pt x="137" y="139"/>
                  <a:pt x="137" y="139"/>
                  <a:pt x="137" y="139"/>
                </a:cubicBezTo>
                <a:cubicBezTo>
                  <a:pt x="137" y="138"/>
                  <a:pt x="137" y="138"/>
                  <a:pt x="137" y="138"/>
                </a:cubicBezTo>
                <a:cubicBezTo>
                  <a:pt x="138" y="137"/>
                  <a:pt x="138" y="137"/>
                  <a:pt x="138" y="137"/>
                </a:cubicBezTo>
                <a:cubicBezTo>
                  <a:pt x="139" y="138"/>
                  <a:pt x="139" y="138"/>
                  <a:pt x="139" y="138"/>
                </a:cubicBezTo>
                <a:cubicBezTo>
                  <a:pt x="140" y="135"/>
                  <a:pt x="140" y="135"/>
                  <a:pt x="140" y="135"/>
                </a:cubicBezTo>
                <a:cubicBezTo>
                  <a:pt x="138" y="136"/>
                  <a:pt x="138" y="136"/>
                  <a:pt x="138" y="136"/>
                </a:cubicBezTo>
                <a:cubicBezTo>
                  <a:pt x="137" y="136"/>
                  <a:pt x="137" y="136"/>
                  <a:pt x="137" y="136"/>
                </a:cubicBezTo>
                <a:cubicBezTo>
                  <a:pt x="136" y="136"/>
                  <a:pt x="136" y="136"/>
                  <a:pt x="136" y="136"/>
                </a:cubicBezTo>
                <a:cubicBezTo>
                  <a:pt x="138" y="135"/>
                  <a:pt x="137" y="134"/>
                  <a:pt x="139" y="133"/>
                </a:cubicBezTo>
                <a:cubicBezTo>
                  <a:pt x="140" y="132"/>
                  <a:pt x="140" y="132"/>
                  <a:pt x="140" y="132"/>
                </a:cubicBezTo>
                <a:cubicBezTo>
                  <a:pt x="140" y="132"/>
                  <a:pt x="140" y="132"/>
                  <a:pt x="140" y="132"/>
                </a:cubicBezTo>
                <a:cubicBezTo>
                  <a:pt x="141" y="132"/>
                  <a:pt x="141" y="132"/>
                  <a:pt x="141" y="132"/>
                </a:cubicBezTo>
                <a:cubicBezTo>
                  <a:pt x="142" y="132"/>
                  <a:pt x="142" y="132"/>
                  <a:pt x="142" y="132"/>
                </a:cubicBezTo>
                <a:cubicBezTo>
                  <a:pt x="142" y="130"/>
                  <a:pt x="142" y="130"/>
                  <a:pt x="142" y="130"/>
                </a:cubicBezTo>
                <a:cubicBezTo>
                  <a:pt x="144" y="131"/>
                  <a:pt x="144" y="131"/>
                  <a:pt x="144" y="131"/>
                </a:cubicBezTo>
                <a:cubicBezTo>
                  <a:pt x="142" y="132"/>
                  <a:pt x="142" y="132"/>
                  <a:pt x="142" y="132"/>
                </a:cubicBezTo>
                <a:cubicBezTo>
                  <a:pt x="142" y="134"/>
                  <a:pt x="142" y="134"/>
                  <a:pt x="142" y="134"/>
                </a:cubicBezTo>
                <a:cubicBezTo>
                  <a:pt x="144" y="132"/>
                  <a:pt x="144" y="132"/>
                  <a:pt x="144" y="132"/>
                </a:cubicBezTo>
                <a:cubicBezTo>
                  <a:pt x="144" y="131"/>
                  <a:pt x="144" y="131"/>
                  <a:pt x="144" y="131"/>
                </a:cubicBezTo>
                <a:cubicBezTo>
                  <a:pt x="145" y="132"/>
                  <a:pt x="145" y="132"/>
                  <a:pt x="145" y="132"/>
                </a:cubicBezTo>
                <a:cubicBezTo>
                  <a:pt x="149" y="130"/>
                  <a:pt x="149" y="130"/>
                  <a:pt x="149" y="130"/>
                </a:cubicBezTo>
                <a:cubicBezTo>
                  <a:pt x="150" y="130"/>
                  <a:pt x="151" y="129"/>
                  <a:pt x="152" y="128"/>
                </a:cubicBezTo>
                <a:cubicBezTo>
                  <a:pt x="153" y="129"/>
                  <a:pt x="153" y="129"/>
                  <a:pt x="153" y="129"/>
                </a:cubicBezTo>
                <a:cubicBezTo>
                  <a:pt x="153" y="128"/>
                  <a:pt x="153" y="128"/>
                  <a:pt x="153" y="128"/>
                </a:cubicBezTo>
                <a:cubicBezTo>
                  <a:pt x="154" y="129"/>
                  <a:pt x="154" y="129"/>
                  <a:pt x="154" y="129"/>
                </a:cubicBezTo>
                <a:cubicBezTo>
                  <a:pt x="157" y="129"/>
                  <a:pt x="157" y="129"/>
                  <a:pt x="157" y="129"/>
                </a:cubicBezTo>
                <a:cubicBezTo>
                  <a:pt x="156" y="126"/>
                  <a:pt x="156" y="126"/>
                  <a:pt x="156" y="126"/>
                </a:cubicBezTo>
                <a:cubicBezTo>
                  <a:pt x="157" y="126"/>
                  <a:pt x="157" y="126"/>
                  <a:pt x="157" y="126"/>
                </a:cubicBezTo>
                <a:cubicBezTo>
                  <a:pt x="157" y="123"/>
                  <a:pt x="157" y="123"/>
                  <a:pt x="157" y="123"/>
                </a:cubicBezTo>
                <a:cubicBezTo>
                  <a:pt x="158" y="124"/>
                  <a:pt x="158" y="124"/>
                  <a:pt x="158" y="124"/>
                </a:cubicBezTo>
                <a:cubicBezTo>
                  <a:pt x="158" y="129"/>
                  <a:pt x="158" y="129"/>
                  <a:pt x="158" y="129"/>
                </a:cubicBezTo>
                <a:cubicBezTo>
                  <a:pt x="158" y="129"/>
                  <a:pt x="158" y="129"/>
                  <a:pt x="158" y="129"/>
                </a:cubicBezTo>
                <a:cubicBezTo>
                  <a:pt x="158" y="128"/>
                  <a:pt x="158" y="127"/>
                  <a:pt x="158" y="126"/>
                </a:cubicBezTo>
                <a:cubicBezTo>
                  <a:pt x="159" y="126"/>
                  <a:pt x="159" y="127"/>
                  <a:pt x="159" y="128"/>
                </a:cubicBezTo>
                <a:cubicBezTo>
                  <a:pt x="159" y="128"/>
                  <a:pt x="159" y="128"/>
                  <a:pt x="159" y="128"/>
                </a:cubicBezTo>
                <a:cubicBezTo>
                  <a:pt x="159" y="126"/>
                  <a:pt x="159" y="126"/>
                  <a:pt x="159" y="126"/>
                </a:cubicBezTo>
                <a:cubicBezTo>
                  <a:pt x="160" y="126"/>
                  <a:pt x="160" y="126"/>
                  <a:pt x="160" y="126"/>
                </a:cubicBezTo>
                <a:cubicBezTo>
                  <a:pt x="161" y="128"/>
                  <a:pt x="161" y="128"/>
                  <a:pt x="161" y="128"/>
                </a:cubicBezTo>
                <a:cubicBezTo>
                  <a:pt x="161" y="126"/>
                  <a:pt x="170" y="122"/>
                  <a:pt x="171" y="118"/>
                </a:cubicBezTo>
                <a:cubicBezTo>
                  <a:pt x="171" y="119"/>
                  <a:pt x="170" y="119"/>
                  <a:pt x="170" y="119"/>
                </a:cubicBezTo>
                <a:cubicBezTo>
                  <a:pt x="171" y="118"/>
                  <a:pt x="171" y="117"/>
                  <a:pt x="172" y="117"/>
                </a:cubicBezTo>
                <a:cubicBezTo>
                  <a:pt x="172" y="117"/>
                  <a:pt x="172" y="117"/>
                  <a:pt x="172" y="117"/>
                </a:cubicBezTo>
                <a:cubicBezTo>
                  <a:pt x="174" y="116"/>
                  <a:pt x="174" y="116"/>
                  <a:pt x="174" y="116"/>
                </a:cubicBezTo>
                <a:cubicBezTo>
                  <a:pt x="173" y="115"/>
                  <a:pt x="176" y="113"/>
                  <a:pt x="178" y="112"/>
                </a:cubicBezTo>
                <a:cubicBezTo>
                  <a:pt x="177" y="112"/>
                  <a:pt x="177" y="112"/>
                  <a:pt x="176" y="112"/>
                </a:cubicBezTo>
                <a:cubicBezTo>
                  <a:pt x="178" y="110"/>
                  <a:pt x="181" y="110"/>
                  <a:pt x="183" y="109"/>
                </a:cubicBezTo>
                <a:cubicBezTo>
                  <a:pt x="183" y="108"/>
                  <a:pt x="183" y="108"/>
                  <a:pt x="183" y="108"/>
                </a:cubicBezTo>
                <a:cubicBezTo>
                  <a:pt x="182" y="108"/>
                  <a:pt x="182" y="109"/>
                  <a:pt x="181" y="109"/>
                </a:cubicBezTo>
                <a:cubicBezTo>
                  <a:pt x="183" y="107"/>
                  <a:pt x="186" y="106"/>
                  <a:pt x="188" y="105"/>
                </a:cubicBezTo>
                <a:cubicBezTo>
                  <a:pt x="187" y="105"/>
                  <a:pt x="187" y="105"/>
                  <a:pt x="187" y="105"/>
                </a:cubicBezTo>
                <a:cubicBezTo>
                  <a:pt x="189" y="104"/>
                  <a:pt x="189" y="104"/>
                  <a:pt x="189" y="104"/>
                </a:cubicBezTo>
                <a:cubicBezTo>
                  <a:pt x="190" y="103"/>
                  <a:pt x="190" y="103"/>
                  <a:pt x="190" y="103"/>
                </a:cubicBezTo>
                <a:cubicBezTo>
                  <a:pt x="189" y="101"/>
                  <a:pt x="189" y="101"/>
                  <a:pt x="189" y="101"/>
                </a:cubicBezTo>
                <a:cubicBezTo>
                  <a:pt x="190" y="101"/>
                  <a:pt x="190" y="101"/>
                  <a:pt x="190" y="101"/>
                </a:cubicBezTo>
                <a:cubicBezTo>
                  <a:pt x="189" y="100"/>
                  <a:pt x="189" y="100"/>
                  <a:pt x="188" y="99"/>
                </a:cubicBezTo>
                <a:cubicBezTo>
                  <a:pt x="189" y="99"/>
                  <a:pt x="190" y="100"/>
                  <a:pt x="190" y="101"/>
                </a:cubicBezTo>
                <a:cubicBezTo>
                  <a:pt x="190" y="102"/>
                  <a:pt x="190" y="102"/>
                  <a:pt x="190" y="102"/>
                </a:cubicBezTo>
                <a:cubicBezTo>
                  <a:pt x="192" y="103"/>
                  <a:pt x="192" y="103"/>
                  <a:pt x="192" y="103"/>
                </a:cubicBezTo>
                <a:cubicBezTo>
                  <a:pt x="191" y="101"/>
                  <a:pt x="191" y="101"/>
                  <a:pt x="191" y="101"/>
                </a:cubicBezTo>
                <a:cubicBezTo>
                  <a:pt x="192" y="103"/>
                  <a:pt x="192" y="103"/>
                  <a:pt x="192" y="103"/>
                </a:cubicBezTo>
                <a:cubicBezTo>
                  <a:pt x="193" y="102"/>
                  <a:pt x="193" y="102"/>
                  <a:pt x="193" y="102"/>
                </a:cubicBezTo>
                <a:cubicBezTo>
                  <a:pt x="193" y="103"/>
                  <a:pt x="193" y="104"/>
                  <a:pt x="193" y="104"/>
                </a:cubicBezTo>
                <a:cubicBezTo>
                  <a:pt x="194" y="104"/>
                  <a:pt x="194" y="103"/>
                  <a:pt x="195" y="103"/>
                </a:cubicBezTo>
                <a:cubicBezTo>
                  <a:pt x="197" y="103"/>
                  <a:pt x="197" y="104"/>
                  <a:pt x="199" y="104"/>
                </a:cubicBezTo>
                <a:cubicBezTo>
                  <a:pt x="200" y="103"/>
                  <a:pt x="200" y="103"/>
                  <a:pt x="200" y="103"/>
                </a:cubicBezTo>
                <a:cubicBezTo>
                  <a:pt x="200" y="101"/>
                  <a:pt x="200" y="101"/>
                  <a:pt x="200" y="101"/>
                </a:cubicBezTo>
                <a:cubicBezTo>
                  <a:pt x="199" y="102"/>
                  <a:pt x="199" y="102"/>
                  <a:pt x="199" y="102"/>
                </a:cubicBezTo>
                <a:cubicBezTo>
                  <a:pt x="198" y="101"/>
                  <a:pt x="198" y="101"/>
                  <a:pt x="198" y="101"/>
                </a:cubicBezTo>
                <a:cubicBezTo>
                  <a:pt x="199" y="100"/>
                  <a:pt x="199" y="100"/>
                  <a:pt x="199" y="100"/>
                </a:cubicBezTo>
                <a:cubicBezTo>
                  <a:pt x="199" y="100"/>
                  <a:pt x="199" y="100"/>
                  <a:pt x="200" y="100"/>
                </a:cubicBezTo>
                <a:cubicBezTo>
                  <a:pt x="201" y="99"/>
                  <a:pt x="203" y="97"/>
                  <a:pt x="203" y="95"/>
                </a:cubicBezTo>
                <a:cubicBezTo>
                  <a:pt x="204" y="95"/>
                  <a:pt x="205" y="96"/>
                  <a:pt x="206" y="96"/>
                </a:cubicBezTo>
                <a:cubicBezTo>
                  <a:pt x="205" y="96"/>
                  <a:pt x="203" y="97"/>
                  <a:pt x="202" y="98"/>
                </a:cubicBezTo>
                <a:cubicBezTo>
                  <a:pt x="204" y="97"/>
                  <a:pt x="206" y="97"/>
                  <a:pt x="207" y="95"/>
                </a:cubicBezTo>
                <a:cubicBezTo>
                  <a:pt x="208" y="92"/>
                  <a:pt x="208" y="89"/>
                  <a:pt x="209" y="87"/>
                </a:cubicBezTo>
                <a:cubicBezTo>
                  <a:pt x="208" y="87"/>
                  <a:pt x="208" y="89"/>
                  <a:pt x="207" y="90"/>
                </a:cubicBezTo>
                <a:cubicBezTo>
                  <a:pt x="205" y="88"/>
                  <a:pt x="205" y="88"/>
                  <a:pt x="205" y="88"/>
                </a:cubicBezTo>
                <a:cubicBezTo>
                  <a:pt x="205" y="87"/>
                  <a:pt x="205" y="87"/>
                  <a:pt x="205" y="87"/>
                </a:cubicBezTo>
                <a:cubicBezTo>
                  <a:pt x="208" y="87"/>
                  <a:pt x="208" y="87"/>
                  <a:pt x="208" y="87"/>
                </a:cubicBezTo>
                <a:cubicBezTo>
                  <a:pt x="208" y="87"/>
                  <a:pt x="208" y="87"/>
                  <a:pt x="208" y="87"/>
                </a:cubicBezTo>
                <a:cubicBezTo>
                  <a:pt x="208" y="86"/>
                  <a:pt x="208" y="86"/>
                  <a:pt x="208" y="86"/>
                </a:cubicBezTo>
                <a:cubicBezTo>
                  <a:pt x="206" y="84"/>
                  <a:pt x="206" y="84"/>
                  <a:pt x="206" y="84"/>
                </a:cubicBezTo>
                <a:cubicBezTo>
                  <a:pt x="207" y="84"/>
                  <a:pt x="207" y="84"/>
                  <a:pt x="207" y="84"/>
                </a:cubicBezTo>
                <a:cubicBezTo>
                  <a:pt x="211" y="84"/>
                  <a:pt x="211" y="84"/>
                  <a:pt x="211" y="84"/>
                </a:cubicBezTo>
                <a:cubicBezTo>
                  <a:pt x="210" y="83"/>
                  <a:pt x="208" y="82"/>
                  <a:pt x="208" y="80"/>
                </a:cubicBezTo>
                <a:cubicBezTo>
                  <a:pt x="206" y="80"/>
                  <a:pt x="206" y="80"/>
                  <a:pt x="206" y="80"/>
                </a:cubicBezTo>
                <a:cubicBezTo>
                  <a:pt x="206" y="79"/>
                  <a:pt x="207" y="78"/>
                  <a:pt x="207" y="78"/>
                </a:cubicBezTo>
                <a:cubicBezTo>
                  <a:pt x="208" y="79"/>
                  <a:pt x="209" y="80"/>
                  <a:pt x="209" y="81"/>
                </a:cubicBezTo>
                <a:cubicBezTo>
                  <a:pt x="211" y="83"/>
                  <a:pt x="215" y="81"/>
                  <a:pt x="216" y="80"/>
                </a:cubicBezTo>
                <a:cubicBezTo>
                  <a:pt x="216" y="79"/>
                  <a:pt x="215" y="78"/>
                  <a:pt x="215" y="77"/>
                </a:cubicBezTo>
                <a:cubicBezTo>
                  <a:pt x="216" y="77"/>
                  <a:pt x="218" y="77"/>
                  <a:pt x="219" y="77"/>
                </a:cubicBezTo>
                <a:cubicBezTo>
                  <a:pt x="219" y="76"/>
                  <a:pt x="219" y="76"/>
                  <a:pt x="219" y="76"/>
                </a:cubicBezTo>
                <a:cubicBezTo>
                  <a:pt x="216" y="75"/>
                  <a:pt x="216" y="75"/>
                  <a:pt x="216" y="75"/>
                </a:cubicBezTo>
                <a:cubicBezTo>
                  <a:pt x="217" y="74"/>
                  <a:pt x="217" y="74"/>
                  <a:pt x="217" y="74"/>
                </a:cubicBezTo>
                <a:cubicBezTo>
                  <a:pt x="219" y="75"/>
                  <a:pt x="219" y="75"/>
                  <a:pt x="219" y="75"/>
                </a:cubicBezTo>
                <a:cubicBezTo>
                  <a:pt x="223" y="73"/>
                  <a:pt x="215" y="72"/>
                  <a:pt x="214" y="71"/>
                </a:cubicBezTo>
                <a:cubicBezTo>
                  <a:pt x="216" y="71"/>
                  <a:pt x="218" y="71"/>
                  <a:pt x="220" y="71"/>
                </a:cubicBezTo>
                <a:cubicBezTo>
                  <a:pt x="221" y="70"/>
                  <a:pt x="221" y="70"/>
                  <a:pt x="221" y="70"/>
                </a:cubicBezTo>
                <a:cubicBezTo>
                  <a:pt x="220" y="69"/>
                  <a:pt x="218" y="68"/>
                  <a:pt x="216" y="67"/>
                </a:cubicBezTo>
                <a:cubicBezTo>
                  <a:pt x="210" y="67"/>
                  <a:pt x="210" y="67"/>
                  <a:pt x="210" y="67"/>
                </a:cubicBezTo>
                <a:cubicBezTo>
                  <a:pt x="210" y="66"/>
                  <a:pt x="210" y="66"/>
                  <a:pt x="210" y="66"/>
                </a:cubicBezTo>
                <a:cubicBezTo>
                  <a:pt x="214" y="66"/>
                  <a:pt x="214" y="66"/>
                  <a:pt x="214" y="66"/>
                </a:cubicBezTo>
                <a:cubicBezTo>
                  <a:pt x="215" y="65"/>
                  <a:pt x="215" y="65"/>
                  <a:pt x="215" y="65"/>
                </a:cubicBezTo>
                <a:cubicBezTo>
                  <a:pt x="214" y="65"/>
                  <a:pt x="214" y="64"/>
                  <a:pt x="214" y="64"/>
                </a:cubicBezTo>
                <a:cubicBezTo>
                  <a:pt x="215" y="65"/>
                  <a:pt x="216" y="65"/>
                  <a:pt x="218" y="66"/>
                </a:cubicBezTo>
                <a:cubicBezTo>
                  <a:pt x="219" y="67"/>
                  <a:pt x="219" y="67"/>
                  <a:pt x="219" y="67"/>
                </a:cubicBezTo>
                <a:cubicBezTo>
                  <a:pt x="222" y="67"/>
                  <a:pt x="222" y="67"/>
                  <a:pt x="222" y="67"/>
                </a:cubicBezTo>
                <a:cubicBezTo>
                  <a:pt x="223" y="66"/>
                  <a:pt x="223" y="66"/>
                  <a:pt x="223" y="66"/>
                </a:cubicBezTo>
                <a:cubicBezTo>
                  <a:pt x="222" y="65"/>
                  <a:pt x="222" y="65"/>
                  <a:pt x="222" y="65"/>
                </a:cubicBezTo>
                <a:cubicBezTo>
                  <a:pt x="224" y="64"/>
                  <a:pt x="224" y="64"/>
                  <a:pt x="224" y="64"/>
                </a:cubicBezTo>
                <a:lnTo>
                  <a:pt x="224" y="63"/>
                </a:lnTo>
                <a:close/>
                <a:moveTo>
                  <a:pt x="58" y="52"/>
                </a:moveTo>
                <a:cubicBezTo>
                  <a:pt x="58" y="52"/>
                  <a:pt x="58" y="52"/>
                  <a:pt x="58" y="52"/>
                </a:cubicBezTo>
                <a:cubicBezTo>
                  <a:pt x="58" y="52"/>
                  <a:pt x="58" y="52"/>
                  <a:pt x="59" y="52"/>
                </a:cubicBezTo>
                <a:cubicBezTo>
                  <a:pt x="58" y="52"/>
                  <a:pt x="58" y="52"/>
                  <a:pt x="58" y="52"/>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3" name="Freeform 21"/>
          <p:cNvSpPr>
            <a:spLocks/>
          </p:cNvSpPr>
          <p:nvPr/>
        </p:nvSpPr>
        <p:spPr bwMode="auto">
          <a:xfrm>
            <a:off x="9598025" y="5119688"/>
            <a:ext cx="298450" cy="282575"/>
          </a:xfrm>
          <a:custGeom>
            <a:avLst/>
            <a:gdLst>
              <a:gd name="T0" fmla="*/ 56 w 78"/>
              <a:gd name="T1" fmla="*/ 72 h 74"/>
              <a:gd name="T2" fmla="*/ 55 w 78"/>
              <a:gd name="T3" fmla="*/ 68 h 74"/>
              <a:gd name="T4" fmla="*/ 55 w 78"/>
              <a:gd name="T5" fmla="*/ 66 h 74"/>
              <a:gd name="T6" fmla="*/ 55 w 78"/>
              <a:gd name="T7" fmla="*/ 63 h 74"/>
              <a:gd name="T8" fmla="*/ 57 w 78"/>
              <a:gd name="T9" fmla="*/ 62 h 74"/>
              <a:gd name="T10" fmla="*/ 59 w 78"/>
              <a:gd name="T11" fmla="*/ 57 h 74"/>
              <a:gd name="T12" fmla="*/ 62 w 78"/>
              <a:gd name="T13" fmla="*/ 54 h 74"/>
              <a:gd name="T14" fmla="*/ 65 w 78"/>
              <a:gd name="T15" fmla="*/ 55 h 74"/>
              <a:gd name="T16" fmla="*/ 65 w 78"/>
              <a:gd name="T17" fmla="*/ 48 h 74"/>
              <a:gd name="T18" fmla="*/ 67 w 78"/>
              <a:gd name="T19" fmla="*/ 49 h 74"/>
              <a:gd name="T20" fmla="*/ 70 w 78"/>
              <a:gd name="T21" fmla="*/ 48 h 74"/>
              <a:gd name="T22" fmla="*/ 73 w 78"/>
              <a:gd name="T23" fmla="*/ 47 h 74"/>
              <a:gd name="T24" fmla="*/ 74 w 78"/>
              <a:gd name="T25" fmla="*/ 48 h 74"/>
              <a:gd name="T26" fmla="*/ 75 w 78"/>
              <a:gd name="T27" fmla="*/ 46 h 74"/>
              <a:gd name="T28" fmla="*/ 73 w 78"/>
              <a:gd name="T29" fmla="*/ 41 h 74"/>
              <a:gd name="T30" fmla="*/ 71 w 78"/>
              <a:gd name="T31" fmla="*/ 36 h 74"/>
              <a:gd name="T32" fmla="*/ 77 w 78"/>
              <a:gd name="T33" fmla="*/ 36 h 74"/>
              <a:gd name="T34" fmla="*/ 73 w 78"/>
              <a:gd name="T35" fmla="*/ 31 h 74"/>
              <a:gd name="T36" fmla="*/ 72 w 78"/>
              <a:gd name="T37" fmla="*/ 29 h 74"/>
              <a:gd name="T38" fmla="*/ 69 w 78"/>
              <a:gd name="T39" fmla="*/ 28 h 74"/>
              <a:gd name="T40" fmla="*/ 69 w 78"/>
              <a:gd name="T41" fmla="*/ 20 h 74"/>
              <a:gd name="T42" fmla="*/ 73 w 78"/>
              <a:gd name="T43" fmla="*/ 14 h 74"/>
              <a:gd name="T44" fmla="*/ 67 w 78"/>
              <a:gd name="T45" fmla="*/ 10 h 74"/>
              <a:gd name="T46" fmla="*/ 64 w 78"/>
              <a:gd name="T47" fmla="*/ 12 h 74"/>
              <a:gd name="T48" fmla="*/ 61 w 78"/>
              <a:gd name="T49" fmla="*/ 8 h 74"/>
              <a:gd name="T50" fmla="*/ 57 w 78"/>
              <a:gd name="T51" fmla="*/ 6 h 74"/>
              <a:gd name="T52" fmla="*/ 50 w 78"/>
              <a:gd name="T53" fmla="*/ 4 h 74"/>
              <a:gd name="T54" fmla="*/ 47 w 78"/>
              <a:gd name="T55" fmla="*/ 5 h 74"/>
              <a:gd name="T56" fmla="*/ 44 w 78"/>
              <a:gd name="T57" fmla="*/ 5 h 74"/>
              <a:gd name="T58" fmla="*/ 40 w 78"/>
              <a:gd name="T59" fmla="*/ 5 h 74"/>
              <a:gd name="T60" fmla="*/ 37 w 78"/>
              <a:gd name="T61" fmla="*/ 4 h 74"/>
              <a:gd name="T62" fmla="*/ 34 w 78"/>
              <a:gd name="T63" fmla="*/ 4 h 74"/>
              <a:gd name="T64" fmla="*/ 32 w 78"/>
              <a:gd name="T65" fmla="*/ 3 h 74"/>
              <a:gd name="T66" fmla="*/ 29 w 78"/>
              <a:gd name="T67" fmla="*/ 3 h 74"/>
              <a:gd name="T68" fmla="*/ 24 w 78"/>
              <a:gd name="T69" fmla="*/ 1 h 74"/>
              <a:gd name="T70" fmla="*/ 20 w 78"/>
              <a:gd name="T71" fmla="*/ 3 h 74"/>
              <a:gd name="T72" fmla="*/ 15 w 78"/>
              <a:gd name="T73" fmla="*/ 4 h 74"/>
              <a:gd name="T74" fmla="*/ 12 w 78"/>
              <a:gd name="T75" fmla="*/ 8 h 74"/>
              <a:gd name="T76" fmla="*/ 10 w 78"/>
              <a:gd name="T77" fmla="*/ 6 h 74"/>
              <a:gd name="T78" fmla="*/ 7 w 78"/>
              <a:gd name="T79" fmla="*/ 4 h 74"/>
              <a:gd name="T80" fmla="*/ 2 w 78"/>
              <a:gd name="T81" fmla="*/ 4 h 74"/>
              <a:gd name="T82" fmla="*/ 2 w 78"/>
              <a:gd name="T83" fmla="*/ 12 h 74"/>
              <a:gd name="T84" fmla="*/ 2 w 78"/>
              <a:gd name="T85" fmla="*/ 17 h 74"/>
              <a:gd name="T86" fmla="*/ 5 w 78"/>
              <a:gd name="T87" fmla="*/ 17 h 74"/>
              <a:gd name="T88" fmla="*/ 7 w 78"/>
              <a:gd name="T89" fmla="*/ 20 h 74"/>
              <a:gd name="T90" fmla="*/ 7 w 78"/>
              <a:gd name="T91" fmla="*/ 21 h 74"/>
              <a:gd name="T92" fmla="*/ 9 w 78"/>
              <a:gd name="T93" fmla="*/ 22 h 74"/>
              <a:gd name="T94" fmla="*/ 11 w 78"/>
              <a:gd name="T95" fmla="*/ 29 h 74"/>
              <a:gd name="T96" fmla="*/ 21 w 78"/>
              <a:gd name="T97" fmla="*/ 41 h 74"/>
              <a:gd name="T98" fmla="*/ 26 w 78"/>
              <a:gd name="T99" fmla="*/ 48 h 74"/>
              <a:gd name="T100" fmla="*/ 32 w 78"/>
              <a:gd name="T101" fmla="*/ 53 h 74"/>
              <a:gd name="T102" fmla="*/ 37 w 78"/>
              <a:gd name="T103" fmla="*/ 59 h 74"/>
              <a:gd name="T104" fmla="*/ 41 w 78"/>
              <a:gd name="T105" fmla="*/ 65 h 74"/>
              <a:gd name="T106" fmla="*/ 44 w 78"/>
              <a:gd name="T107" fmla="*/ 67 h 74"/>
              <a:gd name="T108" fmla="*/ 46 w 78"/>
              <a:gd name="T109" fmla="*/ 69 h 74"/>
              <a:gd name="T110" fmla="*/ 54 w 78"/>
              <a:gd name="T111" fmla="*/ 74 h 74"/>
              <a:gd name="T112" fmla="*/ 56 w 78"/>
              <a:gd name="T113" fmla="*/ 72 h 74"/>
              <a:gd name="T114" fmla="*/ 56 w 78"/>
              <a:gd name="T115" fmla="*/ 7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74">
                <a:moveTo>
                  <a:pt x="56" y="72"/>
                </a:moveTo>
                <a:cubicBezTo>
                  <a:pt x="57" y="71"/>
                  <a:pt x="55" y="69"/>
                  <a:pt x="55" y="68"/>
                </a:cubicBezTo>
                <a:cubicBezTo>
                  <a:pt x="55" y="67"/>
                  <a:pt x="55" y="66"/>
                  <a:pt x="55" y="66"/>
                </a:cubicBezTo>
                <a:cubicBezTo>
                  <a:pt x="55" y="65"/>
                  <a:pt x="55" y="64"/>
                  <a:pt x="55" y="63"/>
                </a:cubicBezTo>
                <a:cubicBezTo>
                  <a:pt x="55" y="62"/>
                  <a:pt x="57" y="63"/>
                  <a:pt x="57" y="62"/>
                </a:cubicBezTo>
                <a:cubicBezTo>
                  <a:pt x="58" y="61"/>
                  <a:pt x="58" y="58"/>
                  <a:pt x="59" y="57"/>
                </a:cubicBezTo>
                <a:cubicBezTo>
                  <a:pt x="59" y="55"/>
                  <a:pt x="60" y="54"/>
                  <a:pt x="62" y="54"/>
                </a:cubicBezTo>
                <a:cubicBezTo>
                  <a:pt x="63" y="54"/>
                  <a:pt x="65" y="55"/>
                  <a:pt x="65" y="55"/>
                </a:cubicBezTo>
                <a:cubicBezTo>
                  <a:pt x="68" y="54"/>
                  <a:pt x="64" y="50"/>
                  <a:pt x="65" y="48"/>
                </a:cubicBezTo>
                <a:cubicBezTo>
                  <a:pt x="65" y="48"/>
                  <a:pt x="66" y="48"/>
                  <a:pt x="67" y="49"/>
                </a:cubicBezTo>
                <a:cubicBezTo>
                  <a:pt x="68" y="49"/>
                  <a:pt x="69" y="49"/>
                  <a:pt x="70" y="48"/>
                </a:cubicBezTo>
                <a:cubicBezTo>
                  <a:pt x="71" y="48"/>
                  <a:pt x="71" y="47"/>
                  <a:pt x="73" y="47"/>
                </a:cubicBezTo>
                <a:cubicBezTo>
                  <a:pt x="73" y="47"/>
                  <a:pt x="74" y="48"/>
                  <a:pt x="74" y="48"/>
                </a:cubicBezTo>
                <a:cubicBezTo>
                  <a:pt x="75" y="48"/>
                  <a:pt x="75" y="47"/>
                  <a:pt x="75" y="46"/>
                </a:cubicBezTo>
                <a:cubicBezTo>
                  <a:pt x="75" y="44"/>
                  <a:pt x="75" y="43"/>
                  <a:pt x="73" y="41"/>
                </a:cubicBezTo>
                <a:cubicBezTo>
                  <a:pt x="72" y="40"/>
                  <a:pt x="70" y="37"/>
                  <a:pt x="71" y="36"/>
                </a:cubicBezTo>
                <a:cubicBezTo>
                  <a:pt x="72" y="36"/>
                  <a:pt x="76" y="38"/>
                  <a:pt x="77" y="36"/>
                </a:cubicBezTo>
                <a:cubicBezTo>
                  <a:pt x="78" y="34"/>
                  <a:pt x="74" y="31"/>
                  <a:pt x="73" y="31"/>
                </a:cubicBezTo>
                <a:cubicBezTo>
                  <a:pt x="73" y="30"/>
                  <a:pt x="73" y="29"/>
                  <a:pt x="72" y="29"/>
                </a:cubicBezTo>
                <a:cubicBezTo>
                  <a:pt x="71" y="28"/>
                  <a:pt x="70" y="28"/>
                  <a:pt x="69" y="28"/>
                </a:cubicBezTo>
                <a:cubicBezTo>
                  <a:pt x="66" y="26"/>
                  <a:pt x="68" y="22"/>
                  <a:pt x="69" y="20"/>
                </a:cubicBezTo>
                <a:cubicBezTo>
                  <a:pt x="71" y="18"/>
                  <a:pt x="73" y="16"/>
                  <a:pt x="73" y="14"/>
                </a:cubicBezTo>
                <a:cubicBezTo>
                  <a:pt x="74" y="10"/>
                  <a:pt x="70" y="10"/>
                  <a:pt x="67" y="10"/>
                </a:cubicBezTo>
                <a:cubicBezTo>
                  <a:pt x="67" y="11"/>
                  <a:pt x="65" y="12"/>
                  <a:pt x="64" y="12"/>
                </a:cubicBezTo>
                <a:cubicBezTo>
                  <a:pt x="63" y="12"/>
                  <a:pt x="61" y="9"/>
                  <a:pt x="61" y="8"/>
                </a:cubicBezTo>
                <a:cubicBezTo>
                  <a:pt x="60" y="6"/>
                  <a:pt x="59" y="6"/>
                  <a:pt x="57" y="6"/>
                </a:cubicBezTo>
                <a:cubicBezTo>
                  <a:pt x="54" y="7"/>
                  <a:pt x="52" y="5"/>
                  <a:pt x="50" y="4"/>
                </a:cubicBezTo>
                <a:cubicBezTo>
                  <a:pt x="50" y="5"/>
                  <a:pt x="48" y="5"/>
                  <a:pt x="47" y="5"/>
                </a:cubicBezTo>
                <a:cubicBezTo>
                  <a:pt x="46" y="4"/>
                  <a:pt x="45" y="5"/>
                  <a:pt x="44" y="5"/>
                </a:cubicBezTo>
                <a:cubicBezTo>
                  <a:pt x="42" y="6"/>
                  <a:pt x="42" y="6"/>
                  <a:pt x="40" y="5"/>
                </a:cubicBezTo>
                <a:cubicBezTo>
                  <a:pt x="39" y="4"/>
                  <a:pt x="39" y="3"/>
                  <a:pt x="37" y="4"/>
                </a:cubicBezTo>
                <a:cubicBezTo>
                  <a:pt x="36" y="4"/>
                  <a:pt x="35" y="6"/>
                  <a:pt x="34" y="4"/>
                </a:cubicBezTo>
                <a:cubicBezTo>
                  <a:pt x="33" y="4"/>
                  <a:pt x="32" y="3"/>
                  <a:pt x="32" y="3"/>
                </a:cubicBezTo>
                <a:cubicBezTo>
                  <a:pt x="30" y="3"/>
                  <a:pt x="30" y="4"/>
                  <a:pt x="29" y="3"/>
                </a:cubicBezTo>
                <a:cubicBezTo>
                  <a:pt x="27" y="3"/>
                  <a:pt x="26" y="0"/>
                  <a:pt x="24" y="1"/>
                </a:cubicBezTo>
                <a:cubicBezTo>
                  <a:pt x="22" y="2"/>
                  <a:pt x="22" y="3"/>
                  <a:pt x="20" y="3"/>
                </a:cubicBezTo>
                <a:cubicBezTo>
                  <a:pt x="17" y="3"/>
                  <a:pt x="16" y="2"/>
                  <a:pt x="15" y="4"/>
                </a:cubicBezTo>
                <a:cubicBezTo>
                  <a:pt x="14" y="5"/>
                  <a:pt x="13" y="8"/>
                  <a:pt x="12" y="8"/>
                </a:cubicBezTo>
                <a:cubicBezTo>
                  <a:pt x="11" y="7"/>
                  <a:pt x="10" y="6"/>
                  <a:pt x="10" y="6"/>
                </a:cubicBezTo>
                <a:cubicBezTo>
                  <a:pt x="9" y="5"/>
                  <a:pt x="8" y="4"/>
                  <a:pt x="7" y="4"/>
                </a:cubicBezTo>
                <a:cubicBezTo>
                  <a:pt x="5" y="3"/>
                  <a:pt x="3" y="2"/>
                  <a:pt x="2" y="4"/>
                </a:cubicBezTo>
                <a:cubicBezTo>
                  <a:pt x="1" y="7"/>
                  <a:pt x="2" y="9"/>
                  <a:pt x="2" y="12"/>
                </a:cubicBezTo>
                <a:cubicBezTo>
                  <a:pt x="2" y="14"/>
                  <a:pt x="0" y="16"/>
                  <a:pt x="2" y="17"/>
                </a:cubicBezTo>
                <a:cubicBezTo>
                  <a:pt x="3" y="17"/>
                  <a:pt x="4" y="17"/>
                  <a:pt x="5" y="17"/>
                </a:cubicBezTo>
                <a:cubicBezTo>
                  <a:pt x="6" y="18"/>
                  <a:pt x="7" y="19"/>
                  <a:pt x="7" y="20"/>
                </a:cubicBezTo>
                <a:cubicBezTo>
                  <a:pt x="7" y="21"/>
                  <a:pt x="7" y="21"/>
                  <a:pt x="7" y="21"/>
                </a:cubicBezTo>
                <a:cubicBezTo>
                  <a:pt x="7" y="22"/>
                  <a:pt x="8" y="22"/>
                  <a:pt x="9" y="22"/>
                </a:cubicBezTo>
                <a:cubicBezTo>
                  <a:pt x="10" y="24"/>
                  <a:pt x="10" y="27"/>
                  <a:pt x="11" y="29"/>
                </a:cubicBezTo>
                <a:cubicBezTo>
                  <a:pt x="13" y="34"/>
                  <a:pt x="17" y="37"/>
                  <a:pt x="21" y="41"/>
                </a:cubicBezTo>
                <a:cubicBezTo>
                  <a:pt x="22" y="44"/>
                  <a:pt x="24" y="46"/>
                  <a:pt x="26" y="48"/>
                </a:cubicBezTo>
                <a:cubicBezTo>
                  <a:pt x="28" y="50"/>
                  <a:pt x="31" y="50"/>
                  <a:pt x="32" y="53"/>
                </a:cubicBezTo>
                <a:cubicBezTo>
                  <a:pt x="32" y="56"/>
                  <a:pt x="35" y="57"/>
                  <a:pt x="37" y="59"/>
                </a:cubicBezTo>
                <a:cubicBezTo>
                  <a:pt x="38" y="61"/>
                  <a:pt x="39" y="63"/>
                  <a:pt x="41" y="65"/>
                </a:cubicBezTo>
                <a:cubicBezTo>
                  <a:pt x="42" y="66"/>
                  <a:pt x="43" y="66"/>
                  <a:pt x="44" y="67"/>
                </a:cubicBezTo>
                <a:cubicBezTo>
                  <a:pt x="45" y="67"/>
                  <a:pt x="45" y="69"/>
                  <a:pt x="46" y="69"/>
                </a:cubicBezTo>
                <a:cubicBezTo>
                  <a:pt x="48" y="71"/>
                  <a:pt x="52" y="72"/>
                  <a:pt x="54" y="74"/>
                </a:cubicBezTo>
                <a:cubicBezTo>
                  <a:pt x="55" y="74"/>
                  <a:pt x="56" y="74"/>
                  <a:pt x="56" y="72"/>
                </a:cubicBezTo>
                <a:cubicBezTo>
                  <a:pt x="57" y="70"/>
                  <a:pt x="56" y="74"/>
                  <a:pt x="56" y="72"/>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4" name="Freeform 22"/>
          <p:cNvSpPr>
            <a:spLocks/>
          </p:cNvSpPr>
          <p:nvPr/>
        </p:nvSpPr>
        <p:spPr bwMode="auto">
          <a:xfrm>
            <a:off x="9869488" y="5389563"/>
            <a:ext cx="128588" cy="309562"/>
          </a:xfrm>
          <a:custGeom>
            <a:avLst/>
            <a:gdLst>
              <a:gd name="T0" fmla="*/ 19 w 34"/>
              <a:gd name="T1" fmla="*/ 79 h 81"/>
              <a:gd name="T2" fmla="*/ 20 w 34"/>
              <a:gd name="T3" fmla="*/ 75 h 81"/>
              <a:gd name="T4" fmla="*/ 22 w 34"/>
              <a:gd name="T5" fmla="*/ 75 h 81"/>
              <a:gd name="T6" fmla="*/ 22 w 34"/>
              <a:gd name="T7" fmla="*/ 73 h 81"/>
              <a:gd name="T8" fmla="*/ 19 w 34"/>
              <a:gd name="T9" fmla="*/ 72 h 81"/>
              <a:gd name="T10" fmla="*/ 22 w 34"/>
              <a:gd name="T11" fmla="*/ 69 h 81"/>
              <a:gd name="T12" fmla="*/ 26 w 34"/>
              <a:gd name="T13" fmla="*/ 68 h 81"/>
              <a:gd name="T14" fmla="*/ 28 w 34"/>
              <a:gd name="T15" fmla="*/ 63 h 81"/>
              <a:gd name="T16" fmla="*/ 30 w 34"/>
              <a:gd name="T17" fmla="*/ 59 h 81"/>
              <a:gd name="T18" fmla="*/ 34 w 34"/>
              <a:gd name="T19" fmla="*/ 56 h 81"/>
              <a:gd name="T20" fmla="*/ 33 w 34"/>
              <a:gd name="T21" fmla="*/ 52 h 81"/>
              <a:gd name="T22" fmla="*/ 33 w 34"/>
              <a:gd name="T23" fmla="*/ 49 h 81"/>
              <a:gd name="T24" fmla="*/ 29 w 34"/>
              <a:gd name="T25" fmla="*/ 47 h 81"/>
              <a:gd name="T26" fmla="*/ 27 w 34"/>
              <a:gd name="T27" fmla="*/ 43 h 81"/>
              <a:gd name="T28" fmla="*/ 24 w 34"/>
              <a:gd name="T29" fmla="*/ 38 h 81"/>
              <a:gd name="T30" fmla="*/ 24 w 34"/>
              <a:gd name="T31" fmla="*/ 33 h 81"/>
              <a:gd name="T32" fmla="*/ 23 w 34"/>
              <a:gd name="T33" fmla="*/ 31 h 81"/>
              <a:gd name="T34" fmla="*/ 23 w 34"/>
              <a:gd name="T35" fmla="*/ 30 h 81"/>
              <a:gd name="T36" fmla="*/ 24 w 34"/>
              <a:gd name="T37" fmla="*/ 28 h 81"/>
              <a:gd name="T38" fmla="*/ 24 w 34"/>
              <a:gd name="T39" fmla="*/ 25 h 81"/>
              <a:gd name="T40" fmla="*/ 25 w 34"/>
              <a:gd name="T41" fmla="*/ 17 h 81"/>
              <a:gd name="T42" fmla="*/ 22 w 34"/>
              <a:gd name="T43" fmla="*/ 11 h 81"/>
              <a:gd name="T44" fmla="*/ 18 w 34"/>
              <a:gd name="T45" fmla="*/ 9 h 81"/>
              <a:gd name="T46" fmla="*/ 15 w 34"/>
              <a:gd name="T47" fmla="*/ 3 h 81"/>
              <a:gd name="T48" fmla="*/ 11 w 34"/>
              <a:gd name="T49" fmla="*/ 6 h 81"/>
              <a:gd name="T50" fmla="*/ 9 w 34"/>
              <a:gd name="T51" fmla="*/ 2 h 81"/>
              <a:gd name="T52" fmla="*/ 3 w 34"/>
              <a:gd name="T53" fmla="*/ 8 h 81"/>
              <a:gd name="T54" fmla="*/ 3 w 34"/>
              <a:gd name="T55" fmla="*/ 8 h 81"/>
              <a:gd name="T56" fmla="*/ 0 w 34"/>
              <a:gd name="T57" fmla="*/ 14 h 81"/>
              <a:gd name="T58" fmla="*/ 1 w 34"/>
              <a:gd name="T59" fmla="*/ 21 h 81"/>
              <a:gd name="T60" fmla="*/ 5 w 34"/>
              <a:gd name="T61" fmla="*/ 23 h 81"/>
              <a:gd name="T62" fmla="*/ 5 w 34"/>
              <a:gd name="T63" fmla="*/ 29 h 81"/>
              <a:gd name="T64" fmla="*/ 4 w 34"/>
              <a:gd name="T65" fmla="*/ 30 h 81"/>
              <a:gd name="T66" fmla="*/ 4 w 34"/>
              <a:gd name="T67" fmla="*/ 32 h 81"/>
              <a:gd name="T68" fmla="*/ 2 w 34"/>
              <a:gd name="T69" fmla="*/ 34 h 81"/>
              <a:gd name="T70" fmla="*/ 4 w 34"/>
              <a:gd name="T71" fmla="*/ 37 h 81"/>
              <a:gd name="T72" fmla="*/ 3 w 34"/>
              <a:gd name="T73" fmla="*/ 43 h 81"/>
              <a:gd name="T74" fmla="*/ 4 w 34"/>
              <a:gd name="T75" fmla="*/ 45 h 81"/>
              <a:gd name="T76" fmla="*/ 3 w 34"/>
              <a:gd name="T77" fmla="*/ 47 h 81"/>
              <a:gd name="T78" fmla="*/ 1 w 34"/>
              <a:gd name="T79" fmla="*/ 52 h 81"/>
              <a:gd name="T80" fmla="*/ 1 w 34"/>
              <a:gd name="T81" fmla="*/ 55 h 81"/>
              <a:gd name="T82" fmla="*/ 2 w 34"/>
              <a:gd name="T83" fmla="*/ 58 h 81"/>
              <a:gd name="T84" fmla="*/ 3 w 34"/>
              <a:gd name="T85" fmla="*/ 61 h 81"/>
              <a:gd name="T86" fmla="*/ 1 w 34"/>
              <a:gd name="T87" fmla="*/ 60 h 81"/>
              <a:gd name="T88" fmla="*/ 8 w 34"/>
              <a:gd name="T89" fmla="*/ 67 h 81"/>
              <a:gd name="T90" fmla="*/ 12 w 34"/>
              <a:gd name="T91" fmla="*/ 70 h 81"/>
              <a:gd name="T92" fmla="*/ 13 w 34"/>
              <a:gd name="T93" fmla="*/ 72 h 81"/>
              <a:gd name="T94" fmla="*/ 14 w 34"/>
              <a:gd name="T95" fmla="*/ 74 h 81"/>
              <a:gd name="T96" fmla="*/ 14 w 34"/>
              <a:gd name="T97" fmla="*/ 78 h 81"/>
              <a:gd name="T98" fmla="*/ 16 w 34"/>
              <a:gd name="T99" fmla="*/ 79 h 81"/>
              <a:gd name="T100" fmla="*/ 17 w 34"/>
              <a:gd name="T101" fmla="*/ 81 h 81"/>
              <a:gd name="T102" fmla="*/ 19 w 34"/>
              <a:gd name="T103" fmla="*/ 7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 h="81">
                <a:moveTo>
                  <a:pt x="19" y="79"/>
                </a:moveTo>
                <a:cubicBezTo>
                  <a:pt x="20" y="78"/>
                  <a:pt x="19" y="76"/>
                  <a:pt x="20" y="75"/>
                </a:cubicBezTo>
                <a:cubicBezTo>
                  <a:pt x="20" y="75"/>
                  <a:pt x="21" y="76"/>
                  <a:pt x="22" y="75"/>
                </a:cubicBezTo>
                <a:cubicBezTo>
                  <a:pt x="22" y="75"/>
                  <a:pt x="22" y="74"/>
                  <a:pt x="22" y="73"/>
                </a:cubicBezTo>
                <a:cubicBezTo>
                  <a:pt x="21" y="73"/>
                  <a:pt x="20" y="72"/>
                  <a:pt x="19" y="72"/>
                </a:cubicBezTo>
                <a:cubicBezTo>
                  <a:pt x="19" y="70"/>
                  <a:pt x="21" y="70"/>
                  <a:pt x="22" y="69"/>
                </a:cubicBezTo>
                <a:cubicBezTo>
                  <a:pt x="23" y="69"/>
                  <a:pt x="25" y="69"/>
                  <a:pt x="26" y="68"/>
                </a:cubicBezTo>
                <a:cubicBezTo>
                  <a:pt x="27" y="67"/>
                  <a:pt x="28" y="64"/>
                  <a:pt x="28" y="63"/>
                </a:cubicBezTo>
                <a:cubicBezTo>
                  <a:pt x="29" y="61"/>
                  <a:pt x="29" y="60"/>
                  <a:pt x="30" y="59"/>
                </a:cubicBezTo>
                <a:cubicBezTo>
                  <a:pt x="31" y="58"/>
                  <a:pt x="33" y="59"/>
                  <a:pt x="34" y="56"/>
                </a:cubicBezTo>
                <a:cubicBezTo>
                  <a:pt x="34" y="55"/>
                  <a:pt x="34" y="53"/>
                  <a:pt x="33" y="52"/>
                </a:cubicBezTo>
                <a:cubicBezTo>
                  <a:pt x="33" y="50"/>
                  <a:pt x="33" y="51"/>
                  <a:pt x="33" y="49"/>
                </a:cubicBezTo>
                <a:cubicBezTo>
                  <a:pt x="33" y="46"/>
                  <a:pt x="31" y="47"/>
                  <a:pt x="29" y="47"/>
                </a:cubicBezTo>
                <a:cubicBezTo>
                  <a:pt x="27" y="47"/>
                  <a:pt x="28" y="45"/>
                  <a:pt x="27" y="43"/>
                </a:cubicBezTo>
                <a:cubicBezTo>
                  <a:pt x="26" y="41"/>
                  <a:pt x="25" y="40"/>
                  <a:pt x="24" y="38"/>
                </a:cubicBezTo>
                <a:cubicBezTo>
                  <a:pt x="23" y="36"/>
                  <a:pt x="25" y="35"/>
                  <a:pt x="24" y="33"/>
                </a:cubicBezTo>
                <a:cubicBezTo>
                  <a:pt x="24" y="32"/>
                  <a:pt x="23" y="32"/>
                  <a:pt x="23" y="31"/>
                </a:cubicBezTo>
                <a:cubicBezTo>
                  <a:pt x="23" y="30"/>
                  <a:pt x="23" y="30"/>
                  <a:pt x="23" y="30"/>
                </a:cubicBezTo>
                <a:cubicBezTo>
                  <a:pt x="24" y="29"/>
                  <a:pt x="24" y="29"/>
                  <a:pt x="24" y="28"/>
                </a:cubicBezTo>
                <a:cubicBezTo>
                  <a:pt x="24" y="27"/>
                  <a:pt x="24" y="26"/>
                  <a:pt x="24" y="25"/>
                </a:cubicBezTo>
                <a:cubicBezTo>
                  <a:pt x="25" y="22"/>
                  <a:pt x="26" y="20"/>
                  <a:pt x="25" y="17"/>
                </a:cubicBezTo>
                <a:cubicBezTo>
                  <a:pt x="25" y="16"/>
                  <a:pt x="24" y="13"/>
                  <a:pt x="22" y="11"/>
                </a:cubicBezTo>
                <a:cubicBezTo>
                  <a:pt x="21" y="10"/>
                  <a:pt x="19" y="11"/>
                  <a:pt x="18" y="9"/>
                </a:cubicBezTo>
                <a:cubicBezTo>
                  <a:pt x="17" y="7"/>
                  <a:pt x="18" y="5"/>
                  <a:pt x="15" y="3"/>
                </a:cubicBezTo>
                <a:cubicBezTo>
                  <a:pt x="14" y="4"/>
                  <a:pt x="12" y="6"/>
                  <a:pt x="11" y="6"/>
                </a:cubicBezTo>
                <a:cubicBezTo>
                  <a:pt x="9" y="5"/>
                  <a:pt x="10" y="3"/>
                  <a:pt x="9" y="2"/>
                </a:cubicBezTo>
                <a:cubicBezTo>
                  <a:pt x="7" y="0"/>
                  <a:pt x="3" y="6"/>
                  <a:pt x="3" y="8"/>
                </a:cubicBezTo>
                <a:cubicBezTo>
                  <a:pt x="3" y="8"/>
                  <a:pt x="3" y="8"/>
                  <a:pt x="3" y="8"/>
                </a:cubicBezTo>
                <a:cubicBezTo>
                  <a:pt x="2" y="10"/>
                  <a:pt x="0" y="11"/>
                  <a:pt x="0" y="14"/>
                </a:cubicBezTo>
                <a:cubicBezTo>
                  <a:pt x="1" y="17"/>
                  <a:pt x="2" y="19"/>
                  <a:pt x="1" y="21"/>
                </a:cubicBezTo>
                <a:cubicBezTo>
                  <a:pt x="2" y="22"/>
                  <a:pt x="5" y="22"/>
                  <a:pt x="5" y="23"/>
                </a:cubicBezTo>
                <a:cubicBezTo>
                  <a:pt x="6" y="24"/>
                  <a:pt x="6" y="28"/>
                  <a:pt x="5" y="29"/>
                </a:cubicBezTo>
                <a:cubicBezTo>
                  <a:pt x="5" y="30"/>
                  <a:pt x="4" y="29"/>
                  <a:pt x="4" y="30"/>
                </a:cubicBezTo>
                <a:cubicBezTo>
                  <a:pt x="3" y="31"/>
                  <a:pt x="5" y="31"/>
                  <a:pt x="4" y="32"/>
                </a:cubicBezTo>
                <a:cubicBezTo>
                  <a:pt x="4" y="33"/>
                  <a:pt x="3" y="34"/>
                  <a:pt x="2" y="34"/>
                </a:cubicBezTo>
                <a:cubicBezTo>
                  <a:pt x="2" y="36"/>
                  <a:pt x="3" y="36"/>
                  <a:pt x="4" y="37"/>
                </a:cubicBezTo>
                <a:cubicBezTo>
                  <a:pt x="5" y="39"/>
                  <a:pt x="3" y="41"/>
                  <a:pt x="3" y="43"/>
                </a:cubicBezTo>
                <a:cubicBezTo>
                  <a:pt x="3" y="44"/>
                  <a:pt x="4" y="45"/>
                  <a:pt x="4" y="45"/>
                </a:cubicBezTo>
                <a:cubicBezTo>
                  <a:pt x="4" y="46"/>
                  <a:pt x="4" y="46"/>
                  <a:pt x="3" y="47"/>
                </a:cubicBezTo>
                <a:cubicBezTo>
                  <a:pt x="2" y="48"/>
                  <a:pt x="2" y="50"/>
                  <a:pt x="1" y="52"/>
                </a:cubicBezTo>
                <a:cubicBezTo>
                  <a:pt x="1" y="53"/>
                  <a:pt x="0" y="53"/>
                  <a:pt x="1" y="55"/>
                </a:cubicBezTo>
                <a:cubicBezTo>
                  <a:pt x="2" y="56"/>
                  <a:pt x="3" y="56"/>
                  <a:pt x="2" y="58"/>
                </a:cubicBezTo>
                <a:cubicBezTo>
                  <a:pt x="3" y="58"/>
                  <a:pt x="5" y="61"/>
                  <a:pt x="3" y="61"/>
                </a:cubicBezTo>
                <a:cubicBezTo>
                  <a:pt x="2" y="61"/>
                  <a:pt x="2" y="59"/>
                  <a:pt x="1" y="60"/>
                </a:cubicBezTo>
                <a:cubicBezTo>
                  <a:pt x="0" y="62"/>
                  <a:pt x="6" y="66"/>
                  <a:pt x="8" y="67"/>
                </a:cubicBezTo>
                <a:cubicBezTo>
                  <a:pt x="9" y="68"/>
                  <a:pt x="11" y="69"/>
                  <a:pt x="12" y="70"/>
                </a:cubicBezTo>
                <a:cubicBezTo>
                  <a:pt x="12" y="71"/>
                  <a:pt x="12" y="72"/>
                  <a:pt x="13" y="72"/>
                </a:cubicBezTo>
                <a:cubicBezTo>
                  <a:pt x="13" y="73"/>
                  <a:pt x="14" y="73"/>
                  <a:pt x="14" y="74"/>
                </a:cubicBezTo>
                <a:cubicBezTo>
                  <a:pt x="15" y="75"/>
                  <a:pt x="13" y="76"/>
                  <a:pt x="14" y="78"/>
                </a:cubicBezTo>
                <a:cubicBezTo>
                  <a:pt x="15" y="78"/>
                  <a:pt x="16" y="78"/>
                  <a:pt x="16" y="79"/>
                </a:cubicBezTo>
                <a:cubicBezTo>
                  <a:pt x="17" y="80"/>
                  <a:pt x="17" y="79"/>
                  <a:pt x="17" y="81"/>
                </a:cubicBezTo>
                <a:cubicBezTo>
                  <a:pt x="17" y="80"/>
                  <a:pt x="18" y="79"/>
                  <a:pt x="19" y="79"/>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6" name="Freeform 24"/>
          <p:cNvSpPr>
            <a:spLocks noEditPoints="1"/>
          </p:cNvSpPr>
          <p:nvPr/>
        </p:nvSpPr>
        <p:spPr bwMode="auto">
          <a:xfrm>
            <a:off x="9263063" y="1708150"/>
            <a:ext cx="971550" cy="2233612"/>
          </a:xfrm>
          <a:custGeom>
            <a:avLst/>
            <a:gdLst>
              <a:gd name="T0" fmla="*/ 245 w 255"/>
              <a:gd name="T1" fmla="*/ 164 h 586"/>
              <a:gd name="T2" fmla="*/ 235 w 255"/>
              <a:gd name="T3" fmla="*/ 166 h 586"/>
              <a:gd name="T4" fmla="*/ 221 w 255"/>
              <a:gd name="T5" fmla="*/ 166 h 586"/>
              <a:gd name="T6" fmla="*/ 216 w 255"/>
              <a:gd name="T7" fmla="*/ 174 h 586"/>
              <a:gd name="T8" fmla="*/ 210 w 255"/>
              <a:gd name="T9" fmla="*/ 178 h 586"/>
              <a:gd name="T10" fmla="*/ 204 w 255"/>
              <a:gd name="T11" fmla="*/ 195 h 586"/>
              <a:gd name="T12" fmla="*/ 193 w 255"/>
              <a:gd name="T13" fmla="*/ 212 h 586"/>
              <a:gd name="T14" fmla="*/ 201 w 255"/>
              <a:gd name="T15" fmla="*/ 222 h 586"/>
              <a:gd name="T16" fmla="*/ 199 w 255"/>
              <a:gd name="T17" fmla="*/ 233 h 586"/>
              <a:gd name="T18" fmla="*/ 187 w 255"/>
              <a:gd name="T19" fmla="*/ 257 h 586"/>
              <a:gd name="T20" fmla="*/ 173 w 255"/>
              <a:gd name="T21" fmla="*/ 266 h 586"/>
              <a:gd name="T22" fmla="*/ 157 w 255"/>
              <a:gd name="T23" fmla="*/ 278 h 586"/>
              <a:gd name="T24" fmla="*/ 145 w 255"/>
              <a:gd name="T25" fmla="*/ 289 h 586"/>
              <a:gd name="T26" fmla="*/ 138 w 255"/>
              <a:gd name="T27" fmla="*/ 301 h 586"/>
              <a:gd name="T28" fmla="*/ 131 w 255"/>
              <a:gd name="T29" fmla="*/ 314 h 586"/>
              <a:gd name="T30" fmla="*/ 123 w 255"/>
              <a:gd name="T31" fmla="*/ 321 h 586"/>
              <a:gd name="T32" fmla="*/ 121 w 255"/>
              <a:gd name="T33" fmla="*/ 342 h 586"/>
              <a:gd name="T34" fmla="*/ 118 w 255"/>
              <a:gd name="T35" fmla="*/ 356 h 586"/>
              <a:gd name="T36" fmla="*/ 118 w 255"/>
              <a:gd name="T37" fmla="*/ 389 h 586"/>
              <a:gd name="T38" fmla="*/ 136 w 255"/>
              <a:gd name="T39" fmla="*/ 397 h 586"/>
              <a:gd name="T40" fmla="*/ 143 w 255"/>
              <a:gd name="T41" fmla="*/ 403 h 586"/>
              <a:gd name="T42" fmla="*/ 150 w 255"/>
              <a:gd name="T43" fmla="*/ 424 h 586"/>
              <a:gd name="T44" fmla="*/ 125 w 255"/>
              <a:gd name="T45" fmla="*/ 434 h 586"/>
              <a:gd name="T46" fmla="*/ 100 w 255"/>
              <a:gd name="T47" fmla="*/ 434 h 586"/>
              <a:gd name="T48" fmla="*/ 121 w 255"/>
              <a:gd name="T49" fmla="*/ 444 h 586"/>
              <a:gd name="T50" fmla="*/ 139 w 255"/>
              <a:gd name="T51" fmla="*/ 441 h 586"/>
              <a:gd name="T52" fmla="*/ 128 w 255"/>
              <a:gd name="T53" fmla="*/ 449 h 586"/>
              <a:gd name="T54" fmla="*/ 102 w 255"/>
              <a:gd name="T55" fmla="*/ 467 h 586"/>
              <a:gd name="T56" fmla="*/ 111 w 255"/>
              <a:gd name="T57" fmla="*/ 483 h 586"/>
              <a:gd name="T58" fmla="*/ 104 w 255"/>
              <a:gd name="T59" fmla="*/ 495 h 586"/>
              <a:gd name="T60" fmla="*/ 107 w 255"/>
              <a:gd name="T61" fmla="*/ 514 h 586"/>
              <a:gd name="T62" fmla="*/ 102 w 255"/>
              <a:gd name="T63" fmla="*/ 537 h 586"/>
              <a:gd name="T64" fmla="*/ 91 w 255"/>
              <a:gd name="T65" fmla="*/ 559 h 586"/>
              <a:gd name="T66" fmla="*/ 70 w 255"/>
              <a:gd name="T67" fmla="*/ 562 h 586"/>
              <a:gd name="T68" fmla="*/ 45 w 255"/>
              <a:gd name="T69" fmla="*/ 585 h 586"/>
              <a:gd name="T70" fmla="*/ 26 w 255"/>
              <a:gd name="T71" fmla="*/ 553 h 586"/>
              <a:gd name="T72" fmla="*/ 23 w 255"/>
              <a:gd name="T73" fmla="*/ 530 h 586"/>
              <a:gd name="T74" fmla="*/ 12 w 255"/>
              <a:gd name="T75" fmla="*/ 501 h 586"/>
              <a:gd name="T76" fmla="*/ 5 w 255"/>
              <a:gd name="T77" fmla="*/ 481 h 586"/>
              <a:gd name="T78" fmla="*/ 7 w 255"/>
              <a:gd name="T79" fmla="*/ 458 h 586"/>
              <a:gd name="T80" fmla="*/ 27 w 255"/>
              <a:gd name="T81" fmla="*/ 406 h 586"/>
              <a:gd name="T82" fmla="*/ 23 w 255"/>
              <a:gd name="T83" fmla="*/ 350 h 586"/>
              <a:gd name="T84" fmla="*/ 20 w 255"/>
              <a:gd name="T85" fmla="*/ 289 h 586"/>
              <a:gd name="T86" fmla="*/ 54 w 255"/>
              <a:gd name="T87" fmla="*/ 248 h 586"/>
              <a:gd name="T88" fmla="*/ 65 w 255"/>
              <a:gd name="T89" fmla="*/ 188 h 586"/>
              <a:gd name="T90" fmla="*/ 84 w 255"/>
              <a:gd name="T91" fmla="*/ 131 h 586"/>
              <a:gd name="T92" fmla="*/ 117 w 255"/>
              <a:gd name="T93" fmla="*/ 55 h 586"/>
              <a:gd name="T94" fmla="*/ 137 w 255"/>
              <a:gd name="T95" fmla="*/ 27 h 586"/>
              <a:gd name="T96" fmla="*/ 175 w 255"/>
              <a:gd name="T97" fmla="*/ 29 h 586"/>
              <a:gd name="T98" fmla="*/ 191 w 255"/>
              <a:gd name="T99" fmla="*/ 8 h 586"/>
              <a:gd name="T100" fmla="*/ 215 w 255"/>
              <a:gd name="T101" fmla="*/ 31 h 586"/>
              <a:gd name="T102" fmla="*/ 243 w 255"/>
              <a:gd name="T103" fmla="*/ 57 h 586"/>
              <a:gd name="T104" fmla="*/ 244 w 255"/>
              <a:gd name="T105" fmla="*/ 94 h 586"/>
              <a:gd name="T106" fmla="*/ 243 w 255"/>
              <a:gd name="T107" fmla="*/ 136 h 586"/>
              <a:gd name="T108" fmla="*/ 105 w 255"/>
              <a:gd name="T109" fmla="*/ 554 h 586"/>
              <a:gd name="T110" fmla="*/ 107 w 255"/>
              <a:gd name="T111" fmla="*/ 532 h 586"/>
              <a:gd name="T112" fmla="*/ 149 w 255"/>
              <a:gd name="T113" fmla="*/ 511 h 586"/>
              <a:gd name="T114" fmla="*/ 159 w 255"/>
              <a:gd name="T115" fmla="*/ 493 h 586"/>
              <a:gd name="T116" fmla="*/ 137 w 255"/>
              <a:gd name="T117" fmla="*/ 50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5" h="586">
                <a:moveTo>
                  <a:pt x="254" y="163"/>
                </a:moveTo>
                <a:cubicBezTo>
                  <a:pt x="255" y="164"/>
                  <a:pt x="255" y="165"/>
                  <a:pt x="255" y="167"/>
                </a:cubicBezTo>
                <a:cubicBezTo>
                  <a:pt x="254" y="166"/>
                  <a:pt x="253" y="165"/>
                  <a:pt x="252" y="166"/>
                </a:cubicBezTo>
                <a:cubicBezTo>
                  <a:pt x="251" y="166"/>
                  <a:pt x="250" y="166"/>
                  <a:pt x="250" y="166"/>
                </a:cubicBezTo>
                <a:cubicBezTo>
                  <a:pt x="250" y="167"/>
                  <a:pt x="250" y="167"/>
                  <a:pt x="250" y="168"/>
                </a:cubicBezTo>
                <a:cubicBezTo>
                  <a:pt x="250" y="166"/>
                  <a:pt x="248" y="167"/>
                  <a:pt x="248" y="166"/>
                </a:cubicBezTo>
                <a:cubicBezTo>
                  <a:pt x="247" y="166"/>
                  <a:pt x="247" y="165"/>
                  <a:pt x="247" y="165"/>
                </a:cubicBezTo>
                <a:cubicBezTo>
                  <a:pt x="246" y="164"/>
                  <a:pt x="246" y="164"/>
                  <a:pt x="245" y="164"/>
                </a:cubicBezTo>
                <a:cubicBezTo>
                  <a:pt x="244" y="164"/>
                  <a:pt x="244" y="166"/>
                  <a:pt x="243" y="166"/>
                </a:cubicBezTo>
                <a:cubicBezTo>
                  <a:pt x="243" y="165"/>
                  <a:pt x="242" y="165"/>
                  <a:pt x="241" y="165"/>
                </a:cubicBezTo>
                <a:cubicBezTo>
                  <a:pt x="241" y="164"/>
                  <a:pt x="240" y="164"/>
                  <a:pt x="240" y="164"/>
                </a:cubicBezTo>
                <a:cubicBezTo>
                  <a:pt x="240" y="165"/>
                  <a:pt x="240" y="166"/>
                  <a:pt x="240" y="167"/>
                </a:cubicBezTo>
                <a:cubicBezTo>
                  <a:pt x="239" y="166"/>
                  <a:pt x="238" y="166"/>
                  <a:pt x="238" y="165"/>
                </a:cubicBezTo>
                <a:cubicBezTo>
                  <a:pt x="238" y="165"/>
                  <a:pt x="238" y="166"/>
                  <a:pt x="237" y="166"/>
                </a:cubicBezTo>
                <a:cubicBezTo>
                  <a:pt x="237" y="165"/>
                  <a:pt x="236" y="164"/>
                  <a:pt x="236" y="164"/>
                </a:cubicBezTo>
                <a:cubicBezTo>
                  <a:pt x="235" y="165"/>
                  <a:pt x="235" y="166"/>
                  <a:pt x="235" y="166"/>
                </a:cubicBezTo>
                <a:cubicBezTo>
                  <a:pt x="235" y="168"/>
                  <a:pt x="234" y="170"/>
                  <a:pt x="233" y="170"/>
                </a:cubicBezTo>
                <a:cubicBezTo>
                  <a:pt x="233" y="169"/>
                  <a:pt x="233" y="168"/>
                  <a:pt x="233" y="167"/>
                </a:cubicBezTo>
                <a:cubicBezTo>
                  <a:pt x="232" y="166"/>
                  <a:pt x="231" y="166"/>
                  <a:pt x="230" y="166"/>
                </a:cubicBezTo>
                <a:cubicBezTo>
                  <a:pt x="228" y="164"/>
                  <a:pt x="227" y="161"/>
                  <a:pt x="225" y="160"/>
                </a:cubicBezTo>
                <a:cubicBezTo>
                  <a:pt x="225" y="162"/>
                  <a:pt x="226" y="165"/>
                  <a:pt x="225" y="167"/>
                </a:cubicBezTo>
                <a:cubicBezTo>
                  <a:pt x="224" y="167"/>
                  <a:pt x="224" y="165"/>
                  <a:pt x="224" y="165"/>
                </a:cubicBezTo>
                <a:cubicBezTo>
                  <a:pt x="223" y="165"/>
                  <a:pt x="222" y="166"/>
                  <a:pt x="222" y="166"/>
                </a:cubicBezTo>
                <a:cubicBezTo>
                  <a:pt x="222" y="166"/>
                  <a:pt x="222" y="166"/>
                  <a:pt x="221" y="166"/>
                </a:cubicBezTo>
                <a:cubicBezTo>
                  <a:pt x="221" y="165"/>
                  <a:pt x="222" y="164"/>
                  <a:pt x="221" y="163"/>
                </a:cubicBezTo>
                <a:cubicBezTo>
                  <a:pt x="220" y="162"/>
                  <a:pt x="218" y="163"/>
                  <a:pt x="218" y="165"/>
                </a:cubicBezTo>
                <a:cubicBezTo>
                  <a:pt x="218" y="166"/>
                  <a:pt x="219" y="167"/>
                  <a:pt x="218" y="168"/>
                </a:cubicBezTo>
                <a:cubicBezTo>
                  <a:pt x="218" y="168"/>
                  <a:pt x="217" y="168"/>
                  <a:pt x="216" y="168"/>
                </a:cubicBezTo>
                <a:cubicBezTo>
                  <a:pt x="218" y="169"/>
                  <a:pt x="218" y="169"/>
                  <a:pt x="218" y="170"/>
                </a:cubicBezTo>
                <a:cubicBezTo>
                  <a:pt x="218" y="171"/>
                  <a:pt x="217" y="171"/>
                  <a:pt x="217" y="171"/>
                </a:cubicBezTo>
                <a:cubicBezTo>
                  <a:pt x="218" y="172"/>
                  <a:pt x="218" y="172"/>
                  <a:pt x="218" y="172"/>
                </a:cubicBezTo>
                <a:cubicBezTo>
                  <a:pt x="219" y="174"/>
                  <a:pt x="217" y="174"/>
                  <a:pt x="216" y="174"/>
                </a:cubicBezTo>
                <a:cubicBezTo>
                  <a:pt x="216" y="174"/>
                  <a:pt x="221" y="174"/>
                  <a:pt x="220" y="177"/>
                </a:cubicBezTo>
                <a:cubicBezTo>
                  <a:pt x="217" y="176"/>
                  <a:pt x="214" y="175"/>
                  <a:pt x="213" y="173"/>
                </a:cubicBezTo>
                <a:cubicBezTo>
                  <a:pt x="211" y="172"/>
                  <a:pt x="210" y="169"/>
                  <a:pt x="207" y="169"/>
                </a:cubicBezTo>
                <a:cubicBezTo>
                  <a:pt x="208" y="170"/>
                  <a:pt x="208" y="170"/>
                  <a:pt x="209" y="171"/>
                </a:cubicBezTo>
                <a:cubicBezTo>
                  <a:pt x="210" y="172"/>
                  <a:pt x="210" y="173"/>
                  <a:pt x="210" y="174"/>
                </a:cubicBezTo>
                <a:cubicBezTo>
                  <a:pt x="212" y="176"/>
                  <a:pt x="213" y="176"/>
                  <a:pt x="215" y="178"/>
                </a:cubicBezTo>
                <a:cubicBezTo>
                  <a:pt x="214" y="178"/>
                  <a:pt x="213" y="179"/>
                  <a:pt x="212" y="179"/>
                </a:cubicBezTo>
                <a:cubicBezTo>
                  <a:pt x="212" y="179"/>
                  <a:pt x="211" y="178"/>
                  <a:pt x="210" y="178"/>
                </a:cubicBezTo>
                <a:cubicBezTo>
                  <a:pt x="210" y="180"/>
                  <a:pt x="213" y="180"/>
                  <a:pt x="213" y="181"/>
                </a:cubicBezTo>
                <a:cubicBezTo>
                  <a:pt x="212" y="183"/>
                  <a:pt x="211" y="182"/>
                  <a:pt x="211" y="184"/>
                </a:cubicBezTo>
                <a:cubicBezTo>
                  <a:pt x="208" y="185"/>
                  <a:pt x="206" y="183"/>
                  <a:pt x="204" y="184"/>
                </a:cubicBezTo>
                <a:cubicBezTo>
                  <a:pt x="203" y="185"/>
                  <a:pt x="203" y="186"/>
                  <a:pt x="202" y="186"/>
                </a:cubicBezTo>
                <a:cubicBezTo>
                  <a:pt x="201" y="187"/>
                  <a:pt x="199" y="186"/>
                  <a:pt x="199" y="186"/>
                </a:cubicBezTo>
                <a:cubicBezTo>
                  <a:pt x="196" y="188"/>
                  <a:pt x="200" y="188"/>
                  <a:pt x="201" y="190"/>
                </a:cubicBezTo>
                <a:cubicBezTo>
                  <a:pt x="202" y="191"/>
                  <a:pt x="202" y="191"/>
                  <a:pt x="203" y="192"/>
                </a:cubicBezTo>
                <a:cubicBezTo>
                  <a:pt x="203" y="193"/>
                  <a:pt x="204" y="193"/>
                  <a:pt x="204" y="195"/>
                </a:cubicBezTo>
                <a:cubicBezTo>
                  <a:pt x="205" y="196"/>
                  <a:pt x="204" y="195"/>
                  <a:pt x="204" y="196"/>
                </a:cubicBezTo>
                <a:cubicBezTo>
                  <a:pt x="204" y="197"/>
                  <a:pt x="204" y="198"/>
                  <a:pt x="204" y="199"/>
                </a:cubicBezTo>
                <a:cubicBezTo>
                  <a:pt x="204" y="201"/>
                  <a:pt x="203" y="201"/>
                  <a:pt x="201" y="201"/>
                </a:cubicBezTo>
                <a:cubicBezTo>
                  <a:pt x="201" y="201"/>
                  <a:pt x="201" y="202"/>
                  <a:pt x="202" y="202"/>
                </a:cubicBezTo>
                <a:cubicBezTo>
                  <a:pt x="200" y="203"/>
                  <a:pt x="200" y="204"/>
                  <a:pt x="200" y="205"/>
                </a:cubicBezTo>
                <a:cubicBezTo>
                  <a:pt x="198" y="205"/>
                  <a:pt x="198" y="205"/>
                  <a:pt x="197" y="207"/>
                </a:cubicBezTo>
                <a:cubicBezTo>
                  <a:pt x="196" y="208"/>
                  <a:pt x="196" y="210"/>
                  <a:pt x="195" y="211"/>
                </a:cubicBezTo>
                <a:cubicBezTo>
                  <a:pt x="194" y="211"/>
                  <a:pt x="192" y="211"/>
                  <a:pt x="193" y="212"/>
                </a:cubicBezTo>
                <a:cubicBezTo>
                  <a:pt x="194" y="213"/>
                  <a:pt x="196" y="213"/>
                  <a:pt x="197" y="213"/>
                </a:cubicBezTo>
                <a:cubicBezTo>
                  <a:pt x="197" y="213"/>
                  <a:pt x="199" y="213"/>
                  <a:pt x="199" y="214"/>
                </a:cubicBezTo>
                <a:cubicBezTo>
                  <a:pt x="199" y="214"/>
                  <a:pt x="198" y="215"/>
                  <a:pt x="198" y="215"/>
                </a:cubicBezTo>
                <a:cubicBezTo>
                  <a:pt x="198" y="216"/>
                  <a:pt x="199" y="217"/>
                  <a:pt x="199" y="218"/>
                </a:cubicBezTo>
                <a:cubicBezTo>
                  <a:pt x="197" y="218"/>
                  <a:pt x="196" y="216"/>
                  <a:pt x="196" y="215"/>
                </a:cubicBezTo>
                <a:cubicBezTo>
                  <a:pt x="193" y="217"/>
                  <a:pt x="196" y="219"/>
                  <a:pt x="197" y="220"/>
                </a:cubicBezTo>
                <a:cubicBezTo>
                  <a:pt x="198" y="221"/>
                  <a:pt x="198" y="221"/>
                  <a:pt x="199" y="223"/>
                </a:cubicBezTo>
                <a:cubicBezTo>
                  <a:pt x="200" y="222"/>
                  <a:pt x="200" y="221"/>
                  <a:pt x="201" y="222"/>
                </a:cubicBezTo>
                <a:cubicBezTo>
                  <a:pt x="202" y="222"/>
                  <a:pt x="203" y="224"/>
                  <a:pt x="202" y="224"/>
                </a:cubicBezTo>
                <a:cubicBezTo>
                  <a:pt x="202" y="225"/>
                  <a:pt x="201" y="225"/>
                  <a:pt x="201" y="225"/>
                </a:cubicBezTo>
                <a:cubicBezTo>
                  <a:pt x="200" y="226"/>
                  <a:pt x="201" y="225"/>
                  <a:pt x="201" y="226"/>
                </a:cubicBezTo>
                <a:cubicBezTo>
                  <a:pt x="202" y="226"/>
                  <a:pt x="202" y="225"/>
                  <a:pt x="203" y="226"/>
                </a:cubicBezTo>
                <a:cubicBezTo>
                  <a:pt x="203" y="227"/>
                  <a:pt x="202" y="228"/>
                  <a:pt x="203" y="228"/>
                </a:cubicBezTo>
                <a:cubicBezTo>
                  <a:pt x="203" y="228"/>
                  <a:pt x="203" y="228"/>
                  <a:pt x="204" y="227"/>
                </a:cubicBezTo>
                <a:cubicBezTo>
                  <a:pt x="206" y="227"/>
                  <a:pt x="202" y="231"/>
                  <a:pt x="202" y="231"/>
                </a:cubicBezTo>
                <a:cubicBezTo>
                  <a:pt x="201" y="233"/>
                  <a:pt x="200" y="236"/>
                  <a:pt x="199" y="233"/>
                </a:cubicBezTo>
                <a:cubicBezTo>
                  <a:pt x="198" y="233"/>
                  <a:pt x="199" y="234"/>
                  <a:pt x="198" y="234"/>
                </a:cubicBezTo>
                <a:cubicBezTo>
                  <a:pt x="198" y="235"/>
                  <a:pt x="197" y="235"/>
                  <a:pt x="197" y="236"/>
                </a:cubicBezTo>
                <a:cubicBezTo>
                  <a:pt x="196" y="237"/>
                  <a:pt x="196" y="238"/>
                  <a:pt x="195" y="238"/>
                </a:cubicBezTo>
                <a:cubicBezTo>
                  <a:pt x="194" y="239"/>
                  <a:pt x="194" y="240"/>
                  <a:pt x="193" y="241"/>
                </a:cubicBezTo>
                <a:cubicBezTo>
                  <a:pt x="192" y="242"/>
                  <a:pt x="191" y="243"/>
                  <a:pt x="191" y="245"/>
                </a:cubicBezTo>
                <a:cubicBezTo>
                  <a:pt x="190" y="248"/>
                  <a:pt x="189" y="251"/>
                  <a:pt x="188" y="253"/>
                </a:cubicBezTo>
                <a:cubicBezTo>
                  <a:pt x="187" y="254"/>
                  <a:pt x="187" y="255"/>
                  <a:pt x="187" y="256"/>
                </a:cubicBezTo>
                <a:cubicBezTo>
                  <a:pt x="187" y="257"/>
                  <a:pt x="187" y="257"/>
                  <a:pt x="187" y="257"/>
                </a:cubicBezTo>
                <a:cubicBezTo>
                  <a:pt x="186" y="258"/>
                  <a:pt x="186" y="257"/>
                  <a:pt x="186" y="257"/>
                </a:cubicBezTo>
                <a:cubicBezTo>
                  <a:pt x="184" y="257"/>
                  <a:pt x="184" y="258"/>
                  <a:pt x="184" y="258"/>
                </a:cubicBezTo>
                <a:cubicBezTo>
                  <a:pt x="183" y="258"/>
                  <a:pt x="182" y="257"/>
                  <a:pt x="181" y="259"/>
                </a:cubicBezTo>
                <a:cubicBezTo>
                  <a:pt x="181" y="260"/>
                  <a:pt x="182" y="264"/>
                  <a:pt x="180" y="262"/>
                </a:cubicBezTo>
                <a:cubicBezTo>
                  <a:pt x="179" y="261"/>
                  <a:pt x="180" y="260"/>
                  <a:pt x="179" y="260"/>
                </a:cubicBezTo>
                <a:cubicBezTo>
                  <a:pt x="178" y="261"/>
                  <a:pt x="178" y="262"/>
                  <a:pt x="178" y="263"/>
                </a:cubicBezTo>
                <a:cubicBezTo>
                  <a:pt x="177" y="264"/>
                  <a:pt x="177" y="264"/>
                  <a:pt x="175" y="263"/>
                </a:cubicBezTo>
                <a:cubicBezTo>
                  <a:pt x="174" y="263"/>
                  <a:pt x="172" y="264"/>
                  <a:pt x="173" y="266"/>
                </a:cubicBezTo>
                <a:cubicBezTo>
                  <a:pt x="172" y="264"/>
                  <a:pt x="170" y="267"/>
                  <a:pt x="169" y="268"/>
                </a:cubicBezTo>
                <a:cubicBezTo>
                  <a:pt x="168" y="271"/>
                  <a:pt x="167" y="276"/>
                  <a:pt x="165" y="271"/>
                </a:cubicBezTo>
                <a:cubicBezTo>
                  <a:pt x="165" y="270"/>
                  <a:pt x="164" y="267"/>
                  <a:pt x="162" y="267"/>
                </a:cubicBezTo>
                <a:cubicBezTo>
                  <a:pt x="161" y="268"/>
                  <a:pt x="164" y="273"/>
                  <a:pt x="164" y="274"/>
                </a:cubicBezTo>
                <a:cubicBezTo>
                  <a:pt x="162" y="274"/>
                  <a:pt x="161" y="272"/>
                  <a:pt x="160" y="273"/>
                </a:cubicBezTo>
                <a:cubicBezTo>
                  <a:pt x="160" y="273"/>
                  <a:pt x="159" y="272"/>
                  <a:pt x="159" y="272"/>
                </a:cubicBezTo>
                <a:cubicBezTo>
                  <a:pt x="157" y="273"/>
                  <a:pt x="160" y="276"/>
                  <a:pt x="159" y="277"/>
                </a:cubicBezTo>
                <a:cubicBezTo>
                  <a:pt x="158" y="278"/>
                  <a:pt x="158" y="278"/>
                  <a:pt x="157" y="278"/>
                </a:cubicBezTo>
                <a:cubicBezTo>
                  <a:pt x="156" y="279"/>
                  <a:pt x="156" y="281"/>
                  <a:pt x="156" y="282"/>
                </a:cubicBezTo>
                <a:cubicBezTo>
                  <a:pt x="154" y="282"/>
                  <a:pt x="155" y="285"/>
                  <a:pt x="154" y="284"/>
                </a:cubicBezTo>
                <a:cubicBezTo>
                  <a:pt x="152" y="284"/>
                  <a:pt x="153" y="281"/>
                  <a:pt x="151" y="281"/>
                </a:cubicBezTo>
                <a:cubicBezTo>
                  <a:pt x="149" y="281"/>
                  <a:pt x="148" y="282"/>
                  <a:pt x="149" y="283"/>
                </a:cubicBezTo>
                <a:cubicBezTo>
                  <a:pt x="150" y="283"/>
                  <a:pt x="153" y="283"/>
                  <a:pt x="151" y="284"/>
                </a:cubicBezTo>
                <a:cubicBezTo>
                  <a:pt x="150" y="285"/>
                  <a:pt x="148" y="283"/>
                  <a:pt x="147" y="284"/>
                </a:cubicBezTo>
                <a:cubicBezTo>
                  <a:pt x="146" y="284"/>
                  <a:pt x="146" y="286"/>
                  <a:pt x="146" y="287"/>
                </a:cubicBezTo>
                <a:cubicBezTo>
                  <a:pt x="146" y="287"/>
                  <a:pt x="145" y="288"/>
                  <a:pt x="145" y="289"/>
                </a:cubicBezTo>
                <a:cubicBezTo>
                  <a:pt x="144" y="290"/>
                  <a:pt x="144" y="290"/>
                  <a:pt x="143" y="291"/>
                </a:cubicBezTo>
                <a:cubicBezTo>
                  <a:pt x="142" y="291"/>
                  <a:pt x="141" y="291"/>
                  <a:pt x="140" y="292"/>
                </a:cubicBezTo>
                <a:cubicBezTo>
                  <a:pt x="141" y="292"/>
                  <a:pt x="143" y="293"/>
                  <a:pt x="145" y="293"/>
                </a:cubicBezTo>
                <a:cubicBezTo>
                  <a:pt x="144" y="295"/>
                  <a:pt x="140" y="293"/>
                  <a:pt x="142" y="296"/>
                </a:cubicBezTo>
                <a:cubicBezTo>
                  <a:pt x="143" y="297"/>
                  <a:pt x="145" y="297"/>
                  <a:pt x="144" y="298"/>
                </a:cubicBezTo>
                <a:cubicBezTo>
                  <a:pt x="143" y="299"/>
                  <a:pt x="141" y="300"/>
                  <a:pt x="141" y="300"/>
                </a:cubicBezTo>
                <a:cubicBezTo>
                  <a:pt x="140" y="300"/>
                  <a:pt x="140" y="298"/>
                  <a:pt x="139" y="298"/>
                </a:cubicBezTo>
                <a:cubicBezTo>
                  <a:pt x="138" y="298"/>
                  <a:pt x="138" y="300"/>
                  <a:pt x="138" y="301"/>
                </a:cubicBezTo>
                <a:cubicBezTo>
                  <a:pt x="137" y="303"/>
                  <a:pt x="136" y="300"/>
                  <a:pt x="135" y="299"/>
                </a:cubicBezTo>
                <a:cubicBezTo>
                  <a:pt x="132" y="301"/>
                  <a:pt x="131" y="294"/>
                  <a:pt x="129" y="293"/>
                </a:cubicBezTo>
                <a:cubicBezTo>
                  <a:pt x="128" y="295"/>
                  <a:pt x="130" y="298"/>
                  <a:pt x="132" y="300"/>
                </a:cubicBezTo>
                <a:cubicBezTo>
                  <a:pt x="133" y="301"/>
                  <a:pt x="135" y="304"/>
                  <a:pt x="134" y="306"/>
                </a:cubicBezTo>
                <a:cubicBezTo>
                  <a:pt x="134" y="306"/>
                  <a:pt x="133" y="306"/>
                  <a:pt x="133" y="307"/>
                </a:cubicBezTo>
                <a:cubicBezTo>
                  <a:pt x="132" y="308"/>
                  <a:pt x="133" y="308"/>
                  <a:pt x="133" y="309"/>
                </a:cubicBezTo>
                <a:cubicBezTo>
                  <a:pt x="134" y="310"/>
                  <a:pt x="134" y="310"/>
                  <a:pt x="133" y="311"/>
                </a:cubicBezTo>
                <a:cubicBezTo>
                  <a:pt x="132" y="312"/>
                  <a:pt x="132" y="313"/>
                  <a:pt x="131" y="314"/>
                </a:cubicBezTo>
                <a:cubicBezTo>
                  <a:pt x="130" y="314"/>
                  <a:pt x="130" y="313"/>
                  <a:pt x="129" y="314"/>
                </a:cubicBezTo>
                <a:cubicBezTo>
                  <a:pt x="128" y="314"/>
                  <a:pt x="128" y="314"/>
                  <a:pt x="128" y="315"/>
                </a:cubicBezTo>
                <a:cubicBezTo>
                  <a:pt x="127" y="315"/>
                  <a:pt x="128" y="316"/>
                  <a:pt x="127" y="316"/>
                </a:cubicBezTo>
                <a:cubicBezTo>
                  <a:pt x="127" y="316"/>
                  <a:pt x="126" y="316"/>
                  <a:pt x="126" y="315"/>
                </a:cubicBezTo>
                <a:cubicBezTo>
                  <a:pt x="125" y="315"/>
                  <a:pt x="124" y="313"/>
                  <a:pt x="123" y="313"/>
                </a:cubicBezTo>
                <a:cubicBezTo>
                  <a:pt x="120" y="313"/>
                  <a:pt x="121" y="314"/>
                  <a:pt x="121" y="315"/>
                </a:cubicBezTo>
                <a:cubicBezTo>
                  <a:pt x="122" y="317"/>
                  <a:pt x="121" y="319"/>
                  <a:pt x="122" y="321"/>
                </a:cubicBezTo>
                <a:cubicBezTo>
                  <a:pt x="122" y="321"/>
                  <a:pt x="123" y="321"/>
                  <a:pt x="123" y="321"/>
                </a:cubicBezTo>
                <a:cubicBezTo>
                  <a:pt x="123" y="322"/>
                  <a:pt x="123" y="323"/>
                  <a:pt x="123" y="323"/>
                </a:cubicBezTo>
                <a:cubicBezTo>
                  <a:pt x="124" y="324"/>
                  <a:pt x="126" y="324"/>
                  <a:pt x="126" y="325"/>
                </a:cubicBezTo>
                <a:cubicBezTo>
                  <a:pt x="126" y="326"/>
                  <a:pt x="125" y="326"/>
                  <a:pt x="125" y="327"/>
                </a:cubicBezTo>
                <a:cubicBezTo>
                  <a:pt x="124" y="328"/>
                  <a:pt x="124" y="328"/>
                  <a:pt x="124" y="329"/>
                </a:cubicBezTo>
                <a:cubicBezTo>
                  <a:pt x="124" y="331"/>
                  <a:pt x="124" y="333"/>
                  <a:pt x="123" y="335"/>
                </a:cubicBezTo>
                <a:cubicBezTo>
                  <a:pt x="122" y="336"/>
                  <a:pt x="121" y="336"/>
                  <a:pt x="121" y="337"/>
                </a:cubicBezTo>
                <a:cubicBezTo>
                  <a:pt x="121" y="339"/>
                  <a:pt x="121" y="338"/>
                  <a:pt x="121" y="340"/>
                </a:cubicBezTo>
                <a:cubicBezTo>
                  <a:pt x="121" y="340"/>
                  <a:pt x="121" y="341"/>
                  <a:pt x="121" y="342"/>
                </a:cubicBezTo>
                <a:cubicBezTo>
                  <a:pt x="121" y="342"/>
                  <a:pt x="122" y="342"/>
                  <a:pt x="122" y="342"/>
                </a:cubicBezTo>
                <a:cubicBezTo>
                  <a:pt x="122" y="343"/>
                  <a:pt x="122" y="344"/>
                  <a:pt x="122" y="344"/>
                </a:cubicBezTo>
                <a:cubicBezTo>
                  <a:pt x="122" y="346"/>
                  <a:pt x="123" y="345"/>
                  <a:pt x="124" y="347"/>
                </a:cubicBezTo>
                <a:cubicBezTo>
                  <a:pt x="125" y="348"/>
                  <a:pt x="124" y="350"/>
                  <a:pt x="123" y="349"/>
                </a:cubicBezTo>
                <a:cubicBezTo>
                  <a:pt x="122" y="349"/>
                  <a:pt x="121" y="346"/>
                  <a:pt x="120" y="346"/>
                </a:cubicBezTo>
                <a:cubicBezTo>
                  <a:pt x="118" y="346"/>
                  <a:pt x="120" y="348"/>
                  <a:pt x="119" y="349"/>
                </a:cubicBezTo>
                <a:cubicBezTo>
                  <a:pt x="117" y="349"/>
                  <a:pt x="119" y="353"/>
                  <a:pt x="117" y="351"/>
                </a:cubicBezTo>
                <a:cubicBezTo>
                  <a:pt x="115" y="353"/>
                  <a:pt x="117" y="354"/>
                  <a:pt x="118" y="356"/>
                </a:cubicBezTo>
                <a:cubicBezTo>
                  <a:pt x="119" y="358"/>
                  <a:pt x="116" y="359"/>
                  <a:pt x="118" y="361"/>
                </a:cubicBezTo>
                <a:cubicBezTo>
                  <a:pt x="120" y="363"/>
                  <a:pt x="118" y="363"/>
                  <a:pt x="118" y="366"/>
                </a:cubicBezTo>
                <a:cubicBezTo>
                  <a:pt x="118" y="366"/>
                  <a:pt x="118" y="367"/>
                  <a:pt x="118" y="368"/>
                </a:cubicBezTo>
                <a:cubicBezTo>
                  <a:pt x="118" y="369"/>
                  <a:pt x="117" y="370"/>
                  <a:pt x="118" y="371"/>
                </a:cubicBezTo>
                <a:cubicBezTo>
                  <a:pt x="118" y="373"/>
                  <a:pt x="118" y="374"/>
                  <a:pt x="118" y="376"/>
                </a:cubicBezTo>
                <a:cubicBezTo>
                  <a:pt x="118" y="378"/>
                  <a:pt x="119" y="379"/>
                  <a:pt x="120" y="381"/>
                </a:cubicBezTo>
                <a:cubicBezTo>
                  <a:pt x="120" y="382"/>
                  <a:pt x="121" y="385"/>
                  <a:pt x="120" y="386"/>
                </a:cubicBezTo>
                <a:cubicBezTo>
                  <a:pt x="120" y="387"/>
                  <a:pt x="118" y="387"/>
                  <a:pt x="118" y="389"/>
                </a:cubicBezTo>
                <a:cubicBezTo>
                  <a:pt x="118" y="390"/>
                  <a:pt x="121" y="391"/>
                  <a:pt x="122" y="391"/>
                </a:cubicBezTo>
                <a:cubicBezTo>
                  <a:pt x="123" y="391"/>
                  <a:pt x="124" y="389"/>
                  <a:pt x="126" y="391"/>
                </a:cubicBezTo>
                <a:cubicBezTo>
                  <a:pt x="128" y="392"/>
                  <a:pt x="127" y="393"/>
                  <a:pt x="127" y="394"/>
                </a:cubicBezTo>
                <a:cubicBezTo>
                  <a:pt x="127" y="396"/>
                  <a:pt x="128" y="397"/>
                  <a:pt x="129" y="396"/>
                </a:cubicBezTo>
                <a:cubicBezTo>
                  <a:pt x="130" y="395"/>
                  <a:pt x="129" y="393"/>
                  <a:pt x="130" y="392"/>
                </a:cubicBezTo>
                <a:cubicBezTo>
                  <a:pt x="132" y="391"/>
                  <a:pt x="133" y="392"/>
                  <a:pt x="134" y="393"/>
                </a:cubicBezTo>
                <a:cubicBezTo>
                  <a:pt x="134" y="394"/>
                  <a:pt x="133" y="395"/>
                  <a:pt x="134" y="396"/>
                </a:cubicBezTo>
                <a:cubicBezTo>
                  <a:pt x="134" y="396"/>
                  <a:pt x="135" y="397"/>
                  <a:pt x="136" y="397"/>
                </a:cubicBezTo>
                <a:cubicBezTo>
                  <a:pt x="137" y="398"/>
                  <a:pt x="137" y="399"/>
                  <a:pt x="138" y="400"/>
                </a:cubicBezTo>
                <a:cubicBezTo>
                  <a:pt x="138" y="400"/>
                  <a:pt x="138" y="400"/>
                  <a:pt x="138" y="401"/>
                </a:cubicBezTo>
                <a:cubicBezTo>
                  <a:pt x="138" y="401"/>
                  <a:pt x="138" y="402"/>
                  <a:pt x="138" y="402"/>
                </a:cubicBezTo>
                <a:cubicBezTo>
                  <a:pt x="141" y="403"/>
                  <a:pt x="141" y="400"/>
                  <a:pt x="141" y="399"/>
                </a:cubicBezTo>
                <a:cubicBezTo>
                  <a:pt x="141" y="397"/>
                  <a:pt x="141" y="394"/>
                  <a:pt x="142" y="396"/>
                </a:cubicBezTo>
                <a:cubicBezTo>
                  <a:pt x="143" y="398"/>
                  <a:pt x="143" y="400"/>
                  <a:pt x="144" y="401"/>
                </a:cubicBezTo>
                <a:cubicBezTo>
                  <a:pt x="144" y="402"/>
                  <a:pt x="145" y="402"/>
                  <a:pt x="145" y="403"/>
                </a:cubicBezTo>
                <a:cubicBezTo>
                  <a:pt x="145" y="404"/>
                  <a:pt x="144" y="403"/>
                  <a:pt x="143" y="403"/>
                </a:cubicBezTo>
                <a:cubicBezTo>
                  <a:pt x="142" y="405"/>
                  <a:pt x="146" y="405"/>
                  <a:pt x="145" y="406"/>
                </a:cubicBezTo>
                <a:cubicBezTo>
                  <a:pt x="145" y="407"/>
                  <a:pt x="142" y="405"/>
                  <a:pt x="143" y="408"/>
                </a:cubicBezTo>
                <a:cubicBezTo>
                  <a:pt x="143" y="408"/>
                  <a:pt x="144" y="408"/>
                  <a:pt x="145" y="409"/>
                </a:cubicBezTo>
                <a:cubicBezTo>
                  <a:pt x="145" y="410"/>
                  <a:pt x="145" y="411"/>
                  <a:pt x="145" y="411"/>
                </a:cubicBezTo>
                <a:cubicBezTo>
                  <a:pt x="146" y="413"/>
                  <a:pt x="146" y="411"/>
                  <a:pt x="147" y="410"/>
                </a:cubicBezTo>
                <a:cubicBezTo>
                  <a:pt x="150" y="410"/>
                  <a:pt x="150" y="417"/>
                  <a:pt x="153" y="419"/>
                </a:cubicBezTo>
                <a:cubicBezTo>
                  <a:pt x="154" y="420"/>
                  <a:pt x="156" y="421"/>
                  <a:pt x="154" y="422"/>
                </a:cubicBezTo>
                <a:cubicBezTo>
                  <a:pt x="152" y="423"/>
                  <a:pt x="150" y="422"/>
                  <a:pt x="150" y="424"/>
                </a:cubicBezTo>
                <a:cubicBezTo>
                  <a:pt x="150" y="426"/>
                  <a:pt x="154" y="423"/>
                  <a:pt x="155" y="424"/>
                </a:cubicBezTo>
                <a:cubicBezTo>
                  <a:pt x="156" y="426"/>
                  <a:pt x="152" y="426"/>
                  <a:pt x="151" y="426"/>
                </a:cubicBezTo>
                <a:cubicBezTo>
                  <a:pt x="149" y="427"/>
                  <a:pt x="148" y="429"/>
                  <a:pt x="147" y="430"/>
                </a:cubicBezTo>
                <a:cubicBezTo>
                  <a:pt x="145" y="431"/>
                  <a:pt x="144" y="434"/>
                  <a:pt x="142" y="435"/>
                </a:cubicBezTo>
                <a:cubicBezTo>
                  <a:pt x="140" y="436"/>
                  <a:pt x="140" y="437"/>
                  <a:pt x="139" y="438"/>
                </a:cubicBezTo>
                <a:cubicBezTo>
                  <a:pt x="138" y="439"/>
                  <a:pt x="136" y="440"/>
                  <a:pt x="134" y="440"/>
                </a:cubicBezTo>
                <a:cubicBezTo>
                  <a:pt x="130" y="440"/>
                  <a:pt x="130" y="436"/>
                  <a:pt x="127" y="434"/>
                </a:cubicBezTo>
                <a:cubicBezTo>
                  <a:pt x="126" y="434"/>
                  <a:pt x="126" y="434"/>
                  <a:pt x="125" y="434"/>
                </a:cubicBezTo>
                <a:cubicBezTo>
                  <a:pt x="125" y="434"/>
                  <a:pt x="124" y="433"/>
                  <a:pt x="124" y="433"/>
                </a:cubicBezTo>
                <a:cubicBezTo>
                  <a:pt x="122" y="432"/>
                  <a:pt x="122" y="434"/>
                  <a:pt x="120" y="434"/>
                </a:cubicBezTo>
                <a:cubicBezTo>
                  <a:pt x="119" y="434"/>
                  <a:pt x="117" y="434"/>
                  <a:pt x="116" y="433"/>
                </a:cubicBezTo>
                <a:cubicBezTo>
                  <a:pt x="114" y="431"/>
                  <a:pt x="115" y="431"/>
                  <a:pt x="113" y="432"/>
                </a:cubicBezTo>
                <a:cubicBezTo>
                  <a:pt x="111" y="429"/>
                  <a:pt x="110" y="433"/>
                  <a:pt x="108" y="432"/>
                </a:cubicBezTo>
                <a:cubicBezTo>
                  <a:pt x="106" y="432"/>
                  <a:pt x="104" y="428"/>
                  <a:pt x="104" y="432"/>
                </a:cubicBezTo>
                <a:cubicBezTo>
                  <a:pt x="104" y="433"/>
                  <a:pt x="104" y="433"/>
                  <a:pt x="103" y="434"/>
                </a:cubicBezTo>
                <a:cubicBezTo>
                  <a:pt x="103" y="434"/>
                  <a:pt x="101" y="434"/>
                  <a:pt x="100" y="434"/>
                </a:cubicBezTo>
                <a:cubicBezTo>
                  <a:pt x="99" y="434"/>
                  <a:pt x="96" y="433"/>
                  <a:pt x="95" y="434"/>
                </a:cubicBezTo>
                <a:cubicBezTo>
                  <a:pt x="93" y="435"/>
                  <a:pt x="99" y="436"/>
                  <a:pt x="100" y="436"/>
                </a:cubicBezTo>
                <a:cubicBezTo>
                  <a:pt x="102" y="437"/>
                  <a:pt x="105" y="435"/>
                  <a:pt x="108" y="437"/>
                </a:cubicBezTo>
                <a:cubicBezTo>
                  <a:pt x="108" y="437"/>
                  <a:pt x="111" y="441"/>
                  <a:pt x="112" y="439"/>
                </a:cubicBezTo>
                <a:cubicBezTo>
                  <a:pt x="112" y="437"/>
                  <a:pt x="109" y="437"/>
                  <a:pt x="109" y="435"/>
                </a:cubicBezTo>
                <a:cubicBezTo>
                  <a:pt x="112" y="434"/>
                  <a:pt x="114" y="438"/>
                  <a:pt x="116" y="439"/>
                </a:cubicBezTo>
                <a:cubicBezTo>
                  <a:pt x="117" y="440"/>
                  <a:pt x="118" y="440"/>
                  <a:pt x="119" y="441"/>
                </a:cubicBezTo>
                <a:cubicBezTo>
                  <a:pt x="120" y="441"/>
                  <a:pt x="120" y="443"/>
                  <a:pt x="121" y="444"/>
                </a:cubicBezTo>
                <a:cubicBezTo>
                  <a:pt x="122" y="443"/>
                  <a:pt x="121" y="442"/>
                  <a:pt x="123" y="442"/>
                </a:cubicBezTo>
                <a:cubicBezTo>
                  <a:pt x="124" y="442"/>
                  <a:pt x="124" y="444"/>
                  <a:pt x="126" y="444"/>
                </a:cubicBezTo>
                <a:cubicBezTo>
                  <a:pt x="127" y="444"/>
                  <a:pt x="127" y="443"/>
                  <a:pt x="128" y="443"/>
                </a:cubicBezTo>
                <a:cubicBezTo>
                  <a:pt x="130" y="444"/>
                  <a:pt x="130" y="444"/>
                  <a:pt x="131" y="443"/>
                </a:cubicBezTo>
                <a:cubicBezTo>
                  <a:pt x="132" y="442"/>
                  <a:pt x="132" y="442"/>
                  <a:pt x="133" y="441"/>
                </a:cubicBezTo>
                <a:cubicBezTo>
                  <a:pt x="134" y="441"/>
                  <a:pt x="135" y="441"/>
                  <a:pt x="136" y="441"/>
                </a:cubicBezTo>
                <a:cubicBezTo>
                  <a:pt x="137" y="441"/>
                  <a:pt x="137" y="442"/>
                  <a:pt x="137" y="442"/>
                </a:cubicBezTo>
                <a:cubicBezTo>
                  <a:pt x="138" y="442"/>
                  <a:pt x="138" y="441"/>
                  <a:pt x="139" y="441"/>
                </a:cubicBezTo>
                <a:cubicBezTo>
                  <a:pt x="139" y="442"/>
                  <a:pt x="139" y="443"/>
                  <a:pt x="139" y="444"/>
                </a:cubicBezTo>
                <a:cubicBezTo>
                  <a:pt x="140" y="445"/>
                  <a:pt x="141" y="445"/>
                  <a:pt x="141" y="446"/>
                </a:cubicBezTo>
                <a:cubicBezTo>
                  <a:pt x="142" y="448"/>
                  <a:pt x="141" y="449"/>
                  <a:pt x="140" y="450"/>
                </a:cubicBezTo>
                <a:cubicBezTo>
                  <a:pt x="139" y="450"/>
                  <a:pt x="137" y="450"/>
                  <a:pt x="136" y="452"/>
                </a:cubicBezTo>
                <a:cubicBezTo>
                  <a:pt x="135" y="452"/>
                  <a:pt x="134" y="454"/>
                  <a:pt x="133" y="454"/>
                </a:cubicBezTo>
                <a:cubicBezTo>
                  <a:pt x="133" y="455"/>
                  <a:pt x="133" y="457"/>
                  <a:pt x="131" y="457"/>
                </a:cubicBezTo>
                <a:cubicBezTo>
                  <a:pt x="130" y="457"/>
                  <a:pt x="130" y="456"/>
                  <a:pt x="130" y="455"/>
                </a:cubicBezTo>
                <a:cubicBezTo>
                  <a:pt x="129" y="453"/>
                  <a:pt x="130" y="450"/>
                  <a:pt x="128" y="449"/>
                </a:cubicBezTo>
                <a:cubicBezTo>
                  <a:pt x="126" y="450"/>
                  <a:pt x="126" y="453"/>
                  <a:pt x="126" y="455"/>
                </a:cubicBezTo>
                <a:cubicBezTo>
                  <a:pt x="126" y="455"/>
                  <a:pt x="127" y="456"/>
                  <a:pt x="127" y="457"/>
                </a:cubicBezTo>
                <a:cubicBezTo>
                  <a:pt x="126" y="459"/>
                  <a:pt x="126" y="458"/>
                  <a:pt x="125" y="459"/>
                </a:cubicBezTo>
                <a:cubicBezTo>
                  <a:pt x="123" y="461"/>
                  <a:pt x="120" y="466"/>
                  <a:pt x="116" y="463"/>
                </a:cubicBezTo>
                <a:cubicBezTo>
                  <a:pt x="115" y="464"/>
                  <a:pt x="116" y="465"/>
                  <a:pt x="116" y="466"/>
                </a:cubicBezTo>
                <a:cubicBezTo>
                  <a:pt x="115" y="467"/>
                  <a:pt x="115" y="467"/>
                  <a:pt x="114" y="467"/>
                </a:cubicBezTo>
                <a:cubicBezTo>
                  <a:pt x="112" y="469"/>
                  <a:pt x="112" y="468"/>
                  <a:pt x="109" y="468"/>
                </a:cubicBezTo>
                <a:cubicBezTo>
                  <a:pt x="107" y="467"/>
                  <a:pt x="104" y="467"/>
                  <a:pt x="102" y="467"/>
                </a:cubicBezTo>
                <a:cubicBezTo>
                  <a:pt x="100" y="467"/>
                  <a:pt x="98" y="467"/>
                  <a:pt x="100" y="468"/>
                </a:cubicBezTo>
                <a:cubicBezTo>
                  <a:pt x="102" y="469"/>
                  <a:pt x="105" y="468"/>
                  <a:pt x="107" y="469"/>
                </a:cubicBezTo>
                <a:cubicBezTo>
                  <a:pt x="108" y="469"/>
                  <a:pt x="111" y="471"/>
                  <a:pt x="112" y="472"/>
                </a:cubicBezTo>
                <a:cubicBezTo>
                  <a:pt x="115" y="477"/>
                  <a:pt x="105" y="473"/>
                  <a:pt x="104" y="474"/>
                </a:cubicBezTo>
                <a:cubicBezTo>
                  <a:pt x="104" y="474"/>
                  <a:pt x="109" y="477"/>
                  <a:pt x="109" y="477"/>
                </a:cubicBezTo>
                <a:cubicBezTo>
                  <a:pt x="110" y="477"/>
                  <a:pt x="112" y="477"/>
                  <a:pt x="112" y="479"/>
                </a:cubicBezTo>
                <a:cubicBezTo>
                  <a:pt x="112" y="481"/>
                  <a:pt x="111" y="480"/>
                  <a:pt x="109" y="480"/>
                </a:cubicBezTo>
                <a:cubicBezTo>
                  <a:pt x="109" y="481"/>
                  <a:pt x="111" y="482"/>
                  <a:pt x="111" y="483"/>
                </a:cubicBezTo>
                <a:cubicBezTo>
                  <a:pt x="111" y="484"/>
                  <a:pt x="111" y="485"/>
                  <a:pt x="111" y="486"/>
                </a:cubicBezTo>
                <a:cubicBezTo>
                  <a:pt x="109" y="486"/>
                  <a:pt x="108" y="483"/>
                  <a:pt x="107" y="484"/>
                </a:cubicBezTo>
                <a:cubicBezTo>
                  <a:pt x="107" y="485"/>
                  <a:pt x="109" y="488"/>
                  <a:pt x="109" y="489"/>
                </a:cubicBezTo>
                <a:cubicBezTo>
                  <a:pt x="109" y="490"/>
                  <a:pt x="108" y="491"/>
                  <a:pt x="108" y="492"/>
                </a:cubicBezTo>
                <a:cubicBezTo>
                  <a:pt x="109" y="493"/>
                  <a:pt x="110" y="494"/>
                  <a:pt x="109" y="495"/>
                </a:cubicBezTo>
                <a:cubicBezTo>
                  <a:pt x="107" y="497"/>
                  <a:pt x="106" y="493"/>
                  <a:pt x="105" y="492"/>
                </a:cubicBezTo>
                <a:cubicBezTo>
                  <a:pt x="105" y="493"/>
                  <a:pt x="105" y="494"/>
                  <a:pt x="105" y="495"/>
                </a:cubicBezTo>
                <a:cubicBezTo>
                  <a:pt x="105" y="495"/>
                  <a:pt x="104" y="495"/>
                  <a:pt x="104" y="495"/>
                </a:cubicBezTo>
                <a:cubicBezTo>
                  <a:pt x="103" y="497"/>
                  <a:pt x="106" y="498"/>
                  <a:pt x="107" y="499"/>
                </a:cubicBezTo>
                <a:cubicBezTo>
                  <a:pt x="107" y="499"/>
                  <a:pt x="108" y="502"/>
                  <a:pt x="108" y="502"/>
                </a:cubicBezTo>
                <a:cubicBezTo>
                  <a:pt x="108" y="503"/>
                  <a:pt x="107" y="502"/>
                  <a:pt x="107" y="503"/>
                </a:cubicBezTo>
                <a:cubicBezTo>
                  <a:pt x="107" y="504"/>
                  <a:pt x="107" y="504"/>
                  <a:pt x="106" y="505"/>
                </a:cubicBezTo>
                <a:cubicBezTo>
                  <a:pt x="106" y="505"/>
                  <a:pt x="105" y="505"/>
                  <a:pt x="104" y="506"/>
                </a:cubicBezTo>
                <a:cubicBezTo>
                  <a:pt x="104" y="508"/>
                  <a:pt x="106" y="507"/>
                  <a:pt x="107" y="508"/>
                </a:cubicBezTo>
                <a:cubicBezTo>
                  <a:pt x="108" y="509"/>
                  <a:pt x="108" y="510"/>
                  <a:pt x="108" y="512"/>
                </a:cubicBezTo>
                <a:cubicBezTo>
                  <a:pt x="108" y="513"/>
                  <a:pt x="107" y="513"/>
                  <a:pt x="107" y="514"/>
                </a:cubicBezTo>
                <a:cubicBezTo>
                  <a:pt x="106" y="515"/>
                  <a:pt x="106" y="516"/>
                  <a:pt x="106" y="516"/>
                </a:cubicBezTo>
                <a:cubicBezTo>
                  <a:pt x="105" y="518"/>
                  <a:pt x="103" y="520"/>
                  <a:pt x="104" y="522"/>
                </a:cubicBezTo>
                <a:cubicBezTo>
                  <a:pt x="104" y="523"/>
                  <a:pt x="108" y="526"/>
                  <a:pt x="105" y="526"/>
                </a:cubicBezTo>
                <a:cubicBezTo>
                  <a:pt x="104" y="528"/>
                  <a:pt x="104" y="530"/>
                  <a:pt x="103" y="532"/>
                </a:cubicBezTo>
                <a:cubicBezTo>
                  <a:pt x="103" y="533"/>
                  <a:pt x="103" y="534"/>
                  <a:pt x="103" y="535"/>
                </a:cubicBezTo>
                <a:cubicBezTo>
                  <a:pt x="103" y="535"/>
                  <a:pt x="103" y="535"/>
                  <a:pt x="103" y="536"/>
                </a:cubicBezTo>
                <a:cubicBezTo>
                  <a:pt x="103" y="536"/>
                  <a:pt x="103" y="536"/>
                  <a:pt x="103" y="536"/>
                </a:cubicBezTo>
                <a:cubicBezTo>
                  <a:pt x="102" y="536"/>
                  <a:pt x="102" y="537"/>
                  <a:pt x="102" y="537"/>
                </a:cubicBezTo>
                <a:cubicBezTo>
                  <a:pt x="102" y="538"/>
                  <a:pt x="103" y="539"/>
                  <a:pt x="102" y="540"/>
                </a:cubicBezTo>
                <a:cubicBezTo>
                  <a:pt x="101" y="541"/>
                  <a:pt x="100" y="540"/>
                  <a:pt x="99" y="542"/>
                </a:cubicBezTo>
                <a:cubicBezTo>
                  <a:pt x="99" y="543"/>
                  <a:pt x="99" y="544"/>
                  <a:pt x="98" y="545"/>
                </a:cubicBezTo>
                <a:cubicBezTo>
                  <a:pt x="98" y="545"/>
                  <a:pt x="97" y="546"/>
                  <a:pt x="97" y="546"/>
                </a:cubicBezTo>
                <a:cubicBezTo>
                  <a:pt x="97" y="547"/>
                  <a:pt x="97" y="549"/>
                  <a:pt x="97" y="550"/>
                </a:cubicBezTo>
                <a:cubicBezTo>
                  <a:pt x="97" y="551"/>
                  <a:pt x="96" y="552"/>
                  <a:pt x="96" y="553"/>
                </a:cubicBezTo>
                <a:cubicBezTo>
                  <a:pt x="95" y="555"/>
                  <a:pt x="95" y="556"/>
                  <a:pt x="94" y="558"/>
                </a:cubicBezTo>
                <a:cubicBezTo>
                  <a:pt x="93" y="559"/>
                  <a:pt x="91" y="561"/>
                  <a:pt x="91" y="559"/>
                </a:cubicBezTo>
                <a:cubicBezTo>
                  <a:pt x="90" y="558"/>
                  <a:pt x="85" y="555"/>
                  <a:pt x="85" y="557"/>
                </a:cubicBezTo>
                <a:cubicBezTo>
                  <a:pt x="84" y="557"/>
                  <a:pt x="83" y="557"/>
                  <a:pt x="83" y="557"/>
                </a:cubicBezTo>
                <a:cubicBezTo>
                  <a:pt x="82" y="557"/>
                  <a:pt x="82" y="558"/>
                  <a:pt x="81" y="558"/>
                </a:cubicBezTo>
                <a:cubicBezTo>
                  <a:pt x="81" y="558"/>
                  <a:pt x="80" y="557"/>
                  <a:pt x="80" y="557"/>
                </a:cubicBezTo>
                <a:cubicBezTo>
                  <a:pt x="79" y="557"/>
                  <a:pt x="78" y="558"/>
                  <a:pt x="77" y="558"/>
                </a:cubicBezTo>
                <a:cubicBezTo>
                  <a:pt x="76" y="558"/>
                  <a:pt x="75" y="557"/>
                  <a:pt x="73" y="558"/>
                </a:cubicBezTo>
                <a:cubicBezTo>
                  <a:pt x="72" y="558"/>
                  <a:pt x="70" y="557"/>
                  <a:pt x="68" y="558"/>
                </a:cubicBezTo>
                <a:cubicBezTo>
                  <a:pt x="68" y="559"/>
                  <a:pt x="72" y="561"/>
                  <a:pt x="70" y="562"/>
                </a:cubicBezTo>
                <a:cubicBezTo>
                  <a:pt x="69" y="564"/>
                  <a:pt x="67" y="561"/>
                  <a:pt x="65" y="561"/>
                </a:cubicBezTo>
                <a:cubicBezTo>
                  <a:pt x="65" y="562"/>
                  <a:pt x="65" y="562"/>
                  <a:pt x="65" y="563"/>
                </a:cubicBezTo>
                <a:cubicBezTo>
                  <a:pt x="63" y="565"/>
                  <a:pt x="59" y="569"/>
                  <a:pt x="60" y="572"/>
                </a:cubicBezTo>
                <a:cubicBezTo>
                  <a:pt x="60" y="575"/>
                  <a:pt x="63" y="578"/>
                  <a:pt x="63" y="580"/>
                </a:cubicBezTo>
                <a:cubicBezTo>
                  <a:pt x="62" y="581"/>
                  <a:pt x="61" y="583"/>
                  <a:pt x="60" y="584"/>
                </a:cubicBezTo>
                <a:cubicBezTo>
                  <a:pt x="58" y="585"/>
                  <a:pt x="57" y="584"/>
                  <a:pt x="55" y="583"/>
                </a:cubicBezTo>
                <a:cubicBezTo>
                  <a:pt x="54" y="583"/>
                  <a:pt x="53" y="583"/>
                  <a:pt x="51" y="583"/>
                </a:cubicBezTo>
                <a:cubicBezTo>
                  <a:pt x="49" y="584"/>
                  <a:pt x="47" y="584"/>
                  <a:pt x="45" y="585"/>
                </a:cubicBezTo>
                <a:cubicBezTo>
                  <a:pt x="43" y="586"/>
                  <a:pt x="38" y="585"/>
                  <a:pt x="36" y="583"/>
                </a:cubicBezTo>
                <a:cubicBezTo>
                  <a:pt x="35" y="582"/>
                  <a:pt x="35" y="579"/>
                  <a:pt x="35" y="578"/>
                </a:cubicBezTo>
                <a:cubicBezTo>
                  <a:pt x="36" y="576"/>
                  <a:pt x="37" y="576"/>
                  <a:pt x="37" y="574"/>
                </a:cubicBezTo>
                <a:cubicBezTo>
                  <a:pt x="37" y="573"/>
                  <a:pt x="36" y="573"/>
                  <a:pt x="35" y="572"/>
                </a:cubicBezTo>
                <a:cubicBezTo>
                  <a:pt x="35" y="571"/>
                  <a:pt x="35" y="570"/>
                  <a:pt x="35" y="569"/>
                </a:cubicBezTo>
                <a:cubicBezTo>
                  <a:pt x="34" y="568"/>
                  <a:pt x="33" y="567"/>
                  <a:pt x="32" y="565"/>
                </a:cubicBezTo>
                <a:cubicBezTo>
                  <a:pt x="31" y="563"/>
                  <a:pt x="30" y="561"/>
                  <a:pt x="29" y="559"/>
                </a:cubicBezTo>
                <a:cubicBezTo>
                  <a:pt x="28" y="557"/>
                  <a:pt x="27" y="555"/>
                  <a:pt x="26" y="553"/>
                </a:cubicBezTo>
                <a:cubicBezTo>
                  <a:pt x="28" y="553"/>
                  <a:pt x="29" y="555"/>
                  <a:pt x="31" y="555"/>
                </a:cubicBezTo>
                <a:cubicBezTo>
                  <a:pt x="32" y="555"/>
                  <a:pt x="34" y="553"/>
                  <a:pt x="32" y="553"/>
                </a:cubicBezTo>
                <a:cubicBezTo>
                  <a:pt x="31" y="551"/>
                  <a:pt x="27" y="548"/>
                  <a:pt x="30" y="547"/>
                </a:cubicBezTo>
                <a:cubicBezTo>
                  <a:pt x="32" y="546"/>
                  <a:pt x="34" y="549"/>
                  <a:pt x="35" y="545"/>
                </a:cubicBezTo>
                <a:cubicBezTo>
                  <a:pt x="35" y="544"/>
                  <a:pt x="35" y="542"/>
                  <a:pt x="34" y="541"/>
                </a:cubicBezTo>
                <a:cubicBezTo>
                  <a:pt x="34" y="540"/>
                  <a:pt x="33" y="540"/>
                  <a:pt x="32" y="540"/>
                </a:cubicBezTo>
                <a:cubicBezTo>
                  <a:pt x="29" y="540"/>
                  <a:pt x="29" y="537"/>
                  <a:pt x="28" y="535"/>
                </a:cubicBezTo>
                <a:cubicBezTo>
                  <a:pt x="27" y="532"/>
                  <a:pt x="24" y="532"/>
                  <a:pt x="23" y="530"/>
                </a:cubicBezTo>
                <a:cubicBezTo>
                  <a:pt x="22" y="529"/>
                  <a:pt x="22" y="527"/>
                  <a:pt x="22" y="526"/>
                </a:cubicBezTo>
                <a:cubicBezTo>
                  <a:pt x="22" y="525"/>
                  <a:pt x="21" y="524"/>
                  <a:pt x="20" y="523"/>
                </a:cubicBezTo>
                <a:cubicBezTo>
                  <a:pt x="19" y="520"/>
                  <a:pt x="19" y="517"/>
                  <a:pt x="18" y="514"/>
                </a:cubicBezTo>
                <a:cubicBezTo>
                  <a:pt x="18" y="513"/>
                  <a:pt x="18" y="511"/>
                  <a:pt x="17" y="511"/>
                </a:cubicBezTo>
                <a:cubicBezTo>
                  <a:pt x="16" y="512"/>
                  <a:pt x="16" y="514"/>
                  <a:pt x="16" y="515"/>
                </a:cubicBezTo>
                <a:cubicBezTo>
                  <a:pt x="15" y="513"/>
                  <a:pt x="15" y="511"/>
                  <a:pt x="15" y="508"/>
                </a:cubicBezTo>
                <a:cubicBezTo>
                  <a:pt x="14" y="506"/>
                  <a:pt x="14" y="504"/>
                  <a:pt x="13" y="502"/>
                </a:cubicBezTo>
                <a:cubicBezTo>
                  <a:pt x="12" y="502"/>
                  <a:pt x="12" y="502"/>
                  <a:pt x="12" y="501"/>
                </a:cubicBezTo>
                <a:cubicBezTo>
                  <a:pt x="12" y="500"/>
                  <a:pt x="12" y="500"/>
                  <a:pt x="12" y="499"/>
                </a:cubicBezTo>
                <a:cubicBezTo>
                  <a:pt x="12" y="498"/>
                  <a:pt x="9" y="497"/>
                  <a:pt x="11" y="496"/>
                </a:cubicBezTo>
                <a:cubicBezTo>
                  <a:pt x="11" y="494"/>
                  <a:pt x="12" y="493"/>
                  <a:pt x="12" y="491"/>
                </a:cubicBezTo>
                <a:cubicBezTo>
                  <a:pt x="12" y="490"/>
                  <a:pt x="12" y="489"/>
                  <a:pt x="12" y="487"/>
                </a:cubicBezTo>
                <a:cubicBezTo>
                  <a:pt x="13" y="484"/>
                  <a:pt x="14" y="482"/>
                  <a:pt x="13" y="480"/>
                </a:cubicBezTo>
                <a:cubicBezTo>
                  <a:pt x="12" y="476"/>
                  <a:pt x="10" y="481"/>
                  <a:pt x="9" y="481"/>
                </a:cubicBezTo>
                <a:cubicBezTo>
                  <a:pt x="6" y="484"/>
                  <a:pt x="8" y="478"/>
                  <a:pt x="7" y="478"/>
                </a:cubicBezTo>
                <a:cubicBezTo>
                  <a:pt x="7" y="478"/>
                  <a:pt x="5" y="480"/>
                  <a:pt x="5" y="481"/>
                </a:cubicBezTo>
                <a:cubicBezTo>
                  <a:pt x="4" y="480"/>
                  <a:pt x="4" y="478"/>
                  <a:pt x="4" y="477"/>
                </a:cubicBezTo>
                <a:cubicBezTo>
                  <a:pt x="2" y="479"/>
                  <a:pt x="0" y="477"/>
                  <a:pt x="1" y="475"/>
                </a:cubicBezTo>
                <a:cubicBezTo>
                  <a:pt x="2" y="471"/>
                  <a:pt x="2" y="469"/>
                  <a:pt x="1" y="466"/>
                </a:cubicBezTo>
                <a:cubicBezTo>
                  <a:pt x="1" y="464"/>
                  <a:pt x="1" y="463"/>
                  <a:pt x="1" y="461"/>
                </a:cubicBezTo>
                <a:cubicBezTo>
                  <a:pt x="1" y="460"/>
                  <a:pt x="0" y="459"/>
                  <a:pt x="0" y="457"/>
                </a:cubicBezTo>
                <a:cubicBezTo>
                  <a:pt x="0" y="455"/>
                  <a:pt x="0" y="451"/>
                  <a:pt x="2" y="450"/>
                </a:cubicBezTo>
                <a:cubicBezTo>
                  <a:pt x="1" y="450"/>
                  <a:pt x="1" y="450"/>
                  <a:pt x="1" y="450"/>
                </a:cubicBezTo>
                <a:cubicBezTo>
                  <a:pt x="7" y="450"/>
                  <a:pt x="3" y="457"/>
                  <a:pt x="7" y="458"/>
                </a:cubicBezTo>
                <a:cubicBezTo>
                  <a:pt x="10" y="460"/>
                  <a:pt x="11" y="451"/>
                  <a:pt x="11" y="449"/>
                </a:cubicBezTo>
                <a:cubicBezTo>
                  <a:pt x="12" y="446"/>
                  <a:pt x="13" y="444"/>
                  <a:pt x="12" y="440"/>
                </a:cubicBezTo>
                <a:cubicBezTo>
                  <a:pt x="12" y="438"/>
                  <a:pt x="11" y="435"/>
                  <a:pt x="11" y="432"/>
                </a:cubicBezTo>
                <a:cubicBezTo>
                  <a:pt x="11" y="430"/>
                  <a:pt x="13" y="430"/>
                  <a:pt x="14" y="428"/>
                </a:cubicBezTo>
                <a:cubicBezTo>
                  <a:pt x="16" y="426"/>
                  <a:pt x="13" y="424"/>
                  <a:pt x="14" y="421"/>
                </a:cubicBezTo>
                <a:cubicBezTo>
                  <a:pt x="15" y="419"/>
                  <a:pt x="18" y="420"/>
                  <a:pt x="20" y="419"/>
                </a:cubicBezTo>
                <a:cubicBezTo>
                  <a:pt x="22" y="418"/>
                  <a:pt x="24" y="416"/>
                  <a:pt x="25" y="414"/>
                </a:cubicBezTo>
                <a:cubicBezTo>
                  <a:pt x="27" y="411"/>
                  <a:pt x="27" y="409"/>
                  <a:pt x="27" y="406"/>
                </a:cubicBezTo>
                <a:cubicBezTo>
                  <a:pt x="27" y="403"/>
                  <a:pt x="28" y="401"/>
                  <a:pt x="28" y="398"/>
                </a:cubicBezTo>
                <a:cubicBezTo>
                  <a:pt x="28" y="393"/>
                  <a:pt x="24" y="388"/>
                  <a:pt x="23" y="383"/>
                </a:cubicBezTo>
                <a:cubicBezTo>
                  <a:pt x="23" y="381"/>
                  <a:pt x="21" y="377"/>
                  <a:pt x="23" y="375"/>
                </a:cubicBezTo>
                <a:cubicBezTo>
                  <a:pt x="24" y="374"/>
                  <a:pt x="28" y="374"/>
                  <a:pt x="30" y="374"/>
                </a:cubicBezTo>
                <a:cubicBezTo>
                  <a:pt x="31" y="373"/>
                  <a:pt x="31" y="371"/>
                  <a:pt x="32" y="369"/>
                </a:cubicBezTo>
                <a:cubicBezTo>
                  <a:pt x="33" y="367"/>
                  <a:pt x="33" y="366"/>
                  <a:pt x="33" y="363"/>
                </a:cubicBezTo>
                <a:cubicBezTo>
                  <a:pt x="33" y="360"/>
                  <a:pt x="31" y="355"/>
                  <a:pt x="28" y="353"/>
                </a:cubicBezTo>
                <a:cubicBezTo>
                  <a:pt x="26" y="352"/>
                  <a:pt x="24" y="352"/>
                  <a:pt x="23" y="350"/>
                </a:cubicBezTo>
                <a:cubicBezTo>
                  <a:pt x="21" y="348"/>
                  <a:pt x="20" y="346"/>
                  <a:pt x="20" y="344"/>
                </a:cubicBezTo>
                <a:cubicBezTo>
                  <a:pt x="20" y="341"/>
                  <a:pt x="21" y="339"/>
                  <a:pt x="21" y="336"/>
                </a:cubicBezTo>
                <a:cubicBezTo>
                  <a:pt x="22" y="334"/>
                  <a:pt x="22" y="331"/>
                  <a:pt x="22" y="328"/>
                </a:cubicBezTo>
                <a:cubicBezTo>
                  <a:pt x="23" y="323"/>
                  <a:pt x="21" y="319"/>
                  <a:pt x="20" y="314"/>
                </a:cubicBezTo>
                <a:cubicBezTo>
                  <a:pt x="19" y="312"/>
                  <a:pt x="18" y="310"/>
                  <a:pt x="19" y="308"/>
                </a:cubicBezTo>
                <a:cubicBezTo>
                  <a:pt x="19" y="305"/>
                  <a:pt x="20" y="303"/>
                  <a:pt x="19" y="300"/>
                </a:cubicBezTo>
                <a:cubicBezTo>
                  <a:pt x="18" y="298"/>
                  <a:pt x="18" y="297"/>
                  <a:pt x="19" y="295"/>
                </a:cubicBezTo>
                <a:cubicBezTo>
                  <a:pt x="20" y="292"/>
                  <a:pt x="21" y="292"/>
                  <a:pt x="20" y="289"/>
                </a:cubicBezTo>
                <a:cubicBezTo>
                  <a:pt x="18" y="285"/>
                  <a:pt x="15" y="281"/>
                  <a:pt x="18" y="276"/>
                </a:cubicBezTo>
                <a:cubicBezTo>
                  <a:pt x="19" y="274"/>
                  <a:pt x="21" y="273"/>
                  <a:pt x="21" y="270"/>
                </a:cubicBezTo>
                <a:cubicBezTo>
                  <a:pt x="21" y="268"/>
                  <a:pt x="20" y="267"/>
                  <a:pt x="22" y="264"/>
                </a:cubicBezTo>
                <a:cubicBezTo>
                  <a:pt x="24" y="261"/>
                  <a:pt x="26" y="256"/>
                  <a:pt x="28" y="252"/>
                </a:cubicBezTo>
                <a:cubicBezTo>
                  <a:pt x="31" y="249"/>
                  <a:pt x="36" y="246"/>
                  <a:pt x="40" y="245"/>
                </a:cubicBezTo>
                <a:cubicBezTo>
                  <a:pt x="42" y="245"/>
                  <a:pt x="45" y="245"/>
                  <a:pt x="47" y="246"/>
                </a:cubicBezTo>
                <a:cubicBezTo>
                  <a:pt x="48" y="246"/>
                  <a:pt x="49" y="246"/>
                  <a:pt x="50" y="246"/>
                </a:cubicBezTo>
                <a:cubicBezTo>
                  <a:pt x="51" y="246"/>
                  <a:pt x="53" y="248"/>
                  <a:pt x="54" y="248"/>
                </a:cubicBezTo>
                <a:cubicBezTo>
                  <a:pt x="58" y="248"/>
                  <a:pt x="59" y="240"/>
                  <a:pt x="59" y="237"/>
                </a:cubicBezTo>
                <a:cubicBezTo>
                  <a:pt x="59" y="235"/>
                  <a:pt x="59" y="233"/>
                  <a:pt x="59" y="231"/>
                </a:cubicBezTo>
                <a:cubicBezTo>
                  <a:pt x="58" y="228"/>
                  <a:pt x="57" y="228"/>
                  <a:pt x="55" y="226"/>
                </a:cubicBezTo>
                <a:cubicBezTo>
                  <a:pt x="52" y="225"/>
                  <a:pt x="47" y="222"/>
                  <a:pt x="50" y="218"/>
                </a:cubicBezTo>
                <a:cubicBezTo>
                  <a:pt x="51" y="217"/>
                  <a:pt x="53" y="215"/>
                  <a:pt x="54" y="214"/>
                </a:cubicBezTo>
                <a:cubicBezTo>
                  <a:pt x="55" y="212"/>
                  <a:pt x="56" y="209"/>
                  <a:pt x="57" y="207"/>
                </a:cubicBezTo>
                <a:cubicBezTo>
                  <a:pt x="59" y="203"/>
                  <a:pt x="62" y="199"/>
                  <a:pt x="63" y="195"/>
                </a:cubicBezTo>
                <a:cubicBezTo>
                  <a:pt x="63" y="192"/>
                  <a:pt x="64" y="191"/>
                  <a:pt x="65" y="188"/>
                </a:cubicBezTo>
                <a:cubicBezTo>
                  <a:pt x="66" y="186"/>
                  <a:pt x="66" y="184"/>
                  <a:pt x="66" y="181"/>
                </a:cubicBezTo>
                <a:cubicBezTo>
                  <a:pt x="66" y="179"/>
                  <a:pt x="66" y="176"/>
                  <a:pt x="66" y="173"/>
                </a:cubicBezTo>
                <a:cubicBezTo>
                  <a:pt x="66" y="171"/>
                  <a:pt x="68" y="169"/>
                  <a:pt x="68" y="166"/>
                </a:cubicBezTo>
                <a:cubicBezTo>
                  <a:pt x="69" y="162"/>
                  <a:pt x="67" y="158"/>
                  <a:pt x="66" y="154"/>
                </a:cubicBezTo>
                <a:cubicBezTo>
                  <a:pt x="65" y="148"/>
                  <a:pt x="70" y="150"/>
                  <a:pt x="74" y="149"/>
                </a:cubicBezTo>
                <a:cubicBezTo>
                  <a:pt x="76" y="148"/>
                  <a:pt x="78" y="147"/>
                  <a:pt x="80" y="146"/>
                </a:cubicBezTo>
                <a:cubicBezTo>
                  <a:pt x="81" y="145"/>
                  <a:pt x="83" y="144"/>
                  <a:pt x="84" y="143"/>
                </a:cubicBezTo>
                <a:cubicBezTo>
                  <a:pt x="86" y="139"/>
                  <a:pt x="82" y="135"/>
                  <a:pt x="84" y="131"/>
                </a:cubicBezTo>
                <a:cubicBezTo>
                  <a:pt x="85" y="129"/>
                  <a:pt x="87" y="128"/>
                  <a:pt x="88" y="127"/>
                </a:cubicBezTo>
                <a:cubicBezTo>
                  <a:pt x="90" y="124"/>
                  <a:pt x="90" y="122"/>
                  <a:pt x="91" y="120"/>
                </a:cubicBezTo>
                <a:cubicBezTo>
                  <a:pt x="92" y="115"/>
                  <a:pt x="95" y="111"/>
                  <a:pt x="99" y="108"/>
                </a:cubicBezTo>
                <a:cubicBezTo>
                  <a:pt x="102" y="106"/>
                  <a:pt x="104" y="102"/>
                  <a:pt x="103" y="98"/>
                </a:cubicBezTo>
                <a:cubicBezTo>
                  <a:pt x="103" y="93"/>
                  <a:pt x="98" y="90"/>
                  <a:pt x="97" y="86"/>
                </a:cubicBezTo>
                <a:cubicBezTo>
                  <a:pt x="96" y="80"/>
                  <a:pt x="101" y="82"/>
                  <a:pt x="104" y="79"/>
                </a:cubicBezTo>
                <a:cubicBezTo>
                  <a:pt x="107" y="76"/>
                  <a:pt x="107" y="70"/>
                  <a:pt x="108" y="65"/>
                </a:cubicBezTo>
                <a:cubicBezTo>
                  <a:pt x="109" y="61"/>
                  <a:pt x="114" y="58"/>
                  <a:pt x="117" y="55"/>
                </a:cubicBezTo>
                <a:cubicBezTo>
                  <a:pt x="118" y="54"/>
                  <a:pt x="119" y="51"/>
                  <a:pt x="121" y="51"/>
                </a:cubicBezTo>
                <a:cubicBezTo>
                  <a:pt x="122" y="51"/>
                  <a:pt x="125" y="53"/>
                  <a:pt x="126" y="54"/>
                </a:cubicBezTo>
                <a:cubicBezTo>
                  <a:pt x="128" y="55"/>
                  <a:pt x="130" y="57"/>
                  <a:pt x="132" y="57"/>
                </a:cubicBezTo>
                <a:cubicBezTo>
                  <a:pt x="133" y="57"/>
                  <a:pt x="133" y="55"/>
                  <a:pt x="134" y="54"/>
                </a:cubicBezTo>
                <a:cubicBezTo>
                  <a:pt x="135" y="52"/>
                  <a:pt x="136" y="50"/>
                  <a:pt x="137" y="48"/>
                </a:cubicBezTo>
                <a:cubicBezTo>
                  <a:pt x="138" y="46"/>
                  <a:pt x="137" y="43"/>
                  <a:pt x="137" y="41"/>
                </a:cubicBezTo>
                <a:cubicBezTo>
                  <a:pt x="137" y="38"/>
                  <a:pt x="137" y="36"/>
                  <a:pt x="137" y="33"/>
                </a:cubicBezTo>
                <a:cubicBezTo>
                  <a:pt x="137" y="32"/>
                  <a:pt x="136" y="29"/>
                  <a:pt x="137" y="27"/>
                </a:cubicBezTo>
                <a:cubicBezTo>
                  <a:pt x="138" y="26"/>
                  <a:pt x="140" y="25"/>
                  <a:pt x="141" y="25"/>
                </a:cubicBezTo>
                <a:cubicBezTo>
                  <a:pt x="143" y="25"/>
                  <a:pt x="144" y="27"/>
                  <a:pt x="146" y="28"/>
                </a:cubicBezTo>
                <a:cubicBezTo>
                  <a:pt x="148" y="29"/>
                  <a:pt x="149" y="29"/>
                  <a:pt x="151" y="29"/>
                </a:cubicBezTo>
                <a:cubicBezTo>
                  <a:pt x="154" y="29"/>
                  <a:pt x="156" y="30"/>
                  <a:pt x="159" y="31"/>
                </a:cubicBezTo>
                <a:cubicBezTo>
                  <a:pt x="161" y="31"/>
                  <a:pt x="163" y="32"/>
                  <a:pt x="165" y="33"/>
                </a:cubicBezTo>
                <a:cubicBezTo>
                  <a:pt x="167" y="34"/>
                  <a:pt x="170" y="36"/>
                  <a:pt x="172" y="36"/>
                </a:cubicBezTo>
                <a:cubicBezTo>
                  <a:pt x="174" y="37"/>
                  <a:pt x="175" y="34"/>
                  <a:pt x="176" y="32"/>
                </a:cubicBezTo>
                <a:cubicBezTo>
                  <a:pt x="177" y="30"/>
                  <a:pt x="177" y="30"/>
                  <a:pt x="175" y="29"/>
                </a:cubicBezTo>
                <a:cubicBezTo>
                  <a:pt x="174" y="28"/>
                  <a:pt x="171" y="28"/>
                  <a:pt x="172" y="26"/>
                </a:cubicBezTo>
                <a:cubicBezTo>
                  <a:pt x="172" y="25"/>
                  <a:pt x="175" y="24"/>
                  <a:pt x="176" y="23"/>
                </a:cubicBezTo>
                <a:cubicBezTo>
                  <a:pt x="179" y="20"/>
                  <a:pt x="180" y="15"/>
                  <a:pt x="180" y="11"/>
                </a:cubicBezTo>
                <a:cubicBezTo>
                  <a:pt x="180" y="9"/>
                  <a:pt x="180" y="7"/>
                  <a:pt x="178" y="5"/>
                </a:cubicBezTo>
                <a:cubicBezTo>
                  <a:pt x="177" y="3"/>
                  <a:pt x="175" y="3"/>
                  <a:pt x="176" y="0"/>
                </a:cubicBezTo>
                <a:cubicBezTo>
                  <a:pt x="181" y="1"/>
                  <a:pt x="185" y="0"/>
                  <a:pt x="190" y="3"/>
                </a:cubicBezTo>
                <a:cubicBezTo>
                  <a:pt x="192" y="4"/>
                  <a:pt x="192" y="5"/>
                  <a:pt x="191" y="6"/>
                </a:cubicBezTo>
                <a:cubicBezTo>
                  <a:pt x="190" y="8"/>
                  <a:pt x="190" y="7"/>
                  <a:pt x="191" y="8"/>
                </a:cubicBezTo>
                <a:cubicBezTo>
                  <a:pt x="192" y="9"/>
                  <a:pt x="194" y="9"/>
                  <a:pt x="195" y="10"/>
                </a:cubicBezTo>
                <a:cubicBezTo>
                  <a:pt x="196" y="11"/>
                  <a:pt x="196" y="13"/>
                  <a:pt x="197" y="14"/>
                </a:cubicBezTo>
                <a:cubicBezTo>
                  <a:pt x="198" y="16"/>
                  <a:pt x="200" y="16"/>
                  <a:pt x="201" y="18"/>
                </a:cubicBezTo>
                <a:cubicBezTo>
                  <a:pt x="202" y="19"/>
                  <a:pt x="201" y="19"/>
                  <a:pt x="202" y="20"/>
                </a:cubicBezTo>
                <a:cubicBezTo>
                  <a:pt x="203" y="20"/>
                  <a:pt x="204" y="20"/>
                  <a:pt x="204" y="21"/>
                </a:cubicBezTo>
                <a:cubicBezTo>
                  <a:pt x="206" y="22"/>
                  <a:pt x="206" y="24"/>
                  <a:pt x="207" y="25"/>
                </a:cubicBezTo>
                <a:cubicBezTo>
                  <a:pt x="209" y="26"/>
                  <a:pt x="211" y="25"/>
                  <a:pt x="212" y="28"/>
                </a:cubicBezTo>
                <a:cubicBezTo>
                  <a:pt x="213" y="29"/>
                  <a:pt x="213" y="31"/>
                  <a:pt x="215" y="31"/>
                </a:cubicBezTo>
                <a:cubicBezTo>
                  <a:pt x="218" y="31"/>
                  <a:pt x="218" y="31"/>
                  <a:pt x="221" y="32"/>
                </a:cubicBezTo>
                <a:cubicBezTo>
                  <a:pt x="222" y="33"/>
                  <a:pt x="224" y="33"/>
                  <a:pt x="225" y="34"/>
                </a:cubicBezTo>
                <a:cubicBezTo>
                  <a:pt x="227" y="36"/>
                  <a:pt x="229" y="37"/>
                  <a:pt x="231" y="39"/>
                </a:cubicBezTo>
                <a:cubicBezTo>
                  <a:pt x="232" y="40"/>
                  <a:pt x="233" y="41"/>
                  <a:pt x="234" y="43"/>
                </a:cubicBezTo>
                <a:cubicBezTo>
                  <a:pt x="235" y="45"/>
                  <a:pt x="235" y="47"/>
                  <a:pt x="235" y="50"/>
                </a:cubicBezTo>
                <a:cubicBezTo>
                  <a:pt x="236" y="49"/>
                  <a:pt x="237" y="50"/>
                  <a:pt x="238" y="49"/>
                </a:cubicBezTo>
                <a:cubicBezTo>
                  <a:pt x="239" y="51"/>
                  <a:pt x="239" y="52"/>
                  <a:pt x="240" y="54"/>
                </a:cubicBezTo>
                <a:cubicBezTo>
                  <a:pt x="241" y="55"/>
                  <a:pt x="242" y="56"/>
                  <a:pt x="243" y="57"/>
                </a:cubicBezTo>
                <a:cubicBezTo>
                  <a:pt x="245" y="59"/>
                  <a:pt x="244" y="60"/>
                  <a:pt x="243" y="61"/>
                </a:cubicBezTo>
                <a:cubicBezTo>
                  <a:pt x="241" y="63"/>
                  <a:pt x="241" y="64"/>
                  <a:pt x="241" y="66"/>
                </a:cubicBezTo>
                <a:cubicBezTo>
                  <a:pt x="241" y="68"/>
                  <a:pt x="241" y="70"/>
                  <a:pt x="242" y="72"/>
                </a:cubicBezTo>
                <a:cubicBezTo>
                  <a:pt x="242" y="74"/>
                  <a:pt x="244" y="75"/>
                  <a:pt x="243" y="76"/>
                </a:cubicBezTo>
                <a:cubicBezTo>
                  <a:pt x="243" y="78"/>
                  <a:pt x="239" y="82"/>
                  <a:pt x="242" y="84"/>
                </a:cubicBezTo>
                <a:cubicBezTo>
                  <a:pt x="243" y="85"/>
                  <a:pt x="245" y="84"/>
                  <a:pt x="246" y="86"/>
                </a:cubicBezTo>
                <a:cubicBezTo>
                  <a:pt x="246" y="87"/>
                  <a:pt x="247" y="89"/>
                  <a:pt x="247" y="90"/>
                </a:cubicBezTo>
                <a:cubicBezTo>
                  <a:pt x="247" y="92"/>
                  <a:pt x="245" y="92"/>
                  <a:pt x="244" y="94"/>
                </a:cubicBezTo>
                <a:cubicBezTo>
                  <a:pt x="243" y="95"/>
                  <a:pt x="244" y="95"/>
                  <a:pt x="244" y="96"/>
                </a:cubicBezTo>
                <a:cubicBezTo>
                  <a:pt x="244" y="97"/>
                  <a:pt x="243" y="97"/>
                  <a:pt x="243" y="98"/>
                </a:cubicBezTo>
                <a:cubicBezTo>
                  <a:pt x="243" y="100"/>
                  <a:pt x="244" y="101"/>
                  <a:pt x="244" y="103"/>
                </a:cubicBezTo>
                <a:cubicBezTo>
                  <a:pt x="245" y="105"/>
                  <a:pt x="245" y="106"/>
                  <a:pt x="247" y="108"/>
                </a:cubicBezTo>
                <a:cubicBezTo>
                  <a:pt x="249" y="111"/>
                  <a:pt x="251" y="113"/>
                  <a:pt x="251" y="117"/>
                </a:cubicBezTo>
                <a:cubicBezTo>
                  <a:pt x="247" y="119"/>
                  <a:pt x="249" y="124"/>
                  <a:pt x="249" y="128"/>
                </a:cubicBezTo>
                <a:cubicBezTo>
                  <a:pt x="249" y="129"/>
                  <a:pt x="248" y="131"/>
                  <a:pt x="247" y="132"/>
                </a:cubicBezTo>
                <a:cubicBezTo>
                  <a:pt x="245" y="133"/>
                  <a:pt x="243" y="134"/>
                  <a:pt x="243" y="136"/>
                </a:cubicBezTo>
                <a:cubicBezTo>
                  <a:pt x="246" y="136"/>
                  <a:pt x="245" y="142"/>
                  <a:pt x="245" y="143"/>
                </a:cubicBezTo>
                <a:cubicBezTo>
                  <a:pt x="245" y="145"/>
                  <a:pt x="245" y="146"/>
                  <a:pt x="246" y="147"/>
                </a:cubicBezTo>
                <a:cubicBezTo>
                  <a:pt x="247" y="148"/>
                  <a:pt x="248" y="148"/>
                  <a:pt x="248" y="148"/>
                </a:cubicBezTo>
                <a:cubicBezTo>
                  <a:pt x="249" y="149"/>
                  <a:pt x="249" y="150"/>
                  <a:pt x="250" y="151"/>
                </a:cubicBezTo>
                <a:cubicBezTo>
                  <a:pt x="250" y="153"/>
                  <a:pt x="252" y="155"/>
                  <a:pt x="252" y="157"/>
                </a:cubicBezTo>
                <a:cubicBezTo>
                  <a:pt x="253" y="159"/>
                  <a:pt x="253" y="161"/>
                  <a:pt x="254" y="163"/>
                </a:cubicBezTo>
                <a:close/>
                <a:moveTo>
                  <a:pt x="102" y="549"/>
                </a:moveTo>
                <a:cubicBezTo>
                  <a:pt x="101" y="551"/>
                  <a:pt x="103" y="558"/>
                  <a:pt x="105" y="554"/>
                </a:cubicBezTo>
                <a:cubicBezTo>
                  <a:pt x="106" y="553"/>
                  <a:pt x="106" y="549"/>
                  <a:pt x="107" y="548"/>
                </a:cubicBezTo>
                <a:cubicBezTo>
                  <a:pt x="107" y="545"/>
                  <a:pt x="108" y="543"/>
                  <a:pt x="109" y="540"/>
                </a:cubicBezTo>
                <a:cubicBezTo>
                  <a:pt x="110" y="536"/>
                  <a:pt x="111" y="532"/>
                  <a:pt x="112" y="528"/>
                </a:cubicBezTo>
                <a:cubicBezTo>
                  <a:pt x="112" y="525"/>
                  <a:pt x="113" y="524"/>
                  <a:pt x="114" y="522"/>
                </a:cubicBezTo>
                <a:cubicBezTo>
                  <a:pt x="115" y="520"/>
                  <a:pt x="116" y="517"/>
                  <a:pt x="116" y="515"/>
                </a:cubicBezTo>
                <a:cubicBezTo>
                  <a:pt x="113" y="516"/>
                  <a:pt x="113" y="518"/>
                  <a:pt x="112" y="521"/>
                </a:cubicBezTo>
                <a:cubicBezTo>
                  <a:pt x="112" y="523"/>
                  <a:pt x="111" y="527"/>
                  <a:pt x="110" y="529"/>
                </a:cubicBezTo>
                <a:cubicBezTo>
                  <a:pt x="109" y="531"/>
                  <a:pt x="108" y="531"/>
                  <a:pt x="107" y="532"/>
                </a:cubicBezTo>
                <a:cubicBezTo>
                  <a:pt x="106" y="533"/>
                  <a:pt x="106" y="535"/>
                  <a:pt x="106" y="537"/>
                </a:cubicBezTo>
                <a:cubicBezTo>
                  <a:pt x="105" y="540"/>
                  <a:pt x="103" y="544"/>
                  <a:pt x="103" y="547"/>
                </a:cubicBezTo>
                <a:cubicBezTo>
                  <a:pt x="102" y="548"/>
                  <a:pt x="102" y="549"/>
                  <a:pt x="102" y="549"/>
                </a:cubicBezTo>
                <a:close/>
                <a:moveTo>
                  <a:pt x="141" y="525"/>
                </a:moveTo>
                <a:cubicBezTo>
                  <a:pt x="141" y="522"/>
                  <a:pt x="145" y="521"/>
                  <a:pt x="147" y="519"/>
                </a:cubicBezTo>
                <a:cubicBezTo>
                  <a:pt x="148" y="518"/>
                  <a:pt x="147" y="518"/>
                  <a:pt x="147" y="517"/>
                </a:cubicBezTo>
                <a:cubicBezTo>
                  <a:pt x="147" y="515"/>
                  <a:pt x="149" y="515"/>
                  <a:pt x="151" y="514"/>
                </a:cubicBezTo>
                <a:cubicBezTo>
                  <a:pt x="154" y="513"/>
                  <a:pt x="150" y="512"/>
                  <a:pt x="149" y="511"/>
                </a:cubicBezTo>
                <a:cubicBezTo>
                  <a:pt x="148" y="510"/>
                  <a:pt x="149" y="509"/>
                  <a:pt x="149" y="508"/>
                </a:cubicBezTo>
                <a:cubicBezTo>
                  <a:pt x="150" y="507"/>
                  <a:pt x="149" y="507"/>
                  <a:pt x="149" y="505"/>
                </a:cubicBezTo>
                <a:cubicBezTo>
                  <a:pt x="149" y="505"/>
                  <a:pt x="149" y="504"/>
                  <a:pt x="149" y="503"/>
                </a:cubicBezTo>
                <a:cubicBezTo>
                  <a:pt x="150" y="502"/>
                  <a:pt x="151" y="502"/>
                  <a:pt x="152" y="501"/>
                </a:cubicBezTo>
                <a:cubicBezTo>
                  <a:pt x="153" y="500"/>
                  <a:pt x="152" y="499"/>
                  <a:pt x="153" y="499"/>
                </a:cubicBezTo>
                <a:cubicBezTo>
                  <a:pt x="153" y="498"/>
                  <a:pt x="154" y="498"/>
                  <a:pt x="155" y="497"/>
                </a:cubicBezTo>
                <a:cubicBezTo>
                  <a:pt x="156" y="497"/>
                  <a:pt x="156" y="496"/>
                  <a:pt x="157" y="495"/>
                </a:cubicBezTo>
                <a:cubicBezTo>
                  <a:pt x="157" y="495"/>
                  <a:pt x="159" y="494"/>
                  <a:pt x="159" y="493"/>
                </a:cubicBezTo>
                <a:cubicBezTo>
                  <a:pt x="159" y="492"/>
                  <a:pt x="157" y="492"/>
                  <a:pt x="156" y="492"/>
                </a:cubicBezTo>
                <a:cubicBezTo>
                  <a:pt x="156" y="492"/>
                  <a:pt x="151" y="498"/>
                  <a:pt x="151" y="495"/>
                </a:cubicBezTo>
                <a:cubicBezTo>
                  <a:pt x="150" y="495"/>
                  <a:pt x="151" y="497"/>
                  <a:pt x="150" y="497"/>
                </a:cubicBezTo>
                <a:cubicBezTo>
                  <a:pt x="149" y="498"/>
                  <a:pt x="148" y="495"/>
                  <a:pt x="148" y="494"/>
                </a:cubicBezTo>
                <a:cubicBezTo>
                  <a:pt x="147" y="494"/>
                  <a:pt x="147" y="496"/>
                  <a:pt x="146" y="496"/>
                </a:cubicBezTo>
                <a:cubicBezTo>
                  <a:pt x="146" y="497"/>
                  <a:pt x="146" y="497"/>
                  <a:pt x="145" y="498"/>
                </a:cubicBezTo>
                <a:cubicBezTo>
                  <a:pt x="143" y="499"/>
                  <a:pt x="142" y="500"/>
                  <a:pt x="141" y="503"/>
                </a:cubicBezTo>
                <a:cubicBezTo>
                  <a:pt x="139" y="505"/>
                  <a:pt x="137" y="506"/>
                  <a:pt x="137" y="508"/>
                </a:cubicBezTo>
                <a:cubicBezTo>
                  <a:pt x="136" y="511"/>
                  <a:pt x="137" y="513"/>
                  <a:pt x="137" y="515"/>
                </a:cubicBezTo>
                <a:cubicBezTo>
                  <a:pt x="137" y="516"/>
                  <a:pt x="137" y="517"/>
                  <a:pt x="137" y="518"/>
                </a:cubicBezTo>
                <a:cubicBezTo>
                  <a:pt x="137" y="519"/>
                  <a:pt x="137" y="520"/>
                  <a:pt x="137" y="521"/>
                </a:cubicBezTo>
                <a:cubicBezTo>
                  <a:pt x="138" y="524"/>
                  <a:pt x="138" y="525"/>
                  <a:pt x="137" y="527"/>
                </a:cubicBezTo>
                <a:cubicBezTo>
                  <a:pt x="137" y="529"/>
                  <a:pt x="136" y="532"/>
                  <a:pt x="139" y="531"/>
                </a:cubicBezTo>
                <a:cubicBezTo>
                  <a:pt x="140" y="530"/>
                  <a:pt x="141" y="526"/>
                  <a:pt x="141" y="525"/>
                </a:cubicBezTo>
              </a:path>
            </a:pathLst>
          </a:custGeom>
          <a:solidFill>
            <a:schemeClr val="accent3"/>
          </a:solidFill>
          <a:ln w="7938" cap="rnd">
            <a:solidFill>
              <a:schemeClr val="bg2"/>
            </a:solidFill>
            <a:prstDash val="solid"/>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157" name="Freeform 25"/>
          <p:cNvSpPr>
            <a:spLocks noEditPoints="1"/>
          </p:cNvSpPr>
          <p:nvPr/>
        </p:nvSpPr>
        <p:spPr bwMode="auto">
          <a:xfrm>
            <a:off x="7740650" y="5275263"/>
            <a:ext cx="1020763" cy="758825"/>
          </a:xfrm>
          <a:custGeom>
            <a:avLst/>
            <a:gdLst>
              <a:gd name="T0" fmla="*/ 230 w 268"/>
              <a:gd name="T1" fmla="*/ 60 h 199"/>
              <a:gd name="T2" fmla="*/ 197 w 268"/>
              <a:gd name="T3" fmla="*/ 84 h 199"/>
              <a:gd name="T4" fmla="*/ 176 w 268"/>
              <a:gd name="T5" fmla="*/ 114 h 199"/>
              <a:gd name="T6" fmla="*/ 183 w 268"/>
              <a:gd name="T7" fmla="*/ 136 h 199"/>
              <a:gd name="T8" fmla="*/ 168 w 268"/>
              <a:gd name="T9" fmla="*/ 152 h 199"/>
              <a:gd name="T10" fmla="*/ 157 w 268"/>
              <a:gd name="T11" fmla="*/ 161 h 199"/>
              <a:gd name="T12" fmla="*/ 139 w 268"/>
              <a:gd name="T13" fmla="*/ 182 h 199"/>
              <a:gd name="T14" fmla="*/ 116 w 268"/>
              <a:gd name="T15" fmla="*/ 182 h 199"/>
              <a:gd name="T16" fmla="*/ 89 w 268"/>
              <a:gd name="T17" fmla="*/ 187 h 199"/>
              <a:gd name="T18" fmla="*/ 72 w 268"/>
              <a:gd name="T19" fmla="*/ 199 h 199"/>
              <a:gd name="T20" fmla="*/ 60 w 268"/>
              <a:gd name="T21" fmla="*/ 187 h 199"/>
              <a:gd name="T22" fmla="*/ 49 w 268"/>
              <a:gd name="T23" fmla="*/ 172 h 199"/>
              <a:gd name="T24" fmla="*/ 35 w 268"/>
              <a:gd name="T25" fmla="*/ 160 h 199"/>
              <a:gd name="T26" fmla="*/ 46 w 268"/>
              <a:gd name="T27" fmla="*/ 145 h 199"/>
              <a:gd name="T28" fmla="*/ 40 w 268"/>
              <a:gd name="T29" fmla="*/ 136 h 199"/>
              <a:gd name="T30" fmla="*/ 45 w 268"/>
              <a:gd name="T31" fmla="*/ 123 h 199"/>
              <a:gd name="T32" fmla="*/ 39 w 268"/>
              <a:gd name="T33" fmla="*/ 118 h 199"/>
              <a:gd name="T34" fmla="*/ 44 w 268"/>
              <a:gd name="T35" fmla="*/ 108 h 199"/>
              <a:gd name="T36" fmla="*/ 45 w 268"/>
              <a:gd name="T37" fmla="*/ 96 h 199"/>
              <a:gd name="T38" fmla="*/ 48 w 268"/>
              <a:gd name="T39" fmla="*/ 88 h 199"/>
              <a:gd name="T40" fmla="*/ 48 w 268"/>
              <a:gd name="T41" fmla="*/ 82 h 199"/>
              <a:gd name="T42" fmla="*/ 49 w 268"/>
              <a:gd name="T43" fmla="*/ 72 h 199"/>
              <a:gd name="T44" fmla="*/ 53 w 268"/>
              <a:gd name="T45" fmla="*/ 56 h 199"/>
              <a:gd name="T46" fmla="*/ 50 w 268"/>
              <a:gd name="T47" fmla="*/ 49 h 199"/>
              <a:gd name="T48" fmla="*/ 43 w 268"/>
              <a:gd name="T49" fmla="*/ 50 h 199"/>
              <a:gd name="T50" fmla="*/ 37 w 268"/>
              <a:gd name="T51" fmla="*/ 53 h 199"/>
              <a:gd name="T52" fmla="*/ 27 w 268"/>
              <a:gd name="T53" fmla="*/ 50 h 199"/>
              <a:gd name="T54" fmla="*/ 22 w 268"/>
              <a:gd name="T55" fmla="*/ 46 h 199"/>
              <a:gd name="T56" fmla="*/ 9 w 268"/>
              <a:gd name="T57" fmla="*/ 45 h 199"/>
              <a:gd name="T58" fmla="*/ 9 w 268"/>
              <a:gd name="T59" fmla="*/ 37 h 199"/>
              <a:gd name="T60" fmla="*/ 5 w 268"/>
              <a:gd name="T61" fmla="*/ 31 h 199"/>
              <a:gd name="T62" fmla="*/ 3 w 268"/>
              <a:gd name="T63" fmla="*/ 27 h 199"/>
              <a:gd name="T64" fmla="*/ 3 w 268"/>
              <a:gd name="T65" fmla="*/ 18 h 199"/>
              <a:gd name="T66" fmla="*/ 10 w 268"/>
              <a:gd name="T67" fmla="*/ 13 h 199"/>
              <a:gd name="T68" fmla="*/ 20 w 268"/>
              <a:gd name="T69" fmla="*/ 9 h 199"/>
              <a:gd name="T70" fmla="*/ 30 w 268"/>
              <a:gd name="T71" fmla="*/ 2 h 199"/>
              <a:gd name="T72" fmla="*/ 44 w 268"/>
              <a:gd name="T73" fmla="*/ 8 h 199"/>
              <a:gd name="T74" fmla="*/ 67 w 268"/>
              <a:gd name="T75" fmla="*/ 4 h 199"/>
              <a:gd name="T76" fmla="*/ 83 w 268"/>
              <a:gd name="T77" fmla="*/ 8 h 199"/>
              <a:gd name="T78" fmla="*/ 114 w 268"/>
              <a:gd name="T79" fmla="*/ 9 h 199"/>
              <a:gd name="T80" fmla="*/ 123 w 268"/>
              <a:gd name="T81" fmla="*/ 12 h 199"/>
              <a:gd name="T82" fmla="*/ 131 w 268"/>
              <a:gd name="T83" fmla="*/ 11 h 199"/>
              <a:gd name="T84" fmla="*/ 147 w 268"/>
              <a:gd name="T85" fmla="*/ 12 h 199"/>
              <a:gd name="T86" fmla="*/ 153 w 268"/>
              <a:gd name="T87" fmla="*/ 20 h 199"/>
              <a:gd name="T88" fmla="*/ 168 w 268"/>
              <a:gd name="T89" fmla="*/ 24 h 199"/>
              <a:gd name="T90" fmla="*/ 184 w 268"/>
              <a:gd name="T91" fmla="*/ 29 h 199"/>
              <a:gd name="T92" fmla="*/ 200 w 268"/>
              <a:gd name="T93" fmla="*/ 27 h 199"/>
              <a:gd name="T94" fmla="*/ 211 w 268"/>
              <a:gd name="T95" fmla="*/ 37 h 199"/>
              <a:gd name="T96" fmla="*/ 223 w 268"/>
              <a:gd name="T97" fmla="*/ 38 h 199"/>
              <a:gd name="T98" fmla="*/ 234 w 268"/>
              <a:gd name="T99" fmla="*/ 39 h 199"/>
              <a:gd name="T100" fmla="*/ 243 w 268"/>
              <a:gd name="T101" fmla="*/ 37 h 199"/>
              <a:gd name="T102" fmla="*/ 244 w 268"/>
              <a:gd name="T103" fmla="*/ 43 h 199"/>
              <a:gd name="T104" fmla="*/ 213 w 268"/>
              <a:gd name="T105" fmla="*/ 122 h 199"/>
              <a:gd name="T106" fmla="*/ 210 w 268"/>
              <a:gd name="T107" fmla="*/ 129 h 199"/>
              <a:gd name="T108" fmla="*/ 235 w 268"/>
              <a:gd name="T109" fmla="*/ 113 h 199"/>
              <a:gd name="T110" fmla="*/ 246 w 268"/>
              <a:gd name="T111" fmla="*/ 115 h 199"/>
              <a:gd name="T112" fmla="*/ 244 w 268"/>
              <a:gd name="T113" fmla="*/ 104 h 199"/>
              <a:gd name="T114" fmla="*/ 234 w 268"/>
              <a:gd name="T115" fmla="*/ 105 h 199"/>
              <a:gd name="T116" fmla="*/ 258 w 268"/>
              <a:gd name="T117" fmla="*/ 102 h 199"/>
              <a:gd name="T118" fmla="*/ 257 w 268"/>
              <a:gd name="T119" fmla="*/ 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199">
                <a:moveTo>
                  <a:pt x="245" y="45"/>
                </a:moveTo>
                <a:cubicBezTo>
                  <a:pt x="247" y="47"/>
                  <a:pt x="246" y="50"/>
                  <a:pt x="245" y="51"/>
                </a:cubicBezTo>
                <a:cubicBezTo>
                  <a:pt x="243" y="53"/>
                  <a:pt x="240" y="55"/>
                  <a:pt x="238" y="56"/>
                </a:cubicBezTo>
                <a:cubicBezTo>
                  <a:pt x="236" y="57"/>
                  <a:pt x="233" y="58"/>
                  <a:pt x="230" y="60"/>
                </a:cubicBezTo>
                <a:cubicBezTo>
                  <a:pt x="227" y="61"/>
                  <a:pt x="226" y="64"/>
                  <a:pt x="224" y="66"/>
                </a:cubicBezTo>
                <a:cubicBezTo>
                  <a:pt x="220" y="69"/>
                  <a:pt x="215" y="70"/>
                  <a:pt x="210" y="71"/>
                </a:cubicBezTo>
                <a:cubicBezTo>
                  <a:pt x="204" y="72"/>
                  <a:pt x="198" y="73"/>
                  <a:pt x="196" y="79"/>
                </a:cubicBezTo>
                <a:cubicBezTo>
                  <a:pt x="199" y="80"/>
                  <a:pt x="200" y="82"/>
                  <a:pt x="197" y="84"/>
                </a:cubicBezTo>
                <a:cubicBezTo>
                  <a:pt x="195" y="86"/>
                  <a:pt x="192" y="86"/>
                  <a:pt x="191" y="89"/>
                </a:cubicBezTo>
                <a:cubicBezTo>
                  <a:pt x="189" y="91"/>
                  <a:pt x="187" y="94"/>
                  <a:pt x="185" y="96"/>
                </a:cubicBezTo>
                <a:cubicBezTo>
                  <a:pt x="183" y="99"/>
                  <a:pt x="181" y="102"/>
                  <a:pt x="179" y="105"/>
                </a:cubicBezTo>
                <a:cubicBezTo>
                  <a:pt x="177" y="108"/>
                  <a:pt x="175" y="111"/>
                  <a:pt x="176" y="114"/>
                </a:cubicBezTo>
                <a:cubicBezTo>
                  <a:pt x="176" y="116"/>
                  <a:pt x="177" y="117"/>
                  <a:pt x="177" y="119"/>
                </a:cubicBezTo>
                <a:cubicBezTo>
                  <a:pt x="177" y="121"/>
                  <a:pt x="177" y="123"/>
                  <a:pt x="178" y="124"/>
                </a:cubicBezTo>
                <a:cubicBezTo>
                  <a:pt x="179" y="127"/>
                  <a:pt x="183" y="127"/>
                  <a:pt x="185" y="130"/>
                </a:cubicBezTo>
                <a:cubicBezTo>
                  <a:pt x="187" y="133"/>
                  <a:pt x="183" y="133"/>
                  <a:pt x="183" y="136"/>
                </a:cubicBezTo>
                <a:cubicBezTo>
                  <a:pt x="181" y="136"/>
                  <a:pt x="179" y="138"/>
                  <a:pt x="177" y="139"/>
                </a:cubicBezTo>
                <a:cubicBezTo>
                  <a:pt x="174" y="140"/>
                  <a:pt x="171" y="142"/>
                  <a:pt x="172" y="145"/>
                </a:cubicBezTo>
                <a:cubicBezTo>
                  <a:pt x="169" y="145"/>
                  <a:pt x="168" y="147"/>
                  <a:pt x="168" y="150"/>
                </a:cubicBezTo>
                <a:cubicBezTo>
                  <a:pt x="168" y="150"/>
                  <a:pt x="168" y="151"/>
                  <a:pt x="168" y="152"/>
                </a:cubicBezTo>
                <a:cubicBezTo>
                  <a:pt x="167" y="153"/>
                  <a:pt x="166" y="154"/>
                  <a:pt x="166" y="155"/>
                </a:cubicBezTo>
                <a:cubicBezTo>
                  <a:pt x="166" y="157"/>
                  <a:pt x="168" y="158"/>
                  <a:pt x="168" y="159"/>
                </a:cubicBezTo>
                <a:cubicBezTo>
                  <a:pt x="168" y="162"/>
                  <a:pt x="165" y="162"/>
                  <a:pt x="163" y="162"/>
                </a:cubicBezTo>
                <a:cubicBezTo>
                  <a:pt x="161" y="162"/>
                  <a:pt x="159" y="161"/>
                  <a:pt x="157" y="161"/>
                </a:cubicBezTo>
                <a:cubicBezTo>
                  <a:pt x="154" y="162"/>
                  <a:pt x="152" y="164"/>
                  <a:pt x="150" y="165"/>
                </a:cubicBezTo>
                <a:cubicBezTo>
                  <a:pt x="149" y="167"/>
                  <a:pt x="147" y="169"/>
                  <a:pt x="146" y="171"/>
                </a:cubicBezTo>
                <a:cubicBezTo>
                  <a:pt x="145" y="173"/>
                  <a:pt x="144" y="176"/>
                  <a:pt x="142" y="178"/>
                </a:cubicBezTo>
                <a:cubicBezTo>
                  <a:pt x="142" y="179"/>
                  <a:pt x="140" y="181"/>
                  <a:pt x="139" y="182"/>
                </a:cubicBezTo>
                <a:cubicBezTo>
                  <a:pt x="138" y="182"/>
                  <a:pt x="136" y="179"/>
                  <a:pt x="134" y="179"/>
                </a:cubicBezTo>
                <a:cubicBezTo>
                  <a:pt x="132" y="179"/>
                  <a:pt x="132" y="180"/>
                  <a:pt x="131" y="181"/>
                </a:cubicBezTo>
                <a:cubicBezTo>
                  <a:pt x="129" y="184"/>
                  <a:pt x="127" y="182"/>
                  <a:pt x="124" y="182"/>
                </a:cubicBezTo>
                <a:cubicBezTo>
                  <a:pt x="122" y="181"/>
                  <a:pt x="119" y="182"/>
                  <a:pt x="116" y="182"/>
                </a:cubicBezTo>
                <a:cubicBezTo>
                  <a:pt x="113" y="183"/>
                  <a:pt x="111" y="181"/>
                  <a:pt x="109" y="181"/>
                </a:cubicBezTo>
                <a:cubicBezTo>
                  <a:pt x="106" y="181"/>
                  <a:pt x="104" y="181"/>
                  <a:pt x="101" y="182"/>
                </a:cubicBezTo>
                <a:cubicBezTo>
                  <a:pt x="99" y="182"/>
                  <a:pt x="96" y="182"/>
                  <a:pt x="95" y="183"/>
                </a:cubicBezTo>
                <a:cubicBezTo>
                  <a:pt x="93" y="184"/>
                  <a:pt x="92" y="186"/>
                  <a:pt x="89" y="187"/>
                </a:cubicBezTo>
                <a:cubicBezTo>
                  <a:pt x="86" y="188"/>
                  <a:pt x="83" y="187"/>
                  <a:pt x="81" y="188"/>
                </a:cubicBezTo>
                <a:cubicBezTo>
                  <a:pt x="79" y="189"/>
                  <a:pt x="78" y="190"/>
                  <a:pt x="78" y="192"/>
                </a:cubicBezTo>
                <a:cubicBezTo>
                  <a:pt x="77" y="194"/>
                  <a:pt x="78" y="197"/>
                  <a:pt x="76" y="195"/>
                </a:cubicBezTo>
                <a:cubicBezTo>
                  <a:pt x="74" y="197"/>
                  <a:pt x="75" y="199"/>
                  <a:pt x="72" y="199"/>
                </a:cubicBezTo>
                <a:cubicBezTo>
                  <a:pt x="70" y="199"/>
                  <a:pt x="69" y="198"/>
                  <a:pt x="68" y="197"/>
                </a:cubicBezTo>
                <a:cubicBezTo>
                  <a:pt x="66" y="195"/>
                  <a:pt x="64" y="195"/>
                  <a:pt x="63" y="194"/>
                </a:cubicBezTo>
                <a:cubicBezTo>
                  <a:pt x="61" y="193"/>
                  <a:pt x="59" y="189"/>
                  <a:pt x="59" y="187"/>
                </a:cubicBezTo>
                <a:cubicBezTo>
                  <a:pt x="59" y="187"/>
                  <a:pt x="59" y="187"/>
                  <a:pt x="60" y="187"/>
                </a:cubicBezTo>
                <a:cubicBezTo>
                  <a:pt x="61" y="185"/>
                  <a:pt x="56" y="184"/>
                  <a:pt x="56" y="181"/>
                </a:cubicBezTo>
                <a:cubicBezTo>
                  <a:pt x="56" y="180"/>
                  <a:pt x="57" y="179"/>
                  <a:pt x="56" y="178"/>
                </a:cubicBezTo>
                <a:cubicBezTo>
                  <a:pt x="56" y="177"/>
                  <a:pt x="54" y="176"/>
                  <a:pt x="53" y="175"/>
                </a:cubicBezTo>
                <a:cubicBezTo>
                  <a:pt x="52" y="174"/>
                  <a:pt x="50" y="173"/>
                  <a:pt x="49" y="172"/>
                </a:cubicBezTo>
                <a:cubicBezTo>
                  <a:pt x="48" y="171"/>
                  <a:pt x="47" y="170"/>
                  <a:pt x="46" y="170"/>
                </a:cubicBezTo>
                <a:cubicBezTo>
                  <a:pt x="44" y="169"/>
                  <a:pt x="39" y="170"/>
                  <a:pt x="36" y="170"/>
                </a:cubicBezTo>
                <a:cubicBezTo>
                  <a:pt x="36" y="168"/>
                  <a:pt x="36" y="165"/>
                  <a:pt x="36" y="163"/>
                </a:cubicBezTo>
                <a:cubicBezTo>
                  <a:pt x="35" y="161"/>
                  <a:pt x="35" y="162"/>
                  <a:pt x="35" y="160"/>
                </a:cubicBezTo>
                <a:cubicBezTo>
                  <a:pt x="36" y="158"/>
                  <a:pt x="37" y="157"/>
                  <a:pt x="38" y="155"/>
                </a:cubicBezTo>
                <a:cubicBezTo>
                  <a:pt x="39" y="154"/>
                  <a:pt x="39" y="151"/>
                  <a:pt x="40" y="151"/>
                </a:cubicBezTo>
                <a:cubicBezTo>
                  <a:pt x="42" y="149"/>
                  <a:pt x="45" y="150"/>
                  <a:pt x="46" y="147"/>
                </a:cubicBezTo>
                <a:cubicBezTo>
                  <a:pt x="46" y="147"/>
                  <a:pt x="46" y="146"/>
                  <a:pt x="46" y="145"/>
                </a:cubicBezTo>
                <a:cubicBezTo>
                  <a:pt x="45" y="145"/>
                  <a:pt x="45" y="145"/>
                  <a:pt x="44" y="146"/>
                </a:cubicBezTo>
                <a:cubicBezTo>
                  <a:pt x="42" y="146"/>
                  <a:pt x="41" y="144"/>
                  <a:pt x="40" y="142"/>
                </a:cubicBezTo>
                <a:cubicBezTo>
                  <a:pt x="39" y="140"/>
                  <a:pt x="38" y="139"/>
                  <a:pt x="38" y="137"/>
                </a:cubicBezTo>
                <a:cubicBezTo>
                  <a:pt x="39" y="137"/>
                  <a:pt x="39" y="136"/>
                  <a:pt x="40" y="136"/>
                </a:cubicBezTo>
                <a:cubicBezTo>
                  <a:pt x="40" y="135"/>
                  <a:pt x="39" y="134"/>
                  <a:pt x="39" y="134"/>
                </a:cubicBezTo>
                <a:cubicBezTo>
                  <a:pt x="40" y="131"/>
                  <a:pt x="41" y="131"/>
                  <a:pt x="43" y="130"/>
                </a:cubicBezTo>
                <a:cubicBezTo>
                  <a:pt x="44" y="129"/>
                  <a:pt x="45" y="127"/>
                  <a:pt x="45" y="126"/>
                </a:cubicBezTo>
                <a:cubicBezTo>
                  <a:pt x="45" y="125"/>
                  <a:pt x="46" y="123"/>
                  <a:pt x="45" y="123"/>
                </a:cubicBezTo>
                <a:cubicBezTo>
                  <a:pt x="44" y="122"/>
                  <a:pt x="44" y="123"/>
                  <a:pt x="43" y="123"/>
                </a:cubicBezTo>
                <a:cubicBezTo>
                  <a:pt x="42" y="122"/>
                  <a:pt x="43" y="122"/>
                  <a:pt x="42" y="122"/>
                </a:cubicBezTo>
                <a:cubicBezTo>
                  <a:pt x="41" y="121"/>
                  <a:pt x="40" y="120"/>
                  <a:pt x="40" y="120"/>
                </a:cubicBezTo>
                <a:cubicBezTo>
                  <a:pt x="39" y="119"/>
                  <a:pt x="39" y="118"/>
                  <a:pt x="39" y="118"/>
                </a:cubicBezTo>
                <a:cubicBezTo>
                  <a:pt x="39" y="117"/>
                  <a:pt x="39" y="117"/>
                  <a:pt x="39" y="116"/>
                </a:cubicBezTo>
                <a:cubicBezTo>
                  <a:pt x="39" y="116"/>
                  <a:pt x="39" y="115"/>
                  <a:pt x="39" y="115"/>
                </a:cubicBezTo>
                <a:cubicBezTo>
                  <a:pt x="38" y="113"/>
                  <a:pt x="33" y="111"/>
                  <a:pt x="35" y="108"/>
                </a:cubicBezTo>
                <a:cubicBezTo>
                  <a:pt x="37" y="106"/>
                  <a:pt x="42" y="109"/>
                  <a:pt x="44" y="108"/>
                </a:cubicBezTo>
                <a:cubicBezTo>
                  <a:pt x="45" y="107"/>
                  <a:pt x="45" y="107"/>
                  <a:pt x="45" y="106"/>
                </a:cubicBezTo>
                <a:cubicBezTo>
                  <a:pt x="45" y="105"/>
                  <a:pt x="46" y="104"/>
                  <a:pt x="46" y="104"/>
                </a:cubicBezTo>
                <a:cubicBezTo>
                  <a:pt x="47" y="103"/>
                  <a:pt x="47" y="101"/>
                  <a:pt x="47" y="99"/>
                </a:cubicBezTo>
                <a:cubicBezTo>
                  <a:pt x="47" y="98"/>
                  <a:pt x="45" y="97"/>
                  <a:pt x="45" y="96"/>
                </a:cubicBezTo>
                <a:cubicBezTo>
                  <a:pt x="44" y="95"/>
                  <a:pt x="46" y="94"/>
                  <a:pt x="46" y="93"/>
                </a:cubicBezTo>
                <a:cubicBezTo>
                  <a:pt x="47" y="93"/>
                  <a:pt x="48" y="92"/>
                  <a:pt x="49" y="92"/>
                </a:cubicBezTo>
                <a:cubicBezTo>
                  <a:pt x="49" y="91"/>
                  <a:pt x="48" y="91"/>
                  <a:pt x="48" y="90"/>
                </a:cubicBezTo>
                <a:cubicBezTo>
                  <a:pt x="48" y="89"/>
                  <a:pt x="48" y="89"/>
                  <a:pt x="48" y="88"/>
                </a:cubicBezTo>
                <a:cubicBezTo>
                  <a:pt x="48" y="87"/>
                  <a:pt x="49" y="87"/>
                  <a:pt x="48" y="86"/>
                </a:cubicBezTo>
                <a:cubicBezTo>
                  <a:pt x="48" y="86"/>
                  <a:pt x="48" y="85"/>
                  <a:pt x="48" y="85"/>
                </a:cubicBezTo>
                <a:cubicBezTo>
                  <a:pt x="48" y="84"/>
                  <a:pt x="49" y="84"/>
                  <a:pt x="49" y="83"/>
                </a:cubicBezTo>
                <a:cubicBezTo>
                  <a:pt x="49" y="82"/>
                  <a:pt x="48" y="83"/>
                  <a:pt x="48" y="82"/>
                </a:cubicBezTo>
                <a:cubicBezTo>
                  <a:pt x="48" y="81"/>
                  <a:pt x="49" y="79"/>
                  <a:pt x="48" y="78"/>
                </a:cubicBezTo>
                <a:cubicBezTo>
                  <a:pt x="48" y="77"/>
                  <a:pt x="45" y="75"/>
                  <a:pt x="46" y="73"/>
                </a:cubicBezTo>
                <a:cubicBezTo>
                  <a:pt x="47" y="73"/>
                  <a:pt x="48" y="73"/>
                  <a:pt x="48" y="73"/>
                </a:cubicBezTo>
                <a:cubicBezTo>
                  <a:pt x="49" y="73"/>
                  <a:pt x="49" y="73"/>
                  <a:pt x="49" y="72"/>
                </a:cubicBezTo>
                <a:cubicBezTo>
                  <a:pt x="50" y="71"/>
                  <a:pt x="51" y="69"/>
                  <a:pt x="52" y="68"/>
                </a:cubicBezTo>
                <a:cubicBezTo>
                  <a:pt x="54" y="66"/>
                  <a:pt x="55" y="66"/>
                  <a:pt x="57" y="64"/>
                </a:cubicBezTo>
                <a:cubicBezTo>
                  <a:pt x="58" y="63"/>
                  <a:pt x="60" y="61"/>
                  <a:pt x="60" y="60"/>
                </a:cubicBezTo>
                <a:cubicBezTo>
                  <a:pt x="59" y="55"/>
                  <a:pt x="54" y="59"/>
                  <a:pt x="53" y="56"/>
                </a:cubicBezTo>
                <a:cubicBezTo>
                  <a:pt x="53" y="54"/>
                  <a:pt x="54" y="53"/>
                  <a:pt x="54" y="51"/>
                </a:cubicBezTo>
                <a:cubicBezTo>
                  <a:pt x="54" y="51"/>
                  <a:pt x="53" y="50"/>
                  <a:pt x="53" y="50"/>
                </a:cubicBezTo>
                <a:cubicBezTo>
                  <a:pt x="53" y="49"/>
                  <a:pt x="52" y="50"/>
                  <a:pt x="52" y="50"/>
                </a:cubicBezTo>
                <a:cubicBezTo>
                  <a:pt x="51" y="50"/>
                  <a:pt x="51" y="50"/>
                  <a:pt x="50" y="49"/>
                </a:cubicBezTo>
                <a:cubicBezTo>
                  <a:pt x="49" y="49"/>
                  <a:pt x="49" y="49"/>
                  <a:pt x="48" y="49"/>
                </a:cubicBezTo>
                <a:cubicBezTo>
                  <a:pt x="48" y="49"/>
                  <a:pt x="47" y="50"/>
                  <a:pt x="47" y="50"/>
                </a:cubicBezTo>
                <a:cubicBezTo>
                  <a:pt x="46" y="50"/>
                  <a:pt x="46" y="49"/>
                  <a:pt x="45" y="49"/>
                </a:cubicBezTo>
                <a:cubicBezTo>
                  <a:pt x="45" y="49"/>
                  <a:pt x="44" y="50"/>
                  <a:pt x="43" y="50"/>
                </a:cubicBezTo>
                <a:cubicBezTo>
                  <a:pt x="43" y="48"/>
                  <a:pt x="41" y="49"/>
                  <a:pt x="41" y="49"/>
                </a:cubicBezTo>
                <a:cubicBezTo>
                  <a:pt x="41" y="50"/>
                  <a:pt x="41" y="50"/>
                  <a:pt x="41" y="51"/>
                </a:cubicBezTo>
                <a:cubicBezTo>
                  <a:pt x="40" y="52"/>
                  <a:pt x="40" y="52"/>
                  <a:pt x="39" y="52"/>
                </a:cubicBezTo>
                <a:cubicBezTo>
                  <a:pt x="39" y="52"/>
                  <a:pt x="36" y="53"/>
                  <a:pt x="37" y="53"/>
                </a:cubicBezTo>
                <a:cubicBezTo>
                  <a:pt x="36" y="53"/>
                  <a:pt x="34" y="51"/>
                  <a:pt x="34" y="53"/>
                </a:cubicBezTo>
                <a:cubicBezTo>
                  <a:pt x="33" y="54"/>
                  <a:pt x="33" y="52"/>
                  <a:pt x="33" y="52"/>
                </a:cubicBezTo>
                <a:cubicBezTo>
                  <a:pt x="32" y="52"/>
                  <a:pt x="31" y="51"/>
                  <a:pt x="30" y="51"/>
                </a:cubicBezTo>
                <a:cubicBezTo>
                  <a:pt x="29" y="53"/>
                  <a:pt x="28" y="51"/>
                  <a:pt x="27" y="50"/>
                </a:cubicBezTo>
                <a:cubicBezTo>
                  <a:pt x="27" y="50"/>
                  <a:pt x="25" y="53"/>
                  <a:pt x="24" y="53"/>
                </a:cubicBezTo>
                <a:cubicBezTo>
                  <a:pt x="23" y="53"/>
                  <a:pt x="22" y="53"/>
                  <a:pt x="21" y="52"/>
                </a:cubicBezTo>
                <a:cubicBezTo>
                  <a:pt x="21" y="50"/>
                  <a:pt x="22" y="50"/>
                  <a:pt x="23" y="48"/>
                </a:cubicBezTo>
                <a:cubicBezTo>
                  <a:pt x="25" y="46"/>
                  <a:pt x="23" y="48"/>
                  <a:pt x="22" y="46"/>
                </a:cubicBezTo>
                <a:cubicBezTo>
                  <a:pt x="20" y="46"/>
                  <a:pt x="22" y="44"/>
                  <a:pt x="20" y="44"/>
                </a:cubicBezTo>
                <a:cubicBezTo>
                  <a:pt x="19" y="44"/>
                  <a:pt x="18" y="45"/>
                  <a:pt x="16" y="46"/>
                </a:cubicBezTo>
                <a:cubicBezTo>
                  <a:pt x="13" y="46"/>
                  <a:pt x="11" y="49"/>
                  <a:pt x="8" y="52"/>
                </a:cubicBezTo>
                <a:cubicBezTo>
                  <a:pt x="8" y="50"/>
                  <a:pt x="8" y="47"/>
                  <a:pt x="9" y="45"/>
                </a:cubicBezTo>
                <a:cubicBezTo>
                  <a:pt x="10" y="43"/>
                  <a:pt x="12" y="42"/>
                  <a:pt x="13" y="40"/>
                </a:cubicBezTo>
                <a:cubicBezTo>
                  <a:pt x="12" y="39"/>
                  <a:pt x="9" y="43"/>
                  <a:pt x="9" y="41"/>
                </a:cubicBezTo>
                <a:cubicBezTo>
                  <a:pt x="8" y="40"/>
                  <a:pt x="13" y="38"/>
                  <a:pt x="12" y="37"/>
                </a:cubicBezTo>
                <a:cubicBezTo>
                  <a:pt x="12" y="36"/>
                  <a:pt x="9" y="38"/>
                  <a:pt x="9" y="37"/>
                </a:cubicBezTo>
                <a:cubicBezTo>
                  <a:pt x="7" y="36"/>
                  <a:pt x="9" y="35"/>
                  <a:pt x="9" y="34"/>
                </a:cubicBezTo>
                <a:cubicBezTo>
                  <a:pt x="10" y="32"/>
                  <a:pt x="11" y="31"/>
                  <a:pt x="9" y="31"/>
                </a:cubicBezTo>
                <a:cubicBezTo>
                  <a:pt x="8" y="32"/>
                  <a:pt x="6" y="34"/>
                  <a:pt x="6" y="35"/>
                </a:cubicBezTo>
                <a:cubicBezTo>
                  <a:pt x="5" y="34"/>
                  <a:pt x="5" y="31"/>
                  <a:pt x="5" y="31"/>
                </a:cubicBezTo>
                <a:cubicBezTo>
                  <a:pt x="5" y="29"/>
                  <a:pt x="8" y="29"/>
                  <a:pt x="8" y="27"/>
                </a:cubicBezTo>
                <a:cubicBezTo>
                  <a:pt x="7" y="27"/>
                  <a:pt x="6" y="27"/>
                  <a:pt x="6" y="27"/>
                </a:cubicBezTo>
                <a:cubicBezTo>
                  <a:pt x="5" y="27"/>
                  <a:pt x="5" y="28"/>
                  <a:pt x="4" y="28"/>
                </a:cubicBezTo>
                <a:cubicBezTo>
                  <a:pt x="3" y="28"/>
                  <a:pt x="3" y="28"/>
                  <a:pt x="3" y="27"/>
                </a:cubicBezTo>
                <a:cubicBezTo>
                  <a:pt x="3" y="26"/>
                  <a:pt x="3" y="25"/>
                  <a:pt x="3" y="24"/>
                </a:cubicBezTo>
                <a:cubicBezTo>
                  <a:pt x="2" y="23"/>
                  <a:pt x="2" y="25"/>
                  <a:pt x="1" y="23"/>
                </a:cubicBezTo>
                <a:cubicBezTo>
                  <a:pt x="0" y="22"/>
                  <a:pt x="1" y="21"/>
                  <a:pt x="1" y="20"/>
                </a:cubicBezTo>
                <a:cubicBezTo>
                  <a:pt x="2" y="19"/>
                  <a:pt x="2" y="19"/>
                  <a:pt x="3" y="18"/>
                </a:cubicBezTo>
                <a:cubicBezTo>
                  <a:pt x="3" y="18"/>
                  <a:pt x="3" y="17"/>
                  <a:pt x="3" y="17"/>
                </a:cubicBezTo>
                <a:cubicBezTo>
                  <a:pt x="4" y="15"/>
                  <a:pt x="4" y="16"/>
                  <a:pt x="5" y="16"/>
                </a:cubicBezTo>
                <a:cubicBezTo>
                  <a:pt x="6" y="15"/>
                  <a:pt x="6" y="14"/>
                  <a:pt x="7" y="13"/>
                </a:cubicBezTo>
                <a:cubicBezTo>
                  <a:pt x="8" y="12"/>
                  <a:pt x="9" y="12"/>
                  <a:pt x="10" y="13"/>
                </a:cubicBezTo>
                <a:cubicBezTo>
                  <a:pt x="12" y="13"/>
                  <a:pt x="13" y="13"/>
                  <a:pt x="15" y="12"/>
                </a:cubicBezTo>
                <a:cubicBezTo>
                  <a:pt x="16" y="12"/>
                  <a:pt x="18" y="11"/>
                  <a:pt x="20" y="11"/>
                </a:cubicBezTo>
                <a:cubicBezTo>
                  <a:pt x="20" y="12"/>
                  <a:pt x="21" y="13"/>
                  <a:pt x="21" y="11"/>
                </a:cubicBezTo>
                <a:cubicBezTo>
                  <a:pt x="21" y="11"/>
                  <a:pt x="20" y="10"/>
                  <a:pt x="20" y="9"/>
                </a:cubicBezTo>
                <a:cubicBezTo>
                  <a:pt x="20" y="8"/>
                  <a:pt x="20" y="7"/>
                  <a:pt x="21" y="6"/>
                </a:cubicBezTo>
                <a:cubicBezTo>
                  <a:pt x="23" y="5"/>
                  <a:pt x="25" y="1"/>
                  <a:pt x="28" y="1"/>
                </a:cubicBezTo>
                <a:cubicBezTo>
                  <a:pt x="28" y="2"/>
                  <a:pt x="27" y="3"/>
                  <a:pt x="28" y="3"/>
                </a:cubicBezTo>
                <a:cubicBezTo>
                  <a:pt x="28" y="3"/>
                  <a:pt x="29" y="2"/>
                  <a:pt x="30" y="2"/>
                </a:cubicBezTo>
                <a:cubicBezTo>
                  <a:pt x="32" y="0"/>
                  <a:pt x="32" y="2"/>
                  <a:pt x="34" y="2"/>
                </a:cubicBezTo>
                <a:cubicBezTo>
                  <a:pt x="36" y="2"/>
                  <a:pt x="36" y="3"/>
                  <a:pt x="38" y="4"/>
                </a:cubicBezTo>
                <a:cubicBezTo>
                  <a:pt x="40" y="6"/>
                  <a:pt x="41" y="6"/>
                  <a:pt x="44" y="6"/>
                </a:cubicBezTo>
                <a:cubicBezTo>
                  <a:pt x="44" y="6"/>
                  <a:pt x="44" y="8"/>
                  <a:pt x="44" y="8"/>
                </a:cubicBezTo>
                <a:cubicBezTo>
                  <a:pt x="45" y="7"/>
                  <a:pt x="45" y="7"/>
                  <a:pt x="46" y="6"/>
                </a:cubicBezTo>
                <a:cubicBezTo>
                  <a:pt x="47" y="6"/>
                  <a:pt x="50" y="6"/>
                  <a:pt x="51" y="6"/>
                </a:cubicBezTo>
                <a:cubicBezTo>
                  <a:pt x="55" y="6"/>
                  <a:pt x="60" y="7"/>
                  <a:pt x="64" y="6"/>
                </a:cubicBezTo>
                <a:cubicBezTo>
                  <a:pt x="65" y="6"/>
                  <a:pt x="66" y="5"/>
                  <a:pt x="67" y="4"/>
                </a:cubicBezTo>
                <a:cubicBezTo>
                  <a:pt x="68" y="3"/>
                  <a:pt x="68" y="4"/>
                  <a:pt x="70" y="5"/>
                </a:cubicBezTo>
                <a:cubicBezTo>
                  <a:pt x="71" y="6"/>
                  <a:pt x="71" y="6"/>
                  <a:pt x="73" y="6"/>
                </a:cubicBezTo>
                <a:cubicBezTo>
                  <a:pt x="75" y="7"/>
                  <a:pt x="75" y="6"/>
                  <a:pt x="76" y="8"/>
                </a:cubicBezTo>
                <a:cubicBezTo>
                  <a:pt x="78" y="7"/>
                  <a:pt x="81" y="8"/>
                  <a:pt x="83" y="8"/>
                </a:cubicBezTo>
                <a:cubicBezTo>
                  <a:pt x="85" y="9"/>
                  <a:pt x="88" y="10"/>
                  <a:pt x="90" y="10"/>
                </a:cubicBezTo>
                <a:cubicBezTo>
                  <a:pt x="96" y="12"/>
                  <a:pt x="101" y="9"/>
                  <a:pt x="107" y="8"/>
                </a:cubicBezTo>
                <a:cubicBezTo>
                  <a:pt x="107" y="11"/>
                  <a:pt x="110" y="8"/>
                  <a:pt x="112" y="7"/>
                </a:cubicBezTo>
                <a:cubicBezTo>
                  <a:pt x="113" y="7"/>
                  <a:pt x="113" y="8"/>
                  <a:pt x="114" y="9"/>
                </a:cubicBezTo>
                <a:cubicBezTo>
                  <a:pt x="115" y="9"/>
                  <a:pt x="114" y="10"/>
                  <a:pt x="116" y="10"/>
                </a:cubicBezTo>
                <a:cubicBezTo>
                  <a:pt x="116" y="10"/>
                  <a:pt x="117" y="10"/>
                  <a:pt x="118" y="10"/>
                </a:cubicBezTo>
                <a:cubicBezTo>
                  <a:pt x="119" y="10"/>
                  <a:pt x="120" y="11"/>
                  <a:pt x="120" y="11"/>
                </a:cubicBezTo>
                <a:cubicBezTo>
                  <a:pt x="121" y="12"/>
                  <a:pt x="122" y="12"/>
                  <a:pt x="123" y="12"/>
                </a:cubicBezTo>
                <a:cubicBezTo>
                  <a:pt x="124" y="11"/>
                  <a:pt x="123" y="10"/>
                  <a:pt x="124" y="10"/>
                </a:cubicBezTo>
                <a:cubicBezTo>
                  <a:pt x="125" y="9"/>
                  <a:pt x="128" y="9"/>
                  <a:pt x="129" y="10"/>
                </a:cubicBezTo>
                <a:cubicBezTo>
                  <a:pt x="129" y="10"/>
                  <a:pt x="129" y="11"/>
                  <a:pt x="130" y="11"/>
                </a:cubicBezTo>
                <a:cubicBezTo>
                  <a:pt x="130" y="11"/>
                  <a:pt x="131" y="11"/>
                  <a:pt x="131" y="11"/>
                </a:cubicBezTo>
                <a:cubicBezTo>
                  <a:pt x="132" y="11"/>
                  <a:pt x="133" y="11"/>
                  <a:pt x="133" y="12"/>
                </a:cubicBezTo>
                <a:cubicBezTo>
                  <a:pt x="136" y="13"/>
                  <a:pt x="137" y="13"/>
                  <a:pt x="139" y="13"/>
                </a:cubicBezTo>
                <a:cubicBezTo>
                  <a:pt x="142" y="13"/>
                  <a:pt x="144" y="12"/>
                  <a:pt x="146" y="11"/>
                </a:cubicBezTo>
                <a:cubicBezTo>
                  <a:pt x="147" y="12"/>
                  <a:pt x="147" y="12"/>
                  <a:pt x="147" y="12"/>
                </a:cubicBezTo>
                <a:cubicBezTo>
                  <a:pt x="147" y="13"/>
                  <a:pt x="149" y="14"/>
                  <a:pt x="150" y="14"/>
                </a:cubicBezTo>
                <a:cubicBezTo>
                  <a:pt x="151" y="15"/>
                  <a:pt x="151" y="14"/>
                  <a:pt x="153" y="14"/>
                </a:cubicBezTo>
                <a:cubicBezTo>
                  <a:pt x="154" y="14"/>
                  <a:pt x="155" y="16"/>
                  <a:pt x="154" y="17"/>
                </a:cubicBezTo>
                <a:cubicBezTo>
                  <a:pt x="154" y="18"/>
                  <a:pt x="152" y="19"/>
                  <a:pt x="153" y="20"/>
                </a:cubicBezTo>
                <a:cubicBezTo>
                  <a:pt x="154" y="22"/>
                  <a:pt x="155" y="21"/>
                  <a:pt x="156" y="21"/>
                </a:cubicBezTo>
                <a:cubicBezTo>
                  <a:pt x="158" y="20"/>
                  <a:pt x="158" y="21"/>
                  <a:pt x="160" y="22"/>
                </a:cubicBezTo>
                <a:cubicBezTo>
                  <a:pt x="161" y="23"/>
                  <a:pt x="162" y="23"/>
                  <a:pt x="164" y="23"/>
                </a:cubicBezTo>
                <a:cubicBezTo>
                  <a:pt x="166" y="23"/>
                  <a:pt x="167" y="23"/>
                  <a:pt x="168" y="24"/>
                </a:cubicBezTo>
                <a:cubicBezTo>
                  <a:pt x="169" y="26"/>
                  <a:pt x="170" y="29"/>
                  <a:pt x="173" y="28"/>
                </a:cubicBezTo>
                <a:cubicBezTo>
                  <a:pt x="174" y="27"/>
                  <a:pt x="175" y="26"/>
                  <a:pt x="176" y="26"/>
                </a:cubicBezTo>
                <a:cubicBezTo>
                  <a:pt x="178" y="26"/>
                  <a:pt x="178" y="28"/>
                  <a:pt x="179" y="29"/>
                </a:cubicBezTo>
                <a:cubicBezTo>
                  <a:pt x="181" y="30"/>
                  <a:pt x="182" y="30"/>
                  <a:pt x="184" y="29"/>
                </a:cubicBezTo>
                <a:cubicBezTo>
                  <a:pt x="185" y="29"/>
                  <a:pt x="186" y="30"/>
                  <a:pt x="188" y="30"/>
                </a:cubicBezTo>
                <a:cubicBezTo>
                  <a:pt x="188" y="30"/>
                  <a:pt x="189" y="29"/>
                  <a:pt x="190" y="29"/>
                </a:cubicBezTo>
                <a:cubicBezTo>
                  <a:pt x="192" y="30"/>
                  <a:pt x="193" y="30"/>
                  <a:pt x="195" y="29"/>
                </a:cubicBezTo>
                <a:cubicBezTo>
                  <a:pt x="195" y="25"/>
                  <a:pt x="197" y="26"/>
                  <a:pt x="200" y="27"/>
                </a:cubicBezTo>
                <a:cubicBezTo>
                  <a:pt x="201" y="28"/>
                  <a:pt x="202" y="28"/>
                  <a:pt x="204" y="28"/>
                </a:cubicBezTo>
                <a:cubicBezTo>
                  <a:pt x="205" y="29"/>
                  <a:pt x="206" y="30"/>
                  <a:pt x="209" y="30"/>
                </a:cubicBezTo>
                <a:cubicBezTo>
                  <a:pt x="209" y="31"/>
                  <a:pt x="209" y="31"/>
                  <a:pt x="210" y="32"/>
                </a:cubicBezTo>
                <a:cubicBezTo>
                  <a:pt x="210" y="33"/>
                  <a:pt x="208" y="37"/>
                  <a:pt x="211" y="37"/>
                </a:cubicBezTo>
                <a:cubicBezTo>
                  <a:pt x="212" y="38"/>
                  <a:pt x="215" y="36"/>
                  <a:pt x="216" y="35"/>
                </a:cubicBezTo>
                <a:cubicBezTo>
                  <a:pt x="217" y="37"/>
                  <a:pt x="220" y="36"/>
                  <a:pt x="220" y="37"/>
                </a:cubicBezTo>
                <a:cubicBezTo>
                  <a:pt x="221" y="37"/>
                  <a:pt x="220" y="39"/>
                  <a:pt x="221" y="39"/>
                </a:cubicBezTo>
                <a:cubicBezTo>
                  <a:pt x="222" y="39"/>
                  <a:pt x="222" y="39"/>
                  <a:pt x="223" y="38"/>
                </a:cubicBezTo>
                <a:cubicBezTo>
                  <a:pt x="223" y="38"/>
                  <a:pt x="224" y="38"/>
                  <a:pt x="225" y="37"/>
                </a:cubicBezTo>
                <a:cubicBezTo>
                  <a:pt x="226" y="37"/>
                  <a:pt x="227" y="37"/>
                  <a:pt x="228" y="37"/>
                </a:cubicBezTo>
                <a:cubicBezTo>
                  <a:pt x="230" y="38"/>
                  <a:pt x="230" y="40"/>
                  <a:pt x="232" y="39"/>
                </a:cubicBezTo>
                <a:cubicBezTo>
                  <a:pt x="233" y="39"/>
                  <a:pt x="233" y="39"/>
                  <a:pt x="234" y="39"/>
                </a:cubicBezTo>
                <a:cubicBezTo>
                  <a:pt x="234" y="38"/>
                  <a:pt x="234" y="38"/>
                  <a:pt x="235" y="38"/>
                </a:cubicBezTo>
                <a:cubicBezTo>
                  <a:pt x="235" y="38"/>
                  <a:pt x="236" y="38"/>
                  <a:pt x="237" y="38"/>
                </a:cubicBezTo>
                <a:cubicBezTo>
                  <a:pt x="238" y="37"/>
                  <a:pt x="238" y="36"/>
                  <a:pt x="240" y="36"/>
                </a:cubicBezTo>
                <a:cubicBezTo>
                  <a:pt x="241" y="36"/>
                  <a:pt x="242" y="36"/>
                  <a:pt x="243" y="37"/>
                </a:cubicBezTo>
                <a:cubicBezTo>
                  <a:pt x="244" y="37"/>
                  <a:pt x="244" y="36"/>
                  <a:pt x="245" y="37"/>
                </a:cubicBezTo>
                <a:cubicBezTo>
                  <a:pt x="245" y="38"/>
                  <a:pt x="246" y="38"/>
                  <a:pt x="246" y="39"/>
                </a:cubicBezTo>
                <a:cubicBezTo>
                  <a:pt x="247" y="40"/>
                  <a:pt x="247" y="39"/>
                  <a:pt x="248" y="41"/>
                </a:cubicBezTo>
                <a:cubicBezTo>
                  <a:pt x="247" y="42"/>
                  <a:pt x="245" y="41"/>
                  <a:pt x="244" y="43"/>
                </a:cubicBezTo>
                <a:cubicBezTo>
                  <a:pt x="242" y="44"/>
                  <a:pt x="244" y="44"/>
                  <a:pt x="245" y="45"/>
                </a:cubicBezTo>
                <a:cubicBezTo>
                  <a:pt x="246" y="46"/>
                  <a:pt x="245" y="45"/>
                  <a:pt x="245" y="45"/>
                </a:cubicBezTo>
                <a:close/>
                <a:moveTo>
                  <a:pt x="210" y="129"/>
                </a:moveTo>
                <a:cubicBezTo>
                  <a:pt x="210" y="127"/>
                  <a:pt x="216" y="123"/>
                  <a:pt x="213" y="122"/>
                </a:cubicBezTo>
                <a:cubicBezTo>
                  <a:pt x="212" y="122"/>
                  <a:pt x="209" y="123"/>
                  <a:pt x="209" y="123"/>
                </a:cubicBezTo>
                <a:cubicBezTo>
                  <a:pt x="207" y="124"/>
                  <a:pt x="208" y="126"/>
                  <a:pt x="206" y="126"/>
                </a:cubicBezTo>
                <a:cubicBezTo>
                  <a:pt x="206" y="127"/>
                  <a:pt x="206" y="127"/>
                  <a:pt x="206" y="128"/>
                </a:cubicBezTo>
                <a:cubicBezTo>
                  <a:pt x="208" y="129"/>
                  <a:pt x="209" y="130"/>
                  <a:pt x="210" y="129"/>
                </a:cubicBezTo>
                <a:cubicBezTo>
                  <a:pt x="210" y="127"/>
                  <a:pt x="209" y="130"/>
                  <a:pt x="210" y="129"/>
                </a:cubicBezTo>
                <a:close/>
                <a:moveTo>
                  <a:pt x="229" y="112"/>
                </a:moveTo>
                <a:cubicBezTo>
                  <a:pt x="231" y="113"/>
                  <a:pt x="230" y="113"/>
                  <a:pt x="232" y="112"/>
                </a:cubicBezTo>
                <a:cubicBezTo>
                  <a:pt x="233" y="112"/>
                  <a:pt x="234" y="111"/>
                  <a:pt x="235" y="113"/>
                </a:cubicBezTo>
                <a:cubicBezTo>
                  <a:pt x="236" y="114"/>
                  <a:pt x="235" y="115"/>
                  <a:pt x="237" y="116"/>
                </a:cubicBezTo>
                <a:cubicBezTo>
                  <a:pt x="238" y="116"/>
                  <a:pt x="239" y="116"/>
                  <a:pt x="241" y="117"/>
                </a:cubicBezTo>
                <a:cubicBezTo>
                  <a:pt x="242" y="118"/>
                  <a:pt x="241" y="119"/>
                  <a:pt x="243" y="118"/>
                </a:cubicBezTo>
                <a:cubicBezTo>
                  <a:pt x="244" y="117"/>
                  <a:pt x="245" y="116"/>
                  <a:pt x="246" y="115"/>
                </a:cubicBezTo>
                <a:cubicBezTo>
                  <a:pt x="247" y="113"/>
                  <a:pt x="247" y="112"/>
                  <a:pt x="248" y="110"/>
                </a:cubicBezTo>
                <a:cubicBezTo>
                  <a:pt x="249" y="109"/>
                  <a:pt x="251" y="108"/>
                  <a:pt x="250" y="107"/>
                </a:cubicBezTo>
                <a:cubicBezTo>
                  <a:pt x="248" y="104"/>
                  <a:pt x="244" y="108"/>
                  <a:pt x="243" y="105"/>
                </a:cubicBezTo>
                <a:cubicBezTo>
                  <a:pt x="243" y="105"/>
                  <a:pt x="244" y="104"/>
                  <a:pt x="244" y="104"/>
                </a:cubicBezTo>
                <a:cubicBezTo>
                  <a:pt x="244" y="103"/>
                  <a:pt x="243" y="103"/>
                  <a:pt x="243" y="102"/>
                </a:cubicBezTo>
                <a:cubicBezTo>
                  <a:pt x="243" y="101"/>
                  <a:pt x="245" y="101"/>
                  <a:pt x="243" y="101"/>
                </a:cubicBezTo>
                <a:cubicBezTo>
                  <a:pt x="242" y="101"/>
                  <a:pt x="240" y="102"/>
                  <a:pt x="239" y="102"/>
                </a:cubicBezTo>
                <a:cubicBezTo>
                  <a:pt x="237" y="103"/>
                  <a:pt x="236" y="104"/>
                  <a:pt x="234" y="105"/>
                </a:cubicBezTo>
                <a:cubicBezTo>
                  <a:pt x="232" y="107"/>
                  <a:pt x="228" y="109"/>
                  <a:pt x="228" y="112"/>
                </a:cubicBezTo>
                <a:cubicBezTo>
                  <a:pt x="228" y="112"/>
                  <a:pt x="229" y="112"/>
                  <a:pt x="229" y="112"/>
                </a:cubicBezTo>
                <a:close/>
                <a:moveTo>
                  <a:pt x="257" y="99"/>
                </a:moveTo>
                <a:cubicBezTo>
                  <a:pt x="257" y="100"/>
                  <a:pt x="257" y="101"/>
                  <a:pt x="258" y="102"/>
                </a:cubicBezTo>
                <a:cubicBezTo>
                  <a:pt x="258" y="102"/>
                  <a:pt x="260" y="102"/>
                  <a:pt x="261" y="102"/>
                </a:cubicBezTo>
                <a:cubicBezTo>
                  <a:pt x="262" y="103"/>
                  <a:pt x="265" y="105"/>
                  <a:pt x="266" y="104"/>
                </a:cubicBezTo>
                <a:cubicBezTo>
                  <a:pt x="268" y="103"/>
                  <a:pt x="266" y="101"/>
                  <a:pt x="265" y="100"/>
                </a:cubicBezTo>
                <a:cubicBezTo>
                  <a:pt x="263" y="98"/>
                  <a:pt x="260" y="98"/>
                  <a:pt x="257" y="99"/>
                </a:cubicBezTo>
                <a:cubicBezTo>
                  <a:pt x="257" y="100"/>
                  <a:pt x="260" y="98"/>
                  <a:pt x="257" y="99"/>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8" name="Freeform 26"/>
          <p:cNvSpPr>
            <a:spLocks/>
          </p:cNvSpPr>
          <p:nvPr/>
        </p:nvSpPr>
        <p:spPr bwMode="auto">
          <a:xfrm>
            <a:off x="9428163" y="4951413"/>
            <a:ext cx="234950" cy="165100"/>
          </a:xfrm>
          <a:custGeom>
            <a:avLst/>
            <a:gdLst>
              <a:gd name="T0" fmla="*/ 7 w 62"/>
              <a:gd name="T1" fmla="*/ 40 h 43"/>
              <a:gd name="T2" fmla="*/ 11 w 62"/>
              <a:gd name="T3" fmla="*/ 38 h 43"/>
              <a:gd name="T4" fmla="*/ 19 w 62"/>
              <a:gd name="T5" fmla="*/ 39 h 43"/>
              <a:gd name="T6" fmla="*/ 22 w 62"/>
              <a:gd name="T7" fmla="*/ 34 h 43"/>
              <a:gd name="T8" fmla="*/ 30 w 62"/>
              <a:gd name="T9" fmla="*/ 38 h 43"/>
              <a:gd name="T10" fmla="*/ 39 w 62"/>
              <a:gd name="T11" fmla="*/ 39 h 43"/>
              <a:gd name="T12" fmla="*/ 38 w 62"/>
              <a:gd name="T13" fmla="*/ 36 h 43"/>
              <a:gd name="T14" fmla="*/ 39 w 62"/>
              <a:gd name="T15" fmla="*/ 33 h 43"/>
              <a:gd name="T16" fmla="*/ 40 w 62"/>
              <a:gd name="T17" fmla="*/ 31 h 43"/>
              <a:gd name="T18" fmla="*/ 45 w 62"/>
              <a:gd name="T19" fmla="*/ 28 h 43"/>
              <a:gd name="T20" fmla="*/ 46 w 62"/>
              <a:gd name="T21" fmla="*/ 23 h 43"/>
              <a:gd name="T22" fmla="*/ 44 w 62"/>
              <a:gd name="T23" fmla="*/ 20 h 43"/>
              <a:gd name="T24" fmla="*/ 47 w 62"/>
              <a:gd name="T25" fmla="*/ 19 h 43"/>
              <a:gd name="T26" fmla="*/ 50 w 62"/>
              <a:gd name="T27" fmla="*/ 17 h 43"/>
              <a:gd name="T28" fmla="*/ 53 w 62"/>
              <a:gd name="T29" fmla="*/ 15 h 43"/>
              <a:gd name="T30" fmla="*/ 55 w 62"/>
              <a:gd name="T31" fmla="*/ 14 h 43"/>
              <a:gd name="T32" fmla="*/ 57 w 62"/>
              <a:gd name="T33" fmla="*/ 13 h 43"/>
              <a:gd name="T34" fmla="*/ 57 w 62"/>
              <a:gd name="T35" fmla="*/ 11 h 43"/>
              <a:gd name="T36" fmla="*/ 62 w 62"/>
              <a:gd name="T37" fmla="*/ 10 h 43"/>
              <a:gd name="T38" fmla="*/ 59 w 62"/>
              <a:gd name="T39" fmla="*/ 7 h 43"/>
              <a:gd name="T40" fmla="*/ 60 w 62"/>
              <a:gd name="T41" fmla="*/ 6 h 43"/>
              <a:gd name="T42" fmla="*/ 58 w 62"/>
              <a:gd name="T43" fmla="*/ 4 h 43"/>
              <a:gd name="T44" fmla="*/ 58 w 62"/>
              <a:gd name="T45" fmla="*/ 1 h 43"/>
              <a:gd name="T46" fmla="*/ 53 w 62"/>
              <a:gd name="T47" fmla="*/ 0 h 43"/>
              <a:gd name="T48" fmla="*/ 51 w 62"/>
              <a:gd name="T49" fmla="*/ 2 h 43"/>
              <a:gd name="T50" fmla="*/ 50 w 62"/>
              <a:gd name="T51" fmla="*/ 4 h 43"/>
              <a:gd name="T52" fmla="*/ 44 w 62"/>
              <a:gd name="T53" fmla="*/ 5 h 43"/>
              <a:gd name="T54" fmla="*/ 38 w 62"/>
              <a:gd name="T55" fmla="*/ 7 h 43"/>
              <a:gd name="T56" fmla="*/ 31 w 62"/>
              <a:gd name="T57" fmla="*/ 7 h 43"/>
              <a:gd name="T58" fmla="*/ 21 w 62"/>
              <a:gd name="T59" fmla="*/ 13 h 43"/>
              <a:gd name="T60" fmla="*/ 6 w 62"/>
              <a:gd name="T61" fmla="*/ 10 h 43"/>
              <a:gd name="T62" fmla="*/ 3 w 62"/>
              <a:gd name="T63" fmla="*/ 14 h 43"/>
              <a:gd name="T64" fmla="*/ 1 w 62"/>
              <a:gd name="T65" fmla="*/ 17 h 43"/>
              <a:gd name="T66" fmla="*/ 4 w 62"/>
              <a:gd name="T67" fmla="*/ 19 h 43"/>
              <a:gd name="T68" fmla="*/ 3 w 62"/>
              <a:gd name="T69" fmla="*/ 24 h 43"/>
              <a:gd name="T70" fmla="*/ 5 w 62"/>
              <a:gd name="T71" fmla="*/ 26 h 43"/>
              <a:gd name="T72" fmla="*/ 4 w 62"/>
              <a:gd name="T73" fmla="*/ 31 h 43"/>
              <a:gd name="T74" fmla="*/ 9 w 62"/>
              <a:gd name="T75" fmla="*/ 36 h 43"/>
              <a:gd name="T76" fmla="*/ 7 w 62"/>
              <a:gd name="T77" fmla="*/ 37 h 43"/>
              <a:gd name="T78" fmla="*/ 6 w 62"/>
              <a:gd name="T79" fmla="*/ 38 h 43"/>
              <a:gd name="T80" fmla="*/ 4 w 62"/>
              <a:gd name="T81" fmla="*/ 39 h 43"/>
              <a:gd name="T82" fmla="*/ 7 w 62"/>
              <a:gd name="T83"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 h="43">
                <a:moveTo>
                  <a:pt x="7" y="40"/>
                </a:moveTo>
                <a:cubicBezTo>
                  <a:pt x="9" y="40"/>
                  <a:pt x="12" y="41"/>
                  <a:pt x="11" y="38"/>
                </a:cubicBezTo>
                <a:cubicBezTo>
                  <a:pt x="14" y="38"/>
                  <a:pt x="16" y="40"/>
                  <a:pt x="19" y="39"/>
                </a:cubicBezTo>
                <a:cubicBezTo>
                  <a:pt x="21" y="38"/>
                  <a:pt x="22" y="36"/>
                  <a:pt x="22" y="34"/>
                </a:cubicBezTo>
                <a:cubicBezTo>
                  <a:pt x="24" y="34"/>
                  <a:pt x="29" y="41"/>
                  <a:pt x="30" y="38"/>
                </a:cubicBezTo>
                <a:cubicBezTo>
                  <a:pt x="32" y="39"/>
                  <a:pt x="38" y="43"/>
                  <a:pt x="39" y="39"/>
                </a:cubicBezTo>
                <a:cubicBezTo>
                  <a:pt x="39" y="38"/>
                  <a:pt x="37" y="37"/>
                  <a:pt x="38" y="36"/>
                </a:cubicBezTo>
                <a:cubicBezTo>
                  <a:pt x="38" y="35"/>
                  <a:pt x="40" y="35"/>
                  <a:pt x="39" y="33"/>
                </a:cubicBezTo>
                <a:cubicBezTo>
                  <a:pt x="36" y="33"/>
                  <a:pt x="39" y="32"/>
                  <a:pt x="40" y="31"/>
                </a:cubicBezTo>
                <a:cubicBezTo>
                  <a:pt x="42" y="30"/>
                  <a:pt x="44" y="31"/>
                  <a:pt x="45" y="28"/>
                </a:cubicBezTo>
                <a:cubicBezTo>
                  <a:pt x="45" y="27"/>
                  <a:pt x="46" y="25"/>
                  <a:pt x="46" y="23"/>
                </a:cubicBezTo>
                <a:cubicBezTo>
                  <a:pt x="45" y="22"/>
                  <a:pt x="43" y="21"/>
                  <a:pt x="44" y="20"/>
                </a:cubicBezTo>
                <a:cubicBezTo>
                  <a:pt x="45" y="19"/>
                  <a:pt x="46" y="19"/>
                  <a:pt x="47" y="19"/>
                </a:cubicBezTo>
                <a:cubicBezTo>
                  <a:pt x="48" y="18"/>
                  <a:pt x="49" y="18"/>
                  <a:pt x="50" y="17"/>
                </a:cubicBezTo>
                <a:cubicBezTo>
                  <a:pt x="52" y="16"/>
                  <a:pt x="52" y="16"/>
                  <a:pt x="53" y="15"/>
                </a:cubicBezTo>
                <a:cubicBezTo>
                  <a:pt x="54" y="14"/>
                  <a:pt x="54" y="14"/>
                  <a:pt x="55" y="14"/>
                </a:cubicBezTo>
                <a:cubicBezTo>
                  <a:pt x="56" y="14"/>
                  <a:pt x="56" y="15"/>
                  <a:pt x="57" y="13"/>
                </a:cubicBezTo>
                <a:cubicBezTo>
                  <a:pt x="57" y="13"/>
                  <a:pt x="57" y="12"/>
                  <a:pt x="57" y="11"/>
                </a:cubicBezTo>
                <a:cubicBezTo>
                  <a:pt x="58" y="8"/>
                  <a:pt x="60" y="11"/>
                  <a:pt x="62" y="10"/>
                </a:cubicBezTo>
                <a:cubicBezTo>
                  <a:pt x="61" y="8"/>
                  <a:pt x="60" y="8"/>
                  <a:pt x="59" y="7"/>
                </a:cubicBezTo>
                <a:cubicBezTo>
                  <a:pt x="59" y="6"/>
                  <a:pt x="60" y="6"/>
                  <a:pt x="60" y="6"/>
                </a:cubicBezTo>
                <a:cubicBezTo>
                  <a:pt x="59" y="4"/>
                  <a:pt x="59" y="5"/>
                  <a:pt x="58" y="4"/>
                </a:cubicBezTo>
                <a:cubicBezTo>
                  <a:pt x="57" y="3"/>
                  <a:pt x="58" y="2"/>
                  <a:pt x="58" y="1"/>
                </a:cubicBezTo>
                <a:cubicBezTo>
                  <a:pt x="58" y="0"/>
                  <a:pt x="55" y="0"/>
                  <a:pt x="53" y="0"/>
                </a:cubicBezTo>
                <a:cubicBezTo>
                  <a:pt x="52" y="0"/>
                  <a:pt x="51" y="1"/>
                  <a:pt x="51" y="2"/>
                </a:cubicBezTo>
                <a:cubicBezTo>
                  <a:pt x="50" y="3"/>
                  <a:pt x="51" y="4"/>
                  <a:pt x="50" y="4"/>
                </a:cubicBezTo>
                <a:cubicBezTo>
                  <a:pt x="49" y="5"/>
                  <a:pt x="46" y="4"/>
                  <a:pt x="44" y="5"/>
                </a:cubicBezTo>
                <a:cubicBezTo>
                  <a:pt x="41" y="6"/>
                  <a:pt x="41" y="7"/>
                  <a:pt x="38" y="7"/>
                </a:cubicBezTo>
                <a:cubicBezTo>
                  <a:pt x="35" y="6"/>
                  <a:pt x="33" y="6"/>
                  <a:pt x="31" y="7"/>
                </a:cubicBezTo>
                <a:cubicBezTo>
                  <a:pt x="27" y="9"/>
                  <a:pt x="26" y="14"/>
                  <a:pt x="21" y="13"/>
                </a:cubicBezTo>
                <a:cubicBezTo>
                  <a:pt x="15" y="12"/>
                  <a:pt x="11" y="9"/>
                  <a:pt x="6" y="10"/>
                </a:cubicBezTo>
                <a:cubicBezTo>
                  <a:pt x="10" y="11"/>
                  <a:pt x="4" y="13"/>
                  <a:pt x="3" y="14"/>
                </a:cubicBezTo>
                <a:cubicBezTo>
                  <a:pt x="2" y="15"/>
                  <a:pt x="0" y="16"/>
                  <a:pt x="1" y="17"/>
                </a:cubicBezTo>
                <a:cubicBezTo>
                  <a:pt x="1" y="18"/>
                  <a:pt x="3" y="18"/>
                  <a:pt x="4" y="19"/>
                </a:cubicBezTo>
                <a:cubicBezTo>
                  <a:pt x="8" y="20"/>
                  <a:pt x="3" y="22"/>
                  <a:pt x="3" y="24"/>
                </a:cubicBezTo>
                <a:cubicBezTo>
                  <a:pt x="3" y="26"/>
                  <a:pt x="5" y="25"/>
                  <a:pt x="5" y="26"/>
                </a:cubicBezTo>
                <a:cubicBezTo>
                  <a:pt x="6" y="28"/>
                  <a:pt x="5" y="29"/>
                  <a:pt x="4" y="31"/>
                </a:cubicBezTo>
                <a:cubicBezTo>
                  <a:pt x="6" y="30"/>
                  <a:pt x="12" y="34"/>
                  <a:pt x="9" y="36"/>
                </a:cubicBezTo>
                <a:cubicBezTo>
                  <a:pt x="9" y="36"/>
                  <a:pt x="8" y="36"/>
                  <a:pt x="7" y="37"/>
                </a:cubicBezTo>
                <a:cubicBezTo>
                  <a:pt x="6" y="37"/>
                  <a:pt x="6" y="38"/>
                  <a:pt x="6" y="38"/>
                </a:cubicBezTo>
                <a:cubicBezTo>
                  <a:pt x="5" y="39"/>
                  <a:pt x="4" y="38"/>
                  <a:pt x="4" y="39"/>
                </a:cubicBezTo>
                <a:cubicBezTo>
                  <a:pt x="5" y="40"/>
                  <a:pt x="6" y="40"/>
                  <a:pt x="7" y="40"/>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9" name="Freeform 27"/>
          <p:cNvSpPr>
            <a:spLocks/>
          </p:cNvSpPr>
          <p:nvPr/>
        </p:nvSpPr>
        <p:spPr bwMode="auto">
          <a:xfrm>
            <a:off x="9682163" y="4643438"/>
            <a:ext cx="427038" cy="209550"/>
          </a:xfrm>
          <a:custGeom>
            <a:avLst/>
            <a:gdLst>
              <a:gd name="T0" fmla="*/ 12 w 112"/>
              <a:gd name="T1" fmla="*/ 50 h 55"/>
              <a:gd name="T2" fmla="*/ 23 w 112"/>
              <a:gd name="T3" fmla="*/ 55 h 55"/>
              <a:gd name="T4" fmla="*/ 29 w 112"/>
              <a:gd name="T5" fmla="*/ 55 h 55"/>
              <a:gd name="T6" fmla="*/ 34 w 112"/>
              <a:gd name="T7" fmla="*/ 54 h 55"/>
              <a:gd name="T8" fmla="*/ 38 w 112"/>
              <a:gd name="T9" fmla="*/ 54 h 55"/>
              <a:gd name="T10" fmla="*/ 38 w 112"/>
              <a:gd name="T11" fmla="*/ 51 h 55"/>
              <a:gd name="T12" fmla="*/ 43 w 112"/>
              <a:gd name="T13" fmla="*/ 47 h 55"/>
              <a:gd name="T14" fmla="*/ 52 w 112"/>
              <a:gd name="T15" fmla="*/ 44 h 55"/>
              <a:gd name="T16" fmla="*/ 55 w 112"/>
              <a:gd name="T17" fmla="*/ 42 h 55"/>
              <a:gd name="T18" fmla="*/ 58 w 112"/>
              <a:gd name="T19" fmla="*/ 43 h 55"/>
              <a:gd name="T20" fmla="*/ 68 w 112"/>
              <a:gd name="T21" fmla="*/ 41 h 55"/>
              <a:gd name="T22" fmla="*/ 70 w 112"/>
              <a:gd name="T23" fmla="*/ 37 h 55"/>
              <a:gd name="T24" fmla="*/ 73 w 112"/>
              <a:gd name="T25" fmla="*/ 33 h 55"/>
              <a:gd name="T26" fmla="*/ 78 w 112"/>
              <a:gd name="T27" fmla="*/ 32 h 55"/>
              <a:gd name="T28" fmla="*/ 83 w 112"/>
              <a:gd name="T29" fmla="*/ 34 h 55"/>
              <a:gd name="T30" fmla="*/ 87 w 112"/>
              <a:gd name="T31" fmla="*/ 34 h 55"/>
              <a:gd name="T32" fmla="*/ 88 w 112"/>
              <a:gd name="T33" fmla="*/ 32 h 55"/>
              <a:gd name="T34" fmla="*/ 92 w 112"/>
              <a:gd name="T35" fmla="*/ 32 h 55"/>
              <a:gd name="T36" fmla="*/ 97 w 112"/>
              <a:gd name="T37" fmla="*/ 37 h 55"/>
              <a:gd name="T38" fmla="*/ 104 w 112"/>
              <a:gd name="T39" fmla="*/ 36 h 55"/>
              <a:gd name="T40" fmla="*/ 109 w 112"/>
              <a:gd name="T41" fmla="*/ 27 h 55"/>
              <a:gd name="T42" fmla="*/ 112 w 112"/>
              <a:gd name="T43" fmla="*/ 18 h 55"/>
              <a:gd name="T44" fmla="*/ 112 w 112"/>
              <a:gd name="T45" fmla="*/ 16 h 55"/>
              <a:gd name="T46" fmla="*/ 103 w 112"/>
              <a:gd name="T47" fmla="*/ 11 h 55"/>
              <a:gd name="T48" fmla="*/ 100 w 112"/>
              <a:gd name="T49" fmla="*/ 8 h 55"/>
              <a:gd name="T50" fmla="*/ 99 w 112"/>
              <a:gd name="T51" fmla="*/ 7 h 55"/>
              <a:gd name="T52" fmla="*/ 97 w 112"/>
              <a:gd name="T53" fmla="*/ 8 h 55"/>
              <a:gd name="T54" fmla="*/ 95 w 112"/>
              <a:gd name="T55" fmla="*/ 7 h 55"/>
              <a:gd name="T56" fmla="*/ 91 w 112"/>
              <a:gd name="T57" fmla="*/ 6 h 55"/>
              <a:gd name="T58" fmla="*/ 84 w 112"/>
              <a:gd name="T59" fmla="*/ 6 h 55"/>
              <a:gd name="T60" fmla="*/ 82 w 112"/>
              <a:gd name="T61" fmla="*/ 9 h 55"/>
              <a:gd name="T62" fmla="*/ 79 w 112"/>
              <a:gd name="T63" fmla="*/ 8 h 55"/>
              <a:gd name="T64" fmla="*/ 75 w 112"/>
              <a:gd name="T65" fmla="*/ 7 h 55"/>
              <a:gd name="T66" fmla="*/ 73 w 112"/>
              <a:gd name="T67" fmla="*/ 7 h 55"/>
              <a:gd name="T68" fmla="*/ 71 w 112"/>
              <a:gd name="T69" fmla="*/ 6 h 55"/>
              <a:gd name="T70" fmla="*/ 68 w 112"/>
              <a:gd name="T71" fmla="*/ 8 h 55"/>
              <a:gd name="T72" fmla="*/ 65 w 112"/>
              <a:gd name="T73" fmla="*/ 10 h 55"/>
              <a:gd name="T74" fmla="*/ 63 w 112"/>
              <a:gd name="T75" fmla="*/ 12 h 55"/>
              <a:gd name="T76" fmla="*/ 61 w 112"/>
              <a:gd name="T77" fmla="*/ 12 h 55"/>
              <a:gd name="T78" fmla="*/ 59 w 112"/>
              <a:gd name="T79" fmla="*/ 13 h 55"/>
              <a:gd name="T80" fmla="*/ 58 w 112"/>
              <a:gd name="T81" fmla="*/ 8 h 55"/>
              <a:gd name="T82" fmla="*/ 56 w 112"/>
              <a:gd name="T83" fmla="*/ 6 h 55"/>
              <a:gd name="T84" fmla="*/ 53 w 112"/>
              <a:gd name="T85" fmla="*/ 4 h 55"/>
              <a:gd name="T86" fmla="*/ 52 w 112"/>
              <a:gd name="T87" fmla="*/ 0 h 55"/>
              <a:gd name="T88" fmla="*/ 50 w 112"/>
              <a:gd name="T89" fmla="*/ 2 h 55"/>
              <a:gd name="T90" fmla="*/ 48 w 112"/>
              <a:gd name="T91" fmla="*/ 3 h 55"/>
              <a:gd name="T92" fmla="*/ 46 w 112"/>
              <a:gd name="T93" fmla="*/ 5 h 55"/>
              <a:gd name="T94" fmla="*/ 42 w 112"/>
              <a:gd name="T95" fmla="*/ 7 h 55"/>
              <a:gd name="T96" fmla="*/ 40 w 112"/>
              <a:gd name="T97" fmla="*/ 3 h 55"/>
              <a:gd name="T98" fmla="*/ 37 w 112"/>
              <a:gd name="T99" fmla="*/ 4 h 55"/>
              <a:gd name="T100" fmla="*/ 34 w 112"/>
              <a:gd name="T101" fmla="*/ 4 h 55"/>
              <a:gd name="T102" fmla="*/ 30 w 112"/>
              <a:gd name="T103" fmla="*/ 9 h 55"/>
              <a:gd name="T104" fmla="*/ 26 w 112"/>
              <a:gd name="T105" fmla="*/ 13 h 55"/>
              <a:gd name="T106" fmla="*/ 23 w 112"/>
              <a:gd name="T107" fmla="*/ 19 h 55"/>
              <a:gd name="T108" fmla="*/ 13 w 112"/>
              <a:gd name="T109" fmla="*/ 24 h 55"/>
              <a:gd name="T110" fmla="*/ 6 w 112"/>
              <a:gd name="T111" fmla="*/ 24 h 55"/>
              <a:gd name="T112" fmla="*/ 3 w 112"/>
              <a:gd name="T113" fmla="*/ 29 h 55"/>
              <a:gd name="T114" fmla="*/ 2 w 112"/>
              <a:gd name="T115" fmla="*/ 38 h 55"/>
              <a:gd name="T116" fmla="*/ 6 w 112"/>
              <a:gd name="T117" fmla="*/ 47 h 55"/>
              <a:gd name="T118" fmla="*/ 12 w 112"/>
              <a:gd name="T119" fmla="*/ 5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55">
                <a:moveTo>
                  <a:pt x="12" y="50"/>
                </a:moveTo>
                <a:cubicBezTo>
                  <a:pt x="16" y="53"/>
                  <a:pt x="18" y="54"/>
                  <a:pt x="23" y="55"/>
                </a:cubicBezTo>
                <a:cubicBezTo>
                  <a:pt x="25" y="55"/>
                  <a:pt x="27" y="55"/>
                  <a:pt x="29" y="55"/>
                </a:cubicBezTo>
                <a:cubicBezTo>
                  <a:pt x="31" y="55"/>
                  <a:pt x="32" y="54"/>
                  <a:pt x="34" y="54"/>
                </a:cubicBezTo>
                <a:cubicBezTo>
                  <a:pt x="36" y="54"/>
                  <a:pt x="37" y="55"/>
                  <a:pt x="38" y="54"/>
                </a:cubicBezTo>
                <a:cubicBezTo>
                  <a:pt x="40" y="53"/>
                  <a:pt x="39" y="52"/>
                  <a:pt x="38" y="51"/>
                </a:cubicBezTo>
                <a:cubicBezTo>
                  <a:pt x="37" y="48"/>
                  <a:pt x="40" y="47"/>
                  <a:pt x="43" y="47"/>
                </a:cubicBezTo>
                <a:cubicBezTo>
                  <a:pt x="46" y="46"/>
                  <a:pt x="50" y="46"/>
                  <a:pt x="52" y="44"/>
                </a:cubicBezTo>
                <a:cubicBezTo>
                  <a:pt x="53" y="44"/>
                  <a:pt x="54" y="42"/>
                  <a:pt x="55" y="42"/>
                </a:cubicBezTo>
                <a:cubicBezTo>
                  <a:pt x="56" y="41"/>
                  <a:pt x="57" y="43"/>
                  <a:pt x="58" y="43"/>
                </a:cubicBezTo>
                <a:cubicBezTo>
                  <a:pt x="61" y="45"/>
                  <a:pt x="65" y="42"/>
                  <a:pt x="68" y="41"/>
                </a:cubicBezTo>
                <a:cubicBezTo>
                  <a:pt x="69" y="40"/>
                  <a:pt x="69" y="39"/>
                  <a:pt x="70" y="37"/>
                </a:cubicBezTo>
                <a:cubicBezTo>
                  <a:pt x="70" y="36"/>
                  <a:pt x="72" y="34"/>
                  <a:pt x="73" y="33"/>
                </a:cubicBezTo>
                <a:cubicBezTo>
                  <a:pt x="75" y="33"/>
                  <a:pt x="76" y="32"/>
                  <a:pt x="78" y="32"/>
                </a:cubicBezTo>
                <a:cubicBezTo>
                  <a:pt x="80" y="32"/>
                  <a:pt x="81" y="33"/>
                  <a:pt x="83" y="34"/>
                </a:cubicBezTo>
                <a:cubicBezTo>
                  <a:pt x="84" y="34"/>
                  <a:pt x="86" y="34"/>
                  <a:pt x="87" y="34"/>
                </a:cubicBezTo>
                <a:cubicBezTo>
                  <a:pt x="88" y="33"/>
                  <a:pt x="88" y="33"/>
                  <a:pt x="88" y="32"/>
                </a:cubicBezTo>
                <a:cubicBezTo>
                  <a:pt x="89" y="32"/>
                  <a:pt x="91" y="32"/>
                  <a:pt x="92" y="32"/>
                </a:cubicBezTo>
                <a:cubicBezTo>
                  <a:pt x="93" y="34"/>
                  <a:pt x="95" y="35"/>
                  <a:pt x="97" y="37"/>
                </a:cubicBezTo>
                <a:cubicBezTo>
                  <a:pt x="99" y="39"/>
                  <a:pt x="101" y="37"/>
                  <a:pt x="104" y="36"/>
                </a:cubicBezTo>
                <a:cubicBezTo>
                  <a:pt x="104" y="32"/>
                  <a:pt x="107" y="30"/>
                  <a:pt x="109" y="27"/>
                </a:cubicBezTo>
                <a:cubicBezTo>
                  <a:pt x="110" y="24"/>
                  <a:pt x="110" y="20"/>
                  <a:pt x="112" y="18"/>
                </a:cubicBezTo>
                <a:cubicBezTo>
                  <a:pt x="112" y="17"/>
                  <a:pt x="112" y="17"/>
                  <a:pt x="112" y="16"/>
                </a:cubicBezTo>
                <a:cubicBezTo>
                  <a:pt x="109" y="16"/>
                  <a:pt x="105" y="14"/>
                  <a:pt x="103" y="11"/>
                </a:cubicBezTo>
                <a:cubicBezTo>
                  <a:pt x="102" y="10"/>
                  <a:pt x="101" y="9"/>
                  <a:pt x="100" y="8"/>
                </a:cubicBezTo>
                <a:cubicBezTo>
                  <a:pt x="100" y="8"/>
                  <a:pt x="99" y="7"/>
                  <a:pt x="99" y="7"/>
                </a:cubicBezTo>
                <a:cubicBezTo>
                  <a:pt x="98" y="7"/>
                  <a:pt x="98" y="8"/>
                  <a:pt x="97" y="8"/>
                </a:cubicBezTo>
                <a:cubicBezTo>
                  <a:pt x="96" y="8"/>
                  <a:pt x="96" y="8"/>
                  <a:pt x="95" y="7"/>
                </a:cubicBezTo>
                <a:cubicBezTo>
                  <a:pt x="94" y="6"/>
                  <a:pt x="93" y="6"/>
                  <a:pt x="91" y="6"/>
                </a:cubicBezTo>
                <a:cubicBezTo>
                  <a:pt x="89" y="6"/>
                  <a:pt x="85" y="5"/>
                  <a:pt x="84" y="6"/>
                </a:cubicBezTo>
                <a:cubicBezTo>
                  <a:pt x="83" y="7"/>
                  <a:pt x="83" y="8"/>
                  <a:pt x="82" y="9"/>
                </a:cubicBezTo>
                <a:cubicBezTo>
                  <a:pt x="81" y="9"/>
                  <a:pt x="80" y="9"/>
                  <a:pt x="79" y="8"/>
                </a:cubicBezTo>
                <a:cubicBezTo>
                  <a:pt x="78" y="8"/>
                  <a:pt x="77" y="7"/>
                  <a:pt x="75" y="7"/>
                </a:cubicBezTo>
                <a:cubicBezTo>
                  <a:pt x="75" y="7"/>
                  <a:pt x="74" y="7"/>
                  <a:pt x="73" y="7"/>
                </a:cubicBezTo>
                <a:cubicBezTo>
                  <a:pt x="73" y="7"/>
                  <a:pt x="72" y="7"/>
                  <a:pt x="71" y="6"/>
                </a:cubicBezTo>
                <a:cubicBezTo>
                  <a:pt x="70" y="6"/>
                  <a:pt x="69" y="7"/>
                  <a:pt x="68" y="8"/>
                </a:cubicBezTo>
                <a:cubicBezTo>
                  <a:pt x="67" y="9"/>
                  <a:pt x="66" y="9"/>
                  <a:pt x="65" y="10"/>
                </a:cubicBezTo>
                <a:cubicBezTo>
                  <a:pt x="64" y="12"/>
                  <a:pt x="64" y="12"/>
                  <a:pt x="63" y="12"/>
                </a:cubicBezTo>
                <a:cubicBezTo>
                  <a:pt x="62" y="13"/>
                  <a:pt x="61" y="12"/>
                  <a:pt x="61" y="12"/>
                </a:cubicBezTo>
                <a:cubicBezTo>
                  <a:pt x="60" y="12"/>
                  <a:pt x="59" y="13"/>
                  <a:pt x="59" y="13"/>
                </a:cubicBezTo>
                <a:cubicBezTo>
                  <a:pt x="58" y="11"/>
                  <a:pt x="59" y="9"/>
                  <a:pt x="58" y="8"/>
                </a:cubicBezTo>
                <a:cubicBezTo>
                  <a:pt x="58" y="7"/>
                  <a:pt x="57" y="7"/>
                  <a:pt x="56" y="6"/>
                </a:cubicBezTo>
                <a:cubicBezTo>
                  <a:pt x="55" y="6"/>
                  <a:pt x="54" y="5"/>
                  <a:pt x="53" y="4"/>
                </a:cubicBezTo>
                <a:cubicBezTo>
                  <a:pt x="52" y="3"/>
                  <a:pt x="53" y="2"/>
                  <a:pt x="52" y="0"/>
                </a:cubicBezTo>
                <a:cubicBezTo>
                  <a:pt x="52" y="1"/>
                  <a:pt x="51" y="2"/>
                  <a:pt x="50" y="2"/>
                </a:cubicBezTo>
                <a:cubicBezTo>
                  <a:pt x="50" y="3"/>
                  <a:pt x="49" y="2"/>
                  <a:pt x="48" y="3"/>
                </a:cubicBezTo>
                <a:cubicBezTo>
                  <a:pt x="46" y="3"/>
                  <a:pt x="46" y="4"/>
                  <a:pt x="46" y="5"/>
                </a:cubicBezTo>
                <a:cubicBezTo>
                  <a:pt x="45" y="7"/>
                  <a:pt x="44" y="7"/>
                  <a:pt x="42" y="7"/>
                </a:cubicBezTo>
                <a:cubicBezTo>
                  <a:pt x="40" y="6"/>
                  <a:pt x="41" y="5"/>
                  <a:pt x="40" y="3"/>
                </a:cubicBezTo>
                <a:cubicBezTo>
                  <a:pt x="39" y="3"/>
                  <a:pt x="38" y="4"/>
                  <a:pt x="37" y="4"/>
                </a:cubicBezTo>
                <a:cubicBezTo>
                  <a:pt x="36" y="4"/>
                  <a:pt x="35" y="4"/>
                  <a:pt x="34" y="4"/>
                </a:cubicBezTo>
                <a:cubicBezTo>
                  <a:pt x="32" y="5"/>
                  <a:pt x="32" y="8"/>
                  <a:pt x="30" y="9"/>
                </a:cubicBezTo>
                <a:cubicBezTo>
                  <a:pt x="28" y="11"/>
                  <a:pt x="27" y="10"/>
                  <a:pt x="26" y="13"/>
                </a:cubicBezTo>
                <a:cubicBezTo>
                  <a:pt x="25" y="15"/>
                  <a:pt x="25" y="17"/>
                  <a:pt x="23" y="19"/>
                </a:cubicBezTo>
                <a:cubicBezTo>
                  <a:pt x="20" y="21"/>
                  <a:pt x="17" y="24"/>
                  <a:pt x="13" y="24"/>
                </a:cubicBezTo>
                <a:cubicBezTo>
                  <a:pt x="11" y="24"/>
                  <a:pt x="8" y="22"/>
                  <a:pt x="6" y="24"/>
                </a:cubicBezTo>
                <a:cubicBezTo>
                  <a:pt x="4" y="25"/>
                  <a:pt x="5" y="28"/>
                  <a:pt x="3" y="29"/>
                </a:cubicBezTo>
                <a:cubicBezTo>
                  <a:pt x="3" y="33"/>
                  <a:pt x="0" y="35"/>
                  <a:pt x="2" y="38"/>
                </a:cubicBezTo>
                <a:cubicBezTo>
                  <a:pt x="4" y="41"/>
                  <a:pt x="5" y="44"/>
                  <a:pt x="6" y="47"/>
                </a:cubicBezTo>
                <a:cubicBezTo>
                  <a:pt x="8" y="47"/>
                  <a:pt x="10" y="49"/>
                  <a:pt x="12" y="50"/>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0" name="Freeform 28"/>
          <p:cNvSpPr>
            <a:spLocks/>
          </p:cNvSpPr>
          <p:nvPr/>
        </p:nvSpPr>
        <p:spPr bwMode="auto">
          <a:xfrm>
            <a:off x="9937750" y="4792663"/>
            <a:ext cx="708025" cy="498475"/>
          </a:xfrm>
          <a:custGeom>
            <a:avLst/>
            <a:gdLst>
              <a:gd name="T0" fmla="*/ 173 w 186"/>
              <a:gd name="T1" fmla="*/ 85 h 131"/>
              <a:gd name="T2" fmla="*/ 160 w 186"/>
              <a:gd name="T3" fmla="*/ 85 h 131"/>
              <a:gd name="T4" fmla="*/ 155 w 186"/>
              <a:gd name="T5" fmla="*/ 73 h 131"/>
              <a:gd name="T6" fmla="*/ 155 w 186"/>
              <a:gd name="T7" fmla="*/ 64 h 131"/>
              <a:gd name="T8" fmla="*/ 157 w 186"/>
              <a:gd name="T9" fmla="*/ 56 h 131"/>
              <a:gd name="T10" fmla="*/ 154 w 186"/>
              <a:gd name="T11" fmla="*/ 39 h 131"/>
              <a:gd name="T12" fmla="*/ 148 w 186"/>
              <a:gd name="T13" fmla="*/ 31 h 131"/>
              <a:gd name="T14" fmla="*/ 142 w 186"/>
              <a:gd name="T15" fmla="*/ 24 h 131"/>
              <a:gd name="T16" fmla="*/ 134 w 186"/>
              <a:gd name="T17" fmla="*/ 7 h 131"/>
              <a:gd name="T18" fmla="*/ 125 w 186"/>
              <a:gd name="T19" fmla="*/ 1 h 131"/>
              <a:gd name="T20" fmla="*/ 118 w 186"/>
              <a:gd name="T21" fmla="*/ 4 h 131"/>
              <a:gd name="T22" fmla="*/ 102 w 186"/>
              <a:gd name="T23" fmla="*/ 11 h 131"/>
              <a:gd name="T24" fmla="*/ 94 w 186"/>
              <a:gd name="T25" fmla="*/ 16 h 131"/>
              <a:gd name="T26" fmla="*/ 82 w 186"/>
              <a:gd name="T27" fmla="*/ 10 h 131"/>
              <a:gd name="T28" fmla="*/ 76 w 186"/>
              <a:gd name="T29" fmla="*/ 11 h 131"/>
              <a:gd name="T30" fmla="*/ 68 w 186"/>
              <a:gd name="T31" fmla="*/ 9 h 131"/>
              <a:gd name="T32" fmla="*/ 60 w 186"/>
              <a:gd name="T33" fmla="*/ 7 h 131"/>
              <a:gd name="T34" fmla="*/ 50 w 186"/>
              <a:gd name="T35" fmla="*/ 14 h 131"/>
              <a:gd name="T36" fmla="*/ 41 w 186"/>
              <a:gd name="T37" fmla="*/ 17 h 131"/>
              <a:gd name="T38" fmla="*/ 35 w 186"/>
              <a:gd name="T39" fmla="*/ 24 h 131"/>
              <a:gd name="T40" fmla="*/ 33 w 186"/>
              <a:gd name="T41" fmla="*/ 28 h 131"/>
              <a:gd name="T42" fmla="*/ 28 w 186"/>
              <a:gd name="T43" fmla="*/ 36 h 131"/>
              <a:gd name="T44" fmla="*/ 24 w 186"/>
              <a:gd name="T45" fmla="*/ 45 h 131"/>
              <a:gd name="T46" fmla="*/ 21 w 186"/>
              <a:gd name="T47" fmla="*/ 50 h 131"/>
              <a:gd name="T48" fmla="*/ 18 w 186"/>
              <a:gd name="T49" fmla="*/ 57 h 131"/>
              <a:gd name="T50" fmla="*/ 10 w 186"/>
              <a:gd name="T51" fmla="*/ 60 h 131"/>
              <a:gd name="T52" fmla="*/ 6 w 186"/>
              <a:gd name="T53" fmla="*/ 62 h 131"/>
              <a:gd name="T54" fmla="*/ 2 w 186"/>
              <a:gd name="T55" fmla="*/ 67 h 131"/>
              <a:gd name="T56" fmla="*/ 11 w 186"/>
              <a:gd name="T57" fmla="*/ 73 h 131"/>
              <a:gd name="T58" fmla="*/ 11 w 186"/>
              <a:gd name="T59" fmla="*/ 79 h 131"/>
              <a:gd name="T60" fmla="*/ 16 w 186"/>
              <a:gd name="T61" fmla="*/ 85 h 131"/>
              <a:gd name="T62" fmla="*/ 25 w 186"/>
              <a:gd name="T63" fmla="*/ 90 h 131"/>
              <a:gd name="T64" fmla="*/ 23 w 186"/>
              <a:gd name="T65" fmla="*/ 94 h 131"/>
              <a:gd name="T66" fmla="*/ 23 w 186"/>
              <a:gd name="T67" fmla="*/ 98 h 131"/>
              <a:gd name="T68" fmla="*/ 30 w 186"/>
              <a:gd name="T69" fmla="*/ 104 h 131"/>
              <a:gd name="T70" fmla="*/ 37 w 186"/>
              <a:gd name="T71" fmla="*/ 108 h 131"/>
              <a:gd name="T72" fmla="*/ 44 w 186"/>
              <a:gd name="T73" fmla="*/ 102 h 131"/>
              <a:gd name="T74" fmla="*/ 46 w 186"/>
              <a:gd name="T75" fmla="*/ 107 h 131"/>
              <a:gd name="T76" fmla="*/ 45 w 186"/>
              <a:gd name="T77" fmla="*/ 111 h 131"/>
              <a:gd name="T78" fmla="*/ 48 w 186"/>
              <a:gd name="T79" fmla="*/ 116 h 131"/>
              <a:gd name="T80" fmla="*/ 55 w 186"/>
              <a:gd name="T81" fmla="*/ 119 h 131"/>
              <a:gd name="T82" fmla="*/ 59 w 186"/>
              <a:gd name="T83" fmla="*/ 125 h 131"/>
              <a:gd name="T84" fmla="*/ 67 w 186"/>
              <a:gd name="T85" fmla="*/ 126 h 131"/>
              <a:gd name="T86" fmla="*/ 77 w 186"/>
              <a:gd name="T87" fmla="*/ 128 h 131"/>
              <a:gd name="T88" fmla="*/ 89 w 186"/>
              <a:gd name="T89" fmla="*/ 129 h 131"/>
              <a:gd name="T90" fmla="*/ 102 w 186"/>
              <a:gd name="T91" fmla="*/ 131 h 131"/>
              <a:gd name="T92" fmla="*/ 113 w 186"/>
              <a:gd name="T93" fmla="*/ 125 h 131"/>
              <a:gd name="T94" fmla="*/ 125 w 186"/>
              <a:gd name="T95" fmla="*/ 120 h 131"/>
              <a:gd name="T96" fmla="*/ 142 w 186"/>
              <a:gd name="T97" fmla="*/ 121 h 131"/>
              <a:gd name="T98" fmla="*/ 148 w 186"/>
              <a:gd name="T99" fmla="*/ 123 h 131"/>
              <a:gd name="T100" fmla="*/ 153 w 186"/>
              <a:gd name="T101" fmla="*/ 126 h 131"/>
              <a:gd name="T102" fmla="*/ 163 w 186"/>
              <a:gd name="T103" fmla="*/ 129 h 131"/>
              <a:gd name="T104" fmla="*/ 164 w 186"/>
              <a:gd name="T105" fmla="*/ 120 h 131"/>
              <a:gd name="T106" fmla="*/ 166 w 186"/>
              <a:gd name="T107" fmla="*/ 112 h 131"/>
              <a:gd name="T108" fmla="*/ 166 w 186"/>
              <a:gd name="T109" fmla="*/ 106 h 131"/>
              <a:gd name="T110" fmla="*/ 170 w 186"/>
              <a:gd name="T111" fmla="*/ 95 h 131"/>
              <a:gd name="T112" fmla="*/ 175 w 186"/>
              <a:gd name="T113" fmla="*/ 99 h 131"/>
              <a:gd name="T114" fmla="*/ 184 w 186"/>
              <a:gd name="T115" fmla="*/ 94 h 131"/>
              <a:gd name="T116" fmla="*/ 181 w 186"/>
              <a:gd name="T117"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6" h="131">
                <a:moveTo>
                  <a:pt x="181" y="83"/>
                </a:moveTo>
                <a:cubicBezTo>
                  <a:pt x="178" y="82"/>
                  <a:pt x="175" y="83"/>
                  <a:pt x="173" y="85"/>
                </a:cubicBezTo>
                <a:cubicBezTo>
                  <a:pt x="171" y="86"/>
                  <a:pt x="168" y="85"/>
                  <a:pt x="167" y="87"/>
                </a:cubicBezTo>
                <a:cubicBezTo>
                  <a:pt x="164" y="88"/>
                  <a:pt x="162" y="87"/>
                  <a:pt x="160" y="85"/>
                </a:cubicBezTo>
                <a:cubicBezTo>
                  <a:pt x="158" y="83"/>
                  <a:pt x="154" y="80"/>
                  <a:pt x="154" y="77"/>
                </a:cubicBezTo>
                <a:cubicBezTo>
                  <a:pt x="155" y="76"/>
                  <a:pt x="155" y="75"/>
                  <a:pt x="155" y="73"/>
                </a:cubicBezTo>
                <a:cubicBezTo>
                  <a:pt x="155" y="72"/>
                  <a:pt x="155" y="70"/>
                  <a:pt x="155" y="69"/>
                </a:cubicBezTo>
                <a:cubicBezTo>
                  <a:pt x="154" y="67"/>
                  <a:pt x="155" y="65"/>
                  <a:pt x="155" y="64"/>
                </a:cubicBezTo>
                <a:cubicBezTo>
                  <a:pt x="155" y="62"/>
                  <a:pt x="155" y="61"/>
                  <a:pt x="155" y="59"/>
                </a:cubicBezTo>
                <a:cubicBezTo>
                  <a:pt x="155" y="58"/>
                  <a:pt x="156" y="57"/>
                  <a:pt x="157" y="56"/>
                </a:cubicBezTo>
                <a:cubicBezTo>
                  <a:pt x="157" y="54"/>
                  <a:pt x="157" y="52"/>
                  <a:pt x="157" y="51"/>
                </a:cubicBezTo>
                <a:cubicBezTo>
                  <a:pt x="157" y="47"/>
                  <a:pt x="156" y="43"/>
                  <a:pt x="154" y="39"/>
                </a:cubicBezTo>
                <a:cubicBezTo>
                  <a:pt x="153" y="38"/>
                  <a:pt x="152" y="37"/>
                  <a:pt x="150" y="36"/>
                </a:cubicBezTo>
                <a:cubicBezTo>
                  <a:pt x="149" y="34"/>
                  <a:pt x="149" y="33"/>
                  <a:pt x="148" y="31"/>
                </a:cubicBezTo>
                <a:cubicBezTo>
                  <a:pt x="147" y="30"/>
                  <a:pt x="145" y="29"/>
                  <a:pt x="144" y="28"/>
                </a:cubicBezTo>
                <a:cubicBezTo>
                  <a:pt x="144" y="26"/>
                  <a:pt x="144" y="25"/>
                  <a:pt x="142" y="24"/>
                </a:cubicBezTo>
                <a:cubicBezTo>
                  <a:pt x="141" y="22"/>
                  <a:pt x="139" y="20"/>
                  <a:pt x="138" y="17"/>
                </a:cubicBezTo>
                <a:cubicBezTo>
                  <a:pt x="136" y="14"/>
                  <a:pt x="136" y="10"/>
                  <a:pt x="134" y="7"/>
                </a:cubicBezTo>
                <a:cubicBezTo>
                  <a:pt x="133" y="5"/>
                  <a:pt x="129" y="0"/>
                  <a:pt x="127" y="0"/>
                </a:cubicBezTo>
                <a:cubicBezTo>
                  <a:pt x="126" y="0"/>
                  <a:pt x="126" y="1"/>
                  <a:pt x="125" y="1"/>
                </a:cubicBezTo>
                <a:cubicBezTo>
                  <a:pt x="124" y="1"/>
                  <a:pt x="123" y="2"/>
                  <a:pt x="122" y="2"/>
                </a:cubicBezTo>
                <a:cubicBezTo>
                  <a:pt x="120" y="2"/>
                  <a:pt x="119" y="3"/>
                  <a:pt x="118" y="4"/>
                </a:cubicBezTo>
                <a:cubicBezTo>
                  <a:pt x="117" y="7"/>
                  <a:pt x="116" y="9"/>
                  <a:pt x="113" y="10"/>
                </a:cubicBezTo>
                <a:cubicBezTo>
                  <a:pt x="109" y="11"/>
                  <a:pt x="105" y="11"/>
                  <a:pt x="102" y="11"/>
                </a:cubicBezTo>
                <a:cubicBezTo>
                  <a:pt x="100" y="12"/>
                  <a:pt x="99" y="12"/>
                  <a:pt x="97" y="13"/>
                </a:cubicBezTo>
                <a:cubicBezTo>
                  <a:pt x="96" y="14"/>
                  <a:pt x="95" y="16"/>
                  <a:pt x="94" y="16"/>
                </a:cubicBezTo>
                <a:cubicBezTo>
                  <a:pt x="91" y="18"/>
                  <a:pt x="88" y="14"/>
                  <a:pt x="86" y="12"/>
                </a:cubicBezTo>
                <a:cubicBezTo>
                  <a:pt x="85" y="11"/>
                  <a:pt x="84" y="10"/>
                  <a:pt x="82" y="10"/>
                </a:cubicBezTo>
                <a:cubicBezTo>
                  <a:pt x="81" y="11"/>
                  <a:pt x="79" y="12"/>
                  <a:pt x="78" y="12"/>
                </a:cubicBezTo>
                <a:cubicBezTo>
                  <a:pt x="77" y="12"/>
                  <a:pt x="76" y="11"/>
                  <a:pt x="76" y="11"/>
                </a:cubicBezTo>
                <a:cubicBezTo>
                  <a:pt x="75" y="11"/>
                  <a:pt x="73" y="11"/>
                  <a:pt x="72" y="10"/>
                </a:cubicBezTo>
                <a:cubicBezTo>
                  <a:pt x="71" y="10"/>
                  <a:pt x="69" y="9"/>
                  <a:pt x="68" y="9"/>
                </a:cubicBezTo>
                <a:cubicBezTo>
                  <a:pt x="66" y="8"/>
                  <a:pt x="66" y="9"/>
                  <a:pt x="64" y="9"/>
                </a:cubicBezTo>
                <a:cubicBezTo>
                  <a:pt x="62" y="10"/>
                  <a:pt x="61" y="9"/>
                  <a:pt x="60" y="7"/>
                </a:cubicBezTo>
                <a:cubicBezTo>
                  <a:pt x="56" y="5"/>
                  <a:pt x="56" y="10"/>
                  <a:pt x="52" y="10"/>
                </a:cubicBezTo>
                <a:cubicBezTo>
                  <a:pt x="52" y="11"/>
                  <a:pt x="51" y="13"/>
                  <a:pt x="50" y="14"/>
                </a:cubicBezTo>
                <a:cubicBezTo>
                  <a:pt x="48" y="16"/>
                  <a:pt x="47" y="15"/>
                  <a:pt x="45" y="15"/>
                </a:cubicBezTo>
                <a:cubicBezTo>
                  <a:pt x="44" y="15"/>
                  <a:pt x="42" y="16"/>
                  <a:pt x="41" y="17"/>
                </a:cubicBezTo>
                <a:cubicBezTo>
                  <a:pt x="39" y="18"/>
                  <a:pt x="39" y="19"/>
                  <a:pt x="38" y="20"/>
                </a:cubicBezTo>
                <a:cubicBezTo>
                  <a:pt x="37" y="22"/>
                  <a:pt x="35" y="22"/>
                  <a:pt x="35" y="24"/>
                </a:cubicBezTo>
                <a:cubicBezTo>
                  <a:pt x="34" y="24"/>
                  <a:pt x="35" y="25"/>
                  <a:pt x="35" y="26"/>
                </a:cubicBezTo>
                <a:cubicBezTo>
                  <a:pt x="34" y="27"/>
                  <a:pt x="34" y="27"/>
                  <a:pt x="33" y="28"/>
                </a:cubicBezTo>
                <a:cubicBezTo>
                  <a:pt x="32" y="29"/>
                  <a:pt x="32" y="31"/>
                  <a:pt x="32" y="32"/>
                </a:cubicBezTo>
                <a:cubicBezTo>
                  <a:pt x="31" y="34"/>
                  <a:pt x="30" y="35"/>
                  <a:pt x="28" y="36"/>
                </a:cubicBezTo>
                <a:cubicBezTo>
                  <a:pt x="29" y="38"/>
                  <a:pt x="27" y="41"/>
                  <a:pt x="26" y="43"/>
                </a:cubicBezTo>
                <a:cubicBezTo>
                  <a:pt x="26" y="44"/>
                  <a:pt x="25" y="44"/>
                  <a:pt x="24" y="45"/>
                </a:cubicBezTo>
                <a:cubicBezTo>
                  <a:pt x="24" y="47"/>
                  <a:pt x="24" y="47"/>
                  <a:pt x="23" y="48"/>
                </a:cubicBezTo>
                <a:cubicBezTo>
                  <a:pt x="22" y="49"/>
                  <a:pt x="21" y="49"/>
                  <a:pt x="21" y="50"/>
                </a:cubicBezTo>
                <a:cubicBezTo>
                  <a:pt x="20" y="51"/>
                  <a:pt x="20" y="52"/>
                  <a:pt x="20" y="53"/>
                </a:cubicBezTo>
                <a:cubicBezTo>
                  <a:pt x="20" y="55"/>
                  <a:pt x="19" y="56"/>
                  <a:pt x="18" y="57"/>
                </a:cubicBezTo>
                <a:cubicBezTo>
                  <a:pt x="17" y="59"/>
                  <a:pt x="16" y="60"/>
                  <a:pt x="14" y="60"/>
                </a:cubicBezTo>
                <a:cubicBezTo>
                  <a:pt x="12" y="59"/>
                  <a:pt x="12" y="58"/>
                  <a:pt x="10" y="60"/>
                </a:cubicBezTo>
                <a:cubicBezTo>
                  <a:pt x="10" y="61"/>
                  <a:pt x="10" y="62"/>
                  <a:pt x="9" y="62"/>
                </a:cubicBezTo>
                <a:cubicBezTo>
                  <a:pt x="8" y="63"/>
                  <a:pt x="8" y="62"/>
                  <a:pt x="6" y="62"/>
                </a:cubicBezTo>
                <a:cubicBezTo>
                  <a:pt x="4" y="62"/>
                  <a:pt x="2" y="63"/>
                  <a:pt x="0" y="63"/>
                </a:cubicBezTo>
                <a:cubicBezTo>
                  <a:pt x="1" y="64"/>
                  <a:pt x="1" y="66"/>
                  <a:pt x="2" y="67"/>
                </a:cubicBezTo>
                <a:cubicBezTo>
                  <a:pt x="3" y="68"/>
                  <a:pt x="5" y="68"/>
                  <a:pt x="6" y="69"/>
                </a:cubicBezTo>
                <a:cubicBezTo>
                  <a:pt x="7" y="70"/>
                  <a:pt x="9" y="75"/>
                  <a:pt x="11" y="73"/>
                </a:cubicBezTo>
                <a:cubicBezTo>
                  <a:pt x="12" y="74"/>
                  <a:pt x="10" y="76"/>
                  <a:pt x="10" y="77"/>
                </a:cubicBezTo>
                <a:cubicBezTo>
                  <a:pt x="10" y="78"/>
                  <a:pt x="11" y="78"/>
                  <a:pt x="11" y="79"/>
                </a:cubicBezTo>
                <a:cubicBezTo>
                  <a:pt x="11" y="80"/>
                  <a:pt x="11" y="80"/>
                  <a:pt x="11" y="81"/>
                </a:cubicBezTo>
                <a:cubicBezTo>
                  <a:pt x="12" y="82"/>
                  <a:pt x="14" y="84"/>
                  <a:pt x="16" y="85"/>
                </a:cubicBezTo>
                <a:cubicBezTo>
                  <a:pt x="17" y="86"/>
                  <a:pt x="19" y="87"/>
                  <a:pt x="21" y="88"/>
                </a:cubicBezTo>
                <a:cubicBezTo>
                  <a:pt x="22" y="88"/>
                  <a:pt x="25" y="89"/>
                  <a:pt x="25" y="90"/>
                </a:cubicBezTo>
                <a:cubicBezTo>
                  <a:pt x="25" y="91"/>
                  <a:pt x="24" y="91"/>
                  <a:pt x="24" y="92"/>
                </a:cubicBezTo>
                <a:cubicBezTo>
                  <a:pt x="23" y="92"/>
                  <a:pt x="23" y="93"/>
                  <a:pt x="23" y="94"/>
                </a:cubicBezTo>
                <a:cubicBezTo>
                  <a:pt x="23" y="95"/>
                  <a:pt x="25" y="95"/>
                  <a:pt x="25" y="96"/>
                </a:cubicBezTo>
                <a:cubicBezTo>
                  <a:pt x="26" y="98"/>
                  <a:pt x="23" y="97"/>
                  <a:pt x="23" y="98"/>
                </a:cubicBezTo>
                <a:cubicBezTo>
                  <a:pt x="22" y="100"/>
                  <a:pt x="25" y="100"/>
                  <a:pt x="26" y="100"/>
                </a:cubicBezTo>
                <a:cubicBezTo>
                  <a:pt x="27" y="101"/>
                  <a:pt x="28" y="104"/>
                  <a:pt x="30" y="104"/>
                </a:cubicBezTo>
                <a:cubicBezTo>
                  <a:pt x="32" y="104"/>
                  <a:pt x="33" y="102"/>
                  <a:pt x="35" y="104"/>
                </a:cubicBezTo>
                <a:cubicBezTo>
                  <a:pt x="36" y="105"/>
                  <a:pt x="35" y="108"/>
                  <a:pt x="37" y="108"/>
                </a:cubicBezTo>
                <a:cubicBezTo>
                  <a:pt x="38" y="109"/>
                  <a:pt x="40" y="107"/>
                  <a:pt x="40" y="106"/>
                </a:cubicBezTo>
                <a:cubicBezTo>
                  <a:pt x="41" y="104"/>
                  <a:pt x="42" y="103"/>
                  <a:pt x="44" y="102"/>
                </a:cubicBezTo>
                <a:cubicBezTo>
                  <a:pt x="45" y="103"/>
                  <a:pt x="50" y="105"/>
                  <a:pt x="50" y="106"/>
                </a:cubicBezTo>
                <a:cubicBezTo>
                  <a:pt x="50" y="107"/>
                  <a:pt x="47" y="106"/>
                  <a:pt x="46" y="107"/>
                </a:cubicBezTo>
                <a:cubicBezTo>
                  <a:pt x="46" y="107"/>
                  <a:pt x="44" y="108"/>
                  <a:pt x="44" y="108"/>
                </a:cubicBezTo>
                <a:cubicBezTo>
                  <a:pt x="44" y="109"/>
                  <a:pt x="45" y="110"/>
                  <a:pt x="45" y="111"/>
                </a:cubicBezTo>
                <a:cubicBezTo>
                  <a:pt x="46" y="112"/>
                  <a:pt x="46" y="112"/>
                  <a:pt x="47" y="113"/>
                </a:cubicBezTo>
                <a:cubicBezTo>
                  <a:pt x="48" y="114"/>
                  <a:pt x="49" y="114"/>
                  <a:pt x="48" y="116"/>
                </a:cubicBezTo>
                <a:cubicBezTo>
                  <a:pt x="50" y="116"/>
                  <a:pt x="50" y="117"/>
                  <a:pt x="52" y="118"/>
                </a:cubicBezTo>
                <a:cubicBezTo>
                  <a:pt x="52" y="118"/>
                  <a:pt x="55" y="119"/>
                  <a:pt x="55" y="119"/>
                </a:cubicBezTo>
                <a:cubicBezTo>
                  <a:pt x="56" y="121"/>
                  <a:pt x="52" y="121"/>
                  <a:pt x="51" y="123"/>
                </a:cubicBezTo>
                <a:cubicBezTo>
                  <a:pt x="50" y="127"/>
                  <a:pt x="57" y="126"/>
                  <a:pt x="59" y="125"/>
                </a:cubicBezTo>
                <a:cubicBezTo>
                  <a:pt x="61" y="125"/>
                  <a:pt x="62" y="125"/>
                  <a:pt x="64" y="125"/>
                </a:cubicBezTo>
                <a:cubicBezTo>
                  <a:pt x="65" y="125"/>
                  <a:pt x="66" y="126"/>
                  <a:pt x="67" y="126"/>
                </a:cubicBezTo>
                <a:cubicBezTo>
                  <a:pt x="69" y="127"/>
                  <a:pt x="70" y="127"/>
                  <a:pt x="72" y="127"/>
                </a:cubicBezTo>
                <a:cubicBezTo>
                  <a:pt x="73" y="127"/>
                  <a:pt x="75" y="128"/>
                  <a:pt x="77" y="128"/>
                </a:cubicBezTo>
                <a:cubicBezTo>
                  <a:pt x="80" y="128"/>
                  <a:pt x="83" y="127"/>
                  <a:pt x="85" y="128"/>
                </a:cubicBezTo>
                <a:cubicBezTo>
                  <a:pt x="87" y="128"/>
                  <a:pt x="88" y="129"/>
                  <a:pt x="89" y="129"/>
                </a:cubicBezTo>
                <a:cubicBezTo>
                  <a:pt x="91" y="129"/>
                  <a:pt x="92" y="129"/>
                  <a:pt x="94" y="128"/>
                </a:cubicBezTo>
                <a:cubicBezTo>
                  <a:pt x="97" y="128"/>
                  <a:pt x="99" y="131"/>
                  <a:pt x="102" y="131"/>
                </a:cubicBezTo>
                <a:cubicBezTo>
                  <a:pt x="104" y="131"/>
                  <a:pt x="109" y="130"/>
                  <a:pt x="110" y="128"/>
                </a:cubicBezTo>
                <a:cubicBezTo>
                  <a:pt x="111" y="127"/>
                  <a:pt x="112" y="126"/>
                  <a:pt x="113" y="125"/>
                </a:cubicBezTo>
                <a:cubicBezTo>
                  <a:pt x="114" y="124"/>
                  <a:pt x="115" y="123"/>
                  <a:pt x="117" y="122"/>
                </a:cubicBezTo>
                <a:cubicBezTo>
                  <a:pt x="119" y="121"/>
                  <a:pt x="122" y="120"/>
                  <a:pt x="125" y="120"/>
                </a:cubicBezTo>
                <a:cubicBezTo>
                  <a:pt x="128" y="119"/>
                  <a:pt x="131" y="117"/>
                  <a:pt x="134" y="117"/>
                </a:cubicBezTo>
                <a:cubicBezTo>
                  <a:pt x="137" y="118"/>
                  <a:pt x="139" y="121"/>
                  <a:pt x="142" y="121"/>
                </a:cubicBezTo>
                <a:cubicBezTo>
                  <a:pt x="143" y="121"/>
                  <a:pt x="144" y="121"/>
                  <a:pt x="146" y="122"/>
                </a:cubicBezTo>
                <a:cubicBezTo>
                  <a:pt x="146" y="122"/>
                  <a:pt x="147" y="123"/>
                  <a:pt x="148" y="123"/>
                </a:cubicBezTo>
                <a:cubicBezTo>
                  <a:pt x="149" y="123"/>
                  <a:pt x="149" y="122"/>
                  <a:pt x="150" y="122"/>
                </a:cubicBezTo>
                <a:cubicBezTo>
                  <a:pt x="152" y="122"/>
                  <a:pt x="152" y="125"/>
                  <a:pt x="153" y="126"/>
                </a:cubicBezTo>
                <a:cubicBezTo>
                  <a:pt x="154" y="129"/>
                  <a:pt x="158" y="129"/>
                  <a:pt x="161" y="129"/>
                </a:cubicBezTo>
                <a:cubicBezTo>
                  <a:pt x="161" y="129"/>
                  <a:pt x="163" y="129"/>
                  <a:pt x="163" y="129"/>
                </a:cubicBezTo>
                <a:cubicBezTo>
                  <a:pt x="163" y="129"/>
                  <a:pt x="164" y="126"/>
                  <a:pt x="164" y="125"/>
                </a:cubicBezTo>
                <a:cubicBezTo>
                  <a:pt x="164" y="124"/>
                  <a:pt x="164" y="122"/>
                  <a:pt x="164" y="120"/>
                </a:cubicBezTo>
                <a:cubicBezTo>
                  <a:pt x="165" y="118"/>
                  <a:pt x="165" y="118"/>
                  <a:pt x="165" y="116"/>
                </a:cubicBezTo>
                <a:cubicBezTo>
                  <a:pt x="165" y="114"/>
                  <a:pt x="165" y="113"/>
                  <a:pt x="166" y="112"/>
                </a:cubicBezTo>
                <a:cubicBezTo>
                  <a:pt x="167" y="110"/>
                  <a:pt x="171" y="108"/>
                  <a:pt x="170" y="105"/>
                </a:cubicBezTo>
                <a:cubicBezTo>
                  <a:pt x="169" y="106"/>
                  <a:pt x="167" y="108"/>
                  <a:pt x="166" y="106"/>
                </a:cubicBezTo>
                <a:cubicBezTo>
                  <a:pt x="166" y="103"/>
                  <a:pt x="169" y="103"/>
                  <a:pt x="169" y="101"/>
                </a:cubicBezTo>
                <a:cubicBezTo>
                  <a:pt x="170" y="98"/>
                  <a:pt x="168" y="97"/>
                  <a:pt x="170" y="95"/>
                </a:cubicBezTo>
                <a:cubicBezTo>
                  <a:pt x="171" y="94"/>
                  <a:pt x="173" y="94"/>
                  <a:pt x="174" y="95"/>
                </a:cubicBezTo>
                <a:cubicBezTo>
                  <a:pt x="175" y="96"/>
                  <a:pt x="174" y="98"/>
                  <a:pt x="175" y="99"/>
                </a:cubicBezTo>
                <a:cubicBezTo>
                  <a:pt x="176" y="100"/>
                  <a:pt x="181" y="100"/>
                  <a:pt x="182" y="99"/>
                </a:cubicBezTo>
                <a:cubicBezTo>
                  <a:pt x="184" y="98"/>
                  <a:pt x="183" y="96"/>
                  <a:pt x="184" y="94"/>
                </a:cubicBezTo>
                <a:cubicBezTo>
                  <a:pt x="184" y="92"/>
                  <a:pt x="184" y="89"/>
                  <a:pt x="186" y="87"/>
                </a:cubicBezTo>
                <a:cubicBezTo>
                  <a:pt x="184" y="85"/>
                  <a:pt x="183" y="83"/>
                  <a:pt x="181" y="83"/>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1" name="Freeform 29"/>
          <p:cNvSpPr>
            <a:spLocks/>
          </p:cNvSpPr>
          <p:nvPr/>
        </p:nvSpPr>
        <p:spPr bwMode="auto">
          <a:xfrm>
            <a:off x="7724775" y="5443538"/>
            <a:ext cx="244475" cy="503237"/>
          </a:xfrm>
          <a:custGeom>
            <a:avLst/>
            <a:gdLst>
              <a:gd name="T0" fmla="*/ 40 w 64"/>
              <a:gd name="T1" fmla="*/ 119 h 132"/>
              <a:gd name="T2" fmla="*/ 42 w 64"/>
              <a:gd name="T3" fmla="*/ 111 h 132"/>
              <a:gd name="T4" fmla="*/ 50 w 64"/>
              <a:gd name="T5" fmla="*/ 103 h 132"/>
              <a:gd name="T6" fmla="*/ 48 w 64"/>
              <a:gd name="T7" fmla="*/ 102 h 132"/>
              <a:gd name="T8" fmla="*/ 42 w 64"/>
              <a:gd name="T9" fmla="*/ 93 h 132"/>
              <a:gd name="T10" fmla="*/ 43 w 64"/>
              <a:gd name="T11" fmla="*/ 90 h 132"/>
              <a:gd name="T12" fmla="*/ 49 w 64"/>
              <a:gd name="T13" fmla="*/ 82 h 132"/>
              <a:gd name="T14" fmla="*/ 47 w 64"/>
              <a:gd name="T15" fmla="*/ 79 h 132"/>
              <a:gd name="T16" fmla="*/ 44 w 64"/>
              <a:gd name="T17" fmla="*/ 76 h 132"/>
              <a:gd name="T18" fmla="*/ 43 w 64"/>
              <a:gd name="T19" fmla="*/ 72 h 132"/>
              <a:gd name="T20" fmla="*/ 39 w 64"/>
              <a:gd name="T21" fmla="*/ 64 h 132"/>
              <a:gd name="T22" fmla="*/ 49 w 64"/>
              <a:gd name="T23" fmla="*/ 62 h 132"/>
              <a:gd name="T24" fmla="*/ 51 w 64"/>
              <a:gd name="T25" fmla="*/ 55 h 132"/>
              <a:gd name="T26" fmla="*/ 50 w 64"/>
              <a:gd name="T27" fmla="*/ 49 h 132"/>
              <a:gd name="T28" fmla="*/ 52 w 64"/>
              <a:gd name="T29" fmla="*/ 46 h 132"/>
              <a:gd name="T30" fmla="*/ 52 w 64"/>
              <a:gd name="T31" fmla="*/ 42 h 132"/>
              <a:gd name="T32" fmla="*/ 53 w 64"/>
              <a:gd name="T33" fmla="*/ 39 h 132"/>
              <a:gd name="T34" fmla="*/ 52 w 64"/>
              <a:gd name="T35" fmla="*/ 34 h 132"/>
              <a:gd name="T36" fmla="*/ 52 w 64"/>
              <a:gd name="T37" fmla="*/ 29 h 132"/>
              <a:gd name="T38" fmla="*/ 56 w 64"/>
              <a:gd name="T39" fmla="*/ 24 h 132"/>
              <a:gd name="T40" fmla="*/ 64 w 64"/>
              <a:gd name="T41" fmla="*/ 16 h 132"/>
              <a:gd name="T42" fmla="*/ 58 w 64"/>
              <a:gd name="T43" fmla="*/ 7 h 132"/>
              <a:gd name="T44" fmla="*/ 56 w 64"/>
              <a:gd name="T45" fmla="*/ 6 h 132"/>
              <a:gd name="T46" fmla="*/ 52 w 64"/>
              <a:gd name="T47" fmla="*/ 5 h 132"/>
              <a:gd name="T48" fmla="*/ 49 w 64"/>
              <a:gd name="T49" fmla="*/ 5 h 132"/>
              <a:gd name="T50" fmla="*/ 45 w 64"/>
              <a:gd name="T51" fmla="*/ 5 h 132"/>
              <a:gd name="T52" fmla="*/ 43 w 64"/>
              <a:gd name="T53" fmla="*/ 8 h 132"/>
              <a:gd name="T54" fmla="*/ 38 w 64"/>
              <a:gd name="T55" fmla="*/ 9 h 132"/>
              <a:gd name="T56" fmla="*/ 34 w 64"/>
              <a:gd name="T57" fmla="*/ 7 h 132"/>
              <a:gd name="T58" fmla="*/ 28 w 64"/>
              <a:gd name="T59" fmla="*/ 9 h 132"/>
              <a:gd name="T60" fmla="*/ 27 w 64"/>
              <a:gd name="T61" fmla="*/ 4 h 132"/>
              <a:gd name="T62" fmla="*/ 24 w 64"/>
              <a:gd name="T63" fmla="*/ 0 h 132"/>
              <a:gd name="T64" fmla="*/ 12 w 64"/>
              <a:gd name="T65" fmla="*/ 8 h 132"/>
              <a:gd name="T66" fmla="*/ 13 w 64"/>
              <a:gd name="T67" fmla="*/ 12 h 132"/>
              <a:gd name="T68" fmla="*/ 15 w 64"/>
              <a:gd name="T69" fmla="*/ 23 h 132"/>
              <a:gd name="T70" fmla="*/ 16 w 64"/>
              <a:gd name="T71" fmla="*/ 38 h 132"/>
              <a:gd name="T72" fmla="*/ 8 w 64"/>
              <a:gd name="T73" fmla="*/ 66 h 132"/>
              <a:gd name="T74" fmla="*/ 3 w 64"/>
              <a:gd name="T75" fmla="*/ 75 h 132"/>
              <a:gd name="T76" fmla="*/ 1 w 64"/>
              <a:gd name="T77" fmla="*/ 88 h 132"/>
              <a:gd name="T78" fmla="*/ 5 w 64"/>
              <a:gd name="T79" fmla="*/ 96 h 132"/>
              <a:gd name="T80" fmla="*/ 13 w 64"/>
              <a:gd name="T81" fmla="*/ 98 h 132"/>
              <a:gd name="T82" fmla="*/ 12 w 64"/>
              <a:gd name="T83" fmla="*/ 121 h 132"/>
              <a:gd name="T84" fmla="*/ 10 w 64"/>
              <a:gd name="T85" fmla="*/ 131 h 132"/>
              <a:gd name="T86" fmla="*/ 24 w 64"/>
              <a:gd name="T87" fmla="*/ 129 h 132"/>
              <a:gd name="T88" fmla="*/ 35 w 64"/>
              <a:gd name="T89" fmla="*/ 130 h 132"/>
              <a:gd name="T90" fmla="*/ 48 w 64"/>
              <a:gd name="T91" fmla="*/ 12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 h="132">
                <a:moveTo>
                  <a:pt x="40" y="126"/>
                </a:moveTo>
                <a:cubicBezTo>
                  <a:pt x="40" y="124"/>
                  <a:pt x="40" y="121"/>
                  <a:pt x="40" y="119"/>
                </a:cubicBezTo>
                <a:cubicBezTo>
                  <a:pt x="39" y="117"/>
                  <a:pt x="39" y="118"/>
                  <a:pt x="39" y="116"/>
                </a:cubicBezTo>
                <a:cubicBezTo>
                  <a:pt x="40" y="114"/>
                  <a:pt x="41" y="113"/>
                  <a:pt x="42" y="111"/>
                </a:cubicBezTo>
                <a:cubicBezTo>
                  <a:pt x="43" y="110"/>
                  <a:pt x="43" y="107"/>
                  <a:pt x="44" y="107"/>
                </a:cubicBezTo>
                <a:cubicBezTo>
                  <a:pt x="46" y="105"/>
                  <a:pt x="49" y="106"/>
                  <a:pt x="50" y="103"/>
                </a:cubicBezTo>
                <a:cubicBezTo>
                  <a:pt x="50" y="103"/>
                  <a:pt x="50" y="102"/>
                  <a:pt x="50" y="101"/>
                </a:cubicBezTo>
                <a:cubicBezTo>
                  <a:pt x="49" y="101"/>
                  <a:pt x="49" y="101"/>
                  <a:pt x="48" y="102"/>
                </a:cubicBezTo>
                <a:cubicBezTo>
                  <a:pt x="46" y="102"/>
                  <a:pt x="45" y="100"/>
                  <a:pt x="44" y="98"/>
                </a:cubicBezTo>
                <a:cubicBezTo>
                  <a:pt x="43" y="96"/>
                  <a:pt x="42" y="95"/>
                  <a:pt x="42" y="93"/>
                </a:cubicBezTo>
                <a:cubicBezTo>
                  <a:pt x="43" y="93"/>
                  <a:pt x="43" y="92"/>
                  <a:pt x="44" y="92"/>
                </a:cubicBezTo>
                <a:cubicBezTo>
                  <a:pt x="44" y="91"/>
                  <a:pt x="43" y="90"/>
                  <a:pt x="43" y="90"/>
                </a:cubicBezTo>
                <a:cubicBezTo>
                  <a:pt x="44" y="87"/>
                  <a:pt x="45" y="87"/>
                  <a:pt x="47" y="86"/>
                </a:cubicBezTo>
                <a:cubicBezTo>
                  <a:pt x="48" y="85"/>
                  <a:pt x="49" y="83"/>
                  <a:pt x="49" y="82"/>
                </a:cubicBezTo>
                <a:cubicBezTo>
                  <a:pt x="49" y="81"/>
                  <a:pt x="50" y="79"/>
                  <a:pt x="49" y="79"/>
                </a:cubicBezTo>
                <a:cubicBezTo>
                  <a:pt x="48" y="78"/>
                  <a:pt x="48" y="79"/>
                  <a:pt x="47" y="79"/>
                </a:cubicBezTo>
                <a:cubicBezTo>
                  <a:pt x="46" y="78"/>
                  <a:pt x="47" y="78"/>
                  <a:pt x="46" y="78"/>
                </a:cubicBezTo>
                <a:cubicBezTo>
                  <a:pt x="45" y="77"/>
                  <a:pt x="44" y="76"/>
                  <a:pt x="44" y="76"/>
                </a:cubicBezTo>
                <a:cubicBezTo>
                  <a:pt x="43" y="75"/>
                  <a:pt x="43" y="74"/>
                  <a:pt x="43" y="74"/>
                </a:cubicBezTo>
                <a:cubicBezTo>
                  <a:pt x="43" y="73"/>
                  <a:pt x="43" y="73"/>
                  <a:pt x="43" y="72"/>
                </a:cubicBezTo>
                <a:cubicBezTo>
                  <a:pt x="43" y="72"/>
                  <a:pt x="43" y="71"/>
                  <a:pt x="43" y="71"/>
                </a:cubicBezTo>
                <a:cubicBezTo>
                  <a:pt x="42" y="69"/>
                  <a:pt x="37" y="67"/>
                  <a:pt x="39" y="64"/>
                </a:cubicBezTo>
                <a:cubicBezTo>
                  <a:pt x="41" y="62"/>
                  <a:pt x="46" y="65"/>
                  <a:pt x="48" y="64"/>
                </a:cubicBezTo>
                <a:cubicBezTo>
                  <a:pt x="49" y="63"/>
                  <a:pt x="49" y="63"/>
                  <a:pt x="49" y="62"/>
                </a:cubicBezTo>
                <a:cubicBezTo>
                  <a:pt x="49" y="61"/>
                  <a:pt x="50" y="60"/>
                  <a:pt x="50" y="60"/>
                </a:cubicBezTo>
                <a:cubicBezTo>
                  <a:pt x="51" y="59"/>
                  <a:pt x="51" y="57"/>
                  <a:pt x="51" y="55"/>
                </a:cubicBezTo>
                <a:cubicBezTo>
                  <a:pt x="51" y="54"/>
                  <a:pt x="49" y="53"/>
                  <a:pt x="49" y="52"/>
                </a:cubicBezTo>
                <a:cubicBezTo>
                  <a:pt x="48" y="51"/>
                  <a:pt x="50" y="50"/>
                  <a:pt x="50" y="49"/>
                </a:cubicBezTo>
                <a:cubicBezTo>
                  <a:pt x="51" y="49"/>
                  <a:pt x="52" y="48"/>
                  <a:pt x="53" y="48"/>
                </a:cubicBezTo>
                <a:cubicBezTo>
                  <a:pt x="53" y="47"/>
                  <a:pt x="52" y="47"/>
                  <a:pt x="52" y="46"/>
                </a:cubicBezTo>
                <a:cubicBezTo>
                  <a:pt x="52" y="45"/>
                  <a:pt x="52" y="45"/>
                  <a:pt x="52" y="44"/>
                </a:cubicBezTo>
                <a:cubicBezTo>
                  <a:pt x="52" y="43"/>
                  <a:pt x="53" y="43"/>
                  <a:pt x="52" y="42"/>
                </a:cubicBezTo>
                <a:cubicBezTo>
                  <a:pt x="52" y="42"/>
                  <a:pt x="52" y="41"/>
                  <a:pt x="52" y="41"/>
                </a:cubicBezTo>
                <a:cubicBezTo>
                  <a:pt x="52" y="40"/>
                  <a:pt x="53" y="40"/>
                  <a:pt x="53" y="39"/>
                </a:cubicBezTo>
                <a:cubicBezTo>
                  <a:pt x="53" y="38"/>
                  <a:pt x="52" y="39"/>
                  <a:pt x="52" y="38"/>
                </a:cubicBezTo>
                <a:cubicBezTo>
                  <a:pt x="52" y="37"/>
                  <a:pt x="53" y="35"/>
                  <a:pt x="52" y="34"/>
                </a:cubicBezTo>
                <a:cubicBezTo>
                  <a:pt x="52" y="33"/>
                  <a:pt x="49" y="31"/>
                  <a:pt x="50" y="29"/>
                </a:cubicBezTo>
                <a:cubicBezTo>
                  <a:pt x="51" y="29"/>
                  <a:pt x="52" y="29"/>
                  <a:pt x="52" y="29"/>
                </a:cubicBezTo>
                <a:cubicBezTo>
                  <a:pt x="53" y="29"/>
                  <a:pt x="53" y="29"/>
                  <a:pt x="53" y="28"/>
                </a:cubicBezTo>
                <a:cubicBezTo>
                  <a:pt x="54" y="27"/>
                  <a:pt x="55" y="25"/>
                  <a:pt x="56" y="24"/>
                </a:cubicBezTo>
                <a:cubicBezTo>
                  <a:pt x="58" y="22"/>
                  <a:pt x="59" y="22"/>
                  <a:pt x="61" y="20"/>
                </a:cubicBezTo>
                <a:cubicBezTo>
                  <a:pt x="62" y="19"/>
                  <a:pt x="64" y="17"/>
                  <a:pt x="64" y="16"/>
                </a:cubicBezTo>
                <a:cubicBezTo>
                  <a:pt x="63" y="11"/>
                  <a:pt x="58" y="15"/>
                  <a:pt x="57" y="12"/>
                </a:cubicBezTo>
                <a:cubicBezTo>
                  <a:pt x="57" y="10"/>
                  <a:pt x="58" y="9"/>
                  <a:pt x="58" y="7"/>
                </a:cubicBezTo>
                <a:cubicBezTo>
                  <a:pt x="58" y="7"/>
                  <a:pt x="57" y="6"/>
                  <a:pt x="57" y="6"/>
                </a:cubicBezTo>
                <a:cubicBezTo>
                  <a:pt x="57" y="5"/>
                  <a:pt x="56" y="6"/>
                  <a:pt x="56" y="6"/>
                </a:cubicBezTo>
                <a:cubicBezTo>
                  <a:pt x="55" y="6"/>
                  <a:pt x="55" y="6"/>
                  <a:pt x="54" y="5"/>
                </a:cubicBezTo>
                <a:cubicBezTo>
                  <a:pt x="53" y="5"/>
                  <a:pt x="53" y="5"/>
                  <a:pt x="52" y="5"/>
                </a:cubicBezTo>
                <a:cubicBezTo>
                  <a:pt x="52" y="5"/>
                  <a:pt x="51" y="6"/>
                  <a:pt x="51" y="6"/>
                </a:cubicBezTo>
                <a:cubicBezTo>
                  <a:pt x="50" y="6"/>
                  <a:pt x="50" y="5"/>
                  <a:pt x="49" y="5"/>
                </a:cubicBezTo>
                <a:cubicBezTo>
                  <a:pt x="49" y="5"/>
                  <a:pt x="48" y="6"/>
                  <a:pt x="47" y="6"/>
                </a:cubicBezTo>
                <a:cubicBezTo>
                  <a:pt x="47" y="4"/>
                  <a:pt x="45" y="5"/>
                  <a:pt x="45" y="5"/>
                </a:cubicBezTo>
                <a:cubicBezTo>
                  <a:pt x="45" y="6"/>
                  <a:pt x="45" y="6"/>
                  <a:pt x="45" y="7"/>
                </a:cubicBezTo>
                <a:cubicBezTo>
                  <a:pt x="44" y="8"/>
                  <a:pt x="44" y="8"/>
                  <a:pt x="43" y="8"/>
                </a:cubicBezTo>
                <a:cubicBezTo>
                  <a:pt x="43" y="8"/>
                  <a:pt x="40" y="9"/>
                  <a:pt x="41" y="9"/>
                </a:cubicBezTo>
                <a:cubicBezTo>
                  <a:pt x="40" y="9"/>
                  <a:pt x="38" y="7"/>
                  <a:pt x="38" y="9"/>
                </a:cubicBezTo>
                <a:cubicBezTo>
                  <a:pt x="37" y="10"/>
                  <a:pt x="37" y="8"/>
                  <a:pt x="37" y="8"/>
                </a:cubicBezTo>
                <a:cubicBezTo>
                  <a:pt x="36" y="8"/>
                  <a:pt x="35" y="7"/>
                  <a:pt x="34" y="7"/>
                </a:cubicBezTo>
                <a:cubicBezTo>
                  <a:pt x="33" y="9"/>
                  <a:pt x="32" y="7"/>
                  <a:pt x="31" y="6"/>
                </a:cubicBezTo>
                <a:cubicBezTo>
                  <a:pt x="31" y="6"/>
                  <a:pt x="29" y="9"/>
                  <a:pt x="28" y="9"/>
                </a:cubicBezTo>
                <a:cubicBezTo>
                  <a:pt x="27" y="9"/>
                  <a:pt x="26" y="9"/>
                  <a:pt x="25" y="8"/>
                </a:cubicBezTo>
                <a:cubicBezTo>
                  <a:pt x="25" y="6"/>
                  <a:pt x="26" y="6"/>
                  <a:pt x="27" y="4"/>
                </a:cubicBezTo>
                <a:cubicBezTo>
                  <a:pt x="29" y="2"/>
                  <a:pt x="27" y="4"/>
                  <a:pt x="26" y="2"/>
                </a:cubicBezTo>
                <a:cubicBezTo>
                  <a:pt x="24" y="2"/>
                  <a:pt x="26" y="0"/>
                  <a:pt x="24" y="0"/>
                </a:cubicBezTo>
                <a:cubicBezTo>
                  <a:pt x="23" y="0"/>
                  <a:pt x="22" y="1"/>
                  <a:pt x="20" y="2"/>
                </a:cubicBezTo>
                <a:cubicBezTo>
                  <a:pt x="17" y="2"/>
                  <a:pt x="15" y="5"/>
                  <a:pt x="12" y="8"/>
                </a:cubicBezTo>
                <a:cubicBezTo>
                  <a:pt x="12" y="8"/>
                  <a:pt x="12" y="9"/>
                  <a:pt x="12" y="9"/>
                </a:cubicBezTo>
                <a:cubicBezTo>
                  <a:pt x="13" y="10"/>
                  <a:pt x="13" y="11"/>
                  <a:pt x="13" y="12"/>
                </a:cubicBezTo>
                <a:cubicBezTo>
                  <a:pt x="14" y="13"/>
                  <a:pt x="13" y="14"/>
                  <a:pt x="13" y="15"/>
                </a:cubicBezTo>
                <a:cubicBezTo>
                  <a:pt x="13" y="18"/>
                  <a:pt x="14" y="21"/>
                  <a:pt x="15" y="23"/>
                </a:cubicBezTo>
                <a:cubicBezTo>
                  <a:pt x="15" y="26"/>
                  <a:pt x="17" y="28"/>
                  <a:pt x="17" y="31"/>
                </a:cubicBezTo>
                <a:cubicBezTo>
                  <a:pt x="16" y="33"/>
                  <a:pt x="16" y="36"/>
                  <a:pt x="16" y="38"/>
                </a:cubicBezTo>
                <a:cubicBezTo>
                  <a:pt x="15" y="42"/>
                  <a:pt x="12" y="47"/>
                  <a:pt x="12" y="51"/>
                </a:cubicBezTo>
                <a:cubicBezTo>
                  <a:pt x="12" y="56"/>
                  <a:pt x="9" y="61"/>
                  <a:pt x="8" y="66"/>
                </a:cubicBezTo>
                <a:cubicBezTo>
                  <a:pt x="7" y="68"/>
                  <a:pt x="6" y="69"/>
                  <a:pt x="5" y="70"/>
                </a:cubicBezTo>
                <a:cubicBezTo>
                  <a:pt x="2" y="72"/>
                  <a:pt x="3" y="72"/>
                  <a:pt x="3" y="75"/>
                </a:cubicBezTo>
                <a:cubicBezTo>
                  <a:pt x="3" y="77"/>
                  <a:pt x="2" y="80"/>
                  <a:pt x="1" y="82"/>
                </a:cubicBezTo>
                <a:cubicBezTo>
                  <a:pt x="1" y="84"/>
                  <a:pt x="0" y="87"/>
                  <a:pt x="1" y="88"/>
                </a:cubicBezTo>
                <a:cubicBezTo>
                  <a:pt x="2" y="89"/>
                  <a:pt x="4" y="89"/>
                  <a:pt x="5" y="90"/>
                </a:cubicBezTo>
                <a:cubicBezTo>
                  <a:pt x="7" y="92"/>
                  <a:pt x="6" y="94"/>
                  <a:pt x="5" y="96"/>
                </a:cubicBezTo>
                <a:cubicBezTo>
                  <a:pt x="7" y="96"/>
                  <a:pt x="8" y="94"/>
                  <a:pt x="11" y="95"/>
                </a:cubicBezTo>
                <a:cubicBezTo>
                  <a:pt x="12" y="95"/>
                  <a:pt x="12" y="97"/>
                  <a:pt x="13" y="98"/>
                </a:cubicBezTo>
                <a:cubicBezTo>
                  <a:pt x="15" y="102"/>
                  <a:pt x="12" y="105"/>
                  <a:pt x="13" y="108"/>
                </a:cubicBezTo>
                <a:cubicBezTo>
                  <a:pt x="14" y="113"/>
                  <a:pt x="13" y="117"/>
                  <a:pt x="12" y="121"/>
                </a:cubicBezTo>
                <a:cubicBezTo>
                  <a:pt x="12" y="123"/>
                  <a:pt x="12" y="125"/>
                  <a:pt x="11" y="127"/>
                </a:cubicBezTo>
                <a:cubicBezTo>
                  <a:pt x="11" y="128"/>
                  <a:pt x="9" y="130"/>
                  <a:pt x="10" y="131"/>
                </a:cubicBezTo>
                <a:cubicBezTo>
                  <a:pt x="13" y="131"/>
                  <a:pt x="15" y="128"/>
                  <a:pt x="19" y="128"/>
                </a:cubicBezTo>
                <a:cubicBezTo>
                  <a:pt x="20" y="128"/>
                  <a:pt x="22" y="129"/>
                  <a:pt x="24" y="129"/>
                </a:cubicBezTo>
                <a:cubicBezTo>
                  <a:pt x="25" y="129"/>
                  <a:pt x="26" y="129"/>
                  <a:pt x="28" y="130"/>
                </a:cubicBezTo>
                <a:cubicBezTo>
                  <a:pt x="30" y="131"/>
                  <a:pt x="32" y="132"/>
                  <a:pt x="35" y="130"/>
                </a:cubicBezTo>
                <a:cubicBezTo>
                  <a:pt x="37" y="129"/>
                  <a:pt x="38" y="126"/>
                  <a:pt x="41" y="126"/>
                </a:cubicBezTo>
                <a:cubicBezTo>
                  <a:pt x="43" y="126"/>
                  <a:pt x="46" y="125"/>
                  <a:pt x="48" y="126"/>
                </a:cubicBezTo>
                <a:cubicBezTo>
                  <a:pt x="46" y="125"/>
                  <a:pt x="43" y="126"/>
                  <a:pt x="40" y="126"/>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2" name="Freeform 30"/>
          <p:cNvSpPr>
            <a:spLocks noEditPoints="1"/>
          </p:cNvSpPr>
          <p:nvPr/>
        </p:nvSpPr>
        <p:spPr bwMode="auto">
          <a:xfrm>
            <a:off x="9485313" y="4006850"/>
            <a:ext cx="741363" cy="709612"/>
          </a:xfrm>
          <a:custGeom>
            <a:avLst/>
            <a:gdLst>
              <a:gd name="T0" fmla="*/ 2 w 195"/>
              <a:gd name="T1" fmla="*/ 33 h 186"/>
              <a:gd name="T2" fmla="*/ 5 w 195"/>
              <a:gd name="T3" fmla="*/ 31 h 186"/>
              <a:gd name="T4" fmla="*/ 17 w 195"/>
              <a:gd name="T5" fmla="*/ 127 h 186"/>
              <a:gd name="T6" fmla="*/ 24 w 195"/>
              <a:gd name="T7" fmla="*/ 131 h 186"/>
              <a:gd name="T8" fmla="*/ 33 w 195"/>
              <a:gd name="T9" fmla="*/ 133 h 186"/>
              <a:gd name="T10" fmla="*/ 41 w 195"/>
              <a:gd name="T11" fmla="*/ 135 h 186"/>
              <a:gd name="T12" fmla="*/ 40 w 195"/>
              <a:gd name="T13" fmla="*/ 142 h 186"/>
              <a:gd name="T14" fmla="*/ 46 w 195"/>
              <a:gd name="T15" fmla="*/ 148 h 186"/>
              <a:gd name="T16" fmla="*/ 54 w 195"/>
              <a:gd name="T17" fmla="*/ 149 h 186"/>
              <a:gd name="T18" fmla="*/ 54 w 195"/>
              <a:gd name="T19" fmla="*/ 142 h 186"/>
              <a:gd name="T20" fmla="*/ 64 w 195"/>
              <a:gd name="T21" fmla="*/ 147 h 186"/>
              <a:gd name="T22" fmla="*/ 68 w 195"/>
              <a:gd name="T23" fmla="*/ 151 h 186"/>
              <a:gd name="T24" fmla="*/ 73 w 195"/>
              <a:gd name="T25" fmla="*/ 156 h 186"/>
              <a:gd name="T26" fmla="*/ 83 w 195"/>
              <a:gd name="T27" fmla="*/ 157 h 186"/>
              <a:gd name="T28" fmla="*/ 90 w 195"/>
              <a:gd name="T29" fmla="*/ 166 h 186"/>
              <a:gd name="T30" fmla="*/ 97 w 195"/>
              <a:gd name="T31" fmla="*/ 174 h 186"/>
              <a:gd name="T32" fmla="*/ 102 w 195"/>
              <a:gd name="T33" fmla="*/ 169 h 186"/>
              <a:gd name="T34" fmla="*/ 105 w 195"/>
              <a:gd name="T35" fmla="*/ 171 h 186"/>
              <a:gd name="T36" fmla="*/ 110 w 195"/>
              <a:gd name="T37" fmla="*/ 175 h 186"/>
              <a:gd name="T38" fmla="*/ 113 w 195"/>
              <a:gd name="T39" fmla="*/ 179 h 186"/>
              <a:gd name="T40" fmla="*/ 117 w 195"/>
              <a:gd name="T41" fmla="*/ 178 h 186"/>
              <a:gd name="T42" fmla="*/ 124 w 195"/>
              <a:gd name="T43" fmla="*/ 174 h 186"/>
              <a:gd name="T44" fmla="*/ 130 w 195"/>
              <a:gd name="T45" fmla="*/ 175 h 186"/>
              <a:gd name="T46" fmla="*/ 137 w 195"/>
              <a:gd name="T47" fmla="*/ 173 h 186"/>
              <a:gd name="T48" fmla="*/ 146 w 195"/>
              <a:gd name="T49" fmla="*/ 173 h 186"/>
              <a:gd name="T50" fmla="*/ 151 w 195"/>
              <a:gd name="T51" fmla="*/ 174 h 186"/>
              <a:gd name="T52" fmla="*/ 162 w 195"/>
              <a:gd name="T53" fmla="*/ 183 h 186"/>
              <a:gd name="T54" fmla="*/ 169 w 195"/>
              <a:gd name="T55" fmla="*/ 186 h 186"/>
              <a:gd name="T56" fmla="*/ 167 w 195"/>
              <a:gd name="T57" fmla="*/ 179 h 186"/>
              <a:gd name="T58" fmla="*/ 167 w 195"/>
              <a:gd name="T59" fmla="*/ 167 h 186"/>
              <a:gd name="T60" fmla="*/ 178 w 195"/>
              <a:gd name="T61" fmla="*/ 153 h 186"/>
              <a:gd name="T62" fmla="*/ 188 w 195"/>
              <a:gd name="T63" fmla="*/ 144 h 186"/>
              <a:gd name="T64" fmla="*/ 194 w 195"/>
              <a:gd name="T65" fmla="*/ 133 h 186"/>
              <a:gd name="T66" fmla="*/ 193 w 195"/>
              <a:gd name="T67" fmla="*/ 127 h 186"/>
              <a:gd name="T68" fmla="*/ 187 w 195"/>
              <a:gd name="T69" fmla="*/ 116 h 186"/>
              <a:gd name="T70" fmla="*/ 185 w 195"/>
              <a:gd name="T71" fmla="*/ 106 h 186"/>
              <a:gd name="T72" fmla="*/ 178 w 195"/>
              <a:gd name="T73" fmla="*/ 85 h 186"/>
              <a:gd name="T74" fmla="*/ 192 w 195"/>
              <a:gd name="T75" fmla="*/ 71 h 186"/>
              <a:gd name="T76" fmla="*/ 190 w 195"/>
              <a:gd name="T77" fmla="*/ 52 h 186"/>
              <a:gd name="T78" fmla="*/ 183 w 195"/>
              <a:gd name="T79" fmla="*/ 31 h 186"/>
              <a:gd name="T80" fmla="*/ 175 w 195"/>
              <a:gd name="T81" fmla="*/ 19 h 186"/>
              <a:gd name="T82" fmla="*/ 168 w 195"/>
              <a:gd name="T83" fmla="*/ 16 h 186"/>
              <a:gd name="T84" fmla="*/ 139 w 195"/>
              <a:gd name="T85" fmla="*/ 16 h 186"/>
              <a:gd name="T86" fmla="*/ 108 w 195"/>
              <a:gd name="T87" fmla="*/ 13 h 186"/>
              <a:gd name="T88" fmla="*/ 90 w 195"/>
              <a:gd name="T89" fmla="*/ 15 h 186"/>
              <a:gd name="T90" fmla="*/ 84 w 195"/>
              <a:gd name="T91" fmla="*/ 2 h 186"/>
              <a:gd name="T92" fmla="*/ 92 w 195"/>
              <a:gd name="T93" fmla="*/ 8 h 186"/>
              <a:gd name="T94" fmla="*/ 80 w 195"/>
              <a:gd name="T95" fmla="*/ 0 h 186"/>
              <a:gd name="T96" fmla="*/ 55 w 195"/>
              <a:gd name="T97" fmla="*/ 8 h 186"/>
              <a:gd name="T98" fmla="*/ 39 w 195"/>
              <a:gd name="T99" fmla="*/ 20 h 186"/>
              <a:gd name="T100" fmla="*/ 22 w 195"/>
              <a:gd name="T101" fmla="*/ 25 h 186"/>
              <a:gd name="T102" fmla="*/ 7 w 195"/>
              <a:gd name="T103" fmla="*/ 30 h 186"/>
              <a:gd name="T104" fmla="*/ 9 w 195"/>
              <a:gd name="T105" fmla="*/ 39 h 186"/>
              <a:gd name="T106" fmla="*/ 8 w 195"/>
              <a:gd name="T107" fmla="*/ 39 h 186"/>
              <a:gd name="T108" fmla="*/ 5 w 195"/>
              <a:gd name="T109" fmla="*/ 45 h 186"/>
              <a:gd name="T110" fmla="*/ 4 w 195"/>
              <a:gd name="T111" fmla="*/ 60 h 186"/>
              <a:gd name="T112" fmla="*/ 9 w 195"/>
              <a:gd name="T113" fmla="*/ 74 h 186"/>
              <a:gd name="T114" fmla="*/ 11 w 195"/>
              <a:gd name="T115" fmla="*/ 85 h 186"/>
              <a:gd name="T116" fmla="*/ 12 w 195"/>
              <a:gd name="T117" fmla="*/ 93 h 186"/>
              <a:gd name="T118" fmla="*/ 11 w 195"/>
              <a:gd name="T119" fmla="*/ 98 h 186"/>
              <a:gd name="T120" fmla="*/ 14 w 195"/>
              <a:gd name="T121" fmla="*/ 110 h 186"/>
              <a:gd name="T122" fmla="*/ 16 w 195"/>
              <a:gd name="T123" fmla="*/ 123 h 186"/>
              <a:gd name="T124" fmla="*/ 17 w 195"/>
              <a:gd name="T125" fmla="*/ 1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5" h="186">
                <a:moveTo>
                  <a:pt x="5" y="34"/>
                </a:moveTo>
                <a:cubicBezTo>
                  <a:pt x="3" y="35"/>
                  <a:pt x="3" y="33"/>
                  <a:pt x="2" y="33"/>
                </a:cubicBezTo>
                <a:cubicBezTo>
                  <a:pt x="2" y="31"/>
                  <a:pt x="2" y="31"/>
                  <a:pt x="2" y="31"/>
                </a:cubicBezTo>
                <a:cubicBezTo>
                  <a:pt x="3" y="31"/>
                  <a:pt x="4" y="30"/>
                  <a:pt x="5" y="31"/>
                </a:cubicBezTo>
                <a:cubicBezTo>
                  <a:pt x="6" y="32"/>
                  <a:pt x="5" y="33"/>
                  <a:pt x="5" y="34"/>
                </a:cubicBezTo>
                <a:close/>
                <a:moveTo>
                  <a:pt x="17" y="127"/>
                </a:moveTo>
                <a:cubicBezTo>
                  <a:pt x="17" y="125"/>
                  <a:pt x="19" y="123"/>
                  <a:pt x="21" y="125"/>
                </a:cubicBezTo>
                <a:cubicBezTo>
                  <a:pt x="22" y="127"/>
                  <a:pt x="23" y="130"/>
                  <a:pt x="24" y="131"/>
                </a:cubicBezTo>
                <a:cubicBezTo>
                  <a:pt x="26" y="132"/>
                  <a:pt x="29" y="132"/>
                  <a:pt x="31" y="133"/>
                </a:cubicBezTo>
                <a:cubicBezTo>
                  <a:pt x="32" y="133"/>
                  <a:pt x="33" y="133"/>
                  <a:pt x="33" y="133"/>
                </a:cubicBezTo>
                <a:cubicBezTo>
                  <a:pt x="34" y="134"/>
                  <a:pt x="35" y="135"/>
                  <a:pt x="36" y="136"/>
                </a:cubicBezTo>
                <a:cubicBezTo>
                  <a:pt x="38" y="137"/>
                  <a:pt x="40" y="136"/>
                  <a:pt x="41" y="135"/>
                </a:cubicBezTo>
                <a:cubicBezTo>
                  <a:pt x="43" y="135"/>
                  <a:pt x="46" y="137"/>
                  <a:pt x="44" y="139"/>
                </a:cubicBezTo>
                <a:cubicBezTo>
                  <a:pt x="43" y="141"/>
                  <a:pt x="41" y="140"/>
                  <a:pt x="40" y="142"/>
                </a:cubicBezTo>
                <a:cubicBezTo>
                  <a:pt x="39" y="144"/>
                  <a:pt x="42" y="144"/>
                  <a:pt x="43" y="144"/>
                </a:cubicBezTo>
                <a:cubicBezTo>
                  <a:pt x="44" y="145"/>
                  <a:pt x="46" y="147"/>
                  <a:pt x="46" y="148"/>
                </a:cubicBezTo>
                <a:cubicBezTo>
                  <a:pt x="47" y="149"/>
                  <a:pt x="46" y="151"/>
                  <a:pt x="48" y="152"/>
                </a:cubicBezTo>
                <a:cubicBezTo>
                  <a:pt x="49" y="152"/>
                  <a:pt x="53" y="150"/>
                  <a:pt x="54" y="149"/>
                </a:cubicBezTo>
                <a:cubicBezTo>
                  <a:pt x="56" y="148"/>
                  <a:pt x="55" y="148"/>
                  <a:pt x="54" y="146"/>
                </a:cubicBezTo>
                <a:cubicBezTo>
                  <a:pt x="54" y="145"/>
                  <a:pt x="53" y="143"/>
                  <a:pt x="54" y="142"/>
                </a:cubicBezTo>
                <a:cubicBezTo>
                  <a:pt x="55" y="142"/>
                  <a:pt x="59" y="144"/>
                  <a:pt x="60" y="145"/>
                </a:cubicBezTo>
                <a:cubicBezTo>
                  <a:pt x="61" y="145"/>
                  <a:pt x="62" y="147"/>
                  <a:pt x="64" y="147"/>
                </a:cubicBezTo>
                <a:cubicBezTo>
                  <a:pt x="66" y="148"/>
                  <a:pt x="68" y="145"/>
                  <a:pt x="71" y="146"/>
                </a:cubicBezTo>
                <a:cubicBezTo>
                  <a:pt x="71" y="149"/>
                  <a:pt x="67" y="150"/>
                  <a:pt x="68" y="151"/>
                </a:cubicBezTo>
                <a:cubicBezTo>
                  <a:pt x="68" y="152"/>
                  <a:pt x="70" y="153"/>
                  <a:pt x="70" y="153"/>
                </a:cubicBezTo>
                <a:cubicBezTo>
                  <a:pt x="71" y="154"/>
                  <a:pt x="73" y="155"/>
                  <a:pt x="73" y="156"/>
                </a:cubicBezTo>
                <a:cubicBezTo>
                  <a:pt x="75" y="156"/>
                  <a:pt x="75" y="154"/>
                  <a:pt x="77" y="154"/>
                </a:cubicBezTo>
                <a:cubicBezTo>
                  <a:pt x="79" y="155"/>
                  <a:pt x="81" y="157"/>
                  <a:pt x="83" y="157"/>
                </a:cubicBezTo>
                <a:cubicBezTo>
                  <a:pt x="86" y="158"/>
                  <a:pt x="86" y="159"/>
                  <a:pt x="87" y="161"/>
                </a:cubicBezTo>
                <a:cubicBezTo>
                  <a:pt x="87" y="164"/>
                  <a:pt x="88" y="164"/>
                  <a:pt x="90" y="166"/>
                </a:cubicBezTo>
                <a:cubicBezTo>
                  <a:pt x="92" y="168"/>
                  <a:pt x="92" y="170"/>
                  <a:pt x="93" y="172"/>
                </a:cubicBezTo>
                <a:cubicBezTo>
                  <a:pt x="93" y="174"/>
                  <a:pt x="96" y="175"/>
                  <a:pt x="97" y="174"/>
                </a:cubicBezTo>
                <a:cubicBezTo>
                  <a:pt x="98" y="173"/>
                  <a:pt x="98" y="171"/>
                  <a:pt x="99" y="170"/>
                </a:cubicBezTo>
                <a:cubicBezTo>
                  <a:pt x="100" y="169"/>
                  <a:pt x="101" y="170"/>
                  <a:pt x="102" y="169"/>
                </a:cubicBezTo>
                <a:cubicBezTo>
                  <a:pt x="103" y="169"/>
                  <a:pt x="103" y="168"/>
                  <a:pt x="104" y="167"/>
                </a:cubicBezTo>
                <a:cubicBezTo>
                  <a:pt x="105" y="168"/>
                  <a:pt x="104" y="170"/>
                  <a:pt x="105" y="171"/>
                </a:cubicBezTo>
                <a:cubicBezTo>
                  <a:pt x="105" y="172"/>
                  <a:pt x="107" y="173"/>
                  <a:pt x="108" y="173"/>
                </a:cubicBezTo>
                <a:cubicBezTo>
                  <a:pt x="109" y="174"/>
                  <a:pt x="110" y="174"/>
                  <a:pt x="110" y="175"/>
                </a:cubicBezTo>
                <a:cubicBezTo>
                  <a:pt x="111" y="176"/>
                  <a:pt x="110" y="178"/>
                  <a:pt x="111" y="180"/>
                </a:cubicBezTo>
                <a:cubicBezTo>
                  <a:pt x="112" y="180"/>
                  <a:pt x="112" y="179"/>
                  <a:pt x="113" y="179"/>
                </a:cubicBezTo>
                <a:cubicBezTo>
                  <a:pt x="114" y="179"/>
                  <a:pt x="115" y="180"/>
                  <a:pt x="116" y="179"/>
                </a:cubicBezTo>
                <a:cubicBezTo>
                  <a:pt x="116" y="179"/>
                  <a:pt x="116" y="178"/>
                  <a:pt x="117" y="178"/>
                </a:cubicBezTo>
                <a:cubicBezTo>
                  <a:pt x="118" y="177"/>
                  <a:pt x="119" y="176"/>
                  <a:pt x="120" y="175"/>
                </a:cubicBezTo>
                <a:cubicBezTo>
                  <a:pt x="122" y="174"/>
                  <a:pt x="122" y="173"/>
                  <a:pt x="124" y="174"/>
                </a:cubicBezTo>
                <a:cubicBezTo>
                  <a:pt x="125" y="174"/>
                  <a:pt x="126" y="174"/>
                  <a:pt x="127" y="174"/>
                </a:cubicBezTo>
                <a:cubicBezTo>
                  <a:pt x="128" y="174"/>
                  <a:pt x="129" y="174"/>
                  <a:pt x="130" y="175"/>
                </a:cubicBezTo>
                <a:cubicBezTo>
                  <a:pt x="131" y="175"/>
                  <a:pt x="132" y="177"/>
                  <a:pt x="134" y="176"/>
                </a:cubicBezTo>
                <a:cubicBezTo>
                  <a:pt x="135" y="175"/>
                  <a:pt x="135" y="174"/>
                  <a:pt x="137" y="173"/>
                </a:cubicBezTo>
                <a:cubicBezTo>
                  <a:pt x="138" y="172"/>
                  <a:pt x="141" y="173"/>
                  <a:pt x="142" y="173"/>
                </a:cubicBezTo>
                <a:cubicBezTo>
                  <a:pt x="144" y="173"/>
                  <a:pt x="145" y="173"/>
                  <a:pt x="146" y="173"/>
                </a:cubicBezTo>
                <a:cubicBezTo>
                  <a:pt x="147" y="174"/>
                  <a:pt x="147" y="175"/>
                  <a:pt x="148" y="175"/>
                </a:cubicBezTo>
                <a:cubicBezTo>
                  <a:pt x="150" y="175"/>
                  <a:pt x="150" y="174"/>
                  <a:pt x="151" y="174"/>
                </a:cubicBezTo>
                <a:cubicBezTo>
                  <a:pt x="153" y="175"/>
                  <a:pt x="154" y="178"/>
                  <a:pt x="155" y="179"/>
                </a:cubicBezTo>
                <a:cubicBezTo>
                  <a:pt x="157" y="181"/>
                  <a:pt x="160" y="182"/>
                  <a:pt x="162" y="183"/>
                </a:cubicBezTo>
                <a:cubicBezTo>
                  <a:pt x="163" y="183"/>
                  <a:pt x="165" y="183"/>
                  <a:pt x="166" y="184"/>
                </a:cubicBezTo>
                <a:cubicBezTo>
                  <a:pt x="167" y="184"/>
                  <a:pt x="168" y="185"/>
                  <a:pt x="169" y="186"/>
                </a:cubicBezTo>
                <a:cubicBezTo>
                  <a:pt x="170" y="186"/>
                  <a:pt x="171" y="185"/>
                  <a:pt x="170" y="183"/>
                </a:cubicBezTo>
                <a:cubicBezTo>
                  <a:pt x="169" y="181"/>
                  <a:pt x="167" y="181"/>
                  <a:pt x="167" y="179"/>
                </a:cubicBezTo>
                <a:cubicBezTo>
                  <a:pt x="167" y="176"/>
                  <a:pt x="168" y="175"/>
                  <a:pt x="167" y="172"/>
                </a:cubicBezTo>
                <a:cubicBezTo>
                  <a:pt x="166" y="170"/>
                  <a:pt x="166" y="169"/>
                  <a:pt x="167" y="167"/>
                </a:cubicBezTo>
                <a:cubicBezTo>
                  <a:pt x="169" y="164"/>
                  <a:pt x="171" y="162"/>
                  <a:pt x="173" y="159"/>
                </a:cubicBezTo>
                <a:cubicBezTo>
                  <a:pt x="175" y="157"/>
                  <a:pt x="176" y="155"/>
                  <a:pt x="178" y="153"/>
                </a:cubicBezTo>
                <a:cubicBezTo>
                  <a:pt x="181" y="151"/>
                  <a:pt x="183" y="149"/>
                  <a:pt x="185" y="147"/>
                </a:cubicBezTo>
                <a:cubicBezTo>
                  <a:pt x="186" y="146"/>
                  <a:pt x="187" y="145"/>
                  <a:pt x="188" y="144"/>
                </a:cubicBezTo>
                <a:cubicBezTo>
                  <a:pt x="190" y="144"/>
                  <a:pt x="192" y="144"/>
                  <a:pt x="193" y="143"/>
                </a:cubicBezTo>
                <a:cubicBezTo>
                  <a:pt x="193" y="139"/>
                  <a:pt x="195" y="137"/>
                  <a:pt x="194" y="133"/>
                </a:cubicBezTo>
                <a:cubicBezTo>
                  <a:pt x="192" y="132"/>
                  <a:pt x="193" y="130"/>
                  <a:pt x="195" y="130"/>
                </a:cubicBezTo>
                <a:cubicBezTo>
                  <a:pt x="195" y="128"/>
                  <a:pt x="194" y="128"/>
                  <a:pt x="193" y="127"/>
                </a:cubicBezTo>
                <a:cubicBezTo>
                  <a:pt x="192" y="126"/>
                  <a:pt x="191" y="124"/>
                  <a:pt x="191" y="123"/>
                </a:cubicBezTo>
                <a:cubicBezTo>
                  <a:pt x="190" y="121"/>
                  <a:pt x="188" y="118"/>
                  <a:pt x="187" y="116"/>
                </a:cubicBezTo>
                <a:cubicBezTo>
                  <a:pt x="185" y="115"/>
                  <a:pt x="186" y="114"/>
                  <a:pt x="187" y="113"/>
                </a:cubicBezTo>
                <a:cubicBezTo>
                  <a:pt x="187" y="110"/>
                  <a:pt x="185" y="109"/>
                  <a:pt x="185" y="106"/>
                </a:cubicBezTo>
                <a:cubicBezTo>
                  <a:pt x="183" y="102"/>
                  <a:pt x="188" y="97"/>
                  <a:pt x="186" y="92"/>
                </a:cubicBezTo>
                <a:cubicBezTo>
                  <a:pt x="185" y="89"/>
                  <a:pt x="180" y="88"/>
                  <a:pt x="178" y="85"/>
                </a:cubicBezTo>
                <a:cubicBezTo>
                  <a:pt x="175" y="81"/>
                  <a:pt x="182" y="77"/>
                  <a:pt x="185" y="76"/>
                </a:cubicBezTo>
                <a:cubicBezTo>
                  <a:pt x="187" y="74"/>
                  <a:pt x="191" y="74"/>
                  <a:pt x="192" y="71"/>
                </a:cubicBezTo>
                <a:cubicBezTo>
                  <a:pt x="193" y="67"/>
                  <a:pt x="191" y="63"/>
                  <a:pt x="191" y="59"/>
                </a:cubicBezTo>
                <a:cubicBezTo>
                  <a:pt x="190" y="57"/>
                  <a:pt x="190" y="54"/>
                  <a:pt x="190" y="52"/>
                </a:cubicBezTo>
                <a:cubicBezTo>
                  <a:pt x="189" y="50"/>
                  <a:pt x="188" y="47"/>
                  <a:pt x="186" y="45"/>
                </a:cubicBezTo>
                <a:cubicBezTo>
                  <a:pt x="185" y="41"/>
                  <a:pt x="183" y="36"/>
                  <a:pt x="183" y="31"/>
                </a:cubicBezTo>
                <a:cubicBezTo>
                  <a:pt x="183" y="26"/>
                  <a:pt x="183" y="23"/>
                  <a:pt x="178" y="20"/>
                </a:cubicBezTo>
                <a:cubicBezTo>
                  <a:pt x="177" y="19"/>
                  <a:pt x="176" y="19"/>
                  <a:pt x="175" y="19"/>
                </a:cubicBezTo>
                <a:cubicBezTo>
                  <a:pt x="174" y="18"/>
                  <a:pt x="174" y="17"/>
                  <a:pt x="173" y="17"/>
                </a:cubicBezTo>
                <a:cubicBezTo>
                  <a:pt x="171" y="16"/>
                  <a:pt x="170" y="17"/>
                  <a:pt x="168" y="16"/>
                </a:cubicBezTo>
                <a:cubicBezTo>
                  <a:pt x="164" y="17"/>
                  <a:pt x="159" y="16"/>
                  <a:pt x="155" y="16"/>
                </a:cubicBezTo>
                <a:cubicBezTo>
                  <a:pt x="149" y="16"/>
                  <a:pt x="144" y="16"/>
                  <a:pt x="139" y="16"/>
                </a:cubicBezTo>
                <a:cubicBezTo>
                  <a:pt x="134" y="16"/>
                  <a:pt x="129" y="14"/>
                  <a:pt x="124" y="14"/>
                </a:cubicBezTo>
                <a:cubicBezTo>
                  <a:pt x="119" y="14"/>
                  <a:pt x="113" y="14"/>
                  <a:pt x="108" y="13"/>
                </a:cubicBezTo>
                <a:cubicBezTo>
                  <a:pt x="104" y="16"/>
                  <a:pt x="100" y="16"/>
                  <a:pt x="96" y="16"/>
                </a:cubicBezTo>
                <a:cubicBezTo>
                  <a:pt x="93" y="16"/>
                  <a:pt x="92" y="16"/>
                  <a:pt x="90" y="15"/>
                </a:cubicBezTo>
                <a:cubicBezTo>
                  <a:pt x="87" y="14"/>
                  <a:pt x="87" y="14"/>
                  <a:pt x="87" y="11"/>
                </a:cubicBezTo>
                <a:cubicBezTo>
                  <a:pt x="86" y="10"/>
                  <a:pt x="83" y="3"/>
                  <a:pt x="84" y="2"/>
                </a:cubicBezTo>
                <a:cubicBezTo>
                  <a:pt x="86" y="2"/>
                  <a:pt x="88" y="4"/>
                  <a:pt x="89" y="5"/>
                </a:cubicBezTo>
                <a:cubicBezTo>
                  <a:pt x="90" y="6"/>
                  <a:pt x="91" y="8"/>
                  <a:pt x="92" y="8"/>
                </a:cubicBezTo>
                <a:cubicBezTo>
                  <a:pt x="92" y="5"/>
                  <a:pt x="89" y="4"/>
                  <a:pt x="88" y="2"/>
                </a:cubicBezTo>
                <a:cubicBezTo>
                  <a:pt x="85" y="0"/>
                  <a:pt x="83" y="0"/>
                  <a:pt x="80" y="0"/>
                </a:cubicBezTo>
                <a:cubicBezTo>
                  <a:pt x="74" y="0"/>
                  <a:pt x="69" y="2"/>
                  <a:pt x="63" y="4"/>
                </a:cubicBezTo>
                <a:cubicBezTo>
                  <a:pt x="61" y="5"/>
                  <a:pt x="58" y="7"/>
                  <a:pt x="55" y="8"/>
                </a:cubicBezTo>
                <a:cubicBezTo>
                  <a:pt x="53" y="9"/>
                  <a:pt x="49" y="9"/>
                  <a:pt x="47" y="11"/>
                </a:cubicBezTo>
                <a:cubicBezTo>
                  <a:pt x="44" y="13"/>
                  <a:pt x="43" y="19"/>
                  <a:pt x="39" y="20"/>
                </a:cubicBezTo>
                <a:cubicBezTo>
                  <a:pt x="36" y="20"/>
                  <a:pt x="33" y="20"/>
                  <a:pt x="31" y="22"/>
                </a:cubicBezTo>
                <a:cubicBezTo>
                  <a:pt x="28" y="23"/>
                  <a:pt x="25" y="24"/>
                  <a:pt x="22" y="25"/>
                </a:cubicBezTo>
                <a:cubicBezTo>
                  <a:pt x="19" y="25"/>
                  <a:pt x="17" y="26"/>
                  <a:pt x="14" y="28"/>
                </a:cubicBezTo>
                <a:cubicBezTo>
                  <a:pt x="12" y="28"/>
                  <a:pt x="8" y="29"/>
                  <a:pt x="7" y="30"/>
                </a:cubicBezTo>
                <a:cubicBezTo>
                  <a:pt x="5" y="33"/>
                  <a:pt x="9" y="33"/>
                  <a:pt x="10" y="34"/>
                </a:cubicBezTo>
                <a:cubicBezTo>
                  <a:pt x="11" y="36"/>
                  <a:pt x="9" y="37"/>
                  <a:pt x="9" y="39"/>
                </a:cubicBezTo>
                <a:cubicBezTo>
                  <a:pt x="9" y="39"/>
                  <a:pt x="11" y="41"/>
                  <a:pt x="10" y="41"/>
                </a:cubicBezTo>
                <a:cubicBezTo>
                  <a:pt x="9" y="41"/>
                  <a:pt x="8" y="40"/>
                  <a:pt x="8" y="39"/>
                </a:cubicBezTo>
                <a:cubicBezTo>
                  <a:pt x="7" y="39"/>
                  <a:pt x="3" y="37"/>
                  <a:pt x="2" y="37"/>
                </a:cubicBezTo>
                <a:cubicBezTo>
                  <a:pt x="3" y="40"/>
                  <a:pt x="3" y="43"/>
                  <a:pt x="5" y="45"/>
                </a:cubicBezTo>
                <a:cubicBezTo>
                  <a:pt x="6" y="48"/>
                  <a:pt x="6" y="51"/>
                  <a:pt x="6" y="54"/>
                </a:cubicBezTo>
                <a:cubicBezTo>
                  <a:pt x="6" y="56"/>
                  <a:pt x="5" y="58"/>
                  <a:pt x="4" y="60"/>
                </a:cubicBezTo>
                <a:cubicBezTo>
                  <a:pt x="2" y="62"/>
                  <a:pt x="0" y="64"/>
                  <a:pt x="0" y="67"/>
                </a:cubicBezTo>
                <a:cubicBezTo>
                  <a:pt x="3" y="69"/>
                  <a:pt x="7" y="71"/>
                  <a:pt x="9" y="74"/>
                </a:cubicBezTo>
                <a:cubicBezTo>
                  <a:pt x="11" y="77"/>
                  <a:pt x="8" y="79"/>
                  <a:pt x="9" y="82"/>
                </a:cubicBezTo>
                <a:cubicBezTo>
                  <a:pt x="9" y="83"/>
                  <a:pt x="10" y="84"/>
                  <a:pt x="11" y="85"/>
                </a:cubicBezTo>
                <a:cubicBezTo>
                  <a:pt x="11" y="87"/>
                  <a:pt x="11" y="88"/>
                  <a:pt x="11" y="90"/>
                </a:cubicBezTo>
                <a:cubicBezTo>
                  <a:pt x="12" y="91"/>
                  <a:pt x="13" y="91"/>
                  <a:pt x="12" y="93"/>
                </a:cubicBezTo>
                <a:cubicBezTo>
                  <a:pt x="12" y="94"/>
                  <a:pt x="11" y="94"/>
                  <a:pt x="11" y="95"/>
                </a:cubicBezTo>
                <a:cubicBezTo>
                  <a:pt x="11" y="96"/>
                  <a:pt x="11" y="97"/>
                  <a:pt x="11" y="98"/>
                </a:cubicBezTo>
                <a:cubicBezTo>
                  <a:pt x="8" y="98"/>
                  <a:pt x="10" y="102"/>
                  <a:pt x="11" y="104"/>
                </a:cubicBezTo>
                <a:cubicBezTo>
                  <a:pt x="12" y="106"/>
                  <a:pt x="12" y="108"/>
                  <a:pt x="14" y="110"/>
                </a:cubicBezTo>
                <a:cubicBezTo>
                  <a:pt x="16" y="112"/>
                  <a:pt x="18" y="115"/>
                  <a:pt x="17" y="118"/>
                </a:cubicBezTo>
                <a:cubicBezTo>
                  <a:pt x="17" y="120"/>
                  <a:pt x="16" y="121"/>
                  <a:pt x="16" y="123"/>
                </a:cubicBezTo>
                <a:cubicBezTo>
                  <a:pt x="16" y="125"/>
                  <a:pt x="15" y="127"/>
                  <a:pt x="14" y="129"/>
                </a:cubicBezTo>
                <a:cubicBezTo>
                  <a:pt x="15" y="129"/>
                  <a:pt x="16" y="129"/>
                  <a:pt x="17" y="127"/>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3" name="Freeform 31"/>
          <p:cNvSpPr>
            <a:spLocks/>
          </p:cNvSpPr>
          <p:nvPr/>
        </p:nvSpPr>
        <p:spPr bwMode="auto">
          <a:xfrm>
            <a:off x="10421938" y="4773613"/>
            <a:ext cx="254000" cy="327025"/>
          </a:xfrm>
          <a:custGeom>
            <a:avLst/>
            <a:gdLst>
              <a:gd name="T0" fmla="*/ 35 w 67"/>
              <a:gd name="T1" fmla="*/ 82 h 86"/>
              <a:gd name="T2" fmla="*/ 40 w 67"/>
              <a:gd name="T3" fmla="*/ 73 h 86"/>
              <a:gd name="T4" fmla="*/ 44 w 67"/>
              <a:gd name="T5" fmla="*/ 70 h 86"/>
              <a:gd name="T6" fmla="*/ 44 w 67"/>
              <a:gd name="T7" fmla="*/ 65 h 86"/>
              <a:gd name="T8" fmla="*/ 48 w 67"/>
              <a:gd name="T9" fmla="*/ 57 h 86"/>
              <a:gd name="T10" fmla="*/ 51 w 67"/>
              <a:gd name="T11" fmla="*/ 59 h 86"/>
              <a:gd name="T12" fmla="*/ 57 w 67"/>
              <a:gd name="T13" fmla="*/ 61 h 86"/>
              <a:gd name="T14" fmla="*/ 61 w 67"/>
              <a:gd name="T15" fmla="*/ 61 h 86"/>
              <a:gd name="T16" fmla="*/ 63 w 67"/>
              <a:gd name="T17" fmla="*/ 57 h 86"/>
              <a:gd name="T18" fmla="*/ 60 w 67"/>
              <a:gd name="T19" fmla="*/ 47 h 86"/>
              <a:gd name="T20" fmla="*/ 56 w 67"/>
              <a:gd name="T21" fmla="*/ 42 h 86"/>
              <a:gd name="T22" fmla="*/ 55 w 67"/>
              <a:gd name="T23" fmla="*/ 38 h 86"/>
              <a:gd name="T24" fmla="*/ 54 w 67"/>
              <a:gd name="T25" fmla="*/ 34 h 86"/>
              <a:gd name="T26" fmla="*/ 49 w 67"/>
              <a:gd name="T27" fmla="*/ 30 h 86"/>
              <a:gd name="T28" fmla="*/ 49 w 67"/>
              <a:gd name="T29" fmla="*/ 23 h 86"/>
              <a:gd name="T30" fmla="*/ 49 w 67"/>
              <a:gd name="T31" fmla="*/ 20 h 86"/>
              <a:gd name="T32" fmla="*/ 46 w 67"/>
              <a:gd name="T33" fmla="*/ 16 h 86"/>
              <a:gd name="T34" fmla="*/ 41 w 67"/>
              <a:gd name="T35" fmla="*/ 11 h 86"/>
              <a:gd name="T36" fmla="*/ 35 w 67"/>
              <a:gd name="T37" fmla="*/ 10 h 86"/>
              <a:gd name="T38" fmla="*/ 32 w 67"/>
              <a:gd name="T39" fmla="*/ 10 h 86"/>
              <a:gd name="T40" fmla="*/ 29 w 67"/>
              <a:gd name="T41" fmla="*/ 7 h 86"/>
              <a:gd name="T42" fmla="*/ 28 w 67"/>
              <a:gd name="T43" fmla="*/ 7 h 86"/>
              <a:gd name="T44" fmla="*/ 24 w 67"/>
              <a:gd name="T45" fmla="*/ 4 h 86"/>
              <a:gd name="T46" fmla="*/ 19 w 67"/>
              <a:gd name="T47" fmla="*/ 1 h 86"/>
              <a:gd name="T48" fmla="*/ 14 w 67"/>
              <a:gd name="T49" fmla="*/ 1 h 86"/>
              <a:gd name="T50" fmla="*/ 11 w 67"/>
              <a:gd name="T51" fmla="*/ 3 h 86"/>
              <a:gd name="T52" fmla="*/ 6 w 67"/>
              <a:gd name="T53" fmla="*/ 3 h 86"/>
              <a:gd name="T54" fmla="*/ 0 w 67"/>
              <a:gd name="T55" fmla="*/ 5 h 86"/>
              <a:gd name="T56" fmla="*/ 10 w 67"/>
              <a:gd name="T57" fmla="*/ 20 h 86"/>
              <a:gd name="T58" fmla="*/ 16 w 67"/>
              <a:gd name="T59" fmla="*/ 29 h 86"/>
              <a:gd name="T60" fmla="*/ 22 w 67"/>
              <a:gd name="T61" fmla="*/ 38 h 86"/>
              <a:gd name="T62" fmla="*/ 30 w 67"/>
              <a:gd name="T63" fmla="*/ 55 h 86"/>
              <a:gd name="T64" fmla="*/ 28 w 67"/>
              <a:gd name="T65" fmla="*/ 65 h 86"/>
              <a:gd name="T66" fmla="*/ 28 w 67"/>
              <a:gd name="T67" fmla="*/ 81 h 86"/>
              <a:gd name="T68" fmla="*/ 35 w 67"/>
              <a:gd name="T69"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 h="86">
                <a:moveTo>
                  <a:pt x="35" y="85"/>
                </a:moveTo>
                <a:cubicBezTo>
                  <a:pt x="36" y="83"/>
                  <a:pt x="36" y="83"/>
                  <a:pt x="35" y="82"/>
                </a:cubicBezTo>
                <a:cubicBezTo>
                  <a:pt x="36" y="81"/>
                  <a:pt x="37" y="79"/>
                  <a:pt x="39" y="77"/>
                </a:cubicBezTo>
                <a:cubicBezTo>
                  <a:pt x="40" y="76"/>
                  <a:pt x="39" y="74"/>
                  <a:pt x="40" y="73"/>
                </a:cubicBezTo>
                <a:cubicBezTo>
                  <a:pt x="41" y="72"/>
                  <a:pt x="42" y="73"/>
                  <a:pt x="43" y="72"/>
                </a:cubicBezTo>
                <a:cubicBezTo>
                  <a:pt x="44" y="72"/>
                  <a:pt x="43" y="72"/>
                  <a:pt x="44" y="70"/>
                </a:cubicBezTo>
                <a:cubicBezTo>
                  <a:pt x="44" y="70"/>
                  <a:pt x="45" y="68"/>
                  <a:pt x="45" y="67"/>
                </a:cubicBezTo>
                <a:cubicBezTo>
                  <a:pt x="45" y="66"/>
                  <a:pt x="44" y="66"/>
                  <a:pt x="44" y="65"/>
                </a:cubicBezTo>
                <a:cubicBezTo>
                  <a:pt x="43" y="64"/>
                  <a:pt x="43" y="61"/>
                  <a:pt x="43" y="60"/>
                </a:cubicBezTo>
                <a:cubicBezTo>
                  <a:pt x="44" y="59"/>
                  <a:pt x="47" y="56"/>
                  <a:pt x="48" y="57"/>
                </a:cubicBezTo>
                <a:cubicBezTo>
                  <a:pt x="50" y="57"/>
                  <a:pt x="48" y="59"/>
                  <a:pt x="49" y="61"/>
                </a:cubicBezTo>
                <a:cubicBezTo>
                  <a:pt x="50" y="62"/>
                  <a:pt x="51" y="60"/>
                  <a:pt x="51" y="59"/>
                </a:cubicBezTo>
                <a:cubicBezTo>
                  <a:pt x="51" y="61"/>
                  <a:pt x="54" y="59"/>
                  <a:pt x="54" y="58"/>
                </a:cubicBezTo>
                <a:cubicBezTo>
                  <a:pt x="54" y="59"/>
                  <a:pt x="56" y="61"/>
                  <a:pt x="57" y="61"/>
                </a:cubicBezTo>
                <a:cubicBezTo>
                  <a:pt x="58" y="61"/>
                  <a:pt x="59" y="59"/>
                  <a:pt x="59" y="58"/>
                </a:cubicBezTo>
                <a:cubicBezTo>
                  <a:pt x="59" y="58"/>
                  <a:pt x="61" y="61"/>
                  <a:pt x="61" y="61"/>
                </a:cubicBezTo>
                <a:cubicBezTo>
                  <a:pt x="62" y="62"/>
                  <a:pt x="66" y="61"/>
                  <a:pt x="67" y="60"/>
                </a:cubicBezTo>
                <a:cubicBezTo>
                  <a:pt x="66" y="59"/>
                  <a:pt x="64" y="58"/>
                  <a:pt x="63" y="57"/>
                </a:cubicBezTo>
                <a:cubicBezTo>
                  <a:pt x="63" y="54"/>
                  <a:pt x="64" y="50"/>
                  <a:pt x="62" y="48"/>
                </a:cubicBezTo>
                <a:cubicBezTo>
                  <a:pt x="61" y="47"/>
                  <a:pt x="60" y="47"/>
                  <a:pt x="60" y="47"/>
                </a:cubicBezTo>
                <a:cubicBezTo>
                  <a:pt x="59" y="46"/>
                  <a:pt x="57" y="45"/>
                  <a:pt x="56" y="45"/>
                </a:cubicBezTo>
                <a:cubicBezTo>
                  <a:pt x="57" y="44"/>
                  <a:pt x="57" y="43"/>
                  <a:pt x="56" y="42"/>
                </a:cubicBezTo>
                <a:cubicBezTo>
                  <a:pt x="56" y="41"/>
                  <a:pt x="55" y="41"/>
                  <a:pt x="55" y="41"/>
                </a:cubicBezTo>
                <a:cubicBezTo>
                  <a:pt x="54" y="40"/>
                  <a:pt x="55" y="40"/>
                  <a:pt x="55" y="38"/>
                </a:cubicBezTo>
                <a:cubicBezTo>
                  <a:pt x="55" y="38"/>
                  <a:pt x="56" y="35"/>
                  <a:pt x="56" y="35"/>
                </a:cubicBezTo>
                <a:cubicBezTo>
                  <a:pt x="55" y="33"/>
                  <a:pt x="55" y="34"/>
                  <a:pt x="54" y="34"/>
                </a:cubicBezTo>
                <a:cubicBezTo>
                  <a:pt x="52" y="34"/>
                  <a:pt x="52" y="34"/>
                  <a:pt x="51" y="33"/>
                </a:cubicBezTo>
                <a:cubicBezTo>
                  <a:pt x="50" y="31"/>
                  <a:pt x="50" y="31"/>
                  <a:pt x="49" y="30"/>
                </a:cubicBezTo>
                <a:cubicBezTo>
                  <a:pt x="48" y="30"/>
                  <a:pt x="48" y="30"/>
                  <a:pt x="47" y="29"/>
                </a:cubicBezTo>
                <a:cubicBezTo>
                  <a:pt x="47" y="26"/>
                  <a:pt x="49" y="25"/>
                  <a:pt x="49" y="23"/>
                </a:cubicBezTo>
                <a:cubicBezTo>
                  <a:pt x="49" y="23"/>
                  <a:pt x="49" y="21"/>
                  <a:pt x="49" y="21"/>
                </a:cubicBezTo>
                <a:cubicBezTo>
                  <a:pt x="49" y="21"/>
                  <a:pt x="49" y="20"/>
                  <a:pt x="49" y="20"/>
                </a:cubicBezTo>
                <a:cubicBezTo>
                  <a:pt x="49" y="19"/>
                  <a:pt x="49" y="16"/>
                  <a:pt x="48" y="15"/>
                </a:cubicBezTo>
                <a:cubicBezTo>
                  <a:pt x="46" y="14"/>
                  <a:pt x="46" y="16"/>
                  <a:pt x="46" y="16"/>
                </a:cubicBezTo>
                <a:cubicBezTo>
                  <a:pt x="44" y="16"/>
                  <a:pt x="43" y="15"/>
                  <a:pt x="42" y="15"/>
                </a:cubicBezTo>
                <a:cubicBezTo>
                  <a:pt x="42" y="13"/>
                  <a:pt x="41" y="12"/>
                  <a:pt x="41" y="11"/>
                </a:cubicBezTo>
                <a:cubicBezTo>
                  <a:pt x="40" y="11"/>
                  <a:pt x="38" y="10"/>
                  <a:pt x="37" y="10"/>
                </a:cubicBezTo>
                <a:cubicBezTo>
                  <a:pt x="36" y="10"/>
                  <a:pt x="36" y="10"/>
                  <a:pt x="35" y="10"/>
                </a:cubicBezTo>
                <a:cubicBezTo>
                  <a:pt x="35" y="11"/>
                  <a:pt x="35" y="12"/>
                  <a:pt x="34" y="12"/>
                </a:cubicBezTo>
                <a:cubicBezTo>
                  <a:pt x="34" y="11"/>
                  <a:pt x="33" y="9"/>
                  <a:pt x="32" y="10"/>
                </a:cubicBezTo>
                <a:cubicBezTo>
                  <a:pt x="32" y="9"/>
                  <a:pt x="32" y="8"/>
                  <a:pt x="32" y="7"/>
                </a:cubicBezTo>
                <a:cubicBezTo>
                  <a:pt x="31" y="7"/>
                  <a:pt x="30" y="8"/>
                  <a:pt x="29" y="7"/>
                </a:cubicBezTo>
                <a:cubicBezTo>
                  <a:pt x="29" y="7"/>
                  <a:pt x="29" y="7"/>
                  <a:pt x="29" y="6"/>
                </a:cubicBezTo>
                <a:cubicBezTo>
                  <a:pt x="28" y="6"/>
                  <a:pt x="28" y="6"/>
                  <a:pt x="28" y="7"/>
                </a:cubicBezTo>
                <a:cubicBezTo>
                  <a:pt x="27" y="6"/>
                  <a:pt x="27" y="5"/>
                  <a:pt x="27" y="5"/>
                </a:cubicBezTo>
                <a:cubicBezTo>
                  <a:pt x="26" y="4"/>
                  <a:pt x="25" y="5"/>
                  <a:pt x="24" y="4"/>
                </a:cubicBezTo>
                <a:cubicBezTo>
                  <a:pt x="23" y="4"/>
                  <a:pt x="23" y="2"/>
                  <a:pt x="21" y="1"/>
                </a:cubicBezTo>
                <a:cubicBezTo>
                  <a:pt x="20" y="1"/>
                  <a:pt x="20" y="1"/>
                  <a:pt x="19" y="1"/>
                </a:cubicBezTo>
                <a:cubicBezTo>
                  <a:pt x="19" y="1"/>
                  <a:pt x="17" y="0"/>
                  <a:pt x="17" y="0"/>
                </a:cubicBezTo>
                <a:cubicBezTo>
                  <a:pt x="16" y="0"/>
                  <a:pt x="16" y="1"/>
                  <a:pt x="14" y="1"/>
                </a:cubicBezTo>
                <a:cubicBezTo>
                  <a:pt x="14" y="2"/>
                  <a:pt x="13" y="1"/>
                  <a:pt x="13" y="1"/>
                </a:cubicBezTo>
                <a:cubicBezTo>
                  <a:pt x="12" y="2"/>
                  <a:pt x="11" y="2"/>
                  <a:pt x="11" y="3"/>
                </a:cubicBezTo>
                <a:cubicBezTo>
                  <a:pt x="9" y="3"/>
                  <a:pt x="8" y="2"/>
                  <a:pt x="7" y="2"/>
                </a:cubicBezTo>
                <a:cubicBezTo>
                  <a:pt x="6" y="2"/>
                  <a:pt x="6" y="3"/>
                  <a:pt x="6" y="3"/>
                </a:cubicBezTo>
                <a:cubicBezTo>
                  <a:pt x="4" y="4"/>
                  <a:pt x="5" y="3"/>
                  <a:pt x="4" y="3"/>
                </a:cubicBezTo>
                <a:cubicBezTo>
                  <a:pt x="2" y="3"/>
                  <a:pt x="1" y="3"/>
                  <a:pt x="0" y="5"/>
                </a:cubicBezTo>
                <a:cubicBezTo>
                  <a:pt x="4" y="7"/>
                  <a:pt x="7" y="11"/>
                  <a:pt x="8" y="14"/>
                </a:cubicBezTo>
                <a:cubicBezTo>
                  <a:pt x="9" y="16"/>
                  <a:pt x="10" y="18"/>
                  <a:pt x="10" y="20"/>
                </a:cubicBezTo>
                <a:cubicBezTo>
                  <a:pt x="11" y="22"/>
                  <a:pt x="12" y="24"/>
                  <a:pt x="13" y="25"/>
                </a:cubicBezTo>
                <a:cubicBezTo>
                  <a:pt x="14" y="27"/>
                  <a:pt x="15" y="28"/>
                  <a:pt x="16" y="29"/>
                </a:cubicBezTo>
                <a:cubicBezTo>
                  <a:pt x="17" y="30"/>
                  <a:pt x="17" y="32"/>
                  <a:pt x="18" y="33"/>
                </a:cubicBezTo>
                <a:cubicBezTo>
                  <a:pt x="19" y="35"/>
                  <a:pt x="21" y="36"/>
                  <a:pt x="22" y="38"/>
                </a:cubicBezTo>
                <a:cubicBezTo>
                  <a:pt x="23" y="40"/>
                  <a:pt x="24" y="41"/>
                  <a:pt x="26" y="43"/>
                </a:cubicBezTo>
                <a:cubicBezTo>
                  <a:pt x="28" y="45"/>
                  <a:pt x="30" y="51"/>
                  <a:pt x="30" y="55"/>
                </a:cubicBezTo>
                <a:cubicBezTo>
                  <a:pt x="30" y="57"/>
                  <a:pt x="30" y="59"/>
                  <a:pt x="30" y="61"/>
                </a:cubicBezTo>
                <a:cubicBezTo>
                  <a:pt x="29" y="62"/>
                  <a:pt x="28" y="63"/>
                  <a:pt x="28" y="65"/>
                </a:cubicBezTo>
                <a:cubicBezTo>
                  <a:pt x="27" y="69"/>
                  <a:pt x="27" y="72"/>
                  <a:pt x="28" y="76"/>
                </a:cubicBezTo>
                <a:cubicBezTo>
                  <a:pt x="28" y="78"/>
                  <a:pt x="29" y="79"/>
                  <a:pt x="28" y="81"/>
                </a:cubicBezTo>
                <a:cubicBezTo>
                  <a:pt x="27" y="84"/>
                  <a:pt x="27" y="84"/>
                  <a:pt x="29" y="86"/>
                </a:cubicBezTo>
                <a:cubicBezTo>
                  <a:pt x="31" y="85"/>
                  <a:pt x="33" y="85"/>
                  <a:pt x="35" y="85"/>
                </a:cubicBezTo>
                <a:cubicBezTo>
                  <a:pt x="35" y="85"/>
                  <a:pt x="33" y="85"/>
                  <a:pt x="35" y="85"/>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4" name="Freeform 32"/>
          <p:cNvSpPr>
            <a:spLocks/>
          </p:cNvSpPr>
          <p:nvPr/>
        </p:nvSpPr>
        <p:spPr bwMode="auto">
          <a:xfrm>
            <a:off x="9377363" y="6292850"/>
            <a:ext cx="26988" cy="15875"/>
          </a:xfrm>
          <a:custGeom>
            <a:avLst/>
            <a:gdLst>
              <a:gd name="T0" fmla="*/ 1 w 7"/>
              <a:gd name="T1" fmla="*/ 2 h 4"/>
              <a:gd name="T2" fmla="*/ 1 w 7"/>
              <a:gd name="T3" fmla="*/ 1 h 4"/>
              <a:gd name="T4" fmla="*/ 1 w 7"/>
              <a:gd name="T5" fmla="*/ 1 h 4"/>
              <a:gd name="T6" fmla="*/ 0 w 7"/>
              <a:gd name="T7" fmla="*/ 0 h 4"/>
              <a:gd name="T8" fmla="*/ 1 w 7"/>
              <a:gd name="T9" fmla="*/ 0 h 4"/>
              <a:gd name="T10" fmla="*/ 1 w 7"/>
              <a:gd name="T11" fmla="*/ 0 h 4"/>
              <a:gd name="T12" fmla="*/ 2 w 7"/>
              <a:gd name="T13" fmla="*/ 0 h 4"/>
              <a:gd name="T14" fmla="*/ 2 w 7"/>
              <a:gd name="T15" fmla="*/ 0 h 4"/>
              <a:gd name="T16" fmla="*/ 3 w 7"/>
              <a:gd name="T17" fmla="*/ 0 h 4"/>
              <a:gd name="T18" fmla="*/ 3 w 7"/>
              <a:gd name="T19" fmla="*/ 0 h 4"/>
              <a:gd name="T20" fmla="*/ 4 w 7"/>
              <a:gd name="T21" fmla="*/ 0 h 4"/>
              <a:gd name="T22" fmla="*/ 5 w 7"/>
              <a:gd name="T23" fmla="*/ 1 h 4"/>
              <a:gd name="T24" fmla="*/ 5 w 7"/>
              <a:gd name="T25" fmla="*/ 1 h 4"/>
              <a:gd name="T26" fmla="*/ 5 w 7"/>
              <a:gd name="T27" fmla="*/ 1 h 4"/>
              <a:gd name="T28" fmla="*/ 6 w 7"/>
              <a:gd name="T29" fmla="*/ 1 h 4"/>
              <a:gd name="T30" fmla="*/ 6 w 7"/>
              <a:gd name="T31" fmla="*/ 1 h 4"/>
              <a:gd name="T32" fmla="*/ 6 w 7"/>
              <a:gd name="T33" fmla="*/ 2 h 4"/>
              <a:gd name="T34" fmla="*/ 7 w 7"/>
              <a:gd name="T35" fmla="*/ 2 h 4"/>
              <a:gd name="T36" fmla="*/ 7 w 7"/>
              <a:gd name="T37" fmla="*/ 2 h 4"/>
              <a:gd name="T38" fmla="*/ 6 w 7"/>
              <a:gd name="T39" fmla="*/ 3 h 4"/>
              <a:gd name="T40" fmla="*/ 5 w 7"/>
              <a:gd name="T41" fmla="*/ 3 h 4"/>
              <a:gd name="T42" fmla="*/ 5 w 7"/>
              <a:gd name="T43" fmla="*/ 3 h 4"/>
              <a:gd name="T44" fmla="*/ 5 w 7"/>
              <a:gd name="T45" fmla="*/ 3 h 4"/>
              <a:gd name="T46" fmla="*/ 4 w 7"/>
              <a:gd name="T47" fmla="*/ 3 h 4"/>
              <a:gd name="T48" fmla="*/ 4 w 7"/>
              <a:gd name="T49" fmla="*/ 3 h 4"/>
              <a:gd name="T50" fmla="*/ 3 w 7"/>
              <a:gd name="T51" fmla="*/ 3 h 4"/>
              <a:gd name="T52" fmla="*/ 2 w 7"/>
              <a:gd name="T53" fmla="*/ 3 h 4"/>
              <a:gd name="T54" fmla="*/ 2 w 7"/>
              <a:gd name="T55" fmla="*/ 3 h 4"/>
              <a:gd name="T56" fmla="*/ 2 w 7"/>
              <a:gd name="T57" fmla="*/ 3 h 4"/>
              <a:gd name="T58" fmla="*/ 2 w 7"/>
              <a:gd name="T59" fmla="*/ 2 h 4"/>
              <a:gd name="T60" fmla="*/ 1 w 7"/>
              <a:gd name="T6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4">
                <a:moveTo>
                  <a:pt x="1" y="2"/>
                </a:moveTo>
                <a:cubicBezTo>
                  <a:pt x="0" y="2"/>
                  <a:pt x="1" y="1"/>
                  <a:pt x="1" y="1"/>
                </a:cubicBezTo>
                <a:cubicBezTo>
                  <a:pt x="1" y="1"/>
                  <a:pt x="1" y="1"/>
                  <a:pt x="1" y="1"/>
                </a:cubicBezTo>
                <a:cubicBezTo>
                  <a:pt x="1" y="0"/>
                  <a:pt x="0" y="0"/>
                  <a:pt x="0" y="0"/>
                </a:cubicBezTo>
                <a:cubicBezTo>
                  <a:pt x="0" y="0"/>
                  <a:pt x="1" y="0"/>
                  <a:pt x="1" y="0"/>
                </a:cubicBezTo>
                <a:cubicBezTo>
                  <a:pt x="1" y="0"/>
                  <a:pt x="1" y="0"/>
                  <a:pt x="1" y="0"/>
                </a:cubicBezTo>
                <a:cubicBezTo>
                  <a:pt x="2" y="0"/>
                  <a:pt x="2" y="0"/>
                  <a:pt x="2" y="0"/>
                </a:cubicBezTo>
                <a:cubicBezTo>
                  <a:pt x="2" y="0"/>
                  <a:pt x="2" y="0"/>
                  <a:pt x="2" y="0"/>
                </a:cubicBezTo>
                <a:cubicBezTo>
                  <a:pt x="3" y="0"/>
                  <a:pt x="3" y="0"/>
                  <a:pt x="3" y="0"/>
                </a:cubicBezTo>
                <a:cubicBezTo>
                  <a:pt x="3" y="0"/>
                  <a:pt x="3" y="0"/>
                  <a:pt x="3" y="0"/>
                </a:cubicBezTo>
                <a:cubicBezTo>
                  <a:pt x="4" y="0"/>
                  <a:pt x="4" y="0"/>
                  <a:pt x="4" y="0"/>
                </a:cubicBezTo>
                <a:cubicBezTo>
                  <a:pt x="4" y="0"/>
                  <a:pt x="4"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2"/>
                </a:cubicBezTo>
                <a:cubicBezTo>
                  <a:pt x="6" y="2"/>
                  <a:pt x="6" y="2"/>
                  <a:pt x="7" y="2"/>
                </a:cubicBezTo>
                <a:cubicBezTo>
                  <a:pt x="7" y="2"/>
                  <a:pt x="7" y="2"/>
                  <a:pt x="7" y="2"/>
                </a:cubicBezTo>
                <a:cubicBezTo>
                  <a:pt x="7" y="3"/>
                  <a:pt x="6" y="3"/>
                  <a:pt x="6" y="3"/>
                </a:cubicBezTo>
                <a:cubicBezTo>
                  <a:pt x="6" y="3"/>
                  <a:pt x="5" y="3"/>
                  <a:pt x="5" y="3"/>
                </a:cubicBezTo>
                <a:cubicBezTo>
                  <a:pt x="5" y="3"/>
                  <a:pt x="5" y="3"/>
                  <a:pt x="5" y="3"/>
                </a:cubicBezTo>
                <a:cubicBezTo>
                  <a:pt x="5" y="3"/>
                  <a:pt x="5" y="3"/>
                  <a:pt x="5" y="3"/>
                </a:cubicBezTo>
                <a:cubicBezTo>
                  <a:pt x="4" y="3"/>
                  <a:pt x="4" y="3"/>
                  <a:pt x="4" y="3"/>
                </a:cubicBezTo>
                <a:cubicBezTo>
                  <a:pt x="4" y="3"/>
                  <a:pt x="4" y="3"/>
                  <a:pt x="4" y="3"/>
                </a:cubicBezTo>
                <a:cubicBezTo>
                  <a:pt x="4" y="4"/>
                  <a:pt x="3" y="3"/>
                  <a:pt x="3" y="3"/>
                </a:cubicBezTo>
                <a:cubicBezTo>
                  <a:pt x="3" y="3"/>
                  <a:pt x="3" y="3"/>
                  <a:pt x="2" y="3"/>
                </a:cubicBezTo>
                <a:cubicBezTo>
                  <a:pt x="2" y="3"/>
                  <a:pt x="2" y="3"/>
                  <a:pt x="2" y="3"/>
                </a:cubicBezTo>
                <a:cubicBezTo>
                  <a:pt x="2" y="3"/>
                  <a:pt x="2" y="3"/>
                  <a:pt x="2" y="3"/>
                </a:cubicBezTo>
                <a:cubicBezTo>
                  <a:pt x="2" y="3"/>
                  <a:pt x="2" y="3"/>
                  <a:pt x="2" y="2"/>
                </a:cubicBezTo>
                <a:cubicBezTo>
                  <a:pt x="1" y="2"/>
                  <a:pt x="1" y="2"/>
                  <a:pt x="1" y="2"/>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5" name="Freeform 33"/>
          <p:cNvSpPr>
            <a:spLocks/>
          </p:cNvSpPr>
          <p:nvPr/>
        </p:nvSpPr>
        <p:spPr bwMode="auto">
          <a:xfrm>
            <a:off x="9401175" y="6305550"/>
            <a:ext cx="7938" cy="3175"/>
          </a:xfrm>
          <a:custGeom>
            <a:avLst/>
            <a:gdLst>
              <a:gd name="T0" fmla="*/ 1 w 2"/>
              <a:gd name="T1" fmla="*/ 1 h 1"/>
              <a:gd name="T2" fmla="*/ 0 w 2"/>
              <a:gd name="T3" fmla="*/ 0 h 1"/>
              <a:gd name="T4" fmla="*/ 0 w 2"/>
              <a:gd name="T5" fmla="*/ 0 h 1"/>
              <a:gd name="T6" fmla="*/ 1 w 2"/>
              <a:gd name="T7" fmla="*/ 0 h 1"/>
              <a:gd name="T8" fmla="*/ 1 w 2"/>
              <a:gd name="T9" fmla="*/ 0 h 1"/>
              <a:gd name="T10" fmla="*/ 1 w 2"/>
              <a:gd name="T11" fmla="*/ 0 h 1"/>
              <a:gd name="T12" fmla="*/ 1 w 2"/>
              <a:gd name="T13" fmla="*/ 0 h 1"/>
              <a:gd name="T14" fmla="*/ 1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2" y="0"/>
                  <a:pt x="1" y="1"/>
                </a:cubicBezTo>
                <a:cubicBezTo>
                  <a:pt x="1" y="1"/>
                  <a:pt x="1" y="1"/>
                  <a:pt x="1" y="1"/>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6" name="Freeform 34"/>
          <p:cNvSpPr>
            <a:spLocks/>
          </p:cNvSpPr>
          <p:nvPr/>
        </p:nvSpPr>
        <p:spPr bwMode="auto">
          <a:xfrm>
            <a:off x="9401175" y="6308725"/>
            <a:ext cx="41275" cy="41275"/>
          </a:xfrm>
          <a:custGeom>
            <a:avLst/>
            <a:gdLst>
              <a:gd name="T0" fmla="*/ 2 w 11"/>
              <a:gd name="T1" fmla="*/ 1 h 11"/>
              <a:gd name="T2" fmla="*/ 2 w 11"/>
              <a:gd name="T3" fmla="*/ 1 h 11"/>
              <a:gd name="T4" fmla="*/ 2 w 11"/>
              <a:gd name="T5" fmla="*/ 2 h 11"/>
              <a:gd name="T6" fmla="*/ 3 w 11"/>
              <a:gd name="T7" fmla="*/ 2 h 11"/>
              <a:gd name="T8" fmla="*/ 4 w 11"/>
              <a:gd name="T9" fmla="*/ 3 h 11"/>
              <a:gd name="T10" fmla="*/ 4 w 11"/>
              <a:gd name="T11" fmla="*/ 3 h 11"/>
              <a:gd name="T12" fmla="*/ 5 w 11"/>
              <a:gd name="T13" fmla="*/ 3 h 11"/>
              <a:gd name="T14" fmla="*/ 6 w 11"/>
              <a:gd name="T15" fmla="*/ 3 h 11"/>
              <a:gd name="T16" fmla="*/ 6 w 11"/>
              <a:gd name="T17" fmla="*/ 3 h 11"/>
              <a:gd name="T18" fmla="*/ 7 w 11"/>
              <a:gd name="T19" fmla="*/ 3 h 11"/>
              <a:gd name="T20" fmla="*/ 8 w 11"/>
              <a:gd name="T21" fmla="*/ 4 h 11"/>
              <a:gd name="T22" fmla="*/ 8 w 11"/>
              <a:gd name="T23" fmla="*/ 5 h 11"/>
              <a:gd name="T24" fmla="*/ 8 w 11"/>
              <a:gd name="T25" fmla="*/ 5 h 11"/>
              <a:gd name="T26" fmla="*/ 8 w 11"/>
              <a:gd name="T27" fmla="*/ 6 h 11"/>
              <a:gd name="T28" fmla="*/ 8 w 11"/>
              <a:gd name="T29" fmla="*/ 6 h 11"/>
              <a:gd name="T30" fmla="*/ 9 w 11"/>
              <a:gd name="T31" fmla="*/ 6 h 11"/>
              <a:gd name="T32" fmla="*/ 8 w 11"/>
              <a:gd name="T33" fmla="*/ 7 h 11"/>
              <a:gd name="T34" fmla="*/ 9 w 11"/>
              <a:gd name="T35" fmla="*/ 6 h 11"/>
              <a:gd name="T36" fmla="*/ 9 w 11"/>
              <a:gd name="T37" fmla="*/ 6 h 11"/>
              <a:gd name="T38" fmla="*/ 9 w 11"/>
              <a:gd name="T39" fmla="*/ 6 h 11"/>
              <a:gd name="T40" fmla="*/ 10 w 11"/>
              <a:gd name="T41" fmla="*/ 6 h 11"/>
              <a:gd name="T42" fmla="*/ 10 w 11"/>
              <a:gd name="T43" fmla="*/ 6 h 11"/>
              <a:gd name="T44" fmla="*/ 11 w 11"/>
              <a:gd name="T45" fmla="*/ 7 h 11"/>
              <a:gd name="T46" fmla="*/ 11 w 11"/>
              <a:gd name="T47" fmla="*/ 7 h 11"/>
              <a:gd name="T48" fmla="*/ 11 w 11"/>
              <a:gd name="T49" fmla="*/ 8 h 11"/>
              <a:gd name="T50" fmla="*/ 11 w 11"/>
              <a:gd name="T51" fmla="*/ 8 h 11"/>
              <a:gd name="T52" fmla="*/ 11 w 11"/>
              <a:gd name="T53" fmla="*/ 9 h 11"/>
              <a:gd name="T54" fmla="*/ 11 w 11"/>
              <a:gd name="T55" fmla="*/ 9 h 11"/>
              <a:gd name="T56" fmla="*/ 11 w 11"/>
              <a:gd name="T57" fmla="*/ 9 h 11"/>
              <a:gd name="T58" fmla="*/ 10 w 11"/>
              <a:gd name="T59" fmla="*/ 9 h 11"/>
              <a:gd name="T60" fmla="*/ 9 w 11"/>
              <a:gd name="T61" fmla="*/ 9 h 11"/>
              <a:gd name="T62" fmla="*/ 10 w 11"/>
              <a:gd name="T63" fmla="*/ 10 h 11"/>
              <a:gd name="T64" fmla="*/ 10 w 11"/>
              <a:gd name="T65" fmla="*/ 10 h 11"/>
              <a:gd name="T66" fmla="*/ 10 w 11"/>
              <a:gd name="T67" fmla="*/ 10 h 11"/>
              <a:gd name="T68" fmla="*/ 8 w 11"/>
              <a:gd name="T69" fmla="*/ 10 h 11"/>
              <a:gd name="T70" fmla="*/ 7 w 11"/>
              <a:gd name="T71" fmla="*/ 10 h 11"/>
              <a:gd name="T72" fmla="*/ 6 w 11"/>
              <a:gd name="T73" fmla="*/ 10 h 11"/>
              <a:gd name="T74" fmla="*/ 5 w 11"/>
              <a:gd name="T75" fmla="*/ 9 h 11"/>
              <a:gd name="T76" fmla="*/ 4 w 11"/>
              <a:gd name="T77" fmla="*/ 9 h 11"/>
              <a:gd name="T78" fmla="*/ 3 w 11"/>
              <a:gd name="T79" fmla="*/ 8 h 11"/>
              <a:gd name="T80" fmla="*/ 3 w 11"/>
              <a:gd name="T81" fmla="*/ 8 h 11"/>
              <a:gd name="T82" fmla="*/ 2 w 11"/>
              <a:gd name="T83" fmla="*/ 8 h 11"/>
              <a:gd name="T84" fmla="*/ 2 w 11"/>
              <a:gd name="T85" fmla="*/ 7 h 11"/>
              <a:gd name="T86" fmla="*/ 1 w 11"/>
              <a:gd name="T87" fmla="*/ 6 h 11"/>
              <a:gd name="T88" fmla="*/ 1 w 11"/>
              <a:gd name="T89" fmla="*/ 5 h 11"/>
              <a:gd name="T90" fmla="*/ 1 w 11"/>
              <a:gd name="T91" fmla="*/ 5 h 11"/>
              <a:gd name="T92" fmla="*/ 1 w 11"/>
              <a:gd name="T93" fmla="*/ 4 h 11"/>
              <a:gd name="T94" fmla="*/ 1 w 11"/>
              <a:gd name="T95" fmla="*/ 4 h 11"/>
              <a:gd name="T96" fmla="*/ 1 w 11"/>
              <a:gd name="T97" fmla="*/ 3 h 11"/>
              <a:gd name="T98" fmla="*/ 1 w 11"/>
              <a:gd name="T99" fmla="*/ 3 h 11"/>
              <a:gd name="T100" fmla="*/ 1 w 11"/>
              <a:gd name="T101" fmla="*/ 2 h 11"/>
              <a:gd name="T102" fmla="*/ 0 w 11"/>
              <a:gd name="T103" fmla="*/ 2 h 11"/>
              <a:gd name="T104" fmla="*/ 1 w 11"/>
              <a:gd name="T10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1">
                <a:moveTo>
                  <a:pt x="1" y="1"/>
                </a:moveTo>
                <a:cubicBezTo>
                  <a:pt x="1" y="1"/>
                  <a:pt x="1" y="1"/>
                  <a:pt x="2" y="1"/>
                </a:cubicBezTo>
                <a:cubicBezTo>
                  <a:pt x="2" y="1"/>
                  <a:pt x="2" y="1"/>
                  <a:pt x="2" y="1"/>
                </a:cubicBezTo>
                <a:cubicBezTo>
                  <a:pt x="2" y="1"/>
                  <a:pt x="2" y="1"/>
                  <a:pt x="2" y="1"/>
                </a:cubicBezTo>
                <a:cubicBezTo>
                  <a:pt x="2" y="0"/>
                  <a:pt x="2" y="0"/>
                  <a:pt x="2" y="0"/>
                </a:cubicBezTo>
                <a:cubicBezTo>
                  <a:pt x="2" y="0"/>
                  <a:pt x="2" y="0"/>
                  <a:pt x="3" y="0"/>
                </a:cubicBezTo>
                <a:cubicBezTo>
                  <a:pt x="3" y="0"/>
                  <a:pt x="3" y="1"/>
                  <a:pt x="3" y="1"/>
                </a:cubicBezTo>
                <a:cubicBezTo>
                  <a:pt x="3" y="1"/>
                  <a:pt x="2" y="1"/>
                  <a:pt x="2" y="1"/>
                </a:cubicBezTo>
                <a:cubicBezTo>
                  <a:pt x="2" y="1"/>
                  <a:pt x="2" y="1"/>
                  <a:pt x="2" y="1"/>
                </a:cubicBezTo>
                <a:cubicBezTo>
                  <a:pt x="2" y="1"/>
                  <a:pt x="2" y="1"/>
                  <a:pt x="2" y="1"/>
                </a:cubicBezTo>
                <a:cubicBezTo>
                  <a:pt x="2" y="2"/>
                  <a:pt x="1"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4" y="2"/>
                  <a:pt x="3" y="2"/>
                  <a:pt x="3" y="2"/>
                </a:cubicBezTo>
                <a:cubicBezTo>
                  <a:pt x="3" y="3"/>
                  <a:pt x="3" y="3"/>
                  <a:pt x="3" y="3"/>
                </a:cubicBezTo>
                <a:cubicBezTo>
                  <a:pt x="3" y="3"/>
                  <a:pt x="3" y="3"/>
                  <a:pt x="4" y="3"/>
                </a:cubicBezTo>
                <a:cubicBezTo>
                  <a:pt x="4" y="3"/>
                  <a:pt x="4" y="3"/>
                  <a:pt x="4" y="3"/>
                </a:cubicBezTo>
                <a:cubicBezTo>
                  <a:pt x="4" y="3"/>
                  <a:pt x="4" y="3"/>
                  <a:pt x="4" y="3"/>
                </a:cubicBezTo>
                <a:cubicBezTo>
                  <a:pt x="4" y="3"/>
                  <a:pt x="4" y="3"/>
                  <a:pt x="4" y="3"/>
                </a:cubicBezTo>
                <a:cubicBezTo>
                  <a:pt x="4" y="3"/>
                  <a:pt x="4" y="3"/>
                  <a:pt x="4" y="3"/>
                </a:cubicBezTo>
                <a:cubicBezTo>
                  <a:pt x="4" y="3"/>
                  <a:pt x="4" y="2"/>
                  <a:pt x="5" y="2"/>
                </a:cubicBezTo>
                <a:cubicBezTo>
                  <a:pt x="5" y="2"/>
                  <a:pt x="5" y="2"/>
                  <a:pt x="5" y="2"/>
                </a:cubicBezTo>
                <a:cubicBezTo>
                  <a:pt x="5" y="2"/>
                  <a:pt x="5" y="3"/>
                  <a:pt x="5" y="3"/>
                </a:cubicBezTo>
                <a:cubicBezTo>
                  <a:pt x="5" y="3"/>
                  <a:pt x="5" y="3"/>
                  <a:pt x="5" y="3"/>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7" y="4"/>
                  <a:pt x="7" y="3"/>
                  <a:pt x="7" y="3"/>
                </a:cubicBezTo>
                <a:cubicBezTo>
                  <a:pt x="7" y="3"/>
                  <a:pt x="7"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5"/>
                  <a:pt x="8" y="5"/>
                  <a:pt x="8" y="5"/>
                </a:cubicBezTo>
                <a:cubicBezTo>
                  <a:pt x="8" y="5"/>
                  <a:pt x="8" y="5"/>
                  <a:pt x="8" y="5"/>
                </a:cubicBezTo>
                <a:cubicBezTo>
                  <a:pt x="8" y="5"/>
                  <a:pt x="8" y="4"/>
                  <a:pt x="8" y="4"/>
                </a:cubicBezTo>
                <a:cubicBezTo>
                  <a:pt x="8" y="4"/>
                  <a:pt x="8" y="5"/>
                  <a:pt x="8" y="5"/>
                </a:cubicBezTo>
                <a:cubicBezTo>
                  <a:pt x="8" y="5"/>
                  <a:pt x="8" y="5"/>
                  <a:pt x="8" y="5"/>
                </a:cubicBezTo>
                <a:cubicBezTo>
                  <a:pt x="8" y="5"/>
                  <a:pt x="9" y="5"/>
                  <a:pt x="9" y="5"/>
                </a:cubicBezTo>
                <a:cubicBezTo>
                  <a:pt x="9" y="5"/>
                  <a:pt x="8" y="5"/>
                  <a:pt x="8" y="5"/>
                </a:cubicBezTo>
                <a:cubicBezTo>
                  <a:pt x="8" y="5"/>
                  <a:pt x="8" y="5"/>
                  <a:pt x="8" y="5"/>
                </a:cubicBezTo>
                <a:cubicBezTo>
                  <a:pt x="8" y="5"/>
                  <a:pt x="8" y="5"/>
                  <a:pt x="8" y="6"/>
                </a:cubicBezTo>
                <a:cubicBezTo>
                  <a:pt x="8" y="6"/>
                  <a:pt x="8" y="6"/>
                  <a:pt x="8" y="6"/>
                </a:cubicBezTo>
                <a:cubicBezTo>
                  <a:pt x="8" y="6"/>
                  <a:pt x="8" y="6"/>
                  <a:pt x="8" y="6"/>
                </a:cubicBezTo>
                <a:cubicBezTo>
                  <a:pt x="8" y="6"/>
                  <a:pt x="8" y="6"/>
                  <a:pt x="8" y="6"/>
                </a:cubicBezTo>
                <a:cubicBezTo>
                  <a:pt x="8" y="6"/>
                  <a:pt x="8" y="6"/>
                  <a:pt x="8" y="6"/>
                </a:cubicBezTo>
                <a:cubicBezTo>
                  <a:pt x="8" y="6"/>
                  <a:pt x="9" y="5"/>
                  <a:pt x="9" y="5"/>
                </a:cubicBezTo>
                <a:cubicBezTo>
                  <a:pt x="9" y="5"/>
                  <a:pt x="9" y="5"/>
                  <a:pt x="9" y="5"/>
                </a:cubicBezTo>
                <a:cubicBezTo>
                  <a:pt x="9" y="5"/>
                  <a:pt x="9" y="6"/>
                  <a:pt x="9" y="6"/>
                </a:cubicBezTo>
                <a:cubicBezTo>
                  <a:pt x="9" y="6"/>
                  <a:pt x="9" y="6"/>
                  <a:pt x="9"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6"/>
                  <a:pt x="8" y="6"/>
                  <a:pt x="8" y="6"/>
                </a:cubicBezTo>
                <a:cubicBezTo>
                  <a:pt x="8"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10"/>
                </a:cubicBezTo>
                <a:cubicBezTo>
                  <a:pt x="11" y="10"/>
                  <a:pt x="11" y="10"/>
                  <a:pt x="11" y="10"/>
                </a:cubicBezTo>
                <a:cubicBezTo>
                  <a:pt x="11" y="10"/>
                  <a:pt x="11" y="10"/>
                  <a:pt x="11" y="10"/>
                </a:cubicBezTo>
                <a:cubicBezTo>
                  <a:pt x="11" y="10"/>
                  <a:pt x="11" y="10"/>
                  <a:pt x="11" y="9"/>
                </a:cubicBezTo>
                <a:cubicBezTo>
                  <a:pt x="11"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9" y="9"/>
                  <a:pt x="9" y="9"/>
                </a:cubicBezTo>
                <a:cubicBezTo>
                  <a:pt x="9" y="9"/>
                  <a:pt x="9" y="9"/>
                  <a:pt x="9" y="9"/>
                </a:cubicBezTo>
                <a:cubicBezTo>
                  <a:pt x="10" y="9"/>
                  <a:pt x="10" y="9"/>
                  <a:pt x="10" y="9"/>
                </a:cubicBezTo>
                <a:cubicBezTo>
                  <a:pt x="9" y="9"/>
                  <a:pt x="9" y="9"/>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9" y="10"/>
                  <a:pt x="9" y="10"/>
                  <a:pt x="9" y="11"/>
                </a:cubicBezTo>
                <a:cubicBezTo>
                  <a:pt x="9" y="11"/>
                  <a:pt x="9" y="10"/>
                  <a:pt x="9" y="10"/>
                </a:cubicBezTo>
                <a:cubicBezTo>
                  <a:pt x="9" y="10"/>
                  <a:pt x="9" y="11"/>
                  <a:pt x="9" y="11"/>
                </a:cubicBezTo>
                <a:cubicBezTo>
                  <a:pt x="9" y="11"/>
                  <a:pt x="8" y="10"/>
                  <a:pt x="8" y="10"/>
                </a:cubicBezTo>
                <a:cubicBezTo>
                  <a:pt x="8" y="10"/>
                  <a:pt x="8" y="10"/>
                  <a:pt x="8" y="10"/>
                </a:cubicBezTo>
                <a:cubicBezTo>
                  <a:pt x="8"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6" y="10"/>
                  <a:pt x="6" y="10"/>
                </a:cubicBezTo>
                <a:cubicBezTo>
                  <a:pt x="6" y="10"/>
                  <a:pt x="6" y="10"/>
                  <a:pt x="6" y="10"/>
                </a:cubicBezTo>
                <a:cubicBezTo>
                  <a:pt x="6" y="10"/>
                  <a:pt x="6" y="10"/>
                  <a:pt x="6" y="10"/>
                </a:cubicBezTo>
                <a:cubicBezTo>
                  <a:pt x="6" y="10"/>
                  <a:pt x="6" y="10"/>
                  <a:pt x="6" y="10"/>
                </a:cubicBezTo>
                <a:cubicBezTo>
                  <a:pt x="6" y="10"/>
                  <a:pt x="6" y="10"/>
                  <a:pt x="5" y="10"/>
                </a:cubicBezTo>
                <a:cubicBezTo>
                  <a:pt x="5" y="10"/>
                  <a:pt x="5" y="10"/>
                  <a:pt x="5" y="9"/>
                </a:cubicBezTo>
                <a:cubicBezTo>
                  <a:pt x="5" y="9"/>
                  <a:pt x="5" y="9"/>
                  <a:pt x="5" y="9"/>
                </a:cubicBezTo>
                <a:cubicBezTo>
                  <a:pt x="5" y="9"/>
                  <a:pt x="5" y="9"/>
                  <a:pt x="5" y="9"/>
                </a:cubicBezTo>
                <a:cubicBezTo>
                  <a:pt x="5" y="9"/>
                  <a:pt x="4" y="9"/>
                  <a:pt x="4" y="9"/>
                </a:cubicBezTo>
                <a:cubicBezTo>
                  <a:pt x="4" y="9"/>
                  <a:pt x="4" y="9"/>
                  <a:pt x="4" y="9"/>
                </a:cubicBezTo>
                <a:cubicBezTo>
                  <a:pt x="4" y="9"/>
                  <a:pt x="4" y="9"/>
                  <a:pt x="4" y="9"/>
                </a:cubicBezTo>
                <a:cubicBezTo>
                  <a:pt x="4" y="9"/>
                  <a:pt x="4" y="9"/>
                  <a:pt x="4" y="9"/>
                </a:cubicBezTo>
                <a:cubicBezTo>
                  <a:pt x="4" y="9"/>
                  <a:pt x="4" y="9"/>
                  <a:pt x="4" y="9"/>
                </a:cubicBezTo>
                <a:cubicBezTo>
                  <a:pt x="4" y="9"/>
                  <a:pt x="3" y="9"/>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2" y="8"/>
                  <a:pt x="2" y="8"/>
                </a:cubicBezTo>
                <a:cubicBezTo>
                  <a:pt x="2" y="8"/>
                  <a:pt x="2" y="8"/>
                  <a:pt x="2" y="8"/>
                </a:cubicBezTo>
                <a:cubicBezTo>
                  <a:pt x="2" y="8"/>
                  <a:pt x="2" y="8"/>
                  <a:pt x="2" y="8"/>
                </a:cubicBezTo>
                <a:cubicBezTo>
                  <a:pt x="2" y="8"/>
                  <a:pt x="2" y="8"/>
                  <a:pt x="2" y="8"/>
                </a:cubicBezTo>
                <a:cubicBezTo>
                  <a:pt x="2" y="8"/>
                  <a:pt x="2" y="7"/>
                  <a:pt x="2" y="7"/>
                </a:cubicBezTo>
                <a:cubicBezTo>
                  <a:pt x="2" y="7"/>
                  <a:pt x="2" y="7"/>
                  <a:pt x="2" y="7"/>
                </a:cubicBezTo>
                <a:cubicBezTo>
                  <a:pt x="2" y="7"/>
                  <a:pt x="2" y="7"/>
                  <a:pt x="2" y="7"/>
                </a:cubicBezTo>
                <a:cubicBezTo>
                  <a:pt x="2" y="7"/>
                  <a:pt x="1" y="7"/>
                  <a:pt x="1" y="7"/>
                </a:cubicBezTo>
                <a:cubicBezTo>
                  <a:pt x="1" y="7"/>
                  <a:pt x="1" y="7"/>
                  <a:pt x="1" y="7"/>
                </a:cubicBezTo>
                <a:cubicBezTo>
                  <a:pt x="1" y="7"/>
                  <a:pt x="1" y="7"/>
                  <a:pt x="1" y="7"/>
                </a:cubicBezTo>
                <a:cubicBezTo>
                  <a:pt x="1" y="7"/>
                  <a:pt x="1" y="7"/>
                  <a:pt x="1" y="6"/>
                </a:cubicBezTo>
                <a:cubicBezTo>
                  <a:pt x="1" y="6"/>
                  <a:pt x="1" y="6"/>
                  <a:pt x="1" y="6"/>
                </a:cubicBezTo>
                <a:cubicBezTo>
                  <a:pt x="1" y="6"/>
                  <a:pt x="1" y="6"/>
                  <a:pt x="1" y="6"/>
                </a:cubicBezTo>
                <a:cubicBezTo>
                  <a:pt x="1" y="6"/>
                  <a:pt x="1" y="6"/>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0" y="2"/>
                </a:cubicBezTo>
                <a:cubicBezTo>
                  <a:pt x="0" y="2"/>
                  <a:pt x="0" y="2"/>
                  <a:pt x="0" y="2"/>
                </a:cubicBezTo>
                <a:cubicBezTo>
                  <a:pt x="0" y="2"/>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1" y="1"/>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7" name="Freeform 35"/>
          <p:cNvSpPr>
            <a:spLocks noEditPoints="1"/>
          </p:cNvSpPr>
          <p:nvPr/>
        </p:nvSpPr>
        <p:spPr bwMode="auto">
          <a:xfrm>
            <a:off x="8680450" y="4162425"/>
            <a:ext cx="290513" cy="350837"/>
          </a:xfrm>
          <a:custGeom>
            <a:avLst/>
            <a:gdLst>
              <a:gd name="T0" fmla="*/ 51 w 76"/>
              <a:gd name="T1" fmla="*/ 92 h 92"/>
              <a:gd name="T2" fmla="*/ 46 w 76"/>
              <a:gd name="T3" fmla="*/ 87 h 92"/>
              <a:gd name="T4" fmla="*/ 47 w 76"/>
              <a:gd name="T5" fmla="*/ 78 h 92"/>
              <a:gd name="T6" fmla="*/ 43 w 76"/>
              <a:gd name="T7" fmla="*/ 76 h 92"/>
              <a:gd name="T8" fmla="*/ 36 w 76"/>
              <a:gd name="T9" fmla="*/ 73 h 92"/>
              <a:gd name="T10" fmla="*/ 33 w 76"/>
              <a:gd name="T11" fmla="*/ 69 h 92"/>
              <a:gd name="T12" fmla="*/ 29 w 76"/>
              <a:gd name="T13" fmla="*/ 68 h 92"/>
              <a:gd name="T14" fmla="*/ 23 w 76"/>
              <a:gd name="T15" fmla="*/ 69 h 92"/>
              <a:gd name="T16" fmla="*/ 19 w 76"/>
              <a:gd name="T17" fmla="*/ 74 h 92"/>
              <a:gd name="T18" fmla="*/ 16 w 76"/>
              <a:gd name="T19" fmla="*/ 75 h 92"/>
              <a:gd name="T20" fmla="*/ 7 w 76"/>
              <a:gd name="T21" fmla="*/ 75 h 92"/>
              <a:gd name="T22" fmla="*/ 1 w 76"/>
              <a:gd name="T23" fmla="*/ 76 h 92"/>
              <a:gd name="T24" fmla="*/ 4 w 76"/>
              <a:gd name="T25" fmla="*/ 71 h 92"/>
              <a:gd name="T26" fmla="*/ 13 w 76"/>
              <a:gd name="T27" fmla="*/ 72 h 92"/>
              <a:gd name="T28" fmla="*/ 16 w 76"/>
              <a:gd name="T29" fmla="*/ 72 h 92"/>
              <a:gd name="T30" fmla="*/ 14 w 76"/>
              <a:gd name="T31" fmla="*/ 66 h 92"/>
              <a:gd name="T32" fmla="*/ 7 w 76"/>
              <a:gd name="T33" fmla="*/ 62 h 92"/>
              <a:gd name="T34" fmla="*/ 15 w 76"/>
              <a:gd name="T35" fmla="*/ 64 h 92"/>
              <a:gd name="T36" fmla="*/ 14 w 76"/>
              <a:gd name="T37" fmla="*/ 59 h 92"/>
              <a:gd name="T38" fmla="*/ 14 w 76"/>
              <a:gd name="T39" fmla="*/ 57 h 92"/>
              <a:gd name="T40" fmla="*/ 17 w 76"/>
              <a:gd name="T41" fmla="*/ 51 h 92"/>
              <a:gd name="T42" fmla="*/ 23 w 76"/>
              <a:gd name="T43" fmla="*/ 43 h 92"/>
              <a:gd name="T44" fmla="*/ 28 w 76"/>
              <a:gd name="T45" fmla="*/ 22 h 92"/>
              <a:gd name="T46" fmla="*/ 35 w 76"/>
              <a:gd name="T47" fmla="*/ 21 h 92"/>
              <a:gd name="T48" fmla="*/ 40 w 76"/>
              <a:gd name="T49" fmla="*/ 17 h 92"/>
              <a:gd name="T50" fmla="*/ 49 w 76"/>
              <a:gd name="T51" fmla="*/ 9 h 92"/>
              <a:gd name="T52" fmla="*/ 68 w 76"/>
              <a:gd name="T53" fmla="*/ 6 h 92"/>
              <a:gd name="T54" fmla="*/ 74 w 76"/>
              <a:gd name="T55" fmla="*/ 12 h 92"/>
              <a:gd name="T56" fmla="*/ 75 w 76"/>
              <a:gd name="T57" fmla="*/ 14 h 92"/>
              <a:gd name="T58" fmla="*/ 74 w 76"/>
              <a:gd name="T59" fmla="*/ 24 h 92"/>
              <a:gd name="T60" fmla="*/ 69 w 76"/>
              <a:gd name="T61" fmla="*/ 32 h 92"/>
              <a:gd name="T62" fmla="*/ 72 w 76"/>
              <a:gd name="T63" fmla="*/ 40 h 92"/>
              <a:gd name="T64" fmla="*/ 68 w 76"/>
              <a:gd name="T65" fmla="*/ 48 h 92"/>
              <a:gd name="T66" fmla="*/ 67 w 76"/>
              <a:gd name="T67" fmla="*/ 52 h 92"/>
              <a:gd name="T68" fmla="*/ 60 w 76"/>
              <a:gd name="T69" fmla="*/ 57 h 92"/>
              <a:gd name="T70" fmla="*/ 51 w 76"/>
              <a:gd name="T71" fmla="*/ 59 h 92"/>
              <a:gd name="T72" fmla="*/ 56 w 76"/>
              <a:gd name="T73" fmla="*/ 73 h 92"/>
              <a:gd name="T74" fmla="*/ 53 w 76"/>
              <a:gd name="T75" fmla="*/ 80 h 92"/>
              <a:gd name="T76" fmla="*/ 50 w 76"/>
              <a:gd name="T77" fmla="*/ 83 h 92"/>
              <a:gd name="T78" fmla="*/ 52 w 76"/>
              <a:gd name="T79" fmla="*/ 91 h 92"/>
              <a:gd name="T80" fmla="*/ 7 w 76"/>
              <a:gd name="T81" fmla="*/ 70 h 92"/>
              <a:gd name="T82" fmla="*/ 12 w 76"/>
              <a:gd name="T83" fmla="*/ 69 h 92"/>
              <a:gd name="T84" fmla="*/ 14 w 76"/>
              <a:gd name="T85" fmla="*/ 68 h 92"/>
              <a:gd name="T86" fmla="*/ 10 w 76"/>
              <a:gd name="T87" fmla="*/ 65 h 92"/>
              <a:gd name="T88" fmla="*/ 2 w 76"/>
              <a:gd name="T89" fmla="*/ 67 h 92"/>
              <a:gd name="T90" fmla="*/ 32 w 76"/>
              <a:gd name="T91" fmla="*/ 14 h 92"/>
              <a:gd name="T92" fmla="*/ 30 w 76"/>
              <a:gd name="T93" fmla="*/ 18 h 92"/>
              <a:gd name="T94" fmla="*/ 28 w 76"/>
              <a:gd name="T95" fmla="*/ 19 h 92"/>
              <a:gd name="T96" fmla="*/ 26 w 76"/>
              <a:gd name="T97" fmla="*/ 18 h 92"/>
              <a:gd name="T98" fmla="*/ 32 w 76"/>
              <a:gd name="T99" fmla="*/ 10 h 92"/>
              <a:gd name="T100" fmla="*/ 32 w 76"/>
              <a:gd name="T101" fmla="*/ 11 h 92"/>
              <a:gd name="T102" fmla="*/ 32 w 76"/>
              <a:gd name="T103" fmla="*/ 14 h 92"/>
              <a:gd name="T104" fmla="*/ 48 w 76"/>
              <a:gd name="T105" fmla="*/ 6 h 92"/>
              <a:gd name="T106" fmla="*/ 44 w 76"/>
              <a:gd name="T107" fmla="*/ 5 h 92"/>
              <a:gd name="T108" fmla="*/ 40 w 76"/>
              <a:gd name="T109" fmla="*/ 8 h 92"/>
              <a:gd name="T110" fmla="*/ 59 w 76"/>
              <a:gd name="T111" fmla="*/ 4 h 92"/>
              <a:gd name="T112" fmla="*/ 55 w 76"/>
              <a:gd name="T113" fmla="*/ 4 h 92"/>
              <a:gd name="T114" fmla="*/ 62 w 76"/>
              <a:gd name="T115" fmla="*/ 2 h 92"/>
              <a:gd name="T116" fmla="*/ 62 w 76"/>
              <a:gd name="T117" fmla="*/ 2 h 92"/>
              <a:gd name="T118" fmla="*/ 65 w 76"/>
              <a:gd name="T119" fmla="*/ 1 h 92"/>
              <a:gd name="T120" fmla="*/ 67 w 76"/>
              <a:gd name="T12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 h="92">
                <a:moveTo>
                  <a:pt x="52" y="91"/>
                </a:moveTo>
                <a:cubicBezTo>
                  <a:pt x="52" y="91"/>
                  <a:pt x="51" y="91"/>
                  <a:pt x="51" y="92"/>
                </a:cubicBezTo>
                <a:cubicBezTo>
                  <a:pt x="50" y="91"/>
                  <a:pt x="49" y="92"/>
                  <a:pt x="47" y="91"/>
                </a:cubicBezTo>
                <a:cubicBezTo>
                  <a:pt x="45" y="91"/>
                  <a:pt x="45" y="89"/>
                  <a:pt x="46" y="87"/>
                </a:cubicBezTo>
                <a:cubicBezTo>
                  <a:pt x="47" y="86"/>
                  <a:pt x="47" y="84"/>
                  <a:pt x="48" y="82"/>
                </a:cubicBezTo>
                <a:cubicBezTo>
                  <a:pt x="49" y="80"/>
                  <a:pt x="49" y="79"/>
                  <a:pt x="47" y="78"/>
                </a:cubicBezTo>
                <a:cubicBezTo>
                  <a:pt x="46" y="78"/>
                  <a:pt x="45" y="78"/>
                  <a:pt x="45" y="77"/>
                </a:cubicBezTo>
                <a:cubicBezTo>
                  <a:pt x="44" y="77"/>
                  <a:pt x="44" y="76"/>
                  <a:pt x="43" y="76"/>
                </a:cubicBezTo>
                <a:cubicBezTo>
                  <a:pt x="41" y="75"/>
                  <a:pt x="41" y="76"/>
                  <a:pt x="39" y="76"/>
                </a:cubicBezTo>
                <a:cubicBezTo>
                  <a:pt x="37" y="76"/>
                  <a:pt x="37" y="75"/>
                  <a:pt x="36" y="73"/>
                </a:cubicBezTo>
                <a:cubicBezTo>
                  <a:pt x="35" y="73"/>
                  <a:pt x="34" y="73"/>
                  <a:pt x="34" y="72"/>
                </a:cubicBezTo>
                <a:cubicBezTo>
                  <a:pt x="33" y="71"/>
                  <a:pt x="34" y="70"/>
                  <a:pt x="33" y="69"/>
                </a:cubicBezTo>
                <a:cubicBezTo>
                  <a:pt x="32" y="70"/>
                  <a:pt x="32" y="72"/>
                  <a:pt x="30" y="71"/>
                </a:cubicBezTo>
                <a:cubicBezTo>
                  <a:pt x="28" y="71"/>
                  <a:pt x="30" y="69"/>
                  <a:pt x="29" y="68"/>
                </a:cubicBezTo>
                <a:cubicBezTo>
                  <a:pt x="27" y="69"/>
                  <a:pt x="27" y="70"/>
                  <a:pt x="25" y="71"/>
                </a:cubicBezTo>
                <a:cubicBezTo>
                  <a:pt x="23" y="71"/>
                  <a:pt x="24" y="69"/>
                  <a:pt x="23" y="69"/>
                </a:cubicBezTo>
                <a:cubicBezTo>
                  <a:pt x="21" y="69"/>
                  <a:pt x="21" y="71"/>
                  <a:pt x="21" y="71"/>
                </a:cubicBezTo>
                <a:cubicBezTo>
                  <a:pt x="21" y="72"/>
                  <a:pt x="20" y="73"/>
                  <a:pt x="19" y="74"/>
                </a:cubicBezTo>
                <a:cubicBezTo>
                  <a:pt x="18" y="74"/>
                  <a:pt x="19" y="73"/>
                  <a:pt x="18" y="73"/>
                </a:cubicBezTo>
                <a:cubicBezTo>
                  <a:pt x="17" y="73"/>
                  <a:pt x="16" y="75"/>
                  <a:pt x="16" y="75"/>
                </a:cubicBezTo>
                <a:cubicBezTo>
                  <a:pt x="14" y="77"/>
                  <a:pt x="11" y="78"/>
                  <a:pt x="9" y="77"/>
                </a:cubicBezTo>
                <a:cubicBezTo>
                  <a:pt x="8" y="76"/>
                  <a:pt x="8" y="75"/>
                  <a:pt x="7" y="75"/>
                </a:cubicBezTo>
                <a:cubicBezTo>
                  <a:pt x="5" y="75"/>
                  <a:pt x="5" y="75"/>
                  <a:pt x="4" y="76"/>
                </a:cubicBezTo>
                <a:cubicBezTo>
                  <a:pt x="3" y="76"/>
                  <a:pt x="2" y="77"/>
                  <a:pt x="1" y="76"/>
                </a:cubicBezTo>
                <a:cubicBezTo>
                  <a:pt x="0" y="75"/>
                  <a:pt x="0" y="73"/>
                  <a:pt x="0" y="72"/>
                </a:cubicBezTo>
                <a:cubicBezTo>
                  <a:pt x="1" y="72"/>
                  <a:pt x="3" y="71"/>
                  <a:pt x="4" y="71"/>
                </a:cubicBezTo>
                <a:cubicBezTo>
                  <a:pt x="5" y="71"/>
                  <a:pt x="6" y="72"/>
                  <a:pt x="7" y="72"/>
                </a:cubicBezTo>
                <a:cubicBezTo>
                  <a:pt x="10" y="73"/>
                  <a:pt x="10" y="73"/>
                  <a:pt x="13" y="72"/>
                </a:cubicBezTo>
                <a:cubicBezTo>
                  <a:pt x="14" y="71"/>
                  <a:pt x="13" y="71"/>
                  <a:pt x="14" y="71"/>
                </a:cubicBezTo>
                <a:cubicBezTo>
                  <a:pt x="15" y="72"/>
                  <a:pt x="15" y="73"/>
                  <a:pt x="16" y="72"/>
                </a:cubicBezTo>
                <a:cubicBezTo>
                  <a:pt x="17" y="72"/>
                  <a:pt x="19" y="69"/>
                  <a:pt x="19" y="69"/>
                </a:cubicBezTo>
                <a:cubicBezTo>
                  <a:pt x="19" y="68"/>
                  <a:pt x="15" y="67"/>
                  <a:pt x="14" y="66"/>
                </a:cubicBezTo>
                <a:cubicBezTo>
                  <a:pt x="13" y="65"/>
                  <a:pt x="11" y="62"/>
                  <a:pt x="9" y="62"/>
                </a:cubicBezTo>
                <a:cubicBezTo>
                  <a:pt x="8" y="62"/>
                  <a:pt x="7" y="63"/>
                  <a:pt x="7" y="62"/>
                </a:cubicBezTo>
                <a:cubicBezTo>
                  <a:pt x="7" y="61"/>
                  <a:pt x="8" y="61"/>
                  <a:pt x="9" y="61"/>
                </a:cubicBezTo>
                <a:cubicBezTo>
                  <a:pt x="11" y="60"/>
                  <a:pt x="14" y="62"/>
                  <a:pt x="15" y="64"/>
                </a:cubicBezTo>
                <a:cubicBezTo>
                  <a:pt x="17" y="63"/>
                  <a:pt x="15" y="62"/>
                  <a:pt x="15" y="61"/>
                </a:cubicBezTo>
                <a:cubicBezTo>
                  <a:pt x="14" y="61"/>
                  <a:pt x="14" y="60"/>
                  <a:pt x="14" y="59"/>
                </a:cubicBezTo>
                <a:cubicBezTo>
                  <a:pt x="13" y="59"/>
                  <a:pt x="11" y="59"/>
                  <a:pt x="11" y="58"/>
                </a:cubicBezTo>
                <a:cubicBezTo>
                  <a:pt x="10" y="57"/>
                  <a:pt x="13" y="57"/>
                  <a:pt x="14" y="57"/>
                </a:cubicBezTo>
                <a:cubicBezTo>
                  <a:pt x="15" y="56"/>
                  <a:pt x="13" y="54"/>
                  <a:pt x="14" y="53"/>
                </a:cubicBezTo>
                <a:cubicBezTo>
                  <a:pt x="15" y="52"/>
                  <a:pt x="16" y="52"/>
                  <a:pt x="17" y="51"/>
                </a:cubicBezTo>
                <a:cubicBezTo>
                  <a:pt x="17" y="50"/>
                  <a:pt x="18" y="49"/>
                  <a:pt x="19" y="49"/>
                </a:cubicBezTo>
                <a:cubicBezTo>
                  <a:pt x="20" y="47"/>
                  <a:pt x="22" y="45"/>
                  <a:pt x="23" y="43"/>
                </a:cubicBezTo>
                <a:cubicBezTo>
                  <a:pt x="25" y="38"/>
                  <a:pt x="25" y="32"/>
                  <a:pt x="26" y="28"/>
                </a:cubicBezTo>
                <a:cubicBezTo>
                  <a:pt x="26" y="26"/>
                  <a:pt x="26" y="23"/>
                  <a:pt x="28" y="22"/>
                </a:cubicBezTo>
                <a:cubicBezTo>
                  <a:pt x="29" y="21"/>
                  <a:pt x="29" y="23"/>
                  <a:pt x="30" y="23"/>
                </a:cubicBezTo>
                <a:cubicBezTo>
                  <a:pt x="31" y="23"/>
                  <a:pt x="34" y="22"/>
                  <a:pt x="35" y="21"/>
                </a:cubicBezTo>
                <a:cubicBezTo>
                  <a:pt x="36" y="21"/>
                  <a:pt x="36" y="20"/>
                  <a:pt x="37" y="19"/>
                </a:cubicBezTo>
                <a:cubicBezTo>
                  <a:pt x="38" y="18"/>
                  <a:pt x="39" y="18"/>
                  <a:pt x="40" y="17"/>
                </a:cubicBezTo>
                <a:cubicBezTo>
                  <a:pt x="41" y="16"/>
                  <a:pt x="41" y="14"/>
                  <a:pt x="42" y="13"/>
                </a:cubicBezTo>
                <a:cubicBezTo>
                  <a:pt x="44" y="11"/>
                  <a:pt x="47" y="10"/>
                  <a:pt x="49" y="9"/>
                </a:cubicBezTo>
                <a:cubicBezTo>
                  <a:pt x="53" y="7"/>
                  <a:pt x="58" y="7"/>
                  <a:pt x="62" y="6"/>
                </a:cubicBezTo>
                <a:cubicBezTo>
                  <a:pt x="64" y="6"/>
                  <a:pt x="67" y="5"/>
                  <a:pt x="68" y="6"/>
                </a:cubicBezTo>
                <a:cubicBezTo>
                  <a:pt x="70" y="7"/>
                  <a:pt x="69" y="9"/>
                  <a:pt x="71" y="10"/>
                </a:cubicBezTo>
                <a:cubicBezTo>
                  <a:pt x="73" y="10"/>
                  <a:pt x="74" y="11"/>
                  <a:pt x="74" y="12"/>
                </a:cubicBezTo>
                <a:cubicBezTo>
                  <a:pt x="75" y="12"/>
                  <a:pt x="75" y="12"/>
                  <a:pt x="75" y="12"/>
                </a:cubicBezTo>
                <a:cubicBezTo>
                  <a:pt x="75" y="12"/>
                  <a:pt x="75" y="13"/>
                  <a:pt x="75" y="14"/>
                </a:cubicBezTo>
                <a:cubicBezTo>
                  <a:pt x="76" y="15"/>
                  <a:pt x="75" y="16"/>
                  <a:pt x="75" y="18"/>
                </a:cubicBezTo>
                <a:cubicBezTo>
                  <a:pt x="75" y="20"/>
                  <a:pt x="75" y="22"/>
                  <a:pt x="74" y="24"/>
                </a:cubicBezTo>
                <a:cubicBezTo>
                  <a:pt x="73" y="26"/>
                  <a:pt x="72" y="28"/>
                  <a:pt x="72" y="30"/>
                </a:cubicBezTo>
                <a:cubicBezTo>
                  <a:pt x="72" y="32"/>
                  <a:pt x="71" y="32"/>
                  <a:pt x="69" y="32"/>
                </a:cubicBezTo>
                <a:cubicBezTo>
                  <a:pt x="66" y="32"/>
                  <a:pt x="66" y="33"/>
                  <a:pt x="66" y="35"/>
                </a:cubicBezTo>
                <a:cubicBezTo>
                  <a:pt x="65" y="41"/>
                  <a:pt x="71" y="36"/>
                  <a:pt x="72" y="40"/>
                </a:cubicBezTo>
                <a:cubicBezTo>
                  <a:pt x="72" y="40"/>
                  <a:pt x="72" y="43"/>
                  <a:pt x="72" y="44"/>
                </a:cubicBezTo>
                <a:cubicBezTo>
                  <a:pt x="72" y="46"/>
                  <a:pt x="70" y="47"/>
                  <a:pt x="68" y="48"/>
                </a:cubicBezTo>
                <a:cubicBezTo>
                  <a:pt x="68" y="49"/>
                  <a:pt x="66" y="49"/>
                  <a:pt x="66" y="50"/>
                </a:cubicBezTo>
                <a:cubicBezTo>
                  <a:pt x="66" y="51"/>
                  <a:pt x="66" y="51"/>
                  <a:pt x="67" y="52"/>
                </a:cubicBezTo>
                <a:cubicBezTo>
                  <a:pt x="68" y="54"/>
                  <a:pt x="67" y="55"/>
                  <a:pt x="65" y="55"/>
                </a:cubicBezTo>
                <a:cubicBezTo>
                  <a:pt x="64" y="56"/>
                  <a:pt x="61" y="57"/>
                  <a:pt x="60" y="57"/>
                </a:cubicBezTo>
                <a:cubicBezTo>
                  <a:pt x="58" y="57"/>
                  <a:pt x="56" y="56"/>
                  <a:pt x="54" y="57"/>
                </a:cubicBezTo>
                <a:cubicBezTo>
                  <a:pt x="53" y="57"/>
                  <a:pt x="51" y="57"/>
                  <a:pt x="51" y="59"/>
                </a:cubicBezTo>
                <a:cubicBezTo>
                  <a:pt x="51" y="62"/>
                  <a:pt x="54" y="64"/>
                  <a:pt x="55" y="67"/>
                </a:cubicBezTo>
                <a:cubicBezTo>
                  <a:pt x="55" y="69"/>
                  <a:pt x="57" y="71"/>
                  <a:pt x="56" y="73"/>
                </a:cubicBezTo>
                <a:cubicBezTo>
                  <a:pt x="55" y="74"/>
                  <a:pt x="53" y="75"/>
                  <a:pt x="53" y="77"/>
                </a:cubicBezTo>
                <a:cubicBezTo>
                  <a:pt x="53" y="79"/>
                  <a:pt x="56" y="78"/>
                  <a:pt x="53" y="80"/>
                </a:cubicBezTo>
                <a:cubicBezTo>
                  <a:pt x="53" y="81"/>
                  <a:pt x="52" y="81"/>
                  <a:pt x="52" y="82"/>
                </a:cubicBezTo>
                <a:cubicBezTo>
                  <a:pt x="51" y="82"/>
                  <a:pt x="50" y="82"/>
                  <a:pt x="50" y="83"/>
                </a:cubicBezTo>
                <a:cubicBezTo>
                  <a:pt x="49" y="84"/>
                  <a:pt x="52" y="84"/>
                  <a:pt x="53" y="85"/>
                </a:cubicBezTo>
                <a:cubicBezTo>
                  <a:pt x="55" y="87"/>
                  <a:pt x="52" y="89"/>
                  <a:pt x="52" y="91"/>
                </a:cubicBezTo>
                <a:close/>
                <a:moveTo>
                  <a:pt x="2" y="67"/>
                </a:moveTo>
                <a:cubicBezTo>
                  <a:pt x="2" y="69"/>
                  <a:pt x="5" y="69"/>
                  <a:pt x="7" y="70"/>
                </a:cubicBezTo>
                <a:cubicBezTo>
                  <a:pt x="8" y="70"/>
                  <a:pt x="8" y="71"/>
                  <a:pt x="9" y="71"/>
                </a:cubicBezTo>
                <a:cubicBezTo>
                  <a:pt x="11" y="72"/>
                  <a:pt x="11" y="70"/>
                  <a:pt x="12" y="69"/>
                </a:cubicBezTo>
                <a:cubicBezTo>
                  <a:pt x="13" y="69"/>
                  <a:pt x="14" y="69"/>
                  <a:pt x="14" y="70"/>
                </a:cubicBezTo>
                <a:cubicBezTo>
                  <a:pt x="14" y="69"/>
                  <a:pt x="14" y="68"/>
                  <a:pt x="14" y="68"/>
                </a:cubicBezTo>
                <a:cubicBezTo>
                  <a:pt x="13" y="67"/>
                  <a:pt x="12" y="68"/>
                  <a:pt x="11" y="67"/>
                </a:cubicBezTo>
                <a:cubicBezTo>
                  <a:pt x="10" y="66"/>
                  <a:pt x="11" y="65"/>
                  <a:pt x="10" y="65"/>
                </a:cubicBezTo>
                <a:cubicBezTo>
                  <a:pt x="9" y="64"/>
                  <a:pt x="6" y="66"/>
                  <a:pt x="4" y="65"/>
                </a:cubicBezTo>
                <a:cubicBezTo>
                  <a:pt x="3" y="65"/>
                  <a:pt x="2" y="65"/>
                  <a:pt x="2" y="67"/>
                </a:cubicBezTo>
                <a:close/>
                <a:moveTo>
                  <a:pt x="32" y="14"/>
                </a:moveTo>
                <a:cubicBezTo>
                  <a:pt x="32" y="14"/>
                  <a:pt x="32" y="14"/>
                  <a:pt x="32" y="14"/>
                </a:cubicBezTo>
                <a:cubicBezTo>
                  <a:pt x="33" y="14"/>
                  <a:pt x="33" y="14"/>
                  <a:pt x="33" y="14"/>
                </a:cubicBezTo>
                <a:cubicBezTo>
                  <a:pt x="32" y="16"/>
                  <a:pt x="31" y="17"/>
                  <a:pt x="30" y="18"/>
                </a:cubicBezTo>
                <a:cubicBezTo>
                  <a:pt x="29" y="19"/>
                  <a:pt x="29" y="19"/>
                  <a:pt x="29" y="19"/>
                </a:cubicBezTo>
                <a:cubicBezTo>
                  <a:pt x="28" y="19"/>
                  <a:pt x="28" y="19"/>
                  <a:pt x="28" y="19"/>
                </a:cubicBezTo>
                <a:cubicBezTo>
                  <a:pt x="27" y="19"/>
                  <a:pt x="27" y="19"/>
                  <a:pt x="27" y="19"/>
                </a:cubicBezTo>
                <a:cubicBezTo>
                  <a:pt x="26" y="18"/>
                  <a:pt x="26" y="18"/>
                  <a:pt x="26" y="18"/>
                </a:cubicBezTo>
                <a:cubicBezTo>
                  <a:pt x="27" y="15"/>
                  <a:pt x="28" y="14"/>
                  <a:pt x="30" y="13"/>
                </a:cubicBezTo>
                <a:cubicBezTo>
                  <a:pt x="30" y="12"/>
                  <a:pt x="31" y="9"/>
                  <a:pt x="32" y="10"/>
                </a:cubicBezTo>
                <a:cubicBezTo>
                  <a:pt x="32" y="11"/>
                  <a:pt x="32" y="11"/>
                  <a:pt x="32" y="11"/>
                </a:cubicBezTo>
                <a:cubicBezTo>
                  <a:pt x="32" y="11"/>
                  <a:pt x="32" y="11"/>
                  <a:pt x="32" y="11"/>
                </a:cubicBezTo>
                <a:cubicBezTo>
                  <a:pt x="33" y="12"/>
                  <a:pt x="33" y="13"/>
                  <a:pt x="33" y="13"/>
                </a:cubicBezTo>
                <a:lnTo>
                  <a:pt x="32" y="14"/>
                </a:lnTo>
                <a:close/>
                <a:moveTo>
                  <a:pt x="40" y="8"/>
                </a:moveTo>
                <a:cubicBezTo>
                  <a:pt x="43" y="7"/>
                  <a:pt x="45" y="6"/>
                  <a:pt x="48" y="6"/>
                </a:cubicBezTo>
                <a:cubicBezTo>
                  <a:pt x="49" y="6"/>
                  <a:pt x="52" y="6"/>
                  <a:pt x="50" y="5"/>
                </a:cubicBezTo>
                <a:cubicBezTo>
                  <a:pt x="48" y="4"/>
                  <a:pt x="45" y="5"/>
                  <a:pt x="44" y="5"/>
                </a:cubicBezTo>
                <a:cubicBezTo>
                  <a:pt x="42" y="6"/>
                  <a:pt x="36" y="6"/>
                  <a:pt x="36" y="9"/>
                </a:cubicBezTo>
                <a:cubicBezTo>
                  <a:pt x="37" y="9"/>
                  <a:pt x="39" y="8"/>
                  <a:pt x="40" y="8"/>
                </a:cubicBezTo>
                <a:close/>
                <a:moveTo>
                  <a:pt x="55" y="4"/>
                </a:moveTo>
                <a:cubicBezTo>
                  <a:pt x="52" y="6"/>
                  <a:pt x="58" y="5"/>
                  <a:pt x="59" y="4"/>
                </a:cubicBezTo>
                <a:cubicBezTo>
                  <a:pt x="59" y="3"/>
                  <a:pt x="55" y="4"/>
                  <a:pt x="55" y="4"/>
                </a:cubicBezTo>
                <a:cubicBezTo>
                  <a:pt x="55" y="4"/>
                  <a:pt x="55" y="4"/>
                  <a:pt x="55" y="4"/>
                </a:cubicBezTo>
                <a:cubicBezTo>
                  <a:pt x="55" y="4"/>
                  <a:pt x="55" y="4"/>
                  <a:pt x="55" y="4"/>
                </a:cubicBezTo>
                <a:close/>
                <a:moveTo>
                  <a:pt x="62" y="2"/>
                </a:moveTo>
                <a:cubicBezTo>
                  <a:pt x="60" y="2"/>
                  <a:pt x="61" y="3"/>
                  <a:pt x="63" y="3"/>
                </a:cubicBezTo>
                <a:cubicBezTo>
                  <a:pt x="63" y="2"/>
                  <a:pt x="62" y="2"/>
                  <a:pt x="62" y="2"/>
                </a:cubicBezTo>
                <a:moveTo>
                  <a:pt x="67" y="0"/>
                </a:moveTo>
                <a:cubicBezTo>
                  <a:pt x="66" y="0"/>
                  <a:pt x="65" y="0"/>
                  <a:pt x="65" y="1"/>
                </a:cubicBezTo>
                <a:cubicBezTo>
                  <a:pt x="65" y="1"/>
                  <a:pt x="67" y="2"/>
                  <a:pt x="68" y="1"/>
                </a:cubicBezTo>
                <a:cubicBezTo>
                  <a:pt x="67" y="1"/>
                  <a:pt x="67" y="0"/>
                  <a:pt x="67" y="0"/>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8" name="Freeform 36"/>
          <p:cNvSpPr>
            <a:spLocks/>
          </p:cNvSpPr>
          <p:nvPr/>
        </p:nvSpPr>
        <p:spPr bwMode="auto">
          <a:xfrm>
            <a:off x="8859838" y="4581525"/>
            <a:ext cx="57150" cy="84137"/>
          </a:xfrm>
          <a:custGeom>
            <a:avLst/>
            <a:gdLst>
              <a:gd name="T0" fmla="*/ 0 w 15"/>
              <a:gd name="T1" fmla="*/ 9 h 22"/>
              <a:gd name="T2" fmla="*/ 1 w 15"/>
              <a:gd name="T3" fmla="*/ 6 h 22"/>
              <a:gd name="T4" fmla="*/ 5 w 15"/>
              <a:gd name="T5" fmla="*/ 0 h 22"/>
              <a:gd name="T6" fmla="*/ 7 w 15"/>
              <a:gd name="T7" fmla="*/ 0 h 22"/>
              <a:gd name="T8" fmla="*/ 7 w 15"/>
              <a:gd name="T9" fmla="*/ 0 h 22"/>
              <a:gd name="T10" fmla="*/ 9 w 15"/>
              <a:gd name="T11" fmla="*/ 6 h 22"/>
              <a:gd name="T12" fmla="*/ 13 w 15"/>
              <a:gd name="T13" fmla="*/ 11 h 22"/>
              <a:gd name="T14" fmla="*/ 14 w 15"/>
              <a:gd name="T15" fmla="*/ 14 h 22"/>
              <a:gd name="T16" fmla="*/ 12 w 15"/>
              <a:gd name="T17" fmla="*/ 21 h 22"/>
              <a:gd name="T18" fmla="*/ 6 w 15"/>
              <a:gd name="T19" fmla="*/ 21 h 22"/>
              <a:gd name="T20" fmla="*/ 1 w 15"/>
              <a:gd name="T21" fmla="*/ 19 h 22"/>
              <a:gd name="T22" fmla="*/ 3 w 15"/>
              <a:gd name="T23" fmla="*/ 16 h 22"/>
              <a:gd name="T24" fmla="*/ 1 w 15"/>
              <a:gd name="T25" fmla="*/ 12 h 22"/>
              <a:gd name="T26" fmla="*/ 0 w 15"/>
              <a:gd name="T27" fmla="*/ 9 h 22"/>
              <a:gd name="T28" fmla="*/ 0 w 15"/>
              <a:gd name="T2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2">
                <a:moveTo>
                  <a:pt x="0" y="9"/>
                </a:moveTo>
                <a:cubicBezTo>
                  <a:pt x="0" y="8"/>
                  <a:pt x="0" y="7"/>
                  <a:pt x="1" y="6"/>
                </a:cubicBezTo>
                <a:cubicBezTo>
                  <a:pt x="2" y="4"/>
                  <a:pt x="3" y="2"/>
                  <a:pt x="5" y="0"/>
                </a:cubicBezTo>
                <a:cubicBezTo>
                  <a:pt x="6" y="0"/>
                  <a:pt x="7" y="0"/>
                  <a:pt x="7" y="0"/>
                </a:cubicBezTo>
                <a:cubicBezTo>
                  <a:pt x="7" y="0"/>
                  <a:pt x="7" y="0"/>
                  <a:pt x="7" y="0"/>
                </a:cubicBezTo>
                <a:cubicBezTo>
                  <a:pt x="8" y="2"/>
                  <a:pt x="8" y="4"/>
                  <a:pt x="9" y="6"/>
                </a:cubicBezTo>
                <a:cubicBezTo>
                  <a:pt x="10" y="7"/>
                  <a:pt x="12" y="9"/>
                  <a:pt x="13" y="11"/>
                </a:cubicBezTo>
                <a:cubicBezTo>
                  <a:pt x="15" y="12"/>
                  <a:pt x="15" y="12"/>
                  <a:pt x="14" y="14"/>
                </a:cubicBezTo>
                <a:cubicBezTo>
                  <a:pt x="13" y="17"/>
                  <a:pt x="12" y="18"/>
                  <a:pt x="12" y="21"/>
                </a:cubicBezTo>
                <a:cubicBezTo>
                  <a:pt x="10" y="21"/>
                  <a:pt x="8" y="22"/>
                  <a:pt x="6" y="21"/>
                </a:cubicBezTo>
                <a:cubicBezTo>
                  <a:pt x="4" y="21"/>
                  <a:pt x="3" y="20"/>
                  <a:pt x="1" y="19"/>
                </a:cubicBezTo>
                <a:cubicBezTo>
                  <a:pt x="2" y="18"/>
                  <a:pt x="3" y="17"/>
                  <a:pt x="3" y="16"/>
                </a:cubicBezTo>
                <a:cubicBezTo>
                  <a:pt x="3" y="14"/>
                  <a:pt x="2" y="13"/>
                  <a:pt x="1" y="12"/>
                </a:cubicBezTo>
                <a:cubicBezTo>
                  <a:pt x="1" y="11"/>
                  <a:pt x="0" y="10"/>
                  <a:pt x="0" y="9"/>
                </a:cubicBezTo>
                <a:cubicBezTo>
                  <a:pt x="0" y="8"/>
                  <a:pt x="0" y="10"/>
                  <a:pt x="0" y="9"/>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9" name="Freeform 37"/>
          <p:cNvSpPr>
            <a:spLocks/>
          </p:cNvSpPr>
          <p:nvPr/>
        </p:nvSpPr>
        <p:spPr bwMode="auto">
          <a:xfrm>
            <a:off x="9998075" y="3797300"/>
            <a:ext cx="430213" cy="331787"/>
          </a:xfrm>
          <a:custGeom>
            <a:avLst/>
            <a:gdLst>
              <a:gd name="T0" fmla="*/ 59 w 113"/>
              <a:gd name="T1" fmla="*/ 85 h 87"/>
              <a:gd name="T2" fmla="*/ 63 w 113"/>
              <a:gd name="T3" fmla="*/ 87 h 87"/>
              <a:gd name="T4" fmla="*/ 71 w 113"/>
              <a:gd name="T5" fmla="*/ 84 h 87"/>
              <a:gd name="T6" fmla="*/ 74 w 113"/>
              <a:gd name="T7" fmla="*/ 79 h 87"/>
              <a:gd name="T8" fmla="*/ 81 w 113"/>
              <a:gd name="T9" fmla="*/ 75 h 87"/>
              <a:gd name="T10" fmla="*/ 87 w 113"/>
              <a:gd name="T11" fmla="*/ 74 h 87"/>
              <a:gd name="T12" fmla="*/ 89 w 113"/>
              <a:gd name="T13" fmla="*/ 73 h 87"/>
              <a:gd name="T14" fmla="*/ 92 w 113"/>
              <a:gd name="T15" fmla="*/ 62 h 87"/>
              <a:gd name="T16" fmla="*/ 97 w 113"/>
              <a:gd name="T17" fmla="*/ 52 h 87"/>
              <a:gd name="T18" fmla="*/ 108 w 113"/>
              <a:gd name="T19" fmla="*/ 46 h 87"/>
              <a:gd name="T20" fmla="*/ 112 w 113"/>
              <a:gd name="T21" fmla="*/ 41 h 87"/>
              <a:gd name="T22" fmla="*/ 106 w 113"/>
              <a:gd name="T23" fmla="*/ 37 h 87"/>
              <a:gd name="T24" fmla="*/ 106 w 113"/>
              <a:gd name="T25" fmla="*/ 26 h 87"/>
              <a:gd name="T26" fmla="*/ 93 w 113"/>
              <a:gd name="T27" fmla="*/ 13 h 87"/>
              <a:gd name="T28" fmla="*/ 79 w 113"/>
              <a:gd name="T29" fmla="*/ 6 h 87"/>
              <a:gd name="T30" fmla="*/ 74 w 113"/>
              <a:gd name="T31" fmla="*/ 1 h 87"/>
              <a:gd name="T32" fmla="*/ 68 w 113"/>
              <a:gd name="T33" fmla="*/ 6 h 87"/>
              <a:gd name="T34" fmla="*/ 61 w 113"/>
              <a:gd name="T35" fmla="*/ 6 h 87"/>
              <a:gd name="T36" fmla="*/ 52 w 113"/>
              <a:gd name="T37" fmla="*/ 4 h 87"/>
              <a:gd name="T38" fmla="*/ 47 w 113"/>
              <a:gd name="T39" fmla="*/ 4 h 87"/>
              <a:gd name="T40" fmla="*/ 38 w 113"/>
              <a:gd name="T41" fmla="*/ 2 h 87"/>
              <a:gd name="T42" fmla="*/ 29 w 113"/>
              <a:gd name="T43" fmla="*/ 1 h 87"/>
              <a:gd name="T44" fmla="*/ 19 w 113"/>
              <a:gd name="T45" fmla="*/ 2 h 87"/>
              <a:gd name="T46" fmla="*/ 7 w 113"/>
              <a:gd name="T47" fmla="*/ 7 h 87"/>
              <a:gd name="T48" fmla="*/ 1 w 113"/>
              <a:gd name="T49" fmla="*/ 12 h 87"/>
              <a:gd name="T50" fmla="*/ 1 w 113"/>
              <a:gd name="T51" fmla="*/ 32 h 87"/>
              <a:gd name="T52" fmla="*/ 2 w 113"/>
              <a:gd name="T53" fmla="*/ 27 h 87"/>
              <a:gd name="T54" fmla="*/ 3 w 113"/>
              <a:gd name="T55" fmla="*/ 38 h 87"/>
              <a:gd name="T56" fmla="*/ 8 w 113"/>
              <a:gd name="T57" fmla="*/ 42 h 87"/>
              <a:gd name="T58" fmla="*/ 11 w 113"/>
              <a:gd name="T59" fmla="*/ 43 h 87"/>
              <a:gd name="T60" fmla="*/ 15 w 113"/>
              <a:gd name="T61" fmla="*/ 45 h 87"/>
              <a:gd name="T62" fmla="*/ 22 w 113"/>
              <a:gd name="T63" fmla="*/ 49 h 87"/>
              <a:gd name="T64" fmla="*/ 27 w 113"/>
              <a:gd name="T65" fmla="*/ 48 h 87"/>
              <a:gd name="T66" fmla="*/ 32 w 113"/>
              <a:gd name="T67" fmla="*/ 51 h 87"/>
              <a:gd name="T68" fmla="*/ 33 w 113"/>
              <a:gd name="T69" fmla="*/ 62 h 87"/>
              <a:gd name="T70" fmla="*/ 34 w 113"/>
              <a:gd name="T71" fmla="*/ 71 h 87"/>
              <a:gd name="T72" fmla="*/ 38 w 113"/>
              <a:gd name="T73" fmla="*/ 71 h 87"/>
              <a:gd name="T74" fmla="*/ 43 w 113"/>
              <a:gd name="T75" fmla="*/ 75 h 87"/>
              <a:gd name="T76" fmla="*/ 52 w 113"/>
              <a:gd name="T77" fmla="*/ 8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3" h="87">
                <a:moveTo>
                  <a:pt x="52" y="86"/>
                </a:moveTo>
                <a:cubicBezTo>
                  <a:pt x="54" y="86"/>
                  <a:pt x="56" y="86"/>
                  <a:pt x="59" y="85"/>
                </a:cubicBezTo>
                <a:cubicBezTo>
                  <a:pt x="60" y="85"/>
                  <a:pt x="61" y="85"/>
                  <a:pt x="62" y="85"/>
                </a:cubicBezTo>
                <a:cubicBezTo>
                  <a:pt x="62" y="86"/>
                  <a:pt x="63" y="86"/>
                  <a:pt x="63" y="87"/>
                </a:cubicBezTo>
                <a:cubicBezTo>
                  <a:pt x="65" y="87"/>
                  <a:pt x="67" y="86"/>
                  <a:pt x="68" y="85"/>
                </a:cubicBezTo>
                <a:cubicBezTo>
                  <a:pt x="69" y="85"/>
                  <a:pt x="70" y="84"/>
                  <a:pt x="71" y="84"/>
                </a:cubicBezTo>
                <a:cubicBezTo>
                  <a:pt x="72" y="84"/>
                  <a:pt x="73" y="85"/>
                  <a:pt x="74" y="84"/>
                </a:cubicBezTo>
                <a:cubicBezTo>
                  <a:pt x="75" y="83"/>
                  <a:pt x="73" y="81"/>
                  <a:pt x="74" y="79"/>
                </a:cubicBezTo>
                <a:cubicBezTo>
                  <a:pt x="75" y="79"/>
                  <a:pt x="76" y="79"/>
                  <a:pt x="77" y="79"/>
                </a:cubicBezTo>
                <a:cubicBezTo>
                  <a:pt x="79" y="78"/>
                  <a:pt x="82" y="79"/>
                  <a:pt x="81" y="75"/>
                </a:cubicBezTo>
                <a:cubicBezTo>
                  <a:pt x="82" y="75"/>
                  <a:pt x="83" y="76"/>
                  <a:pt x="84" y="76"/>
                </a:cubicBezTo>
                <a:cubicBezTo>
                  <a:pt x="86" y="75"/>
                  <a:pt x="86" y="75"/>
                  <a:pt x="87" y="74"/>
                </a:cubicBezTo>
                <a:cubicBezTo>
                  <a:pt x="88" y="75"/>
                  <a:pt x="88" y="80"/>
                  <a:pt x="91" y="78"/>
                </a:cubicBezTo>
                <a:cubicBezTo>
                  <a:pt x="94" y="76"/>
                  <a:pt x="90" y="74"/>
                  <a:pt x="89" y="73"/>
                </a:cubicBezTo>
                <a:cubicBezTo>
                  <a:pt x="88" y="71"/>
                  <a:pt x="91" y="68"/>
                  <a:pt x="92" y="66"/>
                </a:cubicBezTo>
                <a:cubicBezTo>
                  <a:pt x="92" y="64"/>
                  <a:pt x="92" y="63"/>
                  <a:pt x="92" y="62"/>
                </a:cubicBezTo>
                <a:cubicBezTo>
                  <a:pt x="92" y="60"/>
                  <a:pt x="92" y="58"/>
                  <a:pt x="92" y="57"/>
                </a:cubicBezTo>
                <a:cubicBezTo>
                  <a:pt x="93" y="53"/>
                  <a:pt x="95" y="53"/>
                  <a:pt x="97" y="52"/>
                </a:cubicBezTo>
                <a:cubicBezTo>
                  <a:pt x="101" y="51"/>
                  <a:pt x="100" y="49"/>
                  <a:pt x="102" y="46"/>
                </a:cubicBezTo>
                <a:cubicBezTo>
                  <a:pt x="104" y="44"/>
                  <a:pt x="105" y="46"/>
                  <a:pt x="108" y="46"/>
                </a:cubicBezTo>
                <a:cubicBezTo>
                  <a:pt x="111" y="46"/>
                  <a:pt x="109" y="43"/>
                  <a:pt x="111" y="42"/>
                </a:cubicBezTo>
                <a:cubicBezTo>
                  <a:pt x="111" y="42"/>
                  <a:pt x="112" y="42"/>
                  <a:pt x="112" y="41"/>
                </a:cubicBezTo>
                <a:cubicBezTo>
                  <a:pt x="113" y="40"/>
                  <a:pt x="111" y="40"/>
                  <a:pt x="111" y="39"/>
                </a:cubicBezTo>
                <a:cubicBezTo>
                  <a:pt x="109" y="39"/>
                  <a:pt x="106" y="40"/>
                  <a:pt x="106" y="37"/>
                </a:cubicBezTo>
                <a:cubicBezTo>
                  <a:pt x="106" y="35"/>
                  <a:pt x="108" y="33"/>
                  <a:pt x="108" y="31"/>
                </a:cubicBezTo>
                <a:cubicBezTo>
                  <a:pt x="110" y="27"/>
                  <a:pt x="109" y="27"/>
                  <a:pt x="106" y="26"/>
                </a:cubicBezTo>
                <a:cubicBezTo>
                  <a:pt x="103" y="24"/>
                  <a:pt x="102" y="22"/>
                  <a:pt x="100" y="20"/>
                </a:cubicBezTo>
                <a:cubicBezTo>
                  <a:pt x="98" y="17"/>
                  <a:pt x="95" y="16"/>
                  <a:pt x="93" y="13"/>
                </a:cubicBezTo>
                <a:cubicBezTo>
                  <a:pt x="91" y="11"/>
                  <a:pt x="90" y="9"/>
                  <a:pt x="87" y="9"/>
                </a:cubicBezTo>
                <a:cubicBezTo>
                  <a:pt x="84" y="9"/>
                  <a:pt x="81" y="9"/>
                  <a:pt x="79" y="6"/>
                </a:cubicBezTo>
                <a:cubicBezTo>
                  <a:pt x="78" y="5"/>
                  <a:pt x="77" y="4"/>
                  <a:pt x="76" y="2"/>
                </a:cubicBezTo>
                <a:cubicBezTo>
                  <a:pt x="76" y="1"/>
                  <a:pt x="76" y="0"/>
                  <a:pt x="74" y="1"/>
                </a:cubicBezTo>
                <a:cubicBezTo>
                  <a:pt x="73" y="1"/>
                  <a:pt x="72" y="3"/>
                  <a:pt x="71" y="3"/>
                </a:cubicBezTo>
                <a:cubicBezTo>
                  <a:pt x="70" y="4"/>
                  <a:pt x="69" y="5"/>
                  <a:pt x="68" y="6"/>
                </a:cubicBezTo>
                <a:cubicBezTo>
                  <a:pt x="66" y="6"/>
                  <a:pt x="65" y="6"/>
                  <a:pt x="64" y="6"/>
                </a:cubicBezTo>
                <a:cubicBezTo>
                  <a:pt x="63" y="6"/>
                  <a:pt x="62" y="7"/>
                  <a:pt x="61" y="6"/>
                </a:cubicBezTo>
                <a:cubicBezTo>
                  <a:pt x="59" y="6"/>
                  <a:pt x="59" y="4"/>
                  <a:pt x="57" y="4"/>
                </a:cubicBezTo>
                <a:cubicBezTo>
                  <a:pt x="55" y="4"/>
                  <a:pt x="54" y="5"/>
                  <a:pt x="52" y="4"/>
                </a:cubicBezTo>
                <a:cubicBezTo>
                  <a:pt x="52" y="3"/>
                  <a:pt x="51" y="4"/>
                  <a:pt x="50" y="4"/>
                </a:cubicBezTo>
                <a:cubicBezTo>
                  <a:pt x="49" y="4"/>
                  <a:pt x="49" y="4"/>
                  <a:pt x="47" y="4"/>
                </a:cubicBezTo>
                <a:cubicBezTo>
                  <a:pt x="45" y="2"/>
                  <a:pt x="44" y="3"/>
                  <a:pt x="42" y="4"/>
                </a:cubicBezTo>
                <a:cubicBezTo>
                  <a:pt x="40" y="5"/>
                  <a:pt x="40" y="4"/>
                  <a:pt x="38" y="2"/>
                </a:cubicBezTo>
                <a:cubicBezTo>
                  <a:pt x="36" y="0"/>
                  <a:pt x="35" y="4"/>
                  <a:pt x="32" y="3"/>
                </a:cubicBezTo>
                <a:cubicBezTo>
                  <a:pt x="31" y="3"/>
                  <a:pt x="30" y="1"/>
                  <a:pt x="29" y="1"/>
                </a:cubicBezTo>
                <a:cubicBezTo>
                  <a:pt x="27" y="1"/>
                  <a:pt x="25" y="1"/>
                  <a:pt x="24" y="1"/>
                </a:cubicBezTo>
                <a:cubicBezTo>
                  <a:pt x="22" y="1"/>
                  <a:pt x="21" y="1"/>
                  <a:pt x="19" y="2"/>
                </a:cubicBezTo>
                <a:cubicBezTo>
                  <a:pt x="18" y="2"/>
                  <a:pt x="17" y="3"/>
                  <a:pt x="15" y="3"/>
                </a:cubicBezTo>
                <a:cubicBezTo>
                  <a:pt x="12" y="5"/>
                  <a:pt x="9" y="6"/>
                  <a:pt x="7" y="7"/>
                </a:cubicBezTo>
                <a:cubicBezTo>
                  <a:pt x="5" y="8"/>
                  <a:pt x="5" y="9"/>
                  <a:pt x="4" y="10"/>
                </a:cubicBezTo>
                <a:cubicBezTo>
                  <a:pt x="3" y="12"/>
                  <a:pt x="3" y="13"/>
                  <a:pt x="1" y="12"/>
                </a:cubicBezTo>
                <a:cubicBezTo>
                  <a:pt x="1" y="16"/>
                  <a:pt x="1" y="19"/>
                  <a:pt x="1" y="23"/>
                </a:cubicBezTo>
                <a:cubicBezTo>
                  <a:pt x="1" y="26"/>
                  <a:pt x="1" y="29"/>
                  <a:pt x="1" y="32"/>
                </a:cubicBezTo>
                <a:cubicBezTo>
                  <a:pt x="1" y="34"/>
                  <a:pt x="2" y="35"/>
                  <a:pt x="2" y="32"/>
                </a:cubicBezTo>
                <a:cubicBezTo>
                  <a:pt x="2" y="31"/>
                  <a:pt x="0" y="28"/>
                  <a:pt x="2" y="27"/>
                </a:cubicBezTo>
                <a:cubicBezTo>
                  <a:pt x="3" y="29"/>
                  <a:pt x="4" y="31"/>
                  <a:pt x="4" y="33"/>
                </a:cubicBezTo>
                <a:cubicBezTo>
                  <a:pt x="4" y="35"/>
                  <a:pt x="3" y="37"/>
                  <a:pt x="3" y="38"/>
                </a:cubicBezTo>
                <a:cubicBezTo>
                  <a:pt x="5" y="38"/>
                  <a:pt x="5" y="39"/>
                  <a:pt x="5" y="40"/>
                </a:cubicBezTo>
                <a:cubicBezTo>
                  <a:pt x="7" y="40"/>
                  <a:pt x="7" y="41"/>
                  <a:pt x="8" y="42"/>
                </a:cubicBezTo>
                <a:cubicBezTo>
                  <a:pt x="9" y="43"/>
                  <a:pt x="9" y="43"/>
                  <a:pt x="10" y="43"/>
                </a:cubicBezTo>
                <a:cubicBezTo>
                  <a:pt x="11" y="43"/>
                  <a:pt x="11" y="43"/>
                  <a:pt x="11" y="43"/>
                </a:cubicBezTo>
                <a:cubicBezTo>
                  <a:pt x="11" y="43"/>
                  <a:pt x="12" y="43"/>
                  <a:pt x="12" y="44"/>
                </a:cubicBezTo>
                <a:cubicBezTo>
                  <a:pt x="13" y="44"/>
                  <a:pt x="14" y="44"/>
                  <a:pt x="15" y="45"/>
                </a:cubicBezTo>
                <a:cubicBezTo>
                  <a:pt x="16" y="46"/>
                  <a:pt x="18" y="47"/>
                  <a:pt x="19" y="47"/>
                </a:cubicBezTo>
                <a:cubicBezTo>
                  <a:pt x="20" y="49"/>
                  <a:pt x="19" y="49"/>
                  <a:pt x="22" y="49"/>
                </a:cubicBezTo>
                <a:cubicBezTo>
                  <a:pt x="22" y="49"/>
                  <a:pt x="22" y="49"/>
                  <a:pt x="22" y="48"/>
                </a:cubicBezTo>
                <a:cubicBezTo>
                  <a:pt x="24" y="47"/>
                  <a:pt x="25" y="48"/>
                  <a:pt x="27" y="48"/>
                </a:cubicBezTo>
                <a:cubicBezTo>
                  <a:pt x="28" y="48"/>
                  <a:pt x="29" y="48"/>
                  <a:pt x="30" y="48"/>
                </a:cubicBezTo>
                <a:cubicBezTo>
                  <a:pt x="31" y="49"/>
                  <a:pt x="31" y="50"/>
                  <a:pt x="32" y="51"/>
                </a:cubicBezTo>
                <a:cubicBezTo>
                  <a:pt x="33" y="52"/>
                  <a:pt x="34" y="52"/>
                  <a:pt x="35" y="54"/>
                </a:cubicBezTo>
                <a:cubicBezTo>
                  <a:pt x="37" y="57"/>
                  <a:pt x="34" y="59"/>
                  <a:pt x="33" y="62"/>
                </a:cubicBezTo>
                <a:cubicBezTo>
                  <a:pt x="32" y="64"/>
                  <a:pt x="32" y="65"/>
                  <a:pt x="32" y="67"/>
                </a:cubicBezTo>
                <a:cubicBezTo>
                  <a:pt x="32" y="69"/>
                  <a:pt x="34" y="70"/>
                  <a:pt x="34" y="71"/>
                </a:cubicBezTo>
                <a:cubicBezTo>
                  <a:pt x="33" y="71"/>
                  <a:pt x="33" y="71"/>
                  <a:pt x="33" y="71"/>
                </a:cubicBezTo>
                <a:cubicBezTo>
                  <a:pt x="35" y="72"/>
                  <a:pt x="36" y="71"/>
                  <a:pt x="38" y="71"/>
                </a:cubicBezTo>
                <a:cubicBezTo>
                  <a:pt x="39" y="72"/>
                  <a:pt x="39" y="73"/>
                  <a:pt x="40" y="74"/>
                </a:cubicBezTo>
                <a:cubicBezTo>
                  <a:pt x="41" y="74"/>
                  <a:pt x="42" y="74"/>
                  <a:pt x="43" y="75"/>
                </a:cubicBezTo>
                <a:cubicBezTo>
                  <a:pt x="47" y="77"/>
                  <a:pt x="48" y="81"/>
                  <a:pt x="48" y="85"/>
                </a:cubicBezTo>
                <a:cubicBezTo>
                  <a:pt x="49" y="86"/>
                  <a:pt x="50" y="86"/>
                  <a:pt x="52" y="86"/>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0" name="Freeform 38"/>
          <p:cNvSpPr>
            <a:spLocks/>
          </p:cNvSpPr>
          <p:nvPr/>
        </p:nvSpPr>
        <p:spPr bwMode="auto">
          <a:xfrm>
            <a:off x="9994900" y="3571875"/>
            <a:ext cx="536575" cy="328612"/>
          </a:xfrm>
          <a:custGeom>
            <a:avLst/>
            <a:gdLst>
              <a:gd name="T0" fmla="*/ 121 w 141"/>
              <a:gd name="T1" fmla="*/ 80 h 86"/>
              <a:gd name="T2" fmla="*/ 130 w 141"/>
              <a:gd name="T3" fmla="*/ 79 h 86"/>
              <a:gd name="T4" fmla="*/ 136 w 141"/>
              <a:gd name="T5" fmla="*/ 71 h 86"/>
              <a:gd name="T6" fmla="*/ 140 w 141"/>
              <a:gd name="T7" fmla="*/ 60 h 86"/>
              <a:gd name="T8" fmla="*/ 138 w 141"/>
              <a:gd name="T9" fmla="*/ 53 h 86"/>
              <a:gd name="T10" fmla="*/ 136 w 141"/>
              <a:gd name="T11" fmla="*/ 47 h 86"/>
              <a:gd name="T12" fmla="*/ 130 w 141"/>
              <a:gd name="T13" fmla="*/ 44 h 86"/>
              <a:gd name="T14" fmla="*/ 132 w 141"/>
              <a:gd name="T15" fmla="*/ 35 h 86"/>
              <a:gd name="T16" fmla="*/ 134 w 141"/>
              <a:gd name="T17" fmla="*/ 29 h 86"/>
              <a:gd name="T18" fmla="*/ 129 w 141"/>
              <a:gd name="T19" fmla="*/ 22 h 86"/>
              <a:gd name="T20" fmla="*/ 121 w 141"/>
              <a:gd name="T21" fmla="*/ 19 h 86"/>
              <a:gd name="T22" fmla="*/ 113 w 141"/>
              <a:gd name="T23" fmla="*/ 18 h 86"/>
              <a:gd name="T24" fmla="*/ 105 w 141"/>
              <a:gd name="T25" fmla="*/ 17 h 86"/>
              <a:gd name="T26" fmla="*/ 99 w 141"/>
              <a:gd name="T27" fmla="*/ 10 h 86"/>
              <a:gd name="T28" fmla="*/ 94 w 141"/>
              <a:gd name="T29" fmla="*/ 7 h 86"/>
              <a:gd name="T30" fmla="*/ 89 w 141"/>
              <a:gd name="T31" fmla="*/ 4 h 86"/>
              <a:gd name="T32" fmla="*/ 85 w 141"/>
              <a:gd name="T33" fmla="*/ 1 h 86"/>
              <a:gd name="T34" fmla="*/ 84 w 141"/>
              <a:gd name="T35" fmla="*/ 3 h 86"/>
              <a:gd name="T36" fmla="*/ 77 w 141"/>
              <a:gd name="T37" fmla="*/ 2 h 86"/>
              <a:gd name="T38" fmla="*/ 70 w 141"/>
              <a:gd name="T39" fmla="*/ 5 h 86"/>
              <a:gd name="T40" fmla="*/ 66 w 141"/>
              <a:gd name="T41" fmla="*/ 13 h 86"/>
              <a:gd name="T42" fmla="*/ 64 w 141"/>
              <a:gd name="T43" fmla="*/ 35 h 86"/>
              <a:gd name="T44" fmla="*/ 51 w 141"/>
              <a:gd name="T45" fmla="*/ 39 h 86"/>
              <a:gd name="T46" fmla="*/ 44 w 141"/>
              <a:gd name="T47" fmla="*/ 30 h 86"/>
              <a:gd name="T48" fmla="*/ 34 w 141"/>
              <a:gd name="T49" fmla="*/ 18 h 86"/>
              <a:gd name="T50" fmla="*/ 32 w 141"/>
              <a:gd name="T51" fmla="*/ 12 h 86"/>
              <a:gd name="T52" fmla="*/ 21 w 141"/>
              <a:gd name="T53" fmla="*/ 17 h 86"/>
              <a:gd name="T54" fmla="*/ 11 w 141"/>
              <a:gd name="T55" fmla="*/ 25 h 86"/>
              <a:gd name="T56" fmla="*/ 8 w 141"/>
              <a:gd name="T57" fmla="*/ 40 h 86"/>
              <a:gd name="T58" fmla="*/ 2 w 141"/>
              <a:gd name="T59" fmla="*/ 49 h 86"/>
              <a:gd name="T60" fmla="*/ 2 w 141"/>
              <a:gd name="T61" fmla="*/ 58 h 86"/>
              <a:gd name="T62" fmla="*/ 0 w 141"/>
              <a:gd name="T63" fmla="*/ 66 h 86"/>
              <a:gd name="T64" fmla="*/ 7 w 141"/>
              <a:gd name="T65" fmla="*/ 67 h 86"/>
              <a:gd name="T66" fmla="*/ 24 w 141"/>
              <a:gd name="T67" fmla="*/ 60 h 86"/>
              <a:gd name="T68" fmla="*/ 33 w 141"/>
              <a:gd name="T69" fmla="*/ 62 h 86"/>
              <a:gd name="T70" fmla="*/ 43 w 141"/>
              <a:gd name="T71" fmla="*/ 63 h 86"/>
              <a:gd name="T72" fmla="*/ 51 w 141"/>
              <a:gd name="T73" fmla="*/ 63 h 86"/>
              <a:gd name="T74" fmla="*/ 58 w 141"/>
              <a:gd name="T75" fmla="*/ 63 h 86"/>
              <a:gd name="T76" fmla="*/ 65 w 141"/>
              <a:gd name="T77" fmla="*/ 65 h 86"/>
              <a:gd name="T78" fmla="*/ 75 w 141"/>
              <a:gd name="T79" fmla="*/ 60 h 86"/>
              <a:gd name="T80" fmla="*/ 80 w 141"/>
              <a:gd name="T81" fmla="*/ 65 h 86"/>
              <a:gd name="T82" fmla="*/ 95 w 141"/>
              <a:gd name="T83" fmla="*/ 73 h 86"/>
              <a:gd name="T84" fmla="*/ 102 w 141"/>
              <a:gd name="T85" fmla="*/ 81 h 86"/>
              <a:gd name="T86" fmla="*/ 110 w 141"/>
              <a:gd name="T8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86">
                <a:moveTo>
                  <a:pt x="117" y="81"/>
                </a:moveTo>
                <a:cubicBezTo>
                  <a:pt x="118" y="80"/>
                  <a:pt x="119" y="80"/>
                  <a:pt x="121" y="80"/>
                </a:cubicBezTo>
                <a:cubicBezTo>
                  <a:pt x="122" y="81"/>
                  <a:pt x="124" y="82"/>
                  <a:pt x="124" y="80"/>
                </a:cubicBezTo>
                <a:cubicBezTo>
                  <a:pt x="127" y="80"/>
                  <a:pt x="129" y="84"/>
                  <a:pt x="130" y="79"/>
                </a:cubicBezTo>
                <a:cubicBezTo>
                  <a:pt x="131" y="77"/>
                  <a:pt x="131" y="76"/>
                  <a:pt x="133" y="75"/>
                </a:cubicBezTo>
                <a:cubicBezTo>
                  <a:pt x="134" y="74"/>
                  <a:pt x="135" y="72"/>
                  <a:pt x="136" y="71"/>
                </a:cubicBezTo>
                <a:cubicBezTo>
                  <a:pt x="139" y="69"/>
                  <a:pt x="141" y="70"/>
                  <a:pt x="141" y="65"/>
                </a:cubicBezTo>
                <a:cubicBezTo>
                  <a:pt x="141" y="64"/>
                  <a:pt x="141" y="62"/>
                  <a:pt x="140" y="60"/>
                </a:cubicBezTo>
                <a:cubicBezTo>
                  <a:pt x="140" y="58"/>
                  <a:pt x="140" y="56"/>
                  <a:pt x="139" y="54"/>
                </a:cubicBezTo>
                <a:cubicBezTo>
                  <a:pt x="138" y="54"/>
                  <a:pt x="138" y="54"/>
                  <a:pt x="138" y="53"/>
                </a:cubicBezTo>
                <a:cubicBezTo>
                  <a:pt x="137" y="52"/>
                  <a:pt x="138" y="51"/>
                  <a:pt x="137" y="49"/>
                </a:cubicBezTo>
                <a:cubicBezTo>
                  <a:pt x="135" y="48"/>
                  <a:pt x="136" y="49"/>
                  <a:pt x="136" y="47"/>
                </a:cubicBezTo>
                <a:cubicBezTo>
                  <a:pt x="135" y="46"/>
                  <a:pt x="135" y="44"/>
                  <a:pt x="134" y="44"/>
                </a:cubicBezTo>
                <a:cubicBezTo>
                  <a:pt x="133" y="43"/>
                  <a:pt x="131" y="45"/>
                  <a:pt x="130" y="44"/>
                </a:cubicBezTo>
                <a:cubicBezTo>
                  <a:pt x="131" y="42"/>
                  <a:pt x="132" y="41"/>
                  <a:pt x="132" y="40"/>
                </a:cubicBezTo>
                <a:cubicBezTo>
                  <a:pt x="133" y="38"/>
                  <a:pt x="132" y="37"/>
                  <a:pt x="132" y="35"/>
                </a:cubicBezTo>
                <a:cubicBezTo>
                  <a:pt x="132" y="34"/>
                  <a:pt x="133" y="34"/>
                  <a:pt x="134" y="33"/>
                </a:cubicBezTo>
                <a:cubicBezTo>
                  <a:pt x="135" y="32"/>
                  <a:pt x="135" y="30"/>
                  <a:pt x="134" y="29"/>
                </a:cubicBezTo>
                <a:cubicBezTo>
                  <a:pt x="134" y="27"/>
                  <a:pt x="132" y="26"/>
                  <a:pt x="131" y="25"/>
                </a:cubicBezTo>
                <a:cubicBezTo>
                  <a:pt x="129" y="24"/>
                  <a:pt x="129" y="24"/>
                  <a:pt x="129" y="22"/>
                </a:cubicBezTo>
                <a:cubicBezTo>
                  <a:pt x="128" y="21"/>
                  <a:pt x="128" y="20"/>
                  <a:pt x="126" y="20"/>
                </a:cubicBezTo>
                <a:cubicBezTo>
                  <a:pt x="124" y="19"/>
                  <a:pt x="123" y="20"/>
                  <a:pt x="121" y="19"/>
                </a:cubicBezTo>
                <a:cubicBezTo>
                  <a:pt x="120" y="19"/>
                  <a:pt x="119" y="18"/>
                  <a:pt x="118" y="17"/>
                </a:cubicBezTo>
                <a:cubicBezTo>
                  <a:pt x="116" y="16"/>
                  <a:pt x="115" y="17"/>
                  <a:pt x="113" y="18"/>
                </a:cubicBezTo>
                <a:cubicBezTo>
                  <a:pt x="113" y="19"/>
                  <a:pt x="110" y="20"/>
                  <a:pt x="109" y="20"/>
                </a:cubicBezTo>
                <a:cubicBezTo>
                  <a:pt x="108" y="20"/>
                  <a:pt x="106" y="18"/>
                  <a:pt x="105" y="17"/>
                </a:cubicBezTo>
                <a:cubicBezTo>
                  <a:pt x="103" y="16"/>
                  <a:pt x="103" y="15"/>
                  <a:pt x="102" y="13"/>
                </a:cubicBezTo>
                <a:cubicBezTo>
                  <a:pt x="101" y="12"/>
                  <a:pt x="100" y="12"/>
                  <a:pt x="99" y="10"/>
                </a:cubicBezTo>
                <a:cubicBezTo>
                  <a:pt x="98" y="8"/>
                  <a:pt x="99" y="8"/>
                  <a:pt x="96" y="8"/>
                </a:cubicBezTo>
                <a:cubicBezTo>
                  <a:pt x="95" y="8"/>
                  <a:pt x="95" y="8"/>
                  <a:pt x="94" y="7"/>
                </a:cubicBezTo>
                <a:cubicBezTo>
                  <a:pt x="93" y="7"/>
                  <a:pt x="93" y="6"/>
                  <a:pt x="93" y="5"/>
                </a:cubicBezTo>
                <a:cubicBezTo>
                  <a:pt x="92" y="7"/>
                  <a:pt x="89" y="4"/>
                  <a:pt x="89" y="4"/>
                </a:cubicBezTo>
                <a:cubicBezTo>
                  <a:pt x="88" y="3"/>
                  <a:pt x="88" y="2"/>
                  <a:pt x="87" y="1"/>
                </a:cubicBezTo>
                <a:cubicBezTo>
                  <a:pt x="86" y="1"/>
                  <a:pt x="86" y="1"/>
                  <a:pt x="85" y="1"/>
                </a:cubicBezTo>
                <a:cubicBezTo>
                  <a:pt x="85" y="1"/>
                  <a:pt x="85" y="0"/>
                  <a:pt x="85" y="0"/>
                </a:cubicBezTo>
                <a:cubicBezTo>
                  <a:pt x="84" y="1"/>
                  <a:pt x="85" y="2"/>
                  <a:pt x="84" y="3"/>
                </a:cubicBezTo>
                <a:cubicBezTo>
                  <a:pt x="82" y="4"/>
                  <a:pt x="82" y="1"/>
                  <a:pt x="81" y="0"/>
                </a:cubicBezTo>
                <a:cubicBezTo>
                  <a:pt x="80" y="0"/>
                  <a:pt x="79" y="2"/>
                  <a:pt x="77" y="2"/>
                </a:cubicBezTo>
                <a:cubicBezTo>
                  <a:pt x="76" y="3"/>
                  <a:pt x="75" y="3"/>
                  <a:pt x="73" y="4"/>
                </a:cubicBezTo>
                <a:cubicBezTo>
                  <a:pt x="73" y="4"/>
                  <a:pt x="71" y="4"/>
                  <a:pt x="70" y="5"/>
                </a:cubicBezTo>
                <a:cubicBezTo>
                  <a:pt x="68" y="6"/>
                  <a:pt x="68" y="7"/>
                  <a:pt x="65" y="7"/>
                </a:cubicBezTo>
                <a:cubicBezTo>
                  <a:pt x="64" y="9"/>
                  <a:pt x="65" y="12"/>
                  <a:pt x="66" y="13"/>
                </a:cubicBezTo>
                <a:cubicBezTo>
                  <a:pt x="66" y="15"/>
                  <a:pt x="66" y="18"/>
                  <a:pt x="66" y="21"/>
                </a:cubicBezTo>
                <a:cubicBezTo>
                  <a:pt x="67" y="26"/>
                  <a:pt x="68" y="31"/>
                  <a:pt x="64" y="35"/>
                </a:cubicBezTo>
                <a:cubicBezTo>
                  <a:pt x="62" y="37"/>
                  <a:pt x="59" y="38"/>
                  <a:pt x="57" y="38"/>
                </a:cubicBezTo>
                <a:cubicBezTo>
                  <a:pt x="55" y="39"/>
                  <a:pt x="53" y="41"/>
                  <a:pt x="51" y="39"/>
                </a:cubicBezTo>
                <a:cubicBezTo>
                  <a:pt x="49" y="38"/>
                  <a:pt x="48" y="37"/>
                  <a:pt x="46" y="36"/>
                </a:cubicBezTo>
                <a:cubicBezTo>
                  <a:pt x="44" y="35"/>
                  <a:pt x="45" y="32"/>
                  <a:pt x="44" y="30"/>
                </a:cubicBezTo>
                <a:cubicBezTo>
                  <a:pt x="43" y="27"/>
                  <a:pt x="42" y="26"/>
                  <a:pt x="40" y="24"/>
                </a:cubicBezTo>
                <a:cubicBezTo>
                  <a:pt x="38" y="22"/>
                  <a:pt x="36" y="20"/>
                  <a:pt x="34" y="18"/>
                </a:cubicBezTo>
                <a:cubicBezTo>
                  <a:pt x="33" y="17"/>
                  <a:pt x="32" y="17"/>
                  <a:pt x="32" y="16"/>
                </a:cubicBezTo>
                <a:cubicBezTo>
                  <a:pt x="31" y="15"/>
                  <a:pt x="32" y="13"/>
                  <a:pt x="32" y="12"/>
                </a:cubicBezTo>
                <a:cubicBezTo>
                  <a:pt x="31" y="10"/>
                  <a:pt x="29" y="13"/>
                  <a:pt x="27" y="14"/>
                </a:cubicBezTo>
                <a:cubicBezTo>
                  <a:pt x="25" y="15"/>
                  <a:pt x="23" y="16"/>
                  <a:pt x="21" y="17"/>
                </a:cubicBezTo>
                <a:cubicBezTo>
                  <a:pt x="17" y="18"/>
                  <a:pt x="16" y="17"/>
                  <a:pt x="13" y="20"/>
                </a:cubicBezTo>
                <a:cubicBezTo>
                  <a:pt x="12" y="21"/>
                  <a:pt x="11" y="23"/>
                  <a:pt x="11" y="25"/>
                </a:cubicBezTo>
                <a:cubicBezTo>
                  <a:pt x="10" y="27"/>
                  <a:pt x="8" y="29"/>
                  <a:pt x="8" y="31"/>
                </a:cubicBezTo>
                <a:cubicBezTo>
                  <a:pt x="8" y="34"/>
                  <a:pt x="9" y="37"/>
                  <a:pt x="8" y="40"/>
                </a:cubicBezTo>
                <a:cubicBezTo>
                  <a:pt x="6" y="42"/>
                  <a:pt x="3" y="42"/>
                  <a:pt x="2" y="45"/>
                </a:cubicBezTo>
                <a:cubicBezTo>
                  <a:pt x="1" y="46"/>
                  <a:pt x="2" y="48"/>
                  <a:pt x="2" y="49"/>
                </a:cubicBezTo>
                <a:cubicBezTo>
                  <a:pt x="2" y="51"/>
                  <a:pt x="1" y="53"/>
                  <a:pt x="1" y="54"/>
                </a:cubicBezTo>
                <a:cubicBezTo>
                  <a:pt x="1" y="56"/>
                  <a:pt x="2" y="57"/>
                  <a:pt x="2" y="58"/>
                </a:cubicBezTo>
                <a:cubicBezTo>
                  <a:pt x="2" y="61"/>
                  <a:pt x="2" y="60"/>
                  <a:pt x="0" y="60"/>
                </a:cubicBezTo>
                <a:cubicBezTo>
                  <a:pt x="0" y="62"/>
                  <a:pt x="0" y="64"/>
                  <a:pt x="0" y="66"/>
                </a:cubicBezTo>
                <a:cubicBezTo>
                  <a:pt x="0" y="68"/>
                  <a:pt x="2" y="69"/>
                  <a:pt x="2" y="71"/>
                </a:cubicBezTo>
                <a:cubicBezTo>
                  <a:pt x="5" y="72"/>
                  <a:pt x="5" y="68"/>
                  <a:pt x="7" y="67"/>
                </a:cubicBezTo>
                <a:cubicBezTo>
                  <a:pt x="10" y="65"/>
                  <a:pt x="12" y="64"/>
                  <a:pt x="16" y="63"/>
                </a:cubicBezTo>
                <a:cubicBezTo>
                  <a:pt x="19" y="62"/>
                  <a:pt x="21" y="60"/>
                  <a:pt x="24" y="60"/>
                </a:cubicBezTo>
                <a:cubicBezTo>
                  <a:pt x="26" y="60"/>
                  <a:pt x="28" y="60"/>
                  <a:pt x="30" y="60"/>
                </a:cubicBezTo>
                <a:cubicBezTo>
                  <a:pt x="31" y="60"/>
                  <a:pt x="32" y="62"/>
                  <a:pt x="33" y="62"/>
                </a:cubicBezTo>
                <a:cubicBezTo>
                  <a:pt x="36" y="63"/>
                  <a:pt x="37" y="59"/>
                  <a:pt x="39" y="61"/>
                </a:cubicBezTo>
                <a:cubicBezTo>
                  <a:pt x="41" y="62"/>
                  <a:pt x="41" y="64"/>
                  <a:pt x="43" y="63"/>
                </a:cubicBezTo>
                <a:cubicBezTo>
                  <a:pt x="45" y="62"/>
                  <a:pt x="45" y="61"/>
                  <a:pt x="48" y="62"/>
                </a:cubicBezTo>
                <a:cubicBezTo>
                  <a:pt x="49" y="63"/>
                  <a:pt x="49" y="64"/>
                  <a:pt x="51" y="63"/>
                </a:cubicBezTo>
                <a:cubicBezTo>
                  <a:pt x="52" y="63"/>
                  <a:pt x="53" y="61"/>
                  <a:pt x="53" y="63"/>
                </a:cubicBezTo>
                <a:cubicBezTo>
                  <a:pt x="55" y="64"/>
                  <a:pt x="56" y="63"/>
                  <a:pt x="58" y="63"/>
                </a:cubicBezTo>
                <a:cubicBezTo>
                  <a:pt x="59" y="63"/>
                  <a:pt x="60" y="64"/>
                  <a:pt x="61" y="65"/>
                </a:cubicBezTo>
                <a:cubicBezTo>
                  <a:pt x="63" y="66"/>
                  <a:pt x="63" y="66"/>
                  <a:pt x="65" y="65"/>
                </a:cubicBezTo>
                <a:cubicBezTo>
                  <a:pt x="66" y="65"/>
                  <a:pt x="67" y="65"/>
                  <a:pt x="68" y="65"/>
                </a:cubicBezTo>
                <a:cubicBezTo>
                  <a:pt x="71" y="64"/>
                  <a:pt x="73" y="61"/>
                  <a:pt x="75" y="60"/>
                </a:cubicBezTo>
                <a:cubicBezTo>
                  <a:pt x="77" y="59"/>
                  <a:pt x="76" y="60"/>
                  <a:pt x="77" y="61"/>
                </a:cubicBezTo>
                <a:cubicBezTo>
                  <a:pt x="78" y="63"/>
                  <a:pt x="79" y="64"/>
                  <a:pt x="80" y="65"/>
                </a:cubicBezTo>
                <a:cubicBezTo>
                  <a:pt x="82" y="68"/>
                  <a:pt x="85" y="68"/>
                  <a:pt x="88" y="68"/>
                </a:cubicBezTo>
                <a:cubicBezTo>
                  <a:pt x="92" y="69"/>
                  <a:pt x="93" y="71"/>
                  <a:pt x="95" y="73"/>
                </a:cubicBezTo>
                <a:cubicBezTo>
                  <a:pt x="96" y="74"/>
                  <a:pt x="98" y="75"/>
                  <a:pt x="99" y="76"/>
                </a:cubicBezTo>
                <a:cubicBezTo>
                  <a:pt x="101" y="78"/>
                  <a:pt x="101" y="79"/>
                  <a:pt x="102" y="81"/>
                </a:cubicBezTo>
                <a:cubicBezTo>
                  <a:pt x="103" y="82"/>
                  <a:pt x="104" y="83"/>
                  <a:pt x="106" y="84"/>
                </a:cubicBezTo>
                <a:cubicBezTo>
                  <a:pt x="107" y="85"/>
                  <a:pt x="109" y="85"/>
                  <a:pt x="110" y="86"/>
                </a:cubicBezTo>
                <a:cubicBezTo>
                  <a:pt x="113" y="85"/>
                  <a:pt x="115" y="84"/>
                  <a:pt x="117" y="81"/>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1" name="Freeform 39"/>
          <p:cNvSpPr>
            <a:spLocks noEditPoints="1"/>
          </p:cNvSpPr>
          <p:nvPr/>
        </p:nvSpPr>
        <p:spPr bwMode="auto">
          <a:xfrm>
            <a:off x="8924925" y="4929188"/>
            <a:ext cx="887413" cy="1047750"/>
          </a:xfrm>
          <a:custGeom>
            <a:avLst/>
            <a:gdLst>
              <a:gd name="T0" fmla="*/ 168 w 233"/>
              <a:gd name="T1" fmla="*/ 261 h 275"/>
              <a:gd name="T2" fmla="*/ 157 w 233"/>
              <a:gd name="T3" fmla="*/ 273 h 275"/>
              <a:gd name="T4" fmla="*/ 114 w 233"/>
              <a:gd name="T5" fmla="*/ 245 h 275"/>
              <a:gd name="T6" fmla="*/ 131 w 233"/>
              <a:gd name="T7" fmla="*/ 236 h 275"/>
              <a:gd name="T8" fmla="*/ 148 w 233"/>
              <a:gd name="T9" fmla="*/ 240 h 275"/>
              <a:gd name="T10" fmla="*/ 168 w 233"/>
              <a:gd name="T11" fmla="*/ 237 h 275"/>
              <a:gd name="T12" fmla="*/ 173 w 233"/>
              <a:gd name="T13" fmla="*/ 240 h 275"/>
              <a:gd name="T14" fmla="*/ 133 w 233"/>
              <a:gd name="T15" fmla="*/ 23 h 275"/>
              <a:gd name="T16" fmla="*/ 113 w 233"/>
              <a:gd name="T17" fmla="*/ 10 h 275"/>
              <a:gd name="T18" fmla="*/ 103 w 233"/>
              <a:gd name="T19" fmla="*/ 2 h 275"/>
              <a:gd name="T20" fmla="*/ 76 w 233"/>
              <a:gd name="T21" fmla="*/ 6 h 275"/>
              <a:gd name="T22" fmla="*/ 67 w 233"/>
              <a:gd name="T23" fmla="*/ 13 h 275"/>
              <a:gd name="T24" fmla="*/ 66 w 233"/>
              <a:gd name="T25" fmla="*/ 22 h 275"/>
              <a:gd name="T26" fmla="*/ 49 w 233"/>
              <a:gd name="T27" fmla="*/ 25 h 275"/>
              <a:gd name="T28" fmla="*/ 43 w 233"/>
              <a:gd name="T29" fmla="*/ 30 h 275"/>
              <a:gd name="T30" fmla="*/ 33 w 233"/>
              <a:gd name="T31" fmla="*/ 18 h 275"/>
              <a:gd name="T32" fmla="*/ 24 w 233"/>
              <a:gd name="T33" fmla="*/ 31 h 275"/>
              <a:gd name="T34" fmla="*/ 6 w 233"/>
              <a:gd name="T35" fmla="*/ 40 h 275"/>
              <a:gd name="T36" fmla="*/ 8 w 233"/>
              <a:gd name="T37" fmla="*/ 52 h 275"/>
              <a:gd name="T38" fmla="*/ 2 w 233"/>
              <a:gd name="T39" fmla="*/ 58 h 275"/>
              <a:gd name="T40" fmla="*/ 9 w 233"/>
              <a:gd name="T41" fmla="*/ 67 h 275"/>
              <a:gd name="T42" fmla="*/ 6 w 233"/>
              <a:gd name="T43" fmla="*/ 74 h 275"/>
              <a:gd name="T44" fmla="*/ 19 w 233"/>
              <a:gd name="T45" fmla="*/ 81 h 275"/>
              <a:gd name="T46" fmla="*/ 18 w 233"/>
              <a:gd name="T47" fmla="*/ 88 h 275"/>
              <a:gd name="T48" fmla="*/ 37 w 233"/>
              <a:gd name="T49" fmla="*/ 77 h 275"/>
              <a:gd name="T50" fmla="*/ 62 w 233"/>
              <a:gd name="T51" fmla="*/ 84 h 275"/>
              <a:gd name="T52" fmla="*/ 76 w 233"/>
              <a:gd name="T53" fmla="*/ 112 h 275"/>
              <a:gd name="T54" fmla="*/ 89 w 233"/>
              <a:gd name="T55" fmla="*/ 128 h 275"/>
              <a:gd name="T56" fmla="*/ 111 w 233"/>
              <a:gd name="T57" fmla="*/ 147 h 275"/>
              <a:gd name="T58" fmla="*/ 127 w 233"/>
              <a:gd name="T59" fmla="*/ 159 h 275"/>
              <a:gd name="T60" fmla="*/ 151 w 233"/>
              <a:gd name="T61" fmla="*/ 170 h 275"/>
              <a:gd name="T62" fmla="*/ 174 w 233"/>
              <a:gd name="T63" fmla="*/ 190 h 275"/>
              <a:gd name="T64" fmla="*/ 182 w 233"/>
              <a:gd name="T65" fmla="*/ 224 h 275"/>
              <a:gd name="T66" fmla="*/ 178 w 233"/>
              <a:gd name="T67" fmla="*/ 242 h 275"/>
              <a:gd name="T68" fmla="*/ 195 w 233"/>
              <a:gd name="T69" fmla="*/ 227 h 275"/>
              <a:gd name="T70" fmla="*/ 203 w 233"/>
              <a:gd name="T71" fmla="*/ 205 h 275"/>
              <a:gd name="T72" fmla="*/ 197 w 233"/>
              <a:gd name="T73" fmla="*/ 188 h 275"/>
              <a:gd name="T74" fmla="*/ 208 w 233"/>
              <a:gd name="T75" fmla="*/ 180 h 275"/>
              <a:gd name="T76" fmla="*/ 225 w 233"/>
              <a:gd name="T77" fmla="*/ 194 h 275"/>
              <a:gd name="T78" fmla="*/ 219 w 233"/>
              <a:gd name="T79" fmla="*/ 173 h 275"/>
              <a:gd name="T80" fmla="*/ 184 w 233"/>
              <a:gd name="T81" fmla="*/ 154 h 275"/>
              <a:gd name="T82" fmla="*/ 172 w 233"/>
              <a:gd name="T83" fmla="*/ 142 h 275"/>
              <a:gd name="T84" fmla="*/ 142 w 233"/>
              <a:gd name="T85" fmla="*/ 114 h 275"/>
              <a:gd name="T86" fmla="*/ 116 w 233"/>
              <a:gd name="T87" fmla="*/ 84 h 275"/>
              <a:gd name="T88" fmla="*/ 114 w 233"/>
              <a:gd name="T89" fmla="*/ 63 h 275"/>
              <a:gd name="T90" fmla="*/ 109 w 233"/>
              <a:gd name="T91" fmla="*/ 50 h 275"/>
              <a:gd name="T92" fmla="*/ 126 w 233"/>
              <a:gd name="T93" fmla="*/ 41 h 275"/>
              <a:gd name="T94" fmla="*/ 61 w 233"/>
              <a:gd name="T95" fmla="*/ 173 h 275"/>
              <a:gd name="T96" fmla="*/ 56 w 233"/>
              <a:gd name="T97" fmla="*/ 159 h 275"/>
              <a:gd name="T98" fmla="*/ 41 w 233"/>
              <a:gd name="T99" fmla="*/ 167 h 275"/>
              <a:gd name="T100" fmla="*/ 31 w 233"/>
              <a:gd name="T101" fmla="*/ 176 h 275"/>
              <a:gd name="T102" fmla="*/ 36 w 233"/>
              <a:gd name="T103" fmla="*/ 194 h 275"/>
              <a:gd name="T104" fmla="*/ 36 w 233"/>
              <a:gd name="T105" fmla="*/ 202 h 275"/>
              <a:gd name="T106" fmla="*/ 43 w 233"/>
              <a:gd name="T107" fmla="*/ 219 h 275"/>
              <a:gd name="T108" fmla="*/ 58 w 233"/>
              <a:gd name="T109" fmla="*/ 211 h 275"/>
              <a:gd name="T110" fmla="*/ 61 w 233"/>
              <a:gd name="T111" fmla="*/ 17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3" h="275">
                <a:moveTo>
                  <a:pt x="173" y="240"/>
                </a:moveTo>
                <a:cubicBezTo>
                  <a:pt x="173" y="243"/>
                  <a:pt x="170" y="245"/>
                  <a:pt x="168" y="248"/>
                </a:cubicBezTo>
                <a:cubicBezTo>
                  <a:pt x="167" y="251"/>
                  <a:pt x="166" y="255"/>
                  <a:pt x="166" y="258"/>
                </a:cubicBezTo>
                <a:cubicBezTo>
                  <a:pt x="167" y="259"/>
                  <a:pt x="168" y="259"/>
                  <a:pt x="168" y="259"/>
                </a:cubicBezTo>
                <a:cubicBezTo>
                  <a:pt x="169" y="260"/>
                  <a:pt x="168" y="260"/>
                  <a:pt x="168" y="261"/>
                </a:cubicBezTo>
                <a:cubicBezTo>
                  <a:pt x="169" y="263"/>
                  <a:pt x="170" y="264"/>
                  <a:pt x="171" y="265"/>
                </a:cubicBezTo>
                <a:cubicBezTo>
                  <a:pt x="169" y="267"/>
                  <a:pt x="168" y="268"/>
                  <a:pt x="167" y="269"/>
                </a:cubicBezTo>
                <a:cubicBezTo>
                  <a:pt x="167" y="270"/>
                  <a:pt x="167" y="274"/>
                  <a:pt x="166" y="274"/>
                </a:cubicBezTo>
                <a:cubicBezTo>
                  <a:pt x="165" y="275"/>
                  <a:pt x="163" y="273"/>
                  <a:pt x="162" y="273"/>
                </a:cubicBezTo>
                <a:cubicBezTo>
                  <a:pt x="161" y="272"/>
                  <a:pt x="159" y="273"/>
                  <a:pt x="157" y="273"/>
                </a:cubicBezTo>
                <a:cubicBezTo>
                  <a:pt x="153" y="271"/>
                  <a:pt x="153" y="268"/>
                  <a:pt x="150" y="266"/>
                </a:cubicBezTo>
                <a:cubicBezTo>
                  <a:pt x="147" y="264"/>
                  <a:pt x="143" y="263"/>
                  <a:pt x="140" y="262"/>
                </a:cubicBezTo>
                <a:cubicBezTo>
                  <a:pt x="136" y="260"/>
                  <a:pt x="132" y="258"/>
                  <a:pt x="129" y="255"/>
                </a:cubicBezTo>
                <a:cubicBezTo>
                  <a:pt x="126" y="253"/>
                  <a:pt x="122" y="253"/>
                  <a:pt x="119" y="251"/>
                </a:cubicBezTo>
                <a:cubicBezTo>
                  <a:pt x="116" y="250"/>
                  <a:pt x="114" y="249"/>
                  <a:pt x="114" y="245"/>
                </a:cubicBezTo>
                <a:cubicBezTo>
                  <a:pt x="114" y="244"/>
                  <a:pt x="115" y="242"/>
                  <a:pt x="116" y="241"/>
                </a:cubicBezTo>
                <a:cubicBezTo>
                  <a:pt x="117" y="240"/>
                  <a:pt x="118" y="240"/>
                  <a:pt x="118" y="239"/>
                </a:cubicBezTo>
                <a:cubicBezTo>
                  <a:pt x="119" y="239"/>
                  <a:pt x="119" y="238"/>
                  <a:pt x="120" y="237"/>
                </a:cubicBezTo>
                <a:cubicBezTo>
                  <a:pt x="122" y="239"/>
                  <a:pt x="122" y="242"/>
                  <a:pt x="125" y="240"/>
                </a:cubicBezTo>
                <a:cubicBezTo>
                  <a:pt x="127" y="239"/>
                  <a:pt x="128" y="234"/>
                  <a:pt x="131" y="236"/>
                </a:cubicBezTo>
                <a:cubicBezTo>
                  <a:pt x="132" y="236"/>
                  <a:pt x="132" y="238"/>
                  <a:pt x="133" y="238"/>
                </a:cubicBezTo>
                <a:cubicBezTo>
                  <a:pt x="134" y="239"/>
                  <a:pt x="135" y="239"/>
                  <a:pt x="136" y="240"/>
                </a:cubicBezTo>
                <a:cubicBezTo>
                  <a:pt x="137" y="241"/>
                  <a:pt x="137" y="242"/>
                  <a:pt x="139" y="242"/>
                </a:cubicBezTo>
                <a:cubicBezTo>
                  <a:pt x="141" y="242"/>
                  <a:pt x="142" y="242"/>
                  <a:pt x="144" y="241"/>
                </a:cubicBezTo>
                <a:cubicBezTo>
                  <a:pt x="145" y="241"/>
                  <a:pt x="146" y="240"/>
                  <a:pt x="148" y="240"/>
                </a:cubicBezTo>
                <a:cubicBezTo>
                  <a:pt x="149" y="241"/>
                  <a:pt x="151" y="242"/>
                  <a:pt x="152" y="241"/>
                </a:cubicBezTo>
                <a:cubicBezTo>
                  <a:pt x="154" y="241"/>
                  <a:pt x="155" y="240"/>
                  <a:pt x="156" y="239"/>
                </a:cubicBezTo>
                <a:cubicBezTo>
                  <a:pt x="158" y="239"/>
                  <a:pt x="159" y="238"/>
                  <a:pt x="161" y="238"/>
                </a:cubicBezTo>
                <a:cubicBezTo>
                  <a:pt x="163" y="237"/>
                  <a:pt x="164" y="238"/>
                  <a:pt x="166" y="238"/>
                </a:cubicBezTo>
                <a:cubicBezTo>
                  <a:pt x="168" y="238"/>
                  <a:pt x="168" y="237"/>
                  <a:pt x="168" y="237"/>
                </a:cubicBezTo>
                <a:cubicBezTo>
                  <a:pt x="169" y="236"/>
                  <a:pt x="169" y="236"/>
                  <a:pt x="169" y="235"/>
                </a:cubicBezTo>
                <a:cubicBezTo>
                  <a:pt x="170" y="235"/>
                  <a:pt x="170" y="236"/>
                  <a:pt x="170" y="236"/>
                </a:cubicBezTo>
                <a:cubicBezTo>
                  <a:pt x="171" y="236"/>
                  <a:pt x="171" y="236"/>
                  <a:pt x="172" y="236"/>
                </a:cubicBezTo>
                <a:cubicBezTo>
                  <a:pt x="173" y="236"/>
                  <a:pt x="173" y="235"/>
                  <a:pt x="174" y="235"/>
                </a:cubicBezTo>
                <a:cubicBezTo>
                  <a:pt x="175" y="237"/>
                  <a:pt x="174" y="240"/>
                  <a:pt x="173" y="240"/>
                </a:cubicBezTo>
                <a:cubicBezTo>
                  <a:pt x="173" y="242"/>
                  <a:pt x="174" y="240"/>
                  <a:pt x="173" y="240"/>
                </a:cubicBezTo>
                <a:close/>
                <a:moveTo>
                  <a:pt x="137" y="32"/>
                </a:moveTo>
                <a:cubicBezTo>
                  <a:pt x="137" y="31"/>
                  <a:pt x="135" y="31"/>
                  <a:pt x="135" y="30"/>
                </a:cubicBezTo>
                <a:cubicBezTo>
                  <a:pt x="135" y="28"/>
                  <a:pt x="137" y="28"/>
                  <a:pt x="138" y="27"/>
                </a:cubicBezTo>
                <a:cubicBezTo>
                  <a:pt x="139" y="24"/>
                  <a:pt x="134" y="25"/>
                  <a:pt x="133" y="23"/>
                </a:cubicBezTo>
                <a:cubicBezTo>
                  <a:pt x="131" y="20"/>
                  <a:pt x="144" y="17"/>
                  <a:pt x="136" y="15"/>
                </a:cubicBezTo>
                <a:cubicBezTo>
                  <a:pt x="133" y="15"/>
                  <a:pt x="130" y="14"/>
                  <a:pt x="127" y="14"/>
                </a:cubicBezTo>
                <a:cubicBezTo>
                  <a:pt x="125" y="14"/>
                  <a:pt x="124" y="13"/>
                  <a:pt x="123" y="13"/>
                </a:cubicBezTo>
                <a:cubicBezTo>
                  <a:pt x="121" y="12"/>
                  <a:pt x="119" y="12"/>
                  <a:pt x="117" y="12"/>
                </a:cubicBezTo>
                <a:cubicBezTo>
                  <a:pt x="116" y="12"/>
                  <a:pt x="115" y="11"/>
                  <a:pt x="113" y="10"/>
                </a:cubicBezTo>
                <a:cubicBezTo>
                  <a:pt x="113" y="9"/>
                  <a:pt x="112" y="9"/>
                  <a:pt x="111" y="9"/>
                </a:cubicBezTo>
                <a:cubicBezTo>
                  <a:pt x="111" y="8"/>
                  <a:pt x="111" y="7"/>
                  <a:pt x="110" y="6"/>
                </a:cubicBezTo>
                <a:cubicBezTo>
                  <a:pt x="110" y="5"/>
                  <a:pt x="108" y="5"/>
                  <a:pt x="108" y="4"/>
                </a:cubicBezTo>
                <a:cubicBezTo>
                  <a:pt x="107" y="2"/>
                  <a:pt x="109" y="1"/>
                  <a:pt x="109" y="0"/>
                </a:cubicBezTo>
                <a:cubicBezTo>
                  <a:pt x="107" y="0"/>
                  <a:pt x="105" y="2"/>
                  <a:pt x="103" y="2"/>
                </a:cubicBezTo>
                <a:cubicBezTo>
                  <a:pt x="100" y="3"/>
                  <a:pt x="98" y="2"/>
                  <a:pt x="96" y="3"/>
                </a:cubicBezTo>
                <a:cubicBezTo>
                  <a:pt x="94" y="3"/>
                  <a:pt x="91" y="2"/>
                  <a:pt x="90" y="3"/>
                </a:cubicBezTo>
                <a:cubicBezTo>
                  <a:pt x="88" y="4"/>
                  <a:pt x="87" y="6"/>
                  <a:pt x="87" y="8"/>
                </a:cubicBezTo>
                <a:cubicBezTo>
                  <a:pt x="85" y="10"/>
                  <a:pt x="83" y="8"/>
                  <a:pt x="81" y="7"/>
                </a:cubicBezTo>
                <a:cubicBezTo>
                  <a:pt x="79" y="5"/>
                  <a:pt x="78" y="5"/>
                  <a:pt x="76" y="6"/>
                </a:cubicBezTo>
                <a:cubicBezTo>
                  <a:pt x="75" y="8"/>
                  <a:pt x="74" y="9"/>
                  <a:pt x="74" y="11"/>
                </a:cubicBezTo>
                <a:cubicBezTo>
                  <a:pt x="75" y="13"/>
                  <a:pt x="76" y="14"/>
                  <a:pt x="75" y="15"/>
                </a:cubicBezTo>
                <a:cubicBezTo>
                  <a:pt x="74" y="16"/>
                  <a:pt x="72" y="15"/>
                  <a:pt x="71" y="15"/>
                </a:cubicBezTo>
                <a:cubicBezTo>
                  <a:pt x="71" y="14"/>
                  <a:pt x="71" y="14"/>
                  <a:pt x="70" y="13"/>
                </a:cubicBezTo>
                <a:cubicBezTo>
                  <a:pt x="69" y="13"/>
                  <a:pt x="68" y="13"/>
                  <a:pt x="67" y="13"/>
                </a:cubicBezTo>
                <a:cubicBezTo>
                  <a:pt x="67" y="15"/>
                  <a:pt x="67" y="16"/>
                  <a:pt x="67" y="17"/>
                </a:cubicBezTo>
                <a:cubicBezTo>
                  <a:pt x="67" y="18"/>
                  <a:pt x="68" y="18"/>
                  <a:pt x="68" y="18"/>
                </a:cubicBezTo>
                <a:cubicBezTo>
                  <a:pt x="69" y="20"/>
                  <a:pt x="68" y="20"/>
                  <a:pt x="69" y="22"/>
                </a:cubicBezTo>
                <a:cubicBezTo>
                  <a:pt x="69" y="22"/>
                  <a:pt x="69" y="22"/>
                  <a:pt x="69" y="23"/>
                </a:cubicBezTo>
                <a:cubicBezTo>
                  <a:pt x="69" y="27"/>
                  <a:pt x="67" y="23"/>
                  <a:pt x="66" y="22"/>
                </a:cubicBezTo>
                <a:cubicBezTo>
                  <a:pt x="65" y="21"/>
                  <a:pt x="65" y="20"/>
                  <a:pt x="63" y="20"/>
                </a:cubicBezTo>
                <a:cubicBezTo>
                  <a:pt x="59" y="21"/>
                  <a:pt x="58" y="24"/>
                  <a:pt x="56" y="19"/>
                </a:cubicBezTo>
                <a:cubicBezTo>
                  <a:pt x="55" y="18"/>
                  <a:pt x="54" y="15"/>
                  <a:pt x="52" y="17"/>
                </a:cubicBezTo>
                <a:cubicBezTo>
                  <a:pt x="51" y="19"/>
                  <a:pt x="52" y="21"/>
                  <a:pt x="51" y="23"/>
                </a:cubicBezTo>
                <a:cubicBezTo>
                  <a:pt x="51" y="24"/>
                  <a:pt x="50" y="25"/>
                  <a:pt x="49" y="25"/>
                </a:cubicBezTo>
                <a:cubicBezTo>
                  <a:pt x="49" y="26"/>
                  <a:pt x="48" y="27"/>
                  <a:pt x="48" y="28"/>
                </a:cubicBezTo>
                <a:cubicBezTo>
                  <a:pt x="47" y="29"/>
                  <a:pt x="46" y="30"/>
                  <a:pt x="47" y="32"/>
                </a:cubicBezTo>
                <a:cubicBezTo>
                  <a:pt x="47" y="33"/>
                  <a:pt x="50" y="34"/>
                  <a:pt x="47" y="35"/>
                </a:cubicBezTo>
                <a:cubicBezTo>
                  <a:pt x="45" y="36"/>
                  <a:pt x="45" y="33"/>
                  <a:pt x="44" y="32"/>
                </a:cubicBezTo>
                <a:cubicBezTo>
                  <a:pt x="43" y="31"/>
                  <a:pt x="43" y="31"/>
                  <a:pt x="43" y="30"/>
                </a:cubicBezTo>
                <a:cubicBezTo>
                  <a:pt x="43" y="29"/>
                  <a:pt x="43" y="29"/>
                  <a:pt x="43" y="28"/>
                </a:cubicBezTo>
                <a:cubicBezTo>
                  <a:pt x="42" y="27"/>
                  <a:pt x="41" y="27"/>
                  <a:pt x="40" y="27"/>
                </a:cubicBezTo>
                <a:cubicBezTo>
                  <a:pt x="39" y="27"/>
                  <a:pt x="39" y="26"/>
                  <a:pt x="38" y="26"/>
                </a:cubicBezTo>
                <a:cubicBezTo>
                  <a:pt x="37" y="24"/>
                  <a:pt x="36" y="24"/>
                  <a:pt x="35" y="22"/>
                </a:cubicBezTo>
                <a:cubicBezTo>
                  <a:pt x="35" y="20"/>
                  <a:pt x="35" y="18"/>
                  <a:pt x="33" y="18"/>
                </a:cubicBezTo>
                <a:cubicBezTo>
                  <a:pt x="32" y="20"/>
                  <a:pt x="33" y="21"/>
                  <a:pt x="31" y="22"/>
                </a:cubicBezTo>
                <a:cubicBezTo>
                  <a:pt x="30" y="22"/>
                  <a:pt x="29" y="22"/>
                  <a:pt x="29" y="23"/>
                </a:cubicBezTo>
                <a:cubicBezTo>
                  <a:pt x="28" y="24"/>
                  <a:pt x="30" y="24"/>
                  <a:pt x="30" y="25"/>
                </a:cubicBezTo>
                <a:cubicBezTo>
                  <a:pt x="31" y="27"/>
                  <a:pt x="29" y="27"/>
                  <a:pt x="28" y="28"/>
                </a:cubicBezTo>
                <a:cubicBezTo>
                  <a:pt x="26" y="30"/>
                  <a:pt x="27" y="31"/>
                  <a:pt x="24" y="31"/>
                </a:cubicBezTo>
                <a:cubicBezTo>
                  <a:pt x="24" y="35"/>
                  <a:pt x="19" y="31"/>
                  <a:pt x="18" y="31"/>
                </a:cubicBezTo>
                <a:cubicBezTo>
                  <a:pt x="16" y="31"/>
                  <a:pt x="15" y="33"/>
                  <a:pt x="14" y="33"/>
                </a:cubicBezTo>
                <a:cubicBezTo>
                  <a:pt x="12" y="34"/>
                  <a:pt x="10" y="33"/>
                  <a:pt x="8" y="33"/>
                </a:cubicBezTo>
                <a:cubicBezTo>
                  <a:pt x="8" y="35"/>
                  <a:pt x="5" y="34"/>
                  <a:pt x="4" y="36"/>
                </a:cubicBezTo>
                <a:cubicBezTo>
                  <a:pt x="3" y="38"/>
                  <a:pt x="4" y="39"/>
                  <a:pt x="6" y="40"/>
                </a:cubicBezTo>
                <a:cubicBezTo>
                  <a:pt x="7" y="41"/>
                  <a:pt x="7" y="43"/>
                  <a:pt x="8" y="45"/>
                </a:cubicBezTo>
                <a:cubicBezTo>
                  <a:pt x="9" y="45"/>
                  <a:pt x="10" y="46"/>
                  <a:pt x="10" y="47"/>
                </a:cubicBezTo>
                <a:cubicBezTo>
                  <a:pt x="11" y="48"/>
                  <a:pt x="10" y="49"/>
                  <a:pt x="10" y="50"/>
                </a:cubicBezTo>
                <a:cubicBezTo>
                  <a:pt x="10" y="50"/>
                  <a:pt x="10" y="52"/>
                  <a:pt x="10" y="52"/>
                </a:cubicBezTo>
                <a:cubicBezTo>
                  <a:pt x="9" y="53"/>
                  <a:pt x="9" y="52"/>
                  <a:pt x="8" y="52"/>
                </a:cubicBezTo>
                <a:cubicBezTo>
                  <a:pt x="7" y="53"/>
                  <a:pt x="6" y="54"/>
                  <a:pt x="5" y="55"/>
                </a:cubicBezTo>
                <a:cubicBezTo>
                  <a:pt x="4" y="55"/>
                  <a:pt x="5" y="55"/>
                  <a:pt x="4" y="55"/>
                </a:cubicBezTo>
                <a:cubicBezTo>
                  <a:pt x="3" y="55"/>
                  <a:pt x="1" y="54"/>
                  <a:pt x="0" y="56"/>
                </a:cubicBezTo>
                <a:cubicBezTo>
                  <a:pt x="0" y="56"/>
                  <a:pt x="1" y="57"/>
                  <a:pt x="1" y="57"/>
                </a:cubicBezTo>
                <a:cubicBezTo>
                  <a:pt x="1" y="58"/>
                  <a:pt x="2" y="58"/>
                  <a:pt x="2" y="58"/>
                </a:cubicBezTo>
                <a:cubicBezTo>
                  <a:pt x="3" y="59"/>
                  <a:pt x="3" y="59"/>
                  <a:pt x="3" y="60"/>
                </a:cubicBezTo>
                <a:cubicBezTo>
                  <a:pt x="3" y="61"/>
                  <a:pt x="3" y="61"/>
                  <a:pt x="4" y="62"/>
                </a:cubicBezTo>
                <a:cubicBezTo>
                  <a:pt x="5" y="63"/>
                  <a:pt x="6" y="62"/>
                  <a:pt x="7" y="63"/>
                </a:cubicBezTo>
                <a:cubicBezTo>
                  <a:pt x="8" y="63"/>
                  <a:pt x="8" y="64"/>
                  <a:pt x="8" y="65"/>
                </a:cubicBezTo>
                <a:cubicBezTo>
                  <a:pt x="8" y="66"/>
                  <a:pt x="9" y="66"/>
                  <a:pt x="9" y="67"/>
                </a:cubicBezTo>
                <a:cubicBezTo>
                  <a:pt x="9" y="67"/>
                  <a:pt x="8" y="67"/>
                  <a:pt x="8" y="67"/>
                </a:cubicBezTo>
                <a:cubicBezTo>
                  <a:pt x="8" y="67"/>
                  <a:pt x="7" y="67"/>
                  <a:pt x="7" y="67"/>
                </a:cubicBezTo>
                <a:cubicBezTo>
                  <a:pt x="7" y="67"/>
                  <a:pt x="7" y="68"/>
                  <a:pt x="7" y="68"/>
                </a:cubicBezTo>
                <a:cubicBezTo>
                  <a:pt x="7" y="69"/>
                  <a:pt x="6" y="70"/>
                  <a:pt x="5" y="71"/>
                </a:cubicBezTo>
                <a:cubicBezTo>
                  <a:pt x="4" y="73"/>
                  <a:pt x="6" y="72"/>
                  <a:pt x="6" y="74"/>
                </a:cubicBezTo>
                <a:cubicBezTo>
                  <a:pt x="6" y="74"/>
                  <a:pt x="5" y="75"/>
                  <a:pt x="5" y="76"/>
                </a:cubicBezTo>
                <a:cubicBezTo>
                  <a:pt x="5" y="76"/>
                  <a:pt x="7" y="78"/>
                  <a:pt x="7" y="78"/>
                </a:cubicBezTo>
                <a:cubicBezTo>
                  <a:pt x="8" y="79"/>
                  <a:pt x="8" y="79"/>
                  <a:pt x="10" y="79"/>
                </a:cubicBezTo>
                <a:cubicBezTo>
                  <a:pt x="11" y="80"/>
                  <a:pt x="13" y="82"/>
                  <a:pt x="15" y="83"/>
                </a:cubicBezTo>
                <a:cubicBezTo>
                  <a:pt x="17" y="83"/>
                  <a:pt x="18" y="81"/>
                  <a:pt x="19" y="81"/>
                </a:cubicBezTo>
                <a:cubicBezTo>
                  <a:pt x="19" y="81"/>
                  <a:pt x="20" y="81"/>
                  <a:pt x="21" y="81"/>
                </a:cubicBezTo>
                <a:cubicBezTo>
                  <a:pt x="21" y="81"/>
                  <a:pt x="21" y="81"/>
                  <a:pt x="21" y="82"/>
                </a:cubicBezTo>
                <a:cubicBezTo>
                  <a:pt x="21" y="82"/>
                  <a:pt x="21" y="83"/>
                  <a:pt x="21" y="83"/>
                </a:cubicBezTo>
                <a:cubicBezTo>
                  <a:pt x="21" y="84"/>
                  <a:pt x="21" y="85"/>
                  <a:pt x="20" y="86"/>
                </a:cubicBezTo>
                <a:cubicBezTo>
                  <a:pt x="20" y="87"/>
                  <a:pt x="19" y="87"/>
                  <a:pt x="18" y="88"/>
                </a:cubicBezTo>
                <a:cubicBezTo>
                  <a:pt x="17" y="89"/>
                  <a:pt x="18" y="90"/>
                  <a:pt x="17" y="91"/>
                </a:cubicBezTo>
                <a:cubicBezTo>
                  <a:pt x="20" y="91"/>
                  <a:pt x="25" y="91"/>
                  <a:pt x="27" y="90"/>
                </a:cubicBezTo>
                <a:cubicBezTo>
                  <a:pt x="30" y="88"/>
                  <a:pt x="30" y="85"/>
                  <a:pt x="31" y="83"/>
                </a:cubicBezTo>
                <a:cubicBezTo>
                  <a:pt x="32" y="82"/>
                  <a:pt x="34" y="82"/>
                  <a:pt x="35" y="81"/>
                </a:cubicBezTo>
                <a:cubicBezTo>
                  <a:pt x="36" y="80"/>
                  <a:pt x="36" y="78"/>
                  <a:pt x="37" y="77"/>
                </a:cubicBezTo>
                <a:cubicBezTo>
                  <a:pt x="38" y="76"/>
                  <a:pt x="40" y="75"/>
                  <a:pt x="41" y="74"/>
                </a:cubicBezTo>
                <a:cubicBezTo>
                  <a:pt x="43" y="74"/>
                  <a:pt x="45" y="75"/>
                  <a:pt x="47" y="75"/>
                </a:cubicBezTo>
                <a:cubicBezTo>
                  <a:pt x="48" y="76"/>
                  <a:pt x="49" y="77"/>
                  <a:pt x="51" y="77"/>
                </a:cubicBezTo>
                <a:cubicBezTo>
                  <a:pt x="52" y="77"/>
                  <a:pt x="52" y="76"/>
                  <a:pt x="54" y="77"/>
                </a:cubicBezTo>
                <a:cubicBezTo>
                  <a:pt x="57" y="79"/>
                  <a:pt x="59" y="82"/>
                  <a:pt x="62" y="84"/>
                </a:cubicBezTo>
                <a:cubicBezTo>
                  <a:pt x="65" y="85"/>
                  <a:pt x="68" y="85"/>
                  <a:pt x="70" y="88"/>
                </a:cubicBezTo>
                <a:cubicBezTo>
                  <a:pt x="73" y="91"/>
                  <a:pt x="71" y="96"/>
                  <a:pt x="73" y="99"/>
                </a:cubicBezTo>
                <a:cubicBezTo>
                  <a:pt x="73" y="101"/>
                  <a:pt x="75" y="102"/>
                  <a:pt x="76" y="103"/>
                </a:cubicBezTo>
                <a:cubicBezTo>
                  <a:pt x="76" y="105"/>
                  <a:pt x="76" y="107"/>
                  <a:pt x="76" y="108"/>
                </a:cubicBezTo>
                <a:cubicBezTo>
                  <a:pt x="76" y="109"/>
                  <a:pt x="76" y="111"/>
                  <a:pt x="76" y="112"/>
                </a:cubicBezTo>
                <a:cubicBezTo>
                  <a:pt x="77" y="114"/>
                  <a:pt x="79" y="113"/>
                  <a:pt x="80" y="114"/>
                </a:cubicBezTo>
                <a:cubicBezTo>
                  <a:pt x="81" y="115"/>
                  <a:pt x="80" y="116"/>
                  <a:pt x="81" y="118"/>
                </a:cubicBezTo>
                <a:cubicBezTo>
                  <a:pt x="81" y="119"/>
                  <a:pt x="84" y="119"/>
                  <a:pt x="85" y="120"/>
                </a:cubicBezTo>
                <a:cubicBezTo>
                  <a:pt x="86" y="121"/>
                  <a:pt x="87" y="122"/>
                  <a:pt x="88" y="123"/>
                </a:cubicBezTo>
                <a:cubicBezTo>
                  <a:pt x="90" y="125"/>
                  <a:pt x="88" y="126"/>
                  <a:pt x="89" y="128"/>
                </a:cubicBezTo>
                <a:cubicBezTo>
                  <a:pt x="89" y="130"/>
                  <a:pt x="90" y="129"/>
                  <a:pt x="91" y="129"/>
                </a:cubicBezTo>
                <a:cubicBezTo>
                  <a:pt x="93" y="129"/>
                  <a:pt x="94" y="129"/>
                  <a:pt x="96" y="130"/>
                </a:cubicBezTo>
                <a:cubicBezTo>
                  <a:pt x="99" y="131"/>
                  <a:pt x="99" y="135"/>
                  <a:pt x="102" y="138"/>
                </a:cubicBezTo>
                <a:cubicBezTo>
                  <a:pt x="104" y="140"/>
                  <a:pt x="108" y="140"/>
                  <a:pt x="109" y="143"/>
                </a:cubicBezTo>
                <a:cubicBezTo>
                  <a:pt x="110" y="144"/>
                  <a:pt x="110" y="146"/>
                  <a:pt x="111" y="147"/>
                </a:cubicBezTo>
                <a:cubicBezTo>
                  <a:pt x="112" y="148"/>
                  <a:pt x="114" y="149"/>
                  <a:pt x="115" y="151"/>
                </a:cubicBezTo>
                <a:cubicBezTo>
                  <a:pt x="116" y="152"/>
                  <a:pt x="117" y="154"/>
                  <a:pt x="119" y="154"/>
                </a:cubicBezTo>
                <a:cubicBezTo>
                  <a:pt x="120" y="155"/>
                  <a:pt x="121" y="155"/>
                  <a:pt x="122" y="155"/>
                </a:cubicBezTo>
                <a:cubicBezTo>
                  <a:pt x="124" y="156"/>
                  <a:pt x="124" y="156"/>
                  <a:pt x="125" y="158"/>
                </a:cubicBezTo>
                <a:cubicBezTo>
                  <a:pt x="126" y="159"/>
                  <a:pt x="125" y="159"/>
                  <a:pt x="127" y="159"/>
                </a:cubicBezTo>
                <a:cubicBezTo>
                  <a:pt x="129" y="158"/>
                  <a:pt x="130" y="158"/>
                  <a:pt x="132" y="158"/>
                </a:cubicBezTo>
                <a:cubicBezTo>
                  <a:pt x="133" y="159"/>
                  <a:pt x="133" y="159"/>
                  <a:pt x="134" y="159"/>
                </a:cubicBezTo>
                <a:cubicBezTo>
                  <a:pt x="135" y="160"/>
                  <a:pt x="136" y="159"/>
                  <a:pt x="137" y="159"/>
                </a:cubicBezTo>
                <a:cubicBezTo>
                  <a:pt x="142" y="160"/>
                  <a:pt x="143" y="164"/>
                  <a:pt x="144" y="168"/>
                </a:cubicBezTo>
                <a:cubicBezTo>
                  <a:pt x="146" y="172"/>
                  <a:pt x="149" y="169"/>
                  <a:pt x="151" y="170"/>
                </a:cubicBezTo>
                <a:cubicBezTo>
                  <a:pt x="156" y="172"/>
                  <a:pt x="150" y="174"/>
                  <a:pt x="151" y="175"/>
                </a:cubicBezTo>
                <a:cubicBezTo>
                  <a:pt x="154" y="175"/>
                  <a:pt x="158" y="173"/>
                  <a:pt x="161" y="175"/>
                </a:cubicBezTo>
                <a:cubicBezTo>
                  <a:pt x="163" y="176"/>
                  <a:pt x="164" y="180"/>
                  <a:pt x="163" y="182"/>
                </a:cubicBezTo>
                <a:cubicBezTo>
                  <a:pt x="163" y="186"/>
                  <a:pt x="164" y="186"/>
                  <a:pt x="167" y="188"/>
                </a:cubicBezTo>
                <a:cubicBezTo>
                  <a:pt x="169" y="188"/>
                  <a:pt x="172" y="193"/>
                  <a:pt x="174" y="190"/>
                </a:cubicBezTo>
                <a:cubicBezTo>
                  <a:pt x="179" y="188"/>
                  <a:pt x="181" y="199"/>
                  <a:pt x="181" y="202"/>
                </a:cubicBezTo>
                <a:cubicBezTo>
                  <a:pt x="182" y="204"/>
                  <a:pt x="183" y="205"/>
                  <a:pt x="184" y="207"/>
                </a:cubicBezTo>
                <a:cubicBezTo>
                  <a:pt x="184" y="209"/>
                  <a:pt x="184" y="212"/>
                  <a:pt x="185" y="214"/>
                </a:cubicBezTo>
                <a:cubicBezTo>
                  <a:pt x="186" y="216"/>
                  <a:pt x="190" y="220"/>
                  <a:pt x="187" y="223"/>
                </a:cubicBezTo>
                <a:cubicBezTo>
                  <a:pt x="186" y="224"/>
                  <a:pt x="184" y="223"/>
                  <a:pt x="182" y="224"/>
                </a:cubicBezTo>
                <a:cubicBezTo>
                  <a:pt x="182" y="224"/>
                  <a:pt x="181" y="225"/>
                  <a:pt x="180" y="226"/>
                </a:cubicBezTo>
                <a:cubicBezTo>
                  <a:pt x="180" y="227"/>
                  <a:pt x="181" y="226"/>
                  <a:pt x="181" y="227"/>
                </a:cubicBezTo>
                <a:cubicBezTo>
                  <a:pt x="182" y="229"/>
                  <a:pt x="182" y="230"/>
                  <a:pt x="181" y="232"/>
                </a:cubicBezTo>
                <a:cubicBezTo>
                  <a:pt x="180" y="234"/>
                  <a:pt x="179" y="234"/>
                  <a:pt x="176" y="235"/>
                </a:cubicBezTo>
                <a:cubicBezTo>
                  <a:pt x="177" y="237"/>
                  <a:pt x="177" y="240"/>
                  <a:pt x="178" y="242"/>
                </a:cubicBezTo>
                <a:cubicBezTo>
                  <a:pt x="179" y="244"/>
                  <a:pt x="181" y="244"/>
                  <a:pt x="183" y="243"/>
                </a:cubicBezTo>
                <a:cubicBezTo>
                  <a:pt x="184" y="243"/>
                  <a:pt x="184" y="243"/>
                  <a:pt x="185" y="242"/>
                </a:cubicBezTo>
                <a:cubicBezTo>
                  <a:pt x="186" y="241"/>
                  <a:pt x="186" y="239"/>
                  <a:pt x="187" y="238"/>
                </a:cubicBezTo>
                <a:cubicBezTo>
                  <a:pt x="188" y="236"/>
                  <a:pt x="190" y="235"/>
                  <a:pt x="192" y="233"/>
                </a:cubicBezTo>
                <a:cubicBezTo>
                  <a:pt x="194" y="232"/>
                  <a:pt x="195" y="230"/>
                  <a:pt x="195" y="227"/>
                </a:cubicBezTo>
                <a:cubicBezTo>
                  <a:pt x="195" y="224"/>
                  <a:pt x="194" y="222"/>
                  <a:pt x="197" y="220"/>
                </a:cubicBezTo>
                <a:cubicBezTo>
                  <a:pt x="199" y="219"/>
                  <a:pt x="201" y="219"/>
                  <a:pt x="203" y="219"/>
                </a:cubicBezTo>
                <a:cubicBezTo>
                  <a:pt x="205" y="219"/>
                  <a:pt x="207" y="219"/>
                  <a:pt x="207" y="217"/>
                </a:cubicBezTo>
                <a:cubicBezTo>
                  <a:pt x="207" y="214"/>
                  <a:pt x="206" y="211"/>
                  <a:pt x="206" y="208"/>
                </a:cubicBezTo>
                <a:cubicBezTo>
                  <a:pt x="206" y="206"/>
                  <a:pt x="206" y="206"/>
                  <a:pt x="203" y="205"/>
                </a:cubicBezTo>
                <a:cubicBezTo>
                  <a:pt x="201" y="203"/>
                  <a:pt x="200" y="202"/>
                  <a:pt x="197" y="201"/>
                </a:cubicBezTo>
                <a:cubicBezTo>
                  <a:pt x="195" y="201"/>
                  <a:pt x="192" y="200"/>
                  <a:pt x="193" y="197"/>
                </a:cubicBezTo>
                <a:cubicBezTo>
                  <a:pt x="193" y="196"/>
                  <a:pt x="194" y="195"/>
                  <a:pt x="195" y="194"/>
                </a:cubicBezTo>
                <a:cubicBezTo>
                  <a:pt x="196" y="192"/>
                  <a:pt x="195" y="192"/>
                  <a:pt x="195" y="191"/>
                </a:cubicBezTo>
                <a:cubicBezTo>
                  <a:pt x="195" y="190"/>
                  <a:pt x="196" y="189"/>
                  <a:pt x="197" y="188"/>
                </a:cubicBezTo>
                <a:cubicBezTo>
                  <a:pt x="197" y="187"/>
                  <a:pt x="198" y="186"/>
                  <a:pt x="198" y="184"/>
                </a:cubicBezTo>
                <a:cubicBezTo>
                  <a:pt x="199" y="183"/>
                  <a:pt x="200" y="182"/>
                  <a:pt x="201" y="181"/>
                </a:cubicBezTo>
                <a:cubicBezTo>
                  <a:pt x="202" y="181"/>
                  <a:pt x="202" y="179"/>
                  <a:pt x="203" y="178"/>
                </a:cubicBezTo>
                <a:cubicBezTo>
                  <a:pt x="204" y="177"/>
                  <a:pt x="207" y="177"/>
                  <a:pt x="209" y="179"/>
                </a:cubicBezTo>
                <a:cubicBezTo>
                  <a:pt x="208" y="179"/>
                  <a:pt x="207" y="179"/>
                  <a:pt x="208" y="180"/>
                </a:cubicBezTo>
                <a:cubicBezTo>
                  <a:pt x="208" y="181"/>
                  <a:pt x="210" y="182"/>
                  <a:pt x="210" y="182"/>
                </a:cubicBezTo>
                <a:cubicBezTo>
                  <a:pt x="212" y="183"/>
                  <a:pt x="215" y="183"/>
                  <a:pt x="217" y="183"/>
                </a:cubicBezTo>
                <a:cubicBezTo>
                  <a:pt x="218" y="183"/>
                  <a:pt x="220" y="183"/>
                  <a:pt x="221" y="184"/>
                </a:cubicBezTo>
                <a:cubicBezTo>
                  <a:pt x="222" y="185"/>
                  <a:pt x="222" y="187"/>
                  <a:pt x="222" y="187"/>
                </a:cubicBezTo>
                <a:cubicBezTo>
                  <a:pt x="223" y="190"/>
                  <a:pt x="224" y="192"/>
                  <a:pt x="225" y="194"/>
                </a:cubicBezTo>
                <a:cubicBezTo>
                  <a:pt x="227" y="195"/>
                  <a:pt x="229" y="197"/>
                  <a:pt x="230" y="196"/>
                </a:cubicBezTo>
                <a:cubicBezTo>
                  <a:pt x="231" y="195"/>
                  <a:pt x="231" y="193"/>
                  <a:pt x="232" y="192"/>
                </a:cubicBezTo>
                <a:cubicBezTo>
                  <a:pt x="232" y="191"/>
                  <a:pt x="233" y="190"/>
                  <a:pt x="233" y="189"/>
                </a:cubicBezTo>
                <a:cubicBezTo>
                  <a:pt x="232" y="183"/>
                  <a:pt x="227" y="181"/>
                  <a:pt x="224" y="177"/>
                </a:cubicBezTo>
                <a:cubicBezTo>
                  <a:pt x="223" y="175"/>
                  <a:pt x="222" y="174"/>
                  <a:pt x="219" y="173"/>
                </a:cubicBezTo>
                <a:cubicBezTo>
                  <a:pt x="217" y="172"/>
                  <a:pt x="215" y="172"/>
                  <a:pt x="213" y="170"/>
                </a:cubicBezTo>
                <a:cubicBezTo>
                  <a:pt x="210" y="168"/>
                  <a:pt x="208" y="166"/>
                  <a:pt x="206" y="164"/>
                </a:cubicBezTo>
                <a:cubicBezTo>
                  <a:pt x="203" y="163"/>
                  <a:pt x="201" y="162"/>
                  <a:pt x="198" y="161"/>
                </a:cubicBezTo>
                <a:cubicBezTo>
                  <a:pt x="196" y="160"/>
                  <a:pt x="193" y="159"/>
                  <a:pt x="191" y="158"/>
                </a:cubicBezTo>
                <a:cubicBezTo>
                  <a:pt x="189" y="156"/>
                  <a:pt x="186" y="156"/>
                  <a:pt x="184" y="154"/>
                </a:cubicBezTo>
                <a:cubicBezTo>
                  <a:pt x="182" y="153"/>
                  <a:pt x="181" y="150"/>
                  <a:pt x="182" y="148"/>
                </a:cubicBezTo>
                <a:cubicBezTo>
                  <a:pt x="184" y="147"/>
                  <a:pt x="186" y="147"/>
                  <a:pt x="187" y="146"/>
                </a:cubicBezTo>
                <a:cubicBezTo>
                  <a:pt x="189" y="145"/>
                  <a:pt x="187" y="142"/>
                  <a:pt x="186" y="142"/>
                </a:cubicBezTo>
                <a:cubicBezTo>
                  <a:pt x="185" y="141"/>
                  <a:pt x="182" y="142"/>
                  <a:pt x="181" y="142"/>
                </a:cubicBezTo>
                <a:cubicBezTo>
                  <a:pt x="178" y="142"/>
                  <a:pt x="175" y="142"/>
                  <a:pt x="172" y="142"/>
                </a:cubicBezTo>
                <a:cubicBezTo>
                  <a:pt x="168" y="142"/>
                  <a:pt x="166" y="141"/>
                  <a:pt x="163" y="139"/>
                </a:cubicBezTo>
                <a:cubicBezTo>
                  <a:pt x="162" y="138"/>
                  <a:pt x="160" y="138"/>
                  <a:pt x="160" y="137"/>
                </a:cubicBezTo>
                <a:cubicBezTo>
                  <a:pt x="159" y="136"/>
                  <a:pt x="159" y="135"/>
                  <a:pt x="158" y="134"/>
                </a:cubicBezTo>
                <a:cubicBezTo>
                  <a:pt x="155" y="133"/>
                  <a:pt x="153" y="131"/>
                  <a:pt x="151" y="129"/>
                </a:cubicBezTo>
                <a:cubicBezTo>
                  <a:pt x="147" y="125"/>
                  <a:pt x="144" y="120"/>
                  <a:pt x="142" y="114"/>
                </a:cubicBezTo>
                <a:cubicBezTo>
                  <a:pt x="141" y="111"/>
                  <a:pt x="140" y="108"/>
                  <a:pt x="140" y="106"/>
                </a:cubicBezTo>
                <a:cubicBezTo>
                  <a:pt x="139" y="103"/>
                  <a:pt x="139" y="100"/>
                  <a:pt x="136" y="98"/>
                </a:cubicBezTo>
                <a:cubicBezTo>
                  <a:pt x="134" y="96"/>
                  <a:pt x="131" y="95"/>
                  <a:pt x="129" y="93"/>
                </a:cubicBezTo>
                <a:cubicBezTo>
                  <a:pt x="127" y="91"/>
                  <a:pt x="125" y="89"/>
                  <a:pt x="123" y="88"/>
                </a:cubicBezTo>
                <a:cubicBezTo>
                  <a:pt x="121" y="86"/>
                  <a:pt x="118" y="86"/>
                  <a:pt x="116" y="84"/>
                </a:cubicBezTo>
                <a:cubicBezTo>
                  <a:pt x="114" y="82"/>
                  <a:pt x="112" y="79"/>
                  <a:pt x="112" y="77"/>
                </a:cubicBezTo>
                <a:cubicBezTo>
                  <a:pt x="111" y="74"/>
                  <a:pt x="111" y="71"/>
                  <a:pt x="111" y="68"/>
                </a:cubicBezTo>
                <a:cubicBezTo>
                  <a:pt x="110" y="66"/>
                  <a:pt x="110" y="64"/>
                  <a:pt x="112" y="64"/>
                </a:cubicBezTo>
                <a:cubicBezTo>
                  <a:pt x="112" y="63"/>
                  <a:pt x="113" y="62"/>
                  <a:pt x="113" y="62"/>
                </a:cubicBezTo>
                <a:cubicBezTo>
                  <a:pt x="114" y="62"/>
                  <a:pt x="114" y="63"/>
                  <a:pt x="114" y="63"/>
                </a:cubicBezTo>
                <a:cubicBezTo>
                  <a:pt x="116" y="62"/>
                  <a:pt x="116" y="59"/>
                  <a:pt x="114" y="58"/>
                </a:cubicBezTo>
                <a:cubicBezTo>
                  <a:pt x="113" y="57"/>
                  <a:pt x="112" y="57"/>
                  <a:pt x="112" y="55"/>
                </a:cubicBezTo>
                <a:cubicBezTo>
                  <a:pt x="111" y="55"/>
                  <a:pt x="111" y="53"/>
                  <a:pt x="111" y="53"/>
                </a:cubicBezTo>
                <a:cubicBezTo>
                  <a:pt x="110" y="53"/>
                  <a:pt x="109" y="54"/>
                  <a:pt x="109" y="53"/>
                </a:cubicBezTo>
                <a:cubicBezTo>
                  <a:pt x="108" y="53"/>
                  <a:pt x="109" y="50"/>
                  <a:pt x="109" y="50"/>
                </a:cubicBezTo>
                <a:cubicBezTo>
                  <a:pt x="110" y="47"/>
                  <a:pt x="112" y="43"/>
                  <a:pt x="115" y="44"/>
                </a:cubicBezTo>
                <a:cubicBezTo>
                  <a:pt x="115" y="44"/>
                  <a:pt x="114" y="45"/>
                  <a:pt x="114" y="45"/>
                </a:cubicBezTo>
                <a:cubicBezTo>
                  <a:pt x="116" y="46"/>
                  <a:pt x="119" y="44"/>
                  <a:pt x="120" y="43"/>
                </a:cubicBezTo>
                <a:cubicBezTo>
                  <a:pt x="121" y="42"/>
                  <a:pt x="123" y="42"/>
                  <a:pt x="124" y="41"/>
                </a:cubicBezTo>
                <a:cubicBezTo>
                  <a:pt x="124" y="41"/>
                  <a:pt x="126" y="41"/>
                  <a:pt x="126" y="41"/>
                </a:cubicBezTo>
                <a:cubicBezTo>
                  <a:pt x="128" y="39"/>
                  <a:pt x="126" y="37"/>
                  <a:pt x="129" y="37"/>
                </a:cubicBezTo>
                <a:cubicBezTo>
                  <a:pt x="130" y="38"/>
                  <a:pt x="133" y="38"/>
                  <a:pt x="132" y="40"/>
                </a:cubicBezTo>
                <a:cubicBezTo>
                  <a:pt x="134" y="39"/>
                  <a:pt x="135" y="37"/>
                  <a:pt x="136" y="37"/>
                </a:cubicBezTo>
                <a:cubicBezTo>
                  <a:pt x="137" y="35"/>
                  <a:pt x="138" y="34"/>
                  <a:pt x="137" y="32"/>
                </a:cubicBezTo>
                <a:close/>
                <a:moveTo>
                  <a:pt x="61" y="173"/>
                </a:moveTo>
                <a:cubicBezTo>
                  <a:pt x="61" y="172"/>
                  <a:pt x="61" y="170"/>
                  <a:pt x="60" y="169"/>
                </a:cubicBezTo>
                <a:cubicBezTo>
                  <a:pt x="59" y="168"/>
                  <a:pt x="59" y="168"/>
                  <a:pt x="58" y="167"/>
                </a:cubicBezTo>
                <a:cubicBezTo>
                  <a:pt x="58" y="166"/>
                  <a:pt x="59" y="165"/>
                  <a:pt x="59" y="164"/>
                </a:cubicBezTo>
                <a:cubicBezTo>
                  <a:pt x="57" y="165"/>
                  <a:pt x="58" y="162"/>
                  <a:pt x="56" y="163"/>
                </a:cubicBezTo>
                <a:cubicBezTo>
                  <a:pt x="56" y="162"/>
                  <a:pt x="58" y="160"/>
                  <a:pt x="56" y="159"/>
                </a:cubicBezTo>
                <a:cubicBezTo>
                  <a:pt x="55" y="159"/>
                  <a:pt x="55" y="161"/>
                  <a:pt x="54" y="161"/>
                </a:cubicBezTo>
                <a:cubicBezTo>
                  <a:pt x="54" y="160"/>
                  <a:pt x="52" y="159"/>
                  <a:pt x="51" y="159"/>
                </a:cubicBezTo>
                <a:cubicBezTo>
                  <a:pt x="50" y="159"/>
                  <a:pt x="49" y="161"/>
                  <a:pt x="48" y="162"/>
                </a:cubicBezTo>
                <a:cubicBezTo>
                  <a:pt x="47" y="163"/>
                  <a:pt x="46" y="164"/>
                  <a:pt x="45" y="165"/>
                </a:cubicBezTo>
                <a:cubicBezTo>
                  <a:pt x="44" y="166"/>
                  <a:pt x="42" y="168"/>
                  <a:pt x="41" y="167"/>
                </a:cubicBezTo>
                <a:cubicBezTo>
                  <a:pt x="39" y="169"/>
                  <a:pt x="36" y="171"/>
                  <a:pt x="33" y="169"/>
                </a:cubicBezTo>
                <a:cubicBezTo>
                  <a:pt x="31" y="166"/>
                  <a:pt x="35" y="164"/>
                  <a:pt x="34" y="162"/>
                </a:cubicBezTo>
                <a:cubicBezTo>
                  <a:pt x="31" y="163"/>
                  <a:pt x="31" y="166"/>
                  <a:pt x="31" y="168"/>
                </a:cubicBezTo>
                <a:cubicBezTo>
                  <a:pt x="31" y="170"/>
                  <a:pt x="30" y="171"/>
                  <a:pt x="31" y="172"/>
                </a:cubicBezTo>
                <a:cubicBezTo>
                  <a:pt x="31" y="173"/>
                  <a:pt x="30" y="176"/>
                  <a:pt x="31" y="176"/>
                </a:cubicBezTo>
                <a:cubicBezTo>
                  <a:pt x="32" y="175"/>
                  <a:pt x="34" y="177"/>
                  <a:pt x="35" y="178"/>
                </a:cubicBezTo>
                <a:cubicBezTo>
                  <a:pt x="35" y="180"/>
                  <a:pt x="34" y="182"/>
                  <a:pt x="36" y="182"/>
                </a:cubicBezTo>
                <a:cubicBezTo>
                  <a:pt x="37" y="184"/>
                  <a:pt x="37" y="187"/>
                  <a:pt x="36" y="189"/>
                </a:cubicBezTo>
                <a:cubicBezTo>
                  <a:pt x="36" y="190"/>
                  <a:pt x="35" y="190"/>
                  <a:pt x="35" y="191"/>
                </a:cubicBezTo>
                <a:cubicBezTo>
                  <a:pt x="34" y="192"/>
                  <a:pt x="35" y="194"/>
                  <a:pt x="36" y="194"/>
                </a:cubicBezTo>
                <a:cubicBezTo>
                  <a:pt x="36" y="194"/>
                  <a:pt x="36" y="194"/>
                  <a:pt x="37" y="193"/>
                </a:cubicBezTo>
                <a:cubicBezTo>
                  <a:pt x="37" y="194"/>
                  <a:pt x="38" y="195"/>
                  <a:pt x="38" y="195"/>
                </a:cubicBezTo>
                <a:cubicBezTo>
                  <a:pt x="38" y="196"/>
                  <a:pt x="37" y="197"/>
                  <a:pt x="37" y="198"/>
                </a:cubicBezTo>
                <a:cubicBezTo>
                  <a:pt x="37" y="198"/>
                  <a:pt x="36" y="198"/>
                  <a:pt x="36" y="198"/>
                </a:cubicBezTo>
                <a:cubicBezTo>
                  <a:pt x="36" y="199"/>
                  <a:pt x="36" y="200"/>
                  <a:pt x="36" y="202"/>
                </a:cubicBezTo>
                <a:cubicBezTo>
                  <a:pt x="35" y="203"/>
                  <a:pt x="35" y="203"/>
                  <a:pt x="35" y="204"/>
                </a:cubicBezTo>
                <a:cubicBezTo>
                  <a:pt x="34" y="206"/>
                  <a:pt x="34" y="210"/>
                  <a:pt x="35" y="212"/>
                </a:cubicBezTo>
                <a:cubicBezTo>
                  <a:pt x="35" y="214"/>
                  <a:pt x="37" y="214"/>
                  <a:pt x="38" y="216"/>
                </a:cubicBezTo>
                <a:cubicBezTo>
                  <a:pt x="39" y="217"/>
                  <a:pt x="39" y="220"/>
                  <a:pt x="40" y="219"/>
                </a:cubicBezTo>
                <a:cubicBezTo>
                  <a:pt x="41" y="218"/>
                  <a:pt x="42" y="219"/>
                  <a:pt x="43" y="219"/>
                </a:cubicBezTo>
                <a:cubicBezTo>
                  <a:pt x="44" y="219"/>
                  <a:pt x="44" y="219"/>
                  <a:pt x="45" y="218"/>
                </a:cubicBezTo>
                <a:cubicBezTo>
                  <a:pt x="48" y="216"/>
                  <a:pt x="47" y="213"/>
                  <a:pt x="48" y="210"/>
                </a:cubicBezTo>
                <a:cubicBezTo>
                  <a:pt x="49" y="210"/>
                  <a:pt x="51" y="212"/>
                  <a:pt x="51" y="211"/>
                </a:cubicBezTo>
                <a:cubicBezTo>
                  <a:pt x="54" y="211"/>
                  <a:pt x="54" y="213"/>
                  <a:pt x="56" y="213"/>
                </a:cubicBezTo>
                <a:cubicBezTo>
                  <a:pt x="58" y="214"/>
                  <a:pt x="57" y="213"/>
                  <a:pt x="58" y="211"/>
                </a:cubicBezTo>
                <a:cubicBezTo>
                  <a:pt x="58" y="210"/>
                  <a:pt x="59" y="209"/>
                  <a:pt x="59" y="208"/>
                </a:cubicBezTo>
                <a:cubicBezTo>
                  <a:pt x="59" y="205"/>
                  <a:pt x="59" y="203"/>
                  <a:pt x="59" y="201"/>
                </a:cubicBezTo>
                <a:cubicBezTo>
                  <a:pt x="60" y="197"/>
                  <a:pt x="62" y="192"/>
                  <a:pt x="60" y="187"/>
                </a:cubicBezTo>
                <a:cubicBezTo>
                  <a:pt x="58" y="183"/>
                  <a:pt x="62" y="183"/>
                  <a:pt x="62" y="179"/>
                </a:cubicBezTo>
                <a:cubicBezTo>
                  <a:pt x="63" y="178"/>
                  <a:pt x="62" y="175"/>
                  <a:pt x="61" y="173"/>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2" name="Freeform 40"/>
          <p:cNvSpPr>
            <a:spLocks/>
          </p:cNvSpPr>
          <p:nvPr/>
        </p:nvSpPr>
        <p:spPr bwMode="auto">
          <a:xfrm>
            <a:off x="7648575" y="3941763"/>
            <a:ext cx="339725" cy="487362"/>
          </a:xfrm>
          <a:custGeom>
            <a:avLst/>
            <a:gdLst>
              <a:gd name="T0" fmla="*/ 86 w 89"/>
              <a:gd name="T1" fmla="*/ 65 h 128"/>
              <a:gd name="T2" fmla="*/ 84 w 89"/>
              <a:gd name="T3" fmla="*/ 52 h 128"/>
              <a:gd name="T4" fmla="*/ 84 w 89"/>
              <a:gd name="T5" fmla="*/ 43 h 128"/>
              <a:gd name="T6" fmla="*/ 77 w 89"/>
              <a:gd name="T7" fmla="*/ 44 h 128"/>
              <a:gd name="T8" fmla="*/ 73 w 89"/>
              <a:gd name="T9" fmla="*/ 39 h 128"/>
              <a:gd name="T10" fmla="*/ 67 w 89"/>
              <a:gd name="T11" fmla="*/ 33 h 128"/>
              <a:gd name="T12" fmla="*/ 66 w 89"/>
              <a:gd name="T13" fmla="*/ 37 h 128"/>
              <a:gd name="T14" fmla="*/ 62 w 89"/>
              <a:gd name="T15" fmla="*/ 40 h 128"/>
              <a:gd name="T16" fmla="*/ 58 w 89"/>
              <a:gd name="T17" fmla="*/ 40 h 128"/>
              <a:gd name="T18" fmla="*/ 51 w 89"/>
              <a:gd name="T19" fmla="*/ 36 h 128"/>
              <a:gd name="T20" fmla="*/ 47 w 89"/>
              <a:gd name="T21" fmla="*/ 31 h 128"/>
              <a:gd name="T22" fmla="*/ 51 w 89"/>
              <a:gd name="T23" fmla="*/ 26 h 128"/>
              <a:gd name="T24" fmla="*/ 51 w 89"/>
              <a:gd name="T25" fmla="*/ 22 h 128"/>
              <a:gd name="T26" fmla="*/ 57 w 89"/>
              <a:gd name="T27" fmla="*/ 19 h 128"/>
              <a:gd name="T28" fmla="*/ 61 w 89"/>
              <a:gd name="T29" fmla="*/ 14 h 128"/>
              <a:gd name="T30" fmla="*/ 65 w 89"/>
              <a:gd name="T31" fmla="*/ 9 h 128"/>
              <a:gd name="T32" fmla="*/ 64 w 89"/>
              <a:gd name="T33" fmla="*/ 2 h 128"/>
              <a:gd name="T34" fmla="*/ 58 w 89"/>
              <a:gd name="T35" fmla="*/ 9 h 128"/>
              <a:gd name="T36" fmla="*/ 56 w 89"/>
              <a:gd name="T37" fmla="*/ 6 h 128"/>
              <a:gd name="T38" fmla="*/ 52 w 89"/>
              <a:gd name="T39" fmla="*/ 6 h 128"/>
              <a:gd name="T40" fmla="*/ 43 w 89"/>
              <a:gd name="T41" fmla="*/ 15 h 128"/>
              <a:gd name="T42" fmla="*/ 37 w 89"/>
              <a:gd name="T43" fmla="*/ 19 h 128"/>
              <a:gd name="T44" fmla="*/ 42 w 89"/>
              <a:gd name="T45" fmla="*/ 25 h 128"/>
              <a:gd name="T46" fmla="*/ 39 w 89"/>
              <a:gd name="T47" fmla="*/ 35 h 128"/>
              <a:gd name="T48" fmla="*/ 33 w 89"/>
              <a:gd name="T49" fmla="*/ 36 h 128"/>
              <a:gd name="T50" fmla="*/ 22 w 89"/>
              <a:gd name="T51" fmla="*/ 35 h 128"/>
              <a:gd name="T52" fmla="*/ 11 w 89"/>
              <a:gd name="T53" fmla="*/ 35 h 128"/>
              <a:gd name="T54" fmla="*/ 13 w 89"/>
              <a:gd name="T55" fmla="*/ 44 h 128"/>
              <a:gd name="T56" fmla="*/ 19 w 89"/>
              <a:gd name="T57" fmla="*/ 51 h 128"/>
              <a:gd name="T58" fmla="*/ 15 w 89"/>
              <a:gd name="T59" fmla="*/ 58 h 128"/>
              <a:gd name="T60" fmla="*/ 9 w 89"/>
              <a:gd name="T61" fmla="*/ 59 h 128"/>
              <a:gd name="T62" fmla="*/ 9 w 89"/>
              <a:gd name="T63" fmla="*/ 65 h 128"/>
              <a:gd name="T64" fmla="*/ 13 w 89"/>
              <a:gd name="T65" fmla="*/ 68 h 128"/>
              <a:gd name="T66" fmla="*/ 26 w 89"/>
              <a:gd name="T67" fmla="*/ 70 h 128"/>
              <a:gd name="T68" fmla="*/ 29 w 89"/>
              <a:gd name="T69" fmla="*/ 73 h 128"/>
              <a:gd name="T70" fmla="*/ 21 w 89"/>
              <a:gd name="T71" fmla="*/ 83 h 128"/>
              <a:gd name="T72" fmla="*/ 12 w 89"/>
              <a:gd name="T73" fmla="*/ 92 h 128"/>
              <a:gd name="T74" fmla="*/ 28 w 89"/>
              <a:gd name="T75" fmla="*/ 89 h 128"/>
              <a:gd name="T76" fmla="*/ 24 w 89"/>
              <a:gd name="T77" fmla="*/ 92 h 128"/>
              <a:gd name="T78" fmla="*/ 14 w 89"/>
              <a:gd name="T79" fmla="*/ 99 h 128"/>
              <a:gd name="T80" fmla="*/ 9 w 89"/>
              <a:gd name="T81" fmla="*/ 101 h 128"/>
              <a:gd name="T82" fmla="*/ 8 w 89"/>
              <a:gd name="T83" fmla="*/ 106 h 128"/>
              <a:gd name="T84" fmla="*/ 5 w 89"/>
              <a:gd name="T85" fmla="*/ 112 h 128"/>
              <a:gd name="T86" fmla="*/ 7 w 89"/>
              <a:gd name="T87" fmla="*/ 116 h 128"/>
              <a:gd name="T88" fmla="*/ 9 w 89"/>
              <a:gd name="T89" fmla="*/ 122 h 128"/>
              <a:gd name="T90" fmla="*/ 15 w 89"/>
              <a:gd name="T91" fmla="*/ 123 h 128"/>
              <a:gd name="T92" fmla="*/ 16 w 89"/>
              <a:gd name="T93" fmla="*/ 127 h 128"/>
              <a:gd name="T94" fmla="*/ 27 w 89"/>
              <a:gd name="T95" fmla="*/ 125 h 128"/>
              <a:gd name="T96" fmla="*/ 35 w 89"/>
              <a:gd name="T97" fmla="*/ 123 h 128"/>
              <a:gd name="T98" fmla="*/ 43 w 89"/>
              <a:gd name="T99" fmla="*/ 118 h 128"/>
              <a:gd name="T100" fmla="*/ 50 w 89"/>
              <a:gd name="T101" fmla="*/ 114 h 128"/>
              <a:gd name="T102" fmla="*/ 66 w 89"/>
              <a:gd name="T103" fmla="*/ 106 h 128"/>
              <a:gd name="T104" fmla="*/ 72 w 89"/>
              <a:gd name="T105" fmla="*/ 104 h 128"/>
              <a:gd name="T106" fmla="*/ 83 w 89"/>
              <a:gd name="T107" fmla="*/ 95 h 128"/>
              <a:gd name="T108" fmla="*/ 86 w 89"/>
              <a:gd name="T109"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128">
                <a:moveTo>
                  <a:pt x="87" y="74"/>
                </a:moveTo>
                <a:cubicBezTo>
                  <a:pt x="87" y="73"/>
                  <a:pt x="87" y="71"/>
                  <a:pt x="87" y="70"/>
                </a:cubicBezTo>
                <a:cubicBezTo>
                  <a:pt x="86" y="69"/>
                  <a:pt x="85" y="69"/>
                  <a:pt x="85" y="68"/>
                </a:cubicBezTo>
                <a:cubicBezTo>
                  <a:pt x="85" y="66"/>
                  <a:pt x="85" y="66"/>
                  <a:pt x="86" y="65"/>
                </a:cubicBezTo>
                <a:cubicBezTo>
                  <a:pt x="86" y="64"/>
                  <a:pt x="85" y="64"/>
                  <a:pt x="85" y="63"/>
                </a:cubicBezTo>
                <a:cubicBezTo>
                  <a:pt x="85" y="62"/>
                  <a:pt x="87" y="62"/>
                  <a:pt x="87" y="60"/>
                </a:cubicBezTo>
                <a:cubicBezTo>
                  <a:pt x="87" y="59"/>
                  <a:pt x="85" y="58"/>
                  <a:pt x="85" y="57"/>
                </a:cubicBezTo>
                <a:cubicBezTo>
                  <a:pt x="84" y="55"/>
                  <a:pt x="85" y="54"/>
                  <a:pt x="84" y="52"/>
                </a:cubicBezTo>
                <a:cubicBezTo>
                  <a:pt x="84" y="50"/>
                  <a:pt x="83" y="51"/>
                  <a:pt x="82" y="49"/>
                </a:cubicBezTo>
                <a:cubicBezTo>
                  <a:pt x="81" y="48"/>
                  <a:pt x="80" y="46"/>
                  <a:pt x="82" y="45"/>
                </a:cubicBezTo>
                <a:cubicBezTo>
                  <a:pt x="83" y="44"/>
                  <a:pt x="84" y="46"/>
                  <a:pt x="86" y="46"/>
                </a:cubicBezTo>
                <a:cubicBezTo>
                  <a:pt x="86" y="45"/>
                  <a:pt x="84" y="43"/>
                  <a:pt x="84" y="43"/>
                </a:cubicBezTo>
                <a:cubicBezTo>
                  <a:pt x="83" y="42"/>
                  <a:pt x="83" y="42"/>
                  <a:pt x="82" y="42"/>
                </a:cubicBezTo>
                <a:cubicBezTo>
                  <a:pt x="82" y="44"/>
                  <a:pt x="82" y="44"/>
                  <a:pt x="82" y="44"/>
                </a:cubicBezTo>
                <a:cubicBezTo>
                  <a:pt x="79" y="43"/>
                  <a:pt x="79" y="43"/>
                  <a:pt x="79" y="43"/>
                </a:cubicBezTo>
                <a:cubicBezTo>
                  <a:pt x="77" y="44"/>
                  <a:pt x="77" y="44"/>
                  <a:pt x="77" y="44"/>
                </a:cubicBezTo>
                <a:cubicBezTo>
                  <a:pt x="75" y="43"/>
                  <a:pt x="75" y="43"/>
                  <a:pt x="75" y="43"/>
                </a:cubicBezTo>
                <a:cubicBezTo>
                  <a:pt x="76" y="40"/>
                  <a:pt x="76" y="40"/>
                  <a:pt x="76" y="40"/>
                </a:cubicBezTo>
                <a:cubicBezTo>
                  <a:pt x="75" y="39"/>
                  <a:pt x="75" y="39"/>
                  <a:pt x="75" y="39"/>
                </a:cubicBezTo>
                <a:cubicBezTo>
                  <a:pt x="73" y="39"/>
                  <a:pt x="73" y="39"/>
                  <a:pt x="73" y="39"/>
                </a:cubicBezTo>
                <a:cubicBezTo>
                  <a:pt x="73" y="37"/>
                  <a:pt x="72" y="35"/>
                  <a:pt x="72" y="34"/>
                </a:cubicBezTo>
                <a:cubicBezTo>
                  <a:pt x="70" y="32"/>
                  <a:pt x="70" y="32"/>
                  <a:pt x="70" y="32"/>
                </a:cubicBezTo>
                <a:cubicBezTo>
                  <a:pt x="68" y="31"/>
                  <a:pt x="68" y="31"/>
                  <a:pt x="68" y="31"/>
                </a:cubicBezTo>
                <a:cubicBezTo>
                  <a:pt x="67" y="33"/>
                  <a:pt x="67" y="33"/>
                  <a:pt x="67" y="33"/>
                </a:cubicBezTo>
                <a:cubicBezTo>
                  <a:pt x="65" y="34"/>
                  <a:pt x="65" y="34"/>
                  <a:pt x="65" y="34"/>
                </a:cubicBezTo>
                <a:cubicBezTo>
                  <a:pt x="65" y="35"/>
                  <a:pt x="65" y="35"/>
                  <a:pt x="65" y="35"/>
                </a:cubicBezTo>
                <a:cubicBezTo>
                  <a:pt x="66" y="36"/>
                  <a:pt x="66" y="36"/>
                  <a:pt x="66" y="36"/>
                </a:cubicBezTo>
                <a:cubicBezTo>
                  <a:pt x="66" y="37"/>
                  <a:pt x="66" y="37"/>
                  <a:pt x="66" y="37"/>
                </a:cubicBezTo>
                <a:cubicBezTo>
                  <a:pt x="64" y="38"/>
                  <a:pt x="64" y="38"/>
                  <a:pt x="64" y="38"/>
                </a:cubicBezTo>
                <a:cubicBezTo>
                  <a:pt x="63" y="40"/>
                  <a:pt x="63" y="40"/>
                  <a:pt x="63" y="40"/>
                </a:cubicBezTo>
                <a:cubicBezTo>
                  <a:pt x="63" y="39"/>
                  <a:pt x="63" y="39"/>
                  <a:pt x="63" y="39"/>
                </a:cubicBezTo>
                <a:cubicBezTo>
                  <a:pt x="62" y="40"/>
                  <a:pt x="62" y="40"/>
                  <a:pt x="62" y="40"/>
                </a:cubicBezTo>
                <a:cubicBezTo>
                  <a:pt x="62" y="41"/>
                  <a:pt x="62" y="41"/>
                  <a:pt x="62" y="41"/>
                </a:cubicBezTo>
                <a:cubicBezTo>
                  <a:pt x="61" y="41"/>
                  <a:pt x="61" y="41"/>
                  <a:pt x="61" y="41"/>
                </a:cubicBezTo>
                <a:cubicBezTo>
                  <a:pt x="60" y="40"/>
                  <a:pt x="60" y="40"/>
                  <a:pt x="60" y="40"/>
                </a:cubicBezTo>
                <a:cubicBezTo>
                  <a:pt x="58" y="40"/>
                  <a:pt x="58" y="40"/>
                  <a:pt x="58" y="40"/>
                </a:cubicBezTo>
                <a:cubicBezTo>
                  <a:pt x="56" y="40"/>
                  <a:pt x="56" y="40"/>
                  <a:pt x="56" y="40"/>
                </a:cubicBezTo>
                <a:cubicBezTo>
                  <a:pt x="54" y="38"/>
                  <a:pt x="54" y="38"/>
                  <a:pt x="54" y="38"/>
                </a:cubicBezTo>
                <a:cubicBezTo>
                  <a:pt x="52" y="37"/>
                  <a:pt x="52" y="37"/>
                  <a:pt x="52" y="37"/>
                </a:cubicBezTo>
                <a:cubicBezTo>
                  <a:pt x="51" y="36"/>
                  <a:pt x="51" y="36"/>
                  <a:pt x="51" y="36"/>
                </a:cubicBezTo>
                <a:cubicBezTo>
                  <a:pt x="51" y="34"/>
                  <a:pt x="51" y="34"/>
                  <a:pt x="51" y="34"/>
                </a:cubicBezTo>
                <a:cubicBezTo>
                  <a:pt x="49" y="34"/>
                  <a:pt x="49" y="34"/>
                  <a:pt x="49" y="34"/>
                </a:cubicBezTo>
                <a:cubicBezTo>
                  <a:pt x="48" y="32"/>
                  <a:pt x="48" y="32"/>
                  <a:pt x="48" y="32"/>
                </a:cubicBezTo>
                <a:cubicBezTo>
                  <a:pt x="47" y="31"/>
                  <a:pt x="47" y="31"/>
                  <a:pt x="47" y="31"/>
                </a:cubicBezTo>
                <a:cubicBezTo>
                  <a:pt x="45" y="28"/>
                  <a:pt x="45" y="28"/>
                  <a:pt x="45" y="28"/>
                </a:cubicBezTo>
                <a:cubicBezTo>
                  <a:pt x="48" y="27"/>
                  <a:pt x="48" y="27"/>
                  <a:pt x="48" y="27"/>
                </a:cubicBezTo>
                <a:cubicBezTo>
                  <a:pt x="49" y="26"/>
                  <a:pt x="49" y="26"/>
                  <a:pt x="49" y="26"/>
                </a:cubicBezTo>
                <a:cubicBezTo>
                  <a:pt x="51" y="26"/>
                  <a:pt x="51" y="26"/>
                  <a:pt x="51" y="26"/>
                </a:cubicBezTo>
                <a:cubicBezTo>
                  <a:pt x="52" y="26"/>
                  <a:pt x="52" y="26"/>
                  <a:pt x="52" y="26"/>
                </a:cubicBezTo>
                <a:cubicBezTo>
                  <a:pt x="55" y="23"/>
                  <a:pt x="55" y="23"/>
                  <a:pt x="55" y="23"/>
                </a:cubicBezTo>
                <a:cubicBezTo>
                  <a:pt x="54" y="24"/>
                  <a:pt x="54" y="24"/>
                  <a:pt x="54" y="24"/>
                </a:cubicBezTo>
                <a:cubicBezTo>
                  <a:pt x="51" y="22"/>
                  <a:pt x="51" y="22"/>
                  <a:pt x="51" y="22"/>
                </a:cubicBezTo>
                <a:cubicBezTo>
                  <a:pt x="51" y="21"/>
                  <a:pt x="51" y="21"/>
                  <a:pt x="51" y="21"/>
                </a:cubicBezTo>
                <a:cubicBezTo>
                  <a:pt x="53" y="19"/>
                  <a:pt x="53" y="19"/>
                  <a:pt x="53" y="19"/>
                </a:cubicBezTo>
                <a:cubicBezTo>
                  <a:pt x="55" y="20"/>
                  <a:pt x="55" y="20"/>
                  <a:pt x="55" y="20"/>
                </a:cubicBezTo>
                <a:cubicBezTo>
                  <a:pt x="57" y="19"/>
                  <a:pt x="57" y="19"/>
                  <a:pt x="57" y="19"/>
                </a:cubicBezTo>
                <a:cubicBezTo>
                  <a:pt x="59" y="20"/>
                  <a:pt x="59" y="20"/>
                  <a:pt x="59" y="20"/>
                </a:cubicBezTo>
                <a:cubicBezTo>
                  <a:pt x="59" y="18"/>
                  <a:pt x="59" y="18"/>
                  <a:pt x="59" y="18"/>
                </a:cubicBezTo>
                <a:cubicBezTo>
                  <a:pt x="61" y="16"/>
                  <a:pt x="61" y="16"/>
                  <a:pt x="61" y="16"/>
                </a:cubicBezTo>
                <a:cubicBezTo>
                  <a:pt x="61" y="14"/>
                  <a:pt x="61" y="14"/>
                  <a:pt x="61" y="14"/>
                </a:cubicBezTo>
                <a:cubicBezTo>
                  <a:pt x="62" y="12"/>
                  <a:pt x="62" y="12"/>
                  <a:pt x="62" y="12"/>
                </a:cubicBezTo>
                <a:cubicBezTo>
                  <a:pt x="62" y="11"/>
                  <a:pt x="62" y="11"/>
                  <a:pt x="62" y="11"/>
                </a:cubicBezTo>
                <a:cubicBezTo>
                  <a:pt x="63" y="10"/>
                  <a:pt x="63" y="10"/>
                  <a:pt x="63" y="10"/>
                </a:cubicBezTo>
                <a:cubicBezTo>
                  <a:pt x="65" y="9"/>
                  <a:pt x="65" y="9"/>
                  <a:pt x="65" y="9"/>
                </a:cubicBezTo>
                <a:cubicBezTo>
                  <a:pt x="66" y="7"/>
                  <a:pt x="67" y="7"/>
                  <a:pt x="68" y="5"/>
                </a:cubicBezTo>
                <a:cubicBezTo>
                  <a:pt x="70" y="3"/>
                  <a:pt x="69" y="3"/>
                  <a:pt x="67" y="2"/>
                </a:cubicBezTo>
                <a:cubicBezTo>
                  <a:pt x="66" y="2"/>
                  <a:pt x="65" y="0"/>
                  <a:pt x="63" y="0"/>
                </a:cubicBezTo>
                <a:cubicBezTo>
                  <a:pt x="61" y="0"/>
                  <a:pt x="64" y="1"/>
                  <a:pt x="64" y="2"/>
                </a:cubicBezTo>
                <a:cubicBezTo>
                  <a:pt x="63" y="3"/>
                  <a:pt x="60" y="1"/>
                  <a:pt x="59" y="2"/>
                </a:cubicBezTo>
                <a:cubicBezTo>
                  <a:pt x="57" y="4"/>
                  <a:pt x="61" y="7"/>
                  <a:pt x="60" y="9"/>
                </a:cubicBezTo>
                <a:cubicBezTo>
                  <a:pt x="60" y="10"/>
                  <a:pt x="57" y="14"/>
                  <a:pt x="56" y="13"/>
                </a:cubicBezTo>
                <a:cubicBezTo>
                  <a:pt x="55" y="13"/>
                  <a:pt x="58" y="9"/>
                  <a:pt x="58" y="9"/>
                </a:cubicBezTo>
                <a:cubicBezTo>
                  <a:pt x="59" y="7"/>
                  <a:pt x="58" y="7"/>
                  <a:pt x="58" y="6"/>
                </a:cubicBezTo>
                <a:cubicBezTo>
                  <a:pt x="57" y="5"/>
                  <a:pt x="57" y="4"/>
                  <a:pt x="57" y="3"/>
                </a:cubicBezTo>
                <a:cubicBezTo>
                  <a:pt x="56" y="2"/>
                  <a:pt x="55" y="2"/>
                  <a:pt x="55" y="4"/>
                </a:cubicBezTo>
                <a:cubicBezTo>
                  <a:pt x="55" y="5"/>
                  <a:pt x="56" y="5"/>
                  <a:pt x="56" y="6"/>
                </a:cubicBezTo>
                <a:cubicBezTo>
                  <a:pt x="56" y="7"/>
                  <a:pt x="56" y="7"/>
                  <a:pt x="55" y="7"/>
                </a:cubicBezTo>
                <a:cubicBezTo>
                  <a:pt x="54" y="7"/>
                  <a:pt x="55" y="6"/>
                  <a:pt x="54" y="6"/>
                </a:cubicBezTo>
                <a:cubicBezTo>
                  <a:pt x="53" y="5"/>
                  <a:pt x="54" y="6"/>
                  <a:pt x="53" y="6"/>
                </a:cubicBezTo>
                <a:cubicBezTo>
                  <a:pt x="52" y="6"/>
                  <a:pt x="52" y="6"/>
                  <a:pt x="52" y="6"/>
                </a:cubicBezTo>
                <a:cubicBezTo>
                  <a:pt x="51" y="6"/>
                  <a:pt x="51" y="5"/>
                  <a:pt x="50" y="5"/>
                </a:cubicBezTo>
                <a:cubicBezTo>
                  <a:pt x="49" y="5"/>
                  <a:pt x="47" y="7"/>
                  <a:pt x="46" y="7"/>
                </a:cubicBezTo>
                <a:cubicBezTo>
                  <a:pt x="45" y="5"/>
                  <a:pt x="40" y="10"/>
                  <a:pt x="40" y="12"/>
                </a:cubicBezTo>
                <a:cubicBezTo>
                  <a:pt x="41" y="12"/>
                  <a:pt x="42" y="14"/>
                  <a:pt x="43" y="15"/>
                </a:cubicBezTo>
                <a:cubicBezTo>
                  <a:pt x="43" y="15"/>
                  <a:pt x="43" y="15"/>
                  <a:pt x="43" y="16"/>
                </a:cubicBezTo>
                <a:cubicBezTo>
                  <a:pt x="43" y="16"/>
                  <a:pt x="42" y="17"/>
                  <a:pt x="42" y="16"/>
                </a:cubicBezTo>
                <a:cubicBezTo>
                  <a:pt x="38" y="16"/>
                  <a:pt x="42" y="19"/>
                  <a:pt x="41" y="20"/>
                </a:cubicBezTo>
                <a:cubicBezTo>
                  <a:pt x="40" y="20"/>
                  <a:pt x="38" y="19"/>
                  <a:pt x="37" y="19"/>
                </a:cubicBezTo>
                <a:cubicBezTo>
                  <a:pt x="36" y="20"/>
                  <a:pt x="33" y="21"/>
                  <a:pt x="34" y="23"/>
                </a:cubicBezTo>
                <a:cubicBezTo>
                  <a:pt x="35" y="23"/>
                  <a:pt x="35" y="24"/>
                  <a:pt x="36" y="24"/>
                </a:cubicBezTo>
                <a:cubicBezTo>
                  <a:pt x="37" y="25"/>
                  <a:pt x="39" y="25"/>
                  <a:pt x="40" y="25"/>
                </a:cubicBezTo>
                <a:cubicBezTo>
                  <a:pt x="41" y="25"/>
                  <a:pt x="41" y="25"/>
                  <a:pt x="42" y="25"/>
                </a:cubicBezTo>
                <a:cubicBezTo>
                  <a:pt x="44" y="25"/>
                  <a:pt x="44" y="25"/>
                  <a:pt x="46" y="25"/>
                </a:cubicBezTo>
                <a:cubicBezTo>
                  <a:pt x="47" y="27"/>
                  <a:pt x="39" y="30"/>
                  <a:pt x="39" y="32"/>
                </a:cubicBezTo>
                <a:cubicBezTo>
                  <a:pt x="39" y="33"/>
                  <a:pt x="39" y="33"/>
                  <a:pt x="39" y="33"/>
                </a:cubicBezTo>
                <a:cubicBezTo>
                  <a:pt x="37" y="33"/>
                  <a:pt x="38" y="34"/>
                  <a:pt x="39" y="35"/>
                </a:cubicBezTo>
                <a:cubicBezTo>
                  <a:pt x="40" y="36"/>
                  <a:pt x="39" y="35"/>
                  <a:pt x="39" y="37"/>
                </a:cubicBezTo>
                <a:cubicBezTo>
                  <a:pt x="39" y="38"/>
                  <a:pt x="40" y="38"/>
                  <a:pt x="39" y="38"/>
                </a:cubicBezTo>
                <a:cubicBezTo>
                  <a:pt x="38" y="39"/>
                  <a:pt x="37" y="37"/>
                  <a:pt x="37" y="37"/>
                </a:cubicBezTo>
                <a:cubicBezTo>
                  <a:pt x="35" y="36"/>
                  <a:pt x="34" y="37"/>
                  <a:pt x="33" y="36"/>
                </a:cubicBezTo>
                <a:cubicBezTo>
                  <a:pt x="32" y="36"/>
                  <a:pt x="31" y="35"/>
                  <a:pt x="30" y="35"/>
                </a:cubicBezTo>
                <a:cubicBezTo>
                  <a:pt x="28" y="36"/>
                  <a:pt x="29" y="39"/>
                  <a:pt x="27" y="40"/>
                </a:cubicBezTo>
                <a:cubicBezTo>
                  <a:pt x="26" y="39"/>
                  <a:pt x="26" y="37"/>
                  <a:pt x="25" y="36"/>
                </a:cubicBezTo>
                <a:cubicBezTo>
                  <a:pt x="24" y="34"/>
                  <a:pt x="23" y="35"/>
                  <a:pt x="22" y="35"/>
                </a:cubicBezTo>
                <a:cubicBezTo>
                  <a:pt x="21" y="35"/>
                  <a:pt x="15" y="34"/>
                  <a:pt x="14" y="35"/>
                </a:cubicBezTo>
                <a:cubicBezTo>
                  <a:pt x="15" y="35"/>
                  <a:pt x="15" y="36"/>
                  <a:pt x="15" y="37"/>
                </a:cubicBezTo>
                <a:cubicBezTo>
                  <a:pt x="15" y="37"/>
                  <a:pt x="13" y="37"/>
                  <a:pt x="13" y="37"/>
                </a:cubicBezTo>
                <a:cubicBezTo>
                  <a:pt x="12" y="37"/>
                  <a:pt x="12" y="36"/>
                  <a:pt x="11" y="35"/>
                </a:cubicBezTo>
                <a:cubicBezTo>
                  <a:pt x="9" y="34"/>
                  <a:pt x="8" y="38"/>
                  <a:pt x="8" y="40"/>
                </a:cubicBezTo>
                <a:cubicBezTo>
                  <a:pt x="9" y="40"/>
                  <a:pt x="10" y="39"/>
                  <a:pt x="10" y="39"/>
                </a:cubicBezTo>
                <a:cubicBezTo>
                  <a:pt x="12" y="39"/>
                  <a:pt x="13" y="40"/>
                  <a:pt x="13" y="42"/>
                </a:cubicBezTo>
                <a:cubicBezTo>
                  <a:pt x="13" y="43"/>
                  <a:pt x="12" y="44"/>
                  <a:pt x="13" y="44"/>
                </a:cubicBezTo>
                <a:cubicBezTo>
                  <a:pt x="13" y="45"/>
                  <a:pt x="14" y="45"/>
                  <a:pt x="14" y="46"/>
                </a:cubicBezTo>
                <a:cubicBezTo>
                  <a:pt x="14" y="47"/>
                  <a:pt x="12" y="46"/>
                  <a:pt x="12" y="48"/>
                </a:cubicBezTo>
                <a:cubicBezTo>
                  <a:pt x="12" y="51"/>
                  <a:pt x="14" y="49"/>
                  <a:pt x="15" y="49"/>
                </a:cubicBezTo>
                <a:cubicBezTo>
                  <a:pt x="17" y="48"/>
                  <a:pt x="20" y="49"/>
                  <a:pt x="19" y="51"/>
                </a:cubicBezTo>
                <a:cubicBezTo>
                  <a:pt x="18" y="53"/>
                  <a:pt x="16" y="52"/>
                  <a:pt x="14" y="53"/>
                </a:cubicBezTo>
                <a:cubicBezTo>
                  <a:pt x="13" y="53"/>
                  <a:pt x="11" y="55"/>
                  <a:pt x="12" y="56"/>
                </a:cubicBezTo>
                <a:cubicBezTo>
                  <a:pt x="13" y="57"/>
                  <a:pt x="13" y="57"/>
                  <a:pt x="13" y="57"/>
                </a:cubicBezTo>
                <a:cubicBezTo>
                  <a:pt x="14" y="57"/>
                  <a:pt x="14" y="57"/>
                  <a:pt x="15" y="58"/>
                </a:cubicBezTo>
                <a:cubicBezTo>
                  <a:pt x="15" y="58"/>
                  <a:pt x="16" y="58"/>
                  <a:pt x="16" y="59"/>
                </a:cubicBezTo>
                <a:cubicBezTo>
                  <a:pt x="15" y="59"/>
                  <a:pt x="13" y="59"/>
                  <a:pt x="12" y="59"/>
                </a:cubicBezTo>
                <a:cubicBezTo>
                  <a:pt x="11" y="59"/>
                  <a:pt x="11" y="59"/>
                  <a:pt x="10" y="60"/>
                </a:cubicBezTo>
                <a:cubicBezTo>
                  <a:pt x="10" y="60"/>
                  <a:pt x="10" y="59"/>
                  <a:pt x="9" y="59"/>
                </a:cubicBezTo>
                <a:cubicBezTo>
                  <a:pt x="8" y="60"/>
                  <a:pt x="8" y="60"/>
                  <a:pt x="8" y="61"/>
                </a:cubicBezTo>
                <a:cubicBezTo>
                  <a:pt x="8" y="62"/>
                  <a:pt x="9" y="62"/>
                  <a:pt x="9" y="63"/>
                </a:cubicBezTo>
                <a:cubicBezTo>
                  <a:pt x="9" y="64"/>
                  <a:pt x="8" y="64"/>
                  <a:pt x="8" y="64"/>
                </a:cubicBezTo>
                <a:cubicBezTo>
                  <a:pt x="9" y="64"/>
                  <a:pt x="9" y="65"/>
                  <a:pt x="9" y="65"/>
                </a:cubicBezTo>
                <a:cubicBezTo>
                  <a:pt x="11" y="67"/>
                  <a:pt x="11" y="65"/>
                  <a:pt x="12" y="65"/>
                </a:cubicBezTo>
                <a:cubicBezTo>
                  <a:pt x="13" y="65"/>
                  <a:pt x="13" y="64"/>
                  <a:pt x="14" y="65"/>
                </a:cubicBezTo>
                <a:cubicBezTo>
                  <a:pt x="14" y="66"/>
                  <a:pt x="13" y="66"/>
                  <a:pt x="13" y="66"/>
                </a:cubicBezTo>
                <a:cubicBezTo>
                  <a:pt x="13" y="67"/>
                  <a:pt x="13" y="67"/>
                  <a:pt x="13" y="68"/>
                </a:cubicBezTo>
                <a:cubicBezTo>
                  <a:pt x="13" y="68"/>
                  <a:pt x="14" y="68"/>
                  <a:pt x="15" y="68"/>
                </a:cubicBezTo>
                <a:cubicBezTo>
                  <a:pt x="16" y="68"/>
                  <a:pt x="16" y="66"/>
                  <a:pt x="17" y="66"/>
                </a:cubicBezTo>
                <a:cubicBezTo>
                  <a:pt x="20" y="66"/>
                  <a:pt x="17" y="70"/>
                  <a:pt x="20" y="70"/>
                </a:cubicBezTo>
                <a:cubicBezTo>
                  <a:pt x="22" y="71"/>
                  <a:pt x="24" y="70"/>
                  <a:pt x="26" y="70"/>
                </a:cubicBezTo>
                <a:cubicBezTo>
                  <a:pt x="28" y="69"/>
                  <a:pt x="29" y="69"/>
                  <a:pt x="30" y="69"/>
                </a:cubicBezTo>
                <a:cubicBezTo>
                  <a:pt x="30" y="70"/>
                  <a:pt x="29" y="70"/>
                  <a:pt x="30" y="71"/>
                </a:cubicBezTo>
                <a:cubicBezTo>
                  <a:pt x="31" y="71"/>
                  <a:pt x="31" y="72"/>
                  <a:pt x="31" y="72"/>
                </a:cubicBezTo>
                <a:cubicBezTo>
                  <a:pt x="30" y="73"/>
                  <a:pt x="29" y="73"/>
                  <a:pt x="29" y="73"/>
                </a:cubicBezTo>
                <a:cubicBezTo>
                  <a:pt x="28" y="74"/>
                  <a:pt x="26" y="76"/>
                  <a:pt x="26" y="73"/>
                </a:cubicBezTo>
                <a:cubicBezTo>
                  <a:pt x="25" y="73"/>
                  <a:pt x="22" y="78"/>
                  <a:pt x="22" y="78"/>
                </a:cubicBezTo>
                <a:cubicBezTo>
                  <a:pt x="21" y="79"/>
                  <a:pt x="21" y="79"/>
                  <a:pt x="21" y="80"/>
                </a:cubicBezTo>
                <a:cubicBezTo>
                  <a:pt x="22" y="81"/>
                  <a:pt x="22" y="81"/>
                  <a:pt x="21" y="83"/>
                </a:cubicBezTo>
                <a:cubicBezTo>
                  <a:pt x="21" y="83"/>
                  <a:pt x="21" y="85"/>
                  <a:pt x="20" y="85"/>
                </a:cubicBezTo>
                <a:cubicBezTo>
                  <a:pt x="20" y="86"/>
                  <a:pt x="19" y="86"/>
                  <a:pt x="18" y="87"/>
                </a:cubicBezTo>
                <a:cubicBezTo>
                  <a:pt x="17" y="88"/>
                  <a:pt x="17" y="89"/>
                  <a:pt x="15" y="90"/>
                </a:cubicBezTo>
                <a:cubicBezTo>
                  <a:pt x="14" y="91"/>
                  <a:pt x="12" y="91"/>
                  <a:pt x="12" y="92"/>
                </a:cubicBezTo>
                <a:cubicBezTo>
                  <a:pt x="15" y="94"/>
                  <a:pt x="16" y="90"/>
                  <a:pt x="18" y="89"/>
                </a:cubicBezTo>
                <a:cubicBezTo>
                  <a:pt x="20" y="89"/>
                  <a:pt x="20" y="90"/>
                  <a:pt x="21" y="90"/>
                </a:cubicBezTo>
                <a:cubicBezTo>
                  <a:pt x="22" y="91"/>
                  <a:pt x="24" y="91"/>
                  <a:pt x="25" y="90"/>
                </a:cubicBezTo>
                <a:cubicBezTo>
                  <a:pt x="26" y="90"/>
                  <a:pt x="27" y="90"/>
                  <a:pt x="28" y="89"/>
                </a:cubicBezTo>
                <a:cubicBezTo>
                  <a:pt x="29" y="88"/>
                  <a:pt x="29" y="86"/>
                  <a:pt x="30" y="86"/>
                </a:cubicBezTo>
                <a:cubicBezTo>
                  <a:pt x="32" y="86"/>
                  <a:pt x="31" y="87"/>
                  <a:pt x="31" y="88"/>
                </a:cubicBezTo>
                <a:cubicBezTo>
                  <a:pt x="31" y="89"/>
                  <a:pt x="32" y="89"/>
                  <a:pt x="33" y="89"/>
                </a:cubicBezTo>
                <a:cubicBezTo>
                  <a:pt x="30" y="90"/>
                  <a:pt x="27" y="92"/>
                  <a:pt x="24" y="92"/>
                </a:cubicBezTo>
                <a:cubicBezTo>
                  <a:pt x="22" y="93"/>
                  <a:pt x="20" y="92"/>
                  <a:pt x="19" y="92"/>
                </a:cubicBezTo>
                <a:cubicBezTo>
                  <a:pt x="17" y="93"/>
                  <a:pt x="18" y="93"/>
                  <a:pt x="17" y="95"/>
                </a:cubicBezTo>
                <a:cubicBezTo>
                  <a:pt x="17" y="96"/>
                  <a:pt x="12" y="96"/>
                  <a:pt x="12" y="97"/>
                </a:cubicBezTo>
                <a:cubicBezTo>
                  <a:pt x="12" y="98"/>
                  <a:pt x="13" y="98"/>
                  <a:pt x="14" y="99"/>
                </a:cubicBezTo>
                <a:cubicBezTo>
                  <a:pt x="14" y="99"/>
                  <a:pt x="14" y="100"/>
                  <a:pt x="14" y="101"/>
                </a:cubicBezTo>
                <a:cubicBezTo>
                  <a:pt x="14" y="101"/>
                  <a:pt x="14" y="102"/>
                  <a:pt x="14" y="103"/>
                </a:cubicBezTo>
                <a:cubicBezTo>
                  <a:pt x="13" y="103"/>
                  <a:pt x="13" y="103"/>
                  <a:pt x="11" y="103"/>
                </a:cubicBezTo>
                <a:cubicBezTo>
                  <a:pt x="11" y="102"/>
                  <a:pt x="10" y="101"/>
                  <a:pt x="9" y="101"/>
                </a:cubicBezTo>
                <a:cubicBezTo>
                  <a:pt x="9" y="103"/>
                  <a:pt x="7" y="103"/>
                  <a:pt x="7" y="101"/>
                </a:cubicBezTo>
                <a:cubicBezTo>
                  <a:pt x="5" y="101"/>
                  <a:pt x="0" y="106"/>
                  <a:pt x="2" y="107"/>
                </a:cubicBezTo>
                <a:cubicBezTo>
                  <a:pt x="3" y="107"/>
                  <a:pt x="4" y="106"/>
                  <a:pt x="4" y="106"/>
                </a:cubicBezTo>
                <a:cubicBezTo>
                  <a:pt x="5" y="106"/>
                  <a:pt x="6" y="106"/>
                  <a:pt x="8" y="106"/>
                </a:cubicBezTo>
                <a:cubicBezTo>
                  <a:pt x="9" y="106"/>
                  <a:pt x="9" y="106"/>
                  <a:pt x="10" y="106"/>
                </a:cubicBezTo>
                <a:cubicBezTo>
                  <a:pt x="12" y="106"/>
                  <a:pt x="13" y="106"/>
                  <a:pt x="14" y="106"/>
                </a:cubicBezTo>
                <a:cubicBezTo>
                  <a:pt x="13" y="107"/>
                  <a:pt x="12" y="109"/>
                  <a:pt x="10" y="109"/>
                </a:cubicBezTo>
                <a:cubicBezTo>
                  <a:pt x="9" y="110"/>
                  <a:pt x="6" y="110"/>
                  <a:pt x="5" y="112"/>
                </a:cubicBezTo>
                <a:cubicBezTo>
                  <a:pt x="5" y="112"/>
                  <a:pt x="6" y="113"/>
                  <a:pt x="6" y="113"/>
                </a:cubicBezTo>
                <a:cubicBezTo>
                  <a:pt x="5" y="114"/>
                  <a:pt x="4" y="113"/>
                  <a:pt x="3" y="114"/>
                </a:cubicBezTo>
                <a:cubicBezTo>
                  <a:pt x="2" y="115"/>
                  <a:pt x="3" y="115"/>
                  <a:pt x="4" y="117"/>
                </a:cubicBezTo>
                <a:cubicBezTo>
                  <a:pt x="5" y="116"/>
                  <a:pt x="5" y="115"/>
                  <a:pt x="7" y="116"/>
                </a:cubicBezTo>
                <a:cubicBezTo>
                  <a:pt x="8" y="116"/>
                  <a:pt x="7" y="118"/>
                  <a:pt x="8" y="118"/>
                </a:cubicBezTo>
                <a:cubicBezTo>
                  <a:pt x="9" y="118"/>
                  <a:pt x="11" y="117"/>
                  <a:pt x="12" y="116"/>
                </a:cubicBezTo>
                <a:cubicBezTo>
                  <a:pt x="14" y="116"/>
                  <a:pt x="15" y="115"/>
                  <a:pt x="18" y="115"/>
                </a:cubicBezTo>
                <a:cubicBezTo>
                  <a:pt x="16" y="116"/>
                  <a:pt x="8" y="120"/>
                  <a:pt x="9" y="122"/>
                </a:cubicBezTo>
                <a:cubicBezTo>
                  <a:pt x="11" y="123"/>
                  <a:pt x="13" y="121"/>
                  <a:pt x="16" y="121"/>
                </a:cubicBezTo>
                <a:cubicBezTo>
                  <a:pt x="17" y="121"/>
                  <a:pt x="18" y="118"/>
                  <a:pt x="20" y="118"/>
                </a:cubicBezTo>
                <a:cubicBezTo>
                  <a:pt x="22" y="118"/>
                  <a:pt x="21" y="121"/>
                  <a:pt x="19" y="121"/>
                </a:cubicBezTo>
                <a:cubicBezTo>
                  <a:pt x="19" y="122"/>
                  <a:pt x="15" y="122"/>
                  <a:pt x="15" y="123"/>
                </a:cubicBezTo>
                <a:cubicBezTo>
                  <a:pt x="16" y="123"/>
                  <a:pt x="17" y="123"/>
                  <a:pt x="18" y="123"/>
                </a:cubicBezTo>
                <a:cubicBezTo>
                  <a:pt x="18" y="124"/>
                  <a:pt x="17" y="125"/>
                  <a:pt x="16" y="125"/>
                </a:cubicBezTo>
                <a:cubicBezTo>
                  <a:pt x="15" y="126"/>
                  <a:pt x="13" y="126"/>
                  <a:pt x="14" y="127"/>
                </a:cubicBezTo>
                <a:cubicBezTo>
                  <a:pt x="14" y="128"/>
                  <a:pt x="15" y="127"/>
                  <a:pt x="16" y="127"/>
                </a:cubicBezTo>
                <a:cubicBezTo>
                  <a:pt x="17" y="126"/>
                  <a:pt x="18" y="126"/>
                  <a:pt x="19" y="125"/>
                </a:cubicBezTo>
                <a:cubicBezTo>
                  <a:pt x="21" y="125"/>
                  <a:pt x="21" y="125"/>
                  <a:pt x="22" y="126"/>
                </a:cubicBezTo>
                <a:cubicBezTo>
                  <a:pt x="23" y="126"/>
                  <a:pt x="23" y="127"/>
                  <a:pt x="24" y="127"/>
                </a:cubicBezTo>
                <a:cubicBezTo>
                  <a:pt x="26" y="126"/>
                  <a:pt x="26" y="125"/>
                  <a:pt x="27" y="125"/>
                </a:cubicBezTo>
                <a:cubicBezTo>
                  <a:pt x="28" y="124"/>
                  <a:pt x="29" y="125"/>
                  <a:pt x="30" y="125"/>
                </a:cubicBezTo>
                <a:cubicBezTo>
                  <a:pt x="31" y="126"/>
                  <a:pt x="32" y="124"/>
                  <a:pt x="32" y="124"/>
                </a:cubicBezTo>
                <a:cubicBezTo>
                  <a:pt x="33" y="123"/>
                  <a:pt x="34" y="124"/>
                  <a:pt x="35" y="124"/>
                </a:cubicBezTo>
                <a:cubicBezTo>
                  <a:pt x="35" y="123"/>
                  <a:pt x="35" y="123"/>
                  <a:pt x="35" y="123"/>
                </a:cubicBezTo>
                <a:cubicBezTo>
                  <a:pt x="36" y="122"/>
                  <a:pt x="35" y="122"/>
                  <a:pt x="37" y="122"/>
                </a:cubicBezTo>
                <a:cubicBezTo>
                  <a:pt x="37" y="122"/>
                  <a:pt x="38" y="122"/>
                  <a:pt x="38" y="122"/>
                </a:cubicBezTo>
                <a:cubicBezTo>
                  <a:pt x="39" y="122"/>
                  <a:pt x="39" y="121"/>
                  <a:pt x="40" y="120"/>
                </a:cubicBezTo>
                <a:cubicBezTo>
                  <a:pt x="41" y="119"/>
                  <a:pt x="42" y="120"/>
                  <a:pt x="43" y="118"/>
                </a:cubicBezTo>
                <a:cubicBezTo>
                  <a:pt x="44" y="117"/>
                  <a:pt x="42" y="116"/>
                  <a:pt x="42" y="114"/>
                </a:cubicBezTo>
                <a:cubicBezTo>
                  <a:pt x="43" y="113"/>
                  <a:pt x="44" y="115"/>
                  <a:pt x="45" y="115"/>
                </a:cubicBezTo>
                <a:cubicBezTo>
                  <a:pt x="46" y="116"/>
                  <a:pt x="46" y="117"/>
                  <a:pt x="48" y="116"/>
                </a:cubicBezTo>
                <a:cubicBezTo>
                  <a:pt x="49" y="116"/>
                  <a:pt x="50" y="115"/>
                  <a:pt x="50" y="114"/>
                </a:cubicBezTo>
                <a:cubicBezTo>
                  <a:pt x="51" y="113"/>
                  <a:pt x="52" y="113"/>
                  <a:pt x="53" y="112"/>
                </a:cubicBezTo>
                <a:cubicBezTo>
                  <a:pt x="54" y="112"/>
                  <a:pt x="56" y="111"/>
                  <a:pt x="57" y="111"/>
                </a:cubicBezTo>
                <a:cubicBezTo>
                  <a:pt x="58" y="110"/>
                  <a:pt x="57" y="109"/>
                  <a:pt x="57" y="107"/>
                </a:cubicBezTo>
                <a:cubicBezTo>
                  <a:pt x="58" y="105"/>
                  <a:pt x="65" y="106"/>
                  <a:pt x="66" y="106"/>
                </a:cubicBezTo>
                <a:cubicBezTo>
                  <a:pt x="67" y="106"/>
                  <a:pt x="68" y="106"/>
                  <a:pt x="69" y="105"/>
                </a:cubicBezTo>
                <a:cubicBezTo>
                  <a:pt x="69" y="104"/>
                  <a:pt x="68" y="103"/>
                  <a:pt x="69" y="102"/>
                </a:cubicBezTo>
                <a:cubicBezTo>
                  <a:pt x="70" y="102"/>
                  <a:pt x="70" y="105"/>
                  <a:pt x="71" y="105"/>
                </a:cubicBezTo>
                <a:cubicBezTo>
                  <a:pt x="72" y="105"/>
                  <a:pt x="72" y="104"/>
                  <a:pt x="72" y="104"/>
                </a:cubicBezTo>
                <a:cubicBezTo>
                  <a:pt x="74" y="102"/>
                  <a:pt x="75" y="104"/>
                  <a:pt x="77" y="105"/>
                </a:cubicBezTo>
                <a:cubicBezTo>
                  <a:pt x="78" y="105"/>
                  <a:pt x="82" y="105"/>
                  <a:pt x="82" y="104"/>
                </a:cubicBezTo>
                <a:cubicBezTo>
                  <a:pt x="83" y="102"/>
                  <a:pt x="79" y="101"/>
                  <a:pt x="80" y="99"/>
                </a:cubicBezTo>
                <a:cubicBezTo>
                  <a:pt x="81" y="100"/>
                  <a:pt x="82" y="96"/>
                  <a:pt x="83" y="95"/>
                </a:cubicBezTo>
                <a:cubicBezTo>
                  <a:pt x="84" y="94"/>
                  <a:pt x="84" y="93"/>
                  <a:pt x="84" y="92"/>
                </a:cubicBezTo>
                <a:cubicBezTo>
                  <a:pt x="85" y="91"/>
                  <a:pt x="84" y="90"/>
                  <a:pt x="84" y="90"/>
                </a:cubicBezTo>
                <a:cubicBezTo>
                  <a:pt x="84" y="89"/>
                  <a:pt x="85" y="88"/>
                  <a:pt x="85" y="87"/>
                </a:cubicBezTo>
                <a:cubicBezTo>
                  <a:pt x="86" y="86"/>
                  <a:pt x="86" y="85"/>
                  <a:pt x="86" y="84"/>
                </a:cubicBezTo>
                <a:cubicBezTo>
                  <a:pt x="87" y="83"/>
                  <a:pt x="88" y="82"/>
                  <a:pt x="88" y="81"/>
                </a:cubicBezTo>
                <a:cubicBezTo>
                  <a:pt x="89" y="79"/>
                  <a:pt x="88" y="79"/>
                  <a:pt x="88" y="78"/>
                </a:cubicBezTo>
                <a:cubicBezTo>
                  <a:pt x="87" y="76"/>
                  <a:pt x="88" y="75"/>
                  <a:pt x="87" y="74"/>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3" name="Freeform 41"/>
          <p:cNvSpPr>
            <a:spLocks/>
          </p:cNvSpPr>
          <p:nvPr/>
        </p:nvSpPr>
        <p:spPr bwMode="auto">
          <a:xfrm>
            <a:off x="9629775" y="4765675"/>
            <a:ext cx="509588" cy="304800"/>
          </a:xfrm>
          <a:custGeom>
            <a:avLst/>
            <a:gdLst>
              <a:gd name="T0" fmla="*/ 23 w 134"/>
              <a:gd name="T1" fmla="*/ 70 h 80"/>
              <a:gd name="T2" fmla="*/ 28 w 134"/>
              <a:gd name="T3" fmla="*/ 76 h 80"/>
              <a:gd name="T4" fmla="*/ 47 w 134"/>
              <a:gd name="T5" fmla="*/ 78 h 80"/>
              <a:gd name="T6" fmla="*/ 57 w 134"/>
              <a:gd name="T7" fmla="*/ 74 h 80"/>
              <a:gd name="T8" fmla="*/ 65 w 134"/>
              <a:gd name="T9" fmla="*/ 71 h 80"/>
              <a:gd name="T10" fmla="*/ 71 w 134"/>
              <a:gd name="T11" fmla="*/ 69 h 80"/>
              <a:gd name="T12" fmla="*/ 83 w 134"/>
              <a:gd name="T13" fmla="*/ 70 h 80"/>
              <a:gd name="T14" fmla="*/ 89 w 134"/>
              <a:gd name="T15" fmla="*/ 70 h 80"/>
              <a:gd name="T16" fmla="*/ 97 w 134"/>
              <a:gd name="T17" fmla="*/ 66 h 80"/>
              <a:gd name="T18" fmla="*/ 101 w 134"/>
              <a:gd name="T19" fmla="*/ 59 h 80"/>
              <a:gd name="T20" fmla="*/ 105 w 134"/>
              <a:gd name="T21" fmla="*/ 54 h 80"/>
              <a:gd name="T22" fmla="*/ 109 w 134"/>
              <a:gd name="T23" fmla="*/ 43 h 80"/>
              <a:gd name="T24" fmla="*/ 113 w 134"/>
              <a:gd name="T25" fmla="*/ 36 h 80"/>
              <a:gd name="T26" fmla="*/ 117 w 134"/>
              <a:gd name="T27" fmla="*/ 30 h 80"/>
              <a:gd name="T28" fmla="*/ 121 w 134"/>
              <a:gd name="T29" fmla="*/ 24 h 80"/>
              <a:gd name="T30" fmla="*/ 124 w 134"/>
              <a:gd name="T31" fmla="*/ 23 h 80"/>
              <a:gd name="T32" fmla="*/ 133 w 134"/>
              <a:gd name="T33" fmla="*/ 16 h 80"/>
              <a:gd name="T34" fmla="*/ 129 w 134"/>
              <a:gd name="T35" fmla="*/ 14 h 80"/>
              <a:gd name="T36" fmla="*/ 123 w 134"/>
              <a:gd name="T37" fmla="*/ 9 h 80"/>
              <a:gd name="T38" fmla="*/ 118 w 134"/>
              <a:gd name="T39" fmla="*/ 4 h 80"/>
              <a:gd name="T40" fmla="*/ 111 w 134"/>
              <a:gd name="T41" fmla="*/ 5 h 80"/>
              <a:gd name="T42" fmla="*/ 102 w 134"/>
              <a:gd name="T43" fmla="*/ 0 h 80"/>
              <a:gd name="T44" fmla="*/ 97 w 134"/>
              <a:gd name="T45" fmla="*/ 2 h 80"/>
              <a:gd name="T46" fmla="*/ 87 w 134"/>
              <a:gd name="T47" fmla="*/ 1 h 80"/>
              <a:gd name="T48" fmla="*/ 81 w 134"/>
              <a:gd name="T49" fmla="*/ 9 h 80"/>
              <a:gd name="T50" fmla="*/ 68 w 134"/>
              <a:gd name="T51" fmla="*/ 11 h 80"/>
              <a:gd name="T52" fmla="*/ 54 w 134"/>
              <a:gd name="T53" fmla="*/ 15 h 80"/>
              <a:gd name="T54" fmla="*/ 48 w 134"/>
              <a:gd name="T55" fmla="*/ 22 h 80"/>
              <a:gd name="T56" fmla="*/ 30 w 134"/>
              <a:gd name="T57" fmla="*/ 21 h 80"/>
              <a:gd name="T58" fmla="*/ 18 w 134"/>
              <a:gd name="T59" fmla="*/ 25 h 80"/>
              <a:gd name="T60" fmla="*/ 10 w 134"/>
              <a:gd name="T61" fmla="*/ 23 h 80"/>
              <a:gd name="T62" fmla="*/ 12 w 134"/>
              <a:gd name="T63" fmla="*/ 31 h 80"/>
              <a:gd name="T64" fmla="*/ 8 w 134"/>
              <a:gd name="T65" fmla="*/ 36 h 80"/>
              <a:gd name="T66" fmla="*/ 8 w 134"/>
              <a:gd name="T67" fmla="*/ 42 h 80"/>
              <a:gd name="T68" fmla="*/ 0 w 134"/>
              <a:gd name="T69" fmla="*/ 49 h 80"/>
              <a:gd name="T70" fmla="*/ 5 w 134"/>
              <a:gd name="T71" fmla="*/ 53 h 80"/>
              <a:gd name="T72" fmla="*/ 6 w 134"/>
              <a:gd name="T73" fmla="*/ 56 h 80"/>
              <a:gd name="T74" fmla="*/ 8 w 134"/>
              <a:gd name="T75" fmla="*/ 5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4" h="80">
                <a:moveTo>
                  <a:pt x="17" y="65"/>
                </a:moveTo>
                <a:cubicBezTo>
                  <a:pt x="18" y="68"/>
                  <a:pt x="20" y="69"/>
                  <a:pt x="23" y="70"/>
                </a:cubicBezTo>
                <a:cubicBezTo>
                  <a:pt x="24" y="71"/>
                  <a:pt x="24" y="73"/>
                  <a:pt x="25" y="74"/>
                </a:cubicBezTo>
                <a:cubicBezTo>
                  <a:pt x="26" y="75"/>
                  <a:pt x="27" y="75"/>
                  <a:pt x="28" y="76"/>
                </a:cubicBezTo>
                <a:cubicBezTo>
                  <a:pt x="32" y="78"/>
                  <a:pt x="34" y="79"/>
                  <a:pt x="38" y="79"/>
                </a:cubicBezTo>
                <a:cubicBezTo>
                  <a:pt x="42" y="79"/>
                  <a:pt x="44" y="80"/>
                  <a:pt x="47" y="78"/>
                </a:cubicBezTo>
                <a:cubicBezTo>
                  <a:pt x="49" y="77"/>
                  <a:pt x="51" y="77"/>
                  <a:pt x="54" y="76"/>
                </a:cubicBezTo>
                <a:cubicBezTo>
                  <a:pt x="55" y="75"/>
                  <a:pt x="56" y="74"/>
                  <a:pt x="57" y="74"/>
                </a:cubicBezTo>
                <a:cubicBezTo>
                  <a:pt x="59" y="73"/>
                  <a:pt x="59" y="74"/>
                  <a:pt x="61" y="74"/>
                </a:cubicBezTo>
                <a:cubicBezTo>
                  <a:pt x="63" y="74"/>
                  <a:pt x="64" y="72"/>
                  <a:pt x="65" y="71"/>
                </a:cubicBezTo>
                <a:cubicBezTo>
                  <a:pt x="66" y="71"/>
                  <a:pt x="66" y="70"/>
                  <a:pt x="67" y="69"/>
                </a:cubicBezTo>
                <a:cubicBezTo>
                  <a:pt x="69" y="68"/>
                  <a:pt x="70" y="69"/>
                  <a:pt x="71" y="69"/>
                </a:cubicBezTo>
                <a:cubicBezTo>
                  <a:pt x="72" y="69"/>
                  <a:pt x="74" y="70"/>
                  <a:pt x="74" y="69"/>
                </a:cubicBezTo>
                <a:cubicBezTo>
                  <a:pt x="77" y="69"/>
                  <a:pt x="80" y="70"/>
                  <a:pt x="83" y="70"/>
                </a:cubicBezTo>
                <a:cubicBezTo>
                  <a:pt x="84" y="70"/>
                  <a:pt x="85" y="69"/>
                  <a:pt x="87" y="69"/>
                </a:cubicBezTo>
                <a:cubicBezTo>
                  <a:pt x="87" y="69"/>
                  <a:pt x="88" y="70"/>
                  <a:pt x="89" y="70"/>
                </a:cubicBezTo>
                <a:cubicBezTo>
                  <a:pt x="91" y="70"/>
                  <a:pt x="91" y="67"/>
                  <a:pt x="93" y="66"/>
                </a:cubicBezTo>
                <a:cubicBezTo>
                  <a:pt x="94" y="65"/>
                  <a:pt x="95" y="68"/>
                  <a:pt x="97" y="66"/>
                </a:cubicBezTo>
                <a:cubicBezTo>
                  <a:pt x="98" y="66"/>
                  <a:pt x="101" y="62"/>
                  <a:pt x="101" y="61"/>
                </a:cubicBezTo>
                <a:cubicBezTo>
                  <a:pt x="101" y="61"/>
                  <a:pt x="101" y="60"/>
                  <a:pt x="101" y="59"/>
                </a:cubicBezTo>
                <a:cubicBezTo>
                  <a:pt x="101" y="57"/>
                  <a:pt x="102" y="57"/>
                  <a:pt x="103" y="56"/>
                </a:cubicBezTo>
                <a:cubicBezTo>
                  <a:pt x="103" y="55"/>
                  <a:pt x="104" y="55"/>
                  <a:pt x="105" y="54"/>
                </a:cubicBezTo>
                <a:cubicBezTo>
                  <a:pt x="106" y="52"/>
                  <a:pt x="106" y="52"/>
                  <a:pt x="106" y="50"/>
                </a:cubicBezTo>
                <a:cubicBezTo>
                  <a:pt x="107" y="49"/>
                  <a:pt x="110" y="45"/>
                  <a:pt x="109" y="43"/>
                </a:cubicBezTo>
                <a:cubicBezTo>
                  <a:pt x="110" y="42"/>
                  <a:pt x="112" y="42"/>
                  <a:pt x="112" y="40"/>
                </a:cubicBezTo>
                <a:cubicBezTo>
                  <a:pt x="113" y="39"/>
                  <a:pt x="113" y="38"/>
                  <a:pt x="113" y="36"/>
                </a:cubicBezTo>
                <a:cubicBezTo>
                  <a:pt x="114" y="35"/>
                  <a:pt x="115" y="35"/>
                  <a:pt x="116" y="33"/>
                </a:cubicBezTo>
                <a:cubicBezTo>
                  <a:pt x="116" y="32"/>
                  <a:pt x="115" y="31"/>
                  <a:pt x="117" y="30"/>
                </a:cubicBezTo>
                <a:cubicBezTo>
                  <a:pt x="117" y="29"/>
                  <a:pt x="118" y="28"/>
                  <a:pt x="119" y="27"/>
                </a:cubicBezTo>
                <a:cubicBezTo>
                  <a:pt x="120" y="26"/>
                  <a:pt x="120" y="25"/>
                  <a:pt x="121" y="24"/>
                </a:cubicBezTo>
                <a:cubicBezTo>
                  <a:pt x="122" y="24"/>
                  <a:pt x="122" y="24"/>
                  <a:pt x="123" y="24"/>
                </a:cubicBezTo>
                <a:cubicBezTo>
                  <a:pt x="123" y="23"/>
                  <a:pt x="124" y="23"/>
                  <a:pt x="124" y="23"/>
                </a:cubicBezTo>
                <a:cubicBezTo>
                  <a:pt x="126" y="22"/>
                  <a:pt x="127" y="23"/>
                  <a:pt x="128" y="22"/>
                </a:cubicBezTo>
                <a:cubicBezTo>
                  <a:pt x="131" y="22"/>
                  <a:pt x="134" y="19"/>
                  <a:pt x="133" y="16"/>
                </a:cubicBezTo>
                <a:cubicBezTo>
                  <a:pt x="133" y="15"/>
                  <a:pt x="133" y="14"/>
                  <a:pt x="132" y="13"/>
                </a:cubicBezTo>
                <a:cubicBezTo>
                  <a:pt x="130" y="13"/>
                  <a:pt x="130" y="14"/>
                  <a:pt x="129" y="14"/>
                </a:cubicBezTo>
                <a:cubicBezTo>
                  <a:pt x="127" y="13"/>
                  <a:pt x="127" y="12"/>
                  <a:pt x="126" y="10"/>
                </a:cubicBezTo>
                <a:cubicBezTo>
                  <a:pt x="126" y="9"/>
                  <a:pt x="125" y="10"/>
                  <a:pt x="123" y="9"/>
                </a:cubicBezTo>
                <a:cubicBezTo>
                  <a:pt x="122" y="9"/>
                  <a:pt x="122" y="8"/>
                  <a:pt x="121" y="7"/>
                </a:cubicBezTo>
                <a:cubicBezTo>
                  <a:pt x="120" y="5"/>
                  <a:pt x="120" y="4"/>
                  <a:pt x="118" y="4"/>
                </a:cubicBezTo>
                <a:cubicBezTo>
                  <a:pt x="118" y="4"/>
                  <a:pt x="118" y="4"/>
                  <a:pt x="118" y="4"/>
                </a:cubicBezTo>
                <a:cubicBezTo>
                  <a:pt x="115" y="5"/>
                  <a:pt x="113" y="7"/>
                  <a:pt x="111" y="5"/>
                </a:cubicBezTo>
                <a:cubicBezTo>
                  <a:pt x="109" y="3"/>
                  <a:pt x="107" y="2"/>
                  <a:pt x="106" y="0"/>
                </a:cubicBezTo>
                <a:cubicBezTo>
                  <a:pt x="105" y="0"/>
                  <a:pt x="103" y="0"/>
                  <a:pt x="102" y="0"/>
                </a:cubicBezTo>
                <a:cubicBezTo>
                  <a:pt x="102" y="1"/>
                  <a:pt x="102" y="1"/>
                  <a:pt x="101" y="2"/>
                </a:cubicBezTo>
                <a:cubicBezTo>
                  <a:pt x="100" y="2"/>
                  <a:pt x="98" y="2"/>
                  <a:pt x="97" y="2"/>
                </a:cubicBezTo>
                <a:cubicBezTo>
                  <a:pt x="96" y="1"/>
                  <a:pt x="94" y="0"/>
                  <a:pt x="93" y="0"/>
                </a:cubicBezTo>
                <a:cubicBezTo>
                  <a:pt x="90" y="0"/>
                  <a:pt x="89" y="1"/>
                  <a:pt x="87" y="1"/>
                </a:cubicBezTo>
                <a:cubicBezTo>
                  <a:pt x="86" y="2"/>
                  <a:pt x="84" y="4"/>
                  <a:pt x="84" y="5"/>
                </a:cubicBezTo>
                <a:cubicBezTo>
                  <a:pt x="83" y="7"/>
                  <a:pt x="83" y="8"/>
                  <a:pt x="81" y="9"/>
                </a:cubicBezTo>
                <a:cubicBezTo>
                  <a:pt x="77" y="11"/>
                  <a:pt x="74" y="13"/>
                  <a:pt x="71" y="11"/>
                </a:cubicBezTo>
                <a:cubicBezTo>
                  <a:pt x="69" y="10"/>
                  <a:pt x="69" y="9"/>
                  <a:pt x="68" y="11"/>
                </a:cubicBezTo>
                <a:cubicBezTo>
                  <a:pt x="66" y="12"/>
                  <a:pt x="66" y="13"/>
                  <a:pt x="64" y="13"/>
                </a:cubicBezTo>
                <a:cubicBezTo>
                  <a:pt x="61" y="14"/>
                  <a:pt x="57" y="14"/>
                  <a:pt x="54" y="15"/>
                </a:cubicBezTo>
                <a:cubicBezTo>
                  <a:pt x="50" y="17"/>
                  <a:pt x="54" y="20"/>
                  <a:pt x="53" y="22"/>
                </a:cubicBezTo>
                <a:cubicBezTo>
                  <a:pt x="52" y="23"/>
                  <a:pt x="49" y="22"/>
                  <a:pt x="48" y="22"/>
                </a:cubicBezTo>
                <a:cubicBezTo>
                  <a:pt x="46" y="22"/>
                  <a:pt x="44" y="23"/>
                  <a:pt x="42" y="23"/>
                </a:cubicBezTo>
                <a:cubicBezTo>
                  <a:pt x="38" y="23"/>
                  <a:pt x="33" y="23"/>
                  <a:pt x="30" y="21"/>
                </a:cubicBezTo>
                <a:cubicBezTo>
                  <a:pt x="26" y="18"/>
                  <a:pt x="24" y="16"/>
                  <a:pt x="20" y="15"/>
                </a:cubicBezTo>
                <a:cubicBezTo>
                  <a:pt x="20" y="17"/>
                  <a:pt x="20" y="24"/>
                  <a:pt x="18" y="25"/>
                </a:cubicBezTo>
                <a:cubicBezTo>
                  <a:pt x="17" y="26"/>
                  <a:pt x="14" y="25"/>
                  <a:pt x="13" y="24"/>
                </a:cubicBezTo>
                <a:cubicBezTo>
                  <a:pt x="12" y="24"/>
                  <a:pt x="11" y="23"/>
                  <a:pt x="10" y="23"/>
                </a:cubicBezTo>
                <a:cubicBezTo>
                  <a:pt x="9" y="24"/>
                  <a:pt x="8" y="25"/>
                  <a:pt x="7" y="25"/>
                </a:cubicBezTo>
                <a:cubicBezTo>
                  <a:pt x="7" y="27"/>
                  <a:pt x="14" y="27"/>
                  <a:pt x="12" y="31"/>
                </a:cubicBezTo>
                <a:cubicBezTo>
                  <a:pt x="11" y="32"/>
                  <a:pt x="10" y="33"/>
                  <a:pt x="9" y="34"/>
                </a:cubicBezTo>
                <a:cubicBezTo>
                  <a:pt x="6" y="35"/>
                  <a:pt x="8" y="34"/>
                  <a:pt x="8" y="36"/>
                </a:cubicBezTo>
                <a:cubicBezTo>
                  <a:pt x="8" y="38"/>
                  <a:pt x="7" y="38"/>
                  <a:pt x="6" y="39"/>
                </a:cubicBezTo>
                <a:cubicBezTo>
                  <a:pt x="6" y="40"/>
                  <a:pt x="8" y="41"/>
                  <a:pt x="8" y="42"/>
                </a:cubicBezTo>
                <a:cubicBezTo>
                  <a:pt x="9" y="44"/>
                  <a:pt x="7" y="45"/>
                  <a:pt x="6" y="45"/>
                </a:cubicBezTo>
                <a:cubicBezTo>
                  <a:pt x="4" y="46"/>
                  <a:pt x="2" y="48"/>
                  <a:pt x="0" y="49"/>
                </a:cubicBezTo>
                <a:cubicBezTo>
                  <a:pt x="2" y="49"/>
                  <a:pt x="4" y="49"/>
                  <a:pt x="5" y="50"/>
                </a:cubicBezTo>
                <a:cubicBezTo>
                  <a:pt x="6" y="51"/>
                  <a:pt x="4" y="52"/>
                  <a:pt x="5" y="53"/>
                </a:cubicBezTo>
                <a:cubicBezTo>
                  <a:pt x="6" y="54"/>
                  <a:pt x="6" y="54"/>
                  <a:pt x="7" y="54"/>
                </a:cubicBezTo>
                <a:cubicBezTo>
                  <a:pt x="7" y="55"/>
                  <a:pt x="6" y="55"/>
                  <a:pt x="6" y="56"/>
                </a:cubicBezTo>
                <a:cubicBezTo>
                  <a:pt x="7" y="57"/>
                  <a:pt x="8" y="57"/>
                  <a:pt x="9" y="59"/>
                </a:cubicBezTo>
                <a:cubicBezTo>
                  <a:pt x="8" y="59"/>
                  <a:pt x="8" y="59"/>
                  <a:pt x="8" y="59"/>
                </a:cubicBezTo>
                <a:cubicBezTo>
                  <a:pt x="11" y="61"/>
                  <a:pt x="15" y="62"/>
                  <a:pt x="17" y="65"/>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4" name="Freeform 42"/>
          <p:cNvSpPr>
            <a:spLocks noEditPoints="1"/>
          </p:cNvSpPr>
          <p:nvPr/>
        </p:nvSpPr>
        <p:spPr bwMode="auto">
          <a:xfrm>
            <a:off x="7820025" y="3187700"/>
            <a:ext cx="769938" cy="1428750"/>
          </a:xfrm>
          <a:custGeom>
            <a:avLst/>
            <a:gdLst>
              <a:gd name="T0" fmla="*/ 170 w 202"/>
              <a:gd name="T1" fmla="*/ 269 h 375"/>
              <a:gd name="T2" fmla="*/ 155 w 202"/>
              <a:gd name="T3" fmla="*/ 231 h 375"/>
              <a:gd name="T4" fmla="*/ 107 w 202"/>
              <a:gd name="T5" fmla="*/ 171 h 375"/>
              <a:gd name="T6" fmla="*/ 103 w 202"/>
              <a:gd name="T7" fmla="*/ 158 h 375"/>
              <a:gd name="T8" fmla="*/ 100 w 202"/>
              <a:gd name="T9" fmla="*/ 115 h 375"/>
              <a:gd name="T10" fmla="*/ 79 w 202"/>
              <a:gd name="T11" fmla="*/ 114 h 375"/>
              <a:gd name="T12" fmla="*/ 96 w 202"/>
              <a:gd name="T13" fmla="*/ 88 h 375"/>
              <a:gd name="T14" fmla="*/ 69 w 202"/>
              <a:gd name="T15" fmla="*/ 85 h 375"/>
              <a:gd name="T16" fmla="*/ 54 w 202"/>
              <a:gd name="T17" fmla="*/ 95 h 375"/>
              <a:gd name="T18" fmla="*/ 49 w 202"/>
              <a:gd name="T19" fmla="*/ 106 h 375"/>
              <a:gd name="T20" fmla="*/ 45 w 202"/>
              <a:gd name="T21" fmla="*/ 125 h 375"/>
              <a:gd name="T22" fmla="*/ 48 w 202"/>
              <a:gd name="T23" fmla="*/ 133 h 375"/>
              <a:gd name="T24" fmla="*/ 45 w 202"/>
              <a:gd name="T25" fmla="*/ 147 h 375"/>
              <a:gd name="T26" fmla="*/ 56 w 202"/>
              <a:gd name="T27" fmla="*/ 156 h 375"/>
              <a:gd name="T28" fmla="*/ 44 w 202"/>
              <a:gd name="T29" fmla="*/ 186 h 375"/>
              <a:gd name="T30" fmla="*/ 60 w 202"/>
              <a:gd name="T31" fmla="*/ 163 h 375"/>
              <a:gd name="T32" fmla="*/ 62 w 202"/>
              <a:gd name="T33" fmla="*/ 172 h 375"/>
              <a:gd name="T34" fmla="*/ 58 w 202"/>
              <a:gd name="T35" fmla="*/ 207 h 375"/>
              <a:gd name="T36" fmla="*/ 70 w 202"/>
              <a:gd name="T37" fmla="*/ 209 h 375"/>
              <a:gd name="T38" fmla="*/ 92 w 202"/>
              <a:gd name="T39" fmla="*/ 208 h 375"/>
              <a:gd name="T40" fmla="*/ 98 w 202"/>
              <a:gd name="T41" fmla="*/ 242 h 375"/>
              <a:gd name="T42" fmla="*/ 76 w 202"/>
              <a:gd name="T43" fmla="*/ 265 h 375"/>
              <a:gd name="T44" fmla="*/ 64 w 202"/>
              <a:gd name="T45" fmla="*/ 275 h 375"/>
              <a:gd name="T46" fmla="*/ 59 w 202"/>
              <a:gd name="T47" fmla="*/ 306 h 375"/>
              <a:gd name="T48" fmla="*/ 56 w 202"/>
              <a:gd name="T49" fmla="*/ 320 h 375"/>
              <a:gd name="T50" fmla="*/ 80 w 202"/>
              <a:gd name="T51" fmla="*/ 320 h 375"/>
              <a:gd name="T52" fmla="*/ 71 w 202"/>
              <a:gd name="T53" fmla="*/ 335 h 375"/>
              <a:gd name="T54" fmla="*/ 40 w 202"/>
              <a:gd name="T55" fmla="*/ 371 h 375"/>
              <a:gd name="T56" fmla="*/ 71 w 202"/>
              <a:gd name="T57" fmla="*/ 361 h 375"/>
              <a:gd name="T58" fmla="*/ 97 w 202"/>
              <a:gd name="T59" fmla="*/ 350 h 375"/>
              <a:gd name="T60" fmla="*/ 140 w 202"/>
              <a:gd name="T61" fmla="*/ 347 h 375"/>
              <a:gd name="T62" fmla="*/ 196 w 202"/>
              <a:gd name="T63" fmla="*/ 333 h 375"/>
              <a:gd name="T64" fmla="*/ 180 w 202"/>
              <a:gd name="T65" fmla="*/ 314 h 375"/>
              <a:gd name="T66" fmla="*/ 131 w 202"/>
              <a:gd name="T67" fmla="*/ 352 h 375"/>
              <a:gd name="T68" fmla="*/ 108 w 202"/>
              <a:gd name="T69" fmla="*/ 68 h 375"/>
              <a:gd name="T70" fmla="*/ 97 w 202"/>
              <a:gd name="T71" fmla="*/ 60 h 375"/>
              <a:gd name="T72" fmla="*/ 40 w 202"/>
              <a:gd name="T73" fmla="*/ 125 h 375"/>
              <a:gd name="T74" fmla="*/ 35 w 202"/>
              <a:gd name="T75" fmla="*/ 155 h 375"/>
              <a:gd name="T76" fmla="*/ 136 w 202"/>
              <a:gd name="T77" fmla="*/ 23 h 375"/>
              <a:gd name="T78" fmla="*/ 141 w 202"/>
              <a:gd name="T79" fmla="*/ 0 h 375"/>
              <a:gd name="T80" fmla="*/ 26 w 202"/>
              <a:gd name="T81" fmla="*/ 94 h 375"/>
              <a:gd name="T82" fmla="*/ 100 w 202"/>
              <a:gd name="T83" fmla="*/ 74 h 375"/>
              <a:gd name="T84" fmla="*/ 109 w 202"/>
              <a:gd name="T85" fmla="*/ 61 h 375"/>
              <a:gd name="T86" fmla="*/ 38 w 202"/>
              <a:gd name="T87" fmla="*/ 123 h 375"/>
              <a:gd name="T88" fmla="*/ 30 w 202"/>
              <a:gd name="T89" fmla="*/ 125 h 375"/>
              <a:gd name="T90" fmla="*/ 52 w 202"/>
              <a:gd name="T91" fmla="*/ 187 h 375"/>
              <a:gd name="T92" fmla="*/ 34 w 202"/>
              <a:gd name="T93" fmla="*/ 178 h 375"/>
              <a:gd name="T94" fmla="*/ 43 w 202"/>
              <a:gd name="T95" fmla="*/ 153 h 375"/>
              <a:gd name="T96" fmla="*/ 35 w 202"/>
              <a:gd name="T97" fmla="*/ 161 h 375"/>
              <a:gd name="T98" fmla="*/ 132 w 202"/>
              <a:gd name="T99" fmla="*/ 32 h 375"/>
              <a:gd name="T100" fmla="*/ 134 w 202"/>
              <a:gd name="T101" fmla="*/ 13 h 375"/>
              <a:gd name="T102" fmla="*/ 130 w 202"/>
              <a:gd name="T103" fmla="*/ 18 h 375"/>
              <a:gd name="T104" fmla="*/ 17 w 202"/>
              <a:gd name="T105" fmla="*/ 125 h 375"/>
              <a:gd name="T106" fmla="*/ 21 w 202"/>
              <a:gd name="T107" fmla="*/ 115 h 375"/>
              <a:gd name="T108" fmla="*/ 29 w 202"/>
              <a:gd name="T109" fmla="*/ 101 h 375"/>
              <a:gd name="T110" fmla="*/ 40 w 202"/>
              <a:gd name="T111" fmla="*/ 92 h 375"/>
              <a:gd name="T112" fmla="*/ 25 w 202"/>
              <a:gd name="T113" fmla="*/ 101 h 375"/>
              <a:gd name="T114" fmla="*/ 75 w 202"/>
              <a:gd name="T115" fmla="*/ 230 h 375"/>
              <a:gd name="T116" fmla="*/ 2 w 202"/>
              <a:gd name="T117" fmla="*/ 229 h 375"/>
              <a:gd name="T118" fmla="*/ 27 w 202"/>
              <a:gd name="T119" fmla="*/ 232 h 375"/>
              <a:gd name="T120" fmla="*/ 54 w 202"/>
              <a:gd name="T121" fmla="*/ 227 h 375"/>
              <a:gd name="T122" fmla="*/ 46 w 202"/>
              <a:gd name="T123" fmla="*/ 20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2" h="375">
                <a:moveTo>
                  <a:pt x="145" y="346"/>
                </a:moveTo>
                <a:cubicBezTo>
                  <a:pt x="145" y="347"/>
                  <a:pt x="145" y="347"/>
                  <a:pt x="145" y="347"/>
                </a:cubicBezTo>
                <a:cubicBezTo>
                  <a:pt x="143" y="347"/>
                  <a:pt x="143" y="347"/>
                  <a:pt x="143" y="347"/>
                </a:cubicBezTo>
                <a:cubicBezTo>
                  <a:pt x="144" y="346"/>
                  <a:pt x="144" y="346"/>
                  <a:pt x="144" y="346"/>
                </a:cubicBezTo>
                <a:lnTo>
                  <a:pt x="145" y="346"/>
                </a:lnTo>
                <a:close/>
                <a:moveTo>
                  <a:pt x="182" y="323"/>
                </a:moveTo>
                <a:cubicBezTo>
                  <a:pt x="181" y="325"/>
                  <a:pt x="181" y="325"/>
                  <a:pt x="181" y="325"/>
                </a:cubicBezTo>
                <a:cubicBezTo>
                  <a:pt x="183" y="326"/>
                  <a:pt x="183" y="326"/>
                  <a:pt x="183" y="326"/>
                </a:cubicBezTo>
                <a:cubicBezTo>
                  <a:pt x="186" y="326"/>
                  <a:pt x="186" y="326"/>
                  <a:pt x="186" y="326"/>
                </a:cubicBezTo>
                <a:cubicBezTo>
                  <a:pt x="185" y="324"/>
                  <a:pt x="185" y="324"/>
                  <a:pt x="185" y="324"/>
                </a:cubicBezTo>
                <a:lnTo>
                  <a:pt x="182" y="323"/>
                </a:lnTo>
                <a:close/>
                <a:moveTo>
                  <a:pt x="199" y="295"/>
                </a:moveTo>
                <a:cubicBezTo>
                  <a:pt x="201" y="292"/>
                  <a:pt x="201" y="290"/>
                  <a:pt x="202" y="287"/>
                </a:cubicBezTo>
                <a:cubicBezTo>
                  <a:pt x="202" y="278"/>
                  <a:pt x="193" y="273"/>
                  <a:pt x="184" y="272"/>
                </a:cubicBezTo>
                <a:cubicBezTo>
                  <a:pt x="184" y="273"/>
                  <a:pt x="184" y="273"/>
                  <a:pt x="184" y="273"/>
                </a:cubicBezTo>
                <a:cubicBezTo>
                  <a:pt x="181" y="272"/>
                  <a:pt x="178" y="272"/>
                  <a:pt x="175" y="272"/>
                </a:cubicBezTo>
                <a:cubicBezTo>
                  <a:pt x="173" y="274"/>
                  <a:pt x="173" y="274"/>
                  <a:pt x="173" y="274"/>
                </a:cubicBezTo>
                <a:cubicBezTo>
                  <a:pt x="173" y="276"/>
                  <a:pt x="172" y="277"/>
                  <a:pt x="171" y="279"/>
                </a:cubicBezTo>
                <a:cubicBezTo>
                  <a:pt x="168" y="279"/>
                  <a:pt x="168" y="279"/>
                  <a:pt x="168" y="279"/>
                </a:cubicBezTo>
                <a:cubicBezTo>
                  <a:pt x="167" y="276"/>
                  <a:pt x="167" y="276"/>
                  <a:pt x="167" y="276"/>
                </a:cubicBezTo>
                <a:cubicBezTo>
                  <a:pt x="165" y="276"/>
                  <a:pt x="165" y="276"/>
                  <a:pt x="165" y="276"/>
                </a:cubicBezTo>
                <a:cubicBezTo>
                  <a:pt x="163" y="276"/>
                  <a:pt x="163" y="276"/>
                  <a:pt x="163" y="276"/>
                </a:cubicBezTo>
                <a:cubicBezTo>
                  <a:pt x="165" y="273"/>
                  <a:pt x="167" y="270"/>
                  <a:pt x="170" y="269"/>
                </a:cubicBezTo>
                <a:cubicBezTo>
                  <a:pt x="170" y="264"/>
                  <a:pt x="169" y="259"/>
                  <a:pt x="165" y="256"/>
                </a:cubicBezTo>
                <a:cubicBezTo>
                  <a:pt x="164" y="255"/>
                  <a:pt x="164" y="255"/>
                  <a:pt x="164" y="255"/>
                </a:cubicBezTo>
                <a:cubicBezTo>
                  <a:pt x="162" y="254"/>
                  <a:pt x="160" y="252"/>
                  <a:pt x="158" y="251"/>
                </a:cubicBezTo>
                <a:cubicBezTo>
                  <a:pt x="156" y="248"/>
                  <a:pt x="156" y="248"/>
                  <a:pt x="156" y="248"/>
                </a:cubicBezTo>
                <a:cubicBezTo>
                  <a:pt x="155" y="248"/>
                  <a:pt x="155" y="248"/>
                  <a:pt x="155" y="248"/>
                </a:cubicBezTo>
                <a:cubicBezTo>
                  <a:pt x="152" y="249"/>
                  <a:pt x="152" y="249"/>
                  <a:pt x="152" y="249"/>
                </a:cubicBezTo>
                <a:cubicBezTo>
                  <a:pt x="151" y="250"/>
                  <a:pt x="151" y="250"/>
                  <a:pt x="151" y="250"/>
                </a:cubicBezTo>
                <a:cubicBezTo>
                  <a:pt x="149" y="249"/>
                  <a:pt x="149" y="249"/>
                  <a:pt x="149" y="249"/>
                </a:cubicBezTo>
                <a:cubicBezTo>
                  <a:pt x="147" y="249"/>
                  <a:pt x="147" y="249"/>
                  <a:pt x="147" y="249"/>
                </a:cubicBezTo>
                <a:cubicBezTo>
                  <a:pt x="146" y="249"/>
                  <a:pt x="146" y="249"/>
                  <a:pt x="146" y="249"/>
                </a:cubicBezTo>
                <a:cubicBezTo>
                  <a:pt x="148" y="248"/>
                  <a:pt x="148" y="248"/>
                  <a:pt x="148" y="248"/>
                </a:cubicBezTo>
                <a:cubicBezTo>
                  <a:pt x="150" y="248"/>
                  <a:pt x="150" y="248"/>
                  <a:pt x="150" y="248"/>
                </a:cubicBezTo>
                <a:cubicBezTo>
                  <a:pt x="152" y="248"/>
                  <a:pt x="154" y="248"/>
                  <a:pt x="155" y="247"/>
                </a:cubicBezTo>
                <a:cubicBezTo>
                  <a:pt x="157" y="248"/>
                  <a:pt x="157" y="248"/>
                  <a:pt x="157" y="248"/>
                </a:cubicBezTo>
                <a:cubicBezTo>
                  <a:pt x="159" y="250"/>
                  <a:pt x="159" y="250"/>
                  <a:pt x="159" y="250"/>
                </a:cubicBezTo>
                <a:cubicBezTo>
                  <a:pt x="161" y="251"/>
                  <a:pt x="161" y="251"/>
                  <a:pt x="161" y="251"/>
                </a:cubicBezTo>
                <a:cubicBezTo>
                  <a:pt x="163" y="250"/>
                  <a:pt x="163" y="250"/>
                  <a:pt x="163" y="250"/>
                </a:cubicBezTo>
                <a:cubicBezTo>
                  <a:pt x="165" y="251"/>
                  <a:pt x="165" y="251"/>
                  <a:pt x="165" y="251"/>
                </a:cubicBezTo>
                <a:cubicBezTo>
                  <a:pt x="162" y="247"/>
                  <a:pt x="159" y="243"/>
                  <a:pt x="157" y="238"/>
                </a:cubicBezTo>
                <a:cubicBezTo>
                  <a:pt x="158" y="236"/>
                  <a:pt x="158" y="236"/>
                  <a:pt x="158" y="236"/>
                </a:cubicBezTo>
                <a:cubicBezTo>
                  <a:pt x="160" y="235"/>
                  <a:pt x="160" y="235"/>
                  <a:pt x="160" y="235"/>
                </a:cubicBezTo>
                <a:cubicBezTo>
                  <a:pt x="156" y="233"/>
                  <a:pt x="156" y="233"/>
                  <a:pt x="156" y="233"/>
                </a:cubicBezTo>
                <a:cubicBezTo>
                  <a:pt x="155" y="231"/>
                  <a:pt x="155" y="231"/>
                  <a:pt x="155" y="231"/>
                </a:cubicBezTo>
                <a:cubicBezTo>
                  <a:pt x="153" y="230"/>
                  <a:pt x="153" y="230"/>
                  <a:pt x="153" y="230"/>
                </a:cubicBezTo>
                <a:cubicBezTo>
                  <a:pt x="151" y="226"/>
                  <a:pt x="151" y="226"/>
                  <a:pt x="151" y="226"/>
                </a:cubicBezTo>
                <a:cubicBezTo>
                  <a:pt x="150" y="225"/>
                  <a:pt x="150" y="225"/>
                  <a:pt x="150" y="225"/>
                </a:cubicBezTo>
                <a:cubicBezTo>
                  <a:pt x="149" y="223"/>
                  <a:pt x="149" y="223"/>
                  <a:pt x="149" y="223"/>
                </a:cubicBezTo>
                <a:cubicBezTo>
                  <a:pt x="145" y="220"/>
                  <a:pt x="140" y="218"/>
                  <a:pt x="136" y="218"/>
                </a:cubicBezTo>
                <a:cubicBezTo>
                  <a:pt x="136" y="217"/>
                  <a:pt x="136" y="217"/>
                  <a:pt x="136" y="217"/>
                </a:cubicBezTo>
                <a:cubicBezTo>
                  <a:pt x="134" y="214"/>
                  <a:pt x="132" y="210"/>
                  <a:pt x="132" y="206"/>
                </a:cubicBezTo>
                <a:cubicBezTo>
                  <a:pt x="131" y="205"/>
                  <a:pt x="131" y="205"/>
                  <a:pt x="131" y="205"/>
                </a:cubicBezTo>
                <a:cubicBezTo>
                  <a:pt x="129" y="203"/>
                  <a:pt x="129" y="200"/>
                  <a:pt x="129" y="198"/>
                </a:cubicBezTo>
                <a:cubicBezTo>
                  <a:pt x="128" y="196"/>
                  <a:pt x="128" y="196"/>
                  <a:pt x="128" y="196"/>
                </a:cubicBezTo>
                <a:cubicBezTo>
                  <a:pt x="128" y="194"/>
                  <a:pt x="128" y="194"/>
                  <a:pt x="128" y="194"/>
                </a:cubicBezTo>
                <a:cubicBezTo>
                  <a:pt x="127" y="193"/>
                  <a:pt x="127" y="193"/>
                  <a:pt x="127" y="193"/>
                </a:cubicBezTo>
                <a:cubicBezTo>
                  <a:pt x="127" y="190"/>
                  <a:pt x="127" y="188"/>
                  <a:pt x="126" y="186"/>
                </a:cubicBezTo>
                <a:cubicBezTo>
                  <a:pt x="125" y="185"/>
                  <a:pt x="125" y="185"/>
                  <a:pt x="125" y="185"/>
                </a:cubicBezTo>
                <a:cubicBezTo>
                  <a:pt x="124" y="185"/>
                  <a:pt x="124" y="185"/>
                  <a:pt x="124" y="185"/>
                </a:cubicBezTo>
                <a:cubicBezTo>
                  <a:pt x="123" y="184"/>
                  <a:pt x="123" y="184"/>
                  <a:pt x="123" y="184"/>
                </a:cubicBezTo>
                <a:cubicBezTo>
                  <a:pt x="122" y="184"/>
                  <a:pt x="122" y="184"/>
                  <a:pt x="122" y="184"/>
                </a:cubicBezTo>
                <a:cubicBezTo>
                  <a:pt x="121" y="182"/>
                  <a:pt x="120" y="180"/>
                  <a:pt x="118" y="179"/>
                </a:cubicBezTo>
                <a:cubicBezTo>
                  <a:pt x="118" y="177"/>
                  <a:pt x="117" y="176"/>
                  <a:pt x="116" y="175"/>
                </a:cubicBezTo>
                <a:cubicBezTo>
                  <a:pt x="112" y="174"/>
                  <a:pt x="112" y="174"/>
                  <a:pt x="112" y="174"/>
                </a:cubicBezTo>
                <a:cubicBezTo>
                  <a:pt x="108" y="172"/>
                  <a:pt x="108" y="172"/>
                  <a:pt x="108" y="172"/>
                </a:cubicBezTo>
                <a:cubicBezTo>
                  <a:pt x="107" y="172"/>
                  <a:pt x="107" y="172"/>
                  <a:pt x="107" y="172"/>
                </a:cubicBezTo>
                <a:cubicBezTo>
                  <a:pt x="107" y="171"/>
                  <a:pt x="107" y="171"/>
                  <a:pt x="107" y="171"/>
                </a:cubicBezTo>
                <a:cubicBezTo>
                  <a:pt x="106" y="170"/>
                  <a:pt x="106" y="170"/>
                  <a:pt x="106" y="170"/>
                </a:cubicBezTo>
                <a:cubicBezTo>
                  <a:pt x="103" y="170"/>
                  <a:pt x="103" y="170"/>
                  <a:pt x="103" y="170"/>
                </a:cubicBezTo>
                <a:cubicBezTo>
                  <a:pt x="101" y="171"/>
                  <a:pt x="101" y="172"/>
                  <a:pt x="100" y="173"/>
                </a:cubicBezTo>
                <a:cubicBezTo>
                  <a:pt x="97" y="174"/>
                  <a:pt x="97" y="174"/>
                  <a:pt x="97" y="174"/>
                </a:cubicBezTo>
                <a:cubicBezTo>
                  <a:pt x="96" y="173"/>
                  <a:pt x="96" y="173"/>
                  <a:pt x="96" y="173"/>
                </a:cubicBezTo>
                <a:cubicBezTo>
                  <a:pt x="93" y="173"/>
                  <a:pt x="90" y="172"/>
                  <a:pt x="87" y="171"/>
                </a:cubicBezTo>
                <a:cubicBezTo>
                  <a:pt x="86" y="172"/>
                  <a:pt x="86" y="172"/>
                  <a:pt x="86" y="172"/>
                </a:cubicBezTo>
                <a:cubicBezTo>
                  <a:pt x="85" y="171"/>
                  <a:pt x="85" y="171"/>
                  <a:pt x="85" y="171"/>
                </a:cubicBezTo>
                <a:cubicBezTo>
                  <a:pt x="84" y="170"/>
                  <a:pt x="84" y="170"/>
                  <a:pt x="84" y="170"/>
                </a:cubicBezTo>
                <a:cubicBezTo>
                  <a:pt x="85" y="170"/>
                  <a:pt x="85" y="170"/>
                  <a:pt x="85" y="170"/>
                </a:cubicBezTo>
                <a:cubicBezTo>
                  <a:pt x="88" y="171"/>
                  <a:pt x="90" y="171"/>
                  <a:pt x="92" y="171"/>
                </a:cubicBezTo>
                <a:cubicBezTo>
                  <a:pt x="94" y="170"/>
                  <a:pt x="94" y="170"/>
                  <a:pt x="94" y="170"/>
                </a:cubicBezTo>
                <a:cubicBezTo>
                  <a:pt x="95" y="170"/>
                  <a:pt x="95" y="170"/>
                  <a:pt x="95" y="170"/>
                </a:cubicBezTo>
                <a:cubicBezTo>
                  <a:pt x="96" y="168"/>
                  <a:pt x="96" y="168"/>
                  <a:pt x="96" y="168"/>
                </a:cubicBezTo>
                <a:cubicBezTo>
                  <a:pt x="97" y="168"/>
                  <a:pt x="97" y="168"/>
                  <a:pt x="97" y="168"/>
                </a:cubicBezTo>
                <a:cubicBezTo>
                  <a:pt x="99" y="165"/>
                  <a:pt x="99" y="165"/>
                  <a:pt x="99" y="165"/>
                </a:cubicBezTo>
                <a:cubicBezTo>
                  <a:pt x="101" y="165"/>
                  <a:pt x="102" y="165"/>
                  <a:pt x="103" y="166"/>
                </a:cubicBezTo>
                <a:cubicBezTo>
                  <a:pt x="106" y="164"/>
                  <a:pt x="106" y="164"/>
                  <a:pt x="106" y="164"/>
                </a:cubicBezTo>
                <a:cubicBezTo>
                  <a:pt x="107" y="163"/>
                  <a:pt x="107" y="163"/>
                  <a:pt x="107" y="163"/>
                </a:cubicBezTo>
                <a:cubicBezTo>
                  <a:pt x="105" y="161"/>
                  <a:pt x="105" y="161"/>
                  <a:pt x="105" y="161"/>
                </a:cubicBezTo>
                <a:cubicBezTo>
                  <a:pt x="103" y="161"/>
                  <a:pt x="103" y="161"/>
                  <a:pt x="103" y="161"/>
                </a:cubicBezTo>
                <a:cubicBezTo>
                  <a:pt x="102" y="160"/>
                  <a:pt x="102" y="160"/>
                  <a:pt x="102" y="160"/>
                </a:cubicBezTo>
                <a:cubicBezTo>
                  <a:pt x="103" y="158"/>
                  <a:pt x="103" y="158"/>
                  <a:pt x="103" y="158"/>
                </a:cubicBezTo>
                <a:cubicBezTo>
                  <a:pt x="101" y="157"/>
                  <a:pt x="101" y="157"/>
                  <a:pt x="101" y="157"/>
                </a:cubicBezTo>
                <a:cubicBezTo>
                  <a:pt x="99" y="158"/>
                  <a:pt x="97" y="159"/>
                  <a:pt x="94" y="160"/>
                </a:cubicBezTo>
                <a:cubicBezTo>
                  <a:pt x="94" y="160"/>
                  <a:pt x="94" y="160"/>
                  <a:pt x="94" y="160"/>
                </a:cubicBezTo>
                <a:cubicBezTo>
                  <a:pt x="95" y="159"/>
                  <a:pt x="96" y="158"/>
                  <a:pt x="97" y="157"/>
                </a:cubicBezTo>
                <a:cubicBezTo>
                  <a:pt x="103" y="156"/>
                  <a:pt x="103" y="156"/>
                  <a:pt x="103" y="156"/>
                </a:cubicBezTo>
                <a:cubicBezTo>
                  <a:pt x="105" y="155"/>
                  <a:pt x="107" y="153"/>
                  <a:pt x="109" y="151"/>
                </a:cubicBezTo>
                <a:cubicBezTo>
                  <a:pt x="109" y="150"/>
                  <a:pt x="109" y="150"/>
                  <a:pt x="109" y="150"/>
                </a:cubicBezTo>
                <a:cubicBezTo>
                  <a:pt x="110" y="147"/>
                  <a:pt x="110" y="147"/>
                  <a:pt x="110" y="147"/>
                </a:cubicBezTo>
                <a:cubicBezTo>
                  <a:pt x="112" y="146"/>
                  <a:pt x="113" y="144"/>
                  <a:pt x="114" y="141"/>
                </a:cubicBezTo>
                <a:cubicBezTo>
                  <a:pt x="114" y="140"/>
                  <a:pt x="114" y="140"/>
                  <a:pt x="114" y="140"/>
                </a:cubicBezTo>
                <a:cubicBezTo>
                  <a:pt x="115" y="138"/>
                  <a:pt x="116" y="136"/>
                  <a:pt x="117" y="134"/>
                </a:cubicBezTo>
                <a:cubicBezTo>
                  <a:pt x="117" y="134"/>
                  <a:pt x="117" y="134"/>
                  <a:pt x="117" y="134"/>
                </a:cubicBezTo>
                <a:cubicBezTo>
                  <a:pt x="117" y="132"/>
                  <a:pt x="117" y="129"/>
                  <a:pt x="118" y="127"/>
                </a:cubicBezTo>
                <a:cubicBezTo>
                  <a:pt x="120" y="126"/>
                  <a:pt x="121" y="124"/>
                  <a:pt x="122" y="122"/>
                </a:cubicBezTo>
                <a:cubicBezTo>
                  <a:pt x="122" y="121"/>
                  <a:pt x="121" y="119"/>
                  <a:pt x="121" y="117"/>
                </a:cubicBezTo>
                <a:cubicBezTo>
                  <a:pt x="120" y="116"/>
                  <a:pt x="119" y="115"/>
                  <a:pt x="118" y="115"/>
                </a:cubicBezTo>
                <a:cubicBezTo>
                  <a:pt x="116" y="115"/>
                  <a:pt x="116" y="115"/>
                  <a:pt x="116" y="115"/>
                </a:cubicBezTo>
                <a:cubicBezTo>
                  <a:pt x="114" y="115"/>
                  <a:pt x="114" y="115"/>
                  <a:pt x="114" y="115"/>
                </a:cubicBezTo>
                <a:cubicBezTo>
                  <a:pt x="112" y="115"/>
                  <a:pt x="112" y="115"/>
                  <a:pt x="112" y="115"/>
                </a:cubicBezTo>
                <a:cubicBezTo>
                  <a:pt x="110" y="116"/>
                  <a:pt x="110" y="116"/>
                  <a:pt x="110" y="116"/>
                </a:cubicBezTo>
                <a:cubicBezTo>
                  <a:pt x="108" y="115"/>
                  <a:pt x="108" y="115"/>
                  <a:pt x="108" y="115"/>
                </a:cubicBezTo>
                <a:cubicBezTo>
                  <a:pt x="108" y="116"/>
                  <a:pt x="108" y="116"/>
                  <a:pt x="108" y="116"/>
                </a:cubicBezTo>
                <a:cubicBezTo>
                  <a:pt x="105" y="115"/>
                  <a:pt x="103" y="114"/>
                  <a:pt x="100" y="115"/>
                </a:cubicBezTo>
                <a:cubicBezTo>
                  <a:pt x="99" y="116"/>
                  <a:pt x="99" y="116"/>
                  <a:pt x="99" y="116"/>
                </a:cubicBezTo>
                <a:cubicBezTo>
                  <a:pt x="97" y="116"/>
                  <a:pt x="97" y="116"/>
                  <a:pt x="97" y="116"/>
                </a:cubicBezTo>
                <a:cubicBezTo>
                  <a:pt x="96" y="115"/>
                  <a:pt x="94" y="115"/>
                  <a:pt x="93" y="114"/>
                </a:cubicBezTo>
                <a:cubicBezTo>
                  <a:pt x="92" y="114"/>
                  <a:pt x="91" y="114"/>
                  <a:pt x="89" y="114"/>
                </a:cubicBezTo>
                <a:cubicBezTo>
                  <a:pt x="89" y="116"/>
                  <a:pt x="89" y="116"/>
                  <a:pt x="89" y="116"/>
                </a:cubicBezTo>
                <a:cubicBezTo>
                  <a:pt x="87" y="116"/>
                  <a:pt x="87" y="116"/>
                  <a:pt x="87" y="116"/>
                </a:cubicBezTo>
                <a:cubicBezTo>
                  <a:pt x="87" y="117"/>
                  <a:pt x="87" y="117"/>
                  <a:pt x="87" y="117"/>
                </a:cubicBezTo>
                <a:cubicBezTo>
                  <a:pt x="86" y="116"/>
                  <a:pt x="86" y="116"/>
                  <a:pt x="86" y="116"/>
                </a:cubicBezTo>
                <a:cubicBezTo>
                  <a:pt x="83" y="118"/>
                  <a:pt x="83" y="118"/>
                  <a:pt x="83" y="118"/>
                </a:cubicBezTo>
                <a:cubicBezTo>
                  <a:pt x="78" y="118"/>
                  <a:pt x="78" y="118"/>
                  <a:pt x="78" y="118"/>
                </a:cubicBezTo>
                <a:cubicBezTo>
                  <a:pt x="79" y="119"/>
                  <a:pt x="79" y="119"/>
                  <a:pt x="79" y="119"/>
                </a:cubicBezTo>
                <a:cubicBezTo>
                  <a:pt x="76" y="122"/>
                  <a:pt x="76" y="122"/>
                  <a:pt x="76" y="122"/>
                </a:cubicBezTo>
                <a:cubicBezTo>
                  <a:pt x="75" y="121"/>
                  <a:pt x="75" y="121"/>
                  <a:pt x="75" y="121"/>
                </a:cubicBezTo>
                <a:cubicBezTo>
                  <a:pt x="80" y="115"/>
                  <a:pt x="80" y="115"/>
                  <a:pt x="80" y="115"/>
                </a:cubicBezTo>
                <a:cubicBezTo>
                  <a:pt x="78" y="116"/>
                  <a:pt x="78" y="116"/>
                  <a:pt x="78" y="116"/>
                </a:cubicBezTo>
                <a:cubicBezTo>
                  <a:pt x="76" y="115"/>
                  <a:pt x="76" y="115"/>
                  <a:pt x="76" y="115"/>
                </a:cubicBezTo>
                <a:cubicBezTo>
                  <a:pt x="71" y="119"/>
                  <a:pt x="71" y="119"/>
                  <a:pt x="71" y="119"/>
                </a:cubicBezTo>
                <a:cubicBezTo>
                  <a:pt x="72" y="118"/>
                  <a:pt x="72" y="118"/>
                  <a:pt x="72" y="118"/>
                </a:cubicBezTo>
                <a:cubicBezTo>
                  <a:pt x="74" y="116"/>
                  <a:pt x="74" y="116"/>
                  <a:pt x="74" y="116"/>
                </a:cubicBezTo>
                <a:cubicBezTo>
                  <a:pt x="74" y="115"/>
                  <a:pt x="74" y="115"/>
                  <a:pt x="74" y="115"/>
                </a:cubicBezTo>
                <a:cubicBezTo>
                  <a:pt x="77" y="115"/>
                  <a:pt x="77" y="115"/>
                  <a:pt x="77" y="115"/>
                </a:cubicBezTo>
                <a:cubicBezTo>
                  <a:pt x="78" y="114"/>
                  <a:pt x="78" y="114"/>
                  <a:pt x="78" y="114"/>
                </a:cubicBezTo>
                <a:cubicBezTo>
                  <a:pt x="79" y="114"/>
                  <a:pt x="79" y="114"/>
                  <a:pt x="79" y="114"/>
                </a:cubicBezTo>
                <a:cubicBezTo>
                  <a:pt x="80" y="115"/>
                  <a:pt x="80" y="115"/>
                  <a:pt x="80" y="115"/>
                </a:cubicBezTo>
                <a:cubicBezTo>
                  <a:pt x="84" y="110"/>
                  <a:pt x="84" y="110"/>
                  <a:pt x="84" y="110"/>
                </a:cubicBezTo>
                <a:cubicBezTo>
                  <a:pt x="84" y="109"/>
                  <a:pt x="84" y="109"/>
                  <a:pt x="84" y="109"/>
                </a:cubicBezTo>
                <a:cubicBezTo>
                  <a:pt x="82" y="111"/>
                  <a:pt x="82" y="111"/>
                  <a:pt x="82" y="111"/>
                </a:cubicBezTo>
                <a:cubicBezTo>
                  <a:pt x="80" y="110"/>
                  <a:pt x="80" y="110"/>
                  <a:pt x="80" y="110"/>
                </a:cubicBezTo>
                <a:cubicBezTo>
                  <a:pt x="79" y="111"/>
                  <a:pt x="79" y="111"/>
                  <a:pt x="79" y="111"/>
                </a:cubicBezTo>
                <a:cubicBezTo>
                  <a:pt x="76" y="109"/>
                  <a:pt x="76" y="109"/>
                  <a:pt x="76" y="109"/>
                </a:cubicBezTo>
                <a:cubicBezTo>
                  <a:pt x="75" y="110"/>
                  <a:pt x="75" y="110"/>
                  <a:pt x="75" y="110"/>
                </a:cubicBezTo>
                <a:cubicBezTo>
                  <a:pt x="73" y="109"/>
                  <a:pt x="73" y="109"/>
                  <a:pt x="73" y="109"/>
                </a:cubicBezTo>
                <a:cubicBezTo>
                  <a:pt x="72" y="107"/>
                  <a:pt x="72" y="107"/>
                  <a:pt x="72" y="107"/>
                </a:cubicBezTo>
                <a:cubicBezTo>
                  <a:pt x="74" y="109"/>
                  <a:pt x="74" y="109"/>
                  <a:pt x="74" y="109"/>
                </a:cubicBezTo>
                <a:cubicBezTo>
                  <a:pt x="76" y="109"/>
                  <a:pt x="76" y="109"/>
                  <a:pt x="76" y="109"/>
                </a:cubicBezTo>
                <a:cubicBezTo>
                  <a:pt x="78" y="109"/>
                  <a:pt x="78" y="109"/>
                  <a:pt x="78" y="109"/>
                </a:cubicBezTo>
                <a:cubicBezTo>
                  <a:pt x="78" y="109"/>
                  <a:pt x="78" y="109"/>
                  <a:pt x="78" y="109"/>
                </a:cubicBezTo>
                <a:cubicBezTo>
                  <a:pt x="80" y="109"/>
                  <a:pt x="80" y="109"/>
                  <a:pt x="80" y="109"/>
                </a:cubicBezTo>
                <a:cubicBezTo>
                  <a:pt x="80" y="108"/>
                  <a:pt x="80" y="108"/>
                  <a:pt x="80" y="108"/>
                </a:cubicBezTo>
                <a:cubicBezTo>
                  <a:pt x="78" y="106"/>
                  <a:pt x="78" y="106"/>
                  <a:pt x="78" y="106"/>
                </a:cubicBezTo>
                <a:cubicBezTo>
                  <a:pt x="80" y="106"/>
                  <a:pt x="81" y="105"/>
                  <a:pt x="83" y="105"/>
                </a:cubicBezTo>
                <a:cubicBezTo>
                  <a:pt x="83" y="103"/>
                  <a:pt x="83" y="103"/>
                  <a:pt x="83" y="103"/>
                </a:cubicBezTo>
                <a:cubicBezTo>
                  <a:pt x="87" y="100"/>
                  <a:pt x="91" y="97"/>
                  <a:pt x="95" y="94"/>
                </a:cubicBezTo>
                <a:cubicBezTo>
                  <a:pt x="97" y="91"/>
                  <a:pt x="97" y="91"/>
                  <a:pt x="97" y="91"/>
                </a:cubicBezTo>
                <a:cubicBezTo>
                  <a:pt x="97" y="88"/>
                  <a:pt x="97" y="88"/>
                  <a:pt x="97" y="88"/>
                </a:cubicBezTo>
                <a:cubicBezTo>
                  <a:pt x="96" y="88"/>
                  <a:pt x="96" y="88"/>
                  <a:pt x="96" y="88"/>
                </a:cubicBezTo>
                <a:cubicBezTo>
                  <a:pt x="96" y="87"/>
                  <a:pt x="96" y="87"/>
                  <a:pt x="96" y="87"/>
                </a:cubicBezTo>
                <a:cubicBezTo>
                  <a:pt x="97" y="86"/>
                  <a:pt x="98" y="85"/>
                  <a:pt x="98" y="83"/>
                </a:cubicBezTo>
                <a:cubicBezTo>
                  <a:pt x="96" y="83"/>
                  <a:pt x="96" y="83"/>
                  <a:pt x="96" y="83"/>
                </a:cubicBezTo>
                <a:cubicBezTo>
                  <a:pt x="95" y="82"/>
                  <a:pt x="95" y="82"/>
                  <a:pt x="95" y="82"/>
                </a:cubicBezTo>
                <a:cubicBezTo>
                  <a:pt x="93" y="83"/>
                  <a:pt x="93" y="83"/>
                  <a:pt x="93" y="83"/>
                </a:cubicBezTo>
                <a:cubicBezTo>
                  <a:pt x="92" y="82"/>
                  <a:pt x="92" y="82"/>
                  <a:pt x="92" y="82"/>
                </a:cubicBezTo>
                <a:cubicBezTo>
                  <a:pt x="91" y="83"/>
                  <a:pt x="91" y="83"/>
                  <a:pt x="91" y="83"/>
                </a:cubicBezTo>
                <a:cubicBezTo>
                  <a:pt x="92" y="84"/>
                  <a:pt x="92" y="84"/>
                  <a:pt x="92" y="84"/>
                </a:cubicBezTo>
                <a:cubicBezTo>
                  <a:pt x="92" y="84"/>
                  <a:pt x="92" y="84"/>
                  <a:pt x="92" y="84"/>
                </a:cubicBezTo>
                <a:cubicBezTo>
                  <a:pt x="90" y="84"/>
                  <a:pt x="90" y="84"/>
                  <a:pt x="90" y="84"/>
                </a:cubicBezTo>
                <a:cubicBezTo>
                  <a:pt x="89" y="84"/>
                  <a:pt x="89" y="84"/>
                  <a:pt x="89" y="84"/>
                </a:cubicBezTo>
                <a:cubicBezTo>
                  <a:pt x="88" y="83"/>
                  <a:pt x="88" y="83"/>
                  <a:pt x="88" y="83"/>
                </a:cubicBezTo>
                <a:cubicBezTo>
                  <a:pt x="86" y="84"/>
                  <a:pt x="85" y="84"/>
                  <a:pt x="84" y="85"/>
                </a:cubicBezTo>
                <a:cubicBezTo>
                  <a:pt x="80" y="85"/>
                  <a:pt x="80" y="85"/>
                  <a:pt x="80" y="85"/>
                </a:cubicBezTo>
                <a:cubicBezTo>
                  <a:pt x="80" y="85"/>
                  <a:pt x="80" y="85"/>
                  <a:pt x="80" y="85"/>
                </a:cubicBezTo>
                <a:cubicBezTo>
                  <a:pt x="79" y="86"/>
                  <a:pt x="79" y="86"/>
                  <a:pt x="79" y="86"/>
                </a:cubicBezTo>
                <a:cubicBezTo>
                  <a:pt x="77" y="86"/>
                  <a:pt x="77" y="86"/>
                  <a:pt x="77" y="86"/>
                </a:cubicBezTo>
                <a:cubicBezTo>
                  <a:pt x="75" y="87"/>
                  <a:pt x="75" y="87"/>
                  <a:pt x="75" y="87"/>
                </a:cubicBezTo>
                <a:cubicBezTo>
                  <a:pt x="74" y="86"/>
                  <a:pt x="74" y="86"/>
                  <a:pt x="74" y="86"/>
                </a:cubicBezTo>
                <a:cubicBezTo>
                  <a:pt x="73" y="87"/>
                  <a:pt x="72" y="88"/>
                  <a:pt x="71" y="89"/>
                </a:cubicBezTo>
                <a:cubicBezTo>
                  <a:pt x="72" y="86"/>
                  <a:pt x="72" y="86"/>
                  <a:pt x="72" y="86"/>
                </a:cubicBezTo>
                <a:cubicBezTo>
                  <a:pt x="71" y="85"/>
                  <a:pt x="71" y="85"/>
                  <a:pt x="71" y="85"/>
                </a:cubicBezTo>
                <a:cubicBezTo>
                  <a:pt x="69" y="85"/>
                  <a:pt x="69" y="85"/>
                  <a:pt x="69" y="85"/>
                </a:cubicBezTo>
                <a:cubicBezTo>
                  <a:pt x="69" y="87"/>
                  <a:pt x="69" y="87"/>
                  <a:pt x="69" y="87"/>
                </a:cubicBezTo>
                <a:cubicBezTo>
                  <a:pt x="66" y="89"/>
                  <a:pt x="66" y="89"/>
                  <a:pt x="66" y="89"/>
                </a:cubicBezTo>
                <a:cubicBezTo>
                  <a:pt x="68" y="86"/>
                  <a:pt x="68" y="86"/>
                  <a:pt x="68" y="86"/>
                </a:cubicBezTo>
                <a:cubicBezTo>
                  <a:pt x="66" y="84"/>
                  <a:pt x="66" y="84"/>
                  <a:pt x="66" y="84"/>
                </a:cubicBezTo>
                <a:cubicBezTo>
                  <a:pt x="65" y="86"/>
                  <a:pt x="65" y="86"/>
                  <a:pt x="65" y="86"/>
                </a:cubicBezTo>
                <a:cubicBezTo>
                  <a:pt x="65" y="84"/>
                  <a:pt x="65" y="84"/>
                  <a:pt x="65" y="84"/>
                </a:cubicBezTo>
                <a:cubicBezTo>
                  <a:pt x="64" y="84"/>
                  <a:pt x="64" y="84"/>
                  <a:pt x="64" y="84"/>
                </a:cubicBezTo>
                <a:cubicBezTo>
                  <a:pt x="62" y="83"/>
                  <a:pt x="62" y="83"/>
                  <a:pt x="62" y="83"/>
                </a:cubicBezTo>
                <a:cubicBezTo>
                  <a:pt x="61" y="86"/>
                  <a:pt x="61" y="86"/>
                  <a:pt x="61" y="86"/>
                </a:cubicBezTo>
                <a:cubicBezTo>
                  <a:pt x="60" y="87"/>
                  <a:pt x="60" y="87"/>
                  <a:pt x="60" y="87"/>
                </a:cubicBezTo>
                <a:cubicBezTo>
                  <a:pt x="60" y="88"/>
                  <a:pt x="60" y="88"/>
                  <a:pt x="60" y="88"/>
                </a:cubicBezTo>
                <a:cubicBezTo>
                  <a:pt x="61" y="89"/>
                  <a:pt x="61" y="89"/>
                  <a:pt x="61" y="89"/>
                </a:cubicBezTo>
                <a:cubicBezTo>
                  <a:pt x="60" y="89"/>
                  <a:pt x="60" y="89"/>
                  <a:pt x="60" y="89"/>
                </a:cubicBezTo>
                <a:cubicBezTo>
                  <a:pt x="61" y="91"/>
                  <a:pt x="61" y="91"/>
                  <a:pt x="61" y="91"/>
                </a:cubicBezTo>
                <a:cubicBezTo>
                  <a:pt x="59" y="90"/>
                  <a:pt x="59" y="90"/>
                  <a:pt x="59" y="90"/>
                </a:cubicBezTo>
                <a:cubicBezTo>
                  <a:pt x="58" y="92"/>
                  <a:pt x="58" y="92"/>
                  <a:pt x="58" y="92"/>
                </a:cubicBezTo>
                <a:cubicBezTo>
                  <a:pt x="60" y="95"/>
                  <a:pt x="60" y="95"/>
                  <a:pt x="60" y="95"/>
                </a:cubicBezTo>
                <a:cubicBezTo>
                  <a:pt x="63" y="95"/>
                  <a:pt x="63" y="95"/>
                  <a:pt x="63" y="95"/>
                </a:cubicBezTo>
                <a:cubicBezTo>
                  <a:pt x="60" y="96"/>
                  <a:pt x="60" y="96"/>
                  <a:pt x="60" y="96"/>
                </a:cubicBezTo>
                <a:cubicBezTo>
                  <a:pt x="59" y="95"/>
                  <a:pt x="59" y="95"/>
                  <a:pt x="59" y="95"/>
                </a:cubicBezTo>
                <a:cubicBezTo>
                  <a:pt x="58" y="96"/>
                  <a:pt x="58" y="96"/>
                  <a:pt x="58" y="96"/>
                </a:cubicBezTo>
                <a:cubicBezTo>
                  <a:pt x="55" y="96"/>
                  <a:pt x="55" y="96"/>
                  <a:pt x="55" y="96"/>
                </a:cubicBezTo>
                <a:cubicBezTo>
                  <a:pt x="54" y="95"/>
                  <a:pt x="54" y="95"/>
                  <a:pt x="54" y="95"/>
                </a:cubicBezTo>
                <a:cubicBezTo>
                  <a:pt x="54" y="96"/>
                  <a:pt x="54" y="96"/>
                  <a:pt x="54" y="96"/>
                </a:cubicBezTo>
                <a:cubicBezTo>
                  <a:pt x="55" y="98"/>
                  <a:pt x="55" y="98"/>
                  <a:pt x="55" y="98"/>
                </a:cubicBezTo>
                <a:cubicBezTo>
                  <a:pt x="57" y="99"/>
                  <a:pt x="57" y="99"/>
                  <a:pt x="57" y="99"/>
                </a:cubicBezTo>
                <a:cubicBezTo>
                  <a:pt x="56" y="99"/>
                  <a:pt x="56" y="99"/>
                  <a:pt x="56" y="99"/>
                </a:cubicBezTo>
                <a:cubicBezTo>
                  <a:pt x="55" y="102"/>
                  <a:pt x="55" y="102"/>
                  <a:pt x="55" y="102"/>
                </a:cubicBezTo>
                <a:cubicBezTo>
                  <a:pt x="54" y="102"/>
                  <a:pt x="54" y="102"/>
                  <a:pt x="54" y="102"/>
                </a:cubicBezTo>
                <a:cubicBezTo>
                  <a:pt x="54" y="101"/>
                  <a:pt x="54" y="101"/>
                  <a:pt x="54" y="101"/>
                </a:cubicBezTo>
                <a:cubicBezTo>
                  <a:pt x="53" y="101"/>
                  <a:pt x="53" y="101"/>
                  <a:pt x="53" y="101"/>
                </a:cubicBezTo>
                <a:cubicBezTo>
                  <a:pt x="53" y="102"/>
                  <a:pt x="54" y="104"/>
                  <a:pt x="55" y="105"/>
                </a:cubicBezTo>
                <a:cubicBezTo>
                  <a:pt x="57" y="105"/>
                  <a:pt x="57" y="105"/>
                  <a:pt x="57" y="105"/>
                </a:cubicBezTo>
                <a:cubicBezTo>
                  <a:pt x="57" y="106"/>
                  <a:pt x="57" y="106"/>
                  <a:pt x="57" y="106"/>
                </a:cubicBezTo>
                <a:cubicBezTo>
                  <a:pt x="59" y="108"/>
                  <a:pt x="59" y="108"/>
                  <a:pt x="59" y="108"/>
                </a:cubicBezTo>
                <a:cubicBezTo>
                  <a:pt x="59" y="109"/>
                  <a:pt x="59" y="109"/>
                  <a:pt x="59" y="109"/>
                </a:cubicBezTo>
                <a:cubicBezTo>
                  <a:pt x="56" y="107"/>
                  <a:pt x="56" y="107"/>
                  <a:pt x="56" y="107"/>
                </a:cubicBezTo>
                <a:cubicBezTo>
                  <a:pt x="55" y="107"/>
                  <a:pt x="55" y="107"/>
                  <a:pt x="55" y="107"/>
                </a:cubicBezTo>
                <a:cubicBezTo>
                  <a:pt x="54" y="106"/>
                  <a:pt x="54" y="106"/>
                  <a:pt x="54" y="106"/>
                </a:cubicBezTo>
                <a:cubicBezTo>
                  <a:pt x="54" y="107"/>
                  <a:pt x="54" y="107"/>
                  <a:pt x="54" y="107"/>
                </a:cubicBezTo>
                <a:cubicBezTo>
                  <a:pt x="55" y="107"/>
                  <a:pt x="56" y="108"/>
                  <a:pt x="57" y="109"/>
                </a:cubicBezTo>
                <a:cubicBezTo>
                  <a:pt x="53" y="107"/>
                  <a:pt x="53" y="107"/>
                  <a:pt x="53" y="107"/>
                </a:cubicBezTo>
                <a:cubicBezTo>
                  <a:pt x="52" y="109"/>
                  <a:pt x="52" y="109"/>
                  <a:pt x="52" y="109"/>
                </a:cubicBezTo>
                <a:cubicBezTo>
                  <a:pt x="51" y="108"/>
                  <a:pt x="51" y="108"/>
                  <a:pt x="51" y="108"/>
                </a:cubicBezTo>
                <a:cubicBezTo>
                  <a:pt x="51" y="107"/>
                  <a:pt x="51" y="107"/>
                  <a:pt x="51" y="107"/>
                </a:cubicBezTo>
                <a:cubicBezTo>
                  <a:pt x="49" y="106"/>
                  <a:pt x="49" y="106"/>
                  <a:pt x="49" y="106"/>
                </a:cubicBezTo>
                <a:cubicBezTo>
                  <a:pt x="49" y="108"/>
                  <a:pt x="49" y="108"/>
                  <a:pt x="49" y="108"/>
                </a:cubicBezTo>
                <a:cubicBezTo>
                  <a:pt x="50" y="109"/>
                  <a:pt x="50" y="109"/>
                  <a:pt x="50" y="109"/>
                </a:cubicBezTo>
                <a:cubicBezTo>
                  <a:pt x="50" y="111"/>
                  <a:pt x="50" y="111"/>
                  <a:pt x="50" y="111"/>
                </a:cubicBezTo>
                <a:cubicBezTo>
                  <a:pt x="48" y="111"/>
                  <a:pt x="48" y="111"/>
                  <a:pt x="48" y="111"/>
                </a:cubicBezTo>
                <a:cubicBezTo>
                  <a:pt x="48" y="108"/>
                  <a:pt x="48" y="108"/>
                  <a:pt x="48" y="108"/>
                </a:cubicBezTo>
                <a:cubicBezTo>
                  <a:pt x="47" y="108"/>
                  <a:pt x="47" y="108"/>
                  <a:pt x="47" y="108"/>
                </a:cubicBezTo>
                <a:cubicBezTo>
                  <a:pt x="46" y="109"/>
                  <a:pt x="46" y="109"/>
                  <a:pt x="46" y="109"/>
                </a:cubicBezTo>
                <a:cubicBezTo>
                  <a:pt x="46" y="112"/>
                  <a:pt x="46" y="112"/>
                  <a:pt x="46" y="112"/>
                </a:cubicBezTo>
                <a:cubicBezTo>
                  <a:pt x="47" y="113"/>
                  <a:pt x="47" y="113"/>
                  <a:pt x="47" y="113"/>
                </a:cubicBezTo>
                <a:cubicBezTo>
                  <a:pt x="48" y="114"/>
                  <a:pt x="48" y="114"/>
                  <a:pt x="48" y="114"/>
                </a:cubicBezTo>
                <a:cubicBezTo>
                  <a:pt x="46" y="114"/>
                  <a:pt x="46" y="114"/>
                  <a:pt x="46" y="114"/>
                </a:cubicBezTo>
                <a:cubicBezTo>
                  <a:pt x="45" y="116"/>
                  <a:pt x="45" y="116"/>
                  <a:pt x="45" y="116"/>
                </a:cubicBezTo>
                <a:cubicBezTo>
                  <a:pt x="46" y="116"/>
                  <a:pt x="46" y="116"/>
                  <a:pt x="46" y="116"/>
                </a:cubicBezTo>
                <a:cubicBezTo>
                  <a:pt x="48" y="119"/>
                  <a:pt x="48" y="119"/>
                  <a:pt x="48" y="119"/>
                </a:cubicBezTo>
                <a:cubicBezTo>
                  <a:pt x="50" y="119"/>
                  <a:pt x="50" y="119"/>
                  <a:pt x="50" y="119"/>
                </a:cubicBezTo>
                <a:cubicBezTo>
                  <a:pt x="51" y="119"/>
                  <a:pt x="51" y="119"/>
                  <a:pt x="51" y="119"/>
                </a:cubicBezTo>
                <a:cubicBezTo>
                  <a:pt x="48" y="120"/>
                  <a:pt x="48" y="120"/>
                  <a:pt x="48" y="120"/>
                </a:cubicBezTo>
                <a:cubicBezTo>
                  <a:pt x="48" y="120"/>
                  <a:pt x="48" y="120"/>
                  <a:pt x="48" y="120"/>
                </a:cubicBezTo>
                <a:cubicBezTo>
                  <a:pt x="46" y="118"/>
                  <a:pt x="46" y="118"/>
                  <a:pt x="46" y="118"/>
                </a:cubicBezTo>
                <a:cubicBezTo>
                  <a:pt x="45" y="118"/>
                  <a:pt x="45" y="118"/>
                  <a:pt x="45" y="118"/>
                </a:cubicBezTo>
                <a:cubicBezTo>
                  <a:pt x="44" y="119"/>
                  <a:pt x="44" y="121"/>
                  <a:pt x="44" y="122"/>
                </a:cubicBezTo>
                <a:cubicBezTo>
                  <a:pt x="45" y="122"/>
                  <a:pt x="45" y="122"/>
                  <a:pt x="45" y="122"/>
                </a:cubicBezTo>
                <a:cubicBezTo>
                  <a:pt x="45" y="125"/>
                  <a:pt x="45" y="125"/>
                  <a:pt x="45" y="125"/>
                </a:cubicBezTo>
                <a:cubicBezTo>
                  <a:pt x="47" y="125"/>
                  <a:pt x="47" y="125"/>
                  <a:pt x="47" y="125"/>
                </a:cubicBezTo>
                <a:cubicBezTo>
                  <a:pt x="48" y="123"/>
                  <a:pt x="48" y="123"/>
                  <a:pt x="48" y="123"/>
                </a:cubicBezTo>
                <a:cubicBezTo>
                  <a:pt x="48" y="125"/>
                  <a:pt x="48" y="125"/>
                  <a:pt x="48" y="125"/>
                </a:cubicBezTo>
                <a:cubicBezTo>
                  <a:pt x="50" y="125"/>
                  <a:pt x="50" y="125"/>
                  <a:pt x="50" y="125"/>
                </a:cubicBezTo>
                <a:cubicBezTo>
                  <a:pt x="52" y="123"/>
                  <a:pt x="52" y="123"/>
                  <a:pt x="52" y="123"/>
                </a:cubicBezTo>
                <a:cubicBezTo>
                  <a:pt x="52" y="124"/>
                  <a:pt x="52" y="124"/>
                  <a:pt x="52" y="124"/>
                </a:cubicBezTo>
                <a:cubicBezTo>
                  <a:pt x="50" y="125"/>
                  <a:pt x="49" y="126"/>
                  <a:pt x="47" y="126"/>
                </a:cubicBezTo>
                <a:cubicBezTo>
                  <a:pt x="46" y="128"/>
                  <a:pt x="46" y="128"/>
                  <a:pt x="46" y="128"/>
                </a:cubicBezTo>
                <a:cubicBezTo>
                  <a:pt x="49" y="128"/>
                  <a:pt x="49" y="128"/>
                  <a:pt x="49" y="128"/>
                </a:cubicBezTo>
                <a:cubicBezTo>
                  <a:pt x="52" y="127"/>
                  <a:pt x="52" y="127"/>
                  <a:pt x="52" y="127"/>
                </a:cubicBezTo>
                <a:cubicBezTo>
                  <a:pt x="51" y="128"/>
                  <a:pt x="51" y="128"/>
                  <a:pt x="51" y="128"/>
                </a:cubicBezTo>
                <a:cubicBezTo>
                  <a:pt x="52" y="130"/>
                  <a:pt x="52" y="130"/>
                  <a:pt x="52" y="130"/>
                </a:cubicBezTo>
                <a:cubicBezTo>
                  <a:pt x="50" y="128"/>
                  <a:pt x="50" y="128"/>
                  <a:pt x="50" y="128"/>
                </a:cubicBezTo>
                <a:cubicBezTo>
                  <a:pt x="48" y="129"/>
                  <a:pt x="48" y="129"/>
                  <a:pt x="48" y="129"/>
                </a:cubicBezTo>
                <a:cubicBezTo>
                  <a:pt x="48" y="130"/>
                  <a:pt x="48" y="130"/>
                  <a:pt x="48" y="130"/>
                </a:cubicBezTo>
                <a:cubicBezTo>
                  <a:pt x="47" y="132"/>
                  <a:pt x="47" y="132"/>
                  <a:pt x="47" y="132"/>
                </a:cubicBezTo>
                <a:cubicBezTo>
                  <a:pt x="47" y="132"/>
                  <a:pt x="47" y="132"/>
                  <a:pt x="47" y="132"/>
                </a:cubicBezTo>
                <a:cubicBezTo>
                  <a:pt x="49" y="133"/>
                  <a:pt x="49" y="133"/>
                  <a:pt x="49" y="133"/>
                </a:cubicBezTo>
                <a:cubicBezTo>
                  <a:pt x="50" y="134"/>
                  <a:pt x="50" y="134"/>
                  <a:pt x="50" y="134"/>
                </a:cubicBezTo>
                <a:cubicBezTo>
                  <a:pt x="52" y="134"/>
                  <a:pt x="52" y="134"/>
                  <a:pt x="52" y="134"/>
                </a:cubicBezTo>
                <a:cubicBezTo>
                  <a:pt x="52" y="134"/>
                  <a:pt x="52" y="134"/>
                  <a:pt x="52" y="134"/>
                </a:cubicBezTo>
                <a:cubicBezTo>
                  <a:pt x="49" y="134"/>
                  <a:pt x="49" y="134"/>
                  <a:pt x="49" y="134"/>
                </a:cubicBezTo>
                <a:cubicBezTo>
                  <a:pt x="48" y="133"/>
                  <a:pt x="48" y="133"/>
                  <a:pt x="48" y="133"/>
                </a:cubicBezTo>
                <a:cubicBezTo>
                  <a:pt x="46" y="133"/>
                  <a:pt x="46" y="133"/>
                  <a:pt x="46" y="133"/>
                </a:cubicBezTo>
                <a:cubicBezTo>
                  <a:pt x="45" y="135"/>
                  <a:pt x="45" y="135"/>
                  <a:pt x="45" y="135"/>
                </a:cubicBezTo>
                <a:cubicBezTo>
                  <a:pt x="47" y="136"/>
                  <a:pt x="47" y="136"/>
                  <a:pt x="47" y="136"/>
                </a:cubicBezTo>
                <a:cubicBezTo>
                  <a:pt x="47" y="137"/>
                  <a:pt x="47" y="137"/>
                  <a:pt x="47" y="137"/>
                </a:cubicBezTo>
                <a:cubicBezTo>
                  <a:pt x="48" y="138"/>
                  <a:pt x="48" y="138"/>
                  <a:pt x="48" y="138"/>
                </a:cubicBezTo>
                <a:cubicBezTo>
                  <a:pt x="47" y="138"/>
                  <a:pt x="47" y="138"/>
                  <a:pt x="47" y="138"/>
                </a:cubicBezTo>
                <a:cubicBezTo>
                  <a:pt x="46" y="137"/>
                  <a:pt x="46" y="137"/>
                  <a:pt x="46" y="137"/>
                </a:cubicBezTo>
                <a:cubicBezTo>
                  <a:pt x="44" y="137"/>
                  <a:pt x="44" y="137"/>
                  <a:pt x="44" y="137"/>
                </a:cubicBezTo>
                <a:cubicBezTo>
                  <a:pt x="43" y="141"/>
                  <a:pt x="43" y="141"/>
                  <a:pt x="43" y="141"/>
                </a:cubicBezTo>
                <a:cubicBezTo>
                  <a:pt x="46" y="141"/>
                  <a:pt x="46" y="141"/>
                  <a:pt x="46" y="141"/>
                </a:cubicBezTo>
                <a:cubicBezTo>
                  <a:pt x="45" y="142"/>
                  <a:pt x="45" y="142"/>
                  <a:pt x="45" y="142"/>
                </a:cubicBezTo>
                <a:cubicBezTo>
                  <a:pt x="46" y="143"/>
                  <a:pt x="46" y="143"/>
                  <a:pt x="46" y="143"/>
                </a:cubicBezTo>
                <a:cubicBezTo>
                  <a:pt x="44" y="143"/>
                  <a:pt x="44" y="143"/>
                  <a:pt x="44" y="143"/>
                </a:cubicBezTo>
                <a:cubicBezTo>
                  <a:pt x="44" y="144"/>
                  <a:pt x="44" y="144"/>
                  <a:pt x="44" y="144"/>
                </a:cubicBezTo>
                <a:cubicBezTo>
                  <a:pt x="43" y="146"/>
                  <a:pt x="43" y="146"/>
                  <a:pt x="43" y="146"/>
                </a:cubicBezTo>
                <a:cubicBezTo>
                  <a:pt x="41" y="145"/>
                  <a:pt x="41" y="145"/>
                  <a:pt x="41" y="145"/>
                </a:cubicBezTo>
                <a:cubicBezTo>
                  <a:pt x="40" y="145"/>
                  <a:pt x="38" y="145"/>
                  <a:pt x="37" y="145"/>
                </a:cubicBezTo>
                <a:cubicBezTo>
                  <a:pt x="36" y="146"/>
                  <a:pt x="36" y="146"/>
                  <a:pt x="36" y="146"/>
                </a:cubicBezTo>
                <a:cubicBezTo>
                  <a:pt x="36" y="147"/>
                  <a:pt x="36" y="147"/>
                  <a:pt x="36" y="147"/>
                </a:cubicBezTo>
                <a:cubicBezTo>
                  <a:pt x="37" y="148"/>
                  <a:pt x="37" y="148"/>
                  <a:pt x="37" y="148"/>
                </a:cubicBezTo>
                <a:cubicBezTo>
                  <a:pt x="38" y="147"/>
                  <a:pt x="38" y="147"/>
                  <a:pt x="38" y="147"/>
                </a:cubicBezTo>
                <a:cubicBezTo>
                  <a:pt x="39" y="147"/>
                  <a:pt x="41" y="148"/>
                  <a:pt x="42" y="148"/>
                </a:cubicBezTo>
                <a:cubicBezTo>
                  <a:pt x="45" y="147"/>
                  <a:pt x="45" y="147"/>
                  <a:pt x="45" y="147"/>
                </a:cubicBezTo>
                <a:cubicBezTo>
                  <a:pt x="47" y="148"/>
                  <a:pt x="47" y="148"/>
                  <a:pt x="47" y="148"/>
                </a:cubicBezTo>
                <a:cubicBezTo>
                  <a:pt x="45" y="147"/>
                  <a:pt x="45" y="147"/>
                  <a:pt x="45" y="147"/>
                </a:cubicBezTo>
                <a:cubicBezTo>
                  <a:pt x="43" y="149"/>
                  <a:pt x="43" y="149"/>
                  <a:pt x="43" y="149"/>
                </a:cubicBezTo>
                <a:cubicBezTo>
                  <a:pt x="43" y="150"/>
                  <a:pt x="43" y="150"/>
                  <a:pt x="43" y="150"/>
                </a:cubicBezTo>
                <a:cubicBezTo>
                  <a:pt x="41" y="149"/>
                  <a:pt x="41" y="149"/>
                  <a:pt x="41" y="149"/>
                </a:cubicBezTo>
                <a:cubicBezTo>
                  <a:pt x="40" y="149"/>
                  <a:pt x="40" y="149"/>
                  <a:pt x="40" y="149"/>
                </a:cubicBezTo>
                <a:cubicBezTo>
                  <a:pt x="40" y="150"/>
                  <a:pt x="40" y="150"/>
                  <a:pt x="40" y="150"/>
                </a:cubicBezTo>
                <a:cubicBezTo>
                  <a:pt x="43" y="152"/>
                  <a:pt x="43" y="152"/>
                  <a:pt x="43" y="152"/>
                </a:cubicBezTo>
                <a:cubicBezTo>
                  <a:pt x="44" y="153"/>
                  <a:pt x="45" y="153"/>
                  <a:pt x="46" y="154"/>
                </a:cubicBezTo>
                <a:cubicBezTo>
                  <a:pt x="49" y="152"/>
                  <a:pt x="51" y="149"/>
                  <a:pt x="54" y="147"/>
                </a:cubicBezTo>
                <a:cubicBezTo>
                  <a:pt x="55" y="146"/>
                  <a:pt x="55" y="146"/>
                  <a:pt x="55" y="146"/>
                </a:cubicBezTo>
                <a:cubicBezTo>
                  <a:pt x="57" y="144"/>
                  <a:pt x="57" y="144"/>
                  <a:pt x="57" y="144"/>
                </a:cubicBezTo>
                <a:cubicBezTo>
                  <a:pt x="55" y="147"/>
                  <a:pt x="55" y="147"/>
                  <a:pt x="55" y="147"/>
                </a:cubicBezTo>
                <a:cubicBezTo>
                  <a:pt x="57" y="148"/>
                  <a:pt x="57" y="148"/>
                  <a:pt x="57" y="148"/>
                </a:cubicBezTo>
                <a:cubicBezTo>
                  <a:pt x="60" y="147"/>
                  <a:pt x="60" y="147"/>
                  <a:pt x="60" y="147"/>
                </a:cubicBezTo>
                <a:cubicBezTo>
                  <a:pt x="57" y="149"/>
                  <a:pt x="57" y="149"/>
                  <a:pt x="57" y="149"/>
                </a:cubicBezTo>
                <a:cubicBezTo>
                  <a:pt x="55" y="148"/>
                  <a:pt x="55" y="148"/>
                  <a:pt x="55" y="148"/>
                </a:cubicBezTo>
                <a:cubicBezTo>
                  <a:pt x="53" y="149"/>
                  <a:pt x="53" y="149"/>
                  <a:pt x="53" y="149"/>
                </a:cubicBezTo>
                <a:cubicBezTo>
                  <a:pt x="52" y="151"/>
                  <a:pt x="51" y="153"/>
                  <a:pt x="50" y="155"/>
                </a:cubicBezTo>
                <a:cubicBezTo>
                  <a:pt x="51" y="154"/>
                  <a:pt x="51" y="154"/>
                  <a:pt x="51" y="154"/>
                </a:cubicBezTo>
                <a:cubicBezTo>
                  <a:pt x="52" y="156"/>
                  <a:pt x="52" y="156"/>
                  <a:pt x="52" y="156"/>
                </a:cubicBezTo>
                <a:cubicBezTo>
                  <a:pt x="53" y="155"/>
                  <a:pt x="53" y="155"/>
                  <a:pt x="53" y="155"/>
                </a:cubicBezTo>
                <a:cubicBezTo>
                  <a:pt x="56" y="156"/>
                  <a:pt x="56" y="156"/>
                  <a:pt x="56" y="156"/>
                </a:cubicBezTo>
                <a:cubicBezTo>
                  <a:pt x="55" y="156"/>
                  <a:pt x="55" y="156"/>
                  <a:pt x="55" y="156"/>
                </a:cubicBezTo>
                <a:cubicBezTo>
                  <a:pt x="53" y="156"/>
                  <a:pt x="53" y="156"/>
                  <a:pt x="53" y="156"/>
                </a:cubicBezTo>
                <a:cubicBezTo>
                  <a:pt x="50" y="156"/>
                  <a:pt x="50" y="156"/>
                  <a:pt x="50" y="156"/>
                </a:cubicBezTo>
                <a:cubicBezTo>
                  <a:pt x="49" y="158"/>
                  <a:pt x="48" y="160"/>
                  <a:pt x="47" y="162"/>
                </a:cubicBezTo>
                <a:cubicBezTo>
                  <a:pt x="49" y="162"/>
                  <a:pt x="49" y="162"/>
                  <a:pt x="49" y="162"/>
                </a:cubicBezTo>
                <a:cubicBezTo>
                  <a:pt x="48" y="163"/>
                  <a:pt x="48" y="165"/>
                  <a:pt x="47" y="166"/>
                </a:cubicBezTo>
                <a:cubicBezTo>
                  <a:pt x="49" y="165"/>
                  <a:pt x="49" y="165"/>
                  <a:pt x="49" y="165"/>
                </a:cubicBezTo>
                <a:cubicBezTo>
                  <a:pt x="48" y="167"/>
                  <a:pt x="47" y="170"/>
                  <a:pt x="45" y="172"/>
                </a:cubicBezTo>
                <a:cubicBezTo>
                  <a:pt x="45" y="173"/>
                  <a:pt x="45" y="173"/>
                  <a:pt x="45" y="173"/>
                </a:cubicBezTo>
                <a:cubicBezTo>
                  <a:pt x="47" y="170"/>
                  <a:pt x="47" y="170"/>
                  <a:pt x="47" y="170"/>
                </a:cubicBezTo>
                <a:cubicBezTo>
                  <a:pt x="47" y="171"/>
                  <a:pt x="47" y="171"/>
                  <a:pt x="47" y="171"/>
                </a:cubicBezTo>
                <a:cubicBezTo>
                  <a:pt x="45" y="174"/>
                  <a:pt x="45" y="174"/>
                  <a:pt x="45" y="174"/>
                </a:cubicBezTo>
                <a:cubicBezTo>
                  <a:pt x="45" y="175"/>
                  <a:pt x="45" y="175"/>
                  <a:pt x="45" y="175"/>
                </a:cubicBezTo>
                <a:cubicBezTo>
                  <a:pt x="46" y="174"/>
                  <a:pt x="46" y="174"/>
                  <a:pt x="46" y="174"/>
                </a:cubicBezTo>
                <a:cubicBezTo>
                  <a:pt x="45" y="176"/>
                  <a:pt x="45" y="176"/>
                  <a:pt x="45" y="176"/>
                </a:cubicBezTo>
                <a:cubicBezTo>
                  <a:pt x="46" y="179"/>
                  <a:pt x="46" y="179"/>
                  <a:pt x="46" y="179"/>
                </a:cubicBezTo>
                <a:cubicBezTo>
                  <a:pt x="48" y="179"/>
                  <a:pt x="49" y="178"/>
                  <a:pt x="50" y="176"/>
                </a:cubicBezTo>
                <a:cubicBezTo>
                  <a:pt x="49" y="178"/>
                  <a:pt x="49" y="178"/>
                  <a:pt x="49" y="178"/>
                </a:cubicBezTo>
                <a:cubicBezTo>
                  <a:pt x="47" y="179"/>
                  <a:pt x="47" y="179"/>
                  <a:pt x="47" y="179"/>
                </a:cubicBezTo>
                <a:cubicBezTo>
                  <a:pt x="46" y="181"/>
                  <a:pt x="46" y="181"/>
                  <a:pt x="46" y="181"/>
                </a:cubicBezTo>
                <a:cubicBezTo>
                  <a:pt x="45" y="182"/>
                  <a:pt x="45" y="182"/>
                  <a:pt x="45" y="182"/>
                </a:cubicBezTo>
                <a:cubicBezTo>
                  <a:pt x="45" y="183"/>
                  <a:pt x="45" y="183"/>
                  <a:pt x="45" y="183"/>
                </a:cubicBezTo>
                <a:cubicBezTo>
                  <a:pt x="44" y="186"/>
                  <a:pt x="44" y="186"/>
                  <a:pt x="44" y="186"/>
                </a:cubicBezTo>
                <a:cubicBezTo>
                  <a:pt x="44" y="190"/>
                  <a:pt x="44" y="190"/>
                  <a:pt x="44" y="190"/>
                </a:cubicBezTo>
                <a:cubicBezTo>
                  <a:pt x="42" y="191"/>
                  <a:pt x="42" y="191"/>
                  <a:pt x="42" y="191"/>
                </a:cubicBezTo>
                <a:cubicBezTo>
                  <a:pt x="42" y="194"/>
                  <a:pt x="42" y="194"/>
                  <a:pt x="42" y="194"/>
                </a:cubicBezTo>
                <a:cubicBezTo>
                  <a:pt x="43" y="195"/>
                  <a:pt x="43" y="195"/>
                  <a:pt x="43" y="195"/>
                </a:cubicBezTo>
                <a:cubicBezTo>
                  <a:pt x="45" y="195"/>
                  <a:pt x="45" y="195"/>
                  <a:pt x="45" y="195"/>
                </a:cubicBezTo>
                <a:cubicBezTo>
                  <a:pt x="47" y="194"/>
                  <a:pt x="47" y="194"/>
                  <a:pt x="47" y="194"/>
                </a:cubicBezTo>
                <a:cubicBezTo>
                  <a:pt x="48" y="192"/>
                  <a:pt x="48" y="192"/>
                  <a:pt x="48" y="192"/>
                </a:cubicBezTo>
                <a:cubicBezTo>
                  <a:pt x="47" y="191"/>
                  <a:pt x="47" y="191"/>
                  <a:pt x="47" y="191"/>
                </a:cubicBezTo>
                <a:cubicBezTo>
                  <a:pt x="47" y="190"/>
                  <a:pt x="47" y="190"/>
                  <a:pt x="47" y="190"/>
                </a:cubicBezTo>
                <a:cubicBezTo>
                  <a:pt x="49" y="185"/>
                  <a:pt x="49" y="185"/>
                  <a:pt x="49" y="185"/>
                </a:cubicBezTo>
                <a:cubicBezTo>
                  <a:pt x="49" y="183"/>
                  <a:pt x="49" y="183"/>
                  <a:pt x="49" y="183"/>
                </a:cubicBezTo>
                <a:cubicBezTo>
                  <a:pt x="50" y="181"/>
                  <a:pt x="50" y="181"/>
                  <a:pt x="50" y="181"/>
                </a:cubicBezTo>
                <a:cubicBezTo>
                  <a:pt x="52" y="179"/>
                  <a:pt x="52" y="179"/>
                  <a:pt x="52" y="179"/>
                </a:cubicBezTo>
                <a:cubicBezTo>
                  <a:pt x="52" y="177"/>
                  <a:pt x="52" y="177"/>
                  <a:pt x="52" y="177"/>
                </a:cubicBezTo>
                <a:cubicBezTo>
                  <a:pt x="51" y="176"/>
                  <a:pt x="51" y="176"/>
                  <a:pt x="51" y="176"/>
                </a:cubicBezTo>
                <a:cubicBezTo>
                  <a:pt x="50" y="173"/>
                  <a:pt x="50" y="173"/>
                  <a:pt x="50" y="173"/>
                </a:cubicBezTo>
                <a:cubicBezTo>
                  <a:pt x="50" y="173"/>
                  <a:pt x="50" y="173"/>
                  <a:pt x="50" y="173"/>
                </a:cubicBezTo>
                <a:cubicBezTo>
                  <a:pt x="50" y="171"/>
                  <a:pt x="50" y="171"/>
                  <a:pt x="50" y="171"/>
                </a:cubicBezTo>
                <a:cubicBezTo>
                  <a:pt x="52" y="171"/>
                  <a:pt x="52" y="171"/>
                  <a:pt x="52" y="171"/>
                </a:cubicBezTo>
                <a:cubicBezTo>
                  <a:pt x="55" y="167"/>
                  <a:pt x="55" y="167"/>
                  <a:pt x="55" y="167"/>
                </a:cubicBezTo>
                <a:cubicBezTo>
                  <a:pt x="57" y="166"/>
                  <a:pt x="57" y="166"/>
                  <a:pt x="57" y="166"/>
                </a:cubicBezTo>
                <a:cubicBezTo>
                  <a:pt x="58" y="164"/>
                  <a:pt x="58" y="164"/>
                  <a:pt x="58" y="164"/>
                </a:cubicBezTo>
                <a:cubicBezTo>
                  <a:pt x="60" y="163"/>
                  <a:pt x="60" y="163"/>
                  <a:pt x="60" y="163"/>
                </a:cubicBezTo>
                <a:cubicBezTo>
                  <a:pt x="58" y="164"/>
                  <a:pt x="58" y="164"/>
                  <a:pt x="58" y="164"/>
                </a:cubicBezTo>
                <a:cubicBezTo>
                  <a:pt x="57" y="166"/>
                  <a:pt x="57" y="166"/>
                  <a:pt x="57" y="166"/>
                </a:cubicBezTo>
                <a:cubicBezTo>
                  <a:pt x="55" y="167"/>
                  <a:pt x="55" y="167"/>
                  <a:pt x="55" y="167"/>
                </a:cubicBezTo>
                <a:cubicBezTo>
                  <a:pt x="52" y="171"/>
                  <a:pt x="52" y="171"/>
                  <a:pt x="52" y="171"/>
                </a:cubicBezTo>
                <a:cubicBezTo>
                  <a:pt x="52" y="175"/>
                  <a:pt x="52" y="175"/>
                  <a:pt x="52" y="175"/>
                </a:cubicBezTo>
                <a:cubicBezTo>
                  <a:pt x="53" y="176"/>
                  <a:pt x="53" y="176"/>
                  <a:pt x="53" y="176"/>
                </a:cubicBezTo>
                <a:cubicBezTo>
                  <a:pt x="55" y="177"/>
                  <a:pt x="55" y="177"/>
                  <a:pt x="55" y="177"/>
                </a:cubicBezTo>
                <a:cubicBezTo>
                  <a:pt x="54" y="175"/>
                  <a:pt x="54" y="175"/>
                  <a:pt x="54" y="175"/>
                </a:cubicBezTo>
                <a:cubicBezTo>
                  <a:pt x="55" y="172"/>
                  <a:pt x="55" y="172"/>
                  <a:pt x="55" y="172"/>
                </a:cubicBezTo>
                <a:cubicBezTo>
                  <a:pt x="55" y="174"/>
                  <a:pt x="55" y="174"/>
                  <a:pt x="55" y="174"/>
                </a:cubicBezTo>
                <a:cubicBezTo>
                  <a:pt x="57" y="175"/>
                  <a:pt x="57" y="175"/>
                  <a:pt x="57" y="175"/>
                </a:cubicBezTo>
                <a:cubicBezTo>
                  <a:pt x="56" y="171"/>
                  <a:pt x="56" y="171"/>
                  <a:pt x="56" y="171"/>
                </a:cubicBezTo>
                <a:cubicBezTo>
                  <a:pt x="57" y="173"/>
                  <a:pt x="57" y="173"/>
                  <a:pt x="57" y="173"/>
                </a:cubicBezTo>
                <a:cubicBezTo>
                  <a:pt x="58" y="176"/>
                  <a:pt x="58" y="176"/>
                  <a:pt x="58" y="176"/>
                </a:cubicBezTo>
                <a:cubicBezTo>
                  <a:pt x="59" y="176"/>
                  <a:pt x="59" y="176"/>
                  <a:pt x="59" y="176"/>
                </a:cubicBezTo>
                <a:cubicBezTo>
                  <a:pt x="61" y="173"/>
                  <a:pt x="62" y="169"/>
                  <a:pt x="61" y="166"/>
                </a:cubicBezTo>
                <a:cubicBezTo>
                  <a:pt x="61" y="166"/>
                  <a:pt x="61" y="166"/>
                  <a:pt x="61" y="166"/>
                </a:cubicBezTo>
                <a:cubicBezTo>
                  <a:pt x="61" y="168"/>
                  <a:pt x="61" y="168"/>
                  <a:pt x="61" y="168"/>
                </a:cubicBezTo>
                <a:cubicBezTo>
                  <a:pt x="62" y="168"/>
                  <a:pt x="62" y="168"/>
                  <a:pt x="62" y="168"/>
                </a:cubicBezTo>
                <a:cubicBezTo>
                  <a:pt x="63" y="165"/>
                  <a:pt x="63" y="165"/>
                  <a:pt x="63" y="165"/>
                </a:cubicBezTo>
                <a:cubicBezTo>
                  <a:pt x="64" y="165"/>
                  <a:pt x="64" y="165"/>
                  <a:pt x="64" y="165"/>
                </a:cubicBezTo>
                <a:cubicBezTo>
                  <a:pt x="63" y="167"/>
                  <a:pt x="62" y="168"/>
                  <a:pt x="62" y="169"/>
                </a:cubicBezTo>
                <a:cubicBezTo>
                  <a:pt x="62" y="172"/>
                  <a:pt x="62" y="172"/>
                  <a:pt x="62" y="172"/>
                </a:cubicBezTo>
                <a:cubicBezTo>
                  <a:pt x="63" y="172"/>
                  <a:pt x="63" y="172"/>
                  <a:pt x="63" y="172"/>
                </a:cubicBezTo>
                <a:cubicBezTo>
                  <a:pt x="63" y="171"/>
                  <a:pt x="63" y="171"/>
                  <a:pt x="63" y="171"/>
                </a:cubicBezTo>
                <a:cubicBezTo>
                  <a:pt x="64" y="172"/>
                  <a:pt x="64" y="172"/>
                  <a:pt x="64" y="172"/>
                </a:cubicBezTo>
                <a:cubicBezTo>
                  <a:pt x="66" y="174"/>
                  <a:pt x="66" y="174"/>
                  <a:pt x="66" y="174"/>
                </a:cubicBezTo>
                <a:cubicBezTo>
                  <a:pt x="69" y="174"/>
                  <a:pt x="69" y="174"/>
                  <a:pt x="69" y="174"/>
                </a:cubicBezTo>
                <a:cubicBezTo>
                  <a:pt x="69" y="175"/>
                  <a:pt x="69" y="175"/>
                  <a:pt x="69" y="175"/>
                </a:cubicBezTo>
                <a:cubicBezTo>
                  <a:pt x="67" y="174"/>
                  <a:pt x="65" y="174"/>
                  <a:pt x="63" y="173"/>
                </a:cubicBezTo>
                <a:cubicBezTo>
                  <a:pt x="61" y="174"/>
                  <a:pt x="61" y="174"/>
                  <a:pt x="61" y="174"/>
                </a:cubicBezTo>
                <a:cubicBezTo>
                  <a:pt x="61" y="175"/>
                  <a:pt x="61" y="175"/>
                  <a:pt x="61" y="175"/>
                </a:cubicBezTo>
                <a:cubicBezTo>
                  <a:pt x="61" y="180"/>
                  <a:pt x="61" y="180"/>
                  <a:pt x="61" y="180"/>
                </a:cubicBezTo>
                <a:cubicBezTo>
                  <a:pt x="60" y="181"/>
                  <a:pt x="60" y="181"/>
                  <a:pt x="60" y="181"/>
                </a:cubicBezTo>
                <a:cubicBezTo>
                  <a:pt x="62" y="183"/>
                  <a:pt x="62" y="183"/>
                  <a:pt x="62" y="183"/>
                </a:cubicBezTo>
                <a:cubicBezTo>
                  <a:pt x="62" y="184"/>
                  <a:pt x="62" y="184"/>
                  <a:pt x="62" y="184"/>
                </a:cubicBezTo>
                <a:cubicBezTo>
                  <a:pt x="64" y="185"/>
                  <a:pt x="64" y="185"/>
                  <a:pt x="64" y="185"/>
                </a:cubicBezTo>
                <a:cubicBezTo>
                  <a:pt x="65" y="186"/>
                  <a:pt x="65" y="186"/>
                  <a:pt x="65" y="186"/>
                </a:cubicBezTo>
                <a:cubicBezTo>
                  <a:pt x="65" y="187"/>
                  <a:pt x="65" y="187"/>
                  <a:pt x="65" y="187"/>
                </a:cubicBezTo>
                <a:cubicBezTo>
                  <a:pt x="66" y="189"/>
                  <a:pt x="66" y="189"/>
                  <a:pt x="66" y="189"/>
                </a:cubicBezTo>
                <a:cubicBezTo>
                  <a:pt x="65" y="190"/>
                  <a:pt x="65" y="190"/>
                  <a:pt x="65" y="190"/>
                </a:cubicBezTo>
                <a:cubicBezTo>
                  <a:pt x="63" y="191"/>
                  <a:pt x="63" y="191"/>
                  <a:pt x="63" y="191"/>
                </a:cubicBezTo>
                <a:cubicBezTo>
                  <a:pt x="63" y="193"/>
                  <a:pt x="63" y="193"/>
                  <a:pt x="63" y="193"/>
                </a:cubicBezTo>
                <a:cubicBezTo>
                  <a:pt x="62" y="194"/>
                  <a:pt x="62" y="194"/>
                  <a:pt x="62" y="194"/>
                </a:cubicBezTo>
                <a:cubicBezTo>
                  <a:pt x="61" y="197"/>
                  <a:pt x="60" y="199"/>
                  <a:pt x="58" y="201"/>
                </a:cubicBezTo>
                <a:cubicBezTo>
                  <a:pt x="57" y="203"/>
                  <a:pt x="57" y="205"/>
                  <a:pt x="58" y="207"/>
                </a:cubicBezTo>
                <a:cubicBezTo>
                  <a:pt x="58" y="208"/>
                  <a:pt x="58" y="208"/>
                  <a:pt x="58" y="208"/>
                </a:cubicBezTo>
                <a:cubicBezTo>
                  <a:pt x="57" y="208"/>
                  <a:pt x="57" y="208"/>
                  <a:pt x="57" y="208"/>
                </a:cubicBezTo>
                <a:cubicBezTo>
                  <a:pt x="57" y="206"/>
                  <a:pt x="57" y="206"/>
                  <a:pt x="57" y="206"/>
                </a:cubicBezTo>
                <a:cubicBezTo>
                  <a:pt x="56" y="204"/>
                  <a:pt x="56" y="204"/>
                  <a:pt x="56" y="204"/>
                </a:cubicBezTo>
                <a:cubicBezTo>
                  <a:pt x="54" y="205"/>
                  <a:pt x="54" y="205"/>
                  <a:pt x="54" y="205"/>
                </a:cubicBezTo>
                <a:cubicBezTo>
                  <a:pt x="54" y="208"/>
                  <a:pt x="54" y="208"/>
                  <a:pt x="54" y="208"/>
                </a:cubicBezTo>
                <a:cubicBezTo>
                  <a:pt x="55" y="210"/>
                  <a:pt x="57" y="213"/>
                  <a:pt x="59" y="214"/>
                </a:cubicBezTo>
                <a:cubicBezTo>
                  <a:pt x="59" y="217"/>
                  <a:pt x="59" y="217"/>
                  <a:pt x="59" y="217"/>
                </a:cubicBezTo>
                <a:cubicBezTo>
                  <a:pt x="60" y="218"/>
                  <a:pt x="60" y="218"/>
                  <a:pt x="60" y="218"/>
                </a:cubicBezTo>
                <a:cubicBezTo>
                  <a:pt x="60" y="216"/>
                  <a:pt x="60" y="216"/>
                  <a:pt x="60" y="216"/>
                </a:cubicBezTo>
                <a:cubicBezTo>
                  <a:pt x="60" y="215"/>
                  <a:pt x="60" y="215"/>
                  <a:pt x="60" y="215"/>
                </a:cubicBezTo>
                <a:cubicBezTo>
                  <a:pt x="59" y="212"/>
                  <a:pt x="59" y="212"/>
                  <a:pt x="59" y="212"/>
                </a:cubicBezTo>
                <a:cubicBezTo>
                  <a:pt x="61" y="210"/>
                  <a:pt x="61" y="210"/>
                  <a:pt x="61" y="210"/>
                </a:cubicBezTo>
                <a:cubicBezTo>
                  <a:pt x="62" y="210"/>
                  <a:pt x="62" y="210"/>
                  <a:pt x="62" y="210"/>
                </a:cubicBezTo>
                <a:cubicBezTo>
                  <a:pt x="62" y="211"/>
                  <a:pt x="62" y="211"/>
                  <a:pt x="62" y="211"/>
                </a:cubicBezTo>
                <a:cubicBezTo>
                  <a:pt x="66" y="213"/>
                  <a:pt x="66" y="213"/>
                  <a:pt x="66" y="213"/>
                </a:cubicBezTo>
                <a:cubicBezTo>
                  <a:pt x="68" y="215"/>
                  <a:pt x="68" y="215"/>
                  <a:pt x="68" y="215"/>
                </a:cubicBezTo>
                <a:cubicBezTo>
                  <a:pt x="70" y="216"/>
                  <a:pt x="70" y="216"/>
                  <a:pt x="70" y="216"/>
                </a:cubicBezTo>
                <a:cubicBezTo>
                  <a:pt x="71" y="216"/>
                  <a:pt x="71" y="216"/>
                  <a:pt x="71" y="216"/>
                </a:cubicBezTo>
                <a:cubicBezTo>
                  <a:pt x="71" y="212"/>
                  <a:pt x="71" y="212"/>
                  <a:pt x="71" y="212"/>
                </a:cubicBezTo>
                <a:cubicBezTo>
                  <a:pt x="70" y="211"/>
                  <a:pt x="70" y="211"/>
                  <a:pt x="70" y="211"/>
                </a:cubicBezTo>
                <a:cubicBezTo>
                  <a:pt x="69" y="210"/>
                  <a:pt x="69" y="210"/>
                  <a:pt x="69" y="210"/>
                </a:cubicBezTo>
                <a:cubicBezTo>
                  <a:pt x="70" y="209"/>
                  <a:pt x="70" y="209"/>
                  <a:pt x="70" y="209"/>
                </a:cubicBezTo>
                <a:cubicBezTo>
                  <a:pt x="71" y="210"/>
                  <a:pt x="71" y="210"/>
                  <a:pt x="71" y="210"/>
                </a:cubicBezTo>
                <a:cubicBezTo>
                  <a:pt x="73" y="211"/>
                  <a:pt x="73" y="211"/>
                  <a:pt x="73" y="211"/>
                </a:cubicBezTo>
                <a:cubicBezTo>
                  <a:pt x="74" y="210"/>
                  <a:pt x="74" y="210"/>
                  <a:pt x="74" y="210"/>
                </a:cubicBezTo>
                <a:cubicBezTo>
                  <a:pt x="74" y="211"/>
                  <a:pt x="74" y="211"/>
                  <a:pt x="74" y="211"/>
                </a:cubicBezTo>
                <a:cubicBezTo>
                  <a:pt x="75" y="213"/>
                  <a:pt x="75" y="213"/>
                  <a:pt x="75" y="213"/>
                </a:cubicBezTo>
                <a:cubicBezTo>
                  <a:pt x="76" y="213"/>
                  <a:pt x="76" y="213"/>
                  <a:pt x="76" y="213"/>
                </a:cubicBezTo>
                <a:cubicBezTo>
                  <a:pt x="77" y="212"/>
                  <a:pt x="77" y="212"/>
                  <a:pt x="77" y="212"/>
                </a:cubicBezTo>
                <a:cubicBezTo>
                  <a:pt x="77" y="213"/>
                  <a:pt x="77" y="213"/>
                  <a:pt x="77" y="213"/>
                </a:cubicBezTo>
                <a:cubicBezTo>
                  <a:pt x="79" y="213"/>
                  <a:pt x="79" y="213"/>
                  <a:pt x="79" y="213"/>
                </a:cubicBezTo>
                <a:cubicBezTo>
                  <a:pt x="82" y="212"/>
                  <a:pt x="82" y="212"/>
                  <a:pt x="82" y="212"/>
                </a:cubicBezTo>
                <a:cubicBezTo>
                  <a:pt x="81" y="210"/>
                  <a:pt x="81" y="210"/>
                  <a:pt x="81" y="210"/>
                </a:cubicBezTo>
                <a:cubicBezTo>
                  <a:pt x="84" y="210"/>
                  <a:pt x="84" y="210"/>
                  <a:pt x="84" y="210"/>
                </a:cubicBezTo>
                <a:cubicBezTo>
                  <a:pt x="84" y="210"/>
                  <a:pt x="84" y="210"/>
                  <a:pt x="84" y="210"/>
                </a:cubicBezTo>
                <a:cubicBezTo>
                  <a:pt x="86" y="210"/>
                  <a:pt x="86" y="210"/>
                  <a:pt x="86" y="210"/>
                </a:cubicBezTo>
                <a:cubicBezTo>
                  <a:pt x="87" y="209"/>
                  <a:pt x="87" y="209"/>
                  <a:pt x="87" y="209"/>
                </a:cubicBezTo>
                <a:cubicBezTo>
                  <a:pt x="87" y="206"/>
                  <a:pt x="87" y="206"/>
                  <a:pt x="87" y="206"/>
                </a:cubicBezTo>
                <a:cubicBezTo>
                  <a:pt x="88" y="207"/>
                  <a:pt x="88" y="207"/>
                  <a:pt x="88" y="207"/>
                </a:cubicBezTo>
                <a:cubicBezTo>
                  <a:pt x="91" y="207"/>
                  <a:pt x="95" y="207"/>
                  <a:pt x="98" y="206"/>
                </a:cubicBezTo>
                <a:cubicBezTo>
                  <a:pt x="97" y="207"/>
                  <a:pt x="97" y="207"/>
                  <a:pt x="97" y="207"/>
                </a:cubicBezTo>
                <a:cubicBezTo>
                  <a:pt x="98" y="207"/>
                  <a:pt x="98" y="207"/>
                  <a:pt x="98" y="207"/>
                </a:cubicBezTo>
                <a:cubicBezTo>
                  <a:pt x="96" y="208"/>
                  <a:pt x="96" y="208"/>
                  <a:pt x="96" y="208"/>
                </a:cubicBezTo>
                <a:cubicBezTo>
                  <a:pt x="94" y="207"/>
                  <a:pt x="94" y="207"/>
                  <a:pt x="94" y="207"/>
                </a:cubicBezTo>
                <a:cubicBezTo>
                  <a:pt x="92" y="208"/>
                  <a:pt x="92" y="208"/>
                  <a:pt x="92" y="208"/>
                </a:cubicBezTo>
                <a:cubicBezTo>
                  <a:pt x="93" y="209"/>
                  <a:pt x="93" y="209"/>
                  <a:pt x="93" y="209"/>
                </a:cubicBezTo>
                <a:cubicBezTo>
                  <a:pt x="92" y="209"/>
                  <a:pt x="92" y="209"/>
                  <a:pt x="92" y="209"/>
                </a:cubicBezTo>
                <a:cubicBezTo>
                  <a:pt x="91" y="210"/>
                  <a:pt x="91" y="210"/>
                  <a:pt x="91" y="210"/>
                </a:cubicBezTo>
                <a:cubicBezTo>
                  <a:pt x="89" y="215"/>
                  <a:pt x="89" y="215"/>
                  <a:pt x="89" y="215"/>
                </a:cubicBezTo>
                <a:cubicBezTo>
                  <a:pt x="88" y="215"/>
                  <a:pt x="88" y="215"/>
                  <a:pt x="88" y="215"/>
                </a:cubicBezTo>
                <a:cubicBezTo>
                  <a:pt x="87" y="217"/>
                  <a:pt x="86" y="220"/>
                  <a:pt x="86" y="222"/>
                </a:cubicBezTo>
                <a:cubicBezTo>
                  <a:pt x="87" y="224"/>
                  <a:pt x="89" y="226"/>
                  <a:pt x="90" y="229"/>
                </a:cubicBezTo>
                <a:cubicBezTo>
                  <a:pt x="90" y="230"/>
                  <a:pt x="90" y="230"/>
                  <a:pt x="90" y="230"/>
                </a:cubicBezTo>
                <a:cubicBezTo>
                  <a:pt x="92" y="233"/>
                  <a:pt x="92" y="233"/>
                  <a:pt x="92" y="233"/>
                </a:cubicBezTo>
                <a:cubicBezTo>
                  <a:pt x="94" y="233"/>
                  <a:pt x="94" y="233"/>
                  <a:pt x="94" y="233"/>
                </a:cubicBezTo>
                <a:cubicBezTo>
                  <a:pt x="94" y="233"/>
                  <a:pt x="94" y="233"/>
                  <a:pt x="94" y="233"/>
                </a:cubicBezTo>
                <a:cubicBezTo>
                  <a:pt x="94" y="236"/>
                  <a:pt x="94" y="236"/>
                  <a:pt x="94" y="236"/>
                </a:cubicBezTo>
                <a:cubicBezTo>
                  <a:pt x="96" y="237"/>
                  <a:pt x="96" y="237"/>
                  <a:pt x="96" y="237"/>
                </a:cubicBezTo>
                <a:cubicBezTo>
                  <a:pt x="96" y="236"/>
                  <a:pt x="96" y="236"/>
                  <a:pt x="96" y="236"/>
                </a:cubicBezTo>
                <a:cubicBezTo>
                  <a:pt x="97" y="235"/>
                  <a:pt x="98" y="234"/>
                  <a:pt x="98" y="232"/>
                </a:cubicBezTo>
                <a:cubicBezTo>
                  <a:pt x="99" y="234"/>
                  <a:pt x="99" y="234"/>
                  <a:pt x="99" y="234"/>
                </a:cubicBezTo>
                <a:cubicBezTo>
                  <a:pt x="102" y="233"/>
                  <a:pt x="102" y="233"/>
                  <a:pt x="102" y="233"/>
                </a:cubicBezTo>
                <a:cubicBezTo>
                  <a:pt x="103" y="235"/>
                  <a:pt x="103" y="235"/>
                  <a:pt x="103" y="235"/>
                </a:cubicBezTo>
                <a:cubicBezTo>
                  <a:pt x="100" y="238"/>
                  <a:pt x="100" y="238"/>
                  <a:pt x="100" y="238"/>
                </a:cubicBezTo>
                <a:cubicBezTo>
                  <a:pt x="101" y="239"/>
                  <a:pt x="101" y="239"/>
                  <a:pt x="101" y="239"/>
                </a:cubicBezTo>
                <a:cubicBezTo>
                  <a:pt x="102" y="239"/>
                  <a:pt x="102" y="239"/>
                  <a:pt x="102" y="239"/>
                </a:cubicBezTo>
                <a:cubicBezTo>
                  <a:pt x="101" y="241"/>
                  <a:pt x="101" y="241"/>
                  <a:pt x="101" y="241"/>
                </a:cubicBezTo>
                <a:cubicBezTo>
                  <a:pt x="98" y="242"/>
                  <a:pt x="98" y="242"/>
                  <a:pt x="98" y="242"/>
                </a:cubicBezTo>
                <a:cubicBezTo>
                  <a:pt x="98" y="244"/>
                  <a:pt x="98" y="245"/>
                  <a:pt x="98" y="247"/>
                </a:cubicBezTo>
                <a:cubicBezTo>
                  <a:pt x="99" y="248"/>
                  <a:pt x="99" y="248"/>
                  <a:pt x="99" y="248"/>
                </a:cubicBezTo>
                <a:cubicBezTo>
                  <a:pt x="101" y="248"/>
                  <a:pt x="101" y="248"/>
                  <a:pt x="101" y="248"/>
                </a:cubicBezTo>
                <a:cubicBezTo>
                  <a:pt x="99" y="250"/>
                  <a:pt x="98" y="252"/>
                  <a:pt x="97" y="254"/>
                </a:cubicBezTo>
                <a:cubicBezTo>
                  <a:pt x="97" y="257"/>
                  <a:pt x="99" y="260"/>
                  <a:pt x="101" y="262"/>
                </a:cubicBezTo>
                <a:cubicBezTo>
                  <a:pt x="104" y="263"/>
                  <a:pt x="104" y="263"/>
                  <a:pt x="104" y="263"/>
                </a:cubicBezTo>
                <a:cubicBezTo>
                  <a:pt x="102" y="264"/>
                  <a:pt x="102" y="264"/>
                  <a:pt x="102" y="264"/>
                </a:cubicBezTo>
                <a:cubicBezTo>
                  <a:pt x="100" y="262"/>
                  <a:pt x="100" y="262"/>
                  <a:pt x="100" y="262"/>
                </a:cubicBezTo>
                <a:cubicBezTo>
                  <a:pt x="98" y="259"/>
                  <a:pt x="98" y="259"/>
                  <a:pt x="98" y="259"/>
                </a:cubicBezTo>
                <a:cubicBezTo>
                  <a:pt x="97" y="259"/>
                  <a:pt x="97" y="259"/>
                  <a:pt x="97" y="259"/>
                </a:cubicBezTo>
                <a:cubicBezTo>
                  <a:pt x="95" y="259"/>
                  <a:pt x="95" y="259"/>
                  <a:pt x="95" y="259"/>
                </a:cubicBezTo>
                <a:cubicBezTo>
                  <a:pt x="95" y="261"/>
                  <a:pt x="95" y="261"/>
                  <a:pt x="95" y="261"/>
                </a:cubicBezTo>
                <a:cubicBezTo>
                  <a:pt x="97" y="264"/>
                  <a:pt x="97" y="264"/>
                  <a:pt x="97" y="264"/>
                </a:cubicBezTo>
                <a:cubicBezTo>
                  <a:pt x="97" y="264"/>
                  <a:pt x="97" y="265"/>
                  <a:pt x="97" y="265"/>
                </a:cubicBezTo>
                <a:cubicBezTo>
                  <a:pt x="97" y="264"/>
                  <a:pt x="96" y="264"/>
                  <a:pt x="96" y="264"/>
                </a:cubicBezTo>
                <a:cubicBezTo>
                  <a:pt x="92" y="261"/>
                  <a:pt x="92" y="261"/>
                  <a:pt x="92" y="261"/>
                </a:cubicBezTo>
                <a:cubicBezTo>
                  <a:pt x="91" y="261"/>
                  <a:pt x="91" y="261"/>
                  <a:pt x="91" y="261"/>
                </a:cubicBezTo>
                <a:cubicBezTo>
                  <a:pt x="87" y="263"/>
                  <a:pt x="87" y="263"/>
                  <a:pt x="87" y="263"/>
                </a:cubicBezTo>
                <a:cubicBezTo>
                  <a:pt x="83" y="264"/>
                  <a:pt x="83" y="264"/>
                  <a:pt x="83" y="264"/>
                </a:cubicBezTo>
                <a:cubicBezTo>
                  <a:pt x="82" y="262"/>
                  <a:pt x="82" y="262"/>
                  <a:pt x="82" y="262"/>
                </a:cubicBezTo>
                <a:cubicBezTo>
                  <a:pt x="80" y="262"/>
                  <a:pt x="80" y="262"/>
                  <a:pt x="80" y="262"/>
                </a:cubicBezTo>
                <a:cubicBezTo>
                  <a:pt x="81" y="263"/>
                  <a:pt x="81" y="263"/>
                  <a:pt x="81" y="263"/>
                </a:cubicBezTo>
                <a:cubicBezTo>
                  <a:pt x="79" y="264"/>
                  <a:pt x="78" y="264"/>
                  <a:pt x="76" y="265"/>
                </a:cubicBezTo>
                <a:cubicBezTo>
                  <a:pt x="74" y="265"/>
                  <a:pt x="74" y="265"/>
                  <a:pt x="74" y="265"/>
                </a:cubicBezTo>
                <a:cubicBezTo>
                  <a:pt x="74" y="266"/>
                  <a:pt x="73" y="266"/>
                  <a:pt x="73" y="267"/>
                </a:cubicBezTo>
                <a:cubicBezTo>
                  <a:pt x="73" y="266"/>
                  <a:pt x="73" y="266"/>
                  <a:pt x="73" y="266"/>
                </a:cubicBezTo>
                <a:cubicBezTo>
                  <a:pt x="75" y="265"/>
                  <a:pt x="75" y="265"/>
                  <a:pt x="75" y="265"/>
                </a:cubicBezTo>
                <a:cubicBezTo>
                  <a:pt x="77" y="263"/>
                  <a:pt x="77" y="263"/>
                  <a:pt x="77" y="263"/>
                </a:cubicBezTo>
                <a:cubicBezTo>
                  <a:pt x="75" y="262"/>
                  <a:pt x="75" y="262"/>
                  <a:pt x="75" y="262"/>
                </a:cubicBezTo>
                <a:cubicBezTo>
                  <a:pt x="73" y="263"/>
                  <a:pt x="73" y="263"/>
                  <a:pt x="73" y="263"/>
                </a:cubicBezTo>
                <a:cubicBezTo>
                  <a:pt x="72" y="262"/>
                  <a:pt x="72" y="261"/>
                  <a:pt x="72" y="259"/>
                </a:cubicBezTo>
                <a:cubicBezTo>
                  <a:pt x="71" y="259"/>
                  <a:pt x="71" y="259"/>
                  <a:pt x="71" y="259"/>
                </a:cubicBezTo>
                <a:cubicBezTo>
                  <a:pt x="69" y="259"/>
                  <a:pt x="69" y="259"/>
                  <a:pt x="69" y="259"/>
                </a:cubicBezTo>
                <a:cubicBezTo>
                  <a:pt x="65" y="260"/>
                  <a:pt x="65" y="260"/>
                  <a:pt x="65" y="260"/>
                </a:cubicBezTo>
                <a:cubicBezTo>
                  <a:pt x="66" y="261"/>
                  <a:pt x="66" y="262"/>
                  <a:pt x="65" y="264"/>
                </a:cubicBezTo>
                <a:cubicBezTo>
                  <a:pt x="67" y="266"/>
                  <a:pt x="67" y="266"/>
                  <a:pt x="67" y="266"/>
                </a:cubicBezTo>
                <a:cubicBezTo>
                  <a:pt x="67" y="267"/>
                  <a:pt x="67" y="267"/>
                  <a:pt x="67" y="267"/>
                </a:cubicBezTo>
                <a:cubicBezTo>
                  <a:pt x="68" y="267"/>
                  <a:pt x="68" y="267"/>
                  <a:pt x="68" y="267"/>
                </a:cubicBezTo>
                <a:cubicBezTo>
                  <a:pt x="69" y="267"/>
                  <a:pt x="69" y="267"/>
                  <a:pt x="69" y="267"/>
                </a:cubicBezTo>
                <a:cubicBezTo>
                  <a:pt x="69" y="269"/>
                  <a:pt x="69" y="269"/>
                  <a:pt x="69" y="269"/>
                </a:cubicBezTo>
                <a:cubicBezTo>
                  <a:pt x="70" y="269"/>
                  <a:pt x="70" y="269"/>
                  <a:pt x="70" y="269"/>
                </a:cubicBezTo>
                <a:cubicBezTo>
                  <a:pt x="73" y="267"/>
                  <a:pt x="73" y="267"/>
                  <a:pt x="73" y="267"/>
                </a:cubicBezTo>
                <a:cubicBezTo>
                  <a:pt x="72" y="268"/>
                  <a:pt x="71" y="269"/>
                  <a:pt x="70" y="270"/>
                </a:cubicBezTo>
                <a:cubicBezTo>
                  <a:pt x="70" y="269"/>
                  <a:pt x="70" y="269"/>
                  <a:pt x="70" y="269"/>
                </a:cubicBezTo>
                <a:cubicBezTo>
                  <a:pt x="70" y="272"/>
                  <a:pt x="70" y="272"/>
                  <a:pt x="70" y="272"/>
                </a:cubicBezTo>
                <a:cubicBezTo>
                  <a:pt x="68" y="273"/>
                  <a:pt x="66" y="275"/>
                  <a:pt x="64" y="275"/>
                </a:cubicBezTo>
                <a:cubicBezTo>
                  <a:pt x="63" y="277"/>
                  <a:pt x="62" y="278"/>
                  <a:pt x="61" y="280"/>
                </a:cubicBezTo>
                <a:cubicBezTo>
                  <a:pt x="65" y="279"/>
                  <a:pt x="65" y="279"/>
                  <a:pt x="65" y="279"/>
                </a:cubicBezTo>
                <a:cubicBezTo>
                  <a:pt x="66" y="280"/>
                  <a:pt x="66" y="280"/>
                  <a:pt x="66" y="280"/>
                </a:cubicBezTo>
                <a:cubicBezTo>
                  <a:pt x="67" y="278"/>
                  <a:pt x="67" y="278"/>
                  <a:pt x="67" y="278"/>
                </a:cubicBezTo>
                <a:cubicBezTo>
                  <a:pt x="69" y="277"/>
                  <a:pt x="69" y="277"/>
                  <a:pt x="69" y="277"/>
                </a:cubicBezTo>
                <a:cubicBezTo>
                  <a:pt x="70" y="277"/>
                  <a:pt x="70" y="277"/>
                  <a:pt x="70" y="277"/>
                </a:cubicBezTo>
                <a:cubicBezTo>
                  <a:pt x="72" y="276"/>
                  <a:pt x="72" y="276"/>
                  <a:pt x="72" y="276"/>
                </a:cubicBezTo>
                <a:cubicBezTo>
                  <a:pt x="75" y="276"/>
                  <a:pt x="75" y="276"/>
                  <a:pt x="75" y="276"/>
                </a:cubicBezTo>
                <a:cubicBezTo>
                  <a:pt x="74" y="277"/>
                  <a:pt x="74" y="277"/>
                  <a:pt x="74" y="277"/>
                </a:cubicBezTo>
                <a:cubicBezTo>
                  <a:pt x="75" y="279"/>
                  <a:pt x="75" y="279"/>
                  <a:pt x="75" y="279"/>
                </a:cubicBezTo>
                <a:cubicBezTo>
                  <a:pt x="74" y="279"/>
                  <a:pt x="74" y="279"/>
                  <a:pt x="74" y="279"/>
                </a:cubicBezTo>
                <a:cubicBezTo>
                  <a:pt x="76" y="282"/>
                  <a:pt x="76" y="282"/>
                  <a:pt x="76" y="282"/>
                </a:cubicBezTo>
                <a:cubicBezTo>
                  <a:pt x="75" y="284"/>
                  <a:pt x="75" y="285"/>
                  <a:pt x="74" y="286"/>
                </a:cubicBezTo>
                <a:cubicBezTo>
                  <a:pt x="76" y="289"/>
                  <a:pt x="76" y="289"/>
                  <a:pt x="76" y="289"/>
                </a:cubicBezTo>
                <a:cubicBezTo>
                  <a:pt x="78" y="288"/>
                  <a:pt x="78" y="288"/>
                  <a:pt x="78" y="288"/>
                </a:cubicBezTo>
                <a:cubicBezTo>
                  <a:pt x="76" y="289"/>
                  <a:pt x="76" y="289"/>
                  <a:pt x="76" y="289"/>
                </a:cubicBezTo>
                <a:cubicBezTo>
                  <a:pt x="76" y="293"/>
                  <a:pt x="74" y="297"/>
                  <a:pt x="70" y="299"/>
                </a:cubicBezTo>
                <a:cubicBezTo>
                  <a:pt x="69" y="300"/>
                  <a:pt x="69" y="300"/>
                  <a:pt x="69" y="300"/>
                </a:cubicBezTo>
                <a:cubicBezTo>
                  <a:pt x="66" y="302"/>
                  <a:pt x="66" y="302"/>
                  <a:pt x="66" y="302"/>
                </a:cubicBezTo>
                <a:cubicBezTo>
                  <a:pt x="63" y="302"/>
                  <a:pt x="63" y="302"/>
                  <a:pt x="63" y="302"/>
                </a:cubicBezTo>
                <a:cubicBezTo>
                  <a:pt x="62" y="302"/>
                  <a:pt x="61" y="303"/>
                  <a:pt x="60" y="304"/>
                </a:cubicBezTo>
                <a:cubicBezTo>
                  <a:pt x="59" y="305"/>
                  <a:pt x="59" y="305"/>
                  <a:pt x="59" y="305"/>
                </a:cubicBezTo>
                <a:cubicBezTo>
                  <a:pt x="59" y="306"/>
                  <a:pt x="59" y="306"/>
                  <a:pt x="59" y="306"/>
                </a:cubicBezTo>
                <a:cubicBezTo>
                  <a:pt x="57" y="305"/>
                  <a:pt x="57" y="305"/>
                  <a:pt x="57" y="305"/>
                </a:cubicBezTo>
                <a:cubicBezTo>
                  <a:pt x="56" y="306"/>
                  <a:pt x="56" y="306"/>
                  <a:pt x="56" y="306"/>
                </a:cubicBezTo>
                <a:cubicBezTo>
                  <a:pt x="55" y="306"/>
                  <a:pt x="55" y="306"/>
                  <a:pt x="55" y="306"/>
                </a:cubicBezTo>
                <a:cubicBezTo>
                  <a:pt x="53" y="306"/>
                  <a:pt x="53" y="306"/>
                  <a:pt x="53" y="306"/>
                </a:cubicBezTo>
                <a:cubicBezTo>
                  <a:pt x="53" y="307"/>
                  <a:pt x="53" y="307"/>
                  <a:pt x="53" y="307"/>
                </a:cubicBezTo>
                <a:cubicBezTo>
                  <a:pt x="52" y="308"/>
                  <a:pt x="50" y="309"/>
                  <a:pt x="49" y="309"/>
                </a:cubicBezTo>
                <a:cubicBezTo>
                  <a:pt x="48" y="311"/>
                  <a:pt x="48" y="311"/>
                  <a:pt x="48" y="311"/>
                </a:cubicBezTo>
                <a:cubicBezTo>
                  <a:pt x="52" y="311"/>
                  <a:pt x="52" y="311"/>
                  <a:pt x="52" y="311"/>
                </a:cubicBezTo>
                <a:cubicBezTo>
                  <a:pt x="52" y="313"/>
                  <a:pt x="52" y="313"/>
                  <a:pt x="52" y="313"/>
                </a:cubicBezTo>
                <a:cubicBezTo>
                  <a:pt x="50" y="315"/>
                  <a:pt x="50" y="315"/>
                  <a:pt x="50" y="315"/>
                </a:cubicBezTo>
                <a:cubicBezTo>
                  <a:pt x="51" y="316"/>
                  <a:pt x="51" y="316"/>
                  <a:pt x="51" y="316"/>
                </a:cubicBezTo>
                <a:cubicBezTo>
                  <a:pt x="51" y="316"/>
                  <a:pt x="51" y="316"/>
                  <a:pt x="51" y="316"/>
                </a:cubicBezTo>
                <a:cubicBezTo>
                  <a:pt x="53" y="316"/>
                  <a:pt x="55" y="316"/>
                  <a:pt x="57" y="316"/>
                </a:cubicBezTo>
                <a:cubicBezTo>
                  <a:pt x="57" y="315"/>
                  <a:pt x="57" y="315"/>
                  <a:pt x="57" y="315"/>
                </a:cubicBezTo>
                <a:cubicBezTo>
                  <a:pt x="56" y="314"/>
                  <a:pt x="56" y="314"/>
                  <a:pt x="56" y="314"/>
                </a:cubicBezTo>
                <a:cubicBezTo>
                  <a:pt x="58" y="314"/>
                  <a:pt x="58" y="314"/>
                  <a:pt x="58" y="314"/>
                </a:cubicBezTo>
                <a:cubicBezTo>
                  <a:pt x="57" y="315"/>
                  <a:pt x="57" y="315"/>
                  <a:pt x="57" y="315"/>
                </a:cubicBezTo>
                <a:cubicBezTo>
                  <a:pt x="58" y="316"/>
                  <a:pt x="58" y="316"/>
                  <a:pt x="58" y="316"/>
                </a:cubicBezTo>
                <a:cubicBezTo>
                  <a:pt x="54" y="317"/>
                  <a:pt x="54" y="317"/>
                  <a:pt x="54" y="317"/>
                </a:cubicBezTo>
                <a:cubicBezTo>
                  <a:pt x="52" y="317"/>
                  <a:pt x="52" y="317"/>
                  <a:pt x="52" y="317"/>
                </a:cubicBezTo>
                <a:cubicBezTo>
                  <a:pt x="53" y="318"/>
                  <a:pt x="53" y="318"/>
                  <a:pt x="53" y="318"/>
                </a:cubicBezTo>
                <a:cubicBezTo>
                  <a:pt x="54" y="319"/>
                  <a:pt x="54" y="319"/>
                  <a:pt x="54" y="319"/>
                </a:cubicBezTo>
                <a:cubicBezTo>
                  <a:pt x="56" y="320"/>
                  <a:pt x="56" y="320"/>
                  <a:pt x="56" y="320"/>
                </a:cubicBezTo>
                <a:cubicBezTo>
                  <a:pt x="58" y="318"/>
                  <a:pt x="58" y="318"/>
                  <a:pt x="58" y="318"/>
                </a:cubicBezTo>
                <a:cubicBezTo>
                  <a:pt x="61" y="318"/>
                  <a:pt x="61" y="318"/>
                  <a:pt x="61" y="318"/>
                </a:cubicBezTo>
                <a:cubicBezTo>
                  <a:pt x="62" y="316"/>
                  <a:pt x="62" y="316"/>
                  <a:pt x="62" y="316"/>
                </a:cubicBezTo>
                <a:cubicBezTo>
                  <a:pt x="64" y="315"/>
                  <a:pt x="64" y="315"/>
                  <a:pt x="64" y="315"/>
                </a:cubicBezTo>
                <a:cubicBezTo>
                  <a:pt x="67" y="316"/>
                  <a:pt x="67" y="316"/>
                  <a:pt x="67" y="316"/>
                </a:cubicBezTo>
                <a:cubicBezTo>
                  <a:pt x="67" y="315"/>
                  <a:pt x="67" y="315"/>
                  <a:pt x="67" y="315"/>
                </a:cubicBezTo>
                <a:cubicBezTo>
                  <a:pt x="68" y="315"/>
                  <a:pt x="68" y="315"/>
                  <a:pt x="68" y="315"/>
                </a:cubicBezTo>
                <a:cubicBezTo>
                  <a:pt x="70" y="316"/>
                  <a:pt x="70" y="316"/>
                  <a:pt x="70" y="316"/>
                </a:cubicBezTo>
                <a:cubicBezTo>
                  <a:pt x="68" y="316"/>
                  <a:pt x="68" y="316"/>
                  <a:pt x="68" y="316"/>
                </a:cubicBezTo>
                <a:cubicBezTo>
                  <a:pt x="70" y="318"/>
                  <a:pt x="70" y="318"/>
                  <a:pt x="70" y="318"/>
                </a:cubicBezTo>
                <a:cubicBezTo>
                  <a:pt x="72" y="317"/>
                  <a:pt x="72" y="317"/>
                  <a:pt x="72" y="317"/>
                </a:cubicBezTo>
                <a:cubicBezTo>
                  <a:pt x="75" y="318"/>
                  <a:pt x="75" y="318"/>
                  <a:pt x="75" y="318"/>
                </a:cubicBezTo>
                <a:cubicBezTo>
                  <a:pt x="75" y="319"/>
                  <a:pt x="75" y="319"/>
                  <a:pt x="75" y="319"/>
                </a:cubicBezTo>
                <a:cubicBezTo>
                  <a:pt x="72" y="319"/>
                  <a:pt x="72" y="319"/>
                  <a:pt x="72" y="319"/>
                </a:cubicBezTo>
                <a:cubicBezTo>
                  <a:pt x="71" y="319"/>
                  <a:pt x="71" y="319"/>
                  <a:pt x="71" y="319"/>
                </a:cubicBezTo>
                <a:cubicBezTo>
                  <a:pt x="70" y="320"/>
                  <a:pt x="70" y="320"/>
                  <a:pt x="70" y="320"/>
                </a:cubicBezTo>
                <a:cubicBezTo>
                  <a:pt x="70" y="322"/>
                  <a:pt x="70" y="322"/>
                  <a:pt x="70" y="322"/>
                </a:cubicBezTo>
                <a:cubicBezTo>
                  <a:pt x="72" y="322"/>
                  <a:pt x="72" y="322"/>
                  <a:pt x="72" y="322"/>
                </a:cubicBezTo>
                <a:cubicBezTo>
                  <a:pt x="74" y="321"/>
                  <a:pt x="74" y="321"/>
                  <a:pt x="74" y="321"/>
                </a:cubicBezTo>
                <a:cubicBezTo>
                  <a:pt x="77" y="322"/>
                  <a:pt x="77" y="322"/>
                  <a:pt x="77" y="322"/>
                </a:cubicBezTo>
                <a:cubicBezTo>
                  <a:pt x="77" y="321"/>
                  <a:pt x="77" y="321"/>
                  <a:pt x="77" y="321"/>
                </a:cubicBezTo>
                <a:cubicBezTo>
                  <a:pt x="77" y="320"/>
                  <a:pt x="77" y="320"/>
                  <a:pt x="77" y="320"/>
                </a:cubicBezTo>
                <a:cubicBezTo>
                  <a:pt x="80" y="320"/>
                  <a:pt x="80" y="320"/>
                  <a:pt x="80" y="320"/>
                </a:cubicBezTo>
                <a:cubicBezTo>
                  <a:pt x="81" y="321"/>
                  <a:pt x="81" y="321"/>
                  <a:pt x="81" y="321"/>
                </a:cubicBezTo>
                <a:cubicBezTo>
                  <a:pt x="82" y="324"/>
                  <a:pt x="82" y="324"/>
                  <a:pt x="82" y="324"/>
                </a:cubicBezTo>
                <a:cubicBezTo>
                  <a:pt x="84" y="325"/>
                  <a:pt x="84" y="325"/>
                  <a:pt x="84" y="325"/>
                </a:cubicBezTo>
                <a:cubicBezTo>
                  <a:pt x="87" y="327"/>
                  <a:pt x="87" y="327"/>
                  <a:pt x="87" y="327"/>
                </a:cubicBezTo>
                <a:cubicBezTo>
                  <a:pt x="89" y="328"/>
                  <a:pt x="92" y="328"/>
                  <a:pt x="95" y="327"/>
                </a:cubicBezTo>
                <a:cubicBezTo>
                  <a:pt x="95" y="325"/>
                  <a:pt x="95" y="325"/>
                  <a:pt x="95" y="325"/>
                </a:cubicBezTo>
                <a:cubicBezTo>
                  <a:pt x="96" y="324"/>
                  <a:pt x="98" y="323"/>
                  <a:pt x="99" y="322"/>
                </a:cubicBezTo>
                <a:cubicBezTo>
                  <a:pt x="100" y="322"/>
                  <a:pt x="100" y="322"/>
                  <a:pt x="100" y="322"/>
                </a:cubicBezTo>
                <a:cubicBezTo>
                  <a:pt x="102" y="322"/>
                  <a:pt x="103" y="322"/>
                  <a:pt x="105" y="321"/>
                </a:cubicBezTo>
                <a:cubicBezTo>
                  <a:pt x="106" y="320"/>
                  <a:pt x="106" y="320"/>
                  <a:pt x="106" y="320"/>
                </a:cubicBezTo>
                <a:cubicBezTo>
                  <a:pt x="110" y="316"/>
                  <a:pt x="110" y="316"/>
                  <a:pt x="110" y="316"/>
                </a:cubicBezTo>
                <a:cubicBezTo>
                  <a:pt x="110" y="316"/>
                  <a:pt x="110" y="316"/>
                  <a:pt x="110" y="316"/>
                </a:cubicBezTo>
                <a:cubicBezTo>
                  <a:pt x="108" y="319"/>
                  <a:pt x="106" y="321"/>
                  <a:pt x="105" y="324"/>
                </a:cubicBezTo>
                <a:cubicBezTo>
                  <a:pt x="103" y="325"/>
                  <a:pt x="103" y="325"/>
                  <a:pt x="103" y="325"/>
                </a:cubicBezTo>
                <a:cubicBezTo>
                  <a:pt x="101" y="326"/>
                  <a:pt x="99" y="328"/>
                  <a:pt x="98" y="330"/>
                </a:cubicBezTo>
                <a:cubicBezTo>
                  <a:pt x="99" y="333"/>
                  <a:pt x="99" y="333"/>
                  <a:pt x="99" y="333"/>
                </a:cubicBezTo>
                <a:cubicBezTo>
                  <a:pt x="98" y="334"/>
                  <a:pt x="98" y="334"/>
                  <a:pt x="98" y="334"/>
                </a:cubicBezTo>
                <a:cubicBezTo>
                  <a:pt x="97" y="334"/>
                  <a:pt x="97" y="334"/>
                  <a:pt x="97" y="334"/>
                </a:cubicBezTo>
                <a:cubicBezTo>
                  <a:pt x="95" y="334"/>
                  <a:pt x="93" y="334"/>
                  <a:pt x="90" y="334"/>
                </a:cubicBezTo>
                <a:cubicBezTo>
                  <a:pt x="89" y="334"/>
                  <a:pt x="89" y="334"/>
                  <a:pt x="89" y="334"/>
                </a:cubicBezTo>
                <a:cubicBezTo>
                  <a:pt x="86" y="333"/>
                  <a:pt x="84" y="333"/>
                  <a:pt x="82" y="332"/>
                </a:cubicBezTo>
                <a:cubicBezTo>
                  <a:pt x="78" y="333"/>
                  <a:pt x="75" y="333"/>
                  <a:pt x="71" y="334"/>
                </a:cubicBezTo>
                <a:cubicBezTo>
                  <a:pt x="71" y="335"/>
                  <a:pt x="71" y="335"/>
                  <a:pt x="71" y="335"/>
                </a:cubicBezTo>
                <a:cubicBezTo>
                  <a:pt x="72" y="338"/>
                  <a:pt x="72" y="338"/>
                  <a:pt x="72" y="338"/>
                </a:cubicBezTo>
                <a:cubicBezTo>
                  <a:pt x="69" y="341"/>
                  <a:pt x="69" y="341"/>
                  <a:pt x="69" y="341"/>
                </a:cubicBezTo>
                <a:cubicBezTo>
                  <a:pt x="67" y="340"/>
                  <a:pt x="66" y="340"/>
                  <a:pt x="65" y="340"/>
                </a:cubicBezTo>
                <a:cubicBezTo>
                  <a:pt x="64" y="342"/>
                  <a:pt x="64" y="344"/>
                  <a:pt x="64" y="347"/>
                </a:cubicBezTo>
                <a:cubicBezTo>
                  <a:pt x="63" y="349"/>
                  <a:pt x="61" y="350"/>
                  <a:pt x="59" y="352"/>
                </a:cubicBezTo>
                <a:cubicBezTo>
                  <a:pt x="58" y="354"/>
                  <a:pt x="58" y="354"/>
                  <a:pt x="58" y="354"/>
                </a:cubicBezTo>
                <a:cubicBezTo>
                  <a:pt x="55" y="354"/>
                  <a:pt x="55" y="354"/>
                  <a:pt x="55" y="354"/>
                </a:cubicBezTo>
                <a:cubicBezTo>
                  <a:pt x="55" y="355"/>
                  <a:pt x="55" y="355"/>
                  <a:pt x="55" y="355"/>
                </a:cubicBezTo>
                <a:cubicBezTo>
                  <a:pt x="57" y="356"/>
                  <a:pt x="57" y="356"/>
                  <a:pt x="57" y="356"/>
                </a:cubicBezTo>
                <a:cubicBezTo>
                  <a:pt x="55" y="356"/>
                  <a:pt x="55" y="356"/>
                  <a:pt x="55" y="356"/>
                </a:cubicBezTo>
                <a:cubicBezTo>
                  <a:pt x="55" y="355"/>
                  <a:pt x="55" y="355"/>
                  <a:pt x="55" y="355"/>
                </a:cubicBezTo>
                <a:cubicBezTo>
                  <a:pt x="53" y="356"/>
                  <a:pt x="53" y="356"/>
                  <a:pt x="53" y="356"/>
                </a:cubicBezTo>
                <a:cubicBezTo>
                  <a:pt x="52" y="359"/>
                  <a:pt x="52" y="359"/>
                  <a:pt x="52" y="359"/>
                </a:cubicBezTo>
                <a:cubicBezTo>
                  <a:pt x="50" y="360"/>
                  <a:pt x="50" y="360"/>
                  <a:pt x="50" y="360"/>
                </a:cubicBezTo>
                <a:cubicBezTo>
                  <a:pt x="50" y="362"/>
                  <a:pt x="50" y="362"/>
                  <a:pt x="50" y="362"/>
                </a:cubicBezTo>
                <a:cubicBezTo>
                  <a:pt x="46" y="365"/>
                  <a:pt x="46" y="365"/>
                  <a:pt x="46" y="365"/>
                </a:cubicBezTo>
                <a:cubicBezTo>
                  <a:pt x="44" y="365"/>
                  <a:pt x="44" y="365"/>
                  <a:pt x="44" y="365"/>
                </a:cubicBezTo>
                <a:cubicBezTo>
                  <a:pt x="43" y="367"/>
                  <a:pt x="43" y="367"/>
                  <a:pt x="43" y="367"/>
                </a:cubicBezTo>
                <a:cubicBezTo>
                  <a:pt x="42" y="366"/>
                  <a:pt x="42" y="366"/>
                  <a:pt x="42" y="366"/>
                </a:cubicBezTo>
                <a:cubicBezTo>
                  <a:pt x="38" y="368"/>
                  <a:pt x="38" y="368"/>
                  <a:pt x="38" y="368"/>
                </a:cubicBezTo>
                <a:cubicBezTo>
                  <a:pt x="37" y="369"/>
                  <a:pt x="37" y="369"/>
                  <a:pt x="37" y="369"/>
                </a:cubicBezTo>
                <a:cubicBezTo>
                  <a:pt x="37" y="371"/>
                  <a:pt x="37" y="371"/>
                  <a:pt x="37" y="371"/>
                </a:cubicBezTo>
                <a:cubicBezTo>
                  <a:pt x="40" y="371"/>
                  <a:pt x="40" y="371"/>
                  <a:pt x="40" y="371"/>
                </a:cubicBezTo>
                <a:cubicBezTo>
                  <a:pt x="41" y="370"/>
                  <a:pt x="41" y="370"/>
                  <a:pt x="41" y="370"/>
                </a:cubicBezTo>
                <a:cubicBezTo>
                  <a:pt x="42" y="369"/>
                  <a:pt x="42" y="369"/>
                  <a:pt x="42" y="369"/>
                </a:cubicBezTo>
                <a:cubicBezTo>
                  <a:pt x="46" y="371"/>
                  <a:pt x="46" y="371"/>
                  <a:pt x="46" y="371"/>
                </a:cubicBezTo>
                <a:cubicBezTo>
                  <a:pt x="49" y="375"/>
                  <a:pt x="49" y="375"/>
                  <a:pt x="49" y="375"/>
                </a:cubicBezTo>
                <a:cubicBezTo>
                  <a:pt x="50" y="373"/>
                  <a:pt x="50" y="373"/>
                  <a:pt x="50" y="373"/>
                </a:cubicBezTo>
                <a:cubicBezTo>
                  <a:pt x="51" y="373"/>
                  <a:pt x="51" y="373"/>
                  <a:pt x="51" y="373"/>
                </a:cubicBezTo>
                <a:cubicBezTo>
                  <a:pt x="52" y="372"/>
                  <a:pt x="52" y="372"/>
                  <a:pt x="52" y="372"/>
                </a:cubicBezTo>
                <a:cubicBezTo>
                  <a:pt x="51" y="370"/>
                  <a:pt x="51" y="370"/>
                  <a:pt x="51" y="370"/>
                </a:cubicBezTo>
                <a:cubicBezTo>
                  <a:pt x="52" y="367"/>
                  <a:pt x="52" y="367"/>
                  <a:pt x="52" y="367"/>
                </a:cubicBezTo>
                <a:cubicBezTo>
                  <a:pt x="53" y="369"/>
                  <a:pt x="53" y="369"/>
                  <a:pt x="53" y="369"/>
                </a:cubicBezTo>
                <a:cubicBezTo>
                  <a:pt x="54" y="367"/>
                  <a:pt x="54" y="367"/>
                  <a:pt x="54" y="367"/>
                </a:cubicBezTo>
                <a:cubicBezTo>
                  <a:pt x="57" y="366"/>
                  <a:pt x="57" y="366"/>
                  <a:pt x="57" y="366"/>
                </a:cubicBezTo>
                <a:cubicBezTo>
                  <a:pt x="58" y="366"/>
                  <a:pt x="58" y="366"/>
                  <a:pt x="58" y="366"/>
                </a:cubicBezTo>
                <a:cubicBezTo>
                  <a:pt x="59" y="363"/>
                  <a:pt x="59" y="363"/>
                  <a:pt x="59" y="363"/>
                </a:cubicBezTo>
                <a:cubicBezTo>
                  <a:pt x="60" y="362"/>
                  <a:pt x="60" y="362"/>
                  <a:pt x="60" y="362"/>
                </a:cubicBezTo>
                <a:cubicBezTo>
                  <a:pt x="61" y="363"/>
                  <a:pt x="61" y="363"/>
                  <a:pt x="61" y="363"/>
                </a:cubicBezTo>
                <a:cubicBezTo>
                  <a:pt x="65" y="363"/>
                  <a:pt x="65" y="363"/>
                  <a:pt x="65" y="363"/>
                </a:cubicBezTo>
                <a:cubicBezTo>
                  <a:pt x="67" y="362"/>
                  <a:pt x="67" y="362"/>
                  <a:pt x="67" y="362"/>
                </a:cubicBezTo>
                <a:cubicBezTo>
                  <a:pt x="70" y="362"/>
                  <a:pt x="70" y="362"/>
                  <a:pt x="70" y="362"/>
                </a:cubicBezTo>
                <a:cubicBezTo>
                  <a:pt x="71" y="363"/>
                  <a:pt x="71" y="363"/>
                  <a:pt x="71" y="363"/>
                </a:cubicBezTo>
                <a:cubicBezTo>
                  <a:pt x="72" y="362"/>
                  <a:pt x="72" y="362"/>
                  <a:pt x="72" y="362"/>
                </a:cubicBezTo>
                <a:cubicBezTo>
                  <a:pt x="70" y="361"/>
                  <a:pt x="70" y="361"/>
                  <a:pt x="70" y="361"/>
                </a:cubicBezTo>
                <a:cubicBezTo>
                  <a:pt x="71" y="361"/>
                  <a:pt x="71" y="361"/>
                  <a:pt x="71" y="361"/>
                </a:cubicBezTo>
                <a:cubicBezTo>
                  <a:pt x="71" y="359"/>
                  <a:pt x="71" y="359"/>
                  <a:pt x="71" y="359"/>
                </a:cubicBezTo>
                <a:cubicBezTo>
                  <a:pt x="72" y="359"/>
                  <a:pt x="72" y="359"/>
                  <a:pt x="72" y="359"/>
                </a:cubicBezTo>
                <a:cubicBezTo>
                  <a:pt x="72" y="360"/>
                  <a:pt x="72" y="360"/>
                  <a:pt x="72" y="360"/>
                </a:cubicBezTo>
                <a:cubicBezTo>
                  <a:pt x="72" y="361"/>
                  <a:pt x="72" y="361"/>
                  <a:pt x="72" y="361"/>
                </a:cubicBezTo>
                <a:cubicBezTo>
                  <a:pt x="74" y="362"/>
                  <a:pt x="74" y="362"/>
                  <a:pt x="74" y="362"/>
                </a:cubicBezTo>
                <a:cubicBezTo>
                  <a:pt x="74" y="363"/>
                  <a:pt x="74" y="363"/>
                  <a:pt x="74" y="363"/>
                </a:cubicBezTo>
                <a:cubicBezTo>
                  <a:pt x="75" y="364"/>
                  <a:pt x="75" y="364"/>
                  <a:pt x="75" y="364"/>
                </a:cubicBezTo>
                <a:cubicBezTo>
                  <a:pt x="77" y="363"/>
                  <a:pt x="77" y="363"/>
                  <a:pt x="77" y="363"/>
                </a:cubicBezTo>
                <a:cubicBezTo>
                  <a:pt x="81" y="367"/>
                  <a:pt x="81" y="367"/>
                  <a:pt x="81" y="367"/>
                </a:cubicBezTo>
                <a:cubicBezTo>
                  <a:pt x="84" y="367"/>
                  <a:pt x="84" y="367"/>
                  <a:pt x="84" y="367"/>
                </a:cubicBezTo>
                <a:cubicBezTo>
                  <a:pt x="84" y="364"/>
                  <a:pt x="84" y="364"/>
                  <a:pt x="84" y="364"/>
                </a:cubicBezTo>
                <a:cubicBezTo>
                  <a:pt x="86" y="363"/>
                  <a:pt x="86" y="363"/>
                  <a:pt x="86" y="363"/>
                </a:cubicBezTo>
                <a:cubicBezTo>
                  <a:pt x="88" y="360"/>
                  <a:pt x="88" y="360"/>
                  <a:pt x="88" y="360"/>
                </a:cubicBezTo>
                <a:cubicBezTo>
                  <a:pt x="86" y="360"/>
                  <a:pt x="86" y="360"/>
                  <a:pt x="86" y="360"/>
                </a:cubicBezTo>
                <a:cubicBezTo>
                  <a:pt x="88" y="359"/>
                  <a:pt x="88" y="359"/>
                  <a:pt x="88" y="359"/>
                </a:cubicBezTo>
                <a:cubicBezTo>
                  <a:pt x="88" y="356"/>
                  <a:pt x="88" y="356"/>
                  <a:pt x="88" y="356"/>
                </a:cubicBezTo>
                <a:cubicBezTo>
                  <a:pt x="89" y="354"/>
                  <a:pt x="89" y="354"/>
                  <a:pt x="89" y="354"/>
                </a:cubicBezTo>
                <a:cubicBezTo>
                  <a:pt x="88" y="351"/>
                  <a:pt x="88" y="351"/>
                  <a:pt x="88" y="351"/>
                </a:cubicBezTo>
                <a:cubicBezTo>
                  <a:pt x="90" y="353"/>
                  <a:pt x="90" y="353"/>
                  <a:pt x="90" y="353"/>
                </a:cubicBezTo>
                <a:cubicBezTo>
                  <a:pt x="92" y="353"/>
                  <a:pt x="92" y="353"/>
                  <a:pt x="92" y="353"/>
                </a:cubicBezTo>
                <a:cubicBezTo>
                  <a:pt x="93" y="352"/>
                  <a:pt x="93" y="352"/>
                  <a:pt x="93" y="352"/>
                </a:cubicBezTo>
                <a:cubicBezTo>
                  <a:pt x="96" y="351"/>
                  <a:pt x="96" y="351"/>
                  <a:pt x="96" y="351"/>
                </a:cubicBezTo>
                <a:cubicBezTo>
                  <a:pt x="97" y="350"/>
                  <a:pt x="97" y="350"/>
                  <a:pt x="97" y="350"/>
                </a:cubicBezTo>
                <a:cubicBezTo>
                  <a:pt x="99" y="350"/>
                  <a:pt x="99" y="350"/>
                  <a:pt x="99" y="350"/>
                </a:cubicBezTo>
                <a:cubicBezTo>
                  <a:pt x="102" y="350"/>
                  <a:pt x="102" y="350"/>
                  <a:pt x="102" y="350"/>
                </a:cubicBezTo>
                <a:cubicBezTo>
                  <a:pt x="105" y="351"/>
                  <a:pt x="108" y="352"/>
                  <a:pt x="110" y="354"/>
                </a:cubicBezTo>
                <a:cubicBezTo>
                  <a:pt x="111" y="357"/>
                  <a:pt x="111" y="357"/>
                  <a:pt x="111" y="357"/>
                </a:cubicBezTo>
                <a:cubicBezTo>
                  <a:pt x="112" y="356"/>
                  <a:pt x="112" y="356"/>
                  <a:pt x="112" y="356"/>
                </a:cubicBezTo>
                <a:cubicBezTo>
                  <a:pt x="111" y="355"/>
                  <a:pt x="111" y="355"/>
                  <a:pt x="111" y="355"/>
                </a:cubicBezTo>
                <a:cubicBezTo>
                  <a:pt x="111" y="353"/>
                  <a:pt x="111" y="353"/>
                  <a:pt x="111" y="353"/>
                </a:cubicBezTo>
                <a:cubicBezTo>
                  <a:pt x="114" y="353"/>
                  <a:pt x="117" y="353"/>
                  <a:pt x="119" y="354"/>
                </a:cubicBezTo>
                <a:cubicBezTo>
                  <a:pt x="122" y="354"/>
                  <a:pt x="122" y="354"/>
                  <a:pt x="122" y="354"/>
                </a:cubicBezTo>
                <a:cubicBezTo>
                  <a:pt x="123" y="352"/>
                  <a:pt x="123" y="352"/>
                  <a:pt x="123" y="352"/>
                </a:cubicBezTo>
                <a:cubicBezTo>
                  <a:pt x="121" y="351"/>
                  <a:pt x="121" y="351"/>
                  <a:pt x="121" y="351"/>
                </a:cubicBezTo>
                <a:cubicBezTo>
                  <a:pt x="120" y="349"/>
                  <a:pt x="120" y="349"/>
                  <a:pt x="120" y="349"/>
                </a:cubicBezTo>
                <a:cubicBezTo>
                  <a:pt x="122" y="350"/>
                  <a:pt x="122" y="350"/>
                  <a:pt x="122" y="350"/>
                </a:cubicBezTo>
                <a:cubicBezTo>
                  <a:pt x="123" y="351"/>
                  <a:pt x="123" y="351"/>
                  <a:pt x="123" y="351"/>
                </a:cubicBezTo>
                <a:cubicBezTo>
                  <a:pt x="125" y="350"/>
                  <a:pt x="125" y="350"/>
                  <a:pt x="125" y="350"/>
                </a:cubicBezTo>
                <a:cubicBezTo>
                  <a:pt x="126" y="350"/>
                  <a:pt x="126" y="350"/>
                  <a:pt x="126" y="350"/>
                </a:cubicBezTo>
                <a:cubicBezTo>
                  <a:pt x="129" y="349"/>
                  <a:pt x="129" y="349"/>
                  <a:pt x="129" y="349"/>
                </a:cubicBezTo>
                <a:cubicBezTo>
                  <a:pt x="131" y="350"/>
                  <a:pt x="131" y="350"/>
                  <a:pt x="131" y="350"/>
                </a:cubicBezTo>
                <a:cubicBezTo>
                  <a:pt x="132" y="348"/>
                  <a:pt x="132" y="348"/>
                  <a:pt x="132" y="348"/>
                </a:cubicBezTo>
                <a:cubicBezTo>
                  <a:pt x="133" y="348"/>
                  <a:pt x="135" y="348"/>
                  <a:pt x="136" y="347"/>
                </a:cubicBezTo>
                <a:cubicBezTo>
                  <a:pt x="136" y="346"/>
                  <a:pt x="136" y="346"/>
                  <a:pt x="136" y="346"/>
                </a:cubicBezTo>
                <a:cubicBezTo>
                  <a:pt x="134" y="344"/>
                  <a:pt x="134" y="344"/>
                  <a:pt x="134" y="344"/>
                </a:cubicBezTo>
                <a:cubicBezTo>
                  <a:pt x="136" y="345"/>
                  <a:pt x="138" y="346"/>
                  <a:pt x="140" y="347"/>
                </a:cubicBezTo>
                <a:cubicBezTo>
                  <a:pt x="141" y="346"/>
                  <a:pt x="141" y="346"/>
                  <a:pt x="141" y="346"/>
                </a:cubicBezTo>
                <a:cubicBezTo>
                  <a:pt x="140" y="345"/>
                  <a:pt x="140" y="345"/>
                  <a:pt x="140" y="345"/>
                </a:cubicBezTo>
                <a:cubicBezTo>
                  <a:pt x="142" y="345"/>
                  <a:pt x="142" y="345"/>
                  <a:pt x="142" y="345"/>
                </a:cubicBezTo>
                <a:cubicBezTo>
                  <a:pt x="141" y="347"/>
                  <a:pt x="141" y="347"/>
                  <a:pt x="141" y="347"/>
                </a:cubicBezTo>
                <a:cubicBezTo>
                  <a:pt x="142" y="347"/>
                  <a:pt x="142" y="347"/>
                  <a:pt x="142" y="347"/>
                </a:cubicBezTo>
                <a:cubicBezTo>
                  <a:pt x="143" y="345"/>
                  <a:pt x="143" y="345"/>
                  <a:pt x="143" y="345"/>
                </a:cubicBezTo>
                <a:cubicBezTo>
                  <a:pt x="145" y="346"/>
                  <a:pt x="145" y="346"/>
                  <a:pt x="145" y="346"/>
                </a:cubicBezTo>
                <a:cubicBezTo>
                  <a:pt x="147" y="347"/>
                  <a:pt x="147" y="347"/>
                  <a:pt x="147" y="347"/>
                </a:cubicBezTo>
                <a:cubicBezTo>
                  <a:pt x="146" y="348"/>
                  <a:pt x="146" y="348"/>
                  <a:pt x="146" y="348"/>
                </a:cubicBezTo>
                <a:cubicBezTo>
                  <a:pt x="148" y="349"/>
                  <a:pt x="148" y="349"/>
                  <a:pt x="148" y="349"/>
                </a:cubicBezTo>
                <a:cubicBezTo>
                  <a:pt x="152" y="347"/>
                  <a:pt x="156" y="346"/>
                  <a:pt x="160" y="345"/>
                </a:cubicBezTo>
                <a:cubicBezTo>
                  <a:pt x="164" y="346"/>
                  <a:pt x="168" y="347"/>
                  <a:pt x="172" y="348"/>
                </a:cubicBezTo>
                <a:cubicBezTo>
                  <a:pt x="174" y="345"/>
                  <a:pt x="174" y="345"/>
                  <a:pt x="174" y="345"/>
                </a:cubicBezTo>
                <a:cubicBezTo>
                  <a:pt x="180" y="344"/>
                  <a:pt x="180" y="344"/>
                  <a:pt x="180" y="344"/>
                </a:cubicBezTo>
                <a:cubicBezTo>
                  <a:pt x="183" y="341"/>
                  <a:pt x="183" y="341"/>
                  <a:pt x="183" y="341"/>
                </a:cubicBezTo>
                <a:cubicBezTo>
                  <a:pt x="184" y="341"/>
                  <a:pt x="184" y="341"/>
                  <a:pt x="184" y="341"/>
                </a:cubicBezTo>
                <a:cubicBezTo>
                  <a:pt x="187" y="341"/>
                  <a:pt x="187" y="341"/>
                  <a:pt x="187" y="341"/>
                </a:cubicBezTo>
                <a:cubicBezTo>
                  <a:pt x="188" y="341"/>
                  <a:pt x="188" y="341"/>
                  <a:pt x="188" y="341"/>
                </a:cubicBezTo>
                <a:cubicBezTo>
                  <a:pt x="187" y="339"/>
                  <a:pt x="187" y="339"/>
                  <a:pt x="187" y="339"/>
                </a:cubicBezTo>
                <a:cubicBezTo>
                  <a:pt x="189" y="337"/>
                  <a:pt x="189" y="337"/>
                  <a:pt x="189" y="337"/>
                </a:cubicBezTo>
                <a:cubicBezTo>
                  <a:pt x="190" y="336"/>
                  <a:pt x="190" y="336"/>
                  <a:pt x="190" y="336"/>
                </a:cubicBezTo>
                <a:cubicBezTo>
                  <a:pt x="192" y="336"/>
                  <a:pt x="192" y="336"/>
                  <a:pt x="192" y="336"/>
                </a:cubicBezTo>
                <a:cubicBezTo>
                  <a:pt x="196" y="333"/>
                  <a:pt x="196" y="333"/>
                  <a:pt x="196" y="333"/>
                </a:cubicBezTo>
                <a:cubicBezTo>
                  <a:pt x="197" y="330"/>
                  <a:pt x="197" y="330"/>
                  <a:pt x="197" y="330"/>
                </a:cubicBezTo>
                <a:cubicBezTo>
                  <a:pt x="196" y="328"/>
                  <a:pt x="196" y="328"/>
                  <a:pt x="196" y="328"/>
                </a:cubicBezTo>
                <a:cubicBezTo>
                  <a:pt x="197" y="325"/>
                  <a:pt x="197" y="325"/>
                  <a:pt x="197" y="325"/>
                </a:cubicBezTo>
                <a:cubicBezTo>
                  <a:pt x="197" y="325"/>
                  <a:pt x="197" y="325"/>
                  <a:pt x="197" y="325"/>
                </a:cubicBezTo>
                <a:cubicBezTo>
                  <a:pt x="193" y="325"/>
                  <a:pt x="190" y="325"/>
                  <a:pt x="187" y="327"/>
                </a:cubicBezTo>
                <a:cubicBezTo>
                  <a:pt x="182" y="326"/>
                  <a:pt x="182" y="326"/>
                  <a:pt x="182" y="326"/>
                </a:cubicBezTo>
                <a:cubicBezTo>
                  <a:pt x="181" y="325"/>
                  <a:pt x="181" y="325"/>
                  <a:pt x="181" y="325"/>
                </a:cubicBezTo>
                <a:cubicBezTo>
                  <a:pt x="181" y="326"/>
                  <a:pt x="181" y="326"/>
                  <a:pt x="181" y="326"/>
                </a:cubicBezTo>
                <a:cubicBezTo>
                  <a:pt x="178" y="326"/>
                  <a:pt x="178" y="326"/>
                  <a:pt x="178" y="326"/>
                </a:cubicBezTo>
                <a:cubicBezTo>
                  <a:pt x="177" y="325"/>
                  <a:pt x="177" y="325"/>
                  <a:pt x="177" y="325"/>
                </a:cubicBezTo>
                <a:cubicBezTo>
                  <a:pt x="179" y="324"/>
                  <a:pt x="179" y="324"/>
                  <a:pt x="179" y="324"/>
                </a:cubicBezTo>
                <a:cubicBezTo>
                  <a:pt x="181" y="324"/>
                  <a:pt x="181" y="324"/>
                  <a:pt x="181" y="324"/>
                </a:cubicBezTo>
                <a:cubicBezTo>
                  <a:pt x="180" y="323"/>
                  <a:pt x="180" y="323"/>
                  <a:pt x="180" y="323"/>
                </a:cubicBezTo>
                <a:cubicBezTo>
                  <a:pt x="177" y="322"/>
                  <a:pt x="177" y="322"/>
                  <a:pt x="177" y="322"/>
                </a:cubicBezTo>
                <a:cubicBezTo>
                  <a:pt x="175" y="323"/>
                  <a:pt x="175" y="323"/>
                  <a:pt x="175" y="323"/>
                </a:cubicBezTo>
                <a:cubicBezTo>
                  <a:pt x="175" y="322"/>
                  <a:pt x="175" y="322"/>
                  <a:pt x="175" y="322"/>
                </a:cubicBezTo>
                <a:cubicBezTo>
                  <a:pt x="180" y="321"/>
                  <a:pt x="180" y="321"/>
                  <a:pt x="180" y="321"/>
                </a:cubicBezTo>
                <a:cubicBezTo>
                  <a:pt x="182" y="321"/>
                  <a:pt x="182" y="321"/>
                  <a:pt x="182" y="321"/>
                </a:cubicBezTo>
                <a:cubicBezTo>
                  <a:pt x="184" y="320"/>
                  <a:pt x="184" y="320"/>
                  <a:pt x="184" y="320"/>
                </a:cubicBezTo>
                <a:cubicBezTo>
                  <a:pt x="186" y="318"/>
                  <a:pt x="186" y="318"/>
                  <a:pt x="186" y="318"/>
                </a:cubicBezTo>
                <a:cubicBezTo>
                  <a:pt x="185" y="313"/>
                  <a:pt x="185" y="313"/>
                  <a:pt x="185" y="313"/>
                </a:cubicBezTo>
                <a:cubicBezTo>
                  <a:pt x="184" y="314"/>
                  <a:pt x="183" y="315"/>
                  <a:pt x="181" y="315"/>
                </a:cubicBezTo>
                <a:cubicBezTo>
                  <a:pt x="180" y="314"/>
                  <a:pt x="180" y="314"/>
                  <a:pt x="180" y="314"/>
                </a:cubicBezTo>
                <a:cubicBezTo>
                  <a:pt x="184" y="313"/>
                  <a:pt x="184" y="313"/>
                  <a:pt x="184" y="313"/>
                </a:cubicBezTo>
                <a:cubicBezTo>
                  <a:pt x="184" y="312"/>
                  <a:pt x="184" y="312"/>
                  <a:pt x="184" y="312"/>
                </a:cubicBezTo>
                <a:cubicBezTo>
                  <a:pt x="186" y="311"/>
                  <a:pt x="186" y="311"/>
                  <a:pt x="186" y="311"/>
                </a:cubicBezTo>
                <a:cubicBezTo>
                  <a:pt x="187" y="312"/>
                  <a:pt x="187" y="312"/>
                  <a:pt x="187" y="312"/>
                </a:cubicBezTo>
                <a:cubicBezTo>
                  <a:pt x="190" y="312"/>
                  <a:pt x="190" y="312"/>
                  <a:pt x="190" y="312"/>
                </a:cubicBezTo>
                <a:cubicBezTo>
                  <a:pt x="193" y="310"/>
                  <a:pt x="193" y="310"/>
                  <a:pt x="193" y="310"/>
                </a:cubicBezTo>
                <a:cubicBezTo>
                  <a:pt x="191" y="309"/>
                  <a:pt x="191" y="309"/>
                  <a:pt x="191" y="309"/>
                </a:cubicBezTo>
                <a:cubicBezTo>
                  <a:pt x="192" y="307"/>
                  <a:pt x="192" y="307"/>
                  <a:pt x="192" y="307"/>
                </a:cubicBezTo>
                <a:cubicBezTo>
                  <a:pt x="192" y="306"/>
                  <a:pt x="192" y="306"/>
                  <a:pt x="192" y="306"/>
                </a:cubicBezTo>
                <a:cubicBezTo>
                  <a:pt x="188" y="306"/>
                  <a:pt x="188" y="306"/>
                  <a:pt x="188" y="306"/>
                </a:cubicBezTo>
                <a:cubicBezTo>
                  <a:pt x="190" y="306"/>
                  <a:pt x="190" y="306"/>
                  <a:pt x="190" y="306"/>
                </a:cubicBezTo>
                <a:cubicBezTo>
                  <a:pt x="192" y="306"/>
                  <a:pt x="192" y="306"/>
                  <a:pt x="192" y="306"/>
                </a:cubicBezTo>
                <a:cubicBezTo>
                  <a:pt x="190" y="304"/>
                  <a:pt x="190" y="304"/>
                  <a:pt x="190" y="304"/>
                </a:cubicBezTo>
                <a:cubicBezTo>
                  <a:pt x="192" y="304"/>
                  <a:pt x="193" y="305"/>
                  <a:pt x="194" y="306"/>
                </a:cubicBezTo>
                <a:cubicBezTo>
                  <a:pt x="195" y="305"/>
                  <a:pt x="196" y="304"/>
                  <a:pt x="196" y="302"/>
                </a:cubicBezTo>
                <a:cubicBezTo>
                  <a:pt x="199" y="301"/>
                  <a:pt x="199" y="301"/>
                  <a:pt x="199" y="301"/>
                </a:cubicBezTo>
                <a:cubicBezTo>
                  <a:pt x="199" y="299"/>
                  <a:pt x="200" y="297"/>
                  <a:pt x="199" y="295"/>
                </a:cubicBezTo>
                <a:cubicBezTo>
                  <a:pt x="201" y="292"/>
                  <a:pt x="200" y="297"/>
                  <a:pt x="199" y="295"/>
                </a:cubicBezTo>
                <a:close/>
                <a:moveTo>
                  <a:pt x="137" y="348"/>
                </a:moveTo>
                <a:cubicBezTo>
                  <a:pt x="135" y="350"/>
                  <a:pt x="135" y="350"/>
                  <a:pt x="135" y="350"/>
                </a:cubicBezTo>
                <a:cubicBezTo>
                  <a:pt x="134" y="349"/>
                  <a:pt x="134" y="349"/>
                  <a:pt x="134" y="349"/>
                </a:cubicBezTo>
                <a:cubicBezTo>
                  <a:pt x="132" y="350"/>
                  <a:pt x="132" y="350"/>
                  <a:pt x="132" y="350"/>
                </a:cubicBezTo>
                <a:cubicBezTo>
                  <a:pt x="131" y="352"/>
                  <a:pt x="131" y="352"/>
                  <a:pt x="131" y="352"/>
                </a:cubicBezTo>
                <a:cubicBezTo>
                  <a:pt x="132" y="351"/>
                  <a:pt x="132" y="351"/>
                  <a:pt x="132" y="351"/>
                </a:cubicBezTo>
                <a:cubicBezTo>
                  <a:pt x="137" y="354"/>
                  <a:pt x="137" y="354"/>
                  <a:pt x="137" y="354"/>
                </a:cubicBezTo>
                <a:cubicBezTo>
                  <a:pt x="138" y="354"/>
                  <a:pt x="138" y="354"/>
                  <a:pt x="138" y="354"/>
                </a:cubicBezTo>
                <a:cubicBezTo>
                  <a:pt x="140" y="354"/>
                  <a:pt x="140" y="354"/>
                  <a:pt x="140" y="354"/>
                </a:cubicBezTo>
                <a:cubicBezTo>
                  <a:pt x="140" y="352"/>
                  <a:pt x="140" y="352"/>
                  <a:pt x="140" y="352"/>
                </a:cubicBezTo>
                <a:cubicBezTo>
                  <a:pt x="142" y="350"/>
                  <a:pt x="142" y="350"/>
                  <a:pt x="142" y="350"/>
                </a:cubicBezTo>
                <a:cubicBezTo>
                  <a:pt x="141" y="349"/>
                  <a:pt x="141" y="349"/>
                  <a:pt x="141" y="349"/>
                </a:cubicBezTo>
                <a:lnTo>
                  <a:pt x="137" y="348"/>
                </a:lnTo>
                <a:close/>
                <a:moveTo>
                  <a:pt x="65" y="265"/>
                </a:moveTo>
                <a:cubicBezTo>
                  <a:pt x="66" y="264"/>
                  <a:pt x="66" y="264"/>
                  <a:pt x="66" y="264"/>
                </a:cubicBezTo>
                <a:cubicBezTo>
                  <a:pt x="64" y="262"/>
                  <a:pt x="64" y="262"/>
                  <a:pt x="64" y="262"/>
                </a:cubicBezTo>
                <a:cubicBezTo>
                  <a:pt x="64" y="262"/>
                  <a:pt x="64" y="262"/>
                  <a:pt x="64" y="262"/>
                </a:cubicBezTo>
                <a:cubicBezTo>
                  <a:pt x="63" y="263"/>
                  <a:pt x="63" y="263"/>
                  <a:pt x="63" y="263"/>
                </a:cubicBezTo>
                <a:cubicBezTo>
                  <a:pt x="64" y="264"/>
                  <a:pt x="64" y="264"/>
                  <a:pt x="64" y="264"/>
                </a:cubicBezTo>
                <a:lnTo>
                  <a:pt x="65" y="265"/>
                </a:lnTo>
                <a:close/>
                <a:moveTo>
                  <a:pt x="98" y="77"/>
                </a:moveTo>
                <a:cubicBezTo>
                  <a:pt x="100" y="80"/>
                  <a:pt x="100" y="80"/>
                  <a:pt x="100" y="80"/>
                </a:cubicBezTo>
                <a:cubicBezTo>
                  <a:pt x="100" y="79"/>
                  <a:pt x="100" y="78"/>
                  <a:pt x="101" y="77"/>
                </a:cubicBezTo>
                <a:cubicBezTo>
                  <a:pt x="100" y="76"/>
                  <a:pt x="100" y="76"/>
                  <a:pt x="100" y="76"/>
                </a:cubicBezTo>
                <a:lnTo>
                  <a:pt x="98" y="77"/>
                </a:lnTo>
                <a:close/>
                <a:moveTo>
                  <a:pt x="105" y="66"/>
                </a:moveTo>
                <a:cubicBezTo>
                  <a:pt x="106" y="68"/>
                  <a:pt x="106" y="68"/>
                  <a:pt x="106" y="68"/>
                </a:cubicBezTo>
                <a:cubicBezTo>
                  <a:pt x="108" y="68"/>
                  <a:pt x="108" y="68"/>
                  <a:pt x="108" y="68"/>
                </a:cubicBezTo>
                <a:cubicBezTo>
                  <a:pt x="106" y="66"/>
                  <a:pt x="106" y="66"/>
                  <a:pt x="106" y="66"/>
                </a:cubicBezTo>
                <a:lnTo>
                  <a:pt x="105" y="66"/>
                </a:lnTo>
                <a:close/>
                <a:moveTo>
                  <a:pt x="99" y="66"/>
                </a:moveTo>
                <a:cubicBezTo>
                  <a:pt x="100" y="65"/>
                  <a:pt x="100" y="65"/>
                  <a:pt x="100" y="65"/>
                </a:cubicBezTo>
                <a:cubicBezTo>
                  <a:pt x="98" y="65"/>
                  <a:pt x="98" y="65"/>
                  <a:pt x="98" y="65"/>
                </a:cubicBezTo>
                <a:cubicBezTo>
                  <a:pt x="97" y="65"/>
                  <a:pt x="97" y="65"/>
                  <a:pt x="97" y="65"/>
                </a:cubicBezTo>
                <a:cubicBezTo>
                  <a:pt x="97" y="66"/>
                  <a:pt x="97" y="66"/>
                  <a:pt x="97" y="66"/>
                </a:cubicBezTo>
                <a:cubicBezTo>
                  <a:pt x="97" y="66"/>
                  <a:pt x="97" y="66"/>
                  <a:pt x="97" y="66"/>
                </a:cubicBezTo>
                <a:lnTo>
                  <a:pt x="99" y="66"/>
                </a:lnTo>
                <a:close/>
                <a:moveTo>
                  <a:pt x="104" y="66"/>
                </a:moveTo>
                <a:cubicBezTo>
                  <a:pt x="103" y="64"/>
                  <a:pt x="103" y="64"/>
                  <a:pt x="103" y="64"/>
                </a:cubicBezTo>
                <a:cubicBezTo>
                  <a:pt x="104" y="63"/>
                  <a:pt x="104" y="63"/>
                  <a:pt x="104" y="63"/>
                </a:cubicBezTo>
                <a:cubicBezTo>
                  <a:pt x="103" y="63"/>
                  <a:pt x="103" y="63"/>
                  <a:pt x="103" y="63"/>
                </a:cubicBezTo>
                <a:cubicBezTo>
                  <a:pt x="103" y="64"/>
                  <a:pt x="103" y="64"/>
                  <a:pt x="103" y="64"/>
                </a:cubicBezTo>
                <a:cubicBezTo>
                  <a:pt x="102" y="64"/>
                  <a:pt x="102" y="64"/>
                  <a:pt x="102" y="64"/>
                </a:cubicBezTo>
                <a:cubicBezTo>
                  <a:pt x="103" y="66"/>
                  <a:pt x="103" y="66"/>
                  <a:pt x="103" y="66"/>
                </a:cubicBezTo>
                <a:lnTo>
                  <a:pt x="104" y="66"/>
                </a:lnTo>
                <a:close/>
                <a:moveTo>
                  <a:pt x="99" y="61"/>
                </a:moveTo>
                <a:cubicBezTo>
                  <a:pt x="101" y="62"/>
                  <a:pt x="101" y="62"/>
                  <a:pt x="101" y="62"/>
                </a:cubicBezTo>
                <a:cubicBezTo>
                  <a:pt x="101" y="61"/>
                  <a:pt x="101" y="61"/>
                  <a:pt x="101" y="61"/>
                </a:cubicBezTo>
                <a:cubicBezTo>
                  <a:pt x="99" y="60"/>
                  <a:pt x="99" y="60"/>
                  <a:pt x="99" y="60"/>
                </a:cubicBezTo>
                <a:cubicBezTo>
                  <a:pt x="100" y="59"/>
                  <a:pt x="100" y="59"/>
                  <a:pt x="100" y="59"/>
                </a:cubicBezTo>
                <a:cubicBezTo>
                  <a:pt x="97" y="60"/>
                  <a:pt x="97" y="60"/>
                  <a:pt x="97" y="60"/>
                </a:cubicBezTo>
                <a:cubicBezTo>
                  <a:pt x="99" y="62"/>
                  <a:pt x="99" y="62"/>
                  <a:pt x="99" y="62"/>
                </a:cubicBezTo>
                <a:lnTo>
                  <a:pt x="99" y="61"/>
                </a:lnTo>
                <a:close/>
                <a:moveTo>
                  <a:pt x="36" y="138"/>
                </a:moveTo>
                <a:cubicBezTo>
                  <a:pt x="35" y="136"/>
                  <a:pt x="35" y="136"/>
                  <a:pt x="35" y="136"/>
                </a:cubicBezTo>
                <a:cubicBezTo>
                  <a:pt x="34" y="135"/>
                  <a:pt x="34" y="135"/>
                  <a:pt x="34" y="135"/>
                </a:cubicBezTo>
                <a:cubicBezTo>
                  <a:pt x="34" y="135"/>
                  <a:pt x="34" y="135"/>
                  <a:pt x="34" y="135"/>
                </a:cubicBezTo>
                <a:cubicBezTo>
                  <a:pt x="32" y="137"/>
                  <a:pt x="32" y="137"/>
                  <a:pt x="32" y="137"/>
                </a:cubicBezTo>
                <a:cubicBezTo>
                  <a:pt x="35" y="139"/>
                  <a:pt x="35" y="139"/>
                  <a:pt x="35" y="139"/>
                </a:cubicBezTo>
                <a:lnTo>
                  <a:pt x="36" y="138"/>
                </a:lnTo>
                <a:close/>
                <a:moveTo>
                  <a:pt x="42" y="128"/>
                </a:moveTo>
                <a:cubicBezTo>
                  <a:pt x="43" y="127"/>
                  <a:pt x="43" y="127"/>
                  <a:pt x="43" y="127"/>
                </a:cubicBezTo>
                <a:cubicBezTo>
                  <a:pt x="42" y="126"/>
                  <a:pt x="42" y="126"/>
                  <a:pt x="42" y="126"/>
                </a:cubicBezTo>
                <a:cubicBezTo>
                  <a:pt x="41" y="126"/>
                  <a:pt x="41" y="126"/>
                  <a:pt x="41" y="126"/>
                </a:cubicBezTo>
                <a:lnTo>
                  <a:pt x="42" y="128"/>
                </a:lnTo>
                <a:close/>
                <a:moveTo>
                  <a:pt x="40" y="125"/>
                </a:moveTo>
                <a:cubicBezTo>
                  <a:pt x="40" y="126"/>
                  <a:pt x="40" y="126"/>
                  <a:pt x="40" y="126"/>
                </a:cubicBezTo>
                <a:cubicBezTo>
                  <a:pt x="41" y="125"/>
                  <a:pt x="41" y="125"/>
                  <a:pt x="41" y="125"/>
                </a:cubicBezTo>
                <a:cubicBezTo>
                  <a:pt x="41" y="123"/>
                  <a:pt x="41" y="123"/>
                  <a:pt x="41" y="123"/>
                </a:cubicBezTo>
                <a:cubicBezTo>
                  <a:pt x="42" y="120"/>
                  <a:pt x="42" y="120"/>
                  <a:pt x="42" y="120"/>
                </a:cubicBezTo>
                <a:cubicBezTo>
                  <a:pt x="41" y="121"/>
                  <a:pt x="41" y="121"/>
                  <a:pt x="41" y="121"/>
                </a:cubicBezTo>
                <a:cubicBezTo>
                  <a:pt x="41" y="122"/>
                  <a:pt x="41" y="122"/>
                  <a:pt x="41" y="122"/>
                </a:cubicBezTo>
                <a:cubicBezTo>
                  <a:pt x="40" y="122"/>
                  <a:pt x="40" y="122"/>
                  <a:pt x="40" y="122"/>
                </a:cubicBezTo>
                <a:lnTo>
                  <a:pt x="40" y="125"/>
                </a:lnTo>
                <a:close/>
                <a:moveTo>
                  <a:pt x="56" y="179"/>
                </a:moveTo>
                <a:cubicBezTo>
                  <a:pt x="58" y="181"/>
                  <a:pt x="58" y="181"/>
                  <a:pt x="58" y="181"/>
                </a:cubicBezTo>
                <a:cubicBezTo>
                  <a:pt x="58" y="179"/>
                  <a:pt x="58" y="177"/>
                  <a:pt x="57" y="176"/>
                </a:cubicBezTo>
                <a:cubicBezTo>
                  <a:pt x="56" y="174"/>
                  <a:pt x="56" y="174"/>
                  <a:pt x="56" y="174"/>
                </a:cubicBezTo>
                <a:cubicBezTo>
                  <a:pt x="55" y="174"/>
                  <a:pt x="55" y="174"/>
                  <a:pt x="55" y="174"/>
                </a:cubicBezTo>
                <a:cubicBezTo>
                  <a:pt x="55" y="176"/>
                  <a:pt x="55" y="176"/>
                  <a:pt x="55" y="176"/>
                </a:cubicBezTo>
                <a:cubicBezTo>
                  <a:pt x="56" y="177"/>
                  <a:pt x="56" y="177"/>
                  <a:pt x="56" y="177"/>
                </a:cubicBezTo>
                <a:lnTo>
                  <a:pt x="56" y="179"/>
                </a:lnTo>
                <a:close/>
                <a:moveTo>
                  <a:pt x="34" y="170"/>
                </a:moveTo>
                <a:cubicBezTo>
                  <a:pt x="36" y="169"/>
                  <a:pt x="36" y="169"/>
                  <a:pt x="36" y="169"/>
                </a:cubicBezTo>
                <a:cubicBezTo>
                  <a:pt x="37" y="167"/>
                  <a:pt x="37" y="167"/>
                  <a:pt x="37" y="167"/>
                </a:cubicBezTo>
                <a:cubicBezTo>
                  <a:pt x="36" y="167"/>
                  <a:pt x="36" y="167"/>
                  <a:pt x="36" y="167"/>
                </a:cubicBezTo>
                <a:cubicBezTo>
                  <a:pt x="35" y="168"/>
                  <a:pt x="35" y="168"/>
                  <a:pt x="35" y="168"/>
                </a:cubicBezTo>
                <a:lnTo>
                  <a:pt x="34" y="170"/>
                </a:lnTo>
                <a:close/>
                <a:moveTo>
                  <a:pt x="46" y="164"/>
                </a:moveTo>
                <a:cubicBezTo>
                  <a:pt x="47" y="165"/>
                  <a:pt x="47" y="165"/>
                  <a:pt x="47" y="165"/>
                </a:cubicBezTo>
                <a:cubicBezTo>
                  <a:pt x="47" y="162"/>
                  <a:pt x="47" y="162"/>
                  <a:pt x="47" y="162"/>
                </a:cubicBezTo>
                <a:cubicBezTo>
                  <a:pt x="46" y="163"/>
                  <a:pt x="46" y="163"/>
                  <a:pt x="46" y="163"/>
                </a:cubicBezTo>
                <a:lnTo>
                  <a:pt x="46" y="164"/>
                </a:lnTo>
                <a:close/>
                <a:moveTo>
                  <a:pt x="37" y="155"/>
                </a:moveTo>
                <a:cubicBezTo>
                  <a:pt x="36" y="154"/>
                  <a:pt x="36" y="154"/>
                  <a:pt x="36" y="154"/>
                </a:cubicBezTo>
                <a:cubicBezTo>
                  <a:pt x="35" y="154"/>
                  <a:pt x="35" y="154"/>
                  <a:pt x="35" y="154"/>
                </a:cubicBezTo>
                <a:cubicBezTo>
                  <a:pt x="35" y="155"/>
                  <a:pt x="35" y="155"/>
                  <a:pt x="35" y="155"/>
                </a:cubicBezTo>
                <a:lnTo>
                  <a:pt x="37" y="155"/>
                </a:lnTo>
                <a:close/>
                <a:moveTo>
                  <a:pt x="21" y="154"/>
                </a:moveTo>
                <a:cubicBezTo>
                  <a:pt x="22" y="155"/>
                  <a:pt x="22" y="155"/>
                  <a:pt x="22" y="155"/>
                </a:cubicBezTo>
                <a:cubicBezTo>
                  <a:pt x="23" y="154"/>
                  <a:pt x="23" y="154"/>
                  <a:pt x="23" y="154"/>
                </a:cubicBezTo>
                <a:cubicBezTo>
                  <a:pt x="25" y="153"/>
                  <a:pt x="25" y="153"/>
                  <a:pt x="25" y="153"/>
                </a:cubicBezTo>
                <a:cubicBezTo>
                  <a:pt x="25" y="152"/>
                  <a:pt x="25" y="152"/>
                  <a:pt x="25" y="152"/>
                </a:cubicBezTo>
                <a:cubicBezTo>
                  <a:pt x="20" y="153"/>
                  <a:pt x="20" y="153"/>
                  <a:pt x="20" y="153"/>
                </a:cubicBezTo>
                <a:lnTo>
                  <a:pt x="21" y="154"/>
                </a:lnTo>
                <a:close/>
                <a:moveTo>
                  <a:pt x="31" y="149"/>
                </a:moveTo>
                <a:cubicBezTo>
                  <a:pt x="31" y="147"/>
                  <a:pt x="31" y="147"/>
                  <a:pt x="31" y="147"/>
                </a:cubicBezTo>
                <a:cubicBezTo>
                  <a:pt x="30" y="147"/>
                  <a:pt x="30" y="147"/>
                  <a:pt x="30" y="147"/>
                </a:cubicBezTo>
                <a:cubicBezTo>
                  <a:pt x="29" y="148"/>
                  <a:pt x="29" y="148"/>
                  <a:pt x="29" y="148"/>
                </a:cubicBezTo>
                <a:cubicBezTo>
                  <a:pt x="27" y="150"/>
                  <a:pt x="27" y="150"/>
                  <a:pt x="27" y="150"/>
                </a:cubicBezTo>
                <a:cubicBezTo>
                  <a:pt x="26" y="151"/>
                  <a:pt x="26" y="151"/>
                  <a:pt x="26" y="151"/>
                </a:cubicBezTo>
                <a:cubicBezTo>
                  <a:pt x="28" y="151"/>
                  <a:pt x="28" y="151"/>
                  <a:pt x="28" y="151"/>
                </a:cubicBezTo>
                <a:cubicBezTo>
                  <a:pt x="29" y="150"/>
                  <a:pt x="29" y="150"/>
                  <a:pt x="29" y="150"/>
                </a:cubicBezTo>
                <a:lnTo>
                  <a:pt x="31" y="149"/>
                </a:lnTo>
                <a:close/>
                <a:moveTo>
                  <a:pt x="133" y="26"/>
                </a:moveTo>
                <a:cubicBezTo>
                  <a:pt x="133" y="25"/>
                  <a:pt x="133" y="25"/>
                  <a:pt x="133" y="25"/>
                </a:cubicBezTo>
                <a:cubicBezTo>
                  <a:pt x="133" y="27"/>
                  <a:pt x="133" y="27"/>
                  <a:pt x="133" y="27"/>
                </a:cubicBezTo>
                <a:cubicBezTo>
                  <a:pt x="133" y="27"/>
                  <a:pt x="133" y="27"/>
                  <a:pt x="133" y="27"/>
                </a:cubicBezTo>
                <a:lnTo>
                  <a:pt x="133" y="26"/>
                </a:lnTo>
                <a:close/>
                <a:moveTo>
                  <a:pt x="136" y="23"/>
                </a:moveTo>
                <a:cubicBezTo>
                  <a:pt x="137" y="25"/>
                  <a:pt x="137" y="25"/>
                  <a:pt x="137" y="25"/>
                </a:cubicBezTo>
                <a:cubicBezTo>
                  <a:pt x="138" y="25"/>
                  <a:pt x="138" y="25"/>
                  <a:pt x="138" y="25"/>
                </a:cubicBezTo>
                <a:cubicBezTo>
                  <a:pt x="138" y="23"/>
                  <a:pt x="138" y="23"/>
                  <a:pt x="138" y="23"/>
                </a:cubicBezTo>
                <a:cubicBezTo>
                  <a:pt x="138" y="22"/>
                  <a:pt x="138" y="22"/>
                  <a:pt x="138" y="22"/>
                </a:cubicBezTo>
                <a:lnTo>
                  <a:pt x="136" y="23"/>
                </a:lnTo>
                <a:close/>
                <a:moveTo>
                  <a:pt x="139" y="17"/>
                </a:moveTo>
                <a:cubicBezTo>
                  <a:pt x="140" y="16"/>
                  <a:pt x="140" y="16"/>
                  <a:pt x="140" y="16"/>
                </a:cubicBezTo>
                <a:cubicBezTo>
                  <a:pt x="139" y="16"/>
                  <a:pt x="139" y="16"/>
                  <a:pt x="139" y="16"/>
                </a:cubicBezTo>
                <a:cubicBezTo>
                  <a:pt x="138" y="17"/>
                  <a:pt x="138" y="17"/>
                  <a:pt x="138" y="17"/>
                </a:cubicBezTo>
                <a:lnTo>
                  <a:pt x="139" y="17"/>
                </a:lnTo>
                <a:close/>
                <a:moveTo>
                  <a:pt x="141" y="7"/>
                </a:moveTo>
                <a:cubicBezTo>
                  <a:pt x="139" y="7"/>
                  <a:pt x="139" y="7"/>
                  <a:pt x="139" y="7"/>
                </a:cubicBezTo>
                <a:cubicBezTo>
                  <a:pt x="140" y="9"/>
                  <a:pt x="140" y="9"/>
                  <a:pt x="140" y="9"/>
                </a:cubicBezTo>
                <a:cubicBezTo>
                  <a:pt x="141" y="9"/>
                  <a:pt x="141" y="9"/>
                  <a:pt x="141" y="9"/>
                </a:cubicBezTo>
                <a:cubicBezTo>
                  <a:pt x="142" y="9"/>
                  <a:pt x="142" y="9"/>
                  <a:pt x="142" y="9"/>
                </a:cubicBezTo>
                <a:cubicBezTo>
                  <a:pt x="143" y="8"/>
                  <a:pt x="143" y="8"/>
                  <a:pt x="143" y="8"/>
                </a:cubicBezTo>
                <a:cubicBezTo>
                  <a:pt x="142" y="8"/>
                  <a:pt x="142" y="8"/>
                  <a:pt x="142" y="8"/>
                </a:cubicBezTo>
                <a:lnTo>
                  <a:pt x="141" y="7"/>
                </a:lnTo>
                <a:close/>
                <a:moveTo>
                  <a:pt x="141" y="4"/>
                </a:moveTo>
                <a:cubicBezTo>
                  <a:pt x="142" y="3"/>
                  <a:pt x="142" y="3"/>
                  <a:pt x="142" y="3"/>
                </a:cubicBezTo>
                <a:cubicBezTo>
                  <a:pt x="142" y="2"/>
                  <a:pt x="142" y="2"/>
                  <a:pt x="142" y="2"/>
                </a:cubicBezTo>
                <a:cubicBezTo>
                  <a:pt x="142" y="0"/>
                  <a:pt x="142" y="0"/>
                  <a:pt x="142" y="0"/>
                </a:cubicBezTo>
                <a:cubicBezTo>
                  <a:pt x="141" y="0"/>
                  <a:pt x="141" y="0"/>
                  <a:pt x="141" y="0"/>
                </a:cubicBezTo>
                <a:cubicBezTo>
                  <a:pt x="141" y="1"/>
                  <a:pt x="141" y="1"/>
                  <a:pt x="141" y="1"/>
                </a:cubicBezTo>
                <a:cubicBezTo>
                  <a:pt x="140" y="0"/>
                  <a:pt x="140" y="0"/>
                  <a:pt x="140" y="0"/>
                </a:cubicBezTo>
                <a:cubicBezTo>
                  <a:pt x="139" y="2"/>
                  <a:pt x="139" y="4"/>
                  <a:pt x="139" y="5"/>
                </a:cubicBezTo>
                <a:cubicBezTo>
                  <a:pt x="141" y="5"/>
                  <a:pt x="141" y="5"/>
                  <a:pt x="141" y="5"/>
                </a:cubicBezTo>
                <a:lnTo>
                  <a:pt x="141" y="4"/>
                </a:lnTo>
                <a:close/>
                <a:moveTo>
                  <a:pt x="11" y="135"/>
                </a:moveTo>
                <a:cubicBezTo>
                  <a:pt x="11" y="136"/>
                  <a:pt x="11" y="136"/>
                  <a:pt x="11" y="136"/>
                </a:cubicBezTo>
                <a:cubicBezTo>
                  <a:pt x="10" y="137"/>
                  <a:pt x="10" y="137"/>
                  <a:pt x="10" y="137"/>
                </a:cubicBezTo>
                <a:cubicBezTo>
                  <a:pt x="12" y="138"/>
                  <a:pt x="12" y="138"/>
                  <a:pt x="12" y="138"/>
                </a:cubicBezTo>
                <a:cubicBezTo>
                  <a:pt x="14" y="136"/>
                  <a:pt x="14" y="136"/>
                  <a:pt x="14" y="136"/>
                </a:cubicBezTo>
                <a:cubicBezTo>
                  <a:pt x="13" y="135"/>
                  <a:pt x="13" y="135"/>
                  <a:pt x="13" y="135"/>
                </a:cubicBezTo>
                <a:lnTo>
                  <a:pt x="11" y="135"/>
                </a:lnTo>
                <a:close/>
                <a:moveTo>
                  <a:pt x="17" y="120"/>
                </a:moveTo>
                <a:cubicBezTo>
                  <a:pt x="15" y="119"/>
                  <a:pt x="15" y="119"/>
                  <a:pt x="15" y="119"/>
                </a:cubicBezTo>
                <a:cubicBezTo>
                  <a:pt x="14" y="121"/>
                  <a:pt x="14" y="121"/>
                  <a:pt x="14" y="121"/>
                </a:cubicBezTo>
                <a:cubicBezTo>
                  <a:pt x="17" y="122"/>
                  <a:pt x="17" y="122"/>
                  <a:pt x="17" y="122"/>
                </a:cubicBezTo>
                <a:cubicBezTo>
                  <a:pt x="18" y="122"/>
                  <a:pt x="18" y="122"/>
                  <a:pt x="18" y="122"/>
                </a:cubicBezTo>
                <a:cubicBezTo>
                  <a:pt x="17" y="121"/>
                  <a:pt x="17" y="121"/>
                  <a:pt x="17" y="121"/>
                </a:cubicBezTo>
                <a:cubicBezTo>
                  <a:pt x="18" y="120"/>
                  <a:pt x="18" y="120"/>
                  <a:pt x="18" y="120"/>
                </a:cubicBezTo>
                <a:lnTo>
                  <a:pt x="17" y="120"/>
                </a:lnTo>
                <a:close/>
                <a:moveTo>
                  <a:pt x="28" y="96"/>
                </a:moveTo>
                <a:cubicBezTo>
                  <a:pt x="27" y="94"/>
                  <a:pt x="27" y="94"/>
                  <a:pt x="27" y="94"/>
                </a:cubicBezTo>
                <a:cubicBezTo>
                  <a:pt x="26" y="94"/>
                  <a:pt x="26" y="94"/>
                  <a:pt x="26" y="94"/>
                </a:cubicBezTo>
                <a:cubicBezTo>
                  <a:pt x="26" y="95"/>
                  <a:pt x="26" y="95"/>
                  <a:pt x="26" y="95"/>
                </a:cubicBezTo>
                <a:lnTo>
                  <a:pt x="28" y="96"/>
                </a:lnTo>
                <a:close/>
                <a:moveTo>
                  <a:pt x="93" y="78"/>
                </a:moveTo>
                <a:cubicBezTo>
                  <a:pt x="96" y="78"/>
                  <a:pt x="96" y="78"/>
                  <a:pt x="96" y="78"/>
                </a:cubicBezTo>
                <a:cubicBezTo>
                  <a:pt x="96" y="77"/>
                  <a:pt x="96" y="77"/>
                  <a:pt x="96" y="77"/>
                </a:cubicBezTo>
                <a:cubicBezTo>
                  <a:pt x="94" y="78"/>
                  <a:pt x="94" y="78"/>
                  <a:pt x="94" y="78"/>
                </a:cubicBezTo>
                <a:cubicBezTo>
                  <a:pt x="96" y="77"/>
                  <a:pt x="96" y="77"/>
                  <a:pt x="96" y="77"/>
                </a:cubicBezTo>
                <a:cubicBezTo>
                  <a:pt x="94" y="74"/>
                  <a:pt x="94" y="74"/>
                  <a:pt x="94" y="74"/>
                </a:cubicBezTo>
                <a:cubicBezTo>
                  <a:pt x="92" y="73"/>
                  <a:pt x="92" y="73"/>
                  <a:pt x="92" y="73"/>
                </a:cubicBezTo>
                <a:cubicBezTo>
                  <a:pt x="91" y="74"/>
                  <a:pt x="91" y="74"/>
                  <a:pt x="91" y="74"/>
                </a:cubicBezTo>
                <a:cubicBezTo>
                  <a:pt x="91" y="75"/>
                  <a:pt x="91" y="75"/>
                  <a:pt x="91" y="75"/>
                </a:cubicBezTo>
                <a:cubicBezTo>
                  <a:pt x="93" y="77"/>
                  <a:pt x="93" y="77"/>
                  <a:pt x="93" y="77"/>
                </a:cubicBezTo>
                <a:lnTo>
                  <a:pt x="93" y="78"/>
                </a:lnTo>
                <a:close/>
                <a:moveTo>
                  <a:pt x="94" y="72"/>
                </a:moveTo>
                <a:cubicBezTo>
                  <a:pt x="94" y="71"/>
                  <a:pt x="94" y="71"/>
                  <a:pt x="94" y="71"/>
                </a:cubicBezTo>
                <a:cubicBezTo>
                  <a:pt x="95" y="70"/>
                  <a:pt x="95" y="70"/>
                  <a:pt x="95" y="70"/>
                </a:cubicBezTo>
                <a:cubicBezTo>
                  <a:pt x="95" y="71"/>
                  <a:pt x="95" y="71"/>
                  <a:pt x="95" y="71"/>
                </a:cubicBezTo>
                <a:cubicBezTo>
                  <a:pt x="94" y="72"/>
                  <a:pt x="94" y="72"/>
                  <a:pt x="94" y="72"/>
                </a:cubicBezTo>
                <a:cubicBezTo>
                  <a:pt x="95" y="74"/>
                  <a:pt x="95" y="74"/>
                  <a:pt x="95" y="74"/>
                </a:cubicBezTo>
                <a:cubicBezTo>
                  <a:pt x="97" y="74"/>
                  <a:pt x="97" y="74"/>
                  <a:pt x="97" y="74"/>
                </a:cubicBezTo>
                <a:cubicBezTo>
                  <a:pt x="97" y="73"/>
                  <a:pt x="97" y="73"/>
                  <a:pt x="97" y="73"/>
                </a:cubicBezTo>
                <a:cubicBezTo>
                  <a:pt x="99" y="72"/>
                  <a:pt x="99" y="72"/>
                  <a:pt x="99" y="72"/>
                </a:cubicBezTo>
                <a:cubicBezTo>
                  <a:pt x="100" y="74"/>
                  <a:pt x="100" y="74"/>
                  <a:pt x="100" y="74"/>
                </a:cubicBezTo>
                <a:cubicBezTo>
                  <a:pt x="102" y="75"/>
                  <a:pt x="102" y="75"/>
                  <a:pt x="102" y="75"/>
                </a:cubicBezTo>
                <a:cubicBezTo>
                  <a:pt x="104" y="73"/>
                  <a:pt x="104" y="73"/>
                  <a:pt x="104" y="73"/>
                </a:cubicBezTo>
                <a:cubicBezTo>
                  <a:pt x="104" y="72"/>
                  <a:pt x="104" y="72"/>
                  <a:pt x="104" y="72"/>
                </a:cubicBezTo>
                <a:cubicBezTo>
                  <a:pt x="102" y="73"/>
                  <a:pt x="102" y="73"/>
                  <a:pt x="102" y="73"/>
                </a:cubicBezTo>
                <a:cubicBezTo>
                  <a:pt x="103" y="71"/>
                  <a:pt x="103" y="71"/>
                  <a:pt x="103" y="71"/>
                </a:cubicBezTo>
                <a:cubicBezTo>
                  <a:pt x="101" y="72"/>
                  <a:pt x="101" y="72"/>
                  <a:pt x="101" y="72"/>
                </a:cubicBezTo>
                <a:cubicBezTo>
                  <a:pt x="100" y="71"/>
                  <a:pt x="100" y="71"/>
                  <a:pt x="100" y="71"/>
                </a:cubicBezTo>
                <a:cubicBezTo>
                  <a:pt x="98" y="70"/>
                  <a:pt x="98" y="70"/>
                  <a:pt x="98" y="70"/>
                </a:cubicBezTo>
                <a:cubicBezTo>
                  <a:pt x="98" y="71"/>
                  <a:pt x="98" y="71"/>
                  <a:pt x="98" y="71"/>
                </a:cubicBezTo>
                <a:cubicBezTo>
                  <a:pt x="96" y="71"/>
                  <a:pt x="96" y="71"/>
                  <a:pt x="96" y="71"/>
                </a:cubicBezTo>
                <a:cubicBezTo>
                  <a:pt x="99" y="68"/>
                  <a:pt x="99" y="68"/>
                  <a:pt x="99" y="68"/>
                </a:cubicBezTo>
                <a:cubicBezTo>
                  <a:pt x="97" y="67"/>
                  <a:pt x="97" y="67"/>
                  <a:pt x="97" y="67"/>
                </a:cubicBezTo>
                <a:cubicBezTo>
                  <a:pt x="97" y="67"/>
                  <a:pt x="97" y="67"/>
                  <a:pt x="97" y="67"/>
                </a:cubicBezTo>
                <a:cubicBezTo>
                  <a:pt x="96" y="66"/>
                  <a:pt x="95" y="66"/>
                  <a:pt x="94" y="66"/>
                </a:cubicBezTo>
                <a:cubicBezTo>
                  <a:pt x="93" y="67"/>
                  <a:pt x="93" y="67"/>
                  <a:pt x="93" y="67"/>
                </a:cubicBezTo>
                <a:cubicBezTo>
                  <a:pt x="92" y="68"/>
                  <a:pt x="92" y="69"/>
                  <a:pt x="92" y="70"/>
                </a:cubicBezTo>
                <a:cubicBezTo>
                  <a:pt x="93" y="72"/>
                  <a:pt x="93" y="72"/>
                  <a:pt x="93" y="72"/>
                </a:cubicBezTo>
                <a:lnTo>
                  <a:pt x="94" y="72"/>
                </a:lnTo>
                <a:close/>
                <a:moveTo>
                  <a:pt x="105" y="64"/>
                </a:moveTo>
                <a:cubicBezTo>
                  <a:pt x="106" y="63"/>
                  <a:pt x="106" y="63"/>
                  <a:pt x="106" y="63"/>
                </a:cubicBezTo>
                <a:cubicBezTo>
                  <a:pt x="107" y="62"/>
                  <a:pt x="107" y="62"/>
                  <a:pt x="107" y="62"/>
                </a:cubicBezTo>
                <a:cubicBezTo>
                  <a:pt x="108" y="63"/>
                  <a:pt x="108" y="63"/>
                  <a:pt x="108" y="63"/>
                </a:cubicBezTo>
                <a:cubicBezTo>
                  <a:pt x="109" y="61"/>
                  <a:pt x="109" y="61"/>
                  <a:pt x="109" y="61"/>
                </a:cubicBezTo>
                <a:cubicBezTo>
                  <a:pt x="110" y="61"/>
                  <a:pt x="110" y="61"/>
                  <a:pt x="110" y="61"/>
                </a:cubicBezTo>
                <a:cubicBezTo>
                  <a:pt x="106" y="62"/>
                  <a:pt x="106" y="62"/>
                  <a:pt x="106" y="62"/>
                </a:cubicBezTo>
                <a:cubicBezTo>
                  <a:pt x="107" y="61"/>
                  <a:pt x="107" y="61"/>
                  <a:pt x="107" y="61"/>
                </a:cubicBezTo>
                <a:cubicBezTo>
                  <a:pt x="106" y="61"/>
                  <a:pt x="106" y="61"/>
                  <a:pt x="106" y="61"/>
                </a:cubicBezTo>
                <a:cubicBezTo>
                  <a:pt x="106" y="62"/>
                  <a:pt x="106" y="62"/>
                  <a:pt x="106" y="62"/>
                </a:cubicBezTo>
                <a:cubicBezTo>
                  <a:pt x="104" y="64"/>
                  <a:pt x="104" y="64"/>
                  <a:pt x="104" y="64"/>
                </a:cubicBezTo>
                <a:lnTo>
                  <a:pt x="105" y="64"/>
                </a:lnTo>
                <a:close/>
                <a:moveTo>
                  <a:pt x="40" y="136"/>
                </a:moveTo>
                <a:cubicBezTo>
                  <a:pt x="41" y="136"/>
                  <a:pt x="41" y="136"/>
                  <a:pt x="41" y="136"/>
                </a:cubicBezTo>
                <a:cubicBezTo>
                  <a:pt x="42" y="136"/>
                  <a:pt x="42" y="136"/>
                  <a:pt x="42" y="136"/>
                </a:cubicBezTo>
                <a:cubicBezTo>
                  <a:pt x="45" y="133"/>
                  <a:pt x="45" y="133"/>
                  <a:pt x="45" y="133"/>
                </a:cubicBezTo>
                <a:cubicBezTo>
                  <a:pt x="45" y="132"/>
                  <a:pt x="45" y="132"/>
                  <a:pt x="45" y="132"/>
                </a:cubicBezTo>
                <a:cubicBezTo>
                  <a:pt x="47" y="131"/>
                  <a:pt x="47" y="131"/>
                  <a:pt x="47" y="131"/>
                </a:cubicBezTo>
                <a:cubicBezTo>
                  <a:pt x="48" y="128"/>
                  <a:pt x="48" y="128"/>
                  <a:pt x="48" y="128"/>
                </a:cubicBezTo>
                <a:cubicBezTo>
                  <a:pt x="46" y="128"/>
                  <a:pt x="46" y="128"/>
                  <a:pt x="46" y="128"/>
                </a:cubicBezTo>
                <a:cubicBezTo>
                  <a:pt x="43" y="129"/>
                  <a:pt x="43" y="129"/>
                  <a:pt x="43" y="129"/>
                </a:cubicBezTo>
                <a:cubicBezTo>
                  <a:pt x="43" y="128"/>
                  <a:pt x="43" y="128"/>
                  <a:pt x="43" y="128"/>
                </a:cubicBezTo>
                <a:cubicBezTo>
                  <a:pt x="41" y="128"/>
                  <a:pt x="41" y="128"/>
                  <a:pt x="41" y="128"/>
                </a:cubicBezTo>
                <a:cubicBezTo>
                  <a:pt x="40" y="128"/>
                  <a:pt x="40" y="128"/>
                  <a:pt x="40" y="128"/>
                </a:cubicBezTo>
                <a:cubicBezTo>
                  <a:pt x="40" y="127"/>
                  <a:pt x="40" y="127"/>
                  <a:pt x="40" y="127"/>
                </a:cubicBezTo>
                <a:cubicBezTo>
                  <a:pt x="38" y="127"/>
                  <a:pt x="38" y="127"/>
                  <a:pt x="38" y="127"/>
                </a:cubicBezTo>
                <a:cubicBezTo>
                  <a:pt x="39" y="126"/>
                  <a:pt x="39" y="126"/>
                  <a:pt x="39" y="126"/>
                </a:cubicBezTo>
                <a:cubicBezTo>
                  <a:pt x="38" y="123"/>
                  <a:pt x="38" y="123"/>
                  <a:pt x="38" y="123"/>
                </a:cubicBezTo>
                <a:cubicBezTo>
                  <a:pt x="39" y="121"/>
                  <a:pt x="39" y="119"/>
                  <a:pt x="39" y="117"/>
                </a:cubicBezTo>
                <a:cubicBezTo>
                  <a:pt x="36" y="113"/>
                  <a:pt x="36" y="113"/>
                  <a:pt x="36" y="113"/>
                </a:cubicBezTo>
                <a:cubicBezTo>
                  <a:pt x="34" y="115"/>
                  <a:pt x="34" y="115"/>
                  <a:pt x="34" y="115"/>
                </a:cubicBezTo>
                <a:cubicBezTo>
                  <a:pt x="34" y="117"/>
                  <a:pt x="34" y="117"/>
                  <a:pt x="34" y="117"/>
                </a:cubicBezTo>
                <a:cubicBezTo>
                  <a:pt x="35" y="117"/>
                  <a:pt x="35" y="117"/>
                  <a:pt x="35" y="117"/>
                </a:cubicBezTo>
                <a:cubicBezTo>
                  <a:pt x="34" y="118"/>
                  <a:pt x="34" y="118"/>
                  <a:pt x="34" y="118"/>
                </a:cubicBezTo>
                <a:cubicBezTo>
                  <a:pt x="35" y="119"/>
                  <a:pt x="35" y="120"/>
                  <a:pt x="35" y="121"/>
                </a:cubicBezTo>
                <a:cubicBezTo>
                  <a:pt x="34" y="119"/>
                  <a:pt x="34" y="119"/>
                  <a:pt x="34" y="119"/>
                </a:cubicBezTo>
                <a:cubicBezTo>
                  <a:pt x="33" y="119"/>
                  <a:pt x="33" y="119"/>
                  <a:pt x="33" y="119"/>
                </a:cubicBezTo>
                <a:cubicBezTo>
                  <a:pt x="31" y="118"/>
                  <a:pt x="31" y="118"/>
                  <a:pt x="31" y="118"/>
                </a:cubicBezTo>
                <a:cubicBezTo>
                  <a:pt x="31" y="117"/>
                  <a:pt x="31" y="117"/>
                  <a:pt x="31" y="117"/>
                </a:cubicBezTo>
                <a:cubicBezTo>
                  <a:pt x="29" y="116"/>
                  <a:pt x="29" y="116"/>
                  <a:pt x="29" y="116"/>
                </a:cubicBezTo>
                <a:cubicBezTo>
                  <a:pt x="29" y="118"/>
                  <a:pt x="29" y="118"/>
                  <a:pt x="29" y="118"/>
                </a:cubicBezTo>
                <a:cubicBezTo>
                  <a:pt x="30" y="119"/>
                  <a:pt x="30" y="119"/>
                  <a:pt x="30" y="119"/>
                </a:cubicBezTo>
                <a:cubicBezTo>
                  <a:pt x="31" y="120"/>
                  <a:pt x="31" y="120"/>
                  <a:pt x="31" y="120"/>
                </a:cubicBezTo>
                <a:cubicBezTo>
                  <a:pt x="29" y="120"/>
                  <a:pt x="29" y="120"/>
                  <a:pt x="29" y="120"/>
                </a:cubicBezTo>
                <a:cubicBezTo>
                  <a:pt x="30" y="122"/>
                  <a:pt x="30" y="122"/>
                  <a:pt x="30" y="122"/>
                </a:cubicBezTo>
                <a:cubicBezTo>
                  <a:pt x="28" y="119"/>
                  <a:pt x="28" y="119"/>
                  <a:pt x="28" y="119"/>
                </a:cubicBezTo>
                <a:cubicBezTo>
                  <a:pt x="27" y="120"/>
                  <a:pt x="27" y="120"/>
                  <a:pt x="27" y="120"/>
                </a:cubicBezTo>
                <a:cubicBezTo>
                  <a:pt x="28" y="121"/>
                  <a:pt x="28" y="121"/>
                  <a:pt x="28" y="121"/>
                </a:cubicBezTo>
                <a:cubicBezTo>
                  <a:pt x="26" y="121"/>
                  <a:pt x="26" y="121"/>
                  <a:pt x="26" y="121"/>
                </a:cubicBezTo>
                <a:cubicBezTo>
                  <a:pt x="27" y="122"/>
                  <a:pt x="28" y="123"/>
                  <a:pt x="28" y="124"/>
                </a:cubicBezTo>
                <a:cubicBezTo>
                  <a:pt x="30" y="125"/>
                  <a:pt x="30" y="125"/>
                  <a:pt x="30" y="125"/>
                </a:cubicBezTo>
                <a:cubicBezTo>
                  <a:pt x="31" y="123"/>
                  <a:pt x="31" y="123"/>
                  <a:pt x="31" y="123"/>
                </a:cubicBezTo>
                <a:cubicBezTo>
                  <a:pt x="31" y="124"/>
                  <a:pt x="31" y="124"/>
                  <a:pt x="31" y="124"/>
                </a:cubicBezTo>
                <a:cubicBezTo>
                  <a:pt x="32" y="123"/>
                  <a:pt x="32" y="123"/>
                  <a:pt x="32" y="123"/>
                </a:cubicBezTo>
                <a:cubicBezTo>
                  <a:pt x="32" y="125"/>
                  <a:pt x="32" y="125"/>
                  <a:pt x="32" y="125"/>
                </a:cubicBezTo>
                <a:cubicBezTo>
                  <a:pt x="33" y="125"/>
                  <a:pt x="33" y="125"/>
                  <a:pt x="33" y="125"/>
                </a:cubicBezTo>
                <a:cubicBezTo>
                  <a:pt x="35" y="126"/>
                  <a:pt x="35" y="126"/>
                  <a:pt x="35" y="126"/>
                </a:cubicBezTo>
                <a:cubicBezTo>
                  <a:pt x="33" y="126"/>
                  <a:pt x="33" y="126"/>
                  <a:pt x="33" y="126"/>
                </a:cubicBezTo>
                <a:cubicBezTo>
                  <a:pt x="32" y="126"/>
                  <a:pt x="32" y="126"/>
                  <a:pt x="32" y="126"/>
                </a:cubicBezTo>
                <a:cubicBezTo>
                  <a:pt x="34" y="131"/>
                  <a:pt x="34" y="131"/>
                  <a:pt x="34" y="131"/>
                </a:cubicBezTo>
                <a:cubicBezTo>
                  <a:pt x="36" y="130"/>
                  <a:pt x="36" y="130"/>
                  <a:pt x="36" y="130"/>
                </a:cubicBezTo>
                <a:cubicBezTo>
                  <a:pt x="35" y="131"/>
                  <a:pt x="35" y="131"/>
                  <a:pt x="35" y="131"/>
                </a:cubicBezTo>
                <a:cubicBezTo>
                  <a:pt x="39" y="131"/>
                  <a:pt x="39" y="131"/>
                  <a:pt x="39" y="131"/>
                </a:cubicBezTo>
                <a:cubicBezTo>
                  <a:pt x="39" y="133"/>
                  <a:pt x="39" y="133"/>
                  <a:pt x="39" y="133"/>
                </a:cubicBezTo>
                <a:cubicBezTo>
                  <a:pt x="39" y="133"/>
                  <a:pt x="39" y="133"/>
                  <a:pt x="39" y="133"/>
                </a:cubicBezTo>
                <a:cubicBezTo>
                  <a:pt x="41" y="131"/>
                  <a:pt x="41" y="131"/>
                  <a:pt x="41" y="131"/>
                </a:cubicBezTo>
                <a:cubicBezTo>
                  <a:pt x="41" y="131"/>
                  <a:pt x="41" y="131"/>
                  <a:pt x="41" y="131"/>
                </a:cubicBezTo>
                <a:cubicBezTo>
                  <a:pt x="44" y="131"/>
                  <a:pt x="44" y="131"/>
                  <a:pt x="44" y="131"/>
                </a:cubicBezTo>
                <a:cubicBezTo>
                  <a:pt x="42" y="132"/>
                  <a:pt x="42" y="132"/>
                  <a:pt x="42" y="132"/>
                </a:cubicBezTo>
                <a:cubicBezTo>
                  <a:pt x="41" y="133"/>
                  <a:pt x="40" y="134"/>
                  <a:pt x="40" y="136"/>
                </a:cubicBezTo>
                <a:close/>
                <a:moveTo>
                  <a:pt x="52" y="182"/>
                </a:moveTo>
                <a:cubicBezTo>
                  <a:pt x="51" y="183"/>
                  <a:pt x="51" y="183"/>
                  <a:pt x="51" y="183"/>
                </a:cubicBezTo>
                <a:cubicBezTo>
                  <a:pt x="51" y="185"/>
                  <a:pt x="51" y="185"/>
                  <a:pt x="51" y="185"/>
                </a:cubicBezTo>
                <a:cubicBezTo>
                  <a:pt x="52" y="187"/>
                  <a:pt x="52" y="187"/>
                  <a:pt x="52" y="187"/>
                </a:cubicBezTo>
                <a:cubicBezTo>
                  <a:pt x="51" y="189"/>
                  <a:pt x="51" y="189"/>
                  <a:pt x="51" y="189"/>
                </a:cubicBezTo>
                <a:cubicBezTo>
                  <a:pt x="53" y="190"/>
                  <a:pt x="53" y="190"/>
                  <a:pt x="53" y="190"/>
                </a:cubicBezTo>
                <a:cubicBezTo>
                  <a:pt x="56" y="190"/>
                  <a:pt x="56" y="190"/>
                  <a:pt x="56" y="190"/>
                </a:cubicBezTo>
                <a:cubicBezTo>
                  <a:pt x="57" y="190"/>
                  <a:pt x="57" y="190"/>
                  <a:pt x="57" y="190"/>
                </a:cubicBezTo>
                <a:cubicBezTo>
                  <a:pt x="56" y="188"/>
                  <a:pt x="56" y="188"/>
                  <a:pt x="56" y="188"/>
                </a:cubicBezTo>
                <a:cubicBezTo>
                  <a:pt x="57" y="186"/>
                  <a:pt x="57" y="186"/>
                  <a:pt x="57" y="186"/>
                </a:cubicBezTo>
                <a:cubicBezTo>
                  <a:pt x="55" y="182"/>
                  <a:pt x="55" y="182"/>
                  <a:pt x="55" y="182"/>
                </a:cubicBezTo>
                <a:cubicBezTo>
                  <a:pt x="53" y="181"/>
                  <a:pt x="53" y="181"/>
                  <a:pt x="53" y="181"/>
                </a:cubicBezTo>
                <a:lnTo>
                  <a:pt x="52" y="182"/>
                </a:lnTo>
                <a:close/>
                <a:moveTo>
                  <a:pt x="38" y="179"/>
                </a:moveTo>
                <a:cubicBezTo>
                  <a:pt x="37" y="178"/>
                  <a:pt x="37" y="178"/>
                  <a:pt x="37" y="178"/>
                </a:cubicBezTo>
                <a:cubicBezTo>
                  <a:pt x="37" y="176"/>
                  <a:pt x="37" y="175"/>
                  <a:pt x="37" y="173"/>
                </a:cubicBezTo>
                <a:cubicBezTo>
                  <a:pt x="36" y="173"/>
                  <a:pt x="36" y="173"/>
                  <a:pt x="36" y="173"/>
                </a:cubicBezTo>
                <a:cubicBezTo>
                  <a:pt x="32" y="176"/>
                  <a:pt x="32" y="176"/>
                  <a:pt x="32" y="176"/>
                </a:cubicBezTo>
                <a:cubicBezTo>
                  <a:pt x="32" y="174"/>
                  <a:pt x="32" y="174"/>
                  <a:pt x="32" y="174"/>
                </a:cubicBezTo>
                <a:cubicBezTo>
                  <a:pt x="30" y="176"/>
                  <a:pt x="30" y="176"/>
                  <a:pt x="30" y="176"/>
                </a:cubicBezTo>
                <a:cubicBezTo>
                  <a:pt x="29" y="178"/>
                  <a:pt x="29" y="178"/>
                  <a:pt x="29" y="178"/>
                </a:cubicBezTo>
                <a:cubicBezTo>
                  <a:pt x="30" y="178"/>
                  <a:pt x="30" y="178"/>
                  <a:pt x="30" y="178"/>
                </a:cubicBezTo>
                <a:cubicBezTo>
                  <a:pt x="29" y="179"/>
                  <a:pt x="29" y="179"/>
                  <a:pt x="29" y="179"/>
                </a:cubicBezTo>
                <a:cubicBezTo>
                  <a:pt x="28" y="181"/>
                  <a:pt x="28" y="181"/>
                  <a:pt x="28" y="181"/>
                </a:cubicBezTo>
                <a:cubicBezTo>
                  <a:pt x="29" y="181"/>
                  <a:pt x="29" y="181"/>
                  <a:pt x="29" y="181"/>
                </a:cubicBezTo>
                <a:cubicBezTo>
                  <a:pt x="30" y="181"/>
                  <a:pt x="31" y="180"/>
                  <a:pt x="32" y="178"/>
                </a:cubicBezTo>
                <a:cubicBezTo>
                  <a:pt x="34" y="178"/>
                  <a:pt x="34" y="178"/>
                  <a:pt x="34" y="178"/>
                </a:cubicBezTo>
                <a:cubicBezTo>
                  <a:pt x="32" y="180"/>
                  <a:pt x="32" y="180"/>
                  <a:pt x="32" y="180"/>
                </a:cubicBezTo>
                <a:cubicBezTo>
                  <a:pt x="34" y="182"/>
                  <a:pt x="34" y="182"/>
                  <a:pt x="34" y="182"/>
                </a:cubicBezTo>
                <a:cubicBezTo>
                  <a:pt x="32" y="183"/>
                  <a:pt x="32" y="183"/>
                  <a:pt x="32" y="183"/>
                </a:cubicBezTo>
                <a:cubicBezTo>
                  <a:pt x="32" y="185"/>
                  <a:pt x="32" y="185"/>
                  <a:pt x="32" y="185"/>
                </a:cubicBezTo>
                <a:cubicBezTo>
                  <a:pt x="33" y="185"/>
                  <a:pt x="33" y="185"/>
                  <a:pt x="33" y="185"/>
                </a:cubicBezTo>
                <a:cubicBezTo>
                  <a:pt x="34" y="183"/>
                  <a:pt x="34" y="183"/>
                  <a:pt x="34" y="183"/>
                </a:cubicBezTo>
                <a:cubicBezTo>
                  <a:pt x="36" y="183"/>
                  <a:pt x="36" y="183"/>
                  <a:pt x="36" y="183"/>
                </a:cubicBezTo>
                <a:cubicBezTo>
                  <a:pt x="38" y="182"/>
                  <a:pt x="38" y="182"/>
                  <a:pt x="38" y="182"/>
                </a:cubicBezTo>
                <a:lnTo>
                  <a:pt x="38" y="179"/>
                </a:lnTo>
                <a:close/>
                <a:moveTo>
                  <a:pt x="38" y="177"/>
                </a:moveTo>
                <a:cubicBezTo>
                  <a:pt x="40" y="178"/>
                  <a:pt x="40" y="178"/>
                  <a:pt x="40" y="178"/>
                </a:cubicBezTo>
                <a:cubicBezTo>
                  <a:pt x="40" y="176"/>
                  <a:pt x="40" y="176"/>
                  <a:pt x="40" y="176"/>
                </a:cubicBezTo>
                <a:cubicBezTo>
                  <a:pt x="41" y="175"/>
                  <a:pt x="41" y="175"/>
                  <a:pt x="41" y="175"/>
                </a:cubicBezTo>
                <a:cubicBezTo>
                  <a:pt x="42" y="172"/>
                  <a:pt x="44" y="170"/>
                  <a:pt x="45" y="167"/>
                </a:cubicBezTo>
                <a:cubicBezTo>
                  <a:pt x="45" y="166"/>
                  <a:pt x="45" y="166"/>
                  <a:pt x="45" y="166"/>
                </a:cubicBezTo>
                <a:cubicBezTo>
                  <a:pt x="44" y="166"/>
                  <a:pt x="44" y="166"/>
                  <a:pt x="44" y="166"/>
                </a:cubicBezTo>
                <a:cubicBezTo>
                  <a:pt x="43" y="167"/>
                  <a:pt x="42" y="168"/>
                  <a:pt x="41" y="169"/>
                </a:cubicBezTo>
                <a:cubicBezTo>
                  <a:pt x="39" y="171"/>
                  <a:pt x="39" y="171"/>
                  <a:pt x="39" y="171"/>
                </a:cubicBezTo>
                <a:cubicBezTo>
                  <a:pt x="39" y="172"/>
                  <a:pt x="39" y="172"/>
                  <a:pt x="39" y="172"/>
                </a:cubicBezTo>
                <a:cubicBezTo>
                  <a:pt x="41" y="172"/>
                  <a:pt x="41" y="172"/>
                  <a:pt x="41" y="172"/>
                </a:cubicBezTo>
                <a:cubicBezTo>
                  <a:pt x="40" y="172"/>
                  <a:pt x="39" y="173"/>
                  <a:pt x="37" y="174"/>
                </a:cubicBezTo>
                <a:cubicBezTo>
                  <a:pt x="37" y="175"/>
                  <a:pt x="37" y="176"/>
                  <a:pt x="38" y="177"/>
                </a:cubicBezTo>
                <a:close/>
                <a:moveTo>
                  <a:pt x="43" y="153"/>
                </a:moveTo>
                <a:cubicBezTo>
                  <a:pt x="41" y="153"/>
                  <a:pt x="41" y="153"/>
                  <a:pt x="41" y="153"/>
                </a:cubicBezTo>
                <a:cubicBezTo>
                  <a:pt x="39" y="150"/>
                  <a:pt x="39" y="150"/>
                  <a:pt x="39" y="150"/>
                </a:cubicBezTo>
                <a:cubicBezTo>
                  <a:pt x="38" y="149"/>
                  <a:pt x="38" y="149"/>
                  <a:pt x="38" y="149"/>
                </a:cubicBezTo>
                <a:cubicBezTo>
                  <a:pt x="36" y="149"/>
                  <a:pt x="36" y="149"/>
                  <a:pt x="36" y="149"/>
                </a:cubicBezTo>
                <a:cubicBezTo>
                  <a:pt x="36" y="150"/>
                  <a:pt x="36" y="150"/>
                  <a:pt x="36" y="150"/>
                </a:cubicBezTo>
                <a:cubicBezTo>
                  <a:pt x="34" y="150"/>
                  <a:pt x="34" y="150"/>
                  <a:pt x="34" y="150"/>
                </a:cubicBezTo>
                <a:cubicBezTo>
                  <a:pt x="34" y="151"/>
                  <a:pt x="34" y="151"/>
                  <a:pt x="34" y="151"/>
                </a:cubicBezTo>
                <a:cubicBezTo>
                  <a:pt x="33" y="152"/>
                  <a:pt x="33" y="152"/>
                  <a:pt x="33" y="152"/>
                </a:cubicBezTo>
                <a:cubicBezTo>
                  <a:pt x="34" y="153"/>
                  <a:pt x="34" y="153"/>
                  <a:pt x="34" y="153"/>
                </a:cubicBezTo>
                <a:cubicBezTo>
                  <a:pt x="36" y="153"/>
                  <a:pt x="36" y="153"/>
                  <a:pt x="36" y="153"/>
                </a:cubicBezTo>
                <a:cubicBezTo>
                  <a:pt x="37" y="155"/>
                  <a:pt x="37" y="155"/>
                  <a:pt x="37" y="155"/>
                </a:cubicBezTo>
                <a:cubicBezTo>
                  <a:pt x="40" y="154"/>
                  <a:pt x="40" y="154"/>
                  <a:pt x="40" y="154"/>
                </a:cubicBezTo>
                <a:cubicBezTo>
                  <a:pt x="39" y="155"/>
                  <a:pt x="39" y="155"/>
                  <a:pt x="39" y="155"/>
                </a:cubicBezTo>
                <a:cubicBezTo>
                  <a:pt x="37" y="156"/>
                  <a:pt x="37" y="156"/>
                  <a:pt x="37" y="156"/>
                </a:cubicBezTo>
                <a:cubicBezTo>
                  <a:pt x="36" y="158"/>
                  <a:pt x="36" y="158"/>
                  <a:pt x="36" y="158"/>
                </a:cubicBezTo>
                <a:cubicBezTo>
                  <a:pt x="36" y="159"/>
                  <a:pt x="36" y="159"/>
                  <a:pt x="36" y="159"/>
                </a:cubicBezTo>
                <a:cubicBezTo>
                  <a:pt x="39" y="158"/>
                  <a:pt x="39" y="158"/>
                  <a:pt x="39" y="158"/>
                </a:cubicBezTo>
                <a:cubicBezTo>
                  <a:pt x="38" y="159"/>
                  <a:pt x="36" y="160"/>
                  <a:pt x="35" y="160"/>
                </a:cubicBezTo>
                <a:cubicBezTo>
                  <a:pt x="34" y="159"/>
                  <a:pt x="34" y="159"/>
                  <a:pt x="34" y="159"/>
                </a:cubicBezTo>
                <a:cubicBezTo>
                  <a:pt x="32" y="160"/>
                  <a:pt x="32" y="160"/>
                  <a:pt x="32" y="160"/>
                </a:cubicBezTo>
                <a:cubicBezTo>
                  <a:pt x="33" y="161"/>
                  <a:pt x="33" y="161"/>
                  <a:pt x="33" y="161"/>
                </a:cubicBezTo>
                <a:cubicBezTo>
                  <a:pt x="34" y="162"/>
                  <a:pt x="34" y="162"/>
                  <a:pt x="34" y="162"/>
                </a:cubicBezTo>
                <a:cubicBezTo>
                  <a:pt x="35" y="161"/>
                  <a:pt x="35" y="161"/>
                  <a:pt x="35" y="161"/>
                </a:cubicBezTo>
                <a:cubicBezTo>
                  <a:pt x="37" y="161"/>
                  <a:pt x="37" y="161"/>
                  <a:pt x="37" y="161"/>
                </a:cubicBezTo>
                <a:cubicBezTo>
                  <a:pt x="41" y="160"/>
                  <a:pt x="41" y="160"/>
                  <a:pt x="41" y="160"/>
                </a:cubicBezTo>
                <a:cubicBezTo>
                  <a:pt x="43" y="160"/>
                  <a:pt x="43" y="160"/>
                  <a:pt x="43" y="160"/>
                </a:cubicBezTo>
                <a:cubicBezTo>
                  <a:pt x="46" y="158"/>
                  <a:pt x="46" y="158"/>
                  <a:pt x="46" y="158"/>
                </a:cubicBezTo>
                <a:cubicBezTo>
                  <a:pt x="44" y="158"/>
                  <a:pt x="44" y="158"/>
                  <a:pt x="44" y="158"/>
                </a:cubicBezTo>
                <a:cubicBezTo>
                  <a:pt x="45" y="158"/>
                  <a:pt x="45" y="158"/>
                  <a:pt x="45" y="158"/>
                </a:cubicBezTo>
                <a:cubicBezTo>
                  <a:pt x="46" y="158"/>
                  <a:pt x="46" y="158"/>
                  <a:pt x="46" y="158"/>
                </a:cubicBezTo>
                <a:cubicBezTo>
                  <a:pt x="47" y="157"/>
                  <a:pt x="47" y="157"/>
                  <a:pt x="47" y="157"/>
                </a:cubicBezTo>
                <a:cubicBezTo>
                  <a:pt x="45" y="155"/>
                  <a:pt x="45" y="155"/>
                  <a:pt x="45" y="155"/>
                </a:cubicBezTo>
                <a:lnTo>
                  <a:pt x="43" y="153"/>
                </a:lnTo>
                <a:close/>
                <a:moveTo>
                  <a:pt x="128" y="22"/>
                </a:moveTo>
                <a:cubicBezTo>
                  <a:pt x="130" y="21"/>
                  <a:pt x="130" y="21"/>
                  <a:pt x="130" y="21"/>
                </a:cubicBezTo>
                <a:cubicBezTo>
                  <a:pt x="131" y="21"/>
                  <a:pt x="131" y="21"/>
                  <a:pt x="131" y="21"/>
                </a:cubicBezTo>
                <a:cubicBezTo>
                  <a:pt x="130" y="22"/>
                  <a:pt x="130" y="22"/>
                  <a:pt x="130" y="22"/>
                </a:cubicBezTo>
                <a:cubicBezTo>
                  <a:pt x="131" y="24"/>
                  <a:pt x="131" y="24"/>
                  <a:pt x="131" y="24"/>
                </a:cubicBezTo>
                <a:cubicBezTo>
                  <a:pt x="132" y="22"/>
                  <a:pt x="132" y="22"/>
                  <a:pt x="132" y="22"/>
                </a:cubicBezTo>
                <a:cubicBezTo>
                  <a:pt x="133" y="22"/>
                  <a:pt x="133" y="22"/>
                  <a:pt x="133" y="22"/>
                </a:cubicBezTo>
                <a:cubicBezTo>
                  <a:pt x="134" y="20"/>
                  <a:pt x="134" y="20"/>
                  <a:pt x="134" y="20"/>
                </a:cubicBezTo>
                <a:cubicBezTo>
                  <a:pt x="133" y="23"/>
                  <a:pt x="133" y="23"/>
                  <a:pt x="133" y="23"/>
                </a:cubicBezTo>
                <a:cubicBezTo>
                  <a:pt x="134" y="25"/>
                  <a:pt x="134" y="25"/>
                  <a:pt x="134" y="25"/>
                </a:cubicBezTo>
                <a:cubicBezTo>
                  <a:pt x="134" y="26"/>
                  <a:pt x="134" y="28"/>
                  <a:pt x="133" y="30"/>
                </a:cubicBezTo>
                <a:cubicBezTo>
                  <a:pt x="133" y="30"/>
                  <a:pt x="133" y="30"/>
                  <a:pt x="133" y="30"/>
                </a:cubicBezTo>
                <a:cubicBezTo>
                  <a:pt x="132" y="32"/>
                  <a:pt x="132" y="32"/>
                  <a:pt x="132" y="32"/>
                </a:cubicBezTo>
                <a:cubicBezTo>
                  <a:pt x="134" y="33"/>
                  <a:pt x="134" y="33"/>
                  <a:pt x="134" y="33"/>
                </a:cubicBezTo>
                <a:cubicBezTo>
                  <a:pt x="135" y="29"/>
                  <a:pt x="135" y="29"/>
                  <a:pt x="135" y="29"/>
                </a:cubicBezTo>
                <a:cubicBezTo>
                  <a:pt x="136" y="29"/>
                  <a:pt x="136" y="29"/>
                  <a:pt x="136" y="29"/>
                </a:cubicBezTo>
                <a:cubicBezTo>
                  <a:pt x="135" y="27"/>
                  <a:pt x="135" y="27"/>
                  <a:pt x="135" y="27"/>
                </a:cubicBezTo>
                <a:cubicBezTo>
                  <a:pt x="136" y="27"/>
                  <a:pt x="136" y="27"/>
                  <a:pt x="136" y="27"/>
                </a:cubicBezTo>
                <a:cubicBezTo>
                  <a:pt x="135" y="25"/>
                  <a:pt x="135" y="25"/>
                  <a:pt x="135" y="25"/>
                </a:cubicBezTo>
                <a:cubicBezTo>
                  <a:pt x="136" y="24"/>
                  <a:pt x="136" y="24"/>
                  <a:pt x="136" y="24"/>
                </a:cubicBezTo>
                <a:cubicBezTo>
                  <a:pt x="136" y="22"/>
                  <a:pt x="136" y="22"/>
                  <a:pt x="136" y="22"/>
                </a:cubicBezTo>
                <a:cubicBezTo>
                  <a:pt x="135" y="22"/>
                  <a:pt x="135" y="22"/>
                  <a:pt x="135" y="22"/>
                </a:cubicBezTo>
                <a:cubicBezTo>
                  <a:pt x="136" y="20"/>
                  <a:pt x="136" y="20"/>
                  <a:pt x="136" y="20"/>
                </a:cubicBezTo>
                <a:cubicBezTo>
                  <a:pt x="137" y="19"/>
                  <a:pt x="137" y="19"/>
                  <a:pt x="137" y="19"/>
                </a:cubicBezTo>
                <a:cubicBezTo>
                  <a:pt x="136" y="19"/>
                  <a:pt x="136" y="19"/>
                  <a:pt x="136" y="19"/>
                </a:cubicBezTo>
                <a:cubicBezTo>
                  <a:pt x="137" y="18"/>
                  <a:pt x="137" y="18"/>
                  <a:pt x="137" y="18"/>
                </a:cubicBezTo>
                <a:cubicBezTo>
                  <a:pt x="136" y="17"/>
                  <a:pt x="136" y="17"/>
                  <a:pt x="136" y="17"/>
                </a:cubicBezTo>
                <a:cubicBezTo>
                  <a:pt x="137" y="17"/>
                  <a:pt x="137" y="17"/>
                  <a:pt x="137" y="17"/>
                </a:cubicBezTo>
                <a:cubicBezTo>
                  <a:pt x="137" y="15"/>
                  <a:pt x="137" y="15"/>
                  <a:pt x="137" y="15"/>
                </a:cubicBezTo>
                <a:cubicBezTo>
                  <a:pt x="137" y="15"/>
                  <a:pt x="137" y="15"/>
                  <a:pt x="137" y="15"/>
                </a:cubicBezTo>
                <a:cubicBezTo>
                  <a:pt x="138" y="14"/>
                  <a:pt x="138" y="14"/>
                  <a:pt x="138" y="14"/>
                </a:cubicBezTo>
                <a:cubicBezTo>
                  <a:pt x="137" y="14"/>
                  <a:pt x="137" y="14"/>
                  <a:pt x="137" y="14"/>
                </a:cubicBezTo>
                <a:cubicBezTo>
                  <a:pt x="136" y="16"/>
                  <a:pt x="136" y="16"/>
                  <a:pt x="136" y="16"/>
                </a:cubicBezTo>
                <a:cubicBezTo>
                  <a:pt x="136" y="14"/>
                  <a:pt x="136" y="14"/>
                  <a:pt x="136" y="14"/>
                </a:cubicBezTo>
                <a:cubicBezTo>
                  <a:pt x="135" y="12"/>
                  <a:pt x="135" y="12"/>
                  <a:pt x="135" y="12"/>
                </a:cubicBezTo>
                <a:cubicBezTo>
                  <a:pt x="134" y="13"/>
                  <a:pt x="134" y="13"/>
                  <a:pt x="134" y="13"/>
                </a:cubicBezTo>
                <a:cubicBezTo>
                  <a:pt x="134" y="14"/>
                  <a:pt x="134" y="14"/>
                  <a:pt x="134" y="14"/>
                </a:cubicBezTo>
                <a:cubicBezTo>
                  <a:pt x="133" y="14"/>
                  <a:pt x="133" y="14"/>
                  <a:pt x="133" y="14"/>
                </a:cubicBezTo>
                <a:cubicBezTo>
                  <a:pt x="132" y="15"/>
                  <a:pt x="132" y="15"/>
                  <a:pt x="132" y="15"/>
                </a:cubicBezTo>
                <a:cubicBezTo>
                  <a:pt x="133" y="12"/>
                  <a:pt x="133" y="12"/>
                  <a:pt x="133" y="12"/>
                </a:cubicBezTo>
                <a:cubicBezTo>
                  <a:pt x="133" y="12"/>
                  <a:pt x="133" y="12"/>
                  <a:pt x="133" y="12"/>
                </a:cubicBezTo>
                <a:cubicBezTo>
                  <a:pt x="132" y="11"/>
                  <a:pt x="133" y="10"/>
                  <a:pt x="133" y="9"/>
                </a:cubicBezTo>
                <a:cubicBezTo>
                  <a:pt x="133" y="7"/>
                  <a:pt x="133" y="7"/>
                  <a:pt x="133" y="7"/>
                </a:cubicBezTo>
                <a:cubicBezTo>
                  <a:pt x="133" y="8"/>
                  <a:pt x="133" y="8"/>
                  <a:pt x="133" y="8"/>
                </a:cubicBezTo>
                <a:cubicBezTo>
                  <a:pt x="131" y="8"/>
                  <a:pt x="131" y="8"/>
                  <a:pt x="131" y="8"/>
                </a:cubicBezTo>
                <a:cubicBezTo>
                  <a:pt x="131" y="9"/>
                  <a:pt x="131" y="9"/>
                  <a:pt x="131" y="9"/>
                </a:cubicBezTo>
                <a:cubicBezTo>
                  <a:pt x="130" y="11"/>
                  <a:pt x="130" y="11"/>
                  <a:pt x="130" y="11"/>
                </a:cubicBezTo>
                <a:cubicBezTo>
                  <a:pt x="129" y="10"/>
                  <a:pt x="129" y="10"/>
                  <a:pt x="129" y="10"/>
                </a:cubicBezTo>
                <a:cubicBezTo>
                  <a:pt x="128" y="13"/>
                  <a:pt x="128" y="13"/>
                  <a:pt x="128" y="13"/>
                </a:cubicBezTo>
                <a:cubicBezTo>
                  <a:pt x="131" y="12"/>
                  <a:pt x="131" y="12"/>
                  <a:pt x="131" y="12"/>
                </a:cubicBezTo>
                <a:cubicBezTo>
                  <a:pt x="131" y="14"/>
                  <a:pt x="131" y="14"/>
                  <a:pt x="131" y="14"/>
                </a:cubicBezTo>
                <a:cubicBezTo>
                  <a:pt x="132" y="15"/>
                  <a:pt x="132" y="15"/>
                  <a:pt x="132" y="15"/>
                </a:cubicBezTo>
                <a:cubicBezTo>
                  <a:pt x="132" y="16"/>
                  <a:pt x="132" y="16"/>
                  <a:pt x="132" y="16"/>
                </a:cubicBezTo>
                <a:cubicBezTo>
                  <a:pt x="134" y="17"/>
                  <a:pt x="134" y="17"/>
                  <a:pt x="134" y="17"/>
                </a:cubicBezTo>
                <a:cubicBezTo>
                  <a:pt x="133" y="17"/>
                  <a:pt x="133" y="17"/>
                  <a:pt x="133" y="17"/>
                </a:cubicBezTo>
                <a:cubicBezTo>
                  <a:pt x="132" y="18"/>
                  <a:pt x="132" y="18"/>
                  <a:pt x="132" y="18"/>
                </a:cubicBezTo>
                <a:cubicBezTo>
                  <a:pt x="131" y="18"/>
                  <a:pt x="131" y="18"/>
                  <a:pt x="131" y="18"/>
                </a:cubicBezTo>
                <a:cubicBezTo>
                  <a:pt x="131" y="19"/>
                  <a:pt x="131" y="19"/>
                  <a:pt x="131" y="19"/>
                </a:cubicBezTo>
                <a:cubicBezTo>
                  <a:pt x="130" y="18"/>
                  <a:pt x="130" y="18"/>
                  <a:pt x="130" y="18"/>
                </a:cubicBezTo>
                <a:cubicBezTo>
                  <a:pt x="127" y="19"/>
                  <a:pt x="127" y="19"/>
                  <a:pt x="127" y="19"/>
                </a:cubicBezTo>
                <a:cubicBezTo>
                  <a:pt x="127" y="19"/>
                  <a:pt x="127" y="19"/>
                  <a:pt x="127" y="19"/>
                </a:cubicBezTo>
                <a:cubicBezTo>
                  <a:pt x="127" y="21"/>
                  <a:pt x="127" y="21"/>
                  <a:pt x="127" y="21"/>
                </a:cubicBezTo>
                <a:lnTo>
                  <a:pt x="128" y="22"/>
                </a:lnTo>
                <a:close/>
                <a:moveTo>
                  <a:pt x="138" y="12"/>
                </a:moveTo>
                <a:cubicBezTo>
                  <a:pt x="138" y="10"/>
                  <a:pt x="138" y="10"/>
                  <a:pt x="138" y="10"/>
                </a:cubicBezTo>
                <a:cubicBezTo>
                  <a:pt x="138" y="9"/>
                  <a:pt x="138" y="9"/>
                  <a:pt x="138" y="9"/>
                </a:cubicBezTo>
                <a:cubicBezTo>
                  <a:pt x="137" y="8"/>
                  <a:pt x="137" y="8"/>
                  <a:pt x="137" y="8"/>
                </a:cubicBezTo>
                <a:cubicBezTo>
                  <a:pt x="138" y="8"/>
                  <a:pt x="138" y="8"/>
                  <a:pt x="138" y="8"/>
                </a:cubicBezTo>
                <a:cubicBezTo>
                  <a:pt x="137" y="6"/>
                  <a:pt x="137" y="6"/>
                  <a:pt x="137" y="6"/>
                </a:cubicBezTo>
                <a:cubicBezTo>
                  <a:pt x="138" y="7"/>
                  <a:pt x="138" y="7"/>
                  <a:pt x="138" y="7"/>
                </a:cubicBezTo>
                <a:cubicBezTo>
                  <a:pt x="138" y="4"/>
                  <a:pt x="138" y="4"/>
                  <a:pt x="138" y="4"/>
                </a:cubicBezTo>
                <a:cubicBezTo>
                  <a:pt x="137" y="4"/>
                  <a:pt x="137" y="4"/>
                  <a:pt x="137" y="4"/>
                </a:cubicBezTo>
                <a:cubicBezTo>
                  <a:pt x="136" y="5"/>
                  <a:pt x="136" y="5"/>
                  <a:pt x="136" y="5"/>
                </a:cubicBezTo>
                <a:cubicBezTo>
                  <a:pt x="136" y="6"/>
                  <a:pt x="136" y="7"/>
                  <a:pt x="137" y="8"/>
                </a:cubicBezTo>
                <a:cubicBezTo>
                  <a:pt x="135" y="7"/>
                  <a:pt x="135" y="7"/>
                  <a:pt x="135" y="7"/>
                </a:cubicBezTo>
                <a:cubicBezTo>
                  <a:pt x="135" y="8"/>
                  <a:pt x="135" y="10"/>
                  <a:pt x="136" y="12"/>
                </a:cubicBezTo>
                <a:lnTo>
                  <a:pt x="138" y="12"/>
                </a:lnTo>
                <a:close/>
                <a:moveTo>
                  <a:pt x="18" y="126"/>
                </a:moveTo>
                <a:cubicBezTo>
                  <a:pt x="17" y="125"/>
                  <a:pt x="17" y="125"/>
                  <a:pt x="17" y="125"/>
                </a:cubicBezTo>
                <a:cubicBezTo>
                  <a:pt x="15" y="124"/>
                  <a:pt x="15" y="124"/>
                  <a:pt x="15" y="124"/>
                </a:cubicBezTo>
                <a:cubicBezTo>
                  <a:pt x="15" y="123"/>
                  <a:pt x="15" y="123"/>
                  <a:pt x="15" y="123"/>
                </a:cubicBezTo>
                <a:cubicBezTo>
                  <a:pt x="17" y="125"/>
                  <a:pt x="17" y="125"/>
                  <a:pt x="17" y="125"/>
                </a:cubicBezTo>
                <a:cubicBezTo>
                  <a:pt x="17" y="123"/>
                  <a:pt x="17" y="123"/>
                  <a:pt x="17" y="123"/>
                </a:cubicBezTo>
                <a:cubicBezTo>
                  <a:pt x="15" y="122"/>
                  <a:pt x="15" y="122"/>
                  <a:pt x="15" y="122"/>
                </a:cubicBezTo>
                <a:cubicBezTo>
                  <a:pt x="14" y="123"/>
                  <a:pt x="14" y="123"/>
                  <a:pt x="14" y="123"/>
                </a:cubicBezTo>
                <a:cubicBezTo>
                  <a:pt x="14" y="125"/>
                  <a:pt x="14" y="125"/>
                  <a:pt x="14" y="125"/>
                </a:cubicBezTo>
                <a:cubicBezTo>
                  <a:pt x="13" y="128"/>
                  <a:pt x="13" y="128"/>
                  <a:pt x="13" y="128"/>
                </a:cubicBezTo>
                <a:cubicBezTo>
                  <a:pt x="14" y="128"/>
                  <a:pt x="14" y="128"/>
                  <a:pt x="14" y="128"/>
                </a:cubicBezTo>
                <a:cubicBezTo>
                  <a:pt x="14" y="131"/>
                  <a:pt x="14" y="131"/>
                  <a:pt x="14" y="131"/>
                </a:cubicBezTo>
                <a:cubicBezTo>
                  <a:pt x="15" y="132"/>
                  <a:pt x="15" y="132"/>
                  <a:pt x="15" y="132"/>
                </a:cubicBezTo>
                <a:cubicBezTo>
                  <a:pt x="17" y="133"/>
                  <a:pt x="17" y="133"/>
                  <a:pt x="17" y="133"/>
                </a:cubicBezTo>
                <a:cubicBezTo>
                  <a:pt x="17" y="132"/>
                  <a:pt x="17" y="132"/>
                  <a:pt x="17" y="132"/>
                </a:cubicBezTo>
                <a:cubicBezTo>
                  <a:pt x="16" y="131"/>
                  <a:pt x="16" y="131"/>
                  <a:pt x="16" y="131"/>
                </a:cubicBezTo>
                <a:cubicBezTo>
                  <a:pt x="17" y="129"/>
                  <a:pt x="17" y="129"/>
                  <a:pt x="17" y="129"/>
                </a:cubicBezTo>
                <a:cubicBezTo>
                  <a:pt x="15" y="128"/>
                  <a:pt x="15" y="128"/>
                  <a:pt x="15" y="128"/>
                </a:cubicBezTo>
                <a:cubicBezTo>
                  <a:pt x="17" y="128"/>
                  <a:pt x="17" y="128"/>
                  <a:pt x="17" y="128"/>
                </a:cubicBezTo>
                <a:lnTo>
                  <a:pt x="18" y="126"/>
                </a:lnTo>
                <a:close/>
                <a:moveTo>
                  <a:pt x="16" y="118"/>
                </a:moveTo>
                <a:cubicBezTo>
                  <a:pt x="18" y="117"/>
                  <a:pt x="18" y="117"/>
                  <a:pt x="18" y="117"/>
                </a:cubicBezTo>
                <a:cubicBezTo>
                  <a:pt x="18" y="117"/>
                  <a:pt x="18" y="117"/>
                  <a:pt x="18" y="117"/>
                </a:cubicBezTo>
                <a:cubicBezTo>
                  <a:pt x="20" y="117"/>
                  <a:pt x="20" y="117"/>
                  <a:pt x="20" y="117"/>
                </a:cubicBezTo>
                <a:cubicBezTo>
                  <a:pt x="19" y="114"/>
                  <a:pt x="19" y="114"/>
                  <a:pt x="19" y="114"/>
                </a:cubicBezTo>
                <a:cubicBezTo>
                  <a:pt x="19" y="114"/>
                  <a:pt x="19" y="114"/>
                  <a:pt x="19" y="114"/>
                </a:cubicBezTo>
                <a:cubicBezTo>
                  <a:pt x="21" y="116"/>
                  <a:pt x="21" y="116"/>
                  <a:pt x="21" y="116"/>
                </a:cubicBezTo>
                <a:cubicBezTo>
                  <a:pt x="21" y="115"/>
                  <a:pt x="21" y="115"/>
                  <a:pt x="21" y="115"/>
                </a:cubicBezTo>
                <a:cubicBezTo>
                  <a:pt x="21" y="114"/>
                  <a:pt x="21" y="114"/>
                  <a:pt x="21" y="114"/>
                </a:cubicBezTo>
                <a:cubicBezTo>
                  <a:pt x="19" y="114"/>
                  <a:pt x="19" y="114"/>
                  <a:pt x="19" y="114"/>
                </a:cubicBezTo>
                <a:cubicBezTo>
                  <a:pt x="19" y="113"/>
                  <a:pt x="19" y="113"/>
                  <a:pt x="19" y="113"/>
                </a:cubicBezTo>
                <a:cubicBezTo>
                  <a:pt x="17" y="114"/>
                  <a:pt x="17" y="114"/>
                  <a:pt x="17" y="114"/>
                </a:cubicBezTo>
                <a:cubicBezTo>
                  <a:pt x="16" y="114"/>
                  <a:pt x="16" y="114"/>
                  <a:pt x="16" y="114"/>
                </a:cubicBezTo>
                <a:cubicBezTo>
                  <a:pt x="15" y="114"/>
                  <a:pt x="15" y="114"/>
                  <a:pt x="15" y="114"/>
                </a:cubicBezTo>
                <a:cubicBezTo>
                  <a:pt x="15" y="114"/>
                  <a:pt x="15" y="114"/>
                  <a:pt x="15" y="114"/>
                </a:cubicBezTo>
                <a:cubicBezTo>
                  <a:pt x="14" y="113"/>
                  <a:pt x="14" y="113"/>
                  <a:pt x="14" y="113"/>
                </a:cubicBezTo>
                <a:cubicBezTo>
                  <a:pt x="12" y="116"/>
                  <a:pt x="12" y="116"/>
                  <a:pt x="12" y="116"/>
                </a:cubicBezTo>
                <a:cubicBezTo>
                  <a:pt x="14" y="117"/>
                  <a:pt x="14" y="117"/>
                  <a:pt x="14" y="117"/>
                </a:cubicBezTo>
                <a:cubicBezTo>
                  <a:pt x="14" y="116"/>
                  <a:pt x="14" y="116"/>
                  <a:pt x="14" y="116"/>
                </a:cubicBezTo>
                <a:cubicBezTo>
                  <a:pt x="16" y="117"/>
                  <a:pt x="16" y="117"/>
                  <a:pt x="16" y="117"/>
                </a:cubicBezTo>
                <a:cubicBezTo>
                  <a:pt x="17" y="119"/>
                  <a:pt x="17" y="119"/>
                  <a:pt x="17" y="119"/>
                </a:cubicBezTo>
                <a:cubicBezTo>
                  <a:pt x="19" y="119"/>
                  <a:pt x="19" y="119"/>
                  <a:pt x="19" y="119"/>
                </a:cubicBezTo>
                <a:cubicBezTo>
                  <a:pt x="20" y="118"/>
                  <a:pt x="20" y="118"/>
                  <a:pt x="20" y="118"/>
                </a:cubicBezTo>
                <a:cubicBezTo>
                  <a:pt x="19" y="117"/>
                  <a:pt x="19" y="117"/>
                  <a:pt x="19" y="117"/>
                </a:cubicBezTo>
                <a:lnTo>
                  <a:pt x="16" y="118"/>
                </a:lnTo>
                <a:close/>
                <a:moveTo>
                  <a:pt x="27" y="107"/>
                </a:moveTo>
                <a:cubicBezTo>
                  <a:pt x="27" y="106"/>
                  <a:pt x="27" y="106"/>
                  <a:pt x="27" y="106"/>
                </a:cubicBezTo>
                <a:cubicBezTo>
                  <a:pt x="30" y="107"/>
                  <a:pt x="30" y="107"/>
                  <a:pt x="30" y="107"/>
                </a:cubicBezTo>
                <a:cubicBezTo>
                  <a:pt x="29" y="105"/>
                  <a:pt x="29" y="105"/>
                  <a:pt x="29" y="105"/>
                </a:cubicBezTo>
                <a:cubicBezTo>
                  <a:pt x="28" y="103"/>
                  <a:pt x="28" y="103"/>
                  <a:pt x="28" y="103"/>
                </a:cubicBezTo>
                <a:cubicBezTo>
                  <a:pt x="29" y="101"/>
                  <a:pt x="29" y="101"/>
                  <a:pt x="29" y="101"/>
                </a:cubicBezTo>
                <a:cubicBezTo>
                  <a:pt x="30" y="101"/>
                  <a:pt x="30" y="101"/>
                  <a:pt x="30" y="101"/>
                </a:cubicBezTo>
                <a:cubicBezTo>
                  <a:pt x="29" y="103"/>
                  <a:pt x="29" y="103"/>
                  <a:pt x="29" y="103"/>
                </a:cubicBezTo>
                <a:cubicBezTo>
                  <a:pt x="30" y="105"/>
                  <a:pt x="30" y="105"/>
                  <a:pt x="30" y="105"/>
                </a:cubicBezTo>
                <a:cubicBezTo>
                  <a:pt x="32" y="106"/>
                  <a:pt x="32" y="106"/>
                  <a:pt x="32" y="106"/>
                </a:cubicBezTo>
                <a:cubicBezTo>
                  <a:pt x="34" y="104"/>
                  <a:pt x="34" y="104"/>
                  <a:pt x="34" y="104"/>
                </a:cubicBezTo>
                <a:cubicBezTo>
                  <a:pt x="32" y="102"/>
                  <a:pt x="32" y="102"/>
                  <a:pt x="32" y="102"/>
                </a:cubicBezTo>
                <a:cubicBezTo>
                  <a:pt x="34" y="103"/>
                  <a:pt x="34" y="103"/>
                  <a:pt x="34" y="103"/>
                </a:cubicBezTo>
                <a:cubicBezTo>
                  <a:pt x="36" y="102"/>
                  <a:pt x="36" y="102"/>
                  <a:pt x="36" y="102"/>
                </a:cubicBezTo>
                <a:cubicBezTo>
                  <a:pt x="35" y="100"/>
                  <a:pt x="35" y="100"/>
                  <a:pt x="35" y="100"/>
                </a:cubicBezTo>
                <a:cubicBezTo>
                  <a:pt x="31" y="100"/>
                  <a:pt x="31" y="100"/>
                  <a:pt x="31" y="100"/>
                </a:cubicBezTo>
                <a:cubicBezTo>
                  <a:pt x="33" y="99"/>
                  <a:pt x="33" y="99"/>
                  <a:pt x="33" y="99"/>
                </a:cubicBezTo>
                <a:cubicBezTo>
                  <a:pt x="33" y="100"/>
                  <a:pt x="33" y="100"/>
                  <a:pt x="33" y="100"/>
                </a:cubicBezTo>
                <a:cubicBezTo>
                  <a:pt x="35" y="98"/>
                  <a:pt x="35" y="98"/>
                  <a:pt x="35" y="98"/>
                </a:cubicBezTo>
                <a:cubicBezTo>
                  <a:pt x="35" y="96"/>
                  <a:pt x="35" y="96"/>
                  <a:pt x="35" y="96"/>
                </a:cubicBezTo>
                <a:cubicBezTo>
                  <a:pt x="38" y="97"/>
                  <a:pt x="38" y="97"/>
                  <a:pt x="38" y="97"/>
                </a:cubicBezTo>
                <a:cubicBezTo>
                  <a:pt x="40" y="96"/>
                  <a:pt x="40" y="96"/>
                  <a:pt x="40" y="96"/>
                </a:cubicBezTo>
                <a:cubicBezTo>
                  <a:pt x="40" y="95"/>
                  <a:pt x="40" y="95"/>
                  <a:pt x="40" y="95"/>
                </a:cubicBezTo>
                <a:cubicBezTo>
                  <a:pt x="38" y="96"/>
                  <a:pt x="38" y="96"/>
                  <a:pt x="38" y="96"/>
                </a:cubicBezTo>
                <a:cubicBezTo>
                  <a:pt x="37" y="96"/>
                  <a:pt x="37" y="96"/>
                  <a:pt x="37" y="96"/>
                </a:cubicBezTo>
                <a:cubicBezTo>
                  <a:pt x="36" y="95"/>
                  <a:pt x="36" y="95"/>
                  <a:pt x="36" y="95"/>
                </a:cubicBezTo>
                <a:cubicBezTo>
                  <a:pt x="38" y="93"/>
                  <a:pt x="38" y="93"/>
                  <a:pt x="38" y="93"/>
                </a:cubicBezTo>
                <a:cubicBezTo>
                  <a:pt x="38" y="93"/>
                  <a:pt x="38" y="93"/>
                  <a:pt x="38" y="93"/>
                </a:cubicBezTo>
                <a:cubicBezTo>
                  <a:pt x="40" y="92"/>
                  <a:pt x="40" y="92"/>
                  <a:pt x="40" y="92"/>
                </a:cubicBezTo>
                <a:cubicBezTo>
                  <a:pt x="39" y="91"/>
                  <a:pt x="39" y="91"/>
                  <a:pt x="39" y="91"/>
                </a:cubicBezTo>
                <a:cubicBezTo>
                  <a:pt x="40" y="89"/>
                  <a:pt x="40" y="89"/>
                  <a:pt x="40" y="89"/>
                </a:cubicBezTo>
                <a:cubicBezTo>
                  <a:pt x="39" y="87"/>
                  <a:pt x="39" y="87"/>
                  <a:pt x="39" y="87"/>
                </a:cubicBezTo>
                <a:cubicBezTo>
                  <a:pt x="38" y="86"/>
                  <a:pt x="38" y="86"/>
                  <a:pt x="38" y="86"/>
                </a:cubicBezTo>
                <a:cubicBezTo>
                  <a:pt x="36" y="88"/>
                  <a:pt x="34" y="90"/>
                  <a:pt x="31" y="91"/>
                </a:cubicBezTo>
                <a:cubicBezTo>
                  <a:pt x="29" y="91"/>
                  <a:pt x="29" y="91"/>
                  <a:pt x="29" y="91"/>
                </a:cubicBezTo>
                <a:cubicBezTo>
                  <a:pt x="27" y="93"/>
                  <a:pt x="27" y="93"/>
                  <a:pt x="27" y="93"/>
                </a:cubicBezTo>
                <a:cubicBezTo>
                  <a:pt x="28" y="95"/>
                  <a:pt x="28" y="95"/>
                  <a:pt x="28" y="95"/>
                </a:cubicBezTo>
                <a:cubicBezTo>
                  <a:pt x="29" y="96"/>
                  <a:pt x="29" y="96"/>
                  <a:pt x="29" y="96"/>
                </a:cubicBezTo>
                <a:cubicBezTo>
                  <a:pt x="29" y="97"/>
                  <a:pt x="29" y="97"/>
                  <a:pt x="29" y="97"/>
                </a:cubicBezTo>
                <a:cubicBezTo>
                  <a:pt x="28" y="96"/>
                  <a:pt x="28" y="96"/>
                  <a:pt x="28" y="96"/>
                </a:cubicBezTo>
                <a:cubicBezTo>
                  <a:pt x="26" y="97"/>
                  <a:pt x="26" y="97"/>
                  <a:pt x="26" y="97"/>
                </a:cubicBezTo>
                <a:cubicBezTo>
                  <a:pt x="25" y="95"/>
                  <a:pt x="25" y="95"/>
                  <a:pt x="25" y="95"/>
                </a:cubicBezTo>
                <a:cubicBezTo>
                  <a:pt x="26" y="95"/>
                  <a:pt x="26" y="95"/>
                  <a:pt x="26" y="95"/>
                </a:cubicBezTo>
                <a:cubicBezTo>
                  <a:pt x="23" y="94"/>
                  <a:pt x="23" y="94"/>
                  <a:pt x="23" y="94"/>
                </a:cubicBezTo>
                <a:cubicBezTo>
                  <a:pt x="23" y="96"/>
                  <a:pt x="23" y="96"/>
                  <a:pt x="23" y="96"/>
                </a:cubicBezTo>
                <a:cubicBezTo>
                  <a:pt x="23" y="96"/>
                  <a:pt x="23" y="96"/>
                  <a:pt x="23" y="96"/>
                </a:cubicBezTo>
                <a:cubicBezTo>
                  <a:pt x="22" y="96"/>
                  <a:pt x="22" y="96"/>
                  <a:pt x="22" y="96"/>
                </a:cubicBezTo>
                <a:cubicBezTo>
                  <a:pt x="21" y="98"/>
                  <a:pt x="21" y="98"/>
                  <a:pt x="21" y="98"/>
                </a:cubicBezTo>
                <a:cubicBezTo>
                  <a:pt x="22" y="100"/>
                  <a:pt x="22" y="100"/>
                  <a:pt x="22" y="100"/>
                </a:cubicBezTo>
                <a:cubicBezTo>
                  <a:pt x="23" y="100"/>
                  <a:pt x="23" y="100"/>
                  <a:pt x="23" y="100"/>
                </a:cubicBezTo>
                <a:cubicBezTo>
                  <a:pt x="22" y="101"/>
                  <a:pt x="22" y="101"/>
                  <a:pt x="22" y="101"/>
                </a:cubicBezTo>
                <a:cubicBezTo>
                  <a:pt x="25" y="101"/>
                  <a:pt x="25" y="101"/>
                  <a:pt x="25" y="101"/>
                </a:cubicBezTo>
                <a:cubicBezTo>
                  <a:pt x="22" y="102"/>
                  <a:pt x="22" y="102"/>
                  <a:pt x="22" y="102"/>
                </a:cubicBezTo>
                <a:cubicBezTo>
                  <a:pt x="21" y="103"/>
                  <a:pt x="21" y="103"/>
                  <a:pt x="21" y="103"/>
                </a:cubicBezTo>
                <a:cubicBezTo>
                  <a:pt x="23" y="104"/>
                  <a:pt x="23" y="104"/>
                  <a:pt x="23" y="104"/>
                </a:cubicBezTo>
                <a:cubicBezTo>
                  <a:pt x="26" y="105"/>
                  <a:pt x="26" y="105"/>
                  <a:pt x="26" y="105"/>
                </a:cubicBezTo>
                <a:cubicBezTo>
                  <a:pt x="26" y="106"/>
                  <a:pt x="26" y="106"/>
                  <a:pt x="26" y="106"/>
                </a:cubicBezTo>
                <a:cubicBezTo>
                  <a:pt x="24" y="106"/>
                  <a:pt x="24" y="106"/>
                  <a:pt x="24" y="106"/>
                </a:cubicBezTo>
                <a:cubicBezTo>
                  <a:pt x="24" y="107"/>
                  <a:pt x="24" y="107"/>
                  <a:pt x="24" y="107"/>
                </a:cubicBezTo>
                <a:cubicBezTo>
                  <a:pt x="21" y="109"/>
                  <a:pt x="21" y="109"/>
                  <a:pt x="21" y="109"/>
                </a:cubicBezTo>
                <a:cubicBezTo>
                  <a:pt x="23" y="111"/>
                  <a:pt x="23" y="111"/>
                  <a:pt x="23" y="111"/>
                </a:cubicBezTo>
                <a:cubicBezTo>
                  <a:pt x="25" y="111"/>
                  <a:pt x="25" y="111"/>
                  <a:pt x="25" y="111"/>
                </a:cubicBezTo>
                <a:cubicBezTo>
                  <a:pt x="26" y="109"/>
                  <a:pt x="26" y="109"/>
                  <a:pt x="26" y="109"/>
                </a:cubicBezTo>
                <a:cubicBezTo>
                  <a:pt x="28" y="108"/>
                  <a:pt x="28" y="108"/>
                  <a:pt x="28" y="108"/>
                </a:cubicBezTo>
                <a:lnTo>
                  <a:pt x="27" y="107"/>
                </a:lnTo>
                <a:close/>
                <a:moveTo>
                  <a:pt x="70" y="235"/>
                </a:moveTo>
                <a:cubicBezTo>
                  <a:pt x="69" y="235"/>
                  <a:pt x="68" y="236"/>
                  <a:pt x="68" y="237"/>
                </a:cubicBezTo>
                <a:cubicBezTo>
                  <a:pt x="67" y="238"/>
                  <a:pt x="67" y="240"/>
                  <a:pt x="66" y="242"/>
                </a:cubicBezTo>
                <a:cubicBezTo>
                  <a:pt x="67" y="241"/>
                  <a:pt x="67" y="241"/>
                  <a:pt x="67" y="241"/>
                </a:cubicBezTo>
                <a:cubicBezTo>
                  <a:pt x="69" y="242"/>
                  <a:pt x="69" y="242"/>
                  <a:pt x="69" y="242"/>
                </a:cubicBezTo>
                <a:cubicBezTo>
                  <a:pt x="70" y="241"/>
                  <a:pt x="71" y="240"/>
                  <a:pt x="72" y="239"/>
                </a:cubicBezTo>
                <a:cubicBezTo>
                  <a:pt x="74" y="238"/>
                  <a:pt x="75" y="236"/>
                  <a:pt x="76" y="235"/>
                </a:cubicBezTo>
                <a:cubicBezTo>
                  <a:pt x="75" y="233"/>
                  <a:pt x="75" y="233"/>
                  <a:pt x="75" y="233"/>
                </a:cubicBezTo>
                <a:cubicBezTo>
                  <a:pt x="74" y="232"/>
                  <a:pt x="74" y="232"/>
                  <a:pt x="74" y="232"/>
                </a:cubicBezTo>
                <a:cubicBezTo>
                  <a:pt x="75" y="230"/>
                  <a:pt x="75" y="230"/>
                  <a:pt x="75" y="230"/>
                </a:cubicBezTo>
                <a:cubicBezTo>
                  <a:pt x="73" y="231"/>
                  <a:pt x="73" y="231"/>
                  <a:pt x="73" y="231"/>
                </a:cubicBezTo>
                <a:cubicBezTo>
                  <a:pt x="71" y="232"/>
                  <a:pt x="71" y="232"/>
                  <a:pt x="71" y="232"/>
                </a:cubicBezTo>
                <a:lnTo>
                  <a:pt x="70" y="235"/>
                </a:lnTo>
                <a:close/>
                <a:moveTo>
                  <a:pt x="18" y="208"/>
                </a:moveTo>
                <a:cubicBezTo>
                  <a:pt x="17" y="209"/>
                  <a:pt x="17" y="209"/>
                  <a:pt x="17" y="209"/>
                </a:cubicBezTo>
                <a:cubicBezTo>
                  <a:pt x="17" y="210"/>
                  <a:pt x="17" y="210"/>
                  <a:pt x="17" y="210"/>
                </a:cubicBezTo>
                <a:cubicBezTo>
                  <a:pt x="16" y="212"/>
                  <a:pt x="16" y="212"/>
                  <a:pt x="16" y="212"/>
                </a:cubicBezTo>
                <a:cubicBezTo>
                  <a:pt x="16" y="214"/>
                  <a:pt x="16" y="214"/>
                  <a:pt x="16" y="214"/>
                </a:cubicBezTo>
                <a:cubicBezTo>
                  <a:pt x="14" y="216"/>
                  <a:pt x="14" y="216"/>
                  <a:pt x="14" y="216"/>
                </a:cubicBezTo>
                <a:cubicBezTo>
                  <a:pt x="14" y="218"/>
                  <a:pt x="14" y="218"/>
                  <a:pt x="14" y="218"/>
                </a:cubicBezTo>
                <a:cubicBezTo>
                  <a:pt x="12" y="217"/>
                  <a:pt x="12" y="217"/>
                  <a:pt x="12" y="217"/>
                </a:cubicBezTo>
                <a:cubicBezTo>
                  <a:pt x="10" y="218"/>
                  <a:pt x="10" y="218"/>
                  <a:pt x="10" y="218"/>
                </a:cubicBezTo>
                <a:cubicBezTo>
                  <a:pt x="8" y="217"/>
                  <a:pt x="8" y="217"/>
                  <a:pt x="8" y="217"/>
                </a:cubicBezTo>
                <a:cubicBezTo>
                  <a:pt x="6" y="219"/>
                  <a:pt x="6" y="219"/>
                  <a:pt x="6" y="219"/>
                </a:cubicBezTo>
                <a:cubicBezTo>
                  <a:pt x="6" y="220"/>
                  <a:pt x="6" y="220"/>
                  <a:pt x="6" y="220"/>
                </a:cubicBezTo>
                <a:cubicBezTo>
                  <a:pt x="9" y="222"/>
                  <a:pt x="9" y="222"/>
                  <a:pt x="9" y="222"/>
                </a:cubicBezTo>
                <a:cubicBezTo>
                  <a:pt x="10" y="221"/>
                  <a:pt x="10" y="221"/>
                  <a:pt x="10" y="221"/>
                </a:cubicBezTo>
                <a:cubicBezTo>
                  <a:pt x="7" y="224"/>
                  <a:pt x="7" y="224"/>
                  <a:pt x="7" y="224"/>
                </a:cubicBezTo>
                <a:cubicBezTo>
                  <a:pt x="6" y="224"/>
                  <a:pt x="6" y="224"/>
                  <a:pt x="6" y="224"/>
                </a:cubicBezTo>
                <a:cubicBezTo>
                  <a:pt x="4" y="224"/>
                  <a:pt x="4" y="224"/>
                  <a:pt x="4" y="224"/>
                </a:cubicBezTo>
                <a:cubicBezTo>
                  <a:pt x="3" y="225"/>
                  <a:pt x="3" y="225"/>
                  <a:pt x="3" y="225"/>
                </a:cubicBezTo>
                <a:cubicBezTo>
                  <a:pt x="0" y="226"/>
                  <a:pt x="0" y="226"/>
                  <a:pt x="0" y="226"/>
                </a:cubicBezTo>
                <a:cubicBezTo>
                  <a:pt x="2" y="229"/>
                  <a:pt x="2" y="229"/>
                  <a:pt x="2" y="229"/>
                </a:cubicBezTo>
                <a:cubicBezTo>
                  <a:pt x="3" y="230"/>
                  <a:pt x="3" y="230"/>
                  <a:pt x="3" y="230"/>
                </a:cubicBezTo>
                <a:cubicBezTo>
                  <a:pt x="4" y="232"/>
                  <a:pt x="4" y="232"/>
                  <a:pt x="4" y="232"/>
                </a:cubicBezTo>
                <a:cubicBezTo>
                  <a:pt x="6" y="232"/>
                  <a:pt x="6" y="232"/>
                  <a:pt x="6" y="232"/>
                </a:cubicBezTo>
                <a:cubicBezTo>
                  <a:pt x="6" y="234"/>
                  <a:pt x="6" y="234"/>
                  <a:pt x="6" y="234"/>
                </a:cubicBezTo>
                <a:cubicBezTo>
                  <a:pt x="7" y="235"/>
                  <a:pt x="7" y="235"/>
                  <a:pt x="7" y="235"/>
                </a:cubicBezTo>
                <a:cubicBezTo>
                  <a:pt x="9" y="236"/>
                  <a:pt x="9" y="236"/>
                  <a:pt x="9" y="236"/>
                </a:cubicBezTo>
                <a:cubicBezTo>
                  <a:pt x="11" y="238"/>
                  <a:pt x="11" y="238"/>
                  <a:pt x="11" y="238"/>
                </a:cubicBezTo>
                <a:cubicBezTo>
                  <a:pt x="13" y="238"/>
                  <a:pt x="13" y="238"/>
                  <a:pt x="13" y="238"/>
                </a:cubicBezTo>
                <a:cubicBezTo>
                  <a:pt x="15" y="238"/>
                  <a:pt x="15" y="238"/>
                  <a:pt x="15" y="238"/>
                </a:cubicBezTo>
                <a:cubicBezTo>
                  <a:pt x="16" y="239"/>
                  <a:pt x="16" y="239"/>
                  <a:pt x="16" y="239"/>
                </a:cubicBezTo>
                <a:cubicBezTo>
                  <a:pt x="17" y="239"/>
                  <a:pt x="17" y="239"/>
                  <a:pt x="17" y="239"/>
                </a:cubicBezTo>
                <a:cubicBezTo>
                  <a:pt x="17" y="238"/>
                  <a:pt x="17" y="238"/>
                  <a:pt x="17" y="238"/>
                </a:cubicBezTo>
                <a:cubicBezTo>
                  <a:pt x="18" y="237"/>
                  <a:pt x="18" y="237"/>
                  <a:pt x="18" y="237"/>
                </a:cubicBezTo>
                <a:cubicBezTo>
                  <a:pt x="18" y="238"/>
                  <a:pt x="18" y="238"/>
                  <a:pt x="18" y="238"/>
                </a:cubicBezTo>
                <a:cubicBezTo>
                  <a:pt x="19" y="236"/>
                  <a:pt x="19" y="236"/>
                  <a:pt x="19" y="236"/>
                </a:cubicBezTo>
                <a:cubicBezTo>
                  <a:pt x="21" y="235"/>
                  <a:pt x="21" y="235"/>
                  <a:pt x="21" y="235"/>
                </a:cubicBezTo>
                <a:cubicBezTo>
                  <a:pt x="21" y="234"/>
                  <a:pt x="21" y="234"/>
                  <a:pt x="21" y="234"/>
                </a:cubicBezTo>
                <a:cubicBezTo>
                  <a:pt x="20" y="233"/>
                  <a:pt x="20" y="233"/>
                  <a:pt x="20" y="233"/>
                </a:cubicBezTo>
                <a:cubicBezTo>
                  <a:pt x="20" y="232"/>
                  <a:pt x="20" y="232"/>
                  <a:pt x="20" y="232"/>
                </a:cubicBezTo>
                <a:cubicBezTo>
                  <a:pt x="22" y="231"/>
                  <a:pt x="22" y="231"/>
                  <a:pt x="22" y="231"/>
                </a:cubicBezTo>
                <a:cubicBezTo>
                  <a:pt x="23" y="229"/>
                  <a:pt x="23" y="229"/>
                  <a:pt x="23" y="229"/>
                </a:cubicBezTo>
                <a:cubicBezTo>
                  <a:pt x="25" y="230"/>
                  <a:pt x="25" y="230"/>
                  <a:pt x="25" y="230"/>
                </a:cubicBezTo>
                <a:cubicBezTo>
                  <a:pt x="25" y="230"/>
                  <a:pt x="26" y="231"/>
                  <a:pt x="27" y="232"/>
                </a:cubicBezTo>
                <a:cubicBezTo>
                  <a:pt x="27" y="233"/>
                  <a:pt x="28" y="235"/>
                  <a:pt x="28" y="237"/>
                </a:cubicBezTo>
                <a:cubicBezTo>
                  <a:pt x="30" y="237"/>
                  <a:pt x="30" y="237"/>
                  <a:pt x="30" y="237"/>
                </a:cubicBezTo>
                <a:cubicBezTo>
                  <a:pt x="31" y="238"/>
                  <a:pt x="31" y="238"/>
                  <a:pt x="31" y="238"/>
                </a:cubicBezTo>
                <a:cubicBezTo>
                  <a:pt x="30" y="241"/>
                  <a:pt x="30" y="241"/>
                  <a:pt x="30" y="241"/>
                </a:cubicBezTo>
                <a:cubicBezTo>
                  <a:pt x="32" y="242"/>
                  <a:pt x="32" y="242"/>
                  <a:pt x="32" y="242"/>
                </a:cubicBezTo>
                <a:cubicBezTo>
                  <a:pt x="34" y="241"/>
                  <a:pt x="34" y="241"/>
                  <a:pt x="34" y="241"/>
                </a:cubicBezTo>
                <a:cubicBezTo>
                  <a:pt x="37" y="242"/>
                  <a:pt x="37" y="242"/>
                  <a:pt x="37" y="242"/>
                </a:cubicBezTo>
                <a:cubicBezTo>
                  <a:pt x="37" y="239"/>
                  <a:pt x="38" y="241"/>
                  <a:pt x="41" y="241"/>
                </a:cubicBezTo>
                <a:cubicBezTo>
                  <a:pt x="41" y="241"/>
                  <a:pt x="41" y="241"/>
                  <a:pt x="41" y="241"/>
                </a:cubicBezTo>
                <a:cubicBezTo>
                  <a:pt x="44" y="243"/>
                  <a:pt x="44" y="243"/>
                  <a:pt x="44" y="243"/>
                </a:cubicBezTo>
                <a:cubicBezTo>
                  <a:pt x="45" y="242"/>
                  <a:pt x="46" y="242"/>
                  <a:pt x="47" y="241"/>
                </a:cubicBezTo>
                <a:cubicBezTo>
                  <a:pt x="47" y="240"/>
                  <a:pt x="47" y="237"/>
                  <a:pt x="48" y="236"/>
                </a:cubicBezTo>
                <a:cubicBezTo>
                  <a:pt x="48" y="236"/>
                  <a:pt x="51" y="236"/>
                  <a:pt x="51" y="236"/>
                </a:cubicBezTo>
                <a:cubicBezTo>
                  <a:pt x="52" y="237"/>
                  <a:pt x="52" y="237"/>
                  <a:pt x="52" y="237"/>
                </a:cubicBezTo>
                <a:cubicBezTo>
                  <a:pt x="54" y="234"/>
                  <a:pt x="54" y="234"/>
                  <a:pt x="54" y="234"/>
                </a:cubicBezTo>
                <a:cubicBezTo>
                  <a:pt x="54" y="232"/>
                  <a:pt x="54" y="232"/>
                  <a:pt x="54" y="232"/>
                </a:cubicBezTo>
                <a:cubicBezTo>
                  <a:pt x="54" y="232"/>
                  <a:pt x="54" y="232"/>
                  <a:pt x="54" y="232"/>
                </a:cubicBezTo>
                <a:cubicBezTo>
                  <a:pt x="51" y="233"/>
                  <a:pt x="51" y="233"/>
                  <a:pt x="51" y="233"/>
                </a:cubicBezTo>
                <a:cubicBezTo>
                  <a:pt x="53" y="231"/>
                  <a:pt x="53" y="229"/>
                  <a:pt x="53" y="227"/>
                </a:cubicBezTo>
                <a:cubicBezTo>
                  <a:pt x="51" y="226"/>
                  <a:pt x="51" y="226"/>
                  <a:pt x="51" y="226"/>
                </a:cubicBezTo>
                <a:cubicBezTo>
                  <a:pt x="51" y="225"/>
                  <a:pt x="51" y="225"/>
                  <a:pt x="51" y="225"/>
                </a:cubicBezTo>
                <a:cubicBezTo>
                  <a:pt x="53" y="225"/>
                  <a:pt x="53" y="225"/>
                  <a:pt x="53" y="225"/>
                </a:cubicBezTo>
                <a:cubicBezTo>
                  <a:pt x="54" y="227"/>
                  <a:pt x="54" y="227"/>
                  <a:pt x="54" y="227"/>
                </a:cubicBezTo>
                <a:cubicBezTo>
                  <a:pt x="54" y="228"/>
                  <a:pt x="54" y="228"/>
                  <a:pt x="54" y="228"/>
                </a:cubicBezTo>
                <a:cubicBezTo>
                  <a:pt x="54" y="231"/>
                  <a:pt x="54" y="231"/>
                  <a:pt x="54" y="231"/>
                </a:cubicBezTo>
                <a:cubicBezTo>
                  <a:pt x="54" y="232"/>
                  <a:pt x="55" y="232"/>
                  <a:pt x="55" y="233"/>
                </a:cubicBezTo>
                <a:cubicBezTo>
                  <a:pt x="56" y="232"/>
                  <a:pt x="57" y="230"/>
                  <a:pt x="57" y="229"/>
                </a:cubicBezTo>
                <a:cubicBezTo>
                  <a:pt x="57" y="228"/>
                  <a:pt x="56" y="227"/>
                  <a:pt x="56" y="225"/>
                </a:cubicBezTo>
                <a:cubicBezTo>
                  <a:pt x="55" y="224"/>
                  <a:pt x="55" y="224"/>
                  <a:pt x="55" y="224"/>
                </a:cubicBezTo>
                <a:cubicBezTo>
                  <a:pt x="55" y="222"/>
                  <a:pt x="55" y="222"/>
                  <a:pt x="55" y="222"/>
                </a:cubicBezTo>
                <a:cubicBezTo>
                  <a:pt x="54" y="222"/>
                  <a:pt x="54" y="222"/>
                  <a:pt x="54" y="222"/>
                </a:cubicBezTo>
                <a:cubicBezTo>
                  <a:pt x="52" y="222"/>
                  <a:pt x="52" y="222"/>
                  <a:pt x="52" y="222"/>
                </a:cubicBezTo>
                <a:cubicBezTo>
                  <a:pt x="51" y="221"/>
                  <a:pt x="51" y="221"/>
                  <a:pt x="51" y="221"/>
                </a:cubicBezTo>
                <a:cubicBezTo>
                  <a:pt x="49" y="222"/>
                  <a:pt x="49" y="222"/>
                  <a:pt x="49" y="222"/>
                </a:cubicBezTo>
                <a:cubicBezTo>
                  <a:pt x="47" y="224"/>
                  <a:pt x="47" y="224"/>
                  <a:pt x="47" y="224"/>
                </a:cubicBezTo>
                <a:cubicBezTo>
                  <a:pt x="47" y="223"/>
                  <a:pt x="47" y="223"/>
                  <a:pt x="47" y="223"/>
                </a:cubicBezTo>
                <a:cubicBezTo>
                  <a:pt x="49" y="221"/>
                  <a:pt x="49" y="221"/>
                  <a:pt x="49" y="221"/>
                </a:cubicBezTo>
                <a:cubicBezTo>
                  <a:pt x="51" y="220"/>
                  <a:pt x="51" y="220"/>
                  <a:pt x="51" y="220"/>
                </a:cubicBezTo>
                <a:cubicBezTo>
                  <a:pt x="52" y="219"/>
                  <a:pt x="52" y="219"/>
                  <a:pt x="52" y="219"/>
                </a:cubicBezTo>
                <a:cubicBezTo>
                  <a:pt x="52" y="217"/>
                  <a:pt x="52" y="217"/>
                  <a:pt x="52" y="217"/>
                </a:cubicBezTo>
                <a:cubicBezTo>
                  <a:pt x="51" y="215"/>
                  <a:pt x="51" y="215"/>
                  <a:pt x="51" y="215"/>
                </a:cubicBezTo>
                <a:cubicBezTo>
                  <a:pt x="50" y="216"/>
                  <a:pt x="50" y="216"/>
                  <a:pt x="50" y="216"/>
                </a:cubicBezTo>
                <a:cubicBezTo>
                  <a:pt x="51" y="217"/>
                  <a:pt x="51" y="217"/>
                  <a:pt x="51" y="217"/>
                </a:cubicBezTo>
                <a:cubicBezTo>
                  <a:pt x="49" y="217"/>
                  <a:pt x="49" y="213"/>
                  <a:pt x="47" y="211"/>
                </a:cubicBezTo>
                <a:cubicBezTo>
                  <a:pt x="46" y="211"/>
                  <a:pt x="46" y="211"/>
                  <a:pt x="46" y="211"/>
                </a:cubicBezTo>
                <a:cubicBezTo>
                  <a:pt x="46" y="209"/>
                  <a:pt x="46" y="209"/>
                  <a:pt x="46" y="209"/>
                </a:cubicBezTo>
                <a:cubicBezTo>
                  <a:pt x="45" y="208"/>
                  <a:pt x="45" y="208"/>
                  <a:pt x="45" y="208"/>
                </a:cubicBezTo>
                <a:cubicBezTo>
                  <a:pt x="45" y="205"/>
                  <a:pt x="45" y="205"/>
                  <a:pt x="45" y="205"/>
                </a:cubicBezTo>
                <a:cubicBezTo>
                  <a:pt x="44" y="203"/>
                  <a:pt x="44" y="203"/>
                  <a:pt x="44" y="203"/>
                </a:cubicBezTo>
                <a:cubicBezTo>
                  <a:pt x="43" y="203"/>
                  <a:pt x="43" y="203"/>
                  <a:pt x="43" y="203"/>
                </a:cubicBezTo>
                <a:cubicBezTo>
                  <a:pt x="41" y="203"/>
                  <a:pt x="41" y="203"/>
                  <a:pt x="41" y="203"/>
                </a:cubicBezTo>
                <a:cubicBezTo>
                  <a:pt x="39" y="202"/>
                  <a:pt x="39" y="202"/>
                  <a:pt x="39" y="202"/>
                </a:cubicBezTo>
                <a:cubicBezTo>
                  <a:pt x="38" y="202"/>
                  <a:pt x="38" y="202"/>
                  <a:pt x="38" y="202"/>
                </a:cubicBezTo>
                <a:cubicBezTo>
                  <a:pt x="37" y="202"/>
                  <a:pt x="37" y="202"/>
                  <a:pt x="37" y="202"/>
                </a:cubicBezTo>
                <a:cubicBezTo>
                  <a:pt x="35" y="203"/>
                  <a:pt x="35" y="203"/>
                  <a:pt x="35" y="203"/>
                </a:cubicBezTo>
                <a:cubicBezTo>
                  <a:pt x="33" y="203"/>
                  <a:pt x="33" y="203"/>
                  <a:pt x="33" y="203"/>
                </a:cubicBezTo>
                <a:cubicBezTo>
                  <a:pt x="31" y="204"/>
                  <a:pt x="31" y="204"/>
                  <a:pt x="31" y="204"/>
                </a:cubicBezTo>
                <a:cubicBezTo>
                  <a:pt x="28" y="204"/>
                  <a:pt x="28" y="204"/>
                  <a:pt x="28" y="204"/>
                </a:cubicBezTo>
                <a:cubicBezTo>
                  <a:pt x="28" y="203"/>
                  <a:pt x="27" y="203"/>
                  <a:pt x="27" y="203"/>
                </a:cubicBezTo>
                <a:cubicBezTo>
                  <a:pt x="26" y="204"/>
                  <a:pt x="26" y="206"/>
                  <a:pt x="25" y="207"/>
                </a:cubicBezTo>
                <a:cubicBezTo>
                  <a:pt x="24" y="208"/>
                  <a:pt x="24" y="208"/>
                  <a:pt x="24" y="208"/>
                </a:cubicBezTo>
                <a:cubicBezTo>
                  <a:pt x="21" y="207"/>
                  <a:pt x="21" y="207"/>
                  <a:pt x="21" y="207"/>
                </a:cubicBezTo>
                <a:lnTo>
                  <a:pt x="18" y="208"/>
                </a:ln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5" name="Freeform 43"/>
          <p:cNvSpPr>
            <a:spLocks noEditPoints="1"/>
          </p:cNvSpPr>
          <p:nvPr/>
        </p:nvSpPr>
        <p:spPr bwMode="auto">
          <a:xfrm>
            <a:off x="9891713" y="5484813"/>
            <a:ext cx="644525" cy="660400"/>
          </a:xfrm>
          <a:custGeom>
            <a:avLst/>
            <a:gdLst>
              <a:gd name="T0" fmla="*/ 88 w 169"/>
              <a:gd name="T1" fmla="*/ 36 h 173"/>
              <a:gd name="T2" fmla="*/ 59 w 169"/>
              <a:gd name="T3" fmla="*/ 34 h 173"/>
              <a:gd name="T4" fmla="*/ 66 w 169"/>
              <a:gd name="T5" fmla="*/ 77 h 173"/>
              <a:gd name="T6" fmla="*/ 68 w 169"/>
              <a:gd name="T7" fmla="*/ 113 h 173"/>
              <a:gd name="T8" fmla="*/ 50 w 169"/>
              <a:gd name="T9" fmla="*/ 122 h 173"/>
              <a:gd name="T10" fmla="*/ 52 w 169"/>
              <a:gd name="T11" fmla="*/ 90 h 173"/>
              <a:gd name="T12" fmla="*/ 32 w 169"/>
              <a:gd name="T13" fmla="*/ 87 h 173"/>
              <a:gd name="T14" fmla="*/ 14 w 169"/>
              <a:gd name="T15" fmla="*/ 62 h 173"/>
              <a:gd name="T16" fmla="*/ 36 w 169"/>
              <a:gd name="T17" fmla="*/ 22 h 173"/>
              <a:gd name="T18" fmla="*/ 98 w 169"/>
              <a:gd name="T19" fmla="*/ 9 h 173"/>
              <a:gd name="T20" fmla="*/ 144 w 169"/>
              <a:gd name="T21" fmla="*/ 159 h 173"/>
              <a:gd name="T22" fmla="*/ 121 w 169"/>
              <a:gd name="T23" fmla="*/ 136 h 173"/>
              <a:gd name="T24" fmla="*/ 106 w 169"/>
              <a:gd name="T25" fmla="*/ 131 h 173"/>
              <a:gd name="T26" fmla="*/ 98 w 169"/>
              <a:gd name="T27" fmla="*/ 125 h 173"/>
              <a:gd name="T28" fmla="*/ 148 w 169"/>
              <a:gd name="T29" fmla="*/ 122 h 173"/>
              <a:gd name="T30" fmla="*/ 146 w 169"/>
              <a:gd name="T31" fmla="*/ 119 h 173"/>
              <a:gd name="T32" fmla="*/ 142 w 169"/>
              <a:gd name="T33" fmla="*/ 117 h 173"/>
              <a:gd name="T34" fmla="*/ 146 w 169"/>
              <a:gd name="T35" fmla="*/ 113 h 173"/>
              <a:gd name="T36" fmla="*/ 137 w 169"/>
              <a:gd name="T37" fmla="*/ 112 h 173"/>
              <a:gd name="T38" fmla="*/ 101 w 169"/>
              <a:gd name="T39" fmla="*/ 105 h 173"/>
              <a:gd name="T40" fmla="*/ 150 w 169"/>
              <a:gd name="T41" fmla="*/ 156 h 173"/>
              <a:gd name="T42" fmla="*/ 149 w 169"/>
              <a:gd name="T43" fmla="*/ 158 h 173"/>
              <a:gd name="T44" fmla="*/ 161 w 169"/>
              <a:gd name="T45" fmla="*/ 137 h 173"/>
              <a:gd name="T46" fmla="*/ 115 w 169"/>
              <a:gd name="T47" fmla="*/ 136 h 173"/>
              <a:gd name="T48" fmla="*/ 152 w 169"/>
              <a:gd name="T49" fmla="*/ 133 h 173"/>
              <a:gd name="T50" fmla="*/ 131 w 169"/>
              <a:gd name="T51" fmla="*/ 130 h 173"/>
              <a:gd name="T52" fmla="*/ 97 w 169"/>
              <a:gd name="T53" fmla="*/ 128 h 173"/>
              <a:gd name="T54" fmla="*/ 144 w 169"/>
              <a:gd name="T55" fmla="*/ 128 h 173"/>
              <a:gd name="T56" fmla="*/ 126 w 169"/>
              <a:gd name="T57" fmla="*/ 123 h 173"/>
              <a:gd name="T58" fmla="*/ 144 w 169"/>
              <a:gd name="T59" fmla="*/ 121 h 173"/>
              <a:gd name="T60" fmla="*/ 112 w 169"/>
              <a:gd name="T61" fmla="*/ 117 h 173"/>
              <a:gd name="T62" fmla="*/ 96 w 169"/>
              <a:gd name="T63" fmla="*/ 112 h 173"/>
              <a:gd name="T64" fmla="*/ 114 w 169"/>
              <a:gd name="T65" fmla="*/ 109 h 173"/>
              <a:gd name="T66" fmla="*/ 111 w 169"/>
              <a:gd name="T67" fmla="*/ 106 h 173"/>
              <a:gd name="T68" fmla="*/ 94 w 169"/>
              <a:gd name="T69" fmla="*/ 104 h 173"/>
              <a:gd name="T70" fmla="*/ 103 w 169"/>
              <a:gd name="T71" fmla="*/ 100 h 173"/>
              <a:gd name="T72" fmla="*/ 116 w 169"/>
              <a:gd name="T73" fmla="*/ 81 h 173"/>
              <a:gd name="T74" fmla="*/ 132 w 169"/>
              <a:gd name="T75" fmla="*/ 103 h 173"/>
              <a:gd name="T76" fmla="*/ 140 w 169"/>
              <a:gd name="T77" fmla="*/ 102 h 173"/>
              <a:gd name="T78" fmla="*/ 122 w 169"/>
              <a:gd name="T79" fmla="*/ 82 h 173"/>
              <a:gd name="T80" fmla="*/ 126 w 169"/>
              <a:gd name="T81" fmla="*/ 90 h 173"/>
              <a:gd name="T82" fmla="*/ 125 w 169"/>
              <a:gd name="T83" fmla="*/ 62 h 173"/>
              <a:gd name="T84" fmla="*/ 133 w 169"/>
              <a:gd name="T85" fmla="*/ 67 h 173"/>
              <a:gd name="T86" fmla="*/ 114 w 169"/>
              <a:gd name="T87" fmla="*/ 45 h 173"/>
              <a:gd name="T88" fmla="*/ 109 w 169"/>
              <a:gd name="T89" fmla="*/ 49 h 173"/>
              <a:gd name="T90" fmla="*/ 93 w 169"/>
              <a:gd name="T91" fmla="*/ 98 h 173"/>
              <a:gd name="T92" fmla="*/ 98 w 169"/>
              <a:gd name="T93" fmla="*/ 74 h 173"/>
              <a:gd name="T94" fmla="*/ 75 w 169"/>
              <a:gd name="T95" fmla="*/ 72 h 173"/>
              <a:gd name="T96" fmla="*/ 79 w 169"/>
              <a:gd name="T97" fmla="*/ 82 h 173"/>
              <a:gd name="T98" fmla="*/ 89 w 169"/>
              <a:gd name="T99" fmla="*/ 90 h 173"/>
              <a:gd name="T100" fmla="*/ 96 w 169"/>
              <a:gd name="T101" fmla="*/ 91 h 173"/>
              <a:gd name="T102" fmla="*/ 86 w 169"/>
              <a:gd name="T103" fmla="*/ 78 h 173"/>
              <a:gd name="T104" fmla="*/ 127 w 169"/>
              <a:gd name="T105" fmla="*/ 169 h 173"/>
              <a:gd name="T106" fmla="*/ 90 w 169"/>
              <a:gd name="T107" fmla="*/ 164 h 173"/>
              <a:gd name="T108" fmla="*/ 124 w 169"/>
              <a:gd name="T109" fmla="*/ 167 h 173"/>
              <a:gd name="T110" fmla="*/ 126 w 169"/>
              <a:gd name="T111" fmla="*/ 163 h 173"/>
              <a:gd name="T112" fmla="*/ 105 w 169"/>
              <a:gd name="T113" fmla="*/ 158 h 173"/>
              <a:gd name="T114" fmla="*/ 88 w 169"/>
              <a:gd name="T115" fmla="*/ 155 h 173"/>
              <a:gd name="T116" fmla="*/ 78 w 169"/>
              <a:gd name="T117" fmla="*/ 156 h 173"/>
              <a:gd name="T118" fmla="*/ 20 w 169"/>
              <a:gd name="T119" fmla="*/ 87 h 173"/>
              <a:gd name="T120" fmla="*/ 19 w 169"/>
              <a:gd name="T121" fmla="*/ 78 h 173"/>
              <a:gd name="T122" fmla="*/ 97 w 169"/>
              <a:gd name="T123" fmla="*/ 2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 h="173">
                <a:moveTo>
                  <a:pt x="127" y="26"/>
                </a:moveTo>
                <a:cubicBezTo>
                  <a:pt x="127" y="26"/>
                  <a:pt x="126" y="26"/>
                  <a:pt x="126" y="26"/>
                </a:cubicBezTo>
                <a:cubicBezTo>
                  <a:pt x="126" y="23"/>
                  <a:pt x="122" y="23"/>
                  <a:pt x="120" y="23"/>
                </a:cubicBezTo>
                <a:cubicBezTo>
                  <a:pt x="117" y="22"/>
                  <a:pt x="114" y="21"/>
                  <a:pt x="111" y="21"/>
                </a:cubicBezTo>
                <a:cubicBezTo>
                  <a:pt x="110" y="21"/>
                  <a:pt x="109" y="21"/>
                  <a:pt x="108" y="20"/>
                </a:cubicBezTo>
                <a:cubicBezTo>
                  <a:pt x="107" y="20"/>
                  <a:pt x="107" y="19"/>
                  <a:pt x="106" y="19"/>
                </a:cubicBezTo>
                <a:cubicBezTo>
                  <a:pt x="105" y="20"/>
                  <a:pt x="105" y="21"/>
                  <a:pt x="104" y="21"/>
                </a:cubicBezTo>
                <a:cubicBezTo>
                  <a:pt x="103" y="22"/>
                  <a:pt x="102" y="22"/>
                  <a:pt x="101" y="23"/>
                </a:cubicBezTo>
                <a:cubicBezTo>
                  <a:pt x="99" y="23"/>
                  <a:pt x="98" y="21"/>
                  <a:pt x="96" y="21"/>
                </a:cubicBezTo>
                <a:cubicBezTo>
                  <a:pt x="93" y="20"/>
                  <a:pt x="94" y="23"/>
                  <a:pt x="92" y="25"/>
                </a:cubicBezTo>
                <a:cubicBezTo>
                  <a:pt x="90" y="26"/>
                  <a:pt x="88" y="26"/>
                  <a:pt x="86" y="26"/>
                </a:cubicBezTo>
                <a:cubicBezTo>
                  <a:pt x="84" y="25"/>
                  <a:pt x="81" y="24"/>
                  <a:pt x="81" y="26"/>
                </a:cubicBezTo>
                <a:cubicBezTo>
                  <a:pt x="80" y="27"/>
                  <a:pt x="81" y="29"/>
                  <a:pt x="81" y="29"/>
                </a:cubicBezTo>
                <a:cubicBezTo>
                  <a:pt x="82" y="30"/>
                  <a:pt x="83" y="30"/>
                  <a:pt x="83" y="30"/>
                </a:cubicBezTo>
                <a:cubicBezTo>
                  <a:pt x="86" y="32"/>
                  <a:pt x="82" y="33"/>
                  <a:pt x="83" y="35"/>
                </a:cubicBezTo>
                <a:cubicBezTo>
                  <a:pt x="85" y="36"/>
                  <a:pt x="85" y="33"/>
                  <a:pt x="87" y="33"/>
                </a:cubicBezTo>
                <a:cubicBezTo>
                  <a:pt x="87" y="34"/>
                  <a:pt x="88" y="36"/>
                  <a:pt x="88" y="36"/>
                </a:cubicBezTo>
                <a:cubicBezTo>
                  <a:pt x="89" y="37"/>
                  <a:pt x="91" y="37"/>
                  <a:pt x="92" y="38"/>
                </a:cubicBezTo>
                <a:cubicBezTo>
                  <a:pt x="93" y="39"/>
                  <a:pt x="94" y="41"/>
                  <a:pt x="92" y="41"/>
                </a:cubicBezTo>
                <a:cubicBezTo>
                  <a:pt x="91" y="41"/>
                  <a:pt x="90" y="39"/>
                  <a:pt x="89" y="39"/>
                </a:cubicBezTo>
                <a:cubicBezTo>
                  <a:pt x="88" y="38"/>
                  <a:pt x="87" y="37"/>
                  <a:pt x="86" y="37"/>
                </a:cubicBezTo>
                <a:cubicBezTo>
                  <a:pt x="85" y="36"/>
                  <a:pt x="81" y="35"/>
                  <a:pt x="81" y="38"/>
                </a:cubicBezTo>
                <a:cubicBezTo>
                  <a:pt x="81" y="40"/>
                  <a:pt x="84" y="41"/>
                  <a:pt x="85" y="42"/>
                </a:cubicBezTo>
                <a:cubicBezTo>
                  <a:pt x="86" y="43"/>
                  <a:pt x="86" y="47"/>
                  <a:pt x="84" y="45"/>
                </a:cubicBezTo>
                <a:cubicBezTo>
                  <a:pt x="81" y="43"/>
                  <a:pt x="81" y="40"/>
                  <a:pt x="78" y="39"/>
                </a:cubicBezTo>
                <a:cubicBezTo>
                  <a:pt x="76" y="39"/>
                  <a:pt x="72" y="38"/>
                  <a:pt x="74" y="41"/>
                </a:cubicBezTo>
                <a:cubicBezTo>
                  <a:pt x="75" y="44"/>
                  <a:pt x="79" y="44"/>
                  <a:pt x="80" y="48"/>
                </a:cubicBezTo>
                <a:cubicBezTo>
                  <a:pt x="79" y="48"/>
                  <a:pt x="75" y="46"/>
                  <a:pt x="74" y="46"/>
                </a:cubicBezTo>
                <a:cubicBezTo>
                  <a:pt x="72" y="44"/>
                  <a:pt x="72" y="42"/>
                  <a:pt x="72" y="40"/>
                </a:cubicBezTo>
                <a:cubicBezTo>
                  <a:pt x="71" y="36"/>
                  <a:pt x="68" y="38"/>
                  <a:pt x="65" y="35"/>
                </a:cubicBezTo>
                <a:cubicBezTo>
                  <a:pt x="63" y="34"/>
                  <a:pt x="64" y="33"/>
                  <a:pt x="65" y="32"/>
                </a:cubicBezTo>
                <a:cubicBezTo>
                  <a:pt x="65" y="31"/>
                  <a:pt x="66" y="29"/>
                  <a:pt x="64" y="29"/>
                </a:cubicBezTo>
                <a:cubicBezTo>
                  <a:pt x="62" y="29"/>
                  <a:pt x="62" y="31"/>
                  <a:pt x="61" y="32"/>
                </a:cubicBezTo>
                <a:cubicBezTo>
                  <a:pt x="60" y="33"/>
                  <a:pt x="59" y="32"/>
                  <a:pt x="59" y="34"/>
                </a:cubicBezTo>
                <a:cubicBezTo>
                  <a:pt x="59" y="35"/>
                  <a:pt x="59" y="35"/>
                  <a:pt x="60" y="36"/>
                </a:cubicBezTo>
                <a:cubicBezTo>
                  <a:pt x="60" y="37"/>
                  <a:pt x="59" y="38"/>
                  <a:pt x="59" y="39"/>
                </a:cubicBezTo>
                <a:cubicBezTo>
                  <a:pt x="58" y="41"/>
                  <a:pt x="58" y="43"/>
                  <a:pt x="59" y="45"/>
                </a:cubicBezTo>
                <a:cubicBezTo>
                  <a:pt x="60" y="46"/>
                  <a:pt x="61" y="48"/>
                  <a:pt x="62" y="49"/>
                </a:cubicBezTo>
                <a:cubicBezTo>
                  <a:pt x="63" y="51"/>
                  <a:pt x="64" y="51"/>
                  <a:pt x="64" y="53"/>
                </a:cubicBezTo>
                <a:cubicBezTo>
                  <a:pt x="65" y="57"/>
                  <a:pt x="69" y="58"/>
                  <a:pt x="71" y="61"/>
                </a:cubicBezTo>
                <a:cubicBezTo>
                  <a:pt x="72" y="62"/>
                  <a:pt x="73" y="64"/>
                  <a:pt x="73" y="66"/>
                </a:cubicBezTo>
                <a:cubicBezTo>
                  <a:pt x="72" y="67"/>
                  <a:pt x="70" y="68"/>
                  <a:pt x="69" y="67"/>
                </a:cubicBezTo>
                <a:cubicBezTo>
                  <a:pt x="69" y="67"/>
                  <a:pt x="70" y="66"/>
                  <a:pt x="70" y="66"/>
                </a:cubicBezTo>
                <a:cubicBezTo>
                  <a:pt x="70" y="65"/>
                  <a:pt x="68" y="61"/>
                  <a:pt x="66" y="62"/>
                </a:cubicBezTo>
                <a:cubicBezTo>
                  <a:pt x="65" y="62"/>
                  <a:pt x="65" y="63"/>
                  <a:pt x="65" y="63"/>
                </a:cubicBezTo>
                <a:cubicBezTo>
                  <a:pt x="64" y="64"/>
                  <a:pt x="63" y="63"/>
                  <a:pt x="64" y="65"/>
                </a:cubicBezTo>
                <a:cubicBezTo>
                  <a:pt x="64" y="67"/>
                  <a:pt x="67" y="69"/>
                  <a:pt x="65" y="71"/>
                </a:cubicBezTo>
                <a:cubicBezTo>
                  <a:pt x="64" y="74"/>
                  <a:pt x="60" y="73"/>
                  <a:pt x="57" y="73"/>
                </a:cubicBezTo>
                <a:cubicBezTo>
                  <a:pt x="58" y="74"/>
                  <a:pt x="58" y="74"/>
                  <a:pt x="59" y="75"/>
                </a:cubicBezTo>
                <a:cubicBezTo>
                  <a:pt x="60" y="75"/>
                  <a:pt x="61" y="75"/>
                  <a:pt x="62" y="75"/>
                </a:cubicBezTo>
                <a:cubicBezTo>
                  <a:pt x="62" y="77"/>
                  <a:pt x="65" y="76"/>
                  <a:pt x="66" y="77"/>
                </a:cubicBezTo>
                <a:cubicBezTo>
                  <a:pt x="67" y="77"/>
                  <a:pt x="67" y="78"/>
                  <a:pt x="68" y="79"/>
                </a:cubicBezTo>
                <a:cubicBezTo>
                  <a:pt x="69" y="80"/>
                  <a:pt x="69" y="79"/>
                  <a:pt x="71" y="79"/>
                </a:cubicBezTo>
                <a:cubicBezTo>
                  <a:pt x="73" y="80"/>
                  <a:pt x="72" y="81"/>
                  <a:pt x="74" y="82"/>
                </a:cubicBezTo>
                <a:cubicBezTo>
                  <a:pt x="75" y="83"/>
                  <a:pt x="76" y="83"/>
                  <a:pt x="77" y="83"/>
                </a:cubicBezTo>
                <a:cubicBezTo>
                  <a:pt x="78" y="84"/>
                  <a:pt x="78" y="85"/>
                  <a:pt x="79" y="86"/>
                </a:cubicBezTo>
                <a:cubicBezTo>
                  <a:pt x="81" y="89"/>
                  <a:pt x="87" y="87"/>
                  <a:pt x="87" y="93"/>
                </a:cubicBezTo>
                <a:cubicBezTo>
                  <a:pt x="87" y="95"/>
                  <a:pt x="86" y="96"/>
                  <a:pt x="87" y="98"/>
                </a:cubicBezTo>
                <a:cubicBezTo>
                  <a:pt x="87" y="99"/>
                  <a:pt x="88" y="102"/>
                  <a:pt x="88" y="103"/>
                </a:cubicBezTo>
                <a:cubicBezTo>
                  <a:pt x="87" y="104"/>
                  <a:pt x="84" y="102"/>
                  <a:pt x="84" y="101"/>
                </a:cubicBezTo>
                <a:cubicBezTo>
                  <a:pt x="83" y="99"/>
                  <a:pt x="81" y="99"/>
                  <a:pt x="79" y="97"/>
                </a:cubicBezTo>
                <a:cubicBezTo>
                  <a:pt x="78" y="95"/>
                  <a:pt x="79" y="95"/>
                  <a:pt x="77" y="95"/>
                </a:cubicBezTo>
                <a:cubicBezTo>
                  <a:pt x="74" y="95"/>
                  <a:pt x="72" y="95"/>
                  <a:pt x="70" y="96"/>
                </a:cubicBezTo>
                <a:cubicBezTo>
                  <a:pt x="64" y="98"/>
                  <a:pt x="69" y="98"/>
                  <a:pt x="70" y="102"/>
                </a:cubicBezTo>
                <a:cubicBezTo>
                  <a:pt x="70" y="104"/>
                  <a:pt x="69" y="105"/>
                  <a:pt x="72" y="107"/>
                </a:cubicBezTo>
                <a:cubicBezTo>
                  <a:pt x="73" y="107"/>
                  <a:pt x="76" y="108"/>
                  <a:pt x="76" y="109"/>
                </a:cubicBezTo>
                <a:cubicBezTo>
                  <a:pt x="76" y="110"/>
                  <a:pt x="73" y="109"/>
                  <a:pt x="72" y="110"/>
                </a:cubicBezTo>
                <a:cubicBezTo>
                  <a:pt x="71" y="111"/>
                  <a:pt x="70" y="115"/>
                  <a:pt x="68" y="113"/>
                </a:cubicBezTo>
                <a:cubicBezTo>
                  <a:pt x="67" y="112"/>
                  <a:pt x="69" y="110"/>
                  <a:pt x="68" y="109"/>
                </a:cubicBezTo>
                <a:cubicBezTo>
                  <a:pt x="67" y="108"/>
                  <a:pt x="66" y="108"/>
                  <a:pt x="65" y="107"/>
                </a:cubicBezTo>
                <a:cubicBezTo>
                  <a:pt x="64" y="107"/>
                  <a:pt x="63" y="106"/>
                  <a:pt x="62" y="106"/>
                </a:cubicBezTo>
                <a:cubicBezTo>
                  <a:pt x="61" y="109"/>
                  <a:pt x="62" y="111"/>
                  <a:pt x="63" y="113"/>
                </a:cubicBezTo>
                <a:cubicBezTo>
                  <a:pt x="64" y="115"/>
                  <a:pt x="65" y="118"/>
                  <a:pt x="66" y="119"/>
                </a:cubicBezTo>
                <a:cubicBezTo>
                  <a:pt x="67" y="119"/>
                  <a:pt x="68" y="125"/>
                  <a:pt x="68" y="126"/>
                </a:cubicBezTo>
                <a:cubicBezTo>
                  <a:pt x="68" y="127"/>
                  <a:pt x="68" y="128"/>
                  <a:pt x="68" y="130"/>
                </a:cubicBezTo>
                <a:cubicBezTo>
                  <a:pt x="69" y="131"/>
                  <a:pt x="70" y="133"/>
                  <a:pt x="70" y="134"/>
                </a:cubicBezTo>
                <a:cubicBezTo>
                  <a:pt x="68" y="135"/>
                  <a:pt x="67" y="132"/>
                  <a:pt x="66" y="131"/>
                </a:cubicBezTo>
                <a:cubicBezTo>
                  <a:pt x="65" y="131"/>
                  <a:pt x="64" y="130"/>
                  <a:pt x="64" y="129"/>
                </a:cubicBezTo>
                <a:cubicBezTo>
                  <a:pt x="63" y="128"/>
                  <a:pt x="63" y="127"/>
                  <a:pt x="63" y="126"/>
                </a:cubicBezTo>
                <a:cubicBezTo>
                  <a:pt x="62" y="125"/>
                  <a:pt x="62" y="125"/>
                  <a:pt x="61" y="125"/>
                </a:cubicBezTo>
                <a:cubicBezTo>
                  <a:pt x="59" y="125"/>
                  <a:pt x="60" y="125"/>
                  <a:pt x="59" y="126"/>
                </a:cubicBezTo>
                <a:cubicBezTo>
                  <a:pt x="58" y="127"/>
                  <a:pt x="58" y="128"/>
                  <a:pt x="57" y="129"/>
                </a:cubicBezTo>
                <a:cubicBezTo>
                  <a:pt x="56" y="130"/>
                  <a:pt x="57" y="132"/>
                  <a:pt x="56" y="134"/>
                </a:cubicBezTo>
                <a:cubicBezTo>
                  <a:pt x="53" y="134"/>
                  <a:pt x="54" y="130"/>
                  <a:pt x="54" y="128"/>
                </a:cubicBezTo>
                <a:cubicBezTo>
                  <a:pt x="54" y="125"/>
                  <a:pt x="51" y="124"/>
                  <a:pt x="50" y="122"/>
                </a:cubicBezTo>
                <a:cubicBezTo>
                  <a:pt x="50" y="121"/>
                  <a:pt x="49" y="118"/>
                  <a:pt x="46" y="119"/>
                </a:cubicBezTo>
                <a:cubicBezTo>
                  <a:pt x="45" y="121"/>
                  <a:pt x="47" y="125"/>
                  <a:pt x="46" y="126"/>
                </a:cubicBezTo>
                <a:cubicBezTo>
                  <a:pt x="45" y="128"/>
                  <a:pt x="44" y="127"/>
                  <a:pt x="44" y="126"/>
                </a:cubicBezTo>
                <a:cubicBezTo>
                  <a:pt x="43" y="126"/>
                  <a:pt x="43" y="125"/>
                  <a:pt x="43" y="125"/>
                </a:cubicBezTo>
                <a:cubicBezTo>
                  <a:pt x="43" y="125"/>
                  <a:pt x="42" y="125"/>
                  <a:pt x="42" y="124"/>
                </a:cubicBezTo>
                <a:cubicBezTo>
                  <a:pt x="41" y="123"/>
                  <a:pt x="42" y="122"/>
                  <a:pt x="41" y="121"/>
                </a:cubicBezTo>
                <a:cubicBezTo>
                  <a:pt x="41" y="120"/>
                  <a:pt x="40" y="120"/>
                  <a:pt x="39" y="119"/>
                </a:cubicBezTo>
                <a:cubicBezTo>
                  <a:pt x="38" y="117"/>
                  <a:pt x="38" y="116"/>
                  <a:pt x="40" y="113"/>
                </a:cubicBezTo>
                <a:cubicBezTo>
                  <a:pt x="42" y="111"/>
                  <a:pt x="40" y="108"/>
                  <a:pt x="38" y="106"/>
                </a:cubicBezTo>
                <a:cubicBezTo>
                  <a:pt x="36" y="105"/>
                  <a:pt x="34" y="104"/>
                  <a:pt x="33" y="103"/>
                </a:cubicBezTo>
                <a:cubicBezTo>
                  <a:pt x="33" y="101"/>
                  <a:pt x="33" y="101"/>
                  <a:pt x="32" y="100"/>
                </a:cubicBezTo>
                <a:cubicBezTo>
                  <a:pt x="31" y="100"/>
                  <a:pt x="30" y="100"/>
                  <a:pt x="30" y="99"/>
                </a:cubicBezTo>
                <a:cubicBezTo>
                  <a:pt x="29" y="97"/>
                  <a:pt x="32" y="96"/>
                  <a:pt x="33" y="95"/>
                </a:cubicBezTo>
                <a:cubicBezTo>
                  <a:pt x="34" y="93"/>
                  <a:pt x="34" y="90"/>
                  <a:pt x="36" y="90"/>
                </a:cubicBezTo>
                <a:cubicBezTo>
                  <a:pt x="39" y="90"/>
                  <a:pt x="39" y="92"/>
                  <a:pt x="42" y="90"/>
                </a:cubicBezTo>
                <a:cubicBezTo>
                  <a:pt x="44" y="88"/>
                  <a:pt x="45" y="87"/>
                  <a:pt x="48" y="88"/>
                </a:cubicBezTo>
                <a:cubicBezTo>
                  <a:pt x="49" y="89"/>
                  <a:pt x="51" y="90"/>
                  <a:pt x="52" y="90"/>
                </a:cubicBezTo>
                <a:cubicBezTo>
                  <a:pt x="53" y="91"/>
                  <a:pt x="55" y="91"/>
                  <a:pt x="56" y="92"/>
                </a:cubicBezTo>
                <a:cubicBezTo>
                  <a:pt x="57" y="92"/>
                  <a:pt x="59" y="93"/>
                  <a:pt x="60" y="94"/>
                </a:cubicBezTo>
                <a:cubicBezTo>
                  <a:pt x="61" y="95"/>
                  <a:pt x="62" y="96"/>
                  <a:pt x="64" y="97"/>
                </a:cubicBezTo>
                <a:cubicBezTo>
                  <a:pt x="67" y="97"/>
                  <a:pt x="63" y="93"/>
                  <a:pt x="66" y="93"/>
                </a:cubicBezTo>
                <a:cubicBezTo>
                  <a:pt x="67" y="93"/>
                  <a:pt x="71" y="95"/>
                  <a:pt x="70" y="92"/>
                </a:cubicBezTo>
                <a:cubicBezTo>
                  <a:pt x="69" y="90"/>
                  <a:pt x="64" y="90"/>
                  <a:pt x="62" y="89"/>
                </a:cubicBezTo>
                <a:cubicBezTo>
                  <a:pt x="62" y="88"/>
                  <a:pt x="60" y="86"/>
                  <a:pt x="60" y="86"/>
                </a:cubicBezTo>
                <a:cubicBezTo>
                  <a:pt x="59" y="86"/>
                  <a:pt x="59" y="87"/>
                  <a:pt x="58" y="88"/>
                </a:cubicBezTo>
                <a:cubicBezTo>
                  <a:pt x="57" y="87"/>
                  <a:pt x="57" y="85"/>
                  <a:pt x="56" y="85"/>
                </a:cubicBezTo>
                <a:cubicBezTo>
                  <a:pt x="55" y="85"/>
                  <a:pt x="54" y="86"/>
                  <a:pt x="53" y="87"/>
                </a:cubicBezTo>
                <a:cubicBezTo>
                  <a:pt x="52" y="87"/>
                  <a:pt x="51" y="87"/>
                  <a:pt x="50" y="86"/>
                </a:cubicBezTo>
                <a:cubicBezTo>
                  <a:pt x="48" y="86"/>
                  <a:pt x="47" y="85"/>
                  <a:pt x="45" y="85"/>
                </a:cubicBezTo>
                <a:cubicBezTo>
                  <a:pt x="44" y="85"/>
                  <a:pt x="44" y="85"/>
                  <a:pt x="43" y="86"/>
                </a:cubicBezTo>
                <a:cubicBezTo>
                  <a:pt x="43" y="86"/>
                  <a:pt x="43" y="87"/>
                  <a:pt x="42" y="87"/>
                </a:cubicBezTo>
                <a:cubicBezTo>
                  <a:pt x="41" y="87"/>
                  <a:pt x="39" y="87"/>
                  <a:pt x="39" y="87"/>
                </a:cubicBezTo>
                <a:cubicBezTo>
                  <a:pt x="35" y="87"/>
                  <a:pt x="36" y="84"/>
                  <a:pt x="34" y="83"/>
                </a:cubicBezTo>
                <a:cubicBezTo>
                  <a:pt x="33" y="85"/>
                  <a:pt x="35" y="86"/>
                  <a:pt x="32" y="87"/>
                </a:cubicBezTo>
                <a:cubicBezTo>
                  <a:pt x="28" y="88"/>
                  <a:pt x="30" y="85"/>
                  <a:pt x="29" y="83"/>
                </a:cubicBezTo>
                <a:cubicBezTo>
                  <a:pt x="29" y="82"/>
                  <a:pt x="28" y="82"/>
                  <a:pt x="28" y="81"/>
                </a:cubicBezTo>
                <a:cubicBezTo>
                  <a:pt x="27" y="81"/>
                  <a:pt x="27" y="80"/>
                  <a:pt x="27" y="79"/>
                </a:cubicBezTo>
                <a:cubicBezTo>
                  <a:pt x="27" y="79"/>
                  <a:pt x="26" y="79"/>
                  <a:pt x="26" y="78"/>
                </a:cubicBezTo>
                <a:cubicBezTo>
                  <a:pt x="26" y="78"/>
                  <a:pt x="26" y="77"/>
                  <a:pt x="26" y="77"/>
                </a:cubicBezTo>
                <a:cubicBezTo>
                  <a:pt x="25" y="76"/>
                  <a:pt x="25" y="76"/>
                  <a:pt x="24" y="75"/>
                </a:cubicBezTo>
                <a:cubicBezTo>
                  <a:pt x="23" y="74"/>
                  <a:pt x="22" y="74"/>
                  <a:pt x="24" y="73"/>
                </a:cubicBezTo>
                <a:cubicBezTo>
                  <a:pt x="25" y="73"/>
                  <a:pt x="26" y="72"/>
                  <a:pt x="26" y="72"/>
                </a:cubicBezTo>
                <a:cubicBezTo>
                  <a:pt x="27" y="72"/>
                  <a:pt x="27" y="72"/>
                  <a:pt x="28" y="73"/>
                </a:cubicBezTo>
                <a:cubicBezTo>
                  <a:pt x="29" y="74"/>
                  <a:pt x="31" y="74"/>
                  <a:pt x="31" y="72"/>
                </a:cubicBezTo>
                <a:cubicBezTo>
                  <a:pt x="31" y="70"/>
                  <a:pt x="30" y="70"/>
                  <a:pt x="29" y="70"/>
                </a:cubicBezTo>
                <a:cubicBezTo>
                  <a:pt x="28" y="69"/>
                  <a:pt x="27" y="69"/>
                  <a:pt x="26" y="68"/>
                </a:cubicBezTo>
                <a:cubicBezTo>
                  <a:pt x="24" y="68"/>
                  <a:pt x="24" y="69"/>
                  <a:pt x="23" y="69"/>
                </a:cubicBezTo>
                <a:cubicBezTo>
                  <a:pt x="22" y="69"/>
                  <a:pt x="22" y="69"/>
                  <a:pt x="21" y="68"/>
                </a:cubicBezTo>
                <a:cubicBezTo>
                  <a:pt x="20" y="67"/>
                  <a:pt x="19" y="66"/>
                  <a:pt x="18" y="66"/>
                </a:cubicBezTo>
                <a:cubicBezTo>
                  <a:pt x="17" y="65"/>
                  <a:pt x="17" y="64"/>
                  <a:pt x="17" y="63"/>
                </a:cubicBezTo>
                <a:cubicBezTo>
                  <a:pt x="16" y="63"/>
                  <a:pt x="15" y="63"/>
                  <a:pt x="14" y="62"/>
                </a:cubicBezTo>
                <a:cubicBezTo>
                  <a:pt x="14" y="61"/>
                  <a:pt x="14" y="60"/>
                  <a:pt x="14" y="59"/>
                </a:cubicBezTo>
                <a:cubicBezTo>
                  <a:pt x="13" y="58"/>
                  <a:pt x="13" y="58"/>
                  <a:pt x="12" y="57"/>
                </a:cubicBezTo>
                <a:cubicBezTo>
                  <a:pt x="11" y="55"/>
                  <a:pt x="11" y="56"/>
                  <a:pt x="12" y="54"/>
                </a:cubicBezTo>
                <a:cubicBezTo>
                  <a:pt x="13" y="53"/>
                  <a:pt x="13" y="53"/>
                  <a:pt x="13" y="52"/>
                </a:cubicBezTo>
                <a:cubicBezTo>
                  <a:pt x="14" y="51"/>
                  <a:pt x="13" y="51"/>
                  <a:pt x="14" y="50"/>
                </a:cubicBezTo>
                <a:cubicBezTo>
                  <a:pt x="15" y="50"/>
                  <a:pt x="15" y="51"/>
                  <a:pt x="16" y="50"/>
                </a:cubicBezTo>
                <a:cubicBezTo>
                  <a:pt x="16" y="49"/>
                  <a:pt x="16" y="48"/>
                  <a:pt x="15" y="48"/>
                </a:cubicBezTo>
                <a:cubicBezTo>
                  <a:pt x="14" y="47"/>
                  <a:pt x="13" y="47"/>
                  <a:pt x="13" y="46"/>
                </a:cubicBezTo>
                <a:cubicBezTo>
                  <a:pt x="14" y="44"/>
                  <a:pt x="18" y="44"/>
                  <a:pt x="19" y="44"/>
                </a:cubicBezTo>
                <a:cubicBezTo>
                  <a:pt x="21" y="43"/>
                  <a:pt x="22" y="40"/>
                  <a:pt x="22" y="38"/>
                </a:cubicBezTo>
                <a:cubicBezTo>
                  <a:pt x="23" y="37"/>
                  <a:pt x="23" y="36"/>
                  <a:pt x="23" y="35"/>
                </a:cubicBezTo>
                <a:cubicBezTo>
                  <a:pt x="24" y="33"/>
                  <a:pt x="24" y="34"/>
                  <a:pt x="26" y="33"/>
                </a:cubicBezTo>
                <a:cubicBezTo>
                  <a:pt x="28" y="32"/>
                  <a:pt x="28" y="30"/>
                  <a:pt x="28" y="28"/>
                </a:cubicBezTo>
                <a:cubicBezTo>
                  <a:pt x="28" y="27"/>
                  <a:pt x="27" y="26"/>
                  <a:pt x="27" y="26"/>
                </a:cubicBezTo>
                <a:cubicBezTo>
                  <a:pt x="26" y="25"/>
                  <a:pt x="27" y="24"/>
                  <a:pt x="27" y="23"/>
                </a:cubicBezTo>
                <a:cubicBezTo>
                  <a:pt x="29" y="23"/>
                  <a:pt x="31" y="23"/>
                  <a:pt x="32" y="23"/>
                </a:cubicBezTo>
                <a:cubicBezTo>
                  <a:pt x="34" y="22"/>
                  <a:pt x="35" y="21"/>
                  <a:pt x="36" y="22"/>
                </a:cubicBezTo>
                <a:cubicBezTo>
                  <a:pt x="37" y="22"/>
                  <a:pt x="38" y="23"/>
                  <a:pt x="39" y="22"/>
                </a:cubicBezTo>
                <a:cubicBezTo>
                  <a:pt x="39" y="22"/>
                  <a:pt x="40" y="22"/>
                  <a:pt x="40" y="22"/>
                </a:cubicBezTo>
                <a:cubicBezTo>
                  <a:pt x="41" y="21"/>
                  <a:pt x="42" y="21"/>
                  <a:pt x="43" y="21"/>
                </a:cubicBezTo>
                <a:cubicBezTo>
                  <a:pt x="43" y="19"/>
                  <a:pt x="43" y="19"/>
                  <a:pt x="45" y="17"/>
                </a:cubicBezTo>
                <a:cubicBezTo>
                  <a:pt x="46" y="16"/>
                  <a:pt x="47" y="16"/>
                  <a:pt x="49" y="15"/>
                </a:cubicBezTo>
                <a:cubicBezTo>
                  <a:pt x="51" y="15"/>
                  <a:pt x="53" y="16"/>
                  <a:pt x="55" y="16"/>
                </a:cubicBezTo>
                <a:cubicBezTo>
                  <a:pt x="57" y="16"/>
                  <a:pt x="58" y="15"/>
                  <a:pt x="60" y="15"/>
                </a:cubicBezTo>
                <a:cubicBezTo>
                  <a:pt x="60" y="10"/>
                  <a:pt x="65" y="11"/>
                  <a:pt x="68" y="11"/>
                </a:cubicBezTo>
                <a:cubicBezTo>
                  <a:pt x="70" y="11"/>
                  <a:pt x="71" y="10"/>
                  <a:pt x="73" y="9"/>
                </a:cubicBezTo>
                <a:cubicBezTo>
                  <a:pt x="75" y="8"/>
                  <a:pt x="78" y="10"/>
                  <a:pt x="80" y="9"/>
                </a:cubicBezTo>
                <a:cubicBezTo>
                  <a:pt x="82" y="9"/>
                  <a:pt x="83" y="8"/>
                  <a:pt x="84" y="7"/>
                </a:cubicBezTo>
                <a:cubicBezTo>
                  <a:pt x="85" y="6"/>
                  <a:pt x="86" y="6"/>
                  <a:pt x="88" y="6"/>
                </a:cubicBezTo>
                <a:cubicBezTo>
                  <a:pt x="89" y="6"/>
                  <a:pt x="89" y="6"/>
                  <a:pt x="90" y="5"/>
                </a:cubicBezTo>
                <a:cubicBezTo>
                  <a:pt x="90" y="5"/>
                  <a:pt x="91" y="5"/>
                  <a:pt x="91" y="5"/>
                </a:cubicBezTo>
                <a:cubicBezTo>
                  <a:pt x="92" y="5"/>
                  <a:pt x="92" y="5"/>
                  <a:pt x="92" y="5"/>
                </a:cubicBezTo>
                <a:cubicBezTo>
                  <a:pt x="95" y="6"/>
                  <a:pt x="95" y="4"/>
                  <a:pt x="97" y="6"/>
                </a:cubicBezTo>
                <a:cubicBezTo>
                  <a:pt x="97" y="7"/>
                  <a:pt x="97" y="8"/>
                  <a:pt x="98" y="9"/>
                </a:cubicBezTo>
                <a:cubicBezTo>
                  <a:pt x="99" y="9"/>
                  <a:pt x="101" y="9"/>
                  <a:pt x="102" y="10"/>
                </a:cubicBezTo>
                <a:cubicBezTo>
                  <a:pt x="104" y="7"/>
                  <a:pt x="108" y="12"/>
                  <a:pt x="110" y="13"/>
                </a:cubicBezTo>
                <a:cubicBezTo>
                  <a:pt x="114" y="14"/>
                  <a:pt x="118" y="10"/>
                  <a:pt x="122" y="10"/>
                </a:cubicBezTo>
                <a:cubicBezTo>
                  <a:pt x="125" y="11"/>
                  <a:pt x="129" y="11"/>
                  <a:pt x="129" y="6"/>
                </a:cubicBezTo>
                <a:cubicBezTo>
                  <a:pt x="129" y="4"/>
                  <a:pt x="127" y="4"/>
                  <a:pt x="126" y="2"/>
                </a:cubicBezTo>
                <a:cubicBezTo>
                  <a:pt x="126" y="1"/>
                  <a:pt x="128" y="0"/>
                  <a:pt x="129" y="0"/>
                </a:cubicBezTo>
                <a:cubicBezTo>
                  <a:pt x="132" y="0"/>
                  <a:pt x="135" y="2"/>
                  <a:pt x="137" y="4"/>
                </a:cubicBezTo>
                <a:cubicBezTo>
                  <a:pt x="137" y="5"/>
                  <a:pt x="137" y="8"/>
                  <a:pt x="138" y="9"/>
                </a:cubicBezTo>
                <a:cubicBezTo>
                  <a:pt x="138" y="11"/>
                  <a:pt x="137" y="11"/>
                  <a:pt x="135" y="11"/>
                </a:cubicBezTo>
                <a:cubicBezTo>
                  <a:pt x="135" y="11"/>
                  <a:pt x="132" y="13"/>
                  <a:pt x="132" y="13"/>
                </a:cubicBezTo>
                <a:cubicBezTo>
                  <a:pt x="131" y="14"/>
                  <a:pt x="131" y="16"/>
                  <a:pt x="131" y="17"/>
                </a:cubicBezTo>
                <a:cubicBezTo>
                  <a:pt x="132" y="19"/>
                  <a:pt x="132" y="20"/>
                  <a:pt x="131" y="21"/>
                </a:cubicBezTo>
                <a:cubicBezTo>
                  <a:pt x="130" y="22"/>
                  <a:pt x="129" y="22"/>
                  <a:pt x="128" y="23"/>
                </a:cubicBezTo>
                <a:cubicBezTo>
                  <a:pt x="128" y="24"/>
                  <a:pt x="128" y="25"/>
                  <a:pt x="127" y="26"/>
                </a:cubicBezTo>
                <a:close/>
                <a:moveTo>
                  <a:pt x="146" y="158"/>
                </a:moveTo>
                <a:cubicBezTo>
                  <a:pt x="144" y="159"/>
                  <a:pt x="144" y="159"/>
                  <a:pt x="144" y="159"/>
                </a:cubicBezTo>
                <a:cubicBezTo>
                  <a:pt x="144" y="159"/>
                  <a:pt x="144" y="159"/>
                  <a:pt x="144" y="159"/>
                </a:cubicBezTo>
                <a:cubicBezTo>
                  <a:pt x="143" y="160"/>
                  <a:pt x="143" y="160"/>
                  <a:pt x="143" y="160"/>
                </a:cubicBezTo>
                <a:cubicBezTo>
                  <a:pt x="143" y="160"/>
                  <a:pt x="143" y="160"/>
                  <a:pt x="143" y="160"/>
                </a:cubicBezTo>
                <a:cubicBezTo>
                  <a:pt x="144" y="160"/>
                  <a:pt x="145" y="159"/>
                  <a:pt x="146" y="159"/>
                </a:cubicBezTo>
                <a:cubicBezTo>
                  <a:pt x="146" y="159"/>
                  <a:pt x="146" y="159"/>
                  <a:pt x="146" y="159"/>
                </a:cubicBezTo>
                <a:lnTo>
                  <a:pt x="146" y="158"/>
                </a:lnTo>
                <a:close/>
                <a:moveTo>
                  <a:pt x="157" y="138"/>
                </a:moveTo>
                <a:cubicBezTo>
                  <a:pt x="155" y="138"/>
                  <a:pt x="155" y="138"/>
                  <a:pt x="155" y="138"/>
                </a:cubicBezTo>
                <a:cubicBezTo>
                  <a:pt x="155" y="138"/>
                  <a:pt x="155" y="139"/>
                  <a:pt x="155" y="139"/>
                </a:cubicBezTo>
                <a:cubicBezTo>
                  <a:pt x="156" y="139"/>
                  <a:pt x="156" y="139"/>
                  <a:pt x="157" y="139"/>
                </a:cubicBezTo>
                <a:lnTo>
                  <a:pt x="157" y="138"/>
                </a:lnTo>
                <a:close/>
                <a:moveTo>
                  <a:pt x="158" y="137"/>
                </a:moveTo>
                <a:cubicBezTo>
                  <a:pt x="158" y="137"/>
                  <a:pt x="158" y="138"/>
                  <a:pt x="159" y="138"/>
                </a:cubicBezTo>
                <a:cubicBezTo>
                  <a:pt x="159" y="137"/>
                  <a:pt x="159" y="137"/>
                  <a:pt x="159" y="137"/>
                </a:cubicBezTo>
                <a:lnTo>
                  <a:pt x="158" y="137"/>
                </a:lnTo>
                <a:close/>
                <a:moveTo>
                  <a:pt x="122" y="135"/>
                </a:moveTo>
                <a:cubicBezTo>
                  <a:pt x="121" y="136"/>
                  <a:pt x="121" y="136"/>
                  <a:pt x="121" y="136"/>
                </a:cubicBezTo>
                <a:cubicBezTo>
                  <a:pt x="121" y="136"/>
                  <a:pt x="121" y="136"/>
                  <a:pt x="121" y="136"/>
                </a:cubicBezTo>
                <a:cubicBezTo>
                  <a:pt x="122" y="136"/>
                  <a:pt x="122" y="136"/>
                  <a:pt x="122" y="136"/>
                </a:cubicBezTo>
                <a:cubicBezTo>
                  <a:pt x="123" y="136"/>
                  <a:pt x="123" y="136"/>
                  <a:pt x="123" y="136"/>
                </a:cubicBezTo>
                <a:cubicBezTo>
                  <a:pt x="123" y="136"/>
                  <a:pt x="123" y="136"/>
                  <a:pt x="123" y="136"/>
                </a:cubicBezTo>
                <a:cubicBezTo>
                  <a:pt x="123" y="136"/>
                  <a:pt x="123" y="136"/>
                  <a:pt x="123" y="136"/>
                </a:cubicBezTo>
                <a:lnTo>
                  <a:pt x="122" y="135"/>
                </a:lnTo>
                <a:close/>
                <a:moveTo>
                  <a:pt x="149" y="130"/>
                </a:moveTo>
                <a:cubicBezTo>
                  <a:pt x="148" y="129"/>
                  <a:pt x="148" y="129"/>
                  <a:pt x="148" y="129"/>
                </a:cubicBezTo>
                <a:cubicBezTo>
                  <a:pt x="147" y="130"/>
                  <a:pt x="147" y="130"/>
                  <a:pt x="147" y="130"/>
                </a:cubicBezTo>
                <a:cubicBezTo>
                  <a:pt x="147" y="130"/>
                  <a:pt x="147" y="130"/>
                  <a:pt x="147" y="130"/>
                </a:cubicBezTo>
                <a:cubicBezTo>
                  <a:pt x="148" y="131"/>
                  <a:pt x="148" y="131"/>
                  <a:pt x="148" y="131"/>
                </a:cubicBezTo>
                <a:cubicBezTo>
                  <a:pt x="148" y="131"/>
                  <a:pt x="148" y="131"/>
                  <a:pt x="148" y="131"/>
                </a:cubicBezTo>
                <a:lnTo>
                  <a:pt x="149" y="130"/>
                </a:lnTo>
                <a:close/>
                <a:moveTo>
                  <a:pt x="106" y="130"/>
                </a:moveTo>
                <a:cubicBezTo>
                  <a:pt x="104" y="129"/>
                  <a:pt x="104" y="129"/>
                  <a:pt x="104" y="129"/>
                </a:cubicBezTo>
                <a:cubicBezTo>
                  <a:pt x="104" y="129"/>
                  <a:pt x="104" y="129"/>
                  <a:pt x="104" y="129"/>
                </a:cubicBezTo>
                <a:cubicBezTo>
                  <a:pt x="104" y="130"/>
                  <a:pt x="105" y="130"/>
                  <a:pt x="105" y="131"/>
                </a:cubicBezTo>
                <a:cubicBezTo>
                  <a:pt x="106" y="131"/>
                  <a:pt x="106" y="131"/>
                  <a:pt x="106" y="131"/>
                </a:cubicBezTo>
                <a:lnTo>
                  <a:pt x="106" y="130"/>
                </a:lnTo>
                <a:close/>
                <a:moveTo>
                  <a:pt x="110" y="128"/>
                </a:moveTo>
                <a:cubicBezTo>
                  <a:pt x="110" y="128"/>
                  <a:pt x="110" y="128"/>
                  <a:pt x="110" y="128"/>
                </a:cubicBezTo>
                <a:cubicBezTo>
                  <a:pt x="110" y="128"/>
                  <a:pt x="110" y="128"/>
                  <a:pt x="110" y="128"/>
                </a:cubicBezTo>
                <a:cubicBezTo>
                  <a:pt x="109" y="128"/>
                  <a:pt x="109" y="128"/>
                  <a:pt x="109" y="128"/>
                </a:cubicBezTo>
                <a:cubicBezTo>
                  <a:pt x="108" y="130"/>
                  <a:pt x="108" y="130"/>
                  <a:pt x="108" y="130"/>
                </a:cubicBezTo>
                <a:cubicBezTo>
                  <a:pt x="109" y="130"/>
                  <a:pt x="109" y="130"/>
                  <a:pt x="109" y="130"/>
                </a:cubicBezTo>
                <a:cubicBezTo>
                  <a:pt x="109" y="129"/>
                  <a:pt x="109" y="129"/>
                  <a:pt x="109" y="129"/>
                </a:cubicBezTo>
                <a:lnTo>
                  <a:pt x="110" y="128"/>
                </a:lnTo>
                <a:close/>
                <a:moveTo>
                  <a:pt x="101" y="126"/>
                </a:moveTo>
                <a:cubicBezTo>
                  <a:pt x="100" y="126"/>
                  <a:pt x="100" y="126"/>
                  <a:pt x="100" y="126"/>
                </a:cubicBezTo>
                <a:cubicBezTo>
                  <a:pt x="99" y="126"/>
                  <a:pt x="99" y="126"/>
                  <a:pt x="99" y="126"/>
                </a:cubicBezTo>
                <a:cubicBezTo>
                  <a:pt x="100" y="127"/>
                  <a:pt x="100" y="127"/>
                  <a:pt x="100" y="127"/>
                </a:cubicBezTo>
                <a:cubicBezTo>
                  <a:pt x="100" y="127"/>
                  <a:pt x="100" y="127"/>
                  <a:pt x="100" y="127"/>
                </a:cubicBezTo>
                <a:lnTo>
                  <a:pt x="101" y="126"/>
                </a:lnTo>
                <a:close/>
                <a:moveTo>
                  <a:pt x="99" y="125"/>
                </a:moveTo>
                <a:cubicBezTo>
                  <a:pt x="98" y="125"/>
                  <a:pt x="98" y="125"/>
                  <a:pt x="98" y="125"/>
                </a:cubicBezTo>
                <a:cubicBezTo>
                  <a:pt x="98" y="126"/>
                  <a:pt x="98" y="126"/>
                  <a:pt x="98" y="126"/>
                </a:cubicBezTo>
                <a:cubicBezTo>
                  <a:pt x="99" y="126"/>
                  <a:pt x="99" y="126"/>
                  <a:pt x="99" y="126"/>
                </a:cubicBezTo>
                <a:cubicBezTo>
                  <a:pt x="99" y="125"/>
                  <a:pt x="99" y="125"/>
                  <a:pt x="99" y="125"/>
                </a:cubicBezTo>
                <a:cubicBezTo>
                  <a:pt x="99" y="125"/>
                  <a:pt x="99" y="125"/>
                  <a:pt x="99" y="125"/>
                </a:cubicBezTo>
                <a:close/>
                <a:moveTo>
                  <a:pt x="116" y="125"/>
                </a:moveTo>
                <a:cubicBezTo>
                  <a:pt x="116" y="124"/>
                  <a:pt x="116" y="124"/>
                  <a:pt x="116" y="124"/>
                </a:cubicBezTo>
                <a:cubicBezTo>
                  <a:pt x="115" y="125"/>
                  <a:pt x="115" y="125"/>
                  <a:pt x="115" y="125"/>
                </a:cubicBezTo>
                <a:cubicBezTo>
                  <a:pt x="116" y="125"/>
                  <a:pt x="116" y="125"/>
                  <a:pt x="116" y="125"/>
                </a:cubicBezTo>
                <a:close/>
                <a:moveTo>
                  <a:pt x="120" y="123"/>
                </a:moveTo>
                <a:cubicBezTo>
                  <a:pt x="119" y="123"/>
                  <a:pt x="119" y="123"/>
                  <a:pt x="119" y="123"/>
                </a:cubicBezTo>
                <a:cubicBezTo>
                  <a:pt x="118" y="124"/>
                  <a:pt x="118" y="124"/>
                  <a:pt x="118" y="124"/>
                </a:cubicBezTo>
                <a:cubicBezTo>
                  <a:pt x="120" y="124"/>
                  <a:pt x="120" y="124"/>
                  <a:pt x="120" y="124"/>
                </a:cubicBezTo>
                <a:lnTo>
                  <a:pt x="120" y="123"/>
                </a:lnTo>
                <a:close/>
                <a:moveTo>
                  <a:pt x="147" y="121"/>
                </a:moveTo>
                <a:cubicBezTo>
                  <a:pt x="147" y="121"/>
                  <a:pt x="147" y="121"/>
                  <a:pt x="147" y="121"/>
                </a:cubicBezTo>
                <a:cubicBezTo>
                  <a:pt x="147" y="122"/>
                  <a:pt x="147" y="122"/>
                  <a:pt x="147" y="122"/>
                </a:cubicBezTo>
                <a:cubicBezTo>
                  <a:pt x="148" y="122"/>
                  <a:pt x="148" y="122"/>
                  <a:pt x="148" y="122"/>
                </a:cubicBezTo>
                <a:cubicBezTo>
                  <a:pt x="148" y="121"/>
                  <a:pt x="148" y="121"/>
                  <a:pt x="148" y="121"/>
                </a:cubicBezTo>
                <a:lnTo>
                  <a:pt x="147" y="121"/>
                </a:lnTo>
                <a:close/>
                <a:moveTo>
                  <a:pt x="108" y="121"/>
                </a:moveTo>
                <a:cubicBezTo>
                  <a:pt x="108" y="120"/>
                  <a:pt x="108" y="120"/>
                  <a:pt x="108" y="120"/>
                </a:cubicBezTo>
                <a:cubicBezTo>
                  <a:pt x="108" y="120"/>
                  <a:pt x="108" y="120"/>
                  <a:pt x="108" y="120"/>
                </a:cubicBezTo>
                <a:cubicBezTo>
                  <a:pt x="107" y="121"/>
                  <a:pt x="107" y="121"/>
                  <a:pt x="107" y="121"/>
                </a:cubicBezTo>
                <a:cubicBezTo>
                  <a:pt x="108" y="122"/>
                  <a:pt x="108" y="122"/>
                  <a:pt x="108" y="122"/>
                </a:cubicBezTo>
                <a:cubicBezTo>
                  <a:pt x="108" y="122"/>
                  <a:pt x="108" y="122"/>
                  <a:pt x="108" y="122"/>
                </a:cubicBezTo>
                <a:lnTo>
                  <a:pt x="108" y="121"/>
                </a:lnTo>
                <a:close/>
                <a:moveTo>
                  <a:pt x="100" y="120"/>
                </a:moveTo>
                <a:cubicBezTo>
                  <a:pt x="101" y="121"/>
                  <a:pt x="101" y="121"/>
                  <a:pt x="101" y="121"/>
                </a:cubicBezTo>
                <a:cubicBezTo>
                  <a:pt x="101" y="122"/>
                  <a:pt x="101" y="122"/>
                  <a:pt x="101" y="123"/>
                </a:cubicBezTo>
                <a:cubicBezTo>
                  <a:pt x="103" y="122"/>
                  <a:pt x="102" y="121"/>
                  <a:pt x="101" y="120"/>
                </a:cubicBezTo>
                <a:cubicBezTo>
                  <a:pt x="101" y="120"/>
                  <a:pt x="101" y="120"/>
                  <a:pt x="101" y="120"/>
                </a:cubicBezTo>
                <a:cubicBezTo>
                  <a:pt x="100" y="120"/>
                  <a:pt x="100" y="120"/>
                  <a:pt x="100" y="120"/>
                </a:cubicBezTo>
                <a:close/>
                <a:moveTo>
                  <a:pt x="146" y="118"/>
                </a:moveTo>
                <a:cubicBezTo>
                  <a:pt x="146" y="119"/>
                  <a:pt x="146" y="119"/>
                  <a:pt x="146" y="119"/>
                </a:cubicBezTo>
                <a:cubicBezTo>
                  <a:pt x="147" y="119"/>
                  <a:pt x="147" y="119"/>
                  <a:pt x="147" y="119"/>
                </a:cubicBezTo>
                <a:cubicBezTo>
                  <a:pt x="146" y="118"/>
                  <a:pt x="146" y="118"/>
                  <a:pt x="146" y="118"/>
                </a:cubicBezTo>
                <a:close/>
                <a:moveTo>
                  <a:pt x="123" y="117"/>
                </a:moveTo>
                <a:cubicBezTo>
                  <a:pt x="121" y="118"/>
                  <a:pt x="121" y="118"/>
                  <a:pt x="121" y="118"/>
                </a:cubicBezTo>
                <a:cubicBezTo>
                  <a:pt x="122" y="118"/>
                  <a:pt x="122" y="118"/>
                  <a:pt x="122" y="118"/>
                </a:cubicBezTo>
                <a:cubicBezTo>
                  <a:pt x="123" y="118"/>
                  <a:pt x="123" y="118"/>
                  <a:pt x="123" y="118"/>
                </a:cubicBezTo>
                <a:cubicBezTo>
                  <a:pt x="122" y="118"/>
                  <a:pt x="122" y="118"/>
                  <a:pt x="122" y="118"/>
                </a:cubicBezTo>
                <a:lnTo>
                  <a:pt x="123" y="117"/>
                </a:lnTo>
                <a:close/>
                <a:moveTo>
                  <a:pt x="141" y="115"/>
                </a:moveTo>
                <a:cubicBezTo>
                  <a:pt x="140" y="116"/>
                  <a:pt x="140" y="116"/>
                  <a:pt x="140" y="116"/>
                </a:cubicBezTo>
                <a:cubicBezTo>
                  <a:pt x="140" y="116"/>
                  <a:pt x="140" y="116"/>
                  <a:pt x="140" y="116"/>
                </a:cubicBezTo>
                <a:cubicBezTo>
                  <a:pt x="141" y="117"/>
                  <a:pt x="141" y="117"/>
                  <a:pt x="141" y="117"/>
                </a:cubicBezTo>
                <a:cubicBezTo>
                  <a:pt x="141" y="117"/>
                  <a:pt x="141" y="117"/>
                  <a:pt x="141" y="117"/>
                </a:cubicBezTo>
                <a:cubicBezTo>
                  <a:pt x="142" y="117"/>
                  <a:pt x="142" y="117"/>
                  <a:pt x="142" y="117"/>
                </a:cubicBezTo>
                <a:cubicBezTo>
                  <a:pt x="141" y="118"/>
                  <a:pt x="141" y="118"/>
                  <a:pt x="141" y="118"/>
                </a:cubicBezTo>
                <a:cubicBezTo>
                  <a:pt x="142" y="118"/>
                  <a:pt x="142" y="118"/>
                  <a:pt x="142" y="118"/>
                </a:cubicBezTo>
                <a:cubicBezTo>
                  <a:pt x="142" y="117"/>
                  <a:pt x="142" y="117"/>
                  <a:pt x="142" y="117"/>
                </a:cubicBezTo>
                <a:cubicBezTo>
                  <a:pt x="142" y="116"/>
                  <a:pt x="142" y="116"/>
                  <a:pt x="142" y="116"/>
                </a:cubicBezTo>
                <a:cubicBezTo>
                  <a:pt x="141" y="116"/>
                  <a:pt x="141" y="116"/>
                  <a:pt x="141" y="116"/>
                </a:cubicBezTo>
                <a:cubicBezTo>
                  <a:pt x="142" y="116"/>
                  <a:pt x="142" y="116"/>
                  <a:pt x="142" y="116"/>
                </a:cubicBezTo>
                <a:cubicBezTo>
                  <a:pt x="141" y="115"/>
                  <a:pt x="141" y="115"/>
                  <a:pt x="141" y="115"/>
                </a:cubicBezTo>
                <a:close/>
                <a:moveTo>
                  <a:pt x="96" y="116"/>
                </a:moveTo>
                <a:cubicBezTo>
                  <a:pt x="96" y="117"/>
                  <a:pt x="96" y="117"/>
                  <a:pt x="96" y="117"/>
                </a:cubicBezTo>
                <a:cubicBezTo>
                  <a:pt x="96" y="118"/>
                  <a:pt x="96" y="118"/>
                  <a:pt x="96" y="118"/>
                </a:cubicBezTo>
                <a:cubicBezTo>
                  <a:pt x="97" y="118"/>
                  <a:pt x="97" y="118"/>
                  <a:pt x="97" y="118"/>
                </a:cubicBezTo>
                <a:cubicBezTo>
                  <a:pt x="97" y="118"/>
                  <a:pt x="97" y="118"/>
                  <a:pt x="97" y="118"/>
                </a:cubicBezTo>
                <a:cubicBezTo>
                  <a:pt x="98" y="117"/>
                  <a:pt x="98" y="117"/>
                  <a:pt x="98" y="117"/>
                </a:cubicBezTo>
                <a:cubicBezTo>
                  <a:pt x="98" y="118"/>
                  <a:pt x="98" y="118"/>
                  <a:pt x="98" y="118"/>
                </a:cubicBezTo>
                <a:cubicBezTo>
                  <a:pt x="98" y="117"/>
                  <a:pt x="98" y="117"/>
                  <a:pt x="98" y="116"/>
                </a:cubicBezTo>
                <a:cubicBezTo>
                  <a:pt x="97" y="116"/>
                  <a:pt x="97" y="116"/>
                  <a:pt x="97" y="116"/>
                </a:cubicBezTo>
                <a:lnTo>
                  <a:pt x="96" y="116"/>
                </a:lnTo>
                <a:close/>
                <a:moveTo>
                  <a:pt x="146" y="113"/>
                </a:moveTo>
                <a:cubicBezTo>
                  <a:pt x="146" y="113"/>
                  <a:pt x="146" y="113"/>
                  <a:pt x="146" y="113"/>
                </a:cubicBezTo>
                <a:cubicBezTo>
                  <a:pt x="146" y="113"/>
                  <a:pt x="146" y="113"/>
                  <a:pt x="146" y="113"/>
                </a:cubicBezTo>
                <a:cubicBezTo>
                  <a:pt x="146" y="113"/>
                  <a:pt x="146" y="113"/>
                  <a:pt x="146" y="113"/>
                </a:cubicBezTo>
                <a:close/>
                <a:moveTo>
                  <a:pt x="139" y="113"/>
                </a:moveTo>
                <a:cubicBezTo>
                  <a:pt x="139" y="113"/>
                  <a:pt x="139" y="113"/>
                  <a:pt x="139" y="113"/>
                </a:cubicBezTo>
                <a:cubicBezTo>
                  <a:pt x="140" y="113"/>
                  <a:pt x="140" y="113"/>
                  <a:pt x="140" y="113"/>
                </a:cubicBezTo>
                <a:cubicBezTo>
                  <a:pt x="140" y="113"/>
                  <a:pt x="140" y="113"/>
                  <a:pt x="140" y="113"/>
                </a:cubicBezTo>
                <a:cubicBezTo>
                  <a:pt x="140" y="113"/>
                  <a:pt x="140" y="113"/>
                  <a:pt x="140" y="113"/>
                </a:cubicBezTo>
                <a:cubicBezTo>
                  <a:pt x="140" y="113"/>
                  <a:pt x="140" y="113"/>
                  <a:pt x="140" y="113"/>
                </a:cubicBezTo>
                <a:cubicBezTo>
                  <a:pt x="139" y="112"/>
                  <a:pt x="139" y="112"/>
                  <a:pt x="139" y="112"/>
                </a:cubicBezTo>
                <a:lnTo>
                  <a:pt x="139" y="113"/>
                </a:lnTo>
                <a:close/>
                <a:moveTo>
                  <a:pt x="136" y="111"/>
                </a:moveTo>
                <a:cubicBezTo>
                  <a:pt x="136" y="112"/>
                  <a:pt x="136" y="112"/>
                  <a:pt x="135" y="113"/>
                </a:cubicBezTo>
                <a:cubicBezTo>
                  <a:pt x="136" y="113"/>
                  <a:pt x="136" y="113"/>
                  <a:pt x="136" y="113"/>
                </a:cubicBezTo>
                <a:cubicBezTo>
                  <a:pt x="136" y="114"/>
                  <a:pt x="136" y="114"/>
                  <a:pt x="136" y="114"/>
                </a:cubicBezTo>
                <a:cubicBezTo>
                  <a:pt x="136" y="113"/>
                  <a:pt x="136" y="113"/>
                  <a:pt x="136" y="113"/>
                </a:cubicBezTo>
                <a:cubicBezTo>
                  <a:pt x="136" y="112"/>
                  <a:pt x="136" y="112"/>
                  <a:pt x="136" y="112"/>
                </a:cubicBezTo>
                <a:cubicBezTo>
                  <a:pt x="136" y="112"/>
                  <a:pt x="136" y="112"/>
                  <a:pt x="136" y="112"/>
                </a:cubicBezTo>
                <a:cubicBezTo>
                  <a:pt x="137" y="112"/>
                  <a:pt x="137" y="112"/>
                  <a:pt x="137" y="112"/>
                </a:cubicBezTo>
                <a:cubicBezTo>
                  <a:pt x="137" y="111"/>
                  <a:pt x="137" y="111"/>
                  <a:pt x="137" y="111"/>
                </a:cubicBezTo>
                <a:cubicBezTo>
                  <a:pt x="136" y="111"/>
                  <a:pt x="136" y="111"/>
                  <a:pt x="136" y="111"/>
                </a:cubicBezTo>
                <a:close/>
                <a:moveTo>
                  <a:pt x="139" y="110"/>
                </a:moveTo>
                <a:cubicBezTo>
                  <a:pt x="139" y="111"/>
                  <a:pt x="139" y="111"/>
                  <a:pt x="139" y="111"/>
                </a:cubicBezTo>
                <a:cubicBezTo>
                  <a:pt x="140" y="111"/>
                  <a:pt x="140" y="111"/>
                  <a:pt x="140" y="111"/>
                </a:cubicBezTo>
                <a:cubicBezTo>
                  <a:pt x="139" y="110"/>
                  <a:pt x="139" y="110"/>
                  <a:pt x="139" y="110"/>
                </a:cubicBezTo>
                <a:close/>
                <a:moveTo>
                  <a:pt x="143" y="109"/>
                </a:moveTo>
                <a:cubicBezTo>
                  <a:pt x="144" y="109"/>
                  <a:pt x="144" y="109"/>
                  <a:pt x="144" y="109"/>
                </a:cubicBezTo>
                <a:cubicBezTo>
                  <a:pt x="144" y="108"/>
                  <a:pt x="144" y="108"/>
                  <a:pt x="144" y="108"/>
                </a:cubicBezTo>
                <a:cubicBezTo>
                  <a:pt x="143" y="108"/>
                  <a:pt x="143" y="108"/>
                  <a:pt x="143" y="108"/>
                </a:cubicBezTo>
                <a:lnTo>
                  <a:pt x="143" y="109"/>
                </a:lnTo>
                <a:close/>
                <a:moveTo>
                  <a:pt x="134" y="106"/>
                </a:moveTo>
                <a:cubicBezTo>
                  <a:pt x="133" y="106"/>
                  <a:pt x="133" y="106"/>
                  <a:pt x="133" y="106"/>
                </a:cubicBezTo>
                <a:cubicBezTo>
                  <a:pt x="134" y="106"/>
                  <a:pt x="134" y="106"/>
                  <a:pt x="134" y="106"/>
                </a:cubicBezTo>
                <a:cubicBezTo>
                  <a:pt x="134" y="106"/>
                  <a:pt x="134" y="106"/>
                  <a:pt x="134" y="106"/>
                </a:cubicBezTo>
                <a:close/>
                <a:moveTo>
                  <a:pt x="102" y="106"/>
                </a:moveTo>
                <a:cubicBezTo>
                  <a:pt x="101" y="105"/>
                  <a:pt x="101" y="105"/>
                  <a:pt x="101" y="105"/>
                </a:cubicBezTo>
                <a:cubicBezTo>
                  <a:pt x="100" y="106"/>
                  <a:pt x="100" y="106"/>
                  <a:pt x="100" y="106"/>
                </a:cubicBezTo>
                <a:cubicBezTo>
                  <a:pt x="101" y="106"/>
                  <a:pt x="101" y="106"/>
                  <a:pt x="101" y="106"/>
                </a:cubicBezTo>
                <a:cubicBezTo>
                  <a:pt x="102" y="106"/>
                  <a:pt x="102" y="106"/>
                  <a:pt x="102" y="106"/>
                </a:cubicBezTo>
                <a:close/>
                <a:moveTo>
                  <a:pt x="135" y="105"/>
                </a:moveTo>
                <a:cubicBezTo>
                  <a:pt x="135" y="104"/>
                  <a:pt x="135" y="104"/>
                  <a:pt x="135" y="104"/>
                </a:cubicBezTo>
                <a:cubicBezTo>
                  <a:pt x="135" y="105"/>
                  <a:pt x="135" y="105"/>
                  <a:pt x="135" y="105"/>
                </a:cubicBezTo>
                <a:cubicBezTo>
                  <a:pt x="135" y="106"/>
                  <a:pt x="135" y="106"/>
                  <a:pt x="135" y="106"/>
                </a:cubicBezTo>
                <a:cubicBezTo>
                  <a:pt x="135" y="106"/>
                  <a:pt x="135" y="106"/>
                  <a:pt x="135" y="106"/>
                </a:cubicBezTo>
                <a:cubicBezTo>
                  <a:pt x="134" y="106"/>
                  <a:pt x="134" y="106"/>
                  <a:pt x="134" y="106"/>
                </a:cubicBezTo>
                <a:cubicBezTo>
                  <a:pt x="134" y="106"/>
                  <a:pt x="134" y="106"/>
                  <a:pt x="134" y="106"/>
                </a:cubicBezTo>
                <a:cubicBezTo>
                  <a:pt x="135" y="107"/>
                  <a:pt x="135" y="107"/>
                  <a:pt x="135" y="107"/>
                </a:cubicBezTo>
                <a:cubicBezTo>
                  <a:pt x="135" y="107"/>
                  <a:pt x="135" y="107"/>
                  <a:pt x="135" y="107"/>
                </a:cubicBezTo>
                <a:cubicBezTo>
                  <a:pt x="135" y="106"/>
                  <a:pt x="135" y="106"/>
                  <a:pt x="135" y="106"/>
                </a:cubicBezTo>
                <a:cubicBezTo>
                  <a:pt x="135" y="106"/>
                  <a:pt x="135" y="106"/>
                  <a:pt x="135" y="106"/>
                </a:cubicBezTo>
                <a:lnTo>
                  <a:pt x="135" y="105"/>
                </a:lnTo>
                <a:close/>
                <a:moveTo>
                  <a:pt x="150" y="156"/>
                </a:moveTo>
                <a:cubicBezTo>
                  <a:pt x="150" y="156"/>
                  <a:pt x="150" y="156"/>
                  <a:pt x="150" y="156"/>
                </a:cubicBezTo>
                <a:cubicBezTo>
                  <a:pt x="150" y="155"/>
                  <a:pt x="149" y="154"/>
                  <a:pt x="149" y="154"/>
                </a:cubicBezTo>
                <a:cubicBezTo>
                  <a:pt x="148" y="153"/>
                  <a:pt x="149" y="152"/>
                  <a:pt x="150" y="151"/>
                </a:cubicBezTo>
                <a:cubicBezTo>
                  <a:pt x="149" y="150"/>
                  <a:pt x="149" y="150"/>
                  <a:pt x="149" y="150"/>
                </a:cubicBezTo>
                <a:cubicBezTo>
                  <a:pt x="150" y="149"/>
                  <a:pt x="150" y="149"/>
                  <a:pt x="150" y="149"/>
                </a:cubicBezTo>
                <a:cubicBezTo>
                  <a:pt x="150" y="149"/>
                  <a:pt x="150" y="149"/>
                  <a:pt x="150" y="149"/>
                </a:cubicBezTo>
                <a:cubicBezTo>
                  <a:pt x="149" y="149"/>
                  <a:pt x="149" y="149"/>
                  <a:pt x="149" y="149"/>
                </a:cubicBezTo>
                <a:cubicBezTo>
                  <a:pt x="149" y="149"/>
                  <a:pt x="149" y="149"/>
                  <a:pt x="148" y="149"/>
                </a:cubicBezTo>
                <a:cubicBezTo>
                  <a:pt x="149" y="150"/>
                  <a:pt x="149" y="151"/>
                  <a:pt x="148" y="151"/>
                </a:cubicBezTo>
                <a:cubicBezTo>
                  <a:pt x="148" y="152"/>
                  <a:pt x="148" y="152"/>
                  <a:pt x="148" y="152"/>
                </a:cubicBezTo>
                <a:cubicBezTo>
                  <a:pt x="148" y="153"/>
                  <a:pt x="148" y="153"/>
                  <a:pt x="148" y="153"/>
                </a:cubicBezTo>
                <a:cubicBezTo>
                  <a:pt x="147" y="154"/>
                  <a:pt x="147" y="154"/>
                  <a:pt x="147" y="154"/>
                </a:cubicBezTo>
                <a:cubicBezTo>
                  <a:pt x="147" y="154"/>
                  <a:pt x="147" y="154"/>
                  <a:pt x="147" y="154"/>
                </a:cubicBezTo>
                <a:cubicBezTo>
                  <a:pt x="148" y="155"/>
                  <a:pt x="148" y="156"/>
                  <a:pt x="148" y="157"/>
                </a:cubicBezTo>
                <a:cubicBezTo>
                  <a:pt x="147" y="158"/>
                  <a:pt x="147" y="158"/>
                  <a:pt x="147" y="158"/>
                </a:cubicBezTo>
                <a:cubicBezTo>
                  <a:pt x="148" y="158"/>
                  <a:pt x="148" y="158"/>
                  <a:pt x="148" y="158"/>
                </a:cubicBezTo>
                <a:cubicBezTo>
                  <a:pt x="149" y="159"/>
                  <a:pt x="149" y="159"/>
                  <a:pt x="149" y="159"/>
                </a:cubicBezTo>
                <a:cubicBezTo>
                  <a:pt x="149" y="158"/>
                  <a:pt x="149" y="158"/>
                  <a:pt x="149" y="158"/>
                </a:cubicBezTo>
                <a:cubicBezTo>
                  <a:pt x="150" y="157"/>
                  <a:pt x="150" y="157"/>
                  <a:pt x="150" y="157"/>
                </a:cubicBezTo>
                <a:cubicBezTo>
                  <a:pt x="150" y="157"/>
                  <a:pt x="150" y="157"/>
                  <a:pt x="150" y="157"/>
                </a:cubicBezTo>
                <a:lnTo>
                  <a:pt x="150" y="156"/>
                </a:lnTo>
                <a:close/>
                <a:moveTo>
                  <a:pt x="166" y="139"/>
                </a:moveTo>
                <a:cubicBezTo>
                  <a:pt x="167" y="139"/>
                  <a:pt x="167" y="139"/>
                  <a:pt x="167" y="139"/>
                </a:cubicBezTo>
                <a:cubicBezTo>
                  <a:pt x="167" y="138"/>
                  <a:pt x="167" y="138"/>
                  <a:pt x="167" y="138"/>
                </a:cubicBezTo>
                <a:cubicBezTo>
                  <a:pt x="167" y="138"/>
                  <a:pt x="167" y="138"/>
                  <a:pt x="167" y="138"/>
                </a:cubicBezTo>
                <a:cubicBezTo>
                  <a:pt x="167" y="137"/>
                  <a:pt x="167" y="137"/>
                  <a:pt x="167" y="137"/>
                </a:cubicBezTo>
                <a:cubicBezTo>
                  <a:pt x="168" y="136"/>
                  <a:pt x="168" y="136"/>
                  <a:pt x="168" y="136"/>
                </a:cubicBezTo>
                <a:cubicBezTo>
                  <a:pt x="168" y="135"/>
                  <a:pt x="168" y="135"/>
                  <a:pt x="168" y="135"/>
                </a:cubicBezTo>
                <a:cubicBezTo>
                  <a:pt x="169" y="134"/>
                  <a:pt x="169" y="134"/>
                  <a:pt x="169" y="134"/>
                </a:cubicBezTo>
                <a:cubicBezTo>
                  <a:pt x="168" y="133"/>
                  <a:pt x="168" y="133"/>
                  <a:pt x="168" y="133"/>
                </a:cubicBezTo>
                <a:cubicBezTo>
                  <a:pt x="169" y="133"/>
                  <a:pt x="169" y="133"/>
                  <a:pt x="169" y="133"/>
                </a:cubicBezTo>
                <a:cubicBezTo>
                  <a:pt x="168" y="132"/>
                  <a:pt x="168" y="132"/>
                  <a:pt x="168" y="132"/>
                </a:cubicBezTo>
                <a:cubicBezTo>
                  <a:pt x="167" y="133"/>
                  <a:pt x="167" y="133"/>
                  <a:pt x="167" y="133"/>
                </a:cubicBezTo>
                <a:cubicBezTo>
                  <a:pt x="166" y="133"/>
                  <a:pt x="164" y="135"/>
                  <a:pt x="162" y="136"/>
                </a:cubicBezTo>
                <a:cubicBezTo>
                  <a:pt x="161" y="137"/>
                  <a:pt x="161" y="137"/>
                  <a:pt x="161" y="137"/>
                </a:cubicBezTo>
                <a:cubicBezTo>
                  <a:pt x="160" y="137"/>
                  <a:pt x="160" y="138"/>
                  <a:pt x="160" y="139"/>
                </a:cubicBezTo>
                <a:cubicBezTo>
                  <a:pt x="158" y="140"/>
                  <a:pt x="158" y="140"/>
                  <a:pt x="158" y="140"/>
                </a:cubicBezTo>
                <a:cubicBezTo>
                  <a:pt x="159" y="141"/>
                  <a:pt x="159" y="141"/>
                  <a:pt x="159" y="141"/>
                </a:cubicBezTo>
                <a:cubicBezTo>
                  <a:pt x="159" y="141"/>
                  <a:pt x="159" y="141"/>
                  <a:pt x="159" y="141"/>
                </a:cubicBezTo>
                <a:cubicBezTo>
                  <a:pt x="160" y="142"/>
                  <a:pt x="160" y="144"/>
                  <a:pt x="159" y="145"/>
                </a:cubicBezTo>
                <a:cubicBezTo>
                  <a:pt x="159" y="146"/>
                  <a:pt x="159" y="146"/>
                  <a:pt x="159" y="146"/>
                </a:cubicBezTo>
                <a:cubicBezTo>
                  <a:pt x="161" y="148"/>
                  <a:pt x="163" y="143"/>
                  <a:pt x="164" y="142"/>
                </a:cubicBezTo>
                <a:cubicBezTo>
                  <a:pt x="165" y="142"/>
                  <a:pt x="165" y="142"/>
                  <a:pt x="165" y="142"/>
                </a:cubicBezTo>
                <a:cubicBezTo>
                  <a:pt x="166" y="142"/>
                  <a:pt x="166" y="142"/>
                  <a:pt x="166" y="142"/>
                </a:cubicBezTo>
                <a:cubicBezTo>
                  <a:pt x="166" y="142"/>
                  <a:pt x="166" y="142"/>
                  <a:pt x="166" y="142"/>
                </a:cubicBezTo>
                <a:cubicBezTo>
                  <a:pt x="166" y="141"/>
                  <a:pt x="166" y="141"/>
                  <a:pt x="166" y="141"/>
                </a:cubicBezTo>
                <a:cubicBezTo>
                  <a:pt x="165" y="141"/>
                  <a:pt x="165" y="141"/>
                  <a:pt x="165" y="141"/>
                </a:cubicBezTo>
                <a:lnTo>
                  <a:pt x="166" y="139"/>
                </a:lnTo>
                <a:close/>
                <a:moveTo>
                  <a:pt x="114" y="133"/>
                </a:moveTo>
                <a:cubicBezTo>
                  <a:pt x="114" y="134"/>
                  <a:pt x="114" y="134"/>
                  <a:pt x="114" y="134"/>
                </a:cubicBezTo>
                <a:cubicBezTo>
                  <a:pt x="115" y="134"/>
                  <a:pt x="115" y="134"/>
                  <a:pt x="115" y="134"/>
                </a:cubicBezTo>
                <a:cubicBezTo>
                  <a:pt x="115" y="136"/>
                  <a:pt x="115" y="136"/>
                  <a:pt x="115" y="136"/>
                </a:cubicBezTo>
                <a:cubicBezTo>
                  <a:pt x="115" y="136"/>
                  <a:pt x="115" y="136"/>
                  <a:pt x="115" y="136"/>
                </a:cubicBezTo>
                <a:cubicBezTo>
                  <a:pt x="114" y="136"/>
                  <a:pt x="114" y="136"/>
                  <a:pt x="114" y="136"/>
                </a:cubicBezTo>
                <a:cubicBezTo>
                  <a:pt x="115" y="137"/>
                  <a:pt x="115" y="137"/>
                  <a:pt x="115" y="137"/>
                </a:cubicBezTo>
                <a:cubicBezTo>
                  <a:pt x="116" y="137"/>
                  <a:pt x="116" y="137"/>
                  <a:pt x="116" y="137"/>
                </a:cubicBezTo>
                <a:cubicBezTo>
                  <a:pt x="116" y="136"/>
                  <a:pt x="116" y="136"/>
                  <a:pt x="116" y="136"/>
                </a:cubicBezTo>
                <a:cubicBezTo>
                  <a:pt x="116" y="135"/>
                  <a:pt x="116" y="135"/>
                  <a:pt x="116" y="135"/>
                </a:cubicBezTo>
                <a:cubicBezTo>
                  <a:pt x="115" y="134"/>
                  <a:pt x="115" y="134"/>
                  <a:pt x="115" y="134"/>
                </a:cubicBezTo>
                <a:lnTo>
                  <a:pt x="114" y="133"/>
                </a:lnTo>
                <a:close/>
                <a:moveTo>
                  <a:pt x="151" y="133"/>
                </a:moveTo>
                <a:cubicBezTo>
                  <a:pt x="151" y="134"/>
                  <a:pt x="151" y="134"/>
                  <a:pt x="151" y="134"/>
                </a:cubicBezTo>
                <a:cubicBezTo>
                  <a:pt x="151" y="134"/>
                  <a:pt x="151" y="134"/>
                  <a:pt x="151" y="134"/>
                </a:cubicBezTo>
                <a:cubicBezTo>
                  <a:pt x="151" y="134"/>
                  <a:pt x="151" y="134"/>
                  <a:pt x="151" y="134"/>
                </a:cubicBezTo>
                <a:cubicBezTo>
                  <a:pt x="152" y="135"/>
                  <a:pt x="152" y="135"/>
                  <a:pt x="152" y="135"/>
                </a:cubicBezTo>
                <a:cubicBezTo>
                  <a:pt x="153" y="135"/>
                  <a:pt x="153" y="135"/>
                  <a:pt x="153" y="135"/>
                </a:cubicBezTo>
                <a:cubicBezTo>
                  <a:pt x="153" y="134"/>
                  <a:pt x="153" y="134"/>
                  <a:pt x="153" y="134"/>
                </a:cubicBezTo>
                <a:cubicBezTo>
                  <a:pt x="152" y="134"/>
                  <a:pt x="152" y="134"/>
                  <a:pt x="152" y="134"/>
                </a:cubicBezTo>
                <a:cubicBezTo>
                  <a:pt x="152" y="133"/>
                  <a:pt x="152" y="133"/>
                  <a:pt x="152" y="133"/>
                </a:cubicBezTo>
                <a:cubicBezTo>
                  <a:pt x="152" y="133"/>
                  <a:pt x="152" y="133"/>
                  <a:pt x="152" y="133"/>
                </a:cubicBezTo>
                <a:cubicBezTo>
                  <a:pt x="151" y="133"/>
                  <a:pt x="151" y="133"/>
                  <a:pt x="151" y="133"/>
                </a:cubicBezTo>
                <a:close/>
                <a:moveTo>
                  <a:pt x="131" y="130"/>
                </a:moveTo>
                <a:cubicBezTo>
                  <a:pt x="131" y="130"/>
                  <a:pt x="131" y="130"/>
                  <a:pt x="131" y="130"/>
                </a:cubicBezTo>
                <a:cubicBezTo>
                  <a:pt x="131" y="131"/>
                  <a:pt x="131" y="131"/>
                  <a:pt x="131" y="131"/>
                </a:cubicBezTo>
                <a:cubicBezTo>
                  <a:pt x="132" y="132"/>
                  <a:pt x="132" y="132"/>
                  <a:pt x="132" y="132"/>
                </a:cubicBezTo>
                <a:cubicBezTo>
                  <a:pt x="133" y="132"/>
                  <a:pt x="133" y="132"/>
                  <a:pt x="133" y="132"/>
                </a:cubicBezTo>
                <a:cubicBezTo>
                  <a:pt x="133" y="132"/>
                  <a:pt x="133" y="132"/>
                  <a:pt x="133" y="132"/>
                </a:cubicBezTo>
                <a:cubicBezTo>
                  <a:pt x="133" y="131"/>
                  <a:pt x="133" y="131"/>
                  <a:pt x="133" y="131"/>
                </a:cubicBezTo>
                <a:cubicBezTo>
                  <a:pt x="134" y="131"/>
                  <a:pt x="134" y="131"/>
                  <a:pt x="134" y="131"/>
                </a:cubicBezTo>
                <a:cubicBezTo>
                  <a:pt x="135" y="130"/>
                  <a:pt x="135" y="130"/>
                  <a:pt x="135" y="130"/>
                </a:cubicBezTo>
                <a:cubicBezTo>
                  <a:pt x="133" y="129"/>
                  <a:pt x="133" y="129"/>
                  <a:pt x="133" y="129"/>
                </a:cubicBezTo>
                <a:cubicBezTo>
                  <a:pt x="133" y="129"/>
                  <a:pt x="133" y="129"/>
                  <a:pt x="133" y="129"/>
                </a:cubicBezTo>
                <a:cubicBezTo>
                  <a:pt x="133" y="130"/>
                  <a:pt x="133" y="130"/>
                  <a:pt x="134" y="130"/>
                </a:cubicBezTo>
                <a:cubicBezTo>
                  <a:pt x="133" y="130"/>
                  <a:pt x="133" y="130"/>
                  <a:pt x="133" y="130"/>
                </a:cubicBezTo>
                <a:cubicBezTo>
                  <a:pt x="132" y="131"/>
                  <a:pt x="132" y="131"/>
                  <a:pt x="132" y="131"/>
                </a:cubicBezTo>
                <a:lnTo>
                  <a:pt x="131" y="130"/>
                </a:lnTo>
                <a:close/>
                <a:moveTo>
                  <a:pt x="160" y="130"/>
                </a:moveTo>
                <a:cubicBezTo>
                  <a:pt x="160" y="130"/>
                  <a:pt x="160" y="130"/>
                  <a:pt x="160" y="130"/>
                </a:cubicBezTo>
                <a:cubicBezTo>
                  <a:pt x="161" y="130"/>
                  <a:pt x="161" y="130"/>
                  <a:pt x="161" y="130"/>
                </a:cubicBezTo>
                <a:cubicBezTo>
                  <a:pt x="161" y="131"/>
                  <a:pt x="161" y="131"/>
                  <a:pt x="161" y="131"/>
                </a:cubicBezTo>
                <a:cubicBezTo>
                  <a:pt x="162" y="131"/>
                  <a:pt x="162" y="131"/>
                  <a:pt x="162" y="131"/>
                </a:cubicBezTo>
                <a:cubicBezTo>
                  <a:pt x="161" y="129"/>
                  <a:pt x="161" y="129"/>
                  <a:pt x="161" y="129"/>
                </a:cubicBezTo>
                <a:cubicBezTo>
                  <a:pt x="161" y="129"/>
                  <a:pt x="161" y="129"/>
                  <a:pt x="161" y="129"/>
                </a:cubicBezTo>
                <a:cubicBezTo>
                  <a:pt x="160" y="129"/>
                  <a:pt x="160" y="129"/>
                  <a:pt x="160" y="129"/>
                </a:cubicBezTo>
                <a:cubicBezTo>
                  <a:pt x="161" y="128"/>
                  <a:pt x="161" y="128"/>
                  <a:pt x="161" y="128"/>
                </a:cubicBezTo>
                <a:cubicBezTo>
                  <a:pt x="161" y="128"/>
                  <a:pt x="161" y="128"/>
                  <a:pt x="161" y="128"/>
                </a:cubicBezTo>
                <a:cubicBezTo>
                  <a:pt x="160" y="128"/>
                  <a:pt x="160" y="128"/>
                  <a:pt x="160" y="128"/>
                </a:cubicBezTo>
                <a:cubicBezTo>
                  <a:pt x="159" y="130"/>
                  <a:pt x="159" y="130"/>
                  <a:pt x="159" y="130"/>
                </a:cubicBezTo>
                <a:lnTo>
                  <a:pt x="160" y="130"/>
                </a:lnTo>
                <a:close/>
                <a:moveTo>
                  <a:pt x="97" y="129"/>
                </a:moveTo>
                <a:cubicBezTo>
                  <a:pt x="99" y="129"/>
                  <a:pt x="98" y="128"/>
                  <a:pt x="98" y="127"/>
                </a:cubicBezTo>
                <a:cubicBezTo>
                  <a:pt x="97" y="127"/>
                  <a:pt x="97" y="127"/>
                  <a:pt x="96" y="127"/>
                </a:cubicBezTo>
                <a:cubicBezTo>
                  <a:pt x="96" y="127"/>
                  <a:pt x="96" y="128"/>
                  <a:pt x="97" y="128"/>
                </a:cubicBezTo>
                <a:cubicBezTo>
                  <a:pt x="97" y="128"/>
                  <a:pt x="97" y="128"/>
                  <a:pt x="97" y="128"/>
                </a:cubicBezTo>
                <a:cubicBezTo>
                  <a:pt x="96" y="128"/>
                  <a:pt x="96" y="128"/>
                  <a:pt x="96" y="128"/>
                </a:cubicBezTo>
                <a:cubicBezTo>
                  <a:pt x="95" y="127"/>
                  <a:pt x="95" y="127"/>
                  <a:pt x="95" y="127"/>
                </a:cubicBezTo>
                <a:cubicBezTo>
                  <a:pt x="95" y="127"/>
                  <a:pt x="95" y="127"/>
                  <a:pt x="95" y="127"/>
                </a:cubicBezTo>
                <a:cubicBezTo>
                  <a:pt x="94" y="128"/>
                  <a:pt x="94" y="128"/>
                  <a:pt x="94" y="128"/>
                </a:cubicBezTo>
                <a:cubicBezTo>
                  <a:pt x="94" y="129"/>
                  <a:pt x="94" y="129"/>
                  <a:pt x="94" y="129"/>
                </a:cubicBezTo>
                <a:cubicBezTo>
                  <a:pt x="95" y="129"/>
                  <a:pt x="96" y="129"/>
                  <a:pt x="97" y="129"/>
                </a:cubicBezTo>
                <a:close/>
                <a:moveTo>
                  <a:pt x="113" y="126"/>
                </a:moveTo>
                <a:cubicBezTo>
                  <a:pt x="112" y="126"/>
                  <a:pt x="112" y="126"/>
                  <a:pt x="112" y="126"/>
                </a:cubicBezTo>
                <a:cubicBezTo>
                  <a:pt x="111" y="128"/>
                  <a:pt x="113" y="129"/>
                  <a:pt x="114" y="129"/>
                </a:cubicBezTo>
                <a:cubicBezTo>
                  <a:pt x="114" y="129"/>
                  <a:pt x="114" y="129"/>
                  <a:pt x="114" y="129"/>
                </a:cubicBezTo>
                <a:cubicBezTo>
                  <a:pt x="114" y="128"/>
                  <a:pt x="114" y="128"/>
                  <a:pt x="114" y="128"/>
                </a:cubicBezTo>
                <a:cubicBezTo>
                  <a:pt x="115" y="128"/>
                  <a:pt x="115" y="128"/>
                  <a:pt x="115" y="128"/>
                </a:cubicBezTo>
                <a:cubicBezTo>
                  <a:pt x="114" y="127"/>
                  <a:pt x="114" y="127"/>
                  <a:pt x="114" y="127"/>
                </a:cubicBezTo>
                <a:cubicBezTo>
                  <a:pt x="113" y="127"/>
                  <a:pt x="113" y="127"/>
                  <a:pt x="113" y="127"/>
                </a:cubicBezTo>
                <a:lnTo>
                  <a:pt x="113" y="126"/>
                </a:lnTo>
                <a:close/>
                <a:moveTo>
                  <a:pt x="144" y="128"/>
                </a:moveTo>
                <a:cubicBezTo>
                  <a:pt x="144" y="128"/>
                  <a:pt x="144" y="128"/>
                  <a:pt x="144" y="128"/>
                </a:cubicBezTo>
                <a:cubicBezTo>
                  <a:pt x="144" y="127"/>
                  <a:pt x="144" y="127"/>
                  <a:pt x="144" y="127"/>
                </a:cubicBezTo>
                <a:cubicBezTo>
                  <a:pt x="144" y="127"/>
                  <a:pt x="144" y="127"/>
                  <a:pt x="144" y="127"/>
                </a:cubicBezTo>
                <a:cubicBezTo>
                  <a:pt x="144" y="126"/>
                  <a:pt x="144" y="126"/>
                  <a:pt x="144" y="126"/>
                </a:cubicBezTo>
                <a:cubicBezTo>
                  <a:pt x="146" y="125"/>
                  <a:pt x="146" y="125"/>
                  <a:pt x="146" y="125"/>
                </a:cubicBezTo>
                <a:cubicBezTo>
                  <a:pt x="147" y="126"/>
                  <a:pt x="147" y="126"/>
                  <a:pt x="147" y="126"/>
                </a:cubicBezTo>
                <a:cubicBezTo>
                  <a:pt x="148" y="125"/>
                  <a:pt x="149" y="124"/>
                  <a:pt x="151" y="123"/>
                </a:cubicBezTo>
                <a:cubicBezTo>
                  <a:pt x="151" y="123"/>
                  <a:pt x="151" y="123"/>
                  <a:pt x="151" y="123"/>
                </a:cubicBezTo>
                <a:cubicBezTo>
                  <a:pt x="150" y="122"/>
                  <a:pt x="150" y="122"/>
                  <a:pt x="150" y="122"/>
                </a:cubicBezTo>
                <a:cubicBezTo>
                  <a:pt x="149" y="121"/>
                  <a:pt x="145" y="124"/>
                  <a:pt x="144" y="126"/>
                </a:cubicBezTo>
                <a:cubicBezTo>
                  <a:pt x="144" y="125"/>
                  <a:pt x="144" y="125"/>
                  <a:pt x="144" y="125"/>
                </a:cubicBezTo>
                <a:cubicBezTo>
                  <a:pt x="143" y="126"/>
                  <a:pt x="143" y="126"/>
                  <a:pt x="143" y="126"/>
                </a:cubicBezTo>
                <a:cubicBezTo>
                  <a:pt x="143" y="127"/>
                  <a:pt x="143" y="127"/>
                  <a:pt x="143" y="127"/>
                </a:cubicBezTo>
                <a:lnTo>
                  <a:pt x="144" y="128"/>
                </a:lnTo>
                <a:close/>
                <a:moveTo>
                  <a:pt x="121" y="126"/>
                </a:moveTo>
                <a:cubicBezTo>
                  <a:pt x="121" y="126"/>
                  <a:pt x="121" y="126"/>
                  <a:pt x="121" y="126"/>
                </a:cubicBezTo>
                <a:cubicBezTo>
                  <a:pt x="124" y="126"/>
                  <a:pt x="124" y="124"/>
                  <a:pt x="126" y="123"/>
                </a:cubicBezTo>
                <a:cubicBezTo>
                  <a:pt x="126" y="123"/>
                  <a:pt x="127" y="123"/>
                  <a:pt x="127" y="123"/>
                </a:cubicBezTo>
                <a:cubicBezTo>
                  <a:pt x="127" y="123"/>
                  <a:pt x="126" y="123"/>
                  <a:pt x="126" y="122"/>
                </a:cubicBezTo>
                <a:cubicBezTo>
                  <a:pt x="125" y="123"/>
                  <a:pt x="125" y="123"/>
                  <a:pt x="125" y="123"/>
                </a:cubicBezTo>
                <a:cubicBezTo>
                  <a:pt x="125" y="123"/>
                  <a:pt x="125" y="123"/>
                  <a:pt x="125" y="123"/>
                </a:cubicBezTo>
                <a:cubicBezTo>
                  <a:pt x="123" y="124"/>
                  <a:pt x="123" y="124"/>
                  <a:pt x="123" y="124"/>
                </a:cubicBezTo>
                <a:cubicBezTo>
                  <a:pt x="123" y="125"/>
                  <a:pt x="123" y="125"/>
                  <a:pt x="123" y="125"/>
                </a:cubicBezTo>
                <a:cubicBezTo>
                  <a:pt x="123" y="125"/>
                  <a:pt x="123" y="125"/>
                  <a:pt x="123" y="125"/>
                </a:cubicBezTo>
                <a:cubicBezTo>
                  <a:pt x="122" y="125"/>
                  <a:pt x="122" y="125"/>
                  <a:pt x="122" y="125"/>
                </a:cubicBezTo>
                <a:cubicBezTo>
                  <a:pt x="122" y="125"/>
                  <a:pt x="122" y="125"/>
                  <a:pt x="122" y="125"/>
                </a:cubicBezTo>
                <a:lnTo>
                  <a:pt x="121" y="126"/>
                </a:lnTo>
                <a:close/>
                <a:moveTo>
                  <a:pt x="144" y="120"/>
                </a:moveTo>
                <a:cubicBezTo>
                  <a:pt x="143" y="121"/>
                  <a:pt x="143" y="121"/>
                  <a:pt x="143" y="121"/>
                </a:cubicBezTo>
                <a:cubicBezTo>
                  <a:pt x="143" y="121"/>
                  <a:pt x="143" y="121"/>
                  <a:pt x="143" y="121"/>
                </a:cubicBezTo>
                <a:cubicBezTo>
                  <a:pt x="143" y="121"/>
                  <a:pt x="143" y="121"/>
                  <a:pt x="143" y="121"/>
                </a:cubicBezTo>
                <a:cubicBezTo>
                  <a:pt x="144" y="122"/>
                  <a:pt x="144" y="122"/>
                  <a:pt x="144" y="122"/>
                </a:cubicBezTo>
                <a:cubicBezTo>
                  <a:pt x="144" y="122"/>
                  <a:pt x="144" y="122"/>
                  <a:pt x="144" y="122"/>
                </a:cubicBezTo>
                <a:cubicBezTo>
                  <a:pt x="144" y="121"/>
                  <a:pt x="144" y="121"/>
                  <a:pt x="144" y="121"/>
                </a:cubicBezTo>
                <a:cubicBezTo>
                  <a:pt x="145" y="121"/>
                  <a:pt x="145" y="121"/>
                  <a:pt x="145" y="121"/>
                </a:cubicBezTo>
                <a:cubicBezTo>
                  <a:pt x="145" y="121"/>
                  <a:pt x="145" y="121"/>
                  <a:pt x="145" y="121"/>
                </a:cubicBezTo>
                <a:cubicBezTo>
                  <a:pt x="145" y="120"/>
                  <a:pt x="145" y="120"/>
                  <a:pt x="145" y="120"/>
                </a:cubicBezTo>
                <a:cubicBezTo>
                  <a:pt x="145" y="120"/>
                  <a:pt x="145" y="120"/>
                  <a:pt x="145" y="120"/>
                </a:cubicBezTo>
                <a:cubicBezTo>
                  <a:pt x="144" y="119"/>
                  <a:pt x="144" y="119"/>
                  <a:pt x="144" y="119"/>
                </a:cubicBezTo>
                <a:cubicBezTo>
                  <a:pt x="144" y="119"/>
                  <a:pt x="144" y="119"/>
                  <a:pt x="144" y="119"/>
                </a:cubicBezTo>
                <a:cubicBezTo>
                  <a:pt x="143" y="118"/>
                  <a:pt x="143" y="118"/>
                  <a:pt x="143" y="118"/>
                </a:cubicBezTo>
                <a:cubicBezTo>
                  <a:pt x="142" y="118"/>
                  <a:pt x="142" y="118"/>
                  <a:pt x="142" y="118"/>
                </a:cubicBezTo>
                <a:cubicBezTo>
                  <a:pt x="143" y="119"/>
                  <a:pt x="143" y="119"/>
                  <a:pt x="143" y="119"/>
                </a:cubicBezTo>
                <a:cubicBezTo>
                  <a:pt x="143" y="119"/>
                  <a:pt x="143" y="119"/>
                  <a:pt x="143" y="119"/>
                </a:cubicBezTo>
                <a:lnTo>
                  <a:pt x="144" y="120"/>
                </a:lnTo>
                <a:close/>
                <a:moveTo>
                  <a:pt x="110" y="119"/>
                </a:moveTo>
                <a:cubicBezTo>
                  <a:pt x="109" y="119"/>
                  <a:pt x="109" y="119"/>
                  <a:pt x="109" y="119"/>
                </a:cubicBezTo>
                <a:cubicBezTo>
                  <a:pt x="109" y="120"/>
                  <a:pt x="109" y="120"/>
                  <a:pt x="109" y="120"/>
                </a:cubicBezTo>
                <a:cubicBezTo>
                  <a:pt x="110" y="121"/>
                  <a:pt x="110" y="121"/>
                  <a:pt x="110" y="121"/>
                </a:cubicBezTo>
                <a:cubicBezTo>
                  <a:pt x="111" y="121"/>
                  <a:pt x="112" y="120"/>
                  <a:pt x="112" y="119"/>
                </a:cubicBezTo>
                <a:cubicBezTo>
                  <a:pt x="112" y="119"/>
                  <a:pt x="112" y="118"/>
                  <a:pt x="112" y="117"/>
                </a:cubicBezTo>
                <a:cubicBezTo>
                  <a:pt x="112" y="117"/>
                  <a:pt x="112" y="117"/>
                  <a:pt x="112" y="117"/>
                </a:cubicBezTo>
                <a:cubicBezTo>
                  <a:pt x="112" y="118"/>
                  <a:pt x="112" y="118"/>
                  <a:pt x="112" y="118"/>
                </a:cubicBezTo>
                <a:cubicBezTo>
                  <a:pt x="111" y="117"/>
                  <a:pt x="111" y="117"/>
                  <a:pt x="111" y="117"/>
                </a:cubicBezTo>
                <a:cubicBezTo>
                  <a:pt x="111" y="117"/>
                  <a:pt x="111" y="117"/>
                  <a:pt x="111" y="117"/>
                </a:cubicBezTo>
                <a:cubicBezTo>
                  <a:pt x="111" y="117"/>
                  <a:pt x="110" y="118"/>
                  <a:pt x="109" y="119"/>
                </a:cubicBezTo>
                <a:lnTo>
                  <a:pt x="110" y="119"/>
                </a:lnTo>
                <a:close/>
                <a:moveTo>
                  <a:pt x="114" y="121"/>
                </a:moveTo>
                <a:cubicBezTo>
                  <a:pt x="115" y="122"/>
                  <a:pt x="115" y="122"/>
                  <a:pt x="115" y="122"/>
                </a:cubicBezTo>
                <a:cubicBezTo>
                  <a:pt x="115" y="122"/>
                  <a:pt x="115" y="122"/>
                  <a:pt x="115" y="123"/>
                </a:cubicBezTo>
                <a:cubicBezTo>
                  <a:pt x="118" y="121"/>
                  <a:pt x="119" y="119"/>
                  <a:pt x="118" y="116"/>
                </a:cubicBezTo>
                <a:cubicBezTo>
                  <a:pt x="117" y="116"/>
                  <a:pt x="117" y="116"/>
                  <a:pt x="117" y="116"/>
                </a:cubicBezTo>
                <a:cubicBezTo>
                  <a:pt x="115" y="116"/>
                  <a:pt x="114" y="118"/>
                  <a:pt x="113" y="119"/>
                </a:cubicBezTo>
                <a:cubicBezTo>
                  <a:pt x="114" y="120"/>
                  <a:pt x="114" y="120"/>
                  <a:pt x="114" y="120"/>
                </a:cubicBezTo>
                <a:lnTo>
                  <a:pt x="114" y="121"/>
                </a:lnTo>
                <a:close/>
                <a:moveTo>
                  <a:pt x="95" y="111"/>
                </a:moveTo>
                <a:cubicBezTo>
                  <a:pt x="95" y="111"/>
                  <a:pt x="95" y="111"/>
                  <a:pt x="95" y="111"/>
                </a:cubicBezTo>
                <a:cubicBezTo>
                  <a:pt x="96" y="112"/>
                  <a:pt x="96" y="112"/>
                  <a:pt x="96" y="112"/>
                </a:cubicBezTo>
                <a:cubicBezTo>
                  <a:pt x="95" y="112"/>
                  <a:pt x="95" y="112"/>
                  <a:pt x="95" y="112"/>
                </a:cubicBezTo>
                <a:cubicBezTo>
                  <a:pt x="95" y="112"/>
                  <a:pt x="95" y="113"/>
                  <a:pt x="95" y="113"/>
                </a:cubicBezTo>
                <a:cubicBezTo>
                  <a:pt x="95" y="113"/>
                  <a:pt x="96" y="113"/>
                  <a:pt x="96" y="112"/>
                </a:cubicBezTo>
                <a:cubicBezTo>
                  <a:pt x="96" y="112"/>
                  <a:pt x="96" y="112"/>
                  <a:pt x="96" y="112"/>
                </a:cubicBezTo>
                <a:cubicBezTo>
                  <a:pt x="97" y="111"/>
                  <a:pt x="97" y="111"/>
                  <a:pt x="97" y="111"/>
                </a:cubicBezTo>
                <a:cubicBezTo>
                  <a:pt x="97" y="110"/>
                  <a:pt x="97" y="110"/>
                  <a:pt x="97" y="110"/>
                </a:cubicBezTo>
                <a:cubicBezTo>
                  <a:pt x="96" y="110"/>
                  <a:pt x="96" y="110"/>
                  <a:pt x="96" y="110"/>
                </a:cubicBezTo>
                <a:cubicBezTo>
                  <a:pt x="96" y="109"/>
                  <a:pt x="96" y="109"/>
                  <a:pt x="96" y="109"/>
                </a:cubicBezTo>
                <a:cubicBezTo>
                  <a:pt x="96" y="109"/>
                  <a:pt x="96" y="109"/>
                  <a:pt x="96" y="109"/>
                </a:cubicBezTo>
                <a:cubicBezTo>
                  <a:pt x="95" y="110"/>
                  <a:pt x="95" y="110"/>
                  <a:pt x="95" y="110"/>
                </a:cubicBezTo>
                <a:lnTo>
                  <a:pt x="95" y="111"/>
                </a:lnTo>
                <a:close/>
                <a:moveTo>
                  <a:pt x="112" y="111"/>
                </a:moveTo>
                <a:cubicBezTo>
                  <a:pt x="114" y="111"/>
                  <a:pt x="114" y="111"/>
                  <a:pt x="114" y="111"/>
                </a:cubicBezTo>
                <a:cubicBezTo>
                  <a:pt x="114" y="110"/>
                  <a:pt x="114" y="110"/>
                  <a:pt x="114" y="110"/>
                </a:cubicBezTo>
                <a:cubicBezTo>
                  <a:pt x="115" y="110"/>
                  <a:pt x="115" y="110"/>
                  <a:pt x="115" y="110"/>
                </a:cubicBezTo>
                <a:cubicBezTo>
                  <a:pt x="115" y="109"/>
                  <a:pt x="115" y="109"/>
                  <a:pt x="115" y="109"/>
                </a:cubicBezTo>
                <a:cubicBezTo>
                  <a:pt x="114" y="109"/>
                  <a:pt x="114" y="109"/>
                  <a:pt x="114" y="109"/>
                </a:cubicBezTo>
                <a:cubicBezTo>
                  <a:pt x="114" y="109"/>
                  <a:pt x="114" y="109"/>
                  <a:pt x="114" y="109"/>
                </a:cubicBezTo>
                <a:cubicBezTo>
                  <a:pt x="113" y="108"/>
                  <a:pt x="113" y="108"/>
                  <a:pt x="113" y="108"/>
                </a:cubicBezTo>
                <a:cubicBezTo>
                  <a:pt x="113" y="109"/>
                  <a:pt x="113" y="109"/>
                  <a:pt x="113" y="109"/>
                </a:cubicBezTo>
                <a:cubicBezTo>
                  <a:pt x="113" y="109"/>
                  <a:pt x="113" y="109"/>
                  <a:pt x="113" y="109"/>
                </a:cubicBezTo>
                <a:lnTo>
                  <a:pt x="112" y="111"/>
                </a:lnTo>
                <a:close/>
                <a:moveTo>
                  <a:pt x="106" y="110"/>
                </a:moveTo>
                <a:cubicBezTo>
                  <a:pt x="105" y="108"/>
                  <a:pt x="105" y="108"/>
                  <a:pt x="105" y="108"/>
                </a:cubicBezTo>
                <a:cubicBezTo>
                  <a:pt x="105" y="108"/>
                  <a:pt x="105" y="108"/>
                  <a:pt x="105" y="108"/>
                </a:cubicBezTo>
                <a:cubicBezTo>
                  <a:pt x="105" y="110"/>
                  <a:pt x="105" y="110"/>
                  <a:pt x="105" y="110"/>
                </a:cubicBezTo>
                <a:cubicBezTo>
                  <a:pt x="104" y="111"/>
                  <a:pt x="104" y="111"/>
                  <a:pt x="104" y="111"/>
                </a:cubicBezTo>
                <a:cubicBezTo>
                  <a:pt x="105" y="111"/>
                  <a:pt x="105" y="111"/>
                  <a:pt x="105" y="111"/>
                </a:cubicBezTo>
                <a:cubicBezTo>
                  <a:pt x="105" y="112"/>
                  <a:pt x="105" y="112"/>
                  <a:pt x="105" y="112"/>
                </a:cubicBezTo>
                <a:cubicBezTo>
                  <a:pt x="106" y="111"/>
                  <a:pt x="106" y="111"/>
                  <a:pt x="106" y="111"/>
                </a:cubicBezTo>
                <a:cubicBezTo>
                  <a:pt x="106" y="110"/>
                  <a:pt x="106" y="110"/>
                  <a:pt x="106" y="110"/>
                </a:cubicBezTo>
                <a:close/>
                <a:moveTo>
                  <a:pt x="111" y="108"/>
                </a:moveTo>
                <a:cubicBezTo>
                  <a:pt x="112" y="106"/>
                  <a:pt x="112" y="106"/>
                  <a:pt x="112" y="106"/>
                </a:cubicBezTo>
                <a:cubicBezTo>
                  <a:pt x="111" y="106"/>
                  <a:pt x="111" y="106"/>
                  <a:pt x="111" y="106"/>
                </a:cubicBezTo>
                <a:cubicBezTo>
                  <a:pt x="110" y="105"/>
                  <a:pt x="110" y="105"/>
                  <a:pt x="110" y="105"/>
                </a:cubicBezTo>
                <a:cubicBezTo>
                  <a:pt x="109" y="105"/>
                  <a:pt x="109" y="105"/>
                  <a:pt x="109" y="105"/>
                </a:cubicBezTo>
                <a:cubicBezTo>
                  <a:pt x="109" y="105"/>
                  <a:pt x="109" y="105"/>
                  <a:pt x="109" y="105"/>
                </a:cubicBezTo>
                <a:cubicBezTo>
                  <a:pt x="108" y="105"/>
                  <a:pt x="108" y="105"/>
                  <a:pt x="108" y="105"/>
                </a:cubicBezTo>
                <a:cubicBezTo>
                  <a:pt x="108" y="105"/>
                  <a:pt x="108" y="105"/>
                  <a:pt x="108" y="105"/>
                </a:cubicBezTo>
                <a:cubicBezTo>
                  <a:pt x="108" y="104"/>
                  <a:pt x="108" y="104"/>
                  <a:pt x="108" y="104"/>
                </a:cubicBezTo>
                <a:cubicBezTo>
                  <a:pt x="106" y="104"/>
                  <a:pt x="106" y="104"/>
                  <a:pt x="106" y="104"/>
                </a:cubicBezTo>
                <a:cubicBezTo>
                  <a:pt x="106" y="106"/>
                  <a:pt x="108" y="106"/>
                  <a:pt x="109" y="107"/>
                </a:cubicBezTo>
                <a:cubicBezTo>
                  <a:pt x="109" y="107"/>
                  <a:pt x="110" y="108"/>
                  <a:pt x="111" y="108"/>
                </a:cubicBezTo>
                <a:close/>
                <a:moveTo>
                  <a:pt x="94" y="105"/>
                </a:moveTo>
                <a:cubicBezTo>
                  <a:pt x="93" y="106"/>
                  <a:pt x="93" y="106"/>
                  <a:pt x="93" y="106"/>
                </a:cubicBezTo>
                <a:cubicBezTo>
                  <a:pt x="93" y="108"/>
                  <a:pt x="93" y="108"/>
                  <a:pt x="93" y="108"/>
                </a:cubicBezTo>
                <a:cubicBezTo>
                  <a:pt x="94" y="108"/>
                  <a:pt x="94" y="108"/>
                  <a:pt x="94" y="108"/>
                </a:cubicBezTo>
                <a:cubicBezTo>
                  <a:pt x="95" y="106"/>
                  <a:pt x="95" y="106"/>
                  <a:pt x="95" y="106"/>
                </a:cubicBezTo>
                <a:cubicBezTo>
                  <a:pt x="95" y="105"/>
                  <a:pt x="95" y="105"/>
                  <a:pt x="95" y="105"/>
                </a:cubicBezTo>
                <a:cubicBezTo>
                  <a:pt x="95" y="104"/>
                  <a:pt x="95" y="104"/>
                  <a:pt x="95" y="104"/>
                </a:cubicBezTo>
                <a:cubicBezTo>
                  <a:pt x="94" y="104"/>
                  <a:pt x="94" y="104"/>
                  <a:pt x="94" y="104"/>
                </a:cubicBezTo>
                <a:cubicBezTo>
                  <a:pt x="94" y="105"/>
                  <a:pt x="94" y="105"/>
                  <a:pt x="94" y="105"/>
                </a:cubicBezTo>
                <a:close/>
                <a:moveTo>
                  <a:pt x="106" y="104"/>
                </a:moveTo>
                <a:cubicBezTo>
                  <a:pt x="107" y="102"/>
                  <a:pt x="107" y="102"/>
                  <a:pt x="107" y="102"/>
                </a:cubicBezTo>
                <a:cubicBezTo>
                  <a:pt x="106" y="102"/>
                  <a:pt x="106" y="102"/>
                  <a:pt x="106" y="102"/>
                </a:cubicBezTo>
                <a:cubicBezTo>
                  <a:pt x="106" y="101"/>
                  <a:pt x="106" y="101"/>
                  <a:pt x="106" y="101"/>
                </a:cubicBezTo>
                <a:cubicBezTo>
                  <a:pt x="106" y="100"/>
                  <a:pt x="106" y="100"/>
                  <a:pt x="106" y="100"/>
                </a:cubicBezTo>
                <a:cubicBezTo>
                  <a:pt x="106" y="99"/>
                  <a:pt x="106" y="99"/>
                  <a:pt x="106" y="99"/>
                </a:cubicBezTo>
                <a:cubicBezTo>
                  <a:pt x="106" y="99"/>
                  <a:pt x="106" y="99"/>
                  <a:pt x="106" y="99"/>
                </a:cubicBezTo>
                <a:cubicBezTo>
                  <a:pt x="104" y="99"/>
                  <a:pt x="104" y="99"/>
                  <a:pt x="104" y="99"/>
                </a:cubicBezTo>
                <a:cubicBezTo>
                  <a:pt x="104" y="98"/>
                  <a:pt x="104" y="98"/>
                  <a:pt x="104" y="98"/>
                </a:cubicBezTo>
                <a:cubicBezTo>
                  <a:pt x="103" y="97"/>
                  <a:pt x="103" y="97"/>
                  <a:pt x="103" y="97"/>
                </a:cubicBezTo>
                <a:cubicBezTo>
                  <a:pt x="103" y="97"/>
                  <a:pt x="103" y="97"/>
                  <a:pt x="103" y="97"/>
                </a:cubicBezTo>
                <a:cubicBezTo>
                  <a:pt x="103" y="97"/>
                  <a:pt x="103" y="97"/>
                  <a:pt x="103" y="97"/>
                </a:cubicBezTo>
                <a:cubicBezTo>
                  <a:pt x="102" y="97"/>
                  <a:pt x="102" y="97"/>
                  <a:pt x="102" y="97"/>
                </a:cubicBezTo>
                <a:cubicBezTo>
                  <a:pt x="101" y="97"/>
                  <a:pt x="101" y="97"/>
                  <a:pt x="101" y="97"/>
                </a:cubicBezTo>
                <a:cubicBezTo>
                  <a:pt x="101" y="98"/>
                  <a:pt x="101" y="98"/>
                  <a:pt x="101" y="98"/>
                </a:cubicBezTo>
                <a:cubicBezTo>
                  <a:pt x="101" y="99"/>
                  <a:pt x="102" y="99"/>
                  <a:pt x="103" y="100"/>
                </a:cubicBezTo>
                <a:cubicBezTo>
                  <a:pt x="103" y="101"/>
                  <a:pt x="103" y="101"/>
                  <a:pt x="103" y="101"/>
                </a:cubicBezTo>
                <a:cubicBezTo>
                  <a:pt x="103" y="101"/>
                  <a:pt x="103" y="101"/>
                  <a:pt x="103" y="101"/>
                </a:cubicBezTo>
                <a:cubicBezTo>
                  <a:pt x="104" y="102"/>
                  <a:pt x="104" y="102"/>
                  <a:pt x="104" y="102"/>
                </a:cubicBezTo>
                <a:cubicBezTo>
                  <a:pt x="105" y="102"/>
                  <a:pt x="105" y="102"/>
                  <a:pt x="105" y="102"/>
                </a:cubicBezTo>
                <a:cubicBezTo>
                  <a:pt x="105" y="103"/>
                  <a:pt x="105" y="103"/>
                  <a:pt x="105" y="103"/>
                </a:cubicBezTo>
                <a:cubicBezTo>
                  <a:pt x="106" y="104"/>
                  <a:pt x="106" y="104"/>
                  <a:pt x="106" y="104"/>
                </a:cubicBezTo>
                <a:close/>
                <a:moveTo>
                  <a:pt x="130" y="82"/>
                </a:moveTo>
                <a:cubicBezTo>
                  <a:pt x="130" y="82"/>
                  <a:pt x="130" y="82"/>
                  <a:pt x="130" y="82"/>
                </a:cubicBezTo>
                <a:cubicBezTo>
                  <a:pt x="130" y="82"/>
                  <a:pt x="130" y="82"/>
                  <a:pt x="130" y="82"/>
                </a:cubicBezTo>
                <a:cubicBezTo>
                  <a:pt x="130" y="82"/>
                  <a:pt x="130" y="82"/>
                  <a:pt x="130" y="82"/>
                </a:cubicBezTo>
                <a:close/>
                <a:moveTo>
                  <a:pt x="128" y="81"/>
                </a:moveTo>
                <a:cubicBezTo>
                  <a:pt x="129" y="82"/>
                  <a:pt x="129" y="82"/>
                  <a:pt x="129" y="82"/>
                </a:cubicBezTo>
                <a:cubicBezTo>
                  <a:pt x="130" y="82"/>
                  <a:pt x="130" y="82"/>
                  <a:pt x="130" y="82"/>
                </a:cubicBezTo>
                <a:cubicBezTo>
                  <a:pt x="130" y="82"/>
                  <a:pt x="130" y="82"/>
                  <a:pt x="130" y="82"/>
                </a:cubicBezTo>
                <a:cubicBezTo>
                  <a:pt x="129" y="81"/>
                  <a:pt x="129" y="81"/>
                  <a:pt x="129" y="81"/>
                </a:cubicBezTo>
                <a:lnTo>
                  <a:pt x="128" y="81"/>
                </a:lnTo>
                <a:close/>
                <a:moveTo>
                  <a:pt x="116" y="81"/>
                </a:moveTo>
                <a:cubicBezTo>
                  <a:pt x="115" y="81"/>
                  <a:pt x="115" y="81"/>
                  <a:pt x="115" y="81"/>
                </a:cubicBezTo>
                <a:cubicBezTo>
                  <a:pt x="115" y="82"/>
                  <a:pt x="115" y="82"/>
                  <a:pt x="115" y="82"/>
                </a:cubicBezTo>
                <a:cubicBezTo>
                  <a:pt x="116" y="82"/>
                  <a:pt x="116" y="82"/>
                  <a:pt x="116" y="82"/>
                </a:cubicBezTo>
                <a:lnTo>
                  <a:pt x="116" y="81"/>
                </a:lnTo>
                <a:close/>
                <a:moveTo>
                  <a:pt x="116" y="80"/>
                </a:moveTo>
                <a:cubicBezTo>
                  <a:pt x="116" y="81"/>
                  <a:pt x="116" y="81"/>
                  <a:pt x="116" y="81"/>
                </a:cubicBezTo>
                <a:cubicBezTo>
                  <a:pt x="116" y="82"/>
                  <a:pt x="116" y="82"/>
                  <a:pt x="116" y="82"/>
                </a:cubicBezTo>
                <a:cubicBezTo>
                  <a:pt x="117" y="82"/>
                  <a:pt x="117" y="82"/>
                  <a:pt x="117" y="82"/>
                </a:cubicBezTo>
                <a:cubicBezTo>
                  <a:pt x="118" y="80"/>
                  <a:pt x="118" y="80"/>
                  <a:pt x="118" y="80"/>
                </a:cubicBezTo>
                <a:cubicBezTo>
                  <a:pt x="117" y="80"/>
                  <a:pt x="117" y="80"/>
                  <a:pt x="117" y="80"/>
                </a:cubicBezTo>
                <a:lnTo>
                  <a:pt x="116" y="80"/>
                </a:lnTo>
                <a:close/>
                <a:moveTo>
                  <a:pt x="106" y="57"/>
                </a:moveTo>
                <a:cubicBezTo>
                  <a:pt x="106" y="56"/>
                  <a:pt x="106" y="56"/>
                  <a:pt x="106" y="56"/>
                </a:cubicBezTo>
                <a:cubicBezTo>
                  <a:pt x="105" y="57"/>
                  <a:pt x="105" y="58"/>
                  <a:pt x="105" y="58"/>
                </a:cubicBezTo>
                <a:cubicBezTo>
                  <a:pt x="106" y="58"/>
                  <a:pt x="106" y="57"/>
                  <a:pt x="106" y="57"/>
                </a:cubicBezTo>
                <a:close/>
                <a:moveTo>
                  <a:pt x="125" y="107"/>
                </a:moveTo>
                <a:cubicBezTo>
                  <a:pt x="128" y="107"/>
                  <a:pt x="131" y="105"/>
                  <a:pt x="132" y="103"/>
                </a:cubicBezTo>
                <a:cubicBezTo>
                  <a:pt x="131" y="103"/>
                  <a:pt x="130" y="104"/>
                  <a:pt x="129" y="104"/>
                </a:cubicBezTo>
                <a:cubicBezTo>
                  <a:pt x="127" y="104"/>
                  <a:pt x="126" y="104"/>
                  <a:pt x="125" y="106"/>
                </a:cubicBezTo>
                <a:lnTo>
                  <a:pt x="125" y="107"/>
                </a:lnTo>
                <a:close/>
                <a:moveTo>
                  <a:pt x="145" y="102"/>
                </a:moveTo>
                <a:cubicBezTo>
                  <a:pt x="145" y="100"/>
                  <a:pt x="145" y="100"/>
                  <a:pt x="145" y="100"/>
                </a:cubicBezTo>
                <a:cubicBezTo>
                  <a:pt x="146" y="100"/>
                  <a:pt x="146" y="100"/>
                  <a:pt x="146" y="100"/>
                </a:cubicBezTo>
                <a:cubicBezTo>
                  <a:pt x="143" y="100"/>
                  <a:pt x="143" y="100"/>
                  <a:pt x="143" y="100"/>
                </a:cubicBezTo>
                <a:cubicBezTo>
                  <a:pt x="144" y="100"/>
                  <a:pt x="144" y="100"/>
                  <a:pt x="144" y="100"/>
                </a:cubicBezTo>
                <a:cubicBezTo>
                  <a:pt x="141" y="100"/>
                  <a:pt x="141" y="99"/>
                  <a:pt x="138" y="100"/>
                </a:cubicBezTo>
                <a:cubicBezTo>
                  <a:pt x="137" y="100"/>
                  <a:pt x="137" y="100"/>
                  <a:pt x="137" y="100"/>
                </a:cubicBezTo>
                <a:cubicBezTo>
                  <a:pt x="137" y="101"/>
                  <a:pt x="137" y="101"/>
                  <a:pt x="137" y="101"/>
                </a:cubicBezTo>
                <a:cubicBezTo>
                  <a:pt x="136" y="101"/>
                  <a:pt x="136" y="101"/>
                  <a:pt x="136" y="101"/>
                </a:cubicBezTo>
                <a:cubicBezTo>
                  <a:pt x="136" y="102"/>
                  <a:pt x="136" y="102"/>
                  <a:pt x="136" y="102"/>
                </a:cubicBezTo>
                <a:cubicBezTo>
                  <a:pt x="137" y="103"/>
                  <a:pt x="137" y="103"/>
                  <a:pt x="137" y="103"/>
                </a:cubicBezTo>
                <a:cubicBezTo>
                  <a:pt x="138" y="102"/>
                  <a:pt x="138" y="102"/>
                  <a:pt x="138" y="102"/>
                </a:cubicBezTo>
                <a:cubicBezTo>
                  <a:pt x="139" y="102"/>
                  <a:pt x="139" y="102"/>
                  <a:pt x="139" y="102"/>
                </a:cubicBezTo>
                <a:cubicBezTo>
                  <a:pt x="140" y="102"/>
                  <a:pt x="140" y="102"/>
                  <a:pt x="140" y="102"/>
                </a:cubicBezTo>
                <a:cubicBezTo>
                  <a:pt x="140" y="103"/>
                  <a:pt x="140" y="103"/>
                  <a:pt x="140" y="103"/>
                </a:cubicBezTo>
                <a:cubicBezTo>
                  <a:pt x="142" y="104"/>
                  <a:pt x="143" y="102"/>
                  <a:pt x="144" y="102"/>
                </a:cubicBezTo>
                <a:lnTo>
                  <a:pt x="145" y="102"/>
                </a:lnTo>
                <a:close/>
                <a:moveTo>
                  <a:pt x="128" y="83"/>
                </a:moveTo>
                <a:cubicBezTo>
                  <a:pt x="127" y="83"/>
                  <a:pt x="127" y="83"/>
                  <a:pt x="127" y="83"/>
                </a:cubicBezTo>
                <a:cubicBezTo>
                  <a:pt x="127" y="83"/>
                  <a:pt x="127" y="83"/>
                  <a:pt x="127" y="83"/>
                </a:cubicBezTo>
                <a:cubicBezTo>
                  <a:pt x="128" y="82"/>
                  <a:pt x="128" y="82"/>
                  <a:pt x="128" y="82"/>
                </a:cubicBezTo>
                <a:cubicBezTo>
                  <a:pt x="128" y="81"/>
                  <a:pt x="128" y="81"/>
                  <a:pt x="128" y="81"/>
                </a:cubicBezTo>
                <a:cubicBezTo>
                  <a:pt x="127" y="81"/>
                  <a:pt x="127" y="81"/>
                  <a:pt x="127" y="81"/>
                </a:cubicBezTo>
                <a:cubicBezTo>
                  <a:pt x="127" y="81"/>
                  <a:pt x="127" y="81"/>
                  <a:pt x="127" y="81"/>
                </a:cubicBezTo>
                <a:cubicBezTo>
                  <a:pt x="127" y="81"/>
                  <a:pt x="127" y="81"/>
                  <a:pt x="127" y="81"/>
                </a:cubicBezTo>
                <a:cubicBezTo>
                  <a:pt x="126" y="80"/>
                  <a:pt x="126" y="80"/>
                  <a:pt x="126" y="80"/>
                </a:cubicBezTo>
                <a:cubicBezTo>
                  <a:pt x="126" y="80"/>
                  <a:pt x="126" y="80"/>
                  <a:pt x="126" y="80"/>
                </a:cubicBezTo>
                <a:cubicBezTo>
                  <a:pt x="125" y="80"/>
                  <a:pt x="125" y="80"/>
                  <a:pt x="125" y="80"/>
                </a:cubicBezTo>
                <a:cubicBezTo>
                  <a:pt x="122" y="80"/>
                  <a:pt x="122" y="80"/>
                  <a:pt x="122" y="80"/>
                </a:cubicBezTo>
                <a:cubicBezTo>
                  <a:pt x="122" y="81"/>
                  <a:pt x="122" y="81"/>
                  <a:pt x="122" y="81"/>
                </a:cubicBezTo>
                <a:cubicBezTo>
                  <a:pt x="122" y="82"/>
                  <a:pt x="122" y="82"/>
                  <a:pt x="122" y="82"/>
                </a:cubicBezTo>
                <a:cubicBezTo>
                  <a:pt x="123" y="83"/>
                  <a:pt x="123" y="83"/>
                  <a:pt x="123" y="83"/>
                </a:cubicBezTo>
                <a:cubicBezTo>
                  <a:pt x="124" y="83"/>
                  <a:pt x="124" y="83"/>
                  <a:pt x="124" y="83"/>
                </a:cubicBezTo>
                <a:cubicBezTo>
                  <a:pt x="124" y="84"/>
                  <a:pt x="124" y="84"/>
                  <a:pt x="124" y="84"/>
                </a:cubicBezTo>
                <a:cubicBezTo>
                  <a:pt x="124" y="85"/>
                  <a:pt x="124" y="85"/>
                  <a:pt x="124" y="85"/>
                </a:cubicBezTo>
                <a:cubicBezTo>
                  <a:pt x="125" y="85"/>
                  <a:pt x="125" y="85"/>
                  <a:pt x="125" y="85"/>
                </a:cubicBezTo>
                <a:cubicBezTo>
                  <a:pt x="125" y="86"/>
                  <a:pt x="125" y="86"/>
                  <a:pt x="125" y="86"/>
                </a:cubicBezTo>
                <a:cubicBezTo>
                  <a:pt x="124" y="86"/>
                  <a:pt x="124" y="86"/>
                  <a:pt x="124" y="86"/>
                </a:cubicBezTo>
                <a:cubicBezTo>
                  <a:pt x="124" y="87"/>
                  <a:pt x="124" y="87"/>
                  <a:pt x="124" y="87"/>
                </a:cubicBezTo>
                <a:cubicBezTo>
                  <a:pt x="124" y="87"/>
                  <a:pt x="124" y="87"/>
                  <a:pt x="124" y="87"/>
                </a:cubicBezTo>
                <a:cubicBezTo>
                  <a:pt x="123" y="88"/>
                  <a:pt x="123" y="88"/>
                  <a:pt x="123" y="88"/>
                </a:cubicBezTo>
                <a:cubicBezTo>
                  <a:pt x="122" y="88"/>
                  <a:pt x="122" y="88"/>
                  <a:pt x="122" y="88"/>
                </a:cubicBezTo>
                <a:cubicBezTo>
                  <a:pt x="123" y="89"/>
                  <a:pt x="123" y="89"/>
                  <a:pt x="123" y="89"/>
                </a:cubicBezTo>
                <a:cubicBezTo>
                  <a:pt x="123" y="89"/>
                  <a:pt x="123" y="89"/>
                  <a:pt x="123" y="89"/>
                </a:cubicBezTo>
                <a:cubicBezTo>
                  <a:pt x="124" y="90"/>
                  <a:pt x="124" y="90"/>
                  <a:pt x="124" y="91"/>
                </a:cubicBezTo>
                <a:cubicBezTo>
                  <a:pt x="125" y="91"/>
                  <a:pt x="125" y="91"/>
                  <a:pt x="125" y="91"/>
                </a:cubicBezTo>
                <a:cubicBezTo>
                  <a:pt x="125" y="91"/>
                  <a:pt x="125" y="91"/>
                  <a:pt x="125" y="91"/>
                </a:cubicBezTo>
                <a:cubicBezTo>
                  <a:pt x="126" y="90"/>
                  <a:pt x="126" y="90"/>
                  <a:pt x="126" y="90"/>
                </a:cubicBezTo>
                <a:cubicBezTo>
                  <a:pt x="127" y="89"/>
                  <a:pt x="127" y="89"/>
                  <a:pt x="127" y="89"/>
                </a:cubicBezTo>
                <a:cubicBezTo>
                  <a:pt x="127" y="88"/>
                  <a:pt x="127" y="88"/>
                  <a:pt x="127" y="88"/>
                </a:cubicBezTo>
                <a:cubicBezTo>
                  <a:pt x="127" y="88"/>
                  <a:pt x="127" y="88"/>
                  <a:pt x="127" y="88"/>
                </a:cubicBezTo>
                <a:cubicBezTo>
                  <a:pt x="128" y="87"/>
                  <a:pt x="128" y="87"/>
                  <a:pt x="128" y="87"/>
                </a:cubicBezTo>
                <a:cubicBezTo>
                  <a:pt x="128" y="86"/>
                  <a:pt x="128" y="86"/>
                  <a:pt x="128" y="86"/>
                </a:cubicBezTo>
                <a:cubicBezTo>
                  <a:pt x="127" y="85"/>
                  <a:pt x="127" y="84"/>
                  <a:pt x="128" y="83"/>
                </a:cubicBezTo>
                <a:close/>
                <a:moveTo>
                  <a:pt x="135" y="67"/>
                </a:moveTo>
                <a:cubicBezTo>
                  <a:pt x="135" y="67"/>
                  <a:pt x="135" y="67"/>
                  <a:pt x="135" y="67"/>
                </a:cubicBezTo>
                <a:cubicBezTo>
                  <a:pt x="134" y="66"/>
                  <a:pt x="134" y="66"/>
                  <a:pt x="134" y="66"/>
                </a:cubicBezTo>
                <a:cubicBezTo>
                  <a:pt x="134" y="65"/>
                  <a:pt x="133" y="64"/>
                  <a:pt x="133" y="64"/>
                </a:cubicBezTo>
                <a:cubicBezTo>
                  <a:pt x="132" y="63"/>
                  <a:pt x="131" y="63"/>
                  <a:pt x="132" y="61"/>
                </a:cubicBezTo>
                <a:cubicBezTo>
                  <a:pt x="131" y="61"/>
                  <a:pt x="131" y="61"/>
                  <a:pt x="131" y="61"/>
                </a:cubicBezTo>
                <a:cubicBezTo>
                  <a:pt x="131" y="61"/>
                  <a:pt x="131" y="60"/>
                  <a:pt x="131" y="60"/>
                </a:cubicBezTo>
                <a:cubicBezTo>
                  <a:pt x="130" y="60"/>
                  <a:pt x="129" y="60"/>
                  <a:pt x="127" y="60"/>
                </a:cubicBezTo>
                <a:cubicBezTo>
                  <a:pt x="128" y="61"/>
                  <a:pt x="128" y="61"/>
                  <a:pt x="128" y="61"/>
                </a:cubicBezTo>
                <a:cubicBezTo>
                  <a:pt x="127" y="62"/>
                  <a:pt x="126" y="62"/>
                  <a:pt x="125" y="63"/>
                </a:cubicBezTo>
                <a:cubicBezTo>
                  <a:pt x="125" y="62"/>
                  <a:pt x="125" y="62"/>
                  <a:pt x="125" y="62"/>
                </a:cubicBezTo>
                <a:cubicBezTo>
                  <a:pt x="125" y="63"/>
                  <a:pt x="124" y="63"/>
                  <a:pt x="123" y="63"/>
                </a:cubicBezTo>
                <a:cubicBezTo>
                  <a:pt x="123" y="62"/>
                  <a:pt x="123" y="62"/>
                  <a:pt x="123" y="62"/>
                </a:cubicBezTo>
                <a:cubicBezTo>
                  <a:pt x="122" y="63"/>
                  <a:pt x="122" y="63"/>
                  <a:pt x="122" y="63"/>
                </a:cubicBezTo>
                <a:cubicBezTo>
                  <a:pt x="122" y="65"/>
                  <a:pt x="122" y="65"/>
                  <a:pt x="122" y="65"/>
                </a:cubicBezTo>
                <a:cubicBezTo>
                  <a:pt x="121" y="66"/>
                  <a:pt x="123" y="67"/>
                  <a:pt x="124" y="67"/>
                </a:cubicBezTo>
                <a:cubicBezTo>
                  <a:pt x="126" y="68"/>
                  <a:pt x="127" y="67"/>
                  <a:pt x="128" y="65"/>
                </a:cubicBezTo>
                <a:cubicBezTo>
                  <a:pt x="128" y="65"/>
                  <a:pt x="128" y="65"/>
                  <a:pt x="128" y="65"/>
                </a:cubicBezTo>
                <a:cubicBezTo>
                  <a:pt x="129" y="65"/>
                  <a:pt x="129" y="65"/>
                  <a:pt x="129" y="65"/>
                </a:cubicBezTo>
                <a:cubicBezTo>
                  <a:pt x="130" y="65"/>
                  <a:pt x="130" y="65"/>
                  <a:pt x="130" y="65"/>
                </a:cubicBezTo>
                <a:cubicBezTo>
                  <a:pt x="129" y="66"/>
                  <a:pt x="129" y="66"/>
                  <a:pt x="129" y="66"/>
                </a:cubicBezTo>
                <a:cubicBezTo>
                  <a:pt x="128" y="67"/>
                  <a:pt x="128" y="67"/>
                  <a:pt x="128" y="67"/>
                </a:cubicBezTo>
                <a:cubicBezTo>
                  <a:pt x="127" y="67"/>
                  <a:pt x="127" y="67"/>
                  <a:pt x="127" y="67"/>
                </a:cubicBezTo>
                <a:cubicBezTo>
                  <a:pt x="127" y="67"/>
                  <a:pt x="127" y="67"/>
                  <a:pt x="127" y="67"/>
                </a:cubicBezTo>
                <a:cubicBezTo>
                  <a:pt x="126" y="68"/>
                  <a:pt x="126" y="68"/>
                  <a:pt x="126" y="68"/>
                </a:cubicBezTo>
                <a:cubicBezTo>
                  <a:pt x="128" y="69"/>
                  <a:pt x="128" y="69"/>
                  <a:pt x="130" y="70"/>
                </a:cubicBezTo>
                <a:cubicBezTo>
                  <a:pt x="132" y="70"/>
                  <a:pt x="133" y="71"/>
                  <a:pt x="135" y="70"/>
                </a:cubicBezTo>
                <a:cubicBezTo>
                  <a:pt x="135" y="69"/>
                  <a:pt x="134" y="68"/>
                  <a:pt x="133" y="67"/>
                </a:cubicBezTo>
                <a:cubicBezTo>
                  <a:pt x="133" y="67"/>
                  <a:pt x="133" y="67"/>
                  <a:pt x="133" y="67"/>
                </a:cubicBezTo>
                <a:cubicBezTo>
                  <a:pt x="134" y="67"/>
                  <a:pt x="134" y="67"/>
                  <a:pt x="134" y="67"/>
                </a:cubicBezTo>
                <a:cubicBezTo>
                  <a:pt x="134" y="68"/>
                  <a:pt x="134" y="68"/>
                  <a:pt x="134" y="68"/>
                </a:cubicBezTo>
                <a:cubicBezTo>
                  <a:pt x="134" y="69"/>
                  <a:pt x="134" y="69"/>
                  <a:pt x="134" y="69"/>
                </a:cubicBezTo>
                <a:cubicBezTo>
                  <a:pt x="135" y="69"/>
                  <a:pt x="135" y="69"/>
                  <a:pt x="135" y="69"/>
                </a:cubicBezTo>
                <a:cubicBezTo>
                  <a:pt x="136" y="69"/>
                  <a:pt x="136" y="69"/>
                  <a:pt x="136" y="69"/>
                </a:cubicBezTo>
                <a:cubicBezTo>
                  <a:pt x="136" y="68"/>
                  <a:pt x="136" y="68"/>
                  <a:pt x="136" y="68"/>
                </a:cubicBezTo>
                <a:cubicBezTo>
                  <a:pt x="135" y="68"/>
                  <a:pt x="135" y="68"/>
                  <a:pt x="135" y="68"/>
                </a:cubicBezTo>
                <a:lnTo>
                  <a:pt x="135" y="67"/>
                </a:lnTo>
                <a:close/>
                <a:moveTo>
                  <a:pt x="112" y="50"/>
                </a:moveTo>
                <a:cubicBezTo>
                  <a:pt x="112" y="49"/>
                  <a:pt x="112" y="49"/>
                  <a:pt x="112" y="49"/>
                </a:cubicBezTo>
                <a:cubicBezTo>
                  <a:pt x="112" y="49"/>
                  <a:pt x="112" y="49"/>
                  <a:pt x="112" y="49"/>
                </a:cubicBezTo>
                <a:cubicBezTo>
                  <a:pt x="112" y="48"/>
                  <a:pt x="112" y="48"/>
                  <a:pt x="112" y="48"/>
                </a:cubicBezTo>
                <a:cubicBezTo>
                  <a:pt x="112" y="48"/>
                  <a:pt x="112" y="48"/>
                  <a:pt x="112" y="48"/>
                </a:cubicBezTo>
                <a:cubicBezTo>
                  <a:pt x="112" y="47"/>
                  <a:pt x="112" y="47"/>
                  <a:pt x="112" y="47"/>
                </a:cubicBezTo>
                <a:cubicBezTo>
                  <a:pt x="113" y="47"/>
                  <a:pt x="113" y="47"/>
                  <a:pt x="113" y="47"/>
                </a:cubicBezTo>
                <a:cubicBezTo>
                  <a:pt x="113" y="46"/>
                  <a:pt x="113" y="46"/>
                  <a:pt x="114" y="45"/>
                </a:cubicBezTo>
                <a:cubicBezTo>
                  <a:pt x="114" y="44"/>
                  <a:pt x="114" y="44"/>
                  <a:pt x="114" y="44"/>
                </a:cubicBezTo>
                <a:cubicBezTo>
                  <a:pt x="112" y="44"/>
                  <a:pt x="112" y="45"/>
                  <a:pt x="111" y="46"/>
                </a:cubicBezTo>
                <a:cubicBezTo>
                  <a:pt x="111" y="46"/>
                  <a:pt x="111" y="46"/>
                  <a:pt x="111" y="46"/>
                </a:cubicBezTo>
                <a:cubicBezTo>
                  <a:pt x="110" y="45"/>
                  <a:pt x="110" y="45"/>
                  <a:pt x="110" y="45"/>
                </a:cubicBezTo>
                <a:cubicBezTo>
                  <a:pt x="110" y="45"/>
                  <a:pt x="110" y="45"/>
                  <a:pt x="110" y="45"/>
                </a:cubicBezTo>
                <a:cubicBezTo>
                  <a:pt x="108" y="45"/>
                  <a:pt x="108" y="45"/>
                  <a:pt x="108" y="45"/>
                </a:cubicBezTo>
                <a:cubicBezTo>
                  <a:pt x="108" y="45"/>
                  <a:pt x="108" y="45"/>
                  <a:pt x="108" y="45"/>
                </a:cubicBezTo>
                <a:cubicBezTo>
                  <a:pt x="106" y="45"/>
                  <a:pt x="106" y="45"/>
                  <a:pt x="106" y="45"/>
                </a:cubicBezTo>
                <a:cubicBezTo>
                  <a:pt x="106" y="45"/>
                  <a:pt x="106" y="45"/>
                  <a:pt x="106" y="45"/>
                </a:cubicBezTo>
                <a:cubicBezTo>
                  <a:pt x="106" y="46"/>
                  <a:pt x="106" y="46"/>
                  <a:pt x="106" y="46"/>
                </a:cubicBezTo>
                <a:cubicBezTo>
                  <a:pt x="107" y="47"/>
                  <a:pt x="107" y="47"/>
                  <a:pt x="107" y="47"/>
                </a:cubicBezTo>
                <a:cubicBezTo>
                  <a:pt x="106" y="48"/>
                  <a:pt x="106" y="48"/>
                  <a:pt x="106" y="48"/>
                </a:cubicBezTo>
                <a:cubicBezTo>
                  <a:pt x="107" y="49"/>
                  <a:pt x="107" y="49"/>
                  <a:pt x="107" y="49"/>
                </a:cubicBezTo>
                <a:cubicBezTo>
                  <a:pt x="106" y="49"/>
                  <a:pt x="106" y="49"/>
                  <a:pt x="106" y="49"/>
                </a:cubicBezTo>
                <a:cubicBezTo>
                  <a:pt x="108" y="49"/>
                  <a:pt x="108" y="49"/>
                  <a:pt x="108" y="49"/>
                </a:cubicBezTo>
                <a:cubicBezTo>
                  <a:pt x="108" y="49"/>
                  <a:pt x="108" y="49"/>
                  <a:pt x="108" y="49"/>
                </a:cubicBezTo>
                <a:cubicBezTo>
                  <a:pt x="109" y="49"/>
                  <a:pt x="109" y="49"/>
                  <a:pt x="109" y="49"/>
                </a:cubicBezTo>
                <a:cubicBezTo>
                  <a:pt x="109" y="49"/>
                  <a:pt x="109" y="49"/>
                  <a:pt x="109" y="49"/>
                </a:cubicBezTo>
                <a:cubicBezTo>
                  <a:pt x="108" y="50"/>
                  <a:pt x="108" y="50"/>
                  <a:pt x="108" y="50"/>
                </a:cubicBezTo>
                <a:cubicBezTo>
                  <a:pt x="109" y="50"/>
                  <a:pt x="109" y="50"/>
                  <a:pt x="109" y="50"/>
                </a:cubicBezTo>
                <a:cubicBezTo>
                  <a:pt x="109" y="49"/>
                  <a:pt x="109" y="49"/>
                  <a:pt x="109" y="49"/>
                </a:cubicBezTo>
                <a:cubicBezTo>
                  <a:pt x="109" y="49"/>
                  <a:pt x="109" y="49"/>
                  <a:pt x="109" y="49"/>
                </a:cubicBezTo>
                <a:cubicBezTo>
                  <a:pt x="109" y="48"/>
                  <a:pt x="109" y="48"/>
                  <a:pt x="109" y="48"/>
                </a:cubicBezTo>
                <a:cubicBezTo>
                  <a:pt x="110" y="48"/>
                  <a:pt x="110" y="48"/>
                  <a:pt x="110" y="48"/>
                </a:cubicBezTo>
                <a:cubicBezTo>
                  <a:pt x="109" y="48"/>
                  <a:pt x="109" y="48"/>
                  <a:pt x="109" y="48"/>
                </a:cubicBezTo>
                <a:cubicBezTo>
                  <a:pt x="110" y="47"/>
                  <a:pt x="110" y="47"/>
                  <a:pt x="110" y="47"/>
                </a:cubicBezTo>
                <a:cubicBezTo>
                  <a:pt x="110" y="47"/>
                  <a:pt x="110" y="47"/>
                  <a:pt x="110" y="47"/>
                </a:cubicBezTo>
                <a:cubicBezTo>
                  <a:pt x="111" y="48"/>
                  <a:pt x="111" y="48"/>
                  <a:pt x="111" y="48"/>
                </a:cubicBezTo>
                <a:cubicBezTo>
                  <a:pt x="110" y="49"/>
                  <a:pt x="110" y="49"/>
                  <a:pt x="110" y="49"/>
                </a:cubicBezTo>
                <a:cubicBezTo>
                  <a:pt x="111" y="49"/>
                  <a:pt x="111" y="49"/>
                  <a:pt x="111" y="49"/>
                </a:cubicBezTo>
                <a:cubicBezTo>
                  <a:pt x="111" y="50"/>
                  <a:pt x="111" y="50"/>
                  <a:pt x="111" y="50"/>
                </a:cubicBezTo>
                <a:lnTo>
                  <a:pt x="112" y="50"/>
                </a:lnTo>
                <a:close/>
                <a:moveTo>
                  <a:pt x="93" y="97"/>
                </a:moveTo>
                <a:cubicBezTo>
                  <a:pt x="93" y="98"/>
                  <a:pt x="93" y="98"/>
                  <a:pt x="93" y="98"/>
                </a:cubicBezTo>
                <a:cubicBezTo>
                  <a:pt x="93" y="98"/>
                  <a:pt x="93" y="98"/>
                  <a:pt x="93" y="98"/>
                </a:cubicBezTo>
                <a:cubicBezTo>
                  <a:pt x="93" y="98"/>
                  <a:pt x="93" y="98"/>
                  <a:pt x="93" y="98"/>
                </a:cubicBezTo>
                <a:cubicBezTo>
                  <a:pt x="94" y="98"/>
                  <a:pt x="94" y="98"/>
                  <a:pt x="94" y="98"/>
                </a:cubicBezTo>
                <a:lnTo>
                  <a:pt x="93" y="97"/>
                </a:lnTo>
                <a:close/>
                <a:moveTo>
                  <a:pt x="94" y="74"/>
                </a:moveTo>
                <a:cubicBezTo>
                  <a:pt x="94" y="75"/>
                  <a:pt x="94" y="75"/>
                  <a:pt x="94" y="75"/>
                </a:cubicBezTo>
                <a:cubicBezTo>
                  <a:pt x="94" y="75"/>
                  <a:pt x="94" y="75"/>
                  <a:pt x="94" y="75"/>
                </a:cubicBezTo>
                <a:cubicBezTo>
                  <a:pt x="94" y="75"/>
                  <a:pt x="94" y="75"/>
                  <a:pt x="94" y="75"/>
                </a:cubicBezTo>
                <a:lnTo>
                  <a:pt x="94" y="74"/>
                </a:lnTo>
                <a:close/>
                <a:moveTo>
                  <a:pt x="97" y="76"/>
                </a:moveTo>
                <a:cubicBezTo>
                  <a:pt x="98" y="76"/>
                  <a:pt x="98" y="76"/>
                  <a:pt x="98" y="76"/>
                </a:cubicBezTo>
                <a:cubicBezTo>
                  <a:pt x="98" y="76"/>
                  <a:pt x="98" y="76"/>
                  <a:pt x="98" y="76"/>
                </a:cubicBezTo>
                <a:cubicBezTo>
                  <a:pt x="98" y="76"/>
                  <a:pt x="98" y="76"/>
                  <a:pt x="98" y="76"/>
                </a:cubicBezTo>
                <a:cubicBezTo>
                  <a:pt x="99" y="76"/>
                  <a:pt x="99" y="76"/>
                  <a:pt x="99" y="76"/>
                </a:cubicBezTo>
                <a:cubicBezTo>
                  <a:pt x="99" y="76"/>
                  <a:pt x="99" y="76"/>
                  <a:pt x="99" y="76"/>
                </a:cubicBezTo>
                <a:cubicBezTo>
                  <a:pt x="100" y="76"/>
                  <a:pt x="100" y="76"/>
                  <a:pt x="100" y="76"/>
                </a:cubicBezTo>
                <a:cubicBezTo>
                  <a:pt x="100" y="75"/>
                  <a:pt x="99" y="74"/>
                  <a:pt x="98" y="74"/>
                </a:cubicBezTo>
                <a:cubicBezTo>
                  <a:pt x="98" y="74"/>
                  <a:pt x="98" y="74"/>
                  <a:pt x="98" y="74"/>
                </a:cubicBezTo>
                <a:cubicBezTo>
                  <a:pt x="98" y="72"/>
                  <a:pt x="98" y="72"/>
                  <a:pt x="98" y="72"/>
                </a:cubicBezTo>
                <a:cubicBezTo>
                  <a:pt x="96" y="71"/>
                  <a:pt x="96" y="71"/>
                  <a:pt x="96" y="71"/>
                </a:cubicBezTo>
                <a:cubicBezTo>
                  <a:pt x="96" y="72"/>
                  <a:pt x="96" y="72"/>
                  <a:pt x="96" y="72"/>
                </a:cubicBezTo>
                <a:cubicBezTo>
                  <a:pt x="96" y="73"/>
                  <a:pt x="96" y="73"/>
                  <a:pt x="96" y="73"/>
                </a:cubicBezTo>
                <a:cubicBezTo>
                  <a:pt x="95" y="74"/>
                  <a:pt x="95" y="74"/>
                  <a:pt x="95" y="74"/>
                </a:cubicBezTo>
                <a:cubicBezTo>
                  <a:pt x="96" y="74"/>
                  <a:pt x="96" y="74"/>
                  <a:pt x="96" y="74"/>
                </a:cubicBezTo>
                <a:cubicBezTo>
                  <a:pt x="97" y="75"/>
                  <a:pt x="97" y="75"/>
                  <a:pt x="97" y="75"/>
                </a:cubicBezTo>
                <a:cubicBezTo>
                  <a:pt x="98" y="74"/>
                  <a:pt x="98" y="74"/>
                  <a:pt x="98" y="74"/>
                </a:cubicBezTo>
                <a:cubicBezTo>
                  <a:pt x="98" y="75"/>
                  <a:pt x="98" y="75"/>
                  <a:pt x="98" y="75"/>
                </a:cubicBezTo>
                <a:lnTo>
                  <a:pt x="97" y="76"/>
                </a:lnTo>
                <a:close/>
                <a:moveTo>
                  <a:pt x="81" y="76"/>
                </a:moveTo>
                <a:cubicBezTo>
                  <a:pt x="80" y="76"/>
                  <a:pt x="80" y="76"/>
                  <a:pt x="80" y="76"/>
                </a:cubicBezTo>
                <a:cubicBezTo>
                  <a:pt x="80" y="76"/>
                  <a:pt x="80" y="76"/>
                  <a:pt x="80" y="76"/>
                </a:cubicBezTo>
                <a:cubicBezTo>
                  <a:pt x="78" y="76"/>
                  <a:pt x="78" y="76"/>
                  <a:pt x="78" y="76"/>
                </a:cubicBezTo>
                <a:cubicBezTo>
                  <a:pt x="78" y="76"/>
                  <a:pt x="78" y="76"/>
                  <a:pt x="78" y="76"/>
                </a:cubicBezTo>
                <a:cubicBezTo>
                  <a:pt x="76" y="75"/>
                  <a:pt x="75" y="73"/>
                  <a:pt x="75" y="72"/>
                </a:cubicBezTo>
                <a:cubicBezTo>
                  <a:pt x="75" y="71"/>
                  <a:pt x="75" y="71"/>
                  <a:pt x="75" y="71"/>
                </a:cubicBezTo>
                <a:cubicBezTo>
                  <a:pt x="75" y="69"/>
                  <a:pt x="72" y="70"/>
                  <a:pt x="71" y="70"/>
                </a:cubicBezTo>
                <a:cubicBezTo>
                  <a:pt x="70" y="70"/>
                  <a:pt x="70" y="70"/>
                  <a:pt x="70" y="70"/>
                </a:cubicBezTo>
                <a:cubicBezTo>
                  <a:pt x="69" y="71"/>
                  <a:pt x="69" y="71"/>
                  <a:pt x="69" y="71"/>
                </a:cubicBezTo>
                <a:cubicBezTo>
                  <a:pt x="69" y="71"/>
                  <a:pt x="69" y="71"/>
                  <a:pt x="69" y="71"/>
                </a:cubicBezTo>
                <a:cubicBezTo>
                  <a:pt x="68" y="72"/>
                  <a:pt x="68" y="72"/>
                  <a:pt x="68" y="72"/>
                </a:cubicBezTo>
                <a:cubicBezTo>
                  <a:pt x="68" y="73"/>
                  <a:pt x="66" y="73"/>
                  <a:pt x="65" y="74"/>
                </a:cubicBezTo>
                <a:cubicBezTo>
                  <a:pt x="64" y="75"/>
                  <a:pt x="64" y="75"/>
                  <a:pt x="64" y="75"/>
                </a:cubicBezTo>
                <a:cubicBezTo>
                  <a:pt x="65" y="74"/>
                  <a:pt x="66" y="74"/>
                  <a:pt x="67" y="74"/>
                </a:cubicBezTo>
                <a:cubicBezTo>
                  <a:pt x="67" y="74"/>
                  <a:pt x="67" y="73"/>
                  <a:pt x="67" y="73"/>
                </a:cubicBezTo>
                <a:cubicBezTo>
                  <a:pt x="68" y="73"/>
                  <a:pt x="68" y="74"/>
                  <a:pt x="69" y="74"/>
                </a:cubicBezTo>
                <a:cubicBezTo>
                  <a:pt x="71" y="74"/>
                  <a:pt x="72" y="75"/>
                  <a:pt x="73" y="76"/>
                </a:cubicBezTo>
                <a:cubicBezTo>
                  <a:pt x="74" y="77"/>
                  <a:pt x="75" y="78"/>
                  <a:pt x="76" y="78"/>
                </a:cubicBezTo>
                <a:cubicBezTo>
                  <a:pt x="76" y="79"/>
                  <a:pt x="76" y="79"/>
                  <a:pt x="76" y="79"/>
                </a:cubicBezTo>
                <a:cubicBezTo>
                  <a:pt x="77" y="79"/>
                  <a:pt x="77" y="79"/>
                  <a:pt x="77" y="79"/>
                </a:cubicBezTo>
                <a:cubicBezTo>
                  <a:pt x="76" y="80"/>
                  <a:pt x="77" y="81"/>
                  <a:pt x="78" y="81"/>
                </a:cubicBezTo>
                <a:cubicBezTo>
                  <a:pt x="79" y="82"/>
                  <a:pt x="79" y="82"/>
                  <a:pt x="79" y="82"/>
                </a:cubicBezTo>
                <a:cubicBezTo>
                  <a:pt x="79" y="82"/>
                  <a:pt x="79" y="82"/>
                  <a:pt x="79" y="82"/>
                </a:cubicBezTo>
                <a:cubicBezTo>
                  <a:pt x="78" y="84"/>
                  <a:pt x="78" y="84"/>
                  <a:pt x="78" y="84"/>
                </a:cubicBezTo>
                <a:cubicBezTo>
                  <a:pt x="79" y="83"/>
                  <a:pt x="79" y="83"/>
                  <a:pt x="79" y="83"/>
                </a:cubicBezTo>
                <a:cubicBezTo>
                  <a:pt x="79" y="85"/>
                  <a:pt x="79" y="85"/>
                  <a:pt x="79" y="85"/>
                </a:cubicBezTo>
                <a:cubicBezTo>
                  <a:pt x="80" y="85"/>
                  <a:pt x="80" y="85"/>
                  <a:pt x="80" y="85"/>
                </a:cubicBezTo>
                <a:cubicBezTo>
                  <a:pt x="81" y="84"/>
                  <a:pt x="84" y="85"/>
                  <a:pt x="86" y="85"/>
                </a:cubicBezTo>
                <a:cubicBezTo>
                  <a:pt x="87" y="85"/>
                  <a:pt x="87" y="85"/>
                  <a:pt x="87" y="85"/>
                </a:cubicBezTo>
                <a:cubicBezTo>
                  <a:pt x="87" y="86"/>
                  <a:pt x="87" y="86"/>
                  <a:pt x="87" y="86"/>
                </a:cubicBezTo>
                <a:cubicBezTo>
                  <a:pt x="87" y="86"/>
                  <a:pt x="86" y="86"/>
                  <a:pt x="86" y="87"/>
                </a:cubicBezTo>
                <a:cubicBezTo>
                  <a:pt x="87" y="87"/>
                  <a:pt x="87" y="87"/>
                  <a:pt x="88" y="87"/>
                </a:cubicBezTo>
                <a:cubicBezTo>
                  <a:pt x="88" y="88"/>
                  <a:pt x="88" y="88"/>
                  <a:pt x="88" y="88"/>
                </a:cubicBezTo>
                <a:cubicBezTo>
                  <a:pt x="88" y="88"/>
                  <a:pt x="88" y="88"/>
                  <a:pt x="88" y="88"/>
                </a:cubicBezTo>
                <a:cubicBezTo>
                  <a:pt x="88" y="88"/>
                  <a:pt x="88" y="88"/>
                  <a:pt x="88" y="88"/>
                </a:cubicBezTo>
                <a:cubicBezTo>
                  <a:pt x="89" y="88"/>
                  <a:pt x="89" y="88"/>
                  <a:pt x="89" y="88"/>
                </a:cubicBezTo>
                <a:cubicBezTo>
                  <a:pt x="88" y="89"/>
                  <a:pt x="88" y="89"/>
                  <a:pt x="88" y="89"/>
                </a:cubicBezTo>
                <a:cubicBezTo>
                  <a:pt x="89" y="89"/>
                  <a:pt x="89" y="89"/>
                  <a:pt x="89" y="89"/>
                </a:cubicBezTo>
                <a:cubicBezTo>
                  <a:pt x="89" y="90"/>
                  <a:pt x="89" y="90"/>
                  <a:pt x="89" y="90"/>
                </a:cubicBezTo>
                <a:cubicBezTo>
                  <a:pt x="89" y="91"/>
                  <a:pt x="89" y="91"/>
                  <a:pt x="89" y="91"/>
                </a:cubicBezTo>
                <a:cubicBezTo>
                  <a:pt x="90" y="92"/>
                  <a:pt x="90" y="92"/>
                  <a:pt x="90" y="92"/>
                </a:cubicBezTo>
                <a:cubicBezTo>
                  <a:pt x="90" y="92"/>
                  <a:pt x="90" y="92"/>
                  <a:pt x="90" y="92"/>
                </a:cubicBezTo>
                <a:cubicBezTo>
                  <a:pt x="91" y="92"/>
                  <a:pt x="91" y="92"/>
                  <a:pt x="91" y="92"/>
                </a:cubicBezTo>
                <a:cubicBezTo>
                  <a:pt x="91" y="93"/>
                  <a:pt x="91" y="93"/>
                  <a:pt x="91" y="93"/>
                </a:cubicBezTo>
                <a:cubicBezTo>
                  <a:pt x="91" y="93"/>
                  <a:pt x="91" y="93"/>
                  <a:pt x="91" y="93"/>
                </a:cubicBezTo>
                <a:cubicBezTo>
                  <a:pt x="92" y="94"/>
                  <a:pt x="92" y="94"/>
                  <a:pt x="92" y="94"/>
                </a:cubicBezTo>
                <a:cubicBezTo>
                  <a:pt x="91" y="94"/>
                  <a:pt x="92" y="95"/>
                  <a:pt x="92" y="95"/>
                </a:cubicBezTo>
                <a:cubicBezTo>
                  <a:pt x="93" y="95"/>
                  <a:pt x="93" y="95"/>
                  <a:pt x="93" y="95"/>
                </a:cubicBezTo>
                <a:cubicBezTo>
                  <a:pt x="93" y="95"/>
                  <a:pt x="93" y="95"/>
                  <a:pt x="93" y="95"/>
                </a:cubicBezTo>
                <a:cubicBezTo>
                  <a:pt x="94" y="94"/>
                  <a:pt x="94" y="94"/>
                  <a:pt x="94" y="94"/>
                </a:cubicBezTo>
                <a:cubicBezTo>
                  <a:pt x="94" y="94"/>
                  <a:pt x="94" y="94"/>
                  <a:pt x="94" y="94"/>
                </a:cubicBezTo>
                <a:cubicBezTo>
                  <a:pt x="94" y="95"/>
                  <a:pt x="94" y="95"/>
                  <a:pt x="94" y="95"/>
                </a:cubicBezTo>
                <a:cubicBezTo>
                  <a:pt x="95" y="95"/>
                  <a:pt x="95" y="95"/>
                  <a:pt x="95" y="95"/>
                </a:cubicBezTo>
                <a:cubicBezTo>
                  <a:pt x="96" y="95"/>
                  <a:pt x="96" y="94"/>
                  <a:pt x="97" y="93"/>
                </a:cubicBezTo>
                <a:cubicBezTo>
                  <a:pt x="96" y="93"/>
                  <a:pt x="96" y="93"/>
                  <a:pt x="96" y="93"/>
                </a:cubicBezTo>
                <a:cubicBezTo>
                  <a:pt x="96" y="92"/>
                  <a:pt x="96" y="91"/>
                  <a:pt x="96" y="91"/>
                </a:cubicBezTo>
                <a:cubicBezTo>
                  <a:pt x="95" y="91"/>
                  <a:pt x="94" y="92"/>
                  <a:pt x="93" y="91"/>
                </a:cubicBezTo>
                <a:cubicBezTo>
                  <a:pt x="92" y="91"/>
                  <a:pt x="92" y="91"/>
                  <a:pt x="92" y="91"/>
                </a:cubicBezTo>
                <a:cubicBezTo>
                  <a:pt x="92" y="90"/>
                  <a:pt x="92" y="90"/>
                  <a:pt x="92" y="90"/>
                </a:cubicBezTo>
                <a:cubicBezTo>
                  <a:pt x="91" y="89"/>
                  <a:pt x="91" y="89"/>
                  <a:pt x="91" y="89"/>
                </a:cubicBezTo>
                <a:cubicBezTo>
                  <a:pt x="90" y="89"/>
                  <a:pt x="90" y="89"/>
                  <a:pt x="90" y="89"/>
                </a:cubicBezTo>
                <a:cubicBezTo>
                  <a:pt x="90" y="88"/>
                  <a:pt x="90" y="88"/>
                  <a:pt x="90" y="88"/>
                </a:cubicBezTo>
                <a:cubicBezTo>
                  <a:pt x="90" y="87"/>
                  <a:pt x="90" y="87"/>
                  <a:pt x="90" y="87"/>
                </a:cubicBezTo>
                <a:cubicBezTo>
                  <a:pt x="90" y="86"/>
                  <a:pt x="90" y="86"/>
                  <a:pt x="90" y="86"/>
                </a:cubicBezTo>
                <a:cubicBezTo>
                  <a:pt x="89" y="85"/>
                  <a:pt x="89" y="85"/>
                  <a:pt x="89" y="85"/>
                </a:cubicBezTo>
                <a:cubicBezTo>
                  <a:pt x="89" y="85"/>
                  <a:pt x="89" y="85"/>
                  <a:pt x="89" y="85"/>
                </a:cubicBezTo>
                <a:cubicBezTo>
                  <a:pt x="89" y="84"/>
                  <a:pt x="89" y="84"/>
                  <a:pt x="89" y="84"/>
                </a:cubicBezTo>
                <a:cubicBezTo>
                  <a:pt x="89" y="84"/>
                  <a:pt x="89" y="83"/>
                  <a:pt x="89" y="82"/>
                </a:cubicBezTo>
                <a:cubicBezTo>
                  <a:pt x="90" y="82"/>
                  <a:pt x="90" y="82"/>
                  <a:pt x="90" y="82"/>
                </a:cubicBezTo>
                <a:cubicBezTo>
                  <a:pt x="89" y="81"/>
                  <a:pt x="89" y="81"/>
                  <a:pt x="88" y="80"/>
                </a:cubicBezTo>
                <a:cubicBezTo>
                  <a:pt x="88" y="80"/>
                  <a:pt x="88" y="80"/>
                  <a:pt x="88" y="80"/>
                </a:cubicBezTo>
                <a:cubicBezTo>
                  <a:pt x="88" y="79"/>
                  <a:pt x="88" y="79"/>
                  <a:pt x="88" y="79"/>
                </a:cubicBezTo>
                <a:cubicBezTo>
                  <a:pt x="88" y="78"/>
                  <a:pt x="87" y="78"/>
                  <a:pt x="86" y="78"/>
                </a:cubicBezTo>
                <a:cubicBezTo>
                  <a:pt x="85" y="78"/>
                  <a:pt x="85" y="78"/>
                  <a:pt x="85" y="78"/>
                </a:cubicBezTo>
                <a:cubicBezTo>
                  <a:pt x="85" y="79"/>
                  <a:pt x="82" y="78"/>
                  <a:pt x="81" y="77"/>
                </a:cubicBezTo>
                <a:lnTo>
                  <a:pt x="81" y="76"/>
                </a:lnTo>
                <a:close/>
                <a:moveTo>
                  <a:pt x="88" y="172"/>
                </a:moveTo>
                <a:cubicBezTo>
                  <a:pt x="89" y="172"/>
                  <a:pt x="89" y="172"/>
                  <a:pt x="89" y="172"/>
                </a:cubicBezTo>
                <a:cubicBezTo>
                  <a:pt x="88" y="172"/>
                  <a:pt x="88" y="172"/>
                  <a:pt x="88" y="172"/>
                </a:cubicBezTo>
                <a:cubicBezTo>
                  <a:pt x="87" y="172"/>
                  <a:pt x="87" y="172"/>
                  <a:pt x="87" y="172"/>
                </a:cubicBezTo>
                <a:cubicBezTo>
                  <a:pt x="88" y="173"/>
                  <a:pt x="88" y="173"/>
                  <a:pt x="88" y="173"/>
                </a:cubicBezTo>
                <a:cubicBezTo>
                  <a:pt x="89" y="173"/>
                  <a:pt x="89" y="173"/>
                  <a:pt x="89" y="173"/>
                </a:cubicBezTo>
                <a:lnTo>
                  <a:pt x="88" y="172"/>
                </a:lnTo>
                <a:close/>
                <a:moveTo>
                  <a:pt x="118" y="171"/>
                </a:moveTo>
                <a:cubicBezTo>
                  <a:pt x="118" y="171"/>
                  <a:pt x="118" y="171"/>
                  <a:pt x="118" y="171"/>
                </a:cubicBezTo>
                <a:cubicBezTo>
                  <a:pt x="119" y="171"/>
                  <a:pt x="119" y="171"/>
                  <a:pt x="119" y="171"/>
                </a:cubicBezTo>
                <a:cubicBezTo>
                  <a:pt x="119" y="171"/>
                  <a:pt x="119" y="171"/>
                  <a:pt x="119" y="171"/>
                </a:cubicBezTo>
                <a:lnTo>
                  <a:pt x="118" y="171"/>
                </a:lnTo>
                <a:close/>
                <a:moveTo>
                  <a:pt x="127" y="169"/>
                </a:moveTo>
                <a:cubicBezTo>
                  <a:pt x="127" y="169"/>
                  <a:pt x="127" y="169"/>
                  <a:pt x="127" y="169"/>
                </a:cubicBezTo>
                <a:cubicBezTo>
                  <a:pt x="127" y="170"/>
                  <a:pt x="127" y="170"/>
                  <a:pt x="127" y="170"/>
                </a:cubicBezTo>
                <a:cubicBezTo>
                  <a:pt x="127" y="170"/>
                  <a:pt x="127" y="170"/>
                  <a:pt x="127" y="170"/>
                </a:cubicBezTo>
                <a:lnTo>
                  <a:pt x="127" y="169"/>
                </a:lnTo>
                <a:close/>
                <a:moveTo>
                  <a:pt x="109" y="157"/>
                </a:moveTo>
                <a:cubicBezTo>
                  <a:pt x="109" y="158"/>
                  <a:pt x="109" y="158"/>
                  <a:pt x="109" y="158"/>
                </a:cubicBezTo>
                <a:cubicBezTo>
                  <a:pt x="110" y="158"/>
                  <a:pt x="110" y="158"/>
                  <a:pt x="110" y="158"/>
                </a:cubicBezTo>
                <a:cubicBezTo>
                  <a:pt x="110" y="158"/>
                  <a:pt x="110" y="158"/>
                  <a:pt x="110" y="158"/>
                </a:cubicBezTo>
                <a:lnTo>
                  <a:pt x="109" y="157"/>
                </a:lnTo>
                <a:close/>
                <a:moveTo>
                  <a:pt x="77" y="161"/>
                </a:moveTo>
                <a:cubicBezTo>
                  <a:pt x="77" y="162"/>
                  <a:pt x="78" y="162"/>
                  <a:pt x="78" y="162"/>
                </a:cubicBezTo>
                <a:cubicBezTo>
                  <a:pt x="78" y="163"/>
                  <a:pt x="78" y="163"/>
                  <a:pt x="78" y="163"/>
                </a:cubicBezTo>
                <a:cubicBezTo>
                  <a:pt x="80" y="163"/>
                  <a:pt x="80" y="163"/>
                  <a:pt x="80" y="163"/>
                </a:cubicBezTo>
                <a:cubicBezTo>
                  <a:pt x="80" y="163"/>
                  <a:pt x="80" y="163"/>
                  <a:pt x="80" y="163"/>
                </a:cubicBezTo>
                <a:cubicBezTo>
                  <a:pt x="81" y="163"/>
                  <a:pt x="81" y="163"/>
                  <a:pt x="81" y="163"/>
                </a:cubicBezTo>
                <a:cubicBezTo>
                  <a:pt x="82" y="163"/>
                  <a:pt x="82" y="163"/>
                  <a:pt x="82" y="163"/>
                </a:cubicBezTo>
                <a:cubicBezTo>
                  <a:pt x="83" y="162"/>
                  <a:pt x="85" y="163"/>
                  <a:pt x="86" y="163"/>
                </a:cubicBezTo>
                <a:cubicBezTo>
                  <a:pt x="87" y="164"/>
                  <a:pt x="89" y="164"/>
                  <a:pt x="90" y="164"/>
                </a:cubicBezTo>
                <a:cubicBezTo>
                  <a:pt x="91" y="164"/>
                  <a:pt x="93" y="164"/>
                  <a:pt x="94" y="164"/>
                </a:cubicBezTo>
                <a:cubicBezTo>
                  <a:pt x="94" y="164"/>
                  <a:pt x="94" y="164"/>
                  <a:pt x="94" y="164"/>
                </a:cubicBezTo>
                <a:cubicBezTo>
                  <a:pt x="95" y="165"/>
                  <a:pt x="95" y="165"/>
                  <a:pt x="95" y="165"/>
                </a:cubicBezTo>
                <a:cubicBezTo>
                  <a:pt x="96" y="165"/>
                  <a:pt x="96" y="165"/>
                  <a:pt x="97" y="166"/>
                </a:cubicBezTo>
                <a:cubicBezTo>
                  <a:pt x="98" y="166"/>
                  <a:pt x="98" y="166"/>
                  <a:pt x="100" y="166"/>
                </a:cubicBezTo>
                <a:cubicBezTo>
                  <a:pt x="100" y="167"/>
                  <a:pt x="100" y="167"/>
                  <a:pt x="100" y="167"/>
                </a:cubicBezTo>
                <a:cubicBezTo>
                  <a:pt x="101" y="168"/>
                  <a:pt x="100" y="168"/>
                  <a:pt x="101" y="169"/>
                </a:cubicBezTo>
                <a:cubicBezTo>
                  <a:pt x="100" y="170"/>
                  <a:pt x="100" y="170"/>
                  <a:pt x="100" y="170"/>
                </a:cubicBezTo>
                <a:cubicBezTo>
                  <a:pt x="102" y="170"/>
                  <a:pt x="104" y="170"/>
                  <a:pt x="106" y="170"/>
                </a:cubicBezTo>
                <a:cubicBezTo>
                  <a:pt x="107" y="170"/>
                  <a:pt x="107" y="170"/>
                  <a:pt x="107" y="170"/>
                </a:cubicBezTo>
                <a:cubicBezTo>
                  <a:pt x="107" y="170"/>
                  <a:pt x="107" y="170"/>
                  <a:pt x="107" y="170"/>
                </a:cubicBezTo>
                <a:cubicBezTo>
                  <a:pt x="108" y="169"/>
                  <a:pt x="108" y="169"/>
                  <a:pt x="108" y="169"/>
                </a:cubicBezTo>
                <a:cubicBezTo>
                  <a:pt x="109" y="170"/>
                  <a:pt x="109" y="169"/>
                  <a:pt x="110" y="169"/>
                </a:cubicBezTo>
                <a:cubicBezTo>
                  <a:pt x="112" y="169"/>
                  <a:pt x="113" y="169"/>
                  <a:pt x="114" y="169"/>
                </a:cubicBezTo>
                <a:cubicBezTo>
                  <a:pt x="117" y="168"/>
                  <a:pt x="120" y="168"/>
                  <a:pt x="123" y="167"/>
                </a:cubicBezTo>
                <a:cubicBezTo>
                  <a:pt x="124" y="167"/>
                  <a:pt x="124" y="167"/>
                  <a:pt x="124" y="167"/>
                </a:cubicBezTo>
                <a:cubicBezTo>
                  <a:pt x="124" y="167"/>
                  <a:pt x="124" y="167"/>
                  <a:pt x="124" y="167"/>
                </a:cubicBezTo>
                <a:cubicBezTo>
                  <a:pt x="125" y="168"/>
                  <a:pt x="125" y="168"/>
                  <a:pt x="125" y="168"/>
                </a:cubicBezTo>
                <a:cubicBezTo>
                  <a:pt x="126" y="168"/>
                  <a:pt x="126" y="168"/>
                  <a:pt x="126" y="168"/>
                </a:cubicBezTo>
                <a:cubicBezTo>
                  <a:pt x="127" y="169"/>
                  <a:pt x="128" y="168"/>
                  <a:pt x="129" y="167"/>
                </a:cubicBezTo>
                <a:cubicBezTo>
                  <a:pt x="130" y="165"/>
                  <a:pt x="130" y="165"/>
                  <a:pt x="130" y="165"/>
                </a:cubicBezTo>
                <a:cubicBezTo>
                  <a:pt x="130" y="164"/>
                  <a:pt x="130" y="164"/>
                  <a:pt x="130" y="164"/>
                </a:cubicBezTo>
                <a:cubicBezTo>
                  <a:pt x="130" y="163"/>
                  <a:pt x="130" y="163"/>
                  <a:pt x="130" y="163"/>
                </a:cubicBezTo>
                <a:cubicBezTo>
                  <a:pt x="130" y="163"/>
                  <a:pt x="130" y="163"/>
                  <a:pt x="130" y="164"/>
                </a:cubicBezTo>
                <a:cubicBezTo>
                  <a:pt x="130" y="163"/>
                  <a:pt x="129" y="162"/>
                  <a:pt x="129" y="162"/>
                </a:cubicBezTo>
                <a:cubicBezTo>
                  <a:pt x="130" y="161"/>
                  <a:pt x="130" y="161"/>
                  <a:pt x="130" y="161"/>
                </a:cubicBezTo>
                <a:cubicBezTo>
                  <a:pt x="130" y="160"/>
                  <a:pt x="130" y="160"/>
                  <a:pt x="130" y="160"/>
                </a:cubicBezTo>
                <a:cubicBezTo>
                  <a:pt x="130" y="160"/>
                  <a:pt x="130" y="160"/>
                  <a:pt x="130" y="160"/>
                </a:cubicBezTo>
                <a:cubicBezTo>
                  <a:pt x="130" y="161"/>
                  <a:pt x="130" y="161"/>
                  <a:pt x="130" y="161"/>
                </a:cubicBezTo>
                <a:cubicBezTo>
                  <a:pt x="129" y="161"/>
                  <a:pt x="129" y="161"/>
                  <a:pt x="129" y="161"/>
                </a:cubicBezTo>
                <a:cubicBezTo>
                  <a:pt x="128" y="163"/>
                  <a:pt x="128" y="163"/>
                  <a:pt x="128" y="163"/>
                </a:cubicBezTo>
                <a:cubicBezTo>
                  <a:pt x="128" y="163"/>
                  <a:pt x="128" y="163"/>
                  <a:pt x="128" y="163"/>
                </a:cubicBezTo>
                <a:cubicBezTo>
                  <a:pt x="127" y="163"/>
                  <a:pt x="127" y="163"/>
                  <a:pt x="127" y="163"/>
                </a:cubicBezTo>
                <a:cubicBezTo>
                  <a:pt x="126" y="163"/>
                  <a:pt x="126" y="163"/>
                  <a:pt x="126" y="163"/>
                </a:cubicBezTo>
                <a:cubicBezTo>
                  <a:pt x="126" y="163"/>
                  <a:pt x="126" y="163"/>
                  <a:pt x="126" y="163"/>
                </a:cubicBezTo>
                <a:cubicBezTo>
                  <a:pt x="125" y="162"/>
                  <a:pt x="125" y="163"/>
                  <a:pt x="124" y="163"/>
                </a:cubicBezTo>
                <a:cubicBezTo>
                  <a:pt x="122" y="164"/>
                  <a:pt x="122" y="164"/>
                  <a:pt x="122" y="164"/>
                </a:cubicBezTo>
                <a:cubicBezTo>
                  <a:pt x="122" y="164"/>
                  <a:pt x="122" y="164"/>
                  <a:pt x="122" y="164"/>
                </a:cubicBezTo>
                <a:cubicBezTo>
                  <a:pt x="121" y="165"/>
                  <a:pt x="121" y="165"/>
                  <a:pt x="121" y="165"/>
                </a:cubicBezTo>
                <a:cubicBezTo>
                  <a:pt x="121" y="166"/>
                  <a:pt x="120" y="165"/>
                  <a:pt x="119" y="165"/>
                </a:cubicBezTo>
                <a:cubicBezTo>
                  <a:pt x="118" y="164"/>
                  <a:pt x="119" y="163"/>
                  <a:pt x="120" y="162"/>
                </a:cubicBezTo>
                <a:cubicBezTo>
                  <a:pt x="119" y="161"/>
                  <a:pt x="119" y="161"/>
                  <a:pt x="119" y="161"/>
                </a:cubicBezTo>
                <a:cubicBezTo>
                  <a:pt x="119" y="162"/>
                  <a:pt x="119" y="162"/>
                  <a:pt x="119" y="162"/>
                </a:cubicBezTo>
                <a:cubicBezTo>
                  <a:pt x="119" y="161"/>
                  <a:pt x="119" y="161"/>
                  <a:pt x="119" y="161"/>
                </a:cubicBezTo>
                <a:cubicBezTo>
                  <a:pt x="119" y="161"/>
                  <a:pt x="119" y="160"/>
                  <a:pt x="120" y="160"/>
                </a:cubicBezTo>
                <a:cubicBezTo>
                  <a:pt x="118" y="160"/>
                  <a:pt x="118" y="160"/>
                  <a:pt x="117" y="160"/>
                </a:cubicBezTo>
                <a:cubicBezTo>
                  <a:pt x="115" y="161"/>
                  <a:pt x="114" y="161"/>
                  <a:pt x="113" y="161"/>
                </a:cubicBezTo>
                <a:cubicBezTo>
                  <a:pt x="112" y="160"/>
                  <a:pt x="112" y="160"/>
                  <a:pt x="112" y="160"/>
                </a:cubicBezTo>
                <a:cubicBezTo>
                  <a:pt x="111" y="160"/>
                  <a:pt x="110" y="160"/>
                  <a:pt x="109" y="160"/>
                </a:cubicBezTo>
                <a:cubicBezTo>
                  <a:pt x="108" y="160"/>
                  <a:pt x="107" y="160"/>
                  <a:pt x="106" y="160"/>
                </a:cubicBezTo>
                <a:cubicBezTo>
                  <a:pt x="106" y="159"/>
                  <a:pt x="106" y="158"/>
                  <a:pt x="105" y="158"/>
                </a:cubicBezTo>
                <a:cubicBezTo>
                  <a:pt x="104" y="159"/>
                  <a:pt x="104" y="159"/>
                  <a:pt x="104" y="159"/>
                </a:cubicBezTo>
                <a:cubicBezTo>
                  <a:pt x="103" y="158"/>
                  <a:pt x="103" y="158"/>
                  <a:pt x="103" y="158"/>
                </a:cubicBezTo>
                <a:cubicBezTo>
                  <a:pt x="102" y="159"/>
                  <a:pt x="101" y="158"/>
                  <a:pt x="100" y="158"/>
                </a:cubicBezTo>
                <a:cubicBezTo>
                  <a:pt x="98" y="158"/>
                  <a:pt x="97" y="159"/>
                  <a:pt x="95" y="160"/>
                </a:cubicBezTo>
                <a:cubicBezTo>
                  <a:pt x="94" y="160"/>
                  <a:pt x="94" y="160"/>
                  <a:pt x="94" y="160"/>
                </a:cubicBezTo>
                <a:cubicBezTo>
                  <a:pt x="93" y="160"/>
                  <a:pt x="93" y="160"/>
                  <a:pt x="93" y="160"/>
                </a:cubicBezTo>
                <a:cubicBezTo>
                  <a:pt x="91" y="160"/>
                  <a:pt x="91" y="160"/>
                  <a:pt x="91" y="160"/>
                </a:cubicBezTo>
                <a:cubicBezTo>
                  <a:pt x="91" y="159"/>
                  <a:pt x="91" y="158"/>
                  <a:pt x="91" y="157"/>
                </a:cubicBezTo>
                <a:cubicBezTo>
                  <a:pt x="90" y="158"/>
                  <a:pt x="90" y="158"/>
                  <a:pt x="90" y="158"/>
                </a:cubicBezTo>
                <a:cubicBezTo>
                  <a:pt x="88" y="156"/>
                  <a:pt x="88" y="156"/>
                  <a:pt x="88" y="156"/>
                </a:cubicBezTo>
                <a:cubicBezTo>
                  <a:pt x="88" y="156"/>
                  <a:pt x="89" y="156"/>
                  <a:pt x="90" y="156"/>
                </a:cubicBezTo>
                <a:cubicBezTo>
                  <a:pt x="90" y="155"/>
                  <a:pt x="90" y="155"/>
                  <a:pt x="90" y="155"/>
                </a:cubicBezTo>
                <a:cubicBezTo>
                  <a:pt x="90" y="154"/>
                  <a:pt x="90" y="154"/>
                  <a:pt x="90" y="154"/>
                </a:cubicBezTo>
                <a:cubicBezTo>
                  <a:pt x="89" y="154"/>
                  <a:pt x="89" y="154"/>
                  <a:pt x="89" y="154"/>
                </a:cubicBezTo>
                <a:cubicBezTo>
                  <a:pt x="88" y="154"/>
                  <a:pt x="88" y="154"/>
                  <a:pt x="88" y="154"/>
                </a:cubicBezTo>
                <a:cubicBezTo>
                  <a:pt x="88" y="154"/>
                  <a:pt x="88" y="154"/>
                  <a:pt x="88" y="154"/>
                </a:cubicBezTo>
                <a:cubicBezTo>
                  <a:pt x="88" y="155"/>
                  <a:pt x="88" y="155"/>
                  <a:pt x="88" y="155"/>
                </a:cubicBezTo>
                <a:cubicBezTo>
                  <a:pt x="87" y="155"/>
                  <a:pt x="87" y="155"/>
                  <a:pt x="87" y="155"/>
                </a:cubicBezTo>
                <a:cubicBezTo>
                  <a:pt x="87" y="157"/>
                  <a:pt x="84" y="156"/>
                  <a:pt x="83" y="156"/>
                </a:cubicBezTo>
                <a:cubicBezTo>
                  <a:pt x="82" y="155"/>
                  <a:pt x="82" y="155"/>
                  <a:pt x="82" y="155"/>
                </a:cubicBezTo>
                <a:cubicBezTo>
                  <a:pt x="82" y="153"/>
                  <a:pt x="82" y="153"/>
                  <a:pt x="82" y="153"/>
                </a:cubicBezTo>
                <a:cubicBezTo>
                  <a:pt x="82" y="152"/>
                  <a:pt x="82" y="152"/>
                  <a:pt x="82" y="152"/>
                </a:cubicBezTo>
                <a:cubicBezTo>
                  <a:pt x="81" y="152"/>
                  <a:pt x="81" y="152"/>
                  <a:pt x="81" y="152"/>
                </a:cubicBezTo>
                <a:cubicBezTo>
                  <a:pt x="81" y="153"/>
                  <a:pt x="81" y="153"/>
                  <a:pt x="81" y="153"/>
                </a:cubicBezTo>
                <a:cubicBezTo>
                  <a:pt x="81" y="154"/>
                  <a:pt x="81" y="154"/>
                  <a:pt x="81" y="154"/>
                </a:cubicBezTo>
                <a:cubicBezTo>
                  <a:pt x="81" y="154"/>
                  <a:pt x="81" y="154"/>
                  <a:pt x="81" y="154"/>
                </a:cubicBezTo>
                <a:cubicBezTo>
                  <a:pt x="81" y="155"/>
                  <a:pt x="81" y="155"/>
                  <a:pt x="81" y="155"/>
                </a:cubicBezTo>
                <a:cubicBezTo>
                  <a:pt x="81" y="156"/>
                  <a:pt x="81" y="156"/>
                  <a:pt x="81" y="156"/>
                </a:cubicBezTo>
                <a:cubicBezTo>
                  <a:pt x="80" y="156"/>
                  <a:pt x="80" y="156"/>
                  <a:pt x="80" y="156"/>
                </a:cubicBezTo>
                <a:cubicBezTo>
                  <a:pt x="79" y="156"/>
                  <a:pt x="79" y="156"/>
                  <a:pt x="79" y="156"/>
                </a:cubicBezTo>
                <a:cubicBezTo>
                  <a:pt x="79" y="155"/>
                  <a:pt x="79" y="155"/>
                  <a:pt x="79" y="155"/>
                </a:cubicBezTo>
                <a:cubicBezTo>
                  <a:pt x="79" y="155"/>
                  <a:pt x="79" y="154"/>
                  <a:pt x="79" y="154"/>
                </a:cubicBezTo>
                <a:cubicBezTo>
                  <a:pt x="78" y="154"/>
                  <a:pt x="78" y="155"/>
                  <a:pt x="78" y="156"/>
                </a:cubicBezTo>
                <a:cubicBezTo>
                  <a:pt x="78" y="156"/>
                  <a:pt x="78" y="156"/>
                  <a:pt x="78" y="156"/>
                </a:cubicBezTo>
                <a:cubicBezTo>
                  <a:pt x="78" y="157"/>
                  <a:pt x="78" y="157"/>
                  <a:pt x="78" y="157"/>
                </a:cubicBezTo>
                <a:cubicBezTo>
                  <a:pt x="78" y="158"/>
                  <a:pt x="78" y="158"/>
                  <a:pt x="78" y="158"/>
                </a:cubicBezTo>
                <a:cubicBezTo>
                  <a:pt x="77" y="159"/>
                  <a:pt x="77" y="159"/>
                  <a:pt x="77" y="159"/>
                </a:cubicBezTo>
                <a:cubicBezTo>
                  <a:pt x="78" y="161"/>
                  <a:pt x="78" y="161"/>
                  <a:pt x="78" y="161"/>
                </a:cubicBezTo>
                <a:cubicBezTo>
                  <a:pt x="77" y="161"/>
                  <a:pt x="77" y="161"/>
                  <a:pt x="77" y="161"/>
                </a:cubicBezTo>
                <a:close/>
                <a:moveTo>
                  <a:pt x="21" y="98"/>
                </a:moveTo>
                <a:cubicBezTo>
                  <a:pt x="19" y="99"/>
                  <a:pt x="22" y="103"/>
                  <a:pt x="23" y="104"/>
                </a:cubicBezTo>
                <a:cubicBezTo>
                  <a:pt x="25" y="104"/>
                  <a:pt x="24" y="103"/>
                  <a:pt x="25" y="102"/>
                </a:cubicBezTo>
                <a:cubicBezTo>
                  <a:pt x="26" y="102"/>
                  <a:pt x="26" y="102"/>
                  <a:pt x="27" y="102"/>
                </a:cubicBezTo>
                <a:cubicBezTo>
                  <a:pt x="27" y="102"/>
                  <a:pt x="27" y="102"/>
                  <a:pt x="27" y="102"/>
                </a:cubicBezTo>
                <a:cubicBezTo>
                  <a:pt x="25" y="100"/>
                  <a:pt x="23" y="99"/>
                  <a:pt x="22" y="97"/>
                </a:cubicBezTo>
                <a:cubicBezTo>
                  <a:pt x="22" y="98"/>
                  <a:pt x="21" y="98"/>
                  <a:pt x="21" y="98"/>
                </a:cubicBezTo>
                <a:close/>
                <a:moveTo>
                  <a:pt x="18" y="92"/>
                </a:moveTo>
                <a:cubicBezTo>
                  <a:pt x="18" y="95"/>
                  <a:pt x="20" y="93"/>
                  <a:pt x="21" y="93"/>
                </a:cubicBezTo>
                <a:cubicBezTo>
                  <a:pt x="22" y="93"/>
                  <a:pt x="24" y="95"/>
                  <a:pt x="24" y="92"/>
                </a:cubicBezTo>
                <a:cubicBezTo>
                  <a:pt x="23" y="91"/>
                  <a:pt x="21" y="90"/>
                  <a:pt x="21" y="89"/>
                </a:cubicBezTo>
                <a:cubicBezTo>
                  <a:pt x="20" y="88"/>
                  <a:pt x="20" y="88"/>
                  <a:pt x="20" y="87"/>
                </a:cubicBezTo>
                <a:cubicBezTo>
                  <a:pt x="21" y="86"/>
                  <a:pt x="21" y="87"/>
                  <a:pt x="22" y="87"/>
                </a:cubicBezTo>
                <a:cubicBezTo>
                  <a:pt x="22" y="87"/>
                  <a:pt x="23" y="82"/>
                  <a:pt x="20" y="83"/>
                </a:cubicBezTo>
                <a:cubicBezTo>
                  <a:pt x="19" y="84"/>
                  <a:pt x="19" y="85"/>
                  <a:pt x="18" y="86"/>
                </a:cubicBezTo>
                <a:cubicBezTo>
                  <a:pt x="18" y="87"/>
                  <a:pt x="18" y="86"/>
                  <a:pt x="17" y="86"/>
                </a:cubicBezTo>
                <a:cubicBezTo>
                  <a:pt x="16" y="86"/>
                  <a:pt x="16" y="85"/>
                  <a:pt x="15" y="87"/>
                </a:cubicBezTo>
                <a:cubicBezTo>
                  <a:pt x="15" y="87"/>
                  <a:pt x="14" y="89"/>
                  <a:pt x="14" y="89"/>
                </a:cubicBezTo>
                <a:cubicBezTo>
                  <a:pt x="14" y="90"/>
                  <a:pt x="14" y="90"/>
                  <a:pt x="15" y="91"/>
                </a:cubicBezTo>
                <a:cubicBezTo>
                  <a:pt x="16" y="91"/>
                  <a:pt x="17" y="91"/>
                  <a:pt x="18" y="92"/>
                </a:cubicBezTo>
                <a:cubicBezTo>
                  <a:pt x="18" y="93"/>
                  <a:pt x="17" y="92"/>
                  <a:pt x="18" y="92"/>
                </a:cubicBezTo>
                <a:close/>
                <a:moveTo>
                  <a:pt x="19" y="78"/>
                </a:moveTo>
                <a:cubicBezTo>
                  <a:pt x="19" y="79"/>
                  <a:pt x="18" y="80"/>
                  <a:pt x="19" y="81"/>
                </a:cubicBezTo>
                <a:cubicBezTo>
                  <a:pt x="20" y="81"/>
                  <a:pt x="20" y="80"/>
                  <a:pt x="21" y="80"/>
                </a:cubicBezTo>
                <a:cubicBezTo>
                  <a:pt x="22" y="80"/>
                  <a:pt x="23" y="81"/>
                  <a:pt x="23" y="81"/>
                </a:cubicBezTo>
                <a:cubicBezTo>
                  <a:pt x="24" y="80"/>
                  <a:pt x="22" y="78"/>
                  <a:pt x="22" y="78"/>
                </a:cubicBezTo>
                <a:cubicBezTo>
                  <a:pt x="22" y="77"/>
                  <a:pt x="22" y="75"/>
                  <a:pt x="20" y="75"/>
                </a:cubicBezTo>
                <a:cubicBezTo>
                  <a:pt x="20" y="76"/>
                  <a:pt x="19" y="78"/>
                  <a:pt x="19" y="78"/>
                </a:cubicBezTo>
                <a:cubicBezTo>
                  <a:pt x="19" y="79"/>
                  <a:pt x="19" y="78"/>
                  <a:pt x="19" y="78"/>
                </a:cubicBezTo>
                <a:close/>
                <a:moveTo>
                  <a:pt x="4" y="50"/>
                </a:moveTo>
                <a:cubicBezTo>
                  <a:pt x="3" y="50"/>
                  <a:pt x="0" y="50"/>
                  <a:pt x="1" y="52"/>
                </a:cubicBezTo>
                <a:cubicBezTo>
                  <a:pt x="1" y="53"/>
                  <a:pt x="4" y="54"/>
                  <a:pt x="4" y="55"/>
                </a:cubicBezTo>
                <a:cubicBezTo>
                  <a:pt x="5" y="57"/>
                  <a:pt x="5" y="58"/>
                  <a:pt x="6" y="59"/>
                </a:cubicBezTo>
                <a:cubicBezTo>
                  <a:pt x="7" y="60"/>
                  <a:pt x="10" y="62"/>
                  <a:pt x="10" y="61"/>
                </a:cubicBezTo>
                <a:cubicBezTo>
                  <a:pt x="11" y="60"/>
                  <a:pt x="8" y="58"/>
                  <a:pt x="8" y="58"/>
                </a:cubicBezTo>
                <a:cubicBezTo>
                  <a:pt x="7" y="57"/>
                  <a:pt x="5" y="55"/>
                  <a:pt x="5" y="54"/>
                </a:cubicBezTo>
                <a:cubicBezTo>
                  <a:pt x="5" y="52"/>
                  <a:pt x="6" y="53"/>
                  <a:pt x="6" y="52"/>
                </a:cubicBezTo>
                <a:cubicBezTo>
                  <a:pt x="7" y="49"/>
                  <a:pt x="4" y="50"/>
                  <a:pt x="4" y="50"/>
                </a:cubicBezTo>
                <a:cubicBezTo>
                  <a:pt x="3" y="50"/>
                  <a:pt x="4" y="50"/>
                  <a:pt x="4" y="50"/>
                </a:cubicBezTo>
                <a:close/>
                <a:moveTo>
                  <a:pt x="97" y="26"/>
                </a:moveTo>
                <a:cubicBezTo>
                  <a:pt x="97" y="27"/>
                  <a:pt x="96" y="27"/>
                  <a:pt x="96" y="27"/>
                </a:cubicBezTo>
                <a:cubicBezTo>
                  <a:pt x="96" y="28"/>
                  <a:pt x="97" y="28"/>
                  <a:pt x="97" y="29"/>
                </a:cubicBezTo>
                <a:cubicBezTo>
                  <a:pt x="98" y="30"/>
                  <a:pt x="99" y="31"/>
                  <a:pt x="101" y="30"/>
                </a:cubicBezTo>
                <a:cubicBezTo>
                  <a:pt x="103" y="28"/>
                  <a:pt x="101" y="24"/>
                  <a:pt x="98" y="25"/>
                </a:cubicBezTo>
                <a:cubicBezTo>
                  <a:pt x="98" y="25"/>
                  <a:pt x="98" y="26"/>
                  <a:pt x="97" y="26"/>
                </a:cubicBezTo>
                <a:cubicBezTo>
                  <a:pt x="97" y="27"/>
                  <a:pt x="98" y="26"/>
                  <a:pt x="97" y="26"/>
                </a:cubicBezTo>
                <a:close/>
                <a:moveTo>
                  <a:pt x="116" y="32"/>
                </a:moveTo>
                <a:cubicBezTo>
                  <a:pt x="116" y="31"/>
                  <a:pt x="115" y="32"/>
                  <a:pt x="114" y="32"/>
                </a:cubicBezTo>
                <a:cubicBezTo>
                  <a:pt x="114" y="33"/>
                  <a:pt x="117" y="35"/>
                  <a:pt x="118" y="35"/>
                </a:cubicBezTo>
                <a:cubicBezTo>
                  <a:pt x="121" y="35"/>
                  <a:pt x="118" y="32"/>
                  <a:pt x="116" y="32"/>
                </a:cubicBezTo>
                <a:cubicBezTo>
                  <a:pt x="116" y="31"/>
                  <a:pt x="118" y="32"/>
                  <a:pt x="116" y="32"/>
                </a:cubicBezTo>
                <a:close/>
                <a:moveTo>
                  <a:pt x="64" y="136"/>
                </a:moveTo>
                <a:cubicBezTo>
                  <a:pt x="64" y="138"/>
                  <a:pt x="65" y="139"/>
                  <a:pt x="65" y="140"/>
                </a:cubicBezTo>
                <a:cubicBezTo>
                  <a:pt x="66" y="141"/>
                  <a:pt x="66" y="141"/>
                  <a:pt x="68" y="140"/>
                </a:cubicBezTo>
                <a:cubicBezTo>
                  <a:pt x="68" y="140"/>
                  <a:pt x="69" y="139"/>
                  <a:pt x="69" y="138"/>
                </a:cubicBezTo>
                <a:cubicBezTo>
                  <a:pt x="68" y="137"/>
                  <a:pt x="66" y="137"/>
                  <a:pt x="66" y="135"/>
                </a:cubicBezTo>
                <a:cubicBezTo>
                  <a:pt x="65" y="135"/>
                  <a:pt x="65" y="136"/>
                  <a:pt x="64" y="136"/>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6" name="Freeform 44"/>
          <p:cNvSpPr>
            <a:spLocks noEditPoints="1"/>
          </p:cNvSpPr>
          <p:nvPr/>
        </p:nvSpPr>
        <p:spPr bwMode="auto">
          <a:xfrm>
            <a:off x="8856663" y="3998913"/>
            <a:ext cx="696913" cy="908050"/>
          </a:xfrm>
          <a:custGeom>
            <a:avLst/>
            <a:gdLst>
              <a:gd name="T0" fmla="*/ 151 w 183"/>
              <a:gd name="T1" fmla="*/ 21 h 238"/>
              <a:gd name="T2" fmla="*/ 147 w 183"/>
              <a:gd name="T3" fmla="*/ 13 h 238"/>
              <a:gd name="T4" fmla="*/ 150 w 183"/>
              <a:gd name="T5" fmla="*/ 8 h 238"/>
              <a:gd name="T6" fmla="*/ 154 w 183"/>
              <a:gd name="T7" fmla="*/ 14 h 238"/>
              <a:gd name="T8" fmla="*/ 132 w 183"/>
              <a:gd name="T9" fmla="*/ 17 h 238"/>
              <a:gd name="T10" fmla="*/ 162 w 183"/>
              <a:gd name="T11" fmla="*/ 31 h 238"/>
              <a:gd name="T12" fmla="*/ 167 w 183"/>
              <a:gd name="T13" fmla="*/ 33 h 238"/>
              <a:gd name="T14" fmla="*/ 54 w 183"/>
              <a:gd name="T15" fmla="*/ 226 h 238"/>
              <a:gd name="T16" fmla="*/ 86 w 183"/>
              <a:gd name="T17" fmla="*/ 234 h 238"/>
              <a:gd name="T18" fmla="*/ 97 w 183"/>
              <a:gd name="T19" fmla="*/ 230 h 238"/>
              <a:gd name="T20" fmla="*/ 126 w 183"/>
              <a:gd name="T21" fmla="*/ 228 h 238"/>
              <a:gd name="T22" fmla="*/ 144 w 183"/>
              <a:gd name="T23" fmla="*/ 227 h 238"/>
              <a:gd name="T24" fmla="*/ 156 w 183"/>
              <a:gd name="T25" fmla="*/ 201 h 238"/>
              <a:gd name="T26" fmla="*/ 147 w 183"/>
              <a:gd name="T27" fmla="*/ 185 h 238"/>
              <a:gd name="T28" fmla="*/ 132 w 183"/>
              <a:gd name="T29" fmla="*/ 167 h 238"/>
              <a:gd name="T30" fmla="*/ 129 w 183"/>
              <a:gd name="T31" fmla="*/ 151 h 238"/>
              <a:gd name="T32" fmla="*/ 152 w 183"/>
              <a:gd name="T33" fmla="*/ 137 h 238"/>
              <a:gd name="T34" fmla="*/ 174 w 183"/>
              <a:gd name="T35" fmla="*/ 129 h 238"/>
              <a:gd name="T36" fmla="*/ 175 w 183"/>
              <a:gd name="T37" fmla="*/ 104 h 238"/>
              <a:gd name="T38" fmla="*/ 176 w 183"/>
              <a:gd name="T39" fmla="*/ 88 h 238"/>
              <a:gd name="T40" fmla="*/ 171 w 183"/>
              <a:gd name="T41" fmla="*/ 56 h 238"/>
              <a:gd name="T42" fmla="*/ 159 w 183"/>
              <a:gd name="T43" fmla="*/ 31 h 238"/>
              <a:gd name="T44" fmla="*/ 150 w 183"/>
              <a:gd name="T45" fmla="*/ 25 h 238"/>
              <a:gd name="T46" fmla="*/ 141 w 183"/>
              <a:gd name="T47" fmla="*/ 18 h 238"/>
              <a:gd name="T48" fmla="*/ 130 w 183"/>
              <a:gd name="T49" fmla="*/ 21 h 238"/>
              <a:gd name="T50" fmla="*/ 116 w 183"/>
              <a:gd name="T51" fmla="*/ 29 h 238"/>
              <a:gd name="T52" fmla="*/ 109 w 183"/>
              <a:gd name="T53" fmla="*/ 32 h 238"/>
              <a:gd name="T54" fmla="*/ 100 w 183"/>
              <a:gd name="T55" fmla="*/ 30 h 238"/>
              <a:gd name="T56" fmla="*/ 106 w 183"/>
              <a:gd name="T57" fmla="*/ 13 h 238"/>
              <a:gd name="T58" fmla="*/ 102 w 183"/>
              <a:gd name="T59" fmla="*/ 19 h 238"/>
              <a:gd name="T60" fmla="*/ 87 w 183"/>
              <a:gd name="T61" fmla="*/ 19 h 238"/>
              <a:gd name="T62" fmla="*/ 83 w 183"/>
              <a:gd name="T63" fmla="*/ 7 h 238"/>
              <a:gd name="T64" fmla="*/ 78 w 183"/>
              <a:gd name="T65" fmla="*/ 3 h 238"/>
              <a:gd name="T66" fmla="*/ 59 w 183"/>
              <a:gd name="T67" fmla="*/ 5 h 238"/>
              <a:gd name="T68" fmla="*/ 59 w 183"/>
              <a:gd name="T69" fmla="*/ 17 h 238"/>
              <a:gd name="T70" fmla="*/ 64 w 183"/>
              <a:gd name="T71" fmla="*/ 26 h 238"/>
              <a:gd name="T72" fmla="*/ 68 w 183"/>
              <a:gd name="T73" fmla="*/ 34 h 238"/>
              <a:gd name="T74" fmla="*/ 81 w 183"/>
              <a:gd name="T75" fmla="*/ 46 h 238"/>
              <a:gd name="T76" fmla="*/ 56 w 183"/>
              <a:gd name="T77" fmla="*/ 37 h 238"/>
              <a:gd name="T78" fmla="*/ 51 w 183"/>
              <a:gd name="T79" fmla="*/ 43 h 238"/>
              <a:gd name="T80" fmla="*/ 46 w 183"/>
              <a:gd name="T81" fmla="*/ 40 h 238"/>
              <a:gd name="T82" fmla="*/ 29 w 183"/>
              <a:gd name="T83" fmla="*/ 46 h 238"/>
              <a:gd name="T84" fmla="*/ 29 w 183"/>
              <a:gd name="T85" fmla="*/ 55 h 238"/>
              <a:gd name="T86" fmla="*/ 20 w 183"/>
              <a:gd name="T87" fmla="*/ 75 h 238"/>
              <a:gd name="T88" fmla="*/ 20 w 183"/>
              <a:gd name="T89" fmla="*/ 94 h 238"/>
              <a:gd name="T90" fmla="*/ 8 w 183"/>
              <a:gd name="T91" fmla="*/ 109 h 238"/>
              <a:gd name="T92" fmla="*/ 6 w 183"/>
              <a:gd name="T93" fmla="*/ 125 h 238"/>
              <a:gd name="T94" fmla="*/ 11 w 183"/>
              <a:gd name="T95" fmla="*/ 142 h 238"/>
              <a:gd name="T96" fmla="*/ 9 w 183"/>
              <a:gd name="T97" fmla="*/ 152 h 238"/>
              <a:gd name="T98" fmla="*/ 6 w 183"/>
              <a:gd name="T99" fmla="*/ 175 h 238"/>
              <a:gd name="T100" fmla="*/ 24 w 183"/>
              <a:gd name="T101" fmla="*/ 183 h 238"/>
              <a:gd name="T102" fmla="*/ 46 w 183"/>
              <a:gd name="T103" fmla="*/ 188 h 238"/>
              <a:gd name="T104" fmla="*/ 42 w 183"/>
              <a:gd name="T105" fmla="*/ 202 h 238"/>
              <a:gd name="T106" fmla="*/ 36 w 183"/>
              <a:gd name="T107" fmla="*/ 227 h 238"/>
              <a:gd name="T108" fmla="*/ 25 w 183"/>
              <a:gd name="T109" fmla="*/ 41 h 238"/>
              <a:gd name="T110" fmla="*/ 35 w 183"/>
              <a:gd name="T111" fmla="*/ 39 h 238"/>
              <a:gd name="T112" fmla="*/ 43 w 183"/>
              <a:gd name="T113" fmla="*/ 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3" h="238">
                <a:moveTo>
                  <a:pt x="154" y="14"/>
                </a:moveTo>
                <a:cubicBezTo>
                  <a:pt x="154" y="17"/>
                  <a:pt x="158" y="17"/>
                  <a:pt x="158" y="19"/>
                </a:cubicBezTo>
                <a:cubicBezTo>
                  <a:pt x="158" y="19"/>
                  <a:pt x="157" y="21"/>
                  <a:pt x="157" y="21"/>
                </a:cubicBezTo>
                <a:cubicBezTo>
                  <a:pt x="156" y="21"/>
                  <a:pt x="156" y="19"/>
                  <a:pt x="156" y="19"/>
                </a:cubicBezTo>
                <a:cubicBezTo>
                  <a:pt x="154" y="17"/>
                  <a:pt x="152" y="20"/>
                  <a:pt x="151" y="21"/>
                </a:cubicBezTo>
                <a:cubicBezTo>
                  <a:pt x="149" y="22"/>
                  <a:pt x="147" y="22"/>
                  <a:pt x="146" y="20"/>
                </a:cubicBezTo>
                <a:cubicBezTo>
                  <a:pt x="146" y="18"/>
                  <a:pt x="148" y="18"/>
                  <a:pt x="148" y="17"/>
                </a:cubicBezTo>
                <a:cubicBezTo>
                  <a:pt x="148" y="17"/>
                  <a:pt x="147" y="16"/>
                  <a:pt x="147" y="16"/>
                </a:cubicBezTo>
                <a:cubicBezTo>
                  <a:pt x="147" y="16"/>
                  <a:pt x="147" y="15"/>
                  <a:pt x="147" y="15"/>
                </a:cubicBezTo>
                <a:cubicBezTo>
                  <a:pt x="147" y="14"/>
                  <a:pt x="148" y="14"/>
                  <a:pt x="147" y="13"/>
                </a:cubicBezTo>
                <a:cubicBezTo>
                  <a:pt x="147" y="12"/>
                  <a:pt x="146" y="13"/>
                  <a:pt x="147" y="12"/>
                </a:cubicBezTo>
                <a:cubicBezTo>
                  <a:pt x="147" y="12"/>
                  <a:pt x="148" y="11"/>
                  <a:pt x="148" y="11"/>
                </a:cubicBezTo>
                <a:cubicBezTo>
                  <a:pt x="150" y="11"/>
                  <a:pt x="149" y="12"/>
                  <a:pt x="149" y="10"/>
                </a:cubicBezTo>
                <a:cubicBezTo>
                  <a:pt x="149" y="10"/>
                  <a:pt x="149" y="7"/>
                  <a:pt x="150" y="7"/>
                </a:cubicBezTo>
                <a:cubicBezTo>
                  <a:pt x="150" y="7"/>
                  <a:pt x="150" y="8"/>
                  <a:pt x="150" y="8"/>
                </a:cubicBezTo>
                <a:cubicBezTo>
                  <a:pt x="152" y="8"/>
                  <a:pt x="151" y="11"/>
                  <a:pt x="151" y="12"/>
                </a:cubicBezTo>
                <a:cubicBezTo>
                  <a:pt x="151" y="13"/>
                  <a:pt x="151" y="15"/>
                  <a:pt x="152" y="14"/>
                </a:cubicBezTo>
                <a:cubicBezTo>
                  <a:pt x="154" y="14"/>
                  <a:pt x="153" y="12"/>
                  <a:pt x="153" y="11"/>
                </a:cubicBezTo>
                <a:cubicBezTo>
                  <a:pt x="154" y="10"/>
                  <a:pt x="156" y="11"/>
                  <a:pt x="156" y="11"/>
                </a:cubicBezTo>
                <a:cubicBezTo>
                  <a:pt x="157" y="12"/>
                  <a:pt x="155" y="15"/>
                  <a:pt x="154" y="14"/>
                </a:cubicBezTo>
                <a:cubicBezTo>
                  <a:pt x="154" y="15"/>
                  <a:pt x="155" y="15"/>
                  <a:pt x="154" y="14"/>
                </a:cubicBezTo>
                <a:close/>
                <a:moveTo>
                  <a:pt x="134" y="17"/>
                </a:moveTo>
                <a:cubicBezTo>
                  <a:pt x="136" y="16"/>
                  <a:pt x="137" y="17"/>
                  <a:pt x="139" y="17"/>
                </a:cubicBezTo>
                <a:cubicBezTo>
                  <a:pt x="140" y="17"/>
                  <a:pt x="142" y="16"/>
                  <a:pt x="140" y="15"/>
                </a:cubicBezTo>
                <a:cubicBezTo>
                  <a:pt x="139" y="14"/>
                  <a:pt x="131" y="15"/>
                  <a:pt x="132" y="17"/>
                </a:cubicBezTo>
                <a:cubicBezTo>
                  <a:pt x="133" y="18"/>
                  <a:pt x="134" y="17"/>
                  <a:pt x="134" y="17"/>
                </a:cubicBezTo>
                <a:close/>
                <a:moveTo>
                  <a:pt x="167" y="33"/>
                </a:moveTo>
                <a:cubicBezTo>
                  <a:pt x="166" y="33"/>
                  <a:pt x="165" y="31"/>
                  <a:pt x="165" y="30"/>
                </a:cubicBezTo>
                <a:cubicBezTo>
                  <a:pt x="163" y="29"/>
                  <a:pt x="162" y="28"/>
                  <a:pt x="161" y="26"/>
                </a:cubicBezTo>
                <a:cubicBezTo>
                  <a:pt x="159" y="27"/>
                  <a:pt x="161" y="30"/>
                  <a:pt x="162" y="31"/>
                </a:cubicBezTo>
                <a:cubicBezTo>
                  <a:pt x="162" y="33"/>
                  <a:pt x="163" y="32"/>
                  <a:pt x="161" y="33"/>
                </a:cubicBezTo>
                <a:cubicBezTo>
                  <a:pt x="160" y="34"/>
                  <a:pt x="159" y="35"/>
                  <a:pt x="161" y="36"/>
                </a:cubicBezTo>
                <a:cubicBezTo>
                  <a:pt x="163" y="36"/>
                  <a:pt x="164" y="33"/>
                  <a:pt x="167" y="35"/>
                </a:cubicBezTo>
                <a:cubicBezTo>
                  <a:pt x="167" y="33"/>
                  <a:pt x="167" y="33"/>
                  <a:pt x="167" y="33"/>
                </a:cubicBezTo>
                <a:cubicBezTo>
                  <a:pt x="167" y="33"/>
                  <a:pt x="167" y="33"/>
                  <a:pt x="167" y="33"/>
                </a:cubicBezTo>
                <a:close/>
                <a:moveTo>
                  <a:pt x="40" y="230"/>
                </a:moveTo>
                <a:cubicBezTo>
                  <a:pt x="42" y="230"/>
                  <a:pt x="43" y="230"/>
                  <a:pt x="44" y="230"/>
                </a:cubicBezTo>
                <a:cubicBezTo>
                  <a:pt x="46" y="230"/>
                  <a:pt x="47" y="229"/>
                  <a:pt x="48" y="229"/>
                </a:cubicBezTo>
                <a:cubicBezTo>
                  <a:pt x="51" y="228"/>
                  <a:pt x="54" y="230"/>
                  <a:pt x="56" y="229"/>
                </a:cubicBezTo>
                <a:cubicBezTo>
                  <a:pt x="57" y="227"/>
                  <a:pt x="54" y="227"/>
                  <a:pt x="54" y="226"/>
                </a:cubicBezTo>
                <a:cubicBezTo>
                  <a:pt x="53" y="221"/>
                  <a:pt x="58" y="225"/>
                  <a:pt x="59" y="226"/>
                </a:cubicBezTo>
                <a:cubicBezTo>
                  <a:pt x="63" y="228"/>
                  <a:pt x="67" y="226"/>
                  <a:pt x="70" y="228"/>
                </a:cubicBezTo>
                <a:cubicBezTo>
                  <a:pt x="72" y="229"/>
                  <a:pt x="74" y="230"/>
                  <a:pt x="76" y="231"/>
                </a:cubicBezTo>
                <a:cubicBezTo>
                  <a:pt x="78" y="231"/>
                  <a:pt x="80" y="230"/>
                  <a:pt x="82" y="231"/>
                </a:cubicBezTo>
                <a:cubicBezTo>
                  <a:pt x="84" y="232"/>
                  <a:pt x="85" y="233"/>
                  <a:pt x="86" y="234"/>
                </a:cubicBezTo>
                <a:cubicBezTo>
                  <a:pt x="86" y="234"/>
                  <a:pt x="87" y="235"/>
                  <a:pt x="87" y="235"/>
                </a:cubicBezTo>
                <a:cubicBezTo>
                  <a:pt x="88" y="236"/>
                  <a:pt x="88" y="237"/>
                  <a:pt x="88" y="237"/>
                </a:cubicBezTo>
                <a:cubicBezTo>
                  <a:pt x="89" y="238"/>
                  <a:pt x="91" y="237"/>
                  <a:pt x="92" y="236"/>
                </a:cubicBezTo>
                <a:cubicBezTo>
                  <a:pt x="93" y="235"/>
                  <a:pt x="92" y="234"/>
                  <a:pt x="92" y="232"/>
                </a:cubicBezTo>
                <a:cubicBezTo>
                  <a:pt x="92" y="229"/>
                  <a:pt x="95" y="230"/>
                  <a:pt x="97" y="230"/>
                </a:cubicBezTo>
                <a:cubicBezTo>
                  <a:pt x="100" y="230"/>
                  <a:pt x="101" y="231"/>
                  <a:pt x="103" y="234"/>
                </a:cubicBezTo>
                <a:cubicBezTo>
                  <a:pt x="104" y="234"/>
                  <a:pt x="106" y="234"/>
                  <a:pt x="107" y="234"/>
                </a:cubicBezTo>
                <a:cubicBezTo>
                  <a:pt x="109" y="234"/>
                  <a:pt x="110" y="233"/>
                  <a:pt x="112" y="232"/>
                </a:cubicBezTo>
                <a:cubicBezTo>
                  <a:pt x="115" y="230"/>
                  <a:pt x="119" y="229"/>
                  <a:pt x="122" y="229"/>
                </a:cubicBezTo>
                <a:cubicBezTo>
                  <a:pt x="123" y="229"/>
                  <a:pt x="125" y="229"/>
                  <a:pt x="126" y="228"/>
                </a:cubicBezTo>
                <a:cubicBezTo>
                  <a:pt x="128" y="227"/>
                  <a:pt x="127" y="226"/>
                  <a:pt x="129" y="226"/>
                </a:cubicBezTo>
                <a:cubicBezTo>
                  <a:pt x="131" y="226"/>
                  <a:pt x="135" y="230"/>
                  <a:pt x="136" y="227"/>
                </a:cubicBezTo>
                <a:cubicBezTo>
                  <a:pt x="138" y="227"/>
                  <a:pt x="138" y="227"/>
                  <a:pt x="139" y="228"/>
                </a:cubicBezTo>
                <a:cubicBezTo>
                  <a:pt x="140" y="229"/>
                  <a:pt x="140" y="231"/>
                  <a:pt x="141" y="231"/>
                </a:cubicBezTo>
                <a:cubicBezTo>
                  <a:pt x="143" y="233"/>
                  <a:pt x="145" y="229"/>
                  <a:pt x="144" y="227"/>
                </a:cubicBezTo>
                <a:cubicBezTo>
                  <a:pt x="143" y="225"/>
                  <a:pt x="142" y="226"/>
                  <a:pt x="142" y="224"/>
                </a:cubicBezTo>
                <a:cubicBezTo>
                  <a:pt x="142" y="222"/>
                  <a:pt x="141" y="220"/>
                  <a:pt x="140" y="218"/>
                </a:cubicBezTo>
                <a:cubicBezTo>
                  <a:pt x="139" y="215"/>
                  <a:pt x="136" y="214"/>
                  <a:pt x="140" y="212"/>
                </a:cubicBezTo>
                <a:cubicBezTo>
                  <a:pt x="143" y="210"/>
                  <a:pt x="148" y="210"/>
                  <a:pt x="150" y="207"/>
                </a:cubicBezTo>
                <a:cubicBezTo>
                  <a:pt x="152" y="204"/>
                  <a:pt x="150" y="200"/>
                  <a:pt x="156" y="201"/>
                </a:cubicBezTo>
                <a:cubicBezTo>
                  <a:pt x="159" y="201"/>
                  <a:pt x="159" y="198"/>
                  <a:pt x="158" y="196"/>
                </a:cubicBezTo>
                <a:cubicBezTo>
                  <a:pt x="158" y="194"/>
                  <a:pt x="157" y="193"/>
                  <a:pt x="156" y="191"/>
                </a:cubicBezTo>
                <a:cubicBezTo>
                  <a:pt x="155" y="190"/>
                  <a:pt x="153" y="190"/>
                  <a:pt x="151" y="188"/>
                </a:cubicBezTo>
                <a:cubicBezTo>
                  <a:pt x="150" y="187"/>
                  <a:pt x="150" y="185"/>
                  <a:pt x="149" y="185"/>
                </a:cubicBezTo>
                <a:cubicBezTo>
                  <a:pt x="148" y="185"/>
                  <a:pt x="148" y="185"/>
                  <a:pt x="147" y="185"/>
                </a:cubicBezTo>
                <a:cubicBezTo>
                  <a:pt x="146" y="185"/>
                  <a:pt x="146" y="185"/>
                  <a:pt x="145" y="184"/>
                </a:cubicBezTo>
                <a:cubicBezTo>
                  <a:pt x="144" y="182"/>
                  <a:pt x="144" y="178"/>
                  <a:pt x="141" y="178"/>
                </a:cubicBezTo>
                <a:cubicBezTo>
                  <a:pt x="139" y="177"/>
                  <a:pt x="139" y="178"/>
                  <a:pt x="137" y="176"/>
                </a:cubicBezTo>
                <a:cubicBezTo>
                  <a:pt x="136" y="175"/>
                  <a:pt x="135" y="173"/>
                  <a:pt x="135" y="171"/>
                </a:cubicBezTo>
                <a:cubicBezTo>
                  <a:pt x="134" y="170"/>
                  <a:pt x="132" y="168"/>
                  <a:pt x="132" y="167"/>
                </a:cubicBezTo>
                <a:cubicBezTo>
                  <a:pt x="131" y="165"/>
                  <a:pt x="133" y="164"/>
                  <a:pt x="133" y="163"/>
                </a:cubicBezTo>
                <a:cubicBezTo>
                  <a:pt x="135" y="159"/>
                  <a:pt x="130" y="158"/>
                  <a:pt x="128" y="156"/>
                </a:cubicBezTo>
                <a:cubicBezTo>
                  <a:pt x="128" y="155"/>
                  <a:pt x="127" y="153"/>
                  <a:pt x="126" y="152"/>
                </a:cubicBezTo>
                <a:cubicBezTo>
                  <a:pt x="126" y="151"/>
                  <a:pt x="123" y="148"/>
                  <a:pt x="126" y="149"/>
                </a:cubicBezTo>
                <a:cubicBezTo>
                  <a:pt x="128" y="149"/>
                  <a:pt x="127" y="153"/>
                  <a:pt x="129" y="151"/>
                </a:cubicBezTo>
                <a:cubicBezTo>
                  <a:pt x="132" y="149"/>
                  <a:pt x="131" y="146"/>
                  <a:pt x="134" y="145"/>
                </a:cubicBezTo>
                <a:cubicBezTo>
                  <a:pt x="136" y="145"/>
                  <a:pt x="138" y="145"/>
                  <a:pt x="140" y="145"/>
                </a:cubicBezTo>
                <a:cubicBezTo>
                  <a:pt x="141" y="144"/>
                  <a:pt x="143" y="143"/>
                  <a:pt x="144" y="142"/>
                </a:cubicBezTo>
                <a:cubicBezTo>
                  <a:pt x="146" y="141"/>
                  <a:pt x="147" y="140"/>
                  <a:pt x="149" y="139"/>
                </a:cubicBezTo>
                <a:cubicBezTo>
                  <a:pt x="150" y="139"/>
                  <a:pt x="151" y="138"/>
                  <a:pt x="152" y="137"/>
                </a:cubicBezTo>
                <a:cubicBezTo>
                  <a:pt x="154" y="136"/>
                  <a:pt x="156" y="135"/>
                  <a:pt x="158" y="135"/>
                </a:cubicBezTo>
                <a:cubicBezTo>
                  <a:pt x="160" y="134"/>
                  <a:pt x="163" y="133"/>
                  <a:pt x="165" y="132"/>
                </a:cubicBezTo>
                <a:cubicBezTo>
                  <a:pt x="165" y="132"/>
                  <a:pt x="169" y="130"/>
                  <a:pt x="169" y="130"/>
                </a:cubicBezTo>
                <a:cubicBezTo>
                  <a:pt x="170" y="128"/>
                  <a:pt x="167" y="127"/>
                  <a:pt x="167" y="126"/>
                </a:cubicBezTo>
                <a:cubicBezTo>
                  <a:pt x="170" y="125"/>
                  <a:pt x="173" y="126"/>
                  <a:pt x="174" y="129"/>
                </a:cubicBezTo>
                <a:cubicBezTo>
                  <a:pt x="175" y="130"/>
                  <a:pt x="176" y="133"/>
                  <a:pt x="178" y="132"/>
                </a:cubicBezTo>
                <a:cubicBezTo>
                  <a:pt x="181" y="131"/>
                  <a:pt x="181" y="124"/>
                  <a:pt x="182" y="121"/>
                </a:cubicBezTo>
                <a:cubicBezTo>
                  <a:pt x="183" y="119"/>
                  <a:pt x="182" y="115"/>
                  <a:pt x="181" y="113"/>
                </a:cubicBezTo>
                <a:cubicBezTo>
                  <a:pt x="180" y="112"/>
                  <a:pt x="178" y="111"/>
                  <a:pt x="177" y="109"/>
                </a:cubicBezTo>
                <a:cubicBezTo>
                  <a:pt x="177" y="107"/>
                  <a:pt x="176" y="106"/>
                  <a:pt x="175" y="104"/>
                </a:cubicBezTo>
                <a:cubicBezTo>
                  <a:pt x="174" y="103"/>
                  <a:pt x="173" y="100"/>
                  <a:pt x="176" y="100"/>
                </a:cubicBezTo>
                <a:cubicBezTo>
                  <a:pt x="176" y="99"/>
                  <a:pt x="176" y="98"/>
                  <a:pt x="176" y="97"/>
                </a:cubicBezTo>
                <a:cubicBezTo>
                  <a:pt x="176" y="97"/>
                  <a:pt x="177" y="96"/>
                  <a:pt x="177" y="95"/>
                </a:cubicBezTo>
                <a:cubicBezTo>
                  <a:pt x="178" y="94"/>
                  <a:pt x="177" y="93"/>
                  <a:pt x="176" y="92"/>
                </a:cubicBezTo>
                <a:cubicBezTo>
                  <a:pt x="176" y="90"/>
                  <a:pt x="176" y="89"/>
                  <a:pt x="176" y="88"/>
                </a:cubicBezTo>
                <a:cubicBezTo>
                  <a:pt x="175" y="86"/>
                  <a:pt x="174" y="86"/>
                  <a:pt x="174" y="84"/>
                </a:cubicBezTo>
                <a:cubicBezTo>
                  <a:pt x="173" y="81"/>
                  <a:pt x="176" y="79"/>
                  <a:pt x="174" y="76"/>
                </a:cubicBezTo>
                <a:cubicBezTo>
                  <a:pt x="172" y="73"/>
                  <a:pt x="168" y="71"/>
                  <a:pt x="165" y="69"/>
                </a:cubicBezTo>
                <a:cubicBezTo>
                  <a:pt x="165" y="66"/>
                  <a:pt x="167" y="65"/>
                  <a:pt x="168" y="63"/>
                </a:cubicBezTo>
                <a:cubicBezTo>
                  <a:pt x="170" y="61"/>
                  <a:pt x="171" y="58"/>
                  <a:pt x="171" y="56"/>
                </a:cubicBezTo>
                <a:cubicBezTo>
                  <a:pt x="171" y="53"/>
                  <a:pt x="171" y="50"/>
                  <a:pt x="170" y="48"/>
                </a:cubicBezTo>
                <a:cubicBezTo>
                  <a:pt x="169" y="45"/>
                  <a:pt x="168" y="42"/>
                  <a:pt x="167" y="39"/>
                </a:cubicBezTo>
                <a:cubicBezTo>
                  <a:pt x="165" y="40"/>
                  <a:pt x="159" y="37"/>
                  <a:pt x="159" y="34"/>
                </a:cubicBezTo>
                <a:cubicBezTo>
                  <a:pt x="159" y="34"/>
                  <a:pt x="160" y="33"/>
                  <a:pt x="160" y="32"/>
                </a:cubicBezTo>
                <a:cubicBezTo>
                  <a:pt x="160" y="32"/>
                  <a:pt x="160" y="31"/>
                  <a:pt x="159" y="31"/>
                </a:cubicBezTo>
                <a:cubicBezTo>
                  <a:pt x="159" y="30"/>
                  <a:pt x="158" y="30"/>
                  <a:pt x="158" y="29"/>
                </a:cubicBezTo>
                <a:cubicBezTo>
                  <a:pt x="158" y="28"/>
                  <a:pt x="159" y="26"/>
                  <a:pt x="158" y="26"/>
                </a:cubicBezTo>
                <a:cubicBezTo>
                  <a:pt x="158" y="26"/>
                  <a:pt x="155" y="26"/>
                  <a:pt x="155" y="26"/>
                </a:cubicBezTo>
                <a:cubicBezTo>
                  <a:pt x="154" y="26"/>
                  <a:pt x="153" y="27"/>
                  <a:pt x="152" y="27"/>
                </a:cubicBezTo>
                <a:cubicBezTo>
                  <a:pt x="152" y="26"/>
                  <a:pt x="151" y="26"/>
                  <a:pt x="150" y="25"/>
                </a:cubicBezTo>
                <a:cubicBezTo>
                  <a:pt x="149" y="24"/>
                  <a:pt x="149" y="23"/>
                  <a:pt x="148" y="22"/>
                </a:cubicBezTo>
                <a:cubicBezTo>
                  <a:pt x="147" y="22"/>
                  <a:pt x="146" y="22"/>
                  <a:pt x="146" y="21"/>
                </a:cubicBezTo>
                <a:cubicBezTo>
                  <a:pt x="145" y="21"/>
                  <a:pt x="145" y="20"/>
                  <a:pt x="145" y="20"/>
                </a:cubicBezTo>
                <a:cubicBezTo>
                  <a:pt x="145" y="19"/>
                  <a:pt x="144" y="18"/>
                  <a:pt x="144" y="17"/>
                </a:cubicBezTo>
                <a:cubicBezTo>
                  <a:pt x="142" y="16"/>
                  <a:pt x="143" y="17"/>
                  <a:pt x="141" y="18"/>
                </a:cubicBezTo>
                <a:cubicBezTo>
                  <a:pt x="140" y="19"/>
                  <a:pt x="140" y="18"/>
                  <a:pt x="139" y="18"/>
                </a:cubicBezTo>
                <a:cubicBezTo>
                  <a:pt x="137" y="18"/>
                  <a:pt x="136" y="18"/>
                  <a:pt x="135" y="19"/>
                </a:cubicBezTo>
                <a:cubicBezTo>
                  <a:pt x="133" y="19"/>
                  <a:pt x="133" y="21"/>
                  <a:pt x="132" y="22"/>
                </a:cubicBezTo>
                <a:cubicBezTo>
                  <a:pt x="132" y="21"/>
                  <a:pt x="131" y="21"/>
                  <a:pt x="131" y="20"/>
                </a:cubicBezTo>
                <a:cubicBezTo>
                  <a:pt x="131" y="20"/>
                  <a:pt x="130" y="21"/>
                  <a:pt x="130" y="21"/>
                </a:cubicBezTo>
                <a:cubicBezTo>
                  <a:pt x="128" y="22"/>
                  <a:pt x="128" y="22"/>
                  <a:pt x="127" y="23"/>
                </a:cubicBezTo>
                <a:cubicBezTo>
                  <a:pt x="127" y="25"/>
                  <a:pt x="126" y="26"/>
                  <a:pt x="125" y="27"/>
                </a:cubicBezTo>
                <a:cubicBezTo>
                  <a:pt x="125" y="26"/>
                  <a:pt x="125" y="25"/>
                  <a:pt x="125" y="25"/>
                </a:cubicBezTo>
                <a:cubicBezTo>
                  <a:pt x="123" y="26"/>
                  <a:pt x="120" y="25"/>
                  <a:pt x="119" y="25"/>
                </a:cubicBezTo>
                <a:cubicBezTo>
                  <a:pt x="117" y="26"/>
                  <a:pt x="117" y="27"/>
                  <a:pt x="116" y="29"/>
                </a:cubicBezTo>
                <a:cubicBezTo>
                  <a:pt x="115" y="29"/>
                  <a:pt x="115" y="30"/>
                  <a:pt x="114" y="30"/>
                </a:cubicBezTo>
                <a:cubicBezTo>
                  <a:pt x="113" y="31"/>
                  <a:pt x="114" y="32"/>
                  <a:pt x="113" y="33"/>
                </a:cubicBezTo>
                <a:cubicBezTo>
                  <a:pt x="112" y="34"/>
                  <a:pt x="113" y="33"/>
                  <a:pt x="111" y="32"/>
                </a:cubicBezTo>
                <a:cubicBezTo>
                  <a:pt x="111" y="32"/>
                  <a:pt x="110" y="32"/>
                  <a:pt x="110" y="32"/>
                </a:cubicBezTo>
                <a:cubicBezTo>
                  <a:pt x="110" y="32"/>
                  <a:pt x="109" y="32"/>
                  <a:pt x="109" y="32"/>
                </a:cubicBezTo>
                <a:cubicBezTo>
                  <a:pt x="109" y="32"/>
                  <a:pt x="109" y="32"/>
                  <a:pt x="109" y="32"/>
                </a:cubicBezTo>
                <a:cubicBezTo>
                  <a:pt x="108" y="31"/>
                  <a:pt x="108" y="30"/>
                  <a:pt x="108" y="30"/>
                </a:cubicBezTo>
                <a:cubicBezTo>
                  <a:pt x="107" y="30"/>
                  <a:pt x="106" y="30"/>
                  <a:pt x="106" y="30"/>
                </a:cubicBezTo>
                <a:cubicBezTo>
                  <a:pt x="105" y="30"/>
                  <a:pt x="103" y="32"/>
                  <a:pt x="102" y="32"/>
                </a:cubicBezTo>
                <a:cubicBezTo>
                  <a:pt x="102" y="32"/>
                  <a:pt x="100" y="30"/>
                  <a:pt x="100" y="30"/>
                </a:cubicBezTo>
                <a:cubicBezTo>
                  <a:pt x="98" y="27"/>
                  <a:pt x="104" y="26"/>
                  <a:pt x="105" y="24"/>
                </a:cubicBezTo>
                <a:cubicBezTo>
                  <a:pt x="106" y="22"/>
                  <a:pt x="105" y="20"/>
                  <a:pt x="106" y="18"/>
                </a:cubicBezTo>
                <a:cubicBezTo>
                  <a:pt x="107" y="16"/>
                  <a:pt x="108" y="17"/>
                  <a:pt x="109" y="16"/>
                </a:cubicBezTo>
                <a:cubicBezTo>
                  <a:pt x="110" y="16"/>
                  <a:pt x="110" y="16"/>
                  <a:pt x="109" y="14"/>
                </a:cubicBezTo>
                <a:cubicBezTo>
                  <a:pt x="108" y="13"/>
                  <a:pt x="107" y="12"/>
                  <a:pt x="106" y="13"/>
                </a:cubicBezTo>
                <a:cubicBezTo>
                  <a:pt x="105" y="13"/>
                  <a:pt x="104" y="14"/>
                  <a:pt x="104" y="14"/>
                </a:cubicBezTo>
                <a:cubicBezTo>
                  <a:pt x="104" y="16"/>
                  <a:pt x="105" y="15"/>
                  <a:pt x="105" y="15"/>
                </a:cubicBezTo>
                <a:cubicBezTo>
                  <a:pt x="105" y="16"/>
                  <a:pt x="108" y="17"/>
                  <a:pt x="105" y="18"/>
                </a:cubicBezTo>
                <a:cubicBezTo>
                  <a:pt x="105" y="18"/>
                  <a:pt x="105" y="18"/>
                  <a:pt x="105" y="18"/>
                </a:cubicBezTo>
                <a:cubicBezTo>
                  <a:pt x="104" y="18"/>
                  <a:pt x="103" y="18"/>
                  <a:pt x="102" y="19"/>
                </a:cubicBezTo>
                <a:cubicBezTo>
                  <a:pt x="101" y="19"/>
                  <a:pt x="101" y="19"/>
                  <a:pt x="100" y="19"/>
                </a:cubicBezTo>
                <a:cubicBezTo>
                  <a:pt x="100" y="19"/>
                  <a:pt x="100" y="20"/>
                  <a:pt x="100" y="20"/>
                </a:cubicBezTo>
                <a:cubicBezTo>
                  <a:pt x="98" y="21"/>
                  <a:pt x="97" y="19"/>
                  <a:pt x="95" y="18"/>
                </a:cubicBezTo>
                <a:cubicBezTo>
                  <a:pt x="94" y="17"/>
                  <a:pt x="92" y="15"/>
                  <a:pt x="90" y="16"/>
                </a:cubicBezTo>
                <a:cubicBezTo>
                  <a:pt x="89" y="16"/>
                  <a:pt x="88" y="20"/>
                  <a:pt x="87" y="19"/>
                </a:cubicBezTo>
                <a:cubicBezTo>
                  <a:pt x="86" y="19"/>
                  <a:pt x="90" y="15"/>
                  <a:pt x="87" y="14"/>
                </a:cubicBezTo>
                <a:cubicBezTo>
                  <a:pt x="86" y="14"/>
                  <a:pt x="84" y="15"/>
                  <a:pt x="83" y="15"/>
                </a:cubicBezTo>
                <a:cubicBezTo>
                  <a:pt x="82" y="15"/>
                  <a:pt x="81" y="15"/>
                  <a:pt x="82" y="14"/>
                </a:cubicBezTo>
                <a:cubicBezTo>
                  <a:pt x="85" y="12"/>
                  <a:pt x="85" y="12"/>
                  <a:pt x="85" y="8"/>
                </a:cubicBezTo>
                <a:cubicBezTo>
                  <a:pt x="84" y="9"/>
                  <a:pt x="83" y="9"/>
                  <a:pt x="83" y="7"/>
                </a:cubicBezTo>
                <a:cubicBezTo>
                  <a:pt x="83" y="7"/>
                  <a:pt x="84" y="7"/>
                  <a:pt x="84" y="6"/>
                </a:cubicBezTo>
                <a:cubicBezTo>
                  <a:pt x="84" y="6"/>
                  <a:pt x="84" y="4"/>
                  <a:pt x="83" y="4"/>
                </a:cubicBezTo>
                <a:cubicBezTo>
                  <a:pt x="82" y="3"/>
                  <a:pt x="83" y="4"/>
                  <a:pt x="82" y="4"/>
                </a:cubicBezTo>
                <a:cubicBezTo>
                  <a:pt x="81" y="5"/>
                  <a:pt x="82" y="5"/>
                  <a:pt x="80" y="5"/>
                </a:cubicBezTo>
                <a:cubicBezTo>
                  <a:pt x="80" y="4"/>
                  <a:pt x="79" y="3"/>
                  <a:pt x="78" y="3"/>
                </a:cubicBezTo>
                <a:cubicBezTo>
                  <a:pt x="77" y="2"/>
                  <a:pt x="76" y="3"/>
                  <a:pt x="74" y="3"/>
                </a:cubicBezTo>
                <a:cubicBezTo>
                  <a:pt x="73" y="3"/>
                  <a:pt x="72" y="4"/>
                  <a:pt x="71" y="4"/>
                </a:cubicBezTo>
                <a:cubicBezTo>
                  <a:pt x="69" y="4"/>
                  <a:pt x="69" y="3"/>
                  <a:pt x="68" y="2"/>
                </a:cubicBezTo>
                <a:cubicBezTo>
                  <a:pt x="66" y="0"/>
                  <a:pt x="61" y="0"/>
                  <a:pt x="58" y="0"/>
                </a:cubicBezTo>
                <a:cubicBezTo>
                  <a:pt x="58" y="1"/>
                  <a:pt x="59" y="4"/>
                  <a:pt x="59" y="5"/>
                </a:cubicBezTo>
                <a:cubicBezTo>
                  <a:pt x="59" y="7"/>
                  <a:pt x="60" y="7"/>
                  <a:pt x="61" y="8"/>
                </a:cubicBezTo>
                <a:cubicBezTo>
                  <a:pt x="62" y="9"/>
                  <a:pt x="61" y="9"/>
                  <a:pt x="62" y="10"/>
                </a:cubicBezTo>
                <a:cubicBezTo>
                  <a:pt x="62" y="11"/>
                  <a:pt x="63" y="11"/>
                  <a:pt x="64" y="12"/>
                </a:cubicBezTo>
                <a:cubicBezTo>
                  <a:pt x="65" y="13"/>
                  <a:pt x="66" y="14"/>
                  <a:pt x="64" y="16"/>
                </a:cubicBezTo>
                <a:cubicBezTo>
                  <a:pt x="62" y="17"/>
                  <a:pt x="61" y="16"/>
                  <a:pt x="59" y="17"/>
                </a:cubicBezTo>
                <a:cubicBezTo>
                  <a:pt x="59" y="17"/>
                  <a:pt x="58" y="17"/>
                  <a:pt x="58" y="17"/>
                </a:cubicBezTo>
                <a:cubicBezTo>
                  <a:pt x="58" y="17"/>
                  <a:pt x="57" y="19"/>
                  <a:pt x="57" y="19"/>
                </a:cubicBezTo>
                <a:cubicBezTo>
                  <a:pt x="57" y="23"/>
                  <a:pt x="62" y="20"/>
                  <a:pt x="64" y="20"/>
                </a:cubicBezTo>
                <a:cubicBezTo>
                  <a:pt x="64" y="22"/>
                  <a:pt x="60" y="22"/>
                  <a:pt x="61" y="25"/>
                </a:cubicBezTo>
                <a:cubicBezTo>
                  <a:pt x="62" y="27"/>
                  <a:pt x="63" y="25"/>
                  <a:pt x="64" y="26"/>
                </a:cubicBezTo>
                <a:cubicBezTo>
                  <a:pt x="65" y="27"/>
                  <a:pt x="66" y="28"/>
                  <a:pt x="65" y="29"/>
                </a:cubicBezTo>
                <a:cubicBezTo>
                  <a:pt x="65" y="30"/>
                  <a:pt x="65" y="29"/>
                  <a:pt x="64" y="29"/>
                </a:cubicBezTo>
                <a:cubicBezTo>
                  <a:pt x="63" y="29"/>
                  <a:pt x="64" y="28"/>
                  <a:pt x="63" y="29"/>
                </a:cubicBezTo>
                <a:cubicBezTo>
                  <a:pt x="62" y="29"/>
                  <a:pt x="62" y="31"/>
                  <a:pt x="63" y="31"/>
                </a:cubicBezTo>
                <a:cubicBezTo>
                  <a:pt x="64" y="33"/>
                  <a:pt x="66" y="34"/>
                  <a:pt x="68" y="34"/>
                </a:cubicBezTo>
                <a:cubicBezTo>
                  <a:pt x="70" y="34"/>
                  <a:pt x="71" y="34"/>
                  <a:pt x="72" y="36"/>
                </a:cubicBezTo>
                <a:cubicBezTo>
                  <a:pt x="74" y="38"/>
                  <a:pt x="75" y="39"/>
                  <a:pt x="76" y="41"/>
                </a:cubicBezTo>
                <a:cubicBezTo>
                  <a:pt x="76" y="41"/>
                  <a:pt x="76" y="42"/>
                  <a:pt x="77" y="43"/>
                </a:cubicBezTo>
                <a:cubicBezTo>
                  <a:pt x="78" y="44"/>
                  <a:pt x="78" y="44"/>
                  <a:pt x="79" y="44"/>
                </a:cubicBezTo>
                <a:cubicBezTo>
                  <a:pt x="80" y="45"/>
                  <a:pt x="83" y="46"/>
                  <a:pt x="81" y="46"/>
                </a:cubicBezTo>
                <a:cubicBezTo>
                  <a:pt x="79" y="47"/>
                  <a:pt x="77" y="45"/>
                  <a:pt x="76" y="44"/>
                </a:cubicBezTo>
                <a:cubicBezTo>
                  <a:pt x="73" y="41"/>
                  <a:pt x="72" y="35"/>
                  <a:pt x="67" y="35"/>
                </a:cubicBezTo>
                <a:cubicBezTo>
                  <a:pt x="64" y="35"/>
                  <a:pt x="62" y="37"/>
                  <a:pt x="60" y="36"/>
                </a:cubicBezTo>
                <a:cubicBezTo>
                  <a:pt x="59" y="35"/>
                  <a:pt x="59" y="34"/>
                  <a:pt x="57" y="34"/>
                </a:cubicBezTo>
                <a:cubicBezTo>
                  <a:pt x="56" y="35"/>
                  <a:pt x="56" y="36"/>
                  <a:pt x="56" y="37"/>
                </a:cubicBezTo>
                <a:cubicBezTo>
                  <a:pt x="55" y="39"/>
                  <a:pt x="55" y="40"/>
                  <a:pt x="55" y="43"/>
                </a:cubicBezTo>
                <a:cubicBezTo>
                  <a:pt x="55" y="44"/>
                  <a:pt x="57" y="47"/>
                  <a:pt x="56" y="47"/>
                </a:cubicBezTo>
                <a:cubicBezTo>
                  <a:pt x="55" y="46"/>
                  <a:pt x="55" y="46"/>
                  <a:pt x="55" y="45"/>
                </a:cubicBezTo>
                <a:cubicBezTo>
                  <a:pt x="54" y="44"/>
                  <a:pt x="53" y="45"/>
                  <a:pt x="53" y="44"/>
                </a:cubicBezTo>
                <a:cubicBezTo>
                  <a:pt x="52" y="44"/>
                  <a:pt x="52" y="42"/>
                  <a:pt x="51" y="43"/>
                </a:cubicBezTo>
                <a:cubicBezTo>
                  <a:pt x="49" y="44"/>
                  <a:pt x="54" y="50"/>
                  <a:pt x="50" y="50"/>
                </a:cubicBezTo>
                <a:cubicBezTo>
                  <a:pt x="49" y="50"/>
                  <a:pt x="46" y="48"/>
                  <a:pt x="46" y="48"/>
                </a:cubicBezTo>
                <a:cubicBezTo>
                  <a:pt x="46" y="46"/>
                  <a:pt x="49" y="47"/>
                  <a:pt x="48" y="45"/>
                </a:cubicBezTo>
                <a:cubicBezTo>
                  <a:pt x="48" y="44"/>
                  <a:pt x="47" y="43"/>
                  <a:pt x="46" y="42"/>
                </a:cubicBezTo>
                <a:cubicBezTo>
                  <a:pt x="46" y="42"/>
                  <a:pt x="46" y="41"/>
                  <a:pt x="46" y="40"/>
                </a:cubicBezTo>
                <a:cubicBezTo>
                  <a:pt x="45" y="39"/>
                  <a:pt x="42" y="40"/>
                  <a:pt x="41" y="40"/>
                </a:cubicBezTo>
                <a:cubicBezTo>
                  <a:pt x="40" y="41"/>
                  <a:pt x="38" y="41"/>
                  <a:pt x="37" y="41"/>
                </a:cubicBezTo>
                <a:cubicBezTo>
                  <a:pt x="34" y="41"/>
                  <a:pt x="32" y="41"/>
                  <a:pt x="30" y="42"/>
                </a:cubicBezTo>
                <a:cubicBezTo>
                  <a:pt x="29" y="42"/>
                  <a:pt x="27" y="43"/>
                  <a:pt x="28" y="45"/>
                </a:cubicBezTo>
                <a:cubicBezTo>
                  <a:pt x="28" y="45"/>
                  <a:pt x="29" y="44"/>
                  <a:pt x="29" y="46"/>
                </a:cubicBezTo>
                <a:cubicBezTo>
                  <a:pt x="29" y="47"/>
                  <a:pt x="27" y="47"/>
                  <a:pt x="27" y="47"/>
                </a:cubicBezTo>
                <a:cubicBezTo>
                  <a:pt x="26" y="48"/>
                  <a:pt x="26" y="51"/>
                  <a:pt x="27" y="52"/>
                </a:cubicBezTo>
                <a:cubicBezTo>
                  <a:pt x="28" y="52"/>
                  <a:pt x="30" y="52"/>
                  <a:pt x="31" y="52"/>
                </a:cubicBezTo>
                <a:cubicBezTo>
                  <a:pt x="33" y="52"/>
                  <a:pt x="32" y="52"/>
                  <a:pt x="31" y="53"/>
                </a:cubicBezTo>
                <a:cubicBezTo>
                  <a:pt x="31" y="54"/>
                  <a:pt x="31" y="55"/>
                  <a:pt x="29" y="55"/>
                </a:cubicBezTo>
                <a:cubicBezTo>
                  <a:pt x="29" y="57"/>
                  <a:pt x="29" y="60"/>
                  <a:pt x="29" y="62"/>
                </a:cubicBezTo>
                <a:cubicBezTo>
                  <a:pt x="30" y="65"/>
                  <a:pt x="28" y="66"/>
                  <a:pt x="27" y="68"/>
                </a:cubicBezTo>
                <a:cubicBezTo>
                  <a:pt x="27" y="69"/>
                  <a:pt x="26" y="70"/>
                  <a:pt x="26" y="71"/>
                </a:cubicBezTo>
                <a:cubicBezTo>
                  <a:pt x="26" y="72"/>
                  <a:pt x="26" y="74"/>
                  <a:pt x="26" y="74"/>
                </a:cubicBezTo>
                <a:cubicBezTo>
                  <a:pt x="25" y="76"/>
                  <a:pt x="22" y="74"/>
                  <a:pt x="20" y="75"/>
                </a:cubicBezTo>
                <a:cubicBezTo>
                  <a:pt x="20" y="76"/>
                  <a:pt x="19" y="79"/>
                  <a:pt x="20" y="80"/>
                </a:cubicBezTo>
                <a:cubicBezTo>
                  <a:pt x="21" y="82"/>
                  <a:pt x="23" y="81"/>
                  <a:pt x="25" y="82"/>
                </a:cubicBezTo>
                <a:cubicBezTo>
                  <a:pt x="27" y="82"/>
                  <a:pt x="26" y="84"/>
                  <a:pt x="26" y="85"/>
                </a:cubicBezTo>
                <a:cubicBezTo>
                  <a:pt x="26" y="88"/>
                  <a:pt x="25" y="88"/>
                  <a:pt x="23" y="90"/>
                </a:cubicBezTo>
                <a:cubicBezTo>
                  <a:pt x="22" y="91"/>
                  <a:pt x="20" y="93"/>
                  <a:pt x="20" y="94"/>
                </a:cubicBezTo>
                <a:cubicBezTo>
                  <a:pt x="20" y="96"/>
                  <a:pt x="23" y="97"/>
                  <a:pt x="20" y="98"/>
                </a:cubicBezTo>
                <a:cubicBezTo>
                  <a:pt x="18" y="99"/>
                  <a:pt x="16" y="100"/>
                  <a:pt x="14" y="100"/>
                </a:cubicBezTo>
                <a:cubicBezTo>
                  <a:pt x="12" y="100"/>
                  <a:pt x="11" y="99"/>
                  <a:pt x="8" y="100"/>
                </a:cubicBezTo>
                <a:cubicBezTo>
                  <a:pt x="7" y="100"/>
                  <a:pt x="5" y="100"/>
                  <a:pt x="5" y="102"/>
                </a:cubicBezTo>
                <a:cubicBezTo>
                  <a:pt x="4" y="104"/>
                  <a:pt x="7" y="107"/>
                  <a:pt x="8" y="109"/>
                </a:cubicBezTo>
                <a:cubicBezTo>
                  <a:pt x="9" y="111"/>
                  <a:pt x="11" y="114"/>
                  <a:pt x="10" y="116"/>
                </a:cubicBezTo>
                <a:cubicBezTo>
                  <a:pt x="9" y="117"/>
                  <a:pt x="7" y="118"/>
                  <a:pt x="7" y="119"/>
                </a:cubicBezTo>
                <a:cubicBezTo>
                  <a:pt x="7" y="121"/>
                  <a:pt x="9" y="121"/>
                  <a:pt x="8" y="123"/>
                </a:cubicBezTo>
                <a:cubicBezTo>
                  <a:pt x="8" y="123"/>
                  <a:pt x="7" y="123"/>
                  <a:pt x="6" y="124"/>
                </a:cubicBezTo>
                <a:cubicBezTo>
                  <a:pt x="6" y="124"/>
                  <a:pt x="6" y="124"/>
                  <a:pt x="6" y="125"/>
                </a:cubicBezTo>
                <a:cubicBezTo>
                  <a:pt x="6" y="125"/>
                  <a:pt x="4" y="125"/>
                  <a:pt x="4" y="126"/>
                </a:cubicBezTo>
                <a:cubicBezTo>
                  <a:pt x="3" y="128"/>
                  <a:pt x="6" y="127"/>
                  <a:pt x="7" y="129"/>
                </a:cubicBezTo>
                <a:cubicBezTo>
                  <a:pt x="8" y="130"/>
                  <a:pt x="6" y="133"/>
                  <a:pt x="5" y="135"/>
                </a:cubicBezTo>
                <a:cubicBezTo>
                  <a:pt x="7" y="135"/>
                  <a:pt x="9" y="137"/>
                  <a:pt x="10" y="139"/>
                </a:cubicBezTo>
                <a:cubicBezTo>
                  <a:pt x="10" y="140"/>
                  <a:pt x="10" y="141"/>
                  <a:pt x="11" y="142"/>
                </a:cubicBezTo>
                <a:cubicBezTo>
                  <a:pt x="11" y="143"/>
                  <a:pt x="12" y="143"/>
                  <a:pt x="13" y="145"/>
                </a:cubicBezTo>
                <a:cubicBezTo>
                  <a:pt x="13" y="146"/>
                  <a:pt x="13" y="147"/>
                  <a:pt x="12" y="148"/>
                </a:cubicBezTo>
                <a:cubicBezTo>
                  <a:pt x="12" y="148"/>
                  <a:pt x="11" y="149"/>
                  <a:pt x="11" y="149"/>
                </a:cubicBezTo>
                <a:cubicBezTo>
                  <a:pt x="11" y="150"/>
                  <a:pt x="10" y="150"/>
                  <a:pt x="10" y="151"/>
                </a:cubicBezTo>
                <a:cubicBezTo>
                  <a:pt x="10" y="151"/>
                  <a:pt x="10" y="152"/>
                  <a:pt x="9" y="152"/>
                </a:cubicBezTo>
                <a:cubicBezTo>
                  <a:pt x="7" y="154"/>
                  <a:pt x="6" y="153"/>
                  <a:pt x="4" y="155"/>
                </a:cubicBezTo>
                <a:cubicBezTo>
                  <a:pt x="3" y="156"/>
                  <a:pt x="2" y="158"/>
                  <a:pt x="1" y="160"/>
                </a:cubicBezTo>
                <a:cubicBezTo>
                  <a:pt x="0" y="163"/>
                  <a:pt x="1" y="164"/>
                  <a:pt x="3" y="166"/>
                </a:cubicBezTo>
                <a:cubicBezTo>
                  <a:pt x="4" y="168"/>
                  <a:pt x="4" y="170"/>
                  <a:pt x="2" y="172"/>
                </a:cubicBezTo>
                <a:cubicBezTo>
                  <a:pt x="4" y="173"/>
                  <a:pt x="5" y="174"/>
                  <a:pt x="6" y="175"/>
                </a:cubicBezTo>
                <a:cubicBezTo>
                  <a:pt x="8" y="175"/>
                  <a:pt x="10" y="174"/>
                  <a:pt x="11" y="174"/>
                </a:cubicBezTo>
                <a:cubicBezTo>
                  <a:pt x="13" y="174"/>
                  <a:pt x="15" y="174"/>
                  <a:pt x="16" y="175"/>
                </a:cubicBezTo>
                <a:cubicBezTo>
                  <a:pt x="17" y="176"/>
                  <a:pt x="17" y="177"/>
                  <a:pt x="18" y="178"/>
                </a:cubicBezTo>
                <a:cubicBezTo>
                  <a:pt x="18" y="179"/>
                  <a:pt x="19" y="181"/>
                  <a:pt x="20" y="182"/>
                </a:cubicBezTo>
                <a:cubicBezTo>
                  <a:pt x="21" y="183"/>
                  <a:pt x="23" y="183"/>
                  <a:pt x="24" y="183"/>
                </a:cubicBezTo>
                <a:cubicBezTo>
                  <a:pt x="26" y="184"/>
                  <a:pt x="27" y="184"/>
                  <a:pt x="29" y="184"/>
                </a:cubicBezTo>
                <a:cubicBezTo>
                  <a:pt x="30" y="184"/>
                  <a:pt x="34" y="184"/>
                  <a:pt x="34" y="183"/>
                </a:cubicBezTo>
                <a:cubicBezTo>
                  <a:pt x="35" y="184"/>
                  <a:pt x="36" y="185"/>
                  <a:pt x="37" y="186"/>
                </a:cubicBezTo>
                <a:cubicBezTo>
                  <a:pt x="39" y="187"/>
                  <a:pt x="40" y="187"/>
                  <a:pt x="42" y="187"/>
                </a:cubicBezTo>
                <a:cubicBezTo>
                  <a:pt x="43" y="186"/>
                  <a:pt x="44" y="187"/>
                  <a:pt x="46" y="188"/>
                </a:cubicBezTo>
                <a:cubicBezTo>
                  <a:pt x="46" y="188"/>
                  <a:pt x="49" y="188"/>
                  <a:pt x="49" y="189"/>
                </a:cubicBezTo>
                <a:cubicBezTo>
                  <a:pt x="49" y="190"/>
                  <a:pt x="48" y="191"/>
                  <a:pt x="48" y="192"/>
                </a:cubicBezTo>
                <a:cubicBezTo>
                  <a:pt x="47" y="194"/>
                  <a:pt x="46" y="194"/>
                  <a:pt x="45" y="196"/>
                </a:cubicBezTo>
                <a:cubicBezTo>
                  <a:pt x="44" y="197"/>
                  <a:pt x="42" y="198"/>
                  <a:pt x="42" y="199"/>
                </a:cubicBezTo>
                <a:cubicBezTo>
                  <a:pt x="41" y="200"/>
                  <a:pt x="42" y="201"/>
                  <a:pt x="42" y="202"/>
                </a:cubicBezTo>
                <a:cubicBezTo>
                  <a:pt x="42" y="202"/>
                  <a:pt x="41" y="203"/>
                  <a:pt x="41" y="204"/>
                </a:cubicBezTo>
                <a:cubicBezTo>
                  <a:pt x="40" y="205"/>
                  <a:pt x="40" y="206"/>
                  <a:pt x="40" y="208"/>
                </a:cubicBezTo>
                <a:cubicBezTo>
                  <a:pt x="40" y="210"/>
                  <a:pt x="36" y="214"/>
                  <a:pt x="37" y="216"/>
                </a:cubicBezTo>
                <a:cubicBezTo>
                  <a:pt x="39" y="217"/>
                  <a:pt x="36" y="222"/>
                  <a:pt x="36" y="223"/>
                </a:cubicBezTo>
                <a:cubicBezTo>
                  <a:pt x="36" y="224"/>
                  <a:pt x="36" y="226"/>
                  <a:pt x="36" y="227"/>
                </a:cubicBezTo>
                <a:cubicBezTo>
                  <a:pt x="36" y="227"/>
                  <a:pt x="39" y="229"/>
                  <a:pt x="38" y="230"/>
                </a:cubicBezTo>
                <a:cubicBezTo>
                  <a:pt x="38" y="230"/>
                  <a:pt x="38" y="230"/>
                  <a:pt x="38" y="230"/>
                </a:cubicBezTo>
                <a:cubicBezTo>
                  <a:pt x="39" y="230"/>
                  <a:pt x="39" y="230"/>
                  <a:pt x="40" y="230"/>
                </a:cubicBezTo>
                <a:close/>
                <a:moveTo>
                  <a:pt x="26" y="40"/>
                </a:moveTo>
                <a:cubicBezTo>
                  <a:pt x="25" y="40"/>
                  <a:pt x="24" y="40"/>
                  <a:pt x="25" y="41"/>
                </a:cubicBezTo>
                <a:cubicBezTo>
                  <a:pt x="26" y="41"/>
                  <a:pt x="28" y="41"/>
                  <a:pt x="28" y="40"/>
                </a:cubicBezTo>
                <a:cubicBezTo>
                  <a:pt x="28" y="40"/>
                  <a:pt x="26" y="40"/>
                  <a:pt x="26" y="40"/>
                </a:cubicBezTo>
                <a:cubicBezTo>
                  <a:pt x="25" y="40"/>
                  <a:pt x="26" y="40"/>
                  <a:pt x="26" y="40"/>
                </a:cubicBezTo>
                <a:close/>
                <a:moveTo>
                  <a:pt x="32" y="40"/>
                </a:moveTo>
                <a:cubicBezTo>
                  <a:pt x="33" y="40"/>
                  <a:pt x="36" y="40"/>
                  <a:pt x="35" y="39"/>
                </a:cubicBezTo>
                <a:cubicBezTo>
                  <a:pt x="33" y="38"/>
                  <a:pt x="31" y="39"/>
                  <a:pt x="29" y="40"/>
                </a:cubicBezTo>
                <a:cubicBezTo>
                  <a:pt x="30" y="40"/>
                  <a:pt x="32" y="40"/>
                  <a:pt x="32" y="40"/>
                </a:cubicBezTo>
                <a:close/>
                <a:moveTo>
                  <a:pt x="39" y="38"/>
                </a:moveTo>
                <a:cubicBezTo>
                  <a:pt x="39" y="38"/>
                  <a:pt x="37" y="38"/>
                  <a:pt x="37" y="39"/>
                </a:cubicBezTo>
                <a:cubicBezTo>
                  <a:pt x="38" y="39"/>
                  <a:pt x="42" y="38"/>
                  <a:pt x="43" y="38"/>
                </a:cubicBezTo>
                <a:cubicBezTo>
                  <a:pt x="42" y="37"/>
                  <a:pt x="40" y="38"/>
                  <a:pt x="39" y="38"/>
                </a:cubicBezTo>
                <a:cubicBezTo>
                  <a:pt x="39" y="38"/>
                  <a:pt x="40" y="38"/>
                  <a:pt x="39" y="38"/>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7" name="Freeform 45"/>
          <p:cNvSpPr>
            <a:spLocks noEditPoints="1"/>
          </p:cNvSpPr>
          <p:nvPr/>
        </p:nvSpPr>
        <p:spPr bwMode="auto">
          <a:xfrm>
            <a:off x="9883775" y="1487488"/>
            <a:ext cx="898525" cy="1833562"/>
          </a:xfrm>
          <a:custGeom>
            <a:avLst/>
            <a:gdLst>
              <a:gd name="T0" fmla="*/ 148 w 236"/>
              <a:gd name="T1" fmla="*/ 452 h 481"/>
              <a:gd name="T2" fmla="*/ 134 w 236"/>
              <a:gd name="T3" fmla="*/ 459 h 481"/>
              <a:gd name="T4" fmla="*/ 125 w 236"/>
              <a:gd name="T5" fmla="*/ 463 h 481"/>
              <a:gd name="T6" fmla="*/ 100 w 236"/>
              <a:gd name="T7" fmla="*/ 467 h 481"/>
              <a:gd name="T8" fmla="*/ 80 w 236"/>
              <a:gd name="T9" fmla="*/ 474 h 481"/>
              <a:gd name="T10" fmla="*/ 70 w 236"/>
              <a:gd name="T11" fmla="*/ 475 h 481"/>
              <a:gd name="T12" fmla="*/ 62 w 236"/>
              <a:gd name="T13" fmla="*/ 462 h 481"/>
              <a:gd name="T14" fmla="*/ 47 w 236"/>
              <a:gd name="T15" fmla="*/ 453 h 481"/>
              <a:gd name="T16" fmla="*/ 38 w 236"/>
              <a:gd name="T17" fmla="*/ 445 h 481"/>
              <a:gd name="T18" fmla="*/ 40 w 236"/>
              <a:gd name="T19" fmla="*/ 425 h 481"/>
              <a:gd name="T20" fmla="*/ 40 w 236"/>
              <a:gd name="T21" fmla="*/ 414 h 481"/>
              <a:gd name="T22" fmla="*/ 38 w 236"/>
              <a:gd name="T23" fmla="*/ 400 h 481"/>
              <a:gd name="T24" fmla="*/ 36 w 236"/>
              <a:gd name="T25" fmla="*/ 379 h 481"/>
              <a:gd name="T26" fmla="*/ 32 w 236"/>
              <a:gd name="T27" fmla="*/ 360 h 481"/>
              <a:gd name="T28" fmla="*/ 39 w 236"/>
              <a:gd name="T29" fmla="*/ 341 h 481"/>
              <a:gd name="T30" fmla="*/ 56 w 236"/>
              <a:gd name="T31" fmla="*/ 330 h 481"/>
              <a:gd name="T32" fmla="*/ 69 w 236"/>
              <a:gd name="T33" fmla="*/ 315 h 481"/>
              <a:gd name="T34" fmla="*/ 87 w 236"/>
              <a:gd name="T35" fmla="*/ 295 h 481"/>
              <a:gd name="T36" fmla="*/ 95 w 236"/>
              <a:gd name="T37" fmla="*/ 282 h 481"/>
              <a:gd name="T38" fmla="*/ 108 w 236"/>
              <a:gd name="T39" fmla="*/ 265 h 481"/>
              <a:gd name="T40" fmla="*/ 112 w 236"/>
              <a:gd name="T41" fmla="*/ 253 h 481"/>
              <a:gd name="T42" fmla="*/ 110 w 236"/>
              <a:gd name="T43" fmla="*/ 235 h 481"/>
              <a:gd name="T44" fmla="*/ 102 w 236"/>
              <a:gd name="T45" fmla="*/ 218 h 481"/>
              <a:gd name="T46" fmla="*/ 90 w 236"/>
              <a:gd name="T47" fmla="*/ 217 h 481"/>
              <a:gd name="T48" fmla="*/ 83 w 236"/>
              <a:gd name="T49" fmla="*/ 190 h 481"/>
              <a:gd name="T50" fmla="*/ 81 w 236"/>
              <a:gd name="T51" fmla="*/ 152 h 481"/>
              <a:gd name="T52" fmla="*/ 80 w 236"/>
              <a:gd name="T53" fmla="*/ 119 h 481"/>
              <a:gd name="T54" fmla="*/ 59 w 236"/>
              <a:gd name="T55" fmla="*/ 91 h 481"/>
              <a:gd name="T56" fmla="*/ 35 w 236"/>
              <a:gd name="T57" fmla="*/ 74 h 481"/>
              <a:gd name="T58" fmla="*/ 32 w 236"/>
              <a:gd name="T59" fmla="*/ 56 h 481"/>
              <a:gd name="T60" fmla="*/ 52 w 236"/>
              <a:gd name="T61" fmla="*/ 62 h 481"/>
              <a:gd name="T62" fmla="*/ 80 w 236"/>
              <a:gd name="T63" fmla="*/ 78 h 481"/>
              <a:gd name="T64" fmla="*/ 107 w 236"/>
              <a:gd name="T65" fmla="*/ 83 h 481"/>
              <a:gd name="T66" fmla="*/ 123 w 236"/>
              <a:gd name="T67" fmla="*/ 58 h 481"/>
              <a:gd name="T68" fmla="*/ 132 w 236"/>
              <a:gd name="T69" fmla="*/ 19 h 481"/>
              <a:gd name="T70" fmla="*/ 166 w 236"/>
              <a:gd name="T71" fmla="*/ 5 h 481"/>
              <a:gd name="T72" fmla="*/ 192 w 236"/>
              <a:gd name="T73" fmla="*/ 35 h 481"/>
              <a:gd name="T74" fmla="*/ 178 w 236"/>
              <a:gd name="T75" fmla="*/ 99 h 481"/>
              <a:gd name="T76" fmla="*/ 204 w 236"/>
              <a:gd name="T77" fmla="*/ 140 h 481"/>
              <a:gd name="T78" fmla="*/ 198 w 236"/>
              <a:gd name="T79" fmla="*/ 199 h 481"/>
              <a:gd name="T80" fmla="*/ 202 w 236"/>
              <a:gd name="T81" fmla="*/ 234 h 481"/>
              <a:gd name="T82" fmla="*/ 199 w 236"/>
              <a:gd name="T83" fmla="*/ 257 h 481"/>
              <a:gd name="T84" fmla="*/ 205 w 236"/>
              <a:gd name="T85" fmla="*/ 283 h 481"/>
              <a:gd name="T86" fmla="*/ 216 w 236"/>
              <a:gd name="T87" fmla="*/ 298 h 481"/>
              <a:gd name="T88" fmla="*/ 216 w 236"/>
              <a:gd name="T89" fmla="*/ 330 h 481"/>
              <a:gd name="T90" fmla="*/ 234 w 236"/>
              <a:gd name="T91" fmla="*/ 359 h 481"/>
              <a:gd name="T92" fmla="*/ 203 w 236"/>
              <a:gd name="T93" fmla="*/ 405 h 481"/>
              <a:gd name="T94" fmla="*/ 179 w 236"/>
              <a:gd name="T95" fmla="*/ 434 h 481"/>
              <a:gd name="T96" fmla="*/ 2 w 236"/>
              <a:gd name="T97" fmla="*/ 464 h 481"/>
              <a:gd name="T98" fmla="*/ 11 w 236"/>
              <a:gd name="T99" fmla="*/ 469 h 481"/>
              <a:gd name="T100" fmla="*/ 15 w 236"/>
              <a:gd name="T101" fmla="*/ 462 h 481"/>
              <a:gd name="T102" fmla="*/ 57 w 236"/>
              <a:gd name="T103" fmla="*/ 471 h 481"/>
              <a:gd name="T104" fmla="*/ 58 w 236"/>
              <a:gd name="T105" fmla="*/ 468 h 481"/>
              <a:gd name="T106" fmla="*/ 106 w 236"/>
              <a:gd name="T107" fmla="*/ 259 h 481"/>
              <a:gd name="T108" fmla="*/ 35 w 236"/>
              <a:gd name="T109" fmla="*/ 34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6" h="481">
                <a:moveTo>
                  <a:pt x="163" y="452"/>
                </a:moveTo>
                <a:cubicBezTo>
                  <a:pt x="162" y="450"/>
                  <a:pt x="162" y="451"/>
                  <a:pt x="161" y="452"/>
                </a:cubicBezTo>
                <a:cubicBezTo>
                  <a:pt x="161" y="452"/>
                  <a:pt x="160" y="455"/>
                  <a:pt x="160" y="453"/>
                </a:cubicBezTo>
                <a:cubicBezTo>
                  <a:pt x="158" y="454"/>
                  <a:pt x="159" y="454"/>
                  <a:pt x="157" y="454"/>
                </a:cubicBezTo>
                <a:cubicBezTo>
                  <a:pt x="156" y="454"/>
                  <a:pt x="156" y="455"/>
                  <a:pt x="156" y="455"/>
                </a:cubicBezTo>
                <a:cubicBezTo>
                  <a:pt x="155" y="455"/>
                  <a:pt x="154" y="454"/>
                  <a:pt x="153" y="454"/>
                </a:cubicBezTo>
                <a:cubicBezTo>
                  <a:pt x="152" y="453"/>
                  <a:pt x="150" y="452"/>
                  <a:pt x="148" y="452"/>
                </a:cubicBezTo>
                <a:cubicBezTo>
                  <a:pt x="147" y="453"/>
                  <a:pt x="146" y="454"/>
                  <a:pt x="146" y="456"/>
                </a:cubicBezTo>
                <a:cubicBezTo>
                  <a:pt x="145" y="455"/>
                  <a:pt x="144" y="456"/>
                  <a:pt x="143" y="455"/>
                </a:cubicBezTo>
                <a:cubicBezTo>
                  <a:pt x="143" y="454"/>
                  <a:pt x="141" y="457"/>
                  <a:pt x="140" y="457"/>
                </a:cubicBezTo>
                <a:cubicBezTo>
                  <a:pt x="140" y="457"/>
                  <a:pt x="139" y="456"/>
                  <a:pt x="138" y="456"/>
                </a:cubicBezTo>
                <a:cubicBezTo>
                  <a:pt x="138" y="457"/>
                  <a:pt x="138" y="458"/>
                  <a:pt x="137" y="458"/>
                </a:cubicBezTo>
                <a:cubicBezTo>
                  <a:pt x="137" y="458"/>
                  <a:pt x="137" y="457"/>
                  <a:pt x="136" y="456"/>
                </a:cubicBezTo>
                <a:cubicBezTo>
                  <a:pt x="135" y="456"/>
                  <a:pt x="134" y="458"/>
                  <a:pt x="134" y="459"/>
                </a:cubicBezTo>
                <a:cubicBezTo>
                  <a:pt x="134" y="458"/>
                  <a:pt x="133" y="457"/>
                  <a:pt x="132" y="457"/>
                </a:cubicBezTo>
                <a:cubicBezTo>
                  <a:pt x="131" y="457"/>
                  <a:pt x="131" y="458"/>
                  <a:pt x="129" y="457"/>
                </a:cubicBezTo>
                <a:cubicBezTo>
                  <a:pt x="128" y="457"/>
                  <a:pt x="127" y="455"/>
                  <a:pt x="126" y="455"/>
                </a:cubicBezTo>
                <a:cubicBezTo>
                  <a:pt x="125" y="455"/>
                  <a:pt x="129" y="460"/>
                  <a:pt x="129" y="461"/>
                </a:cubicBezTo>
                <a:cubicBezTo>
                  <a:pt x="128" y="461"/>
                  <a:pt x="128" y="460"/>
                  <a:pt x="127" y="459"/>
                </a:cubicBezTo>
                <a:cubicBezTo>
                  <a:pt x="126" y="459"/>
                  <a:pt x="125" y="458"/>
                  <a:pt x="124" y="458"/>
                </a:cubicBezTo>
                <a:cubicBezTo>
                  <a:pt x="123" y="459"/>
                  <a:pt x="126" y="462"/>
                  <a:pt x="125" y="463"/>
                </a:cubicBezTo>
                <a:cubicBezTo>
                  <a:pt x="124" y="463"/>
                  <a:pt x="123" y="462"/>
                  <a:pt x="122" y="462"/>
                </a:cubicBezTo>
                <a:cubicBezTo>
                  <a:pt x="121" y="462"/>
                  <a:pt x="120" y="464"/>
                  <a:pt x="119" y="465"/>
                </a:cubicBezTo>
                <a:cubicBezTo>
                  <a:pt x="118" y="465"/>
                  <a:pt x="117" y="464"/>
                  <a:pt x="115" y="464"/>
                </a:cubicBezTo>
                <a:cubicBezTo>
                  <a:pt x="113" y="464"/>
                  <a:pt x="111" y="467"/>
                  <a:pt x="108" y="465"/>
                </a:cubicBezTo>
                <a:cubicBezTo>
                  <a:pt x="108" y="466"/>
                  <a:pt x="108" y="466"/>
                  <a:pt x="108" y="467"/>
                </a:cubicBezTo>
                <a:cubicBezTo>
                  <a:pt x="106" y="467"/>
                  <a:pt x="104" y="468"/>
                  <a:pt x="104" y="466"/>
                </a:cubicBezTo>
                <a:cubicBezTo>
                  <a:pt x="103" y="467"/>
                  <a:pt x="101" y="469"/>
                  <a:pt x="100" y="467"/>
                </a:cubicBezTo>
                <a:cubicBezTo>
                  <a:pt x="99" y="468"/>
                  <a:pt x="98" y="475"/>
                  <a:pt x="97" y="472"/>
                </a:cubicBezTo>
                <a:cubicBezTo>
                  <a:pt x="93" y="474"/>
                  <a:pt x="96" y="471"/>
                  <a:pt x="94" y="470"/>
                </a:cubicBezTo>
                <a:cubicBezTo>
                  <a:pt x="93" y="470"/>
                  <a:pt x="92" y="473"/>
                  <a:pt x="90" y="472"/>
                </a:cubicBezTo>
                <a:cubicBezTo>
                  <a:pt x="90" y="473"/>
                  <a:pt x="88" y="472"/>
                  <a:pt x="87" y="473"/>
                </a:cubicBezTo>
                <a:cubicBezTo>
                  <a:pt x="86" y="474"/>
                  <a:pt x="87" y="475"/>
                  <a:pt x="85" y="475"/>
                </a:cubicBezTo>
                <a:cubicBezTo>
                  <a:pt x="84" y="475"/>
                  <a:pt x="83" y="474"/>
                  <a:pt x="82" y="474"/>
                </a:cubicBezTo>
                <a:cubicBezTo>
                  <a:pt x="81" y="474"/>
                  <a:pt x="80" y="475"/>
                  <a:pt x="80" y="474"/>
                </a:cubicBezTo>
                <a:cubicBezTo>
                  <a:pt x="78" y="474"/>
                  <a:pt x="79" y="473"/>
                  <a:pt x="79" y="471"/>
                </a:cubicBezTo>
                <a:cubicBezTo>
                  <a:pt x="78" y="472"/>
                  <a:pt x="77" y="473"/>
                  <a:pt x="76" y="474"/>
                </a:cubicBezTo>
                <a:cubicBezTo>
                  <a:pt x="75" y="476"/>
                  <a:pt x="74" y="476"/>
                  <a:pt x="73" y="478"/>
                </a:cubicBezTo>
                <a:cubicBezTo>
                  <a:pt x="72" y="480"/>
                  <a:pt x="72" y="480"/>
                  <a:pt x="70" y="480"/>
                </a:cubicBezTo>
                <a:cubicBezTo>
                  <a:pt x="69" y="480"/>
                  <a:pt x="67" y="481"/>
                  <a:pt x="67" y="480"/>
                </a:cubicBezTo>
                <a:cubicBezTo>
                  <a:pt x="65" y="479"/>
                  <a:pt x="71" y="478"/>
                  <a:pt x="71" y="477"/>
                </a:cubicBezTo>
                <a:cubicBezTo>
                  <a:pt x="72" y="476"/>
                  <a:pt x="71" y="476"/>
                  <a:pt x="70" y="475"/>
                </a:cubicBezTo>
                <a:cubicBezTo>
                  <a:pt x="70" y="474"/>
                  <a:pt x="72" y="474"/>
                  <a:pt x="73" y="473"/>
                </a:cubicBezTo>
                <a:cubicBezTo>
                  <a:pt x="73" y="472"/>
                  <a:pt x="70" y="472"/>
                  <a:pt x="70" y="471"/>
                </a:cubicBezTo>
                <a:cubicBezTo>
                  <a:pt x="69" y="471"/>
                  <a:pt x="69" y="467"/>
                  <a:pt x="67" y="470"/>
                </a:cubicBezTo>
                <a:cubicBezTo>
                  <a:pt x="66" y="468"/>
                  <a:pt x="66" y="466"/>
                  <a:pt x="67" y="464"/>
                </a:cubicBezTo>
                <a:cubicBezTo>
                  <a:pt x="67" y="463"/>
                  <a:pt x="70" y="462"/>
                  <a:pt x="69" y="460"/>
                </a:cubicBezTo>
                <a:cubicBezTo>
                  <a:pt x="67" y="462"/>
                  <a:pt x="65" y="463"/>
                  <a:pt x="63" y="464"/>
                </a:cubicBezTo>
                <a:cubicBezTo>
                  <a:pt x="61" y="465"/>
                  <a:pt x="59" y="464"/>
                  <a:pt x="62" y="462"/>
                </a:cubicBezTo>
                <a:cubicBezTo>
                  <a:pt x="61" y="462"/>
                  <a:pt x="59" y="464"/>
                  <a:pt x="58" y="463"/>
                </a:cubicBezTo>
                <a:cubicBezTo>
                  <a:pt x="57" y="461"/>
                  <a:pt x="61" y="460"/>
                  <a:pt x="60" y="458"/>
                </a:cubicBezTo>
                <a:cubicBezTo>
                  <a:pt x="59" y="458"/>
                  <a:pt x="58" y="458"/>
                  <a:pt x="57" y="458"/>
                </a:cubicBezTo>
                <a:cubicBezTo>
                  <a:pt x="56" y="458"/>
                  <a:pt x="55" y="459"/>
                  <a:pt x="53" y="459"/>
                </a:cubicBezTo>
                <a:cubicBezTo>
                  <a:pt x="54" y="457"/>
                  <a:pt x="53" y="457"/>
                  <a:pt x="52" y="456"/>
                </a:cubicBezTo>
                <a:cubicBezTo>
                  <a:pt x="51" y="455"/>
                  <a:pt x="51" y="455"/>
                  <a:pt x="49" y="456"/>
                </a:cubicBezTo>
                <a:cubicBezTo>
                  <a:pt x="48" y="455"/>
                  <a:pt x="48" y="453"/>
                  <a:pt x="47" y="453"/>
                </a:cubicBezTo>
                <a:cubicBezTo>
                  <a:pt x="46" y="452"/>
                  <a:pt x="46" y="453"/>
                  <a:pt x="46" y="452"/>
                </a:cubicBezTo>
                <a:cubicBezTo>
                  <a:pt x="46" y="450"/>
                  <a:pt x="44" y="447"/>
                  <a:pt x="42" y="450"/>
                </a:cubicBezTo>
                <a:cubicBezTo>
                  <a:pt x="41" y="452"/>
                  <a:pt x="42" y="454"/>
                  <a:pt x="39" y="453"/>
                </a:cubicBezTo>
                <a:cubicBezTo>
                  <a:pt x="39" y="453"/>
                  <a:pt x="39" y="452"/>
                  <a:pt x="39" y="451"/>
                </a:cubicBezTo>
                <a:cubicBezTo>
                  <a:pt x="39" y="450"/>
                  <a:pt x="37" y="450"/>
                  <a:pt x="37" y="448"/>
                </a:cubicBezTo>
                <a:cubicBezTo>
                  <a:pt x="37" y="448"/>
                  <a:pt x="36" y="448"/>
                  <a:pt x="36" y="447"/>
                </a:cubicBezTo>
                <a:cubicBezTo>
                  <a:pt x="36" y="446"/>
                  <a:pt x="38" y="447"/>
                  <a:pt x="38" y="445"/>
                </a:cubicBezTo>
                <a:cubicBezTo>
                  <a:pt x="38" y="443"/>
                  <a:pt x="36" y="443"/>
                  <a:pt x="36" y="441"/>
                </a:cubicBezTo>
                <a:cubicBezTo>
                  <a:pt x="36" y="440"/>
                  <a:pt x="37" y="439"/>
                  <a:pt x="37" y="437"/>
                </a:cubicBezTo>
                <a:cubicBezTo>
                  <a:pt x="37" y="437"/>
                  <a:pt x="36" y="436"/>
                  <a:pt x="36" y="436"/>
                </a:cubicBezTo>
                <a:cubicBezTo>
                  <a:pt x="35" y="435"/>
                  <a:pt x="35" y="434"/>
                  <a:pt x="35" y="433"/>
                </a:cubicBezTo>
                <a:cubicBezTo>
                  <a:pt x="35" y="431"/>
                  <a:pt x="38" y="432"/>
                  <a:pt x="38" y="429"/>
                </a:cubicBezTo>
                <a:cubicBezTo>
                  <a:pt x="38" y="428"/>
                  <a:pt x="35" y="426"/>
                  <a:pt x="37" y="426"/>
                </a:cubicBezTo>
                <a:cubicBezTo>
                  <a:pt x="37" y="427"/>
                  <a:pt x="40" y="426"/>
                  <a:pt x="40" y="425"/>
                </a:cubicBezTo>
                <a:cubicBezTo>
                  <a:pt x="39" y="425"/>
                  <a:pt x="39" y="424"/>
                  <a:pt x="39" y="423"/>
                </a:cubicBezTo>
                <a:cubicBezTo>
                  <a:pt x="39" y="423"/>
                  <a:pt x="40" y="423"/>
                  <a:pt x="40" y="423"/>
                </a:cubicBezTo>
                <a:cubicBezTo>
                  <a:pt x="40" y="422"/>
                  <a:pt x="40" y="422"/>
                  <a:pt x="40" y="421"/>
                </a:cubicBezTo>
                <a:cubicBezTo>
                  <a:pt x="40" y="420"/>
                  <a:pt x="40" y="420"/>
                  <a:pt x="40" y="419"/>
                </a:cubicBezTo>
                <a:cubicBezTo>
                  <a:pt x="40" y="419"/>
                  <a:pt x="37" y="416"/>
                  <a:pt x="40" y="416"/>
                </a:cubicBezTo>
                <a:cubicBezTo>
                  <a:pt x="39" y="416"/>
                  <a:pt x="38" y="416"/>
                  <a:pt x="38" y="415"/>
                </a:cubicBezTo>
                <a:cubicBezTo>
                  <a:pt x="38" y="413"/>
                  <a:pt x="40" y="414"/>
                  <a:pt x="40" y="414"/>
                </a:cubicBezTo>
                <a:cubicBezTo>
                  <a:pt x="41" y="413"/>
                  <a:pt x="40" y="413"/>
                  <a:pt x="39" y="412"/>
                </a:cubicBezTo>
                <a:cubicBezTo>
                  <a:pt x="39" y="411"/>
                  <a:pt x="40" y="409"/>
                  <a:pt x="41" y="411"/>
                </a:cubicBezTo>
                <a:cubicBezTo>
                  <a:pt x="42" y="410"/>
                  <a:pt x="41" y="409"/>
                  <a:pt x="41" y="409"/>
                </a:cubicBezTo>
                <a:cubicBezTo>
                  <a:pt x="40" y="408"/>
                  <a:pt x="40" y="409"/>
                  <a:pt x="39" y="409"/>
                </a:cubicBezTo>
                <a:cubicBezTo>
                  <a:pt x="39" y="408"/>
                  <a:pt x="39" y="408"/>
                  <a:pt x="39" y="408"/>
                </a:cubicBezTo>
                <a:cubicBezTo>
                  <a:pt x="40" y="406"/>
                  <a:pt x="41" y="406"/>
                  <a:pt x="40" y="404"/>
                </a:cubicBezTo>
                <a:cubicBezTo>
                  <a:pt x="39" y="403"/>
                  <a:pt x="39" y="401"/>
                  <a:pt x="38" y="400"/>
                </a:cubicBezTo>
                <a:cubicBezTo>
                  <a:pt x="38" y="398"/>
                  <a:pt x="37" y="397"/>
                  <a:pt x="36" y="395"/>
                </a:cubicBezTo>
                <a:cubicBezTo>
                  <a:pt x="36" y="395"/>
                  <a:pt x="33" y="393"/>
                  <a:pt x="35" y="392"/>
                </a:cubicBezTo>
                <a:cubicBezTo>
                  <a:pt x="35" y="392"/>
                  <a:pt x="35" y="392"/>
                  <a:pt x="34" y="392"/>
                </a:cubicBezTo>
                <a:cubicBezTo>
                  <a:pt x="35" y="390"/>
                  <a:pt x="35" y="389"/>
                  <a:pt x="35" y="387"/>
                </a:cubicBezTo>
                <a:cubicBezTo>
                  <a:pt x="36" y="385"/>
                  <a:pt x="37" y="384"/>
                  <a:pt x="36" y="382"/>
                </a:cubicBezTo>
                <a:cubicBezTo>
                  <a:pt x="36" y="382"/>
                  <a:pt x="35" y="383"/>
                  <a:pt x="35" y="383"/>
                </a:cubicBezTo>
                <a:cubicBezTo>
                  <a:pt x="35" y="382"/>
                  <a:pt x="36" y="380"/>
                  <a:pt x="36" y="379"/>
                </a:cubicBezTo>
                <a:cubicBezTo>
                  <a:pt x="35" y="378"/>
                  <a:pt x="34" y="378"/>
                  <a:pt x="34" y="377"/>
                </a:cubicBezTo>
                <a:cubicBezTo>
                  <a:pt x="31" y="379"/>
                  <a:pt x="32" y="374"/>
                  <a:pt x="32" y="372"/>
                </a:cubicBezTo>
                <a:cubicBezTo>
                  <a:pt x="32" y="372"/>
                  <a:pt x="33" y="368"/>
                  <a:pt x="33" y="368"/>
                </a:cubicBezTo>
                <a:cubicBezTo>
                  <a:pt x="32" y="367"/>
                  <a:pt x="31" y="368"/>
                  <a:pt x="30" y="368"/>
                </a:cubicBezTo>
                <a:cubicBezTo>
                  <a:pt x="30" y="367"/>
                  <a:pt x="30" y="365"/>
                  <a:pt x="30" y="364"/>
                </a:cubicBezTo>
                <a:cubicBezTo>
                  <a:pt x="31" y="364"/>
                  <a:pt x="32" y="364"/>
                  <a:pt x="32" y="363"/>
                </a:cubicBezTo>
                <a:cubicBezTo>
                  <a:pt x="33" y="362"/>
                  <a:pt x="30" y="361"/>
                  <a:pt x="32" y="360"/>
                </a:cubicBezTo>
                <a:cubicBezTo>
                  <a:pt x="34" y="361"/>
                  <a:pt x="33" y="357"/>
                  <a:pt x="34" y="356"/>
                </a:cubicBezTo>
                <a:cubicBezTo>
                  <a:pt x="37" y="357"/>
                  <a:pt x="37" y="356"/>
                  <a:pt x="38" y="354"/>
                </a:cubicBezTo>
                <a:cubicBezTo>
                  <a:pt x="38" y="353"/>
                  <a:pt x="38" y="352"/>
                  <a:pt x="38" y="351"/>
                </a:cubicBezTo>
                <a:cubicBezTo>
                  <a:pt x="39" y="350"/>
                  <a:pt x="38" y="349"/>
                  <a:pt x="38" y="348"/>
                </a:cubicBezTo>
                <a:cubicBezTo>
                  <a:pt x="39" y="349"/>
                  <a:pt x="42" y="350"/>
                  <a:pt x="43" y="349"/>
                </a:cubicBezTo>
                <a:cubicBezTo>
                  <a:pt x="41" y="348"/>
                  <a:pt x="41" y="346"/>
                  <a:pt x="40" y="345"/>
                </a:cubicBezTo>
                <a:cubicBezTo>
                  <a:pt x="40" y="344"/>
                  <a:pt x="39" y="341"/>
                  <a:pt x="39" y="341"/>
                </a:cubicBezTo>
                <a:cubicBezTo>
                  <a:pt x="40" y="339"/>
                  <a:pt x="41" y="341"/>
                  <a:pt x="42" y="341"/>
                </a:cubicBezTo>
                <a:cubicBezTo>
                  <a:pt x="44" y="341"/>
                  <a:pt x="45" y="340"/>
                  <a:pt x="46" y="339"/>
                </a:cubicBezTo>
                <a:cubicBezTo>
                  <a:pt x="46" y="340"/>
                  <a:pt x="46" y="343"/>
                  <a:pt x="47" y="344"/>
                </a:cubicBezTo>
                <a:cubicBezTo>
                  <a:pt x="49" y="346"/>
                  <a:pt x="49" y="344"/>
                  <a:pt x="49" y="342"/>
                </a:cubicBezTo>
                <a:cubicBezTo>
                  <a:pt x="50" y="339"/>
                  <a:pt x="56" y="340"/>
                  <a:pt x="56" y="336"/>
                </a:cubicBezTo>
                <a:cubicBezTo>
                  <a:pt x="55" y="334"/>
                  <a:pt x="53" y="332"/>
                  <a:pt x="53" y="330"/>
                </a:cubicBezTo>
                <a:cubicBezTo>
                  <a:pt x="53" y="328"/>
                  <a:pt x="55" y="329"/>
                  <a:pt x="56" y="330"/>
                </a:cubicBezTo>
                <a:cubicBezTo>
                  <a:pt x="57" y="331"/>
                  <a:pt x="57" y="331"/>
                  <a:pt x="57" y="330"/>
                </a:cubicBezTo>
                <a:cubicBezTo>
                  <a:pt x="58" y="328"/>
                  <a:pt x="58" y="327"/>
                  <a:pt x="59" y="325"/>
                </a:cubicBezTo>
                <a:cubicBezTo>
                  <a:pt x="59" y="323"/>
                  <a:pt x="60" y="322"/>
                  <a:pt x="61" y="320"/>
                </a:cubicBezTo>
                <a:cubicBezTo>
                  <a:pt x="61" y="320"/>
                  <a:pt x="62" y="320"/>
                  <a:pt x="62" y="320"/>
                </a:cubicBezTo>
                <a:cubicBezTo>
                  <a:pt x="63" y="321"/>
                  <a:pt x="63" y="323"/>
                  <a:pt x="65" y="322"/>
                </a:cubicBezTo>
                <a:cubicBezTo>
                  <a:pt x="66" y="321"/>
                  <a:pt x="66" y="319"/>
                  <a:pt x="66" y="318"/>
                </a:cubicBezTo>
                <a:cubicBezTo>
                  <a:pt x="67" y="318"/>
                  <a:pt x="69" y="316"/>
                  <a:pt x="69" y="315"/>
                </a:cubicBezTo>
                <a:cubicBezTo>
                  <a:pt x="70" y="314"/>
                  <a:pt x="70" y="313"/>
                  <a:pt x="72" y="312"/>
                </a:cubicBezTo>
                <a:cubicBezTo>
                  <a:pt x="72" y="312"/>
                  <a:pt x="75" y="311"/>
                  <a:pt x="76" y="311"/>
                </a:cubicBezTo>
                <a:cubicBezTo>
                  <a:pt x="77" y="309"/>
                  <a:pt x="75" y="306"/>
                  <a:pt x="76" y="304"/>
                </a:cubicBezTo>
                <a:cubicBezTo>
                  <a:pt x="78" y="305"/>
                  <a:pt x="78" y="306"/>
                  <a:pt x="80" y="305"/>
                </a:cubicBezTo>
                <a:cubicBezTo>
                  <a:pt x="80" y="304"/>
                  <a:pt x="80" y="303"/>
                  <a:pt x="80" y="302"/>
                </a:cubicBezTo>
                <a:cubicBezTo>
                  <a:pt x="81" y="300"/>
                  <a:pt x="82" y="298"/>
                  <a:pt x="84" y="297"/>
                </a:cubicBezTo>
                <a:cubicBezTo>
                  <a:pt x="85" y="296"/>
                  <a:pt x="86" y="295"/>
                  <a:pt x="87" y="295"/>
                </a:cubicBezTo>
                <a:cubicBezTo>
                  <a:pt x="87" y="294"/>
                  <a:pt x="87" y="293"/>
                  <a:pt x="87" y="292"/>
                </a:cubicBezTo>
                <a:cubicBezTo>
                  <a:pt x="87" y="290"/>
                  <a:pt x="89" y="289"/>
                  <a:pt x="90" y="288"/>
                </a:cubicBezTo>
                <a:cubicBezTo>
                  <a:pt x="90" y="287"/>
                  <a:pt x="90" y="287"/>
                  <a:pt x="90" y="287"/>
                </a:cubicBezTo>
                <a:cubicBezTo>
                  <a:pt x="91" y="286"/>
                  <a:pt x="91" y="287"/>
                  <a:pt x="91" y="286"/>
                </a:cubicBezTo>
                <a:cubicBezTo>
                  <a:pt x="92" y="286"/>
                  <a:pt x="93" y="285"/>
                  <a:pt x="93" y="284"/>
                </a:cubicBezTo>
                <a:cubicBezTo>
                  <a:pt x="93" y="284"/>
                  <a:pt x="93" y="284"/>
                  <a:pt x="94" y="284"/>
                </a:cubicBezTo>
                <a:cubicBezTo>
                  <a:pt x="94" y="283"/>
                  <a:pt x="95" y="283"/>
                  <a:pt x="95" y="282"/>
                </a:cubicBezTo>
                <a:cubicBezTo>
                  <a:pt x="95" y="282"/>
                  <a:pt x="95" y="282"/>
                  <a:pt x="95" y="282"/>
                </a:cubicBezTo>
                <a:cubicBezTo>
                  <a:pt x="96" y="280"/>
                  <a:pt x="95" y="277"/>
                  <a:pt x="96" y="276"/>
                </a:cubicBezTo>
                <a:cubicBezTo>
                  <a:pt x="97" y="275"/>
                  <a:pt x="98" y="275"/>
                  <a:pt x="99" y="274"/>
                </a:cubicBezTo>
                <a:cubicBezTo>
                  <a:pt x="99" y="273"/>
                  <a:pt x="99" y="272"/>
                  <a:pt x="100" y="271"/>
                </a:cubicBezTo>
                <a:cubicBezTo>
                  <a:pt x="100" y="270"/>
                  <a:pt x="101" y="268"/>
                  <a:pt x="101" y="271"/>
                </a:cubicBezTo>
                <a:cubicBezTo>
                  <a:pt x="102" y="270"/>
                  <a:pt x="102" y="269"/>
                  <a:pt x="102" y="268"/>
                </a:cubicBezTo>
                <a:cubicBezTo>
                  <a:pt x="104" y="269"/>
                  <a:pt x="107" y="265"/>
                  <a:pt x="108" y="265"/>
                </a:cubicBezTo>
                <a:cubicBezTo>
                  <a:pt x="110" y="265"/>
                  <a:pt x="111" y="269"/>
                  <a:pt x="113" y="269"/>
                </a:cubicBezTo>
                <a:cubicBezTo>
                  <a:pt x="116" y="269"/>
                  <a:pt x="113" y="265"/>
                  <a:pt x="112" y="264"/>
                </a:cubicBezTo>
                <a:cubicBezTo>
                  <a:pt x="112" y="263"/>
                  <a:pt x="111" y="262"/>
                  <a:pt x="112" y="262"/>
                </a:cubicBezTo>
                <a:cubicBezTo>
                  <a:pt x="114" y="261"/>
                  <a:pt x="115" y="263"/>
                  <a:pt x="116" y="263"/>
                </a:cubicBezTo>
                <a:cubicBezTo>
                  <a:pt x="116" y="262"/>
                  <a:pt x="116" y="261"/>
                  <a:pt x="116" y="261"/>
                </a:cubicBezTo>
                <a:cubicBezTo>
                  <a:pt x="116" y="259"/>
                  <a:pt x="115" y="258"/>
                  <a:pt x="114" y="257"/>
                </a:cubicBezTo>
                <a:cubicBezTo>
                  <a:pt x="113" y="255"/>
                  <a:pt x="111" y="256"/>
                  <a:pt x="112" y="253"/>
                </a:cubicBezTo>
                <a:cubicBezTo>
                  <a:pt x="113" y="252"/>
                  <a:pt x="113" y="252"/>
                  <a:pt x="113" y="250"/>
                </a:cubicBezTo>
                <a:cubicBezTo>
                  <a:pt x="113" y="249"/>
                  <a:pt x="113" y="249"/>
                  <a:pt x="113" y="248"/>
                </a:cubicBezTo>
                <a:cubicBezTo>
                  <a:pt x="113" y="247"/>
                  <a:pt x="114" y="246"/>
                  <a:pt x="113" y="245"/>
                </a:cubicBezTo>
                <a:cubicBezTo>
                  <a:pt x="113" y="244"/>
                  <a:pt x="112" y="244"/>
                  <a:pt x="113" y="243"/>
                </a:cubicBezTo>
                <a:cubicBezTo>
                  <a:pt x="114" y="241"/>
                  <a:pt x="116" y="241"/>
                  <a:pt x="114" y="238"/>
                </a:cubicBezTo>
                <a:cubicBezTo>
                  <a:pt x="114" y="237"/>
                  <a:pt x="113" y="236"/>
                  <a:pt x="112" y="235"/>
                </a:cubicBezTo>
                <a:cubicBezTo>
                  <a:pt x="112" y="235"/>
                  <a:pt x="110" y="235"/>
                  <a:pt x="110" y="235"/>
                </a:cubicBezTo>
                <a:cubicBezTo>
                  <a:pt x="110" y="235"/>
                  <a:pt x="110" y="234"/>
                  <a:pt x="110" y="233"/>
                </a:cubicBezTo>
                <a:cubicBezTo>
                  <a:pt x="109" y="232"/>
                  <a:pt x="108" y="232"/>
                  <a:pt x="107" y="231"/>
                </a:cubicBezTo>
                <a:cubicBezTo>
                  <a:pt x="106" y="231"/>
                  <a:pt x="106" y="230"/>
                  <a:pt x="104" y="230"/>
                </a:cubicBezTo>
                <a:cubicBezTo>
                  <a:pt x="104" y="230"/>
                  <a:pt x="103" y="231"/>
                  <a:pt x="102" y="231"/>
                </a:cubicBezTo>
                <a:cubicBezTo>
                  <a:pt x="102" y="229"/>
                  <a:pt x="100" y="228"/>
                  <a:pt x="99" y="225"/>
                </a:cubicBezTo>
                <a:cubicBezTo>
                  <a:pt x="99" y="224"/>
                  <a:pt x="99" y="223"/>
                  <a:pt x="100" y="222"/>
                </a:cubicBezTo>
                <a:cubicBezTo>
                  <a:pt x="100" y="220"/>
                  <a:pt x="101" y="219"/>
                  <a:pt x="102" y="218"/>
                </a:cubicBezTo>
                <a:cubicBezTo>
                  <a:pt x="99" y="219"/>
                  <a:pt x="99" y="222"/>
                  <a:pt x="98" y="225"/>
                </a:cubicBezTo>
                <a:cubicBezTo>
                  <a:pt x="97" y="224"/>
                  <a:pt x="97" y="224"/>
                  <a:pt x="96" y="224"/>
                </a:cubicBezTo>
                <a:cubicBezTo>
                  <a:pt x="96" y="224"/>
                  <a:pt x="96" y="225"/>
                  <a:pt x="96" y="225"/>
                </a:cubicBezTo>
                <a:cubicBezTo>
                  <a:pt x="96" y="225"/>
                  <a:pt x="95" y="224"/>
                  <a:pt x="94" y="224"/>
                </a:cubicBezTo>
                <a:cubicBezTo>
                  <a:pt x="93" y="224"/>
                  <a:pt x="93" y="224"/>
                  <a:pt x="93" y="225"/>
                </a:cubicBezTo>
                <a:cubicBezTo>
                  <a:pt x="92" y="225"/>
                  <a:pt x="92" y="225"/>
                  <a:pt x="92" y="225"/>
                </a:cubicBezTo>
                <a:cubicBezTo>
                  <a:pt x="92" y="222"/>
                  <a:pt x="90" y="220"/>
                  <a:pt x="90" y="217"/>
                </a:cubicBezTo>
                <a:cubicBezTo>
                  <a:pt x="89" y="215"/>
                  <a:pt x="89" y="214"/>
                  <a:pt x="89" y="213"/>
                </a:cubicBezTo>
                <a:cubicBezTo>
                  <a:pt x="88" y="211"/>
                  <a:pt x="87" y="210"/>
                  <a:pt x="87" y="209"/>
                </a:cubicBezTo>
                <a:cubicBezTo>
                  <a:pt x="86" y="208"/>
                  <a:pt x="86" y="207"/>
                  <a:pt x="85" y="206"/>
                </a:cubicBezTo>
                <a:cubicBezTo>
                  <a:pt x="85" y="206"/>
                  <a:pt x="84" y="206"/>
                  <a:pt x="83" y="205"/>
                </a:cubicBezTo>
                <a:cubicBezTo>
                  <a:pt x="82" y="204"/>
                  <a:pt x="82" y="203"/>
                  <a:pt x="82" y="201"/>
                </a:cubicBezTo>
                <a:cubicBezTo>
                  <a:pt x="82" y="200"/>
                  <a:pt x="83" y="194"/>
                  <a:pt x="80" y="194"/>
                </a:cubicBezTo>
                <a:cubicBezTo>
                  <a:pt x="80" y="192"/>
                  <a:pt x="82" y="191"/>
                  <a:pt x="83" y="190"/>
                </a:cubicBezTo>
                <a:cubicBezTo>
                  <a:pt x="85" y="189"/>
                  <a:pt x="86" y="188"/>
                  <a:pt x="86" y="186"/>
                </a:cubicBezTo>
                <a:cubicBezTo>
                  <a:pt x="86" y="182"/>
                  <a:pt x="84" y="177"/>
                  <a:pt x="88" y="175"/>
                </a:cubicBezTo>
                <a:cubicBezTo>
                  <a:pt x="88" y="172"/>
                  <a:pt x="86" y="169"/>
                  <a:pt x="84" y="167"/>
                </a:cubicBezTo>
                <a:cubicBezTo>
                  <a:pt x="82" y="165"/>
                  <a:pt x="82" y="163"/>
                  <a:pt x="81" y="161"/>
                </a:cubicBezTo>
                <a:cubicBezTo>
                  <a:pt x="81" y="159"/>
                  <a:pt x="80" y="158"/>
                  <a:pt x="80" y="156"/>
                </a:cubicBezTo>
                <a:cubicBezTo>
                  <a:pt x="80" y="156"/>
                  <a:pt x="81" y="154"/>
                  <a:pt x="81" y="154"/>
                </a:cubicBezTo>
                <a:cubicBezTo>
                  <a:pt x="81" y="153"/>
                  <a:pt x="80" y="153"/>
                  <a:pt x="81" y="152"/>
                </a:cubicBezTo>
                <a:cubicBezTo>
                  <a:pt x="82" y="150"/>
                  <a:pt x="84" y="150"/>
                  <a:pt x="84" y="148"/>
                </a:cubicBezTo>
                <a:cubicBezTo>
                  <a:pt x="84" y="148"/>
                  <a:pt x="83" y="145"/>
                  <a:pt x="83" y="144"/>
                </a:cubicBezTo>
                <a:cubicBezTo>
                  <a:pt x="82" y="142"/>
                  <a:pt x="80" y="143"/>
                  <a:pt x="79" y="142"/>
                </a:cubicBezTo>
                <a:cubicBezTo>
                  <a:pt x="76" y="140"/>
                  <a:pt x="80" y="137"/>
                  <a:pt x="80" y="135"/>
                </a:cubicBezTo>
                <a:cubicBezTo>
                  <a:pt x="81" y="133"/>
                  <a:pt x="79" y="132"/>
                  <a:pt x="79" y="130"/>
                </a:cubicBezTo>
                <a:cubicBezTo>
                  <a:pt x="78" y="129"/>
                  <a:pt x="78" y="126"/>
                  <a:pt x="78" y="125"/>
                </a:cubicBezTo>
                <a:cubicBezTo>
                  <a:pt x="78" y="122"/>
                  <a:pt x="78" y="121"/>
                  <a:pt x="80" y="119"/>
                </a:cubicBezTo>
                <a:cubicBezTo>
                  <a:pt x="81" y="118"/>
                  <a:pt x="82" y="117"/>
                  <a:pt x="80" y="115"/>
                </a:cubicBezTo>
                <a:cubicBezTo>
                  <a:pt x="79" y="114"/>
                  <a:pt x="78" y="113"/>
                  <a:pt x="77" y="112"/>
                </a:cubicBezTo>
                <a:cubicBezTo>
                  <a:pt x="76" y="110"/>
                  <a:pt x="76" y="109"/>
                  <a:pt x="75" y="107"/>
                </a:cubicBezTo>
                <a:cubicBezTo>
                  <a:pt x="74" y="108"/>
                  <a:pt x="73" y="107"/>
                  <a:pt x="72" y="108"/>
                </a:cubicBezTo>
                <a:cubicBezTo>
                  <a:pt x="72" y="106"/>
                  <a:pt x="72" y="104"/>
                  <a:pt x="71" y="101"/>
                </a:cubicBezTo>
                <a:cubicBezTo>
                  <a:pt x="71" y="100"/>
                  <a:pt x="70" y="99"/>
                  <a:pt x="68" y="98"/>
                </a:cubicBezTo>
                <a:cubicBezTo>
                  <a:pt x="65" y="95"/>
                  <a:pt x="63" y="93"/>
                  <a:pt x="59" y="91"/>
                </a:cubicBezTo>
                <a:cubicBezTo>
                  <a:pt x="58" y="91"/>
                  <a:pt x="56" y="89"/>
                  <a:pt x="55" y="89"/>
                </a:cubicBezTo>
                <a:cubicBezTo>
                  <a:pt x="53" y="89"/>
                  <a:pt x="51" y="90"/>
                  <a:pt x="50" y="88"/>
                </a:cubicBezTo>
                <a:cubicBezTo>
                  <a:pt x="49" y="87"/>
                  <a:pt x="49" y="85"/>
                  <a:pt x="47" y="84"/>
                </a:cubicBezTo>
                <a:cubicBezTo>
                  <a:pt x="46" y="83"/>
                  <a:pt x="44" y="83"/>
                  <a:pt x="43" y="81"/>
                </a:cubicBezTo>
                <a:cubicBezTo>
                  <a:pt x="42" y="80"/>
                  <a:pt x="42" y="79"/>
                  <a:pt x="40" y="78"/>
                </a:cubicBezTo>
                <a:cubicBezTo>
                  <a:pt x="38" y="77"/>
                  <a:pt x="39" y="76"/>
                  <a:pt x="38" y="74"/>
                </a:cubicBezTo>
                <a:cubicBezTo>
                  <a:pt x="37" y="74"/>
                  <a:pt x="36" y="74"/>
                  <a:pt x="35" y="74"/>
                </a:cubicBezTo>
                <a:cubicBezTo>
                  <a:pt x="35" y="73"/>
                  <a:pt x="34" y="72"/>
                  <a:pt x="34" y="71"/>
                </a:cubicBezTo>
                <a:cubicBezTo>
                  <a:pt x="33" y="70"/>
                  <a:pt x="33" y="69"/>
                  <a:pt x="31" y="68"/>
                </a:cubicBezTo>
                <a:cubicBezTo>
                  <a:pt x="30" y="67"/>
                  <a:pt x="27" y="67"/>
                  <a:pt x="28" y="65"/>
                </a:cubicBezTo>
                <a:cubicBezTo>
                  <a:pt x="28" y="63"/>
                  <a:pt x="29" y="63"/>
                  <a:pt x="28" y="62"/>
                </a:cubicBezTo>
                <a:cubicBezTo>
                  <a:pt x="27" y="60"/>
                  <a:pt x="24" y="59"/>
                  <a:pt x="22" y="59"/>
                </a:cubicBezTo>
                <a:cubicBezTo>
                  <a:pt x="23" y="56"/>
                  <a:pt x="24" y="54"/>
                  <a:pt x="27" y="57"/>
                </a:cubicBezTo>
                <a:cubicBezTo>
                  <a:pt x="29" y="58"/>
                  <a:pt x="32" y="60"/>
                  <a:pt x="32" y="56"/>
                </a:cubicBezTo>
                <a:cubicBezTo>
                  <a:pt x="32" y="53"/>
                  <a:pt x="30" y="51"/>
                  <a:pt x="31" y="48"/>
                </a:cubicBezTo>
                <a:cubicBezTo>
                  <a:pt x="32" y="47"/>
                  <a:pt x="34" y="46"/>
                  <a:pt x="35" y="45"/>
                </a:cubicBezTo>
                <a:cubicBezTo>
                  <a:pt x="37" y="45"/>
                  <a:pt x="38" y="45"/>
                  <a:pt x="39" y="45"/>
                </a:cubicBezTo>
                <a:cubicBezTo>
                  <a:pt x="40" y="46"/>
                  <a:pt x="41" y="45"/>
                  <a:pt x="42" y="46"/>
                </a:cubicBezTo>
                <a:cubicBezTo>
                  <a:pt x="43" y="47"/>
                  <a:pt x="43" y="49"/>
                  <a:pt x="44" y="50"/>
                </a:cubicBezTo>
                <a:cubicBezTo>
                  <a:pt x="45" y="53"/>
                  <a:pt x="47" y="56"/>
                  <a:pt x="49" y="59"/>
                </a:cubicBezTo>
                <a:cubicBezTo>
                  <a:pt x="50" y="60"/>
                  <a:pt x="51" y="61"/>
                  <a:pt x="52" y="62"/>
                </a:cubicBezTo>
                <a:cubicBezTo>
                  <a:pt x="53" y="63"/>
                  <a:pt x="53" y="65"/>
                  <a:pt x="53" y="66"/>
                </a:cubicBezTo>
                <a:cubicBezTo>
                  <a:pt x="55" y="70"/>
                  <a:pt x="58" y="72"/>
                  <a:pt x="57" y="76"/>
                </a:cubicBezTo>
                <a:cubicBezTo>
                  <a:pt x="59" y="76"/>
                  <a:pt x="60" y="75"/>
                  <a:pt x="62" y="76"/>
                </a:cubicBezTo>
                <a:cubicBezTo>
                  <a:pt x="64" y="77"/>
                  <a:pt x="65" y="78"/>
                  <a:pt x="67" y="78"/>
                </a:cubicBezTo>
                <a:cubicBezTo>
                  <a:pt x="69" y="78"/>
                  <a:pt x="69" y="78"/>
                  <a:pt x="71" y="79"/>
                </a:cubicBezTo>
                <a:cubicBezTo>
                  <a:pt x="72" y="81"/>
                  <a:pt x="73" y="81"/>
                  <a:pt x="75" y="80"/>
                </a:cubicBezTo>
                <a:cubicBezTo>
                  <a:pt x="76" y="79"/>
                  <a:pt x="78" y="78"/>
                  <a:pt x="80" y="78"/>
                </a:cubicBezTo>
                <a:cubicBezTo>
                  <a:pt x="82" y="77"/>
                  <a:pt x="83" y="76"/>
                  <a:pt x="84" y="74"/>
                </a:cubicBezTo>
                <a:cubicBezTo>
                  <a:pt x="84" y="73"/>
                  <a:pt x="85" y="71"/>
                  <a:pt x="86" y="71"/>
                </a:cubicBezTo>
                <a:cubicBezTo>
                  <a:pt x="88" y="72"/>
                  <a:pt x="90" y="73"/>
                  <a:pt x="92" y="74"/>
                </a:cubicBezTo>
                <a:cubicBezTo>
                  <a:pt x="93" y="75"/>
                  <a:pt x="94" y="76"/>
                  <a:pt x="96" y="77"/>
                </a:cubicBezTo>
                <a:cubicBezTo>
                  <a:pt x="98" y="78"/>
                  <a:pt x="100" y="78"/>
                  <a:pt x="101" y="79"/>
                </a:cubicBezTo>
                <a:cubicBezTo>
                  <a:pt x="103" y="80"/>
                  <a:pt x="103" y="81"/>
                  <a:pt x="104" y="83"/>
                </a:cubicBezTo>
                <a:cubicBezTo>
                  <a:pt x="105" y="84"/>
                  <a:pt x="105" y="84"/>
                  <a:pt x="107" y="83"/>
                </a:cubicBezTo>
                <a:cubicBezTo>
                  <a:pt x="108" y="82"/>
                  <a:pt x="109" y="81"/>
                  <a:pt x="110" y="80"/>
                </a:cubicBezTo>
                <a:cubicBezTo>
                  <a:pt x="111" y="79"/>
                  <a:pt x="111" y="77"/>
                  <a:pt x="110" y="76"/>
                </a:cubicBezTo>
                <a:cubicBezTo>
                  <a:pt x="110" y="71"/>
                  <a:pt x="114" y="68"/>
                  <a:pt x="117" y="66"/>
                </a:cubicBezTo>
                <a:cubicBezTo>
                  <a:pt x="118" y="68"/>
                  <a:pt x="121" y="67"/>
                  <a:pt x="121" y="66"/>
                </a:cubicBezTo>
                <a:cubicBezTo>
                  <a:pt x="122" y="65"/>
                  <a:pt x="122" y="64"/>
                  <a:pt x="122" y="63"/>
                </a:cubicBezTo>
                <a:cubicBezTo>
                  <a:pt x="122" y="62"/>
                  <a:pt x="123" y="61"/>
                  <a:pt x="123" y="60"/>
                </a:cubicBezTo>
                <a:cubicBezTo>
                  <a:pt x="123" y="59"/>
                  <a:pt x="123" y="59"/>
                  <a:pt x="123" y="58"/>
                </a:cubicBezTo>
                <a:cubicBezTo>
                  <a:pt x="123" y="57"/>
                  <a:pt x="123" y="55"/>
                  <a:pt x="123" y="54"/>
                </a:cubicBezTo>
                <a:cubicBezTo>
                  <a:pt x="123" y="52"/>
                  <a:pt x="122" y="50"/>
                  <a:pt x="123" y="47"/>
                </a:cubicBezTo>
                <a:cubicBezTo>
                  <a:pt x="123" y="45"/>
                  <a:pt x="124" y="43"/>
                  <a:pt x="125" y="41"/>
                </a:cubicBezTo>
                <a:cubicBezTo>
                  <a:pt x="125" y="39"/>
                  <a:pt x="124" y="37"/>
                  <a:pt x="125" y="34"/>
                </a:cubicBezTo>
                <a:cubicBezTo>
                  <a:pt x="125" y="32"/>
                  <a:pt x="127" y="30"/>
                  <a:pt x="127" y="28"/>
                </a:cubicBezTo>
                <a:cubicBezTo>
                  <a:pt x="127" y="26"/>
                  <a:pt x="126" y="23"/>
                  <a:pt x="128" y="22"/>
                </a:cubicBezTo>
                <a:cubicBezTo>
                  <a:pt x="129" y="21"/>
                  <a:pt x="131" y="21"/>
                  <a:pt x="132" y="19"/>
                </a:cubicBezTo>
                <a:cubicBezTo>
                  <a:pt x="134" y="18"/>
                  <a:pt x="134" y="15"/>
                  <a:pt x="135" y="13"/>
                </a:cubicBezTo>
                <a:cubicBezTo>
                  <a:pt x="137" y="10"/>
                  <a:pt x="139" y="8"/>
                  <a:pt x="144" y="8"/>
                </a:cubicBezTo>
                <a:cubicBezTo>
                  <a:pt x="146" y="9"/>
                  <a:pt x="148" y="10"/>
                  <a:pt x="150" y="10"/>
                </a:cubicBezTo>
                <a:cubicBezTo>
                  <a:pt x="152" y="10"/>
                  <a:pt x="153" y="8"/>
                  <a:pt x="154" y="6"/>
                </a:cubicBezTo>
                <a:cubicBezTo>
                  <a:pt x="156" y="5"/>
                  <a:pt x="157" y="3"/>
                  <a:pt x="159" y="1"/>
                </a:cubicBezTo>
                <a:cubicBezTo>
                  <a:pt x="160" y="0"/>
                  <a:pt x="162" y="2"/>
                  <a:pt x="164" y="0"/>
                </a:cubicBezTo>
                <a:cubicBezTo>
                  <a:pt x="165" y="2"/>
                  <a:pt x="165" y="4"/>
                  <a:pt x="166" y="5"/>
                </a:cubicBezTo>
                <a:cubicBezTo>
                  <a:pt x="167" y="6"/>
                  <a:pt x="168" y="7"/>
                  <a:pt x="169" y="8"/>
                </a:cubicBezTo>
                <a:cubicBezTo>
                  <a:pt x="170" y="9"/>
                  <a:pt x="170" y="10"/>
                  <a:pt x="172" y="11"/>
                </a:cubicBezTo>
                <a:cubicBezTo>
                  <a:pt x="172" y="12"/>
                  <a:pt x="173" y="12"/>
                  <a:pt x="173" y="12"/>
                </a:cubicBezTo>
                <a:cubicBezTo>
                  <a:pt x="174" y="13"/>
                  <a:pt x="173" y="14"/>
                  <a:pt x="174" y="14"/>
                </a:cubicBezTo>
                <a:cubicBezTo>
                  <a:pt x="175" y="17"/>
                  <a:pt x="180" y="18"/>
                  <a:pt x="182" y="20"/>
                </a:cubicBezTo>
                <a:cubicBezTo>
                  <a:pt x="185" y="21"/>
                  <a:pt x="188" y="23"/>
                  <a:pt x="189" y="26"/>
                </a:cubicBezTo>
                <a:cubicBezTo>
                  <a:pt x="190" y="29"/>
                  <a:pt x="192" y="32"/>
                  <a:pt x="192" y="35"/>
                </a:cubicBezTo>
                <a:cubicBezTo>
                  <a:pt x="192" y="38"/>
                  <a:pt x="189" y="41"/>
                  <a:pt x="188" y="43"/>
                </a:cubicBezTo>
                <a:cubicBezTo>
                  <a:pt x="186" y="47"/>
                  <a:pt x="178" y="55"/>
                  <a:pt x="185" y="58"/>
                </a:cubicBezTo>
                <a:cubicBezTo>
                  <a:pt x="182" y="61"/>
                  <a:pt x="179" y="63"/>
                  <a:pt x="176" y="65"/>
                </a:cubicBezTo>
                <a:cubicBezTo>
                  <a:pt x="172" y="68"/>
                  <a:pt x="179" y="67"/>
                  <a:pt x="181" y="68"/>
                </a:cubicBezTo>
                <a:cubicBezTo>
                  <a:pt x="183" y="70"/>
                  <a:pt x="181" y="74"/>
                  <a:pt x="180" y="76"/>
                </a:cubicBezTo>
                <a:cubicBezTo>
                  <a:pt x="178" y="80"/>
                  <a:pt x="175" y="84"/>
                  <a:pt x="176" y="88"/>
                </a:cubicBezTo>
                <a:cubicBezTo>
                  <a:pt x="176" y="91"/>
                  <a:pt x="177" y="95"/>
                  <a:pt x="178" y="99"/>
                </a:cubicBezTo>
                <a:cubicBezTo>
                  <a:pt x="179" y="103"/>
                  <a:pt x="182" y="105"/>
                  <a:pt x="186" y="106"/>
                </a:cubicBezTo>
                <a:cubicBezTo>
                  <a:pt x="189" y="108"/>
                  <a:pt x="192" y="109"/>
                  <a:pt x="194" y="112"/>
                </a:cubicBezTo>
                <a:cubicBezTo>
                  <a:pt x="195" y="115"/>
                  <a:pt x="196" y="117"/>
                  <a:pt x="197" y="119"/>
                </a:cubicBezTo>
                <a:cubicBezTo>
                  <a:pt x="198" y="121"/>
                  <a:pt x="199" y="123"/>
                  <a:pt x="200" y="125"/>
                </a:cubicBezTo>
                <a:cubicBezTo>
                  <a:pt x="201" y="126"/>
                  <a:pt x="203" y="127"/>
                  <a:pt x="204" y="129"/>
                </a:cubicBezTo>
                <a:cubicBezTo>
                  <a:pt x="205" y="131"/>
                  <a:pt x="205" y="132"/>
                  <a:pt x="205" y="134"/>
                </a:cubicBezTo>
                <a:cubicBezTo>
                  <a:pt x="205" y="136"/>
                  <a:pt x="205" y="138"/>
                  <a:pt x="204" y="140"/>
                </a:cubicBezTo>
                <a:cubicBezTo>
                  <a:pt x="203" y="142"/>
                  <a:pt x="202" y="143"/>
                  <a:pt x="200" y="144"/>
                </a:cubicBezTo>
                <a:cubicBezTo>
                  <a:pt x="198" y="147"/>
                  <a:pt x="196" y="150"/>
                  <a:pt x="194" y="153"/>
                </a:cubicBezTo>
                <a:cubicBezTo>
                  <a:pt x="192" y="157"/>
                  <a:pt x="189" y="162"/>
                  <a:pt x="188" y="166"/>
                </a:cubicBezTo>
                <a:cubicBezTo>
                  <a:pt x="187" y="171"/>
                  <a:pt x="188" y="174"/>
                  <a:pt x="191" y="178"/>
                </a:cubicBezTo>
                <a:cubicBezTo>
                  <a:pt x="192" y="179"/>
                  <a:pt x="192" y="181"/>
                  <a:pt x="193" y="183"/>
                </a:cubicBezTo>
                <a:cubicBezTo>
                  <a:pt x="194" y="185"/>
                  <a:pt x="195" y="187"/>
                  <a:pt x="196" y="188"/>
                </a:cubicBezTo>
                <a:cubicBezTo>
                  <a:pt x="197" y="192"/>
                  <a:pt x="196" y="195"/>
                  <a:pt x="198" y="199"/>
                </a:cubicBezTo>
                <a:cubicBezTo>
                  <a:pt x="199" y="202"/>
                  <a:pt x="203" y="205"/>
                  <a:pt x="204" y="208"/>
                </a:cubicBezTo>
                <a:cubicBezTo>
                  <a:pt x="204" y="211"/>
                  <a:pt x="204" y="213"/>
                  <a:pt x="205" y="215"/>
                </a:cubicBezTo>
                <a:cubicBezTo>
                  <a:pt x="206" y="217"/>
                  <a:pt x="207" y="219"/>
                  <a:pt x="207" y="222"/>
                </a:cubicBezTo>
                <a:cubicBezTo>
                  <a:pt x="207" y="224"/>
                  <a:pt x="208" y="226"/>
                  <a:pt x="208" y="227"/>
                </a:cubicBezTo>
                <a:cubicBezTo>
                  <a:pt x="208" y="230"/>
                  <a:pt x="208" y="230"/>
                  <a:pt x="206" y="230"/>
                </a:cubicBezTo>
                <a:cubicBezTo>
                  <a:pt x="204" y="229"/>
                  <a:pt x="203" y="229"/>
                  <a:pt x="201" y="230"/>
                </a:cubicBezTo>
                <a:cubicBezTo>
                  <a:pt x="199" y="231"/>
                  <a:pt x="202" y="232"/>
                  <a:pt x="202" y="234"/>
                </a:cubicBezTo>
                <a:cubicBezTo>
                  <a:pt x="202" y="235"/>
                  <a:pt x="202" y="235"/>
                  <a:pt x="201" y="236"/>
                </a:cubicBezTo>
                <a:cubicBezTo>
                  <a:pt x="201" y="237"/>
                  <a:pt x="200" y="238"/>
                  <a:pt x="200" y="239"/>
                </a:cubicBezTo>
                <a:cubicBezTo>
                  <a:pt x="200" y="242"/>
                  <a:pt x="200" y="245"/>
                  <a:pt x="199" y="247"/>
                </a:cubicBezTo>
                <a:cubicBezTo>
                  <a:pt x="198" y="248"/>
                  <a:pt x="197" y="250"/>
                  <a:pt x="199" y="251"/>
                </a:cubicBezTo>
                <a:cubicBezTo>
                  <a:pt x="202" y="252"/>
                  <a:pt x="203" y="251"/>
                  <a:pt x="202" y="255"/>
                </a:cubicBezTo>
                <a:cubicBezTo>
                  <a:pt x="202" y="255"/>
                  <a:pt x="202" y="256"/>
                  <a:pt x="202" y="256"/>
                </a:cubicBezTo>
                <a:cubicBezTo>
                  <a:pt x="201" y="257"/>
                  <a:pt x="200" y="257"/>
                  <a:pt x="199" y="257"/>
                </a:cubicBezTo>
                <a:cubicBezTo>
                  <a:pt x="197" y="259"/>
                  <a:pt x="197" y="261"/>
                  <a:pt x="198" y="263"/>
                </a:cubicBezTo>
                <a:cubicBezTo>
                  <a:pt x="198" y="264"/>
                  <a:pt x="199" y="267"/>
                  <a:pt x="200" y="269"/>
                </a:cubicBezTo>
                <a:cubicBezTo>
                  <a:pt x="202" y="271"/>
                  <a:pt x="204" y="270"/>
                  <a:pt x="206" y="271"/>
                </a:cubicBezTo>
                <a:cubicBezTo>
                  <a:pt x="208" y="272"/>
                  <a:pt x="207" y="273"/>
                  <a:pt x="208" y="275"/>
                </a:cubicBezTo>
                <a:cubicBezTo>
                  <a:pt x="209" y="275"/>
                  <a:pt x="209" y="276"/>
                  <a:pt x="209" y="277"/>
                </a:cubicBezTo>
                <a:cubicBezTo>
                  <a:pt x="209" y="278"/>
                  <a:pt x="208" y="279"/>
                  <a:pt x="207" y="279"/>
                </a:cubicBezTo>
                <a:cubicBezTo>
                  <a:pt x="205" y="281"/>
                  <a:pt x="204" y="281"/>
                  <a:pt x="205" y="283"/>
                </a:cubicBezTo>
                <a:cubicBezTo>
                  <a:pt x="206" y="285"/>
                  <a:pt x="206" y="285"/>
                  <a:pt x="207" y="286"/>
                </a:cubicBezTo>
                <a:cubicBezTo>
                  <a:pt x="207" y="287"/>
                  <a:pt x="206" y="289"/>
                  <a:pt x="207" y="290"/>
                </a:cubicBezTo>
                <a:cubicBezTo>
                  <a:pt x="207" y="291"/>
                  <a:pt x="210" y="291"/>
                  <a:pt x="211" y="292"/>
                </a:cubicBezTo>
                <a:cubicBezTo>
                  <a:pt x="212" y="293"/>
                  <a:pt x="213" y="294"/>
                  <a:pt x="213" y="294"/>
                </a:cubicBezTo>
                <a:cubicBezTo>
                  <a:pt x="213" y="295"/>
                  <a:pt x="213" y="295"/>
                  <a:pt x="214" y="296"/>
                </a:cubicBezTo>
                <a:cubicBezTo>
                  <a:pt x="214" y="296"/>
                  <a:pt x="215" y="296"/>
                  <a:pt x="215" y="296"/>
                </a:cubicBezTo>
                <a:cubicBezTo>
                  <a:pt x="216" y="297"/>
                  <a:pt x="216" y="296"/>
                  <a:pt x="216" y="298"/>
                </a:cubicBezTo>
                <a:cubicBezTo>
                  <a:pt x="216" y="299"/>
                  <a:pt x="216" y="300"/>
                  <a:pt x="216" y="301"/>
                </a:cubicBezTo>
                <a:cubicBezTo>
                  <a:pt x="217" y="304"/>
                  <a:pt x="217" y="306"/>
                  <a:pt x="215" y="308"/>
                </a:cubicBezTo>
                <a:cubicBezTo>
                  <a:pt x="213" y="309"/>
                  <a:pt x="212" y="310"/>
                  <a:pt x="211" y="312"/>
                </a:cubicBezTo>
                <a:cubicBezTo>
                  <a:pt x="211" y="313"/>
                  <a:pt x="210" y="314"/>
                  <a:pt x="210" y="315"/>
                </a:cubicBezTo>
                <a:cubicBezTo>
                  <a:pt x="209" y="316"/>
                  <a:pt x="208" y="316"/>
                  <a:pt x="207" y="316"/>
                </a:cubicBezTo>
                <a:cubicBezTo>
                  <a:pt x="203" y="319"/>
                  <a:pt x="209" y="323"/>
                  <a:pt x="211" y="325"/>
                </a:cubicBezTo>
                <a:cubicBezTo>
                  <a:pt x="213" y="327"/>
                  <a:pt x="214" y="329"/>
                  <a:pt x="216" y="330"/>
                </a:cubicBezTo>
                <a:cubicBezTo>
                  <a:pt x="218" y="332"/>
                  <a:pt x="220" y="332"/>
                  <a:pt x="222" y="334"/>
                </a:cubicBezTo>
                <a:cubicBezTo>
                  <a:pt x="223" y="336"/>
                  <a:pt x="223" y="337"/>
                  <a:pt x="225" y="338"/>
                </a:cubicBezTo>
                <a:cubicBezTo>
                  <a:pt x="227" y="340"/>
                  <a:pt x="229" y="340"/>
                  <a:pt x="230" y="342"/>
                </a:cubicBezTo>
                <a:cubicBezTo>
                  <a:pt x="230" y="343"/>
                  <a:pt x="230" y="345"/>
                  <a:pt x="230" y="346"/>
                </a:cubicBezTo>
                <a:cubicBezTo>
                  <a:pt x="231" y="347"/>
                  <a:pt x="232" y="348"/>
                  <a:pt x="232" y="349"/>
                </a:cubicBezTo>
                <a:cubicBezTo>
                  <a:pt x="233" y="350"/>
                  <a:pt x="236" y="353"/>
                  <a:pt x="236" y="355"/>
                </a:cubicBezTo>
                <a:cubicBezTo>
                  <a:pt x="236" y="356"/>
                  <a:pt x="234" y="358"/>
                  <a:pt x="234" y="359"/>
                </a:cubicBezTo>
                <a:cubicBezTo>
                  <a:pt x="233" y="360"/>
                  <a:pt x="233" y="361"/>
                  <a:pt x="233" y="362"/>
                </a:cubicBezTo>
                <a:cubicBezTo>
                  <a:pt x="232" y="365"/>
                  <a:pt x="231" y="367"/>
                  <a:pt x="230" y="370"/>
                </a:cubicBezTo>
                <a:cubicBezTo>
                  <a:pt x="230" y="372"/>
                  <a:pt x="228" y="373"/>
                  <a:pt x="226" y="375"/>
                </a:cubicBezTo>
                <a:cubicBezTo>
                  <a:pt x="224" y="377"/>
                  <a:pt x="224" y="379"/>
                  <a:pt x="222" y="381"/>
                </a:cubicBezTo>
                <a:cubicBezTo>
                  <a:pt x="221" y="383"/>
                  <a:pt x="219" y="383"/>
                  <a:pt x="218" y="385"/>
                </a:cubicBezTo>
                <a:cubicBezTo>
                  <a:pt x="216" y="388"/>
                  <a:pt x="215" y="390"/>
                  <a:pt x="213" y="392"/>
                </a:cubicBezTo>
                <a:cubicBezTo>
                  <a:pt x="210" y="397"/>
                  <a:pt x="207" y="401"/>
                  <a:pt x="203" y="405"/>
                </a:cubicBezTo>
                <a:cubicBezTo>
                  <a:pt x="202" y="407"/>
                  <a:pt x="201" y="410"/>
                  <a:pt x="199" y="412"/>
                </a:cubicBezTo>
                <a:cubicBezTo>
                  <a:pt x="198" y="413"/>
                  <a:pt x="198" y="413"/>
                  <a:pt x="197" y="414"/>
                </a:cubicBezTo>
                <a:cubicBezTo>
                  <a:pt x="195" y="415"/>
                  <a:pt x="196" y="416"/>
                  <a:pt x="195" y="417"/>
                </a:cubicBezTo>
                <a:cubicBezTo>
                  <a:pt x="194" y="418"/>
                  <a:pt x="193" y="419"/>
                  <a:pt x="193" y="420"/>
                </a:cubicBezTo>
                <a:cubicBezTo>
                  <a:pt x="192" y="421"/>
                  <a:pt x="191" y="422"/>
                  <a:pt x="190" y="423"/>
                </a:cubicBezTo>
                <a:cubicBezTo>
                  <a:pt x="189" y="425"/>
                  <a:pt x="186" y="427"/>
                  <a:pt x="184" y="429"/>
                </a:cubicBezTo>
                <a:cubicBezTo>
                  <a:pt x="182" y="430"/>
                  <a:pt x="181" y="432"/>
                  <a:pt x="179" y="434"/>
                </a:cubicBezTo>
                <a:cubicBezTo>
                  <a:pt x="178" y="436"/>
                  <a:pt x="176" y="436"/>
                  <a:pt x="174" y="438"/>
                </a:cubicBezTo>
                <a:cubicBezTo>
                  <a:pt x="173" y="440"/>
                  <a:pt x="171" y="442"/>
                  <a:pt x="169" y="444"/>
                </a:cubicBezTo>
                <a:cubicBezTo>
                  <a:pt x="167" y="447"/>
                  <a:pt x="165" y="449"/>
                  <a:pt x="163" y="452"/>
                </a:cubicBezTo>
                <a:cubicBezTo>
                  <a:pt x="163" y="451"/>
                  <a:pt x="164" y="450"/>
                  <a:pt x="163" y="452"/>
                </a:cubicBezTo>
                <a:close/>
                <a:moveTo>
                  <a:pt x="7" y="464"/>
                </a:moveTo>
                <a:cubicBezTo>
                  <a:pt x="5" y="465"/>
                  <a:pt x="5" y="464"/>
                  <a:pt x="5" y="463"/>
                </a:cubicBezTo>
                <a:cubicBezTo>
                  <a:pt x="4" y="463"/>
                  <a:pt x="3" y="464"/>
                  <a:pt x="2" y="464"/>
                </a:cubicBezTo>
                <a:cubicBezTo>
                  <a:pt x="2" y="465"/>
                  <a:pt x="0" y="464"/>
                  <a:pt x="0" y="466"/>
                </a:cubicBezTo>
                <a:cubicBezTo>
                  <a:pt x="0" y="467"/>
                  <a:pt x="1" y="467"/>
                  <a:pt x="2" y="467"/>
                </a:cubicBezTo>
                <a:cubicBezTo>
                  <a:pt x="5" y="468"/>
                  <a:pt x="4" y="468"/>
                  <a:pt x="5" y="470"/>
                </a:cubicBezTo>
                <a:cubicBezTo>
                  <a:pt x="5" y="470"/>
                  <a:pt x="6" y="470"/>
                  <a:pt x="7" y="470"/>
                </a:cubicBezTo>
                <a:cubicBezTo>
                  <a:pt x="7" y="470"/>
                  <a:pt x="8" y="470"/>
                  <a:pt x="8" y="470"/>
                </a:cubicBezTo>
                <a:cubicBezTo>
                  <a:pt x="9" y="470"/>
                  <a:pt x="9" y="471"/>
                  <a:pt x="10" y="470"/>
                </a:cubicBezTo>
                <a:cubicBezTo>
                  <a:pt x="10" y="469"/>
                  <a:pt x="11" y="470"/>
                  <a:pt x="11" y="469"/>
                </a:cubicBezTo>
                <a:cubicBezTo>
                  <a:pt x="11" y="469"/>
                  <a:pt x="11" y="468"/>
                  <a:pt x="10" y="467"/>
                </a:cubicBezTo>
                <a:cubicBezTo>
                  <a:pt x="10" y="466"/>
                  <a:pt x="9" y="466"/>
                  <a:pt x="8" y="464"/>
                </a:cubicBezTo>
                <a:cubicBezTo>
                  <a:pt x="8" y="463"/>
                  <a:pt x="7" y="464"/>
                  <a:pt x="7" y="464"/>
                </a:cubicBezTo>
                <a:close/>
                <a:moveTo>
                  <a:pt x="9" y="463"/>
                </a:moveTo>
                <a:cubicBezTo>
                  <a:pt x="9" y="464"/>
                  <a:pt x="10" y="464"/>
                  <a:pt x="11" y="465"/>
                </a:cubicBezTo>
                <a:cubicBezTo>
                  <a:pt x="12" y="465"/>
                  <a:pt x="12" y="468"/>
                  <a:pt x="14" y="466"/>
                </a:cubicBezTo>
                <a:cubicBezTo>
                  <a:pt x="15" y="466"/>
                  <a:pt x="15" y="463"/>
                  <a:pt x="15" y="462"/>
                </a:cubicBezTo>
                <a:cubicBezTo>
                  <a:pt x="14" y="461"/>
                  <a:pt x="12" y="460"/>
                  <a:pt x="12" y="460"/>
                </a:cubicBezTo>
                <a:cubicBezTo>
                  <a:pt x="11" y="459"/>
                  <a:pt x="10" y="460"/>
                  <a:pt x="9" y="459"/>
                </a:cubicBezTo>
                <a:cubicBezTo>
                  <a:pt x="8" y="459"/>
                  <a:pt x="9" y="459"/>
                  <a:pt x="9" y="458"/>
                </a:cubicBezTo>
                <a:cubicBezTo>
                  <a:pt x="8" y="457"/>
                  <a:pt x="6" y="458"/>
                  <a:pt x="6" y="459"/>
                </a:cubicBezTo>
                <a:cubicBezTo>
                  <a:pt x="6" y="460"/>
                  <a:pt x="7" y="460"/>
                  <a:pt x="8" y="461"/>
                </a:cubicBezTo>
                <a:cubicBezTo>
                  <a:pt x="9" y="461"/>
                  <a:pt x="9" y="462"/>
                  <a:pt x="9" y="463"/>
                </a:cubicBezTo>
                <a:close/>
                <a:moveTo>
                  <a:pt x="57" y="471"/>
                </a:moveTo>
                <a:cubicBezTo>
                  <a:pt x="56" y="471"/>
                  <a:pt x="56" y="472"/>
                  <a:pt x="57" y="473"/>
                </a:cubicBezTo>
                <a:cubicBezTo>
                  <a:pt x="58" y="473"/>
                  <a:pt x="59" y="473"/>
                  <a:pt x="59" y="473"/>
                </a:cubicBezTo>
                <a:cubicBezTo>
                  <a:pt x="60" y="472"/>
                  <a:pt x="61" y="472"/>
                  <a:pt x="62" y="472"/>
                </a:cubicBezTo>
                <a:cubicBezTo>
                  <a:pt x="62" y="472"/>
                  <a:pt x="63" y="473"/>
                  <a:pt x="63" y="473"/>
                </a:cubicBezTo>
                <a:cubicBezTo>
                  <a:pt x="64" y="473"/>
                  <a:pt x="65" y="468"/>
                  <a:pt x="64" y="468"/>
                </a:cubicBezTo>
                <a:cubicBezTo>
                  <a:pt x="64" y="466"/>
                  <a:pt x="60" y="467"/>
                  <a:pt x="58" y="467"/>
                </a:cubicBezTo>
                <a:cubicBezTo>
                  <a:pt x="58" y="467"/>
                  <a:pt x="58" y="467"/>
                  <a:pt x="58" y="468"/>
                </a:cubicBezTo>
                <a:cubicBezTo>
                  <a:pt x="59" y="469"/>
                  <a:pt x="58" y="470"/>
                  <a:pt x="57" y="471"/>
                </a:cubicBezTo>
                <a:close/>
                <a:moveTo>
                  <a:pt x="100" y="263"/>
                </a:moveTo>
                <a:cubicBezTo>
                  <a:pt x="101" y="263"/>
                  <a:pt x="101" y="262"/>
                  <a:pt x="102" y="262"/>
                </a:cubicBezTo>
                <a:cubicBezTo>
                  <a:pt x="102" y="262"/>
                  <a:pt x="102" y="263"/>
                  <a:pt x="102" y="264"/>
                </a:cubicBezTo>
                <a:cubicBezTo>
                  <a:pt x="103" y="264"/>
                  <a:pt x="104" y="263"/>
                  <a:pt x="104" y="263"/>
                </a:cubicBezTo>
                <a:cubicBezTo>
                  <a:pt x="105" y="261"/>
                  <a:pt x="104" y="261"/>
                  <a:pt x="104" y="260"/>
                </a:cubicBezTo>
                <a:cubicBezTo>
                  <a:pt x="104" y="259"/>
                  <a:pt x="104" y="259"/>
                  <a:pt x="106" y="259"/>
                </a:cubicBezTo>
                <a:cubicBezTo>
                  <a:pt x="106" y="260"/>
                  <a:pt x="108" y="260"/>
                  <a:pt x="108" y="259"/>
                </a:cubicBezTo>
                <a:cubicBezTo>
                  <a:pt x="107" y="259"/>
                  <a:pt x="106" y="259"/>
                  <a:pt x="105" y="258"/>
                </a:cubicBezTo>
                <a:cubicBezTo>
                  <a:pt x="105" y="258"/>
                  <a:pt x="105" y="257"/>
                  <a:pt x="104" y="258"/>
                </a:cubicBezTo>
                <a:cubicBezTo>
                  <a:pt x="101" y="258"/>
                  <a:pt x="99" y="258"/>
                  <a:pt x="100" y="261"/>
                </a:cubicBezTo>
                <a:cubicBezTo>
                  <a:pt x="100" y="262"/>
                  <a:pt x="100" y="263"/>
                  <a:pt x="100" y="263"/>
                </a:cubicBezTo>
                <a:close/>
                <a:moveTo>
                  <a:pt x="32" y="339"/>
                </a:moveTo>
                <a:cubicBezTo>
                  <a:pt x="30" y="341"/>
                  <a:pt x="34" y="342"/>
                  <a:pt x="35" y="344"/>
                </a:cubicBezTo>
                <a:cubicBezTo>
                  <a:pt x="36" y="344"/>
                  <a:pt x="38" y="340"/>
                  <a:pt x="37" y="339"/>
                </a:cubicBezTo>
                <a:cubicBezTo>
                  <a:pt x="36" y="338"/>
                  <a:pt x="34" y="342"/>
                  <a:pt x="34" y="339"/>
                </a:cubicBezTo>
                <a:cubicBezTo>
                  <a:pt x="33" y="338"/>
                  <a:pt x="32" y="338"/>
                  <a:pt x="32" y="339"/>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8" name="Freeform 46"/>
          <p:cNvSpPr>
            <a:spLocks noEditPoints="1"/>
          </p:cNvSpPr>
          <p:nvPr/>
        </p:nvSpPr>
        <p:spPr bwMode="auto">
          <a:xfrm>
            <a:off x="8075613" y="4471988"/>
            <a:ext cx="1069975" cy="1050925"/>
          </a:xfrm>
          <a:custGeom>
            <a:avLst/>
            <a:gdLst>
              <a:gd name="T0" fmla="*/ 246 w 281"/>
              <a:gd name="T1" fmla="*/ 80 h 276"/>
              <a:gd name="T2" fmla="*/ 241 w 281"/>
              <a:gd name="T3" fmla="*/ 106 h 276"/>
              <a:gd name="T4" fmla="*/ 229 w 281"/>
              <a:gd name="T5" fmla="*/ 110 h 276"/>
              <a:gd name="T6" fmla="*/ 225 w 281"/>
              <a:gd name="T7" fmla="*/ 119 h 276"/>
              <a:gd name="T8" fmla="*/ 213 w 281"/>
              <a:gd name="T9" fmla="*/ 136 h 276"/>
              <a:gd name="T10" fmla="*/ 216 w 281"/>
              <a:gd name="T11" fmla="*/ 142 h 276"/>
              <a:gd name="T12" fmla="*/ 227 w 281"/>
              <a:gd name="T13" fmla="*/ 149 h 276"/>
              <a:gd name="T14" fmla="*/ 233 w 281"/>
              <a:gd name="T15" fmla="*/ 169 h 276"/>
              <a:gd name="T16" fmla="*/ 224 w 281"/>
              <a:gd name="T17" fmla="*/ 178 h 276"/>
              <a:gd name="T18" fmla="*/ 230 w 281"/>
              <a:gd name="T19" fmla="*/ 187 h 276"/>
              <a:gd name="T20" fmla="*/ 230 w 281"/>
              <a:gd name="T21" fmla="*/ 199 h 276"/>
              <a:gd name="T22" fmla="*/ 244 w 281"/>
              <a:gd name="T23" fmla="*/ 205 h 276"/>
              <a:gd name="T24" fmla="*/ 230 w 281"/>
              <a:gd name="T25" fmla="*/ 218 h 276"/>
              <a:gd name="T26" fmla="*/ 221 w 281"/>
              <a:gd name="T27" fmla="*/ 228 h 276"/>
              <a:gd name="T28" fmla="*/ 207 w 281"/>
              <a:gd name="T29" fmla="*/ 231 h 276"/>
              <a:gd name="T30" fmla="*/ 193 w 281"/>
              <a:gd name="T31" fmla="*/ 222 h 276"/>
              <a:gd name="T32" fmla="*/ 183 w 281"/>
              <a:gd name="T33" fmla="*/ 221 h 276"/>
              <a:gd name="T34" fmla="*/ 161 w 281"/>
              <a:gd name="T35" fmla="*/ 225 h 276"/>
              <a:gd name="T36" fmla="*/ 154 w 281"/>
              <a:gd name="T37" fmla="*/ 241 h 276"/>
              <a:gd name="T38" fmla="*/ 145 w 281"/>
              <a:gd name="T39" fmla="*/ 250 h 276"/>
              <a:gd name="T40" fmla="*/ 123 w 281"/>
              <a:gd name="T41" fmla="*/ 248 h 276"/>
              <a:gd name="T42" fmla="*/ 102 w 281"/>
              <a:gd name="T43" fmla="*/ 241 h 276"/>
              <a:gd name="T44" fmla="*/ 80 w 281"/>
              <a:gd name="T45" fmla="*/ 235 h 276"/>
              <a:gd name="T46" fmla="*/ 62 w 281"/>
              <a:gd name="T47" fmla="*/ 226 h 276"/>
              <a:gd name="T48" fmla="*/ 62 w 281"/>
              <a:gd name="T49" fmla="*/ 221 h 276"/>
              <a:gd name="T50" fmla="*/ 70 w 281"/>
              <a:gd name="T51" fmla="*/ 187 h 276"/>
              <a:gd name="T52" fmla="*/ 81 w 281"/>
              <a:gd name="T53" fmla="*/ 177 h 276"/>
              <a:gd name="T54" fmla="*/ 71 w 281"/>
              <a:gd name="T55" fmla="*/ 159 h 276"/>
              <a:gd name="T56" fmla="*/ 73 w 281"/>
              <a:gd name="T57" fmla="*/ 153 h 276"/>
              <a:gd name="T58" fmla="*/ 70 w 281"/>
              <a:gd name="T59" fmla="*/ 142 h 276"/>
              <a:gd name="T60" fmla="*/ 59 w 281"/>
              <a:gd name="T61" fmla="*/ 136 h 276"/>
              <a:gd name="T62" fmla="*/ 51 w 281"/>
              <a:gd name="T63" fmla="*/ 117 h 276"/>
              <a:gd name="T64" fmla="*/ 46 w 281"/>
              <a:gd name="T65" fmla="*/ 114 h 276"/>
              <a:gd name="T66" fmla="*/ 42 w 281"/>
              <a:gd name="T67" fmla="*/ 108 h 276"/>
              <a:gd name="T68" fmla="*/ 26 w 281"/>
              <a:gd name="T69" fmla="*/ 101 h 276"/>
              <a:gd name="T70" fmla="*/ 13 w 281"/>
              <a:gd name="T71" fmla="*/ 98 h 276"/>
              <a:gd name="T72" fmla="*/ 9 w 281"/>
              <a:gd name="T73" fmla="*/ 87 h 276"/>
              <a:gd name="T74" fmla="*/ 8 w 281"/>
              <a:gd name="T75" fmla="*/ 85 h 276"/>
              <a:gd name="T76" fmla="*/ 1 w 281"/>
              <a:gd name="T77" fmla="*/ 77 h 276"/>
              <a:gd name="T78" fmla="*/ 15 w 281"/>
              <a:gd name="T79" fmla="*/ 73 h 276"/>
              <a:gd name="T80" fmla="*/ 31 w 281"/>
              <a:gd name="T81" fmla="*/ 67 h 276"/>
              <a:gd name="T82" fmla="*/ 48 w 281"/>
              <a:gd name="T83" fmla="*/ 74 h 276"/>
              <a:gd name="T84" fmla="*/ 59 w 281"/>
              <a:gd name="T85" fmla="*/ 75 h 276"/>
              <a:gd name="T86" fmla="*/ 63 w 281"/>
              <a:gd name="T87" fmla="*/ 64 h 276"/>
              <a:gd name="T88" fmla="*/ 58 w 281"/>
              <a:gd name="T89" fmla="*/ 50 h 276"/>
              <a:gd name="T90" fmla="*/ 65 w 281"/>
              <a:gd name="T91" fmla="*/ 43 h 276"/>
              <a:gd name="T92" fmla="*/ 73 w 281"/>
              <a:gd name="T93" fmla="*/ 52 h 276"/>
              <a:gd name="T94" fmla="*/ 100 w 281"/>
              <a:gd name="T95" fmla="*/ 51 h 276"/>
              <a:gd name="T96" fmla="*/ 96 w 281"/>
              <a:gd name="T97" fmla="*/ 46 h 276"/>
              <a:gd name="T98" fmla="*/ 127 w 281"/>
              <a:gd name="T99" fmla="*/ 27 h 276"/>
              <a:gd name="T100" fmla="*/ 124 w 281"/>
              <a:gd name="T101" fmla="*/ 14 h 276"/>
              <a:gd name="T102" fmla="*/ 144 w 281"/>
              <a:gd name="T103" fmla="*/ 5 h 276"/>
              <a:gd name="T104" fmla="*/ 163 w 281"/>
              <a:gd name="T105" fmla="*/ 18 h 276"/>
              <a:gd name="T106" fmla="*/ 176 w 281"/>
              <a:gd name="T107" fmla="*/ 32 h 276"/>
              <a:gd name="T108" fmla="*/ 189 w 281"/>
              <a:gd name="T109" fmla="*/ 36 h 276"/>
              <a:gd name="T110" fmla="*/ 197 w 281"/>
              <a:gd name="T111" fmla="*/ 44 h 276"/>
              <a:gd name="T112" fmla="*/ 216 w 281"/>
              <a:gd name="T113" fmla="*/ 50 h 276"/>
              <a:gd name="T114" fmla="*/ 242 w 281"/>
              <a:gd name="T115" fmla="*/ 62 h 276"/>
              <a:gd name="T116" fmla="*/ 281 w 281"/>
              <a:gd name="T117" fmla="*/ 252 h 276"/>
              <a:gd name="T118" fmla="*/ 276 w 281"/>
              <a:gd name="T119" fmla="*/ 241 h 276"/>
              <a:gd name="T120" fmla="*/ 262 w 281"/>
              <a:gd name="T121" fmla="*/ 250 h 276"/>
              <a:gd name="T122" fmla="*/ 263 w 281"/>
              <a:gd name="T123" fmla="*/ 265 h 276"/>
              <a:gd name="T124" fmla="*/ 274 w 281"/>
              <a:gd name="T125" fmla="*/ 27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 h="276">
                <a:moveTo>
                  <a:pt x="254" y="65"/>
                </a:moveTo>
                <a:cubicBezTo>
                  <a:pt x="254" y="66"/>
                  <a:pt x="253" y="67"/>
                  <a:pt x="253" y="68"/>
                </a:cubicBezTo>
                <a:cubicBezTo>
                  <a:pt x="252" y="70"/>
                  <a:pt x="251" y="70"/>
                  <a:pt x="250" y="72"/>
                </a:cubicBezTo>
                <a:cubicBezTo>
                  <a:pt x="249" y="73"/>
                  <a:pt x="247" y="74"/>
                  <a:pt x="247" y="75"/>
                </a:cubicBezTo>
                <a:cubicBezTo>
                  <a:pt x="246" y="76"/>
                  <a:pt x="247" y="77"/>
                  <a:pt x="247" y="78"/>
                </a:cubicBezTo>
                <a:cubicBezTo>
                  <a:pt x="247" y="78"/>
                  <a:pt x="246" y="79"/>
                  <a:pt x="246" y="80"/>
                </a:cubicBezTo>
                <a:cubicBezTo>
                  <a:pt x="245" y="81"/>
                  <a:pt x="245" y="82"/>
                  <a:pt x="245" y="84"/>
                </a:cubicBezTo>
                <a:cubicBezTo>
                  <a:pt x="245" y="86"/>
                  <a:pt x="241" y="90"/>
                  <a:pt x="242" y="92"/>
                </a:cubicBezTo>
                <a:cubicBezTo>
                  <a:pt x="244" y="93"/>
                  <a:pt x="241" y="98"/>
                  <a:pt x="241" y="99"/>
                </a:cubicBezTo>
                <a:cubicBezTo>
                  <a:pt x="241" y="100"/>
                  <a:pt x="241" y="102"/>
                  <a:pt x="241" y="103"/>
                </a:cubicBezTo>
                <a:cubicBezTo>
                  <a:pt x="241" y="103"/>
                  <a:pt x="244" y="105"/>
                  <a:pt x="243" y="106"/>
                </a:cubicBezTo>
                <a:cubicBezTo>
                  <a:pt x="242" y="106"/>
                  <a:pt x="242" y="106"/>
                  <a:pt x="241" y="106"/>
                </a:cubicBezTo>
                <a:cubicBezTo>
                  <a:pt x="240" y="107"/>
                  <a:pt x="240" y="107"/>
                  <a:pt x="240" y="108"/>
                </a:cubicBezTo>
                <a:cubicBezTo>
                  <a:pt x="239" y="108"/>
                  <a:pt x="239" y="109"/>
                  <a:pt x="239" y="109"/>
                </a:cubicBezTo>
                <a:cubicBezTo>
                  <a:pt x="238" y="110"/>
                  <a:pt x="238" y="109"/>
                  <a:pt x="238" y="110"/>
                </a:cubicBezTo>
                <a:cubicBezTo>
                  <a:pt x="236" y="110"/>
                  <a:pt x="235" y="109"/>
                  <a:pt x="234" y="109"/>
                </a:cubicBezTo>
                <a:cubicBezTo>
                  <a:pt x="234" y="108"/>
                  <a:pt x="233" y="107"/>
                  <a:pt x="231" y="108"/>
                </a:cubicBezTo>
                <a:cubicBezTo>
                  <a:pt x="230" y="108"/>
                  <a:pt x="230" y="110"/>
                  <a:pt x="229" y="110"/>
                </a:cubicBezTo>
                <a:cubicBezTo>
                  <a:pt x="229" y="111"/>
                  <a:pt x="227" y="112"/>
                  <a:pt x="229" y="112"/>
                </a:cubicBezTo>
                <a:cubicBezTo>
                  <a:pt x="229" y="112"/>
                  <a:pt x="230" y="112"/>
                  <a:pt x="231" y="112"/>
                </a:cubicBezTo>
                <a:cubicBezTo>
                  <a:pt x="232" y="113"/>
                  <a:pt x="230" y="113"/>
                  <a:pt x="230" y="114"/>
                </a:cubicBezTo>
                <a:cubicBezTo>
                  <a:pt x="229" y="114"/>
                  <a:pt x="230" y="115"/>
                  <a:pt x="230" y="115"/>
                </a:cubicBezTo>
                <a:cubicBezTo>
                  <a:pt x="229" y="116"/>
                  <a:pt x="228" y="117"/>
                  <a:pt x="227" y="118"/>
                </a:cubicBezTo>
                <a:cubicBezTo>
                  <a:pt x="227" y="118"/>
                  <a:pt x="226" y="119"/>
                  <a:pt x="225" y="119"/>
                </a:cubicBezTo>
                <a:cubicBezTo>
                  <a:pt x="225" y="120"/>
                  <a:pt x="224" y="121"/>
                  <a:pt x="224" y="122"/>
                </a:cubicBezTo>
                <a:cubicBezTo>
                  <a:pt x="223" y="123"/>
                  <a:pt x="220" y="123"/>
                  <a:pt x="219" y="124"/>
                </a:cubicBezTo>
                <a:cubicBezTo>
                  <a:pt x="219" y="124"/>
                  <a:pt x="220" y="126"/>
                  <a:pt x="220" y="126"/>
                </a:cubicBezTo>
                <a:cubicBezTo>
                  <a:pt x="220" y="127"/>
                  <a:pt x="220" y="128"/>
                  <a:pt x="219" y="129"/>
                </a:cubicBezTo>
                <a:cubicBezTo>
                  <a:pt x="219" y="131"/>
                  <a:pt x="216" y="131"/>
                  <a:pt x="214" y="133"/>
                </a:cubicBezTo>
                <a:cubicBezTo>
                  <a:pt x="214" y="134"/>
                  <a:pt x="214" y="135"/>
                  <a:pt x="213" y="136"/>
                </a:cubicBezTo>
                <a:cubicBezTo>
                  <a:pt x="213" y="136"/>
                  <a:pt x="213" y="138"/>
                  <a:pt x="212" y="138"/>
                </a:cubicBezTo>
                <a:cubicBezTo>
                  <a:pt x="212" y="139"/>
                  <a:pt x="213" y="139"/>
                  <a:pt x="214" y="140"/>
                </a:cubicBezTo>
                <a:cubicBezTo>
                  <a:pt x="214" y="141"/>
                  <a:pt x="214" y="141"/>
                  <a:pt x="213" y="142"/>
                </a:cubicBezTo>
                <a:cubicBezTo>
                  <a:pt x="213" y="144"/>
                  <a:pt x="211" y="143"/>
                  <a:pt x="210" y="145"/>
                </a:cubicBezTo>
                <a:cubicBezTo>
                  <a:pt x="209" y="148"/>
                  <a:pt x="217" y="146"/>
                  <a:pt x="217" y="143"/>
                </a:cubicBezTo>
                <a:cubicBezTo>
                  <a:pt x="217" y="143"/>
                  <a:pt x="216" y="142"/>
                  <a:pt x="216" y="142"/>
                </a:cubicBezTo>
                <a:cubicBezTo>
                  <a:pt x="216" y="141"/>
                  <a:pt x="216" y="141"/>
                  <a:pt x="216" y="140"/>
                </a:cubicBezTo>
                <a:cubicBezTo>
                  <a:pt x="217" y="139"/>
                  <a:pt x="219" y="138"/>
                  <a:pt x="221" y="138"/>
                </a:cubicBezTo>
                <a:cubicBezTo>
                  <a:pt x="222" y="138"/>
                  <a:pt x="225" y="137"/>
                  <a:pt x="226" y="138"/>
                </a:cubicBezTo>
                <a:cubicBezTo>
                  <a:pt x="227" y="139"/>
                  <a:pt x="226" y="140"/>
                  <a:pt x="226" y="142"/>
                </a:cubicBezTo>
                <a:cubicBezTo>
                  <a:pt x="228" y="143"/>
                  <a:pt x="226" y="145"/>
                  <a:pt x="226" y="146"/>
                </a:cubicBezTo>
                <a:cubicBezTo>
                  <a:pt x="227" y="148"/>
                  <a:pt x="229" y="147"/>
                  <a:pt x="227" y="149"/>
                </a:cubicBezTo>
                <a:cubicBezTo>
                  <a:pt x="229" y="150"/>
                  <a:pt x="232" y="151"/>
                  <a:pt x="231" y="153"/>
                </a:cubicBezTo>
                <a:cubicBezTo>
                  <a:pt x="230" y="155"/>
                  <a:pt x="227" y="154"/>
                  <a:pt x="227" y="157"/>
                </a:cubicBezTo>
                <a:cubicBezTo>
                  <a:pt x="226" y="159"/>
                  <a:pt x="228" y="159"/>
                  <a:pt x="230" y="161"/>
                </a:cubicBezTo>
                <a:cubicBezTo>
                  <a:pt x="230" y="162"/>
                  <a:pt x="230" y="163"/>
                  <a:pt x="231" y="164"/>
                </a:cubicBezTo>
                <a:cubicBezTo>
                  <a:pt x="231" y="165"/>
                  <a:pt x="232" y="165"/>
                  <a:pt x="233" y="166"/>
                </a:cubicBezTo>
                <a:cubicBezTo>
                  <a:pt x="233" y="167"/>
                  <a:pt x="234" y="167"/>
                  <a:pt x="233" y="169"/>
                </a:cubicBezTo>
                <a:cubicBezTo>
                  <a:pt x="233" y="169"/>
                  <a:pt x="233" y="171"/>
                  <a:pt x="233" y="171"/>
                </a:cubicBezTo>
                <a:cubicBezTo>
                  <a:pt x="232" y="173"/>
                  <a:pt x="233" y="172"/>
                  <a:pt x="231" y="172"/>
                </a:cubicBezTo>
                <a:cubicBezTo>
                  <a:pt x="230" y="173"/>
                  <a:pt x="230" y="173"/>
                  <a:pt x="229" y="174"/>
                </a:cubicBezTo>
                <a:cubicBezTo>
                  <a:pt x="228" y="175"/>
                  <a:pt x="228" y="175"/>
                  <a:pt x="227" y="175"/>
                </a:cubicBezTo>
                <a:cubicBezTo>
                  <a:pt x="227" y="175"/>
                  <a:pt x="226" y="175"/>
                  <a:pt x="226" y="175"/>
                </a:cubicBezTo>
                <a:cubicBezTo>
                  <a:pt x="223" y="174"/>
                  <a:pt x="223" y="176"/>
                  <a:pt x="224" y="178"/>
                </a:cubicBezTo>
                <a:cubicBezTo>
                  <a:pt x="225" y="178"/>
                  <a:pt x="225" y="178"/>
                  <a:pt x="225" y="178"/>
                </a:cubicBezTo>
                <a:cubicBezTo>
                  <a:pt x="226" y="179"/>
                  <a:pt x="226" y="179"/>
                  <a:pt x="226" y="180"/>
                </a:cubicBezTo>
                <a:cubicBezTo>
                  <a:pt x="226" y="181"/>
                  <a:pt x="226" y="181"/>
                  <a:pt x="227" y="182"/>
                </a:cubicBezTo>
                <a:cubicBezTo>
                  <a:pt x="228" y="182"/>
                  <a:pt x="230" y="182"/>
                  <a:pt x="231" y="183"/>
                </a:cubicBezTo>
                <a:cubicBezTo>
                  <a:pt x="231" y="183"/>
                  <a:pt x="231" y="185"/>
                  <a:pt x="231" y="186"/>
                </a:cubicBezTo>
                <a:cubicBezTo>
                  <a:pt x="231" y="188"/>
                  <a:pt x="231" y="186"/>
                  <a:pt x="230" y="187"/>
                </a:cubicBezTo>
                <a:cubicBezTo>
                  <a:pt x="230" y="188"/>
                  <a:pt x="230" y="189"/>
                  <a:pt x="229" y="190"/>
                </a:cubicBezTo>
                <a:cubicBezTo>
                  <a:pt x="229" y="190"/>
                  <a:pt x="227" y="191"/>
                  <a:pt x="228" y="192"/>
                </a:cubicBezTo>
                <a:cubicBezTo>
                  <a:pt x="228" y="193"/>
                  <a:pt x="229" y="193"/>
                  <a:pt x="229" y="193"/>
                </a:cubicBezTo>
                <a:cubicBezTo>
                  <a:pt x="229" y="194"/>
                  <a:pt x="229" y="194"/>
                  <a:pt x="229" y="194"/>
                </a:cubicBezTo>
                <a:cubicBezTo>
                  <a:pt x="229" y="196"/>
                  <a:pt x="229" y="195"/>
                  <a:pt x="229" y="197"/>
                </a:cubicBezTo>
                <a:cubicBezTo>
                  <a:pt x="230" y="197"/>
                  <a:pt x="230" y="198"/>
                  <a:pt x="230" y="199"/>
                </a:cubicBezTo>
                <a:cubicBezTo>
                  <a:pt x="231" y="200"/>
                  <a:pt x="232" y="199"/>
                  <a:pt x="232" y="199"/>
                </a:cubicBezTo>
                <a:cubicBezTo>
                  <a:pt x="234" y="200"/>
                  <a:pt x="236" y="202"/>
                  <a:pt x="238" y="203"/>
                </a:cubicBezTo>
                <a:cubicBezTo>
                  <a:pt x="240" y="203"/>
                  <a:pt x="241" y="201"/>
                  <a:pt x="242" y="201"/>
                </a:cubicBezTo>
                <a:cubicBezTo>
                  <a:pt x="242" y="201"/>
                  <a:pt x="243" y="201"/>
                  <a:pt x="244" y="201"/>
                </a:cubicBezTo>
                <a:cubicBezTo>
                  <a:pt x="244" y="201"/>
                  <a:pt x="244" y="201"/>
                  <a:pt x="244" y="202"/>
                </a:cubicBezTo>
                <a:cubicBezTo>
                  <a:pt x="244" y="203"/>
                  <a:pt x="245" y="204"/>
                  <a:pt x="244" y="205"/>
                </a:cubicBezTo>
                <a:cubicBezTo>
                  <a:pt x="243" y="206"/>
                  <a:pt x="242" y="207"/>
                  <a:pt x="241" y="208"/>
                </a:cubicBezTo>
                <a:cubicBezTo>
                  <a:pt x="240" y="209"/>
                  <a:pt x="241" y="210"/>
                  <a:pt x="240" y="211"/>
                </a:cubicBezTo>
                <a:cubicBezTo>
                  <a:pt x="240" y="213"/>
                  <a:pt x="237" y="213"/>
                  <a:pt x="236" y="214"/>
                </a:cubicBezTo>
                <a:cubicBezTo>
                  <a:pt x="235" y="214"/>
                  <a:pt x="234" y="215"/>
                  <a:pt x="233" y="215"/>
                </a:cubicBezTo>
                <a:cubicBezTo>
                  <a:pt x="233" y="216"/>
                  <a:pt x="234" y="217"/>
                  <a:pt x="232" y="218"/>
                </a:cubicBezTo>
                <a:cubicBezTo>
                  <a:pt x="231" y="218"/>
                  <a:pt x="231" y="217"/>
                  <a:pt x="230" y="218"/>
                </a:cubicBezTo>
                <a:cubicBezTo>
                  <a:pt x="229" y="219"/>
                  <a:pt x="229" y="220"/>
                  <a:pt x="228" y="221"/>
                </a:cubicBezTo>
                <a:cubicBezTo>
                  <a:pt x="227" y="222"/>
                  <a:pt x="227" y="221"/>
                  <a:pt x="226" y="221"/>
                </a:cubicBezTo>
                <a:cubicBezTo>
                  <a:pt x="225" y="222"/>
                  <a:pt x="225" y="223"/>
                  <a:pt x="224" y="224"/>
                </a:cubicBezTo>
                <a:cubicBezTo>
                  <a:pt x="224" y="224"/>
                  <a:pt x="222" y="224"/>
                  <a:pt x="222" y="225"/>
                </a:cubicBezTo>
                <a:cubicBezTo>
                  <a:pt x="223" y="226"/>
                  <a:pt x="224" y="225"/>
                  <a:pt x="224" y="226"/>
                </a:cubicBezTo>
                <a:cubicBezTo>
                  <a:pt x="225" y="229"/>
                  <a:pt x="222" y="227"/>
                  <a:pt x="221" y="228"/>
                </a:cubicBezTo>
                <a:cubicBezTo>
                  <a:pt x="220" y="228"/>
                  <a:pt x="219" y="228"/>
                  <a:pt x="219" y="230"/>
                </a:cubicBezTo>
                <a:cubicBezTo>
                  <a:pt x="218" y="230"/>
                  <a:pt x="217" y="230"/>
                  <a:pt x="216" y="230"/>
                </a:cubicBezTo>
                <a:cubicBezTo>
                  <a:pt x="215" y="230"/>
                  <a:pt x="215" y="229"/>
                  <a:pt x="215" y="230"/>
                </a:cubicBezTo>
                <a:cubicBezTo>
                  <a:pt x="215" y="231"/>
                  <a:pt x="217" y="233"/>
                  <a:pt x="215" y="233"/>
                </a:cubicBezTo>
                <a:cubicBezTo>
                  <a:pt x="214" y="233"/>
                  <a:pt x="213" y="231"/>
                  <a:pt x="212" y="230"/>
                </a:cubicBezTo>
                <a:cubicBezTo>
                  <a:pt x="210" y="229"/>
                  <a:pt x="210" y="233"/>
                  <a:pt x="207" y="231"/>
                </a:cubicBezTo>
                <a:cubicBezTo>
                  <a:pt x="206" y="231"/>
                  <a:pt x="207" y="230"/>
                  <a:pt x="206" y="229"/>
                </a:cubicBezTo>
                <a:cubicBezTo>
                  <a:pt x="206" y="228"/>
                  <a:pt x="205" y="228"/>
                  <a:pt x="204" y="228"/>
                </a:cubicBezTo>
                <a:cubicBezTo>
                  <a:pt x="202" y="227"/>
                  <a:pt x="200" y="227"/>
                  <a:pt x="199" y="226"/>
                </a:cubicBezTo>
                <a:cubicBezTo>
                  <a:pt x="198" y="225"/>
                  <a:pt x="199" y="223"/>
                  <a:pt x="197" y="223"/>
                </a:cubicBezTo>
                <a:cubicBezTo>
                  <a:pt x="197" y="223"/>
                  <a:pt x="195" y="224"/>
                  <a:pt x="195" y="224"/>
                </a:cubicBezTo>
                <a:cubicBezTo>
                  <a:pt x="194" y="223"/>
                  <a:pt x="193" y="223"/>
                  <a:pt x="193" y="222"/>
                </a:cubicBezTo>
                <a:cubicBezTo>
                  <a:pt x="194" y="222"/>
                  <a:pt x="195" y="221"/>
                  <a:pt x="195" y="219"/>
                </a:cubicBezTo>
                <a:cubicBezTo>
                  <a:pt x="194" y="218"/>
                  <a:pt x="192" y="216"/>
                  <a:pt x="192" y="219"/>
                </a:cubicBezTo>
                <a:cubicBezTo>
                  <a:pt x="192" y="219"/>
                  <a:pt x="192" y="220"/>
                  <a:pt x="192" y="220"/>
                </a:cubicBezTo>
                <a:cubicBezTo>
                  <a:pt x="192" y="222"/>
                  <a:pt x="191" y="221"/>
                  <a:pt x="190" y="221"/>
                </a:cubicBezTo>
                <a:cubicBezTo>
                  <a:pt x="188" y="222"/>
                  <a:pt x="188" y="223"/>
                  <a:pt x="186" y="223"/>
                </a:cubicBezTo>
                <a:cubicBezTo>
                  <a:pt x="184" y="223"/>
                  <a:pt x="184" y="222"/>
                  <a:pt x="183" y="221"/>
                </a:cubicBezTo>
                <a:cubicBezTo>
                  <a:pt x="182" y="220"/>
                  <a:pt x="182" y="220"/>
                  <a:pt x="181" y="220"/>
                </a:cubicBezTo>
                <a:cubicBezTo>
                  <a:pt x="179" y="220"/>
                  <a:pt x="177" y="220"/>
                  <a:pt x="176" y="220"/>
                </a:cubicBezTo>
                <a:cubicBezTo>
                  <a:pt x="174" y="219"/>
                  <a:pt x="175" y="218"/>
                  <a:pt x="174" y="217"/>
                </a:cubicBezTo>
                <a:cubicBezTo>
                  <a:pt x="172" y="215"/>
                  <a:pt x="169" y="220"/>
                  <a:pt x="167" y="221"/>
                </a:cubicBezTo>
                <a:cubicBezTo>
                  <a:pt x="166" y="222"/>
                  <a:pt x="164" y="223"/>
                  <a:pt x="163" y="224"/>
                </a:cubicBezTo>
                <a:cubicBezTo>
                  <a:pt x="162" y="225"/>
                  <a:pt x="162" y="225"/>
                  <a:pt x="161" y="225"/>
                </a:cubicBezTo>
                <a:cubicBezTo>
                  <a:pt x="158" y="225"/>
                  <a:pt x="157" y="227"/>
                  <a:pt x="155" y="229"/>
                </a:cubicBezTo>
                <a:cubicBezTo>
                  <a:pt x="155" y="231"/>
                  <a:pt x="154" y="232"/>
                  <a:pt x="154" y="233"/>
                </a:cubicBezTo>
                <a:cubicBezTo>
                  <a:pt x="154" y="234"/>
                  <a:pt x="154" y="235"/>
                  <a:pt x="154" y="235"/>
                </a:cubicBezTo>
                <a:cubicBezTo>
                  <a:pt x="153" y="236"/>
                  <a:pt x="153" y="236"/>
                  <a:pt x="153" y="237"/>
                </a:cubicBezTo>
                <a:cubicBezTo>
                  <a:pt x="153" y="238"/>
                  <a:pt x="154" y="237"/>
                  <a:pt x="154" y="238"/>
                </a:cubicBezTo>
                <a:cubicBezTo>
                  <a:pt x="155" y="239"/>
                  <a:pt x="154" y="240"/>
                  <a:pt x="154" y="241"/>
                </a:cubicBezTo>
                <a:cubicBezTo>
                  <a:pt x="154" y="241"/>
                  <a:pt x="154" y="243"/>
                  <a:pt x="154" y="244"/>
                </a:cubicBezTo>
                <a:cubicBezTo>
                  <a:pt x="155" y="245"/>
                  <a:pt x="156" y="246"/>
                  <a:pt x="156" y="247"/>
                </a:cubicBezTo>
                <a:cubicBezTo>
                  <a:pt x="155" y="247"/>
                  <a:pt x="153" y="247"/>
                  <a:pt x="152" y="247"/>
                </a:cubicBezTo>
                <a:cubicBezTo>
                  <a:pt x="150" y="247"/>
                  <a:pt x="150" y="248"/>
                  <a:pt x="149" y="249"/>
                </a:cubicBezTo>
                <a:cubicBezTo>
                  <a:pt x="148" y="249"/>
                  <a:pt x="147" y="249"/>
                  <a:pt x="146" y="249"/>
                </a:cubicBezTo>
                <a:cubicBezTo>
                  <a:pt x="145" y="250"/>
                  <a:pt x="146" y="250"/>
                  <a:pt x="145" y="250"/>
                </a:cubicBezTo>
                <a:cubicBezTo>
                  <a:pt x="144" y="251"/>
                  <a:pt x="143" y="251"/>
                  <a:pt x="142" y="250"/>
                </a:cubicBezTo>
                <a:cubicBezTo>
                  <a:pt x="140" y="249"/>
                  <a:pt x="139" y="248"/>
                  <a:pt x="137" y="248"/>
                </a:cubicBezTo>
                <a:cubicBezTo>
                  <a:pt x="136" y="249"/>
                  <a:pt x="135" y="250"/>
                  <a:pt x="134" y="250"/>
                </a:cubicBezTo>
                <a:cubicBezTo>
                  <a:pt x="132" y="250"/>
                  <a:pt x="133" y="248"/>
                  <a:pt x="132" y="247"/>
                </a:cubicBezTo>
                <a:cubicBezTo>
                  <a:pt x="131" y="247"/>
                  <a:pt x="129" y="248"/>
                  <a:pt x="128" y="246"/>
                </a:cubicBezTo>
                <a:cubicBezTo>
                  <a:pt x="127" y="247"/>
                  <a:pt x="124" y="249"/>
                  <a:pt x="123" y="248"/>
                </a:cubicBezTo>
                <a:cubicBezTo>
                  <a:pt x="120" y="248"/>
                  <a:pt x="122" y="244"/>
                  <a:pt x="122" y="243"/>
                </a:cubicBezTo>
                <a:cubicBezTo>
                  <a:pt x="121" y="242"/>
                  <a:pt x="121" y="242"/>
                  <a:pt x="121" y="241"/>
                </a:cubicBezTo>
                <a:cubicBezTo>
                  <a:pt x="119" y="241"/>
                  <a:pt x="117" y="240"/>
                  <a:pt x="116" y="240"/>
                </a:cubicBezTo>
                <a:cubicBezTo>
                  <a:pt x="114" y="239"/>
                  <a:pt x="113" y="239"/>
                  <a:pt x="112" y="238"/>
                </a:cubicBezTo>
                <a:cubicBezTo>
                  <a:pt x="109" y="237"/>
                  <a:pt x="107" y="236"/>
                  <a:pt x="107" y="240"/>
                </a:cubicBezTo>
                <a:cubicBezTo>
                  <a:pt x="105" y="241"/>
                  <a:pt x="104" y="241"/>
                  <a:pt x="102" y="241"/>
                </a:cubicBezTo>
                <a:cubicBezTo>
                  <a:pt x="101" y="241"/>
                  <a:pt x="100" y="241"/>
                  <a:pt x="100" y="241"/>
                </a:cubicBezTo>
                <a:cubicBezTo>
                  <a:pt x="98" y="241"/>
                  <a:pt x="97" y="240"/>
                  <a:pt x="96" y="240"/>
                </a:cubicBezTo>
                <a:cubicBezTo>
                  <a:pt x="94" y="241"/>
                  <a:pt x="92" y="241"/>
                  <a:pt x="91" y="240"/>
                </a:cubicBezTo>
                <a:cubicBezTo>
                  <a:pt x="90" y="239"/>
                  <a:pt x="90" y="237"/>
                  <a:pt x="89" y="237"/>
                </a:cubicBezTo>
                <a:cubicBezTo>
                  <a:pt x="87" y="237"/>
                  <a:pt x="87" y="238"/>
                  <a:pt x="86" y="239"/>
                </a:cubicBezTo>
                <a:cubicBezTo>
                  <a:pt x="83" y="240"/>
                  <a:pt x="81" y="237"/>
                  <a:pt x="80" y="235"/>
                </a:cubicBezTo>
                <a:cubicBezTo>
                  <a:pt x="78" y="233"/>
                  <a:pt x="75" y="234"/>
                  <a:pt x="72" y="233"/>
                </a:cubicBezTo>
                <a:cubicBezTo>
                  <a:pt x="71" y="232"/>
                  <a:pt x="70" y="231"/>
                  <a:pt x="68" y="231"/>
                </a:cubicBezTo>
                <a:cubicBezTo>
                  <a:pt x="67" y="231"/>
                  <a:pt x="66" y="233"/>
                  <a:pt x="65" y="231"/>
                </a:cubicBezTo>
                <a:cubicBezTo>
                  <a:pt x="64" y="230"/>
                  <a:pt x="66" y="229"/>
                  <a:pt x="66" y="228"/>
                </a:cubicBezTo>
                <a:cubicBezTo>
                  <a:pt x="67" y="226"/>
                  <a:pt x="66" y="225"/>
                  <a:pt x="65" y="225"/>
                </a:cubicBezTo>
                <a:cubicBezTo>
                  <a:pt x="64" y="225"/>
                  <a:pt x="63" y="226"/>
                  <a:pt x="62" y="226"/>
                </a:cubicBezTo>
                <a:cubicBezTo>
                  <a:pt x="61" y="225"/>
                  <a:pt x="59" y="224"/>
                  <a:pt x="59" y="223"/>
                </a:cubicBezTo>
                <a:cubicBezTo>
                  <a:pt x="59" y="223"/>
                  <a:pt x="59" y="223"/>
                  <a:pt x="58" y="222"/>
                </a:cubicBezTo>
                <a:cubicBezTo>
                  <a:pt x="58" y="222"/>
                  <a:pt x="58" y="222"/>
                  <a:pt x="58" y="222"/>
                </a:cubicBezTo>
                <a:cubicBezTo>
                  <a:pt x="58" y="222"/>
                  <a:pt x="58" y="222"/>
                  <a:pt x="58" y="222"/>
                </a:cubicBezTo>
                <a:cubicBezTo>
                  <a:pt x="59" y="221"/>
                  <a:pt x="60" y="222"/>
                  <a:pt x="61" y="222"/>
                </a:cubicBezTo>
                <a:cubicBezTo>
                  <a:pt x="62" y="221"/>
                  <a:pt x="62" y="221"/>
                  <a:pt x="62" y="221"/>
                </a:cubicBezTo>
                <a:cubicBezTo>
                  <a:pt x="64" y="219"/>
                  <a:pt x="65" y="218"/>
                  <a:pt x="65" y="215"/>
                </a:cubicBezTo>
                <a:cubicBezTo>
                  <a:pt x="66" y="211"/>
                  <a:pt x="68" y="207"/>
                  <a:pt x="68" y="202"/>
                </a:cubicBezTo>
                <a:cubicBezTo>
                  <a:pt x="69" y="200"/>
                  <a:pt x="69" y="197"/>
                  <a:pt x="69" y="195"/>
                </a:cubicBezTo>
                <a:cubicBezTo>
                  <a:pt x="69" y="193"/>
                  <a:pt x="69" y="190"/>
                  <a:pt x="70" y="188"/>
                </a:cubicBezTo>
                <a:cubicBezTo>
                  <a:pt x="72" y="187"/>
                  <a:pt x="74" y="189"/>
                  <a:pt x="73" y="186"/>
                </a:cubicBezTo>
                <a:cubicBezTo>
                  <a:pt x="72" y="184"/>
                  <a:pt x="71" y="185"/>
                  <a:pt x="70" y="187"/>
                </a:cubicBezTo>
                <a:cubicBezTo>
                  <a:pt x="69" y="186"/>
                  <a:pt x="70" y="182"/>
                  <a:pt x="70" y="181"/>
                </a:cubicBezTo>
                <a:cubicBezTo>
                  <a:pt x="70" y="178"/>
                  <a:pt x="70" y="177"/>
                  <a:pt x="70" y="174"/>
                </a:cubicBezTo>
                <a:cubicBezTo>
                  <a:pt x="71" y="172"/>
                  <a:pt x="71" y="170"/>
                  <a:pt x="71" y="168"/>
                </a:cubicBezTo>
                <a:cubicBezTo>
                  <a:pt x="71" y="166"/>
                  <a:pt x="71" y="163"/>
                  <a:pt x="73" y="164"/>
                </a:cubicBezTo>
                <a:cubicBezTo>
                  <a:pt x="76" y="165"/>
                  <a:pt x="78" y="169"/>
                  <a:pt x="79" y="171"/>
                </a:cubicBezTo>
                <a:cubicBezTo>
                  <a:pt x="80" y="174"/>
                  <a:pt x="80" y="175"/>
                  <a:pt x="81" y="177"/>
                </a:cubicBezTo>
                <a:cubicBezTo>
                  <a:pt x="82" y="178"/>
                  <a:pt x="83" y="178"/>
                  <a:pt x="83" y="179"/>
                </a:cubicBezTo>
                <a:cubicBezTo>
                  <a:pt x="84" y="180"/>
                  <a:pt x="84" y="181"/>
                  <a:pt x="84" y="181"/>
                </a:cubicBezTo>
                <a:cubicBezTo>
                  <a:pt x="86" y="180"/>
                  <a:pt x="83" y="178"/>
                  <a:pt x="82" y="177"/>
                </a:cubicBezTo>
                <a:cubicBezTo>
                  <a:pt x="81" y="174"/>
                  <a:pt x="80" y="172"/>
                  <a:pt x="80" y="169"/>
                </a:cubicBezTo>
                <a:cubicBezTo>
                  <a:pt x="80" y="167"/>
                  <a:pt x="79" y="165"/>
                  <a:pt x="77" y="164"/>
                </a:cubicBezTo>
                <a:cubicBezTo>
                  <a:pt x="75" y="162"/>
                  <a:pt x="73" y="161"/>
                  <a:pt x="71" y="159"/>
                </a:cubicBezTo>
                <a:cubicBezTo>
                  <a:pt x="69" y="158"/>
                  <a:pt x="71" y="155"/>
                  <a:pt x="69" y="153"/>
                </a:cubicBezTo>
                <a:cubicBezTo>
                  <a:pt x="68" y="153"/>
                  <a:pt x="65" y="150"/>
                  <a:pt x="67" y="149"/>
                </a:cubicBezTo>
                <a:cubicBezTo>
                  <a:pt x="68" y="149"/>
                  <a:pt x="70" y="152"/>
                  <a:pt x="71" y="153"/>
                </a:cubicBezTo>
                <a:cubicBezTo>
                  <a:pt x="71" y="154"/>
                  <a:pt x="72" y="159"/>
                  <a:pt x="75" y="159"/>
                </a:cubicBezTo>
                <a:cubicBezTo>
                  <a:pt x="75" y="157"/>
                  <a:pt x="73" y="157"/>
                  <a:pt x="73" y="156"/>
                </a:cubicBezTo>
                <a:cubicBezTo>
                  <a:pt x="72" y="155"/>
                  <a:pt x="72" y="154"/>
                  <a:pt x="73" y="153"/>
                </a:cubicBezTo>
                <a:cubicBezTo>
                  <a:pt x="73" y="153"/>
                  <a:pt x="73" y="152"/>
                  <a:pt x="73" y="151"/>
                </a:cubicBezTo>
                <a:cubicBezTo>
                  <a:pt x="73" y="151"/>
                  <a:pt x="72" y="151"/>
                  <a:pt x="72" y="150"/>
                </a:cubicBezTo>
                <a:cubicBezTo>
                  <a:pt x="72" y="150"/>
                  <a:pt x="73" y="150"/>
                  <a:pt x="73" y="150"/>
                </a:cubicBezTo>
                <a:cubicBezTo>
                  <a:pt x="72" y="148"/>
                  <a:pt x="70" y="146"/>
                  <a:pt x="71" y="144"/>
                </a:cubicBezTo>
                <a:cubicBezTo>
                  <a:pt x="71" y="143"/>
                  <a:pt x="72" y="143"/>
                  <a:pt x="72" y="143"/>
                </a:cubicBezTo>
                <a:cubicBezTo>
                  <a:pt x="73" y="141"/>
                  <a:pt x="71" y="142"/>
                  <a:pt x="70" y="142"/>
                </a:cubicBezTo>
                <a:cubicBezTo>
                  <a:pt x="70" y="142"/>
                  <a:pt x="70" y="142"/>
                  <a:pt x="70" y="142"/>
                </a:cubicBezTo>
                <a:cubicBezTo>
                  <a:pt x="69" y="142"/>
                  <a:pt x="69" y="142"/>
                  <a:pt x="68" y="141"/>
                </a:cubicBezTo>
                <a:cubicBezTo>
                  <a:pt x="67" y="141"/>
                  <a:pt x="66" y="141"/>
                  <a:pt x="65" y="140"/>
                </a:cubicBezTo>
                <a:cubicBezTo>
                  <a:pt x="65" y="140"/>
                  <a:pt x="65" y="139"/>
                  <a:pt x="64" y="138"/>
                </a:cubicBezTo>
                <a:cubicBezTo>
                  <a:pt x="64" y="138"/>
                  <a:pt x="62" y="138"/>
                  <a:pt x="61" y="137"/>
                </a:cubicBezTo>
                <a:cubicBezTo>
                  <a:pt x="61" y="137"/>
                  <a:pt x="59" y="137"/>
                  <a:pt x="59" y="136"/>
                </a:cubicBezTo>
                <a:cubicBezTo>
                  <a:pt x="58" y="135"/>
                  <a:pt x="58" y="133"/>
                  <a:pt x="57" y="132"/>
                </a:cubicBezTo>
                <a:cubicBezTo>
                  <a:pt x="55" y="129"/>
                  <a:pt x="52" y="127"/>
                  <a:pt x="52" y="124"/>
                </a:cubicBezTo>
                <a:cubicBezTo>
                  <a:pt x="53" y="124"/>
                  <a:pt x="55" y="123"/>
                  <a:pt x="55" y="121"/>
                </a:cubicBezTo>
                <a:cubicBezTo>
                  <a:pt x="55" y="120"/>
                  <a:pt x="54" y="119"/>
                  <a:pt x="52" y="119"/>
                </a:cubicBezTo>
                <a:cubicBezTo>
                  <a:pt x="52" y="119"/>
                  <a:pt x="51" y="119"/>
                  <a:pt x="50" y="118"/>
                </a:cubicBezTo>
                <a:cubicBezTo>
                  <a:pt x="50" y="117"/>
                  <a:pt x="51" y="118"/>
                  <a:pt x="51" y="117"/>
                </a:cubicBezTo>
                <a:cubicBezTo>
                  <a:pt x="51" y="115"/>
                  <a:pt x="51" y="114"/>
                  <a:pt x="53" y="114"/>
                </a:cubicBezTo>
                <a:cubicBezTo>
                  <a:pt x="53" y="114"/>
                  <a:pt x="57" y="114"/>
                  <a:pt x="56" y="113"/>
                </a:cubicBezTo>
                <a:cubicBezTo>
                  <a:pt x="55" y="112"/>
                  <a:pt x="52" y="113"/>
                  <a:pt x="51" y="113"/>
                </a:cubicBezTo>
                <a:cubicBezTo>
                  <a:pt x="50" y="114"/>
                  <a:pt x="50" y="115"/>
                  <a:pt x="49" y="115"/>
                </a:cubicBezTo>
                <a:cubicBezTo>
                  <a:pt x="48" y="115"/>
                  <a:pt x="48" y="114"/>
                  <a:pt x="47" y="114"/>
                </a:cubicBezTo>
                <a:cubicBezTo>
                  <a:pt x="47" y="114"/>
                  <a:pt x="46" y="114"/>
                  <a:pt x="46" y="114"/>
                </a:cubicBezTo>
                <a:cubicBezTo>
                  <a:pt x="45" y="114"/>
                  <a:pt x="44" y="113"/>
                  <a:pt x="43" y="113"/>
                </a:cubicBezTo>
                <a:cubicBezTo>
                  <a:pt x="44" y="113"/>
                  <a:pt x="45" y="113"/>
                  <a:pt x="45" y="112"/>
                </a:cubicBezTo>
                <a:cubicBezTo>
                  <a:pt x="45" y="112"/>
                  <a:pt x="44" y="111"/>
                  <a:pt x="44" y="111"/>
                </a:cubicBezTo>
                <a:cubicBezTo>
                  <a:pt x="44" y="110"/>
                  <a:pt x="46" y="110"/>
                  <a:pt x="45" y="108"/>
                </a:cubicBezTo>
                <a:cubicBezTo>
                  <a:pt x="45" y="107"/>
                  <a:pt x="45" y="107"/>
                  <a:pt x="43" y="107"/>
                </a:cubicBezTo>
                <a:cubicBezTo>
                  <a:pt x="43" y="107"/>
                  <a:pt x="42" y="108"/>
                  <a:pt x="42" y="108"/>
                </a:cubicBezTo>
                <a:cubicBezTo>
                  <a:pt x="40" y="108"/>
                  <a:pt x="39" y="108"/>
                  <a:pt x="38" y="107"/>
                </a:cubicBezTo>
                <a:cubicBezTo>
                  <a:pt x="37" y="107"/>
                  <a:pt x="34" y="105"/>
                  <a:pt x="33" y="107"/>
                </a:cubicBezTo>
                <a:cubicBezTo>
                  <a:pt x="33" y="107"/>
                  <a:pt x="34" y="109"/>
                  <a:pt x="33" y="108"/>
                </a:cubicBezTo>
                <a:cubicBezTo>
                  <a:pt x="31" y="108"/>
                  <a:pt x="32" y="105"/>
                  <a:pt x="31" y="104"/>
                </a:cubicBezTo>
                <a:cubicBezTo>
                  <a:pt x="30" y="102"/>
                  <a:pt x="28" y="102"/>
                  <a:pt x="26" y="102"/>
                </a:cubicBezTo>
                <a:cubicBezTo>
                  <a:pt x="26" y="102"/>
                  <a:pt x="26" y="101"/>
                  <a:pt x="26" y="101"/>
                </a:cubicBezTo>
                <a:cubicBezTo>
                  <a:pt x="25" y="100"/>
                  <a:pt x="25" y="100"/>
                  <a:pt x="24" y="100"/>
                </a:cubicBezTo>
                <a:cubicBezTo>
                  <a:pt x="23" y="99"/>
                  <a:pt x="22" y="99"/>
                  <a:pt x="20" y="99"/>
                </a:cubicBezTo>
                <a:cubicBezTo>
                  <a:pt x="19" y="99"/>
                  <a:pt x="18" y="99"/>
                  <a:pt x="17" y="98"/>
                </a:cubicBezTo>
                <a:cubicBezTo>
                  <a:pt x="17" y="98"/>
                  <a:pt x="17" y="97"/>
                  <a:pt x="16" y="96"/>
                </a:cubicBezTo>
                <a:cubicBezTo>
                  <a:pt x="15" y="96"/>
                  <a:pt x="16" y="97"/>
                  <a:pt x="15" y="98"/>
                </a:cubicBezTo>
                <a:cubicBezTo>
                  <a:pt x="14" y="97"/>
                  <a:pt x="14" y="97"/>
                  <a:pt x="13" y="98"/>
                </a:cubicBezTo>
                <a:cubicBezTo>
                  <a:pt x="13" y="98"/>
                  <a:pt x="12" y="98"/>
                  <a:pt x="12" y="99"/>
                </a:cubicBezTo>
                <a:cubicBezTo>
                  <a:pt x="12" y="99"/>
                  <a:pt x="11" y="99"/>
                  <a:pt x="10" y="99"/>
                </a:cubicBezTo>
                <a:cubicBezTo>
                  <a:pt x="8" y="99"/>
                  <a:pt x="9" y="99"/>
                  <a:pt x="9" y="97"/>
                </a:cubicBezTo>
                <a:cubicBezTo>
                  <a:pt x="8" y="95"/>
                  <a:pt x="7" y="94"/>
                  <a:pt x="5" y="93"/>
                </a:cubicBezTo>
                <a:cubicBezTo>
                  <a:pt x="4" y="92"/>
                  <a:pt x="0" y="92"/>
                  <a:pt x="3" y="91"/>
                </a:cubicBezTo>
                <a:cubicBezTo>
                  <a:pt x="4" y="90"/>
                  <a:pt x="13" y="90"/>
                  <a:pt x="9" y="87"/>
                </a:cubicBezTo>
                <a:cubicBezTo>
                  <a:pt x="9" y="87"/>
                  <a:pt x="7" y="86"/>
                  <a:pt x="7" y="86"/>
                </a:cubicBezTo>
                <a:cubicBezTo>
                  <a:pt x="6" y="87"/>
                  <a:pt x="6" y="88"/>
                  <a:pt x="5" y="88"/>
                </a:cubicBezTo>
                <a:cubicBezTo>
                  <a:pt x="4" y="88"/>
                  <a:pt x="5" y="87"/>
                  <a:pt x="4" y="87"/>
                </a:cubicBezTo>
                <a:cubicBezTo>
                  <a:pt x="4" y="86"/>
                  <a:pt x="3" y="85"/>
                  <a:pt x="3" y="85"/>
                </a:cubicBezTo>
                <a:cubicBezTo>
                  <a:pt x="4" y="84"/>
                  <a:pt x="5" y="84"/>
                  <a:pt x="6" y="84"/>
                </a:cubicBezTo>
                <a:cubicBezTo>
                  <a:pt x="7" y="84"/>
                  <a:pt x="8" y="85"/>
                  <a:pt x="8" y="85"/>
                </a:cubicBezTo>
                <a:cubicBezTo>
                  <a:pt x="9" y="83"/>
                  <a:pt x="9" y="84"/>
                  <a:pt x="7" y="83"/>
                </a:cubicBezTo>
                <a:cubicBezTo>
                  <a:pt x="7" y="82"/>
                  <a:pt x="10" y="81"/>
                  <a:pt x="10" y="81"/>
                </a:cubicBezTo>
                <a:cubicBezTo>
                  <a:pt x="10" y="80"/>
                  <a:pt x="7" y="81"/>
                  <a:pt x="7" y="82"/>
                </a:cubicBezTo>
                <a:cubicBezTo>
                  <a:pt x="5" y="82"/>
                  <a:pt x="4" y="83"/>
                  <a:pt x="2" y="83"/>
                </a:cubicBezTo>
                <a:cubicBezTo>
                  <a:pt x="0" y="83"/>
                  <a:pt x="0" y="81"/>
                  <a:pt x="0" y="80"/>
                </a:cubicBezTo>
                <a:cubicBezTo>
                  <a:pt x="1" y="79"/>
                  <a:pt x="1" y="78"/>
                  <a:pt x="1" y="77"/>
                </a:cubicBezTo>
                <a:cubicBezTo>
                  <a:pt x="2" y="76"/>
                  <a:pt x="2" y="77"/>
                  <a:pt x="3" y="77"/>
                </a:cubicBezTo>
                <a:cubicBezTo>
                  <a:pt x="4" y="76"/>
                  <a:pt x="6" y="75"/>
                  <a:pt x="7" y="75"/>
                </a:cubicBezTo>
                <a:cubicBezTo>
                  <a:pt x="8" y="74"/>
                  <a:pt x="8" y="73"/>
                  <a:pt x="9" y="73"/>
                </a:cubicBezTo>
                <a:cubicBezTo>
                  <a:pt x="10" y="73"/>
                  <a:pt x="10" y="74"/>
                  <a:pt x="10" y="74"/>
                </a:cubicBezTo>
                <a:cubicBezTo>
                  <a:pt x="11" y="74"/>
                  <a:pt x="12" y="73"/>
                  <a:pt x="13" y="73"/>
                </a:cubicBezTo>
                <a:cubicBezTo>
                  <a:pt x="14" y="73"/>
                  <a:pt x="14" y="73"/>
                  <a:pt x="15" y="73"/>
                </a:cubicBezTo>
                <a:cubicBezTo>
                  <a:pt x="15" y="73"/>
                  <a:pt x="15" y="72"/>
                  <a:pt x="16" y="72"/>
                </a:cubicBezTo>
                <a:cubicBezTo>
                  <a:pt x="17" y="75"/>
                  <a:pt x="18" y="71"/>
                  <a:pt x="20" y="71"/>
                </a:cubicBezTo>
                <a:cubicBezTo>
                  <a:pt x="22" y="71"/>
                  <a:pt x="23" y="74"/>
                  <a:pt x="24" y="72"/>
                </a:cubicBezTo>
                <a:cubicBezTo>
                  <a:pt x="25" y="71"/>
                  <a:pt x="23" y="68"/>
                  <a:pt x="26" y="68"/>
                </a:cubicBezTo>
                <a:cubicBezTo>
                  <a:pt x="27" y="68"/>
                  <a:pt x="27" y="69"/>
                  <a:pt x="28" y="69"/>
                </a:cubicBezTo>
                <a:cubicBezTo>
                  <a:pt x="29" y="69"/>
                  <a:pt x="30" y="68"/>
                  <a:pt x="31" y="67"/>
                </a:cubicBezTo>
                <a:cubicBezTo>
                  <a:pt x="31" y="69"/>
                  <a:pt x="32" y="67"/>
                  <a:pt x="32" y="67"/>
                </a:cubicBezTo>
                <a:cubicBezTo>
                  <a:pt x="33" y="67"/>
                  <a:pt x="33" y="68"/>
                  <a:pt x="34" y="68"/>
                </a:cubicBezTo>
                <a:cubicBezTo>
                  <a:pt x="35" y="69"/>
                  <a:pt x="35" y="70"/>
                  <a:pt x="37" y="71"/>
                </a:cubicBezTo>
                <a:cubicBezTo>
                  <a:pt x="37" y="72"/>
                  <a:pt x="39" y="75"/>
                  <a:pt x="40" y="76"/>
                </a:cubicBezTo>
                <a:cubicBezTo>
                  <a:pt x="41" y="78"/>
                  <a:pt x="41" y="78"/>
                  <a:pt x="43" y="77"/>
                </a:cubicBezTo>
                <a:cubicBezTo>
                  <a:pt x="45" y="76"/>
                  <a:pt x="46" y="75"/>
                  <a:pt x="48" y="74"/>
                </a:cubicBezTo>
                <a:cubicBezTo>
                  <a:pt x="49" y="73"/>
                  <a:pt x="48" y="72"/>
                  <a:pt x="49" y="73"/>
                </a:cubicBezTo>
                <a:cubicBezTo>
                  <a:pt x="50" y="73"/>
                  <a:pt x="50" y="75"/>
                  <a:pt x="51" y="76"/>
                </a:cubicBezTo>
                <a:cubicBezTo>
                  <a:pt x="52" y="76"/>
                  <a:pt x="52" y="75"/>
                  <a:pt x="52" y="74"/>
                </a:cubicBezTo>
                <a:cubicBezTo>
                  <a:pt x="53" y="74"/>
                  <a:pt x="54" y="74"/>
                  <a:pt x="54" y="74"/>
                </a:cubicBezTo>
                <a:cubicBezTo>
                  <a:pt x="55" y="74"/>
                  <a:pt x="56" y="72"/>
                  <a:pt x="57" y="72"/>
                </a:cubicBezTo>
                <a:cubicBezTo>
                  <a:pt x="58" y="72"/>
                  <a:pt x="58" y="74"/>
                  <a:pt x="59" y="75"/>
                </a:cubicBezTo>
                <a:cubicBezTo>
                  <a:pt x="60" y="75"/>
                  <a:pt x="62" y="75"/>
                  <a:pt x="63" y="74"/>
                </a:cubicBezTo>
                <a:cubicBezTo>
                  <a:pt x="64" y="74"/>
                  <a:pt x="65" y="75"/>
                  <a:pt x="66" y="74"/>
                </a:cubicBezTo>
                <a:cubicBezTo>
                  <a:pt x="66" y="73"/>
                  <a:pt x="66" y="74"/>
                  <a:pt x="65" y="73"/>
                </a:cubicBezTo>
                <a:cubicBezTo>
                  <a:pt x="65" y="73"/>
                  <a:pt x="65" y="72"/>
                  <a:pt x="64" y="72"/>
                </a:cubicBezTo>
                <a:cubicBezTo>
                  <a:pt x="63" y="71"/>
                  <a:pt x="63" y="70"/>
                  <a:pt x="63" y="68"/>
                </a:cubicBezTo>
                <a:cubicBezTo>
                  <a:pt x="63" y="67"/>
                  <a:pt x="64" y="65"/>
                  <a:pt x="63" y="64"/>
                </a:cubicBezTo>
                <a:cubicBezTo>
                  <a:pt x="63" y="62"/>
                  <a:pt x="62" y="61"/>
                  <a:pt x="63" y="60"/>
                </a:cubicBezTo>
                <a:cubicBezTo>
                  <a:pt x="63" y="59"/>
                  <a:pt x="62" y="59"/>
                  <a:pt x="63" y="57"/>
                </a:cubicBezTo>
                <a:cubicBezTo>
                  <a:pt x="63" y="57"/>
                  <a:pt x="64" y="57"/>
                  <a:pt x="64" y="57"/>
                </a:cubicBezTo>
                <a:cubicBezTo>
                  <a:pt x="61" y="56"/>
                  <a:pt x="61" y="55"/>
                  <a:pt x="60" y="53"/>
                </a:cubicBezTo>
                <a:cubicBezTo>
                  <a:pt x="60" y="52"/>
                  <a:pt x="59" y="52"/>
                  <a:pt x="59" y="52"/>
                </a:cubicBezTo>
                <a:cubicBezTo>
                  <a:pt x="58" y="51"/>
                  <a:pt x="59" y="51"/>
                  <a:pt x="58" y="50"/>
                </a:cubicBezTo>
                <a:cubicBezTo>
                  <a:pt x="58" y="50"/>
                  <a:pt x="58" y="49"/>
                  <a:pt x="57" y="49"/>
                </a:cubicBezTo>
                <a:cubicBezTo>
                  <a:pt x="57" y="47"/>
                  <a:pt x="58" y="47"/>
                  <a:pt x="58" y="46"/>
                </a:cubicBezTo>
                <a:cubicBezTo>
                  <a:pt x="58" y="44"/>
                  <a:pt x="56" y="44"/>
                  <a:pt x="56" y="43"/>
                </a:cubicBezTo>
                <a:cubicBezTo>
                  <a:pt x="56" y="41"/>
                  <a:pt x="59" y="42"/>
                  <a:pt x="60" y="43"/>
                </a:cubicBezTo>
                <a:cubicBezTo>
                  <a:pt x="61" y="43"/>
                  <a:pt x="62" y="43"/>
                  <a:pt x="62" y="44"/>
                </a:cubicBezTo>
                <a:cubicBezTo>
                  <a:pt x="64" y="44"/>
                  <a:pt x="64" y="44"/>
                  <a:pt x="65" y="43"/>
                </a:cubicBezTo>
                <a:cubicBezTo>
                  <a:pt x="67" y="42"/>
                  <a:pt x="68" y="41"/>
                  <a:pt x="69" y="43"/>
                </a:cubicBezTo>
                <a:cubicBezTo>
                  <a:pt x="70" y="43"/>
                  <a:pt x="70" y="44"/>
                  <a:pt x="70" y="45"/>
                </a:cubicBezTo>
                <a:cubicBezTo>
                  <a:pt x="70" y="46"/>
                  <a:pt x="69" y="46"/>
                  <a:pt x="69" y="47"/>
                </a:cubicBezTo>
                <a:cubicBezTo>
                  <a:pt x="69" y="48"/>
                  <a:pt x="72" y="53"/>
                  <a:pt x="72" y="53"/>
                </a:cubicBezTo>
                <a:cubicBezTo>
                  <a:pt x="73" y="53"/>
                  <a:pt x="72" y="52"/>
                  <a:pt x="72" y="52"/>
                </a:cubicBezTo>
                <a:cubicBezTo>
                  <a:pt x="73" y="52"/>
                  <a:pt x="73" y="52"/>
                  <a:pt x="73" y="52"/>
                </a:cubicBezTo>
                <a:cubicBezTo>
                  <a:pt x="75" y="51"/>
                  <a:pt x="76" y="52"/>
                  <a:pt x="77" y="52"/>
                </a:cubicBezTo>
                <a:cubicBezTo>
                  <a:pt x="79" y="53"/>
                  <a:pt x="81" y="53"/>
                  <a:pt x="83" y="53"/>
                </a:cubicBezTo>
                <a:cubicBezTo>
                  <a:pt x="84" y="53"/>
                  <a:pt x="85" y="53"/>
                  <a:pt x="86" y="53"/>
                </a:cubicBezTo>
                <a:cubicBezTo>
                  <a:pt x="87" y="54"/>
                  <a:pt x="89" y="55"/>
                  <a:pt x="90" y="55"/>
                </a:cubicBezTo>
                <a:cubicBezTo>
                  <a:pt x="92" y="55"/>
                  <a:pt x="94" y="54"/>
                  <a:pt x="95" y="53"/>
                </a:cubicBezTo>
                <a:cubicBezTo>
                  <a:pt x="97" y="52"/>
                  <a:pt x="98" y="51"/>
                  <a:pt x="100" y="51"/>
                </a:cubicBezTo>
                <a:cubicBezTo>
                  <a:pt x="102" y="51"/>
                  <a:pt x="104" y="50"/>
                  <a:pt x="104" y="48"/>
                </a:cubicBezTo>
                <a:cubicBezTo>
                  <a:pt x="104" y="48"/>
                  <a:pt x="102" y="49"/>
                  <a:pt x="102" y="50"/>
                </a:cubicBezTo>
                <a:cubicBezTo>
                  <a:pt x="101" y="50"/>
                  <a:pt x="100" y="50"/>
                  <a:pt x="99" y="50"/>
                </a:cubicBezTo>
                <a:cubicBezTo>
                  <a:pt x="98" y="50"/>
                  <a:pt x="96" y="49"/>
                  <a:pt x="95" y="48"/>
                </a:cubicBezTo>
                <a:cubicBezTo>
                  <a:pt x="95" y="48"/>
                  <a:pt x="95" y="47"/>
                  <a:pt x="95" y="47"/>
                </a:cubicBezTo>
                <a:cubicBezTo>
                  <a:pt x="95" y="47"/>
                  <a:pt x="96" y="46"/>
                  <a:pt x="96" y="46"/>
                </a:cubicBezTo>
                <a:cubicBezTo>
                  <a:pt x="97" y="44"/>
                  <a:pt x="97" y="43"/>
                  <a:pt x="99" y="42"/>
                </a:cubicBezTo>
                <a:cubicBezTo>
                  <a:pt x="102" y="39"/>
                  <a:pt x="106" y="38"/>
                  <a:pt x="110" y="37"/>
                </a:cubicBezTo>
                <a:cubicBezTo>
                  <a:pt x="114" y="36"/>
                  <a:pt x="117" y="35"/>
                  <a:pt x="120" y="32"/>
                </a:cubicBezTo>
                <a:cubicBezTo>
                  <a:pt x="122" y="31"/>
                  <a:pt x="122" y="29"/>
                  <a:pt x="123" y="28"/>
                </a:cubicBezTo>
                <a:cubicBezTo>
                  <a:pt x="125" y="26"/>
                  <a:pt x="125" y="28"/>
                  <a:pt x="127" y="28"/>
                </a:cubicBezTo>
                <a:cubicBezTo>
                  <a:pt x="127" y="29"/>
                  <a:pt x="127" y="28"/>
                  <a:pt x="127" y="27"/>
                </a:cubicBezTo>
                <a:cubicBezTo>
                  <a:pt x="126" y="26"/>
                  <a:pt x="125" y="26"/>
                  <a:pt x="124" y="25"/>
                </a:cubicBezTo>
                <a:cubicBezTo>
                  <a:pt x="124" y="24"/>
                  <a:pt x="124" y="24"/>
                  <a:pt x="125" y="23"/>
                </a:cubicBezTo>
                <a:cubicBezTo>
                  <a:pt x="125" y="22"/>
                  <a:pt x="125" y="23"/>
                  <a:pt x="125" y="22"/>
                </a:cubicBezTo>
                <a:cubicBezTo>
                  <a:pt x="125" y="22"/>
                  <a:pt x="124" y="21"/>
                  <a:pt x="124" y="21"/>
                </a:cubicBezTo>
                <a:cubicBezTo>
                  <a:pt x="124" y="20"/>
                  <a:pt x="124" y="20"/>
                  <a:pt x="124" y="19"/>
                </a:cubicBezTo>
                <a:cubicBezTo>
                  <a:pt x="125" y="17"/>
                  <a:pt x="125" y="16"/>
                  <a:pt x="124" y="14"/>
                </a:cubicBezTo>
                <a:cubicBezTo>
                  <a:pt x="124" y="12"/>
                  <a:pt x="125" y="11"/>
                  <a:pt x="125" y="8"/>
                </a:cubicBezTo>
                <a:cubicBezTo>
                  <a:pt x="125" y="7"/>
                  <a:pt x="125" y="7"/>
                  <a:pt x="127" y="6"/>
                </a:cubicBezTo>
                <a:cubicBezTo>
                  <a:pt x="128" y="5"/>
                  <a:pt x="130" y="3"/>
                  <a:pt x="132" y="3"/>
                </a:cubicBezTo>
                <a:cubicBezTo>
                  <a:pt x="136" y="2"/>
                  <a:pt x="139" y="1"/>
                  <a:pt x="143" y="0"/>
                </a:cubicBezTo>
                <a:cubicBezTo>
                  <a:pt x="143" y="1"/>
                  <a:pt x="144" y="2"/>
                  <a:pt x="144" y="3"/>
                </a:cubicBezTo>
                <a:cubicBezTo>
                  <a:pt x="145" y="4"/>
                  <a:pt x="144" y="4"/>
                  <a:pt x="144" y="5"/>
                </a:cubicBezTo>
                <a:cubicBezTo>
                  <a:pt x="144" y="9"/>
                  <a:pt x="146" y="8"/>
                  <a:pt x="147" y="9"/>
                </a:cubicBezTo>
                <a:cubicBezTo>
                  <a:pt x="148" y="10"/>
                  <a:pt x="148" y="11"/>
                  <a:pt x="149" y="12"/>
                </a:cubicBezTo>
                <a:cubicBezTo>
                  <a:pt x="150" y="12"/>
                  <a:pt x="150" y="11"/>
                  <a:pt x="151" y="11"/>
                </a:cubicBezTo>
                <a:cubicBezTo>
                  <a:pt x="153" y="10"/>
                  <a:pt x="155" y="9"/>
                  <a:pt x="156" y="11"/>
                </a:cubicBezTo>
                <a:cubicBezTo>
                  <a:pt x="157" y="13"/>
                  <a:pt x="157" y="15"/>
                  <a:pt x="158" y="17"/>
                </a:cubicBezTo>
                <a:cubicBezTo>
                  <a:pt x="159" y="19"/>
                  <a:pt x="161" y="18"/>
                  <a:pt x="163" y="18"/>
                </a:cubicBezTo>
                <a:cubicBezTo>
                  <a:pt x="166" y="19"/>
                  <a:pt x="164" y="23"/>
                  <a:pt x="166" y="25"/>
                </a:cubicBezTo>
                <a:cubicBezTo>
                  <a:pt x="167" y="25"/>
                  <a:pt x="172" y="24"/>
                  <a:pt x="172" y="23"/>
                </a:cubicBezTo>
                <a:cubicBezTo>
                  <a:pt x="173" y="24"/>
                  <a:pt x="175" y="25"/>
                  <a:pt x="176" y="26"/>
                </a:cubicBezTo>
                <a:cubicBezTo>
                  <a:pt x="176" y="27"/>
                  <a:pt x="176" y="26"/>
                  <a:pt x="176" y="27"/>
                </a:cubicBezTo>
                <a:cubicBezTo>
                  <a:pt x="176" y="28"/>
                  <a:pt x="175" y="29"/>
                  <a:pt x="175" y="30"/>
                </a:cubicBezTo>
                <a:cubicBezTo>
                  <a:pt x="175" y="31"/>
                  <a:pt x="176" y="30"/>
                  <a:pt x="176" y="32"/>
                </a:cubicBezTo>
                <a:cubicBezTo>
                  <a:pt x="175" y="33"/>
                  <a:pt x="174" y="33"/>
                  <a:pt x="175" y="34"/>
                </a:cubicBezTo>
                <a:cubicBezTo>
                  <a:pt x="175" y="35"/>
                  <a:pt x="177" y="35"/>
                  <a:pt x="178" y="35"/>
                </a:cubicBezTo>
                <a:cubicBezTo>
                  <a:pt x="180" y="36"/>
                  <a:pt x="183" y="36"/>
                  <a:pt x="184" y="34"/>
                </a:cubicBezTo>
                <a:cubicBezTo>
                  <a:pt x="186" y="35"/>
                  <a:pt x="186" y="26"/>
                  <a:pt x="190" y="30"/>
                </a:cubicBezTo>
                <a:cubicBezTo>
                  <a:pt x="189" y="30"/>
                  <a:pt x="187" y="33"/>
                  <a:pt x="187" y="34"/>
                </a:cubicBezTo>
                <a:cubicBezTo>
                  <a:pt x="187" y="35"/>
                  <a:pt x="189" y="35"/>
                  <a:pt x="189" y="36"/>
                </a:cubicBezTo>
                <a:cubicBezTo>
                  <a:pt x="189" y="37"/>
                  <a:pt x="188" y="38"/>
                  <a:pt x="189" y="39"/>
                </a:cubicBezTo>
                <a:cubicBezTo>
                  <a:pt x="189" y="40"/>
                  <a:pt x="189" y="39"/>
                  <a:pt x="190" y="40"/>
                </a:cubicBezTo>
                <a:cubicBezTo>
                  <a:pt x="191" y="40"/>
                  <a:pt x="191" y="40"/>
                  <a:pt x="192" y="40"/>
                </a:cubicBezTo>
                <a:cubicBezTo>
                  <a:pt x="193" y="41"/>
                  <a:pt x="194" y="42"/>
                  <a:pt x="195" y="43"/>
                </a:cubicBezTo>
                <a:cubicBezTo>
                  <a:pt x="195" y="43"/>
                  <a:pt x="196" y="43"/>
                  <a:pt x="196" y="43"/>
                </a:cubicBezTo>
                <a:cubicBezTo>
                  <a:pt x="197" y="43"/>
                  <a:pt x="197" y="44"/>
                  <a:pt x="197" y="44"/>
                </a:cubicBezTo>
                <a:cubicBezTo>
                  <a:pt x="198" y="45"/>
                  <a:pt x="199" y="45"/>
                  <a:pt x="200" y="46"/>
                </a:cubicBezTo>
                <a:cubicBezTo>
                  <a:pt x="201" y="47"/>
                  <a:pt x="200" y="49"/>
                  <a:pt x="202" y="49"/>
                </a:cubicBezTo>
                <a:cubicBezTo>
                  <a:pt x="202" y="48"/>
                  <a:pt x="204" y="48"/>
                  <a:pt x="205" y="48"/>
                </a:cubicBezTo>
                <a:cubicBezTo>
                  <a:pt x="208" y="48"/>
                  <a:pt x="209" y="50"/>
                  <a:pt x="211" y="51"/>
                </a:cubicBezTo>
                <a:cubicBezTo>
                  <a:pt x="211" y="51"/>
                  <a:pt x="213" y="50"/>
                  <a:pt x="214" y="50"/>
                </a:cubicBezTo>
                <a:cubicBezTo>
                  <a:pt x="215" y="50"/>
                  <a:pt x="215" y="50"/>
                  <a:pt x="216" y="50"/>
                </a:cubicBezTo>
                <a:cubicBezTo>
                  <a:pt x="219" y="50"/>
                  <a:pt x="220" y="50"/>
                  <a:pt x="222" y="52"/>
                </a:cubicBezTo>
                <a:cubicBezTo>
                  <a:pt x="223" y="53"/>
                  <a:pt x="223" y="54"/>
                  <a:pt x="224" y="56"/>
                </a:cubicBezTo>
                <a:cubicBezTo>
                  <a:pt x="225" y="57"/>
                  <a:pt x="225" y="58"/>
                  <a:pt x="227" y="59"/>
                </a:cubicBezTo>
                <a:cubicBezTo>
                  <a:pt x="229" y="59"/>
                  <a:pt x="231" y="60"/>
                  <a:pt x="233" y="60"/>
                </a:cubicBezTo>
                <a:cubicBezTo>
                  <a:pt x="234" y="60"/>
                  <a:pt x="239" y="60"/>
                  <a:pt x="239" y="59"/>
                </a:cubicBezTo>
                <a:cubicBezTo>
                  <a:pt x="240" y="60"/>
                  <a:pt x="241" y="61"/>
                  <a:pt x="242" y="62"/>
                </a:cubicBezTo>
                <a:cubicBezTo>
                  <a:pt x="244" y="63"/>
                  <a:pt x="245" y="63"/>
                  <a:pt x="247" y="63"/>
                </a:cubicBezTo>
                <a:cubicBezTo>
                  <a:pt x="248" y="62"/>
                  <a:pt x="249" y="63"/>
                  <a:pt x="251" y="64"/>
                </a:cubicBezTo>
                <a:cubicBezTo>
                  <a:pt x="251" y="64"/>
                  <a:pt x="254" y="64"/>
                  <a:pt x="254" y="65"/>
                </a:cubicBezTo>
                <a:cubicBezTo>
                  <a:pt x="254" y="65"/>
                  <a:pt x="254" y="64"/>
                  <a:pt x="254" y="65"/>
                </a:cubicBezTo>
                <a:close/>
                <a:moveTo>
                  <a:pt x="279" y="259"/>
                </a:moveTo>
                <a:cubicBezTo>
                  <a:pt x="281" y="257"/>
                  <a:pt x="281" y="255"/>
                  <a:pt x="281" y="252"/>
                </a:cubicBezTo>
                <a:cubicBezTo>
                  <a:pt x="280" y="249"/>
                  <a:pt x="281" y="247"/>
                  <a:pt x="280" y="245"/>
                </a:cubicBezTo>
                <a:cubicBezTo>
                  <a:pt x="280" y="243"/>
                  <a:pt x="279" y="243"/>
                  <a:pt x="279" y="242"/>
                </a:cubicBezTo>
                <a:cubicBezTo>
                  <a:pt x="279" y="240"/>
                  <a:pt x="279" y="239"/>
                  <a:pt x="279" y="238"/>
                </a:cubicBezTo>
                <a:cubicBezTo>
                  <a:pt x="279" y="236"/>
                  <a:pt x="279" y="233"/>
                  <a:pt x="277" y="232"/>
                </a:cubicBezTo>
                <a:cubicBezTo>
                  <a:pt x="276" y="233"/>
                  <a:pt x="276" y="236"/>
                  <a:pt x="276" y="238"/>
                </a:cubicBezTo>
                <a:cubicBezTo>
                  <a:pt x="277" y="239"/>
                  <a:pt x="277" y="240"/>
                  <a:pt x="276" y="241"/>
                </a:cubicBezTo>
                <a:cubicBezTo>
                  <a:pt x="275" y="241"/>
                  <a:pt x="274" y="240"/>
                  <a:pt x="274" y="239"/>
                </a:cubicBezTo>
                <a:cubicBezTo>
                  <a:pt x="272" y="240"/>
                  <a:pt x="271" y="242"/>
                  <a:pt x="269" y="242"/>
                </a:cubicBezTo>
                <a:cubicBezTo>
                  <a:pt x="268" y="243"/>
                  <a:pt x="265" y="244"/>
                  <a:pt x="264" y="244"/>
                </a:cubicBezTo>
                <a:cubicBezTo>
                  <a:pt x="264" y="245"/>
                  <a:pt x="264" y="246"/>
                  <a:pt x="263" y="247"/>
                </a:cubicBezTo>
                <a:cubicBezTo>
                  <a:pt x="263" y="247"/>
                  <a:pt x="263" y="247"/>
                  <a:pt x="262" y="247"/>
                </a:cubicBezTo>
                <a:cubicBezTo>
                  <a:pt x="261" y="249"/>
                  <a:pt x="261" y="248"/>
                  <a:pt x="262" y="250"/>
                </a:cubicBezTo>
                <a:cubicBezTo>
                  <a:pt x="262" y="251"/>
                  <a:pt x="263" y="251"/>
                  <a:pt x="263" y="252"/>
                </a:cubicBezTo>
                <a:cubicBezTo>
                  <a:pt x="263" y="253"/>
                  <a:pt x="262" y="253"/>
                  <a:pt x="262" y="254"/>
                </a:cubicBezTo>
                <a:cubicBezTo>
                  <a:pt x="262" y="256"/>
                  <a:pt x="264" y="256"/>
                  <a:pt x="264" y="257"/>
                </a:cubicBezTo>
                <a:cubicBezTo>
                  <a:pt x="265" y="259"/>
                  <a:pt x="263" y="259"/>
                  <a:pt x="262" y="260"/>
                </a:cubicBezTo>
                <a:cubicBezTo>
                  <a:pt x="261" y="262"/>
                  <a:pt x="264" y="261"/>
                  <a:pt x="266" y="262"/>
                </a:cubicBezTo>
                <a:cubicBezTo>
                  <a:pt x="266" y="264"/>
                  <a:pt x="263" y="263"/>
                  <a:pt x="263" y="265"/>
                </a:cubicBezTo>
                <a:cubicBezTo>
                  <a:pt x="264" y="265"/>
                  <a:pt x="268" y="266"/>
                  <a:pt x="267" y="268"/>
                </a:cubicBezTo>
                <a:cubicBezTo>
                  <a:pt x="267" y="269"/>
                  <a:pt x="264" y="268"/>
                  <a:pt x="265" y="270"/>
                </a:cubicBezTo>
                <a:cubicBezTo>
                  <a:pt x="266" y="270"/>
                  <a:pt x="267" y="272"/>
                  <a:pt x="268" y="273"/>
                </a:cubicBezTo>
                <a:cubicBezTo>
                  <a:pt x="269" y="273"/>
                  <a:pt x="270" y="272"/>
                  <a:pt x="270" y="273"/>
                </a:cubicBezTo>
                <a:cubicBezTo>
                  <a:pt x="271" y="273"/>
                  <a:pt x="271" y="273"/>
                  <a:pt x="272" y="274"/>
                </a:cubicBezTo>
                <a:cubicBezTo>
                  <a:pt x="273" y="275"/>
                  <a:pt x="273" y="276"/>
                  <a:pt x="274" y="274"/>
                </a:cubicBezTo>
                <a:cubicBezTo>
                  <a:pt x="275" y="273"/>
                  <a:pt x="275" y="272"/>
                  <a:pt x="277" y="271"/>
                </a:cubicBezTo>
                <a:cubicBezTo>
                  <a:pt x="277" y="270"/>
                  <a:pt x="276" y="270"/>
                  <a:pt x="276" y="269"/>
                </a:cubicBezTo>
                <a:cubicBezTo>
                  <a:pt x="276" y="269"/>
                  <a:pt x="277" y="269"/>
                  <a:pt x="277" y="268"/>
                </a:cubicBezTo>
                <a:cubicBezTo>
                  <a:pt x="277" y="264"/>
                  <a:pt x="277" y="261"/>
                  <a:pt x="279" y="259"/>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9" name="Freeform 47"/>
          <p:cNvSpPr>
            <a:spLocks noEditPoints="1"/>
          </p:cNvSpPr>
          <p:nvPr/>
        </p:nvSpPr>
        <p:spPr bwMode="auto">
          <a:xfrm>
            <a:off x="7877175" y="2921000"/>
            <a:ext cx="92075" cy="163512"/>
          </a:xfrm>
          <a:custGeom>
            <a:avLst/>
            <a:gdLst>
              <a:gd name="T0" fmla="*/ 8 w 24"/>
              <a:gd name="T1" fmla="*/ 15 h 43"/>
              <a:gd name="T2" fmla="*/ 1 w 24"/>
              <a:gd name="T3" fmla="*/ 11 h 43"/>
              <a:gd name="T4" fmla="*/ 5 w 24"/>
              <a:gd name="T5" fmla="*/ 12 h 43"/>
              <a:gd name="T6" fmla="*/ 8 w 24"/>
              <a:gd name="T7" fmla="*/ 15 h 43"/>
              <a:gd name="T8" fmla="*/ 8 w 24"/>
              <a:gd name="T9" fmla="*/ 15 h 43"/>
              <a:gd name="T10" fmla="*/ 12 w 24"/>
              <a:gd name="T11" fmla="*/ 17 h 43"/>
              <a:gd name="T12" fmla="*/ 14 w 24"/>
              <a:gd name="T13" fmla="*/ 19 h 43"/>
              <a:gd name="T14" fmla="*/ 5 w 24"/>
              <a:gd name="T15" fmla="*/ 4 h 43"/>
              <a:gd name="T16" fmla="*/ 8 w 24"/>
              <a:gd name="T17" fmla="*/ 10 h 43"/>
              <a:gd name="T18" fmla="*/ 12 w 24"/>
              <a:gd name="T19" fmla="*/ 17 h 43"/>
              <a:gd name="T20" fmla="*/ 12 w 24"/>
              <a:gd name="T21" fmla="*/ 17 h 43"/>
              <a:gd name="T22" fmla="*/ 10 w 24"/>
              <a:gd name="T23" fmla="*/ 3 h 43"/>
              <a:gd name="T24" fmla="*/ 11 w 24"/>
              <a:gd name="T25" fmla="*/ 8 h 43"/>
              <a:gd name="T26" fmla="*/ 16 w 24"/>
              <a:gd name="T27" fmla="*/ 13 h 43"/>
              <a:gd name="T28" fmla="*/ 11 w 24"/>
              <a:gd name="T29" fmla="*/ 5 h 43"/>
              <a:gd name="T30" fmla="*/ 10 w 24"/>
              <a:gd name="T31" fmla="*/ 3 h 43"/>
              <a:gd name="T32" fmla="*/ 10 w 24"/>
              <a:gd name="T33" fmla="*/ 3 h 43"/>
              <a:gd name="T34" fmla="*/ 16 w 24"/>
              <a:gd name="T35" fmla="*/ 4 h 43"/>
              <a:gd name="T36" fmla="*/ 18 w 24"/>
              <a:gd name="T37" fmla="*/ 8 h 43"/>
              <a:gd name="T38" fmla="*/ 21 w 24"/>
              <a:gd name="T39" fmla="*/ 7 h 43"/>
              <a:gd name="T40" fmla="*/ 22 w 24"/>
              <a:gd name="T41" fmla="*/ 4 h 43"/>
              <a:gd name="T42" fmla="*/ 20 w 24"/>
              <a:gd name="T43" fmla="*/ 4 h 43"/>
              <a:gd name="T44" fmla="*/ 19 w 24"/>
              <a:gd name="T45" fmla="*/ 2 h 43"/>
              <a:gd name="T46" fmla="*/ 18 w 24"/>
              <a:gd name="T47" fmla="*/ 0 h 43"/>
              <a:gd name="T48" fmla="*/ 18 w 24"/>
              <a:gd name="T49" fmla="*/ 3 h 43"/>
              <a:gd name="T50" fmla="*/ 19 w 24"/>
              <a:gd name="T51" fmla="*/ 6 h 43"/>
              <a:gd name="T52" fmla="*/ 16 w 24"/>
              <a:gd name="T53" fmla="*/ 3 h 43"/>
              <a:gd name="T54" fmla="*/ 16 w 24"/>
              <a:gd name="T55" fmla="*/ 4 h 43"/>
              <a:gd name="T56" fmla="*/ 16 w 24"/>
              <a:gd name="T57" fmla="*/ 4 h 43"/>
              <a:gd name="T58" fmla="*/ 11 w 24"/>
              <a:gd name="T59" fmla="*/ 35 h 43"/>
              <a:gd name="T60" fmla="*/ 14 w 24"/>
              <a:gd name="T61" fmla="*/ 41 h 43"/>
              <a:gd name="T62" fmla="*/ 15 w 24"/>
              <a:gd name="T63" fmla="*/ 38 h 43"/>
              <a:gd name="T64" fmla="*/ 12 w 24"/>
              <a:gd name="T65" fmla="*/ 32 h 43"/>
              <a:gd name="T66" fmla="*/ 11 w 24"/>
              <a:gd name="T67" fmla="*/ 35 h 43"/>
              <a:gd name="T68" fmla="*/ 11 w 24"/>
              <a:gd name="T69" fmla="*/ 35 h 43"/>
              <a:gd name="T70" fmla="*/ 11 w 24"/>
              <a:gd name="T71" fmla="*/ 23 h 43"/>
              <a:gd name="T72" fmla="*/ 14 w 24"/>
              <a:gd name="T73" fmla="*/ 25 h 43"/>
              <a:gd name="T74" fmla="*/ 16 w 24"/>
              <a:gd name="T75" fmla="*/ 27 h 43"/>
              <a:gd name="T76" fmla="*/ 15 w 24"/>
              <a:gd name="T77" fmla="*/ 21 h 43"/>
              <a:gd name="T78" fmla="*/ 11 w 24"/>
              <a:gd name="T79" fmla="*/ 23 h 43"/>
              <a:gd name="T80" fmla="*/ 11 w 24"/>
              <a:gd name="T81" fmla="*/ 2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43">
                <a:moveTo>
                  <a:pt x="8" y="15"/>
                </a:moveTo>
                <a:cubicBezTo>
                  <a:pt x="5" y="15"/>
                  <a:pt x="0" y="15"/>
                  <a:pt x="1" y="11"/>
                </a:cubicBezTo>
                <a:cubicBezTo>
                  <a:pt x="2" y="11"/>
                  <a:pt x="4" y="11"/>
                  <a:pt x="5" y="12"/>
                </a:cubicBezTo>
                <a:cubicBezTo>
                  <a:pt x="6" y="13"/>
                  <a:pt x="6" y="14"/>
                  <a:pt x="8" y="15"/>
                </a:cubicBezTo>
                <a:cubicBezTo>
                  <a:pt x="5" y="15"/>
                  <a:pt x="6" y="14"/>
                  <a:pt x="8" y="15"/>
                </a:cubicBezTo>
                <a:close/>
                <a:moveTo>
                  <a:pt x="12" y="17"/>
                </a:moveTo>
                <a:cubicBezTo>
                  <a:pt x="12" y="18"/>
                  <a:pt x="13" y="19"/>
                  <a:pt x="14" y="19"/>
                </a:cubicBezTo>
                <a:cubicBezTo>
                  <a:pt x="16" y="17"/>
                  <a:pt x="8" y="3"/>
                  <a:pt x="5" y="4"/>
                </a:cubicBezTo>
                <a:cubicBezTo>
                  <a:pt x="4" y="7"/>
                  <a:pt x="7" y="8"/>
                  <a:pt x="8" y="10"/>
                </a:cubicBezTo>
                <a:cubicBezTo>
                  <a:pt x="9" y="12"/>
                  <a:pt x="10" y="15"/>
                  <a:pt x="12" y="17"/>
                </a:cubicBezTo>
                <a:cubicBezTo>
                  <a:pt x="12" y="18"/>
                  <a:pt x="9" y="13"/>
                  <a:pt x="12" y="17"/>
                </a:cubicBezTo>
                <a:close/>
                <a:moveTo>
                  <a:pt x="10" y="3"/>
                </a:moveTo>
                <a:cubicBezTo>
                  <a:pt x="6" y="3"/>
                  <a:pt x="11" y="7"/>
                  <a:pt x="11" y="8"/>
                </a:cubicBezTo>
                <a:cubicBezTo>
                  <a:pt x="13" y="10"/>
                  <a:pt x="13" y="13"/>
                  <a:pt x="16" y="13"/>
                </a:cubicBezTo>
                <a:cubicBezTo>
                  <a:pt x="17" y="12"/>
                  <a:pt x="14" y="4"/>
                  <a:pt x="11" y="5"/>
                </a:cubicBezTo>
                <a:cubicBezTo>
                  <a:pt x="10" y="4"/>
                  <a:pt x="12" y="3"/>
                  <a:pt x="10" y="3"/>
                </a:cubicBezTo>
                <a:cubicBezTo>
                  <a:pt x="8" y="3"/>
                  <a:pt x="10" y="3"/>
                  <a:pt x="10" y="3"/>
                </a:cubicBezTo>
                <a:close/>
                <a:moveTo>
                  <a:pt x="16" y="4"/>
                </a:moveTo>
                <a:cubicBezTo>
                  <a:pt x="17" y="5"/>
                  <a:pt x="17" y="7"/>
                  <a:pt x="18" y="8"/>
                </a:cubicBezTo>
                <a:cubicBezTo>
                  <a:pt x="20" y="9"/>
                  <a:pt x="20" y="8"/>
                  <a:pt x="21" y="7"/>
                </a:cubicBezTo>
                <a:cubicBezTo>
                  <a:pt x="22" y="6"/>
                  <a:pt x="24" y="6"/>
                  <a:pt x="22" y="4"/>
                </a:cubicBezTo>
                <a:cubicBezTo>
                  <a:pt x="22" y="4"/>
                  <a:pt x="21" y="4"/>
                  <a:pt x="20" y="4"/>
                </a:cubicBezTo>
                <a:cubicBezTo>
                  <a:pt x="20" y="4"/>
                  <a:pt x="19" y="2"/>
                  <a:pt x="19" y="2"/>
                </a:cubicBezTo>
                <a:cubicBezTo>
                  <a:pt x="19" y="2"/>
                  <a:pt x="19" y="0"/>
                  <a:pt x="18" y="0"/>
                </a:cubicBezTo>
                <a:cubicBezTo>
                  <a:pt x="17" y="1"/>
                  <a:pt x="18" y="3"/>
                  <a:pt x="18" y="3"/>
                </a:cubicBezTo>
                <a:cubicBezTo>
                  <a:pt x="18" y="4"/>
                  <a:pt x="20" y="6"/>
                  <a:pt x="19" y="6"/>
                </a:cubicBezTo>
                <a:cubicBezTo>
                  <a:pt x="18" y="5"/>
                  <a:pt x="17" y="3"/>
                  <a:pt x="16" y="3"/>
                </a:cubicBezTo>
                <a:cubicBezTo>
                  <a:pt x="15" y="3"/>
                  <a:pt x="15" y="4"/>
                  <a:pt x="16" y="4"/>
                </a:cubicBezTo>
                <a:cubicBezTo>
                  <a:pt x="17" y="5"/>
                  <a:pt x="15" y="4"/>
                  <a:pt x="16" y="4"/>
                </a:cubicBezTo>
                <a:close/>
                <a:moveTo>
                  <a:pt x="11" y="35"/>
                </a:moveTo>
                <a:cubicBezTo>
                  <a:pt x="12" y="36"/>
                  <a:pt x="12" y="40"/>
                  <a:pt x="14" y="41"/>
                </a:cubicBezTo>
                <a:cubicBezTo>
                  <a:pt x="17" y="43"/>
                  <a:pt x="16" y="39"/>
                  <a:pt x="15" y="38"/>
                </a:cubicBezTo>
                <a:cubicBezTo>
                  <a:pt x="15" y="37"/>
                  <a:pt x="13" y="33"/>
                  <a:pt x="12" y="32"/>
                </a:cubicBezTo>
                <a:cubicBezTo>
                  <a:pt x="10" y="31"/>
                  <a:pt x="10" y="34"/>
                  <a:pt x="11" y="35"/>
                </a:cubicBezTo>
                <a:cubicBezTo>
                  <a:pt x="11" y="36"/>
                  <a:pt x="10" y="34"/>
                  <a:pt x="11" y="35"/>
                </a:cubicBezTo>
                <a:close/>
                <a:moveTo>
                  <a:pt x="11" y="23"/>
                </a:moveTo>
                <a:cubicBezTo>
                  <a:pt x="12" y="24"/>
                  <a:pt x="13" y="24"/>
                  <a:pt x="14" y="25"/>
                </a:cubicBezTo>
                <a:cubicBezTo>
                  <a:pt x="15" y="25"/>
                  <a:pt x="15" y="26"/>
                  <a:pt x="16" y="27"/>
                </a:cubicBezTo>
                <a:cubicBezTo>
                  <a:pt x="18" y="26"/>
                  <a:pt x="16" y="22"/>
                  <a:pt x="15" y="21"/>
                </a:cubicBezTo>
                <a:cubicBezTo>
                  <a:pt x="13" y="20"/>
                  <a:pt x="10" y="20"/>
                  <a:pt x="11" y="23"/>
                </a:cubicBezTo>
                <a:cubicBezTo>
                  <a:pt x="12" y="23"/>
                  <a:pt x="11" y="22"/>
                  <a:pt x="11" y="23"/>
                </a:cubicBezTo>
                <a:close/>
              </a:path>
            </a:pathLst>
          </a:custGeom>
          <a:solidFill>
            <a:schemeClr val="accent3"/>
          </a:solidFill>
          <a:ln w="9525">
            <a:no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180" name="Freeform 48"/>
          <p:cNvSpPr>
            <a:spLocks noEditPoints="1"/>
          </p:cNvSpPr>
          <p:nvPr/>
        </p:nvSpPr>
        <p:spPr bwMode="auto">
          <a:xfrm>
            <a:off x="10055225" y="3336925"/>
            <a:ext cx="476250" cy="311150"/>
          </a:xfrm>
          <a:custGeom>
            <a:avLst/>
            <a:gdLst>
              <a:gd name="T0" fmla="*/ 4 w 125"/>
              <a:gd name="T1" fmla="*/ 56 h 82"/>
              <a:gd name="T2" fmla="*/ 3 w 125"/>
              <a:gd name="T3" fmla="*/ 45 h 82"/>
              <a:gd name="T4" fmla="*/ 9 w 125"/>
              <a:gd name="T5" fmla="*/ 45 h 82"/>
              <a:gd name="T6" fmla="*/ 12 w 125"/>
              <a:gd name="T7" fmla="*/ 43 h 82"/>
              <a:gd name="T8" fmla="*/ 20 w 125"/>
              <a:gd name="T9" fmla="*/ 41 h 82"/>
              <a:gd name="T10" fmla="*/ 29 w 125"/>
              <a:gd name="T11" fmla="*/ 46 h 82"/>
              <a:gd name="T12" fmla="*/ 22 w 125"/>
              <a:gd name="T13" fmla="*/ 52 h 82"/>
              <a:gd name="T14" fmla="*/ 8 w 125"/>
              <a:gd name="T15" fmla="*/ 65 h 82"/>
              <a:gd name="T16" fmla="*/ 7 w 125"/>
              <a:gd name="T17" fmla="*/ 60 h 82"/>
              <a:gd name="T18" fmla="*/ 19 w 125"/>
              <a:gd name="T19" fmla="*/ 34 h 82"/>
              <a:gd name="T20" fmla="*/ 24 w 125"/>
              <a:gd name="T21" fmla="*/ 31 h 82"/>
              <a:gd name="T22" fmla="*/ 18 w 125"/>
              <a:gd name="T23" fmla="*/ 23 h 82"/>
              <a:gd name="T24" fmla="*/ 12 w 125"/>
              <a:gd name="T25" fmla="*/ 32 h 82"/>
              <a:gd name="T26" fmla="*/ 26 w 125"/>
              <a:gd name="T27" fmla="*/ 25 h 82"/>
              <a:gd name="T28" fmla="*/ 26 w 125"/>
              <a:gd name="T29" fmla="*/ 25 h 82"/>
              <a:gd name="T30" fmla="*/ 26 w 125"/>
              <a:gd name="T31" fmla="*/ 40 h 82"/>
              <a:gd name="T32" fmla="*/ 108 w 125"/>
              <a:gd name="T33" fmla="*/ 79 h 82"/>
              <a:gd name="T34" fmla="*/ 116 w 125"/>
              <a:gd name="T35" fmla="*/ 68 h 82"/>
              <a:gd name="T36" fmla="*/ 112 w 125"/>
              <a:gd name="T37" fmla="*/ 57 h 82"/>
              <a:gd name="T38" fmla="*/ 111 w 125"/>
              <a:gd name="T39" fmla="*/ 32 h 82"/>
              <a:gd name="T40" fmla="*/ 121 w 125"/>
              <a:gd name="T41" fmla="*/ 16 h 82"/>
              <a:gd name="T42" fmla="*/ 122 w 125"/>
              <a:gd name="T43" fmla="*/ 9 h 82"/>
              <a:gd name="T44" fmla="*/ 97 w 125"/>
              <a:gd name="T45" fmla="*/ 7 h 82"/>
              <a:gd name="T46" fmla="*/ 84 w 125"/>
              <a:gd name="T47" fmla="*/ 4 h 82"/>
              <a:gd name="T48" fmla="*/ 79 w 125"/>
              <a:gd name="T49" fmla="*/ 5 h 82"/>
              <a:gd name="T50" fmla="*/ 75 w 125"/>
              <a:gd name="T51" fmla="*/ 5 h 82"/>
              <a:gd name="T52" fmla="*/ 69 w 125"/>
              <a:gd name="T53" fmla="*/ 7 h 82"/>
              <a:gd name="T54" fmla="*/ 66 w 125"/>
              <a:gd name="T55" fmla="*/ 7 h 82"/>
              <a:gd name="T56" fmla="*/ 59 w 125"/>
              <a:gd name="T57" fmla="*/ 5 h 82"/>
              <a:gd name="T58" fmla="*/ 53 w 125"/>
              <a:gd name="T59" fmla="*/ 4 h 82"/>
              <a:gd name="T60" fmla="*/ 49 w 125"/>
              <a:gd name="T61" fmla="*/ 10 h 82"/>
              <a:gd name="T62" fmla="*/ 44 w 125"/>
              <a:gd name="T63" fmla="*/ 12 h 82"/>
              <a:gd name="T64" fmla="*/ 38 w 125"/>
              <a:gd name="T65" fmla="*/ 16 h 82"/>
              <a:gd name="T66" fmla="*/ 33 w 125"/>
              <a:gd name="T67" fmla="*/ 19 h 82"/>
              <a:gd name="T68" fmla="*/ 36 w 125"/>
              <a:gd name="T69" fmla="*/ 29 h 82"/>
              <a:gd name="T70" fmla="*/ 34 w 125"/>
              <a:gd name="T71" fmla="*/ 35 h 82"/>
              <a:gd name="T72" fmla="*/ 37 w 125"/>
              <a:gd name="T73" fmla="*/ 36 h 82"/>
              <a:gd name="T74" fmla="*/ 37 w 125"/>
              <a:gd name="T75" fmla="*/ 45 h 82"/>
              <a:gd name="T76" fmla="*/ 46 w 125"/>
              <a:gd name="T77" fmla="*/ 55 h 82"/>
              <a:gd name="T78" fmla="*/ 53 w 125"/>
              <a:gd name="T79" fmla="*/ 51 h 82"/>
              <a:gd name="T80" fmla="*/ 49 w 125"/>
              <a:gd name="T81" fmla="*/ 69 h 82"/>
              <a:gd name="T82" fmla="*/ 57 w 125"/>
              <a:gd name="T83" fmla="*/ 66 h 82"/>
              <a:gd name="T84" fmla="*/ 68 w 125"/>
              <a:gd name="T85" fmla="*/ 65 h 82"/>
              <a:gd name="T86" fmla="*/ 70 w 125"/>
              <a:gd name="T87" fmla="*/ 63 h 82"/>
              <a:gd name="T88" fmla="*/ 78 w 125"/>
              <a:gd name="T89" fmla="*/ 69 h 82"/>
              <a:gd name="T90" fmla="*/ 86 w 125"/>
              <a:gd name="T91" fmla="*/ 76 h 82"/>
              <a:gd name="T92" fmla="*/ 99 w 125"/>
              <a:gd name="T93" fmla="*/ 79 h 82"/>
              <a:gd name="T94" fmla="*/ 108 w 125"/>
              <a:gd name="T95"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82">
                <a:moveTo>
                  <a:pt x="7" y="60"/>
                </a:moveTo>
                <a:cubicBezTo>
                  <a:pt x="8" y="58"/>
                  <a:pt x="7" y="59"/>
                  <a:pt x="6" y="58"/>
                </a:cubicBezTo>
                <a:cubicBezTo>
                  <a:pt x="5" y="58"/>
                  <a:pt x="4" y="56"/>
                  <a:pt x="4" y="56"/>
                </a:cubicBezTo>
                <a:cubicBezTo>
                  <a:pt x="3" y="55"/>
                  <a:pt x="1" y="55"/>
                  <a:pt x="2" y="53"/>
                </a:cubicBezTo>
                <a:cubicBezTo>
                  <a:pt x="3" y="51"/>
                  <a:pt x="5" y="51"/>
                  <a:pt x="3" y="49"/>
                </a:cubicBezTo>
                <a:cubicBezTo>
                  <a:pt x="3" y="48"/>
                  <a:pt x="0" y="45"/>
                  <a:pt x="3" y="45"/>
                </a:cubicBezTo>
                <a:cubicBezTo>
                  <a:pt x="5" y="45"/>
                  <a:pt x="5" y="47"/>
                  <a:pt x="6" y="48"/>
                </a:cubicBezTo>
                <a:cubicBezTo>
                  <a:pt x="7" y="48"/>
                  <a:pt x="6" y="45"/>
                  <a:pt x="8" y="45"/>
                </a:cubicBezTo>
                <a:cubicBezTo>
                  <a:pt x="9" y="44"/>
                  <a:pt x="8" y="45"/>
                  <a:pt x="9" y="45"/>
                </a:cubicBezTo>
                <a:cubicBezTo>
                  <a:pt x="9" y="45"/>
                  <a:pt x="9" y="46"/>
                  <a:pt x="10" y="45"/>
                </a:cubicBezTo>
                <a:cubicBezTo>
                  <a:pt x="10" y="45"/>
                  <a:pt x="10" y="44"/>
                  <a:pt x="10" y="43"/>
                </a:cubicBezTo>
                <a:cubicBezTo>
                  <a:pt x="11" y="43"/>
                  <a:pt x="11" y="43"/>
                  <a:pt x="12" y="43"/>
                </a:cubicBezTo>
                <a:cubicBezTo>
                  <a:pt x="14" y="43"/>
                  <a:pt x="14" y="41"/>
                  <a:pt x="16" y="41"/>
                </a:cubicBezTo>
                <a:cubicBezTo>
                  <a:pt x="17" y="41"/>
                  <a:pt x="17" y="42"/>
                  <a:pt x="18" y="42"/>
                </a:cubicBezTo>
                <a:cubicBezTo>
                  <a:pt x="19" y="42"/>
                  <a:pt x="20" y="42"/>
                  <a:pt x="20" y="41"/>
                </a:cubicBezTo>
                <a:cubicBezTo>
                  <a:pt x="22" y="41"/>
                  <a:pt x="23" y="42"/>
                  <a:pt x="25" y="43"/>
                </a:cubicBezTo>
                <a:cubicBezTo>
                  <a:pt x="25" y="44"/>
                  <a:pt x="26" y="44"/>
                  <a:pt x="27" y="45"/>
                </a:cubicBezTo>
                <a:cubicBezTo>
                  <a:pt x="27" y="45"/>
                  <a:pt x="29" y="45"/>
                  <a:pt x="29" y="46"/>
                </a:cubicBezTo>
                <a:cubicBezTo>
                  <a:pt x="31" y="48"/>
                  <a:pt x="28" y="48"/>
                  <a:pt x="27" y="47"/>
                </a:cubicBezTo>
                <a:cubicBezTo>
                  <a:pt x="26" y="48"/>
                  <a:pt x="26" y="49"/>
                  <a:pt x="25" y="50"/>
                </a:cubicBezTo>
                <a:cubicBezTo>
                  <a:pt x="24" y="51"/>
                  <a:pt x="23" y="51"/>
                  <a:pt x="22" y="52"/>
                </a:cubicBezTo>
                <a:cubicBezTo>
                  <a:pt x="22" y="53"/>
                  <a:pt x="17" y="58"/>
                  <a:pt x="17" y="55"/>
                </a:cubicBezTo>
                <a:cubicBezTo>
                  <a:pt x="15" y="55"/>
                  <a:pt x="11" y="56"/>
                  <a:pt x="10" y="58"/>
                </a:cubicBezTo>
                <a:cubicBezTo>
                  <a:pt x="8" y="60"/>
                  <a:pt x="9" y="63"/>
                  <a:pt x="8" y="65"/>
                </a:cubicBezTo>
                <a:cubicBezTo>
                  <a:pt x="6" y="67"/>
                  <a:pt x="3" y="68"/>
                  <a:pt x="4" y="65"/>
                </a:cubicBezTo>
                <a:cubicBezTo>
                  <a:pt x="4" y="62"/>
                  <a:pt x="7" y="62"/>
                  <a:pt x="7" y="60"/>
                </a:cubicBezTo>
                <a:cubicBezTo>
                  <a:pt x="8" y="58"/>
                  <a:pt x="7" y="61"/>
                  <a:pt x="7" y="60"/>
                </a:cubicBezTo>
                <a:close/>
                <a:moveTo>
                  <a:pt x="14" y="39"/>
                </a:moveTo>
                <a:cubicBezTo>
                  <a:pt x="15" y="40"/>
                  <a:pt x="17" y="39"/>
                  <a:pt x="17" y="38"/>
                </a:cubicBezTo>
                <a:cubicBezTo>
                  <a:pt x="18" y="37"/>
                  <a:pt x="18" y="35"/>
                  <a:pt x="19" y="34"/>
                </a:cubicBezTo>
                <a:cubicBezTo>
                  <a:pt x="20" y="36"/>
                  <a:pt x="21" y="36"/>
                  <a:pt x="21" y="34"/>
                </a:cubicBezTo>
                <a:cubicBezTo>
                  <a:pt x="22" y="34"/>
                  <a:pt x="23" y="34"/>
                  <a:pt x="24" y="34"/>
                </a:cubicBezTo>
                <a:cubicBezTo>
                  <a:pt x="25" y="33"/>
                  <a:pt x="24" y="31"/>
                  <a:pt x="24" y="31"/>
                </a:cubicBezTo>
                <a:cubicBezTo>
                  <a:pt x="23" y="30"/>
                  <a:pt x="22" y="28"/>
                  <a:pt x="21" y="27"/>
                </a:cubicBezTo>
                <a:cubicBezTo>
                  <a:pt x="20" y="26"/>
                  <a:pt x="19" y="27"/>
                  <a:pt x="18" y="26"/>
                </a:cubicBezTo>
                <a:cubicBezTo>
                  <a:pt x="18" y="25"/>
                  <a:pt x="19" y="23"/>
                  <a:pt x="18" y="23"/>
                </a:cubicBezTo>
                <a:cubicBezTo>
                  <a:pt x="17" y="22"/>
                  <a:pt x="15" y="24"/>
                  <a:pt x="15" y="25"/>
                </a:cubicBezTo>
                <a:cubicBezTo>
                  <a:pt x="13" y="29"/>
                  <a:pt x="10" y="28"/>
                  <a:pt x="5" y="29"/>
                </a:cubicBezTo>
                <a:cubicBezTo>
                  <a:pt x="4" y="31"/>
                  <a:pt x="11" y="31"/>
                  <a:pt x="12" y="32"/>
                </a:cubicBezTo>
                <a:cubicBezTo>
                  <a:pt x="12" y="34"/>
                  <a:pt x="13" y="34"/>
                  <a:pt x="13" y="36"/>
                </a:cubicBezTo>
                <a:cubicBezTo>
                  <a:pt x="13" y="37"/>
                  <a:pt x="13" y="38"/>
                  <a:pt x="14" y="39"/>
                </a:cubicBezTo>
                <a:close/>
                <a:moveTo>
                  <a:pt x="26" y="25"/>
                </a:moveTo>
                <a:cubicBezTo>
                  <a:pt x="24" y="26"/>
                  <a:pt x="28" y="30"/>
                  <a:pt x="30" y="28"/>
                </a:cubicBezTo>
                <a:cubicBezTo>
                  <a:pt x="33" y="26"/>
                  <a:pt x="26" y="25"/>
                  <a:pt x="26" y="25"/>
                </a:cubicBezTo>
                <a:cubicBezTo>
                  <a:pt x="26" y="25"/>
                  <a:pt x="26" y="25"/>
                  <a:pt x="26" y="25"/>
                </a:cubicBezTo>
                <a:close/>
                <a:moveTo>
                  <a:pt x="26" y="40"/>
                </a:moveTo>
                <a:cubicBezTo>
                  <a:pt x="25" y="43"/>
                  <a:pt x="31" y="46"/>
                  <a:pt x="31" y="43"/>
                </a:cubicBezTo>
                <a:cubicBezTo>
                  <a:pt x="31" y="40"/>
                  <a:pt x="27" y="37"/>
                  <a:pt x="26" y="40"/>
                </a:cubicBezTo>
                <a:cubicBezTo>
                  <a:pt x="26" y="40"/>
                  <a:pt x="26" y="41"/>
                  <a:pt x="26" y="40"/>
                </a:cubicBezTo>
                <a:cubicBezTo>
                  <a:pt x="25" y="42"/>
                  <a:pt x="26" y="41"/>
                  <a:pt x="26" y="40"/>
                </a:cubicBezTo>
                <a:close/>
                <a:moveTo>
                  <a:pt x="108" y="79"/>
                </a:moveTo>
                <a:cubicBezTo>
                  <a:pt x="109" y="78"/>
                  <a:pt x="109" y="77"/>
                  <a:pt x="111" y="75"/>
                </a:cubicBezTo>
                <a:cubicBezTo>
                  <a:pt x="112" y="74"/>
                  <a:pt x="112" y="73"/>
                  <a:pt x="113" y="72"/>
                </a:cubicBezTo>
                <a:cubicBezTo>
                  <a:pt x="114" y="70"/>
                  <a:pt x="119" y="71"/>
                  <a:pt x="116" y="68"/>
                </a:cubicBezTo>
                <a:cubicBezTo>
                  <a:pt x="116" y="67"/>
                  <a:pt x="115" y="67"/>
                  <a:pt x="115" y="66"/>
                </a:cubicBezTo>
                <a:cubicBezTo>
                  <a:pt x="115" y="66"/>
                  <a:pt x="115" y="64"/>
                  <a:pt x="115" y="64"/>
                </a:cubicBezTo>
                <a:cubicBezTo>
                  <a:pt x="114" y="61"/>
                  <a:pt x="113" y="59"/>
                  <a:pt x="112" y="57"/>
                </a:cubicBezTo>
                <a:cubicBezTo>
                  <a:pt x="111" y="55"/>
                  <a:pt x="112" y="53"/>
                  <a:pt x="112" y="51"/>
                </a:cubicBezTo>
                <a:cubicBezTo>
                  <a:pt x="112" y="49"/>
                  <a:pt x="112" y="46"/>
                  <a:pt x="111" y="44"/>
                </a:cubicBezTo>
                <a:cubicBezTo>
                  <a:pt x="111" y="39"/>
                  <a:pt x="108" y="36"/>
                  <a:pt x="111" y="32"/>
                </a:cubicBezTo>
                <a:cubicBezTo>
                  <a:pt x="114" y="29"/>
                  <a:pt x="116" y="26"/>
                  <a:pt x="117" y="22"/>
                </a:cubicBezTo>
                <a:cubicBezTo>
                  <a:pt x="118" y="20"/>
                  <a:pt x="118" y="19"/>
                  <a:pt x="119" y="18"/>
                </a:cubicBezTo>
                <a:cubicBezTo>
                  <a:pt x="119" y="16"/>
                  <a:pt x="120" y="16"/>
                  <a:pt x="121" y="16"/>
                </a:cubicBezTo>
                <a:cubicBezTo>
                  <a:pt x="122" y="15"/>
                  <a:pt x="122" y="15"/>
                  <a:pt x="123" y="15"/>
                </a:cubicBezTo>
                <a:cubicBezTo>
                  <a:pt x="123" y="14"/>
                  <a:pt x="124" y="14"/>
                  <a:pt x="124" y="13"/>
                </a:cubicBezTo>
                <a:cubicBezTo>
                  <a:pt x="125" y="12"/>
                  <a:pt x="123" y="10"/>
                  <a:pt x="122" y="9"/>
                </a:cubicBezTo>
                <a:cubicBezTo>
                  <a:pt x="119" y="13"/>
                  <a:pt x="113" y="11"/>
                  <a:pt x="110" y="10"/>
                </a:cubicBezTo>
                <a:cubicBezTo>
                  <a:pt x="107" y="10"/>
                  <a:pt x="105" y="10"/>
                  <a:pt x="103" y="10"/>
                </a:cubicBezTo>
                <a:cubicBezTo>
                  <a:pt x="100" y="10"/>
                  <a:pt x="99" y="9"/>
                  <a:pt x="97" y="7"/>
                </a:cubicBezTo>
                <a:cubicBezTo>
                  <a:pt x="95" y="5"/>
                  <a:pt x="95" y="6"/>
                  <a:pt x="93" y="6"/>
                </a:cubicBezTo>
                <a:cubicBezTo>
                  <a:pt x="91" y="6"/>
                  <a:pt x="89" y="5"/>
                  <a:pt x="87" y="4"/>
                </a:cubicBezTo>
                <a:cubicBezTo>
                  <a:pt x="86" y="4"/>
                  <a:pt x="85" y="5"/>
                  <a:pt x="84" y="4"/>
                </a:cubicBezTo>
                <a:cubicBezTo>
                  <a:pt x="84" y="4"/>
                  <a:pt x="83" y="4"/>
                  <a:pt x="83" y="4"/>
                </a:cubicBezTo>
                <a:cubicBezTo>
                  <a:pt x="82" y="3"/>
                  <a:pt x="81" y="4"/>
                  <a:pt x="81" y="3"/>
                </a:cubicBezTo>
                <a:cubicBezTo>
                  <a:pt x="80" y="4"/>
                  <a:pt x="81" y="5"/>
                  <a:pt x="79" y="5"/>
                </a:cubicBezTo>
                <a:cubicBezTo>
                  <a:pt x="78" y="5"/>
                  <a:pt x="78" y="4"/>
                  <a:pt x="78" y="3"/>
                </a:cubicBezTo>
                <a:cubicBezTo>
                  <a:pt x="78" y="2"/>
                  <a:pt x="77" y="0"/>
                  <a:pt x="76" y="2"/>
                </a:cubicBezTo>
                <a:cubicBezTo>
                  <a:pt x="76" y="4"/>
                  <a:pt x="78" y="5"/>
                  <a:pt x="75" y="5"/>
                </a:cubicBezTo>
                <a:cubicBezTo>
                  <a:pt x="73" y="5"/>
                  <a:pt x="74" y="2"/>
                  <a:pt x="73" y="2"/>
                </a:cubicBezTo>
                <a:cubicBezTo>
                  <a:pt x="72" y="2"/>
                  <a:pt x="73" y="6"/>
                  <a:pt x="73" y="6"/>
                </a:cubicBezTo>
                <a:cubicBezTo>
                  <a:pt x="72" y="6"/>
                  <a:pt x="71" y="7"/>
                  <a:pt x="69" y="7"/>
                </a:cubicBezTo>
                <a:cubicBezTo>
                  <a:pt x="68" y="8"/>
                  <a:pt x="68" y="7"/>
                  <a:pt x="67" y="7"/>
                </a:cubicBezTo>
                <a:cubicBezTo>
                  <a:pt x="67" y="7"/>
                  <a:pt x="67" y="7"/>
                  <a:pt x="66" y="7"/>
                </a:cubicBezTo>
                <a:cubicBezTo>
                  <a:pt x="66" y="7"/>
                  <a:pt x="66" y="7"/>
                  <a:pt x="66" y="7"/>
                </a:cubicBezTo>
                <a:cubicBezTo>
                  <a:pt x="65" y="7"/>
                  <a:pt x="65" y="7"/>
                  <a:pt x="64" y="7"/>
                </a:cubicBezTo>
                <a:cubicBezTo>
                  <a:pt x="64" y="7"/>
                  <a:pt x="63" y="7"/>
                  <a:pt x="62" y="7"/>
                </a:cubicBezTo>
                <a:cubicBezTo>
                  <a:pt x="60" y="7"/>
                  <a:pt x="60" y="7"/>
                  <a:pt x="59" y="5"/>
                </a:cubicBezTo>
                <a:cubicBezTo>
                  <a:pt x="58" y="6"/>
                  <a:pt x="59" y="7"/>
                  <a:pt x="59" y="8"/>
                </a:cubicBezTo>
                <a:cubicBezTo>
                  <a:pt x="58" y="10"/>
                  <a:pt x="57" y="9"/>
                  <a:pt x="57" y="8"/>
                </a:cubicBezTo>
                <a:cubicBezTo>
                  <a:pt x="55" y="11"/>
                  <a:pt x="54" y="5"/>
                  <a:pt x="53" y="4"/>
                </a:cubicBezTo>
                <a:cubicBezTo>
                  <a:pt x="52" y="5"/>
                  <a:pt x="55" y="7"/>
                  <a:pt x="54" y="8"/>
                </a:cubicBezTo>
                <a:cubicBezTo>
                  <a:pt x="54" y="9"/>
                  <a:pt x="52" y="10"/>
                  <a:pt x="52" y="8"/>
                </a:cubicBezTo>
                <a:cubicBezTo>
                  <a:pt x="50" y="8"/>
                  <a:pt x="50" y="9"/>
                  <a:pt x="49" y="10"/>
                </a:cubicBezTo>
                <a:cubicBezTo>
                  <a:pt x="49" y="11"/>
                  <a:pt x="48" y="11"/>
                  <a:pt x="47" y="12"/>
                </a:cubicBezTo>
                <a:cubicBezTo>
                  <a:pt x="46" y="13"/>
                  <a:pt x="47" y="14"/>
                  <a:pt x="45" y="13"/>
                </a:cubicBezTo>
                <a:cubicBezTo>
                  <a:pt x="45" y="13"/>
                  <a:pt x="45" y="11"/>
                  <a:pt x="44" y="12"/>
                </a:cubicBezTo>
                <a:cubicBezTo>
                  <a:pt x="43" y="13"/>
                  <a:pt x="47" y="15"/>
                  <a:pt x="45" y="16"/>
                </a:cubicBezTo>
                <a:cubicBezTo>
                  <a:pt x="45" y="16"/>
                  <a:pt x="43" y="16"/>
                  <a:pt x="43" y="16"/>
                </a:cubicBezTo>
                <a:cubicBezTo>
                  <a:pt x="41" y="16"/>
                  <a:pt x="40" y="16"/>
                  <a:pt x="38" y="16"/>
                </a:cubicBezTo>
                <a:cubicBezTo>
                  <a:pt x="38" y="17"/>
                  <a:pt x="38" y="18"/>
                  <a:pt x="37" y="18"/>
                </a:cubicBezTo>
                <a:cubicBezTo>
                  <a:pt x="37" y="19"/>
                  <a:pt x="36" y="17"/>
                  <a:pt x="35" y="17"/>
                </a:cubicBezTo>
                <a:cubicBezTo>
                  <a:pt x="35" y="18"/>
                  <a:pt x="34" y="18"/>
                  <a:pt x="33" y="19"/>
                </a:cubicBezTo>
                <a:cubicBezTo>
                  <a:pt x="33" y="20"/>
                  <a:pt x="34" y="22"/>
                  <a:pt x="34" y="23"/>
                </a:cubicBezTo>
                <a:cubicBezTo>
                  <a:pt x="34" y="24"/>
                  <a:pt x="34" y="24"/>
                  <a:pt x="34" y="24"/>
                </a:cubicBezTo>
                <a:cubicBezTo>
                  <a:pt x="34" y="25"/>
                  <a:pt x="38" y="27"/>
                  <a:pt x="36" y="29"/>
                </a:cubicBezTo>
                <a:cubicBezTo>
                  <a:pt x="35" y="30"/>
                  <a:pt x="32" y="28"/>
                  <a:pt x="32" y="31"/>
                </a:cubicBezTo>
                <a:cubicBezTo>
                  <a:pt x="33" y="32"/>
                  <a:pt x="33" y="33"/>
                  <a:pt x="33" y="34"/>
                </a:cubicBezTo>
                <a:cubicBezTo>
                  <a:pt x="34" y="35"/>
                  <a:pt x="32" y="35"/>
                  <a:pt x="34" y="35"/>
                </a:cubicBezTo>
                <a:cubicBezTo>
                  <a:pt x="36" y="36"/>
                  <a:pt x="39" y="33"/>
                  <a:pt x="40" y="36"/>
                </a:cubicBezTo>
                <a:cubicBezTo>
                  <a:pt x="40" y="36"/>
                  <a:pt x="39" y="37"/>
                  <a:pt x="39" y="37"/>
                </a:cubicBezTo>
                <a:cubicBezTo>
                  <a:pt x="38" y="37"/>
                  <a:pt x="38" y="37"/>
                  <a:pt x="37" y="36"/>
                </a:cubicBezTo>
                <a:cubicBezTo>
                  <a:pt x="36" y="36"/>
                  <a:pt x="35" y="37"/>
                  <a:pt x="34" y="37"/>
                </a:cubicBezTo>
                <a:cubicBezTo>
                  <a:pt x="33" y="38"/>
                  <a:pt x="33" y="41"/>
                  <a:pt x="34" y="42"/>
                </a:cubicBezTo>
                <a:cubicBezTo>
                  <a:pt x="34" y="43"/>
                  <a:pt x="36" y="44"/>
                  <a:pt x="37" y="45"/>
                </a:cubicBezTo>
                <a:cubicBezTo>
                  <a:pt x="37" y="46"/>
                  <a:pt x="37" y="48"/>
                  <a:pt x="37" y="49"/>
                </a:cubicBezTo>
                <a:cubicBezTo>
                  <a:pt x="38" y="52"/>
                  <a:pt x="41" y="52"/>
                  <a:pt x="43" y="53"/>
                </a:cubicBezTo>
                <a:cubicBezTo>
                  <a:pt x="44" y="54"/>
                  <a:pt x="44" y="55"/>
                  <a:pt x="46" y="55"/>
                </a:cubicBezTo>
                <a:cubicBezTo>
                  <a:pt x="46" y="55"/>
                  <a:pt x="48" y="54"/>
                  <a:pt x="49" y="53"/>
                </a:cubicBezTo>
                <a:cubicBezTo>
                  <a:pt x="49" y="53"/>
                  <a:pt x="49" y="51"/>
                  <a:pt x="50" y="50"/>
                </a:cubicBezTo>
                <a:cubicBezTo>
                  <a:pt x="51" y="49"/>
                  <a:pt x="52" y="50"/>
                  <a:pt x="53" y="51"/>
                </a:cubicBezTo>
                <a:cubicBezTo>
                  <a:pt x="54" y="53"/>
                  <a:pt x="53" y="53"/>
                  <a:pt x="53" y="55"/>
                </a:cubicBezTo>
                <a:cubicBezTo>
                  <a:pt x="52" y="56"/>
                  <a:pt x="52" y="57"/>
                  <a:pt x="52" y="58"/>
                </a:cubicBezTo>
                <a:cubicBezTo>
                  <a:pt x="52" y="62"/>
                  <a:pt x="50" y="66"/>
                  <a:pt x="49" y="69"/>
                </a:cubicBezTo>
                <a:cubicBezTo>
                  <a:pt x="51" y="69"/>
                  <a:pt x="52" y="68"/>
                  <a:pt x="54" y="67"/>
                </a:cubicBezTo>
                <a:cubicBezTo>
                  <a:pt x="55" y="66"/>
                  <a:pt x="56" y="66"/>
                  <a:pt x="56" y="66"/>
                </a:cubicBezTo>
                <a:cubicBezTo>
                  <a:pt x="57" y="66"/>
                  <a:pt x="57" y="66"/>
                  <a:pt x="57" y="66"/>
                </a:cubicBezTo>
                <a:cubicBezTo>
                  <a:pt x="59" y="65"/>
                  <a:pt x="60" y="65"/>
                  <a:pt x="61" y="64"/>
                </a:cubicBezTo>
                <a:cubicBezTo>
                  <a:pt x="63" y="64"/>
                  <a:pt x="64" y="62"/>
                  <a:pt x="65" y="62"/>
                </a:cubicBezTo>
                <a:cubicBezTo>
                  <a:pt x="66" y="63"/>
                  <a:pt x="66" y="66"/>
                  <a:pt x="68" y="65"/>
                </a:cubicBezTo>
                <a:cubicBezTo>
                  <a:pt x="69" y="64"/>
                  <a:pt x="68" y="63"/>
                  <a:pt x="69" y="62"/>
                </a:cubicBezTo>
                <a:cubicBezTo>
                  <a:pt x="69" y="62"/>
                  <a:pt x="69" y="63"/>
                  <a:pt x="69" y="63"/>
                </a:cubicBezTo>
                <a:cubicBezTo>
                  <a:pt x="69" y="63"/>
                  <a:pt x="70" y="63"/>
                  <a:pt x="70" y="63"/>
                </a:cubicBezTo>
                <a:cubicBezTo>
                  <a:pt x="71" y="64"/>
                  <a:pt x="72" y="65"/>
                  <a:pt x="73" y="66"/>
                </a:cubicBezTo>
                <a:cubicBezTo>
                  <a:pt x="73" y="66"/>
                  <a:pt x="76" y="69"/>
                  <a:pt x="77" y="67"/>
                </a:cubicBezTo>
                <a:cubicBezTo>
                  <a:pt x="77" y="68"/>
                  <a:pt x="77" y="69"/>
                  <a:pt x="78" y="69"/>
                </a:cubicBezTo>
                <a:cubicBezTo>
                  <a:pt x="79" y="70"/>
                  <a:pt x="79" y="70"/>
                  <a:pt x="80" y="70"/>
                </a:cubicBezTo>
                <a:cubicBezTo>
                  <a:pt x="83" y="70"/>
                  <a:pt x="82" y="70"/>
                  <a:pt x="83" y="73"/>
                </a:cubicBezTo>
                <a:cubicBezTo>
                  <a:pt x="84" y="74"/>
                  <a:pt x="85" y="75"/>
                  <a:pt x="86" y="76"/>
                </a:cubicBezTo>
                <a:cubicBezTo>
                  <a:pt x="87" y="78"/>
                  <a:pt x="88" y="79"/>
                  <a:pt x="90" y="80"/>
                </a:cubicBezTo>
                <a:cubicBezTo>
                  <a:pt x="91" y="81"/>
                  <a:pt x="92" y="82"/>
                  <a:pt x="94" y="82"/>
                </a:cubicBezTo>
                <a:cubicBezTo>
                  <a:pt x="96" y="81"/>
                  <a:pt x="97" y="80"/>
                  <a:pt x="99" y="79"/>
                </a:cubicBezTo>
                <a:cubicBezTo>
                  <a:pt x="100" y="78"/>
                  <a:pt x="101" y="79"/>
                  <a:pt x="103" y="80"/>
                </a:cubicBezTo>
                <a:cubicBezTo>
                  <a:pt x="104" y="81"/>
                  <a:pt x="105" y="81"/>
                  <a:pt x="107" y="82"/>
                </a:cubicBezTo>
                <a:cubicBezTo>
                  <a:pt x="107" y="81"/>
                  <a:pt x="108" y="80"/>
                  <a:pt x="108" y="79"/>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1" name="Freeform 49"/>
          <p:cNvSpPr>
            <a:spLocks noEditPoints="1"/>
          </p:cNvSpPr>
          <p:nvPr/>
        </p:nvSpPr>
        <p:spPr bwMode="auto">
          <a:xfrm>
            <a:off x="9034463" y="3614738"/>
            <a:ext cx="527050" cy="430212"/>
          </a:xfrm>
          <a:custGeom>
            <a:avLst/>
            <a:gdLst>
              <a:gd name="T0" fmla="*/ 10 w 138"/>
              <a:gd name="T1" fmla="*/ 24 h 113"/>
              <a:gd name="T2" fmla="*/ 44 w 138"/>
              <a:gd name="T3" fmla="*/ 4 h 113"/>
              <a:gd name="T4" fmla="*/ 46 w 138"/>
              <a:gd name="T5" fmla="*/ 22 h 113"/>
              <a:gd name="T6" fmla="*/ 31 w 138"/>
              <a:gd name="T7" fmla="*/ 25 h 113"/>
              <a:gd name="T8" fmla="*/ 15 w 138"/>
              <a:gd name="T9" fmla="*/ 28 h 113"/>
              <a:gd name="T10" fmla="*/ 6 w 138"/>
              <a:gd name="T11" fmla="*/ 39 h 113"/>
              <a:gd name="T12" fmla="*/ 14 w 138"/>
              <a:gd name="T13" fmla="*/ 34 h 113"/>
              <a:gd name="T14" fmla="*/ 56 w 138"/>
              <a:gd name="T15" fmla="*/ 20 h 113"/>
              <a:gd name="T16" fmla="*/ 54 w 138"/>
              <a:gd name="T17" fmla="*/ 19 h 113"/>
              <a:gd name="T18" fmla="*/ 51 w 138"/>
              <a:gd name="T19" fmla="*/ 95 h 113"/>
              <a:gd name="T20" fmla="*/ 47 w 138"/>
              <a:gd name="T21" fmla="*/ 80 h 113"/>
              <a:gd name="T22" fmla="*/ 33 w 138"/>
              <a:gd name="T23" fmla="*/ 83 h 113"/>
              <a:gd name="T24" fmla="*/ 39 w 138"/>
              <a:gd name="T25" fmla="*/ 92 h 113"/>
              <a:gd name="T26" fmla="*/ 71 w 138"/>
              <a:gd name="T27" fmla="*/ 95 h 113"/>
              <a:gd name="T28" fmla="*/ 81 w 138"/>
              <a:gd name="T29" fmla="*/ 90 h 113"/>
              <a:gd name="T30" fmla="*/ 88 w 138"/>
              <a:gd name="T31" fmla="*/ 71 h 113"/>
              <a:gd name="T32" fmla="*/ 74 w 138"/>
              <a:gd name="T33" fmla="*/ 66 h 113"/>
              <a:gd name="T34" fmla="*/ 71 w 138"/>
              <a:gd name="T35" fmla="*/ 73 h 113"/>
              <a:gd name="T36" fmla="*/ 72 w 138"/>
              <a:gd name="T37" fmla="*/ 64 h 113"/>
              <a:gd name="T38" fmla="*/ 64 w 138"/>
              <a:gd name="T39" fmla="*/ 71 h 113"/>
              <a:gd name="T40" fmla="*/ 56 w 138"/>
              <a:gd name="T41" fmla="*/ 75 h 113"/>
              <a:gd name="T42" fmla="*/ 61 w 138"/>
              <a:gd name="T43" fmla="*/ 83 h 113"/>
              <a:gd name="T44" fmla="*/ 56 w 138"/>
              <a:gd name="T45" fmla="*/ 94 h 113"/>
              <a:gd name="T46" fmla="*/ 55 w 138"/>
              <a:gd name="T47" fmla="*/ 97 h 113"/>
              <a:gd name="T48" fmla="*/ 31 w 138"/>
              <a:gd name="T49" fmla="*/ 96 h 113"/>
              <a:gd name="T50" fmla="*/ 47 w 138"/>
              <a:gd name="T51" fmla="*/ 103 h 113"/>
              <a:gd name="T52" fmla="*/ 50 w 138"/>
              <a:gd name="T53" fmla="*/ 67 h 113"/>
              <a:gd name="T54" fmla="*/ 50 w 138"/>
              <a:gd name="T55" fmla="*/ 82 h 113"/>
              <a:gd name="T56" fmla="*/ 87 w 138"/>
              <a:gd name="T57" fmla="*/ 97 h 113"/>
              <a:gd name="T58" fmla="*/ 71 w 138"/>
              <a:gd name="T59" fmla="*/ 100 h 113"/>
              <a:gd name="T60" fmla="*/ 79 w 138"/>
              <a:gd name="T61" fmla="*/ 103 h 113"/>
              <a:gd name="T62" fmla="*/ 58 w 138"/>
              <a:gd name="T63" fmla="*/ 100 h 113"/>
              <a:gd name="T64" fmla="*/ 63 w 138"/>
              <a:gd name="T65" fmla="*/ 109 h 113"/>
              <a:gd name="T66" fmla="*/ 67 w 138"/>
              <a:gd name="T67" fmla="*/ 103 h 113"/>
              <a:gd name="T68" fmla="*/ 133 w 138"/>
              <a:gd name="T69" fmla="*/ 96 h 113"/>
              <a:gd name="T70" fmla="*/ 131 w 138"/>
              <a:gd name="T71" fmla="*/ 87 h 113"/>
              <a:gd name="T72" fmla="*/ 17 w 138"/>
              <a:gd name="T73" fmla="*/ 101 h 113"/>
              <a:gd name="T74" fmla="*/ 30 w 138"/>
              <a:gd name="T75" fmla="*/ 101 h 113"/>
              <a:gd name="T76" fmla="*/ 31 w 138"/>
              <a:gd name="T77" fmla="*/ 90 h 113"/>
              <a:gd name="T78" fmla="*/ 28 w 138"/>
              <a:gd name="T79" fmla="*/ 80 h 113"/>
              <a:gd name="T80" fmla="*/ 36 w 138"/>
              <a:gd name="T81" fmla="*/ 74 h 113"/>
              <a:gd name="T82" fmla="*/ 42 w 138"/>
              <a:gd name="T83" fmla="*/ 62 h 113"/>
              <a:gd name="T84" fmla="*/ 49 w 138"/>
              <a:gd name="T85" fmla="*/ 56 h 113"/>
              <a:gd name="T86" fmla="*/ 48 w 138"/>
              <a:gd name="T87" fmla="*/ 45 h 113"/>
              <a:gd name="T88" fmla="*/ 40 w 138"/>
              <a:gd name="T89" fmla="*/ 39 h 113"/>
              <a:gd name="T90" fmla="*/ 39 w 138"/>
              <a:gd name="T91" fmla="*/ 26 h 113"/>
              <a:gd name="T92" fmla="*/ 24 w 138"/>
              <a:gd name="T93" fmla="*/ 39 h 113"/>
              <a:gd name="T94" fmla="*/ 17 w 138"/>
              <a:gd name="T95" fmla="*/ 36 h 113"/>
              <a:gd name="T96" fmla="*/ 9 w 138"/>
              <a:gd name="T97" fmla="*/ 40 h 113"/>
              <a:gd name="T98" fmla="*/ 0 w 138"/>
              <a:gd name="T99" fmla="*/ 43 h 113"/>
              <a:gd name="T100" fmla="*/ 5 w 138"/>
              <a:gd name="T101" fmla="*/ 67 h 113"/>
              <a:gd name="T102" fmla="*/ 1 w 138"/>
              <a:gd name="T103" fmla="*/ 64 h 113"/>
              <a:gd name="T104" fmla="*/ 3 w 138"/>
              <a:gd name="T105" fmla="*/ 79 h 113"/>
              <a:gd name="T106" fmla="*/ 11 w 138"/>
              <a:gd name="T107" fmla="*/ 8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 h="113">
                <a:moveTo>
                  <a:pt x="6" y="39"/>
                </a:moveTo>
                <a:cubicBezTo>
                  <a:pt x="5" y="39"/>
                  <a:pt x="5" y="38"/>
                  <a:pt x="5" y="38"/>
                </a:cubicBezTo>
                <a:cubicBezTo>
                  <a:pt x="4" y="37"/>
                  <a:pt x="3" y="36"/>
                  <a:pt x="3" y="36"/>
                </a:cubicBezTo>
                <a:cubicBezTo>
                  <a:pt x="3" y="34"/>
                  <a:pt x="5" y="31"/>
                  <a:pt x="6" y="29"/>
                </a:cubicBezTo>
                <a:cubicBezTo>
                  <a:pt x="7" y="28"/>
                  <a:pt x="8" y="25"/>
                  <a:pt x="10" y="24"/>
                </a:cubicBezTo>
                <a:cubicBezTo>
                  <a:pt x="11" y="23"/>
                  <a:pt x="13" y="25"/>
                  <a:pt x="15" y="24"/>
                </a:cubicBezTo>
                <a:cubicBezTo>
                  <a:pt x="18" y="23"/>
                  <a:pt x="18" y="22"/>
                  <a:pt x="21" y="22"/>
                </a:cubicBezTo>
                <a:cubicBezTo>
                  <a:pt x="24" y="23"/>
                  <a:pt x="27" y="22"/>
                  <a:pt x="28" y="20"/>
                </a:cubicBezTo>
                <a:cubicBezTo>
                  <a:pt x="32" y="16"/>
                  <a:pt x="32" y="10"/>
                  <a:pt x="37" y="7"/>
                </a:cubicBezTo>
                <a:cubicBezTo>
                  <a:pt x="39" y="6"/>
                  <a:pt x="42" y="6"/>
                  <a:pt x="44" y="4"/>
                </a:cubicBezTo>
                <a:cubicBezTo>
                  <a:pt x="45" y="4"/>
                  <a:pt x="48" y="0"/>
                  <a:pt x="49" y="1"/>
                </a:cubicBezTo>
                <a:cubicBezTo>
                  <a:pt x="51" y="1"/>
                  <a:pt x="47" y="4"/>
                  <a:pt x="47" y="5"/>
                </a:cubicBezTo>
                <a:cubicBezTo>
                  <a:pt x="45" y="7"/>
                  <a:pt x="46" y="8"/>
                  <a:pt x="47" y="10"/>
                </a:cubicBezTo>
                <a:cubicBezTo>
                  <a:pt x="49" y="13"/>
                  <a:pt x="47" y="14"/>
                  <a:pt x="48" y="16"/>
                </a:cubicBezTo>
                <a:cubicBezTo>
                  <a:pt x="48" y="19"/>
                  <a:pt x="48" y="20"/>
                  <a:pt x="46" y="22"/>
                </a:cubicBezTo>
                <a:cubicBezTo>
                  <a:pt x="45" y="23"/>
                  <a:pt x="45" y="28"/>
                  <a:pt x="43" y="28"/>
                </a:cubicBezTo>
                <a:cubicBezTo>
                  <a:pt x="42" y="28"/>
                  <a:pt x="41" y="27"/>
                  <a:pt x="41" y="26"/>
                </a:cubicBezTo>
                <a:cubicBezTo>
                  <a:pt x="40" y="26"/>
                  <a:pt x="38" y="25"/>
                  <a:pt x="37" y="25"/>
                </a:cubicBezTo>
                <a:cubicBezTo>
                  <a:pt x="37" y="26"/>
                  <a:pt x="34" y="24"/>
                  <a:pt x="33" y="24"/>
                </a:cubicBezTo>
                <a:cubicBezTo>
                  <a:pt x="33" y="24"/>
                  <a:pt x="32" y="25"/>
                  <a:pt x="31" y="25"/>
                </a:cubicBezTo>
                <a:cubicBezTo>
                  <a:pt x="31" y="26"/>
                  <a:pt x="29" y="26"/>
                  <a:pt x="28" y="26"/>
                </a:cubicBezTo>
                <a:cubicBezTo>
                  <a:pt x="27" y="26"/>
                  <a:pt x="25" y="28"/>
                  <a:pt x="23" y="27"/>
                </a:cubicBezTo>
                <a:cubicBezTo>
                  <a:pt x="22" y="27"/>
                  <a:pt x="21" y="26"/>
                  <a:pt x="21" y="26"/>
                </a:cubicBezTo>
                <a:cubicBezTo>
                  <a:pt x="20" y="26"/>
                  <a:pt x="19" y="27"/>
                  <a:pt x="18" y="27"/>
                </a:cubicBezTo>
                <a:cubicBezTo>
                  <a:pt x="17" y="27"/>
                  <a:pt x="16" y="28"/>
                  <a:pt x="15" y="28"/>
                </a:cubicBezTo>
                <a:cubicBezTo>
                  <a:pt x="13" y="29"/>
                  <a:pt x="11" y="29"/>
                  <a:pt x="11" y="30"/>
                </a:cubicBezTo>
                <a:cubicBezTo>
                  <a:pt x="10" y="31"/>
                  <a:pt x="11" y="32"/>
                  <a:pt x="10" y="32"/>
                </a:cubicBezTo>
                <a:cubicBezTo>
                  <a:pt x="10" y="33"/>
                  <a:pt x="9" y="33"/>
                  <a:pt x="9" y="34"/>
                </a:cubicBezTo>
                <a:cubicBezTo>
                  <a:pt x="8" y="36"/>
                  <a:pt x="8" y="38"/>
                  <a:pt x="6" y="39"/>
                </a:cubicBezTo>
                <a:cubicBezTo>
                  <a:pt x="5" y="39"/>
                  <a:pt x="8" y="38"/>
                  <a:pt x="6" y="39"/>
                </a:cubicBezTo>
                <a:close/>
                <a:moveTo>
                  <a:pt x="14" y="30"/>
                </a:moveTo>
                <a:cubicBezTo>
                  <a:pt x="14" y="31"/>
                  <a:pt x="12" y="31"/>
                  <a:pt x="12" y="32"/>
                </a:cubicBezTo>
                <a:cubicBezTo>
                  <a:pt x="11" y="32"/>
                  <a:pt x="12" y="33"/>
                  <a:pt x="11" y="34"/>
                </a:cubicBezTo>
                <a:cubicBezTo>
                  <a:pt x="10" y="35"/>
                  <a:pt x="8" y="37"/>
                  <a:pt x="11" y="38"/>
                </a:cubicBezTo>
                <a:cubicBezTo>
                  <a:pt x="13" y="39"/>
                  <a:pt x="14" y="36"/>
                  <a:pt x="14" y="34"/>
                </a:cubicBezTo>
                <a:cubicBezTo>
                  <a:pt x="15" y="33"/>
                  <a:pt x="15" y="33"/>
                  <a:pt x="15" y="32"/>
                </a:cubicBezTo>
                <a:cubicBezTo>
                  <a:pt x="16" y="31"/>
                  <a:pt x="16" y="31"/>
                  <a:pt x="16" y="29"/>
                </a:cubicBezTo>
                <a:cubicBezTo>
                  <a:pt x="15" y="30"/>
                  <a:pt x="15" y="30"/>
                  <a:pt x="14" y="30"/>
                </a:cubicBezTo>
                <a:close/>
                <a:moveTo>
                  <a:pt x="54" y="19"/>
                </a:moveTo>
                <a:cubicBezTo>
                  <a:pt x="56" y="19"/>
                  <a:pt x="55" y="20"/>
                  <a:pt x="56" y="20"/>
                </a:cubicBezTo>
                <a:cubicBezTo>
                  <a:pt x="57" y="20"/>
                  <a:pt x="58" y="19"/>
                  <a:pt x="58" y="18"/>
                </a:cubicBezTo>
                <a:cubicBezTo>
                  <a:pt x="60" y="17"/>
                  <a:pt x="61" y="16"/>
                  <a:pt x="59" y="16"/>
                </a:cubicBezTo>
                <a:cubicBezTo>
                  <a:pt x="59" y="16"/>
                  <a:pt x="59" y="16"/>
                  <a:pt x="59" y="16"/>
                </a:cubicBezTo>
                <a:cubicBezTo>
                  <a:pt x="57" y="16"/>
                  <a:pt x="54" y="17"/>
                  <a:pt x="54" y="19"/>
                </a:cubicBezTo>
                <a:cubicBezTo>
                  <a:pt x="56" y="19"/>
                  <a:pt x="54" y="18"/>
                  <a:pt x="54" y="19"/>
                </a:cubicBezTo>
                <a:close/>
                <a:moveTo>
                  <a:pt x="39" y="92"/>
                </a:moveTo>
                <a:cubicBezTo>
                  <a:pt x="40" y="92"/>
                  <a:pt x="40" y="93"/>
                  <a:pt x="41" y="94"/>
                </a:cubicBezTo>
                <a:cubicBezTo>
                  <a:pt x="41" y="94"/>
                  <a:pt x="43" y="95"/>
                  <a:pt x="44" y="95"/>
                </a:cubicBezTo>
                <a:cubicBezTo>
                  <a:pt x="44" y="95"/>
                  <a:pt x="45" y="96"/>
                  <a:pt x="46" y="96"/>
                </a:cubicBezTo>
                <a:cubicBezTo>
                  <a:pt x="47" y="96"/>
                  <a:pt x="50" y="96"/>
                  <a:pt x="51" y="95"/>
                </a:cubicBezTo>
                <a:cubicBezTo>
                  <a:pt x="53" y="95"/>
                  <a:pt x="53" y="93"/>
                  <a:pt x="53" y="92"/>
                </a:cubicBezTo>
                <a:cubicBezTo>
                  <a:pt x="54" y="89"/>
                  <a:pt x="54" y="86"/>
                  <a:pt x="52" y="84"/>
                </a:cubicBezTo>
                <a:cubicBezTo>
                  <a:pt x="51" y="83"/>
                  <a:pt x="51" y="83"/>
                  <a:pt x="49" y="82"/>
                </a:cubicBezTo>
                <a:cubicBezTo>
                  <a:pt x="48" y="82"/>
                  <a:pt x="47" y="83"/>
                  <a:pt x="46" y="82"/>
                </a:cubicBezTo>
                <a:cubicBezTo>
                  <a:pt x="45" y="82"/>
                  <a:pt x="47" y="81"/>
                  <a:pt x="47" y="80"/>
                </a:cubicBezTo>
                <a:cubicBezTo>
                  <a:pt x="47" y="79"/>
                  <a:pt x="46" y="78"/>
                  <a:pt x="45" y="77"/>
                </a:cubicBezTo>
                <a:cubicBezTo>
                  <a:pt x="44" y="76"/>
                  <a:pt x="42" y="77"/>
                  <a:pt x="41" y="78"/>
                </a:cubicBezTo>
                <a:cubicBezTo>
                  <a:pt x="40" y="78"/>
                  <a:pt x="37" y="81"/>
                  <a:pt x="36" y="80"/>
                </a:cubicBezTo>
                <a:cubicBezTo>
                  <a:pt x="35" y="80"/>
                  <a:pt x="35" y="79"/>
                  <a:pt x="34" y="79"/>
                </a:cubicBezTo>
                <a:cubicBezTo>
                  <a:pt x="31" y="79"/>
                  <a:pt x="32" y="82"/>
                  <a:pt x="33" y="83"/>
                </a:cubicBezTo>
                <a:cubicBezTo>
                  <a:pt x="33" y="84"/>
                  <a:pt x="34" y="85"/>
                  <a:pt x="34" y="86"/>
                </a:cubicBezTo>
                <a:cubicBezTo>
                  <a:pt x="35" y="86"/>
                  <a:pt x="35" y="86"/>
                  <a:pt x="35" y="87"/>
                </a:cubicBezTo>
                <a:cubicBezTo>
                  <a:pt x="35" y="88"/>
                  <a:pt x="35" y="89"/>
                  <a:pt x="35" y="90"/>
                </a:cubicBezTo>
                <a:cubicBezTo>
                  <a:pt x="37" y="90"/>
                  <a:pt x="37" y="91"/>
                  <a:pt x="37" y="92"/>
                </a:cubicBezTo>
                <a:cubicBezTo>
                  <a:pt x="38" y="92"/>
                  <a:pt x="38" y="92"/>
                  <a:pt x="39" y="92"/>
                </a:cubicBezTo>
                <a:close/>
                <a:moveTo>
                  <a:pt x="65" y="91"/>
                </a:moveTo>
                <a:cubicBezTo>
                  <a:pt x="66" y="91"/>
                  <a:pt x="68" y="91"/>
                  <a:pt x="69" y="91"/>
                </a:cubicBezTo>
                <a:cubicBezTo>
                  <a:pt x="70" y="91"/>
                  <a:pt x="70" y="90"/>
                  <a:pt x="71" y="91"/>
                </a:cubicBezTo>
                <a:cubicBezTo>
                  <a:pt x="71" y="91"/>
                  <a:pt x="72" y="92"/>
                  <a:pt x="72" y="93"/>
                </a:cubicBezTo>
                <a:cubicBezTo>
                  <a:pt x="72" y="94"/>
                  <a:pt x="70" y="94"/>
                  <a:pt x="71" y="95"/>
                </a:cubicBezTo>
                <a:cubicBezTo>
                  <a:pt x="71" y="96"/>
                  <a:pt x="74" y="97"/>
                  <a:pt x="75" y="97"/>
                </a:cubicBezTo>
                <a:cubicBezTo>
                  <a:pt x="76" y="98"/>
                  <a:pt x="78" y="99"/>
                  <a:pt x="79" y="98"/>
                </a:cubicBezTo>
                <a:cubicBezTo>
                  <a:pt x="80" y="97"/>
                  <a:pt x="79" y="94"/>
                  <a:pt x="79" y="94"/>
                </a:cubicBezTo>
                <a:cubicBezTo>
                  <a:pt x="78" y="92"/>
                  <a:pt x="76" y="93"/>
                  <a:pt x="78" y="92"/>
                </a:cubicBezTo>
                <a:cubicBezTo>
                  <a:pt x="78" y="91"/>
                  <a:pt x="80" y="91"/>
                  <a:pt x="81" y="90"/>
                </a:cubicBezTo>
                <a:cubicBezTo>
                  <a:pt x="83" y="89"/>
                  <a:pt x="88" y="88"/>
                  <a:pt x="85" y="85"/>
                </a:cubicBezTo>
                <a:cubicBezTo>
                  <a:pt x="84" y="84"/>
                  <a:pt x="82" y="84"/>
                  <a:pt x="81" y="83"/>
                </a:cubicBezTo>
                <a:cubicBezTo>
                  <a:pt x="80" y="81"/>
                  <a:pt x="81" y="80"/>
                  <a:pt x="82" y="78"/>
                </a:cubicBezTo>
                <a:cubicBezTo>
                  <a:pt x="84" y="77"/>
                  <a:pt x="84" y="76"/>
                  <a:pt x="86" y="75"/>
                </a:cubicBezTo>
                <a:cubicBezTo>
                  <a:pt x="87" y="74"/>
                  <a:pt x="88" y="73"/>
                  <a:pt x="88" y="71"/>
                </a:cubicBezTo>
                <a:cubicBezTo>
                  <a:pt x="88" y="69"/>
                  <a:pt x="87" y="68"/>
                  <a:pt x="87" y="66"/>
                </a:cubicBezTo>
                <a:cubicBezTo>
                  <a:pt x="87" y="64"/>
                  <a:pt x="89" y="63"/>
                  <a:pt x="89" y="61"/>
                </a:cubicBezTo>
                <a:cubicBezTo>
                  <a:pt x="88" y="61"/>
                  <a:pt x="84" y="59"/>
                  <a:pt x="84" y="59"/>
                </a:cubicBezTo>
                <a:cubicBezTo>
                  <a:pt x="81" y="58"/>
                  <a:pt x="79" y="61"/>
                  <a:pt x="78" y="62"/>
                </a:cubicBezTo>
                <a:cubicBezTo>
                  <a:pt x="76" y="63"/>
                  <a:pt x="74" y="63"/>
                  <a:pt x="74" y="66"/>
                </a:cubicBezTo>
                <a:cubicBezTo>
                  <a:pt x="74" y="66"/>
                  <a:pt x="76" y="67"/>
                  <a:pt x="75" y="68"/>
                </a:cubicBezTo>
                <a:cubicBezTo>
                  <a:pt x="75" y="70"/>
                  <a:pt x="75" y="69"/>
                  <a:pt x="74" y="70"/>
                </a:cubicBezTo>
                <a:cubicBezTo>
                  <a:pt x="73" y="71"/>
                  <a:pt x="74" y="72"/>
                  <a:pt x="73" y="73"/>
                </a:cubicBezTo>
                <a:cubicBezTo>
                  <a:pt x="73" y="75"/>
                  <a:pt x="73" y="76"/>
                  <a:pt x="72" y="74"/>
                </a:cubicBezTo>
                <a:cubicBezTo>
                  <a:pt x="71" y="73"/>
                  <a:pt x="72" y="74"/>
                  <a:pt x="71" y="73"/>
                </a:cubicBezTo>
                <a:cubicBezTo>
                  <a:pt x="71" y="72"/>
                  <a:pt x="72" y="72"/>
                  <a:pt x="72" y="71"/>
                </a:cubicBezTo>
                <a:cubicBezTo>
                  <a:pt x="72" y="70"/>
                  <a:pt x="71" y="71"/>
                  <a:pt x="70" y="70"/>
                </a:cubicBezTo>
                <a:cubicBezTo>
                  <a:pt x="70" y="70"/>
                  <a:pt x="71" y="69"/>
                  <a:pt x="71" y="69"/>
                </a:cubicBezTo>
                <a:cubicBezTo>
                  <a:pt x="71" y="68"/>
                  <a:pt x="71" y="67"/>
                  <a:pt x="71" y="66"/>
                </a:cubicBezTo>
                <a:cubicBezTo>
                  <a:pt x="71" y="66"/>
                  <a:pt x="73" y="65"/>
                  <a:pt x="72" y="64"/>
                </a:cubicBezTo>
                <a:cubicBezTo>
                  <a:pt x="70" y="65"/>
                  <a:pt x="68" y="65"/>
                  <a:pt x="66" y="64"/>
                </a:cubicBezTo>
                <a:cubicBezTo>
                  <a:pt x="66" y="64"/>
                  <a:pt x="63" y="63"/>
                  <a:pt x="62" y="64"/>
                </a:cubicBezTo>
                <a:cubicBezTo>
                  <a:pt x="61" y="66"/>
                  <a:pt x="70" y="65"/>
                  <a:pt x="66" y="69"/>
                </a:cubicBezTo>
                <a:cubicBezTo>
                  <a:pt x="66" y="69"/>
                  <a:pt x="65" y="69"/>
                  <a:pt x="64" y="69"/>
                </a:cubicBezTo>
                <a:cubicBezTo>
                  <a:pt x="64" y="70"/>
                  <a:pt x="65" y="71"/>
                  <a:pt x="64" y="71"/>
                </a:cubicBezTo>
                <a:cubicBezTo>
                  <a:pt x="64" y="72"/>
                  <a:pt x="63" y="72"/>
                  <a:pt x="63" y="72"/>
                </a:cubicBezTo>
                <a:cubicBezTo>
                  <a:pt x="62" y="72"/>
                  <a:pt x="62" y="73"/>
                  <a:pt x="61" y="74"/>
                </a:cubicBezTo>
                <a:cubicBezTo>
                  <a:pt x="60" y="74"/>
                  <a:pt x="60" y="73"/>
                  <a:pt x="58" y="72"/>
                </a:cubicBezTo>
                <a:cubicBezTo>
                  <a:pt x="58" y="72"/>
                  <a:pt x="55" y="72"/>
                  <a:pt x="55" y="73"/>
                </a:cubicBezTo>
                <a:cubicBezTo>
                  <a:pt x="56" y="74"/>
                  <a:pt x="57" y="74"/>
                  <a:pt x="56" y="75"/>
                </a:cubicBezTo>
                <a:cubicBezTo>
                  <a:pt x="56" y="76"/>
                  <a:pt x="57" y="75"/>
                  <a:pt x="57" y="76"/>
                </a:cubicBezTo>
                <a:cubicBezTo>
                  <a:pt x="58" y="76"/>
                  <a:pt x="59" y="77"/>
                  <a:pt x="59" y="78"/>
                </a:cubicBezTo>
                <a:cubicBezTo>
                  <a:pt x="59" y="78"/>
                  <a:pt x="59" y="79"/>
                  <a:pt x="59" y="79"/>
                </a:cubicBezTo>
                <a:cubicBezTo>
                  <a:pt x="59" y="80"/>
                  <a:pt x="58" y="79"/>
                  <a:pt x="59" y="80"/>
                </a:cubicBezTo>
                <a:cubicBezTo>
                  <a:pt x="59" y="81"/>
                  <a:pt x="61" y="81"/>
                  <a:pt x="61" y="83"/>
                </a:cubicBezTo>
                <a:cubicBezTo>
                  <a:pt x="61" y="85"/>
                  <a:pt x="59" y="85"/>
                  <a:pt x="59" y="86"/>
                </a:cubicBezTo>
                <a:cubicBezTo>
                  <a:pt x="60" y="87"/>
                  <a:pt x="62" y="89"/>
                  <a:pt x="63" y="91"/>
                </a:cubicBezTo>
                <a:cubicBezTo>
                  <a:pt x="63" y="91"/>
                  <a:pt x="64" y="91"/>
                  <a:pt x="65" y="91"/>
                </a:cubicBezTo>
                <a:close/>
                <a:moveTo>
                  <a:pt x="55" y="97"/>
                </a:moveTo>
                <a:cubicBezTo>
                  <a:pt x="55" y="97"/>
                  <a:pt x="56" y="95"/>
                  <a:pt x="56" y="94"/>
                </a:cubicBezTo>
                <a:cubicBezTo>
                  <a:pt x="55" y="94"/>
                  <a:pt x="53" y="98"/>
                  <a:pt x="53" y="98"/>
                </a:cubicBezTo>
                <a:cubicBezTo>
                  <a:pt x="51" y="100"/>
                  <a:pt x="51" y="102"/>
                  <a:pt x="51" y="104"/>
                </a:cubicBezTo>
                <a:cubicBezTo>
                  <a:pt x="51" y="107"/>
                  <a:pt x="51" y="107"/>
                  <a:pt x="52" y="104"/>
                </a:cubicBezTo>
                <a:cubicBezTo>
                  <a:pt x="53" y="102"/>
                  <a:pt x="55" y="100"/>
                  <a:pt x="55" y="98"/>
                </a:cubicBezTo>
                <a:cubicBezTo>
                  <a:pt x="55" y="98"/>
                  <a:pt x="55" y="97"/>
                  <a:pt x="55" y="97"/>
                </a:cubicBezTo>
                <a:close/>
                <a:moveTo>
                  <a:pt x="34" y="100"/>
                </a:moveTo>
                <a:cubicBezTo>
                  <a:pt x="35" y="101"/>
                  <a:pt x="34" y="101"/>
                  <a:pt x="35" y="102"/>
                </a:cubicBezTo>
                <a:cubicBezTo>
                  <a:pt x="36" y="102"/>
                  <a:pt x="38" y="102"/>
                  <a:pt x="39" y="102"/>
                </a:cubicBezTo>
                <a:cubicBezTo>
                  <a:pt x="39" y="99"/>
                  <a:pt x="36" y="97"/>
                  <a:pt x="34" y="95"/>
                </a:cubicBezTo>
                <a:cubicBezTo>
                  <a:pt x="33" y="94"/>
                  <a:pt x="31" y="94"/>
                  <a:pt x="31" y="96"/>
                </a:cubicBezTo>
                <a:cubicBezTo>
                  <a:pt x="31" y="97"/>
                  <a:pt x="34" y="99"/>
                  <a:pt x="34" y="100"/>
                </a:cubicBezTo>
                <a:cubicBezTo>
                  <a:pt x="35" y="100"/>
                  <a:pt x="34" y="99"/>
                  <a:pt x="34" y="100"/>
                </a:cubicBezTo>
                <a:close/>
                <a:moveTo>
                  <a:pt x="42" y="100"/>
                </a:moveTo>
                <a:cubicBezTo>
                  <a:pt x="42" y="102"/>
                  <a:pt x="44" y="102"/>
                  <a:pt x="45" y="102"/>
                </a:cubicBezTo>
                <a:cubicBezTo>
                  <a:pt x="45" y="103"/>
                  <a:pt x="46" y="105"/>
                  <a:pt x="47" y="103"/>
                </a:cubicBezTo>
                <a:cubicBezTo>
                  <a:pt x="48" y="101"/>
                  <a:pt x="42" y="99"/>
                  <a:pt x="42" y="100"/>
                </a:cubicBezTo>
                <a:cubicBezTo>
                  <a:pt x="42" y="102"/>
                  <a:pt x="42" y="99"/>
                  <a:pt x="42" y="100"/>
                </a:cubicBezTo>
                <a:close/>
                <a:moveTo>
                  <a:pt x="48" y="68"/>
                </a:moveTo>
                <a:cubicBezTo>
                  <a:pt x="46" y="71"/>
                  <a:pt x="49" y="73"/>
                  <a:pt x="50" y="69"/>
                </a:cubicBezTo>
                <a:cubicBezTo>
                  <a:pt x="50" y="68"/>
                  <a:pt x="50" y="68"/>
                  <a:pt x="50" y="67"/>
                </a:cubicBezTo>
                <a:cubicBezTo>
                  <a:pt x="49" y="66"/>
                  <a:pt x="48" y="64"/>
                  <a:pt x="48" y="64"/>
                </a:cubicBezTo>
                <a:cubicBezTo>
                  <a:pt x="47" y="64"/>
                  <a:pt x="48" y="67"/>
                  <a:pt x="48" y="68"/>
                </a:cubicBezTo>
                <a:cubicBezTo>
                  <a:pt x="47" y="69"/>
                  <a:pt x="48" y="67"/>
                  <a:pt x="48" y="68"/>
                </a:cubicBezTo>
                <a:close/>
                <a:moveTo>
                  <a:pt x="50" y="77"/>
                </a:moveTo>
                <a:cubicBezTo>
                  <a:pt x="49" y="78"/>
                  <a:pt x="47" y="83"/>
                  <a:pt x="50" y="82"/>
                </a:cubicBezTo>
                <a:cubicBezTo>
                  <a:pt x="53" y="81"/>
                  <a:pt x="52" y="77"/>
                  <a:pt x="50" y="77"/>
                </a:cubicBezTo>
                <a:cubicBezTo>
                  <a:pt x="49" y="78"/>
                  <a:pt x="50" y="77"/>
                  <a:pt x="50" y="77"/>
                </a:cubicBezTo>
                <a:close/>
                <a:moveTo>
                  <a:pt x="79" y="101"/>
                </a:moveTo>
                <a:cubicBezTo>
                  <a:pt x="81" y="103"/>
                  <a:pt x="82" y="100"/>
                  <a:pt x="84" y="99"/>
                </a:cubicBezTo>
                <a:cubicBezTo>
                  <a:pt x="85" y="99"/>
                  <a:pt x="89" y="100"/>
                  <a:pt x="87" y="97"/>
                </a:cubicBezTo>
                <a:cubicBezTo>
                  <a:pt x="86" y="96"/>
                  <a:pt x="83" y="95"/>
                  <a:pt x="82" y="96"/>
                </a:cubicBezTo>
                <a:cubicBezTo>
                  <a:pt x="82" y="96"/>
                  <a:pt x="82" y="97"/>
                  <a:pt x="81" y="98"/>
                </a:cubicBezTo>
                <a:cubicBezTo>
                  <a:pt x="80" y="99"/>
                  <a:pt x="79" y="99"/>
                  <a:pt x="79" y="101"/>
                </a:cubicBezTo>
                <a:cubicBezTo>
                  <a:pt x="80" y="101"/>
                  <a:pt x="79" y="99"/>
                  <a:pt x="79" y="101"/>
                </a:cubicBezTo>
                <a:close/>
                <a:moveTo>
                  <a:pt x="71" y="100"/>
                </a:moveTo>
                <a:cubicBezTo>
                  <a:pt x="70" y="102"/>
                  <a:pt x="74" y="104"/>
                  <a:pt x="74" y="106"/>
                </a:cubicBezTo>
                <a:cubicBezTo>
                  <a:pt x="75" y="108"/>
                  <a:pt x="74" y="109"/>
                  <a:pt x="74" y="110"/>
                </a:cubicBezTo>
                <a:cubicBezTo>
                  <a:pt x="74" y="111"/>
                  <a:pt x="75" y="113"/>
                  <a:pt x="75" y="112"/>
                </a:cubicBezTo>
                <a:cubicBezTo>
                  <a:pt x="76" y="112"/>
                  <a:pt x="76" y="108"/>
                  <a:pt x="76" y="107"/>
                </a:cubicBezTo>
                <a:cubicBezTo>
                  <a:pt x="77" y="106"/>
                  <a:pt x="79" y="104"/>
                  <a:pt x="79" y="103"/>
                </a:cubicBezTo>
                <a:cubicBezTo>
                  <a:pt x="79" y="101"/>
                  <a:pt x="77" y="101"/>
                  <a:pt x="76" y="101"/>
                </a:cubicBezTo>
                <a:cubicBezTo>
                  <a:pt x="74" y="100"/>
                  <a:pt x="74" y="99"/>
                  <a:pt x="72" y="99"/>
                </a:cubicBezTo>
                <a:cubicBezTo>
                  <a:pt x="72" y="99"/>
                  <a:pt x="72" y="100"/>
                  <a:pt x="71" y="100"/>
                </a:cubicBezTo>
                <a:close/>
                <a:moveTo>
                  <a:pt x="61" y="99"/>
                </a:moveTo>
                <a:cubicBezTo>
                  <a:pt x="60" y="99"/>
                  <a:pt x="58" y="100"/>
                  <a:pt x="58" y="100"/>
                </a:cubicBezTo>
                <a:cubicBezTo>
                  <a:pt x="57" y="101"/>
                  <a:pt x="58" y="102"/>
                  <a:pt x="58" y="103"/>
                </a:cubicBezTo>
                <a:cubicBezTo>
                  <a:pt x="59" y="104"/>
                  <a:pt x="59" y="103"/>
                  <a:pt x="58" y="104"/>
                </a:cubicBezTo>
                <a:cubicBezTo>
                  <a:pt x="58" y="105"/>
                  <a:pt x="57" y="105"/>
                  <a:pt x="57" y="106"/>
                </a:cubicBezTo>
                <a:cubicBezTo>
                  <a:pt x="58" y="106"/>
                  <a:pt x="60" y="106"/>
                  <a:pt x="60" y="107"/>
                </a:cubicBezTo>
                <a:cubicBezTo>
                  <a:pt x="62" y="107"/>
                  <a:pt x="62" y="108"/>
                  <a:pt x="63" y="109"/>
                </a:cubicBezTo>
                <a:cubicBezTo>
                  <a:pt x="64" y="109"/>
                  <a:pt x="65" y="111"/>
                  <a:pt x="66" y="110"/>
                </a:cubicBezTo>
                <a:cubicBezTo>
                  <a:pt x="67" y="110"/>
                  <a:pt x="67" y="109"/>
                  <a:pt x="68" y="109"/>
                </a:cubicBezTo>
                <a:cubicBezTo>
                  <a:pt x="70" y="109"/>
                  <a:pt x="73" y="111"/>
                  <a:pt x="73" y="108"/>
                </a:cubicBezTo>
                <a:cubicBezTo>
                  <a:pt x="73" y="107"/>
                  <a:pt x="71" y="102"/>
                  <a:pt x="70" y="102"/>
                </a:cubicBezTo>
                <a:cubicBezTo>
                  <a:pt x="68" y="102"/>
                  <a:pt x="69" y="104"/>
                  <a:pt x="67" y="103"/>
                </a:cubicBezTo>
                <a:cubicBezTo>
                  <a:pt x="66" y="103"/>
                  <a:pt x="65" y="102"/>
                  <a:pt x="64" y="101"/>
                </a:cubicBezTo>
                <a:cubicBezTo>
                  <a:pt x="64" y="101"/>
                  <a:pt x="62" y="100"/>
                  <a:pt x="62" y="99"/>
                </a:cubicBezTo>
                <a:cubicBezTo>
                  <a:pt x="62" y="99"/>
                  <a:pt x="61" y="99"/>
                  <a:pt x="61" y="99"/>
                </a:cubicBezTo>
                <a:close/>
                <a:moveTo>
                  <a:pt x="130" y="95"/>
                </a:moveTo>
                <a:cubicBezTo>
                  <a:pt x="131" y="95"/>
                  <a:pt x="132" y="96"/>
                  <a:pt x="133" y="96"/>
                </a:cubicBezTo>
                <a:cubicBezTo>
                  <a:pt x="134" y="97"/>
                  <a:pt x="135" y="98"/>
                  <a:pt x="136" y="98"/>
                </a:cubicBezTo>
                <a:cubicBezTo>
                  <a:pt x="137" y="97"/>
                  <a:pt x="137" y="96"/>
                  <a:pt x="137" y="95"/>
                </a:cubicBezTo>
                <a:cubicBezTo>
                  <a:pt x="138" y="94"/>
                  <a:pt x="138" y="94"/>
                  <a:pt x="137" y="92"/>
                </a:cubicBezTo>
                <a:cubicBezTo>
                  <a:pt x="137" y="91"/>
                  <a:pt x="135" y="91"/>
                  <a:pt x="134" y="90"/>
                </a:cubicBezTo>
                <a:cubicBezTo>
                  <a:pt x="133" y="90"/>
                  <a:pt x="131" y="87"/>
                  <a:pt x="131" y="87"/>
                </a:cubicBezTo>
                <a:cubicBezTo>
                  <a:pt x="130" y="87"/>
                  <a:pt x="130" y="89"/>
                  <a:pt x="129" y="89"/>
                </a:cubicBezTo>
                <a:cubicBezTo>
                  <a:pt x="129" y="90"/>
                  <a:pt x="130" y="91"/>
                  <a:pt x="130" y="92"/>
                </a:cubicBezTo>
                <a:cubicBezTo>
                  <a:pt x="130" y="92"/>
                  <a:pt x="129" y="93"/>
                  <a:pt x="129" y="94"/>
                </a:cubicBezTo>
                <a:cubicBezTo>
                  <a:pt x="129" y="94"/>
                  <a:pt x="129" y="94"/>
                  <a:pt x="130" y="95"/>
                </a:cubicBezTo>
                <a:close/>
                <a:moveTo>
                  <a:pt x="17" y="101"/>
                </a:moveTo>
                <a:cubicBezTo>
                  <a:pt x="18" y="102"/>
                  <a:pt x="20" y="102"/>
                  <a:pt x="21" y="103"/>
                </a:cubicBezTo>
                <a:cubicBezTo>
                  <a:pt x="22" y="103"/>
                  <a:pt x="22" y="104"/>
                  <a:pt x="22" y="104"/>
                </a:cubicBezTo>
                <a:cubicBezTo>
                  <a:pt x="24" y="105"/>
                  <a:pt x="26" y="105"/>
                  <a:pt x="27" y="104"/>
                </a:cubicBezTo>
                <a:cubicBezTo>
                  <a:pt x="26" y="104"/>
                  <a:pt x="29" y="101"/>
                  <a:pt x="29" y="101"/>
                </a:cubicBezTo>
                <a:cubicBezTo>
                  <a:pt x="31" y="100"/>
                  <a:pt x="29" y="100"/>
                  <a:pt x="30" y="101"/>
                </a:cubicBezTo>
                <a:cubicBezTo>
                  <a:pt x="31" y="102"/>
                  <a:pt x="31" y="102"/>
                  <a:pt x="32" y="102"/>
                </a:cubicBezTo>
                <a:cubicBezTo>
                  <a:pt x="33" y="101"/>
                  <a:pt x="33" y="99"/>
                  <a:pt x="32" y="99"/>
                </a:cubicBezTo>
                <a:cubicBezTo>
                  <a:pt x="31" y="97"/>
                  <a:pt x="29" y="96"/>
                  <a:pt x="27" y="96"/>
                </a:cubicBezTo>
                <a:cubicBezTo>
                  <a:pt x="28" y="95"/>
                  <a:pt x="29" y="93"/>
                  <a:pt x="27" y="93"/>
                </a:cubicBezTo>
                <a:cubicBezTo>
                  <a:pt x="27" y="91"/>
                  <a:pt x="31" y="91"/>
                  <a:pt x="31" y="90"/>
                </a:cubicBezTo>
                <a:cubicBezTo>
                  <a:pt x="32" y="89"/>
                  <a:pt x="31" y="88"/>
                  <a:pt x="31" y="87"/>
                </a:cubicBezTo>
                <a:cubicBezTo>
                  <a:pt x="30" y="86"/>
                  <a:pt x="30" y="85"/>
                  <a:pt x="30" y="85"/>
                </a:cubicBezTo>
                <a:cubicBezTo>
                  <a:pt x="30" y="84"/>
                  <a:pt x="30" y="83"/>
                  <a:pt x="30" y="83"/>
                </a:cubicBezTo>
                <a:cubicBezTo>
                  <a:pt x="30" y="81"/>
                  <a:pt x="30" y="82"/>
                  <a:pt x="29" y="81"/>
                </a:cubicBezTo>
                <a:cubicBezTo>
                  <a:pt x="28" y="81"/>
                  <a:pt x="27" y="81"/>
                  <a:pt x="28" y="80"/>
                </a:cubicBezTo>
                <a:cubicBezTo>
                  <a:pt x="28" y="80"/>
                  <a:pt x="31" y="80"/>
                  <a:pt x="31" y="79"/>
                </a:cubicBezTo>
                <a:cubicBezTo>
                  <a:pt x="33" y="78"/>
                  <a:pt x="33" y="77"/>
                  <a:pt x="34" y="77"/>
                </a:cubicBezTo>
                <a:cubicBezTo>
                  <a:pt x="35" y="75"/>
                  <a:pt x="29" y="75"/>
                  <a:pt x="29" y="74"/>
                </a:cubicBezTo>
                <a:cubicBezTo>
                  <a:pt x="29" y="73"/>
                  <a:pt x="32" y="74"/>
                  <a:pt x="32" y="74"/>
                </a:cubicBezTo>
                <a:cubicBezTo>
                  <a:pt x="34" y="74"/>
                  <a:pt x="34" y="74"/>
                  <a:pt x="36" y="74"/>
                </a:cubicBezTo>
                <a:cubicBezTo>
                  <a:pt x="37" y="73"/>
                  <a:pt x="38" y="74"/>
                  <a:pt x="38" y="73"/>
                </a:cubicBezTo>
                <a:cubicBezTo>
                  <a:pt x="38" y="72"/>
                  <a:pt x="38" y="71"/>
                  <a:pt x="38" y="70"/>
                </a:cubicBezTo>
                <a:cubicBezTo>
                  <a:pt x="37" y="69"/>
                  <a:pt x="35" y="69"/>
                  <a:pt x="36" y="68"/>
                </a:cubicBezTo>
                <a:cubicBezTo>
                  <a:pt x="38" y="68"/>
                  <a:pt x="39" y="67"/>
                  <a:pt x="41" y="69"/>
                </a:cubicBezTo>
                <a:cubicBezTo>
                  <a:pt x="42" y="69"/>
                  <a:pt x="42" y="63"/>
                  <a:pt x="42" y="62"/>
                </a:cubicBezTo>
                <a:cubicBezTo>
                  <a:pt x="42" y="60"/>
                  <a:pt x="41" y="58"/>
                  <a:pt x="43" y="56"/>
                </a:cubicBezTo>
                <a:cubicBezTo>
                  <a:pt x="43" y="55"/>
                  <a:pt x="45" y="52"/>
                  <a:pt x="47" y="53"/>
                </a:cubicBezTo>
                <a:cubicBezTo>
                  <a:pt x="48" y="55"/>
                  <a:pt x="45" y="56"/>
                  <a:pt x="45" y="58"/>
                </a:cubicBezTo>
                <a:cubicBezTo>
                  <a:pt x="46" y="58"/>
                  <a:pt x="47" y="58"/>
                  <a:pt x="47" y="58"/>
                </a:cubicBezTo>
                <a:cubicBezTo>
                  <a:pt x="48" y="62"/>
                  <a:pt x="49" y="56"/>
                  <a:pt x="49" y="56"/>
                </a:cubicBezTo>
                <a:cubicBezTo>
                  <a:pt x="50" y="55"/>
                  <a:pt x="50" y="56"/>
                  <a:pt x="51" y="57"/>
                </a:cubicBezTo>
                <a:cubicBezTo>
                  <a:pt x="52" y="58"/>
                  <a:pt x="52" y="58"/>
                  <a:pt x="52" y="56"/>
                </a:cubicBezTo>
                <a:cubicBezTo>
                  <a:pt x="53" y="54"/>
                  <a:pt x="56" y="51"/>
                  <a:pt x="56" y="48"/>
                </a:cubicBezTo>
                <a:cubicBezTo>
                  <a:pt x="56" y="45"/>
                  <a:pt x="53" y="45"/>
                  <a:pt x="50" y="45"/>
                </a:cubicBezTo>
                <a:cubicBezTo>
                  <a:pt x="50" y="45"/>
                  <a:pt x="48" y="45"/>
                  <a:pt x="48" y="45"/>
                </a:cubicBezTo>
                <a:cubicBezTo>
                  <a:pt x="46" y="45"/>
                  <a:pt x="46" y="45"/>
                  <a:pt x="45" y="43"/>
                </a:cubicBezTo>
                <a:cubicBezTo>
                  <a:pt x="44" y="43"/>
                  <a:pt x="45" y="42"/>
                  <a:pt x="43" y="43"/>
                </a:cubicBezTo>
                <a:cubicBezTo>
                  <a:pt x="43" y="43"/>
                  <a:pt x="42" y="45"/>
                  <a:pt x="42" y="46"/>
                </a:cubicBezTo>
                <a:cubicBezTo>
                  <a:pt x="41" y="43"/>
                  <a:pt x="46" y="40"/>
                  <a:pt x="43" y="39"/>
                </a:cubicBezTo>
                <a:cubicBezTo>
                  <a:pt x="42" y="39"/>
                  <a:pt x="40" y="39"/>
                  <a:pt x="40" y="39"/>
                </a:cubicBezTo>
                <a:cubicBezTo>
                  <a:pt x="38" y="39"/>
                  <a:pt x="36" y="40"/>
                  <a:pt x="35" y="40"/>
                </a:cubicBezTo>
                <a:cubicBezTo>
                  <a:pt x="36" y="40"/>
                  <a:pt x="38" y="39"/>
                  <a:pt x="39" y="38"/>
                </a:cubicBezTo>
                <a:cubicBezTo>
                  <a:pt x="41" y="38"/>
                  <a:pt x="42" y="38"/>
                  <a:pt x="44" y="37"/>
                </a:cubicBezTo>
                <a:cubicBezTo>
                  <a:pt x="43" y="35"/>
                  <a:pt x="44" y="32"/>
                  <a:pt x="43" y="30"/>
                </a:cubicBezTo>
                <a:cubicBezTo>
                  <a:pt x="42" y="28"/>
                  <a:pt x="40" y="27"/>
                  <a:pt x="39" y="26"/>
                </a:cubicBezTo>
                <a:cubicBezTo>
                  <a:pt x="37" y="26"/>
                  <a:pt x="35" y="25"/>
                  <a:pt x="33" y="26"/>
                </a:cubicBezTo>
                <a:cubicBezTo>
                  <a:pt x="32" y="27"/>
                  <a:pt x="32" y="28"/>
                  <a:pt x="31" y="28"/>
                </a:cubicBezTo>
                <a:cubicBezTo>
                  <a:pt x="30" y="29"/>
                  <a:pt x="30" y="28"/>
                  <a:pt x="29" y="28"/>
                </a:cubicBezTo>
                <a:cubicBezTo>
                  <a:pt x="25" y="27"/>
                  <a:pt x="21" y="30"/>
                  <a:pt x="22" y="34"/>
                </a:cubicBezTo>
                <a:cubicBezTo>
                  <a:pt x="22" y="36"/>
                  <a:pt x="23" y="37"/>
                  <a:pt x="24" y="39"/>
                </a:cubicBezTo>
                <a:cubicBezTo>
                  <a:pt x="24" y="40"/>
                  <a:pt x="25" y="45"/>
                  <a:pt x="23" y="44"/>
                </a:cubicBezTo>
                <a:cubicBezTo>
                  <a:pt x="22" y="44"/>
                  <a:pt x="23" y="41"/>
                  <a:pt x="21" y="41"/>
                </a:cubicBezTo>
                <a:cubicBezTo>
                  <a:pt x="20" y="42"/>
                  <a:pt x="19" y="45"/>
                  <a:pt x="19" y="42"/>
                </a:cubicBezTo>
                <a:cubicBezTo>
                  <a:pt x="18" y="40"/>
                  <a:pt x="22" y="38"/>
                  <a:pt x="21" y="36"/>
                </a:cubicBezTo>
                <a:cubicBezTo>
                  <a:pt x="20" y="35"/>
                  <a:pt x="18" y="35"/>
                  <a:pt x="17" y="36"/>
                </a:cubicBezTo>
                <a:cubicBezTo>
                  <a:pt x="15" y="36"/>
                  <a:pt x="15" y="38"/>
                  <a:pt x="14" y="39"/>
                </a:cubicBezTo>
                <a:cubicBezTo>
                  <a:pt x="13" y="40"/>
                  <a:pt x="12" y="40"/>
                  <a:pt x="12" y="42"/>
                </a:cubicBezTo>
                <a:cubicBezTo>
                  <a:pt x="12" y="43"/>
                  <a:pt x="14" y="43"/>
                  <a:pt x="14" y="45"/>
                </a:cubicBezTo>
                <a:cubicBezTo>
                  <a:pt x="14" y="47"/>
                  <a:pt x="11" y="47"/>
                  <a:pt x="11" y="45"/>
                </a:cubicBezTo>
                <a:cubicBezTo>
                  <a:pt x="10" y="43"/>
                  <a:pt x="10" y="42"/>
                  <a:pt x="9" y="40"/>
                </a:cubicBezTo>
                <a:cubicBezTo>
                  <a:pt x="8" y="41"/>
                  <a:pt x="10" y="42"/>
                  <a:pt x="9" y="42"/>
                </a:cubicBezTo>
                <a:cubicBezTo>
                  <a:pt x="9" y="44"/>
                  <a:pt x="8" y="43"/>
                  <a:pt x="7" y="43"/>
                </a:cubicBezTo>
                <a:cubicBezTo>
                  <a:pt x="6" y="43"/>
                  <a:pt x="5" y="43"/>
                  <a:pt x="4" y="43"/>
                </a:cubicBezTo>
                <a:cubicBezTo>
                  <a:pt x="4" y="43"/>
                  <a:pt x="3" y="41"/>
                  <a:pt x="2" y="41"/>
                </a:cubicBezTo>
                <a:cubicBezTo>
                  <a:pt x="2" y="41"/>
                  <a:pt x="0" y="42"/>
                  <a:pt x="0" y="43"/>
                </a:cubicBezTo>
                <a:cubicBezTo>
                  <a:pt x="1" y="46"/>
                  <a:pt x="1" y="49"/>
                  <a:pt x="1" y="52"/>
                </a:cubicBezTo>
                <a:cubicBezTo>
                  <a:pt x="1" y="54"/>
                  <a:pt x="0" y="57"/>
                  <a:pt x="2" y="59"/>
                </a:cubicBezTo>
                <a:cubicBezTo>
                  <a:pt x="2" y="60"/>
                  <a:pt x="4" y="61"/>
                  <a:pt x="4" y="62"/>
                </a:cubicBezTo>
                <a:cubicBezTo>
                  <a:pt x="5" y="62"/>
                  <a:pt x="5" y="63"/>
                  <a:pt x="5" y="64"/>
                </a:cubicBezTo>
                <a:cubicBezTo>
                  <a:pt x="5" y="65"/>
                  <a:pt x="6" y="66"/>
                  <a:pt x="5" y="67"/>
                </a:cubicBezTo>
                <a:cubicBezTo>
                  <a:pt x="5" y="68"/>
                  <a:pt x="4" y="69"/>
                  <a:pt x="3" y="69"/>
                </a:cubicBezTo>
                <a:cubicBezTo>
                  <a:pt x="3" y="70"/>
                  <a:pt x="2" y="68"/>
                  <a:pt x="2" y="68"/>
                </a:cubicBezTo>
                <a:cubicBezTo>
                  <a:pt x="2" y="67"/>
                  <a:pt x="2" y="66"/>
                  <a:pt x="2" y="65"/>
                </a:cubicBezTo>
                <a:cubicBezTo>
                  <a:pt x="2" y="64"/>
                  <a:pt x="0" y="60"/>
                  <a:pt x="1" y="60"/>
                </a:cubicBezTo>
                <a:cubicBezTo>
                  <a:pt x="0" y="61"/>
                  <a:pt x="1" y="63"/>
                  <a:pt x="1" y="64"/>
                </a:cubicBezTo>
                <a:cubicBezTo>
                  <a:pt x="1" y="66"/>
                  <a:pt x="2" y="67"/>
                  <a:pt x="2" y="69"/>
                </a:cubicBezTo>
                <a:cubicBezTo>
                  <a:pt x="2" y="71"/>
                  <a:pt x="2" y="73"/>
                  <a:pt x="2" y="74"/>
                </a:cubicBezTo>
                <a:cubicBezTo>
                  <a:pt x="1" y="76"/>
                  <a:pt x="0" y="78"/>
                  <a:pt x="0" y="80"/>
                </a:cubicBezTo>
                <a:cubicBezTo>
                  <a:pt x="1" y="80"/>
                  <a:pt x="3" y="81"/>
                  <a:pt x="3" y="81"/>
                </a:cubicBezTo>
                <a:cubicBezTo>
                  <a:pt x="3" y="81"/>
                  <a:pt x="2" y="79"/>
                  <a:pt x="3" y="79"/>
                </a:cubicBezTo>
                <a:cubicBezTo>
                  <a:pt x="4" y="78"/>
                  <a:pt x="5" y="79"/>
                  <a:pt x="5" y="79"/>
                </a:cubicBezTo>
                <a:cubicBezTo>
                  <a:pt x="6" y="81"/>
                  <a:pt x="6" y="81"/>
                  <a:pt x="6" y="83"/>
                </a:cubicBezTo>
                <a:cubicBezTo>
                  <a:pt x="6" y="84"/>
                  <a:pt x="7" y="84"/>
                  <a:pt x="7" y="85"/>
                </a:cubicBezTo>
                <a:cubicBezTo>
                  <a:pt x="7" y="84"/>
                  <a:pt x="7" y="82"/>
                  <a:pt x="9" y="83"/>
                </a:cubicBezTo>
                <a:cubicBezTo>
                  <a:pt x="11" y="84"/>
                  <a:pt x="11" y="86"/>
                  <a:pt x="11" y="88"/>
                </a:cubicBezTo>
                <a:cubicBezTo>
                  <a:pt x="11" y="90"/>
                  <a:pt x="12" y="92"/>
                  <a:pt x="12" y="95"/>
                </a:cubicBezTo>
                <a:cubicBezTo>
                  <a:pt x="12" y="96"/>
                  <a:pt x="12" y="100"/>
                  <a:pt x="11" y="101"/>
                </a:cubicBezTo>
                <a:cubicBezTo>
                  <a:pt x="13" y="101"/>
                  <a:pt x="15" y="101"/>
                  <a:pt x="17" y="101"/>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2" name="Freeform 50"/>
          <p:cNvSpPr>
            <a:spLocks/>
          </p:cNvSpPr>
          <p:nvPr/>
        </p:nvSpPr>
        <p:spPr bwMode="auto">
          <a:xfrm>
            <a:off x="9324975" y="4475163"/>
            <a:ext cx="509588" cy="293687"/>
          </a:xfrm>
          <a:custGeom>
            <a:avLst/>
            <a:gdLst>
              <a:gd name="T0" fmla="*/ 49 w 134"/>
              <a:gd name="T1" fmla="*/ 74 h 77"/>
              <a:gd name="T2" fmla="*/ 54 w 134"/>
              <a:gd name="T3" fmla="*/ 72 h 77"/>
              <a:gd name="T4" fmla="*/ 59 w 134"/>
              <a:gd name="T5" fmla="*/ 63 h 77"/>
              <a:gd name="T6" fmla="*/ 72 w 134"/>
              <a:gd name="T7" fmla="*/ 67 h 77"/>
              <a:gd name="T8" fmla="*/ 82 w 134"/>
              <a:gd name="T9" fmla="*/ 70 h 77"/>
              <a:gd name="T10" fmla="*/ 94 w 134"/>
              <a:gd name="T11" fmla="*/ 71 h 77"/>
              <a:gd name="T12" fmla="*/ 100 w 134"/>
              <a:gd name="T13" fmla="*/ 68 h 77"/>
              <a:gd name="T14" fmla="*/ 117 w 134"/>
              <a:gd name="T15" fmla="*/ 63 h 77"/>
              <a:gd name="T16" fmla="*/ 124 w 134"/>
              <a:gd name="T17" fmla="*/ 53 h 77"/>
              <a:gd name="T18" fmla="*/ 131 w 134"/>
              <a:gd name="T19" fmla="*/ 48 h 77"/>
              <a:gd name="T20" fmla="*/ 132 w 134"/>
              <a:gd name="T21" fmla="*/ 43 h 77"/>
              <a:gd name="T22" fmla="*/ 127 w 134"/>
              <a:gd name="T23" fmla="*/ 35 h 77"/>
              <a:gd name="T24" fmla="*/ 120 w 134"/>
              <a:gd name="T25" fmla="*/ 32 h 77"/>
              <a:gd name="T26" fmla="*/ 112 w 134"/>
              <a:gd name="T27" fmla="*/ 30 h 77"/>
              <a:gd name="T28" fmla="*/ 113 w 134"/>
              <a:gd name="T29" fmla="*/ 23 h 77"/>
              <a:gd name="T30" fmla="*/ 101 w 134"/>
              <a:gd name="T31" fmla="*/ 21 h 77"/>
              <a:gd name="T32" fmla="*/ 97 w 134"/>
              <a:gd name="T33" fmla="*/ 24 h 77"/>
              <a:gd name="T34" fmla="*/ 89 w 134"/>
              <a:gd name="T35" fmla="*/ 28 h 77"/>
              <a:gd name="T36" fmla="*/ 86 w 134"/>
              <a:gd name="T37" fmla="*/ 22 h 77"/>
              <a:gd name="T38" fmla="*/ 87 w 134"/>
              <a:gd name="T39" fmla="*/ 14 h 77"/>
              <a:gd name="T40" fmla="*/ 75 w 134"/>
              <a:gd name="T41" fmla="*/ 10 h 77"/>
              <a:gd name="T42" fmla="*/ 64 w 134"/>
              <a:gd name="T43" fmla="*/ 5 h 77"/>
              <a:gd name="T44" fmla="*/ 56 w 134"/>
              <a:gd name="T45" fmla="*/ 6 h 77"/>
              <a:gd name="T46" fmla="*/ 44 w 134"/>
              <a:gd name="T47" fmla="*/ 1 h 77"/>
              <a:gd name="T48" fmla="*/ 39 w 134"/>
              <a:gd name="T49" fmla="*/ 8 h 77"/>
              <a:gd name="T50" fmla="*/ 28 w 134"/>
              <a:gd name="T51" fmla="*/ 14 h 77"/>
              <a:gd name="T52" fmla="*/ 22 w 134"/>
              <a:gd name="T53" fmla="*/ 17 h 77"/>
              <a:gd name="T54" fmla="*/ 11 w 134"/>
              <a:gd name="T55" fmla="*/ 20 h 77"/>
              <a:gd name="T56" fmla="*/ 5 w 134"/>
              <a:gd name="T57" fmla="*/ 27 h 77"/>
              <a:gd name="T58" fmla="*/ 4 w 134"/>
              <a:gd name="T59" fmla="*/ 28 h 77"/>
              <a:gd name="T60" fmla="*/ 10 w 134"/>
              <a:gd name="T61" fmla="*/ 43 h 77"/>
              <a:gd name="T62" fmla="*/ 15 w 134"/>
              <a:gd name="T63" fmla="*/ 52 h 77"/>
              <a:gd name="T64" fmla="*/ 21 w 134"/>
              <a:gd name="T65" fmla="*/ 57 h 77"/>
              <a:gd name="T66" fmla="*/ 26 w 134"/>
              <a:gd name="T67" fmla="*/ 60 h 77"/>
              <a:gd name="T68" fmla="*/ 35 w 134"/>
              <a:gd name="T69" fmla="*/ 71 h 77"/>
              <a:gd name="T70" fmla="*/ 41 w 134"/>
              <a:gd name="T71"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 h="77">
                <a:moveTo>
                  <a:pt x="41" y="74"/>
                </a:moveTo>
                <a:cubicBezTo>
                  <a:pt x="43" y="77"/>
                  <a:pt x="46" y="74"/>
                  <a:pt x="49" y="74"/>
                </a:cubicBezTo>
                <a:cubicBezTo>
                  <a:pt x="50" y="74"/>
                  <a:pt x="51" y="75"/>
                  <a:pt x="52" y="75"/>
                </a:cubicBezTo>
                <a:cubicBezTo>
                  <a:pt x="53" y="74"/>
                  <a:pt x="54" y="73"/>
                  <a:pt x="54" y="72"/>
                </a:cubicBezTo>
                <a:cubicBezTo>
                  <a:pt x="56" y="70"/>
                  <a:pt x="58" y="69"/>
                  <a:pt x="58" y="66"/>
                </a:cubicBezTo>
                <a:cubicBezTo>
                  <a:pt x="58" y="65"/>
                  <a:pt x="58" y="64"/>
                  <a:pt x="59" y="63"/>
                </a:cubicBezTo>
                <a:cubicBezTo>
                  <a:pt x="60" y="63"/>
                  <a:pt x="62" y="63"/>
                  <a:pt x="63" y="64"/>
                </a:cubicBezTo>
                <a:cubicBezTo>
                  <a:pt x="66" y="62"/>
                  <a:pt x="69" y="66"/>
                  <a:pt x="72" y="67"/>
                </a:cubicBezTo>
                <a:cubicBezTo>
                  <a:pt x="74" y="67"/>
                  <a:pt x="75" y="67"/>
                  <a:pt x="77" y="68"/>
                </a:cubicBezTo>
                <a:cubicBezTo>
                  <a:pt x="78" y="69"/>
                  <a:pt x="80" y="70"/>
                  <a:pt x="82" y="70"/>
                </a:cubicBezTo>
                <a:cubicBezTo>
                  <a:pt x="85" y="71"/>
                  <a:pt x="87" y="68"/>
                  <a:pt x="90" y="69"/>
                </a:cubicBezTo>
                <a:cubicBezTo>
                  <a:pt x="91" y="70"/>
                  <a:pt x="92" y="71"/>
                  <a:pt x="94" y="71"/>
                </a:cubicBezTo>
                <a:cubicBezTo>
                  <a:pt x="96" y="71"/>
                  <a:pt x="96" y="73"/>
                  <a:pt x="97" y="73"/>
                </a:cubicBezTo>
                <a:cubicBezTo>
                  <a:pt x="99" y="72"/>
                  <a:pt x="98" y="69"/>
                  <a:pt x="100" y="68"/>
                </a:cubicBezTo>
                <a:cubicBezTo>
                  <a:pt x="102" y="66"/>
                  <a:pt x="105" y="68"/>
                  <a:pt x="107" y="68"/>
                </a:cubicBezTo>
                <a:cubicBezTo>
                  <a:pt x="111" y="68"/>
                  <a:pt x="114" y="65"/>
                  <a:pt x="117" y="63"/>
                </a:cubicBezTo>
                <a:cubicBezTo>
                  <a:pt x="119" y="61"/>
                  <a:pt x="119" y="59"/>
                  <a:pt x="120" y="57"/>
                </a:cubicBezTo>
                <a:cubicBezTo>
                  <a:pt x="121" y="54"/>
                  <a:pt x="123" y="54"/>
                  <a:pt x="124" y="53"/>
                </a:cubicBezTo>
                <a:cubicBezTo>
                  <a:pt x="126" y="52"/>
                  <a:pt x="126" y="49"/>
                  <a:pt x="128" y="48"/>
                </a:cubicBezTo>
                <a:cubicBezTo>
                  <a:pt x="129" y="48"/>
                  <a:pt x="130" y="48"/>
                  <a:pt x="131" y="48"/>
                </a:cubicBezTo>
                <a:cubicBezTo>
                  <a:pt x="132" y="48"/>
                  <a:pt x="133" y="47"/>
                  <a:pt x="134" y="47"/>
                </a:cubicBezTo>
                <a:cubicBezTo>
                  <a:pt x="134" y="46"/>
                  <a:pt x="133" y="44"/>
                  <a:pt x="132" y="43"/>
                </a:cubicBezTo>
                <a:cubicBezTo>
                  <a:pt x="132" y="42"/>
                  <a:pt x="130" y="42"/>
                  <a:pt x="130" y="41"/>
                </a:cubicBezTo>
                <a:cubicBezTo>
                  <a:pt x="128" y="39"/>
                  <a:pt x="129" y="36"/>
                  <a:pt x="127" y="35"/>
                </a:cubicBezTo>
                <a:cubicBezTo>
                  <a:pt x="126" y="34"/>
                  <a:pt x="125" y="34"/>
                  <a:pt x="124" y="34"/>
                </a:cubicBezTo>
                <a:cubicBezTo>
                  <a:pt x="122" y="33"/>
                  <a:pt x="121" y="32"/>
                  <a:pt x="120" y="32"/>
                </a:cubicBezTo>
                <a:cubicBezTo>
                  <a:pt x="117" y="30"/>
                  <a:pt x="118" y="33"/>
                  <a:pt x="115" y="33"/>
                </a:cubicBezTo>
                <a:cubicBezTo>
                  <a:pt x="115" y="32"/>
                  <a:pt x="114" y="31"/>
                  <a:pt x="112" y="30"/>
                </a:cubicBezTo>
                <a:cubicBezTo>
                  <a:pt x="112" y="30"/>
                  <a:pt x="110" y="29"/>
                  <a:pt x="110" y="28"/>
                </a:cubicBezTo>
                <a:cubicBezTo>
                  <a:pt x="109" y="27"/>
                  <a:pt x="113" y="26"/>
                  <a:pt x="113" y="23"/>
                </a:cubicBezTo>
                <a:cubicBezTo>
                  <a:pt x="110" y="22"/>
                  <a:pt x="108" y="25"/>
                  <a:pt x="106" y="24"/>
                </a:cubicBezTo>
                <a:cubicBezTo>
                  <a:pt x="104" y="24"/>
                  <a:pt x="103" y="22"/>
                  <a:pt x="101" y="21"/>
                </a:cubicBezTo>
                <a:cubicBezTo>
                  <a:pt x="100" y="21"/>
                  <a:pt x="97" y="19"/>
                  <a:pt x="96" y="20"/>
                </a:cubicBezTo>
                <a:cubicBezTo>
                  <a:pt x="95" y="21"/>
                  <a:pt x="96" y="23"/>
                  <a:pt x="97" y="24"/>
                </a:cubicBezTo>
                <a:cubicBezTo>
                  <a:pt x="98" y="26"/>
                  <a:pt x="96" y="26"/>
                  <a:pt x="94" y="27"/>
                </a:cubicBezTo>
                <a:cubicBezTo>
                  <a:pt x="93" y="28"/>
                  <a:pt x="90" y="30"/>
                  <a:pt x="89" y="28"/>
                </a:cubicBezTo>
                <a:cubicBezTo>
                  <a:pt x="88" y="27"/>
                  <a:pt x="88" y="25"/>
                  <a:pt x="87" y="24"/>
                </a:cubicBezTo>
                <a:cubicBezTo>
                  <a:pt x="87" y="24"/>
                  <a:pt x="86" y="23"/>
                  <a:pt x="86" y="22"/>
                </a:cubicBezTo>
                <a:cubicBezTo>
                  <a:pt x="85" y="21"/>
                  <a:pt x="84" y="22"/>
                  <a:pt x="83" y="21"/>
                </a:cubicBezTo>
                <a:cubicBezTo>
                  <a:pt x="79" y="19"/>
                  <a:pt x="88" y="18"/>
                  <a:pt x="87" y="14"/>
                </a:cubicBezTo>
                <a:cubicBezTo>
                  <a:pt x="86" y="12"/>
                  <a:pt x="83" y="13"/>
                  <a:pt x="81" y="13"/>
                </a:cubicBezTo>
                <a:cubicBezTo>
                  <a:pt x="78" y="13"/>
                  <a:pt x="78" y="12"/>
                  <a:pt x="75" y="10"/>
                </a:cubicBezTo>
                <a:cubicBezTo>
                  <a:pt x="74" y="9"/>
                  <a:pt x="71" y="9"/>
                  <a:pt x="69" y="9"/>
                </a:cubicBezTo>
                <a:cubicBezTo>
                  <a:pt x="66" y="8"/>
                  <a:pt x="66" y="7"/>
                  <a:pt x="64" y="5"/>
                </a:cubicBezTo>
                <a:cubicBezTo>
                  <a:pt x="64" y="3"/>
                  <a:pt x="62" y="0"/>
                  <a:pt x="59" y="2"/>
                </a:cubicBezTo>
                <a:cubicBezTo>
                  <a:pt x="58" y="3"/>
                  <a:pt x="59" y="7"/>
                  <a:pt x="56" y="6"/>
                </a:cubicBezTo>
                <a:cubicBezTo>
                  <a:pt x="54" y="9"/>
                  <a:pt x="52" y="6"/>
                  <a:pt x="51" y="4"/>
                </a:cubicBezTo>
                <a:cubicBezTo>
                  <a:pt x="50" y="1"/>
                  <a:pt x="48" y="0"/>
                  <a:pt x="44" y="1"/>
                </a:cubicBezTo>
                <a:cubicBezTo>
                  <a:pt x="44" y="2"/>
                  <a:pt x="47" y="3"/>
                  <a:pt x="46" y="5"/>
                </a:cubicBezTo>
                <a:cubicBezTo>
                  <a:pt x="46" y="6"/>
                  <a:pt x="40" y="8"/>
                  <a:pt x="39" y="8"/>
                </a:cubicBezTo>
                <a:cubicBezTo>
                  <a:pt x="37" y="9"/>
                  <a:pt x="35" y="10"/>
                  <a:pt x="32" y="11"/>
                </a:cubicBezTo>
                <a:cubicBezTo>
                  <a:pt x="30" y="11"/>
                  <a:pt x="29" y="13"/>
                  <a:pt x="28" y="14"/>
                </a:cubicBezTo>
                <a:cubicBezTo>
                  <a:pt x="27" y="14"/>
                  <a:pt x="26" y="14"/>
                  <a:pt x="25" y="15"/>
                </a:cubicBezTo>
                <a:cubicBezTo>
                  <a:pt x="24" y="15"/>
                  <a:pt x="23" y="16"/>
                  <a:pt x="22" y="17"/>
                </a:cubicBezTo>
                <a:cubicBezTo>
                  <a:pt x="21" y="18"/>
                  <a:pt x="19" y="19"/>
                  <a:pt x="17" y="20"/>
                </a:cubicBezTo>
                <a:cubicBezTo>
                  <a:pt x="15" y="20"/>
                  <a:pt x="12" y="20"/>
                  <a:pt x="11" y="20"/>
                </a:cubicBezTo>
                <a:cubicBezTo>
                  <a:pt x="9" y="21"/>
                  <a:pt x="9" y="22"/>
                  <a:pt x="9" y="23"/>
                </a:cubicBezTo>
                <a:cubicBezTo>
                  <a:pt x="8" y="24"/>
                  <a:pt x="6" y="28"/>
                  <a:pt x="5" y="27"/>
                </a:cubicBezTo>
                <a:cubicBezTo>
                  <a:pt x="4" y="26"/>
                  <a:pt x="4" y="23"/>
                  <a:pt x="3" y="24"/>
                </a:cubicBezTo>
                <a:cubicBezTo>
                  <a:pt x="0" y="24"/>
                  <a:pt x="3" y="27"/>
                  <a:pt x="4" y="28"/>
                </a:cubicBezTo>
                <a:cubicBezTo>
                  <a:pt x="5" y="30"/>
                  <a:pt x="6" y="31"/>
                  <a:pt x="8" y="33"/>
                </a:cubicBezTo>
                <a:cubicBezTo>
                  <a:pt x="13" y="36"/>
                  <a:pt x="8" y="39"/>
                  <a:pt x="10" y="43"/>
                </a:cubicBezTo>
                <a:cubicBezTo>
                  <a:pt x="11" y="45"/>
                  <a:pt x="12" y="47"/>
                  <a:pt x="13" y="49"/>
                </a:cubicBezTo>
                <a:cubicBezTo>
                  <a:pt x="13" y="50"/>
                  <a:pt x="14" y="51"/>
                  <a:pt x="15" y="52"/>
                </a:cubicBezTo>
                <a:cubicBezTo>
                  <a:pt x="16" y="53"/>
                  <a:pt x="17" y="52"/>
                  <a:pt x="18" y="53"/>
                </a:cubicBezTo>
                <a:cubicBezTo>
                  <a:pt x="20" y="53"/>
                  <a:pt x="20" y="55"/>
                  <a:pt x="21" y="57"/>
                </a:cubicBezTo>
                <a:cubicBezTo>
                  <a:pt x="22" y="58"/>
                  <a:pt x="22" y="59"/>
                  <a:pt x="23" y="59"/>
                </a:cubicBezTo>
                <a:cubicBezTo>
                  <a:pt x="24" y="60"/>
                  <a:pt x="25" y="59"/>
                  <a:pt x="26" y="60"/>
                </a:cubicBezTo>
                <a:cubicBezTo>
                  <a:pt x="27" y="60"/>
                  <a:pt x="28" y="63"/>
                  <a:pt x="30" y="64"/>
                </a:cubicBezTo>
                <a:cubicBezTo>
                  <a:pt x="33" y="66"/>
                  <a:pt x="34" y="68"/>
                  <a:pt x="35" y="71"/>
                </a:cubicBezTo>
                <a:cubicBezTo>
                  <a:pt x="37" y="71"/>
                  <a:pt x="39" y="72"/>
                  <a:pt x="41" y="74"/>
                </a:cubicBezTo>
                <a:cubicBezTo>
                  <a:pt x="42" y="77"/>
                  <a:pt x="39" y="72"/>
                  <a:pt x="41" y="74"/>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3" name="Freeform 51"/>
          <p:cNvSpPr>
            <a:spLocks/>
          </p:cNvSpPr>
          <p:nvPr/>
        </p:nvSpPr>
        <p:spPr bwMode="auto">
          <a:xfrm>
            <a:off x="10833100" y="6064250"/>
            <a:ext cx="182563" cy="103187"/>
          </a:xfrm>
          <a:custGeom>
            <a:avLst/>
            <a:gdLst>
              <a:gd name="T0" fmla="*/ 28 w 48"/>
              <a:gd name="T1" fmla="*/ 17 h 27"/>
              <a:gd name="T2" fmla="*/ 27 w 48"/>
              <a:gd name="T3" fmla="*/ 20 h 27"/>
              <a:gd name="T4" fmla="*/ 25 w 48"/>
              <a:gd name="T5" fmla="*/ 22 h 27"/>
              <a:gd name="T6" fmla="*/ 18 w 48"/>
              <a:gd name="T7" fmla="*/ 23 h 27"/>
              <a:gd name="T8" fmla="*/ 16 w 48"/>
              <a:gd name="T9" fmla="*/ 26 h 27"/>
              <a:gd name="T10" fmla="*/ 15 w 48"/>
              <a:gd name="T11" fmla="*/ 27 h 27"/>
              <a:gd name="T12" fmla="*/ 12 w 48"/>
              <a:gd name="T13" fmla="*/ 24 h 27"/>
              <a:gd name="T14" fmla="*/ 9 w 48"/>
              <a:gd name="T15" fmla="*/ 25 h 27"/>
              <a:gd name="T16" fmla="*/ 6 w 48"/>
              <a:gd name="T17" fmla="*/ 23 h 27"/>
              <a:gd name="T18" fmla="*/ 4 w 48"/>
              <a:gd name="T19" fmla="*/ 22 h 27"/>
              <a:gd name="T20" fmla="*/ 2 w 48"/>
              <a:gd name="T21" fmla="*/ 19 h 27"/>
              <a:gd name="T22" fmla="*/ 0 w 48"/>
              <a:gd name="T23" fmla="*/ 15 h 27"/>
              <a:gd name="T24" fmla="*/ 4 w 48"/>
              <a:gd name="T25" fmla="*/ 15 h 27"/>
              <a:gd name="T26" fmla="*/ 8 w 48"/>
              <a:gd name="T27" fmla="*/ 13 h 27"/>
              <a:gd name="T28" fmla="*/ 11 w 48"/>
              <a:gd name="T29" fmla="*/ 13 h 27"/>
              <a:gd name="T30" fmla="*/ 13 w 48"/>
              <a:gd name="T31" fmla="*/ 11 h 27"/>
              <a:gd name="T32" fmla="*/ 16 w 48"/>
              <a:gd name="T33" fmla="*/ 7 h 27"/>
              <a:gd name="T34" fmla="*/ 23 w 48"/>
              <a:gd name="T35" fmla="*/ 9 h 27"/>
              <a:gd name="T36" fmla="*/ 30 w 48"/>
              <a:gd name="T37" fmla="*/ 6 h 27"/>
              <a:gd name="T38" fmla="*/ 38 w 48"/>
              <a:gd name="T39" fmla="*/ 3 h 27"/>
              <a:gd name="T40" fmla="*/ 45 w 48"/>
              <a:gd name="T41" fmla="*/ 0 h 27"/>
              <a:gd name="T42" fmla="*/ 43 w 48"/>
              <a:gd name="T43" fmla="*/ 3 h 27"/>
              <a:gd name="T44" fmla="*/ 36 w 48"/>
              <a:gd name="T45" fmla="*/ 8 h 27"/>
              <a:gd name="T46" fmla="*/ 34 w 48"/>
              <a:gd name="T47" fmla="*/ 14 h 27"/>
              <a:gd name="T48" fmla="*/ 35 w 48"/>
              <a:gd name="T49" fmla="*/ 18 h 27"/>
              <a:gd name="T50" fmla="*/ 28 w 48"/>
              <a:gd name="T51" fmla="*/ 17 h 27"/>
              <a:gd name="T52" fmla="*/ 28 w 48"/>
              <a:gd name="T53"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27">
                <a:moveTo>
                  <a:pt x="28" y="17"/>
                </a:moveTo>
                <a:cubicBezTo>
                  <a:pt x="27" y="18"/>
                  <a:pt x="28" y="19"/>
                  <a:pt x="27" y="20"/>
                </a:cubicBezTo>
                <a:cubicBezTo>
                  <a:pt x="27" y="21"/>
                  <a:pt x="27" y="21"/>
                  <a:pt x="25" y="22"/>
                </a:cubicBezTo>
                <a:cubicBezTo>
                  <a:pt x="23" y="23"/>
                  <a:pt x="21" y="23"/>
                  <a:pt x="18" y="23"/>
                </a:cubicBezTo>
                <a:cubicBezTo>
                  <a:pt x="17" y="24"/>
                  <a:pt x="16" y="24"/>
                  <a:pt x="16" y="26"/>
                </a:cubicBezTo>
                <a:cubicBezTo>
                  <a:pt x="15" y="26"/>
                  <a:pt x="16" y="27"/>
                  <a:pt x="15" y="27"/>
                </a:cubicBezTo>
                <a:cubicBezTo>
                  <a:pt x="13" y="27"/>
                  <a:pt x="13" y="24"/>
                  <a:pt x="12" y="24"/>
                </a:cubicBezTo>
                <a:cubicBezTo>
                  <a:pt x="11" y="24"/>
                  <a:pt x="10" y="25"/>
                  <a:pt x="9" y="25"/>
                </a:cubicBezTo>
                <a:cubicBezTo>
                  <a:pt x="8" y="24"/>
                  <a:pt x="7" y="24"/>
                  <a:pt x="6" y="23"/>
                </a:cubicBezTo>
                <a:cubicBezTo>
                  <a:pt x="5" y="23"/>
                  <a:pt x="4" y="23"/>
                  <a:pt x="4" y="22"/>
                </a:cubicBezTo>
                <a:cubicBezTo>
                  <a:pt x="3" y="21"/>
                  <a:pt x="3" y="20"/>
                  <a:pt x="2" y="19"/>
                </a:cubicBezTo>
                <a:cubicBezTo>
                  <a:pt x="2" y="18"/>
                  <a:pt x="0" y="16"/>
                  <a:pt x="0" y="15"/>
                </a:cubicBezTo>
                <a:cubicBezTo>
                  <a:pt x="1" y="13"/>
                  <a:pt x="3" y="16"/>
                  <a:pt x="4" y="15"/>
                </a:cubicBezTo>
                <a:cubicBezTo>
                  <a:pt x="6" y="14"/>
                  <a:pt x="5" y="11"/>
                  <a:pt x="8" y="13"/>
                </a:cubicBezTo>
                <a:cubicBezTo>
                  <a:pt x="9" y="13"/>
                  <a:pt x="10" y="14"/>
                  <a:pt x="11" y="13"/>
                </a:cubicBezTo>
                <a:cubicBezTo>
                  <a:pt x="12" y="13"/>
                  <a:pt x="13" y="12"/>
                  <a:pt x="13" y="11"/>
                </a:cubicBezTo>
                <a:cubicBezTo>
                  <a:pt x="14" y="8"/>
                  <a:pt x="13" y="7"/>
                  <a:pt x="16" y="7"/>
                </a:cubicBezTo>
                <a:cubicBezTo>
                  <a:pt x="18" y="8"/>
                  <a:pt x="21" y="8"/>
                  <a:pt x="23" y="9"/>
                </a:cubicBezTo>
                <a:cubicBezTo>
                  <a:pt x="26" y="9"/>
                  <a:pt x="28" y="7"/>
                  <a:pt x="30" y="6"/>
                </a:cubicBezTo>
                <a:cubicBezTo>
                  <a:pt x="33" y="5"/>
                  <a:pt x="35" y="5"/>
                  <a:pt x="38" y="3"/>
                </a:cubicBezTo>
                <a:cubicBezTo>
                  <a:pt x="40" y="3"/>
                  <a:pt x="43" y="0"/>
                  <a:pt x="45" y="0"/>
                </a:cubicBezTo>
                <a:cubicBezTo>
                  <a:pt x="48" y="0"/>
                  <a:pt x="44" y="3"/>
                  <a:pt x="43" y="3"/>
                </a:cubicBezTo>
                <a:cubicBezTo>
                  <a:pt x="40" y="4"/>
                  <a:pt x="39" y="6"/>
                  <a:pt x="36" y="8"/>
                </a:cubicBezTo>
                <a:cubicBezTo>
                  <a:pt x="34" y="9"/>
                  <a:pt x="32" y="11"/>
                  <a:pt x="34" y="14"/>
                </a:cubicBezTo>
                <a:cubicBezTo>
                  <a:pt x="35" y="15"/>
                  <a:pt x="38" y="17"/>
                  <a:pt x="35" y="18"/>
                </a:cubicBezTo>
                <a:cubicBezTo>
                  <a:pt x="33" y="19"/>
                  <a:pt x="31" y="17"/>
                  <a:pt x="28" y="17"/>
                </a:cubicBezTo>
                <a:cubicBezTo>
                  <a:pt x="27" y="18"/>
                  <a:pt x="30" y="17"/>
                  <a:pt x="28" y="17"/>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4" name="Freeform 52"/>
          <p:cNvSpPr>
            <a:spLocks noEditPoints="1"/>
          </p:cNvSpPr>
          <p:nvPr/>
        </p:nvSpPr>
        <p:spPr bwMode="auto">
          <a:xfrm>
            <a:off x="9439275" y="4983163"/>
            <a:ext cx="441325" cy="425450"/>
          </a:xfrm>
          <a:custGeom>
            <a:avLst/>
            <a:gdLst>
              <a:gd name="T0" fmla="*/ 93 w 116"/>
              <a:gd name="T1" fmla="*/ 109 h 112"/>
              <a:gd name="T2" fmla="*/ 69 w 116"/>
              <a:gd name="T3" fmla="*/ 91 h 112"/>
              <a:gd name="T4" fmla="*/ 45 w 116"/>
              <a:gd name="T5" fmla="*/ 80 h 112"/>
              <a:gd name="T6" fmla="*/ 33 w 116"/>
              <a:gd name="T7" fmla="*/ 65 h 112"/>
              <a:gd name="T8" fmla="*/ 34 w 116"/>
              <a:gd name="T9" fmla="*/ 61 h 112"/>
              <a:gd name="T10" fmla="*/ 24 w 116"/>
              <a:gd name="T11" fmla="*/ 49 h 112"/>
              <a:gd name="T12" fmla="*/ 17 w 116"/>
              <a:gd name="T13" fmla="*/ 35 h 112"/>
              <a:gd name="T14" fmla="*/ 12 w 116"/>
              <a:gd name="T15" fmla="*/ 44 h 112"/>
              <a:gd name="T16" fmla="*/ 4 w 116"/>
              <a:gd name="T17" fmla="*/ 45 h 112"/>
              <a:gd name="T18" fmla="*/ 3 w 116"/>
              <a:gd name="T19" fmla="*/ 39 h 112"/>
              <a:gd name="T20" fmla="*/ 8 w 116"/>
              <a:gd name="T21" fmla="*/ 30 h 112"/>
              <a:gd name="T22" fmla="*/ 27 w 116"/>
              <a:gd name="T23" fmla="*/ 30 h 112"/>
              <a:gd name="T24" fmla="*/ 36 w 116"/>
              <a:gd name="T25" fmla="*/ 25 h 112"/>
              <a:gd name="T26" fmla="*/ 43 w 116"/>
              <a:gd name="T27" fmla="*/ 15 h 112"/>
              <a:gd name="T28" fmla="*/ 47 w 116"/>
              <a:gd name="T29" fmla="*/ 9 h 112"/>
              <a:gd name="T30" fmla="*/ 54 w 116"/>
              <a:gd name="T31" fmla="*/ 5 h 112"/>
              <a:gd name="T32" fmla="*/ 66 w 116"/>
              <a:gd name="T33" fmla="*/ 7 h 112"/>
              <a:gd name="T34" fmla="*/ 75 w 116"/>
              <a:gd name="T35" fmla="*/ 17 h 112"/>
              <a:gd name="T36" fmla="*/ 97 w 116"/>
              <a:gd name="T37" fmla="*/ 22 h 112"/>
              <a:gd name="T38" fmla="*/ 105 w 116"/>
              <a:gd name="T39" fmla="*/ 23 h 112"/>
              <a:gd name="T40" fmla="*/ 109 w 116"/>
              <a:gd name="T41" fmla="*/ 31 h 112"/>
              <a:gd name="T42" fmla="*/ 113 w 116"/>
              <a:gd name="T43" fmla="*/ 37 h 112"/>
              <a:gd name="T44" fmla="*/ 108 w 116"/>
              <a:gd name="T45" fmla="*/ 48 h 112"/>
              <a:gd name="T46" fmla="*/ 92 w 116"/>
              <a:gd name="T47" fmla="*/ 40 h 112"/>
              <a:gd name="T48" fmla="*/ 82 w 116"/>
              <a:gd name="T49" fmla="*/ 41 h 112"/>
              <a:gd name="T50" fmla="*/ 73 w 116"/>
              <a:gd name="T51" fmla="*/ 39 h 112"/>
              <a:gd name="T52" fmla="*/ 61 w 116"/>
              <a:gd name="T53" fmla="*/ 39 h 112"/>
              <a:gd name="T54" fmla="*/ 52 w 116"/>
              <a:gd name="T55" fmla="*/ 41 h 112"/>
              <a:gd name="T56" fmla="*/ 45 w 116"/>
              <a:gd name="T57" fmla="*/ 53 h 112"/>
              <a:gd name="T58" fmla="*/ 49 w 116"/>
              <a:gd name="T59" fmla="*/ 57 h 112"/>
              <a:gd name="T60" fmla="*/ 53 w 116"/>
              <a:gd name="T61" fmla="*/ 66 h 112"/>
              <a:gd name="T62" fmla="*/ 72 w 116"/>
              <a:gd name="T63" fmla="*/ 86 h 112"/>
              <a:gd name="T64" fmla="*/ 84 w 116"/>
              <a:gd name="T65" fmla="*/ 102 h 112"/>
              <a:gd name="T66" fmla="*/ 96 w 116"/>
              <a:gd name="T67" fmla="*/ 112 h 112"/>
              <a:gd name="T68" fmla="*/ 21 w 116"/>
              <a:gd name="T69" fmla="*/ 43 h 112"/>
              <a:gd name="T70" fmla="*/ 22 w 116"/>
              <a:gd name="T71" fmla="*/ 41 h 112"/>
              <a:gd name="T72" fmla="*/ 15 w 116"/>
              <a:gd name="T73" fmla="*/ 42 h 112"/>
              <a:gd name="T74" fmla="*/ 17 w 116"/>
              <a:gd name="T75" fmla="*/ 51 h 112"/>
              <a:gd name="T76" fmla="*/ 19 w 116"/>
              <a:gd name="T77" fmla="*/ 53 h 112"/>
              <a:gd name="T78" fmla="*/ 19 w 116"/>
              <a:gd name="T79" fmla="*/ 47 h 112"/>
              <a:gd name="T80" fmla="*/ 26 w 116"/>
              <a:gd name="T81" fmla="*/ 57 h 112"/>
              <a:gd name="T82" fmla="*/ 31 w 116"/>
              <a:gd name="T83" fmla="*/ 60 h 112"/>
              <a:gd name="T84" fmla="*/ 26 w 116"/>
              <a:gd name="T85" fmla="*/ 67 h 112"/>
              <a:gd name="T86" fmla="*/ 29 w 116"/>
              <a:gd name="T87" fmla="*/ 70 h 112"/>
              <a:gd name="T88" fmla="*/ 55 w 116"/>
              <a:gd name="T89" fmla="*/ 88 h 112"/>
              <a:gd name="T90" fmla="*/ 65 w 116"/>
              <a:gd name="T91" fmla="*/ 91 h 112"/>
              <a:gd name="T92" fmla="*/ 61 w 116"/>
              <a:gd name="T93" fmla="*/ 101 h 112"/>
              <a:gd name="T94" fmla="*/ 67 w 116"/>
              <a:gd name="T95" fmla="*/ 99 h 112"/>
              <a:gd name="T96" fmla="*/ 73 w 116"/>
              <a:gd name="T97" fmla="*/ 100 h 112"/>
              <a:gd name="T98" fmla="*/ 72 w 116"/>
              <a:gd name="T99" fmla="*/ 98 h 112"/>
              <a:gd name="T100" fmla="*/ 52 w 116"/>
              <a:gd name="T101" fmla="*/ 96 h 112"/>
              <a:gd name="T102" fmla="*/ 52 w 116"/>
              <a:gd name="T103" fmla="*/ 9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 h="112">
                <a:moveTo>
                  <a:pt x="96" y="112"/>
                </a:moveTo>
                <a:cubicBezTo>
                  <a:pt x="96" y="112"/>
                  <a:pt x="96" y="112"/>
                  <a:pt x="96" y="112"/>
                </a:cubicBezTo>
                <a:cubicBezTo>
                  <a:pt x="95" y="111"/>
                  <a:pt x="94" y="110"/>
                  <a:pt x="93" y="109"/>
                </a:cubicBezTo>
                <a:cubicBezTo>
                  <a:pt x="91" y="108"/>
                  <a:pt x="89" y="108"/>
                  <a:pt x="88" y="107"/>
                </a:cubicBezTo>
                <a:cubicBezTo>
                  <a:pt x="84" y="105"/>
                  <a:pt x="82" y="102"/>
                  <a:pt x="79" y="100"/>
                </a:cubicBezTo>
                <a:cubicBezTo>
                  <a:pt x="75" y="97"/>
                  <a:pt x="73" y="94"/>
                  <a:pt x="69" y="91"/>
                </a:cubicBezTo>
                <a:cubicBezTo>
                  <a:pt x="66" y="88"/>
                  <a:pt x="63" y="87"/>
                  <a:pt x="59" y="86"/>
                </a:cubicBezTo>
                <a:cubicBezTo>
                  <a:pt x="56" y="84"/>
                  <a:pt x="52" y="86"/>
                  <a:pt x="49" y="84"/>
                </a:cubicBezTo>
                <a:cubicBezTo>
                  <a:pt x="47" y="83"/>
                  <a:pt x="47" y="81"/>
                  <a:pt x="45" y="80"/>
                </a:cubicBezTo>
                <a:cubicBezTo>
                  <a:pt x="44" y="78"/>
                  <a:pt x="42" y="77"/>
                  <a:pt x="41" y="76"/>
                </a:cubicBezTo>
                <a:cubicBezTo>
                  <a:pt x="38" y="73"/>
                  <a:pt x="35" y="71"/>
                  <a:pt x="33" y="67"/>
                </a:cubicBezTo>
                <a:cubicBezTo>
                  <a:pt x="32" y="66"/>
                  <a:pt x="32" y="66"/>
                  <a:pt x="33" y="65"/>
                </a:cubicBezTo>
                <a:cubicBezTo>
                  <a:pt x="33" y="65"/>
                  <a:pt x="34" y="65"/>
                  <a:pt x="34" y="65"/>
                </a:cubicBezTo>
                <a:cubicBezTo>
                  <a:pt x="35" y="64"/>
                  <a:pt x="36" y="64"/>
                  <a:pt x="37" y="64"/>
                </a:cubicBezTo>
                <a:cubicBezTo>
                  <a:pt x="37" y="63"/>
                  <a:pt x="35" y="62"/>
                  <a:pt x="34" y="61"/>
                </a:cubicBezTo>
                <a:cubicBezTo>
                  <a:pt x="32" y="59"/>
                  <a:pt x="31" y="58"/>
                  <a:pt x="29" y="56"/>
                </a:cubicBezTo>
                <a:cubicBezTo>
                  <a:pt x="28" y="54"/>
                  <a:pt x="27" y="53"/>
                  <a:pt x="26" y="52"/>
                </a:cubicBezTo>
                <a:cubicBezTo>
                  <a:pt x="25" y="52"/>
                  <a:pt x="23" y="51"/>
                  <a:pt x="24" y="49"/>
                </a:cubicBezTo>
                <a:cubicBezTo>
                  <a:pt x="24" y="52"/>
                  <a:pt x="29" y="49"/>
                  <a:pt x="27" y="46"/>
                </a:cubicBezTo>
                <a:cubicBezTo>
                  <a:pt x="28" y="43"/>
                  <a:pt x="26" y="41"/>
                  <a:pt x="24" y="40"/>
                </a:cubicBezTo>
                <a:cubicBezTo>
                  <a:pt x="22" y="38"/>
                  <a:pt x="20" y="35"/>
                  <a:pt x="17" y="35"/>
                </a:cubicBezTo>
                <a:cubicBezTo>
                  <a:pt x="15" y="35"/>
                  <a:pt x="15" y="35"/>
                  <a:pt x="14" y="37"/>
                </a:cubicBezTo>
                <a:cubicBezTo>
                  <a:pt x="14" y="39"/>
                  <a:pt x="14" y="39"/>
                  <a:pt x="13" y="40"/>
                </a:cubicBezTo>
                <a:cubicBezTo>
                  <a:pt x="12" y="41"/>
                  <a:pt x="12" y="42"/>
                  <a:pt x="12" y="44"/>
                </a:cubicBezTo>
                <a:cubicBezTo>
                  <a:pt x="11" y="45"/>
                  <a:pt x="12" y="45"/>
                  <a:pt x="11" y="43"/>
                </a:cubicBezTo>
                <a:cubicBezTo>
                  <a:pt x="9" y="45"/>
                  <a:pt x="10" y="48"/>
                  <a:pt x="9" y="49"/>
                </a:cubicBezTo>
                <a:cubicBezTo>
                  <a:pt x="6" y="52"/>
                  <a:pt x="4" y="47"/>
                  <a:pt x="4" y="45"/>
                </a:cubicBezTo>
                <a:cubicBezTo>
                  <a:pt x="3" y="44"/>
                  <a:pt x="2" y="43"/>
                  <a:pt x="3" y="42"/>
                </a:cubicBezTo>
                <a:cubicBezTo>
                  <a:pt x="3" y="41"/>
                  <a:pt x="4" y="42"/>
                  <a:pt x="4" y="41"/>
                </a:cubicBezTo>
                <a:cubicBezTo>
                  <a:pt x="4" y="40"/>
                  <a:pt x="3" y="40"/>
                  <a:pt x="3" y="39"/>
                </a:cubicBezTo>
                <a:cubicBezTo>
                  <a:pt x="2" y="38"/>
                  <a:pt x="2" y="37"/>
                  <a:pt x="2" y="36"/>
                </a:cubicBezTo>
                <a:cubicBezTo>
                  <a:pt x="1" y="34"/>
                  <a:pt x="0" y="32"/>
                  <a:pt x="1" y="31"/>
                </a:cubicBezTo>
                <a:cubicBezTo>
                  <a:pt x="2" y="32"/>
                  <a:pt x="10" y="34"/>
                  <a:pt x="8" y="30"/>
                </a:cubicBezTo>
                <a:cubicBezTo>
                  <a:pt x="11" y="30"/>
                  <a:pt x="13" y="32"/>
                  <a:pt x="16" y="31"/>
                </a:cubicBezTo>
                <a:cubicBezTo>
                  <a:pt x="18" y="30"/>
                  <a:pt x="19" y="28"/>
                  <a:pt x="19" y="26"/>
                </a:cubicBezTo>
                <a:cubicBezTo>
                  <a:pt x="21" y="26"/>
                  <a:pt x="26" y="33"/>
                  <a:pt x="27" y="30"/>
                </a:cubicBezTo>
                <a:cubicBezTo>
                  <a:pt x="29" y="31"/>
                  <a:pt x="35" y="35"/>
                  <a:pt x="36" y="31"/>
                </a:cubicBezTo>
                <a:cubicBezTo>
                  <a:pt x="36" y="30"/>
                  <a:pt x="34" y="29"/>
                  <a:pt x="35" y="28"/>
                </a:cubicBezTo>
                <a:cubicBezTo>
                  <a:pt x="35" y="27"/>
                  <a:pt x="37" y="27"/>
                  <a:pt x="36" y="25"/>
                </a:cubicBezTo>
                <a:cubicBezTo>
                  <a:pt x="33" y="25"/>
                  <a:pt x="36" y="24"/>
                  <a:pt x="37" y="23"/>
                </a:cubicBezTo>
                <a:cubicBezTo>
                  <a:pt x="39" y="22"/>
                  <a:pt x="41" y="23"/>
                  <a:pt x="42" y="20"/>
                </a:cubicBezTo>
                <a:cubicBezTo>
                  <a:pt x="42" y="19"/>
                  <a:pt x="43" y="17"/>
                  <a:pt x="43" y="15"/>
                </a:cubicBezTo>
                <a:cubicBezTo>
                  <a:pt x="42" y="14"/>
                  <a:pt x="40" y="13"/>
                  <a:pt x="41" y="12"/>
                </a:cubicBezTo>
                <a:cubicBezTo>
                  <a:pt x="42" y="11"/>
                  <a:pt x="43" y="11"/>
                  <a:pt x="44" y="11"/>
                </a:cubicBezTo>
                <a:cubicBezTo>
                  <a:pt x="45" y="10"/>
                  <a:pt x="46" y="10"/>
                  <a:pt x="47" y="9"/>
                </a:cubicBezTo>
                <a:cubicBezTo>
                  <a:pt x="49" y="8"/>
                  <a:pt x="49" y="8"/>
                  <a:pt x="50" y="7"/>
                </a:cubicBezTo>
                <a:cubicBezTo>
                  <a:pt x="51" y="6"/>
                  <a:pt x="51" y="6"/>
                  <a:pt x="52" y="6"/>
                </a:cubicBezTo>
                <a:cubicBezTo>
                  <a:pt x="53" y="6"/>
                  <a:pt x="53" y="7"/>
                  <a:pt x="54" y="5"/>
                </a:cubicBezTo>
                <a:cubicBezTo>
                  <a:pt x="54" y="5"/>
                  <a:pt x="54" y="4"/>
                  <a:pt x="54" y="3"/>
                </a:cubicBezTo>
                <a:cubicBezTo>
                  <a:pt x="55" y="0"/>
                  <a:pt x="56" y="3"/>
                  <a:pt x="58" y="2"/>
                </a:cubicBezTo>
                <a:cubicBezTo>
                  <a:pt x="61" y="4"/>
                  <a:pt x="64" y="5"/>
                  <a:pt x="66" y="7"/>
                </a:cubicBezTo>
                <a:cubicBezTo>
                  <a:pt x="67" y="8"/>
                  <a:pt x="68" y="11"/>
                  <a:pt x="70" y="12"/>
                </a:cubicBezTo>
                <a:cubicBezTo>
                  <a:pt x="71" y="13"/>
                  <a:pt x="72" y="13"/>
                  <a:pt x="73" y="14"/>
                </a:cubicBezTo>
                <a:cubicBezTo>
                  <a:pt x="74" y="14"/>
                  <a:pt x="74" y="16"/>
                  <a:pt x="75" y="17"/>
                </a:cubicBezTo>
                <a:cubicBezTo>
                  <a:pt x="77" y="18"/>
                  <a:pt x="79" y="19"/>
                  <a:pt x="81" y="21"/>
                </a:cubicBezTo>
                <a:cubicBezTo>
                  <a:pt x="84" y="22"/>
                  <a:pt x="86" y="22"/>
                  <a:pt x="89" y="22"/>
                </a:cubicBezTo>
                <a:cubicBezTo>
                  <a:pt x="92" y="22"/>
                  <a:pt x="94" y="23"/>
                  <a:pt x="97" y="22"/>
                </a:cubicBezTo>
                <a:cubicBezTo>
                  <a:pt x="99" y="20"/>
                  <a:pt x="100" y="20"/>
                  <a:pt x="103" y="19"/>
                </a:cubicBezTo>
                <a:cubicBezTo>
                  <a:pt x="105" y="19"/>
                  <a:pt x="107" y="16"/>
                  <a:pt x="108" y="16"/>
                </a:cubicBezTo>
                <a:cubicBezTo>
                  <a:pt x="107" y="19"/>
                  <a:pt x="105" y="20"/>
                  <a:pt x="105" y="23"/>
                </a:cubicBezTo>
                <a:cubicBezTo>
                  <a:pt x="105" y="24"/>
                  <a:pt x="106" y="25"/>
                  <a:pt x="106" y="26"/>
                </a:cubicBezTo>
                <a:cubicBezTo>
                  <a:pt x="106" y="28"/>
                  <a:pt x="105" y="29"/>
                  <a:pt x="105" y="30"/>
                </a:cubicBezTo>
                <a:cubicBezTo>
                  <a:pt x="106" y="30"/>
                  <a:pt x="108" y="29"/>
                  <a:pt x="109" y="31"/>
                </a:cubicBezTo>
                <a:cubicBezTo>
                  <a:pt x="109" y="31"/>
                  <a:pt x="108" y="32"/>
                  <a:pt x="108" y="33"/>
                </a:cubicBezTo>
                <a:cubicBezTo>
                  <a:pt x="107" y="34"/>
                  <a:pt x="107" y="34"/>
                  <a:pt x="107" y="35"/>
                </a:cubicBezTo>
                <a:cubicBezTo>
                  <a:pt x="109" y="36"/>
                  <a:pt x="111" y="36"/>
                  <a:pt x="113" y="37"/>
                </a:cubicBezTo>
                <a:cubicBezTo>
                  <a:pt x="116" y="38"/>
                  <a:pt x="114" y="40"/>
                  <a:pt x="112" y="40"/>
                </a:cubicBezTo>
                <a:cubicBezTo>
                  <a:pt x="110" y="40"/>
                  <a:pt x="110" y="41"/>
                  <a:pt x="110" y="43"/>
                </a:cubicBezTo>
                <a:cubicBezTo>
                  <a:pt x="109" y="45"/>
                  <a:pt x="110" y="46"/>
                  <a:pt x="108" y="48"/>
                </a:cubicBezTo>
                <a:cubicBezTo>
                  <a:pt x="104" y="50"/>
                  <a:pt x="104" y="45"/>
                  <a:pt x="102" y="43"/>
                </a:cubicBezTo>
                <a:cubicBezTo>
                  <a:pt x="100" y="41"/>
                  <a:pt x="100" y="42"/>
                  <a:pt x="98" y="42"/>
                </a:cubicBezTo>
                <a:cubicBezTo>
                  <a:pt x="95" y="43"/>
                  <a:pt x="94" y="41"/>
                  <a:pt x="92" y="40"/>
                </a:cubicBezTo>
                <a:cubicBezTo>
                  <a:pt x="92" y="41"/>
                  <a:pt x="90" y="41"/>
                  <a:pt x="89" y="41"/>
                </a:cubicBezTo>
                <a:cubicBezTo>
                  <a:pt x="88" y="40"/>
                  <a:pt x="87" y="41"/>
                  <a:pt x="86" y="41"/>
                </a:cubicBezTo>
                <a:cubicBezTo>
                  <a:pt x="84" y="42"/>
                  <a:pt x="84" y="42"/>
                  <a:pt x="82" y="41"/>
                </a:cubicBezTo>
                <a:cubicBezTo>
                  <a:pt x="81" y="40"/>
                  <a:pt x="81" y="39"/>
                  <a:pt x="79" y="40"/>
                </a:cubicBezTo>
                <a:cubicBezTo>
                  <a:pt x="78" y="40"/>
                  <a:pt x="77" y="42"/>
                  <a:pt x="76" y="40"/>
                </a:cubicBezTo>
                <a:cubicBezTo>
                  <a:pt x="75" y="40"/>
                  <a:pt x="74" y="39"/>
                  <a:pt x="73" y="39"/>
                </a:cubicBezTo>
                <a:cubicBezTo>
                  <a:pt x="72" y="39"/>
                  <a:pt x="72" y="40"/>
                  <a:pt x="70" y="39"/>
                </a:cubicBezTo>
                <a:cubicBezTo>
                  <a:pt x="69" y="38"/>
                  <a:pt x="68" y="36"/>
                  <a:pt x="66" y="37"/>
                </a:cubicBezTo>
                <a:cubicBezTo>
                  <a:pt x="64" y="38"/>
                  <a:pt x="64" y="39"/>
                  <a:pt x="61" y="39"/>
                </a:cubicBezTo>
                <a:cubicBezTo>
                  <a:pt x="59" y="38"/>
                  <a:pt x="58" y="38"/>
                  <a:pt x="56" y="41"/>
                </a:cubicBezTo>
                <a:cubicBezTo>
                  <a:pt x="55" y="42"/>
                  <a:pt x="55" y="44"/>
                  <a:pt x="53" y="43"/>
                </a:cubicBezTo>
                <a:cubicBezTo>
                  <a:pt x="53" y="43"/>
                  <a:pt x="52" y="42"/>
                  <a:pt x="52" y="41"/>
                </a:cubicBezTo>
                <a:cubicBezTo>
                  <a:pt x="51" y="40"/>
                  <a:pt x="50" y="40"/>
                  <a:pt x="49" y="39"/>
                </a:cubicBezTo>
                <a:cubicBezTo>
                  <a:pt x="42" y="37"/>
                  <a:pt x="45" y="45"/>
                  <a:pt x="44" y="49"/>
                </a:cubicBezTo>
                <a:cubicBezTo>
                  <a:pt x="43" y="51"/>
                  <a:pt x="43" y="52"/>
                  <a:pt x="45" y="53"/>
                </a:cubicBezTo>
                <a:cubicBezTo>
                  <a:pt x="46" y="53"/>
                  <a:pt x="47" y="53"/>
                  <a:pt x="48" y="54"/>
                </a:cubicBezTo>
                <a:cubicBezTo>
                  <a:pt x="49" y="55"/>
                  <a:pt x="49" y="56"/>
                  <a:pt x="49" y="57"/>
                </a:cubicBezTo>
                <a:cubicBezTo>
                  <a:pt x="49" y="57"/>
                  <a:pt x="49" y="57"/>
                  <a:pt x="49" y="57"/>
                </a:cubicBezTo>
                <a:cubicBezTo>
                  <a:pt x="49" y="57"/>
                  <a:pt x="50" y="57"/>
                  <a:pt x="50" y="57"/>
                </a:cubicBezTo>
                <a:cubicBezTo>
                  <a:pt x="50" y="58"/>
                  <a:pt x="51" y="58"/>
                  <a:pt x="51" y="59"/>
                </a:cubicBezTo>
                <a:cubicBezTo>
                  <a:pt x="52" y="61"/>
                  <a:pt x="52" y="64"/>
                  <a:pt x="53" y="66"/>
                </a:cubicBezTo>
                <a:cubicBezTo>
                  <a:pt x="55" y="71"/>
                  <a:pt x="60" y="75"/>
                  <a:pt x="64" y="79"/>
                </a:cubicBezTo>
                <a:cubicBezTo>
                  <a:pt x="65" y="81"/>
                  <a:pt x="67" y="83"/>
                  <a:pt x="70" y="85"/>
                </a:cubicBezTo>
                <a:cubicBezTo>
                  <a:pt x="70" y="85"/>
                  <a:pt x="72" y="86"/>
                  <a:pt x="72" y="86"/>
                </a:cubicBezTo>
                <a:cubicBezTo>
                  <a:pt x="74" y="87"/>
                  <a:pt x="73" y="89"/>
                  <a:pt x="74" y="90"/>
                </a:cubicBezTo>
                <a:cubicBezTo>
                  <a:pt x="75" y="93"/>
                  <a:pt x="78" y="94"/>
                  <a:pt x="79" y="96"/>
                </a:cubicBezTo>
                <a:cubicBezTo>
                  <a:pt x="81" y="98"/>
                  <a:pt x="82" y="101"/>
                  <a:pt x="84" y="102"/>
                </a:cubicBezTo>
                <a:cubicBezTo>
                  <a:pt x="85" y="103"/>
                  <a:pt x="86" y="103"/>
                  <a:pt x="87" y="104"/>
                </a:cubicBezTo>
                <a:cubicBezTo>
                  <a:pt x="88" y="105"/>
                  <a:pt x="89" y="106"/>
                  <a:pt x="90" y="106"/>
                </a:cubicBezTo>
                <a:cubicBezTo>
                  <a:pt x="92" y="108"/>
                  <a:pt x="97" y="109"/>
                  <a:pt x="96" y="112"/>
                </a:cubicBezTo>
                <a:close/>
                <a:moveTo>
                  <a:pt x="22" y="41"/>
                </a:moveTo>
                <a:cubicBezTo>
                  <a:pt x="22" y="39"/>
                  <a:pt x="20" y="40"/>
                  <a:pt x="20" y="41"/>
                </a:cubicBezTo>
                <a:cubicBezTo>
                  <a:pt x="18" y="43"/>
                  <a:pt x="19" y="42"/>
                  <a:pt x="21" y="43"/>
                </a:cubicBezTo>
                <a:cubicBezTo>
                  <a:pt x="22" y="44"/>
                  <a:pt x="23" y="46"/>
                  <a:pt x="24" y="45"/>
                </a:cubicBezTo>
                <a:cubicBezTo>
                  <a:pt x="26" y="44"/>
                  <a:pt x="23" y="43"/>
                  <a:pt x="23" y="42"/>
                </a:cubicBezTo>
                <a:cubicBezTo>
                  <a:pt x="22" y="42"/>
                  <a:pt x="23" y="41"/>
                  <a:pt x="22" y="41"/>
                </a:cubicBezTo>
                <a:close/>
                <a:moveTo>
                  <a:pt x="19" y="47"/>
                </a:moveTo>
                <a:cubicBezTo>
                  <a:pt x="19" y="46"/>
                  <a:pt x="18" y="44"/>
                  <a:pt x="17" y="43"/>
                </a:cubicBezTo>
                <a:cubicBezTo>
                  <a:pt x="17" y="41"/>
                  <a:pt x="15" y="40"/>
                  <a:pt x="15" y="42"/>
                </a:cubicBezTo>
                <a:cubicBezTo>
                  <a:pt x="16" y="43"/>
                  <a:pt x="17" y="44"/>
                  <a:pt x="17" y="45"/>
                </a:cubicBezTo>
                <a:cubicBezTo>
                  <a:pt x="17" y="46"/>
                  <a:pt x="17" y="46"/>
                  <a:pt x="17" y="47"/>
                </a:cubicBezTo>
                <a:cubicBezTo>
                  <a:pt x="16" y="49"/>
                  <a:pt x="17" y="50"/>
                  <a:pt x="17" y="51"/>
                </a:cubicBezTo>
                <a:cubicBezTo>
                  <a:pt x="17" y="53"/>
                  <a:pt x="17" y="56"/>
                  <a:pt x="18" y="57"/>
                </a:cubicBezTo>
                <a:cubicBezTo>
                  <a:pt x="20" y="60"/>
                  <a:pt x="19" y="57"/>
                  <a:pt x="19" y="56"/>
                </a:cubicBezTo>
                <a:cubicBezTo>
                  <a:pt x="19" y="54"/>
                  <a:pt x="19" y="54"/>
                  <a:pt x="19" y="53"/>
                </a:cubicBezTo>
                <a:cubicBezTo>
                  <a:pt x="19" y="52"/>
                  <a:pt x="19" y="51"/>
                  <a:pt x="19" y="51"/>
                </a:cubicBezTo>
                <a:cubicBezTo>
                  <a:pt x="19" y="50"/>
                  <a:pt x="19" y="49"/>
                  <a:pt x="18" y="48"/>
                </a:cubicBezTo>
                <a:cubicBezTo>
                  <a:pt x="18" y="48"/>
                  <a:pt x="19" y="47"/>
                  <a:pt x="19" y="47"/>
                </a:cubicBezTo>
                <a:close/>
                <a:moveTo>
                  <a:pt x="26" y="55"/>
                </a:moveTo>
                <a:cubicBezTo>
                  <a:pt x="26" y="55"/>
                  <a:pt x="25" y="54"/>
                  <a:pt x="24" y="53"/>
                </a:cubicBezTo>
                <a:cubicBezTo>
                  <a:pt x="23" y="54"/>
                  <a:pt x="25" y="56"/>
                  <a:pt x="26" y="57"/>
                </a:cubicBezTo>
                <a:cubicBezTo>
                  <a:pt x="27" y="58"/>
                  <a:pt x="28" y="59"/>
                  <a:pt x="28" y="60"/>
                </a:cubicBezTo>
                <a:cubicBezTo>
                  <a:pt x="29" y="60"/>
                  <a:pt x="29" y="62"/>
                  <a:pt x="30" y="63"/>
                </a:cubicBezTo>
                <a:cubicBezTo>
                  <a:pt x="32" y="64"/>
                  <a:pt x="31" y="61"/>
                  <a:pt x="31" y="60"/>
                </a:cubicBezTo>
                <a:cubicBezTo>
                  <a:pt x="30" y="58"/>
                  <a:pt x="28" y="57"/>
                  <a:pt x="26" y="55"/>
                </a:cubicBezTo>
                <a:cubicBezTo>
                  <a:pt x="26" y="55"/>
                  <a:pt x="27" y="55"/>
                  <a:pt x="26" y="55"/>
                </a:cubicBezTo>
                <a:close/>
                <a:moveTo>
                  <a:pt x="26" y="67"/>
                </a:moveTo>
                <a:cubicBezTo>
                  <a:pt x="26" y="69"/>
                  <a:pt x="33" y="78"/>
                  <a:pt x="35" y="78"/>
                </a:cubicBezTo>
                <a:cubicBezTo>
                  <a:pt x="37" y="77"/>
                  <a:pt x="33" y="73"/>
                  <a:pt x="32" y="73"/>
                </a:cubicBezTo>
                <a:cubicBezTo>
                  <a:pt x="31" y="72"/>
                  <a:pt x="30" y="71"/>
                  <a:pt x="29" y="70"/>
                </a:cubicBezTo>
                <a:cubicBezTo>
                  <a:pt x="28" y="69"/>
                  <a:pt x="28" y="68"/>
                  <a:pt x="26" y="67"/>
                </a:cubicBezTo>
                <a:cubicBezTo>
                  <a:pt x="26" y="68"/>
                  <a:pt x="27" y="67"/>
                  <a:pt x="26" y="67"/>
                </a:cubicBezTo>
                <a:close/>
                <a:moveTo>
                  <a:pt x="55" y="88"/>
                </a:moveTo>
                <a:cubicBezTo>
                  <a:pt x="53" y="87"/>
                  <a:pt x="54" y="89"/>
                  <a:pt x="54" y="89"/>
                </a:cubicBezTo>
                <a:cubicBezTo>
                  <a:pt x="55" y="90"/>
                  <a:pt x="56" y="90"/>
                  <a:pt x="57" y="90"/>
                </a:cubicBezTo>
                <a:cubicBezTo>
                  <a:pt x="59" y="91"/>
                  <a:pt x="63" y="91"/>
                  <a:pt x="65" y="91"/>
                </a:cubicBezTo>
                <a:cubicBezTo>
                  <a:pt x="66" y="89"/>
                  <a:pt x="59" y="89"/>
                  <a:pt x="57" y="89"/>
                </a:cubicBezTo>
                <a:cubicBezTo>
                  <a:pt x="56" y="89"/>
                  <a:pt x="56" y="88"/>
                  <a:pt x="55" y="88"/>
                </a:cubicBezTo>
                <a:close/>
                <a:moveTo>
                  <a:pt x="61" y="101"/>
                </a:moveTo>
                <a:cubicBezTo>
                  <a:pt x="64" y="101"/>
                  <a:pt x="66" y="101"/>
                  <a:pt x="69" y="101"/>
                </a:cubicBezTo>
                <a:cubicBezTo>
                  <a:pt x="69" y="101"/>
                  <a:pt x="71" y="101"/>
                  <a:pt x="71" y="100"/>
                </a:cubicBezTo>
                <a:cubicBezTo>
                  <a:pt x="70" y="99"/>
                  <a:pt x="68" y="100"/>
                  <a:pt x="67" y="99"/>
                </a:cubicBezTo>
                <a:cubicBezTo>
                  <a:pt x="66" y="100"/>
                  <a:pt x="61" y="99"/>
                  <a:pt x="61" y="101"/>
                </a:cubicBezTo>
                <a:cubicBezTo>
                  <a:pt x="62" y="101"/>
                  <a:pt x="61" y="99"/>
                  <a:pt x="61" y="101"/>
                </a:cubicBezTo>
                <a:close/>
                <a:moveTo>
                  <a:pt x="73" y="100"/>
                </a:moveTo>
                <a:cubicBezTo>
                  <a:pt x="76" y="100"/>
                  <a:pt x="78" y="104"/>
                  <a:pt x="80" y="104"/>
                </a:cubicBezTo>
                <a:cubicBezTo>
                  <a:pt x="82" y="102"/>
                  <a:pt x="77" y="100"/>
                  <a:pt x="76" y="99"/>
                </a:cubicBezTo>
                <a:cubicBezTo>
                  <a:pt x="75" y="99"/>
                  <a:pt x="73" y="98"/>
                  <a:pt x="72" y="98"/>
                </a:cubicBezTo>
                <a:cubicBezTo>
                  <a:pt x="71" y="98"/>
                  <a:pt x="72" y="100"/>
                  <a:pt x="73" y="100"/>
                </a:cubicBezTo>
                <a:cubicBezTo>
                  <a:pt x="74" y="100"/>
                  <a:pt x="72" y="100"/>
                  <a:pt x="73" y="100"/>
                </a:cubicBezTo>
                <a:close/>
                <a:moveTo>
                  <a:pt x="52" y="96"/>
                </a:moveTo>
                <a:cubicBezTo>
                  <a:pt x="51" y="96"/>
                  <a:pt x="47" y="97"/>
                  <a:pt x="50" y="98"/>
                </a:cubicBezTo>
                <a:cubicBezTo>
                  <a:pt x="51" y="99"/>
                  <a:pt x="54" y="98"/>
                  <a:pt x="53" y="96"/>
                </a:cubicBezTo>
                <a:cubicBezTo>
                  <a:pt x="53" y="96"/>
                  <a:pt x="52" y="96"/>
                  <a:pt x="52" y="96"/>
                </a:cubicBezTo>
                <a:cubicBezTo>
                  <a:pt x="52" y="96"/>
                  <a:pt x="52" y="96"/>
                  <a:pt x="52" y="96"/>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5" name="Freeform 53"/>
          <p:cNvSpPr>
            <a:spLocks/>
          </p:cNvSpPr>
          <p:nvPr/>
        </p:nvSpPr>
        <p:spPr bwMode="auto">
          <a:xfrm>
            <a:off x="10093325" y="5233988"/>
            <a:ext cx="476250" cy="301625"/>
          </a:xfrm>
          <a:custGeom>
            <a:avLst/>
            <a:gdLst>
              <a:gd name="T0" fmla="*/ 112 w 125"/>
              <a:gd name="T1" fmla="*/ 10 h 79"/>
              <a:gd name="T2" fmla="*/ 106 w 125"/>
              <a:gd name="T3" fmla="*/ 7 h 79"/>
              <a:gd name="T4" fmla="*/ 100 w 125"/>
              <a:gd name="T5" fmla="*/ 5 h 79"/>
              <a:gd name="T6" fmla="*/ 83 w 125"/>
              <a:gd name="T7" fmla="*/ 4 h 79"/>
              <a:gd name="T8" fmla="*/ 70 w 125"/>
              <a:gd name="T9" fmla="*/ 10 h 79"/>
              <a:gd name="T10" fmla="*/ 58 w 125"/>
              <a:gd name="T11" fmla="*/ 14 h 79"/>
              <a:gd name="T12" fmla="*/ 44 w 125"/>
              <a:gd name="T13" fmla="*/ 12 h 79"/>
              <a:gd name="T14" fmla="*/ 30 w 125"/>
              <a:gd name="T15" fmla="*/ 11 h 79"/>
              <a:gd name="T16" fmla="*/ 11 w 125"/>
              <a:gd name="T17" fmla="*/ 6 h 79"/>
              <a:gd name="T18" fmla="*/ 11 w 125"/>
              <a:gd name="T19" fmla="*/ 2 h 79"/>
              <a:gd name="T20" fmla="*/ 6 w 125"/>
              <a:gd name="T21" fmla="*/ 4 h 79"/>
              <a:gd name="T22" fmla="*/ 3 w 125"/>
              <a:gd name="T23" fmla="*/ 16 h 79"/>
              <a:gd name="T24" fmla="*/ 8 w 125"/>
              <a:gd name="T25" fmla="*/ 23 h 79"/>
              <a:gd name="T26" fmla="*/ 13 w 125"/>
              <a:gd name="T27" fmla="*/ 28 h 79"/>
              <a:gd name="T28" fmla="*/ 9 w 125"/>
              <a:gd name="T29" fmla="*/ 34 h 79"/>
              <a:gd name="T30" fmla="*/ 3 w 125"/>
              <a:gd name="T31" fmla="*/ 38 h 79"/>
              <a:gd name="T32" fmla="*/ 2 w 125"/>
              <a:gd name="T33" fmla="*/ 45 h 79"/>
              <a:gd name="T34" fmla="*/ 0 w 125"/>
              <a:gd name="T35" fmla="*/ 51 h 79"/>
              <a:gd name="T36" fmla="*/ 11 w 125"/>
              <a:gd name="T37" fmla="*/ 62 h 79"/>
              <a:gd name="T38" fmla="*/ 11 w 125"/>
              <a:gd name="T39" fmla="*/ 77 h 79"/>
              <a:gd name="T40" fmla="*/ 22 w 125"/>
              <a:gd name="T41" fmla="*/ 74 h 79"/>
              <a:gd name="T42" fmla="*/ 34 w 125"/>
              <a:gd name="T43" fmla="*/ 72 h 79"/>
              <a:gd name="T44" fmla="*/ 38 w 125"/>
              <a:gd name="T45" fmla="*/ 71 h 79"/>
              <a:gd name="T46" fmla="*/ 41 w 125"/>
              <a:gd name="T47" fmla="*/ 71 h 79"/>
              <a:gd name="T48" fmla="*/ 44 w 125"/>
              <a:gd name="T49" fmla="*/ 73 h 79"/>
              <a:gd name="T50" fmla="*/ 57 w 125"/>
              <a:gd name="T51" fmla="*/ 79 h 79"/>
              <a:gd name="T52" fmla="*/ 69 w 125"/>
              <a:gd name="T53" fmla="*/ 76 h 79"/>
              <a:gd name="T54" fmla="*/ 73 w 125"/>
              <a:gd name="T55" fmla="*/ 68 h 79"/>
              <a:gd name="T56" fmla="*/ 81 w 125"/>
              <a:gd name="T57" fmla="*/ 64 h 79"/>
              <a:gd name="T58" fmla="*/ 93 w 125"/>
              <a:gd name="T59" fmla="*/ 57 h 79"/>
              <a:gd name="T60" fmla="*/ 97 w 125"/>
              <a:gd name="T61" fmla="*/ 57 h 79"/>
              <a:gd name="T62" fmla="*/ 104 w 125"/>
              <a:gd name="T63" fmla="*/ 61 h 79"/>
              <a:gd name="T64" fmla="*/ 106 w 125"/>
              <a:gd name="T65" fmla="*/ 61 h 79"/>
              <a:gd name="T66" fmla="*/ 108 w 125"/>
              <a:gd name="T67" fmla="*/ 54 h 79"/>
              <a:gd name="T68" fmla="*/ 101 w 125"/>
              <a:gd name="T69" fmla="*/ 48 h 79"/>
              <a:gd name="T70" fmla="*/ 105 w 125"/>
              <a:gd name="T71" fmla="*/ 42 h 79"/>
              <a:gd name="T72" fmla="*/ 109 w 125"/>
              <a:gd name="T73" fmla="*/ 32 h 79"/>
              <a:gd name="T74" fmla="*/ 119 w 125"/>
              <a:gd name="T75" fmla="*/ 22 h 79"/>
              <a:gd name="T76" fmla="*/ 116 w 125"/>
              <a:gd name="T77"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5" h="79">
                <a:moveTo>
                  <a:pt x="116" y="12"/>
                </a:moveTo>
                <a:cubicBezTo>
                  <a:pt x="114" y="12"/>
                  <a:pt x="113" y="12"/>
                  <a:pt x="112" y="10"/>
                </a:cubicBezTo>
                <a:cubicBezTo>
                  <a:pt x="110" y="8"/>
                  <a:pt x="111" y="6"/>
                  <a:pt x="108" y="6"/>
                </a:cubicBezTo>
                <a:cubicBezTo>
                  <a:pt x="107" y="6"/>
                  <a:pt x="107" y="7"/>
                  <a:pt x="106" y="7"/>
                </a:cubicBezTo>
                <a:cubicBezTo>
                  <a:pt x="105" y="6"/>
                  <a:pt x="104" y="5"/>
                  <a:pt x="104" y="5"/>
                </a:cubicBezTo>
                <a:cubicBezTo>
                  <a:pt x="103" y="5"/>
                  <a:pt x="101" y="5"/>
                  <a:pt x="100" y="5"/>
                </a:cubicBezTo>
                <a:cubicBezTo>
                  <a:pt x="99" y="5"/>
                  <a:pt x="98" y="4"/>
                  <a:pt x="97" y="3"/>
                </a:cubicBezTo>
                <a:cubicBezTo>
                  <a:pt x="93" y="0"/>
                  <a:pt x="88" y="2"/>
                  <a:pt x="83" y="4"/>
                </a:cubicBezTo>
                <a:cubicBezTo>
                  <a:pt x="81" y="4"/>
                  <a:pt x="78" y="5"/>
                  <a:pt x="76" y="6"/>
                </a:cubicBezTo>
                <a:cubicBezTo>
                  <a:pt x="75" y="7"/>
                  <a:pt x="72" y="9"/>
                  <a:pt x="70" y="10"/>
                </a:cubicBezTo>
                <a:cubicBezTo>
                  <a:pt x="69" y="12"/>
                  <a:pt x="68" y="13"/>
                  <a:pt x="66" y="14"/>
                </a:cubicBezTo>
                <a:cubicBezTo>
                  <a:pt x="63" y="14"/>
                  <a:pt x="61" y="15"/>
                  <a:pt x="58" y="14"/>
                </a:cubicBezTo>
                <a:cubicBezTo>
                  <a:pt x="55" y="13"/>
                  <a:pt x="54" y="12"/>
                  <a:pt x="51" y="13"/>
                </a:cubicBezTo>
                <a:cubicBezTo>
                  <a:pt x="48" y="13"/>
                  <a:pt x="47" y="12"/>
                  <a:pt x="44" y="12"/>
                </a:cubicBezTo>
                <a:cubicBezTo>
                  <a:pt x="42" y="11"/>
                  <a:pt x="40" y="12"/>
                  <a:pt x="38" y="12"/>
                </a:cubicBezTo>
                <a:cubicBezTo>
                  <a:pt x="35" y="12"/>
                  <a:pt x="32" y="11"/>
                  <a:pt x="30" y="11"/>
                </a:cubicBezTo>
                <a:cubicBezTo>
                  <a:pt x="25" y="10"/>
                  <a:pt x="21" y="8"/>
                  <a:pt x="17" y="9"/>
                </a:cubicBezTo>
                <a:cubicBezTo>
                  <a:pt x="15" y="10"/>
                  <a:pt x="8" y="10"/>
                  <a:pt x="11" y="6"/>
                </a:cubicBezTo>
                <a:cubicBezTo>
                  <a:pt x="12" y="5"/>
                  <a:pt x="16" y="5"/>
                  <a:pt x="14" y="3"/>
                </a:cubicBezTo>
                <a:cubicBezTo>
                  <a:pt x="13" y="2"/>
                  <a:pt x="12" y="2"/>
                  <a:pt x="11" y="2"/>
                </a:cubicBezTo>
                <a:cubicBezTo>
                  <a:pt x="9" y="1"/>
                  <a:pt x="9" y="0"/>
                  <a:pt x="7" y="0"/>
                </a:cubicBezTo>
                <a:cubicBezTo>
                  <a:pt x="6" y="1"/>
                  <a:pt x="6" y="2"/>
                  <a:pt x="6" y="4"/>
                </a:cubicBezTo>
                <a:cubicBezTo>
                  <a:pt x="5" y="5"/>
                  <a:pt x="3" y="5"/>
                  <a:pt x="3" y="6"/>
                </a:cubicBezTo>
                <a:cubicBezTo>
                  <a:pt x="0" y="9"/>
                  <a:pt x="2" y="13"/>
                  <a:pt x="3" y="16"/>
                </a:cubicBezTo>
                <a:cubicBezTo>
                  <a:pt x="4" y="17"/>
                  <a:pt x="4" y="19"/>
                  <a:pt x="4" y="20"/>
                </a:cubicBezTo>
                <a:cubicBezTo>
                  <a:pt x="5" y="21"/>
                  <a:pt x="7" y="22"/>
                  <a:pt x="8" y="23"/>
                </a:cubicBezTo>
                <a:cubicBezTo>
                  <a:pt x="9" y="24"/>
                  <a:pt x="10" y="24"/>
                  <a:pt x="11" y="26"/>
                </a:cubicBezTo>
                <a:cubicBezTo>
                  <a:pt x="11" y="27"/>
                  <a:pt x="13" y="27"/>
                  <a:pt x="13" y="28"/>
                </a:cubicBezTo>
                <a:cubicBezTo>
                  <a:pt x="14" y="30"/>
                  <a:pt x="13" y="31"/>
                  <a:pt x="12" y="32"/>
                </a:cubicBezTo>
                <a:cubicBezTo>
                  <a:pt x="10" y="33"/>
                  <a:pt x="10" y="33"/>
                  <a:pt x="9" y="34"/>
                </a:cubicBezTo>
                <a:cubicBezTo>
                  <a:pt x="8" y="36"/>
                  <a:pt x="8" y="36"/>
                  <a:pt x="6" y="36"/>
                </a:cubicBezTo>
                <a:cubicBezTo>
                  <a:pt x="5" y="36"/>
                  <a:pt x="3" y="36"/>
                  <a:pt x="3" y="38"/>
                </a:cubicBezTo>
                <a:cubicBezTo>
                  <a:pt x="2" y="39"/>
                  <a:pt x="3" y="40"/>
                  <a:pt x="3" y="41"/>
                </a:cubicBezTo>
                <a:cubicBezTo>
                  <a:pt x="2" y="42"/>
                  <a:pt x="2" y="43"/>
                  <a:pt x="2" y="45"/>
                </a:cubicBezTo>
                <a:cubicBezTo>
                  <a:pt x="3" y="46"/>
                  <a:pt x="4" y="46"/>
                  <a:pt x="4" y="48"/>
                </a:cubicBezTo>
                <a:cubicBezTo>
                  <a:pt x="4" y="50"/>
                  <a:pt x="2" y="51"/>
                  <a:pt x="0" y="51"/>
                </a:cubicBezTo>
                <a:cubicBezTo>
                  <a:pt x="3" y="53"/>
                  <a:pt x="4" y="55"/>
                  <a:pt x="6" y="57"/>
                </a:cubicBezTo>
                <a:cubicBezTo>
                  <a:pt x="10" y="58"/>
                  <a:pt x="10" y="58"/>
                  <a:pt x="11" y="62"/>
                </a:cubicBezTo>
                <a:cubicBezTo>
                  <a:pt x="11" y="64"/>
                  <a:pt x="14" y="66"/>
                  <a:pt x="13" y="69"/>
                </a:cubicBezTo>
                <a:cubicBezTo>
                  <a:pt x="12" y="72"/>
                  <a:pt x="12" y="74"/>
                  <a:pt x="11" y="77"/>
                </a:cubicBezTo>
                <a:cubicBezTo>
                  <a:pt x="13" y="77"/>
                  <a:pt x="15" y="77"/>
                  <a:pt x="17" y="76"/>
                </a:cubicBezTo>
                <a:cubicBezTo>
                  <a:pt x="19" y="75"/>
                  <a:pt x="20" y="74"/>
                  <a:pt x="22" y="74"/>
                </a:cubicBezTo>
                <a:cubicBezTo>
                  <a:pt x="24" y="74"/>
                  <a:pt x="26" y="76"/>
                  <a:pt x="28" y="75"/>
                </a:cubicBezTo>
                <a:cubicBezTo>
                  <a:pt x="30" y="74"/>
                  <a:pt x="32" y="72"/>
                  <a:pt x="34" y="72"/>
                </a:cubicBezTo>
                <a:cubicBezTo>
                  <a:pt x="35" y="72"/>
                  <a:pt x="36" y="72"/>
                  <a:pt x="37" y="71"/>
                </a:cubicBezTo>
                <a:cubicBezTo>
                  <a:pt x="38" y="71"/>
                  <a:pt x="37" y="70"/>
                  <a:pt x="38" y="71"/>
                </a:cubicBezTo>
                <a:cubicBezTo>
                  <a:pt x="39" y="71"/>
                  <a:pt x="39" y="71"/>
                  <a:pt x="39" y="71"/>
                </a:cubicBezTo>
                <a:cubicBezTo>
                  <a:pt x="40" y="72"/>
                  <a:pt x="41" y="71"/>
                  <a:pt x="41" y="71"/>
                </a:cubicBezTo>
                <a:cubicBezTo>
                  <a:pt x="42" y="71"/>
                  <a:pt x="42" y="70"/>
                  <a:pt x="43" y="71"/>
                </a:cubicBezTo>
                <a:cubicBezTo>
                  <a:pt x="44" y="71"/>
                  <a:pt x="44" y="72"/>
                  <a:pt x="44" y="73"/>
                </a:cubicBezTo>
                <a:cubicBezTo>
                  <a:pt x="45" y="75"/>
                  <a:pt x="46" y="75"/>
                  <a:pt x="49" y="76"/>
                </a:cubicBezTo>
                <a:cubicBezTo>
                  <a:pt x="51" y="73"/>
                  <a:pt x="55" y="78"/>
                  <a:pt x="57" y="79"/>
                </a:cubicBezTo>
                <a:cubicBezTo>
                  <a:pt x="59" y="79"/>
                  <a:pt x="61" y="78"/>
                  <a:pt x="63" y="78"/>
                </a:cubicBezTo>
                <a:cubicBezTo>
                  <a:pt x="65" y="77"/>
                  <a:pt x="67" y="76"/>
                  <a:pt x="69" y="76"/>
                </a:cubicBezTo>
                <a:cubicBezTo>
                  <a:pt x="73" y="77"/>
                  <a:pt x="77" y="75"/>
                  <a:pt x="76" y="71"/>
                </a:cubicBezTo>
                <a:cubicBezTo>
                  <a:pt x="75" y="70"/>
                  <a:pt x="73" y="69"/>
                  <a:pt x="73" y="68"/>
                </a:cubicBezTo>
                <a:cubicBezTo>
                  <a:pt x="73" y="65"/>
                  <a:pt x="77" y="66"/>
                  <a:pt x="78" y="67"/>
                </a:cubicBezTo>
                <a:cubicBezTo>
                  <a:pt x="78" y="64"/>
                  <a:pt x="80" y="65"/>
                  <a:pt x="81" y="64"/>
                </a:cubicBezTo>
                <a:cubicBezTo>
                  <a:pt x="83" y="64"/>
                  <a:pt x="83" y="63"/>
                  <a:pt x="84" y="62"/>
                </a:cubicBezTo>
                <a:cubicBezTo>
                  <a:pt x="86" y="58"/>
                  <a:pt x="92" y="62"/>
                  <a:pt x="93" y="57"/>
                </a:cubicBezTo>
                <a:cubicBezTo>
                  <a:pt x="94" y="57"/>
                  <a:pt x="94" y="58"/>
                  <a:pt x="95" y="58"/>
                </a:cubicBezTo>
                <a:cubicBezTo>
                  <a:pt x="96" y="58"/>
                  <a:pt x="97" y="57"/>
                  <a:pt x="97" y="57"/>
                </a:cubicBezTo>
                <a:cubicBezTo>
                  <a:pt x="99" y="57"/>
                  <a:pt x="100" y="60"/>
                  <a:pt x="101" y="61"/>
                </a:cubicBezTo>
                <a:cubicBezTo>
                  <a:pt x="102" y="61"/>
                  <a:pt x="102" y="62"/>
                  <a:pt x="104" y="61"/>
                </a:cubicBezTo>
                <a:cubicBezTo>
                  <a:pt x="104" y="61"/>
                  <a:pt x="104" y="61"/>
                  <a:pt x="105" y="60"/>
                </a:cubicBezTo>
                <a:cubicBezTo>
                  <a:pt x="105" y="60"/>
                  <a:pt x="106" y="60"/>
                  <a:pt x="106" y="61"/>
                </a:cubicBezTo>
                <a:cubicBezTo>
                  <a:pt x="108" y="60"/>
                  <a:pt x="109" y="59"/>
                  <a:pt x="111" y="59"/>
                </a:cubicBezTo>
                <a:cubicBezTo>
                  <a:pt x="110" y="57"/>
                  <a:pt x="109" y="56"/>
                  <a:pt x="108" y="54"/>
                </a:cubicBezTo>
                <a:cubicBezTo>
                  <a:pt x="107" y="52"/>
                  <a:pt x="106" y="50"/>
                  <a:pt x="105" y="49"/>
                </a:cubicBezTo>
                <a:cubicBezTo>
                  <a:pt x="104" y="48"/>
                  <a:pt x="102" y="49"/>
                  <a:pt x="101" y="48"/>
                </a:cubicBezTo>
                <a:cubicBezTo>
                  <a:pt x="99" y="47"/>
                  <a:pt x="101" y="45"/>
                  <a:pt x="103" y="45"/>
                </a:cubicBezTo>
                <a:cubicBezTo>
                  <a:pt x="103" y="44"/>
                  <a:pt x="105" y="43"/>
                  <a:pt x="105" y="42"/>
                </a:cubicBezTo>
                <a:cubicBezTo>
                  <a:pt x="106" y="41"/>
                  <a:pt x="108" y="40"/>
                  <a:pt x="108" y="39"/>
                </a:cubicBezTo>
                <a:cubicBezTo>
                  <a:pt x="109" y="37"/>
                  <a:pt x="109" y="34"/>
                  <a:pt x="109" y="32"/>
                </a:cubicBezTo>
                <a:cubicBezTo>
                  <a:pt x="110" y="30"/>
                  <a:pt x="110" y="28"/>
                  <a:pt x="111" y="26"/>
                </a:cubicBezTo>
                <a:cubicBezTo>
                  <a:pt x="113" y="23"/>
                  <a:pt x="115" y="22"/>
                  <a:pt x="119" y="22"/>
                </a:cubicBezTo>
                <a:cubicBezTo>
                  <a:pt x="125" y="22"/>
                  <a:pt x="122" y="16"/>
                  <a:pt x="122" y="13"/>
                </a:cubicBezTo>
                <a:cubicBezTo>
                  <a:pt x="120" y="13"/>
                  <a:pt x="118" y="13"/>
                  <a:pt x="116" y="12"/>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7" name="Freeform 55"/>
          <p:cNvSpPr>
            <a:spLocks/>
          </p:cNvSpPr>
          <p:nvPr/>
        </p:nvSpPr>
        <p:spPr bwMode="auto">
          <a:xfrm>
            <a:off x="8620125" y="4422775"/>
            <a:ext cx="285750" cy="236537"/>
          </a:xfrm>
          <a:custGeom>
            <a:avLst/>
            <a:gdLst>
              <a:gd name="T0" fmla="*/ 17 w 75"/>
              <a:gd name="T1" fmla="*/ 8 h 62"/>
              <a:gd name="T2" fmla="*/ 23 w 75"/>
              <a:gd name="T3" fmla="*/ 7 h 62"/>
              <a:gd name="T4" fmla="*/ 32 w 75"/>
              <a:gd name="T5" fmla="*/ 7 h 62"/>
              <a:gd name="T6" fmla="*/ 35 w 75"/>
              <a:gd name="T7" fmla="*/ 6 h 62"/>
              <a:gd name="T8" fmla="*/ 37 w 75"/>
              <a:gd name="T9" fmla="*/ 4 h 62"/>
              <a:gd name="T10" fmla="*/ 41 w 75"/>
              <a:gd name="T11" fmla="*/ 3 h 62"/>
              <a:gd name="T12" fmla="*/ 46 w 75"/>
              <a:gd name="T13" fmla="*/ 3 h 62"/>
              <a:gd name="T14" fmla="*/ 50 w 75"/>
              <a:gd name="T15" fmla="*/ 4 h 62"/>
              <a:gd name="T16" fmla="*/ 56 w 75"/>
              <a:gd name="T17" fmla="*/ 8 h 62"/>
              <a:gd name="T18" fmla="*/ 59 w 75"/>
              <a:gd name="T19" fmla="*/ 8 h 62"/>
              <a:gd name="T20" fmla="*/ 63 w 75"/>
              <a:gd name="T21" fmla="*/ 16 h 62"/>
              <a:gd name="T22" fmla="*/ 61 w 75"/>
              <a:gd name="T23" fmla="*/ 21 h 62"/>
              <a:gd name="T24" fmla="*/ 70 w 75"/>
              <a:gd name="T25" fmla="*/ 25 h 62"/>
              <a:gd name="T26" fmla="*/ 75 w 75"/>
              <a:gd name="T27" fmla="*/ 35 h 62"/>
              <a:gd name="T28" fmla="*/ 70 w 75"/>
              <a:gd name="T29" fmla="*/ 42 h 62"/>
              <a:gd name="T30" fmla="*/ 63 w 75"/>
              <a:gd name="T31" fmla="*/ 50 h 62"/>
              <a:gd name="T32" fmla="*/ 64 w 75"/>
              <a:gd name="T33" fmla="*/ 61 h 62"/>
              <a:gd name="T34" fmla="*/ 57 w 75"/>
              <a:gd name="T35" fmla="*/ 59 h 62"/>
              <a:gd name="T36" fmla="*/ 54 w 75"/>
              <a:gd name="T37" fmla="*/ 56 h 62"/>
              <a:gd name="T38" fmla="*/ 49 w 75"/>
              <a:gd name="T39" fmla="*/ 53 h 62"/>
              <a:gd name="T40" fmla="*/ 46 w 75"/>
              <a:gd name="T41" fmla="*/ 53 h 62"/>
              <a:gd name="T42" fmla="*/ 44 w 75"/>
              <a:gd name="T43" fmla="*/ 47 h 62"/>
              <a:gd name="T44" fmla="*/ 41 w 75"/>
              <a:gd name="T45" fmla="*/ 47 h 62"/>
              <a:gd name="T46" fmla="*/ 32 w 75"/>
              <a:gd name="T47" fmla="*/ 48 h 62"/>
              <a:gd name="T48" fmla="*/ 32 w 75"/>
              <a:gd name="T49" fmla="*/ 43 h 62"/>
              <a:gd name="T50" fmla="*/ 33 w 75"/>
              <a:gd name="T51" fmla="*/ 39 h 62"/>
              <a:gd name="T52" fmla="*/ 24 w 75"/>
              <a:gd name="T53" fmla="*/ 38 h 62"/>
              <a:gd name="T54" fmla="*/ 15 w 75"/>
              <a:gd name="T55" fmla="*/ 30 h 62"/>
              <a:gd name="T56" fmla="*/ 9 w 75"/>
              <a:gd name="T57" fmla="*/ 24 h 62"/>
              <a:gd name="T58" fmla="*/ 4 w 75"/>
              <a:gd name="T59" fmla="*/ 23 h 62"/>
              <a:gd name="T60" fmla="*/ 1 w 75"/>
              <a:gd name="T61" fmla="*/ 16 h 62"/>
              <a:gd name="T62" fmla="*/ 5 w 75"/>
              <a:gd name="T63" fmla="*/ 11 h 62"/>
              <a:gd name="T64" fmla="*/ 16 w 75"/>
              <a:gd name="T6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62">
                <a:moveTo>
                  <a:pt x="16" y="4"/>
                </a:moveTo>
                <a:cubicBezTo>
                  <a:pt x="16" y="5"/>
                  <a:pt x="16" y="7"/>
                  <a:pt x="17" y="8"/>
                </a:cubicBezTo>
                <a:cubicBezTo>
                  <a:pt x="18" y="9"/>
                  <a:pt x="19" y="8"/>
                  <a:pt x="20" y="8"/>
                </a:cubicBezTo>
                <a:cubicBezTo>
                  <a:pt x="21" y="7"/>
                  <a:pt x="21" y="7"/>
                  <a:pt x="23" y="7"/>
                </a:cubicBezTo>
                <a:cubicBezTo>
                  <a:pt x="24" y="7"/>
                  <a:pt x="24" y="8"/>
                  <a:pt x="25" y="9"/>
                </a:cubicBezTo>
                <a:cubicBezTo>
                  <a:pt x="27" y="10"/>
                  <a:pt x="30" y="9"/>
                  <a:pt x="32" y="7"/>
                </a:cubicBezTo>
                <a:cubicBezTo>
                  <a:pt x="32" y="7"/>
                  <a:pt x="33" y="5"/>
                  <a:pt x="34" y="5"/>
                </a:cubicBezTo>
                <a:cubicBezTo>
                  <a:pt x="35" y="5"/>
                  <a:pt x="34" y="6"/>
                  <a:pt x="35" y="6"/>
                </a:cubicBezTo>
                <a:cubicBezTo>
                  <a:pt x="35" y="6"/>
                  <a:pt x="36" y="5"/>
                  <a:pt x="36" y="5"/>
                </a:cubicBezTo>
                <a:cubicBezTo>
                  <a:pt x="36" y="4"/>
                  <a:pt x="37" y="4"/>
                  <a:pt x="37" y="4"/>
                </a:cubicBezTo>
                <a:cubicBezTo>
                  <a:pt x="37" y="3"/>
                  <a:pt x="37" y="0"/>
                  <a:pt x="39" y="1"/>
                </a:cubicBezTo>
                <a:cubicBezTo>
                  <a:pt x="40" y="1"/>
                  <a:pt x="39" y="3"/>
                  <a:pt x="41" y="3"/>
                </a:cubicBezTo>
                <a:cubicBezTo>
                  <a:pt x="42" y="3"/>
                  <a:pt x="43" y="1"/>
                  <a:pt x="45" y="0"/>
                </a:cubicBezTo>
                <a:cubicBezTo>
                  <a:pt x="46" y="1"/>
                  <a:pt x="44" y="3"/>
                  <a:pt x="46" y="3"/>
                </a:cubicBezTo>
                <a:cubicBezTo>
                  <a:pt x="48" y="4"/>
                  <a:pt x="48" y="2"/>
                  <a:pt x="49" y="1"/>
                </a:cubicBezTo>
                <a:cubicBezTo>
                  <a:pt x="50" y="2"/>
                  <a:pt x="49" y="3"/>
                  <a:pt x="50" y="4"/>
                </a:cubicBezTo>
                <a:cubicBezTo>
                  <a:pt x="50" y="5"/>
                  <a:pt x="51" y="5"/>
                  <a:pt x="52" y="6"/>
                </a:cubicBezTo>
                <a:cubicBezTo>
                  <a:pt x="53" y="7"/>
                  <a:pt x="53" y="8"/>
                  <a:pt x="56" y="8"/>
                </a:cubicBezTo>
                <a:cubicBezTo>
                  <a:pt x="57" y="8"/>
                  <a:pt x="57" y="7"/>
                  <a:pt x="58" y="7"/>
                </a:cubicBezTo>
                <a:cubicBezTo>
                  <a:pt x="59" y="7"/>
                  <a:pt x="59" y="8"/>
                  <a:pt x="59" y="8"/>
                </a:cubicBezTo>
                <a:cubicBezTo>
                  <a:pt x="61" y="9"/>
                  <a:pt x="63" y="9"/>
                  <a:pt x="64" y="11"/>
                </a:cubicBezTo>
                <a:cubicBezTo>
                  <a:pt x="66" y="12"/>
                  <a:pt x="64" y="14"/>
                  <a:pt x="63" y="16"/>
                </a:cubicBezTo>
                <a:cubicBezTo>
                  <a:pt x="63" y="17"/>
                  <a:pt x="63" y="18"/>
                  <a:pt x="63" y="19"/>
                </a:cubicBezTo>
                <a:cubicBezTo>
                  <a:pt x="62" y="19"/>
                  <a:pt x="61" y="20"/>
                  <a:pt x="61" y="21"/>
                </a:cubicBezTo>
                <a:cubicBezTo>
                  <a:pt x="62" y="23"/>
                  <a:pt x="64" y="24"/>
                  <a:pt x="65" y="24"/>
                </a:cubicBezTo>
                <a:cubicBezTo>
                  <a:pt x="68" y="24"/>
                  <a:pt x="68" y="24"/>
                  <a:pt x="70" y="25"/>
                </a:cubicBezTo>
                <a:cubicBezTo>
                  <a:pt x="72" y="27"/>
                  <a:pt x="71" y="28"/>
                  <a:pt x="72" y="30"/>
                </a:cubicBezTo>
                <a:cubicBezTo>
                  <a:pt x="73" y="32"/>
                  <a:pt x="75" y="33"/>
                  <a:pt x="75" y="35"/>
                </a:cubicBezTo>
                <a:cubicBezTo>
                  <a:pt x="75" y="37"/>
                  <a:pt x="74" y="37"/>
                  <a:pt x="73" y="38"/>
                </a:cubicBezTo>
                <a:cubicBezTo>
                  <a:pt x="72" y="39"/>
                  <a:pt x="72" y="41"/>
                  <a:pt x="70" y="42"/>
                </a:cubicBezTo>
                <a:cubicBezTo>
                  <a:pt x="68" y="43"/>
                  <a:pt x="67" y="42"/>
                  <a:pt x="66" y="45"/>
                </a:cubicBezTo>
                <a:cubicBezTo>
                  <a:pt x="65" y="46"/>
                  <a:pt x="63" y="48"/>
                  <a:pt x="63" y="50"/>
                </a:cubicBezTo>
                <a:cubicBezTo>
                  <a:pt x="63" y="52"/>
                  <a:pt x="64" y="53"/>
                  <a:pt x="65" y="55"/>
                </a:cubicBezTo>
                <a:cubicBezTo>
                  <a:pt x="66" y="57"/>
                  <a:pt x="66" y="59"/>
                  <a:pt x="64" y="61"/>
                </a:cubicBezTo>
                <a:cubicBezTo>
                  <a:pt x="63" y="61"/>
                  <a:pt x="59" y="60"/>
                  <a:pt x="59" y="62"/>
                </a:cubicBezTo>
                <a:cubicBezTo>
                  <a:pt x="57" y="62"/>
                  <a:pt x="58" y="60"/>
                  <a:pt x="57" y="59"/>
                </a:cubicBezTo>
                <a:cubicBezTo>
                  <a:pt x="56" y="58"/>
                  <a:pt x="55" y="58"/>
                  <a:pt x="54" y="58"/>
                </a:cubicBezTo>
                <a:cubicBezTo>
                  <a:pt x="54" y="57"/>
                  <a:pt x="54" y="57"/>
                  <a:pt x="54" y="56"/>
                </a:cubicBezTo>
                <a:cubicBezTo>
                  <a:pt x="53" y="56"/>
                  <a:pt x="52" y="56"/>
                  <a:pt x="52" y="56"/>
                </a:cubicBezTo>
                <a:cubicBezTo>
                  <a:pt x="51" y="55"/>
                  <a:pt x="50" y="54"/>
                  <a:pt x="49" y="53"/>
                </a:cubicBezTo>
                <a:cubicBezTo>
                  <a:pt x="48" y="53"/>
                  <a:pt x="48" y="53"/>
                  <a:pt x="47" y="53"/>
                </a:cubicBezTo>
                <a:cubicBezTo>
                  <a:pt x="47" y="52"/>
                  <a:pt x="46" y="53"/>
                  <a:pt x="46" y="53"/>
                </a:cubicBezTo>
                <a:cubicBezTo>
                  <a:pt x="44" y="52"/>
                  <a:pt x="46" y="50"/>
                  <a:pt x="46" y="49"/>
                </a:cubicBezTo>
                <a:cubicBezTo>
                  <a:pt x="46" y="48"/>
                  <a:pt x="44" y="48"/>
                  <a:pt x="44" y="47"/>
                </a:cubicBezTo>
                <a:cubicBezTo>
                  <a:pt x="44" y="47"/>
                  <a:pt x="46" y="43"/>
                  <a:pt x="47" y="43"/>
                </a:cubicBezTo>
                <a:cubicBezTo>
                  <a:pt x="43" y="39"/>
                  <a:pt x="43" y="48"/>
                  <a:pt x="41" y="47"/>
                </a:cubicBezTo>
                <a:cubicBezTo>
                  <a:pt x="40" y="49"/>
                  <a:pt x="37" y="49"/>
                  <a:pt x="36" y="48"/>
                </a:cubicBezTo>
                <a:cubicBezTo>
                  <a:pt x="35" y="48"/>
                  <a:pt x="32" y="48"/>
                  <a:pt x="32" y="48"/>
                </a:cubicBezTo>
                <a:cubicBezTo>
                  <a:pt x="31" y="46"/>
                  <a:pt x="32" y="46"/>
                  <a:pt x="33" y="45"/>
                </a:cubicBezTo>
                <a:cubicBezTo>
                  <a:pt x="33" y="44"/>
                  <a:pt x="32" y="44"/>
                  <a:pt x="32" y="43"/>
                </a:cubicBezTo>
                <a:cubicBezTo>
                  <a:pt x="32" y="42"/>
                  <a:pt x="32" y="42"/>
                  <a:pt x="33" y="40"/>
                </a:cubicBezTo>
                <a:cubicBezTo>
                  <a:pt x="33" y="39"/>
                  <a:pt x="33" y="40"/>
                  <a:pt x="33" y="39"/>
                </a:cubicBezTo>
                <a:cubicBezTo>
                  <a:pt x="32" y="38"/>
                  <a:pt x="30" y="37"/>
                  <a:pt x="29" y="36"/>
                </a:cubicBezTo>
                <a:cubicBezTo>
                  <a:pt x="29" y="37"/>
                  <a:pt x="24" y="38"/>
                  <a:pt x="24" y="38"/>
                </a:cubicBezTo>
                <a:cubicBezTo>
                  <a:pt x="21" y="37"/>
                  <a:pt x="23" y="33"/>
                  <a:pt x="21" y="32"/>
                </a:cubicBezTo>
                <a:cubicBezTo>
                  <a:pt x="19" y="31"/>
                  <a:pt x="16" y="32"/>
                  <a:pt x="15" y="30"/>
                </a:cubicBezTo>
                <a:cubicBezTo>
                  <a:pt x="14" y="29"/>
                  <a:pt x="14" y="26"/>
                  <a:pt x="13" y="24"/>
                </a:cubicBezTo>
                <a:cubicBezTo>
                  <a:pt x="12" y="22"/>
                  <a:pt x="11" y="23"/>
                  <a:pt x="9" y="24"/>
                </a:cubicBezTo>
                <a:cubicBezTo>
                  <a:pt x="8" y="24"/>
                  <a:pt x="8" y="25"/>
                  <a:pt x="6" y="25"/>
                </a:cubicBezTo>
                <a:cubicBezTo>
                  <a:pt x="5" y="25"/>
                  <a:pt x="5" y="23"/>
                  <a:pt x="4" y="23"/>
                </a:cubicBezTo>
                <a:cubicBezTo>
                  <a:pt x="3" y="21"/>
                  <a:pt x="1" y="22"/>
                  <a:pt x="1" y="19"/>
                </a:cubicBezTo>
                <a:cubicBezTo>
                  <a:pt x="1" y="18"/>
                  <a:pt x="2" y="17"/>
                  <a:pt x="1" y="16"/>
                </a:cubicBezTo>
                <a:cubicBezTo>
                  <a:pt x="1" y="15"/>
                  <a:pt x="0" y="15"/>
                  <a:pt x="0" y="13"/>
                </a:cubicBezTo>
                <a:cubicBezTo>
                  <a:pt x="1" y="12"/>
                  <a:pt x="3" y="12"/>
                  <a:pt x="5" y="11"/>
                </a:cubicBezTo>
                <a:cubicBezTo>
                  <a:pt x="6" y="9"/>
                  <a:pt x="8" y="8"/>
                  <a:pt x="9" y="7"/>
                </a:cubicBezTo>
                <a:cubicBezTo>
                  <a:pt x="10" y="7"/>
                  <a:pt x="15" y="3"/>
                  <a:pt x="16" y="4"/>
                </a:cubicBezTo>
              </a:path>
            </a:pathLst>
          </a:custGeom>
          <a:solidFill>
            <a:schemeClr val="accent3"/>
          </a:solidFill>
          <a:ln w="7938" cap="rnd">
            <a:solidFill>
              <a:schemeClr val="bg2"/>
            </a:solidFill>
            <a:prstDash val="solid"/>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188" name="Freeform 56"/>
          <p:cNvSpPr>
            <a:spLocks/>
          </p:cNvSpPr>
          <p:nvPr/>
        </p:nvSpPr>
        <p:spPr bwMode="auto">
          <a:xfrm>
            <a:off x="10142538" y="3838575"/>
            <a:ext cx="728663" cy="614362"/>
          </a:xfrm>
          <a:custGeom>
            <a:avLst/>
            <a:gdLst>
              <a:gd name="T0" fmla="*/ 24 w 191"/>
              <a:gd name="T1" fmla="*/ 146 h 161"/>
              <a:gd name="T2" fmla="*/ 42 w 191"/>
              <a:gd name="T3" fmla="*/ 139 h 161"/>
              <a:gd name="T4" fmla="*/ 67 w 191"/>
              <a:gd name="T5" fmla="*/ 143 h 161"/>
              <a:gd name="T6" fmla="*/ 78 w 191"/>
              <a:gd name="T7" fmla="*/ 145 h 161"/>
              <a:gd name="T8" fmla="*/ 88 w 191"/>
              <a:gd name="T9" fmla="*/ 149 h 161"/>
              <a:gd name="T10" fmla="*/ 95 w 191"/>
              <a:gd name="T11" fmla="*/ 150 h 161"/>
              <a:gd name="T12" fmla="*/ 106 w 191"/>
              <a:gd name="T13" fmla="*/ 151 h 161"/>
              <a:gd name="T14" fmla="*/ 115 w 191"/>
              <a:gd name="T15" fmla="*/ 151 h 161"/>
              <a:gd name="T16" fmla="*/ 126 w 191"/>
              <a:gd name="T17" fmla="*/ 156 h 161"/>
              <a:gd name="T18" fmla="*/ 137 w 191"/>
              <a:gd name="T19" fmla="*/ 154 h 161"/>
              <a:gd name="T20" fmla="*/ 147 w 191"/>
              <a:gd name="T21" fmla="*/ 150 h 161"/>
              <a:gd name="T22" fmla="*/ 158 w 191"/>
              <a:gd name="T23" fmla="*/ 135 h 161"/>
              <a:gd name="T24" fmla="*/ 171 w 191"/>
              <a:gd name="T25" fmla="*/ 135 h 161"/>
              <a:gd name="T26" fmla="*/ 168 w 191"/>
              <a:gd name="T27" fmla="*/ 122 h 161"/>
              <a:gd name="T28" fmla="*/ 167 w 191"/>
              <a:gd name="T29" fmla="*/ 114 h 161"/>
              <a:gd name="T30" fmla="*/ 164 w 191"/>
              <a:gd name="T31" fmla="*/ 102 h 161"/>
              <a:gd name="T32" fmla="*/ 174 w 191"/>
              <a:gd name="T33" fmla="*/ 102 h 161"/>
              <a:gd name="T34" fmla="*/ 189 w 191"/>
              <a:gd name="T35" fmla="*/ 95 h 161"/>
              <a:gd name="T36" fmla="*/ 185 w 191"/>
              <a:gd name="T37" fmla="*/ 83 h 161"/>
              <a:gd name="T38" fmla="*/ 174 w 191"/>
              <a:gd name="T39" fmla="*/ 80 h 161"/>
              <a:gd name="T40" fmla="*/ 164 w 191"/>
              <a:gd name="T41" fmla="*/ 64 h 161"/>
              <a:gd name="T42" fmla="*/ 160 w 191"/>
              <a:gd name="T43" fmla="*/ 52 h 161"/>
              <a:gd name="T44" fmla="*/ 152 w 191"/>
              <a:gd name="T45" fmla="*/ 45 h 161"/>
              <a:gd name="T46" fmla="*/ 157 w 191"/>
              <a:gd name="T47" fmla="*/ 37 h 161"/>
              <a:gd name="T48" fmla="*/ 153 w 191"/>
              <a:gd name="T49" fmla="*/ 29 h 161"/>
              <a:gd name="T50" fmla="*/ 155 w 191"/>
              <a:gd name="T51" fmla="*/ 21 h 161"/>
              <a:gd name="T52" fmla="*/ 149 w 191"/>
              <a:gd name="T53" fmla="*/ 16 h 161"/>
              <a:gd name="T54" fmla="*/ 132 w 191"/>
              <a:gd name="T55" fmla="*/ 12 h 161"/>
              <a:gd name="T56" fmla="*/ 126 w 191"/>
              <a:gd name="T57" fmla="*/ 6 h 161"/>
              <a:gd name="T58" fmla="*/ 110 w 191"/>
              <a:gd name="T59" fmla="*/ 2 h 161"/>
              <a:gd name="T60" fmla="*/ 95 w 191"/>
              <a:gd name="T61" fmla="*/ 3 h 161"/>
              <a:gd name="T62" fmla="*/ 85 w 191"/>
              <a:gd name="T63" fmla="*/ 10 h 161"/>
              <a:gd name="T64" fmla="*/ 71 w 191"/>
              <a:gd name="T65" fmla="*/ 16 h 161"/>
              <a:gd name="T66" fmla="*/ 72 w 191"/>
              <a:gd name="T67" fmla="*/ 31 h 161"/>
              <a:gd name="T68" fmla="*/ 63 w 191"/>
              <a:gd name="T69" fmla="*/ 37 h 161"/>
              <a:gd name="T70" fmla="*/ 54 w 191"/>
              <a:gd name="T71" fmla="*/ 49 h 161"/>
              <a:gd name="T72" fmla="*/ 54 w 191"/>
              <a:gd name="T73" fmla="*/ 64 h 161"/>
              <a:gd name="T74" fmla="*/ 46 w 191"/>
              <a:gd name="T75" fmla="*/ 65 h 161"/>
              <a:gd name="T76" fmla="*/ 34 w 191"/>
              <a:gd name="T77" fmla="*/ 73 h 161"/>
              <a:gd name="T78" fmla="*/ 20 w 191"/>
              <a:gd name="T79" fmla="*/ 75 h 161"/>
              <a:gd name="T80" fmla="*/ 13 w 191"/>
              <a:gd name="T81" fmla="*/ 87 h 161"/>
              <a:gd name="T82" fmla="*/ 17 w 191"/>
              <a:gd name="T83" fmla="*/ 117 h 161"/>
              <a:gd name="T84" fmla="*/ 11 w 191"/>
              <a:gd name="T85" fmla="*/ 14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1" h="161">
                <a:moveTo>
                  <a:pt x="16" y="149"/>
                </a:moveTo>
                <a:cubicBezTo>
                  <a:pt x="18" y="150"/>
                  <a:pt x="19" y="151"/>
                  <a:pt x="21" y="149"/>
                </a:cubicBezTo>
                <a:cubicBezTo>
                  <a:pt x="22" y="148"/>
                  <a:pt x="23" y="147"/>
                  <a:pt x="24" y="146"/>
                </a:cubicBezTo>
                <a:cubicBezTo>
                  <a:pt x="26" y="142"/>
                  <a:pt x="27" y="140"/>
                  <a:pt x="31" y="140"/>
                </a:cubicBezTo>
                <a:cubicBezTo>
                  <a:pt x="33" y="140"/>
                  <a:pt x="35" y="140"/>
                  <a:pt x="37" y="140"/>
                </a:cubicBezTo>
                <a:cubicBezTo>
                  <a:pt x="39" y="140"/>
                  <a:pt x="40" y="139"/>
                  <a:pt x="42" y="139"/>
                </a:cubicBezTo>
                <a:cubicBezTo>
                  <a:pt x="45" y="139"/>
                  <a:pt x="47" y="139"/>
                  <a:pt x="49" y="139"/>
                </a:cubicBezTo>
                <a:cubicBezTo>
                  <a:pt x="52" y="139"/>
                  <a:pt x="54" y="140"/>
                  <a:pt x="57" y="140"/>
                </a:cubicBezTo>
                <a:cubicBezTo>
                  <a:pt x="61" y="140"/>
                  <a:pt x="64" y="142"/>
                  <a:pt x="67" y="143"/>
                </a:cubicBezTo>
                <a:cubicBezTo>
                  <a:pt x="68" y="144"/>
                  <a:pt x="69" y="144"/>
                  <a:pt x="71" y="144"/>
                </a:cubicBezTo>
                <a:cubicBezTo>
                  <a:pt x="73" y="144"/>
                  <a:pt x="74" y="144"/>
                  <a:pt x="76" y="144"/>
                </a:cubicBezTo>
                <a:cubicBezTo>
                  <a:pt x="76" y="145"/>
                  <a:pt x="77" y="145"/>
                  <a:pt x="78" y="145"/>
                </a:cubicBezTo>
                <a:cubicBezTo>
                  <a:pt x="78" y="145"/>
                  <a:pt x="79" y="144"/>
                  <a:pt x="79" y="144"/>
                </a:cubicBezTo>
                <a:cubicBezTo>
                  <a:pt x="81" y="144"/>
                  <a:pt x="81" y="145"/>
                  <a:pt x="82" y="146"/>
                </a:cubicBezTo>
                <a:cubicBezTo>
                  <a:pt x="83" y="148"/>
                  <a:pt x="86" y="152"/>
                  <a:pt x="88" y="149"/>
                </a:cubicBezTo>
                <a:cubicBezTo>
                  <a:pt x="90" y="149"/>
                  <a:pt x="91" y="149"/>
                  <a:pt x="91" y="150"/>
                </a:cubicBezTo>
                <a:cubicBezTo>
                  <a:pt x="92" y="152"/>
                  <a:pt x="91" y="154"/>
                  <a:pt x="93" y="153"/>
                </a:cubicBezTo>
                <a:cubicBezTo>
                  <a:pt x="95" y="153"/>
                  <a:pt x="94" y="151"/>
                  <a:pt x="95" y="150"/>
                </a:cubicBezTo>
                <a:cubicBezTo>
                  <a:pt x="97" y="149"/>
                  <a:pt x="98" y="151"/>
                  <a:pt x="100" y="151"/>
                </a:cubicBezTo>
                <a:cubicBezTo>
                  <a:pt x="101" y="151"/>
                  <a:pt x="101" y="149"/>
                  <a:pt x="102" y="149"/>
                </a:cubicBezTo>
                <a:cubicBezTo>
                  <a:pt x="104" y="149"/>
                  <a:pt x="104" y="151"/>
                  <a:pt x="106" y="151"/>
                </a:cubicBezTo>
                <a:cubicBezTo>
                  <a:pt x="107" y="151"/>
                  <a:pt x="108" y="150"/>
                  <a:pt x="110" y="152"/>
                </a:cubicBezTo>
                <a:cubicBezTo>
                  <a:pt x="111" y="153"/>
                  <a:pt x="111" y="155"/>
                  <a:pt x="113" y="155"/>
                </a:cubicBezTo>
                <a:cubicBezTo>
                  <a:pt x="114" y="153"/>
                  <a:pt x="113" y="152"/>
                  <a:pt x="115" y="151"/>
                </a:cubicBezTo>
                <a:cubicBezTo>
                  <a:pt x="116" y="150"/>
                  <a:pt x="117" y="150"/>
                  <a:pt x="117" y="150"/>
                </a:cubicBezTo>
                <a:cubicBezTo>
                  <a:pt x="118" y="149"/>
                  <a:pt x="118" y="149"/>
                  <a:pt x="119" y="149"/>
                </a:cubicBezTo>
                <a:cubicBezTo>
                  <a:pt x="123" y="150"/>
                  <a:pt x="121" y="158"/>
                  <a:pt x="126" y="156"/>
                </a:cubicBezTo>
                <a:cubicBezTo>
                  <a:pt x="128" y="156"/>
                  <a:pt x="128" y="153"/>
                  <a:pt x="131" y="153"/>
                </a:cubicBezTo>
                <a:cubicBezTo>
                  <a:pt x="132" y="153"/>
                  <a:pt x="133" y="154"/>
                  <a:pt x="134" y="154"/>
                </a:cubicBezTo>
                <a:cubicBezTo>
                  <a:pt x="135" y="155"/>
                  <a:pt x="136" y="154"/>
                  <a:pt x="137" y="154"/>
                </a:cubicBezTo>
                <a:cubicBezTo>
                  <a:pt x="139" y="154"/>
                  <a:pt x="141" y="154"/>
                  <a:pt x="143" y="156"/>
                </a:cubicBezTo>
                <a:cubicBezTo>
                  <a:pt x="144" y="157"/>
                  <a:pt x="144" y="160"/>
                  <a:pt x="146" y="160"/>
                </a:cubicBezTo>
                <a:cubicBezTo>
                  <a:pt x="152" y="161"/>
                  <a:pt x="148" y="152"/>
                  <a:pt x="147" y="150"/>
                </a:cubicBezTo>
                <a:cubicBezTo>
                  <a:pt x="147" y="147"/>
                  <a:pt x="148" y="145"/>
                  <a:pt x="150" y="143"/>
                </a:cubicBezTo>
                <a:cubicBezTo>
                  <a:pt x="151" y="141"/>
                  <a:pt x="153" y="140"/>
                  <a:pt x="155" y="138"/>
                </a:cubicBezTo>
                <a:cubicBezTo>
                  <a:pt x="156" y="137"/>
                  <a:pt x="156" y="135"/>
                  <a:pt x="158" y="135"/>
                </a:cubicBezTo>
                <a:cubicBezTo>
                  <a:pt x="159" y="135"/>
                  <a:pt x="160" y="135"/>
                  <a:pt x="161" y="135"/>
                </a:cubicBezTo>
                <a:cubicBezTo>
                  <a:pt x="163" y="135"/>
                  <a:pt x="163" y="135"/>
                  <a:pt x="164" y="134"/>
                </a:cubicBezTo>
                <a:cubicBezTo>
                  <a:pt x="167" y="133"/>
                  <a:pt x="169" y="136"/>
                  <a:pt x="171" y="135"/>
                </a:cubicBezTo>
                <a:cubicBezTo>
                  <a:pt x="172" y="134"/>
                  <a:pt x="171" y="132"/>
                  <a:pt x="170" y="130"/>
                </a:cubicBezTo>
                <a:cubicBezTo>
                  <a:pt x="169" y="128"/>
                  <a:pt x="168" y="128"/>
                  <a:pt x="168" y="125"/>
                </a:cubicBezTo>
                <a:cubicBezTo>
                  <a:pt x="169" y="124"/>
                  <a:pt x="168" y="123"/>
                  <a:pt x="168" y="122"/>
                </a:cubicBezTo>
                <a:cubicBezTo>
                  <a:pt x="168" y="121"/>
                  <a:pt x="169" y="120"/>
                  <a:pt x="168" y="119"/>
                </a:cubicBezTo>
                <a:cubicBezTo>
                  <a:pt x="168" y="118"/>
                  <a:pt x="167" y="118"/>
                  <a:pt x="167" y="117"/>
                </a:cubicBezTo>
                <a:cubicBezTo>
                  <a:pt x="166" y="115"/>
                  <a:pt x="167" y="116"/>
                  <a:pt x="167" y="114"/>
                </a:cubicBezTo>
                <a:cubicBezTo>
                  <a:pt x="169" y="111"/>
                  <a:pt x="166" y="111"/>
                  <a:pt x="165" y="110"/>
                </a:cubicBezTo>
                <a:cubicBezTo>
                  <a:pt x="164" y="108"/>
                  <a:pt x="162" y="105"/>
                  <a:pt x="162" y="104"/>
                </a:cubicBezTo>
                <a:cubicBezTo>
                  <a:pt x="162" y="103"/>
                  <a:pt x="163" y="102"/>
                  <a:pt x="164" y="102"/>
                </a:cubicBezTo>
                <a:cubicBezTo>
                  <a:pt x="164" y="101"/>
                  <a:pt x="164" y="99"/>
                  <a:pt x="165" y="99"/>
                </a:cubicBezTo>
                <a:cubicBezTo>
                  <a:pt x="166" y="98"/>
                  <a:pt x="169" y="98"/>
                  <a:pt x="170" y="99"/>
                </a:cubicBezTo>
                <a:cubicBezTo>
                  <a:pt x="173" y="99"/>
                  <a:pt x="172" y="101"/>
                  <a:pt x="174" y="102"/>
                </a:cubicBezTo>
                <a:cubicBezTo>
                  <a:pt x="179" y="104"/>
                  <a:pt x="184" y="102"/>
                  <a:pt x="186" y="98"/>
                </a:cubicBezTo>
                <a:cubicBezTo>
                  <a:pt x="186" y="97"/>
                  <a:pt x="186" y="96"/>
                  <a:pt x="187" y="96"/>
                </a:cubicBezTo>
                <a:cubicBezTo>
                  <a:pt x="188" y="95"/>
                  <a:pt x="189" y="95"/>
                  <a:pt x="189" y="95"/>
                </a:cubicBezTo>
                <a:cubicBezTo>
                  <a:pt x="191" y="93"/>
                  <a:pt x="190" y="91"/>
                  <a:pt x="188" y="90"/>
                </a:cubicBezTo>
                <a:cubicBezTo>
                  <a:pt x="187" y="89"/>
                  <a:pt x="184" y="87"/>
                  <a:pt x="184" y="85"/>
                </a:cubicBezTo>
                <a:cubicBezTo>
                  <a:pt x="184" y="84"/>
                  <a:pt x="186" y="84"/>
                  <a:pt x="185" y="83"/>
                </a:cubicBezTo>
                <a:cubicBezTo>
                  <a:pt x="185" y="82"/>
                  <a:pt x="185" y="82"/>
                  <a:pt x="184" y="82"/>
                </a:cubicBezTo>
                <a:cubicBezTo>
                  <a:pt x="182" y="81"/>
                  <a:pt x="181" y="79"/>
                  <a:pt x="180" y="79"/>
                </a:cubicBezTo>
                <a:cubicBezTo>
                  <a:pt x="178" y="78"/>
                  <a:pt x="176" y="80"/>
                  <a:pt x="174" y="80"/>
                </a:cubicBezTo>
                <a:cubicBezTo>
                  <a:pt x="172" y="79"/>
                  <a:pt x="173" y="75"/>
                  <a:pt x="173" y="73"/>
                </a:cubicBezTo>
                <a:cubicBezTo>
                  <a:pt x="173" y="70"/>
                  <a:pt x="172" y="70"/>
                  <a:pt x="170" y="69"/>
                </a:cubicBezTo>
                <a:cubicBezTo>
                  <a:pt x="167" y="68"/>
                  <a:pt x="165" y="67"/>
                  <a:pt x="164" y="64"/>
                </a:cubicBezTo>
                <a:cubicBezTo>
                  <a:pt x="163" y="62"/>
                  <a:pt x="163" y="59"/>
                  <a:pt x="161" y="57"/>
                </a:cubicBezTo>
                <a:cubicBezTo>
                  <a:pt x="160" y="57"/>
                  <a:pt x="159" y="57"/>
                  <a:pt x="159" y="56"/>
                </a:cubicBezTo>
                <a:cubicBezTo>
                  <a:pt x="159" y="55"/>
                  <a:pt x="160" y="54"/>
                  <a:pt x="160" y="52"/>
                </a:cubicBezTo>
                <a:cubicBezTo>
                  <a:pt x="160" y="51"/>
                  <a:pt x="159" y="51"/>
                  <a:pt x="158" y="50"/>
                </a:cubicBezTo>
                <a:cubicBezTo>
                  <a:pt x="158" y="50"/>
                  <a:pt x="157" y="49"/>
                  <a:pt x="157" y="48"/>
                </a:cubicBezTo>
                <a:cubicBezTo>
                  <a:pt x="156" y="47"/>
                  <a:pt x="153" y="47"/>
                  <a:pt x="152" y="45"/>
                </a:cubicBezTo>
                <a:cubicBezTo>
                  <a:pt x="152" y="44"/>
                  <a:pt x="154" y="41"/>
                  <a:pt x="155" y="41"/>
                </a:cubicBezTo>
                <a:cubicBezTo>
                  <a:pt x="155" y="40"/>
                  <a:pt x="155" y="39"/>
                  <a:pt x="155" y="39"/>
                </a:cubicBezTo>
                <a:cubicBezTo>
                  <a:pt x="156" y="38"/>
                  <a:pt x="157" y="38"/>
                  <a:pt x="157" y="37"/>
                </a:cubicBezTo>
                <a:cubicBezTo>
                  <a:pt x="157" y="36"/>
                  <a:pt x="156" y="35"/>
                  <a:pt x="157" y="34"/>
                </a:cubicBezTo>
                <a:cubicBezTo>
                  <a:pt x="156" y="34"/>
                  <a:pt x="156" y="32"/>
                  <a:pt x="155" y="31"/>
                </a:cubicBezTo>
                <a:cubicBezTo>
                  <a:pt x="155" y="30"/>
                  <a:pt x="153" y="30"/>
                  <a:pt x="153" y="29"/>
                </a:cubicBezTo>
                <a:cubicBezTo>
                  <a:pt x="153" y="28"/>
                  <a:pt x="155" y="27"/>
                  <a:pt x="156" y="26"/>
                </a:cubicBezTo>
                <a:cubicBezTo>
                  <a:pt x="156" y="25"/>
                  <a:pt x="155" y="24"/>
                  <a:pt x="155" y="23"/>
                </a:cubicBezTo>
                <a:cubicBezTo>
                  <a:pt x="155" y="22"/>
                  <a:pt x="155" y="22"/>
                  <a:pt x="155" y="21"/>
                </a:cubicBezTo>
                <a:cubicBezTo>
                  <a:pt x="156" y="18"/>
                  <a:pt x="155" y="19"/>
                  <a:pt x="153" y="18"/>
                </a:cubicBezTo>
                <a:cubicBezTo>
                  <a:pt x="152" y="18"/>
                  <a:pt x="151" y="17"/>
                  <a:pt x="151" y="17"/>
                </a:cubicBezTo>
                <a:cubicBezTo>
                  <a:pt x="150" y="16"/>
                  <a:pt x="150" y="17"/>
                  <a:pt x="149" y="16"/>
                </a:cubicBezTo>
                <a:cubicBezTo>
                  <a:pt x="149" y="16"/>
                  <a:pt x="149" y="15"/>
                  <a:pt x="149" y="15"/>
                </a:cubicBezTo>
                <a:cubicBezTo>
                  <a:pt x="148" y="14"/>
                  <a:pt x="147" y="12"/>
                  <a:pt x="145" y="11"/>
                </a:cubicBezTo>
                <a:cubicBezTo>
                  <a:pt x="142" y="10"/>
                  <a:pt x="135" y="8"/>
                  <a:pt x="132" y="12"/>
                </a:cubicBezTo>
                <a:cubicBezTo>
                  <a:pt x="129" y="12"/>
                  <a:pt x="129" y="14"/>
                  <a:pt x="126" y="15"/>
                </a:cubicBezTo>
                <a:cubicBezTo>
                  <a:pt x="125" y="13"/>
                  <a:pt x="125" y="12"/>
                  <a:pt x="125" y="10"/>
                </a:cubicBezTo>
                <a:cubicBezTo>
                  <a:pt x="126" y="9"/>
                  <a:pt x="127" y="7"/>
                  <a:pt x="126" y="6"/>
                </a:cubicBezTo>
                <a:cubicBezTo>
                  <a:pt x="125" y="4"/>
                  <a:pt x="122" y="5"/>
                  <a:pt x="121" y="4"/>
                </a:cubicBezTo>
                <a:cubicBezTo>
                  <a:pt x="117" y="2"/>
                  <a:pt x="116" y="6"/>
                  <a:pt x="113" y="6"/>
                </a:cubicBezTo>
                <a:cubicBezTo>
                  <a:pt x="111" y="6"/>
                  <a:pt x="111" y="3"/>
                  <a:pt x="110" y="2"/>
                </a:cubicBezTo>
                <a:cubicBezTo>
                  <a:pt x="109" y="0"/>
                  <a:pt x="107" y="1"/>
                  <a:pt x="106" y="2"/>
                </a:cubicBezTo>
                <a:cubicBezTo>
                  <a:pt x="103" y="4"/>
                  <a:pt x="102" y="2"/>
                  <a:pt x="100" y="0"/>
                </a:cubicBezTo>
                <a:cubicBezTo>
                  <a:pt x="98" y="1"/>
                  <a:pt x="97" y="1"/>
                  <a:pt x="95" y="3"/>
                </a:cubicBezTo>
                <a:cubicBezTo>
                  <a:pt x="94" y="4"/>
                  <a:pt x="92" y="6"/>
                  <a:pt x="91" y="7"/>
                </a:cubicBezTo>
                <a:cubicBezTo>
                  <a:pt x="91" y="9"/>
                  <a:pt x="91" y="11"/>
                  <a:pt x="89" y="12"/>
                </a:cubicBezTo>
                <a:cubicBezTo>
                  <a:pt x="88" y="12"/>
                  <a:pt x="87" y="10"/>
                  <a:pt x="85" y="10"/>
                </a:cubicBezTo>
                <a:cubicBezTo>
                  <a:pt x="85" y="13"/>
                  <a:pt x="80" y="9"/>
                  <a:pt x="79" y="10"/>
                </a:cubicBezTo>
                <a:cubicBezTo>
                  <a:pt x="78" y="10"/>
                  <a:pt x="77" y="12"/>
                  <a:pt x="76" y="13"/>
                </a:cubicBezTo>
                <a:cubicBezTo>
                  <a:pt x="74" y="15"/>
                  <a:pt x="73" y="15"/>
                  <a:pt x="71" y="16"/>
                </a:cubicBezTo>
                <a:cubicBezTo>
                  <a:pt x="73" y="18"/>
                  <a:pt x="69" y="23"/>
                  <a:pt x="69" y="26"/>
                </a:cubicBezTo>
                <a:cubicBezTo>
                  <a:pt x="68" y="30"/>
                  <a:pt x="72" y="27"/>
                  <a:pt x="74" y="29"/>
                </a:cubicBezTo>
                <a:cubicBezTo>
                  <a:pt x="76" y="31"/>
                  <a:pt x="73" y="31"/>
                  <a:pt x="72" y="31"/>
                </a:cubicBezTo>
                <a:cubicBezTo>
                  <a:pt x="72" y="32"/>
                  <a:pt x="72" y="34"/>
                  <a:pt x="71" y="35"/>
                </a:cubicBezTo>
                <a:cubicBezTo>
                  <a:pt x="70" y="36"/>
                  <a:pt x="68" y="34"/>
                  <a:pt x="66" y="34"/>
                </a:cubicBezTo>
                <a:cubicBezTo>
                  <a:pt x="64" y="34"/>
                  <a:pt x="64" y="36"/>
                  <a:pt x="63" y="37"/>
                </a:cubicBezTo>
                <a:cubicBezTo>
                  <a:pt x="62" y="39"/>
                  <a:pt x="62" y="40"/>
                  <a:pt x="61" y="41"/>
                </a:cubicBezTo>
                <a:cubicBezTo>
                  <a:pt x="59" y="42"/>
                  <a:pt x="56" y="42"/>
                  <a:pt x="55" y="44"/>
                </a:cubicBezTo>
                <a:cubicBezTo>
                  <a:pt x="54" y="45"/>
                  <a:pt x="54" y="48"/>
                  <a:pt x="54" y="49"/>
                </a:cubicBezTo>
                <a:cubicBezTo>
                  <a:pt x="54" y="51"/>
                  <a:pt x="54" y="53"/>
                  <a:pt x="53" y="55"/>
                </a:cubicBezTo>
                <a:cubicBezTo>
                  <a:pt x="53" y="57"/>
                  <a:pt x="51" y="59"/>
                  <a:pt x="51" y="61"/>
                </a:cubicBezTo>
                <a:cubicBezTo>
                  <a:pt x="51" y="63"/>
                  <a:pt x="53" y="63"/>
                  <a:pt x="54" y="64"/>
                </a:cubicBezTo>
                <a:cubicBezTo>
                  <a:pt x="54" y="66"/>
                  <a:pt x="54" y="68"/>
                  <a:pt x="52" y="67"/>
                </a:cubicBezTo>
                <a:cubicBezTo>
                  <a:pt x="49" y="67"/>
                  <a:pt x="50" y="64"/>
                  <a:pt x="49" y="63"/>
                </a:cubicBezTo>
                <a:cubicBezTo>
                  <a:pt x="48" y="64"/>
                  <a:pt x="48" y="64"/>
                  <a:pt x="46" y="65"/>
                </a:cubicBezTo>
                <a:cubicBezTo>
                  <a:pt x="45" y="65"/>
                  <a:pt x="44" y="64"/>
                  <a:pt x="43" y="64"/>
                </a:cubicBezTo>
                <a:cubicBezTo>
                  <a:pt x="44" y="68"/>
                  <a:pt x="40" y="67"/>
                  <a:pt x="38" y="68"/>
                </a:cubicBezTo>
                <a:cubicBezTo>
                  <a:pt x="34" y="68"/>
                  <a:pt x="38" y="73"/>
                  <a:pt x="34" y="73"/>
                </a:cubicBezTo>
                <a:cubicBezTo>
                  <a:pt x="31" y="74"/>
                  <a:pt x="30" y="74"/>
                  <a:pt x="28" y="75"/>
                </a:cubicBezTo>
                <a:cubicBezTo>
                  <a:pt x="25" y="76"/>
                  <a:pt x="25" y="75"/>
                  <a:pt x="23" y="74"/>
                </a:cubicBezTo>
                <a:cubicBezTo>
                  <a:pt x="22" y="74"/>
                  <a:pt x="21" y="74"/>
                  <a:pt x="20" y="75"/>
                </a:cubicBezTo>
                <a:cubicBezTo>
                  <a:pt x="19" y="75"/>
                  <a:pt x="17" y="75"/>
                  <a:pt x="16" y="75"/>
                </a:cubicBezTo>
                <a:cubicBezTo>
                  <a:pt x="14" y="75"/>
                  <a:pt x="12" y="75"/>
                  <a:pt x="10" y="74"/>
                </a:cubicBezTo>
                <a:cubicBezTo>
                  <a:pt x="10" y="79"/>
                  <a:pt x="11" y="83"/>
                  <a:pt x="13" y="87"/>
                </a:cubicBezTo>
                <a:cubicBezTo>
                  <a:pt x="14" y="91"/>
                  <a:pt x="17" y="95"/>
                  <a:pt x="17" y="99"/>
                </a:cubicBezTo>
                <a:cubicBezTo>
                  <a:pt x="18" y="102"/>
                  <a:pt x="19" y="106"/>
                  <a:pt x="19" y="110"/>
                </a:cubicBezTo>
                <a:cubicBezTo>
                  <a:pt x="19" y="112"/>
                  <a:pt x="20" y="116"/>
                  <a:pt x="17" y="117"/>
                </a:cubicBezTo>
                <a:cubicBezTo>
                  <a:pt x="14" y="120"/>
                  <a:pt x="0" y="124"/>
                  <a:pt x="5" y="130"/>
                </a:cubicBezTo>
                <a:cubicBezTo>
                  <a:pt x="8" y="132"/>
                  <a:pt x="12" y="133"/>
                  <a:pt x="13" y="136"/>
                </a:cubicBezTo>
                <a:cubicBezTo>
                  <a:pt x="15" y="140"/>
                  <a:pt x="11" y="145"/>
                  <a:pt x="11" y="149"/>
                </a:cubicBezTo>
                <a:cubicBezTo>
                  <a:pt x="13" y="148"/>
                  <a:pt x="15" y="148"/>
                  <a:pt x="16" y="149"/>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9" name="Freeform 57"/>
          <p:cNvSpPr>
            <a:spLocks/>
          </p:cNvSpPr>
          <p:nvPr/>
        </p:nvSpPr>
        <p:spPr bwMode="auto">
          <a:xfrm>
            <a:off x="9142413" y="4711700"/>
            <a:ext cx="563563" cy="293687"/>
          </a:xfrm>
          <a:custGeom>
            <a:avLst/>
            <a:gdLst>
              <a:gd name="T0" fmla="*/ 99 w 148"/>
              <a:gd name="T1" fmla="*/ 76 h 77"/>
              <a:gd name="T2" fmla="*/ 114 w 148"/>
              <a:gd name="T3" fmla="*/ 70 h 77"/>
              <a:gd name="T4" fmla="*/ 126 w 148"/>
              <a:gd name="T5" fmla="*/ 67 h 77"/>
              <a:gd name="T6" fmla="*/ 127 w 148"/>
              <a:gd name="T7" fmla="*/ 63 h 77"/>
              <a:gd name="T8" fmla="*/ 136 w 148"/>
              <a:gd name="T9" fmla="*/ 58 h 77"/>
              <a:gd name="T10" fmla="*/ 136 w 148"/>
              <a:gd name="T11" fmla="*/ 51 h 77"/>
              <a:gd name="T12" fmla="*/ 138 w 148"/>
              <a:gd name="T13" fmla="*/ 47 h 77"/>
              <a:gd name="T14" fmla="*/ 135 w 148"/>
              <a:gd name="T15" fmla="*/ 39 h 77"/>
              <a:gd name="T16" fmla="*/ 145 w 148"/>
              <a:gd name="T17" fmla="*/ 39 h 77"/>
              <a:gd name="T18" fmla="*/ 145 w 148"/>
              <a:gd name="T19" fmla="*/ 23 h 77"/>
              <a:gd name="T20" fmla="*/ 145 w 148"/>
              <a:gd name="T21" fmla="*/ 11 h 77"/>
              <a:gd name="T22" fmla="*/ 142 w 148"/>
              <a:gd name="T23" fmla="*/ 9 h 77"/>
              <a:gd name="T24" fmla="*/ 130 w 148"/>
              <a:gd name="T25" fmla="*/ 8 h 77"/>
              <a:gd name="T26" fmla="*/ 120 w 148"/>
              <a:gd name="T27" fmla="*/ 5 h 77"/>
              <a:gd name="T28" fmla="*/ 107 w 148"/>
              <a:gd name="T29" fmla="*/ 2 h 77"/>
              <a:gd name="T30" fmla="*/ 104 w 148"/>
              <a:gd name="T31" fmla="*/ 8 h 77"/>
              <a:gd name="T32" fmla="*/ 97 w 148"/>
              <a:gd name="T33" fmla="*/ 12 h 77"/>
              <a:gd name="T34" fmla="*/ 83 w 148"/>
              <a:gd name="T35" fmla="*/ 9 h 77"/>
              <a:gd name="T36" fmla="*/ 78 w 148"/>
              <a:gd name="T37" fmla="*/ 14 h 77"/>
              <a:gd name="T38" fmla="*/ 68 w 148"/>
              <a:gd name="T39" fmla="*/ 23 h 77"/>
              <a:gd name="T40" fmla="*/ 65 w 148"/>
              <a:gd name="T41" fmla="*/ 30 h 77"/>
              <a:gd name="T42" fmla="*/ 67 w 148"/>
              <a:gd name="T43" fmla="*/ 39 h 77"/>
              <a:gd name="T44" fmla="*/ 65 w 148"/>
              <a:gd name="T45" fmla="*/ 44 h 77"/>
              <a:gd name="T46" fmla="*/ 55 w 148"/>
              <a:gd name="T47" fmla="*/ 39 h 77"/>
              <a:gd name="T48" fmla="*/ 47 w 148"/>
              <a:gd name="T49" fmla="*/ 42 h 77"/>
              <a:gd name="T50" fmla="*/ 33 w 148"/>
              <a:gd name="T51" fmla="*/ 47 h 77"/>
              <a:gd name="T52" fmla="*/ 22 w 148"/>
              <a:gd name="T53" fmla="*/ 43 h 77"/>
              <a:gd name="T54" fmla="*/ 18 w 148"/>
              <a:gd name="T55" fmla="*/ 47 h 77"/>
              <a:gd name="T56" fmla="*/ 12 w 148"/>
              <a:gd name="T57" fmla="*/ 48 h 77"/>
              <a:gd name="T58" fmla="*/ 0 w 148"/>
              <a:gd name="T59" fmla="*/ 43 h 77"/>
              <a:gd name="T60" fmla="*/ 0 w 148"/>
              <a:gd name="T61" fmla="*/ 51 h 77"/>
              <a:gd name="T62" fmla="*/ 3 w 148"/>
              <a:gd name="T63" fmla="*/ 58 h 77"/>
              <a:gd name="T64" fmla="*/ 9 w 148"/>
              <a:gd name="T65" fmla="*/ 62 h 77"/>
              <a:gd name="T66" fmla="*/ 19 w 148"/>
              <a:gd name="T67" fmla="*/ 63 h 77"/>
              <a:gd name="T68" fmla="*/ 30 w 148"/>
              <a:gd name="T69" fmla="*/ 65 h 77"/>
              <a:gd name="T70" fmla="*/ 39 w 148"/>
              <a:gd name="T71" fmla="*/ 60 h 77"/>
              <a:gd name="T72" fmla="*/ 52 w 148"/>
              <a:gd name="T73" fmla="*/ 57 h 77"/>
              <a:gd name="T74" fmla="*/ 53 w 148"/>
              <a:gd name="T75" fmla="*/ 63 h 77"/>
              <a:gd name="T76" fmla="*/ 60 w 148"/>
              <a:gd name="T77" fmla="*/ 69 h 77"/>
              <a:gd name="T78" fmla="*/ 67 w 148"/>
              <a:gd name="T79" fmla="*/ 71 h 77"/>
              <a:gd name="T80" fmla="*/ 81 w 148"/>
              <a:gd name="T81"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8" h="77">
                <a:moveTo>
                  <a:pt x="88" y="74"/>
                </a:moveTo>
                <a:cubicBezTo>
                  <a:pt x="91" y="74"/>
                  <a:pt x="95" y="77"/>
                  <a:pt x="99" y="76"/>
                </a:cubicBezTo>
                <a:cubicBezTo>
                  <a:pt x="103" y="75"/>
                  <a:pt x="104" y="70"/>
                  <a:pt x="108" y="69"/>
                </a:cubicBezTo>
                <a:cubicBezTo>
                  <a:pt x="110" y="69"/>
                  <a:pt x="112" y="70"/>
                  <a:pt x="114" y="70"/>
                </a:cubicBezTo>
                <a:cubicBezTo>
                  <a:pt x="117" y="70"/>
                  <a:pt x="118" y="68"/>
                  <a:pt x="120" y="68"/>
                </a:cubicBezTo>
                <a:cubicBezTo>
                  <a:pt x="122" y="67"/>
                  <a:pt x="125" y="68"/>
                  <a:pt x="126" y="67"/>
                </a:cubicBezTo>
                <a:cubicBezTo>
                  <a:pt x="126" y="66"/>
                  <a:pt x="125" y="65"/>
                  <a:pt x="126" y="65"/>
                </a:cubicBezTo>
                <a:cubicBezTo>
                  <a:pt x="126" y="64"/>
                  <a:pt x="127" y="64"/>
                  <a:pt x="127" y="63"/>
                </a:cubicBezTo>
                <a:cubicBezTo>
                  <a:pt x="129" y="62"/>
                  <a:pt x="130" y="61"/>
                  <a:pt x="132" y="60"/>
                </a:cubicBezTo>
                <a:cubicBezTo>
                  <a:pt x="133" y="59"/>
                  <a:pt x="135" y="59"/>
                  <a:pt x="136" y="58"/>
                </a:cubicBezTo>
                <a:cubicBezTo>
                  <a:pt x="137" y="56"/>
                  <a:pt x="134" y="55"/>
                  <a:pt x="134" y="54"/>
                </a:cubicBezTo>
                <a:cubicBezTo>
                  <a:pt x="134" y="52"/>
                  <a:pt x="136" y="52"/>
                  <a:pt x="136" y="51"/>
                </a:cubicBezTo>
                <a:cubicBezTo>
                  <a:pt x="136" y="49"/>
                  <a:pt x="134" y="49"/>
                  <a:pt x="136" y="48"/>
                </a:cubicBezTo>
                <a:cubicBezTo>
                  <a:pt x="136" y="48"/>
                  <a:pt x="137" y="48"/>
                  <a:pt x="138" y="47"/>
                </a:cubicBezTo>
                <a:cubicBezTo>
                  <a:pt x="138" y="47"/>
                  <a:pt x="140" y="45"/>
                  <a:pt x="140" y="45"/>
                </a:cubicBezTo>
                <a:cubicBezTo>
                  <a:pt x="142" y="41"/>
                  <a:pt x="135" y="41"/>
                  <a:pt x="135" y="39"/>
                </a:cubicBezTo>
                <a:cubicBezTo>
                  <a:pt x="137" y="38"/>
                  <a:pt x="138" y="37"/>
                  <a:pt x="140" y="38"/>
                </a:cubicBezTo>
                <a:cubicBezTo>
                  <a:pt x="141" y="38"/>
                  <a:pt x="143" y="39"/>
                  <a:pt x="145" y="39"/>
                </a:cubicBezTo>
                <a:cubicBezTo>
                  <a:pt x="148" y="39"/>
                  <a:pt x="147" y="36"/>
                  <a:pt x="147" y="34"/>
                </a:cubicBezTo>
                <a:cubicBezTo>
                  <a:pt x="148" y="30"/>
                  <a:pt x="147" y="26"/>
                  <a:pt x="145" y="23"/>
                </a:cubicBezTo>
                <a:cubicBezTo>
                  <a:pt x="145" y="21"/>
                  <a:pt x="143" y="20"/>
                  <a:pt x="143" y="18"/>
                </a:cubicBezTo>
                <a:cubicBezTo>
                  <a:pt x="143" y="16"/>
                  <a:pt x="145" y="14"/>
                  <a:pt x="145" y="11"/>
                </a:cubicBezTo>
                <a:cubicBezTo>
                  <a:pt x="145" y="11"/>
                  <a:pt x="145" y="11"/>
                  <a:pt x="145" y="11"/>
                </a:cubicBezTo>
                <a:cubicBezTo>
                  <a:pt x="144" y="11"/>
                  <a:pt x="144" y="9"/>
                  <a:pt x="142" y="9"/>
                </a:cubicBezTo>
                <a:cubicBezTo>
                  <a:pt x="140" y="9"/>
                  <a:pt x="139" y="8"/>
                  <a:pt x="138" y="7"/>
                </a:cubicBezTo>
                <a:cubicBezTo>
                  <a:pt x="135" y="6"/>
                  <a:pt x="133" y="9"/>
                  <a:pt x="130" y="8"/>
                </a:cubicBezTo>
                <a:cubicBezTo>
                  <a:pt x="128" y="8"/>
                  <a:pt x="127" y="7"/>
                  <a:pt x="125" y="6"/>
                </a:cubicBezTo>
                <a:cubicBezTo>
                  <a:pt x="124" y="5"/>
                  <a:pt x="122" y="5"/>
                  <a:pt x="120" y="5"/>
                </a:cubicBezTo>
                <a:cubicBezTo>
                  <a:pt x="117" y="4"/>
                  <a:pt x="114" y="0"/>
                  <a:pt x="111" y="2"/>
                </a:cubicBezTo>
                <a:cubicBezTo>
                  <a:pt x="110" y="1"/>
                  <a:pt x="108" y="1"/>
                  <a:pt x="107" y="2"/>
                </a:cubicBezTo>
                <a:cubicBezTo>
                  <a:pt x="106" y="2"/>
                  <a:pt x="106" y="4"/>
                  <a:pt x="106" y="5"/>
                </a:cubicBezTo>
                <a:cubicBezTo>
                  <a:pt x="105" y="7"/>
                  <a:pt x="105" y="7"/>
                  <a:pt x="104" y="8"/>
                </a:cubicBezTo>
                <a:cubicBezTo>
                  <a:pt x="103" y="9"/>
                  <a:pt x="102" y="11"/>
                  <a:pt x="101" y="12"/>
                </a:cubicBezTo>
                <a:cubicBezTo>
                  <a:pt x="99" y="13"/>
                  <a:pt x="99" y="12"/>
                  <a:pt x="97" y="12"/>
                </a:cubicBezTo>
                <a:cubicBezTo>
                  <a:pt x="96" y="12"/>
                  <a:pt x="94" y="13"/>
                  <a:pt x="92" y="13"/>
                </a:cubicBezTo>
                <a:cubicBezTo>
                  <a:pt x="89" y="14"/>
                  <a:pt x="87" y="10"/>
                  <a:pt x="83" y="9"/>
                </a:cubicBezTo>
                <a:cubicBezTo>
                  <a:pt x="84" y="11"/>
                  <a:pt x="84" y="14"/>
                  <a:pt x="82" y="14"/>
                </a:cubicBezTo>
                <a:cubicBezTo>
                  <a:pt x="80" y="14"/>
                  <a:pt x="79" y="13"/>
                  <a:pt x="78" y="14"/>
                </a:cubicBezTo>
                <a:cubicBezTo>
                  <a:pt x="76" y="15"/>
                  <a:pt x="76" y="16"/>
                  <a:pt x="76" y="18"/>
                </a:cubicBezTo>
                <a:cubicBezTo>
                  <a:pt x="74" y="22"/>
                  <a:pt x="72" y="22"/>
                  <a:pt x="68" y="23"/>
                </a:cubicBezTo>
                <a:cubicBezTo>
                  <a:pt x="67" y="24"/>
                  <a:pt x="63" y="25"/>
                  <a:pt x="63" y="28"/>
                </a:cubicBezTo>
                <a:cubicBezTo>
                  <a:pt x="63" y="29"/>
                  <a:pt x="64" y="30"/>
                  <a:pt x="65" y="30"/>
                </a:cubicBezTo>
                <a:cubicBezTo>
                  <a:pt x="66" y="32"/>
                  <a:pt x="67" y="33"/>
                  <a:pt x="67" y="35"/>
                </a:cubicBezTo>
                <a:cubicBezTo>
                  <a:pt x="67" y="36"/>
                  <a:pt x="66" y="37"/>
                  <a:pt x="67" y="39"/>
                </a:cubicBezTo>
                <a:cubicBezTo>
                  <a:pt x="68" y="40"/>
                  <a:pt x="69" y="40"/>
                  <a:pt x="69" y="42"/>
                </a:cubicBezTo>
                <a:cubicBezTo>
                  <a:pt x="69" y="44"/>
                  <a:pt x="67" y="46"/>
                  <a:pt x="65" y="44"/>
                </a:cubicBezTo>
                <a:cubicBezTo>
                  <a:pt x="64" y="42"/>
                  <a:pt x="64" y="40"/>
                  <a:pt x="61" y="40"/>
                </a:cubicBezTo>
                <a:cubicBezTo>
                  <a:pt x="60" y="43"/>
                  <a:pt x="57" y="40"/>
                  <a:pt x="55" y="39"/>
                </a:cubicBezTo>
                <a:cubicBezTo>
                  <a:pt x="53" y="39"/>
                  <a:pt x="53" y="40"/>
                  <a:pt x="52" y="41"/>
                </a:cubicBezTo>
                <a:cubicBezTo>
                  <a:pt x="50" y="42"/>
                  <a:pt x="48" y="42"/>
                  <a:pt x="47" y="42"/>
                </a:cubicBezTo>
                <a:cubicBezTo>
                  <a:pt x="44" y="42"/>
                  <a:pt x="40" y="43"/>
                  <a:pt x="38" y="45"/>
                </a:cubicBezTo>
                <a:cubicBezTo>
                  <a:pt x="36" y="46"/>
                  <a:pt x="35" y="47"/>
                  <a:pt x="33" y="47"/>
                </a:cubicBezTo>
                <a:cubicBezTo>
                  <a:pt x="31" y="47"/>
                  <a:pt x="29" y="47"/>
                  <a:pt x="28" y="47"/>
                </a:cubicBezTo>
                <a:cubicBezTo>
                  <a:pt x="26" y="44"/>
                  <a:pt x="25" y="43"/>
                  <a:pt x="22" y="43"/>
                </a:cubicBezTo>
                <a:cubicBezTo>
                  <a:pt x="21" y="43"/>
                  <a:pt x="18" y="43"/>
                  <a:pt x="17" y="43"/>
                </a:cubicBezTo>
                <a:cubicBezTo>
                  <a:pt x="16" y="44"/>
                  <a:pt x="18" y="46"/>
                  <a:pt x="18" y="47"/>
                </a:cubicBezTo>
                <a:cubicBezTo>
                  <a:pt x="17" y="48"/>
                  <a:pt x="16" y="50"/>
                  <a:pt x="15" y="50"/>
                </a:cubicBezTo>
                <a:cubicBezTo>
                  <a:pt x="13" y="51"/>
                  <a:pt x="13" y="49"/>
                  <a:pt x="12" y="48"/>
                </a:cubicBezTo>
                <a:cubicBezTo>
                  <a:pt x="11" y="47"/>
                  <a:pt x="10" y="45"/>
                  <a:pt x="8" y="45"/>
                </a:cubicBezTo>
                <a:cubicBezTo>
                  <a:pt x="6" y="43"/>
                  <a:pt x="3" y="44"/>
                  <a:pt x="0" y="43"/>
                </a:cubicBezTo>
                <a:cubicBezTo>
                  <a:pt x="1" y="45"/>
                  <a:pt x="2" y="45"/>
                  <a:pt x="2" y="47"/>
                </a:cubicBezTo>
                <a:cubicBezTo>
                  <a:pt x="2" y="49"/>
                  <a:pt x="1" y="50"/>
                  <a:pt x="0" y="51"/>
                </a:cubicBezTo>
                <a:cubicBezTo>
                  <a:pt x="1" y="52"/>
                  <a:pt x="1" y="54"/>
                  <a:pt x="2" y="55"/>
                </a:cubicBezTo>
                <a:cubicBezTo>
                  <a:pt x="3" y="57"/>
                  <a:pt x="2" y="57"/>
                  <a:pt x="3" y="58"/>
                </a:cubicBezTo>
                <a:cubicBezTo>
                  <a:pt x="5" y="58"/>
                  <a:pt x="6" y="58"/>
                  <a:pt x="7" y="60"/>
                </a:cubicBezTo>
                <a:cubicBezTo>
                  <a:pt x="8" y="61"/>
                  <a:pt x="8" y="61"/>
                  <a:pt x="9" y="62"/>
                </a:cubicBezTo>
                <a:cubicBezTo>
                  <a:pt x="12" y="64"/>
                  <a:pt x="14" y="62"/>
                  <a:pt x="15" y="61"/>
                </a:cubicBezTo>
                <a:cubicBezTo>
                  <a:pt x="17" y="58"/>
                  <a:pt x="19" y="60"/>
                  <a:pt x="19" y="63"/>
                </a:cubicBezTo>
                <a:cubicBezTo>
                  <a:pt x="21" y="62"/>
                  <a:pt x="22" y="62"/>
                  <a:pt x="24" y="64"/>
                </a:cubicBezTo>
                <a:cubicBezTo>
                  <a:pt x="26" y="65"/>
                  <a:pt x="28" y="67"/>
                  <a:pt x="30" y="65"/>
                </a:cubicBezTo>
                <a:cubicBezTo>
                  <a:pt x="30" y="63"/>
                  <a:pt x="31" y="61"/>
                  <a:pt x="32" y="60"/>
                </a:cubicBezTo>
                <a:cubicBezTo>
                  <a:pt x="34" y="59"/>
                  <a:pt x="37" y="60"/>
                  <a:pt x="39" y="60"/>
                </a:cubicBezTo>
                <a:cubicBezTo>
                  <a:pt x="41" y="59"/>
                  <a:pt x="43" y="60"/>
                  <a:pt x="45" y="59"/>
                </a:cubicBezTo>
                <a:cubicBezTo>
                  <a:pt x="48" y="59"/>
                  <a:pt x="49" y="57"/>
                  <a:pt x="52" y="57"/>
                </a:cubicBezTo>
                <a:cubicBezTo>
                  <a:pt x="52" y="58"/>
                  <a:pt x="51" y="59"/>
                  <a:pt x="51" y="60"/>
                </a:cubicBezTo>
                <a:cubicBezTo>
                  <a:pt x="51" y="62"/>
                  <a:pt x="52" y="62"/>
                  <a:pt x="53" y="63"/>
                </a:cubicBezTo>
                <a:cubicBezTo>
                  <a:pt x="55" y="65"/>
                  <a:pt x="54" y="66"/>
                  <a:pt x="56" y="67"/>
                </a:cubicBezTo>
                <a:cubicBezTo>
                  <a:pt x="57" y="68"/>
                  <a:pt x="59" y="69"/>
                  <a:pt x="60" y="69"/>
                </a:cubicBezTo>
                <a:cubicBezTo>
                  <a:pt x="62" y="69"/>
                  <a:pt x="64" y="69"/>
                  <a:pt x="65" y="69"/>
                </a:cubicBezTo>
                <a:cubicBezTo>
                  <a:pt x="66" y="70"/>
                  <a:pt x="66" y="70"/>
                  <a:pt x="67" y="71"/>
                </a:cubicBezTo>
                <a:cubicBezTo>
                  <a:pt x="68" y="71"/>
                  <a:pt x="69" y="71"/>
                  <a:pt x="70" y="71"/>
                </a:cubicBezTo>
                <a:cubicBezTo>
                  <a:pt x="73" y="71"/>
                  <a:pt x="77" y="72"/>
                  <a:pt x="81" y="73"/>
                </a:cubicBezTo>
                <a:cubicBezTo>
                  <a:pt x="83" y="73"/>
                  <a:pt x="86" y="73"/>
                  <a:pt x="88" y="74"/>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0" name="Freeform 58"/>
          <p:cNvSpPr>
            <a:spLocks/>
          </p:cNvSpPr>
          <p:nvPr/>
        </p:nvSpPr>
        <p:spPr bwMode="auto">
          <a:xfrm>
            <a:off x="9134475" y="4906963"/>
            <a:ext cx="14288" cy="25400"/>
          </a:xfrm>
          <a:custGeom>
            <a:avLst/>
            <a:gdLst>
              <a:gd name="T0" fmla="*/ 4 w 4"/>
              <a:gd name="T1" fmla="*/ 5 h 7"/>
              <a:gd name="T2" fmla="*/ 2 w 4"/>
              <a:gd name="T3" fmla="*/ 0 h 7"/>
              <a:gd name="T4" fmla="*/ 1 w 4"/>
              <a:gd name="T5" fmla="*/ 6 h 7"/>
              <a:gd name="T6" fmla="*/ 4 w 4"/>
              <a:gd name="T7" fmla="*/ 7 h 7"/>
              <a:gd name="T8" fmla="*/ 4 w 4"/>
              <a:gd name="T9" fmla="*/ 5 h 7"/>
            </a:gdLst>
            <a:ahLst/>
            <a:cxnLst>
              <a:cxn ang="0">
                <a:pos x="T0" y="T1"/>
              </a:cxn>
              <a:cxn ang="0">
                <a:pos x="T2" y="T3"/>
              </a:cxn>
              <a:cxn ang="0">
                <a:pos x="T4" y="T5"/>
              </a:cxn>
              <a:cxn ang="0">
                <a:pos x="T6" y="T7"/>
              </a:cxn>
              <a:cxn ang="0">
                <a:pos x="T8" y="T9"/>
              </a:cxn>
            </a:cxnLst>
            <a:rect l="0" t="0" r="r" b="b"/>
            <a:pathLst>
              <a:path w="4" h="7">
                <a:moveTo>
                  <a:pt x="4" y="5"/>
                </a:moveTo>
                <a:cubicBezTo>
                  <a:pt x="4" y="3"/>
                  <a:pt x="3" y="1"/>
                  <a:pt x="2" y="0"/>
                </a:cubicBezTo>
                <a:cubicBezTo>
                  <a:pt x="0" y="2"/>
                  <a:pt x="2" y="4"/>
                  <a:pt x="1" y="6"/>
                </a:cubicBezTo>
                <a:cubicBezTo>
                  <a:pt x="2" y="7"/>
                  <a:pt x="3" y="7"/>
                  <a:pt x="4" y="7"/>
                </a:cubicBezTo>
                <a:cubicBezTo>
                  <a:pt x="4" y="6"/>
                  <a:pt x="4" y="5"/>
                  <a:pt x="4" y="5"/>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591" name="Countries"/>
          <p:cNvGrpSpPr/>
          <p:nvPr/>
        </p:nvGrpSpPr>
        <p:grpSpPr>
          <a:xfrm>
            <a:off x="6794500" y="1878013"/>
            <a:ext cx="4980403" cy="4311194"/>
            <a:chOff x="6794500" y="1878013"/>
            <a:chExt cx="4980403" cy="4311194"/>
          </a:xfrm>
        </p:grpSpPr>
        <p:sp>
          <p:nvSpPr>
            <p:cNvPr id="191" name="Rectangle 59"/>
            <p:cNvSpPr>
              <a:spLocks noChangeArrowheads="1"/>
            </p:cNvSpPr>
            <p:nvPr/>
          </p:nvSpPr>
          <p:spPr bwMode="auto">
            <a:xfrm>
              <a:off x="6946900" y="5554663"/>
              <a:ext cx="7069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Portugal</a:t>
              </a:r>
              <a:endParaRPr kumimoji="0" lang="ru-RU" altLang="ru-RU" sz="1800" b="0" i="0" u="none" strike="noStrike" cap="none" normalizeH="0" baseline="0" smtClean="0">
                <a:ln>
                  <a:noFill/>
                </a:ln>
                <a:effectLst/>
              </a:endParaRPr>
            </a:p>
          </p:txBody>
        </p:sp>
        <p:sp>
          <p:nvSpPr>
            <p:cNvPr id="192" name="Rectangle 60"/>
            <p:cNvSpPr>
              <a:spLocks noChangeArrowheads="1"/>
            </p:cNvSpPr>
            <p:nvPr/>
          </p:nvSpPr>
          <p:spPr bwMode="auto">
            <a:xfrm>
              <a:off x="9288463" y="5973763"/>
              <a:ext cx="3478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Italy</a:t>
              </a:r>
              <a:endParaRPr kumimoji="0" lang="ru-RU" altLang="ru-RU" sz="1800" b="0" i="0" u="none" strike="noStrike" cap="none" normalizeH="0" baseline="0" smtClean="0">
                <a:ln>
                  <a:noFill/>
                </a:ln>
                <a:effectLst/>
              </a:endParaRPr>
            </a:p>
          </p:txBody>
        </p:sp>
        <p:sp>
          <p:nvSpPr>
            <p:cNvPr id="193" name="Rectangle 61"/>
            <p:cNvSpPr>
              <a:spLocks noChangeArrowheads="1"/>
            </p:cNvSpPr>
            <p:nvPr/>
          </p:nvSpPr>
          <p:spPr bwMode="auto">
            <a:xfrm>
              <a:off x="6794500" y="1878013"/>
              <a:ext cx="6011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dirty="0" smtClean="0">
                  <a:ln>
                    <a:noFill/>
                  </a:ln>
                  <a:effectLst/>
                  <a:latin typeface="Open Sans" panose="020B0606030504020204" pitchFamily="34" charset="0"/>
                </a:rPr>
                <a:t>Iceland</a:t>
              </a:r>
              <a:endParaRPr kumimoji="0" lang="ru-RU" altLang="ru-RU" sz="1800" b="0" i="0" u="none" strike="noStrike" cap="none" normalizeH="0" baseline="0" dirty="0" smtClean="0">
                <a:ln>
                  <a:noFill/>
                </a:ln>
                <a:effectLst/>
              </a:endParaRPr>
            </a:p>
          </p:txBody>
        </p:sp>
        <p:sp>
          <p:nvSpPr>
            <p:cNvPr id="194" name="Rectangle 62"/>
            <p:cNvSpPr>
              <a:spLocks noChangeArrowheads="1"/>
            </p:cNvSpPr>
            <p:nvPr/>
          </p:nvSpPr>
          <p:spPr bwMode="auto">
            <a:xfrm>
              <a:off x="6983413" y="4060825"/>
              <a:ext cx="586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Ireland</a:t>
              </a:r>
              <a:endParaRPr kumimoji="0" lang="ru-RU" altLang="ru-RU" sz="1800" b="0" i="0" u="none" strike="noStrike" cap="none" normalizeH="0" baseline="0" smtClean="0">
                <a:ln>
                  <a:noFill/>
                </a:ln>
                <a:effectLst/>
              </a:endParaRPr>
            </a:p>
          </p:txBody>
        </p:sp>
        <p:sp>
          <p:nvSpPr>
            <p:cNvPr id="195" name="Rectangle 63"/>
            <p:cNvSpPr>
              <a:spLocks noChangeArrowheads="1"/>
            </p:cNvSpPr>
            <p:nvPr/>
          </p:nvSpPr>
          <p:spPr bwMode="auto">
            <a:xfrm>
              <a:off x="8496300" y="2284413"/>
              <a:ext cx="69089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500" b="0" i="0" u="none" strike="noStrike" cap="none" normalizeH="0" baseline="0" smtClean="0">
                  <a:ln>
                    <a:noFill/>
                  </a:ln>
                  <a:effectLst/>
                  <a:latin typeface="Open Sans" panose="020B0606030504020204" pitchFamily="34" charset="0"/>
                </a:rPr>
                <a:t>Norway</a:t>
              </a:r>
              <a:endParaRPr kumimoji="0" lang="ru-RU" altLang="ru-RU" sz="1800" b="0" i="0" u="none" strike="noStrike" cap="none" normalizeH="0" baseline="0" smtClean="0">
                <a:ln>
                  <a:noFill/>
                </a:ln>
                <a:effectLst/>
              </a:endParaRPr>
            </a:p>
          </p:txBody>
        </p:sp>
        <p:sp>
          <p:nvSpPr>
            <p:cNvPr id="196" name="Rectangle 64"/>
            <p:cNvSpPr>
              <a:spLocks noChangeArrowheads="1"/>
            </p:cNvSpPr>
            <p:nvPr/>
          </p:nvSpPr>
          <p:spPr bwMode="auto">
            <a:xfrm>
              <a:off x="7442200" y="3186113"/>
              <a:ext cx="10672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dirty="0" smtClean="0">
                  <a:ln>
                    <a:noFill/>
                  </a:ln>
                  <a:effectLst/>
                  <a:latin typeface="Open Sans" panose="020B0606030504020204" pitchFamily="34" charset="0"/>
                </a:rPr>
                <a:t>Great Britain</a:t>
              </a:r>
              <a:endParaRPr kumimoji="0" lang="ru-RU" altLang="ru-RU" sz="1800" b="0" i="0" u="none" strike="noStrike" cap="none" normalizeH="0" baseline="0" dirty="0" smtClean="0">
                <a:ln>
                  <a:noFill/>
                </a:ln>
                <a:effectLst/>
              </a:endParaRPr>
            </a:p>
          </p:txBody>
        </p:sp>
        <p:sp>
          <p:nvSpPr>
            <p:cNvPr id="197" name="Rectangle 65"/>
            <p:cNvSpPr>
              <a:spLocks noChangeArrowheads="1"/>
            </p:cNvSpPr>
            <p:nvPr/>
          </p:nvSpPr>
          <p:spPr bwMode="auto">
            <a:xfrm>
              <a:off x="11239500" y="3421063"/>
              <a:ext cx="535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Russia</a:t>
              </a:r>
              <a:endParaRPr kumimoji="0" lang="ru-RU" altLang="ru-RU" sz="1800" b="0" i="0" u="none" strike="noStrike" cap="none" normalizeH="0" baseline="0" smtClean="0">
                <a:ln>
                  <a:noFill/>
                </a:ln>
                <a:effectLst/>
              </a:endParaRPr>
            </a:p>
          </p:txBody>
        </p:sp>
        <p:sp>
          <p:nvSpPr>
            <p:cNvPr id="198" name="Rectangle 66"/>
            <p:cNvSpPr>
              <a:spLocks noChangeArrowheads="1"/>
            </p:cNvSpPr>
            <p:nvPr/>
          </p:nvSpPr>
          <p:spPr bwMode="auto">
            <a:xfrm>
              <a:off x="10417175" y="4522788"/>
              <a:ext cx="6520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Ukraine</a:t>
              </a:r>
              <a:endParaRPr kumimoji="0" lang="ru-RU" altLang="ru-RU" sz="1800" b="0" i="0" u="none" strike="noStrike" cap="none" normalizeH="0" baseline="0" smtClean="0">
                <a:ln>
                  <a:noFill/>
                </a:ln>
                <a:effectLst/>
              </a:endParaRPr>
            </a:p>
          </p:txBody>
        </p:sp>
        <p:sp>
          <p:nvSpPr>
            <p:cNvPr id="199" name="Rectangle 67"/>
            <p:cNvSpPr>
              <a:spLocks noChangeArrowheads="1"/>
            </p:cNvSpPr>
            <p:nvPr/>
          </p:nvSpPr>
          <p:spPr bwMode="auto">
            <a:xfrm>
              <a:off x="9542463" y="4164013"/>
              <a:ext cx="6235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500" b="0" i="0" u="none" strike="noStrike" cap="none" normalizeH="0" baseline="0" smtClean="0">
                  <a:ln>
                    <a:noFill/>
                  </a:ln>
                  <a:effectLst/>
                  <a:latin typeface="Open Sans" panose="020B0606030504020204" pitchFamily="34" charset="0"/>
                </a:rPr>
                <a:t>Poland</a:t>
              </a:r>
              <a:endParaRPr kumimoji="0" lang="ru-RU" altLang="ru-RU" sz="1800" b="0" i="0" u="none" strike="noStrike" cap="none" normalizeH="0" baseline="0" smtClean="0">
                <a:ln>
                  <a:noFill/>
                </a:ln>
                <a:effectLst/>
              </a:endParaRPr>
            </a:p>
          </p:txBody>
        </p:sp>
        <p:sp>
          <p:nvSpPr>
            <p:cNvPr id="200" name="Rectangle 68"/>
            <p:cNvSpPr>
              <a:spLocks noChangeArrowheads="1"/>
            </p:cNvSpPr>
            <p:nvPr/>
          </p:nvSpPr>
          <p:spPr bwMode="auto">
            <a:xfrm>
              <a:off x="7618413" y="4870450"/>
              <a:ext cx="5590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France</a:t>
              </a:r>
              <a:endParaRPr kumimoji="0" lang="ru-RU" altLang="ru-RU" sz="1800" b="0" i="0" u="none" strike="noStrike" cap="none" normalizeH="0" baseline="0" smtClean="0">
                <a:ln>
                  <a:noFill/>
                </a:ln>
                <a:effectLst/>
              </a:endParaRPr>
            </a:p>
          </p:txBody>
        </p:sp>
      </p:grpSp>
      <p:grpSp>
        <p:nvGrpSpPr>
          <p:cNvPr id="590" name="Titles"/>
          <p:cNvGrpSpPr/>
          <p:nvPr/>
        </p:nvGrpSpPr>
        <p:grpSpPr>
          <a:xfrm>
            <a:off x="2284413" y="1338263"/>
            <a:ext cx="1827936" cy="4443343"/>
            <a:chOff x="2284413" y="1338263"/>
            <a:chExt cx="1827936" cy="4443343"/>
          </a:xfrm>
        </p:grpSpPr>
        <p:sp>
          <p:nvSpPr>
            <p:cNvPr id="201" name="Rectangle 69"/>
            <p:cNvSpPr>
              <a:spLocks noChangeArrowheads="1"/>
            </p:cNvSpPr>
            <p:nvPr/>
          </p:nvSpPr>
          <p:spPr bwMode="auto">
            <a:xfrm>
              <a:off x="2284413" y="1338263"/>
              <a:ext cx="617157"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1" i="0" u="none" strike="noStrike" cap="none" normalizeH="0" baseline="0" dirty="0" smtClean="0">
                  <a:ln>
                    <a:noFill/>
                  </a:ln>
                  <a:effectLst/>
                  <a:latin typeface="Open Sans Semibold" panose="020B0706030804020204" pitchFamily="34" charset="0"/>
                </a:rPr>
                <a:t>Italy</a:t>
              </a:r>
              <a:endParaRPr kumimoji="0" lang="ru-RU" altLang="ru-RU" sz="1800" b="0" i="0" u="none" strike="noStrike" cap="none" normalizeH="0" baseline="0" dirty="0" smtClean="0">
                <a:ln>
                  <a:noFill/>
                </a:ln>
                <a:effectLst/>
              </a:endParaRPr>
            </a:p>
          </p:txBody>
        </p:sp>
        <p:sp>
          <p:nvSpPr>
            <p:cNvPr id="202" name="Rectangle 70"/>
            <p:cNvSpPr>
              <a:spLocks noChangeArrowheads="1"/>
            </p:cNvSpPr>
            <p:nvPr/>
          </p:nvSpPr>
          <p:spPr bwMode="auto">
            <a:xfrm>
              <a:off x="2284413" y="2695575"/>
              <a:ext cx="1827936"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1" i="0" u="none" strike="noStrike" cap="none" normalizeH="0" baseline="0" dirty="0" smtClean="0">
                  <a:ln>
                    <a:noFill/>
                  </a:ln>
                  <a:effectLst/>
                  <a:latin typeface="Open Sans Semibold" panose="020B0706030804020204" pitchFamily="34" charset="0"/>
                </a:rPr>
                <a:t>Great Britain</a:t>
              </a:r>
              <a:endParaRPr kumimoji="0" lang="ru-RU" altLang="ru-RU" sz="1800" b="0" i="0" u="none" strike="noStrike" cap="none" normalizeH="0" baseline="0" dirty="0" smtClean="0">
                <a:ln>
                  <a:noFill/>
                </a:ln>
                <a:effectLst/>
              </a:endParaRPr>
            </a:p>
          </p:txBody>
        </p:sp>
        <p:sp>
          <p:nvSpPr>
            <p:cNvPr id="203" name="Rectangle 71"/>
            <p:cNvSpPr>
              <a:spLocks noChangeArrowheads="1"/>
            </p:cNvSpPr>
            <p:nvPr/>
          </p:nvSpPr>
          <p:spPr bwMode="auto">
            <a:xfrm>
              <a:off x="2284413" y="4076700"/>
              <a:ext cx="1207062"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1" i="0" u="none" strike="noStrike" cap="none" normalizeH="0" baseline="0" smtClean="0">
                  <a:ln>
                    <a:noFill/>
                  </a:ln>
                  <a:effectLst/>
                  <a:latin typeface="Open Sans Semibold" panose="020B0706030804020204" pitchFamily="34" charset="0"/>
                </a:rPr>
                <a:t>Portugal</a:t>
              </a:r>
              <a:endParaRPr kumimoji="0" lang="ru-RU" altLang="ru-RU" sz="1800" b="0" i="0" u="none" strike="noStrike" cap="none" normalizeH="0" baseline="0" smtClean="0">
                <a:ln>
                  <a:noFill/>
                </a:ln>
                <a:effectLst/>
              </a:endParaRPr>
            </a:p>
          </p:txBody>
        </p:sp>
        <p:sp>
          <p:nvSpPr>
            <p:cNvPr id="204" name="Rectangle 72"/>
            <p:cNvSpPr>
              <a:spLocks noChangeArrowheads="1"/>
            </p:cNvSpPr>
            <p:nvPr/>
          </p:nvSpPr>
          <p:spPr bwMode="auto">
            <a:xfrm>
              <a:off x="2284413" y="5427663"/>
              <a:ext cx="111940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1" i="0" u="none" strike="noStrike" cap="none" normalizeH="0" baseline="0" smtClean="0">
                  <a:ln>
                    <a:noFill/>
                  </a:ln>
                  <a:effectLst/>
                  <a:latin typeface="Open Sans Semibold" panose="020B0706030804020204" pitchFamily="34" charset="0"/>
                </a:rPr>
                <a:t>Ukraine</a:t>
              </a:r>
              <a:endParaRPr kumimoji="0" lang="ru-RU" altLang="ru-RU" sz="1800" b="0" i="0" u="none" strike="noStrike" cap="none" normalizeH="0" baseline="0" smtClean="0">
                <a:ln>
                  <a:noFill/>
                </a:ln>
                <a:effectLst/>
              </a:endParaRPr>
            </a:p>
          </p:txBody>
        </p:sp>
      </p:grpSp>
      <p:sp>
        <p:nvSpPr>
          <p:cNvPr id="136" name="Rectangle 334"/>
          <p:cNvSpPr>
            <a:spLocks noChangeArrowheads="1"/>
          </p:cNvSpPr>
          <p:nvPr/>
        </p:nvSpPr>
        <p:spPr bwMode="auto">
          <a:xfrm>
            <a:off x="5497789" y="328613"/>
            <a:ext cx="142026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RU" altLang="ru-RU" sz="2800" b="1" i="0" u="none" strike="noStrike" cap="none" normalizeH="0" baseline="0" dirty="0" smtClean="0">
                <a:ln>
                  <a:noFill/>
                </a:ln>
                <a:effectLst/>
                <a:latin typeface="Open Sans" panose="020B0606030504020204" pitchFamily="34" charset="0"/>
              </a:rPr>
              <a:t>EUROPE</a:t>
            </a:r>
            <a:endParaRPr kumimoji="0" lang="ru-RU" altLang="ru-RU" sz="1800" b="0" i="0" u="none" strike="noStrike" cap="none" normalizeH="0" baseline="0" dirty="0" smtClean="0">
              <a:ln>
                <a:noFill/>
              </a:ln>
              <a:effectLst/>
            </a:endParaRPr>
          </a:p>
        </p:txBody>
      </p:sp>
      <p:grpSp>
        <p:nvGrpSpPr>
          <p:cNvPr id="337" name="Group 336"/>
          <p:cNvGrpSpPr/>
          <p:nvPr/>
        </p:nvGrpSpPr>
        <p:grpSpPr>
          <a:xfrm>
            <a:off x="947738" y="1506538"/>
            <a:ext cx="1035050" cy="690562"/>
            <a:chOff x="947738" y="1506538"/>
            <a:chExt cx="1035050" cy="690562"/>
          </a:xfrm>
        </p:grpSpPr>
        <p:sp>
          <p:nvSpPr>
            <p:cNvPr id="119" name="Rectangle 317"/>
            <p:cNvSpPr>
              <a:spLocks noChangeArrowheads="1"/>
            </p:cNvSpPr>
            <p:nvPr/>
          </p:nvSpPr>
          <p:spPr bwMode="auto">
            <a:xfrm>
              <a:off x="1636713" y="1506538"/>
              <a:ext cx="346075" cy="690562"/>
            </a:xfrm>
            <a:prstGeom prst="rect">
              <a:avLst/>
            </a:prstGeom>
            <a:solidFill>
              <a:srgbClr val="CE2B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Rectangle 318"/>
            <p:cNvSpPr>
              <a:spLocks noChangeArrowheads="1"/>
            </p:cNvSpPr>
            <p:nvPr/>
          </p:nvSpPr>
          <p:spPr bwMode="auto">
            <a:xfrm>
              <a:off x="947738" y="1506538"/>
              <a:ext cx="346075" cy="690562"/>
            </a:xfrm>
            <a:prstGeom prst="rect">
              <a:avLst/>
            </a:prstGeom>
            <a:solidFill>
              <a:srgbClr val="0092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Rectangle 319"/>
            <p:cNvSpPr>
              <a:spLocks noChangeArrowheads="1"/>
            </p:cNvSpPr>
            <p:nvPr/>
          </p:nvSpPr>
          <p:spPr bwMode="auto">
            <a:xfrm>
              <a:off x="1293813" y="1506538"/>
              <a:ext cx="342900" cy="6905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40" name="Group 339"/>
          <p:cNvGrpSpPr/>
          <p:nvPr/>
        </p:nvGrpSpPr>
        <p:grpSpPr>
          <a:xfrm>
            <a:off x="947738" y="5599113"/>
            <a:ext cx="1035050" cy="690562"/>
            <a:chOff x="947738" y="5599113"/>
            <a:chExt cx="1035050" cy="690562"/>
          </a:xfrm>
        </p:grpSpPr>
        <p:sp>
          <p:nvSpPr>
            <p:cNvPr id="122" name="Rectangle 320"/>
            <p:cNvSpPr>
              <a:spLocks noChangeArrowheads="1"/>
            </p:cNvSpPr>
            <p:nvPr/>
          </p:nvSpPr>
          <p:spPr bwMode="auto">
            <a:xfrm>
              <a:off x="947738" y="5599113"/>
              <a:ext cx="1035050" cy="347662"/>
            </a:xfrm>
            <a:prstGeom prst="rect">
              <a:avLst/>
            </a:prstGeom>
            <a:solidFill>
              <a:srgbClr val="005B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3" name="Rectangle 321"/>
            <p:cNvSpPr>
              <a:spLocks noChangeArrowheads="1"/>
            </p:cNvSpPr>
            <p:nvPr/>
          </p:nvSpPr>
          <p:spPr bwMode="auto">
            <a:xfrm>
              <a:off x="947738" y="5946775"/>
              <a:ext cx="1035050" cy="342900"/>
            </a:xfrm>
            <a:prstGeom prst="rect">
              <a:avLst/>
            </a:prstGeom>
            <a:solidFill>
              <a:srgbClr val="FFD5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8" name="Group 337"/>
          <p:cNvGrpSpPr/>
          <p:nvPr/>
        </p:nvGrpSpPr>
        <p:grpSpPr>
          <a:xfrm>
            <a:off x="947738" y="2871788"/>
            <a:ext cx="1035050" cy="688975"/>
            <a:chOff x="947738" y="2871788"/>
            <a:chExt cx="1035050" cy="688975"/>
          </a:xfrm>
        </p:grpSpPr>
        <p:sp>
          <p:nvSpPr>
            <p:cNvPr id="124" name="Rectangle 322"/>
            <p:cNvSpPr>
              <a:spLocks noChangeArrowheads="1"/>
            </p:cNvSpPr>
            <p:nvPr/>
          </p:nvSpPr>
          <p:spPr bwMode="auto">
            <a:xfrm>
              <a:off x="947738" y="2871788"/>
              <a:ext cx="1035050" cy="688975"/>
            </a:xfrm>
            <a:prstGeom prst="rect">
              <a:avLst/>
            </a:prstGeom>
            <a:solidFill>
              <a:srgbClr val="0F45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Rectangle 323"/>
            <p:cNvSpPr>
              <a:spLocks noChangeArrowheads="1"/>
            </p:cNvSpPr>
            <p:nvPr/>
          </p:nvSpPr>
          <p:spPr bwMode="auto">
            <a:xfrm>
              <a:off x="947738" y="2871788"/>
              <a:ext cx="1035050" cy="688975"/>
            </a:xfrm>
            <a:prstGeom prst="rect">
              <a:avLst/>
            </a:prstGeom>
            <a:solidFill>
              <a:srgbClr val="0024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324"/>
            <p:cNvSpPr>
              <a:spLocks/>
            </p:cNvSpPr>
            <p:nvPr/>
          </p:nvSpPr>
          <p:spPr bwMode="auto">
            <a:xfrm>
              <a:off x="947738" y="2871788"/>
              <a:ext cx="1035050" cy="688975"/>
            </a:xfrm>
            <a:custGeom>
              <a:avLst/>
              <a:gdLst>
                <a:gd name="T0" fmla="*/ 652 w 652"/>
                <a:gd name="T1" fmla="*/ 374 h 434"/>
                <a:gd name="T2" fmla="*/ 652 w 652"/>
                <a:gd name="T3" fmla="*/ 434 h 434"/>
                <a:gd name="T4" fmla="*/ 561 w 652"/>
                <a:gd name="T5" fmla="*/ 434 h 434"/>
                <a:gd name="T6" fmla="*/ 388 w 652"/>
                <a:gd name="T7" fmla="*/ 319 h 434"/>
                <a:gd name="T8" fmla="*/ 360 w 652"/>
                <a:gd name="T9" fmla="*/ 300 h 434"/>
                <a:gd name="T10" fmla="*/ 331 w 652"/>
                <a:gd name="T11" fmla="*/ 281 h 434"/>
                <a:gd name="T12" fmla="*/ 326 w 652"/>
                <a:gd name="T13" fmla="*/ 278 h 434"/>
                <a:gd name="T14" fmla="*/ 312 w 652"/>
                <a:gd name="T15" fmla="*/ 269 h 434"/>
                <a:gd name="T16" fmla="*/ 290 w 652"/>
                <a:gd name="T17" fmla="*/ 254 h 434"/>
                <a:gd name="T18" fmla="*/ 290 w 652"/>
                <a:gd name="T19" fmla="*/ 254 h 434"/>
                <a:gd name="T20" fmla="*/ 288 w 652"/>
                <a:gd name="T21" fmla="*/ 252 h 434"/>
                <a:gd name="T22" fmla="*/ 271 w 652"/>
                <a:gd name="T23" fmla="*/ 242 h 434"/>
                <a:gd name="T24" fmla="*/ 264 w 652"/>
                <a:gd name="T25" fmla="*/ 235 h 434"/>
                <a:gd name="T26" fmla="*/ 249 w 652"/>
                <a:gd name="T27" fmla="*/ 225 h 434"/>
                <a:gd name="T28" fmla="*/ 235 w 652"/>
                <a:gd name="T29" fmla="*/ 218 h 434"/>
                <a:gd name="T30" fmla="*/ 185 w 652"/>
                <a:gd name="T31" fmla="*/ 182 h 434"/>
                <a:gd name="T32" fmla="*/ 141 w 652"/>
                <a:gd name="T33" fmla="*/ 156 h 434"/>
                <a:gd name="T34" fmla="*/ 0 w 652"/>
                <a:gd name="T35" fmla="*/ 60 h 434"/>
                <a:gd name="T36" fmla="*/ 0 w 652"/>
                <a:gd name="T37" fmla="*/ 0 h 434"/>
                <a:gd name="T38" fmla="*/ 91 w 652"/>
                <a:gd name="T39" fmla="*/ 0 h 434"/>
                <a:gd name="T40" fmla="*/ 264 w 652"/>
                <a:gd name="T41" fmla="*/ 115 h 434"/>
                <a:gd name="T42" fmla="*/ 290 w 652"/>
                <a:gd name="T43" fmla="*/ 134 h 434"/>
                <a:gd name="T44" fmla="*/ 324 w 652"/>
                <a:gd name="T45" fmla="*/ 156 h 434"/>
                <a:gd name="T46" fmla="*/ 326 w 652"/>
                <a:gd name="T47" fmla="*/ 158 h 434"/>
                <a:gd name="T48" fmla="*/ 340 w 652"/>
                <a:gd name="T49" fmla="*/ 165 h 434"/>
                <a:gd name="T50" fmla="*/ 360 w 652"/>
                <a:gd name="T51" fmla="*/ 180 h 434"/>
                <a:gd name="T52" fmla="*/ 362 w 652"/>
                <a:gd name="T53" fmla="*/ 180 h 434"/>
                <a:gd name="T54" fmla="*/ 364 w 652"/>
                <a:gd name="T55" fmla="*/ 182 h 434"/>
                <a:gd name="T56" fmla="*/ 379 w 652"/>
                <a:gd name="T57" fmla="*/ 192 h 434"/>
                <a:gd name="T58" fmla="*/ 388 w 652"/>
                <a:gd name="T59" fmla="*/ 199 h 434"/>
                <a:gd name="T60" fmla="*/ 403 w 652"/>
                <a:gd name="T61" fmla="*/ 208 h 434"/>
                <a:gd name="T62" fmla="*/ 417 w 652"/>
                <a:gd name="T63" fmla="*/ 218 h 434"/>
                <a:gd name="T64" fmla="*/ 470 w 652"/>
                <a:gd name="T65" fmla="*/ 252 h 434"/>
                <a:gd name="T66" fmla="*/ 511 w 652"/>
                <a:gd name="T67" fmla="*/ 281 h 434"/>
                <a:gd name="T68" fmla="*/ 652 w 652"/>
                <a:gd name="T69" fmla="*/ 374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2" h="434">
                  <a:moveTo>
                    <a:pt x="652" y="374"/>
                  </a:moveTo>
                  <a:lnTo>
                    <a:pt x="652" y="434"/>
                  </a:lnTo>
                  <a:lnTo>
                    <a:pt x="561" y="434"/>
                  </a:lnTo>
                  <a:lnTo>
                    <a:pt x="388" y="319"/>
                  </a:lnTo>
                  <a:lnTo>
                    <a:pt x="360" y="300"/>
                  </a:lnTo>
                  <a:lnTo>
                    <a:pt x="331" y="281"/>
                  </a:lnTo>
                  <a:lnTo>
                    <a:pt x="326" y="278"/>
                  </a:lnTo>
                  <a:lnTo>
                    <a:pt x="312" y="269"/>
                  </a:lnTo>
                  <a:lnTo>
                    <a:pt x="290" y="254"/>
                  </a:lnTo>
                  <a:lnTo>
                    <a:pt x="290" y="254"/>
                  </a:lnTo>
                  <a:lnTo>
                    <a:pt x="288" y="252"/>
                  </a:lnTo>
                  <a:lnTo>
                    <a:pt x="271" y="242"/>
                  </a:lnTo>
                  <a:lnTo>
                    <a:pt x="264" y="235"/>
                  </a:lnTo>
                  <a:lnTo>
                    <a:pt x="249" y="225"/>
                  </a:lnTo>
                  <a:lnTo>
                    <a:pt x="235" y="218"/>
                  </a:lnTo>
                  <a:lnTo>
                    <a:pt x="185" y="182"/>
                  </a:lnTo>
                  <a:lnTo>
                    <a:pt x="141" y="156"/>
                  </a:lnTo>
                  <a:lnTo>
                    <a:pt x="0" y="60"/>
                  </a:lnTo>
                  <a:lnTo>
                    <a:pt x="0" y="0"/>
                  </a:lnTo>
                  <a:lnTo>
                    <a:pt x="91" y="0"/>
                  </a:lnTo>
                  <a:lnTo>
                    <a:pt x="264" y="115"/>
                  </a:lnTo>
                  <a:lnTo>
                    <a:pt x="290" y="134"/>
                  </a:lnTo>
                  <a:lnTo>
                    <a:pt x="324" y="156"/>
                  </a:lnTo>
                  <a:lnTo>
                    <a:pt x="326" y="158"/>
                  </a:lnTo>
                  <a:lnTo>
                    <a:pt x="340" y="165"/>
                  </a:lnTo>
                  <a:lnTo>
                    <a:pt x="360" y="180"/>
                  </a:lnTo>
                  <a:lnTo>
                    <a:pt x="362" y="180"/>
                  </a:lnTo>
                  <a:lnTo>
                    <a:pt x="364" y="182"/>
                  </a:lnTo>
                  <a:lnTo>
                    <a:pt x="379" y="192"/>
                  </a:lnTo>
                  <a:lnTo>
                    <a:pt x="388" y="199"/>
                  </a:lnTo>
                  <a:lnTo>
                    <a:pt x="403" y="208"/>
                  </a:lnTo>
                  <a:lnTo>
                    <a:pt x="417" y="218"/>
                  </a:lnTo>
                  <a:lnTo>
                    <a:pt x="470" y="252"/>
                  </a:lnTo>
                  <a:lnTo>
                    <a:pt x="511" y="281"/>
                  </a:lnTo>
                  <a:lnTo>
                    <a:pt x="652" y="3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325"/>
            <p:cNvSpPr>
              <a:spLocks/>
            </p:cNvSpPr>
            <p:nvPr/>
          </p:nvSpPr>
          <p:spPr bwMode="auto">
            <a:xfrm>
              <a:off x="947738" y="2871788"/>
              <a:ext cx="1035050" cy="688975"/>
            </a:xfrm>
            <a:custGeom>
              <a:avLst/>
              <a:gdLst>
                <a:gd name="T0" fmla="*/ 652 w 652"/>
                <a:gd name="T1" fmla="*/ 0 h 434"/>
                <a:gd name="T2" fmla="*/ 652 w 652"/>
                <a:gd name="T3" fmla="*/ 60 h 434"/>
                <a:gd name="T4" fmla="*/ 511 w 652"/>
                <a:gd name="T5" fmla="*/ 156 h 434"/>
                <a:gd name="T6" fmla="*/ 468 w 652"/>
                <a:gd name="T7" fmla="*/ 182 h 434"/>
                <a:gd name="T8" fmla="*/ 417 w 652"/>
                <a:gd name="T9" fmla="*/ 218 h 434"/>
                <a:gd name="T10" fmla="*/ 388 w 652"/>
                <a:gd name="T11" fmla="*/ 235 h 434"/>
                <a:gd name="T12" fmla="*/ 364 w 652"/>
                <a:gd name="T13" fmla="*/ 252 h 434"/>
                <a:gd name="T14" fmla="*/ 360 w 652"/>
                <a:gd name="T15" fmla="*/ 254 h 434"/>
                <a:gd name="T16" fmla="*/ 326 w 652"/>
                <a:gd name="T17" fmla="*/ 278 h 434"/>
                <a:gd name="T18" fmla="*/ 321 w 652"/>
                <a:gd name="T19" fmla="*/ 281 h 434"/>
                <a:gd name="T20" fmla="*/ 264 w 652"/>
                <a:gd name="T21" fmla="*/ 319 h 434"/>
                <a:gd name="T22" fmla="*/ 91 w 652"/>
                <a:gd name="T23" fmla="*/ 434 h 434"/>
                <a:gd name="T24" fmla="*/ 0 w 652"/>
                <a:gd name="T25" fmla="*/ 434 h 434"/>
                <a:gd name="T26" fmla="*/ 0 w 652"/>
                <a:gd name="T27" fmla="*/ 374 h 434"/>
                <a:gd name="T28" fmla="*/ 141 w 652"/>
                <a:gd name="T29" fmla="*/ 281 h 434"/>
                <a:gd name="T30" fmla="*/ 182 w 652"/>
                <a:gd name="T31" fmla="*/ 252 h 434"/>
                <a:gd name="T32" fmla="*/ 235 w 652"/>
                <a:gd name="T33" fmla="*/ 218 h 434"/>
                <a:gd name="T34" fmla="*/ 264 w 652"/>
                <a:gd name="T35" fmla="*/ 199 h 434"/>
                <a:gd name="T36" fmla="*/ 288 w 652"/>
                <a:gd name="T37" fmla="*/ 182 h 434"/>
                <a:gd name="T38" fmla="*/ 290 w 652"/>
                <a:gd name="T39" fmla="*/ 180 h 434"/>
                <a:gd name="T40" fmla="*/ 326 w 652"/>
                <a:gd name="T41" fmla="*/ 158 h 434"/>
                <a:gd name="T42" fmla="*/ 328 w 652"/>
                <a:gd name="T43" fmla="*/ 156 h 434"/>
                <a:gd name="T44" fmla="*/ 360 w 652"/>
                <a:gd name="T45" fmla="*/ 134 h 434"/>
                <a:gd name="T46" fmla="*/ 388 w 652"/>
                <a:gd name="T47" fmla="*/ 115 h 434"/>
                <a:gd name="T48" fmla="*/ 561 w 652"/>
                <a:gd name="T49" fmla="*/ 0 h 434"/>
                <a:gd name="T50" fmla="*/ 652 w 652"/>
                <a:gd name="T5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2" h="434">
                  <a:moveTo>
                    <a:pt x="652" y="0"/>
                  </a:moveTo>
                  <a:lnTo>
                    <a:pt x="652" y="60"/>
                  </a:lnTo>
                  <a:lnTo>
                    <a:pt x="511" y="156"/>
                  </a:lnTo>
                  <a:lnTo>
                    <a:pt x="468" y="182"/>
                  </a:lnTo>
                  <a:lnTo>
                    <a:pt x="417" y="218"/>
                  </a:lnTo>
                  <a:lnTo>
                    <a:pt x="388" y="235"/>
                  </a:lnTo>
                  <a:lnTo>
                    <a:pt x="364" y="252"/>
                  </a:lnTo>
                  <a:lnTo>
                    <a:pt x="360" y="254"/>
                  </a:lnTo>
                  <a:lnTo>
                    <a:pt x="326" y="278"/>
                  </a:lnTo>
                  <a:lnTo>
                    <a:pt x="321" y="281"/>
                  </a:lnTo>
                  <a:lnTo>
                    <a:pt x="264" y="319"/>
                  </a:lnTo>
                  <a:lnTo>
                    <a:pt x="91" y="434"/>
                  </a:lnTo>
                  <a:lnTo>
                    <a:pt x="0" y="434"/>
                  </a:lnTo>
                  <a:lnTo>
                    <a:pt x="0" y="374"/>
                  </a:lnTo>
                  <a:lnTo>
                    <a:pt x="141" y="281"/>
                  </a:lnTo>
                  <a:lnTo>
                    <a:pt x="182" y="252"/>
                  </a:lnTo>
                  <a:lnTo>
                    <a:pt x="235" y="218"/>
                  </a:lnTo>
                  <a:lnTo>
                    <a:pt x="264" y="199"/>
                  </a:lnTo>
                  <a:lnTo>
                    <a:pt x="288" y="182"/>
                  </a:lnTo>
                  <a:lnTo>
                    <a:pt x="290" y="180"/>
                  </a:lnTo>
                  <a:lnTo>
                    <a:pt x="326" y="158"/>
                  </a:lnTo>
                  <a:lnTo>
                    <a:pt x="328" y="156"/>
                  </a:lnTo>
                  <a:lnTo>
                    <a:pt x="360" y="134"/>
                  </a:lnTo>
                  <a:lnTo>
                    <a:pt x="388" y="115"/>
                  </a:lnTo>
                  <a:lnTo>
                    <a:pt x="561" y="0"/>
                  </a:lnTo>
                  <a:lnTo>
                    <a:pt x="6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Rectangle 326"/>
            <p:cNvSpPr>
              <a:spLocks noChangeArrowheads="1"/>
            </p:cNvSpPr>
            <p:nvPr/>
          </p:nvSpPr>
          <p:spPr bwMode="auto">
            <a:xfrm>
              <a:off x="1366838" y="2871788"/>
              <a:ext cx="196850" cy="6889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Rectangle 327"/>
            <p:cNvSpPr>
              <a:spLocks noChangeArrowheads="1"/>
            </p:cNvSpPr>
            <p:nvPr/>
          </p:nvSpPr>
          <p:spPr bwMode="auto">
            <a:xfrm>
              <a:off x="947738" y="3119438"/>
              <a:ext cx="1035050" cy="1984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Rectangle 328"/>
            <p:cNvSpPr>
              <a:spLocks noChangeArrowheads="1"/>
            </p:cNvSpPr>
            <p:nvPr/>
          </p:nvSpPr>
          <p:spPr bwMode="auto">
            <a:xfrm>
              <a:off x="1408113" y="2871788"/>
              <a:ext cx="111125" cy="688975"/>
            </a:xfrm>
            <a:prstGeom prst="rect">
              <a:avLst/>
            </a:prstGeom>
            <a:solidFill>
              <a:srgbClr val="CF14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Rectangle 329"/>
            <p:cNvSpPr>
              <a:spLocks noChangeArrowheads="1"/>
            </p:cNvSpPr>
            <p:nvPr/>
          </p:nvSpPr>
          <p:spPr bwMode="auto">
            <a:xfrm>
              <a:off x="947738" y="3160713"/>
              <a:ext cx="1035050" cy="111125"/>
            </a:xfrm>
            <a:prstGeom prst="rect">
              <a:avLst/>
            </a:prstGeom>
            <a:solidFill>
              <a:srgbClr val="CF14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330"/>
            <p:cNvSpPr>
              <a:spLocks/>
            </p:cNvSpPr>
            <p:nvPr/>
          </p:nvSpPr>
          <p:spPr bwMode="auto">
            <a:xfrm>
              <a:off x="1563688" y="2871788"/>
              <a:ext cx="388938" cy="247650"/>
            </a:xfrm>
            <a:custGeom>
              <a:avLst/>
              <a:gdLst>
                <a:gd name="T0" fmla="*/ 245 w 245"/>
                <a:gd name="T1" fmla="*/ 0 h 156"/>
                <a:gd name="T2" fmla="*/ 200 w 245"/>
                <a:gd name="T3" fmla="*/ 0 h 156"/>
                <a:gd name="T4" fmla="*/ 0 w 245"/>
                <a:gd name="T5" fmla="*/ 134 h 156"/>
                <a:gd name="T6" fmla="*/ 0 w 245"/>
                <a:gd name="T7" fmla="*/ 156 h 156"/>
                <a:gd name="T8" fmla="*/ 12 w 245"/>
                <a:gd name="T9" fmla="*/ 156 h 156"/>
                <a:gd name="T10" fmla="*/ 245 w 245"/>
                <a:gd name="T11" fmla="*/ 0 h 156"/>
              </a:gdLst>
              <a:ahLst/>
              <a:cxnLst>
                <a:cxn ang="0">
                  <a:pos x="T0" y="T1"/>
                </a:cxn>
                <a:cxn ang="0">
                  <a:pos x="T2" y="T3"/>
                </a:cxn>
                <a:cxn ang="0">
                  <a:pos x="T4" y="T5"/>
                </a:cxn>
                <a:cxn ang="0">
                  <a:pos x="T6" y="T7"/>
                </a:cxn>
                <a:cxn ang="0">
                  <a:pos x="T8" y="T9"/>
                </a:cxn>
                <a:cxn ang="0">
                  <a:pos x="T10" y="T11"/>
                </a:cxn>
              </a:cxnLst>
              <a:rect l="0" t="0" r="r" b="b"/>
              <a:pathLst>
                <a:path w="245" h="156">
                  <a:moveTo>
                    <a:pt x="245" y="0"/>
                  </a:moveTo>
                  <a:lnTo>
                    <a:pt x="200" y="0"/>
                  </a:lnTo>
                  <a:lnTo>
                    <a:pt x="0" y="134"/>
                  </a:lnTo>
                  <a:lnTo>
                    <a:pt x="0" y="156"/>
                  </a:lnTo>
                  <a:lnTo>
                    <a:pt x="12" y="156"/>
                  </a:lnTo>
                  <a:lnTo>
                    <a:pt x="245" y="0"/>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3" name="Freeform 331"/>
            <p:cNvSpPr>
              <a:spLocks/>
            </p:cNvSpPr>
            <p:nvPr/>
          </p:nvSpPr>
          <p:spPr bwMode="auto">
            <a:xfrm>
              <a:off x="977900" y="3317875"/>
              <a:ext cx="388938" cy="242887"/>
            </a:xfrm>
            <a:custGeom>
              <a:avLst/>
              <a:gdLst>
                <a:gd name="T0" fmla="*/ 230 w 245"/>
                <a:gd name="T1" fmla="*/ 0 h 153"/>
                <a:gd name="T2" fmla="*/ 0 w 245"/>
                <a:gd name="T3" fmla="*/ 153 h 153"/>
                <a:gd name="T4" fmla="*/ 46 w 245"/>
                <a:gd name="T5" fmla="*/ 153 h 153"/>
                <a:gd name="T6" fmla="*/ 245 w 245"/>
                <a:gd name="T7" fmla="*/ 21 h 153"/>
                <a:gd name="T8" fmla="*/ 245 w 245"/>
                <a:gd name="T9" fmla="*/ 0 h 153"/>
                <a:gd name="T10" fmla="*/ 230 w 245"/>
                <a:gd name="T11" fmla="*/ 0 h 153"/>
              </a:gdLst>
              <a:ahLst/>
              <a:cxnLst>
                <a:cxn ang="0">
                  <a:pos x="T0" y="T1"/>
                </a:cxn>
                <a:cxn ang="0">
                  <a:pos x="T2" y="T3"/>
                </a:cxn>
                <a:cxn ang="0">
                  <a:pos x="T4" y="T5"/>
                </a:cxn>
                <a:cxn ang="0">
                  <a:pos x="T6" y="T7"/>
                </a:cxn>
                <a:cxn ang="0">
                  <a:pos x="T8" y="T9"/>
                </a:cxn>
                <a:cxn ang="0">
                  <a:pos x="T10" y="T11"/>
                </a:cxn>
              </a:cxnLst>
              <a:rect l="0" t="0" r="r" b="b"/>
              <a:pathLst>
                <a:path w="245" h="153">
                  <a:moveTo>
                    <a:pt x="230" y="0"/>
                  </a:moveTo>
                  <a:lnTo>
                    <a:pt x="0" y="153"/>
                  </a:lnTo>
                  <a:lnTo>
                    <a:pt x="46" y="153"/>
                  </a:lnTo>
                  <a:lnTo>
                    <a:pt x="245" y="21"/>
                  </a:lnTo>
                  <a:lnTo>
                    <a:pt x="245" y="0"/>
                  </a:lnTo>
                  <a:lnTo>
                    <a:pt x="230" y="0"/>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4" name="Freeform 332"/>
            <p:cNvSpPr>
              <a:spLocks/>
            </p:cNvSpPr>
            <p:nvPr/>
          </p:nvSpPr>
          <p:spPr bwMode="auto">
            <a:xfrm>
              <a:off x="1647825" y="3317875"/>
              <a:ext cx="334963" cy="220662"/>
            </a:xfrm>
            <a:custGeom>
              <a:avLst/>
              <a:gdLst>
                <a:gd name="T0" fmla="*/ 0 w 211"/>
                <a:gd name="T1" fmla="*/ 0 h 139"/>
                <a:gd name="T2" fmla="*/ 211 w 211"/>
                <a:gd name="T3" fmla="*/ 139 h 139"/>
                <a:gd name="T4" fmla="*/ 211 w 211"/>
                <a:gd name="T5" fmla="*/ 110 h 139"/>
                <a:gd name="T6" fmla="*/ 46 w 211"/>
                <a:gd name="T7" fmla="*/ 0 h 139"/>
                <a:gd name="T8" fmla="*/ 0 w 211"/>
                <a:gd name="T9" fmla="*/ 0 h 139"/>
              </a:gdLst>
              <a:ahLst/>
              <a:cxnLst>
                <a:cxn ang="0">
                  <a:pos x="T0" y="T1"/>
                </a:cxn>
                <a:cxn ang="0">
                  <a:pos x="T2" y="T3"/>
                </a:cxn>
                <a:cxn ang="0">
                  <a:pos x="T4" y="T5"/>
                </a:cxn>
                <a:cxn ang="0">
                  <a:pos x="T6" y="T7"/>
                </a:cxn>
                <a:cxn ang="0">
                  <a:pos x="T8" y="T9"/>
                </a:cxn>
              </a:cxnLst>
              <a:rect l="0" t="0" r="r" b="b"/>
              <a:pathLst>
                <a:path w="211" h="139">
                  <a:moveTo>
                    <a:pt x="0" y="0"/>
                  </a:moveTo>
                  <a:lnTo>
                    <a:pt x="211" y="139"/>
                  </a:lnTo>
                  <a:lnTo>
                    <a:pt x="211" y="110"/>
                  </a:lnTo>
                  <a:lnTo>
                    <a:pt x="46" y="0"/>
                  </a:lnTo>
                  <a:lnTo>
                    <a:pt x="0" y="0"/>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5" name="Freeform 333"/>
            <p:cNvSpPr>
              <a:spLocks/>
            </p:cNvSpPr>
            <p:nvPr/>
          </p:nvSpPr>
          <p:spPr bwMode="auto">
            <a:xfrm>
              <a:off x="947738" y="2894013"/>
              <a:ext cx="334963" cy="225425"/>
            </a:xfrm>
            <a:custGeom>
              <a:avLst/>
              <a:gdLst>
                <a:gd name="T0" fmla="*/ 0 w 211"/>
                <a:gd name="T1" fmla="*/ 29 h 142"/>
                <a:gd name="T2" fmla="*/ 165 w 211"/>
                <a:gd name="T3" fmla="*/ 142 h 142"/>
                <a:gd name="T4" fmla="*/ 211 w 211"/>
                <a:gd name="T5" fmla="*/ 142 h 142"/>
                <a:gd name="T6" fmla="*/ 0 w 211"/>
                <a:gd name="T7" fmla="*/ 0 h 142"/>
                <a:gd name="T8" fmla="*/ 0 w 211"/>
                <a:gd name="T9" fmla="*/ 29 h 142"/>
              </a:gdLst>
              <a:ahLst/>
              <a:cxnLst>
                <a:cxn ang="0">
                  <a:pos x="T0" y="T1"/>
                </a:cxn>
                <a:cxn ang="0">
                  <a:pos x="T2" y="T3"/>
                </a:cxn>
                <a:cxn ang="0">
                  <a:pos x="T4" y="T5"/>
                </a:cxn>
                <a:cxn ang="0">
                  <a:pos x="T6" y="T7"/>
                </a:cxn>
                <a:cxn ang="0">
                  <a:pos x="T8" y="T9"/>
                </a:cxn>
              </a:cxnLst>
              <a:rect l="0" t="0" r="r" b="b"/>
              <a:pathLst>
                <a:path w="211" h="142">
                  <a:moveTo>
                    <a:pt x="0" y="29"/>
                  </a:moveTo>
                  <a:lnTo>
                    <a:pt x="165" y="142"/>
                  </a:lnTo>
                  <a:lnTo>
                    <a:pt x="211" y="142"/>
                  </a:lnTo>
                  <a:lnTo>
                    <a:pt x="0" y="0"/>
                  </a:lnTo>
                  <a:lnTo>
                    <a:pt x="0" y="29"/>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88" name="Group 587"/>
          <p:cNvGrpSpPr/>
          <p:nvPr/>
        </p:nvGrpSpPr>
        <p:grpSpPr>
          <a:xfrm>
            <a:off x="944564" y="4241799"/>
            <a:ext cx="1031875" cy="687388"/>
            <a:chOff x="4137025" y="4238625"/>
            <a:chExt cx="1031875" cy="687388"/>
          </a:xfrm>
        </p:grpSpPr>
        <p:grpSp>
          <p:nvGrpSpPr>
            <p:cNvPr id="344" name="Group 538"/>
            <p:cNvGrpSpPr>
              <a:grpSpLocks/>
            </p:cNvGrpSpPr>
            <p:nvPr/>
          </p:nvGrpSpPr>
          <p:grpSpPr bwMode="auto">
            <a:xfrm>
              <a:off x="4137025" y="4238625"/>
              <a:ext cx="1031875" cy="687388"/>
              <a:chOff x="2606" y="2670"/>
              <a:chExt cx="650" cy="433"/>
            </a:xfrm>
          </p:grpSpPr>
          <p:sp>
            <p:nvSpPr>
              <p:cNvPr id="388" name="Rectangle 338"/>
              <p:cNvSpPr>
                <a:spLocks noChangeArrowheads="1"/>
              </p:cNvSpPr>
              <p:nvPr/>
            </p:nvSpPr>
            <p:spPr bwMode="auto">
              <a:xfrm>
                <a:off x="2606" y="2670"/>
                <a:ext cx="276" cy="433"/>
              </a:xfrm>
              <a:prstGeom prst="rect">
                <a:avLst/>
              </a:prstGeom>
              <a:solidFill>
                <a:srgbClr val="0066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9" name="Rectangle 339"/>
              <p:cNvSpPr>
                <a:spLocks noChangeArrowheads="1"/>
              </p:cNvSpPr>
              <p:nvPr/>
            </p:nvSpPr>
            <p:spPr bwMode="auto">
              <a:xfrm>
                <a:off x="2882" y="2670"/>
                <a:ext cx="374" cy="43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0" name="Freeform 340"/>
              <p:cNvSpPr>
                <a:spLocks/>
              </p:cNvSpPr>
              <p:nvPr/>
            </p:nvSpPr>
            <p:spPr bwMode="auto">
              <a:xfrm>
                <a:off x="2769" y="2825"/>
                <a:ext cx="216" cy="138"/>
              </a:xfrm>
              <a:custGeom>
                <a:avLst/>
                <a:gdLst>
                  <a:gd name="T0" fmla="*/ 688 w 1708"/>
                  <a:gd name="T1" fmla="*/ 724 h 1097"/>
                  <a:gd name="T2" fmla="*/ 1611 w 1708"/>
                  <a:gd name="T3" fmla="*/ 1097 h 1097"/>
                  <a:gd name="T4" fmla="*/ 1708 w 1708"/>
                  <a:gd name="T5" fmla="*/ 958 h 1097"/>
                  <a:gd name="T6" fmla="*/ 801 w 1708"/>
                  <a:gd name="T7" fmla="*/ 588 h 1097"/>
                  <a:gd name="T8" fmla="*/ 82 w 1708"/>
                  <a:gd name="T9" fmla="*/ 0 h 1097"/>
                  <a:gd name="T10" fmla="*/ 0 w 1708"/>
                  <a:gd name="T11" fmla="*/ 172 h 1097"/>
                  <a:gd name="T12" fmla="*/ 688 w 1708"/>
                  <a:gd name="T13" fmla="*/ 724 h 1097"/>
                </a:gdLst>
                <a:ahLst/>
                <a:cxnLst>
                  <a:cxn ang="0">
                    <a:pos x="T0" y="T1"/>
                  </a:cxn>
                  <a:cxn ang="0">
                    <a:pos x="T2" y="T3"/>
                  </a:cxn>
                  <a:cxn ang="0">
                    <a:pos x="T4" y="T5"/>
                  </a:cxn>
                  <a:cxn ang="0">
                    <a:pos x="T6" y="T7"/>
                  </a:cxn>
                  <a:cxn ang="0">
                    <a:pos x="T8" y="T9"/>
                  </a:cxn>
                  <a:cxn ang="0">
                    <a:pos x="T10" y="T11"/>
                  </a:cxn>
                  <a:cxn ang="0">
                    <a:pos x="T12" y="T13"/>
                  </a:cxn>
                </a:cxnLst>
                <a:rect l="0" t="0" r="r" b="b"/>
                <a:pathLst>
                  <a:path w="1708" h="1097">
                    <a:moveTo>
                      <a:pt x="688" y="724"/>
                    </a:moveTo>
                    <a:cubicBezTo>
                      <a:pt x="1018" y="923"/>
                      <a:pt x="1348" y="1051"/>
                      <a:pt x="1611" y="1097"/>
                    </a:cubicBezTo>
                    <a:cubicBezTo>
                      <a:pt x="1647" y="1054"/>
                      <a:pt x="1680" y="1008"/>
                      <a:pt x="1708" y="958"/>
                    </a:cubicBezTo>
                    <a:cubicBezTo>
                      <a:pt x="1447" y="910"/>
                      <a:pt x="1125" y="783"/>
                      <a:pt x="801" y="588"/>
                    </a:cubicBezTo>
                    <a:cubicBezTo>
                      <a:pt x="498" y="406"/>
                      <a:pt x="248" y="197"/>
                      <a:pt x="82" y="0"/>
                    </a:cubicBezTo>
                    <a:cubicBezTo>
                      <a:pt x="49" y="54"/>
                      <a:pt x="22" y="112"/>
                      <a:pt x="0" y="172"/>
                    </a:cubicBezTo>
                    <a:cubicBezTo>
                      <a:pt x="165" y="358"/>
                      <a:pt x="403" y="553"/>
                      <a:pt x="688" y="724"/>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1" name="Freeform 341"/>
              <p:cNvSpPr>
                <a:spLocks noEditPoints="1"/>
              </p:cNvSpPr>
              <p:nvPr/>
            </p:nvSpPr>
            <p:spPr bwMode="auto">
              <a:xfrm>
                <a:off x="2769" y="2824"/>
                <a:ext cx="216" cy="140"/>
              </a:xfrm>
              <a:custGeom>
                <a:avLst/>
                <a:gdLst>
                  <a:gd name="T0" fmla="*/ 1614 w 1714"/>
                  <a:gd name="T1" fmla="*/ 1102 h 1102"/>
                  <a:gd name="T2" fmla="*/ 1613 w 1714"/>
                  <a:gd name="T3" fmla="*/ 1102 h 1102"/>
                  <a:gd name="T4" fmla="*/ 689 w 1714"/>
                  <a:gd name="T5" fmla="*/ 728 h 1102"/>
                  <a:gd name="T6" fmla="*/ 1 w 1714"/>
                  <a:gd name="T7" fmla="*/ 176 h 1102"/>
                  <a:gd name="T8" fmla="*/ 0 w 1714"/>
                  <a:gd name="T9" fmla="*/ 173 h 1102"/>
                  <a:gd name="T10" fmla="*/ 82 w 1714"/>
                  <a:gd name="T11" fmla="*/ 1 h 1102"/>
                  <a:gd name="T12" fmla="*/ 85 w 1714"/>
                  <a:gd name="T13" fmla="*/ 0 h 1102"/>
                  <a:gd name="T14" fmla="*/ 87 w 1714"/>
                  <a:gd name="T15" fmla="*/ 1 h 1102"/>
                  <a:gd name="T16" fmla="*/ 805 w 1714"/>
                  <a:gd name="T17" fmla="*/ 588 h 1102"/>
                  <a:gd name="T18" fmla="*/ 1712 w 1714"/>
                  <a:gd name="T19" fmla="*/ 958 h 1102"/>
                  <a:gd name="T20" fmla="*/ 1713 w 1714"/>
                  <a:gd name="T21" fmla="*/ 959 h 1102"/>
                  <a:gd name="T22" fmla="*/ 1713 w 1714"/>
                  <a:gd name="T23" fmla="*/ 962 h 1102"/>
                  <a:gd name="T24" fmla="*/ 1616 w 1714"/>
                  <a:gd name="T25" fmla="*/ 1101 h 1102"/>
                  <a:gd name="T26" fmla="*/ 1614 w 1714"/>
                  <a:gd name="T27" fmla="*/ 1102 h 1102"/>
                  <a:gd name="T28" fmla="*/ 6 w 1714"/>
                  <a:gd name="T29" fmla="*/ 174 h 1102"/>
                  <a:gd name="T30" fmla="*/ 692 w 1714"/>
                  <a:gd name="T31" fmla="*/ 723 h 1102"/>
                  <a:gd name="T32" fmla="*/ 1613 w 1714"/>
                  <a:gd name="T33" fmla="*/ 1096 h 1102"/>
                  <a:gd name="T34" fmla="*/ 1707 w 1714"/>
                  <a:gd name="T35" fmla="*/ 962 h 1102"/>
                  <a:gd name="T36" fmla="*/ 802 w 1714"/>
                  <a:gd name="T37" fmla="*/ 592 h 1102"/>
                  <a:gd name="T38" fmla="*/ 85 w 1714"/>
                  <a:gd name="T39" fmla="*/ 7 h 1102"/>
                  <a:gd name="T40" fmla="*/ 6 w 1714"/>
                  <a:gd name="T41" fmla="*/ 174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4" h="1102">
                    <a:moveTo>
                      <a:pt x="1614" y="1102"/>
                    </a:moveTo>
                    <a:cubicBezTo>
                      <a:pt x="1614" y="1102"/>
                      <a:pt x="1614" y="1102"/>
                      <a:pt x="1613" y="1102"/>
                    </a:cubicBezTo>
                    <a:cubicBezTo>
                      <a:pt x="1338" y="1053"/>
                      <a:pt x="1009" y="921"/>
                      <a:pt x="689" y="728"/>
                    </a:cubicBezTo>
                    <a:cubicBezTo>
                      <a:pt x="416" y="564"/>
                      <a:pt x="172" y="368"/>
                      <a:pt x="1" y="176"/>
                    </a:cubicBezTo>
                    <a:cubicBezTo>
                      <a:pt x="0" y="175"/>
                      <a:pt x="0" y="174"/>
                      <a:pt x="0" y="173"/>
                    </a:cubicBezTo>
                    <a:cubicBezTo>
                      <a:pt x="22" y="113"/>
                      <a:pt x="49" y="55"/>
                      <a:pt x="82" y="1"/>
                    </a:cubicBezTo>
                    <a:cubicBezTo>
                      <a:pt x="83" y="0"/>
                      <a:pt x="84" y="0"/>
                      <a:pt x="85" y="0"/>
                    </a:cubicBezTo>
                    <a:cubicBezTo>
                      <a:pt x="86" y="0"/>
                      <a:pt x="86" y="0"/>
                      <a:pt x="87" y="1"/>
                    </a:cubicBezTo>
                    <a:cubicBezTo>
                      <a:pt x="259" y="204"/>
                      <a:pt x="514" y="412"/>
                      <a:pt x="805" y="588"/>
                    </a:cubicBezTo>
                    <a:cubicBezTo>
                      <a:pt x="1118" y="776"/>
                      <a:pt x="1440" y="907"/>
                      <a:pt x="1712" y="958"/>
                    </a:cubicBezTo>
                    <a:cubicBezTo>
                      <a:pt x="1712" y="958"/>
                      <a:pt x="1713" y="958"/>
                      <a:pt x="1713" y="959"/>
                    </a:cubicBezTo>
                    <a:cubicBezTo>
                      <a:pt x="1714" y="960"/>
                      <a:pt x="1714" y="961"/>
                      <a:pt x="1713" y="962"/>
                    </a:cubicBezTo>
                    <a:cubicBezTo>
                      <a:pt x="1685" y="1011"/>
                      <a:pt x="1653" y="1057"/>
                      <a:pt x="1616" y="1101"/>
                    </a:cubicBezTo>
                    <a:cubicBezTo>
                      <a:pt x="1615" y="1101"/>
                      <a:pt x="1615" y="1102"/>
                      <a:pt x="1614" y="1102"/>
                    </a:cubicBezTo>
                    <a:close/>
                    <a:moveTo>
                      <a:pt x="6" y="174"/>
                    </a:moveTo>
                    <a:cubicBezTo>
                      <a:pt x="177" y="365"/>
                      <a:pt x="420" y="560"/>
                      <a:pt x="692" y="723"/>
                    </a:cubicBezTo>
                    <a:cubicBezTo>
                      <a:pt x="1011" y="915"/>
                      <a:pt x="1338" y="1048"/>
                      <a:pt x="1613" y="1096"/>
                    </a:cubicBezTo>
                    <a:cubicBezTo>
                      <a:pt x="1648" y="1054"/>
                      <a:pt x="1679" y="1009"/>
                      <a:pt x="1707" y="962"/>
                    </a:cubicBezTo>
                    <a:cubicBezTo>
                      <a:pt x="1435" y="911"/>
                      <a:pt x="1114" y="780"/>
                      <a:pt x="802" y="592"/>
                    </a:cubicBezTo>
                    <a:cubicBezTo>
                      <a:pt x="512" y="418"/>
                      <a:pt x="257" y="210"/>
                      <a:pt x="85" y="7"/>
                    </a:cubicBezTo>
                    <a:cubicBezTo>
                      <a:pt x="53" y="60"/>
                      <a:pt x="27" y="116"/>
                      <a:pt x="6" y="1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2" name="Freeform 342"/>
              <p:cNvSpPr>
                <a:spLocks/>
              </p:cNvSpPr>
              <p:nvPr/>
            </p:nvSpPr>
            <p:spPr bwMode="auto">
              <a:xfrm>
                <a:off x="2762" y="2887"/>
                <a:ext cx="239" cy="25"/>
              </a:xfrm>
              <a:custGeom>
                <a:avLst/>
                <a:gdLst>
                  <a:gd name="T0" fmla="*/ 0 w 1887"/>
                  <a:gd name="T1" fmla="*/ 0 h 195"/>
                  <a:gd name="T2" fmla="*/ 0 w 1887"/>
                  <a:gd name="T3" fmla="*/ 9 h 195"/>
                  <a:gd name="T4" fmla="*/ 5 w 1887"/>
                  <a:gd name="T5" fmla="*/ 107 h 195"/>
                  <a:gd name="T6" fmla="*/ 944 w 1887"/>
                  <a:gd name="T7" fmla="*/ 195 h 195"/>
                  <a:gd name="T8" fmla="*/ 1882 w 1887"/>
                  <a:gd name="T9" fmla="*/ 107 h 195"/>
                  <a:gd name="T10" fmla="*/ 1887 w 1887"/>
                  <a:gd name="T11" fmla="*/ 9 h 195"/>
                  <a:gd name="T12" fmla="*/ 1887 w 1887"/>
                  <a:gd name="T13" fmla="*/ 0 h 195"/>
                  <a:gd name="T14" fmla="*/ 944 w 1887"/>
                  <a:gd name="T15" fmla="*/ 88 h 195"/>
                  <a:gd name="T16" fmla="*/ 0 w 1887"/>
                  <a:gd name="T1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7" h="195">
                    <a:moveTo>
                      <a:pt x="0" y="0"/>
                    </a:moveTo>
                    <a:cubicBezTo>
                      <a:pt x="0" y="3"/>
                      <a:pt x="0" y="6"/>
                      <a:pt x="0" y="9"/>
                    </a:cubicBezTo>
                    <a:cubicBezTo>
                      <a:pt x="0" y="42"/>
                      <a:pt x="2" y="75"/>
                      <a:pt x="5" y="107"/>
                    </a:cubicBezTo>
                    <a:cubicBezTo>
                      <a:pt x="293" y="163"/>
                      <a:pt x="610" y="195"/>
                      <a:pt x="944" y="195"/>
                    </a:cubicBezTo>
                    <a:cubicBezTo>
                      <a:pt x="1277" y="195"/>
                      <a:pt x="1595" y="163"/>
                      <a:pt x="1882" y="107"/>
                    </a:cubicBezTo>
                    <a:cubicBezTo>
                      <a:pt x="1886" y="75"/>
                      <a:pt x="1887" y="42"/>
                      <a:pt x="1887" y="9"/>
                    </a:cubicBezTo>
                    <a:cubicBezTo>
                      <a:pt x="1887" y="6"/>
                      <a:pt x="1887" y="3"/>
                      <a:pt x="1887" y="0"/>
                    </a:cubicBezTo>
                    <a:cubicBezTo>
                      <a:pt x="1598" y="57"/>
                      <a:pt x="1279" y="88"/>
                      <a:pt x="944" y="88"/>
                    </a:cubicBezTo>
                    <a:cubicBezTo>
                      <a:pt x="608" y="88"/>
                      <a:pt x="289" y="57"/>
                      <a:pt x="0" y="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3" name="Freeform 343"/>
              <p:cNvSpPr>
                <a:spLocks noEditPoints="1"/>
              </p:cNvSpPr>
              <p:nvPr/>
            </p:nvSpPr>
            <p:spPr bwMode="auto">
              <a:xfrm>
                <a:off x="2762" y="2887"/>
                <a:ext cx="239" cy="25"/>
              </a:xfrm>
              <a:custGeom>
                <a:avLst/>
                <a:gdLst>
                  <a:gd name="T0" fmla="*/ 947 w 1893"/>
                  <a:gd name="T1" fmla="*/ 200 h 200"/>
                  <a:gd name="T2" fmla="*/ 8 w 1893"/>
                  <a:gd name="T3" fmla="*/ 113 h 200"/>
                  <a:gd name="T4" fmla="*/ 6 w 1893"/>
                  <a:gd name="T5" fmla="*/ 111 h 200"/>
                  <a:gd name="T6" fmla="*/ 0 w 1893"/>
                  <a:gd name="T7" fmla="*/ 12 h 200"/>
                  <a:gd name="T8" fmla="*/ 1 w 1893"/>
                  <a:gd name="T9" fmla="*/ 7 h 200"/>
                  <a:gd name="T10" fmla="*/ 1 w 1893"/>
                  <a:gd name="T11" fmla="*/ 3 h 200"/>
                  <a:gd name="T12" fmla="*/ 2 w 1893"/>
                  <a:gd name="T13" fmla="*/ 1 h 200"/>
                  <a:gd name="T14" fmla="*/ 4 w 1893"/>
                  <a:gd name="T15" fmla="*/ 0 h 200"/>
                  <a:gd name="T16" fmla="*/ 947 w 1893"/>
                  <a:gd name="T17" fmla="*/ 89 h 200"/>
                  <a:gd name="T18" fmla="*/ 1890 w 1893"/>
                  <a:gd name="T19" fmla="*/ 0 h 200"/>
                  <a:gd name="T20" fmla="*/ 1892 w 1893"/>
                  <a:gd name="T21" fmla="*/ 1 h 200"/>
                  <a:gd name="T22" fmla="*/ 1893 w 1893"/>
                  <a:gd name="T23" fmla="*/ 3 h 200"/>
                  <a:gd name="T24" fmla="*/ 1893 w 1893"/>
                  <a:gd name="T25" fmla="*/ 7 h 200"/>
                  <a:gd name="T26" fmla="*/ 1893 w 1893"/>
                  <a:gd name="T27" fmla="*/ 12 h 200"/>
                  <a:gd name="T28" fmla="*/ 1888 w 1893"/>
                  <a:gd name="T29" fmla="*/ 111 h 200"/>
                  <a:gd name="T30" fmla="*/ 1886 w 1893"/>
                  <a:gd name="T31" fmla="*/ 113 h 200"/>
                  <a:gd name="T32" fmla="*/ 947 w 1893"/>
                  <a:gd name="T33" fmla="*/ 200 h 200"/>
                  <a:gd name="T34" fmla="*/ 11 w 1893"/>
                  <a:gd name="T35" fmla="*/ 108 h 200"/>
                  <a:gd name="T36" fmla="*/ 947 w 1893"/>
                  <a:gd name="T37" fmla="*/ 195 h 200"/>
                  <a:gd name="T38" fmla="*/ 1883 w 1893"/>
                  <a:gd name="T39" fmla="*/ 108 h 200"/>
                  <a:gd name="T40" fmla="*/ 1888 w 1893"/>
                  <a:gd name="T41" fmla="*/ 12 h 200"/>
                  <a:gd name="T42" fmla="*/ 1888 w 1893"/>
                  <a:gd name="T43" fmla="*/ 7 h 200"/>
                  <a:gd name="T44" fmla="*/ 1888 w 1893"/>
                  <a:gd name="T45" fmla="*/ 6 h 200"/>
                  <a:gd name="T46" fmla="*/ 947 w 1893"/>
                  <a:gd name="T47" fmla="*/ 94 h 200"/>
                  <a:gd name="T48" fmla="*/ 6 w 1893"/>
                  <a:gd name="T49" fmla="*/ 6 h 200"/>
                  <a:gd name="T50" fmla="*/ 6 w 1893"/>
                  <a:gd name="T51" fmla="*/ 7 h 200"/>
                  <a:gd name="T52" fmla="*/ 6 w 1893"/>
                  <a:gd name="T53" fmla="*/ 12 h 200"/>
                  <a:gd name="T54" fmla="*/ 11 w 1893"/>
                  <a:gd name="T55" fmla="*/ 10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93" h="200">
                    <a:moveTo>
                      <a:pt x="947" y="200"/>
                    </a:moveTo>
                    <a:cubicBezTo>
                      <a:pt x="621" y="200"/>
                      <a:pt x="305" y="171"/>
                      <a:pt x="8" y="113"/>
                    </a:cubicBezTo>
                    <a:cubicBezTo>
                      <a:pt x="7" y="113"/>
                      <a:pt x="6" y="112"/>
                      <a:pt x="6" y="111"/>
                    </a:cubicBezTo>
                    <a:cubicBezTo>
                      <a:pt x="2" y="78"/>
                      <a:pt x="0" y="45"/>
                      <a:pt x="0" y="12"/>
                    </a:cubicBezTo>
                    <a:cubicBezTo>
                      <a:pt x="0" y="10"/>
                      <a:pt x="0" y="8"/>
                      <a:pt x="1" y="7"/>
                    </a:cubicBezTo>
                    <a:cubicBezTo>
                      <a:pt x="1" y="3"/>
                      <a:pt x="1" y="3"/>
                      <a:pt x="1" y="3"/>
                    </a:cubicBezTo>
                    <a:cubicBezTo>
                      <a:pt x="1" y="2"/>
                      <a:pt x="1" y="2"/>
                      <a:pt x="2" y="1"/>
                    </a:cubicBezTo>
                    <a:cubicBezTo>
                      <a:pt x="2" y="0"/>
                      <a:pt x="3" y="0"/>
                      <a:pt x="4" y="0"/>
                    </a:cubicBezTo>
                    <a:cubicBezTo>
                      <a:pt x="302" y="59"/>
                      <a:pt x="619" y="89"/>
                      <a:pt x="947" y="89"/>
                    </a:cubicBezTo>
                    <a:cubicBezTo>
                      <a:pt x="1275" y="89"/>
                      <a:pt x="1592" y="59"/>
                      <a:pt x="1890" y="0"/>
                    </a:cubicBezTo>
                    <a:cubicBezTo>
                      <a:pt x="1891" y="0"/>
                      <a:pt x="1891" y="0"/>
                      <a:pt x="1892" y="1"/>
                    </a:cubicBezTo>
                    <a:cubicBezTo>
                      <a:pt x="1893" y="2"/>
                      <a:pt x="1893" y="2"/>
                      <a:pt x="1893" y="3"/>
                    </a:cubicBezTo>
                    <a:cubicBezTo>
                      <a:pt x="1893" y="7"/>
                      <a:pt x="1893" y="7"/>
                      <a:pt x="1893" y="7"/>
                    </a:cubicBezTo>
                    <a:cubicBezTo>
                      <a:pt x="1893" y="8"/>
                      <a:pt x="1893" y="10"/>
                      <a:pt x="1893" y="12"/>
                    </a:cubicBezTo>
                    <a:cubicBezTo>
                      <a:pt x="1893" y="45"/>
                      <a:pt x="1891" y="78"/>
                      <a:pt x="1888" y="111"/>
                    </a:cubicBezTo>
                    <a:cubicBezTo>
                      <a:pt x="1888" y="112"/>
                      <a:pt x="1887" y="113"/>
                      <a:pt x="1886" y="113"/>
                    </a:cubicBezTo>
                    <a:cubicBezTo>
                      <a:pt x="1589" y="171"/>
                      <a:pt x="1273" y="200"/>
                      <a:pt x="947" y="200"/>
                    </a:cubicBezTo>
                    <a:close/>
                    <a:moveTo>
                      <a:pt x="11" y="108"/>
                    </a:moveTo>
                    <a:cubicBezTo>
                      <a:pt x="307" y="166"/>
                      <a:pt x="622" y="195"/>
                      <a:pt x="947" y="195"/>
                    </a:cubicBezTo>
                    <a:cubicBezTo>
                      <a:pt x="1272" y="195"/>
                      <a:pt x="1587" y="166"/>
                      <a:pt x="1883" y="108"/>
                    </a:cubicBezTo>
                    <a:cubicBezTo>
                      <a:pt x="1886" y="76"/>
                      <a:pt x="1888" y="44"/>
                      <a:pt x="1888" y="12"/>
                    </a:cubicBezTo>
                    <a:cubicBezTo>
                      <a:pt x="1888" y="10"/>
                      <a:pt x="1888" y="8"/>
                      <a:pt x="1888" y="7"/>
                    </a:cubicBezTo>
                    <a:cubicBezTo>
                      <a:pt x="1888" y="6"/>
                      <a:pt x="1888" y="6"/>
                      <a:pt x="1888" y="6"/>
                    </a:cubicBezTo>
                    <a:cubicBezTo>
                      <a:pt x="1590" y="65"/>
                      <a:pt x="1274" y="94"/>
                      <a:pt x="947" y="94"/>
                    </a:cubicBezTo>
                    <a:cubicBezTo>
                      <a:pt x="620" y="94"/>
                      <a:pt x="303" y="65"/>
                      <a:pt x="6" y="6"/>
                    </a:cubicBezTo>
                    <a:cubicBezTo>
                      <a:pt x="6" y="7"/>
                      <a:pt x="6" y="7"/>
                      <a:pt x="6" y="7"/>
                    </a:cubicBezTo>
                    <a:cubicBezTo>
                      <a:pt x="6" y="8"/>
                      <a:pt x="6" y="10"/>
                      <a:pt x="6" y="12"/>
                    </a:cubicBezTo>
                    <a:cubicBezTo>
                      <a:pt x="6" y="44"/>
                      <a:pt x="8" y="76"/>
                      <a:pt x="11" y="10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4" name="Freeform 344"/>
              <p:cNvSpPr>
                <a:spLocks/>
              </p:cNvSpPr>
              <p:nvPr/>
            </p:nvSpPr>
            <p:spPr bwMode="auto">
              <a:xfrm>
                <a:off x="2781" y="2942"/>
                <a:ext cx="201" cy="20"/>
              </a:xfrm>
              <a:custGeom>
                <a:avLst/>
                <a:gdLst>
                  <a:gd name="T0" fmla="*/ 1586 w 1586"/>
                  <a:gd name="T1" fmla="*/ 75 h 161"/>
                  <a:gd name="T2" fmla="*/ 1559 w 1586"/>
                  <a:gd name="T3" fmla="*/ 114 h 161"/>
                  <a:gd name="T4" fmla="*/ 1459 w 1586"/>
                  <a:gd name="T5" fmla="*/ 126 h 161"/>
                  <a:gd name="T6" fmla="*/ 828 w 1586"/>
                  <a:gd name="T7" fmla="*/ 161 h 161"/>
                  <a:gd name="T8" fmla="*/ 119 w 1586"/>
                  <a:gd name="T9" fmla="*/ 117 h 161"/>
                  <a:gd name="T10" fmla="*/ 22 w 1586"/>
                  <a:gd name="T11" fmla="*/ 104 h 161"/>
                  <a:gd name="T12" fmla="*/ 0 w 1586"/>
                  <a:gd name="T13" fmla="*/ 75 h 161"/>
                  <a:gd name="T14" fmla="*/ 38 w 1586"/>
                  <a:gd name="T15" fmla="*/ 1 h 161"/>
                  <a:gd name="T16" fmla="*/ 38 w 1586"/>
                  <a:gd name="T17" fmla="*/ 0 h 161"/>
                  <a:gd name="T18" fmla="*/ 828 w 1586"/>
                  <a:gd name="T19" fmla="*/ 54 h 161"/>
                  <a:gd name="T20" fmla="*/ 1542 w 1586"/>
                  <a:gd name="T21" fmla="*/ 11 h 161"/>
                  <a:gd name="T22" fmla="*/ 1552 w 1586"/>
                  <a:gd name="T23" fmla="*/ 9 h 161"/>
                  <a:gd name="T24" fmla="*/ 1586 w 1586"/>
                  <a:gd name="T25" fmla="*/ 7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6" h="161">
                    <a:moveTo>
                      <a:pt x="1586" y="75"/>
                    </a:moveTo>
                    <a:cubicBezTo>
                      <a:pt x="1577" y="88"/>
                      <a:pt x="1568" y="102"/>
                      <a:pt x="1559" y="114"/>
                    </a:cubicBezTo>
                    <a:cubicBezTo>
                      <a:pt x="1526" y="119"/>
                      <a:pt x="1492" y="123"/>
                      <a:pt x="1459" y="126"/>
                    </a:cubicBezTo>
                    <a:cubicBezTo>
                      <a:pt x="1257" y="149"/>
                      <a:pt x="1046" y="161"/>
                      <a:pt x="828" y="161"/>
                    </a:cubicBezTo>
                    <a:cubicBezTo>
                      <a:pt x="582" y="161"/>
                      <a:pt x="344" y="145"/>
                      <a:pt x="119" y="117"/>
                    </a:cubicBezTo>
                    <a:cubicBezTo>
                      <a:pt x="87" y="113"/>
                      <a:pt x="54" y="109"/>
                      <a:pt x="22" y="104"/>
                    </a:cubicBezTo>
                    <a:cubicBezTo>
                      <a:pt x="14" y="95"/>
                      <a:pt x="7" y="85"/>
                      <a:pt x="0" y="75"/>
                    </a:cubicBezTo>
                    <a:cubicBezTo>
                      <a:pt x="11" y="49"/>
                      <a:pt x="24" y="25"/>
                      <a:pt x="38" y="1"/>
                    </a:cubicBezTo>
                    <a:cubicBezTo>
                      <a:pt x="38" y="1"/>
                      <a:pt x="38" y="0"/>
                      <a:pt x="38" y="0"/>
                    </a:cubicBezTo>
                    <a:cubicBezTo>
                      <a:pt x="287" y="35"/>
                      <a:pt x="552" y="54"/>
                      <a:pt x="828" y="54"/>
                    </a:cubicBezTo>
                    <a:cubicBezTo>
                      <a:pt x="1076" y="54"/>
                      <a:pt x="1315" y="39"/>
                      <a:pt x="1542" y="11"/>
                    </a:cubicBezTo>
                    <a:cubicBezTo>
                      <a:pt x="1545" y="10"/>
                      <a:pt x="1549" y="10"/>
                      <a:pt x="1552" y="9"/>
                    </a:cubicBezTo>
                    <a:cubicBezTo>
                      <a:pt x="1564" y="31"/>
                      <a:pt x="1576" y="53"/>
                      <a:pt x="1586" y="75"/>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5" name="Freeform 345"/>
              <p:cNvSpPr>
                <a:spLocks noEditPoints="1"/>
              </p:cNvSpPr>
              <p:nvPr/>
            </p:nvSpPr>
            <p:spPr bwMode="auto">
              <a:xfrm>
                <a:off x="2781" y="2941"/>
                <a:ext cx="201" cy="21"/>
              </a:xfrm>
              <a:custGeom>
                <a:avLst/>
                <a:gdLst>
                  <a:gd name="T0" fmla="*/ 831 w 1592"/>
                  <a:gd name="T1" fmla="*/ 165 h 165"/>
                  <a:gd name="T2" fmla="*/ 122 w 1592"/>
                  <a:gd name="T3" fmla="*/ 122 h 165"/>
                  <a:gd name="T4" fmla="*/ 24 w 1592"/>
                  <a:gd name="T5" fmla="*/ 109 h 165"/>
                  <a:gd name="T6" fmla="*/ 23 w 1592"/>
                  <a:gd name="T7" fmla="*/ 108 h 165"/>
                  <a:gd name="T8" fmla="*/ 1 w 1592"/>
                  <a:gd name="T9" fmla="*/ 79 h 165"/>
                  <a:gd name="T10" fmla="*/ 0 w 1592"/>
                  <a:gd name="T11" fmla="*/ 76 h 165"/>
                  <a:gd name="T12" fmla="*/ 39 w 1592"/>
                  <a:gd name="T13" fmla="*/ 1 h 165"/>
                  <a:gd name="T14" fmla="*/ 39 w 1592"/>
                  <a:gd name="T15" fmla="*/ 0 h 165"/>
                  <a:gd name="T16" fmla="*/ 42 w 1592"/>
                  <a:gd name="T17" fmla="*/ 0 h 165"/>
                  <a:gd name="T18" fmla="*/ 831 w 1592"/>
                  <a:gd name="T19" fmla="*/ 54 h 165"/>
                  <a:gd name="T20" fmla="*/ 1544 w 1592"/>
                  <a:gd name="T21" fmla="*/ 10 h 165"/>
                  <a:gd name="T22" fmla="*/ 1555 w 1592"/>
                  <a:gd name="T23" fmla="*/ 8 h 165"/>
                  <a:gd name="T24" fmla="*/ 1558 w 1592"/>
                  <a:gd name="T25" fmla="*/ 10 h 165"/>
                  <a:gd name="T26" fmla="*/ 1591 w 1592"/>
                  <a:gd name="T27" fmla="*/ 76 h 165"/>
                  <a:gd name="T28" fmla="*/ 1591 w 1592"/>
                  <a:gd name="T29" fmla="*/ 79 h 165"/>
                  <a:gd name="T30" fmla="*/ 1564 w 1592"/>
                  <a:gd name="T31" fmla="*/ 118 h 165"/>
                  <a:gd name="T32" fmla="*/ 1562 w 1592"/>
                  <a:gd name="T33" fmla="*/ 119 h 165"/>
                  <a:gd name="T34" fmla="*/ 1462 w 1592"/>
                  <a:gd name="T35" fmla="*/ 131 h 165"/>
                  <a:gd name="T36" fmla="*/ 831 w 1592"/>
                  <a:gd name="T37" fmla="*/ 165 h 165"/>
                  <a:gd name="T38" fmla="*/ 26 w 1592"/>
                  <a:gd name="T39" fmla="*/ 104 h 165"/>
                  <a:gd name="T40" fmla="*/ 123 w 1592"/>
                  <a:gd name="T41" fmla="*/ 117 h 165"/>
                  <a:gd name="T42" fmla="*/ 831 w 1592"/>
                  <a:gd name="T43" fmla="*/ 160 h 165"/>
                  <a:gd name="T44" fmla="*/ 1461 w 1592"/>
                  <a:gd name="T45" fmla="*/ 126 h 165"/>
                  <a:gd name="T46" fmla="*/ 1561 w 1592"/>
                  <a:gd name="T47" fmla="*/ 114 h 165"/>
                  <a:gd name="T48" fmla="*/ 1586 w 1592"/>
                  <a:gd name="T49" fmla="*/ 77 h 165"/>
                  <a:gd name="T50" fmla="*/ 1554 w 1592"/>
                  <a:gd name="T51" fmla="*/ 14 h 165"/>
                  <a:gd name="T52" fmla="*/ 1545 w 1592"/>
                  <a:gd name="T53" fmla="*/ 15 h 165"/>
                  <a:gd name="T54" fmla="*/ 831 w 1592"/>
                  <a:gd name="T55" fmla="*/ 59 h 165"/>
                  <a:gd name="T56" fmla="*/ 43 w 1592"/>
                  <a:gd name="T57" fmla="*/ 5 h 165"/>
                  <a:gd name="T58" fmla="*/ 6 w 1592"/>
                  <a:gd name="T59" fmla="*/ 77 h 165"/>
                  <a:gd name="T60" fmla="*/ 26 w 1592"/>
                  <a:gd name="T61" fmla="*/ 10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92" h="165">
                    <a:moveTo>
                      <a:pt x="831" y="165"/>
                    </a:moveTo>
                    <a:cubicBezTo>
                      <a:pt x="591" y="165"/>
                      <a:pt x="352" y="151"/>
                      <a:pt x="122" y="122"/>
                    </a:cubicBezTo>
                    <a:cubicBezTo>
                      <a:pt x="88" y="118"/>
                      <a:pt x="55" y="113"/>
                      <a:pt x="24" y="109"/>
                    </a:cubicBezTo>
                    <a:cubicBezTo>
                      <a:pt x="24" y="109"/>
                      <a:pt x="23" y="109"/>
                      <a:pt x="23" y="108"/>
                    </a:cubicBezTo>
                    <a:cubicBezTo>
                      <a:pt x="14" y="97"/>
                      <a:pt x="7" y="87"/>
                      <a:pt x="1" y="79"/>
                    </a:cubicBezTo>
                    <a:cubicBezTo>
                      <a:pt x="0" y="78"/>
                      <a:pt x="0" y="77"/>
                      <a:pt x="0" y="76"/>
                    </a:cubicBezTo>
                    <a:cubicBezTo>
                      <a:pt x="12" y="50"/>
                      <a:pt x="25" y="25"/>
                      <a:pt x="39" y="1"/>
                    </a:cubicBezTo>
                    <a:cubicBezTo>
                      <a:pt x="39" y="1"/>
                      <a:pt x="39" y="1"/>
                      <a:pt x="39" y="0"/>
                    </a:cubicBezTo>
                    <a:cubicBezTo>
                      <a:pt x="40" y="0"/>
                      <a:pt x="41" y="0"/>
                      <a:pt x="42" y="0"/>
                    </a:cubicBezTo>
                    <a:cubicBezTo>
                      <a:pt x="296" y="35"/>
                      <a:pt x="562" y="54"/>
                      <a:pt x="831" y="54"/>
                    </a:cubicBezTo>
                    <a:cubicBezTo>
                      <a:pt x="1074" y="54"/>
                      <a:pt x="1314" y="39"/>
                      <a:pt x="1544" y="10"/>
                    </a:cubicBezTo>
                    <a:cubicBezTo>
                      <a:pt x="1548" y="9"/>
                      <a:pt x="1551" y="9"/>
                      <a:pt x="1555" y="8"/>
                    </a:cubicBezTo>
                    <a:cubicBezTo>
                      <a:pt x="1556" y="9"/>
                      <a:pt x="1557" y="9"/>
                      <a:pt x="1558" y="10"/>
                    </a:cubicBezTo>
                    <a:cubicBezTo>
                      <a:pt x="1570" y="32"/>
                      <a:pt x="1581" y="54"/>
                      <a:pt x="1591" y="76"/>
                    </a:cubicBezTo>
                    <a:cubicBezTo>
                      <a:pt x="1592" y="77"/>
                      <a:pt x="1592" y="78"/>
                      <a:pt x="1591" y="79"/>
                    </a:cubicBezTo>
                    <a:cubicBezTo>
                      <a:pt x="1583" y="91"/>
                      <a:pt x="1574" y="105"/>
                      <a:pt x="1564" y="118"/>
                    </a:cubicBezTo>
                    <a:cubicBezTo>
                      <a:pt x="1564" y="119"/>
                      <a:pt x="1563" y="119"/>
                      <a:pt x="1562" y="119"/>
                    </a:cubicBezTo>
                    <a:cubicBezTo>
                      <a:pt x="1530" y="123"/>
                      <a:pt x="1496" y="127"/>
                      <a:pt x="1462" y="131"/>
                    </a:cubicBezTo>
                    <a:cubicBezTo>
                      <a:pt x="1257" y="154"/>
                      <a:pt x="1044" y="165"/>
                      <a:pt x="831" y="165"/>
                    </a:cubicBezTo>
                    <a:close/>
                    <a:moveTo>
                      <a:pt x="26" y="104"/>
                    </a:moveTo>
                    <a:cubicBezTo>
                      <a:pt x="57" y="108"/>
                      <a:pt x="89" y="113"/>
                      <a:pt x="123" y="117"/>
                    </a:cubicBezTo>
                    <a:cubicBezTo>
                      <a:pt x="353" y="145"/>
                      <a:pt x="591" y="160"/>
                      <a:pt x="831" y="160"/>
                    </a:cubicBezTo>
                    <a:cubicBezTo>
                      <a:pt x="1044" y="160"/>
                      <a:pt x="1256" y="148"/>
                      <a:pt x="1461" y="126"/>
                    </a:cubicBezTo>
                    <a:cubicBezTo>
                      <a:pt x="1495" y="122"/>
                      <a:pt x="1529" y="118"/>
                      <a:pt x="1561" y="114"/>
                    </a:cubicBezTo>
                    <a:cubicBezTo>
                      <a:pt x="1570" y="101"/>
                      <a:pt x="1578" y="89"/>
                      <a:pt x="1586" y="77"/>
                    </a:cubicBezTo>
                    <a:cubicBezTo>
                      <a:pt x="1576" y="56"/>
                      <a:pt x="1566" y="35"/>
                      <a:pt x="1554" y="14"/>
                    </a:cubicBezTo>
                    <a:cubicBezTo>
                      <a:pt x="1551" y="15"/>
                      <a:pt x="1548" y="15"/>
                      <a:pt x="1545" y="15"/>
                    </a:cubicBezTo>
                    <a:cubicBezTo>
                      <a:pt x="1314" y="44"/>
                      <a:pt x="1074" y="59"/>
                      <a:pt x="831" y="59"/>
                    </a:cubicBezTo>
                    <a:cubicBezTo>
                      <a:pt x="562" y="59"/>
                      <a:pt x="297" y="41"/>
                      <a:pt x="43" y="5"/>
                    </a:cubicBezTo>
                    <a:cubicBezTo>
                      <a:pt x="30" y="28"/>
                      <a:pt x="17" y="52"/>
                      <a:pt x="6" y="77"/>
                    </a:cubicBezTo>
                    <a:cubicBezTo>
                      <a:pt x="12" y="85"/>
                      <a:pt x="18" y="93"/>
                      <a:pt x="26" y="10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6" name="Freeform 346"/>
              <p:cNvSpPr>
                <a:spLocks noEditPoints="1"/>
              </p:cNvSpPr>
              <p:nvPr/>
            </p:nvSpPr>
            <p:spPr bwMode="auto">
              <a:xfrm>
                <a:off x="2762" y="2767"/>
                <a:ext cx="239" cy="239"/>
              </a:xfrm>
              <a:custGeom>
                <a:avLst/>
                <a:gdLst>
                  <a:gd name="T0" fmla="*/ 944 w 1887"/>
                  <a:gd name="T1" fmla="*/ 0 h 1887"/>
                  <a:gd name="T2" fmla="*/ 0 w 1887"/>
                  <a:gd name="T3" fmla="*/ 944 h 1887"/>
                  <a:gd name="T4" fmla="*/ 944 w 1887"/>
                  <a:gd name="T5" fmla="*/ 1887 h 1887"/>
                  <a:gd name="T6" fmla="*/ 1710 w 1887"/>
                  <a:gd name="T7" fmla="*/ 1494 h 1887"/>
                  <a:gd name="T8" fmla="*/ 1737 w 1887"/>
                  <a:gd name="T9" fmla="*/ 1455 h 1887"/>
                  <a:gd name="T10" fmla="*/ 1887 w 1887"/>
                  <a:gd name="T11" fmla="*/ 944 h 1887"/>
                  <a:gd name="T12" fmla="*/ 944 w 1887"/>
                  <a:gd name="T13" fmla="*/ 0 h 1887"/>
                  <a:gd name="T14" fmla="*/ 1693 w 1887"/>
                  <a:gd name="T15" fmla="*/ 1391 h 1887"/>
                  <a:gd name="T16" fmla="*/ 1610 w 1887"/>
                  <a:gd name="T17" fmla="*/ 1506 h 1887"/>
                  <a:gd name="T18" fmla="*/ 944 w 1887"/>
                  <a:gd name="T19" fmla="*/ 1815 h 1887"/>
                  <a:gd name="T20" fmla="*/ 270 w 1887"/>
                  <a:gd name="T21" fmla="*/ 1497 h 1887"/>
                  <a:gd name="T22" fmla="*/ 189 w 1887"/>
                  <a:gd name="T23" fmla="*/ 1381 h 1887"/>
                  <a:gd name="T24" fmla="*/ 72 w 1887"/>
                  <a:gd name="T25" fmla="*/ 944 h 1887"/>
                  <a:gd name="T26" fmla="*/ 944 w 1887"/>
                  <a:gd name="T27" fmla="*/ 72 h 1887"/>
                  <a:gd name="T28" fmla="*/ 1816 w 1887"/>
                  <a:gd name="T29" fmla="*/ 944 h 1887"/>
                  <a:gd name="T30" fmla="*/ 1693 w 1887"/>
                  <a:gd name="T31" fmla="*/ 1391 h 1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87" h="1887">
                    <a:moveTo>
                      <a:pt x="944" y="0"/>
                    </a:moveTo>
                    <a:cubicBezTo>
                      <a:pt x="423" y="0"/>
                      <a:pt x="0" y="422"/>
                      <a:pt x="0" y="944"/>
                    </a:cubicBezTo>
                    <a:cubicBezTo>
                      <a:pt x="0" y="1465"/>
                      <a:pt x="423" y="1887"/>
                      <a:pt x="944" y="1887"/>
                    </a:cubicBezTo>
                    <a:cubicBezTo>
                      <a:pt x="1259" y="1887"/>
                      <a:pt x="1539" y="1732"/>
                      <a:pt x="1710" y="1494"/>
                    </a:cubicBezTo>
                    <a:cubicBezTo>
                      <a:pt x="1719" y="1482"/>
                      <a:pt x="1728" y="1468"/>
                      <a:pt x="1737" y="1455"/>
                    </a:cubicBezTo>
                    <a:cubicBezTo>
                      <a:pt x="1832" y="1308"/>
                      <a:pt x="1887" y="1132"/>
                      <a:pt x="1887" y="944"/>
                    </a:cubicBezTo>
                    <a:cubicBezTo>
                      <a:pt x="1887" y="422"/>
                      <a:pt x="1465" y="0"/>
                      <a:pt x="944" y="0"/>
                    </a:cubicBezTo>
                    <a:close/>
                    <a:moveTo>
                      <a:pt x="1693" y="1391"/>
                    </a:moveTo>
                    <a:cubicBezTo>
                      <a:pt x="1668" y="1432"/>
                      <a:pt x="1640" y="1470"/>
                      <a:pt x="1610" y="1506"/>
                    </a:cubicBezTo>
                    <a:cubicBezTo>
                      <a:pt x="1450" y="1695"/>
                      <a:pt x="1211" y="1815"/>
                      <a:pt x="944" y="1815"/>
                    </a:cubicBezTo>
                    <a:cubicBezTo>
                      <a:pt x="673" y="1815"/>
                      <a:pt x="430" y="1692"/>
                      <a:pt x="270" y="1497"/>
                    </a:cubicBezTo>
                    <a:cubicBezTo>
                      <a:pt x="240" y="1461"/>
                      <a:pt x="213" y="1422"/>
                      <a:pt x="189" y="1381"/>
                    </a:cubicBezTo>
                    <a:cubicBezTo>
                      <a:pt x="115" y="1252"/>
                      <a:pt x="72" y="1103"/>
                      <a:pt x="72" y="944"/>
                    </a:cubicBezTo>
                    <a:cubicBezTo>
                      <a:pt x="72" y="462"/>
                      <a:pt x="462" y="72"/>
                      <a:pt x="944" y="72"/>
                    </a:cubicBezTo>
                    <a:cubicBezTo>
                      <a:pt x="1425" y="72"/>
                      <a:pt x="1816" y="462"/>
                      <a:pt x="1816" y="944"/>
                    </a:cubicBezTo>
                    <a:cubicBezTo>
                      <a:pt x="1816" y="1107"/>
                      <a:pt x="1771" y="1260"/>
                      <a:pt x="1693" y="1391"/>
                    </a:cubicBezTo>
                    <a:close/>
                  </a:path>
                </a:pathLst>
              </a:custGeom>
              <a:solidFill>
                <a:srgbClr val="FFFF00"/>
              </a:solidFill>
              <a:ln w="0" cap="rnd">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7" name="Freeform 347"/>
              <p:cNvSpPr>
                <a:spLocks/>
              </p:cNvSpPr>
              <p:nvPr/>
            </p:nvSpPr>
            <p:spPr bwMode="auto">
              <a:xfrm>
                <a:off x="2781" y="2831"/>
                <a:ext cx="203" cy="21"/>
              </a:xfrm>
              <a:custGeom>
                <a:avLst/>
                <a:gdLst>
                  <a:gd name="T0" fmla="*/ 22 w 1601"/>
                  <a:gd name="T1" fmla="*/ 103 h 160"/>
                  <a:gd name="T2" fmla="*/ 828 w 1601"/>
                  <a:gd name="T3" fmla="*/ 160 h 160"/>
                  <a:gd name="T4" fmla="*/ 1601 w 1601"/>
                  <a:gd name="T5" fmla="*/ 108 h 160"/>
                  <a:gd name="T6" fmla="*/ 1552 w 1601"/>
                  <a:gd name="T7" fmla="*/ 8 h 160"/>
                  <a:gd name="T8" fmla="*/ 828 w 1601"/>
                  <a:gd name="T9" fmla="*/ 54 h 160"/>
                  <a:gd name="T10" fmla="*/ 38 w 1601"/>
                  <a:gd name="T11" fmla="*/ 0 h 160"/>
                  <a:gd name="T12" fmla="*/ 0 w 1601"/>
                  <a:gd name="T13" fmla="*/ 74 h 160"/>
                  <a:gd name="T14" fmla="*/ 22 w 1601"/>
                  <a:gd name="T15" fmla="*/ 103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1" h="160">
                    <a:moveTo>
                      <a:pt x="22" y="103"/>
                    </a:moveTo>
                    <a:cubicBezTo>
                      <a:pt x="275" y="140"/>
                      <a:pt x="546" y="160"/>
                      <a:pt x="828" y="160"/>
                    </a:cubicBezTo>
                    <a:cubicBezTo>
                      <a:pt x="1098" y="160"/>
                      <a:pt x="1357" y="142"/>
                      <a:pt x="1601" y="108"/>
                    </a:cubicBezTo>
                    <a:cubicBezTo>
                      <a:pt x="1587" y="74"/>
                      <a:pt x="1570" y="40"/>
                      <a:pt x="1552" y="8"/>
                    </a:cubicBezTo>
                    <a:cubicBezTo>
                      <a:pt x="1323" y="38"/>
                      <a:pt x="1080" y="54"/>
                      <a:pt x="828" y="54"/>
                    </a:cubicBezTo>
                    <a:cubicBezTo>
                      <a:pt x="552" y="54"/>
                      <a:pt x="287" y="35"/>
                      <a:pt x="38" y="0"/>
                    </a:cubicBezTo>
                    <a:cubicBezTo>
                      <a:pt x="24" y="24"/>
                      <a:pt x="11" y="48"/>
                      <a:pt x="0" y="74"/>
                    </a:cubicBezTo>
                    <a:cubicBezTo>
                      <a:pt x="7" y="84"/>
                      <a:pt x="14" y="94"/>
                      <a:pt x="22" y="10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8" name="Freeform 348"/>
              <p:cNvSpPr>
                <a:spLocks noEditPoints="1"/>
              </p:cNvSpPr>
              <p:nvPr/>
            </p:nvSpPr>
            <p:spPr bwMode="auto">
              <a:xfrm>
                <a:off x="2781" y="2831"/>
                <a:ext cx="203" cy="21"/>
              </a:xfrm>
              <a:custGeom>
                <a:avLst/>
                <a:gdLst>
                  <a:gd name="T0" fmla="*/ 831 w 1606"/>
                  <a:gd name="T1" fmla="*/ 166 h 166"/>
                  <a:gd name="T2" fmla="*/ 24 w 1606"/>
                  <a:gd name="T3" fmla="*/ 109 h 166"/>
                  <a:gd name="T4" fmla="*/ 23 w 1606"/>
                  <a:gd name="T5" fmla="*/ 108 h 166"/>
                  <a:gd name="T6" fmla="*/ 1 w 1606"/>
                  <a:gd name="T7" fmla="*/ 79 h 166"/>
                  <a:gd name="T8" fmla="*/ 0 w 1606"/>
                  <a:gd name="T9" fmla="*/ 76 h 166"/>
                  <a:gd name="T10" fmla="*/ 39 w 1606"/>
                  <a:gd name="T11" fmla="*/ 1 h 166"/>
                  <a:gd name="T12" fmla="*/ 42 w 1606"/>
                  <a:gd name="T13" fmla="*/ 0 h 166"/>
                  <a:gd name="T14" fmla="*/ 831 w 1606"/>
                  <a:gd name="T15" fmla="*/ 54 h 166"/>
                  <a:gd name="T16" fmla="*/ 1555 w 1606"/>
                  <a:gd name="T17" fmla="*/ 9 h 166"/>
                  <a:gd name="T18" fmla="*/ 1558 w 1606"/>
                  <a:gd name="T19" fmla="*/ 10 h 166"/>
                  <a:gd name="T20" fmla="*/ 1606 w 1606"/>
                  <a:gd name="T21" fmla="*/ 110 h 166"/>
                  <a:gd name="T22" fmla="*/ 1606 w 1606"/>
                  <a:gd name="T23" fmla="*/ 112 h 166"/>
                  <a:gd name="T24" fmla="*/ 1604 w 1606"/>
                  <a:gd name="T25" fmla="*/ 114 h 166"/>
                  <a:gd name="T26" fmla="*/ 831 w 1606"/>
                  <a:gd name="T27" fmla="*/ 166 h 166"/>
                  <a:gd name="T28" fmla="*/ 26 w 1606"/>
                  <a:gd name="T29" fmla="*/ 104 h 166"/>
                  <a:gd name="T30" fmla="*/ 831 w 1606"/>
                  <a:gd name="T31" fmla="*/ 160 h 166"/>
                  <a:gd name="T32" fmla="*/ 1600 w 1606"/>
                  <a:gd name="T33" fmla="*/ 109 h 166"/>
                  <a:gd name="T34" fmla="*/ 1554 w 1606"/>
                  <a:gd name="T35" fmla="*/ 14 h 166"/>
                  <a:gd name="T36" fmla="*/ 831 w 1606"/>
                  <a:gd name="T37" fmla="*/ 59 h 166"/>
                  <a:gd name="T38" fmla="*/ 43 w 1606"/>
                  <a:gd name="T39" fmla="*/ 5 h 166"/>
                  <a:gd name="T40" fmla="*/ 6 w 1606"/>
                  <a:gd name="T41" fmla="*/ 77 h 166"/>
                  <a:gd name="T42" fmla="*/ 26 w 1606"/>
                  <a:gd name="T43" fmla="*/ 10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6" h="166">
                    <a:moveTo>
                      <a:pt x="831" y="166"/>
                    </a:moveTo>
                    <a:cubicBezTo>
                      <a:pt x="555" y="166"/>
                      <a:pt x="284" y="147"/>
                      <a:pt x="24" y="109"/>
                    </a:cubicBezTo>
                    <a:cubicBezTo>
                      <a:pt x="24" y="109"/>
                      <a:pt x="23" y="109"/>
                      <a:pt x="23" y="108"/>
                    </a:cubicBezTo>
                    <a:cubicBezTo>
                      <a:pt x="15" y="99"/>
                      <a:pt x="8" y="89"/>
                      <a:pt x="1" y="79"/>
                    </a:cubicBezTo>
                    <a:cubicBezTo>
                      <a:pt x="0" y="78"/>
                      <a:pt x="0" y="77"/>
                      <a:pt x="0" y="76"/>
                    </a:cubicBezTo>
                    <a:cubicBezTo>
                      <a:pt x="12" y="50"/>
                      <a:pt x="25" y="25"/>
                      <a:pt x="39" y="1"/>
                    </a:cubicBezTo>
                    <a:cubicBezTo>
                      <a:pt x="40" y="0"/>
                      <a:pt x="41" y="0"/>
                      <a:pt x="42" y="0"/>
                    </a:cubicBezTo>
                    <a:cubicBezTo>
                      <a:pt x="296" y="36"/>
                      <a:pt x="562" y="54"/>
                      <a:pt x="831" y="54"/>
                    </a:cubicBezTo>
                    <a:cubicBezTo>
                      <a:pt x="1077" y="54"/>
                      <a:pt x="1321" y="39"/>
                      <a:pt x="1555" y="9"/>
                    </a:cubicBezTo>
                    <a:cubicBezTo>
                      <a:pt x="1556" y="9"/>
                      <a:pt x="1557" y="9"/>
                      <a:pt x="1558" y="10"/>
                    </a:cubicBezTo>
                    <a:cubicBezTo>
                      <a:pt x="1576" y="42"/>
                      <a:pt x="1592" y="76"/>
                      <a:pt x="1606" y="110"/>
                    </a:cubicBezTo>
                    <a:cubicBezTo>
                      <a:pt x="1606" y="111"/>
                      <a:pt x="1606" y="112"/>
                      <a:pt x="1606" y="112"/>
                    </a:cubicBezTo>
                    <a:cubicBezTo>
                      <a:pt x="1605" y="113"/>
                      <a:pt x="1605" y="114"/>
                      <a:pt x="1604" y="114"/>
                    </a:cubicBezTo>
                    <a:cubicBezTo>
                      <a:pt x="1354" y="148"/>
                      <a:pt x="1094" y="166"/>
                      <a:pt x="831" y="166"/>
                    </a:cubicBezTo>
                    <a:close/>
                    <a:moveTo>
                      <a:pt x="26" y="104"/>
                    </a:moveTo>
                    <a:cubicBezTo>
                      <a:pt x="285" y="141"/>
                      <a:pt x="556" y="160"/>
                      <a:pt x="831" y="160"/>
                    </a:cubicBezTo>
                    <a:cubicBezTo>
                      <a:pt x="1093" y="160"/>
                      <a:pt x="1351" y="143"/>
                      <a:pt x="1600" y="109"/>
                    </a:cubicBezTo>
                    <a:cubicBezTo>
                      <a:pt x="1586" y="77"/>
                      <a:pt x="1571" y="45"/>
                      <a:pt x="1554" y="14"/>
                    </a:cubicBezTo>
                    <a:cubicBezTo>
                      <a:pt x="1320" y="44"/>
                      <a:pt x="1077" y="59"/>
                      <a:pt x="831" y="59"/>
                    </a:cubicBezTo>
                    <a:cubicBezTo>
                      <a:pt x="562" y="59"/>
                      <a:pt x="297" y="41"/>
                      <a:pt x="43" y="5"/>
                    </a:cubicBezTo>
                    <a:cubicBezTo>
                      <a:pt x="30" y="28"/>
                      <a:pt x="17" y="52"/>
                      <a:pt x="6" y="77"/>
                    </a:cubicBezTo>
                    <a:cubicBezTo>
                      <a:pt x="13" y="86"/>
                      <a:pt x="20" y="95"/>
                      <a:pt x="26" y="10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9" name="Rectangle 349"/>
              <p:cNvSpPr>
                <a:spLocks noChangeArrowheads="1"/>
              </p:cNvSpPr>
              <p:nvPr/>
            </p:nvSpPr>
            <p:spPr bwMode="auto">
              <a:xfrm>
                <a:off x="2874" y="2767"/>
                <a:ext cx="15" cy="239"/>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0" name="Freeform 350"/>
              <p:cNvSpPr>
                <a:spLocks noEditPoints="1"/>
              </p:cNvSpPr>
              <p:nvPr/>
            </p:nvSpPr>
            <p:spPr bwMode="auto">
              <a:xfrm>
                <a:off x="2874" y="2767"/>
                <a:ext cx="16" cy="239"/>
              </a:xfrm>
              <a:custGeom>
                <a:avLst/>
                <a:gdLst>
                  <a:gd name="T0" fmla="*/ 16 w 16"/>
                  <a:gd name="T1" fmla="*/ 239 h 239"/>
                  <a:gd name="T2" fmla="*/ 0 w 16"/>
                  <a:gd name="T3" fmla="*/ 239 h 239"/>
                  <a:gd name="T4" fmla="*/ 0 w 16"/>
                  <a:gd name="T5" fmla="*/ 0 h 239"/>
                  <a:gd name="T6" fmla="*/ 16 w 16"/>
                  <a:gd name="T7" fmla="*/ 0 h 239"/>
                  <a:gd name="T8" fmla="*/ 16 w 16"/>
                  <a:gd name="T9" fmla="*/ 239 h 239"/>
                  <a:gd name="T10" fmla="*/ 0 w 16"/>
                  <a:gd name="T11" fmla="*/ 238 h 239"/>
                  <a:gd name="T12" fmla="*/ 15 w 16"/>
                  <a:gd name="T13" fmla="*/ 238 h 239"/>
                  <a:gd name="T14" fmla="*/ 15 w 16"/>
                  <a:gd name="T15" fmla="*/ 1 h 239"/>
                  <a:gd name="T16" fmla="*/ 0 w 16"/>
                  <a:gd name="T17" fmla="*/ 1 h 239"/>
                  <a:gd name="T18" fmla="*/ 0 w 16"/>
                  <a:gd name="T19" fmla="*/ 238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9">
                    <a:moveTo>
                      <a:pt x="16" y="239"/>
                    </a:moveTo>
                    <a:lnTo>
                      <a:pt x="0" y="239"/>
                    </a:lnTo>
                    <a:lnTo>
                      <a:pt x="0" y="0"/>
                    </a:lnTo>
                    <a:lnTo>
                      <a:pt x="16" y="0"/>
                    </a:lnTo>
                    <a:lnTo>
                      <a:pt x="16" y="239"/>
                    </a:lnTo>
                    <a:close/>
                    <a:moveTo>
                      <a:pt x="0" y="238"/>
                    </a:moveTo>
                    <a:lnTo>
                      <a:pt x="15" y="238"/>
                    </a:lnTo>
                    <a:lnTo>
                      <a:pt x="15" y="1"/>
                    </a:lnTo>
                    <a:lnTo>
                      <a:pt x="0" y="1"/>
                    </a:lnTo>
                    <a:lnTo>
                      <a:pt x="0" y="2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1" name="Freeform 351"/>
              <p:cNvSpPr>
                <a:spLocks/>
              </p:cNvSpPr>
              <p:nvPr/>
            </p:nvSpPr>
            <p:spPr bwMode="auto">
              <a:xfrm>
                <a:off x="2776" y="2809"/>
                <a:ext cx="211" cy="22"/>
              </a:xfrm>
              <a:custGeom>
                <a:avLst/>
                <a:gdLst>
                  <a:gd name="T0" fmla="*/ 74 w 1670"/>
                  <a:gd name="T1" fmla="*/ 56 h 175"/>
                  <a:gd name="T2" fmla="*/ 0 w 1670"/>
                  <a:gd name="T3" fmla="*/ 175 h 175"/>
                  <a:gd name="T4" fmla="*/ 835 w 1670"/>
                  <a:gd name="T5" fmla="*/ 106 h 175"/>
                  <a:gd name="T6" fmla="*/ 1670 w 1670"/>
                  <a:gd name="T7" fmla="*/ 175 h 175"/>
                  <a:gd name="T8" fmla="*/ 1596 w 1670"/>
                  <a:gd name="T9" fmla="*/ 56 h 175"/>
                  <a:gd name="T10" fmla="*/ 835 w 1670"/>
                  <a:gd name="T11" fmla="*/ 0 h 175"/>
                  <a:gd name="T12" fmla="*/ 74 w 1670"/>
                  <a:gd name="T13" fmla="*/ 56 h 175"/>
                </a:gdLst>
                <a:ahLst/>
                <a:cxnLst>
                  <a:cxn ang="0">
                    <a:pos x="T0" y="T1"/>
                  </a:cxn>
                  <a:cxn ang="0">
                    <a:pos x="T2" y="T3"/>
                  </a:cxn>
                  <a:cxn ang="0">
                    <a:pos x="T4" y="T5"/>
                  </a:cxn>
                  <a:cxn ang="0">
                    <a:pos x="T6" y="T7"/>
                  </a:cxn>
                  <a:cxn ang="0">
                    <a:pos x="T8" y="T9"/>
                  </a:cxn>
                  <a:cxn ang="0">
                    <a:pos x="T10" y="T11"/>
                  </a:cxn>
                  <a:cxn ang="0">
                    <a:pos x="T12" y="T13"/>
                  </a:cxn>
                </a:cxnLst>
                <a:rect l="0" t="0" r="r" b="b"/>
                <a:pathLst>
                  <a:path w="1670" h="175">
                    <a:moveTo>
                      <a:pt x="74" y="56"/>
                    </a:moveTo>
                    <a:cubicBezTo>
                      <a:pt x="47" y="94"/>
                      <a:pt x="22" y="133"/>
                      <a:pt x="0" y="175"/>
                    </a:cubicBezTo>
                    <a:cubicBezTo>
                      <a:pt x="260" y="131"/>
                      <a:pt x="541" y="106"/>
                      <a:pt x="835" y="106"/>
                    </a:cubicBezTo>
                    <a:cubicBezTo>
                      <a:pt x="1129" y="106"/>
                      <a:pt x="1410" y="131"/>
                      <a:pt x="1670" y="175"/>
                    </a:cubicBezTo>
                    <a:cubicBezTo>
                      <a:pt x="1648" y="133"/>
                      <a:pt x="1623" y="94"/>
                      <a:pt x="1596" y="56"/>
                    </a:cubicBezTo>
                    <a:cubicBezTo>
                      <a:pt x="1357" y="20"/>
                      <a:pt x="1101" y="0"/>
                      <a:pt x="835" y="0"/>
                    </a:cubicBezTo>
                    <a:cubicBezTo>
                      <a:pt x="569" y="0"/>
                      <a:pt x="313" y="20"/>
                      <a:pt x="74" y="56"/>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2" name="Freeform 352"/>
              <p:cNvSpPr>
                <a:spLocks noEditPoints="1"/>
              </p:cNvSpPr>
              <p:nvPr/>
            </p:nvSpPr>
            <p:spPr bwMode="auto">
              <a:xfrm>
                <a:off x="2776" y="2809"/>
                <a:ext cx="211" cy="22"/>
              </a:xfrm>
              <a:custGeom>
                <a:avLst/>
                <a:gdLst>
                  <a:gd name="T0" fmla="*/ 1673 w 1676"/>
                  <a:gd name="T1" fmla="*/ 180 h 181"/>
                  <a:gd name="T2" fmla="*/ 1673 w 1676"/>
                  <a:gd name="T3" fmla="*/ 180 h 181"/>
                  <a:gd name="T4" fmla="*/ 1672 w 1676"/>
                  <a:gd name="T5" fmla="*/ 180 h 181"/>
                  <a:gd name="T6" fmla="*/ 838 w 1676"/>
                  <a:gd name="T7" fmla="*/ 112 h 181"/>
                  <a:gd name="T8" fmla="*/ 3 w 1676"/>
                  <a:gd name="T9" fmla="*/ 180 h 181"/>
                  <a:gd name="T10" fmla="*/ 1 w 1676"/>
                  <a:gd name="T11" fmla="*/ 179 h 181"/>
                  <a:gd name="T12" fmla="*/ 0 w 1676"/>
                  <a:gd name="T13" fmla="*/ 176 h 181"/>
                  <a:gd name="T14" fmla="*/ 75 w 1676"/>
                  <a:gd name="T15" fmla="*/ 58 h 181"/>
                  <a:gd name="T16" fmla="*/ 77 w 1676"/>
                  <a:gd name="T17" fmla="*/ 57 h 181"/>
                  <a:gd name="T18" fmla="*/ 838 w 1676"/>
                  <a:gd name="T19" fmla="*/ 0 h 181"/>
                  <a:gd name="T20" fmla="*/ 1599 w 1676"/>
                  <a:gd name="T21" fmla="*/ 57 h 181"/>
                  <a:gd name="T22" fmla="*/ 1601 w 1676"/>
                  <a:gd name="T23" fmla="*/ 58 h 181"/>
                  <a:gd name="T24" fmla="*/ 1675 w 1676"/>
                  <a:gd name="T25" fmla="*/ 176 h 181"/>
                  <a:gd name="T26" fmla="*/ 1676 w 1676"/>
                  <a:gd name="T27" fmla="*/ 178 h 181"/>
                  <a:gd name="T28" fmla="*/ 1673 w 1676"/>
                  <a:gd name="T29" fmla="*/ 180 h 181"/>
                  <a:gd name="T30" fmla="*/ 79 w 1676"/>
                  <a:gd name="T31" fmla="*/ 62 h 181"/>
                  <a:gd name="T32" fmla="*/ 8 w 1676"/>
                  <a:gd name="T33" fmla="*/ 174 h 181"/>
                  <a:gd name="T34" fmla="*/ 838 w 1676"/>
                  <a:gd name="T35" fmla="*/ 107 h 181"/>
                  <a:gd name="T36" fmla="*/ 1668 w 1676"/>
                  <a:gd name="T37" fmla="*/ 174 h 181"/>
                  <a:gd name="T38" fmla="*/ 1597 w 1676"/>
                  <a:gd name="T39" fmla="*/ 62 h 181"/>
                  <a:gd name="T40" fmla="*/ 838 w 1676"/>
                  <a:gd name="T41" fmla="*/ 6 h 181"/>
                  <a:gd name="T42" fmla="*/ 79 w 1676"/>
                  <a:gd name="T43" fmla="*/ 62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6" h="181">
                    <a:moveTo>
                      <a:pt x="1673" y="180"/>
                    </a:moveTo>
                    <a:cubicBezTo>
                      <a:pt x="1673" y="180"/>
                      <a:pt x="1673" y="180"/>
                      <a:pt x="1673" y="180"/>
                    </a:cubicBezTo>
                    <a:cubicBezTo>
                      <a:pt x="1672" y="180"/>
                      <a:pt x="1672" y="180"/>
                      <a:pt x="1672" y="180"/>
                    </a:cubicBezTo>
                    <a:cubicBezTo>
                      <a:pt x="1406" y="135"/>
                      <a:pt x="1125" y="112"/>
                      <a:pt x="838" y="112"/>
                    </a:cubicBezTo>
                    <a:cubicBezTo>
                      <a:pt x="551" y="112"/>
                      <a:pt x="270" y="135"/>
                      <a:pt x="3" y="180"/>
                    </a:cubicBezTo>
                    <a:cubicBezTo>
                      <a:pt x="2" y="181"/>
                      <a:pt x="1" y="180"/>
                      <a:pt x="1" y="179"/>
                    </a:cubicBezTo>
                    <a:cubicBezTo>
                      <a:pt x="0" y="178"/>
                      <a:pt x="0" y="177"/>
                      <a:pt x="0" y="176"/>
                    </a:cubicBezTo>
                    <a:cubicBezTo>
                      <a:pt x="22" y="135"/>
                      <a:pt x="47" y="95"/>
                      <a:pt x="75" y="58"/>
                    </a:cubicBezTo>
                    <a:cubicBezTo>
                      <a:pt x="75" y="57"/>
                      <a:pt x="76" y="57"/>
                      <a:pt x="77" y="57"/>
                    </a:cubicBezTo>
                    <a:cubicBezTo>
                      <a:pt x="321" y="19"/>
                      <a:pt x="577" y="0"/>
                      <a:pt x="838" y="0"/>
                    </a:cubicBezTo>
                    <a:cubicBezTo>
                      <a:pt x="1098" y="0"/>
                      <a:pt x="1355" y="19"/>
                      <a:pt x="1599" y="57"/>
                    </a:cubicBezTo>
                    <a:cubicBezTo>
                      <a:pt x="1600" y="57"/>
                      <a:pt x="1600" y="57"/>
                      <a:pt x="1601" y="58"/>
                    </a:cubicBezTo>
                    <a:cubicBezTo>
                      <a:pt x="1628" y="95"/>
                      <a:pt x="1653" y="135"/>
                      <a:pt x="1675" y="176"/>
                    </a:cubicBezTo>
                    <a:cubicBezTo>
                      <a:pt x="1675" y="176"/>
                      <a:pt x="1676" y="177"/>
                      <a:pt x="1676" y="178"/>
                    </a:cubicBezTo>
                    <a:cubicBezTo>
                      <a:pt x="1676" y="179"/>
                      <a:pt x="1674" y="180"/>
                      <a:pt x="1673" y="180"/>
                    </a:cubicBezTo>
                    <a:close/>
                    <a:moveTo>
                      <a:pt x="79" y="62"/>
                    </a:moveTo>
                    <a:cubicBezTo>
                      <a:pt x="53" y="97"/>
                      <a:pt x="29" y="135"/>
                      <a:pt x="8" y="174"/>
                    </a:cubicBezTo>
                    <a:cubicBezTo>
                      <a:pt x="273" y="129"/>
                      <a:pt x="552" y="107"/>
                      <a:pt x="838" y="107"/>
                    </a:cubicBezTo>
                    <a:cubicBezTo>
                      <a:pt x="1123" y="107"/>
                      <a:pt x="1402" y="129"/>
                      <a:pt x="1668" y="174"/>
                    </a:cubicBezTo>
                    <a:cubicBezTo>
                      <a:pt x="1647" y="135"/>
                      <a:pt x="1623" y="97"/>
                      <a:pt x="1597" y="62"/>
                    </a:cubicBezTo>
                    <a:cubicBezTo>
                      <a:pt x="1353" y="25"/>
                      <a:pt x="1098" y="6"/>
                      <a:pt x="838" y="6"/>
                    </a:cubicBezTo>
                    <a:cubicBezTo>
                      <a:pt x="578" y="6"/>
                      <a:pt x="322" y="25"/>
                      <a:pt x="79" y="6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3" name="Freeform 353"/>
              <p:cNvSpPr>
                <a:spLocks/>
              </p:cNvSpPr>
              <p:nvPr/>
            </p:nvSpPr>
            <p:spPr bwMode="auto">
              <a:xfrm>
                <a:off x="2762" y="2863"/>
                <a:ext cx="239" cy="25"/>
              </a:xfrm>
              <a:custGeom>
                <a:avLst/>
                <a:gdLst>
                  <a:gd name="T0" fmla="*/ 1887 w 1887"/>
                  <a:gd name="T1" fmla="*/ 194 h 194"/>
                  <a:gd name="T2" fmla="*/ 1887 w 1887"/>
                  <a:gd name="T3" fmla="*/ 186 h 194"/>
                  <a:gd name="T4" fmla="*/ 1882 w 1887"/>
                  <a:gd name="T5" fmla="*/ 87 h 194"/>
                  <a:gd name="T6" fmla="*/ 944 w 1887"/>
                  <a:gd name="T7" fmla="*/ 0 h 194"/>
                  <a:gd name="T8" fmla="*/ 5 w 1887"/>
                  <a:gd name="T9" fmla="*/ 87 h 194"/>
                  <a:gd name="T10" fmla="*/ 0 w 1887"/>
                  <a:gd name="T11" fmla="*/ 186 h 194"/>
                  <a:gd name="T12" fmla="*/ 0 w 1887"/>
                  <a:gd name="T13" fmla="*/ 194 h 194"/>
                  <a:gd name="T14" fmla="*/ 944 w 1887"/>
                  <a:gd name="T15" fmla="*/ 106 h 194"/>
                  <a:gd name="T16" fmla="*/ 1887 w 1887"/>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7" h="194">
                    <a:moveTo>
                      <a:pt x="1887" y="194"/>
                    </a:moveTo>
                    <a:cubicBezTo>
                      <a:pt x="1887" y="191"/>
                      <a:pt x="1887" y="189"/>
                      <a:pt x="1887" y="186"/>
                    </a:cubicBezTo>
                    <a:cubicBezTo>
                      <a:pt x="1887" y="152"/>
                      <a:pt x="1886" y="120"/>
                      <a:pt x="1882" y="87"/>
                    </a:cubicBezTo>
                    <a:cubicBezTo>
                      <a:pt x="1595" y="31"/>
                      <a:pt x="1277" y="0"/>
                      <a:pt x="944" y="0"/>
                    </a:cubicBezTo>
                    <a:cubicBezTo>
                      <a:pt x="610" y="0"/>
                      <a:pt x="293" y="31"/>
                      <a:pt x="5" y="87"/>
                    </a:cubicBezTo>
                    <a:cubicBezTo>
                      <a:pt x="2" y="120"/>
                      <a:pt x="0" y="152"/>
                      <a:pt x="0" y="186"/>
                    </a:cubicBezTo>
                    <a:cubicBezTo>
                      <a:pt x="0" y="189"/>
                      <a:pt x="0" y="191"/>
                      <a:pt x="0" y="194"/>
                    </a:cubicBezTo>
                    <a:cubicBezTo>
                      <a:pt x="289" y="138"/>
                      <a:pt x="608" y="106"/>
                      <a:pt x="944" y="106"/>
                    </a:cubicBezTo>
                    <a:cubicBezTo>
                      <a:pt x="1279" y="106"/>
                      <a:pt x="1598" y="138"/>
                      <a:pt x="1887" y="194"/>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4" name="Freeform 354"/>
              <p:cNvSpPr>
                <a:spLocks noEditPoints="1"/>
              </p:cNvSpPr>
              <p:nvPr/>
            </p:nvSpPr>
            <p:spPr bwMode="auto">
              <a:xfrm>
                <a:off x="2762" y="2863"/>
                <a:ext cx="239" cy="25"/>
              </a:xfrm>
              <a:custGeom>
                <a:avLst/>
                <a:gdLst>
                  <a:gd name="T0" fmla="*/ 1890 w 1893"/>
                  <a:gd name="T1" fmla="*/ 200 h 200"/>
                  <a:gd name="T2" fmla="*/ 1890 w 1893"/>
                  <a:gd name="T3" fmla="*/ 200 h 200"/>
                  <a:gd name="T4" fmla="*/ 947 w 1893"/>
                  <a:gd name="T5" fmla="*/ 112 h 200"/>
                  <a:gd name="T6" fmla="*/ 4 w 1893"/>
                  <a:gd name="T7" fmla="*/ 200 h 200"/>
                  <a:gd name="T8" fmla="*/ 2 w 1893"/>
                  <a:gd name="T9" fmla="*/ 200 h 200"/>
                  <a:gd name="T10" fmla="*/ 1 w 1893"/>
                  <a:gd name="T11" fmla="*/ 197 h 200"/>
                  <a:gd name="T12" fmla="*/ 1 w 1893"/>
                  <a:gd name="T13" fmla="*/ 194 h 200"/>
                  <a:gd name="T14" fmla="*/ 0 w 1893"/>
                  <a:gd name="T15" fmla="*/ 189 h 200"/>
                  <a:gd name="T16" fmla="*/ 6 w 1893"/>
                  <a:gd name="T17" fmla="*/ 90 h 200"/>
                  <a:gd name="T18" fmla="*/ 8 w 1893"/>
                  <a:gd name="T19" fmla="*/ 87 h 200"/>
                  <a:gd name="T20" fmla="*/ 947 w 1893"/>
                  <a:gd name="T21" fmla="*/ 0 h 200"/>
                  <a:gd name="T22" fmla="*/ 1886 w 1893"/>
                  <a:gd name="T23" fmla="*/ 87 h 200"/>
                  <a:gd name="T24" fmla="*/ 1888 w 1893"/>
                  <a:gd name="T25" fmla="*/ 90 h 200"/>
                  <a:gd name="T26" fmla="*/ 1893 w 1893"/>
                  <a:gd name="T27" fmla="*/ 189 h 200"/>
                  <a:gd name="T28" fmla="*/ 1893 w 1893"/>
                  <a:gd name="T29" fmla="*/ 194 h 200"/>
                  <a:gd name="T30" fmla="*/ 1893 w 1893"/>
                  <a:gd name="T31" fmla="*/ 197 h 200"/>
                  <a:gd name="T32" fmla="*/ 1892 w 1893"/>
                  <a:gd name="T33" fmla="*/ 200 h 200"/>
                  <a:gd name="T34" fmla="*/ 1890 w 1893"/>
                  <a:gd name="T35" fmla="*/ 200 h 200"/>
                  <a:gd name="T36" fmla="*/ 947 w 1893"/>
                  <a:gd name="T37" fmla="*/ 106 h 200"/>
                  <a:gd name="T38" fmla="*/ 1888 w 1893"/>
                  <a:gd name="T39" fmla="*/ 194 h 200"/>
                  <a:gd name="T40" fmla="*/ 1888 w 1893"/>
                  <a:gd name="T41" fmla="*/ 194 h 200"/>
                  <a:gd name="T42" fmla="*/ 1888 w 1893"/>
                  <a:gd name="T43" fmla="*/ 189 h 200"/>
                  <a:gd name="T44" fmla="*/ 1883 w 1893"/>
                  <a:gd name="T45" fmla="*/ 92 h 200"/>
                  <a:gd name="T46" fmla="*/ 947 w 1893"/>
                  <a:gd name="T47" fmla="*/ 6 h 200"/>
                  <a:gd name="T48" fmla="*/ 11 w 1893"/>
                  <a:gd name="T49" fmla="*/ 92 h 200"/>
                  <a:gd name="T50" fmla="*/ 6 w 1893"/>
                  <a:gd name="T51" fmla="*/ 189 h 200"/>
                  <a:gd name="T52" fmla="*/ 6 w 1893"/>
                  <a:gd name="T53" fmla="*/ 194 h 200"/>
                  <a:gd name="T54" fmla="*/ 6 w 1893"/>
                  <a:gd name="T55" fmla="*/ 194 h 200"/>
                  <a:gd name="T56" fmla="*/ 947 w 1893"/>
                  <a:gd name="T57" fmla="*/ 10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93" h="200">
                    <a:moveTo>
                      <a:pt x="1890" y="200"/>
                    </a:moveTo>
                    <a:cubicBezTo>
                      <a:pt x="1890" y="200"/>
                      <a:pt x="1890" y="200"/>
                      <a:pt x="1890" y="200"/>
                    </a:cubicBezTo>
                    <a:cubicBezTo>
                      <a:pt x="1592" y="142"/>
                      <a:pt x="1275" y="112"/>
                      <a:pt x="947" y="112"/>
                    </a:cubicBezTo>
                    <a:cubicBezTo>
                      <a:pt x="619" y="112"/>
                      <a:pt x="302" y="142"/>
                      <a:pt x="4" y="200"/>
                    </a:cubicBezTo>
                    <a:cubicBezTo>
                      <a:pt x="3" y="200"/>
                      <a:pt x="2" y="200"/>
                      <a:pt x="2" y="200"/>
                    </a:cubicBezTo>
                    <a:cubicBezTo>
                      <a:pt x="1" y="199"/>
                      <a:pt x="1" y="198"/>
                      <a:pt x="1" y="197"/>
                    </a:cubicBezTo>
                    <a:cubicBezTo>
                      <a:pt x="1" y="194"/>
                      <a:pt x="1" y="194"/>
                      <a:pt x="1" y="194"/>
                    </a:cubicBezTo>
                    <a:cubicBezTo>
                      <a:pt x="0" y="192"/>
                      <a:pt x="0" y="190"/>
                      <a:pt x="0" y="189"/>
                    </a:cubicBezTo>
                    <a:cubicBezTo>
                      <a:pt x="0" y="156"/>
                      <a:pt x="2" y="123"/>
                      <a:pt x="6" y="90"/>
                    </a:cubicBezTo>
                    <a:cubicBezTo>
                      <a:pt x="6" y="89"/>
                      <a:pt x="7" y="88"/>
                      <a:pt x="8" y="87"/>
                    </a:cubicBezTo>
                    <a:cubicBezTo>
                      <a:pt x="305" y="30"/>
                      <a:pt x="621" y="0"/>
                      <a:pt x="947" y="0"/>
                    </a:cubicBezTo>
                    <a:cubicBezTo>
                      <a:pt x="1273" y="0"/>
                      <a:pt x="1589" y="30"/>
                      <a:pt x="1886" y="87"/>
                    </a:cubicBezTo>
                    <a:cubicBezTo>
                      <a:pt x="1887" y="88"/>
                      <a:pt x="1888" y="89"/>
                      <a:pt x="1888" y="90"/>
                    </a:cubicBezTo>
                    <a:cubicBezTo>
                      <a:pt x="1891" y="123"/>
                      <a:pt x="1893" y="156"/>
                      <a:pt x="1893" y="189"/>
                    </a:cubicBezTo>
                    <a:cubicBezTo>
                      <a:pt x="1893" y="190"/>
                      <a:pt x="1893" y="192"/>
                      <a:pt x="1893" y="194"/>
                    </a:cubicBezTo>
                    <a:cubicBezTo>
                      <a:pt x="1893" y="197"/>
                      <a:pt x="1893" y="197"/>
                      <a:pt x="1893" y="197"/>
                    </a:cubicBezTo>
                    <a:cubicBezTo>
                      <a:pt x="1893" y="198"/>
                      <a:pt x="1893" y="199"/>
                      <a:pt x="1892" y="200"/>
                    </a:cubicBezTo>
                    <a:cubicBezTo>
                      <a:pt x="1892" y="200"/>
                      <a:pt x="1891" y="200"/>
                      <a:pt x="1890" y="200"/>
                    </a:cubicBezTo>
                    <a:close/>
                    <a:moveTo>
                      <a:pt x="947" y="106"/>
                    </a:moveTo>
                    <a:cubicBezTo>
                      <a:pt x="1274" y="106"/>
                      <a:pt x="1590" y="136"/>
                      <a:pt x="1888" y="194"/>
                    </a:cubicBezTo>
                    <a:cubicBezTo>
                      <a:pt x="1888" y="194"/>
                      <a:pt x="1888" y="194"/>
                      <a:pt x="1888" y="194"/>
                    </a:cubicBezTo>
                    <a:cubicBezTo>
                      <a:pt x="1888" y="192"/>
                      <a:pt x="1888" y="190"/>
                      <a:pt x="1888" y="189"/>
                    </a:cubicBezTo>
                    <a:cubicBezTo>
                      <a:pt x="1888" y="157"/>
                      <a:pt x="1886" y="124"/>
                      <a:pt x="1883" y="92"/>
                    </a:cubicBezTo>
                    <a:cubicBezTo>
                      <a:pt x="1587" y="35"/>
                      <a:pt x="1272" y="6"/>
                      <a:pt x="947" y="6"/>
                    </a:cubicBezTo>
                    <a:cubicBezTo>
                      <a:pt x="622" y="6"/>
                      <a:pt x="307" y="35"/>
                      <a:pt x="11" y="92"/>
                    </a:cubicBezTo>
                    <a:cubicBezTo>
                      <a:pt x="8" y="124"/>
                      <a:pt x="6" y="157"/>
                      <a:pt x="6" y="189"/>
                    </a:cubicBezTo>
                    <a:cubicBezTo>
                      <a:pt x="6" y="190"/>
                      <a:pt x="6" y="192"/>
                      <a:pt x="6" y="194"/>
                    </a:cubicBezTo>
                    <a:cubicBezTo>
                      <a:pt x="6" y="194"/>
                      <a:pt x="6" y="194"/>
                      <a:pt x="6" y="194"/>
                    </a:cubicBezTo>
                    <a:cubicBezTo>
                      <a:pt x="303" y="136"/>
                      <a:pt x="620" y="106"/>
                      <a:pt x="947" y="10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5" name="Freeform 355"/>
              <p:cNvSpPr>
                <a:spLocks/>
              </p:cNvSpPr>
              <p:nvPr/>
            </p:nvSpPr>
            <p:spPr bwMode="auto">
              <a:xfrm>
                <a:off x="2773" y="2926"/>
                <a:ext cx="168" cy="22"/>
              </a:xfrm>
              <a:custGeom>
                <a:avLst/>
                <a:gdLst>
                  <a:gd name="T0" fmla="*/ 862 w 1334"/>
                  <a:gd name="T1" fmla="*/ 0 h 171"/>
                  <a:gd name="T2" fmla="*/ 0 w 1334"/>
                  <a:gd name="T3" fmla="*/ 73 h 171"/>
                  <a:gd name="T4" fmla="*/ 51 w 1334"/>
                  <a:gd name="T5" fmla="*/ 171 h 171"/>
                  <a:gd name="T6" fmla="*/ 862 w 1334"/>
                  <a:gd name="T7" fmla="*/ 107 h 171"/>
                  <a:gd name="T8" fmla="*/ 1291 w 1334"/>
                  <a:gd name="T9" fmla="*/ 124 h 171"/>
                  <a:gd name="T10" fmla="*/ 1334 w 1334"/>
                  <a:gd name="T11" fmla="*/ 22 h 171"/>
                  <a:gd name="T12" fmla="*/ 862 w 1334"/>
                  <a:gd name="T13" fmla="*/ 0 h 171"/>
                </a:gdLst>
                <a:ahLst/>
                <a:cxnLst>
                  <a:cxn ang="0">
                    <a:pos x="T0" y="T1"/>
                  </a:cxn>
                  <a:cxn ang="0">
                    <a:pos x="T2" y="T3"/>
                  </a:cxn>
                  <a:cxn ang="0">
                    <a:pos x="T4" y="T5"/>
                  </a:cxn>
                  <a:cxn ang="0">
                    <a:pos x="T6" y="T7"/>
                  </a:cxn>
                  <a:cxn ang="0">
                    <a:pos x="T8" y="T9"/>
                  </a:cxn>
                  <a:cxn ang="0">
                    <a:pos x="T10" y="T11"/>
                  </a:cxn>
                  <a:cxn ang="0">
                    <a:pos x="T12" y="T13"/>
                  </a:cxn>
                </a:cxnLst>
                <a:rect l="0" t="0" r="r" b="b"/>
                <a:pathLst>
                  <a:path w="1334" h="171">
                    <a:moveTo>
                      <a:pt x="862" y="0"/>
                    </a:moveTo>
                    <a:cubicBezTo>
                      <a:pt x="558" y="0"/>
                      <a:pt x="267" y="26"/>
                      <a:pt x="0" y="73"/>
                    </a:cubicBezTo>
                    <a:cubicBezTo>
                      <a:pt x="15" y="107"/>
                      <a:pt x="32" y="139"/>
                      <a:pt x="51" y="171"/>
                    </a:cubicBezTo>
                    <a:cubicBezTo>
                      <a:pt x="304" y="129"/>
                      <a:pt x="577" y="107"/>
                      <a:pt x="862" y="107"/>
                    </a:cubicBezTo>
                    <a:cubicBezTo>
                      <a:pt x="1008" y="107"/>
                      <a:pt x="1152" y="113"/>
                      <a:pt x="1291" y="124"/>
                    </a:cubicBezTo>
                    <a:cubicBezTo>
                      <a:pt x="1334" y="22"/>
                      <a:pt x="1334" y="22"/>
                      <a:pt x="1334" y="22"/>
                    </a:cubicBezTo>
                    <a:cubicBezTo>
                      <a:pt x="1182" y="8"/>
                      <a:pt x="1024" y="0"/>
                      <a:pt x="862" y="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6" name="Freeform 356"/>
              <p:cNvSpPr>
                <a:spLocks noEditPoints="1"/>
              </p:cNvSpPr>
              <p:nvPr/>
            </p:nvSpPr>
            <p:spPr bwMode="auto">
              <a:xfrm>
                <a:off x="2772" y="2926"/>
                <a:ext cx="170" cy="22"/>
              </a:xfrm>
              <a:custGeom>
                <a:avLst/>
                <a:gdLst>
                  <a:gd name="T0" fmla="*/ 53 w 1339"/>
                  <a:gd name="T1" fmla="*/ 176 h 176"/>
                  <a:gd name="T2" fmla="*/ 51 w 1339"/>
                  <a:gd name="T3" fmla="*/ 174 h 176"/>
                  <a:gd name="T4" fmla="*/ 0 w 1339"/>
                  <a:gd name="T5" fmla="*/ 76 h 176"/>
                  <a:gd name="T6" fmla="*/ 0 w 1339"/>
                  <a:gd name="T7" fmla="*/ 74 h 176"/>
                  <a:gd name="T8" fmla="*/ 2 w 1339"/>
                  <a:gd name="T9" fmla="*/ 73 h 176"/>
                  <a:gd name="T10" fmla="*/ 864 w 1339"/>
                  <a:gd name="T11" fmla="*/ 0 h 176"/>
                  <a:gd name="T12" fmla="*/ 1337 w 1339"/>
                  <a:gd name="T13" fmla="*/ 21 h 176"/>
                  <a:gd name="T14" fmla="*/ 1339 w 1339"/>
                  <a:gd name="T15" fmla="*/ 22 h 176"/>
                  <a:gd name="T16" fmla="*/ 1339 w 1339"/>
                  <a:gd name="T17" fmla="*/ 25 h 176"/>
                  <a:gd name="T18" fmla="*/ 1295 w 1339"/>
                  <a:gd name="T19" fmla="*/ 127 h 176"/>
                  <a:gd name="T20" fmla="*/ 1293 w 1339"/>
                  <a:gd name="T21" fmla="*/ 129 h 176"/>
                  <a:gd name="T22" fmla="*/ 864 w 1339"/>
                  <a:gd name="T23" fmla="*/ 111 h 176"/>
                  <a:gd name="T24" fmla="*/ 54 w 1339"/>
                  <a:gd name="T25" fmla="*/ 176 h 176"/>
                  <a:gd name="T26" fmla="*/ 53 w 1339"/>
                  <a:gd name="T27" fmla="*/ 176 h 176"/>
                  <a:gd name="T28" fmla="*/ 6 w 1339"/>
                  <a:gd name="T29" fmla="*/ 77 h 176"/>
                  <a:gd name="T30" fmla="*/ 55 w 1339"/>
                  <a:gd name="T31" fmla="*/ 170 h 176"/>
                  <a:gd name="T32" fmla="*/ 864 w 1339"/>
                  <a:gd name="T33" fmla="*/ 106 h 176"/>
                  <a:gd name="T34" fmla="*/ 1291 w 1339"/>
                  <a:gd name="T35" fmla="*/ 123 h 176"/>
                  <a:gd name="T36" fmla="*/ 1332 w 1339"/>
                  <a:gd name="T37" fmla="*/ 26 h 176"/>
                  <a:gd name="T38" fmla="*/ 864 w 1339"/>
                  <a:gd name="T39" fmla="*/ 5 h 176"/>
                  <a:gd name="T40" fmla="*/ 6 w 1339"/>
                  <a:gd name="T41" fmla="*/ 7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9" h="176">
                    <a:moveTo>
                      <a:pt x="53" y="176"/>
                    </a:moveTo>
                    <a:cubicBezTo>
                      <a:pt x="52" y="176"/>
                      <a:pt x="51" y="175"/>
                      <a:pt x="51" y="174"/>
                    </a:cubicBezTo>
                    <a:cubicBezTo>
                      <a:pt x="32" y="143"/>
                      <a:pt x="15" y="110"/>
                      <a:pt x="0" y="76"/>
                    </a:cubicBezTo>
                    <a:cubicBezTo>
                      <a:pt x="0" y="76"/>
                      <a:pt x="0" y="75"/>
                      <a:pt x="0" y="74"/>
                    </a:cubicBezTo>
                    <a:cubicBezTo>
                      <a:pt x="0" y="73"/>
                      <a:pt x="1" y="73"/>
                      <a:pt x="2" y="73"/>
                    </a:cubicBezTo>
                    <a:cubicBezTo>
                      <a:pt x="277" y="24"/>
                      <a:pt x="567" y="0"/>
                      <a:pt x="864" y="0"/>
                    </a:cubicBezTo>
                    <a:cubicBezTo>
                      <a:pt x="1023" y="0"/>
                      <a:pt x="1182" y="7"/>
                      <a:pt x="1337" y="21"/>
                    </a:cubicBezTo>
                    <a:cubicBezTo>
                      <a:pt x="1338" y="21"/>
                      <a:pt x="1338" y="22"/>
                      <a:pt x="1339" y="22"/>
                    </a:cubicBezTo>
                    <a:cubicBezTo>
                      <a:pt x="1339" y="23"/>
                      <a:pt x="1339" y="24"/>
                      <a:pt x="1339" y="25"/>
                    </a:cubicBezTo>
                    <a:cubicBezTo>
                      <a:pt x="1295" y="127"/>
                      <a:pt x="1295" y="127"/>
                      <a:pt x="1295" y="127"/>
                    </a:cubicBezTo>
                    <a:cubicBezTo>
                      <a:pt x="1295" y="128"/>
                      <a:pt x="1293" y="129"/>
                      <a:pt x="1293" y="129"/>
                    </a:cubicBezTo>
                    <a:cubicBezTo>
                      <a:pt x="1151" y="117"/>
                      <a:pt x="1007" y="111"/>
                      <a:pt x="864" y="111"/>
                    </a:cubicBezTo>
                    <a:cubicBezTo>
                      <a:pt x="586" y="111"/>
                      <a:pt x="313" y="133"/>
                      <a:pt x="54" y="176"/>
                    </a:cubicBezTo>
                    <a:cubicBezTo>
                      <a:pt x="54" y="176"/>
                      <a:pt x="53" y="176"/>
                      <a:pt x="53" y="176"/>
                    </a:cubicBezTo>
                    <a:close/>
                    <a:moveTo>
                      <a:pt x="6" y="77"/>
                    </a:moveTo>
                    <a:cubicBezTo>
                      <a:pt x="21" y="109"/>
                      <a:pt x="37" y="140"/>
                      <a:pt x="55" y="170"/>
                    </a:cubicBezTo>
                    <a:cubicBezTo>
                      <a:pt x="314" y="127"/>
                      <a:pt x="586" y="106"/>
                      <a:pt x="864" y="106"/>
                    </a:cubicBezTo>
                    <a:cubicBezTo>
                      <a:pt x="1006" y="106"/>
                      <a:pt x="1150" y="112"/>
                      <a:pt x="1291" y="123"/>
                    </a:cubicBezTo>
                    <a:cubicBezTo>
                      <a:pt x="1332" y="26"/>
                      <a:pt x="1332" y="26"/>
                      <a:pt x="1332" y="26"/>
                    </a:cubicBezTo>
                    <a:cubicBezTo>
                      <a:pt x="1179" y="12"/>
                      <a:pt x="1021" y="5"/>
                      <a:pt x="864" y="5"/>
                    </a:cubicBezTo>
                    <a:cubicBezTo>
                      <a:pt x="568" y="5"/>
                      <a:pt x="280" y="29"/>
                      <a:pt x="6" y="7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7" name="Freeform 357"/>
              <p:cNvSpPr>
                <a:spLocks/>
              </p:cNvSpPr>
              <p:nvPr/>
            </p:nvSpPr>
            <p:spPr bwMode="auto">
              <a:xfrm>
                <a:off x="2771" y="2825"/>
                <a:ext cx="217" cy="135"/>
              </a:xfrm>
              <a:custGeom>
                <a:avLst/>
                <a:gdLst>
                  <a:gd name="T0" fmla="*/ 1042 w 1718"/>
                  <a:gd name="T1" fmla="*/ 381 h 1072"/>
                  <a:gd name="T2" fmla="*/ 71 w 1718"/>
                  <a:gd name="T3" fmla="*/ 0 h 1072"/>
                  <a:gd name="T4" fmla="*/ 0 w 1718"/>
                  <a:gd name="T5" fmla="*/ 142 h 1072"/>
                  <a:gd name="T6" fmla="*/ 929 w 1718"/>
                  <a:gd name="T7" fmla="*/ 516 h 1072"/>
                  <a:gd name="T8" fmla="*/ 1620 w 1718"/>
                  <a:gd name="T9" fmla="*/ 1072 h 1072"/>
                  <a:gd name="T10" fmla="*/ 1718 w 1718"/>
                  <a:gd name="T11" fmla="*/ 919 h 1072"/>
                  <a:gd name="T12" fmla="*/ 1042 w 1718"/>
                  <a:gd name="T13" fmla="*/ 381 h 1072"/>
                </a:gdLst>
                <a:ahLst/>
                <a:cxnLst>
                  <a:cxn ang="0">
                    <a:pos x="T0" y="T1"/>
                  </a:cxn>
                  <a:cxn ang="0">
                    <a:pos x="T2" y="T3"/>
                  </a:cxn>
                  <a:cxn ang="0">
                    <a:pos x="T4" y="T5"/>
                  </a:cxn>
                  <a:cxn ang="0">
                    <a:pos x="T6" y="T7"/>
                  </a:cxn>
                  <a:cxn ang="0">
                    <a:pos x="T8" y="T9"/>
                  </a:cxn>
                  <a:cxn ang="0">
                    <a:pos x="T10" y="T11"/>
                  </a:cxn>
                  <a:cxn ang="0">
                    <a:pos x="T12" y="T13"/>
                  </a:cxn>
                </a:cxnLst>
                <a:rect l="0" t="0" r="r" b="b"/>
                <a:pathLst>
                  <a:path w="1718" h="1072">
                    <a:moveTo>
                      <a:pt x="1042" y="381"/>
                    </a:moveTo>
                    <a:cubicBezTo>
                      <a:pt x="691" y="170"/>
                      <a:pt x="342" y="38"/>
                      <a:pt x="71" y="0"/>
                    </a:cubicBezTo>
                    <a:cubicBezTo>
                      <a:pt x="44" y="45"/>
                      <a:pt x="20" y="93"/>
                      <a:pt x="0" y="142"/>
                    </a:cubicBezTo>
                    <a:cubicBezTo>
                      <a:pt x="265" y="188"/>
                      <a:pt x="596" y="316"/>
                      <a:pt x="929" y="516"/>
                    </a:cubicBezTo>
                    <a:cubicBezTo>
                      <a:pt x="1215" y="689"/>
                      <a:pt x="1454" y="885"/>
                      <a:pt x="1620" y="1072"/>
                    </a:cubicBezTo>
                    <a:cubicBezTo>
                      <a:pt x="1657" y="1025"/>
                      <a:pt x="1690" y="974"/>
                      <a:pt x="1718" y="919"/>
                    </a:cubicBezTo>
                    <a:cubicBezTo>
                      <a:pt x="1553" y="738"/>
                      <a:pt x="1320" y="548"/>
                      <a:pt x="1042" y="38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8" name="Freeform 358"/>
              <p:cNvSpPr>
                <a:spLocks noEditPoints="1"/>
              </p:cNvSpPr>
              <p:nvPr/>
            </p:nvSpPr>
            <p:spPr bwMode="auto">
              <a:xfrm>
                <a:off x="2770" y="2825"/>
                <a:ext cx="218" cy="136"/>
              </a:xfrm>
              <a:custGeom>
                <a:avLst/>
                <a:gdLst>
                  <a:gd name="T0" fmla="*/ 1622 w 1723"/>
                  <a:gd name="T1" fmla="*/ 1078 h 1078"/>
                  <a:gd name="T2" fmla="*/ 1620 w 1723"/>
                  <a:gd name="T3" fmla="*/ 1077 h 1078"/>
                  <a:gd name="T4" fmla="*/ 929 w 1723"/>
                  <a:gd name="T5" fmla="*/ 522 h 1078"/>
                  <a:gd name="T6" fmla="*/ 2 w 1723"/>
                  <a:gd name="T7" fmla="*/ 148 h 1078"/>
                  <a:gd name="T8" fmla="*/ 0 w 1723"/>
                  <a:gd name="T9" fmla="*/ 147 h 1078"/>
                  <a:gd name="T10" fmla="*/ 0 w 1723"/>
                  <a:gd name="T11" fmla="*/ 144 h 1078"/>
                  <a:gd name="T12" fmla="*/ 71 w 1723"/>
                  <a:gd name="T13" fmla="*/ 1 h 1078"/>
                  <a:gd name="T14" fmla="*/ 73 w 1723"/>
                  <a:gd name="T15" fmla="*/ 0 h 1078"/>
                  <a:gd name="T16" fmla="*/ 1045 w 1723"/>
                  <a:gd name="T17" fmla="*/ 381 h 1078"/>
                  <a:gd name="T18" fmla="*/ 1722 w 1723"/>
                  <a:gd name="T19" fmla="*/ 921 h 1078"/>
                  <a:gd name="T20" fmla="*/ 1722 w 1723"/>
                  <a:gd name="T21" fmla="*/ 924 h 1078"/>
                  <a:gd name="T22" fmla="*/ 1624 w 1723"/>
                  <a:gd name="T23" fmla="*/ 1077 h 1078"/>
                  <a:gd name="T24" fmla="*/ 1622 w 1723"/>
                  <a:gd name="T25" fmla="*/ 1078 h 1078"/>
                  <a:gd name="T26" fmla="*/ 1622 w 1723"/>
                  <a:gd name="T27" fmla="*/ 1078 h 1078"/>
                  <a:gd name="T28" fmla="*/ 6 w 1723"/>
                  <a:gd name="T29" fmla="*/ 143 h 1078"/>
                  <a:gd name="T30" fmla="*/ 932 w 1723"/>
                  <a:gd name="T31" fmla="*/ 517 h 1078"/>
                  <a:gd name="T32" fmla="*/ 1622 w 1723"/>
                  <a:gd name="T33" fmla="*/ 1071 h 1078"/>
                  <a:gd name="T34" fmla="*/ 1717 w 1723"/>
                  <a:gd name="T35" fmla="*/ 923 h 1078"/>
                  <a:gd name="T36" fmla="*/ 1042 w 1723"/>
                  <a:gd name="T37" fmla="*/ 386 h 1078"/>
                  <a:gd name="T38" fmla="*/ 74 w 1723"/>
                  <a:gd name="T39" fmla="*/ 6 h 1078"/>
                  <a:gd name="T40" fmla="*/ 6 w 1723"/>
                  <a:gd name="T41" fmla="*/ 143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3" h="1078">
                    <a:moveTo>
                      <a:pt x="1622" y="1078"/>
                    </a:moveTo>
                    <a:cubicBezTo>
                      <a:pt x="1621" y="1078"/>
                      <a:pt x="1620" y="1077"/>
                      <a:pt x="1620" y="1077"/>
                    </a:cubicBezTo>
                    <a:cubicBezTo>
                      <a:pt x="1449" y="884"/>
                      <a:pt x="1204" y="687"/>
                      <a:pt x="929" y="522"/>
                    </a:cubicBezTo>
                    <a:cubicBezTo>
                      <a:pt x="607" y="328"/>
                      <a:pt x="278" y="195"/>
                      <a:pt x="2" y="148"/>
                    </a:cubicBezTo>
                    <a:cubicBezTo>
                      <a:pt x="1" y="148"/>
                      <a:pt x="0" y="147"/>
                      <a:pt x="0" y="147"/>
                    </a:cubicBezTo>
                    <a:cubicBezTo>
                      <a:pt x="0" y="146"/>
                      <a:pt x="0" y="145"/>
                      <a:pt x="0" y="144"/>
                    </a:cubicBezTo>
                    <a:cubicBezTo>
                      <a:pt x="19" y="95"/>
                      <a:pt x="43" y="47"/>
                      <a:pt x="71" y="1"/>
                    </a:cubicBezTo>
                    <a:cubicBezTo>
                      <a:pt x="71" y="0"/>
                      <a:pt x="72" y="0"/>
                      <a:pt x="73" y="0"/>
                    </a:cubicBezTo>
                    <a:cubicBezTo>
                      <a:pt x="354" y="40"/>
                      <a:pt x="708" y="179"/>
                      <a:pt x="1045" y="381"/>
                    </a:cubicBezTo>
                    <a:cubicBezTo>
                      <a:pt x="1315" y="544"/>
                      <a:pt x="1549" y="730"/>
                      <a:pt x="1722" y="921"/>
                    </a:cubicBezTo>
                    <a:cubicBezTo>
                      <a:pt x="1723" y="921"/>
                      <a:pt x="1723" y="923"/>
                      <a:pt x="1722" y="924"/>
                    </a:cubicBezTo>
                    <a:cubicBezTo>
                      <a:pt x="1695" y="978"/>
                      <a:pt x="1662" y="1029"/>
                      <a:pt x="1624" y="1077"/>
                    </a:cubicBezTo>
                    <a:cubicBezTo>
                      <a:pt x="1623" y="1077"/>
                      <a:pt x="1623" y="1078"/>
                      <a:pt x="1622" y="1078"/>
                    </a:cubicBezTo>
                    <a:cubicBezTo>
                      <a:pt x="1622" y="1078"/>
                      <a:pt x="1622" y="1078"/>
                      <a:pt x="1622" y="1078"/>
                    </a:cubicBezTo>
                    <a:close/>
                    <a:moveTo>
                      <a:pt x="6" y="143"/>
                    </a:moveTo>
                    <a:cubicBezTo>
                      <a:pt x="282" y="191"/>
                      <a:pt x="611" y="324"/>
                      <a:pt x="932" y="517"/>
                    </a:cubicBezTo>
                    <a:cubicBezTo>
                      <a:pt x="1206" y="682"/>
                      <a:pt x="1451" y="878"/>
                      <a:pt x="1622" y="1071"/>
                    </a:cubicBezTo>
                    <a:cubicBezTo>
                      <a:pt x="1658" y="1025"/>
                      <a:pt x="1690" y="975"/>
                      <a:pt x="1717" y="923"/>
                    </a:cubicBezTo>
                    <a:cubicBezTo>
                      <a:pt x="1545" y="734"/>
                      <a:pt x="1311" y="548"/>
                      <a:pt x="1042" y="386"/>
                    </a:cubicBezTo>
                    <a:cubicBezTo>
                      <a:pt x="707" y="184"/>
                      <a:pt x="354" y="46"/>
                      <a:pt x="74" y="6"/>
                    </a:cubicBezTo>
                    <a:cubicBezTo>
                      <a:pt x="48" y="49"/>
                      <a:pt x="25" y="96"/>
                      <a:pt x="6" y="14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9" name="Freeform 359"/>
              <p:cNvSpPr>
                <a:spLocks/>
              </p:cNvSpPr>
              <p:nvPr/>
            </p:nvSpPr>
            <p:spPr bwMode="auto">
              <a:xfrm>
                <a:off x="2810" y="2804"/>
                <a:ext cx="143" cy="165"/>
              </a:xfrm>
              <a:custGeom>
                <a:avLst/>
                <a:gdLst>
                  <a:gd name="T0" fmla="*/ 1133 w 1133"/>
                  <a:gd name="T1" fmla="*/ 744 h 1311"/>
                  <a:gd name="T2" fmla="*/ 567 w 1133"/>
                  <a:gd name="T3" fmla="*/ 1311 h 1311"/>
                  <a:gd name="T4" fmla="*/ 0 w 1133"/>
                  <a:gd name="T5" fmla="*/ 744 h 1311"/>
                  <a:gd name="T6" fmla="*/ 0 w 1133"/>
                  <a:gd name="T7" fmla="*/ 0 h 1311"/>
                  <a:gd name="T8" fmla="*/ 1133 w 1133"/>
                  <a:gd name="T9" fmla="*/ 0 h 1311"/>
                  <a:gd name="T10" fmla="*/ 1133 w 1133"/>
                  <a:gd name="T11" fmla="*/ 744 h 1311"/>
                </a:gdLst>
                <a:ahLst/>
                <a:cxnLst>
                  <a:cxn ang="0">
                    <a:pos x="T0" y="T1"/>
                  </a:cxn>
                  <a:cxn ang="0">
                    <a:pos x="T2" y="T3"/>
                  </a:cxn>
                  <a:cxn ang="0">
                    <a:pos x="T4" y="T5"/>
                  </a:cxn>
                  <a:cxn ang="0">
                    <a:pos x="T6" y="T7"/>
                  </a:cxn>
                  <a:cxn ang="0">
                    <a:pos x="T8" y="T9"/>
                  </a:cxn>
                  <a:cxn ang="0">
                    <a:pos x="T10" y="T11"/>
                  </a:cxn>
                </a:cxnLst>
                <a:rect l="0" t="0" r="r" b="b"/>
                <a:pathLst>
                  <a:path w="1133" h="1311">
                    <a:moveTo>
                      <a:pt x="1133" y="744"/>
                    </a:moveTo>
                    <a:cubicBezTo>
                      <a:pt x="1133" y="1056"/>
                      <a:pt x="878" y="1311"/>
                      <a:pt x="567" y="1311"/>
                    </a:cubicBezTo>
                    <a:cubicBezTo>
                      <a:pt x="255" y="1311"/>
                      <a:pt x="0" y="1056"/>
                      <a:pt x="0" y="744"/>
                    </a:cubicBezTo>
                    <a:cubicBezTo>
                      <a:pt x="0" y="0"/>
                      <a:pt x="0" y="0"/>
                      <a:pt x="0" y="0"/>
                    </a:cubicBezTo>
                    <a:cubicBezTo>
                      <a:pt x="1133" y="0"/>
                      <a:pt x="1133" y="0"/>
                      <a:pt x="1133" y="0"/>
                    </a:cubicBezTo>
                    <a:lnTo>
                      <a:pt x="1133" y="7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0" name="Freeform 360"/>
              <p:cNvSpPr>
                <a:spLocks/>
              </p:cNvSpPr>
              <p:nvPr/>
            </p:nvSpPr>
            <p:spPr bwMode="auto">
              <a:xfrm>
                <a:off x="2813" y="2806"/>
                <a:ext cx="138" cy="161"/>
              </a:xfrm>
              <a:custGeom>
                <a:avLst/>
                <a:gdLst>
                  <a:gd name="T0" fmla="*/ 548 w 1095"/>
                  <a:gd name="T1" fmla="*/ 1272 h 1272"/>
                  <a:gd name="T2" fmla="*/ 0 w 1095"/>
                  <a:gd name="T3" fmla="*/ 724 h 1272"/>
                  <a:gd name="T4" fmla="*/ 0 w 1095"/>
                  <a:gd name="T5" fmla="*/ 0 h 1272"/>
                  <a:gd name="T6" fmla="*/ 1095 w 1095"/>
                  <a:gd name="T7" fmla="*/ 0 h 1272"/>
                  <a:gd name="T8" fmla="*/ 1095 w 1095"/>
                  <a:gd name="T9" fmla="*/ 724 h 1272"/>
                  <a:gd name="T10" fmla="*/ 548 w 1095"/>
                  <a:gd name="T11" fmla="*/ 1272 h 1272"/>
                </a:gdLst>
                <a:ahLst/>
                <a:cxnLst>
                  <a:cxn ang="0">
                    <a:pos x="T0" y="T1"/>
                  </a:cxn>
                  <a:cxn ang="0">
                    <a:pos x="T2" y="T3"/>
                  </a:cxn>
                  <a:cxn ang="0">
                    <a:pos x="T4" y="T5"/>
                  </a:cxn>
                  <a:cxn ang="0">
                    <a:pos x="T6" y="T7"/>
                  </a:cxn>
                  <a:cxn ang="0">
                    <a:pos x="T8" y="T9"/>
                  </a:cxn>
                  <a:cxn ang="0">
                    <a:pos x="T10" y="T11"/>
                  </a:cxn>
                </a:cxnLst>
                <a:rect l="0" t="0" r="r" b="b"/>
                <a:pathLst>
                  <a:path w="1095" h="1272">
                    <a:moveTo>
                      <a:pt x="548" y="1272"/>
                    </a:moveTo>
                    <a:cubicBezTo>
                      <a:pt x="246" y="1272"/>
                      <a:pt x="0" y="1026"/>
                      <a:pt x="0" y="724"/>
                    </a:cubicBezTo>
                    <a:cubicBezTo>
                      <a:pt x="0" y="0"/>
                      <a:pt x="0" y="0"/>
                      <a:pt x="0" y="0"/>
                    </a:cubicBezTo>
                    <a:cubicBezTo>
                      <a:pt x="1095" y="0"/>
                      <a:pt x="1095" y="0"/>
                      <a:pt x="1095" y="0"/>
                    </a:cubicBezTo>
                    <a:cubicBezTo>
                      <a:pt x="1095" y="724"/>
                      <a:pt x="1095" y="724"/>
                      <a:pt x="1095" y="724"/>
                    </a:cubicBezTo>
                    <a:cubicBezTo>
                      <a:pt x="1095" y="1026"/>
                      <a:pt x="850" y="1272"/>
                      <a:pt x="548" y="1272"/>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1" name="Freeform 361"/>
              <p:cNvSpPr>
                <a:spLocks/>
              </p:cNvSpPr>
              <p:nvPr/>
            </p:nvSpPr>
            <p:spPr bwMode="auto">
              <a:xfrm>
                <a:off x="2843" y="2836"/>
                <a:ext cx="78" cy="101"/>
              </a:xfrm>
              <a:custGeom>
                <a:avLst/>
                <a:gdLst>
                  <a:gd name="T0" fmla="*/ 308 w 616"/>
                  <a:gd name="T1" fmla="*/ 793 h 793"/>
                  <a:gd name="T2" fmla="*/ 0 w 616"/>
                  <a:gd name="T3" fmla="*/ 485 h 793"/>
                  <a:gd name="T4" fmla="*/ 0 w 616"/>
                  <a:gd name="T5" fmla="*/ 0 h 793"/>
                  <a:gd name="T6" fmla="*/ 616 w 616"/>
                  <a:gd name="T7" fmla="*/ 0 h 793"/>
                  <a:gd name="T8" fmla="*/ 616 w 616"/>
                  <a:gd name="T9" fmla="*/ 485 h 793"/>
                  <a:gd name="T10" fmla="*/ 308 w 616"/>
                  <a:gd name="T11" fmla="*/ 793 h 793"/>
                </a:gdLst>
                <a:ahLst/>
                <a:cxnLst>
                  <a:cxn ang="0">
                    <a:pos x="T0" y="T1"/>
                  </a:cxn>
                  <a:cxn ang="0">
                    <a:pos x="T2" y="T3"/>
                  </a:cxn>
                  <a:cxn ang="0">
                    <a:pos x="T4" y="T5"/>
                  </a:cxn>
                  <a:cxn ang="0">
                    <a:pos x="T6" y="T7"/>
                  </a:cxn>
                  <a:cxn ang="0">
                    <a:pos x="T8" y="T9"/>
                  </a:cxn>
                  <a:cxn ang="0">
                    <a:pos x="T10" y="T11"/>
                  </a:cxn>
                </a:cxnLst>
                <a:rect l="0" t="0" r="r" b="b"/>
                <a:pathLst>
                  <a:path w="616" h="793">
                    <a:moveTo>
                      <a:pt x="308" y="793"/>
                    </a:moveTo>
                    <a:cubicBezTo>
                      <a:pt x="138" y="793"/>
                      <a:pt x="0" y="655"/>
                      <a:pt x="0" y="485"/>
                    </a:cubicBezTo>
                    <a:cubicBezTo>
                      <a:pt x="0" y="0"/>
                      <a:pt x="0" y="0"/>
                      <a:pt x="0" y="0"/>
                    </a:cubicBezTo>
                    <a:cubicBezTo>
                      <a:pt x="616" y="0"/>
                      <a:pt x="616" y="0"/>
                      <a:pt x="616" y="0"/>
                    </a:cubicBezTo>
                    <a:cubicBezTo>
                      <a:pt x="616" y="485"/>
                      <a:pt x="616" y="485"/>
                      <a:pt x="616" y="485"/>
                    </a:cubicBezTo>
                    <a:cubicBezTo>
                      <a:pt x="616" y="655"/>
                      <a:pt x="478" y="793"/>
                      <a:pt x="308" y="7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2" name="Freeform 362"/>
              <p:cNvSpPr>
                <a:spLocks/>
              </p:cNvSpPr>
              <p:nvPr/>
            </p:nvSpPr>
            <p:spPr bwMode="auto">
              <a:xfrm>
                <a:off x="2819" y="2823"/>
                <a:ext cx="19" cy="1"/>
              </a:xfrm>
              <a:custGeom>
                <a:avLst/>
                <a:gdLst>
                  <a:gd name="T0" fmla="*/ 142 w 148"/>
                  <a:gd name="T1" fmla="*/ 10 h 10"/>
                  <a:gd name="T2" fmla="*/ 6 w 148"/>
                  <a:gd name="T3" fmla="*/ 10 h 10"/>
                  <a:gd name="T4" fmla="*/ 0 w 148"/>
                  <a:gd name="T5" fmla="*/ 5 h 10"/>
                  <a:gd name="T6" fmla="*/ 0 w 148"/>
                  <a:gd name="T7" fmla="*/ 5 h 10"/>
                  <a:gd name="T8" fmla="*/ 6 w 148"/>
                  <a:gd name="T9" fmla="*/ 0 h 10"/>
                  <a:gd name="T10" fmla="*/ 142 w 148"/>
                  <a:gd name="T11" fmla="*/ 0 h 10"/>
                  <a:gd name="T12" fmla="*/ 148 w 148"/>
                  <a:gd name="T13" fmla="*/ 5 h 10"/>
                  <a:gd name="T14" fmla="*/ 148 w 148"/>
                  <a:gd name="T15" fmla="*/ 5 h 10"/>
                  <a:gd name="T16" fmla="*/ 142 w 148"/>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10">
                    <a:moveTo>
                      <a:pt x="142" y="10"/>
                    </a:moveTo>
                    <a:cubicBezTo>
                      <a:pt x="6" y="10"/>
                      <a:pt x="6" y="10"/>
                      <a:pt x="6" y="10"/>
                    </a:cubicBezTo>
                    <a:cubicBezTo>
                      <a:pt x="3" y="10"/>
                      <a:pt x="0" y="8"/>
                      <a:pt x="0" y="5"/>
                    </a:cubicBezTo>
                    <a:cubicBezTo>
                      <a:pt x="0" y="5"/>
                      <a:pt x="0" y="5"/>
                      <a:pt x="0" y="5"/>
                    </a:cubicBezTo>
                    <a:cubicBezTo>
                      <a:pt x="0" y="2"/>
                      <a:pt x="3" y="0"/>
                      <a:pt x="6" y="0"/>
                    </a:cubicBezTo>
                    <a:cubicBezTo>
                      <a:pt x="142" y="0"/>
                      <a:pt x="142" y="0"/>
                      <a:pt x="142" y="0"/>
                    </a:cubicBezTo>
                    <a:cubicBezTo>
                      <a:pt x="145" y="0"/>
                      <a:pt x="148" y="2"/>
                      <a:pt x="148" y="5"/>
                    </a:cubicBezTo>
                    <a:cubicBezTo>
                      <a:pt x="148" y="5"/>
                      <a:pt x="148" y="5"/>
                      <a:pt x="148" y="5"/>
                    </a:cubicBezTo>
                    <a:cubicBezTo>
                      <a:pt x="148" y="8"/>
                      <a:pt x="145" y="10"/>
                      <a:pt x="142"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3" name="Freeform 363"/>
              <p:cNvSpPr>
                <a:spLocks noEditPoints="1"/>
              </p:cNvSpPr>
              <p:nvPr/>
            </p:nvSpPr>
            <p:spPr bwMode="auto">
              <a:xfrm>
                <a:off x="2819" y="2822"/>
                <a:ext cx="19" cy="2"/>
              </a:xfrm>
              <a:custGeom>
                <a:avLst/>
                <a:gdLst>
                  <a:gd name="T0" fmla="*/ 144 w 152"/>
                  <a:gd name="T1" fmla="*/ 16 h 16"/>
                  <a:gd name="T2" fmla="*/ 8 w 152"/>
                  <a:gd name="T3" fmla="*/ 16 h 16"/>
                  <a:gd name="T4" fmla="*/ 0 w 152"/>
                  <a:gd name="T5" fmla="*/ 8 h 16"/>
                  <a:gd name="T6" fmla="*/ 8 w 152"/>
                  <a:gd name="T7" fmla="*/ 0 h 16"/>
                  <a:gd name="T8" fmla="*/ 144 w 152"/>
                  <a:gd name="T9" fmla="*/ 0 h 16"/>
                  <a:gd name="T10" fmla="*/ 152 w 152"/>
                  <a:gd name="T11" fmla="*/ 8 h 16"/>
                  <a:gd name="T12" fmla="*/ 144 w 152"/>
                  <a:gd name="T13" fmla="*/ 16 h 16"/>
                  <a:gd name="T14" fmla="*/ 8 w 152"/>
                  <a:gd name="T15" fmla="*/ 5 h 16"/>
                  <a:gd name="T16" fmla="*/ 5 w 152"/>
                  <a:gd name="T17" fmla="*/ 8 h 16"/>
                  <a:gd name="T18" fmla="*/ 8 w 152"/>
                  <a:gd name="T19" fmla="*/ 11 h 16"/>
                  <a:gd name="T20" fmla="*/ 144 w 152"/>
                  <a:gd name="T21" fmla="*/ 11 h 16"/>
                  <a:gd name="T22" fmla="*/ 147 w 152"/>
                  <a:gd name="T23" fmla="*/ 8 h 16"/>
                  <a:gd name="T24" fmla="*/ 144 w 152"/>
                  <a:gd name="T25" fmla="*/ 5 h 16"/>
                  <a:gd name="T26" fmla="*/ 8 w 152"/>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16">
                    <a:moveTo>
                      <a:pt x="144" y="16"/>
                    </a:moveTo>
                    <a:cubicBezTo>
                      <a:pt x="8" y="16"/>
                      <a:pt x="8" y="16"/>
                      <a:pt x="8" y="16"/>
                    </a:cubicBezTo>
                    <a:cubicBezTo>
                      <a:pt x="4" y="16"/>
                      <a:pt x="0" y="12"/>
                      <a:pt x="0" y="8"/>
                    </a:cubicBezTo>
                    <a:cubicBezTo>
                      <a:pt x="0" y="4"/>
                      <a:pt x="4" y="0"/>
                      <a:pt x="8" y="0"/>
                    </a:cubicBezTo>
                    <a:cubicBezTo>
                      <a:pt x="144" y="0"/>
                      <a:pt x="144" y="0"/>
                      <a:pt x="144" y="0"/>
                    </a:cubicBezTo>
                    <a:cubicBezTo>
                      <a:pt x="149" y="0"/>
                      <a:pt x="152" y="4"/>
                      <a:pt x="152" y="8"/>
                    </a:cubicBezTo>
                    <a:cubicBezTo>
                      <a:pt x="152" y="12"/>
                      <a:pt x="149" y="16"/>
                      <a:pt x="144" y="16"/>
                    </a:cubicBezTo>
                    <a:close/>
                    <a:moveTo>
                      <a:pt x="8" y="5"/>
                    </a:moveTo>
                    <a:cubicBezTo>
                      <a:pt x="6" y="5"/>
                      <a:pt x="5" y="6"/>
                      <a:pt x="5" y="8"/>
                    </a:cubicBezTo>
                    <a:cubicBezTo>
                      <a:pt x="5" y="10"/>
                      <a:pt x="6" y="11"/>
                      <a:pt x="8" y="11"/>
                    </a:cubicBezTo>
                    <a:cubicBezTo>
                      <a:pt x="144" y="11"/>
                      <a:pt x="144" y="11"/>
                      <a:pt x="144" y="11"/>
                    </a:cubicBezTo>
                    <a:cubicBezTo>
                      <a:pt x="146" y="11"/>
                      <a:pt x="147" y="10"/>
                      <a:pt x="147" y="8"/>
                    </a:cubicBezTo>
                    <a:cubicBezTo>
                      <a:pt x="147" y="6"/>
                      <a:pt x="146" y="5"/>
                      <a:pt x="144"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4" name="Freeform 364"/>
              <p:cNvSpPr>
                <a:spLocks/>
              </p:cNvSpPr>
              <p:nvPr/>
            </p:nvSpPr>
            <p:spPr bwMode="auto">
              <a:xfrm>
                <a:off x="2819" y="2833"/>
                <a:ext cx="19" cy="1"/>
              </a:xfrm>
              <a:custGeom>
                <a:avLst/>
                <a:gdLst>
                  <a:gd name="T0" fmla="*/ 149 w 154"/>
                  <a:gd name="T1" fmla="*/ 11 h 11"/>
                  <a:gd name="T2" fmla="*/ 6 w 154"/>
                  <a:gd name="T3" fmla="*/ 11 h 11"/>
                  <a:gd name="T4" fmla="*/ 0 w 154"/>
                  <a:gd name="T5" fmla="*/ 5 h 11"/>
                  <a:gd name="T6" fmla="*/ 0 w 154"/>
                  <a:gd name="T7" fmla="*/ 5 h 11"/>
                  <a:gd name="T8" fmla="*/ 6 w 154"/>
                  <a:gd name="T9" fmla="*/ 0 h 11"/>
                  <a:gd name="T10" fmla="*/ 149 w 154"/>
                  <a:gd name="T11" fmla="*/ 0 h 11"/>
                  <a:gd name="T12" fmla="*/ 154 w 154"/>
                  <a:gd name="T13" fmla="*/ 5 h 11"/>
                  <a:gd name="T14" fmla="*/ 154 w 154"/>
                  <a:gd name="T15" fmla="*/ 5 h 11"/>
                  <a:gd name="T16" fmla="*/ 149 w 154"/>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
                    <a:moveTo>
                      <a:pt x="149" y="11"/>
                    </a:moveTo>
                    <a:cubicBezTo>
                      <a:pt x="6" y="11"/>
                      <a:pt x="6" y="11"/>
                      <a:pt x="6" y="11"/>
                    </a:cubicBezTo>
                    <a:cubicBezTo>
                      <a:pt x="3" y="11"/>
                      <a:pt x="0" y="8"/>
                      <a:pt x="0" y="5"/>
                    </a:cubicBezTo>
                    <a:cubicBezTo>
                      <a:pt x="0" y="5"/>
                      <a:pt x="0" y="5"/>
                      <a:pt x="0" y="5"/>
                    </a:cubicBezTo>
                    <a:cubicBezTo>
                      <a:pt x="0" y="3"/>
                      <a:pt x="3" y="0"/>
                      <a:pt x="6" y="0"/>
                    </a:cubicBezTo>
                    <a:cubicBezTo>
                      <a:pt x="149" y="0"/>
                      <a:pt x="149" y="0"/>
                      <a:pt x="149" y="0"/>
                    </a:cubicBezTo>
                    <a:cubicBezTo>
                      <a:pt x="152" y="0"/>
                      <a:pt x="154" y="3"/>
                      <a:pt x="154" y="5"/>
                    </a:cubicBezTo>
                    <a:cubicBezTo>
                      <a:pt x="154" y="5"/>
                      <a:pt x="154" y="5"/>
                      <a:pt x="154" y="5"/>
                    </a:cubicBezTo>
                    <a:cubicBezTo>
                      <a:pt x="154" y="8"/>
                      <a:pt x="152" y="11"/>
                      <a:pt x="149"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5" name="Freeform 365"/>
              <p:cNvSpPr>
                <a:spLocks noEditPoints="1"/>
              </p:cNvSpPr>
              <p:nvPr/>
            </p:nvSpPr>
            <p:spPr bwMode="auto">
              <a:xfrm>
                <a:off x="2819" y="2832"/>
                <a:ext cx="20" cy="2"/>
              </a:xfrm>
              <a:custGeom>
                <a:avLst/>
                <a:gdLst>
                  <a:gd name="T0" fmla="*/ 151 w 158"/>
                  <a:gd name="T1" fmla="*/ 15 h 15"/>
                  <a:gd name="T2" fmla="*/ 8 w 158"/>
                  <a:gd name="T3" fmla="*/ 15 h 15"/>
                  <a:gd name="T4" fmla="*/ 0 w 158"/>
                  <a:gd name="T5" fmla="*/ 7 h 15"/>
                  <a:gd name="T6" fmla="*/ 8 w 158"/>
                  <a:gd name="T7" fmla="*/ 0 h 15"/>
                  <a:gd name="T8" fmla="*/ 151 w 158"/>
                  <a:gd name="T9" fmla="*/ 0 h 15"/>
                  <a:gd name="T10" fmla="*/ 158 w 158"/>
                  <a:gd name="T11" fmla="*/ 7 h 15"/>
                  <a:gd name="T12" fmla="*/ 151 w 158"/>
                  <a:gd name="T13" fmla="*/ 15 h 15"/>
                  <a:gd name="T14" fmla="*/ 8 w 158"/>
                  <a:gd name="T15" fmla="*/ 5 h 15"/>
                  <a:gd name="T16" fmla="*/ 5 w 158"/>
                  <a:gd name="T17" fmla="*/ 7 h 15"/>
                  <a:gd name="T18" fmla="*/ 8 w 158"/>
                  <a:gd name="T19" fmla="*/ 10 h 15"/>
                  <a:gd name="T20" fmla="*/ 151 w 158"/>
                  <a:gd name="T21" fmla="*/ 10 h 15"/>
                  <a:gd name="T22" fmla="*/ 154 w 158"/>
                  <a:gd name="T23" fmla="*/ 7 h 15"/>
                  <a:gd name="T24" fmla="*/ 151 w 158"/>
                  <a:gd name="T25" fmla="*/ 5 h 15"/>
                  <a:gd name="T26" fmla="*/ 8 w 158"/>
                  <a:gd name="T2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5">
                    <a:moveTo>
                      <a:pt x="151" y="15"/>
                    </a:moveTo>
                    <a:cubicBezTo>
                      <a:pt x="8" y="15"/>
                      <a:pt x="8" y="15"/>
                      <a:pt x="8" y="15"/>
                    </a:cubicBezTo>
                    <a:cubicBezTo>
                      <a:pt x="3" y="15"/>
                      <a:pt x="0" y="12"/>
                      <a:pt x="0" y="7"/>
                    </a:cubicBezTo>
                    <a:cubicBezTo>
                      <a:pt x="0" y="3"/>
                      <a:pt x="3" y="0"/>
                      <a:pt x="8" y="0"/>
                    </a:cubicBezTo>
                    <a:cubicBezTo>
                      <a:pt x="151" y="0"/>
                      <a:pt x="151" y="0"/>
                      <a:pt x="151" y="0"/>
                    </a:cubicBezTo>
                    <a:cubicBezTo>
                      <a:pt x="155" y="0"/>
                      <a:pt x="158" y="3"/>
                      <a:pt x="158" y="7"/>
                    </a:cubicBezTo>
                    <a:cubicBezTo>
                      <a:pt x="158" y="12"/>
                      <a:pt x="155" y="15"/>
                      <a:pt x="151" y="15"/>
                    </a:cubicBezTo>
                    <a:close/>
                    <a:moveTo>
                      <a:pt x="8" y="5"/>
                    </a:moveTo>
                    <a:cubicBezTo>
                      <a:pt x="6" y="5"/>
                      <a:pt x="5" y="6"/>
                      <a:pt x="5" y="7"/>
                    </a:cubicBezTo>
                    <a:cubicBezTo>
                      <a:pt x="5" y="9"/>
                      <a:pt x="6" y="10"/>
                      <a:pt x="8" y="10"/>
                    </a:cubicBezTo>
                    <a:cubicBezTo>
                      <a:pt x="151" y="10"/>
                      <a:pt x="151" y="10"/>
                      <a:pt x="151" y="10"/>
                    </a:cubicBezTo>
                    <a:cubicBezTo>
                      <a:pt x="152" y="10"/>
                      <a:pt x="154" y="9"/>
                      <a:pt x="154" y="7"/>
                    </a:cubicBezTo>
                    <a:cubicBezTo>
                      <a:pt x="154" y="6"/>
                      <a:pt x="152" y="5"/>
                      <a:pt x="151"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6" name="Freeform 366"/>
              <p:cNvSpPr>
                <a:spLocks/>
              </p:cNvSpPr>
              <p:nvPr/>
            </p:nvSpPr>
            <p:spPr bwMode="auto">
              <a:xfrm>
                <a:off x="2820" y="2824"/>
                <a:ext cx="17" cy="1"/>
              </a:xfrm>
              <a:custGeom>
                <a:avLst/>
                <a:gdLst>
                  <a:gd name="T0" fmla="*/ 129 w 135"/>
                  <a:gd name="T1" fmla="*/ 11 h 11"/>
                  <a:gd name="T2" fmla="*/ 5 w 135"/>
                  <a:gd name="T3" fmla="*/ 11 h 11"/>
                  <a:gd name="T4" fmla="*/ 0 w 135"/>
                  <a:gd name="T5" fmla="*/ 6 h 11"/>
                  <a:gd name="T6" fmla="*/ 0 w 135"/>
                  <a:gd name="T7" fmla="*/ 6 h 11"/>
                  <a:gd name="T8" fmla="*/ 5 w 135"/>
                  <a:gd name="T9" fmla="*/ 0 h 11"/>
                  <a:gd name="T10" fmla="*/ 129 w 135"/>
                  <a:gd name="T11" fmla="*/ 0 h 11"/>
                  <a:gd name="T12" fmla="*/ 135 w 135"/>
                  <a:gd name="T13" fmla="*/ 6 h 11"/>
                  <a:gd name="T14" fmla="*/ 135 w 135"/>
                  <a:gd name="T15" fmla="*/ 6 h 11"/>
                  <a:gd name="T16" fmla="*/ 129 w 135"/>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1">
                    <a:moveTo>
                      <a:pt x="129" y="11"/>
                    </a:moveTo>
                    <a:cubicBezTo>
                      <a:pt x="5" y="11"/>
                      <a:pt x="5" y="11"/>
                      <a:pt x="5" y="11"/>
                    </a:cubicBezTo>
                    <a:cubicBezTo>
                      <a:pt x="2" y="11"/>
                      <a:pt x="0" y="9"/>
                      <a:pt x="0" y="6"/>
                    </a:cubicBezTo>
                    <a:cubicBezTo>
                      <a:pt x="0" y="6"/>
                      <a:pt x="0" y="6"/>
                      <a:pt x="0" y="6"/>
                    </a:cubicBezTo>
                    <a:cubicBezTo>
                      <a:pt x="0" y="3"/>
                      <a:pt x="2" y="0"/>
                      <a:pt x="5" y="0"/>
                    </a:cubicBezTo>
                    <a:cubicBezTo>
                      <a:pt x="129" y="0"/>
                      <a:pt x="129" y="0"/>
                      <a:pt x="129" y="0"/>
                    </a:cubicBezTo>
                    <a:cubicBezTo>
                      <a:pt x="132" y="0"/>
                      <a:pt x="135" y="3"/>
                      <a:pt x="135" y="6"/>
                    </a:cubicBezTo>
                    <a:cubicBezTo>
                      <a:pt x="135" y="6"/>
                      <a:pt x="135" y="6"/>
                      <a:pt x="135" y="6"/>
                    </a:cubicBezTo>
                    <a:cubicBezTo>
                      <a:pt x="135" y="9"/>
                      <a:pt x="132" y="11"/>
                      <a:pt x="129"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7" name="Freeform 367"/>
              <p:cNvSpPr>
                <a:spLocks noEditPoints="1"/>
              </p:cNvSpPr>
              <p:nvPr/>
            </p:nvSpPr>
            <p:spPr bwMode="auto">
              <a:xfrm>
                <a:off x="2820" y="2824"/>
                <a:ext cx="17" cy="2"/>
              </a:xfrm>
              <a:custGeom>
                <a:avLst/>
                <a:gdLst>
                  <a:gd name="T0" fmla="*/ 132 w 140"/>
                  <a:gd name="T1" fmla="*/ 16 h 16"/>
                  <a:gd name="T2" fmla="*/ 8 w 140"/>
                  <a:gd name="T3" fmla="*/ 16 h 16"/>
                  <a:gd name="T4" fmla="*/ 0 w 140"/>
                  <a:gd name="T5" fmla="*/ 8 h 16"/>
                  <a:gd name="T6" fmla="*/ 8 w 140"/>
                  <a:gd name="T7" fmla="*/ 0 h 16"/>
                  <a:gd name="T8" fmla="*/ 132 w 140"/>
                  <a:gd name="T9" fmla="*/ 0 h 16"/>
                  <a:gd name="T10" fmla="*/ 140 w 140"/>
                  <a:gd name="T11" fmla="*/ 8 h 16"/>
                  <a:gd name="T12" fmla="*/ 132 w 140"/>
                  <a:gd name="T13" fmla="*/ 16 h 16"/>
                  <a:gd name="T14" fmla="*/ 8 w 140"/>
                  <a:gd name="T15" fmla="*/ 5 h 16"/>
                  <a:gd name="T16" fmla="*/ 5 w 140"/>
                  <a:gd name="T17" fmla="*/ 8 h 16"/>
                  <a:gd name="T18" fmla="*/ 8 w 140"/>
                  <a:gd name="T19" fmla="*/ 11 h 16"/>
                  <a:gd name="T20" fmla="*/ 132 w 140"/>
                  <a:gd name="T21" fmla="*/ 11 h 16"/>
                  <a:gd name="T22" fmla="*/ 135 w 140"/>
                  <a:gd name="T23" fmla="*/ 8 h 16"/>
                  <a:gd name="T24" fmla="*/ 132 w 140"/>
                  <a:gd name="T25" fmla="*/ 5 h 16"/>
                  <a:gd name="T26" fmla="*/ 8 w 140"/>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6">
                    <a:moveTo>
                      <a:pt x="132" y="16"/>
                    </a:moveTo>
                    <a:cubicBezTo>
                      <a:pt x="8" y="16"/>
                      <a:pt x="8" y="16"/>
                      <a:pt x="8" y="16"/>
                    </a:cubicBezTo>
                    <a:cubicBezTo>
                      <a:pt x="4" y="16"/>
                      <a:pt x="0" y="12"/>
                      <a:pt x="0" y="8"/>
                    </a:cubicBezTo>
                    <a:cubicBezTo>
                      <a:pt x="0" y="4"/>
                      <a:pt x="4" y="0"/>
                      <a:pt x="8" y="0"/>
                    </a:cubicBezTo>
                    <a:cubicBezTo>
                      <a:pt x="132" y="0"/>
                      <a:pt x="132" y="0"/>
                      <a:pt x="132" y="0"/>
                    </a:cubicBezTo>
                    <a:cubicBezTo>
                      <a:pt x="136" y="0"/>
                      <a:pt x="140" y="4"/>
                      <a:pt x="140" y="8"/>
                    </a:cubicBezTo>
                    <a:cubicBezTo>
                      <a:pt x="140" y="12"/>
                      <a:pt x="136" y="16"/>
                      <a:pt x="132" y="16"/>
                    </a:cubicBezTo>
                    <a:close/>
                    <a:moveTo>
                      <a:pt x="8" y="5"/>
                    </a:moveTo>
                    <a:cubicBezTo>
                      <a:pt x="6" y="5"/>
                      <a:pt x="5" y="6"/>
                      <a:pt x="5" y="8"/>
                    </a:cubicBezTo>
                    <a:cubicBezTo>
                      <a:pt x="5" y="9"/>
                      <a:pt x="6" y="11"/>
                      <a:pt x="8" y="11"/>
                    </a:cubicBezTo>
                    <a:cubicBezTo>
                      <a:pt x="132" y="11"/>
                      <a:pt x="132" y="11"/>
                      <a:pt x="132" y="11"/>
                    </a:cubicBezTo>
                    <a:cubicBezTo>
                      <a:pt x="134" y="11"/>
                      <a:pt x="135" y="9"/>
                      <a:pt x="135" y="8"/>
                    </a:cubicBezTo>
                    <a:cubicBezTo>
                      <a:pt x="135" y="6"/>
                      <a:pt x="134" y="5"/>
                      <a:pt x="132"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8" name="Freeform 368"/>
              <p:cNvSpPr>
                <a:spLocks/>
              </p:cNvSpPr>
              <p:nvPr/>
            </p:nvSpPr>
            <p:spPr bwMode="auto">
              <a:xfrm>
                <a:off x="2820" y="2825"/>
                <a:ext cx="17" cy="8"/>
              </a:xfrm>
              <a:custGeom>
                <a:avLst/>
                <a:gdLst>
                  <a:gd name="T0" fmla="*/ 17 w 17"/>
                  <a:gd name="T1" fmla="*/ 8 h 8"/>
                  <a:gd name="T2" fmla="*/ 0 w 17"/>
                  <a:gd name="T3" fmla="*/ 8 h 8"/>
                  <a:gd name="T4" fmla="*/ 1 w 17"/>
                  <a:gd name="T5" fmla="*/ 0 h 8"/>
                  <a:gd name="T6" fmla="*/ 16 w 17"/>
                  <a:gd name="T7" fmla="*/ 0 h 8"/>
                  <a:gd name="T8" fmla="*/ 17 w 17"/>
                  <a:gd name="T9" fmla="*/ 8 h 8"/>
                </a:gdLst>
                <a:ahLst/>
                <a:cxnLst>
                  <a:cxn ang="0">
                    <a:pos x="T0" y="T1"/>
                  </a:cxn>
                  <a:cxn ang="0">
                    <a:pos x="T2" y="T3"/>
                  </a:cxn>
                  <a:cxn ang="0">
                    <a:pos x="T4" y="T5"/>
                  </a:cxn>
                  <a:cxn ang="0">
                    <a:pos x="T6" y="T7"/>
                  </a:cxn>
                  <a:cxn ang="0">
                    <a:pos x="T8" y="T9"/>
                  </a:cxn>
                </a:cxnLst>
                <a:rect l="0" t="0" r="r" b="b"/>
                <a:pathLst>
                  <a:path w="17" h="8">
                    <a:moveTo>
                      <a:pt x="17" y="8"/>
                    </a:moveTo>
                    <a:lnTo>
                      <a:pt x="0" y="8"/>
                    </a:lnTo>
                    <a:lnTo>
                      <a:pt x="1" y="0"/>
                    </a:lnTo>
                    <a:lnTo>
                      <a:pt x="16" y="0"/>
                    </a:lnTo>
                    <a:lnTo>
                      <a:pt x="17" y="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9" name="Freeform 369"/>
              <p:cNvSpPr>
                <a:spLocks noEditPoints="1"/>
              </p:cNvSpPr>
              <p:nvPr/>
            </p:nvSpPr>
            <p:spPr bwMode="auto">
              <a:xfrm>
                <a:off x="2820" y="2825"/>
                <a:ext cx="17" cy="8"/>
              </a:xfrm>
              <a:custGeom>
                <a:avLst/>
                <a:gdLst>
                  <a:gd name="T0" fmla="*/ 17 w 17"/>
                  <a:gd name="T1" fmla="*/ 8 h 8"/>
                  <a:gd name="T2" fmla="*/ 0 w 17"/>
                  <a:gd name="T3" fmla="*/ 8 h 8"/>
                  <a:gd name="T4" fmla="*/ 0 w 17"/>
                  <a:gd name="T5" fmla="*/ 8 h 8"/>
                  <a:gd name="T6" fmla="*/ 1 w 17"/>
                  <a:gd name="T7" fmla="*/ 0 h 8"/>
                  <a:gd name="T8" fmla="*/ 16 w 17"/>
                  <a:gd name="T9" fmla="*/ 0 h 8"/>
                  <a:gd name="T10" fmla="*/ 17 w 17"/>
                  <a:gd name="T11" fmla="*/ 8 h 8"/>
                  <a:gd name="T12" fmla="*/ 1 w 17"/>
                  <a:gd name="T13" fmla="*/ 7 h 8"/>
                  <a:gd name="T14" fmla="*/ 16 w 17"/>
                  <a:gd name="T15" fmla="*/ 7 h 8"/>
                  <a:gd name="T16" fmla="*/ 15 w 17"/>
                  <a:gd name="T17" fmla="*/ 1 h 8"/>
                  <a:gd name="T18" fmla="*/ 2 w 17"/>
                  <a:gd name="T19" fmla="*/ 1 h 8"/>
                  <a:gd name="T20" fmla="*/ 1 w 17"/>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17" y="8"/>
                    </a:moveTo>
                    <a:lnTo>
                      <a:pt x="0" y="8"/>
                    </a:lnTo>
                    <a:lnTo>
                      <a:pt x="0" y="8"/>
                    </a:lnTo>
                    <a:lnTo>
                      <a:pt x="1" y="0"/>
                    </a:lnTo>
                    <a:lnTo>
                      <a:pt x="16" y="0"/>
                    </a:lnTo>
                    <a:lnTo>
                      <a:pt x="17" y="8"/>
                    </a:lnTo>
                    <a:close/>
                    <a:moveTo>
                      <a:pt x="1" y="7"/>
                    </a:moveTo>
                    <a:lnTo>
                      <a:pt x="16" y="7"/>
                    </a:lnTo>
                    <a:lnTo>
                      <a:pt x="15" y="1"/>
                    </a:lnTo>
                    <a:lnTo>
                      <a:pt x="2" y="1"/>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0" name="Freeform 370"/>
              <p:cNvSpPr>
                <a:spLocks/>
              </p:cNvSpPr>
              <p:nvPr/>
            </p:nvSpPr>
            <p:spPr bwMode="auto">
              <a:xfrm>
                <a:off x="2825" y="2825"/>
                <a:ext cx="7" cy="8"/>
              </a:xfrm>
              <a:custGeom>
                <a:avLst/>
                <a:gdLst>
                  <a:gd name="T0" fmla="*/ 62 w 62"/>
                  <a:gd name="T1" fmla="*/ 58 h 58"/>
                  <a:gd name="T2" fmla="*/ 31 w 62"/>
                  <a:gd name="T3" fmla="*/ 0 h 58"/>
                  <a:gd name="T4" fmla="*/ 0 w 62"/>
                  <a:gd name="T5" fmla="*/ 58 h 58"/>
                  <a:gd name="T6" fmla="*/ 62 w 62"/>
                  <a:gd name="T7" fmla="*/ 58 h 58"/>
                </a:gdLst>
                <a:ahLst/>
                <a:cxnLst>
                  <a:cxn ang="0">
                    <a:pos x="T0" y="T1"/>
                  </a:cxn>
                  <a:cxn ang="0">
                    <a:pos x="T2" y="T3"/>
                  </a:cxn>
                  <a:cxn ang="0">
                    <a:pos x="T4" y="T5"/>
                  </a:cxn>
                  <a:cxn ang="0">
                    <a:pos x="T6" y="T7"/>
                  </a:cxn>
                </a:cxnLst>
                <a:rect l="0" t="0" r="r" b="b"/>
                <a:pathLst>
                  <a:path w="62" h="58">
                    <a:moveTo>
                      <a:pt x="62" y="58"/>
                    </a:moveTo>
                    <a:cubicBezTo>
                      <a:pt x="62" y="26"/>
                      <a:pt x="31" y="0"/>
                      <a:pt x="31" y="0"/>
                    </a:cubicBezTo>
                    <a:cubicBezTo>
                      <a:pt x="31" y="0"/>
                      <a:pt x="0" y="26"/>
                      <a:pt x="0" y="58"/>
                    </a:cubicBezTo>
                    <a:lnTo>
                      <a:pt x="62" y="5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1" name="Freeform 371"/>
              <p:cNvSpPr>
                <a:spLocks noEditPoints="1"/>
              </p:cNvSpPr>
              <p:nvPr/>
            </p:nvSpPr>
            <p:spPr bwMode="auto">
              <a:xfrm>
                <a:off x="2824" y="2825"/>
                <a:ext cx="9" cy="8"/>
              </a:xfrm>
              <a:custGeom>
                <a:avLst/>
                <a:gdLst>
                  <a:gd name="T0" fmla="*/ 64 w 66"/>
                  <a:gd name="T1" fmla="*/ 62 h 62"/>
                  <a:gd name="T2" fmla="*/ 2 w 66"/>
                  <a:gd name="T3" fmla="*/ 62 h 62"/>
                  <a:gd name="T4" fmla="*/ 0 w 66"/>
                  <a:gd name="T5" fmla="*/ 60 h 62"/>
                  <a:gd name="T6" fmla="*/ 32 w 66"/>
                  <a:gd name="T7" fmla="*/ 0 h 62"/>
                  <a:gd name="T8" fmla="*/ 35 w 66"/>
                  <a:gd name="T9" fmla="*/ 0 h 62"/>
                  <a:gd name="T10" fmla="*/ 66 w 66"/>
                  <a:gd name="T11" fmla="*/ 60 h 62"/>
                  <a:gd name="T12" fmla="*/ 64 w 66"/>
                  <a:gd name="T13" fmla="*/ 62 h 62"/>
                  <a:gd name="T14" fmla="*/ 5 w 66"/>
                  <a:gd name="T15" fmla="*/ 57 h 62"/>
                  <a:gd name="T16" fmla="*/ 62 w 66"/>
                  <a:gd name="T17" fmla="*/ 57 h 62"/>
                  <a:gd name="T18" fmla="*/ 33 w 66"/>
                  <a:gd name="T19" fmla="*/ 5 h 62"/>
                  <a:gd name="T20" fmla="*/ 5 w 66"/>
                  <a:gd name="T21"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62">
                    <a:moveTo>
                      <a:pt x="64" y="62"/>
                    </a:moveTo>
                    <a:cubicBezTo>
                      <a:pt x="2" y="62"/>
                      <a:pt x="2" y="62"/>
                      <a:pt x="2" y="62"/>
                    </a:cubicBezTo>
                    <a:cubicBezTo>
                      <a:pt x="1" y="62"/>
                      <a:pt x="0" y="61"/>
                      <a:pt x="0" y="60"/>
                    </a:cubicBezTo>
                    <a:cubicBezTo>
                      <a:pt x="0" y="27"/>
                      <a:pt x="30" y="1"/>
                      <a:pt x="32" y="0"/>
                    </a:cubicBezTo>
                    <a:cubicBezTo>
                      <a:pt x="32" y="0"/>
                      <a:pt x="34" y="0"/>
                      <a:pt x="35" y="0"/>
                    </a:cubicBezTo>
                    <a:cubicBezTo>
                      <a:pt x="36" y="1"/>
                      <a:pt x="66" y="27"/>
                      <a:pt x="66" y="60"/>
                    </a:cubicBezTo>
                    <a:cubicBezTo>
                      <a:pt x="66" y="61"/>
                      <a:pt x="65" y="62"/>
                      <a:pt x="64" y="62"/>
                    </a:cubicBezTo>
                    <a:close/>
                    <a:moveTo>
                      <a:pt x="5" y="57"/>
                    </a:moveTo>
                    <a:cubicBezTo>
                      <a:pt x="62" y="57"/>
                      <a:pt x="62" y="57"/>
                      <a:pt x="62" y="57"/>
                    </a:cubicBezTo>
                    <a:cubicBezTo>
                      <a:pt x="60" y="32"/>
                      <a:pt x="39" y="11"/>
                      <a:pt x="33" y="5"/>
                    </a:cubicBezTo>
                    <a:cubicBezTo>
                      <a:pt x="27" y="11"/>
                      <a:pt x="6" y="32"/>
                      <a:pt x="5"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2" name="Freeform 372"/>
              <p:cNvSpPr>
                <a:spLocks/>
              </p:cNvSpPr>
              <p:nvPr/>
            </p:nvSpPr>
            <p:spPr bwMode="auto">
              <a:xfrm>
                <a:off x="2826" y="2828"/>
                <a:ext cx="5" cy="5"/>
              </a:xfrm>
              <a:custGeom>
                <a:avLst/>
                <a:gdLst>
                  <a:gd name="T0" fmla="*/ 38 w 38"/>
                  <a:gd name="T1" fmla="*/ 40 h 40"/>
                  <a:gd name="T2" fmla="*/ 19 w 38"/>
                  <a:gd name="T3" fmla="*/ 0 h 40"/>
                  <a:gd name="T4" fmla="*/ 0 w 38"/>
                  <a:gd name="T5" fmla="*/ 40 h 40"/>
                  <a:gd name="T6" fmla="*/ 38 w 38"/>
                  <a:gd name="T7" fmla="*/ 40 h 40"/>
                </a:gdLst>
                <a:ahLst/>
                <a:cxnLst>
                  <a:cxn ang="0">
                    <a:pos x="T0" y="T1"/>
                  </a:cxn>
                  <a:cxn ang="0">
                    <a:pos x="T2" y="T3"/>
                  </a:cxn>
                  <a:cxn ang="0">
                    <a:pos x="T4" y="T5"/>
                  </a:cxn>
                  <a:cxn ang="0">
                    <a:pos x="T6" y="T7"/>
                  </a:cxn>
                </a:cxnLst>
                <a:rect l="0" t="0" r="r" b="b"/>
                <a:pathLst>
                  <a:path w="38" h="40">
                    <a:moveTo>
                      <a:pt x="38" y="40"/>
                    </a:moveTo>
                    <a:cubicBezTo>
                      <a:pt x="38" y="18"/>
                      <a:pt x="19" y="0"/>
                      <a:pt x="19" y="0"/>
                    </a:cubicBezTo>
                    <a:cubicBezTo>
                      <a:pt x="19" y="0"/>
                      <a:pt x="0" y="18"/>
                      <a:pt x="0" y="40"/>
                    </a:cubicBezTo>
                    <a:lnTo>
                      <a:pt x="38" y="4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3" name="Freeform 373"/>
              <p:cNvSpPr>
                <a:spLocks noEditPoints="1"/>
              </p:cNvSpPr>
              <p:nvPr/>
            </p:nvSpPr>
            <p:spPr bwMode="auto">
              <a:xfrm>
                <a:off x="2826" y="2827"/>
                <a:ext cx="5" cy="6"/>
              </a:xfrm>
              <a:custGeom>
                <a:avLst/>
                <a:gdLst>
                  <a:gd name="T0" fmla="*/ 40 w 43"/>
                  <a:gd name="T1" fmla="*/ 45 h 45"/>
                  <a:gd name="T2" fmla="*/ 2 w 43"/>
                  <a:gd name="T3" fmla="*/ 45 h 45"/>
                  <a:gd name="T4" fmla="*/ 0 w 43"/>
                  <a:gd name="T5" fmla="*/ 42 h 45"/>
                  <a:gd name="T6" fmla="*/ 20 w 43"/>
                  <a:gd name="T7" fmla="*/ 1 h 45"/>
                  <a:gd name="T8" fmla="*/ 23 w 43"/>
                  <a:gd name="T9" fmla="*/ 1 h 45"/>
                  <a:gd name="T10" fmla="*/ 43 w 43"/>
                  <a:gd name="T11" fmla="*/ 42 h 45"/>
                  <a:gd name="T12" fmla="*/ 40 w 43"/>
                  <a:gd name="T13" fmla="*/ 45 h 45"/>
                  <a:gd name="T14" fmla="*/ 5 w 43"/>
                  <a:gd name="T15" fmla="*/ 40 h 45"/>
                  <a:gd name="T16" fmla="*/ 38 w 43"/>
                  <a:gd name="T17" fmla="*/ 40 h 45"/>
                  <a:gd name="T18" fmla="*/ 21 w 43"/>
                  <a:gd name="T19" fmla="*/ 6 h 45"/>
                  <a:gd name="T20" fmla="*/ 5 w 43"/>
                  <a:gd name="T2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5">
                    <a:moveTo>
                      <a:pt x="40" y="45"/>
                    </a:moveTo>
                    <a:cubicBezTo>
                      <a:pt x="2" y="45"/>
                      <a:pt x="2" y="45"/>
                      <a:pt x="2" y="45"/>
                    </a:cubicBezTo>
                    <a:cubicBezTo>
                      <a:pt x="1" y="45"/>
                      <a:pt x="0" y="43"/>
                      <a:pt x="0" y="42"/>
                    </a:cubicBezTo>
                    <a:cubicBezTo>
                      <a:pt x="0" y="19"/>
                      <a:pt x="19" y="1"/>
                      <a:pt x="20" y="1"/>
                    </a:cubicBezTo>
                    <a:cubicBezTo>
                      <a:pt x="20" y="0"/>
                      <a:pt x="22" y="0"/>
                      <a:pt x="23" y="1"/>
                    </a:cubicBezTo>
                    <a:cubicBezTo>
                      <a:pt x="24" y="1"/>
                      <a:pt x="43" y="19"/>
                      <a:pt x="43" y="42"/>
                    </a:cubicBezTo>
                    <a:cubicBezTo>
                      <a:pt x="43" y="43"/>
                      <a:pt x="41" y="45"/>
                      <a:pt x="40" y="45"/>
                    </a:cubicBezTo>
                    <a:close/>
                    <a:moveTo>
                      <a:pt x="5" y="40"/>
                    </a:moveTo>
                    <a:cubicBezTo>
                      <a:pt x="38" y="40"/>
                      <a:pt x="38" y="40"/>
                      <a:pt x="38" y="40"/>
                    </a:cubicBezTo>
                    <a:cubicBezTo>
                      <a:pt x="37" y="24"/>
                      <a:pt x="25" y="10"/>
                      <a:pt x="21" y="6"/>
                    </a:cubicBezTo>
                    <a:cubicBezTo>
                      <a:pt x="17" y="10"/>
                      <a:pt x="6" y="24"/>
                      <a:pt x="5" y="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4" name="Freeform 374"/>
              <p:cNvSpPr>
                <a:spLocks/>
              </p:cNvSpPr>
              <p:nvPr/>
            </p:nvSpPr>
            <p:spPr bwMode="auto">
              <a:xfrm>
                <a:off x="2820" y="2816"/>
                <a:ext cx="6" cy="3"/>
              </a:xfrm>
              <a:custGeom>
                <a:avLst/>
                <a:gdLst>
                  <a:gd name="T0" fmla="*/ 4 w 6"/>
                  <a:gd name="T1" fmla="*/ 1 h 3"/>
                  <a:gd name="T2" fmla="*/ 4 w 6"/>
                  <a:gd name="T3" fmla="*/ 0 h 3"/>
                  <a:gd name="T4" fmla="*/ 6 w 6"/>
                  <a:gd name="T5" fmla="*/ 0 h 3"/>
                  <a:gd name="T6" fmla="*/ 6 w 6"/>
                  <a:gd name="T7" fmla="*/ 1 h 3"/>
                  <a:gd name="T8" fmla="*/ 6 w 6"/>
                  <a:gd name="T9" fmla="*/ 3 h 3"/>
                  <a:gd name="T10" fmla="*/ 0 w 6"/>
                  <a:gd name="T11" fmla="*/ 3 h 3"/>
                  <a:gd name="T12" fmla="*/ 0 w 6"/>
                  <a:gd name="T13" fmla="*/ 1 h 3"/>
                  <a:gd name="T14" fmla="*/ 0 w 6"/>
                  <a:gd name="T15" fmla="*/ 0 h 3"/>
                  <a:gd name="T16" fmla="*/ 1 w 6"/>
                  <a:gd name="T17" fmla="*/ 0 h 3"/>
                  <a:gd name="T18" fmla="*/ 1 w 6"/>
                  <a:gd name="T19" fmla="*/ 1 h 3"/>
                  <a:gd name="T20" fmla="*/ 2 w 6"/>
                  <a:gd name="T21" fmla="*/ 1 h 3"/>
                  <a:gd name="T22" fmla="*/ 2 w 6"/>
                  <a:gd name="T23" fmla="*/ 0 h 3"/>
                  <a:gd name="T24" fmla="*/ 3 w 6"/>
                  <a:gd name="T25" fmla="*/ 0 h 3"/>
                  <a:gd name="T26" fmla="*/ 3 w 6"/>
                  <a:gd name="T27" fmla="*/ 1 h 3"/>
                  <a:gd name="T28" fmla="*/ 4 w 6"/>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4" y="1"/>
                    </a:moveTo>
                    <a:lnTo>
                      <a:pt x="4" y="0"/>
                    </a:lnTo>
                    <a:lnTo>
                      <a:pt x="6" y="0"/>
                    </a:lnTo>
                    <a:lnTo>
                      <a:pt x="6" y="1"/>
                    </a:lnTo>
                    <a:lnTo>
                      <a:pt x="6" y="3"/>
                    </a:lnTo>
                    <a:lnTo>
                      <a:pt x="0" y="3"/>
                    </a:lnTo>
                    <a:lnTo>
                      <a:pt x="0" y="1"/>
                    </a:lnTo>
                    <a:lnTo>
                      <a:pt x="0" y="0"/>
                    </a:lnTo>
                    <a:lnTo>
                      <a:pt x="1" y="0"/>
                    </a:lnTo>
                    <a:lnTo>
                      <a:pt x="1" y="1"/>
                    </a:lnTo>
                    <a:lnTo>
                      <a:pt x="2" y="1"/>
                    </a:lnTo>
                    <a:lnTo>
                      <a:pt x="2" y="0"/>
                    </a:lnTo>
                    <a:lnTo>
                      <a:pt x="3" y="0"/>
                    </a:lnTo>
                    <a:lnTo>
                      <a:pt x="3" y="1"/>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 name="Freeform 375"/>
              <p:cNvSpPr>
                <a:spLocks noEditPoints="1"/>
              </p:cNvSpPr>
              <p:nvPr/>
            </p:nvSpPr>
            <p:spPr bwMode="auto">
              <a:xfrm>
                <a:off x="2820" y="2816"/>
                <a:ext cx="6" cy="3"/>
              </a:xfrm>
              <a:custGeom>
                <a:avLst/>
                <a:gdLst>
                  <a:gd name="T0" fmla="*/ 47 w 49"/>
                  <a:gd name="T1" fmla="*/ 28 h 28"/>
                  <a:gd name="T2" fmla="*/ 3 w 49"/>
                  <a:gd name="T3" fmla="*/ 28 h 28"/>
                  <a:gd name="T4" fmla="*/ 0 w 49"/>
                  <a:gd name="T5" fmla="*/ 26 h 28"/>
                  <a:gd name="T6" fmla="*/ 0 w 49"/>
                  <a:gd name="T7" fmla="*/ 2 h 28"/>
                  <a:gd name="T8" fmla="*/ 3 w 49"/>
                  <a:gd name="T9" fmla="*/ 0 h 28"/>
                  <a:gd name="T10" fmla="*/ 12 w 49"/>
                  <a:gd name="T11" fmla="*/ 0 h 28"/>
                  <a:gd name="T12" fmla="*/ 14 w 49"/>
                  <a:gd name="T13" fmla="*/ 2 h 28"/>
                  <a:gd name="T14" fmla="*/ 14 w 49"/>
                  <a:gd name="T15" fmla="*/ 8 h 28"/>
                  <a:gd name="T16" fmla="*/ 18 w 49"/>
                  <a:gd name="T17" fmla="*/ 8 h 28"/>
                  <a:gd name="T18" fmla="*/ 18 w 49"/>
                  <a:gd name="T19" fmla="*/ 2 h 28"/>
                  <a:gd name="T20" fmla="*/ 20 w 49"/>
                  <a:gd name="T21" fmla="*/ 0 h 28"/>
                  <a:gd name="T22" fmla="*/ 29 w 49"/>
                  <a:gd name="T23" fmla="*/ 0 h 28"/>
                  <a:gd name="T24" fmla="*/ 32 w 49"/>
                  <a:gd name="T25" fmla="*/ 2 h 28"/>
                  <a:gd name="T26" fmla="*/ 32 w 49"/>
                  <a:gd name="T27" fmla="*/ 8 h 28"/>
                  <a:gd name="T28" fmla="*/ 36 w 49"/>
                  <a:gd name="T29" fmla="*/ 8 h 28"/>
                  <a:gd name="T30" fmla="*/ 36 w 49"/>
                  <a:gd name="T31" fmla="*/ 2 h 28"/>
                  <a:gd name="T32" fmla="*/ 38 w 49"/>
                  <a:gd name="T33" fmla="*/ 0 h 28"/>
                  <a:gd name="T34" fmla="*/ 47 w 49"/>
                  <a:gd name="T35" fmla="*/ 0 h 28"/>
                  <a:gd name="T36" fmla="*/ 49 w 49"/>
                  <a:gd name="T37" fmla="*/ 2 h 28"/>
                  <a:gd name="T38" fmla="*/ 49 w 49"/>
                  <a:gd name="T39" fmla="*/ 26 h 28"/>
                  <a:gd name="T40" fmla="*/ 47 w 49"/>
                  <a:gd name="T41" fmla="*/ 28 h 28"/>
                  <a:gd name="T42" fmla="*/ 5 w 49"/>
                  <a:gd name="T43" fmla="*/ 23 h 28"/>
                  <a:gd name="T44" fmla="*/ 45 w 49"/>
                  <a:gd name="T45" fmla="*/ 23 h 28"/>
                  <a:gd name="T46" fmla="*/ 45 w 49"/>
                  <a:gd name="T47" fmla="*/ 5 h 28"/>
                  <a:gd name="T48" fmla="*/ 40 w 49"/>
                  <a:gd name="T49" fmla="*/ 5 h 28"/>
                  <a:gd name="T50" fmla="*/ 40 w 49"/>
                  <a:gd name="T51" fmla="*/ 10 h 28"/>
                  <a:gd name="T52" fmla="*/ 38 w 49"/>
                  <a:gd name="T53" fmla="*/ 13 h 28"/>
                  <a:gd name="T54" fmla="*/ 29 w 49"/>
                  <a:gd name="T55" fmla="*/ 13 h 28"/>
                  <a:gd name="T56" fmla="*/ 27 w 49"/>
                  <a:gd name="T57" fmla="*/ 10 h 28"/>
                  <a:gd name="T58" fmla="*/ 27 w 49"/>
                  <a:gd name="T59" fmla="*/ 5 h 28"/>
                  <a:gd name="T60" fmla="*/ 23 w 49"/>
                  <a:gd name="T61" fmla="*/ 5 h 28"/>
                  <a:gd name="T62" fmla="*/ 23 w 49"/>
                  <a:gd name="T63" fmla="*/ 10 h 28"/>
                  <a:gd name="T64" fmla="*/ 20 w 49"/>
                  <a:gd name="T65" fmla="*/ 13 h 28"/>
                  <a:gd name="T66" fmla="*/ 12 w 49"/>
                  <a:gd name="T67" fmla="*/ 13 h 28"/>
                  <a:gd name="T68" fmla="*/ 10 w 49"/>
                  <a:gd name="T69" fmla="*/ 10 h 28"/>
                  <a:gd name="T70" fmla="*/ 10 w 49"/>
                  <a:gd name="T71" fmla="*/ 5 h 28"/>
                  <a:gd name="T72" fmla="*/ 5 w 49"/>
                  <a:gd name="T73" fmla="*/ 5 h 28"/>
                  <a:gd name="T74" fmla="*/ 5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7" y="28"/>
                    </a:moveTo>
                    <a:cubicBezTo>
                      <a:pt x="3" y="28"/>
                      <a:pt x="3" y="28"/>
                      <a:pt x="3" y="28"/>
                    </a:cubicBezTo>
                    <a:cubicBezTo>
                      <a:pt x="1" y="28"/>
                      <a:pt x="0" y="27"/>
                      <a:pt x="0" y="26"/>
                    </a:cubicBezTo>
                    <a:cubicBezTo>
                      <a:pt x="0" y="2"/>
                      <a:pt x="0" y="2"/>
                      <a:pt x="0" y="2"/>
                    </a:cubicBezTo>
                    <a:cubicBezTo>
                      <a:pt x="0" y="1"/>
                      <a:pt x="1" y="0"/>
                      <a:pt x="3" y="0"/>
                    </a:cubicBezTo>
                    <a:cubicBezTo>
                      <a:pt x="12" y="0"/>
                      <a:pt x="12" y="0"/>
                      <a:pt x="12" y="0"/>
                    </a:cubicBezTo>
                    <a:cubicBezTo>
                      <a:pt x="13" y="0"/>
                      <a:pt x="14" y="1"/>
                      <a:pt x="14" y="2"/>
                    </a:cubicBezTo>
                    <a:cubicBezTo>
                      <a:pt x="14" y="8"/>
                      <a:pt x="14" y="8"/>
                      <a:pt x="14" y="8"/>
                    </a:cubicBezTo>
                    <a:cubicBezTo>
                      <a:pt x="18" y="8"/>
                      <a:pt x="18" y="8"/>
                      <a:pt x="18" y="8"/>
                    </a:cubicBezTo>
                    <a:cubicBezTo>
                      <a:pt x="18" y="2"/>
                      <a:pt x="18" y="2"/>
                      <a:pt x="18" y="2"/>
                    </a:cubicBezTo>
                    <a:cubicBezTo>
                      <a:pt x="18" y="1"/>
                      <a:pt x="19" y="0"/>
                      <a:pt x="20" y="0"/>
                    </a:cubicBezTo>
                    <a:cubicBezTo>
                      <a:pt x="29" y="0"/>
                      <a:pt x="29" y="0"/>
                      <a:pt x="29" y="0"/>
                    </a:cubicBezTo>
                    <a:cubicBezTo>
                      <a:pt x="31" y="0"/>
                      <a:pt x="32" y="1"/>
                      <a:pt x="32" y="2"/>
                    </a:cubicBezTo>
                    <a:cubicBezTo>
                      <a:pt x="32" y="8"/>
                      <a:pt x="32" y="8"/>
                      <a:pt x="32" y="8"/>
                    </a:cubicBezTo>
                    <a:cubicBezTo>
                      <a:pt x="36" y="8"/>
                      <a:pt x="36" y="8"/>
                      <a:pt x="36" y="8"/>
                    </a:cubicBezTo>
                    <a:cubicBezTo>
                      <a:pt x="36" y="2"/>
                      <a:pt x="36" y="2"/>
                      <a:pt x="36" y="2"/>
                    </a:cubicBezTo>
                    <a:cubicBezTo>
                      <a:pt x="36" y="1"/>
                      <a:pt x="37" y="0"/>
                      <a:pt x="38" y="0"/>
                    </a:cubicBezTo>
                    <a:cubicBezTo>
                      <a:pt x="47" y="0"/>
                      <a:pt x="47" y="0"/>
                      <a:pt x="47" y="0"/>
                    </a:cubicBezTo>
                    <a:cubicBezTo>
                      <a:pt x="48" y="0"/>
                      <a:pt x="49" y="1"/>
                      <a:pt x="49" y="2"/>
                    </a:cubicBezTo>
                    <a:cubicBezTo>
                      <a:pt x="49" y="26"/>
                      <a:pt x="49" y="26"/>
                      <a:pt x="49" y="26"/>
                    </a:cubicBezTo>
                    <a:cubicBezTo>
                      <a:pt x="49" y="27"/>
                      <a:pt x="48" y="28"/>
                      <a:pt x="47" y="28"/>
                    </a:cubicBezTo>
                    <a:close/>
                    <a:moveTo>
                      <a:pt x="5" y="23"/>
                    </a:moveTo>
                    <a:cubicBezTo>
                      <a:pt x="45" y="23"/>
                      <a:pt x="45" y="23"/>
                      <a:pt x="45" y="23"/>
                    </a:cubicBezTo>
                    <a:cubicBezTo>
                      <a:pt x="45" y="5"/>
                      <a:pt x="45" y="5"/>
                      <a:pt x="45" y="5"/>
                    </a:cubicBezTo>
                    <a:cubicBezTo>
                      <a:pt x="40" y="5"/>
                      <a:pt x="40" y="5"/>
                      <a:pt x="40" y="5"/>
                    </a:cubicBezTo>
                    <a:cubicBezTo>
                      <a:pt x="40" y="10"/>
                      <a:pt x="40" y="10"/>
                      <a:pt x="40" y="10"/>
                    </a:cubicBezTo>
                    <a:cubicBezTo>
                      <a:pt x="40" y="12"/>
                      <a:pt x="39" y="13"/>
                      <a:pt x="38" y="13"/>
                    </a:cubicBezTo>
                    <a:cubicBezTo>
                      <a:pt x="29" y="13"/>
                      <a:pt x="29" y="13"/>
                      <a:pt x="29" y="13"/>
                    </a:cubicBezTo>
                    <a:cubicBezTo>
                      <a:pt x="28" y="13"/>
                      <a:pt x="27" y="12"/>
                      <a:pt x="27" y="10"/>
                    </a:cubicBezTo>
                    <a:cubicBezTo>
                      <a:pt x="27" y="5"/>
                      <a:pt x="27" y="5"/>
                      <a:pt x="27" y="5"/>
                    </a:cubicBezTo>
                    <a:cubicBezTo>
                      <a:pt x="23" y="5"/>
                      <a:pt x="23" y="5"/>
                      <a:pt x="23" y="5"/>
                    </a:cubicBezTo>
                    <a:cubicBezTo>
                      <a:pt x="23" y="10"/>
                      <a:pt x="23" y="10"/>
                      <a:pt x="23" y="10"/>
                    </a:cubicBezTo>
                    <a:cubicBezTo>
                      <a:pt x="23" y="12"/>
                      <a:pt x="22" y="13"/>
                      <a:pt x="20" y="13"/>
                    </a:cubicBezTo>
                    <a:cubicBezTo>
                      <a:pt x="12" y="13"/>
                      <a:pt x="12" y="13"/>
                      <a:pt x="12" y="13"/>
                    </a:cubicBezTo>
                    <a:cubicBezTo>
                      <a:pt x="11" y="13"/>
                      <a:pt x="10" y="12"/>
                      <a:pt x="10" y="10"/>
                    </a:cubicBezTo>
                    <a:cubicBezTo>
                      <a:pt x="10" y="5"/>
                      <a:pt x="10" y="5"/>
                      <a:pt x="10"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 name="Rectangle 376"/>
              <p:cNvSpPr>
                <a:spLocks noChangeArrowheads="1"/>
              </p:cNvSpPr>
              <p:nvPr/>
            </p:nvSpPr>
            <p:spPr bwMode="auto">
              <a:xfrm>
                <a:off x="2821" y="2819"/>
                <a:ext cx="4" cy="4"/>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7" name="Freeform 377"/>
              <p:cNvSpPr>
                <a:spLocks noEditPoints="1"/>
              </p:cNvSpPr>
              <p:nvPr/>
            </p:nvSpPr>
            <p:spPr bwMode="auto">
              <a:xfrm>
                <a:off x="2821" y="2819"/>
                <a:ext cx="4" cy="4"/>
              </a:xfrm>
              <a:custGeom>
                <a:avLst/>
                <a:gdLst>
                  <a:gd name="T0" fmla="*/ 34 w 36"/>
                  <a:gd name="T1" fmla="*/ 33 h 33"/>
                  <a:gd name="T2" fmla="*/ 34 w 36"/>
                  <a:gd name="T3" fmla="*/ 33 h 33"/>
                  <a:gd name="T4" fmla="*/ 2 w 36"/>
                  <a:gd name="T5" fmla="*/ 33 h 33"/>
                  <a:gd name="T6" fmla="*/ 1 w 36"/>
                  <a:gd name="T7" fmla="*/ 32 h 33"/>
                  <a:gd name="T8" fmla="*/ 0 w 36"/>
                  <a:gd name="T9" fmla="*/ 30 h 33"/>
                  <a:gd name="T10" fmla="*/ 2 w 36"/>
                  <a:gd name="T11" fmla="*/ 3 h 33"/>
                  <a:gd name="T12" fmla="*/ 4 w 36"/>
                  <a:gd name="T13" fmla="*/ 0 h 33"/>
                  <a:gd name="T14" fmla="*/ 32 w 36"/>
                  <a:gd name="T15" fmla="*/ 0 h 33"/>
                  <a:gd name="T16" fmla="*/ 34 w 36"/>
                  <a:gd name="T17" fmla="*/ 3 h 33"/>
                  <a:gd name="T18" fmla="*/ 36 w 36"/>
                  <a:gd name="T19" fmla="*/ 30 h 33"/>
                  <a:gd name="T20" fmla="*/ 36 w 36"/>
                  <a:gd name="T21" fmla="*/ 31 h 33"/>
                  <a:gd name="T22" fmla="*/ 34 w 36"/>
                  <a:gd name="T23" fmla="*/ 33 h 33"/>
                  <a:gd name="T24" fmla="*/ 5 w 36"/>
                  <a:gd name="T25" fmla="*/ 28 h 33"/>
                  <a:gd name="T26" fmla="*/ 31 w 36"/>
                  <a:gd name="T27" fmla="*/ 28 h 33"/>
                  <a:gd name="T28" fmla="*/ 30 w 36"/>
                  <a:gd name="T29" fmla="*/ 5 h 33"/>
                  <a:gd name="T30" fmla="*/ 6 w 36"/>
                  <a:gd name="T31" fmla="*/ 5 h 33"/>
                  <a:gd name="T32" fmla="*/ 5 w 36"/>
                  <a:gd name="T33"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33">
                    <a:moveTo>
                      <a:pt x="34" y="33"/>
                    </a:moveTo>
                    <a:cubicBezTo>
                      <a:pt x="34" y="33"/>
                      <a:pt x="34" y="33"/>
                      <a:pt x="34" y="33"/>
                    </a:cubicBezTo>
                    <a:cubicBezTo>
                      <a:pt x="2" y="33"/>
                      <a:pt x="2" y="33"/>
                      <a:pt x="2" y="33"/>
                    </a:cubicBezTo>
                    <a:cubicBezTo>
                      <a:pt x="2" y="33"/>
                      <a:pt x="1" y="33"/>
                      <a:pt x="1" y="32"/>
                    </a:cubicBezTo>
                    <a:cubicBezTo>
                      <a:pt x="0" y="32"/>
                      <a:pt x="0" y="31"/>
                      <a:pt x="0" y="30"/>
                    </a:cubicBezTo>
                    <a:cubicBezTo>
                      <a:pt x="2" y="3"/>
                      <a:pt x="2" y="3"/>
                      <a:pt x="2" y="3"/>
                    </a:cubicBezTo>
                    <a:cubicBezTo>
                      <a:pt x="2" y="1"/>
                      <a:pt x="3" y="0"/>
                      <a:pt x="4" y="0"/>
                    </a:cubicBezTo>
                    <a:cubicBezTo>
                      <a:pt x="32" y="0"/>
                      <a:pt x="32" y="0"/>
                      <a:pt x="32" y="0"/>
                    </a:cubicBezTo>
                    <a:cubicBezTo>
                      <a:pt x="33" y="0"/>
                      <a:pt x="34" y="1"/>
                      <a:pt x="34" y="3"/>
                    </a:cubicBezTo>
                    <a:cubicBezTo>
                      <a:pt x="36" y="30"/>
                      <a:pt x="36" y="30"/>
                      <a:pt x="36" y="30"/>
                    </a:cubicBezTo>
                    <a:cubicBezTo>
                      <a:pt x="36" y="30"/>
                      <a:pt x="36" y="30"/>
                      <a:pt x="36" y="31"/>
                    </a:cubicBezTo>
                    <a:cubicBezTo>
                      <a:pt x="36" y="32"/>
                      <a:pt x="35" y="33"/>
                      <a:pt x="34" y="33"/>
                    </a:cubicBezTo>
                    <a:close/>
                    <a:moveTo>
                      <a:pt x="5" y="28"/>
                    </a:moveTo>
                    <a:cubicBezTo>
                      <a:pt x="31" y="28"/>
                      <a:pt x="31" y="28"/>
                      <a:pt x="31" y="28"/>
                    </a:cubicBezTo>
                    <a:cubicBezTo>
                      <a:pt x="30" y="5"/>
                      <a:pt x="30" y="5"/>
                      <a:pt x="30" y="5"/>
                    </a:cubicBezTo>
                    <a:cubicBezTo>
                      <a:pt x="6" y="5"/>
                      <a:pt x="6" y="5"/>
                      <a:pt x="6"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 name="Freeform 378"/>
              <p:cNvSpPr>
                <a:spLocks/>
              </p:cNvSpPr>
              <p:nvPr/>
            </p:nvSpPr>
            <p:spPr bwMode="auto">
              <a:xfrm>
                <a:off x="2826" y="2812"/>
                <a:ext cx="5" cy="3"/>
              </a:xfrm>
              <a:custGeom>
                <a:avLst/>
                <a:gdLst>
                  <a:gd name="T0" fmla="*/ 4 w 5"/>
                  <a:gd name="T1" fmla="*/ 1 h 3"/>
                  <a:gd name="T2" fmla="*/ 4 w 5"/>
                  <a:gd name="T3" fmla="*/ 0 h 3"/>
                  <a:gd name="T4" fmla="*/ 5 w 5"/>
                  <a:gd name="T5" fmla="*/ 0 h 3"/>
                  <a:gd name="T6" fmla="*/ 5 w 5"/>
                  <a:gd name="T7" fmla="*/ 2 h 3"/>
                  <a:gd name="T8" fmla="*/ 5 w 5"/>
                  <a:gd name="T9" fmla="*/ 3 h 3"/>
                  <a:gd name="T10" fmla="*/ 0 w 5"/>
                  <a:gd name="T11" fmla="*/ 3 h 3"/>
                  <a:gd name="T12" fmla="*/ 0 w 5"/>
                  <a:gd name="T13" fmla="*/ 2 h 3"/>
                  <a:gd name="T14" fmla="*/ 0 w 5"/>
                  <a:gd name="T15" fmla="*/ 0 h 3"/>
                  <a:gd name="T16" fmla="*/ 1 w 5"/>
                  <a:gd name="T17" fmla="*/ 0 h 3"/>
                  <a:gd name="T18" fmla="*/ 1 w 5"/>
                  <a:gd name="T19" fmla="*/ 1 h 3"/>
                  <a:gd name="T20" fmla="*/ 2 w 5"/>
                  <a:gd name="T21" fmla="*/ 1 h 3"/>
                  <a:gd name="T22" fmla="*/ 2 w 5"/>
                  <a:gd name="T23" fmla="*/ 0 h 3"/>
                  <a:gd name="T24" fmla="*/ 3 w 5"/>
                  <a:gd name="T25" fmla="*/ 0 h 3"/>
                  <a:gd name="T26" fmla="*/ 3 w 5"/>
                  <a:gd name="T27" fmla="*/ 1 h 3"/>
                  <a:gd name="T28" fmla="*/ 4 w 5"/>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4" y="1"/>
                    </a:moveTo>
                    <a:lnTo>
                      <a:pt x="4" y="0"/>
                    </a:lnTo>
                    <a:lnTo>
                      <a:pt x="5" y="0"/>
                    </a:lnTo>
                    <a:lnTo>
                      <a:pt x="5" y="2"/>
                    </a:lnTo>
                    <a:lnTo>
                      <a:pt x="5" y="3"/>
                    </a:lnTo>
                    <a:lnTo>
                      <a:pt x="0" y="3"/>
                    </a:lnTo>
                    <a:lnTo>
                      <a:pt x="0" y="2"/>
                    </a:lnTo>
                    <a:lnTo>
                      <a:pt x="0" y="0"/>
                    </a:lnTo>
                    <a:lnTo>
                      <a:pt x="1" y="0"/>
                    </a:lnTo>
                    <a:lnTo>
                      <a:pt x="1" y="1"/>
                    </a:lnTo>
                    <a:lnTo>
                      <a:pt x="2" y="1"/>
                    </a:lnTo>
                    <a:lnTo>
                      <a:pt x="2" y="0"/>
                    </a:lnTo>
                    <a:lnTo>
                      <a:pt x="3" y="0"/>
                    </a:lnTo>
                    <a:lnTo>
                      <a:pt x="3" y="1"/>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9" name="Freeform 379"/>
              <p:cNvSpPr>
                <a:spLocks noEditPoints="1"/>
              </p:cNvSpPr>
              <p:nvPr/>
            </p:nvSpPr>
            <p:spPr bwMode="auto">
              <a:xfrm>
                <a:off x="2825" y="2812"/>
                <a:ext cx="7" cy="4"/>
              </a:xfrm>
              <a:custGeom>
                <a:avLst/>
                <a:gdLst>
                  <a:gd name="T0" fmla="*/ 46 w 49"/>
                  <a:gd name="T1" fmla="*/ 28 h 28"/>
                  <a:gd name="T2" fmla="*/ 2 w 49"/>
                  <a:gd name="T3" fmla="*/ 28 h 28"/>
                  <a:gd name="T4" fmla="*/ 0 w 49"/>
                  <a:gd name="T5" fmla="*/ 26 h 28"/>
                  <a:gd name="T6" fmla="*/ 0 w 49"/>
                  <a:gd name="T7" fmla="*/ 2 h 28"/>
                  <a:gd name="T8" fmla="*/ 2 w 49"/>
                  <a:gd name="T9" fmla="*/ 0 h 28"/>
                  <a:gd name="T10" fmla="*/ 11 w 49"/>
                  <a:gd name="T11" fmla="*/ 0 h 28"/>
                  <a:gd name="T12" fmla="*/ 14 w 49"/>
                  <a:gd name="T13" fmla="*/ 2 h 28"/>
                  <a:gd name="T14" fmla="*/ 14 w 49"/>
                  <a:gd name="T15" fmla="*/ 8 h 28"/>
                  <a:gd name="T16" fmla="*/ 17 w 49"/>
                  <a:gd name="T17" fmla="*/ 8 h 28"/>
                  <a:gd name="T18" fmla="*/ 17 w 49"/>
                  <a:gd name="T19" fmla="*/ 2 h 28"/>
                  <a:gd name="T20" fmla="*/ 20 w 49"/>
                  <a:gd name="T21" fmla="*/ 0 h 28"/>
                  <a:gd name="T22" fmla="*/ 29 w 49"/>
                  <a:gd name="T23" fmla="*/ 0 h 28"/>
                  <a:gd name="T24" fmla="*/ 31 w 49"/>
                  <a:gd name="T25" fmla="*/ 2 h 28"/>
                  <a:gd name="T26" fmla="*/ 31 w 49"/>
                  <a:gd name="T27" fmla="*/ 8 h 28"/>
                  <a:gd name="T28" fmla="*/ 35 w 49"/>
                  <a:gd name="T29" fmla="*/ 8 h 28"/>
                  <a:gd name="T30" fmla="*/ 35 w 49"/>
                  <a:gd name="T31" fmla="*/ 2 h 28"/>
                  <a:gd name="T32" fmla="*/ 37 w 49"/>
                  <a:gd name="T33" fmla="*/ 0 h 28"/>
                  <a:gd name="T34" fmla="*/ 46 w 49"/>
                  <a:gd name="T35" fmla="*/ 0 h 28"/>
                  <a:gd name="T36" fmla="*/ 49 w 49"/>
                  <a:gd name="T37" fmla="*/ 2 h 28"/>
                  <a:gd name="T38" fmla="*/ 49 w 49"/>
                  <a:gd name="T39" fmla="*/ 26 h 28"/>
                  <a:gd name="T40" fmla="*/ 46 w 49"/>
                  <a:gd name="T41" fmla="*/ 28 h 28"/>
                  <a:gd name="T42" fmla="*/ 4 w 49"/>
                  <a:gd name="T43" fmla="*/ 23 h 28"/>
                  <a:gd name="T44" fmla="*/ 44 w 49"/>
                  <a:gd name="T45" fmla="*/ 23 h 28"/>
                  <a:gd name="T46" fmla="*/ 44 w 49"/>
                  <a:gd name="T47" fmla="*/ 5 h 28"/>
                  <a:gd name="T48" fmla="*/ 40 w 49"/>
                  <a:gd name="T49" fmla="*/ 5 h 28"/>
                  <a:gd name="T50" fmla="*/ 40 w 49"/>
                  <a:gd name="T51" fmla="*/ 10 h 28"/>
                  <a:gd name="T52" fmla="*/ 37 w 49"/>
                  <a:gd name="T53" fmla="*/ 13 h 28"/>
                  <a:gd name="T54" fmla="*/ 29 w 49"/>
                  <a:gd name="T55" fmla="*/ 13 h 28"/>
                  <a:gd name="T56" fmla="*/ 26 w 49"/>
                  <a:gd name="T57" fmla="*/ 10 h 28"/>
                  <a:gd name="T58" fmla="*/ 26 w 49"/>
                  <a:gd name="T59" fmla="*/ 5 h 28"/>
                  <a:gd name="T60" fmla="*/ 22 w 49"/>
                  <a:gd name="T61" fmla="*/ 5 h 28"/>
                  <a:gd name="T62" fmla="*/ 22 w 49"/>
                  <a:gd name="T63" fmla="*/ 10 h 28"/>
                  <a:gd name="T64" fmla="*/ 20 w 49"/>
                  <a:gd name="T65" fmla="*/ 13 h 28"/>
                  <a:gd name="T66" fmla="*/ 11 w 49"/>
                  <a:gd name="T67" fmla="*/ 13 h 28"/>
                  <a:gd name="T68" fmla="*/ 9 w 49"/>
                  <a:gd name="T69" fmla="*/ 10 h 28"/>
                  <a:gd name="T70" fmla="*/ 9 w 49"/>
                  <a:gd name="T71" fmla="*/ 5 h 28"/>
                  <a:gd name="T72" fmla="*/ 4 w 49"/>
                  <a:gd name="T73" fmla="*/ 5 h 28"/>
                  <a:gd name="T74" fmla="*/ 4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6" y="28"/>
                    </a:moveTo>
                    <a:cubicBezTo>
                      <a:pt x="2" y="28"/>
                      <a:pt x="2" y="28"/>
                      <a:pt x="2" y="28"/>
                    </a:cubicBezTo>
                    <a:cubicBezTo>
                      <a:pt x="1" y="28"/>
                      <a:pt x="0" y="27"/>
                      <a:pt x="0" y="26"/>
                    </a:cubicBezTo>
                    <a:cubicBezTo>
                      <a:pt x="0" y="2"/>
                      <a:pt x="0" y="2"/>
                      <a:pt x="0" y="2"/>
                    </a:cubicBezTo>
                    <a:cubicBezTo>
                      <a:pt x="0" y="1"/>
                      <a:pt x="1" y="0"/>
                      <a:pt x="2" y="0"/>
                    </a:cubicBezTo>
                    <a:cubicBezTo>
                      <a:pt x="11" y="0"/>
                      <a:pt x="11" y="0"/>
                      <a:pt x="11" y="0"/>
                    </a:cubicBezTo>
                    <a:cubicBezTo>
                      <a:pt x="12" y="0"/>
                      <a:pt x="14" y="1"/>
                      <a:pt x="14" y="2"/>
                    </a:cubicBezTo>
                    <a:cubicBezTo>
                      <a:pt x="14" y="8"/>
                      <a:pt x="14" y="8"/>
                      <a:pt x="14" y="8"/>
                    </a:cubicBezTo>
                    <a:cubicBezTo>
                      <a:pt x="17" y="8"/>
                      <a:pt x="17" y="8"/>
                      <a:pt x="17" y="8"/>
                    </a:cubicBezTo>
                    <a:cubicBezTo>
                      <a:pt x="17" y="2"/>
                      <a:pt x="17" y="2"/>
                      <a:pt x="17" y="2"/>
                    </a:cubicBezTo>
                    <a:cubicBezTo>
                      <a:pt x="17" y="1"/>
                      <a:pt x="18" y="0"/>
                      <a:pt x="20" y="0"/>
                    </a:cubicBezTo>
                    <a:cubicBezTo>
                      <a:pt x="29" y="0"/>
                      <a:pt x="29" y="0"/>
                      <a:pt x="29" y="0"/>
                    </a:cubicBezTo>
                    <a:cubicBezTo>
                      <a:pt x="30" y="0"/>
                      <a:pt x="31" y="1"/>
                      <a:pt x="31" y="2"/>
                    </a:cubicBezTo>
                    <a:cubicBezTo>
                      <a:pt x="31" y="8"/>
                      <a:pt x="31" y="8"/>
                      <a:pt x="31" y="8"/>
                    </a:cubicBezTo>
                    <a:cubicBezTo>
                      <a:pt x="35" y="8"/>
                      <a:pt x="35" y="8"/>
                      <a:pt x="35" y="8"/>
                    </a:cubicBezTo>
                    <a:cubicBezTo>
                      <a:pt x="35" y="2"/>
                      <a:pt x="35" y="2"/>
                      <a:pt x="35" y="2"/>
                    </a:cubicBezTo>
                    <a:cubicBezTo>
                      <a:pt x="35" y="1"/>
                      <a:pt x="36" y="0"/>
                      <a:pt x="37" y="0"/>
                    </a:cubicBezTo>
                    <a:cubicBezTo>
                      <a:pt x="46" y="0"/>
                      <a:pt x="46" y="0"/>
                      <a:pt x="46" y="0"/>
                    </a:cubicBezTo>
                    <a:cubicBezTo>
                      <a:pt x="48" y="0"/>
                      <a:pt x="49" y="1"/>
                      <a:pt x="49" y="2"/>
                    </a:cubicBezTo>
                    <a:cubicBezTo>
                      <a:pt x="49" y="26"/>
                      <a:pt x="49" y="26"/>
                      <a:pt x="49" y="26"/>
                    </a:cubicBezTo>
                    <a:cubicBezTo>
                      <a:pt x="49" y="27"/>
                      <a:pt x="48" y="28"/>
                      <a:pt x="46" y="28"/>
                    </a:cubicBezTo>
                    <a:close/>
                    <a:moveTo>
                      <a:pt x="4" y="23"/>
                    </a:moveTo>
                    <a:cubicBezTo>
                      <a:pt x="44" y="23"/>
                      <a:pt x="44" y="23"/>
                      <a:pt x="44" y="23"/>
                    </a:cubicBezTo>
                    <a:cubicBezTo>
                      <a:pt x="44" y="5"/>
                      <a:pt x="44" y="5"/>
                      <a:pt x="44" y="5"/>
                    </a:cubicBezTo>
                    <a:cubicBezTo>
                      <a:pt x="40" y="5"/>
                      <a:pt x="40" y="5"/>
                      <a:pt x="40" y="5"/>
                    </a:cubicBezTo>
                    <a:cubicBezTo>
                      <a:pt x="40" y="10"/>
                      <a:pt x="40" y="10"/>
                      <a:pt x="40" y="10"/>
                    </a:cubicBezTo>
                    <a:cubicBezTo>
                      <a:pt x="40" y="12"/>
                      <a:pt x="38" y="13"/>
                      <a:pt x="37" y="13"/>
                    </a:cubicBezTo>
                    <a:cubicBezTo>
                      <a:pt x="29" y="13"/>
                      <a:pt x="29" y="13"/>
                      <a:pt x="29" y="13"/>
                    </a:cubicBezTo>
                    <a:cubicBezTo>
                      <a:pt x="27" y="13"/>
                      <a:pt x="26" y="12"/>
                      <a:pt x="26" y="10"/>
                    </a:cubicBezTo>
                    <a:cubicBezTo>
                      <a:pt x="26" y="5"/>
                      <a:pt x="26" y="5"/>
                      <a:pt x="26" y="5"/>
                    </a:cubicBezTo>
                    <a:cubicBezTo>
                      <a:pt x="22" y="5"/>
                      <a:pt x="22" y="5"/>
                      <a:pt x="22" y="5"/>
                    </a:cubicBezTo>
                    <a:cubicBezTo>
                      <a:pt x="22" y="10"/>
                      <a:pt x="22" y="10"/>
                      <a:pt x="22" y="10"/>
                    </a:cubicBezTo>
                    <a:cubicBezTo>
                      <a:pt x="22" y="12"/>
                      <a:pt x="21" y="13"/>
                      <a:pt x="20" y="13"/>
                    </a:cubicBezTo>
                    <a:cubicBezTo>
                      <a:pt x="11" y="13"/>
                      <a:pt x="11" y="13"/>
                      <a:pt x="11" y="13"/>
                    </a:cubicBezTo>
                    <a:cubicBezTo>
                      <a:pt x="10" y="13"/>
                      <a:pt x="9" y="12"/>
                      <a:pt x="9" y="10"/>
                    </a:cubicBezTo>
                    <a:cubicBezTo>
                      <a:pt x="9" y="5"/>
                      <a:pt x="9" y="5"/>
                      <a:pt x="9" y="5"/>
                    </a:cubicBezTo>
                    <a:cubicBezTo>
                      <a:pt x="4" y="5"/>
                      <a:pt x="4" y="5"/>
                      <a:pt x="4" y="5"/>
                    </a:cubicBez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0" name="Freeform 380"/>
              <p:cNvSpPr>
                <a:spLocks/>
              </p:cNvSpPr>
              <p:nvPr/>
            </p:nvSpPr>
            <p:spPr bwMode="auto">
              <a:xfrm>
                <a:off x="2827" y="2815"/>
                <a:ext cx="4" cy="8"/>
              </a:xfrm>
              <a:custGeom>
                <a:avLst/>
                <a:gdLst>
                  <a:gd name="T0" fmla="*/ 4 w 4"/>
                  <a:gd name="T1" fmla="*/ 8 h 8"/>
                  <a:gd name="T2" fmla="*/ 0 w 4"/>
                  <a:gd name="T3" fmla="*/ 8 h 8"/>
                  <a:gd name="T4" fmla="*/ 0 w 4"/>
                  <a:gd name="T5" fmla="*/ 0 h 8"/>
                  <a:gd name="T6" fmla="*/ 3 w 4"/>
                  <a:gd name="T7" fmla="*/ 0 h 8"/>
                  <a:gd name="T8" fmla="*/ 4 w 4"/>
                  <a:gd name="T9" fmla="*/ 8 h 8"/>
                </a:gdLst>
                <a:ahLst/>
                <a:cxnLst>
                  <a:cxn ang="0">
                    <a:pos x="T0" y="T1"/>
                  </a:cxn>
                  <a:cxn ang="0">
                    <a:pos x="T2" y="T3"/>
                  </a:cxn>
                  <a:cxn ang="0">
                    <a:pos x="T4" y="T5"/>
                  </a:cxn>
                  <a:cxn ang="0">
                    <a:pos x="T6" y="T7"/>
                  </a:cxn>
                  <a:cxn ang="0">
                    <a:pos x="T8" y="T9"/>
                  </a:cxn>
                </a:cxnLst>
                <a:rect l="0" t="0" r="r" b="b"/>
                <a:pathLst>
                  <a:path w="4" h="8">
                    <a:moveTo>
                      <a:pt x="4" y="8"/>
                    </a:moveTo>
                    <a:lnTo>
                      <a:pt x="0" y="8"/>
                    </a:lnTo>
                    <a:lnTo>
                      <a:pt x="0" y="0"/>
                    </a:lnTo>
                    <a:lnTo>
                      <a:pt x="3" y="0"/>
                    </a:lnTo>
                    <a:lnTo>
                      <a:pt x="4" y="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1" name="Freeform 381"/>
              <p:cNvSpPr>
                <a:spLocks noEditPoints="1"/>
              </p:cNvSpPr>
              <p:nvPr/>
            </p:nvSpPr>
            <p:spPr bwMode="auto">
              <a:xfrm>
                <a:off x="2826" y="2815"/>
                <a:ext cx="5" cy="8"/>
              </a:xfrm>
              <a:custGeom>
                <a:avLst/>
                <a:gdLst>
                  <a:gd name="T0" fmla="*/ 34 w 36"/>
                  <a:gd name="T1" fmla="*/ 63 h 63"/>
                  <a:gd name="T2" fmla="*/ 34 w 36"/>
                  <a:gd name="T3" fmla="*/ 63 h 63"/>
                  <a:gd name="T4" fmla="*/ 2 w 36"/>
                  <a:gd name="T5" fmla="*/ 63 h 63"/>
                  <a:gd name="T6" fmla="*/ 1 w 36"/>
                  <a:gd name="T7" fmla="*/ 62 h 63"/>
                  <a:gd name="T8" fmla="*/ 0 w 36"/>
                  <a:gd name="T9" fmla="*/ 61 h 63"/>
                  <a:gd name="T10" fmla="*/ 2 w 36"/>
                  <a:gd name="T11" fmla="*/ 3 h 63"/>
                  <a:gd name="T12" fmla="*/ 4 w 36"/>
                  <a:gd name="T13" fmla="*/ 0 h 63"/>
                  <a:gd name="T14" fmla="*/ 32 w 36"/>
                  <a:gd name="T15" fmla="*/ 0 h 63"/>
                  <a:gd name="T16" fmla="*/ 34 w 36"/>
                  <a:gd name="T17" fmla="*/ 3 h 63"/>
                  <a:gd name="T18" fmla="*/ 36 w 36"/>
                  <a:gd name="T19" fmla="*/ 60 h 63"/>
                  <a:gd name="T20" fmla="*/ 36 w 36"/>
                  <a:gd name="T21" fmla="*/ 61 h 63"/>
                  <a:gd name="T22" fmla="*/ 34 w 36"/>
                  <a:gd name="T23" fmla="*/ 63 h 63"/>
                  <a:gd name="T24" fmla="*/ 5 w 36"/>
                  <a:gd name="T25" fmla="*/ 58 h 63"/>
                  <a:gd name="T26" fmla="*/ 31 w 36"/>
                  <a:gd name="T27" fmla="*/ 58 h 63"/>
                  <a:gd name="T28" fmla="*/ 30 w 36"/>
                  <a:gd name="T29" fmla="*/ 5 h 63"/>
                  <a:gd name="T30" fmla="*/ 7 w 36"/>
                  <a:gd name="T31" fmla="*/ 5 h 63"/>
                  <a:gd name="T32" fmla="*/ 5 w 36"/>
                  <a:gd name="T3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63">
                    <a:moveTo>
                      <a:pt x="34" y="63"/>
                    </a:moveTo>
                    <a:cubicBezTo>
                      <a:pt x="34" y="63"/>
                      <a:pt x="34" y="63"/>
                      <a:pt x="34" y="63"/>
                    </a:cubicBezTo>
                    <a:cubicBezTo>
                      <a:pt x="2" y="63"/>
                      <a:pt x="2" y="63"/>
                      <a:pt x="2" y="63"/>
                    </a:cubicBezTo>
                    <a:cubicBezTo>
                      <a:pt x="2" y="63"/>
                      <a:pt x="1" y="63"/>
                      <a:pt x="1" y="62"/>
                    </a:cubicBezTo>
                    <a:cubicBezTo>
                      <a:pt x="0" y="62"/>
                      <a:pt x="0" y="61"/>
                      <a:pt x="0" y="61"/>
                    </a:cubicBezTo>
                    <a:cubicBezTo>
                      <a:pt x="2" y="3"/>
                      <a:pt x="2" y="3"/>
                      <a:pt x="2" y="3"/>
                    </a:cubicBezTo>
                    <a:cubicBezTo>
                      <a:pt x="2" y="1"/>
                      <a:pt x="3" y="0"/>
                      <a:pt x="4" y="0"/>
                    </a:cubicBezTo>
                    <a:cubicBezTo>
                      <a:pt x="32" y="0"/>
                      <a:pt x="32" y="0"/>
                      <a:pt x="32" y="0"/>
                    </a:cubicBezTo>
                    <a:cubicBezTo>
                      <a:pt x="33" y="0"/>
                      <a:pt x="34" y="1"/>
                      <a:pt x="34" y="3"/>
                    </a:cubicBezTo>
                    <a:cubicBezTo>
                      <a:pt x="36" y="60"/>
                      <a:pt x="36" y="60"/>
                      <a:pt x="36" y="60"/>
                    </a:cubicBezTo>
                    <a:cubicBezTo>
                      <a:pt x="36" y="60"/>
                      <a:pt x="36" y="60"/>
                      <a:pt x="36" y="61"/>
                    </a:cubicBezTo>
                    <a:cubicBezTo>
                      <a:pt x="36" y="62"/>
                      <a:pt x="35" y="63"/>
                      <a:pt x="34" y="63"/>
                    </a:cubicBezTo>
                    <a:close/>
                    <a:moveTo>
                      <a:pt x="5" y="58"/>
                    </a:moveTo>
                    <a:cubicBezTo>
                      <a:pt x="31" y="58"/>
                      <a:pt x="31" y="58"/>
                      <a:pt x="31" y="58"/>
                    </a:cubicBezTo>
                    <a:cubicBezTo>
                      <a:pt x="30" y="5"/>
                      <a:pt x="30" y="5"/>
                      <a:pt x="30" y="5"/>
                    </a:cubicBezTo>
                    <a:cubicBezTo>
                      <a:pt x="7" y="5"/>
                      <a:pt x="7" y="5"/>
                      <a:pt x="7" y="5"/>
                    </a:cubicBezTo>
                    <a:lnTo>
                      <a:pt x="5"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2" name="Freeform 382"/>
              <p:cNvSpPr>
                <a:spLocks/>
              </p:cNvSpPr>
              <p:nvPr/>
            </p:nvSpPr>
            <p:spPr bwMode="auto">
              <a:xfrm>
                <a:off x="2822" y="2820"/>
                <a:ext cx="1" cy="2"/>
              </a:xfrm>
              <a:custGeom>
                <a:avLst/>
                <a:gdLst>
                  <a:gd name="T0" fmla="*/ 6 w 6"/>
                  <a:gd name="T1" fmla="*/ 3 h 12"/>
                  <a:gd name="T2" fmla="*/ 3 w 6"/>
                  <a:gd name="T3" fmla="*/ 0 h 12"/>
                  <a:gd name="T4" fmla="*/ 0 w 6"/>
                  <a:gd name="T5" fmla="*/ 3 h 12"/>
                  <a:gd name="T6" fmla="*/ 0 w 6"/>
                  <a:gd name="T7" fmla="*/ 12 h 12"/>
                  <a:gd name="T8" fmla="*/ 6 w 6"/>
                  <a:gd name="T9" fmla="*/ 12 h 12"/>
                  <a:gd name="T10" fmla="*/ 6 w 6"/>
                  <a:gd name="T11" fmla="*/ 3 h 12"/>
                </a:gdLst>
                <a:ahLst/>
                <a:cxnLst>
                  <a:cxn ang="0">
                    <a:pos x="T0" y="T1"/>
                  </a:cxn>
                  <a:cxn ang="0">
                    <a:pos x="T2" y="T3"/>
                  </a:cxn>
                  <a:cxn ang="0">
                    <a:pos x="T4" y="T5"/>
                  </a:cxn>
                  <a:cxn ang="0">
                    <a:pos x="T6" y="T7"/>
                  </a:cxn>
                  <a:cxn ang="0">
                    <a:pos x="T8" y="T9"/>
                  </a:cxn>
                  <a:cxn ang="0">
                    <a:pos x="T10" y="T11"/>
                  </a:cxn>
                </a:cxnLst>
                <a:rect l="0" t="0" r="r" b="b"/>
                <a:pathLst>
                  <a:path w="6" h="12">
                    <a:moveTo>
                      <a:pt x="6" y="3"/>
                    </a:moveTo>
                    <a:cubicBezTo>
                      <a:pt x="6" y="1"/>
                      <a:pt x="5" y="0"/>
                      <a:pt x="3" y="0"/>
                    </a:cubicBezTo>
                    <a:cubicBezTo>
                      <a:pt x="1" y="0"/>
                      <a:pt x="0" y="1"/>
                      <a:pt x="0" y="3"/>
                    </a:cubicBezTo>
                    <a:cubicBezTo>
                      <a:pt x="0" y="12"/>
                      <a:pt x="0" y="12"/>
                      <a:pt x="0" y="12"/>
                    </a:cubicBezTo>
                    <a:cubicBezTo>
                      <a:pt x="6" y="12"/>
                      <a:pt x="6" y="12"/>
                      <a:pt x="6" y="12"/>
                    </a:cubicBez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3" name="Freeform 383"/>
              <p:cNvSpPr>
                <a:spLocks/>
              </p:cNvSpPr>
              <p:nvPr/>
            </p:nvSpPr>
            <p:spPr bwMode="auto">
              <a:xfrm>
                <a:off x="2828" y="2817"/>
                <a:ext cx="1" cy="1"/>
              </a:xfrm>
              <a:custGeom>
                <a:avLst/>
                <a:gdLst>
                  <a:gd name="T0" fmla="*/ 6 w 6"/>
                  <a:gd name="T1" fmla="*/ 3 h 12"/>
                  <a:gd name="T2" fmla="*/ 3 w 6"/>
                  <a:gd name="T3" fmla="*/ 0 h 12"/>
                  <a:gd name="T4" fmla="*/ 0 w 6"/>
                  <a:gd name="T5" fmla="*/ 3 h 12"/>
                  <a:gd name="T6" fmla="*/ 0 w 6"/>
                  <a:gd name="T7" fmla="*/ 12 h 12"/>
                  <a:gd name="T8" fmla="*/ 6 w 6"/>
                  <a:gd name="T9" fmla="*/ 12 h 12"/>
                  <a:gd name="T10" fmla="*/ 6 w 6"/>
                  <a:gd name="T11" fmla="*/ 3 h 12"/>
                </a:gdLst>
                <a:ahLst/>
                <a:cxnLst>
                  <a:cxn ang="0">
                    <a:pos x="T0" y="T1"/>
                  </a:cxn>
                  <a:cxn ang="0">
                    <a:pos x="T2" y="T3"/>
                  </a:cxn>
                  <a:cxn ang="0">
                    <a:pos x="T4" y="T5"/>
                  </a:cxn>
                  <a:cxn ang="0">
                    <a:pos x="T6" y="T7"/>
                  </a:cxn>
                  <a:cxn ang="0">
                    <a:pos x="T8" y="T9"/>
                  </a:cxn>
                  <a:cxn ang="0">
                    <a:pos x="T10" y="T11"/>
                  </a:cxn>
                </a:cxnLst>
                <a:rect l="0" t="0" r="r" b="b"/>
                <a:pathLst>
                  <a:path w="6" h="12">
                    <a:moveTo>
                      <a:pt x="6" y="3"/>
                    </a:moveTo>
                    <a:cubicBezTo>
                      <a:pt x="6" y="2"/>
                      <a:pt x="5" y="0"/>
                      <a:pt x="3" y="0"/>
                    </a:cubicBezTo>
                    <a:cubicBezTo>
                      <a:pt x="1" y="0"/>
                      <a:pt x="0" y="2"/>
                      <a:pt x="0" y="3"/>
                    </a:cubicBezTo>
                    <a:cubicBezTo>
                      <a:pt x="0" y="12"/>
                      <a:pt x="0" y="12"/>
                      <a:pt x="0" y="12"/>
                    </a:cubicBezTo>
                    <a:cubicBezTo>
                      <a:pt x="6" y="12"/>
                      <a:pt x="6" y="12"/>
                      <a:pt x="6" y="12"/>
                    </a:cubicBez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4" name="Freeform 384"/>
              <p:cNvSpPr>
                <a:spLocks/>
              </p:cNvSpPr>
              <p:nvPr/>
            </p:nvSpPr>
            <p:spPr bwMode="auto">
              <a:xfrm>
                <a:off x="2831" y="2816"/>
                <a:ext cx="6" cy="3"/>
              </a:xfrm>
              <a:custGeom>
                <a:avLst/>
                <a:gdLst>
                  <a:gd name="T0" fmla="*/ 2 w 6"/>
                  <a:gd name="T1" fmla="*/ 1 h 3"/>
                  <a:gd name="T2" fmla="*/ 2 w 6"/>
                  <a:gd name="T3" fmla="*/ 0 h 3"/>
                  <a:gd name="T4" fmla="*/ 0 w 6"/>
                  <a:gd name="T5" fmla="*/ 0 h 3"/>
                  <a:gd name="T6" fmla="*/ 0 w 6"/>
                  <a:gd name="T7" fmla="*/ 1 h 3"/>
                  <a:gd name="T8" fmla="*/ 0 w 6"/>
                  <a:gd name="T9" fmla="*/ 3 h 3"/>
                  <a:gd name="T10" fmla="*/ 6 w 6"/>
                  <a:gd name="T11" fmla="*/ 3 h 3"/>
                  <a:gd name="T12" fmla="*/ 6 w 6"/>
                  <a:gd name="T13" fmla="*/ 1 h 3"/>
                  <a:gd name="T14" fmla="*/ 6 w 6"/>
                  <a:gd name="T15" fmla="*/ 0 h 3"/>
                  <a:gd name="T16" fmla="*/ 5 w 6"/>
                  <a:gd name="T17" fmla="*/ 0 h 3"/>
                  <a:gd name="T18" fmla="*/ 5 w 6"/>
                  <a:gd name="T19" fmla="*/ 1 h 3"/>
                  <a:gd name="T20" fmla="*/ 4 w 6"/>
                  <a:gd name="T21" fmla="*/ 1 h 3"/>
                  <a:gd name="T22" fmla="*/ 4 w 6"/>
                  <a:gd name="T23" fmla="*/ 0 h 3"/>
                  <a:gd name="T24" fmla="*/ 3 w 6"/>
                  <a:gd name="T25" fmla="*/ 0 h 3"/>
                  <a:gd name="T26" fmla="*/ 3 w 6"/>
                  <a:gd name="T27" fmla="*/ 1 h 3"/>
                  <a:gd name="T28" fmla="*/ 2 w 6"/>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2" y="1"/>
                    </a:moveTo>
                    <a:lnTo>
                      <a:pt x="2" y="0"/>
                    </a:lnTo>
                    <a:lnTo>
                      <a:pt x="0" y="0"/>
                    </a:lnTo>
                    <a:lnTo>
                      <a:pt x="0" y="1"/>
                    </a:lnTo>
                    <a:lnTo>
                      <a:pt x="0" y="3"/>
                    </a:lnTo>
                    <a:lnTo>
                      <a:pt x="6" y="3"/>
                    </a:lnTo>
                    <a:lnTo>
                      <a:pt x="6" y="1"/>
                    </a:lnTo>
                    <a:lnTo>
                      <a:pt x="6" y="0"/>
                    </a:lnTo>
                    <a:lnTo>
                      <a:pt x="5" y="0"/>
                    </a:lnTo>
                    <a:lnTo>
                      <a:pt x="5" y="1"/>
                    </a:lnTo>
                    <a:lnTo>
                      <a:pt x="4" y="1"/>
                    </a:lnTo>
                    <a:lnTo>
                      <a:pt x="4" y="0"/>
                    </a:lnTo>
                    <a:lnTo>
                      <a:pt x="3" y="0"/>
                    </a:lnTo>
                    <a:lnTo>
                      <a:pt x="3" y="1"/>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5" name="Freeform 385"/>
              <p:cNvSpPr>
                <a:spLocks noEditPoints="1"/>
              </p:cNvSpPr>
              <p:nvPr/>
            </p:nvSpPr>
            <p:spPr bwMode="auto">
              <a:xfrm>
                <a:off x="2831" y="2816"/>
                <a:ext cx="6" cy="3"/>
              </a:xfrm>
              <a:custGeom>
                <a:avLst/>
                <a:gdLst>
                  <a:gd name="T0" fmla="*/ 47 w 49"/>
                  <a:gd name="T1" fmla="*/ 28 h 28"/>
                  <a:gd name="T2" fmla="*/ 2 w 49"/>
                  <a:gd name="T3" fmla="*/ 28 h 28"/>
                  <a:gd name="T4" fmla="*/ 0 w 49"/>
                  <a:gd name="T5" fmla="*/ 26 h 28"/>
                  <a:gd name="T6" fmla="*/ 0 w 49"/>
                  <a:gd name="T7" fmla="*/ 2 h 28"/>
                  <a:gd name="T8" fmla="*/ 2 w 49"/>
                  <a:gd name="T9" fmla="*/ 0 h 28"/>
                  <a:gd name="T10" fmla="*/ 11 w 49"/>
                  <a:gd name="T11" fmla="*/ 0 h 28"/>
                  <a:gd name="T12" fmla="*/ 14 w 49"/>
                  <a:gd name="T13" fmla="*/ 2 h 28"/>
                  <a:gd name="T14" fmla="*/ 14 w 49"/>
                  <a:gd name="T15" fmla="*/ 8 h 28"/>
                  <a:gd name="T16" fmla="*/ 17 w 49"/>
                  <a:gd name="T17" fmla="*/ 8 h 28"/>
                  <a:gd name="T18" fmla="*/ 17 w 49"/>
                  <a:gd name="T19" fmla="*/ 2 h 28"/>
                  <a:gd name="T20" fmla="*/ 20 w 49"/>
                  <a:gd name="T21" fmla="*/ 0 h 28"/>
                  <a:gd name="T22" fmla="*/ 29 w 49"/>
                  <a:gd name="T23" fmla="*/ 0 h 28"/>
                  <a:gd name="T24" fmla="*/ 31 w 49"/>
                  <a:gd name="T25" fmla="*/ 2 h 28"/>
                  <a:gd name="T26" fmla="*/ 31 w 49"/>
                  <a:gd name="T27" fmla="*/ 8 h 28"/>
                  <a:gd name="T28" fmla="*/ 35 w 49"/>
                  <a:gd name="T29" fmla="*/ 8 h 28"/>
                  <a:gd name="T30" fmla="*/ 35 w 49"/>
                  <a:gd name="T31" fmla="*/ 2 h 28"/>
                  <a:gd name="T32" fmla="*/ 37 w 49"/>
                  <a:gd name="T33" fmla="*/ 0 h 28"/>
                  <a:gd name="T34" fmla="*/ 47 w 49"/>
                  <a:gd name="T35" fmla="*/ 0 h 28"/>
                  <a:gd name="T36" fmla="*/ 49 w 49"/>
                  <a:gd name="T37" fmla="*/ 2 h 28"/>
                  <a:gd name="T38" fmla="*/ 49 w 49"/>
                  <a:gd name="T39" fmla="*/ 26 h 28"/>
                  <a:gd name="T40" fmla="*/ 47 w 49"/>
                  <a:gd name="T41" fmla="*/ 28 h 28"/>
                  <a:gd name="T42" fmla="*/ 5 w 49"/>
                  <a:gd name="T43" fmla="*/ 23 h 28"/>
                  <a:gd name="T44" fmla="*/ 44 w 49"/>
                  <a:gd name="T45" fmla="*/ 23 h 28"/>
                  <a:gd name="T46" fmla="*/ 44 w 49"/>
                  <a:gd name="T47" fmla="*/ 5 h 28"/>
                  <a:gd name="T48" fmla="*/ 40 w 49"/>
                  <a:gd name="T49" fmla="*/ 5 h 28"/>
                  <a:gd name="T50" fmla="*/ 40 w 49"/>
                  <a:gd name="T51" fmla="*/ 10 h 28"/>
                  <a:gd name="T52" fmla="*/ 37 w 49"/>
                  <a:gd name="T53" fmla="*/ 13 h 28"/>
                  <a:gd name="T54" fmla="*/ 29 w 49"/>
                  <a:gd name="T55" fmla="*/ 13 h 28"/>
                  <a:gd name="T56" fmla="*/ 27 w 49"/>
                  <a:gd name="T57" fmla="*/ 10 h 28"/>
                  <a:gd name="T58" fmla="*/ 27 w 49"/>
                  <a:gd name="T59" fmla="*/ 5 h 28"/>
                  <a:gd name="T60" fmla="*/ 22 w 49"/>
                  <a:gd name="T61" fmla="*/ 5 h 28"/>
                  <a:gd name="T62" fmla="*/ 22 w 49"/>
                  <a:gd name="T63" fmla="*/ 10 h 28"/>
                  <a:gd name="T64" fmla="*/ 20 w 49"/>
                  <a:gd name="T65" fmla="*/ 13 h 28"/>
                  <a:gd name="T66" fmla="*/ 11 w 49"/>
                  <a:gd name="T67" fmla="*/ 13 h 28"/>
                  <a:gd name="T68" fmla="*/ 9 w 49"/>
                  <a:gd name="T69" fmla="*/ 10 h 28"/>
                  <a:gd name="T70" fmla="*/ 9 w 49"/>
                  <a:gd name="T71" fmla="*/ 5 h 28"/>
                  <a:gd name="T72" fmla="*/ 5 w 49"/>
                  <a:gd name="T73" fmla="*/ 5 h 28"/>
                  <a:gd name="T74" fmla="*/ 5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7" y="28"/>
                    </a:moveTo>
                    <a:cubicBezTo>
                      <a:pt x="2" y="28"/>
                      <a:pt x="2" y="28"/>
                      <a:pt x="2" y="28"/>
                    </a:cubicBezTo>
                    <a:cubicBezTo>
                      <a:pt x="1" y="28"/>
                      <a:pt x="0" y="27"/>
                      <a:pt x="0" y="26"/>
                    </a:cubicBezTo>
                    <a:cubicBezTo>
                      <a:pt x="0" y="2"/>
                      <a:pt x="0" y="2"/>
                      <a:pt x="0" y="2"/>
                    </a:cubicBezTo>
                    <a:cubicBezTo>
                      <a:pt x="0" y="1"/>
                      <a:pt x="1" y="0"/>
                      <a:pt x="2" y="0"/>
                    </a:cubicBezTo>
                    <a:cubicBezTo>
                      <a:pt x="11" y="0"/>
                      <a:pt x="11" y="0"/>
                      <a:pt x="11" y="0"/>
                    </a:cubicBezTo>
                    <a:cubicBezTo>
                      <a:pt x="13" y="0"/>
                      <a:pt x="14" y="1"/>
                      <a:pt x="14" y="2"/>
                    </a:cubicBezTo>
                    <a:cubicBezTo>
                      <a:pt x="14" y="8"/>
                      <a:pt x="14" y="8"/>
                      <a:pt x="14" y="8"/>
                    </a:cubicBezTo>
                    <a:cubicBezTo>
                      <a:pt x="17" y="8"/>
                      <a:pt x="17" y="8"/>
                      <a:pt x="17" y="8"/>
                    </a:cubicBezTo>
                    <a:cubicBezTo>
                      <a:pt x="17" y="2"/>
                      <a:pt x="17" y="2"/>
                      <a:pt x="17" y="2"/>
                    </a:cubicBezTo>
                    <a:cubicBezTo>
                      <a:pt x="17" y="1"/>
                      <a:pt x="18" y="0"/>
                      <a:pt x="20" y="0"/>
                    </a:cubicBezTo>
                    <a:cubicBezTo>
                      <a:pt x="29" y="0"/>
                      <a:pt x="29" y="0"/>
                      <a:pt x="29" y="0"/>
                    </a:cubicBezTo>
                    <a:cubicBezTo>
                      <a:pt x="30" y="0"/>
                      <a:pt x="31" y="1"/>
                      <a:pt x="31" y="2"/>
                    </a:cubicBezTo>
                    <a:cubicBezTo>
                      <a:pt x="31" y="8"/>
                      <a:pt x="31" y="8"/>
                      <a:pt x="31" y="8"/>
                    </a:cubicBezTo>
                    <a:cubicBezTo>
                      <a:pt x="35" y="8"/>
                      <a:pt x="35" y="8"/>
                      <a:pt x="35" y="8"/>
                    </a:cubicBezTo>
                    <a:cubicBezTo>
                      <a:pt x="35" y="2"/>
                      <a:pt x="35" y="2"/>
                      <a:pt x="35" y="2"/>
                    </a:cubicBezTo>
                    <a:cubicBezTo>
                      <a:pt x="35" y="1"/>
                      <a:pt x="36" y="0"/>
                      <a:pt x="37" y="0"/>
                    </a:cubicBezTo>
                    <a:cubicBezTo>
                      <a:pt x="47" y="0"/>
                      <a:pt x="47" y="0"/>
                      <a:pt x="47" y="0"/>
                    </a:cubicBezTo>
                    <a:cubicBezTo>
                      <a:pt x="48" y="0"/>
                      <a:pt x="49" y="1"/>
                      <a:pt x="49" y="2"/>
                    </a:cubicBezTo>
                    <a:cubicBezTo>
                      <a:pt x="49" y="26"/>
                      <a:pt x="49" y="26"/>
                      <a:pt x="49" y="26"/>
                    </a:cubicBezTo>
                    <a:cubicBezTo>
                      <a:pt x="49" y="27"/>
                      <a:pt x="48" y="28"/>
                      <a:pt x="47" y="28"/>
                    </a:cubicBezTo>
                    <a:close/>
                    <a:moveTo>
                      <a:pt x="5" y="23"/>
                    </a:moveTo>
                    <a:cubicBezTo>
                      <a:pt x="44" y="23"/>
                      <a:pt x="44" y="23"/>
                      <a:pt x="44" y="23"/>
                    </a:cubicBezTo>
                    <a:cubicBezTo>
                      <a:pt x="44" y="5"/>
                      <a:pt x="44" y="5"/>
                      <a:pt x="44" y="5"/>
                    </a:cubicBezTo>
                    <a:cubicBezTo>
                      <a:pt x="40" y="5"/>
                      <a:pt x="40" y="5"/>
                      <a:pt x="40" y="5"/>
                    </a:cubicBezTo>
                    <a:cubicBezTo>
                      <a:pt x="40" y="10"/>
                      <a:pt x="40" y="10"/>
                      <a:pt x="40" y="10"/>
                    </a:cubicBezTo>
                    <a:cubicBezTo>
                      <a:pt x="40" y="12"/>
                      <a:pt x="39" y="13"/>
                      <a:pt x="37" y="13"/>
                    </a:cubicBezTo>
                    <a:cubicBezTo>
                      <a:pt x="29" y="13"/>
                      <a:pt x="29" y="13"/>
                      <a:pt x="29" y="13"/>
                    </a:cubicBezTo>
                    <a:cubicBezTo>
                      <a:pt x="28" y="13"/>
                      <a:pt x="27" y="12"/>
                      <a:pt x="27" y="10"/>
                    </a:cubicBezTo>
                    <a:cubicBezTo>
                      <a:pt x="27" y="5"/>
                      <a:pt x="27" y="5"/>
                      <a:pt x="27" y="5"/>
                    </a:cubicBezTo>
                    <a:cubicBezTo>
                      <a:pt x="22" y="5"/>
                      <a:pt x="22" y="5"/>
                      <a:pt x="22" y="5"/>
                    </a:cubicBezTo>
                    <a:cubicBezTo>
                      <a:pt x="22" y="10"/>
                      <a:pt x="22" y="10"/>
                      <a:pt x="22" y="10"/>
                    </a:cubicBezTo>
                    <a:cubicBezTo>
                      <a:pt x="22" y="12"/>
                      <a:pt x="21" y="13"/>
                      <a:pt x="20" y="13"/>
                    </a:cubicBezTo>
                    <a:cubicBezTo>
                      <a:pt x="11" y="13"/>
                      <a:pt x="11" y="13"/>
                      <a:pt x="11" y="13"/>
                    </a:cubicBezTo>
                    <a:cubicBezTo>
                      <a:pt x="10" y="13"/>
                      <a:pt x="9" y="12"/>
                      <a:pt x="9" y="10"/>
                    </a:cubicBezTo>
                    <a:cubicBezTo>
                      <a:pt x="9" y="5"/>
                      <a:pt x="9" y="5"/>
                      <a:pt x="9"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6" name="Rectangle 386"/>
              <p:cNvSpPr>
                <a:spLocks noChangeArrowheads="1"/>
              </p:cNvSpPr>
              <p:nvPr/>
            </p:nvSpPr>
            <p:spPr bwMode="auto">
              <a:xfrm>
                <a:off x="2832" y="2819"/>
                <a:ext cx="4" cy="4"/>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7" name="Freeform 387"/>
              <p:cNvSpPr>
                <a:spLocks noEditPoints="1"/>
              </p:cNvSpPr>
              <p:nvPr/>
            </p:nvSpPr>
            <p:spPr bwMode="auto">
              <a:xfrm>
                <a:off x="2832" y="2819"/>
                <a:ext cx="4" cy="4"/>
              </a:xfrm>
              <a:custGeom>
                <a:avLst/>
                <a:gdLst>
                  <a:gd name="T0" fmla="*/ 34 w 36"/>
                  <a:gd name="T1" fmla="*/ 33 h 33"/>
                  <a:gd name="T2" fmla="*/ 3 w 36"/>
                  <a:gd name="T3" fmla="*/ 33 h 33"/>
                  <a:gd name="T4" fmla="*/ 1 w 36"/>
                  <a:gd name="T5" fmla="*/ 32 h 33"/>
                  <a:gd name="T6" fmla="*/ 0 w 36"/>
                  <a:gd name="T7" fmla="*/ 30 h 33"/>
                  <a:gd name="T8" fmla="*/ 2 w 36"/>
                  <a:gd name="T9" fmla="*/ 3 h 33"/>
                  <a:gd name="T10" fmla="*/ 4 w 36"/>
                  <a:gd name="T11" fmla="*/ 0 h 33"/>
                  <a:gd name="T12" fmla="*/ 32 w 36"/>
                  <a:gd name="T13" fmla="*/ 0 h 33"/>
                  <a:gd name="T14" fmla="*/ 35 w 36"/>
                  <a:gd name="T15" fmla="*/ 3 h 33"/>
                  <a:gd name="T16" fmla="*/ 36 w 36"/>
                  <a:gd name="T17" fmla="*/ 30 h 33"/>
                  <a:gd name="T18" fmla="*/ 36 w 36"/>
                  <a:gd name="T19" fmla="*/ 32 h 33"/>
                  <a:gd name="T20" fmla="*/ 34 w 36"/>
                  <a:gd name="T21" fmla="*/ 33 h 33"/>
                  <a:gd name="T22" fmla="*/ 5 w 36"/>
                  <a:gd name="T23" fmla="*/ 28 h 33"/>
                  <a:gd name="T24" fmla="*/ 31 w 36"/>
                  <a:gd name="T25" fmla="*/ 28 h 33"/>
                  <a:gd name="T26" fmla="*/ 30 w 36"/>
                  <a:gd name="T27" fmla="*/ 5 h 33"/>
                  <a:gd name="T28" fmla="*/ 7 w 36"/>
                  <a:gd name="T29" fmla="*/ 5 h 33"/>
                  <a:gd name="T30" fmla="*/ 5 w 36"/>
                  <a:gd name="T31"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33">
                    <a:moveTo>
                      <a:pt x="34" y="33"/>
                    </a:moveTo>
                    <a:cubicBezTo>
                      <a:pt x="3" y="33"/>
                      <a:pt x="3" y="33"/>
                      <a:pt x="3" y="33"/>
                    </a:cubicBezTo>
                    <a:cubicBezTo>
                      <a:pt x="2" y="33"/>
                      <a:pt x="1" y="33"/>
                      <a:pt x="1" y="32"/>
                    </a:cubicBezTo>
                    <a:cubicBezTo>
                      <a:pt x="1" y="32"/>
                      <a:pt x="0" y="31"/>
                      <a:pt x="0" y="30"/>
                    </a:cubicBezTo>
                    <a:cubicBezTo>
                      <a:pt x="2" y="3"/>
                      <a:pt x="2" y="3"/>
                      <a:pt x="2" y="3"/>
                    </a:cubicBezTo>
                    <a:cubicBezTo>
                      <a:pt x="2" y="1"/>
                      <a:pt x="3" y="0"/>
                      <a:pt x="4" y="0"/>
                    </a:cubicBezTo>
                    <a:cubicBezTo>
                      <a:pt x="32" y="0"/>
                      <a:pt x="32" y="0"/>
                      <a:pt x="32" y="0"/>
                    </a:cubicBezTo>
                    <a:cubicBezTo>
                      <a:pt x="34" y="0"/>
                      <a:pt x="35" y="1"/>
                      <a:pt x="35" y="3"/>
                    </a:cubicBezTo>
                    <a:cubicBezTo>
                      <a:pt x="36" y="30"/>
                      <a:pt x="36" y="30"/>
                      <a:pt x="36" y="30"/>
                    </a:cubicBezTo>
                    <a:cubicBezTo>
                      <a:pt x="36" y="31"/>
                      <a:pt x="36" y="32"/>
                      <a:pt x="36" y="32"/>
                    </a:cubicBezTo>
                    <a:cubicBezTo>
                      <a:pt x="35" y="33"/>
                      <a:pt x="35" y="33"/>
                      <a:pt x="34" y="33"/>
                    </a:cubicBezTo>
                    <a:close/>
                    <a:moveTo>
                      <a:pt x="5" y="28"/>
                    </a:moveTo>
                    <a:cubicBezTo>
                      <a:pt x="31" y="28"/>
                      <a:pt x="31" y="28"/>
                      <a:pt x="31" y="28"/>
                    </a:cubicBezTo>
                    <a:cubicBezTo>
                      <a:pt x="30" y="5"/>
                      <a:pt x="30" y="5"/>
                      <a:pt x="30" y="5"/>
                    </a:cubicBezTo>
                    <a:cubicBezTo>
                      <a:pt x="7" y="5"/>
                      <a:pt x="7" y="5"/>
                      <a:pt x="7"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8" name="Freeform 388"/>
              <p:cNvSpPr>
                <a:spLocks/>
              </p:cNvSpPr>
              <p:nvPr/>
            </p:nvSpPr>
            <p:spPr bwMode="auto">
              <a:xfrm>
                <a:off x="2834" y="2820"/>
                <a:ext cx="1" cy="2"/>
              </a:xfrm>
              <a:custGeom>
                <a:avLst/>
                <a:gdLst>
                  <a:gd name="T0" fmla="*/ 0 w 7"/>
                  <a:gd name="T1" fmla="*/ 3 h 12"/>
                  <a:gd name="T2" fmla="*/ 3 w 7"/>
                  <a:gd name="T3" fmla="*/ 0 h 12"/>
                  <a:gd name="T4" fmla="*/ 7 w 7"/>
                  <a:gd name="T5" fmla="*/ 3 h 12"/>
                  <a:gd name="T6" fmla="*/ 7 w 7"/>
                  <a:gd name="T7" fmla="*/ 12 h 12"/>
                  <a:gd name="T8" fmla="*/ 0 w 7"/>
                  <a:gd name="T9" fmla="*/ 12 h 12"/>
                  <a:gd name="T10" fmla="*/ 0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0" y="3"/>
                    </a:moveTo>
                    <a:cubicBezTo>
                      <a:pt x="0" y="1"/>
                      <a:pt x="2" y="0"/>
                      <a:pt x="3" y="0"/>
                    </a:cubicBezTo>
                    <a:cubicBezTo>
                      <a:pt x="5" y="0"/>
                      <a:pt x="7" y="1"/>
                      <a:pt x="7" y="3"/>
                    </a:cubicBezTo>
                    <a:cubicBezTo>
                      <a:pt x="7" y="12"/>
                      <a:pt x="7" y="12"/>
                      <a:pt x="7" y="12"/>
                    </a:cubicBezTo>
                    <a:cubicBezTo>
                      <a:pt x="0" y="12"/>
                      <a:pt x="0" y="12"/>
                      <a:pt x="0" y="12"/>
                    </a:cubicBez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9" name="Freeform 389"/>
              <p:cNvSpPr>
                <a:spLocks/>
              </p:cNvSpPr>
              <p:nvPr/>
            </p:nvSpPr>
            <p:spPr bwMode="auto">
              <a:xfrm>
                <a:off x="2872" y="2823"/>
                <a:ext cx="19" cy="1"/>
              </a:xfrm>
              <a:custGeom>
                <a:avLst/>
                <a:gdLst>
                  <a:gd name="T0" fmla="*/ 142 w 148"/>
                  <a:gd name="T1" fmla="*/ 10 h 10"/>
                  <a:gd name="T2" fmla="*/ 6 w 148"/>
                  <a:gd name="T3" fmla="*/ 10 h 10"/>
                  <a:gd name="T4" fmla="*/ 0 w 148"/>
                  <a:gd name="T5" fmla="*/ 5 h 10"/>
                  <a:gd name="T6" fmla="*/ 0 w 148"/>
                  <a:gd name="T7" fmla="*/ 5 h 10"/>
                  <a:gd name="T8" fmla="*/ 6 w 148"/>
                  <a:gd name="T9" fmla="*/ 0 h 10"/>
                  <a:gd name="T10" fmla="*/ 142 w 148"/>
                  <a:gd name="T11" fmla="*/ 0 h 10"/>
                  <a:gd name="T12" fmla="*/ 148 w 148"/>
                  <a:gd name="T13" fmla="*/ 5 h 10"/>
                  <a:gd name="T14" fmla="*/ 148 w 148"/>
                  <a:gd name="T15" fmla="*/ 5 h 10"/>
                  <a:gd name="T16" fmla="*/ 142 w 148"/>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10">
                    <a:moveTo>
                      <a:pt x="142" y="10"/>
                    </a:moveTo>
                    <a:cubicBezTo>
                      <a:pt x="6" y="10"/>
                      <a:pt x="6" y="10"/>
                      <a:pt x="6" y="10"/>
                    </a:cubicBezTo>
                    <a:cubicBezTo>
                      <a:pt x="3" y="10"/>
                      <a:pt x="0" y="8"/>
                      <a:pt x="0" y="5"/>
                    </a:cubicBezTo>
                    <a:cubicBezTo>
                      <a:pt x="0" y="5"/>
                      <a:pt x="0" y="5"/>
                      <a:pt x="0" y="5"/>
                    </a:cubicBezTo>
                    <a:cubicBezTo>
                      <a:pt x="0" y="2"/>
                      <a:pt x="3" y="0"/>
                      <a:pt x="6" y="0"/>
                    </a:cubicBezTo>
                    <a:cubicBezTo>
                      <a:pt x="142" y="0"/>
                      <a:pt x="142" y="0"/>
                      <a:pt x="142" y="0"/>
                    </a:cubicBezTo>
                    <a:cubicBezTo>
                      <a:pt x="145" y="0"/>
                      <a:pt x="148" y="2"/>
                      <a:pt x="148" y="5"/>
                    </a:cubicBezTo>
                    <a:cubicBezTo>
                      <a:pt x="148" y="5"/>
                      <a:pt x="148" y="5"/>
                      <a:pt x="148" y="5"/>
                    </a:cubicBezTo>
                    <a:cubicBezTo>
                      <a:pt x="148" y="8"/>
                      <a:pt x="145" y="10"/>
                      <a:pt x="142"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0" name="Freeform 390"/>
              <p:cNvSpPr>
                <a:spLocks noEditPoints="1"/>
              </p:cNvSpPr>
              <p:nvPr/>
            </p:nvSpPr>
            <p:spPr bwMode="auto">
              <a:xfrm>
                <a:off x="2872" y="2822"/>
                <a:ext cx="19" cy="2"/>
              </a:xfrm>
              <a:custGeom>
                <a:avLst/>
                <a:gdLst>
                  <a:gd name="T0" fmla="*/ 144 w 152"/>
                  <a:gd name="T1" fmla="*/ 16 h 16"/>
                  <a:gd name="T2" fmla="*/ 8 w 152"/>
                  <a:gd name="T3" fmla="*/ 16 h 16"/>
                  <a:gd name="T4" fmla="*/ 0 w 152"/>
                  <a:gd name="T5" fmla="*/ 8 h 16"/>
                  <a:gd name="T6" fmla="*/ 8 w 152"/>
                  <a:gd name="T7" fmla="*/ 0 h 16"/>
                  <a:gd name="T8" fmla="*/ 144 w 152"/>
                  <a:gd name="T9" fmla="*/ 0 h 16"/>
                  <a:gd name="T10" fmla="*/ 152 w 152"/>
                  <a:gd name="T11" fmla="*/ 8 h 16"/>
                  <a:gd name="T12" fmla="*/ 144 w 152"/>
                  <a:gd name="T13" fmla="*/ 16 h 16"/>
                  <a:gd name="T14" fmla="*/ 8 w 152"/>
                  <a:gd name="T15" fmla="*/ 5 h 16"/>
                  <a:gd name="T16" fmla="*/ 5 w 152"/>
                  <a:gd name="T17" fmla="*/ 8 h 16"/>
                  <a:gd name="T18" fmla="*/ 8 w 152"/>
                  <a:gd name="T19" fmla="*/ 11 h 16"/>
                  <a:gd name="T20" fmla="*/ 144 w 152"/>
                  <a:gd name="T21" fmla="*/ 11 h 16"/>
                  <a:gd name="T22" fmla="*/ 147 w 152"/>
                  <a:gd name="T23" fmla="*/ 8 h 16"/>
                  <a:gd name="T24" fmla="*/ 144 w 152"/>
                  <a:gd name="T25" fmla="*/ 5 h 16"/>
                  <a:gd name="T26" fmla="*/ 8 w 152"/>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16">
                    <a:moveTo>
                      <a:pt x="144" y="16"/>
                    </a:moveTo>
                    <a:cubicBezTo>
                      <a:pt x="8" y="16"/>
                      <a:pt x="8" y="16"/>
                      <a:pt x="8" y="16"/>
                    </a:cubicBezTo>
                    <a:cubicBezTo>
                      <a:pt x="3" y="16"/>
                      <a:pt x="0" y="12"/>
                      <a:pt x="0" y="8"/>
                    </a:cubicBezTo>
                    <a:cubicBezTo>
                      <a:pt x="0" y="4"/>
                      <a:pt x="3" y="0"/>
                      <a:pt x="8" y="0"/>
                    </a:cubicBezTo>
                    <a:cubicBezTo>
                      <a:pt x="144" y="0"/>
                      <a:pt x="144" y="0"/>
                      <a:pt x="144" y="0"/>
                    </a:cubicBezTo>
                    <a:cubicBezTo>
                      <a:pt x="148" y="0"/>
                      <a:pt x="152" y="4"/>
                      <a:pt x="152" y="8"/>
                    </a:cubicBezTo>
                    <a:cubicBezTo>
                      <a:pt x="152" y="12"/>
                      <a:pt x="148" y="16"/>
                      <a:pt x="144" y="16"/>
                    </a:cubicBezTo>
                    <a:close/>
                    <a:moveTo>
                      <a:pt x="8" y="5"/>
                    </a:moveTo>
                    <a:cubicBezTo>
                      <a:pt x="6" y="5"/>
                      <a:pt x="5" y="6"/>
                      <a:pt x="5" y="8"/>
                    </a:cubicBezTo>
                    <a:cubicBezTo>
                      <a:pt x="5" y="10"/>
                      <a:pt x="6" y="11"/>
                      <a:pt x="8" y="11"/>
                    </a:cubicBezTo>
                    <a:cubicBezTo>
                      <a:pt x="144" y="11"/>
                      <a:pt x="144" y="11"/>
                      <a:pt x="144" y="11"/>
                    </a:cubicBezTo>
                    <a:cubicBezTo>
                      <a:pt x="146" y="11"/>
                      <a:pt x="147" y="10"/>
                      <a:pt x="147" y="8"/>
                    </a:cubicBezTo>
                    <a:cubicBezTo>
                      <a:pt x="147" y="6"/>
                      <a:pt x="146" y="5"/>
                      <a:pt x="144"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1" name="Freeform 391"/>
              <p:cNvSpPr>
                <a:spLocks/>
              </p:cNvSpPr>
              <p:nvPr/>
            </p:nvSpPr>
            <p:spPr bwMode="auto">
              <a:xfrm>
                <a:off x="2872" y="2833"/>
                <a:ext cx="20" cy="1"/>
              </a:xfrm>
              <a:custGeom>
                <a:avLst/>
                <a:gdLst>
                  <a:gd name="T0" fmla="*/ 148 w 154"/>
                  <a:gd name="T1" fmla="*/ 11 h 11"/>
                  <a:gd name="T2" fmla="*/ 5 w 154"/>
                  <a:gd name="T3" fmla="*/ 11 h 11"/>
                  <a:gd name="T4" fmla="*/ 0 w 154"/>
                  <a:gd name="T5" fmla="*/ 5 h 11"/>
                  <a:gd name="T6" fmla="*/ 0 w 154"/>
                  <a:gd name="T7" fmla="*/ 5 h 11"/>
                  <a:gd name="T8" fmla="*/ 5 w 154"/>
                  <a:gd name="T9" fmla="*/ 0 h 11"/>
                  <a:gd name="T10" fmla="*/ 148 w 154"/>
                  <a:gd name="T11" fmla="*/ 0 h 11"/>
                  <a:gd name="T12" fmla="*/ 154 w 154"/>
                  <a:gd name="T13" fmla="*/ 5 h 11"/>
                  <a:gd name="T14" fmla="*/ 154 w 154"/>
                  <a:gd name="T15" fmla="*/ 5 h 11"/>
                  <a:gd name="T16" fmla="*/ 148 w 154"/>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
                    <a:moveTo>
                      <a:pt x="148" y="11"/>
                    </a:moveTo>
                    <a:cubicBezTo>
                      <a:pt x="5" y="11"/>
                      <a:pt x="5" y="11"/>
                      <a:pt x="5" y="11"/>
                    </a:cubicBezTo>
                    <a:cubicBezTo>
                      <a:pt x="2" y="11"/>
                      <a:pt x="0" y="8"/>
                      <a:pt x="0" y="5"/>
                    </a:cubicBezTo>
                    <a:cubicBezTo>
                      <a:pt x="0" y="5"/>
                      <a:pt x="0" y="5"/>
                      <a:pt x="0" y="5"/>
                    </a:cubicBezTo>
                    <a:cubicBezTo>
                      <a:pt x="0" y="3"/>
                      <a:pt x="2" y="0"/>
                      <a:pt x="5" y="0"/>
                    </a:cubicBezTo>
                    <a:cubicBezTo>
                      <a:pt x="148" y="0"/>
                      <a:pt x="148" y="0"/>
                      <a:pt x="148" y="0"/>
                    </a:cubicBezTo>
                    <a:cubicBezTo>
                      <a:pt x="151" y="0"/>
                      <a:pt x="154" y="3"/>
                      <a:pt x="154" y="5"/>
                    </a:cubicBezTo>
                    <a:cubicBezTo>
                      <a:pt x="154" y="5"/>
                      <a:pt x="154" y="5"/>
                      <a:pt x="154" y="5"/>
                    </a:cubicBezTo>
                    <a:cubicBezTo>
                      <a:pt x="154" y="8"/>
                      <a:pt x="151" y="11"/>
                      <a:pt x="148"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2" name="Freeform 392"/>
              <p:cNvSpPr>
                <a:spLocks noEditPoints="1"/>
              </p:cNvSpPr>
              <p:nvPr/>
            </p:nvSpPr>
            <p:spPr bwMode="auto">
              <a:xfrm>
                <a:off x="2872" y="2832"/>
                <a:ext cx="20" cy="2"/>
              </a:xfrm>
              <a:custGeom>
                <a:avLst/>
                <a:gdLst>
                  <a:gd name="T0" fmla="*/ 150 w 158"/>
                  <a:gd name="T1" fmla="*/ 15 h 15"/>
                  <a:gd name="T2" fmla="*/ 7 w 158"/>
                  <a:gd name="T3" fmla="*/ 15 h 15"/>
                  <a:gd name="T4" fmla="*/ 0 w 158"/>
                  <a:gd name="T5" fmla="*/ 7 h 15"/>
                  <a:gd name="T6" fmla="*/ 7 w 158"/>
                  <a:gd name="T7" fmla="*/ 0 h 15"/>
                  <a:gd name="T8" fmla="*/ 150 w 158"/>
                  <a:gd name="T9" fmla="*/ 0 h 15"/>
                  <a:gd name="T10" fmla="*/ 158 w 158"/>
                  <a:gd name="T11" fmla="*/ 7 h 15"/>
                  <a:gd name="T12" fmla="*/ 150 w 158"/>
                  <a:gd name="T13" fmla="*/ 15 h 15"/>
                  <a:gd name="T14" fmla="*/ 7 w 158"/>
                  <a:gd name="T15" fmla="*/ 5 h 15"/>
                  <a:gd name="T16" fmla="*/ 4 w 158"/>
                  <a:gd name="T17" fmla="*/ 7 h 15"/>
                  <a:gd name="T18" fmla="*/ 7 w 158"/>
                  <a:gd name="T19" fmla="*/ 10 h 15"/>
                  <a:gd name="T20" fmla="*/ 150 w 158"/>
                  <a:gd name="T21" fmla="*/ 10 h 15"/>
                  <a:gd name="T22" fmla="*/ 153 w 158"/>
                  <a:gd name="T23" fmla="*/ 7 h 15"/>
                  <a:gd name="T24" fmla="*/ 150 w 158"/>
                  <a:gd name="T25" fmla="*/ 5 h 15"/>
                  <a:gd name="T26" fmla="*/ 7 w 158"/>
                  <a:gd name="T2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5">
                    <a:moveTo>
                      <a:pt x="150" y="15"/>
                    </a:moveTo>
                    <a:cubicBezTo>
                      <a:pt x="7" y="15"/>
                      <a:pt x="7" y="15"/>
                      <a:pt x="7" y="15"/>
                    </a:cubicBezTo>
                    <a:cubicBezTo>
                      <a:pt x="3" y="15"/>
                      <a:pt x="0" y="12"/>
                      <a:pt x="0" y="7"/>
                    </a:cubicBezTo>
                    <a:cubicBezTo>
                      <a:pt x="0" y="3"/>
                      <a:pt x="3" y="0"/>
                      <a:pt x="7" y="0"/>
                    </a:cubicBezTo>
                    <a:cubicBezTo>
                      <a:pt x="150" y="0"/>
                      <a:pt x="150" y="0"/>
                      <a:pt x="150" y="0"/>
                    </a:cubicBezTo>
                    <a:cubicBezTo>
                      <a:pt x="155" y="0"/>
                      <a:pt x="158" y="3"/>
                      <a:pt x="158" y="7"/>
                    </a:cubicBezTo>
                    <a:cubicBezTo>
                      <a:pt x="158" y="12"/>
                      <a:pt x="155" y="15"/>
                      <a:pt x="150" y="15"/>
                    </a:cubicBezTo>
                    <a:close/>
                    <a:moveTo>
                      <a:pt x="7" y="5"/>
                    </a:moveTo>
                    <a:cubicBezTo>
                      <a:pt x="6" y="5"/>
                      <a:pt x="4" y="6"/>
                      <a:pt x="4" y="7"/>
                    </a:cubicBezTo>
                    <a:cubicBezTo>
                      <a:pt x="4" y="9"/>
                      <a:pt x="6" y="10"/>
                      <a:pt x="7" y="10"/>
                    </a:cubicBezTo>
                    <a:cubicBezTo>
                      <a:pt x="150" y="10"/>
                      <a:pt x="150" y="10"/>
                      <a:pt x="150" y="10"/>
                    </a:cubicBezTo>
                    <a:cubicBezTo>
                      <a:pt x="152" y="10"/>
                      <a:pt x="153" y="9"/>
                      <a:pt x="153" y="7"/>
                    </a:cubicBezTo>
                    <a:cubicBezTo>
                      <a:pt x="153" y="6"/>
                      <a:pt x="152" y="5"/>
                      <a:pt x="150" y="5"/>
                    </a:cubicBezTo>
                    <a:lnTo>
                      <a:pt x="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3" name="Freeform 393"/>
              <p:cNvSpPr>
                <a:spLocks/>
              </p:cNvSpPr>
              <p:nvPr/>
            </p:nvSpPr>
            <p:spPr bwMode="auto">
              <a:xfrm>
                <a:off x="2873" y="2824"/>
                <a:ext cx="17" cy="1"/>
              </a:xfrm>
              <a:custGeom>
                <a:avLst/>
                <a:gdLst>
                  <a:gd name="T0" fmla="*/ 130 w 135"/>
                  <a:gd name="T1" fmla="*/ 11 h 11"/>
                  <a:gd name="T2" fmla="*/ 6 w 135"/>
                  <a:gd name="T3" fmla="*/ 11 h 11"/>
                  <a:gd name="T4" fmla="*/ 0 w 135"/>
                  <a:gd name="T5" fmla="*/ 6 h 11"/>
                  <a:gd name="T6" fmla="*/ 0 w 135"/>
                  <a:gd name="T7" fmla="*/ 6 h 11"/>
                  <a:gd name="T8" fmla="*/ 6 w 135"/>
                  <a:gd name="T9" fmla="*/ 0 h 11"/>
                  <a:gd name="T10" fmla="*/ 130 w 135"/>
                  <a:gd name="T11" fmla="*/ 0 h 11"/>
                  <a:gd name="T12" fmla="*/ 135 w 135"/>
                  <a:gd name="T13" fmla="*/ 6 h 11"/>
                  <a:gd name="T14" fmla="*/ 135 w 135"/>
                  <a:gd name="T15" fmla="*/ 6 h 11"/>
                  <a:gd name="T16" fmla="*/ 130 w 135"/>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1">
                    <a:moveTo>
                      <a:pt x="130" y="11"/>
                    </a:moveTo>
                    <a:cubicBezTo>
                      <a:pt x="6" y="11"/>
                      <a:pt x="6" y="11"/>
                      <a:pt x="6" y="11"/>
                    </a:cubicBezTo>
                    <a:cubicBezTo>
                      <a:pt x="3" y="11"/>
                      <a:pt x="0" y="9"/>
                      <a:pt x="0" y="6"/>
                    </a:cubicBezTo>
                    <a:cubicBezTo>
                      <a:pt x="0" y="6"/>
                      <a:pt x="0" y="6"/>
                      <a:pt x="0" y="6"/>
                    </a:cubicBezTo>
                    <a:cubicBezTo>
                      <a:pt x="0" y="3"/>
                      <a:pt x="3" y="0"/>
                      <a:pt x="6" y="0"/>
                    </a:cubicBezTo>
                    <a:cubicBezTo>
                      <a:pt x="130" y="0"/>
                      <a:pt x="130" y="0"/>
                      <a:pt x="130" y="0"/>
                    </a:cubicBezTo>
                    <a:cubicBezTo>
                      <a:pt x="133" y="0"/>
                      <a:pt x="135" y="3"/>
                      <a:pt x="135" y="6"/>
                    </a:cubicBezTo>
                    <a:cubicBezTo>
                      <a:pt x="135" y="6"/>
                      <a:pt x="135" y="6"/>
                      <a:pt x="135" y="6"/>
                    </a:cubicBezTo>
                    <a:cubicBezTo>
                      <a:pt x="135" y="9"/>
                      <a:pt x="133" y="11"/>
                      <a:pt x="130"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4" name="Freeform 394"/>
              <p:cNvSpPr>
                <a:spLocks noEditPoints="1"/>
              </p:cNvSpPr>
              <p:nvPr/>
            </p:nvSpPr>
            <p:spPr bwMode="auto">
              <a:xfrm>
                <a:off x="2873" y="2824"/>
                <a:ext cx="18" cy="2"/>
              </a:xfrm>
              <a:custGeom>
                <a:avLst/>
                <a:gdLst>
                  <a:gd name="T0" fmla="*/ 132 w 140"/>
                  <a:gd name="T1" fmla="*/ 16 h 16"/>
                  <a:gd name="T2" fmla="*/ 8 w 140"/>
                  <a:gd name="T3" fmla="*/ 16 h 16"/>
                  <a:gd name="T4" fmla="*/ 0 w 140"/>
                  <a:gd name="T5" fmla="*/ 8 h 16"/>
                  <a:gd name="T6" fmla="*/ 8 w 140"/>
                  <a:gd name="T7" fmla="*/ 0 h 16"/>
                  <a:gd name="T8" fmla="*/ 132 w 140"/>
                  <a:gd name="T9" fmla="*/ 0 h 16"/>
                  <a:gd name="T10" fmla="*/ 140 w 140"/>
                  <a:gd name="T11" fmla="*/ 8 h 16"/>
                  <a:gd name="T12" fmla="*/ 132 w 140"/>
                  <a:gd name="T13" fmla="*/ 16 h 16"/>
                  <a:gd name="T14" fmla="*/ 8 w 140"/>
                  <a:gd name="T15" fmla="*/ 5 h 16"/>
                  <a:gd name="T16" fmla="*/ 5 w 140"/>
                  <a:gd name="T17" fmla="*/ 8 h 16"/>
                  <a:gd name="T18" fmla="*/ 8 w 140"/>
                  <a:gd name="T19" fmla="*/ 11 h 16"/>
                  <a:gd name="T20" fmla="*/ 132 w 140"/>
                  <a:gd name="T21" fmla="*/ 11 h 16"/>
                  <a:gd name="T22" fmla="*/ 135 w 140"/>
                  <a:gd name="T23" fmla="*/ 8 h 16"/>
                  <a:gd name="T24" fmla="*/ 132 w 140"/>
                  <a:gd name="T25" fmla="*/ 5 h 16"/>
                  <a:gd name="T26" fmla="*/ 8 w 140"/>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6">
                    <a:moveTo>
                      <a:pt x="132" y="16"/>
                    </a:moveTo>
                    <a:cubicBezTo>
                      <a:pt x="8" y="16"/>
                      <a:pt x="8" y="16"/>
                      <a:pt x="8" y="16"/>
                    </a:cubicBezTo>
                    <a:cubicBezTo>
                      <a:pt x="3" y="16"/>
                      <a:pt x="0" y="12"/>
                      <a:pt x="0" y="8"/>
                    </a:cubicBezTo>
                    <a:cubicBezTo>
                      <a:pt x="0" y="4"/>
                      <a:pt x="3" y="0"/>
                      <a:pt x="8" y="0"/>
                    </a:cubicBezTo>
                    <a:cubicBezTo>
                      <a:pt x="132" y="0"/>
                      <a:pt x="132" y="0"/>
                      <a:pt x="132" y="0"/>
                    </a:cubicBezTo>
                    <a:cubicBezTo>
                      <a:pt x="136" y="0"/>
                      <a:pt x="140" y="4"/>
                      <a:pt x="140" y="8"/>
                    </a:cubicBezTo>
                    <a:cubicBezTo>
                      <a:pt x="140" y="12"/>
                      <a:pt x="136" y="16"/>
                      <a:pt x="132" y="16"/>
                    </a:cubicBezTo>
                    <a:close/>
                    <a:moveTo>
                      <a:pt x="8" y="5"/>
                    </a:moveTo>
                    <a:cubicBezTo>
                      <a:pt x="6" y="5"/>
                      <a:pt x="5" y="6"/>
                      <a:pt x="5" y="8"/>
                    </a:cubicBezTo>
                    <a:cubicBezTo>
                      <a:pt x="5" y="9"/>
                      <a:pt x="6" y="11"/>
                      <a:pt x="8" y="11"/>
                    </a:cubicBezTo>
                    <a:cubicBezTo>
                      <a:pt x="132" y="11"/>
                      <a:pt x="132" y="11"/>
                      <a:pt x="132" y="11"/>
                    </a:cubicBezTo>
                    <a:cubicBezTo>
                      <a:pt x="134" y="11"/>
                      <a:pt x="135" y="9"/>
                      <a:pt x="135" y="8"/>
                    </a:cubicBezTo>
                    <a:cubicBezTo>
                      <a:pt x="135" y="6"/>
                      <a:pt x="134" y="5"/>
                      <a:pt x="132"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5" name="Freeform 395"/>
              <p:cNvSpPr>
                <a:spLocks/>
              </p:cNvSpPr>
              <p:nvPr/>
            </p:nvSpPr>
            <p:spPr bwMode="auto">
              <a:xfrm>
                <a:off x="2874" y="2825"/>
                <a:ext cx="16" cy="8"/>
              </a:xfrm>
              <a:custGeom>
                <a:avLst/>
                <a:gdLst>
                  <a:gd name="T0" fmla="*/ 16 w 16"/>
                  <a:gd name="T1" fmla="*/ 8 h 8"/>
                  <a:gd name="T2" fmla="*/ 0 w 16"/>
                  <a:gd name="T3" fmla="*/ 8 h 8"/>
                  <a:gd name="T4" fmla="*/ 1 w 16"/>
                  <a:gd name="T5" fmla="*/ 0 h 8"/>
                  <a:gd name="T6" fmla="*/ 15 w 16"/>
                  <a:gd name="T7" fmla="*/ 0 h 8"/>
                  <a:gd name="T8" fmla="*/ 16 w 16"/>
                  <a:gd name="T9" fmla="*/ 8 h 8"/>
                </a:gdLst>
                <a:ahLst/>
                <a:cxnLst>
                  <a:cxn ang="0">
                    <a:pos x="T0" y="T1"/>
                  </a:cxn>
                  <a:cxn ang="0">
                    <a:pos x="T2" y="T3"/>
                  </a:cxn>
                  <a:cxn ang="0">
                    <a:pos x="T4" y="T5"/>
                  </a:cxn>
                  <a:cxn ang="0">
                    <a:pos x="T6" y="T7"/>
                  </a:cxn>
                  <a:cxn ang="0">
                    <a:pos x="T8" y="T9"/>
                  </a:cxn>
                </a:cxnLst>
                <a:rect l="0" t="0" r="r" b="b"/>
                <a:pathLst>
                  <a:path w="16" h="8">
                    <a:moveTo>
                      <a:pt x="16" y="8"/>
                    </a:moveTo>
                    <a:lnTo>
                      <a:pt x="0" y="8"/>
                    </a:lnTo>
                    <a:lnTo>
                      <a:pt x="1" y="0"/>
                    </a:lnTo>
                    <a:lnTo>
                      <a:pt x="15" y="0"/>
                    </a:lnTo>
                    <a:lnTo>
                      <a:pt x="16" y="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6" name="Freeform 396"/>
              <p:cNvSpPr>
                <a:spLocks noEditPoints="1"/>
              </p:cNvSpPr>
              <p:nvPr/>
            </p:nvSpPr>
            <p:spPr bwMode="auto">
              <a:xfrm>
                <a:off x="2873" y="2825"/>
                <a:ext cx="17" cy="8"/>
              </a:xfrm>
              <a:custGeom>
                <a:avLst/>
                <a:gdLst>
                  <a:gd name="T0" fmla="*/ 17 w 17"/>
                  <a:gd name="T1" fmla="*/ 8 h 8"/>
                  <a:gd name="T2" fmla="*/ 0 w 17"/>
                  <a:gd name="T3" fmla="*/ 8 h 8"/>
                  <a:gd name="T4" fmla="*/ 0 w 17"/>
                  <a:gd name="T5" fmla="*/ 8 h 8"/>
                  <a:gd name="T6" fmla="*/ 2 w 17"/>
                  <a:gd name="T7" fmla="*/ 0 h 8"/>
                  <a:gd name="T8" fmla="*/ 16 w 17"/>
                  <a:gd name="T9" fmla="*/ 0 h 8"/>
                  <a:gd name="T10" fmla="*/ 17 w 17"/>
                  <a:gd name="T11" fmla="*/ 8 h 8"/>
                  <a:gd name="T12" fmla="*/ 1 w 17"/>
                  <a:gd name="T13" fmla="*/ 7 h 8"/>
                  <a:gd name="T14" fmla="*/ 17 w 17"/>
                  <a:gd name="T15" fmla="*/ 7 h 8"/>
                  <a:gd name="T16" fmla="*/ 16 w 17"/>
                  <a:gd name="T17" fmla="*/ 1 h 8"/>
                  <a:gd name="T18" fmla="*/ 2 w 17"/>
                  <a:gd name="T19" fmla="*/ 1 h 8"/>
                  <a:gd name="T20" fmla="*/ 1 w 17"/>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17" y="8"/>
                    </a:moveTo>
                    <a:lnTo>
                      <a:pt x="0" y="8"/>
                    </a:lnTo>
                    <a:lnTo>
                      <a:pt x="0" y="8"/>
                    </a:lnTo>
                    <a:lnTo>
                      <a:pt x="2" y="0"/>
                    </a:lnTo>
                    <a:lnTo>
                      <a:pt x="16" y="0"/>
                    </a:lnTo>
                    <a:lnTo>
                      <a:pt x="17" y="8"/>
                    </a:lnTo>
                    <a:close/>
                    <a:moveTo>
                      <a:pt x="1" y="7"/>
                    </a:moveTo>
                    <a:lnTo>
                      <a:pt x="17" y="7"/>
                    </a:lnTo>
                    <a:lnTo>
                      <a:pt x="16" y="1"/>
                    </a:lnTo>
                    <a:lnTo>
                      <a:pt x="2" y="1"/>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7" name="Freeform 397"/>
              <p:cNvSpPr>
                <a:spLocks/>
              </p:cNvSpPr>
              <p:nvPr/>
            </p:nvSpPr>
            <p:spPr bwMode="auto">
              <a:xfrm>
                <a:off x="2878" y="2825"/>
                <a:ext cx="8" cy="8"/>
              </a:xfrm>
              <a:custGeom>
                <a:avLst/>
                <a:gdLst>
                  <a:gd name="T0" fmla="*/ 62 w 62"/>
                  <a:gd name="T1" fmla="*/ 58 h 58"/>
                  <a:gd name="T2" fmla="*/ 31 w 62"/>
                  <a:gd name="T3" fmla="*/ 0 h 58"/>
                  <a:gd name="T4" fmla="*/ 0 w 62"/>
                  <a:gd name="T5" fmla="*/ 58 h 58"/>
                  <a:gd name="T6" fmla="*/ 62 w 62"/>
                  <a:gd name="T7" fmla="*/ 58 h 58"/>
                </a:gdLst>
                <a:ahLst/>
                <a:cxnLst>
                  <a:cxn ang="0">
                    <a:pos x="T0" y="T1"/>
                  </a:cxn>
                  <a:cxn ang="0">
                    <a:pos x="T2" y="T3"/>
                  </a:cxn>
                  <a:cxn ang="0">
                    <a:pos x="T4" y="T5"/>
                  </a:cxn>
                  <a:cxn ang="0">
                    <a:pos x="T6" y="T7"/>
                  </a:cxn>
                </a:cxnLst>
                <a:rect l="0" t="0" r="r" b="b"/>
                <a:pathLst>
                  <a:path w="62" h="58">
                    <a:moveTo>
                      <a:pt x="62" y="58"/>
                    </a:moveTo>
                    <a:cubicBezTo>
                      <a:pt x="62" y="26"/>
                      <a:pt x="31" y="0"/>
                      <a:pt x="31" y="0"/>
                    </a:cubicBezTo>
                    <a:cubicBezTo>
                      <a:pt x="31" y="0"/>
                      <a:pt x="0" y="26"/>
                      <a:pt x="0" y="58"/>
                    </a:cubicBezTo>
                    <a:lnTo>
                      <a:pt x="62" y="5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8" name="Freeform 398"/>
              <p:cNvSpPr>
                <a:spLocks noEditPoints="1"/>
              </p:cNvSpPr>
              <p:nvPr/>
            </p:nvSpPr>
            <p:spPr bwMode="auto">
              <a:xfrm>
                <a:off x="2878" y="2825"/>
                <a:ext cx="8" cy="8"/>
              </a:xfrm>
              <a:custGeom>
                <a:avLst/>
                <a:gdLst>
                  <a:gd name="T0" fmla="*/ 65 w 67"/>
                  <a:gd name="T1" fmla="*/ 62 h 62"/>
                  <a:gd name="T2" fmla="*/ 3 w 67"/>
                  <a:gd name="T3" fmla="*/ 62 h 62"/>
                  <a:gd name="T4" fmla="*/ 0 w 67"/>
                  <a:gd name="T5" fmla="*/ 60 h 62"/>
                  <a:gd name="T6" fmla="*/ 32 w 67"/>
                  <a:gd name="T7" fmla="*/ 0 h 62"/>
                  <a:gd name="T8" fmla="*/ 35 w 67"/>
                  <a:gd name="T9" fmla="*/ 0 h 62"/>
                  <a:gd name="T10" fmla="*/ 67 w 67"/>
                  <a:gd name="T11" fmla="*/ 60 h 62"/>
                  <a:gd name="T12" fmla="*/ 65 w 67"/>
                  <a:gd name="T13" fmla="*/ 62 h 62"/>
                  <a:gd name="T14" fmla="*/ 5 w 67"/>
                  <a:gd name="T15" fmla="*/ 57 h 62"/>
                  <a:gd name="T16" fmla="*/ 62 w 67"/>
                  <a:gd name="T17" fmla="*/ 57 h 62"/>
                  <a:gd name="T18" fmla="*/ 34 w 67"/>
                  <a:gd name="T19" fmla="*/ 5 h 62"/>
                  <a:gd name="T20" fmla="*/ 5 w 67"/>
                  <a:gd name="T21"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62">
                    <a:moveTo>
                      <a:pt x="65" y="62"/>
                    </a:moveTo>
                    <a:cubicBezTo>
                      <a:pt x="3" y="62"/>
                      <a:pt x="3" y="62"/>
                      <a:pt x="3" y="62"/>
                    </a:cubicBezTo>
                    <a:cubicBezTo>
                      <a:pt x="2" y="62"/>
                      <a:pt x="0" y="61"/>
                      <a:pt x="0" y="60"/>
                    </a:cubicBezTo>
                    <a:cubicBezTo>
                      <a:pt x="0" y="27"/>
                      <a:pt x="31" y="1"/>
                      <a:pt x="32" y="0"/>
                    </a:cubicBezTo>
                    <a:cubicBezTo>
                      <a:pt x="33" y="0"/>
                      <a:pt x="35" y="0"/>
                      <a:pt x="35" y="0"/>
                    </a:cubicBezTo>
                    <a:cubicBezTo>
                      <a:pt x="37" y="1"/>
                      <a:pt x="67" y="27"/>
                      <a:pt x="67" y="60"/>
                    </a:cubicBezTo>
                    <a:cubicBezTo>
                      <a:pt x="67" y="61"/>
                      <a:pt x="66" y="62"/>
                      <a:pt x="65" y="62"/>
                    </a:cubicBezTo>
                    <a:close/>
                    <a:moveTo>
                      <a:pt x="5" y="57"/>
                    </a:moveTo>
                    <a:cubicBezTo>
                      <a:pt x="62" y="57"/>
                      <a:pt x="62" y="57"/>
                      <a:pt x="62" y="57"/>
                    </a:cubicBezTo>
                    <a:cubicBezTo>
                      <a:pt x="61" y="32"/>
                      <a:pt x="40" y="11"/>
                      <a:pt x="34" y="5"/>
                    </a:cubicBezTo>
                    <a:cubicBezTo>
                      <a:pt x="28" y="11"/>
                      <a:pt x="7" y="32"/>
                      <a:pt x="5"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9" name="Freeform 399"/>
              <p:cNvSpPr>
                <a:spLocks/>
              </p:cNvSpPr>
              <p:nvPr/>
            </p:nvSpPr>
            <p:spPr bwMode="auto">
              <a:xfrm>
                <a:off x="2879" y="2828"/>
                <a:ext cx="5" cy="5"/>
              </a:xfrm>
              <a:custGeom>
                <a:avLst/>
                <a:gdLst>
                  <a:gd name="T0" fmla="*/ 38 w 38"/>
                  <a:gd name="T1" fmla="*/ 40 h 40"/>
                  <a:gd name="T2" fmla="*/ 19 w 38"/>
                  <a:gd name="T3" fmla="*/ 0 h 40"/>
                  <a:gd name="T4" fmla="*/ 0 w 38"/>
                  <a:gd name="T5" fmla="*/ 40 h 40"/>
                  <a:gd name="T6" fmla="*/ 38 w 38"/>
                  <a:gd name="T7" fmla="*/ 40 h 40"/>
                </a:gdLst>
                <a:ahLst/>
                <a:cxnLst>
                  <a:cxn ang="0">
                    <a:pos x="T0" y="T1"/>
                  </a:cxn>
                  <a:cxn ang="0">
                    <a:pos x="T2" y="T3"/>
                  </a:cxn>
                  <a:cxn ang="0">
                    <a:pos x="T4" y="T5"/>
                  </a:cxn>
                  <a:cxn ang="0">
                    <a:pos x="T6" y="T7"/>
                  </a:cxn>
                </a:cxnLst>
                <a:rect l="0" t="0" r="r" b="b"/>
                <a:pathLst>
                  <a:path w="38" h="40">
                    <a:moveTo>
                      <a:pt x="38" y="40"/>
                    </a:moveTo>
                    <a:cubicBezTo>
                      <a:pt x="38" y="18"/>
                      <a:pt x="19" y="0"/>
                      <a:pt x="19" y="0"/>
                    </a:cubicBezTo>
                    <a:cubicBezTo>
                      <a:pt x="19" y="0"/>
                      <a:pt x="0" y="18"/>
                      <a:pt x="0" y="40"/>
                    </a:cubicBezTo>
                    <a:lnTo>
                      <a:pt x="38" y="4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0" name="Freeform 400"/>
              <p:cNvSpPr>
                <a:spLocks noEditPoints="1"/>
              </p:cNvSpPr>
              <p:nvPr/>
            </p:nvSpPr>
            <p:spPr bwMode="auto">
              <a:xfrm>
                <a:off x="2879" y="2827"/>
                <a:ext cx="5" cy="6"/>
              </a:xfrm>
              <a:custGeom>
                <a:avLst/>
                <a:gdLst>
                  <a:gd name="T0" fmla="*/ 41 w 43"/>
                  <a:gd name="T1" fmla="*/ 45 h 45"/>
                  <a:gd name="T2" fmla="*/ 3 w 43"/>
                  <a:gd name="T3" fmla="*/ 45 h 45"/>
                  <a:gd name="T4" fmla="*/ 0 w 43"/>
                  <a:gd name="T5" fmla="*/ 42 h 45"/>
                  <a:gd name="T6" fmla="*/ 20 w 43"/>
                  <a:gd name="T7" fmla="*/ 1 h 45"/>
                  <a:gd name="T8" fmla="*/ 23 w 43"/>
                  <a:gd name="T9" fmla="*/ 1 h 45"/>
                  <a:gd name="T10" fmla="*/ 43 w 43"/>
                  <a:gd name="T11" fmla="*/ 42 h 45"/>
                  <a:gd name="T12" fmla="*/ 41 w 43"/>
                  <a:gd name="T13" fmla="*/ 45 h 45"/>
                  <a:gd name="T14" fmla="*/ 5 w 43"/>
                  <a:gd name="T15" fmla="*/ 40 h 45"/>
                  <a:gd name="T16" fmla="*/ 38 w 43"/>
                  <a:gd name="T17" fmla="*/ 40 h 45"/>
                  <a:gd name="T18" fmla="*/ 22 w 43"/>
                  <a:gd name="T19" fmla="*/ 6 h 45"/>
                  <a:gd name="T20" fmla="*/ 5 w 43"/>
                  <a:gd name="T2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5">
                    <a:moveTo>
                      <a:pt x="41" y="45"/>
                    </a:moveTo>
                    <a:cubicBezTo>
                      <a:pt x="3" y="45"/>
                      <a:pt x="3" y="45"/>
                      <a:pt x="3" y="45"/>
                    </a:cubicBezTo>
                    <a:cubicBezTo>
                      <a:pt x="2" y="45"/>
                      <a:pt x="0" y="43"/>
                      <a:pt x="0" y="42"/>
                    </a:cubicBezTo>
                    <a:cubicBezTo>
                      <a:pt x="0" y="19"/>
                      <a:pt x="19" y="1"/>
                      <a:pt x="20" y="1"/>
                    </a:cubicBezTo>
                    <a:cubicBezTo>
                      <a:pt x="21" y="0"/>
                      <a:pt x="23" y="0"/>
                      <a:pt x="23" y="1"/>
                    </a:cubicBezTo>
                    <a:cubicBezTo>
                      <a:pt x="24" y="1"/>
                      <a:pt x="43" y="19"/>
                      <a:pt x="43" y="42"/>
                    </a:cubicBezTo>
                    <a:cubicBezTo>
                      <a:pt x="43" y="43"/>
                      <a:pt x="42" y="45"/>
                      <a:pt x="41" y="45"/>
                    </a:cubicBezTo>
                    <a:close/>
                    <a:moveTo>
                      <a:pt x="5" y="40"/>
                    </a:moveTo>
                    <a:cubicBezTo>
                      <a:pt x="38" y="40"/>
                      <a:pt x="38" y="40"/>
                      <a:pt x="38" y="40"/>
                    </a:cubicBezTo>
                    <a:cubicBezTo>
                      <a:pt x="37" y="24"/>
                      <a:pt x="26" y="10"/>
                      <a:pt x="22" y="6"/>
                    </a:cubicBezTo>
                    <a:cubicBezTo>
                      <a:pt x="18" y="10"/>
                      <a:pt x="6" y="24"/>
                      <a:pt x="5" y="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1" name="Freeform 401"/>
              <p:cNvSpPr>
                <a:spLocks/>
              </p:cNvSpPr>
              <p:nvPr/>
            </p:nvSpPr>
            <p:spPr bwMode="auto">
              <a:xfrm>
                <a:off x="2873" y="2816"/>
                <a:ext cx="6" cy="3"/>
              </a:xfrm>
              <a:custGeom>
                <a:avLst/>
                <a:gdLst>
                  <a:gd name="T0" fmla="*/ 5 w 6"/>
                  <a:gd name="T1" fmla="*/ 1 h 3"/>
                  <a:gd name="T2" fmla="*/ 5 w 6"/>
                  <a:gd name="T3" fmla="*/ 0 h 3"/>
                  <a:gd name="T4" fmla="*/ 6 w 6"/>
                  <a:gd name="T5" fmla="*/ 0 h 3"/>
                  <a:gd name="T6" fmla="*/ 6 w 6"/>
                  <a:gd name="T7" fmla="*/ 1 h 3"/>
                  <a:gd name="T8" fmla="*/ 6 w 6"/>
                  <a:gd name="T9" fmla="*/ 3 h 3"/>
                  <a:gd name="T10" fmla="*/ 0 w 6"/>
                  <a:gd name="T11" fmla="*/ 3 h 3"/>
                  <a:gd name="T12" fmla="*/ 0 w 6"/>
                  <a:gd name="T13" fmla="*/ 1 h 3"/>
                  <a:gd name="T14" fmla="*/ 0 w 6"/>
                  <a:gd name="T15" fmla="*/ 0 h 3"/>
                  <a:gd name="T16" fmla="*/ 2 w 6"/>
                  <a:gd name="T17" fmla="*/ 0 h 3"/>
                  <a:gd name="T18" fmla="*/ 2 w 6"/>
                  <a:gd name="T19" fmla="*/ 1 h 3"/>
                  <a:gd name="T20" fmla="*/ 3 w 6"/>
                  <a:gd name="T21" fmla="*/ 1 h 3"/>
                  <a:gd name="T22" fmla="*/ 3 w 6"/>
                  <a:gd name="T23" fmla="*/ 0 h 3"/>
                  <a:gd name="T24" fmla="*/ 4 w 6"/>
                  <a:gd name="T25" fmla="*/ 0 h 3"/>
                  <a:gd name="T26" fmla="*/ 4 w 6"/>
                  <a:gd name="T27" fmla="*/ 1 h 3"/>
                  <a:gd name="T28" fmla="*/ 5 w 6"/>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1"/>
                    </a:moveTo>
                    <a:lnTo>
                      <a:pt x="5" y="0"/>
                    </a:lnTo>
                    <a:lnTo>
                      <a:pt x="6" y="0"/>
                    </a:lnTo>
                    <a:lnTo>
                      <a:pt x="6" y="1"/>
                    </a:lnTo>
                    <a:lnTo>
                      <a:pt x="6" y="3"/>
                    </a:lnTo>
                    <a:lnTo>
                      <a:pt x="0" y="3"/>
                    </a:lnTo>
                    <a:lnTo>
                      <a:pt x="0" y="1"/>
                    </a:lnTo>
                    <a:lnTo>
                      <a:pt x="0" y="0"/>
                    </a:lnTo>
                    <a:lnTo>
                      <a:pt x="2" y="0"/>
                    </a:lnTo>
                    <a:lnTo>
                      <a:pt x="2" y="1"/>
                    </a:lnTo>
                    <a:lnTo>
                      <a:pt x="3" y="1"/>
                    </a:lnTo>
                    <a:lnTo>
                      <a:pt x="3" y="0"/>
                    </a:lnTo>
                    <a:lnTo>
                      <a:pt x="4" y="0"/>
                    </a:lnTo>
                    <a:lnTo>
                      <a:pt x="4" y="1"/>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2" name="Freeform 402"/>
              <p:cNvSpPr>
                <a:spLocks noEditPoints="1"/>
              </p:cNvSpPr>
              <p:nvPr/>
            </p:nvSpPr>
            <p:spPr bwMode="auto">
              <a:xfrm>
                <a:off x="2873" y="2816"/>
                <a:ext cx="6" cy="3"/>
              </a:xfrm>
              <a:custGeom>
                <a:avLst/>
                <a:gdLst>
                  <a:gd name="T0" fmla="*/ 47 w 49"/>
                  <a:gd name="T1" fmla="*/ 28 h 28"/>
                  <a:gd name="T2" fmla="*/ 2 w 49"/>
                  <a:gd name="T3" fmla="*/ 28 h 28"/>
                  <a:gd name="T4" fmla="*/ 0 w 49"/>
                  <a:gd name="T5" fmla="*/ 26 h 28"/>
                  <a:gd name="T6" fmla="*/ 0 w 49"/>
                  <a:gd name="T7" fmla="*/ 2 h 28"/>
                  <a:gd name="T8" fmla="*/ 2 w 49"/>
                  <a:gd name="T9" fmla="*/ 0 h 28"/>
                  <a:gd name="T10" fmla="*/ 12 w 49"/>
                  <a:gd name="T11" fmla="*/ 0 h 28"/>
                  <a:gd name="T12" fmla="*/ 14 w 49"/>
                  <a:gd name="T13" fmla="*/ 2 h 28"/>
                  <a:gd name="T14" fmla="*/ 14 w 49"/>
                  <a:gd name="T15" fmla="*/ 8 h 28"/>
                  <a:gd name="T16" fmla="*/ 18 w 49"/>
                  <a:gd name="T17" fmla="*/ 8 h 28"/>
                  <a:gd name="T18" fmla="*/ 18 w 49"/>
                  <a:gd name="T19" fmla="*/ 2 h 28"/>
                  <a:gd name="T20" fmla="*/ 20 w 49"/>
                  <a:gd name="T21" fmla="*/ 0 h 28"/>
                  <a:gd name="T22" fmla="*/ 29 w 49"/>
                  <a:gd name="T23" fmla="*/ 0 h 28"/>
                  <a:gd name="T24" fmla="*/ 32 w 49"/>
                  <a:gd name="T25" fmla="*/ 2 h 28"/>
                  <a:gd name="T26" fmla="*/ 32 w 49"/>
                  <a:gd name="T27" fmla="*/ 8 h 28"/>
                  <a:gd name="T28" fmla="*/ 35 w 49"/>
                  <a:gd name="T29" fmla="*/ 8 h 28"/>
                  <a:gd name="T30" fmla="*/ 35 w 49"/>
                  <a:gd name="T31" fmla="*/ 2 h 28"/>
                  <a:gd name="T32" fmla="*/ 38 w 49"/>
                  <a:gd name="T33" fmla="*/ 0 h 28"/>
                  <a:gd name="T34" fmla="*/ 47 w 49"/>
                  <a:gd name="T35" fmla="*/ 0 h 28"/>
                  <a:gd name="T36" fmla="*/ 49 w 49"/>
                  <a:gd name="T37" fmla="*/ 2 h 28"/>
                  <a:gd name="T38" fmla="*/ 49 w 49"/>
                  <a:gd name="T39" fmla="*/ 26 h 28"/>
                  <a:gd name="T40" fmla="*/ 47 w 49"/>
                  <a:gd name="T41" fmla="*/ 28 h 28"/>
                  <a:gd name="T42" fmla="*/ 5 w 49"/>
                  <a:gd name="T43" fmla="*/ 23 h 28"/>
                  <a:gd name="T44" fmla="*/ 44 w 49"/>
                  <a:gd name="T45" fmla="*/ 23 h 28"/>
                  <a:gd name="T46" fmla="*/ 44 w 49"/>
                  <a:gd name="T47" fmla="*/ 5 h 28"/>
                  <a:gd name="T48" fmla="*/ 40 w 49"/>
                  <a:gd name="T49" fmla="*/ 5 h 28"/>
                  <a:gd name="T50" fmla="*/ 40 w 49"/>
                  <a:gd name="T51" fmla="*/ 10 h 28"/>
                  <a:gd name="T52" fmla="*/ 38 w 49"/>
                  <a:gd name="T53" fmla="*/ 13 h 28"/>
                  <a:gd name="T54" fmla="*/ 29 w 49"/>
                  <a:gd name="T55" fmla="*/ 13 h 28"/>
                  <a:gd name="T56" fmla="*/ 27 w 49"/>
                  <a:gd name="T57" fmla="*/ 10 h 28"/>
                  <a:gd name="T58" fmla="*/ 27 w 49"/>
                  <a:gd name="T59" fmla="*/ 5 h 28"/>
                  <a:gd name="T60" fmla="*/ 22 w 49"/>
                  <a:gd name="T61" fmla="*/ 5 h 28"/>
                  <a:gd name="T62" fmla="*/ 22 w 49"/>
                  <a:gd name="T63" fmla="*/ 10 h 28"/>
                  <a:gd name="T64" fmla="*/ 20 w 49"/>
                  <a:gd name="T65" fmla="*/ 13 h 28"/>
                  <a:gd name="T66" fmla="*/ 12 w 49"/>
                  <a:gd name="T67" fmla="*/ 13 h 28"/>
                  <a:gd name="T68" fmla="*/ 9 w 49"/>
                  <a:gd name="T69" fmla="*/ 10 h 28"/>
                  <a:gd name="T70" fmla="*/ 9 w 49"/>
                  <a:gd name="T71" fmla="*/ 5 h 28"/>
                  <a:gd name="T72" fmla="*/ 5 w 49"/>
                  <a:gd name="T73" fmla="*/ 5 h 28"/>
                  <a:gd name="T74" fmla="*/ 5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7" y="28"/>
                    </a:moveTo>
                    <a:cubicBezTo>
                      <a:pt x="2" y="28"/>
                      <a:pt x="2" y="28"/>
                      <a:pt x="2" y="28"/>
                    </a:cubicBezTo>
                    <a:cubicBezTo>
                      <a:pt x="1" y="28"/>
                      <a:pt x="0" y="27"/>
                      <a:pt x="0" y="26"/>
                    </a:cubicBezTo>
                    <a:cubicBezTo>
                      <a:pt x="0" y="2"/>
                      <a:pt x="0" y="2"/>
                      <a:pt x="0" y="2"/>
                    </a:cubicBezTo>
                    <a:cubicBezTo>
                      <a:pt x="0" y="1"/>
                      <a:pt x="1" y="0"/>
                      <a:pt x="2" y="0"/>
                    </a:cubicBezTo>
                    <a:cubicBezTo>
                      <a:pt x="12" y="0"/>
                      <a:pt x="12" y="0"/>
                      <a:pt x="12" y="0"/>
                    </a:cubicBezTo>
                    <a:cubicBezTo>
                      <a:pt x="13" y="0"/>
                      <a:pt x="14" y="1"/>
                      <a:pt x="14" y="2"/>
                    </a:cubicBezTo>
                    <a:cubicBezTo>
                      <a:pt x="14" y="8"/>
                      <a:pt x="14" y="8"/>
                      <a:pt x="14" y="8"/>
                    </a:cubicBezTo>
                    <a:cubicBezTo>
                      <a:pt x="18" y="8"/>
                      <a:pt x="18" y="8"/>
                      <a:pt x="18" y="8"/>
                    </a:cubicBezTo>
                    <a:cubicBezTo>
                      <a:pt x="18" y="2"/>
                      <a:pt x="18" y="2"/>
                      <a:pt x="18" y="2"/>
                    </a:cubicBezTo>
                    <a:cubicBezTo>
                      <a:pt x="18" y="1"/>
                      <a:pt x="19" y="0"/>
                      <a:pt x="20" y="0"/>
                    </a:cubicBezTo>
                    <a:cubicBezTo>
                      <a:pt x="29" y="0"/>
                      <a:pt x="29" y="0"/>
                      <a:pt x="29" y="0"/>
                    </a:cubicBezTo>
                    <a:cubicBezTo>
                      <a:pt x="31" y="0"/>
                      <a:pt x="32" y="1"/>
                      <a:pt x="32" y="2"/>
                    </a:cubicBezTo>
                    <a:cubicBezTo>
                      <a:pt x="32" y="8"/>
                      <a:pt x="32" y="8"/>
                      <a:pt x="32" y="8"/>
                    </a:cubicBezTo>
                    <a:cubicBezTo>
                      <a:pt x="35" y="8"/>
                      <a:pt x="35" y="8"/>
                      <a:pt x="35" y="8"/>
                    </a:cubicBezTo>
                    <a:cubicBezTo>
                      <a:pt x="35" y="2"/>
                      <a:pt x="35" y="2"/>
                      <a:pt x="35" y="2"/>
                    </a:cubicBezTo>
                    <a:cubicBezTo>
                      <a:pt x="35" y="1"/>
                      <a:pt x="36" y="0"/>
                      <a:pt x="38" y="0"/>
                    </a:cubicBezTo>
                    <a:cubicBezTo>
                      <a:pt x="47" y="0"/>
                      <a:pt x="47" y="0"/>
                      <a:pt x="47" y="0"/>
                    </a:cubicBezTo>
                    <a:cubicBezTo>
                      <a:pt x="48" y="0"/>
                      <a:pt x="49" y="1"/>
                      <a:pt x="49" y="2"/>
                    </a:cubicBezTo>
                    <a:cubicBezTo>
                      <a:pt x="49" y="26"/>
                      <a:pt x="49" y="26"/>
                      <a:pt x="49" y="26"/>
                    </a:cubicBezTo>
                    <a:cubicBezTo>
                      <a:pt x="49" y="27"/>
                      <a:pt x="48" y="28"/>
                      <a:pt x="47" y="28"/>
                    </a:cubicBezTo>
                    <a:close/>
                    <a:moveTo>
                      <a:pt x="5" y="23"/>
                    </a:moveTo>
                    <a:cubicBezTo>
                      <a:pt x="44" y="23"/>
                      <a:pt x="44" y="23"/>
                      <a:pt x="44" y="23"/>
                    </a:cubicBezTo>
                    <a:cubicBezTo>
                      <a:pt x="44" y="5"/>
                      <a:pt x="44" y="5"/>
                      <a:pt x="44" y="5"/>
                    </a:cubicBezTo>
                    <a:cubicBezTo>
                      <a:pt x="40" y="5"/>
                      <a:pt x="40" y="5"/>
                      <a:pt x="40" y="5"/>
                    </a:cubicBezTo>
                    <a:cubicBezTo>
                      <a:pt x="40" y="10"/>
                      <a:pt x="40" y="10"/>
                      <a:pt x="40" y="10"/>
                    </a:cubicBezTo>
                    <a:cubicBezTo>
                      <a:pt x="40" y="12"/>
                      <a:pt x="39" y="13"/>
                      <a:pt x="38" y="13"/>
                    </a:cubicBezTo>
                    <a:cubicBezTo>
                      <a:pt x="29" y="13"/>
                      <a:pt x="29" y="13"/>
                      <a:pt x="29" y="13"/>
                    </a:cubicBezTo>
                    <a:cubicBezTo>
                      <a:pt x="28" y="13"/>
                      <a:pt x="27" y="12"/>
                      <a:pt x="27" y="10"/>
                    </a:cubicBezTo>
                    <a:cubicBezTo>
                      <a:pt x="27" y="5"/>
                      <a:pt x="27" y="5"/>
                      <a:pt x="27" y="5"/>
                    </a:cubicBezTo>
                    <a:cubicBezTo>
                      <a:pt x="22" y="5"/>
                      <a:pt x="22" y="5"/>
                      <a:pt x="22" y="5"/>
                    </a:cubicBezTo>
                    <a:cubicBezTo>
                      <a:pt x="22" y="10"/>
                      <a:pt x="22" y="10"/>
                      <a:pt x="22" y="10"/>
                    </a:cubicBezTo>
                    <a:cubicBezTo>
                      <a:pt x="22" y="12"/>
                      <a:pt x="21" y="13"/>
                      <a:pt x="20" y="13"/>
                    </a:cubicBezTo>
                    <a:cubicBezTo>
                      <a:pt x="12" y="13"/>
                      <a:pt x="12" y="13"/>
                      <a:pt x="12" y="13"/>
                    </a:cubicBezTo>
                    <a:cubicBezTo>
                      <a:pt x="10" y="13"/>
                      <a:pt x="9" y="12"/>
                      <a:pt x="9" y="10"/>
                    </a:cubicBezTo>
                    <a:cubicBezTo>
                      <a:pt x="9" y="5"/>
                      <a:pt x="9" y="5"/>
                      <a:pt x="9"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3" name="Rectangle 403"/>
              <p:cNvSpPr>
                <a:spLocks noChangeArrowheads="1"/>
              </p:cNvSpPr>
              <p:nvPr/>
            </p:nvSpPr>
            <p:spPr bwMode="auto">
              <a:xfrm>
                <a:off x="2874" y="2819"/>
                <a:ext cx="4" cy="4"/>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4" name="Freeform 404"/>
              <p:cNvSpPr>
                <a:spLocks noEditPoints="1"/>
              </p:cNvSpPr>
              <p:nvPr/>
            </p:nvSpPr>
            <p:spPr bwMode="auto">
              <a:xfrm>
                <a:off x="2874" y="2819"/>
                <a:ext cx="4" cy="4"/>
              </a:xfrm>
              <a:custGeom>
                <a:avLst/>
                <a:gdLst>
                  <a:gd name="T0" fmla="*/ 33 w 36"/>
                  <a:gd name="T1" fmla="*/ 33 h 33"/>
                  <a:gd name="T2" fmla="*/ 33 w 36"/>
                  <a:gd name="T3" fmla="*/ 33 h 33"/>
                  <a:gd name="T4" fmla="*/ 2 w 36"/>
                  <a:gd name="T5" fmla="*/ 33 h 33"/>
                  <a:gd name="T6" fmla="*/ 0 w 36"/>
                  <a:gd name="T7" fmla="*/ 32 h 33"/>
                  <a:gd name="T8" fmla="*/ 0 w 36"/>
                  <a:gd name="T9" fmla="*/ 30 h 33"/>
                  <a:gd name="T10" fmla="*/ 1 w 36"/>
                  <a:gd name="T11" fmla="*/ 3 h 33"/>
                  <a:gd name="T12" fmla="*/ 4 w 36"/>
                  <a:gd name="T13" fmla="*/ 0 h 33"/>
                  <a:gd name="T14" fmla="*/ 32 w 36"/>
                  <a:gd name="T15" fmla="*/ 0 h 33"/>
                  <a:gd name="T16" fmla="*/ 34 w 36"/>
                  <a:gd name="T17" fmla="*/ 3 h 33"/>
                  <a:gd name="T18" fmla="*/ 36 w 36"/>
                  <a:gd name="T19" fmla="*/ 30 h 33"/>
                  <a:gd name="T20" fmla="*/ 36 w 36"/>
                  <a:gd name="T21" fmla="*/ 31 h 33"/>
                  <a:gd name="T22" fmla="*/ 33 w 36"/>
                  <a:gd name="T23" fmla="*/ 33 h 33"/>
                  <a:gd name="T24" fmla="*/ 5 w 36"/>
                  <a:gd name="T25" fmla="*/ 28 h 33"/>
                  <a:gd name="T26" fmla="*/ 31 w 36"/>
                  <a:gd name="T27" fmla="*/ 28 h 33"/>
                  <a:gd name="T28" fmla="*/ 29 w 36"/>
                  <a:gd name="T29" fmla="*/ 5 h 33"/>
                  <a:gd name="T30" fmla="*/ 6 w 36"/>
                  <a:gd name="T31" fmla="*/ 5 h 33"/>
                  <a:gd name="T32" fmla="*/ 5 w 36"/>
                  <a:gd name="T33"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33">
                    <a:moveTo>
                      <a:pt x="33" y="33"/>
                    </a:moveTo>
                    <a:cubicBezTo>
                      <a:pt x="33" y="33"/>
                      <a:pt x="33" y="33"/>
                      <a:pt x="33" y="33"/>
                    </a:cubicBezTo>
                    <a:cubicBezTo>
                      <a:pt x="2" y="33"/>
                      <a:pt x="2" y="33"/>
                      <a:pt x="2" y="33"/>
                    </a:cubicBezTo>
                    <a:cubicBezTo>
                      <a:pt x="1" y="33"/>
                      <a:pt x="1" y="33"/>
                      <a:pt x="0" y="32"/>
                    </a:cubicBezTo>
                    <a:cubicBezTo>
                      <a:pt x="0" y="32"/>
                      <a:pt x="0" y="31"/>
                      <a:pt x="0" y="30"/>
                    </a:cubicBezTo>
                    <a:cubicBezTo>
                      <a:pt x="1" y="3"/>
                      <a:pt x="1" y="3"/>
                      <a:pt x="1" y="3"/>
                    </a:cubicBezTo>
                    <a:cubicBezTo>
                      <a:pt x="1" y="1"/>
                      <a:pt x="2" y="0"/>
                      <a:pt x="4" y="0"/>
                    </a:cubicBezTo>
                    <a:cubicBezTo>
                      <a:pt x="32" y="0"/>
                      <a:pt x="32" y="0"/>
                      <a:pt x="32" y="0"/>
                    </a:cubicBezTo>
                    <a:cubicBezTo>
                      <a:pt x="33" y="0"/>
                      <a:pt x="34" y="1"/>
                      <a:pt x="34" y="3"/>
                    </a:cubicBezTo>
                    <a:cubicBezTo>
                      <a:pt x="36" y="30"/>
                      <a:pt x="36" y="30"/>
                      <a:pt x="36" y="30"/>
                    </a:cubicBezTo>
                    <a:cubicBezTo>
                      <a:pt x="36" y="30"/>
                      <a:pt x="36" y="30"/>
                      <a:pt x="36" y="31"/>
                    </a:cubicBezTo>
                    <a:cubicBezTo>
                      <a:pt x="36" y="32"/>
                      <a:pt x="35" y="33"/>
                      <a:pt x="33" y="33"/>
                    </a:cubicBezTo>
                    <a:close/>
                    <a:moveTo>
                      <a:pt x="5" y="28"/>
                    </a:moveTo>
                    <a:cubicBezTo>
                      <a:pt x="31" y="28"/>
                      <a:pt x="31" y="28"/>
                      <a:pt x="31" y="28"/>
                    </a:cubicBezTo>
                    <a:cubicBezTo>
                      <a:pt x="29" y="5"/>
                      <a:pt x="29" y="5"/>
                      <a:pt x="29" y="5"/>
                    </a:cubicBezTo>
                    <a:cubicBezTo>
                      <a:pt x="6" y="5"/>
                      <a:pt x="6" y="5"/>
                      <a:pt x="6"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5" name="Freeform 405"/>
              <p:cNvSpPr>
                <a:spLocks/>
              </p:cNvSpPr>
              <p:nvPr/>
            </p:nvSpPr>
            <p:spPr bwMode="auto">
              <a:xfrm>
                <a:off x="2879" y="2812"/>
                <a:ext cx="6" cy="3"/>
              </a:xfrm>
              <a:custGeom>
                <a:avLst/>
                <a:gdLst>
                  <a:gd name="T0" fmla="*/ 4 w 6"/>
                  <a:gd name="T1" fmla="*/ 1 h 3"/>
                  <a:gd name="T2" fmla="*/ 4 w 6"/>
                  <a:gd name="T3" fmla="*/ 0 h 3"/>
                  <a:gd name="T4" fmla="*/ 6 w 6"/>
                  <a:gd name="T5" fmla="*/ 0 h 3"/>
                  <a:gd name="T6" fmla="*/ 6 w 6"/>
                  <a:gd name="T7" fmla="*/ 2 h 3"/>
                  <a:gd name="T8" fmla="*/ 6 w 6"/>
                  <a:gd name="T9" fmla="*/ 3 h 3"/>
                  <a:gd name="T10" fmla="*/ 0 w 6"/>
                  <a:gd name="T11" fmla="*/ 3 h 3"/>
                  <a:gd name="T12" fmla="*/ 0 w 6"/>
                  <a:gd name="T13" fmla="*/ 2 h 3"/>
                  <a:gd name="T14" fmla="*/ 0 w 6"/>
                  <a:gd name="T15" fmla="*/ 0 h 3"/>
                  <a:gd name="T16" fmla="*/ 1 w 6"/>
                  <a:gd name="T17" fmla="*/ 0 h 3"/>
                  <a:gd name="T18" fmla="*/ 1 w 6"/>
                  <a:gd name="T19" fmla="*/ 1 h 3"/>
                  <a:gd name="T20" fmla="*/ 2 w 6"/>
                  <a:gd name="T21" fmla="*/ 1 h 3"/>
                  <a:gd name="T22" fmla="*/ 2 w 6"/>
                  <a:gd name="T23" fmla="*/ 0 h 3"/>
                  <a:gd name="T24" fmla="*/ 3 w 6"/>
                  <a:gd name="T25" fmla="*/ 0 h 3"/>
                  <a:gd name="T26" fmla="*/ 3 w 6"/>
                  <a:gd name="T27" fmla="*/ 1 h 3"/>
                  <a:gd name="T28" fmla="*/ 4 w 6"/>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4" y="1"/>
                    </a:moveTo>
                    <a:lnTo>
                      <a:pt x="4" y="0"/>
                    </a:lnTo>
                    <a:lnTo>
                      <a:pt x="6" y="0"/>
                    </a:lnTo>
                    <a:lnTo>
                      <a:pt x="6" y="2"/>
                    </a:lnTo>
                    <a:lnTo>
                      <a:pt x="6" y="3"/>
                    </a:lnTo>
                    <a:lnTo>
                      <a:pt x="0" y="3"/>
                    </a:lnTo>
                    <a:lnTo>
                      <a:pt x="0" y="2"/>
                    </a:lnTo>
                    <a:lnTo>
                      <a:pt x="0" y="0"/>
                    </a:lnTo>
                    <a:lnTo>
                      <a:pt x="1" y="0"/>
                    </a:lnTo>
                    <a:lnTo>
                      <a:pt x="1" y="1"/>
                    </a:lnTo>
                    <a:lnTo>
                      <a:pt x="2" y="1"/>
                    </a:lnTo>
                    <a:lnTo>
                      <a:pt x="2" y="0"/>
                    </a:lnTo>
                    <a:lnTo>
                      <a:pt x="3" y="0"/>
                    </a:lnTo>
                    <a:lnTo>
                      <a:pt x="3" y="1"/>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6" name="Freeform 406"/>
              <p:cNvSpPr>
                <a:spLocks noEditPoints="1"/>
              </p:cNvSpPr>
              <p:nvPr/>
            </p:nvSpPr>
            <p:spPr bwMode="auto">
              <a:xfrm>
                <a:off x="2879" y="2812"/>
                <a:ext cx="6" cy="4"/>
              </a:xfrm>
              <a:custGeom>
                <a:avLst/>
                <a:gdLst>
                  <a:gd name="T0" fmla="*/ 47 w 49"/>
                  <a:gd name="T1" fmla="*/ 28 h 28"/>
                  <a:gd name="T2" fmla="*/ 3 w 49"/>
                  <a:gd name="T3" fmla="*/ 28 h 28"/>
                  <a:gd name="T4" fmla="*/ 0 w 49"/>
                  <a:gd name="T5" fmla="*/ 26 h 28"/>
                  <a:gd name="T6" fmla="*/ 0 w 49"/>
                  <a:gd name="T7" fmla="*/ 2 h 28"/>
                  <a:gd name="T8" fmla="*/ 3 w 49"/>
                  <a:gd name="T9" fmla="*/ 0 h 28"/>
                  <a:gd name="T10" fmla="*/ 12 w 49"/>
                  <a:gd name="T11" fmla="*/ 0 h 28"/>
                  <a:gd name="T12" fmla="*/ 14 w 49"/>
                  <a:gd name="T13" fmla="*/ 2 h 28"/>
                  <a:gd name="T14" fmla="*/ 14 w 49"/>
                  <a:gd name="T15" fmla="*/ 8 h 28"/>
                  <a:gd name="T16" fmla="*/ 18 w 49"/>
                  <a:gd name="T17" fmla="*/ 8 h 28"/>
                  <a:gd name="T18" fmla="*/ 18 w 49"/>
                  <a:gd name="T19" fmla="*/ 2 h 28"/>
                  <a:gd name="T20" fmla="*/ 20 w 49"/>
                  <a:gd name="T21" fmla="*/ 0 h 28"/>
                  <a:gd name="T22" fmla="*/ 29 w 49"/>
                  <a:gd name="T23" fmla="*/ 0 h 28"/>
                  <a:gd name="T24" fmla="*/ 32 w 49"/>
                  <a:gd name="T25" fmla="*/ 2 h 28"/>
                  <a:gd name="T26" fmla="*/ 32 w 49"/>
                  <a:gd name="T27" fmla="*/ 8 h 28"/>
                  <a:gd name="T28" fmla="*/ 35 w 49"/>
                  <a:gd name="T29" fmla="*/ 8 h 28"/>
                  <a:gd name="T30" fmla="*/ 35 w 49"/>
                  <a:gd name="T31" fmla="*/ 2 h 28"/>
                  <a:gd name="T32" fmla="*/ 38 w 49"/>
                  <a:gd name="T33" fmla="*/ 0 h 28"/>
                  <a:gd name="T34" fmla="*/ 47 w 49"/>
                  <a:gd name="T35" fmla="*/ 0 h 28"/>
                  <a:gd name="T36" fmla="*/ 49 w 49"/>
                  <a:gd name="T37" fmla="*/ 2 h 28"/>
                  <a:gd name="T38" fmla="*/ 49 w 49"/>
                  <a:gd name="T39" fmla="*/ 26 h 28"/>
                  <a:gd name="T40" fmla="*/ 47 w 49"/>
                  <a:gd name="T41" fmla="*/ 28 h 28"/>
                  <a:gd name="T42" fmla="*/ 5 w 49"/>
                  <a:gd name="T43" fmla="*/ 23 h 28"/>
                  <a:gd name="T44" fmla="*/ 45 w 49"/>
                  <a:gd name="T45" fmla="*/ 23 h 28"/>
                  <a:gd name="T46" fmla="*/ 45 w 49"/>
                  <a:gd name="T47" fmla="*/ 5 h 28"/>
                  <a:gd name="T48" fmla="*/ 40 w 49"/>
                  <a:gd name="T49" fmla="*/ 5 h 28"/>
                  <a:gd name="T50" fmla="*/ 40 w 49"/>
                  <a:gd name="T51" fmla="*/ 10 h 28"/>
                  <a:gd name="T52" fmla="*/ 38 w 49"/>
                  <a:gd name="T53" fmla="*/ 13 h 28"/>
                  <a:gd name="T54" fmla="*/ 29 w 49"/>
                  <a:gd name="T55" fmla="*/ 13 h 28"/>
                  <a:gd name="T56" fmla="*/ 27 w 49"/>
                  <a:gd name="T57" fmla="*/ 10 h 28"/>
                  <a:gd name="T58" fmla="*/ 27 w 49"/>
                  <a:gd name="T59" fmla="*/ 5 h 28"/>
                  <a:gd name="T60" fmla="*/ 23 w 49"/>
                  <a:gd name="T61" fmla="*/ 5 h 28"/>
                  <a:gd name="T62" fmla="*/ 23 w 49"/>
                  <a:gd name="T63" fmla="*/ 10 h 28"/>
                  <a:gd name="T64" fmla="*/ 20 w 49"/>
                  <a:gd name="T65" fmla="*/ 13 h 28"/>
                  <a:gd name="T66" fmla="*/ 12 w 49"/>
                  <a:gd name="T67" fmla="*/ 13 h 28"/>
                  <a:gd name="T68" fmla="*/ 9 w 49"/>
                  <a:gd name="T69" fmla="*/ 10 h 28"/>
                  <a:gd name="T70" fmla="*/ 9 w 49"/>
                  <a:gd name="T71" fmla="*/ 5 h 28"/>
                  <a:gd name="T72" fmla="*/ 5 w 49"/>
                  <a:gd name="T73" fmla="*/ 5 h 28"/>
                  <a:gd name="T74" fmla="*/ 5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7" y="28"/>
                    </a:moveTo>
                    <a:cubicBezTo>
                      <a:pt x="3" y="28"/>
                      <a:pt x="3" y="28"/>
                      <a:pt x="3" y="28"/>
                    </a:cubicBezTo>
                    <a:cubicBezTo>
                      <a:pt x="1" y="28"/>
                      <a:pt x="0" y="27"/>
                      <a:pt x="0" y="26"/>
                    </a:cubicBezTo>
                    <a:cubicBezTo>
                      <a:pt x="0" y="2"/>
                      <a:pt x="0" y="2"/>
                      <a:pt x="0" y="2"/>
                    </a:cubicBezTo>
                    <a:cubicBezTo>
                      <a:pt x="0" y="1"/>
                      <a:pt x="1" y="0"/>
                      <a:pt x="3" y="0"/>
                    </a:cubicBezTo>
                    <a:cubicBezTo>
                      <a:pt x="12" y="0"/>
                      <a:pt x="12" y="0"/>
                      <a:pt x="12" y="0"/>
                    </a:cubicBezTo>
                    <a:cubicBezTo>
                      <a:pt x="13" y="0"/>
                      <a:pt x="14" y="1"/>
                      <a:pt x="14" y="2"/>
                    </a:cubicBezTo>
                    <a:cubicBezTo>
                      <a:pt x="14" y="8"/>
                      <a:pt x="14" y="8"/>
                      <a:pt x="14" y="8"/>
                    </a:cubicBezTo>
                    <a:cubicBezTo>
                      <a:pt x="18" y="8"/>
                      <a:pt x="18" y="8"/>
                      <a:pt x="18" y="8"/>
                    </a:cubicBezTo>
                    <a:cubicBezTo>
                      <a:pt x="18" y="2"/>
                      <a:pt x="18" y="2"/>
                      <a:pt x="18" y="2"/>
                    </a:cubicBezTo>
                    <a:cubicBezTo>
                      <a:pt x="18" y="1"/>
                      <a:pt x="19" y="0"/>
                      <a:pt x="20" y="0"/>
                    </a:cubicBezTo>
                    <a:cubicBezTo>
                      <a:pt x="29" y="0"/>
                      <a:pt x="29" y="0"/>
                      <a:pt x="29" y="0"/>
                    </a:cubicBezTo>
                    <a:cubicBezTo>
                      <a:pt x="31" y="0"/>
                      <a:pt x="32" y="1"/>
                      <a:pt x="32" y="2"/>
                    </a:cubicBezTo>
                    <a:cubicBezTo>
                      <a:pt x="32" y="8"/>
                      <a:pt x="32" y="8"/>
                      <a:pt x="32" y="8"/>
                    </a:cubicBezTo>
                    <a:cubicBezTo>
                      <a:pt x="35" y="8"/>
                      <a:pt x="35" y="8"/>
                      <a:pt x="35" y="8"/>
                    </a:cubicBezTo>
                    <a:cubicBezTo>
                      <a:pt x="35" y="2"/>
                      <a:pt x="35" y="2"/>
                      <a:pt x="35" y="2"/>
                    </a:cubicBezTo>
                    <a:cubicBezTo>
                      <a:pt x="35" y="1"/>
                      <a:pt x="37" y="0"/>
                      <a:pt x="38" y="0"/>
                    </a:cubicBezTo>
                    <a:cubicBezTo>
                      <a:pt x="47" y="0"/>
                      <a:pt x="47" y="0"/>
                      <a:pt x="47" y="0"/>
                    </a:cubicBezTo>
                    <a:cubicBezTo>
                      <a:pt x="48" y="0"/>
                      <a:pt x="49" y="1"/>
                      <a:pt x="49" y="2"/>
                    </a:cubicBezTo>
                    <a:cubicBezTo>
                      <a:pt x="49" y="26"/>
                      <a:pt x="49" y="26"/>
                      <a:pt x="49" y="26"/>
                    </a:cubicBezTo>
                    <a:cubicBezTo>
                      <a:pt x="49" y="27"/>
                      <a:pt x="48" y="28"/>
                      <a:pt x="47" y="28"/>
                    </a:cubicBezTo>
                    <a:close/>
                    <a:moveTo>
                      <a:pt x="5" y="23"/>
                    </a:moveTo>
                    <a:cubicBezTo>
                      <a:pt x="45" y="23"/>
                      <a:pt x="45" y="23"/>
                      <a:pt x="45" y="23"/>
                    </a:cubicBezTo>
                    <a:cubicBezTo>
                      <a:pt x="45" y="5"/>
                      <a:pt x="45" y="5"/>
                      <a:pt x="45" y="5"/>
                    </a:cubicBezTo>
                    <a:cubicBezTo>
                      <a:pt x="40" y="5"/>
                      <a:pt x="40" y="5"/>
                      <a:pt x="40" y="5"/>
                    </a:cubicBezTo>
                    <a:cubicBezTo>
                      <a:pt x="40" y="10"/>
                      <a:pt x="40" y="10"/>
                      <a:pt x="40" y="10"/>
                    </a:cubicBezTo>
                    <a:cubicBezTo>
                      <a:pt x="40" y="12"/>
                      <a:pt x="39" y="13"/>
                      <a:pt x="38" y="13"/>
                    </a:cubicBezTo>
                    <a:cubicBezTo>
                      <a:pt x="29" y="13"/>
                      <a:pt x="29" y="13"/>
                      <a:pt x="29" y="13"/>
                    </a:cubicBezTo>
                    <a:cubicBezTo>
                      <a:pt x="28" y="13"/>
                      <a:pt x="27" y="12"/>
                      <a:pt x="27" y="10"/>
                    </a:cubicBezTo>
                    <a:cubicBezTo>
                      <a:pt x="27" y="5"/>
                      <a:pt x="27" y="5"/>
                      <a:pt x="27" y="5"/>
                    </a:cubicBezTo>
                    <a:cubicBezTo>
                      <a:pt x="23" y="5"/>
                      <a:pt x="23" y="5"/>
                      <a:pt x="23" y="5"/>
                    </a:cubicBezTo>
                    <a:cubicBezTo>
                      <a:pt x="23" y="10"/>
                      <a:pt x="23" y="10"/>
                      <a:pt x="23" y="10"/>
                    </a:cubicBezTo>
                    <a:cubicBezTo>
                      <a:pt x="23" y="12"/>
                      <a:pt x="22" y="13"/>
                      <a:pt x="20" y="13"/>
                    </a:cubicBezTo>
                    <a:cubicBezTo>
                      <a:pt x="12" y="13"/>
                      <a:pt x="12" y="13"/>
                      <a:pt x="12" y="13"/>
                    </a:cubicBezTo>
                    <a:cubicBezTo>
                      <a:pt x="11" y="13"/>
                      <a:pt x="9" y="12"/>
                      <a:pt x="9" y="10"/>
                    </a:cubicBezTo>
                    <a:cubicBezTo>
                      <a:pt x="9" y="5"/>
                      <a:pt x="9" y="5"/>
                      <a:pt x="9"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7" name="Rectangle 407"/>
              <p:cNvSpPr>
                <a:spLocks noChangeArrowheads="1"/>
              </p:cNvSpPr>
              <p:nvPr/>
            </p:nvSpPr>
            <p:spPr bwMode="auto">
              <a:xfrm>
                <a:off x="2880" y="2815"/>
                <a:ext cx="4" cy="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8" name="Freeform 408"/>
              <p:cNvSpPr>
                <a:spLocks noEditPoints="1"/>
              </p:cNvSpPr>
              <p:nvPr/>
            </p:nvSpPr>
            <p:spPr bwMode="auto">
              <a:xfrm>
                <a:off x="2880" y="2815"/>
                <a:ext cx="4" cy="8"/>
              </a:xfrm>
              <a:custGeom>
                <a:avLst/>
                <a:gdLst>
                  <a:gd name="T0" fmla="*/ 34 w 36"/>
                  <a:gd name="T1" fmla="*/ 63 h 63"/>
                  <a:gd name="T2" fmla="*/ 33 w 36"/>
                  <a:gd name="T3" fmla="*/ 63 h 63"/>
                  <a:gd name="T4" fmla="*/ 2 w 36"/>
                  <a:gd name="T5" fmla="*/ 63 h 63"/>
                  <a:gd name="T6" fmla="*/ 0 w 36"/>
                  <a:gd name="T7" fmla="*/ 62 h 63"/>
                  <a:gd name="T8" fmla="*/ 0 w 36"/>
                  <a:gd name="T9" fmla="*/ 61 h 63"/>
                  <a:gd name="T10" fmla="*/ 2 w 36"/>
                  <a:gd name="T11" fmla="*/ 3 h 63"/>
                  <a:gd name="T12" fmla="*/ 4 w 36"/>
                  <a:gd name="T13" fmla="*/ 0 h 63"/>
                  <a:gd name="T14" fmla="*/ 32 w 36"/>
                  <a:gd name="T15" fmla="*/ 0 h 63"/>
                  <a:gd name="T16" fmla="*/ 34 w 36"/>
                  <a:gd name="T17" fmla="*/ 3 h 63"/>
                  <a:gd name="T18" fmla="*/ 36 w 36"/>
                  <a:gd name="T19" fmla="*/ 60 h 63"/>
                  <a:gd name="T20" fmla="*/ 36 w 36"/>
                  <a:gd name="T21" fmla="*/ 61 h 63"/>
                  <a:gd name="T22" fmla="*/ 34 w 36"/>
                  <a:gd name="T23" fmla="*/ 63 h 63"/>
                  <a:gd name="T24" fmla="*/ 5 w 36"/>
                  <a:gd name="T25" fmla="*/ 58 h 63"/>
                  <a:gd name="T26" fmla="*/ 31 w 36"/>
                  <a:gd name="T27" fmla="*/ 58 h 63"/>
                  <a:gd name="T28" fmla="*/ 29 w 36"/>
                  <a:gd name="T29" fmla="*/ 5 h 63"/>
                  <a:gd name="T30" fmla="*/ 6 w 36"/>
                  <a:gd name="T31" fmla="*/ 5 h 63"/>
                  <a:gd name="T32" fmla="*/ 5 w 36"/>
                  <a:gd name="T3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63">
                    <a:moveTo>
                      <a:pt x="34" y="63"/>
                    </a:moveTo>
                    <a:cubicBezTo>
                      <a:pt x="33" y="63"/>
                      <a:pt x="33" y="63"/>
                      <a:pt x="33" y="63"/>
                    </a:cubicBezTo>
                    <a:cubicBezTo>
                      <a:pt x="2" y="63"/>
                      <a:pt x="2" y="63"/>
                      <a:pt x="2" y="63"/>
                    </a:cubicBezTo>
                    <a:cubicBezTo>
                      <a:pt x="2" y="63"/>
                      <a:pt x="1" y="63"/>
                      <a:pt x="0" y="62"/>
                    </a:cubicBezTo>
                    <a:cubicBezTo>
                      <a:pt x="0" y="62"/>
                      <a:pt x="0" y="61"/>
                      <a:pt x="0" y="61"/>
                    </a:cubicBezTo>
                    <a:cubicBezTo>
                      <a:pt x="2" y="3"/>
                      <a:pt x="2" y="3"/>
                      <a:pt x="2" y="3"/>
                    </a:cubicBezTo>
                    <a:cubicBezTo>
                      <a:pt x="2" y="1"/>
                      <a:pt x="3" y="0"/>
                      <a:pt x="4" y="0"/>
                    </a:cubicBezTo>
                    <a:cubicBezTo>
                      <a:pt x="32" y="0"/>
                      <a:pt x="32" y="0"/>
                      <a:pt x="32" y="0"/>
                    </a:cubicBezTo>
                    <a:cubicBezTo>
                      <a:pt x="33" y="0"/>
                      <a:pt x="34" y="1"/>
                      <a:pt x="34" y="3"/>
                    </a:cubicBezTo>
                    <a:cubicBezTo>
                      <a:pt x="36" y="60"/>
                      <a:pt x="36" y="60"/>
                      <a:pt x="36" y="60"/>
                    </a:cubicBezTo>
                    <a:cubicBezTo>
                      <a:pt x="36" y="60"/>
                      <a:pt x="36" y="60"/>
                      <a:pt x="36" y="61"/>
                    </a:cubicBezTo>
                    <a:cubicBezTo>
                      <a:pt x="36" y="62"/>
                      <a:pt x="35" y="63"/>
                      <a:pt x="34" y="63"/>
                    </a:cubicBezTo>
                    <a:close/>
                    <a:moveTo>
                      <a:pt x="5" y="58"/>
                    </a:moveTo>
                    <a:cubicBezTo>
                      <a:pt x="31" y="58"/>
                      <a:pt x="31" y="58"/>
                      <a:pt x="31" y="58"/>
                    </a:cubicBezTo>
                    <a:cubicBezTo>
                      <a:pt x="29" y="5"/>
                      <a:pt x="29" y="5"/>
                      <a:pt x="29" y="5"/>
                    </a:cubicBezTo>
                    <a:cubicBezTo>
                      <a:pt x="6" y="5"/>
                      <a:pt x="6" y="5"/>
                      <a:pt x="6" y="5"/>
                    </a:cubicBezTo>
                    <a:lnTo>
                      <a:pt x="5"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9" name="Freeform 409"/>
              <p:cNvSpPr>
                <a:spLocks/>
              </p:cNvSpPr>
              <p:nvPr/>
            </p:nvSpPr>
            <p:spPr bwMode="auto">
              <a:xfrm>
                <a:off x="2876" y="2820"/>
                <a:ext cx="1" cy="2"/>
              </a:xfrm>
              <a:custGeom>
                <a:avLst/>
                <a:gdLst>
                  <a:gd name="T0" fmla="*/ 7 w 7"/>
                  <a:gd name="T1" fmla="*/ 3 h 12"/>
                  <a:gd name="T2" fmla="*/ 4 w 7"/>
                  <a:gd name="T3" fmla="*/ 0 h 12"/>
                  <a:gd name="T4" fmla="*/ 0 w 7"/>
                  <a:gd name="T5" fmla="*/ 3 h 12"/>
                  <a:gd name="T6" fmla="*/ 0 w 7"/>
                  <a:gd name="T7" fmla="*/ 12 h 12"/>
                  <a:gd name="T8" fmla="*/ 7 w 7"/>
                  <a:gd name="T9" fmla="*/ 12 h 12"/>
                  <a:gd name="T10" fmla="*/ 7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7" y="3"/>
                    </a:moveTo>
                    <a:cubicBezTo>
                      <a:pt x="7" y="1"/>
                      <a:pt x="5" y="0"/>
                      <a:pt x="4" y="0"/>
                    </a:cubicBezTo>
                    <a:cubicBezTo>
                      <a:pt x="2" y="0"/>
                      <a:pt x="0" y="1"/>
                      <a:pt x="0" y="3"/>
                    </a:cubicBezTo>
                    <a:cubicBezTo>
                      <a:pt x="0" y="12"/>
                      <a:pt x="0" y="12"/>
                      <a:pt x="0" y="12"/>
                    </a:cubicBezTo>
                    <a:cubicBezTo>
                      <a:pt x="7" y="12"/>
                      <a:pt x="7" y="12"/>
                      <a:pt x="7" y="12"/>
                    </a:cubicBez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0" name="Freeform 410"/>
              <p:cNvSpPr>
                <a:spLocks/>
              </p:cNvSpPr>
              <p:nvPr/>
            </p:nvSpPr>
            <p:spPr bwMode="auto">
              <a:xfrm>
                <a:off x="2881" y="2817"/>
                <a:ext cx="1" cy="1"/>
              </a:xfrm>
              <a:custGeom>
                <a:avLst/>
                <a:gdLst>
                  <a:gd name="T0" fmla="*/ 6 w 6"/>
                  <a:gd name="T1" fmla="*/ 3 h 12"/>
                  <a:gd name="T2" fmla="*/ 3 w 6"/>
                  <a:gd name="T3" fmla="*/ 0 h 12"/>
                  <a:gd name="T4" fmla="*/ 0 w 6"/>
                  <a:gd name="T5" fmla="*/ 3 h 12"/>
                  <a:gd name="T6" fmla="*/ 0 w 6"/>
                  <a:gd name="T7" fmla="*/ 12 h 12"/>
                  <a:gd name="T8" fmla="*/ 6 w 6"/>
                  <a:gd name="T9" fmla="*/ 12 h 12"/>
                  <a:gd name="T10" fmla="*/ 6 w 6"/>
                  <a:gd name="T11" fmla="*/ 3 h 12"/>
                </a:gdLst>
                <a:ahLst/>
                <a:cxnLst>
                  <a:cxn ang="0">
                    <a:pos x="T0" y="T1"/>
                  </a:cxn>
                  <a:cxn ang="0">
                    <a:pos x="T2" y="T3"/>
                  </a:cxn>
                  <a:cxn ang="0">
                    <a:pos x="T4" y="T5"/>
                  </a:cxn>
                  <a:cxn ang="0">
                    <a:pos x="T6" y="T7"/>
                  </a:cxn>
                  <a:cxn ang="0">
                    <a:pos x="T8" y="T9"/>
                  </a:cxn>
                  <a:cxn ang="0">
                    <a:pos x="T10" y="T11"/>
                  </a:cxn>
                </a:cxnLst>
                <a:rect l="0" t="0" r="r" b="b"/>
                <a:pathLst>
                  <a:path w="6" h="12">
                    <a:moveTo>
                      <a:pt x="6" y="3"/>
                    </a:moveTo>
                    <a:cubicBezTo>
                      <a:pt x="6" y="2"/>
                      <a:pt x="5" y="0"/>
                      <a:pt x="3" y="0"/>
                    </a:cubicBezTo>
                    <a:cubicBezTo>
                      <a:pt x="1" y="0"/>
                      <a:pt x="0" y="2"/>
                      <a:pt x="0" y="3"/>
                    </a:cubicBezTo>
                    <a:cubicBezTo>
                      <a:pt x="0" y="12"/>
                      <a:pt x="0" y="12"/>
                      <a:pt x="0" y="12"/>
                    </a:cubicBezTo>
                    <a:cubicBezTo>
                      <a:pt x="6" y="12"/>
                      <a:pt x="6" y="12"/>
                      <a:pt x="6" y="12"/>
                    </a:cubicBez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1" name="Freeform 411"/>
              <p:cNvSpPr>
                <a:spLocks/>
              </p:cNvSpPr>
              <p:nvPr/>
            </p:nvSpPr>
            <p:spPr bwMode="auto">
              <a:xfrm>
                <a:off x="2885" y="2816"/>
                <a:ext cx="5" cy="3"/>
              </a:xfrm>
              <a:custGeom>
                <a:avLst/>
                <a:gdLst>
                  <a:gd name="T0" fmla="*/ 1 w 5"/>
                  <a:gd name="T1" fmla="*/ 1 h 3"/>
                  <a:gd name="T2" fmla="*/ 1 w 5"/>
                  <a:gd name="T3" fmla="*/ 0 h 3"/>
                  <a:gd name="T4" fmla="*/ 0 w 5"/>
                  <a:gd name="T5" fmla="*/ 0 h 3"/>
                  <a:gd name="T6" fmla="*/ 0 w 5"/>
                  <a:gd name="T7" fmla="*/ 1 h 3"/>
                  <a:gd name="T8" fmla="*/ 0 w 5"/>
                  <a:gd name="T9" fmla="*/ 3 h 3"/>
                  <a:gd name="T10" fmla="*/ 5 w 5"/>
                  <a:gd name="T11" fmla="*/ 3 h 3"/>
                  <a:gd name="T12" fmla="*/ 5 w 5"/>
                  <a:gd name="T13" fmla="*/ 1 h 3"/>
                  <a:gd name="T14" fmla="*/ 5 w 5"/>
                  <a:gd name="T15" fmla="*/ 0 h 3"/>
                  <a:gd name="T16" fmla="*/ 4 w 5"/>
                  <a:gd name="T17" fmla="*/ 0 h 3"/>
                  <a:gd name="T18" fmla="*/ 4 w 5"/>
                  <a:gd name="T19" fmla="*/ 1 h 3"/>
                  <a:gd name="T20" fmla="*/ 3 w 5"/>
                  <a:gd name="T21" fmla="*/ 1 h 3"/>
                  <a:gd name="T22" fmla="*/ 3 w 5"/>
                  <a:gd name="T23" fmla="*/ 0 h 3"/>
                  <a:gd name="T24" fmla="*/ 2 w 5"/>
                  <a:gd name="T25" fmla="*/ 0 h 3"/>
                  <a:gd name="T26" fmla="*/ 2 w 5"/>
                  <a:gd name="T27" fmla="*/ 1 h 3"/>
                  <a:gd name="T28" fmla="*/ 1 w 5"/>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1" y="1"/>
                    </a:moveTo>
                    <a:lnTo>
                      <a:pt x="1" y="0"/>
                    </a:lnTo>
                    <a:lnTo>
                      <a:pt x="0" y="0"/>
                    </a:lnTo>
                    <a:lnTo>
                      <a:pt x="0" y="1"/>
                    </a:lnTo>
                    <a:lnTo>
                      <a:pt x="0" y="3"/>
                    </a:lnTo>
                    <a:lnTo>
                      <a:pt x="5" y="3"/>
                    </a:lnTo>
                    <a:lnTo>
                      <a:pt x="5" y="1"/>
                    </a:lnTo>
                    <a:lnTo>
                      <a:pt x="5" y="0"/>
                    </a:lnTo>
                    <a:lnTo>
                      <a:pt x="4" y="0"/>
                    </a:lnTo>
                    <a:lnTo>
                      <a:pt x="4" y="1"/>
                    </a:lnTo>
                    <a:lnTo>
                      <a:pt x="3" y="1"/>
                    </a:lnTo>
                    <a:lnTo>
                      <a:pt x="3" y="0"/>
                    </a:lnTo>
                    <a:lnTo>
                      <a:pt x="2" y="0"/>
                    </a:lnTo>
                    <a:lnTo>
                      <a:pt x="2" y="1"/>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2" name="Freeform 412"/>
              <p:cNvSpPr>
                <a:spLocks noEditPoints="1"/>
              </p:cNvSpPr>
              <p:nvPr/>
            </p:nvSpPr>
            <p:spPr bwMode="auto">
              <a:xfrm>
                <a:off x="2884" y="2816"/>
                <a:ext cx="7" cy="3"/>
              </a:xfrm>
              <a:custGeom>
                <a:avLst/>
                <a:gdLst>
                  <a:gd name="T0" fmla="*/ 47 w 50"/>
                  <a:gd name="T1" fmla="*/ 28 h 28"/>
                  <a:gd name="T2" fmla="*/ 3 w 50"/>
                  <a:gd name="T3" fmla="*/ 28 h 28"/>
                  <a:gd name="T4" fmla="*/ 0 w 50"/>
                  <a:gd name="T5" fmla="*/ 26 h 28"/>
                  <a:gd name="T6" fmla="*/ 0 w 50"/>
                  <a:gd name="T7" fmla="*/ 2 h 28"/>
                  <a:gd name="T8" fmla="*/ 3 w 50"/>
                  <a:gd name="T9" fmla="*/ 0 h 28"/>
                  <a:gd name="T10" fmla="*/ 12 w 50"/>
                  <a:gd name="T11" fmla="*/ 0 h 28"/>
                  <a:gd name="T12" fmla="*/ 14 w 50"/>
                  <a:gd name="T13" fmla="*/ 2 h 28"/>
                  <a:gd name="T14" fmla="*/ 14 w 50"/>
                  <a:gd name="T15" fmla="*/ 8 h 28"/>
                  <a:gd name="T16" fmla="*/ 18 w 50"/>
                  <a:gd name="T17" fmla="*/ 8 h 28"/>
                  <a:gd name="T18" fmla="*/ 18 w 50"/>
                  <a:gd name="T19" fmla="*/ 2 h 28"/>
                  <a:gd name="T20" fmla="*/ 20 w 50"/>
                  <a:gd name="T21" fmla="*/ 0 h 28"/>
                  <a:gd name="T22" fmla="*/ 30 w 50"/>
                  <a:gd name="T23" fmla="*/ 0 h 28"/>
                  <a:gd name="T24" fmla="*/ 32 w 50"/>
                  <a:gd name="T25" fmla="*/ 2 h 28"/>
                  <a:gd name="T26" fmla="*/ 32 w 50"/>
                  <a:gd name="T27" fmla="*/ 8 h 28"/>
                  <a:gd name="T28" fmla="*/ 36 w 50"/>
                  <a:gd name="T29" fmla="*/ 8 h 28"/>
                  <a:gd name="T30" fmla="*/ 36 w 50"/>
                  <a:gd name="T31" fmla="*/ 2 h 28"/>
                  <a:gd name="T32" fmla="*/ 38 w 50"/>
                  <a:gd name="T33" fmla="*/ 0 h 28"/>
                  <a:gd name="T34" fmla="*/ 47 w 50"/>
                  <a:gd name="T35" fmla="*/ 0 h 28"/>
                  <a:gd name="T36" fmla="*/ 50 w 50"/>
                  <a:gd name="T37" fmla="*/ 2 h 28"/>
                  <a:gd name="T38" fmla="*/ 50 w 50"/>
                  <a:gd name="T39" fmla="*/ 26 h 28"/>
                  <a:gd name="T40" fmla="*/ 47 w 50"/>
                  <a:gd name="T41" fmla="*/ 28 h 28"/>
                  <a:gd name="T42" fmla="*/ 5 w 50"/>
                  <a:gd name="T43" fmla="*/ 23 h 28"/>
                  <a:gd name="T44" fmla="*/ 45 w 50"/>
                  <a:gd name="T45" fmla="*/ 23 h 28"/>
                  <a:gd name="T46" fmla="*/ 45 w 50"/>
                  <a:gd name="T47" fmla="*/ 5 h 28"/>
                  <a:gd name="T48" fmla="*/ 40 w 50"/>
                  <a:gd name="T49" fmla="*/ 5 h 28"/>
                  <a:gd name="T50" fmla="*/ 40 w 50"/>
                  <a:gd name="T51" fmla="*/ 10 h 28"/>
                  <a:gd name="T52" fmla="*/ 38 w 50"/>
                  <a:gd name="T53" fmla="*/ 13 h 28"/>
                  <a:gd name="T54" fmla="*/ 30 w 50"/>
                  <a:gd name="T55" fmla="*/ 13 h 28"/>
                  <a:gd name="T56" fmla="*/ 27 w 50"/>
                  <a:gd name="T57" fmla="*/ 10 h 28"/>
                  <a:gd name="T58" fmla="*/ 27 w 50"/>
                  <a:gd name="T59" fmla="*/ 5 h 28"/>
                  <a:gd name="T60" fmla="*/ 23 w 50"/>
                  <a:gd name="T61" fmla="*/ 5 h 28"/>
                  <a:gd name="T62" fmla="*/ 23 w 50"/>
                  <a:gd name="T63" fmla="*/ 10 h 28"/>
                  <a:gd name="T64" fmla="*/ 20 w 50"/>
                  <a:gd name="T65" fmla="*/ 13 h 28"/>
                  <a:gd name="T66" fmla="*/ 12 w 50"/>
                  <a:gd name="T67" fmla="*/ 13 h 28"/>
                  <a:gd name="T68" fmla="*/ 10 w 50"/>
                  <a:gd name="T69" fmla="*/ 10 h 28"/>
                  <a:gd name="T70" fmla="*/ 10 w 50"/>
                  <a:gd name="T71" fmla="*/ 5 h 28"/>
                  <a:gd name="T72" fmla="*/ 5 w 50"/>
                  <a:gd name="T73" fmla="*/ 5 h 28"/>
                  <a:gd name="T74" fmla="*/ 5 w 50"/>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28">
                    <a:moveTo>
                      <a:pt x="47" y="28"/>
                    </a:moveTo>
                    <a:cubicBezTo>
                      <a:pt x="3" y="28"/>
                      <a:pt x="3" y="28"/>
                      <a:pt x="3" y="28"/>
                    </a:cubicBezTo>
                    <a:cubicBezTo>
                      <a:pt x="2" y="28"/>
                      <a:pt x="0" y="27"/>
                      <a:pt x="0" y="26"/>
                    </a:cubicBezTo>
                    <a:cubicBezTo>
                      <a:pt x="0" y="2"/>
                      <a:pt x="0" y="2"/>
                      <a:pt x="0" y="2"/>
                    </a:cubicBezTo>
                    <a:cubicBezTo>
                      <a:pt x="0" y="1"/>
                      <a:pt x="2" y="0"/>
                      <a:pt x="3" y="0"/>
                    </a:cubicBezTo>
                    <a:cubicBezTo>
                      <a:pt x="12" y="0"/>
                      <a:pt x="12" y="0"/>
                      <a:pt x="12" y="0"/>
                    </a:cubicBezTo>
                    <a:cubicBezTo>
                      <a:pt x="13" y="0"/>
                      <a:pt x="14" y="1"/>
                      <a:pt x="14" y="2"/>
                    </a:cubicBezTo>
                    <a:cubicBezTo>
                      <a:pt x="14" y="8"/>
                      <a:pt x="14" y="8"/>
                      <a:pt x="14" y="8"/>
                    </a:cubicBezTo>
                    <a:cubicBezTo>
                      <a:pt x="18" y="8"/>
                      <a:pt x="18" y="8"/>
                      <a:pt x="18" y="8"/>
                    </a:cubicBezTo>
                    <a:cubicBezTo>
                      <a:pt x="18" y="2"/>
                      <a:pt x="18" y="2"/>
                      <a:pt x="18" y="2"/>
                    </a:cubicBezTo>
                    <a:cubicBezTo>
                      <a:pt x="18" y="1"/>
                      <a:pt x="19" y="0"/>
                      <a:pt x="20" y="0"/>
                    </a:cubicBezTo>
                    <a:cubicBezTo>
                      <a:pt x="30" y="0"/>
                      <a:pt x="30" y="0"/>
                      <a:pt x="30" y="0"/>
                    </a:cubicBezTo>
                    <a:cubicBezTo>
                      <a:pt x="31" y="0"/>
                      <a:pt x="32" y="1"/>
                      <a:pt x="32" y="2"/>
                    </a:cubicBezTo>
                    <a:cubicBezTo>
                      <a:pt x="32" y="8"/>
                      <a:pt x="32" y="8"/>
                      <a:pt x="32" y="8"/>
                    </a:cubicBezTo>
                    <a:cubicBezTo>
                      <a:pt x="36" y="8"/>
                      <a:pt x="36" y="8"/>
                      <a:pt x="36" y="8"/>
                    </a:cubicBezTo>
                    <a:cubicBezTo>
                      <a:pt x="36" y="2"/>
                      <a:pt x="36" y="2"/>
                      <a:pt x="36" y="2"/>
                    </a:cubicBezTo>
                    <a:cubicBezTo>
                      <a:pt x="36" y="1"/>
                      <a:pt x="37" y="0"/>
                      <a:pt x="38" y="0"/>
                    </a:cubicBezTo>
                    <a:cubicBezTo>
                      <a:pt x="47" y="0"/>
                      <a:pt x="47" y="0"/>
                      <a:pt x="47" y="0"/>
                    </a:cubicBezTo>
                    <a:cubicBezTo>
                      <a:pt x="49" y="0"/>
                      <a:pt x="50" y="1"/>
                      <a:pt x="50" y="2"/>
                    </a:cubicBezTo>
                    <a:cubicBezTo>
                      <a:pt x="50" y="26"/>
                      <a:pt x="50" y="26"/>
                      <a:pt x="50" y="26"/>
                    </a:cubicBezTo>
                    <a:cubicBezTo>
                      <a:pt x="50" y="27"/>
                      <a:pt x="49" y="28"/>
                      <a:pt x="47" y="28"/>
                    </a:cubicBezTo>
                    <a:close/>
                    <a:moveTo>
                      <a:pt x="5" y="23"/>
                    </a:moveTo>
                    <a:cubicBezTo>
                      <a:pt x="45" y="23"/>
                      <a:pt x="45" y="23"/>
                      <a:pt x="45" y="23"/>
                    </a:cubicBezTo>
                    <a:cubicBezTo>
                      <a:pt x="45" y="5"/>
                      <a:pt x="45" y="5"/>
                      <a:pt x="45" y="5"/>
                    </a:cubicBezTo>
                    <a:cubicBezTo>
                      <a:pt x="40" y="5"/>
                      <a:pt x="40" y="5"/>
                      <a:pt x="40" y="5"/>
                    </a:cubicBezTo>
                    <a:cubicBezTo>
                      <a:pt x="40" y="10"/>
                      <a:pt x="40" y="10"/>
                      <a:pt x="40" y="10"/>
                    </a:cubicBezTo>
                    <a:cubicBezTo>
                      <a:pt x="40" y="12"/>
                      <a:pt x="39" y="13"/>
                      <a:pt x="38" y="13"/>
                    </a:cubicBezTo>
                    <a:cubicBezTo>
                      <a:pt x="30" y="13"/>
                      <a:pt x="30" y="13"/>
                      <a:pt x="30" y="13"/>
                    </a:cubicBezTo>
                    <a:cubicBezTo>
                      <a:pt x="28" y="13"/>
                      <a:pt x="27" y="12"/>
                      <a:pt x="27" y="10"/>
                    </a:cubicBezTo>
                    <a:cubicBezTo>
                      <a:pt x="27" y="5"/>
                      <a:pt x="27" y="5"/>
                      <a:pt x="27" y="5"/>
                    </a:cubicBezTo>
                    <a:cubicBezTo>
                      <a:pt x="23" y="5"/>
                      <a:pt x="23" y="5"/>
                      <a:pt x="23" y="5"/>
                    </a:cubicBezTo>
                    <a:cubicBezTo>
                      <a:pt x="23" y="10"/>
                      <a:pt x="23" y="10"/>
                      <a:pt x="23" y="10"/>
                    </a:cubicBezTo>
                    <a:cubicBezTo>
                      <a:pt x="23" y="12"/>
                      <a:pt x="22" y="13"/>
                      <a:pt x="20" y="13"/>
                    </a:cubicBezTo>
                    <a:cubicBezTo>
                      <a:pt x="12" y="13"/>
                      <a:pt x="12" y="13"/>
                      <a:pt x="12" y="13"/>
                    </a:cubicBezTo>
                    <a:cubicBezTo>
                      <a:pt x="11" y="13"/>
                      <a:pt x="10" y="12"/>
                      <a:pt x="10" y="10"/>
                    </a:cubicBezTo>
                    <a:cubicBezTo>
                      <a:pt x="10" y="5"/>
                      <a:pt x="10" y="5"/>
                      <a:pt x="10"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3" name="Freeform 413"/>
              <p:cNvSpPr>
                <a:spLocks/>
              </p:cNvSpPr>
              <p:nvPr/>
            </p:nvSpPr>
            <p:spPr bwMode="auto">
              <a:xfrm>
                <a:off x="2886" y="2819"/>
                <a:ext cx="4" cy="4"/>
              </a:xfrm>
              <a:custGeom>
                <a:avLst/>
                <a:gdLst>
                  <a:gd name="T0" fmla="*/ 0 w 4"/>
                  <a:gd name="T1" fmla="*/ 4 h 4"/>
                  <a:gd name="T2" fmla="*/ 4 w 4"/>
                  <a:gd name="T3" fmla="*/ 4 h 4"/>
                  <a:gd name="T4" fmla="*/ 3 w 4"/>
                  <a:gd name="T5" fmla="*/ 0 h 4"/>
                  <a:gd name="T6" fmla="*/ 0 w 4"/>
                  <a:gd name="T7" fmla="*/ 0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lnTo>
                      <a:pt x="4" y="4"/>
                    </a:lnTo>
                    <a:lnTo>
                      <a:pt x="3" y="0"/>
                    </a:lnTo>
                    <a:lnTo>
                      <a:pt x="0" y="0"/>
                    </a:lnTo>
                    <a:lnTo>
                      <a:pt x="0"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4" name="Freeform 414"/>
              <p:cNvSpPr>
                <a:spLocks noEditPoints="1"/>
              </p:cNvSpPr>
              <p:nvPr/>
            </p:nvSpPr>
            <p:spPr bwMode="auto">
              <a:xfrm>
                <a:off x="2885" y="2819"/>
                <a:ext cx="5" cy="4"/>
              </a:xfrm>
              <a:custGeom>
                <a:avLst/>
                <a:gdLst>
                  <a:gd name="T0" fmla="*/ 34 w 36"/>
                  <a:gd name="T1" fmla="*/ 33 h 33"/>
                  <a:gd name="T2" fmla="*/ 2 w 36"/>
                  <a:gd name="T3" fmla="*/ 33 h 33"/>
                  <a:gd name="T4" fmla="*/ 1 w 36"/>
                  <a:gd name="T5" fmla="*/ 32 h 33"/>
                  <a:gd name="T6" fmla="*/ 0 w 36"/>
                  <a:gd name="T7" fmla="*/ 30 h 33"/>
                  <a:gd name="T8" fmla="*/ 2 w 36"/>
                  <a:gd name="T9" fmla="*/ 3 h 33"/>
                  <a:gd name="T10" fmla="*/ 4 w 36"/>
                  <a:gd name="T11" fmla="*/ 0 h 33"/>
                  <a:gd name="T12" fmla="*/ 32 w 36"/>
                  <a:gd name="T13" fmla="*/ 0 h 33"/>
                  <a:gd name="T14" fmla="*/ 34 w 36"/>
                  <a:gd name="T15" fmla="*/ 3 h 33"/>
                  <a:gd name="T16" fmla="*/ 36 w 36"/>
                  <a:gd name="T17" fmla="*/ 30 h 33"/>
                  <a:gd name="T18" fmla="*/ 35 w 36"/>
                  <a:gd name="T19" fmla="*/ 32 h 33"/>
                  <a:gd name="T20" fmla="*/ 34 w 36"/>
                  <a:gd name="T21" fmla="*/ 33 h 33"/>
                  <a:gd name="T22" fmla="*/ 5 w 36"/>
                  <a:gd name="T23" fmla="*/ 28 h 33"/>
                  <a:gd name="T24" fmla="*/ 31 w 36"/>
                  <a:gd name="T25" fmla="*/ 28 h 33"/>
                  <a:gd name="T26" fmla="*/ 30 w 36"/>
                  <a:gd name="T27" fmla="*/ 5 h 33"/>
                  <a:gd name="T28" fmla="*/ 6 w 36"/>
                  <a:gd name="T29" fmla="*/ 5 h 33"/>
                  <a:gd name="T30" fmla="*/ 5 w 36"/>
                  <a:gd name="T31"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33">
                    <a:moveTo>
                      <a:pt x="34" y="33"/>
                    </a:moveTo>
                    <a:cubicBezTo>
                      <a:pt x="2" y="33"/>
                      <a:pt x="2" y="33"/>
                      <a:pt x="2" y="33"/>
                    </a:cubicBezTo>
                    <a:cubicBezTo>
                      <a:pt x="2" y="33"/>
                      <a:pt x="1" y="33"/>
                      <a:pt x="1" y="32"/>
                    </a:cubicBezTo>
                    <a:cubicBezTo>
                      <a:pt x="0" y="32"/>
                      <a:pt x="0" y="31"/>
                      <a:pt x="0" y="30"/>
                    </a:cubicBezTo>
                    <a:cubicBezTo>
                      <a:pt x="2" y="3"/>
                      <a:pt x="2" y="3"/>
                      <a:pt x="2" y="3"/>
                    </a:cubicBezTo>
                    <a:cubicBezTo>
                      <a:pt x="2" y="1"/>
                      <a:pt x="3" y="0"/>
                      <a:pt x="4" y="0"/>
                    </a:cubicBezTo>
                    <a:cubicBezTo>
                      <a:pt x="32" y="0"/>
                      <a:pt x="32" y="0"/>
                      <a:pt x="32" y="0"/>
                    </a:cubicBezTo>
                    <a:cubicBezTo>
                      <a:pt x="33" y="0"/>
                      <a:pt x="34" y="1"/>
                      <a:pt x="34" y="3"/>
                    </a:cubicBezTo>
                    <a:cubicBezTo>
                      <a:pt x="36" y="30"/>
                      <a:pt x="36" y="30"/>
                      <a:pt x="36" y="30"/>
                    </a:cubicBezTo>
                    <a:cubicBezTo>
                      <a:pt x="36" y="31"/>
                      <a:pt x="36" y="32"/>
                      <a:pt x="35" y="32"/>
                    </a:cubicBezTo>
                    <a:cubicBezTo>
                      <a:pt x="35" y="33"/>
                      <a:pt x="34" y="33"/>
                      <a:pt x="34" y="33"/>
                    </a:cubicBezTo>
                    <a:close/>
                    <a:moveTo>
                      <a:pt x="5" y="28"/>
                    </a:moveTo>
                    <a:cubicBezTo>
                      <a:pt x="31" y="28"/>
                      <a:pt x="31" y="28"/>
                      <a:pt x="31" y="28"/>
                    </a:cubicBezTo>
                    <a:cubicBezTo>
                      <a:pt x="30" y="5"/>
                      <a:pt x="30" y="5"/>
                      <a:pt x="30" y="5"/>
                    </a:cubicBezTo>
                    <a:cubicBezTo>
                      <a:pt x="6" y="5"/>
                      <a:pt x="6" y="5"/>
                      <a:pt x="6"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5" name="Freeform 415"/>
              <p:cNvSpPr>
                <a:spLocks/>
              </p:cNvSpPr>
              <p:nvPr/>
            </p:nvSpPr>
            <p:spPr bwMode="auto">
              <a:xfrm>
                <a:off x="2887" y="2820"/>
                <a:ext cx="1" cy="2"/>
              </a:xfrm>
              <a:custGeom>
                <a:avLst/>
                <a:gdLst>
                  <a:gd name="T0" fmla="*/ 0 w 6"/>
                  <a:gd name="T1" fmla="*/ 3 h 12"/>
                  <a:gd name="T2" fmla="*/ 3 w 6"/>
                  <a:gd name="T3" fmla="*/ 0 h 12"/>
                  <a:gd name="T4" fmla="*/ 6 w 6"/>
                  <a:gd name="T5" fmla="*/ 3 h 12"/>
                  <a:gd name="T6" fmla="*/ 6 w 6"/>
                  <a:gd name="T7" fmla="*/ 12 h 12"/>
                  <a:gd name="T8" fmla="*/ 0 w 6"/>
                  <a:gd name="T9" fmla="*/ 12 h 12"/>
                  <a:gd name="T10" fmla="*/ 0 w 6"/>
                  <a:gd name="T11" fmla="*/ 3 h 12"/>
                </a:gdLst>
                <a:ahLst/>
                <a:cxnLst>
                  <a:cxn ang="0">
                    <a:pos x="T0" y="T1"/>
                  </a:cxn>
                  <a:cxn ang="0">
                    <a:pos x="T2" y="T3"/>
                  </a:cxn>
                  <a:cxn ang="0">
                    <a:pos x="T4" y="T5"/>
                  </a:cxn>
                  <a:cxn ang="0">
                    <a:pos x="T6" y="T7"/>
                  </a:cxn>
                  <a:cxn ang="0">
                    <a:pos x="T8" y="T9"/>
                  </a:cxn>
                  <a:cxn ang="0">
                    <a:pos x="T10" y="T11"/>
                  </a:cxn>
                </a:cxnLst>
                <a:rect l="0" t="0" r="r" b="b"/>
                <a:pathLst>
                  <a:path w="6" h="12">
                    <a:moveTo>
                      <a:pt x="0" y="3"/>
                    </a:moveTo>
                    <a:cubicBezTo>
                      <a:pt x="0" y="1"/>
                      <a:pt x="1" y="0"/>
                      <a:pt x="3" y="0"/>
                    </a:cubicBezTo>
                    <a:cubicBezTo>
                      <a:pt x="5" y="0"/>
                      <a:pt x="6" y="1"/>
                      <a:pt x="6" y="3"/>
                    </a:cubicBezTo>
                    <a:cubicBezTo>
                      <a:pt x="6" y="12"/>
                      <a:pt x="6" y="12"/>
                      <a:pt x="6" y="12"/>
                    </a:cubicBezTo>
                    <a:cubicBezTo>
                      <a:pt x="0" y="12"/>
                      <a:pt x="0" y="12"/>
                      <a:pt x="0" y="12"/>
                    </a:cubicBez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6" name="Freeform 416"/>
              <p:cNvSpPr>
                <a:spLocks/>
              </p:cNvSpPr>
              <p:nvPr/>
            </p:nvSpPr>
            <p:spPr bwMode="auto">
              <a:xfrm>
                <a:off x="2926" y="2823"/>
                <a:ext cx="18" cy="1"/>
              </a:xfrm>
              <a:custGeom>
                <a:avLst/>
                <a:gdLst>
                  <a:gd name="T0" fmla="*/ 142 w 147"/>
                  <a:gd name="T1" fmla="*/ 10 h 10"/>
                  <a:gd name="T2" fmla="*/ 5 w 147"/>
                  <a:gd name="T3" fmla="*/ 10 h 10"/>
                  <a:gd name="T4" fmla="*/ 0 w 147"/>
                  <a:gd name="T5" fmla="*/ 5 h 10"/>
                  <a:gd name="T6" fmla="*/ 0 w 147"/>
                  <a:gd name="T7" fmla="*/ 5 h 10"/>
                  <a:gd name="T8" fmla="*/ 5 w 147"/>
                  <a:gd name="T9" fmla="*/ 0 h 10"/>
                  <a:gd name="T10" fmla="*/ 142 w 147"/>
                  <a:gd name="T11" fmla="*/ 0 h 10"/>
                  <a:gd name="T12" fmla="*/ 147 w 147"/>
                  <a:gd name="T13" fmla="*/ 5 h 10"/>
                  <a:gd name="T14" fmla="*/ 147 w 147"/>
                  <a:gd name="T15" fmla="*/ 5 h 10"/>
                  <a:gd name="T16" fmla="*/ 142 w 147"/>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0">
                    <a:moveTo>
                      <a:pt x="142" y="10"/>
                    </a:moveTo>
                    <a:cubicBezTo>
                      <a:pt x="5" y="10"/>
                      <a:pt x="5" y="10"/>
                      <a:pt x="5" y="10"/>
                    </a:cubicBezTo>
                    <a:cubicBezTo>
                      <a:pt x="2" y="10"/>
                      <a:pt x="0" y="8"/>
                      <a:pt x="0" y="5"/>
                    </a:cubicBezTo>
                    <a:cubicBezTo>
                      <a:pt x="0" y="5"/>
                      <a:pt x="0" y="5"/>
                      <a:pt x="0" y="5"/>
                    </a:cubicBezTo>
                    <a:cubicBezTo>
                      <a:pt x="0" y="2"/>
                      <a:pt x="2" y="0"/>
                      <a:pt x="5" y="0"/>
                    </a:cubicBezTo>
                    <a:cubicBezTo>
                      <a:pt x="142" y="0"/>
                      <a:pt x="142" y="0"/>
                      <a:pt x="142" y="0"/>
                    </a:cubicBezTo>
                    <a:cubicBezTo>
                      <a:pt x="145" y="0"/>
                      <a:pt x="147" y="2"/>
                      <a:pt x="147" y="5"/>
                    </a:cubicBezTo>
                    <a:cubicBezTo>
                      <a:pt x="147" y="5"/>
                      <a:pt x="147" y="5"/>
                      <a:pt x="147" y="5"/>
                    </a:cubicBezTo>
                    <a:cubicBezTo>
                      <a:pt x="147" y="8"/>
                      <a:pt x="145" y="10"/>
                      <a:pt x="142"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7" name="Freeform 417"/>
              <p:cNvSpPr>
                <a:spLocks noEditPoints="1"/>
              </p:cNvSpPr>
              <p:nvPr/>
            </p:nvSpPr>
            <p:spPr bwMode="auto">
              <a:xfrm>
                <a:off x="2925" y="2822"/>
                <a:ext cx="20" cy="2"/>
              </a:xfrm>
              <a:custGeom>
                <a:avLst/>
                <a:gdLst>
                  <a:gd name="T0" fmla="*/ 145 w 153"/>
                  <a:gd name="T1" fmla="*/ 16 h 16"/>
                  <a:gd name="T2" fmla="*/ 8 w 153"/>
                  <a:gd name="T3" fmla="*/ 16 h 16"/>
                  <a:gd name="T4" fmla="*/ 0 w 153"/>
                  <a:gd name="T5" fmla="*/ 8 h 16"/>
                  <a:gd name="T6" fmla="*/ 8 w 153"/>
                  <a:gd name="T7" fmla="*/ 0 h 16"/>
                  <a:gd name="T8" fmla="*/ 145 w 153"/>
                  <a:gd name="T9" fmla="*/ 0 h 16"/>
                  <a:gd name="T10" fmla="*/ 153 w 153"/>
                  <a:gd name="T11" fmla="*/ 8 h 16"/>
                  <a:gd name="T12" fmla="*/ 145 w 153"/>
                  <a:gd name="T13" fmla="*/ 16 h 16"/>
                  <a:gd name="T14" fmla="*/ 8 w 153"/>
                  <a:gd name="T15" fmla="*/ 5 h 16"/>
                  <a:gd name="T16" fmla="*/ 5 w 153"/>
                  <a:gd name="T17" fmla="*/ 8 h 16"/>
                  <a:gd name="T18" fmla="*/ 8 w 153"/>
                  <a:gd name="T19" fmla="*/ 11 h 16"/>
                  <a:gd name="T20" fmla="*/ 145 w 153"/>
                  <a:gd name="T21" fmla="*/ 11 h 16"/>
                  <a:gd name="T22" fmla="*/ 148 w 153"/>
                  <a:gd name="T23" fmla="*/ 8 h 16"/>
                  <a:gd name="T24" fmla="*/ 145 w 153"/>
                  <a:gd name="T25" fmla="*/ 5 h 16"/>
                  <a:gd name="T26" fmla="*/ 8 w 153"/>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 h="16">
                    <a:moveTo>
                      <a:pt x="145" y="16"/>
                    </a:moveTo>
                    <a:cubicBezTo>
                      <a:pt x="8" y="16"/>
                      <a:pt x="8" y="16"/>
                      <a:pt x="8" y="16"/>
                    </a:cubicBezTo>
                    <a:cubicBezTo>
                      <a:pt x="4" y="16"/>
                      <a:pt x="0" y="12"/>
                      <a:pt x="0" y="8"/>
                    </a:cubicBezTo>
                    <a:cubicBezTo>
                      <a:pt x="0" y="4"/>
                      <a:pt x="4" y="0"/>
                      <a:pt x="8" y="0"/>
                    </a:cubicBezTo>
                    <a:cubicBezTo>
                      <a:pt x="145" y="0"/>
                      <a:pt x="145" y="0"/>
                      <a:pt x="145" y="0"/>
                    </a:cubicBezTo>
                    <a:cubicBezTo>
                      <a:pt x="149" y="0"/>
                      <a:pt x="153" y="4"/>
                      <a:pt x="153" y="8"/>
                    </a:cubicBezTo>
                    <a:cubicBezTo>
                      <a:pt x="153" y="12"/>
                      <a:pt x="149" y="16"/>
                      <a:pt x="145" y="16"/>
                    </a:cubicBezTo>
                    <a:close/>
                    <a:moveTo>
                      <a:pt x="8" y="5"/>
                    </a:moveTo>
                    <a:cubicBezTo>
                      <a:pt x="7" y="5"/>
                      <a:pt x="5" y="6"/>
                      <a:pt x="5" y="8"/>
                    </a:cubicBezTo>
                    <a:cubicBezTo>
                      <a:pt x="5" y="10"/>
                      <a:pt x="7" y="11"/>
                      <a:pt x="8" y="11"/>
                    </a:cubicBezTo>
                    <a:cubicBezTo>
                      <a:pt x="145" y="11"/>
                      <a:pt x="145" y="11"/>
                      <a:pt x="145" y="11"/>
                    </a:cubicBezTo>
                    <a:cubicBezTo>
                      <a:pt x="146" y="11"/>
                      <a:pt x="148" y="10"/>
                      <a:pt x="148" y="8"/>
                    </a:cubicBezTo>
                    <a:cubicBezTo>
                      <a:pt x="148" y="6"/>
                      <a:pt x="146" y="5"/>
                      <a:pt x="145"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8" name="Freeform 418"/>
              <p:cNvSpPr>
                <a:spLocks/>
              </p:cNvSpPr>
              <p:nvPr/>
            </p:nvSpPr>
            <p:spPr bwMode="auto">
              <a:xfrm>
                <a:off x="2925" y="2833"/>
                <a:ext cx="20" cy="1"/>
              </a:xfrm>
              <a:custGeom>
                <a:avLst/>
                <a:gdLst>
                  <a:gd name="T0" fmla="*/ 148 w 153"/>
                  <a:gd name="T1" fmla="*/ 11 h 11"/>
                  <a:gd name="T2" fmla="*/ 5 w 153"/>
                  <a:gd name="T3" fmla="*/ 11 h 11"/>
                  <a:gd name="T4" fmla="*/ 0 w 153"/>
                  <a:gd name="T5" fmla="*/ 5 h 11"/>
                  <a:gd name="T6" fmla="*/ 0 w 153"/>
                  <a:gd name="T7" fmla="*/ 5 h 11"/>
                  <a:gd name="T8" fmla="*/ 5 w 153"/>
                  <a:gd name="T9" fmla="*/ 0 h 11"/>
                  <a:gd name="T10" fmla="*/ 148 w 153"/>
                  <a:gd name="T11" fmla="*/ 0 h 11"/>
                  <a:gd name="T12" fmla="*/ 153 w 153"/>
                  <a:gd name="T13" fmla="*/ 5 h 11"/>
                  <a:gd name="T14" fmla="*/ 153 w 153"/>
                  <a:gd name="T15" fmla="*/ 5 h 11"/>
                  <a:gd name="T16" fmla="*/ 148 w 153"/>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1">
                    <a:moveTo>
                      <a:pt x="148" y="11"/>
                    </a:moveTo>
                    <a:cubicBezTo>
                      <a:pt x="5" y="11"/>
                      <a:pt x="5" y="11"/>
                      <a:pt x="5" y="11"/>
                    </a:cubicBezTo>
                    <a:cubicBezTo>
                      <a:pt x="2" y="11"/>
                      <a:pt x="0" y="8"/>
                      <a:pt x="0" y="5"/>
                    </a:cubicBezTo>
                    <a:cubicBezTo>
                      <a:pt x="0" y="5"/>
                      <a:pt x="0" y="5"/>
                      <a:pt x="0" y="5"/>
                    </a:cubicBezTo>
                    <a:cubicBezTo>
                      <a:pt x="0" y="3"/>
                      <a:pt x="2" y="0"/>
                      <a:pt x="5" y="0"/>
                    </a:cubicBezTo>
                    <a:cubicBezTo>
                      <a:pt x="148" y="0"/>
                      <a:pt x="148" y="0"/>
                      <a:pt x="148" y="0"/>
                    </a:cubicBezTo>
                    <a:cubicBezTo>
                      <a:pt x="151" y="0"/>
                      <a:pt x="153" y="3"/>
                      <a:pt x="153" y="5"/>
                    </a:cubicBezTo>
                    <a:cubicBezTo>
                      <a:pt x="153" y="5"/>
                      <a:pt x="153" y="5"/>
                      <a:pt x="153" y="5"/>
                    </a:cubicBezTo>
                    <a:cubicBezTo>
                      <a:pt x="153" y="8"/>
                      <a:pt x="151" y="11"/>
                      <a:pt x="148"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9" name="Freeform 419"/>
              <p:cNvSpPr>
                <a:spLocks noEditPoints="1"/>
              </p:cNvSpPr>
              <p:nvPr/>
            </p:nvSpPr>
            <p:spPr bwMode="auto">
              <a:xfrm>
                <a:off x="2925" y="2832"/>
                <a:ext cx="20" cy="2"/>
              </a:xfrm>
              <a:custGeom>
                <a:avLst/>
                <a:gdLst>
                  <a:gd name="T0" fmla="*/ 151 w 159"/>
                  <a:gd name="T1" fmla="*/ 15 h 15"/>
                  <a:gd name="T2" fmla="*/ 8 w 159"/>
                  <a:gd name="T3" fmla="*/ 15 h 15"/>
                  <a:gd name="T4" fmla="*/ 0 w 159"/>
                  <a:gd name="T5" fmla="*/ 7 h 15"/>
                  <a:gd name="T6" fmla="*/ 8 w 159"/>
                  <a:gd name="T7" fmla="*/ 0 h 15"/>
                  <a:gd name="T8" fmla="*/ 151 w 159"/>
                  <a:gd name="T9" fmla="*/ 0 h 15"/>
                  <a:gd name="T10" fmla="*/ 159 w 159"/>
                  <a:gd name="T11" fmla="*/ 7 h 15"/>
                  <a:gd name="T12" fmla="*/ 151 w 159"/>
                  <a:gd name="T13" fmla="*/ 15 h 15"/>
                  <a:gd name="T14" fmla="*/ 8 w 159"/>
                  <a:gd name="T15" fmla="*/ 5 h 15"/>
                  <a:gd name="T16" fmla="*/ 5 w 159"/>
                  <a:gd name="T17" fmla="*/ 7 h 15"/>
                  <a:gd name="T18" fmla="*/ 8 w 159"/>
                  <a:gd name="T19" fmla="*/ 10 h 15"/>
                  <a:gd name="T20" fmla="*/ 151 w 159"/>
                  <a:gd name="T21" fmla="*/ 10 h 15"/>
                  <a:gd name="T22" fmla="*/ 154 w 159"/>
                  <a:gd name="T23" fmla="*/ 7 h 15"/>
                  <a:gd name="T24" fmla="*/ 151 w 159"/>
                  <a:gd name="T25" fmla="*/ 5 h 15"/>
                  <a:gd name="T26" fmla="*/ 8 w 159"/>
                  <a:gd name="T2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5">
                    <a:moveTo>
                      <a:pt x="151" y="15"/>
                    </a:moveTo>
                    <a:cubicBezTo>
                      <a:pt x="8" y="15"/>
                      <a:pt x="8" y="15"/>
                      <a:pt x="8" y="15"/>
                    </a:cubicBezTo>
                    <a:cubicBezTo>
                      <a:pt x="4" y="15"/>
                      <a:pt x="0" y="12"/>
                      <a:pt x="0" y="7"/>
                    </a:cubicBezTo>
                    <a:cubicBezTo>
                      <a:pt x="0" y="3"/>
                      <a:pt x="4" y="0"/>
                      <a:pt x="8" y="0"/>
                    </a:cubicBezTo>
                    <a:cubicBezTo>
                      <a:pt x="151" y="0"/>
                      <a:pt x="151" y="0"/>
                      <a:pt x="151" y="0"/>
                    </a:cubicBezTo>
                    <a:cubicBezTo>
                      <a:pt x="155" y="0"/>
                      <a:pt x="159" y="3"/>
                      <a:pt x="159" y="7"/>
                    </a:cubicBezTo>
                    <a:cubicBezTo>
                      <a:pt x="159" y="12"/>
                      <a:pt x="155" y="15"/>
                      <a:pt x="151" y="15"/>
                    </a:cubicBezTo>
                    <a:close/>
                    <a:moveTo>
                      <a:pt x="8" y="5"/>
                    </a:moveTo>
                    <a:cubicBezTo>
                      <a:pt x="6" y="5"/>
                      <a:pt x="5" y="6"/>
                      <a:pt x="5" y="7"/>
                    </a:cubicBezTo>
                    <a:cubicBezTo>
                      <a:pt x="5" y="9"/>
                      <a:pt x="6" y="10"/>
                      <a:pt x="8" y="10"/>
                    </a:cubicBezTo>
                    <a:cubicBezTo>
                      <a:pt x="151" y="10"/>
                      <a:pt x="151" y="10"/>
                      <a:pt x="151" y="10"/>
                    </a:cubicBezTo>
                    <a:cubicBezTo>
                      <a:pt x="153" y="10"/>
                      <a:pt x="154" y="9"/>
                      <a:pt x="154" y="7"/>
                    </a:cubicBezTo>
                    <a:cubicBezTo>
                      <a:pt x="154" y="6"/>
                      <a:pt x="153" y="5"/>
                      <a:pt x="151"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0" name="Freeform 420"/>
              <p:cNvSpPr>
                <a:spLocks/>
              </p:cNvSpPr>
              <p:nvPr/>
            </p:nvSpPr>
            <p:spPr bwMode="auto">
              <a:xfrm>
                <a:off x="2926" y="2824"/>
                <a:ext cx="17" cy="1"/>
              </a:xfrm>
              <a:custGeom>
                <a:avLst/>
                <a:gdLst>
                  <a:gd name="T0" fmla="*/ 130 w 135"/>
                  <a:gd name="T1" fmla="*/ 11 h 11"/>
                  <a:gd name="T2" fmla="*/ 5 w 135"/>
                  <a:gd name="T3" fmla="*/ 11 h 11"/>
                  <a:gd name="T4" fmla="*/ 0 w 135"/>
                  <a:gd name="T5" fmla="*/ 6 h 11"/>
                  <a:gd name="T6" fmla="*/ 0 w 135"/>
                  <a:gd name="T7" fmla="*/ 6 h 11"/>
                  <a:gd name="T8" fmla="*/ 5 w 135"/>
                  <a:gd name="T9" fmla="*/ 0 h 11"/>
                  <a:gd name="T10" fmla="*/ 130 w 135"/>
                  <a:gd name="T11" fmla="*/ 0 h 11"/>
                  <a:gd name="T12" fmla="*/ 135 w 135"/>
                  <a:gd name="T13" fmla="*/ 6 h 11"/>
                  <a:gd name="T14" fmla="*/ 135 w 135"/>
                  <a:gd name="T15" fmla="*/ 6 h 11"/>
                  <a:gd name="T16" fmla="*/ 130 w 135"/>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1">
                    <a:moveTo>
                      <a:pt x="130" y="11"/>
                    </a:moveTo>
                    <a:cubicBezTo>
                      <a:pt x="5" y="11"/>
                      <a:pt x="5" y="11"/>
                      <a:pt x="5" y="11"/>
                    </a:cubicBezTo>
                    <a:cubicBezTo>
                      <a:pt x="3" y="11"/>
                      <a:pt x="0" y="9"/>
                      <a:pt x="0" y="6"/>
                    </a:cubicBezTo>
                    <a:cubicBezTo>
                      <a:pt x="0" y="6"/>
                      <a:pt x="0" y="6"/>
                      <a:pt x="0" y="6"/>
                    </a:cubicBezTo>
                    <a:cubicBezTo>
                      <a:pt x="0" y="3"/>
                      <a:pt x="3" y="0"/>
                      <a:pt x="5" y="0"/>
                    </a:cubicBezTo>
                    <a:cubicBezTo>
                      <a:pt x="130" y="0"/>
                      <a:pt x="130" y="0"/>
                      <a:pt x="130" y="0"/>
                    </a:cubicBezTo>
                    <a:cubicBezTo>
                      <a:pt x="133" y="0"/>
                      <a:pt x="135" y="3"/>
                      <a:pt x="135" y="6"/>
                    </a:cubicBezTo>
                    <a:cubicBezTo>
                      <a:pt x="135" y="6"/>
                      <a:pt x="135" y="6"/>
                      <a:pt x="135" y="6"/>
                    </a:cubicBezTo>
                    <a:cubicBezTo>
                      <a:pt x="135" y="9"/>
                      <a:pt x="133" y="11"/>
                      <a:pt x="130"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1" name="Freeform 421"/>
              <p:cNvSpPr>
                <a:spLocks noEditPoints="1"/>
              </p:cNvSpPr>
              <p:nvPr/>
            </p:nvSpPr>
            <p:spPr bwMode="auto">
              <a:xfrm>
                <a:off x="2926" y="2824"/>
                <a:ext cx="18" cy="2"/>
              </a:xfrm>
              <a:custGeom>
                <a:avLst/>
                <a:gdLst>
                  <a:gd name="T0" fmla="*/ 132 w 139"/>
                  <a:gd name="T1" fmla="*/ 16 h 16"/>
                  <a:gd name="T2" fmla="*/ 7 w 139"/>
                  <a:gd name="T3" fmla="*/ 16 h 16"/>
                  <a:gd name="T4" fmla="*/ 0 w 139"/>
                  <a:gd name="T5" fmla="*/ 8 h 16"/>
                  <a:gd name="T6" fmla="*/ 7 w 139"/>
                  <a:gd name="T7" fmla="*/ 0 h 16"/>
                  <a:gd name="T8" fmla="*/ 132 w 139"/>
                  <a:gd name="T9" fmla="*/ 0 h 16"/>
                  <a:gd name="T10" fmla="*/ 139 w 139"/>
                  <a:gd name="T11" fmla="*/ 8 h 16"/>
                  <a:gd name="T12" fmla="*/ 132 w 139"/>
                  <a:gd name="T13" fmla="*/ 16 h 16"/>
                  <a:gd name="T14" fmla="*/ 7 w 139"/>
                  <a:gd name="T15" fmla="*/ 5 h 16"/>
                  <a:gd name="T16" fmla="*/ 5 w 139"/>
                  <a:gd name="T17" fmla="*/ 8 h 16"/>
                  <a:gd name="T18" fmla="*/ 7 w 139"/>
                  <a:gd name="T19" fmla="*/ 11 h 16"/>
                  <a:gd name="T20" fmla="*/ 132 w 139"/>
                  <a:gd name="T21" fmla="*/ 11 h 16"/>
                  <a:gd name="T22" fmla="*/ 135 w 139"/>
                  <a:gd name="T23" fmla="*/ 8 h 16"/>
                  <a:gd name="T24" fmla="*/ 132 w 139"/>
                  <a:gd name="T25" fmla="*/ 5 h 16"/>
                  <a:gd name="T26" fmla="*/ 7 w 139"/>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16">
                    <a:moveTo>
                      <a:pt x="132" y="16"/>
                    </a:moveTo>
                    <a:cubicBezTo>
                      <a:pt x="7" y="16"/>
                      <a:pt x="7" y="16"/>
                      <a:pt x="7" y="16"/>
                    </a:cubicBezTo>
                    <a:cubicBezTo>
                      <a:pt x="3" y="16"/>
                      <a:pt x="0" y="12"/>
                      <a:pt x="0" y="8"/>
                    </a:cubicBezTo>
                    <a:cubicBezTo>
                      <a:pt x="0" y="4"/>
                      <a:pt x="3" y="0"/>
                      <a:pt x="7" y="0"/>
                    </a:cubicBezTo>
                    <a:cubicBezTo>
                      <a:pt x="132" y="0"/>
                      <a:pt x="132" y="0"/>
                      <a:pt x="132" y="0"/>
                    </a:cubicBezTo>
                    <a:cubicBezTo>
                      <a:pt x="136" y="0"/>
                      <a:pt x="139" y="4"/>
                      <a:pt x="139" y="8"/>
                    </a:cubicBezTo>
                    <a:cubicBezTo>
                      <a:pt x="139" y="12"/>
                      <a:pt x="136" y="16"/>
                      <a:pt x="132" y="16"/>
                    </a:cubicBezTo>
                    <a:close/>
                    <a:moveTo>
                      <a:pt x="7" y="5"/>
                    </a:moveTo>
                    <a:cubicBezTo>
                      <a:pt x="6" y="5"/>
                      <a:pt x="5" y="6"/>
                      <a:pt x="5" y="8"/>
                    </a:cubicBezTo>
                    <a:cubicBezTo>
                      <a:pt x="5" y="9"/>
                      <a:pt x="6" y="11"/>
                      <a:pt x="7" y="11"/>
                    </a:cubicBezTo>
                    <a:cubicBezTo>
                      <a:pt x="132" y="11"/>
                      <a:pt x="132" y="11"/>
                      <a:pt x="132" y="11"/>
                    </a:cubicBezTo>
                    <a:cubicBezTo>
                      <a:pt x="133" y="11"/>
                      <a:pt x="135" y="9"/>
                      <a:pt x="135" y="8"/>
                    </a:cubicBezTo>
                    <a:cubicBezTo>
                      <a:pt x="135" y="6"/>
                      <a:pt x="133" y="5"/>
                      <a:pt x="132" y="5"/>
                    </a:cubicBezTo>
                    <a:lnTo>
                      <a:pt x="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2" name="Freeform 422"/>
              <p:cNvSpPr>
                <a:spLocks/>
              </p:cNvSpPr>
              <p:nvPr/>
            </p:nvSpPr>
            <p:spPr bwMode="auto">
              <a:xfrm>
                <a:off x="2927" y="2825"/>
                <a:ext cx="16" cy="8"/>
              </a:xfrm>
              <a:custGeom>
                <a:avLst/>
                <a:gdLst>
                  <a:gd name="T0" fmla="*/ 16 w 16"/>
                  <a:gd name="T1" fmla="*/ 8 h 8"/>
                  <a:gd name="T2" fmla="*/ 0 w 16"/>
                  <a:gd name="T3" fmla="*/ 8 h 8"/>
                  <a:gd name="T4" fmla="*/ 1 w 16"/>
                  <a:gd name="T5" fmla="*/ 0 h 8"/>
                  <a:gd name="T6" fmla="*/ 15 w 16"/>
                  <a:gd name="T7" fmla="*/ 0 h 8"/>
                  <a:gd name="T8" fmla="*/ 16 w 16"/>
                  <a:gd name="T9" fmla="*/ 8 h 8"/>
                </a:gdLst>
                <a:ahLst/>
                <a:cxnLst>
                  <a:cxn ang="0">
                    <a:pos x="T0" y="T1"/>
                  </a:cxn>
                  <a:cxn ang="0">
                    <a:pos x="T2" y="T3"/>
                  </a:cxn>
                  <a:cxn ang="0">
                    <a:pos x="T4" y="T5"/>
                  </a:cxn>
                  <a:cxn ang="0">
                    <a:pos x="T6" y="T7"/>
                  </a:cxn>
                  <a:cxn ang="0">
                    <a:pos x="T8" y="T9"/>
                  </a:cxn>
                </a:cxnLst>
                <a:rect l="0" t="0" r="r" b="b"/>
                <a:pathLst>
                  <a:path w="16" h="8">
                    <a:moveTo>
                      <a:pt x="16" y="8"/>
                    </a:moveTo>
                    <a:lnTo>
                      <a:pt x="0" y="8"/>
                    </a:lnTo>
                    <a:lnTo>
                      <a:pt x="1" y="0"/>
                    </a:lnTo>
                    <a:lnTo>
                      <a:pt x="15" y="0"/>
                    </a:lnTo>
                    <a:lnTo>
                      <a:pt x="16" y="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3" name="Freeform 423"/>
              <p:cNvSpPr>
                <a:spLocks noEditPoints="1"/>
              </p:cNvSpPr>
              <p:nvPr/>
            </p:nvSpPr>
            <p:spPr bwMode="auto">
              <a:xfrm>
                <a:off x="2926" y="2825"/>
                <a:ext cx="17" cy="8"/>
              </a:xfrm>
              <a:custGeom>
                <a:avLst/>
                <a:gdLst>
                  <a:gd name="T0" fmla="*/ 17 w 17"/>
                  <a:gd name="T1" fmla="*/ 8 h 8"/>
                  <a:gd name="T2" fmla="*/ 0 w 17"/>
                  <a:gd name="T3" fmla="*/ 8 h 8"/>
                  <a:gd name="T4" fmla="*/ 0 w 17"/>
                  <a:gd name="T5" fmla="*/ 8 h 8"/>
                  <a:gd name="T6" fmla="*/ 2 w 17"/>
                  <a:gd name="T7" fmla="*/ 0 h 8"/>
                  <a:gd name="T8" fmla="*/ 16 w 17"/>
                  <a:gd name="T9" fmla="*/ 0 h 8"/>
                  <a:gd name="T10" fmla="*/ 17 w 17"/>
                  <a:gd name="T11" fmla="*/ 8 h 8"/>
                  <a:gd name="T12" fmla="*/ 1 w 17"/>
                  <a:gd name="T13" fmla="*/ 7 h 8"/>
                  <a:gd name="T14" fmla="*/ 17 w 17"/>
                  <a:gd name="T15" fmla="*/ 7 h 8"/>
                  <a:gd name="T16" fmla="*/ 16 w 17"/>
                  <a:gd name="T17" fmla="*/ 1 h 8"/>
                  <a:gd name="T18" fmla="*/ 2 w 17"/>
                  <a:gd name="T19" fmla="*/ 1 h 8"/>
                  <a:gd name="T20" fmla="*/ 1 w 17"/>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17" y="8"/>
                    </a:moveTo>
                    <a:lnTo>
                      <a:pt x="0" y="8"/>
                    </a:lnTo>
                    <a:lnTo>
                      <a:pt x="0" y="8"/>
                    </a:lnTo>
                    <a:lnTo>
                      <a:pt x="2" y="0"/>
                    </a:lnTo>
                    <a:lnTo>
                      <a:pt x="16" y="0"/>
                    </a:lnTo>
                    <a:lnTo>
                      <a:pt x="17" y="8"/>
                    </a:lnTo>
                    <a:close/>
                    <a:moveTo>
                      <a:pt x="1" y="7"/>
                    </a:moveTo>
                    <a:lnTo>
                      <a:pt x="17" y="7"/>
                    </a:lnTo>
                    <a:lnTo>
                      <a:pt x="16" y="1"/>
                    </a:lnTo>
                    <a:lnTo>
                      <a:pt x="2" y="1"/>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4" name="Freeform 424"/>
              <p:cNvSpPr>
                <a:spLocks/>
              </p:cNvSpPr>
              <p:nvPr/>
            </p:nvSpPr>
            <p:spPr bwMode="auto">
              <a:xfrm>
                <a:off x="2931" y="2825"/>
                <a:ext cx="8" cy="8"/>
              </a:xfrm>
              <a:custGeom>
                <a:avLst/>
                <a:gdLst>
                  <a:gd name="T0" fmla="*/ 62 w 62"/>
                  <a:gd name="T1" fmla="*/ 58 h 58"/>
                  <a:gd name="T2" fmla="*/ 31 w 62"/>
                  <a:gd name="T3" fmla="*/ 0 h 58"/>
                  <a:gd name="T4" fmla="*/ 0 w 62"/>
                  <a:gd name="T5" fmla="*/ 58 h 58"/>
                  <a:gd name="T6" fmla="*/ 62 w 62"/>
                  <a:gd name="T7" fmla="*/ 58 h 58"/>
                </a:gdLst>
                <a:ahLst/>
                <a:cxnLst>
                  <a:cxn ang="0">
                    <a:pos x="T0" y="T1"/>
                  </a:cxn>
                  <a:cxn ang="0">
                    <a:pos x="T2" y="T3"/>
                  </a:cxn>
                  <a:cxn ang="0">
                    <a:pos x="T4" y="T5"/>
                  </a:cxn>
                  <a:cxn ang="0">
                    <a:pos x="T6" y="T7"/>
                  </a:cxn>
                </a:cxnLst>
                <a:rect l="0" t="0" r="r" b="b"/>
                <a:pathLst>
                  <a:path w="62" h="58">
                    <a:moveTo>
                      <a:pt x="62" y="58"/>
                    </a:moveTo>
                    <a:cubicBezTo>
                      <a:pt x="62" y="26"/>
                      <a:pt x="31" y="0"/>
                      <a:pt x="31" y="0"/>
                    </a:cubicBezTo>
                    <a:cubicBezTo>
                      <a:pt x="31" y="0"/>
                      <a:pt x="0" y="26"/>
                      <a:pt x="0" y="58"/>
                    </a:cubicBezTo>
                    <a:lnTo>
                      <a:pt x="62" y="5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5" name="Freeform 425"/>
              <p:cNvSpPr>
                <a:spLocks noEditPoints="1"/>
              </p:cNvSpPr>
              <p:nvPr/>
            </p:nvSpPr>
            <p:spPr bwMode="auto">
              <a:xfrm>
                <a:off x="2931" y="2825"/>
                <a:ext cx="8" cy="8"/>
              </a:xfrm>
              <a:custGeom>
                <a:avLst/>
                <a:gdLst>
                  <a:gd name="T0" fmla="*/ 65 w 67"/>
                  <a:gd name="T1" fmla="*/ 62 h 62"/>
                  <a:gd name="T2" fmla="*/ 3 w 67"/>
                  <a:gd name="T3" fmla="*/ 62 h 62"/>
                  <a:gd name="T4" fmla="*/ 0 w 67"/>
                  <a:gd name="T5" fmla="*/ 60 h 62"/>
                  <a:gd name="T6" fmla="*/ 32 w 67"/>
                  <a:gd name="T7" fmla="*/ 0 h 62"/>
                  <a:gd name="T8" fmla="*/ 35 w 67"/>
                  <a:gd name="T9" fmla="*/ 0 h 62"/>
                  <a:gd name="T10" fmla="*/ 67 w 67"/>
                  <a:gd name="T11" fmla="*/ 60 h 62"/>
                  <a:gd name="T12" fmla="*/ 65 w 67"/>
                  <a:gd name="T13" fmla="*/ 62 h 62"/>
                  <a:gd name="T14" fmla="*/ 5 w 67"/>
                  <a:gd name="T15" fmla="*/ 57 h 62"/>
                  <a:gd name="T16" fmla="*/ 62 w 67"/>
                  <a:gd name="T17" fmla="*/ 57 h 62"/>
                  <a:gd name="T18" fmla="*/ 34 w 67"/>
                  <a:gd name="T19" fmla="*/ 5 h 62"/>
                  <a:gd name="T20" fmla="*/ 5 w 67"/>
                  <a:gd name="T21"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62">
                    <a:moveTo>
                      <a:pt x="65" y="62"/>
                    </a:moveTo>
                    <a:cubicBezTo>
                      <a:pt x="3" y="62"/>
                      <a:pt x="3" y="62"/>
                      <a:pt x="3" y="62"/>
                    </a:cubicBezTo>
                    <a:cubicBezTo>
                      <a:pt x="1" y="62"/>
                      <a:pt x="0" y="61"/>
                      <a:pt x="0" y="60"/>
                    </a:cubicBezTo>
                    <a:cubicBezTo>
                      <a:pt x="0" y="27"/>
                      <a:pt x="31" y="1"/>
                      <a:pt x="32" y="0"/>
                    </a:cubicBezTo>
                    <a:cubicBezTo>
                      <a:pt x="33" y="0"/>
                      <a:pt x="34" y="0"/>
                      <a:pt x="35" y="0"/>
                    </a:cubicBezTo>
                    <a:cubicBezTo>
                      <a:pt x="36" y="1"/>
                      <a:pt x="67" y="27"/>
                      <a:pt x="67" y="60"/>
                    </a:cubicBezTo>
                    <a:cubicBezTo>
                      <a:pt x="67" y="61"/>
                      <a:pt x="66" y="62"/>
                      <a:pt x="65" y="62"/>
                    </a:cubicBezTo>
                    <a:close/>
                    <a:moveTo>
                      <a:pt x="5" y="57"/>
                    </a:moveTo>
                    <a:cubicBezTo>
                      <a:pt x="62" y="57"/>
                      <a:pt x="62" y="57"/>
                      <a:pt x="62" y="57"/>
                    </a:cubicBezTo>
                    <a:cubicBezTo>
                      <a:pt x="61" y="32"/>
                      <a:pt x="39" y="11"/>
                      <a:pt x="34" y="5"/>
                    </a:cubicBezTo>
                    <a:cubicBezTo>
                      <a:pt x="28" y="11"/>
                      <a:pt x="6" y="32"/>
                      <a:pt x="5"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6" name="Freeform 426"/>
              <p:cNvSpPr>
                <a:spLocks/>
              </p:cNvSpPr>
              <p:nvPr/>
            </p:nvSpPr>
            <p:spPr bwMode="auto">
              <a:xfrm>
                <a:off x="2933" y="2828"/>
                <a:ext cx="4" cy="5"/>
              </a:xfrm>
              <a:custGeom>
                <a:avLst/>
                <a:gdLst>
                  <a:gd name="T0" fmla="*/ 38 w 38"/>
                  <a:gd name="T1" fmla="*/ 40 h 40"/>
                  <a:gd name="T2" fmla="*/ 19 w 38"/>
                  <a:gd name="T3" fmla="*/ 0 h 40"/>
                  <a:gd name="T4" fmla="*/ 0 w 38"/>
                  <a:gd name="T5" fmla="*/ 40 h 40"/>
                  <a:gd name="T6" fmla="*/ 38 w 38"/>
                  <a:gd name="T7" fmla="*/ 40 h 40"/>
                </a:gdLst>
                <a:ahLst/>
                <a:cxnLst>
                  <a:cxn ang="0">
                    <a:pos x="T0" y="T1"/>
                  </a:cxn>
                  <a:cxn ang="0">
                    <a:pos x="T2" y="T3"/>
                  </a:cxn>
                  <a:cxn ang="0">
                    <a:pos x="T4" y="T5"/>
                  </a:cxn>
                  <a:cxn ang="0">
                    <a:pos x="T6" y="T7"/>
                  </a:cxn>
                </a:cxnLst>
                <a:rect l="0" t="0" r="r" b="b"/>
                <a:pathLst>
                  <a:path w="38" h="40">
                    <a:moveTo>
                      <a:pt x="38" y="40"/>
                    </a:moveTo>
                    <a:cubicBezTo>
                      <a:pt x="38" y="18"/>
                      <a:pt x="19" y="0"/>
                      <a:pt x="19" y="0"/>
                    </a:cubicBezTo>
                    <a:cubicBezTo>
                      <a:pt x="19" y="0"/>
                      <a:pt x="0" y="18"/>
                      <a:pt x="0" y="40"/>
                    </a:cubicBezTo>
                    <a:lnTo>
                      <a:pt x="38" y="4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7" name="Freeform 427"/>
              <p:cNvSpPr>
                <a:spLocks noEditPoints="1"/>
              </p:cNvSpPr>
              <p:nvPr/>
            </p:nvSpPr>
            <p:spPr bwMode="auto">
              <a:xfrm>
                <a:off x="2932" y="2827"/>
                <a:ext cx="6" cy="6"/>
              </a:xfrm>
              <a:custGeom>
                <a:avLst/>
                <a:gdLst>
                  <a:gd name="T0" fmla="*/ 41 w 43"/>
                  <a:gd name="T1" fmla="*/ 45 h 45"/>
                  <a:gd name="T2" fmla="*/ 3 w 43"/>
                  <a:gd name="T3" fmla="*/ 45 h 45"/>
                  <a:gd name="T4" fmla="*/ 0 w 43"/>
                  <a:gd name="T5" fmla="*/ 42 h 45"/>
                  <a:gd name="T6" fmla="*/ 20 w 43"/>
                  <a:gd name="T7" fmla="*/ 1 h 45"/>
                  <a:gd name="T8" fmla="*/ 23 w 43"/>
                  <a:gd name="T9" fmla="*/ 1 h 45"/>
                  <a:gd name="T10" fmla="*/ 43 w 43"/>
                  <a:gd name="T11" fmla="*/ 42 h 45"/>
                  <a:gd name="T12" fmla="*/ 41 w 43"/>
                  <a:gd name="T13" fmla="*/ 45 h 45"/>
                  <a:gd name="T14" fmla="*/ 5 w 43"/>
                  <a:gd name="T15" fmla="*/ 40 h 45"/>
                  <a:gd name="T16" fmla="*/ 38 w 43"/>
                  <a:gd name="T17" fmla="*/ 40 h 45"/>
                  <a:gd name="T18" fmla="*/ 22 w 43"/>
                  <a:gd name="T19" fmla="*/ 6 h 45"/>
                  <a:gd name="T20" fmla="*/ 5 w 43"/>
                  <a:gd name="T2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5">
                    <a:moveTo>
                      <a:pt x="41" y="45"/>
                    </a:moveTo>
                    <a:cubicBezTo>
                      <a:pt x="3" y="45"/>
                      <a:pt x="3" y="45"/>
                      <a:pt x="3" y="45"/>
                    </a:cubicBezTo>
                    <a:cubicBezTo>
                      <a:pt x="1" y="45"/>
                      <a:pt x="0" y="43"/>
                      <a:pt x="0" y="42"/>
                    </a:cubicBezTo>
                    <a:cubicBezTo>
                      <a:pt x="0" y="19"/>
                      <a:pt x="19" y="1"/>
                      <a:pt x="20" y="1"/>
                    </a:cubicBezTo>
                    <a:cubicBezTo>
                      <a:pt x="21" y="0"/>
                      <a:pt x="22" y="0"/>
                      <a:pt x="23" y="1"/>
                    </a:cubicBezTo>
                    <a:cubicBezTo>
                      <a:pt x="24" y="1"/>
                      <a:pt x="43" y="19"/>
                      <a:pt x="43" y="42"/>
                    </a:cubicBezTo>
                    <a:cubicBezTo>
                      <a:pt x="43" y="43"/>
                      <a:pt x="42" y="45"/>
                      <a:pt x="41" y="45"/>
                    </a:cubicBezTo>
                    <a:close/>
                    <a:moveTo>
                      <a:pt x="5" y="40"/>
                    </a:moveTo>
                    <a:cubicBezTo>
                      <a:pt x="38" y="40"/>
                      <a:pt x="38" y="40"/>
                      <a:pt x="38" y="40"/>
                    </a:cubicBezTo>
                    <a:cubicBezTo>
                      <a:pt x="37" y="24"/>
                      <a:pt x="26" y="10"/>
                      <a:pt x="22" y="6"/>
                    </a:cubicBezTo>
                    <a:cubicBezTo>
                      <a:pt x="17" y="10"/>
                      <a:pt x="6" y="24"/>
                      <a:pt x="5" y="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8" name="Freeform 428"/>
              <p:cNvSpPr>
                <a:spLocks/>
              </p:cNvSpPr>
              <p:nvPr/>
            </p:nvSpPr>
            <p:spPr bwMode="auto">
              <a:xfrm>
                <a:off x="2926" y="2816"/>
                <a:ext cx="6" cy="3"/>
              </a:xfrm>
              <a:custGeom>
                <a:avLst/>
                <a:gdLst>
                  <a:gd name="T0" fmla="*/ 5 w 6"/>
                  <a:gd name="T1" fmla="*/ 1 h 3"/>
                  <a:gd name="T2" fmla="*/ 5 w 6"/>
                  <a:gd name="T3" fmla="*/ 0 h 3"/>
                  <a:gd name="T4" fmla="*/ 6 w 6"/>
                  <a:gd name="T5" fmla="*/ 0 h 3"/>
                  <a:gd name="T6" fmla="*/ 6 w 6"/>
                  <a:gd name="T7" fmla="*/ 1 h 3"/>
                  <a:gd name="T8" fmla="*/ 6 w 6"/>
                  <a:gd name="T9" fmla="*/ 3 h 3"/>
                  <a:gd name="T10" fmla="*/ 0 w 6"/>
                  <a:gd name="T11" fmla="*/ 3 h 3"/>
                  <a:gd name="T12" fmla="*/ 0 w 6"/>
                  <a:gd name="T13" fmla="*/ 1 h 3"/>
                  <a:gd name="T14" fmla="*/ 0 w 6"/>
                  <a:gd name="T15" fmla="*/ 0 h 3"/>
                  <a:gd name="T16" fmla="*/ 2 w 6"/>
                  <a:gd name="T17" fmla="*/ 0 h 3"/>
                  <a:gd name="T18" fmla="*/ 2 w 6"/>
                  <a:gd name="T19" fmla="*/ 1 h 3"/>
                  <a:gd name="T20" fmla="*/ 3 w 6"/>
                  <a:gd name="T21" fmla="*/ 1 h 3"/>
                  <a:gd name="T22" fmla="*/ 3 w 6"/>
                  <a:gd name="T23" fmla="*/ 0 h 3"/>
                  <a:gd name="T24" fmla="*/ 4 w 6"/>
                  <a:gd name="T25" fmla="*/ 0 h 3"/>
                  <a:gd name="T26" fmla="*/ 4 w 6"/>
                  <a:gd name="T27" fmla="*/ 1 h 3"/>
                  <a:gd name="T28" fmla="*/ 5 w 6"/>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1"/>
                    </a:moveTo>
                    <a:lnTo>
                      <a:pt x="5" y="0"/>
                    </a:lnTo>
                    <a:lnTo>
                      <a:pt x="6" y="0"/>
                    </a:lnTo>
                    <a:lnTo>
                      <a:pt x="6" y="1"/>
                    </a:lnTo>
                    <a:lnTo>
                      <a:pt x="6" y="3"/>
                    </a:lnTo>
                    <a:lnTo>
                      <a:pt x="0" y="3"/>
                    </a:lnTo>
                    <a:lnTo>
                      <a:pt x="0" y="1"/>
                    </a:lnTo>
                    <a:lnTo>
                      <a:pt x="0" y="0"/>
                    </a:lnTo>
                    <a:lnTo>
                      <a:pt x="2" y="0"/>
                    </a:lnTo>
                    <a:lnTo>
                      <a:pt x="2" y="1"/>
                    </a:lnTo>
                    <a:lnTo>
                      <a:pt x="3" y="1"/>
                    </a:lnTo>
                    <a:lnTo>
                      <a:pt x="3" y="0"/>
                    </a:lnTo>
                    <a:lnTo>
                      <a:pt x="4" y="0"/>
                    </a:lnTo>
                    <a:lnTo>
                      <a:pt x="4" y="1"/>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9" name="Freeform 429"/>
              <p:cNvSpPr>
                <a:spLocks noEditPoints="1"/>
              </p:cNvSpPr>
              <p:nvPr/>
            </p:nvSpPr>
            <p:spPr bwMode="auto">
              <a:xfrm>
                <a:off x="2926" y="2816"/>
                <a:ext cx="6" cy="3"/>
              </a:xfrm>
              <a:custGeom>
                <a:avLst/>
                <a:gdLst>
                  <a:gd name="T0" fmla="*/ 47 w 49"/>
                  <a:gd name="T1" fmla="*/ 28 h 28"/>
                  <a:gd name="T2" fmla="*/ 2 w 49"/>
                  <a:gd name="T3" fmla="*/ 28 h 28"/>
                  <a:gd name="T4" fmla="*/ 0 w 49"/>
                  <a:gd name="T5" fmla="*/ 26 h 28"/>
                  <a:gd name="T6" fmla="*/ 0 w 49"/>
                  <a:gd name="T7" fmla="*/ 2 h 28"/>
                  <a:gd name="T8" fmla="*/ 2 w 49"/>
                  <a:gd name="T9" fmla="*/ 0 h 28"/>
                  <a:gd name="T10" fmla="*/ 11 w 49"/>
                  <a:gd name="T11" fmla="*/ 0 h 28"/>
                  <a:gd name="T12" fmla="*/ 14 w 49"/>
                  <a:gd name="T13" fmla="*/ 2 h 28"/>
                  <a:gd name="T14" fmla="*/ 14 w 49"/>
                  <a:gd name="T15" fmla="*/ 8 h 28"/>
                  <a:gd name="T16" fmla="*/ 17 w 49"/>
                  <a:gd name="T17" fmla="*/ 8 h 28"/>
                  <a:gd name="T18" fmla="*/ 17 w 49"/>
                  <a:gd name="T19" fmla="*/ 2 h 28"/>
                  <a:gd name="T20" fmla="*/ 20 w 49"/>
                  <a:gd name="T21" fmla="*/ 0 h 28"/>
                  <a:gd name="T22" fmla="*/ 29 w 49"/>
                  <a:gd name="T23" fmla="*/ 0 h 28"/>
                  <a:gd name="T24" fmla="*/ 31 w 49"/>
                  <a:gd name="T25" fmla="*/ 2 h 28"/>
                  <a:gd name="T26" fmla="*/ 31 w 49"/>
                  <a:gd name="T27" fmla="*/ 8 h 28"/>
                  <a:gd name="T28" fmla="*/ 35 w 49"/>
                  <a:gd name="T29" fmla="*/ 8 h 28"/>
                  <a:gd name="T30" fmla="*/ 35 w 49"/>
                  <a:gd name="T31" fmla="*/ 2 h 28"/>
                  <a:gd name="T32" fmla="*/ 37 w 49"/>
                  <a:gd name="T33" fmla="*/ 0 h 28"/>
                  <a:gd name="T34" fmla="*/ 47 w 49"/>
                  <a:gd name="T35" fmla="*/ 0 h 28"/>
                  <a:gd name="T36" fmla="*/ 49 w 49"/>
                  <a:gd name="T37" fmla="*/ 2 h 28"/>
                  <a:gd name="T38" fmla="*/ 49 w 49"/>
                  <a:gd name="T39" fmla="*/ 26 h 28"/>
                  <a:gd name="T40" fmla="*/ 47 w 49"/>
                  <a:gd name="T41" fmla="*/ 28 h 28"/>
                  <a:gd name="T42" fmla="*/ 5 w 49"/>
                  <a:gd name="T43" fmla="*/ 23 h 28"/>
                  <a:gd name="T44" fmla="*/ 44 w 49"/>
                  <a:gd name="T45" fmla="*/ 23 h 28"/>
                  <a:gd name="T46" fmla="*/ 44 w 49"/>
                  <a:gd name="T47" fmla="*/ 5 h 28"/>
                  <a:gd name="T48" fmla="*/ 40 w 49"/>
                  <a:gd name="T49" fmla="*/ 5 h 28"/>
                  <a:gd name="T50" fmla="*/ 40 w 49"/>
                  <a:gd name="T51" fmla="*/ 10 h 28"/>
                  <a:gd name="T52" fmla="*/ 37 w 49"/>
                  <a:gd name="T53" fmla="*/ 13 h 28"/>
                  <a:gd name="T54" fmla="*/ 29 w 49"/>
                  <a:gd name="T55" fmla="*/ 13 h 28"/>
                  <a:gd name="T56" fmla="*/ 27 w 49"/>
                  <a:gd name="T57" fmla="*/ 10 h 28"/>
                  <a:gd name="T58" fmla="*/ 27 w 49"/>
                  <a:gd name="T59" fmla="*/ 5 h 28"/>
                  <a:gd name="T60" fmla="*/ 22 w 49"/>
                  <a:gd name="T61" fmla="*/ 5 h 28"/>
                  <a:gd name="T62" fmla="*/ 22 w 49"/>
                  <a:gd name="T63" fmla="*/ 10 h 28"/>
                  <a:gd name="T64" fmla="*/ 20 w 49"/>
                  <a:gd name="T65" fmla="*/ 13 h 28"/>
                  <a:gd name="T66" fmla="*/ 11 w 49"/>
                  <a:gd name="T67" fmla="*/ 13 h 28"/>
                  <a:gd name="T68" fmla="*/ 9 w 49"/>
                  <a:gd name="T69" fmla="*/ 10 h 28"/>
                  <a:gd name="T70" fmla="*/ 9 w 49"/>
                  <a:gd name="T71" fmla="*/ 5 h 28"/>
                  <a:gd name="T72" fmla="*/ 5 w 49"/>
                  <a:gd name="T73" fmla="*/ 5 h 28"/>
                  <a:gd name="T74" fmla="*/ 5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7" y="28"/>
                    </a:moveTo>
                    <a:cubicBezTo>
                      <a:pt x="2" y="28"/>
                      <a:pt x="2" y="28"/>
                      <a:pt x="2" y="28"/>
                    </a:cubicBezTo>
                    <a:cubicBezTo>
                      <a:pt x="1" y="28"/>
                      <a:pt x="0" y="27"/>
                      <a:pt x="0" y="26"/>
                    </a:cubicBezTo>
                    <a:cubicBezTo>
                      <a:pt x="0" y="2"/>
                      <a:pt x="0" y="2"/>
                      <a:pt x="0" y="2"/>
                    </a:cubicBezTo>
                    <a:cubicBezTo>
                      <a:pt x="0" y="1"/>
                      <a:pt x="1" y="0"/>
                      <a:pt x="2" y="0"/>
                    </a:cubicBezTo>
                    <a:cubicBezTo>
                      <a:pt x="11" y="0"/>
                      <a:pt x="11" y="0"/>
                      <a:pt x="11" y="0"/>
                    </a:cubicBezTo>
                    <a:cubicBezTo>
                      <a:pt x="13" y="0"/>
                      <a:pt x="14" y="1"/>
                      <a:pt x="14" y="2"/>
                    </a:cubicBezTo>
                    <a:cubicBezTo>
                      <a:pt x="14" y="8"/>
                      <a:pt x="14" y="8"/>
                      <a:pt x="14" y="8"/>
                    </a:cubicBezTo>
                    <a:cubicBezTo>
                      <a:pt x="17" y="8"/>
                      <a:pt x="17" y="8"/>
                      <a:pt x="17" y="8"/>
                    </a:cubicBezTo>
                    <a:cubicBezTo>
                      <a:pt x="17" y="2"/>
                      <a:pt x="17" y="2"/>
                      <a:pt x="17" y="2"/>
                    </a:cubicBezTo>
                    <a:cubicBezTo>
                      <a:pt x="17" y="1"/>
                      <a:pt x="18" y="0"/>
                      <a:pt x="20" y="0"/>
                    </a:cubicBezTo>
                    <a:cubicBezTo>
                      <a:pt x="29" y="0"/>
                      <a:pt x="29" y="0"/>
                      <a:pt x="29" y="0"/>
                    </a:cubicBezTo>
                    <a:cubicBezTo>
                      <a:pt x="30" y="0"/>
                      <a:pt x="31" y="1"/>
                      <a:pt x="31" y="2"/>
                    </a:cubicBezTo>
                    <a:cubicBezTo>
                      <a:pt x="31" y="8"/>
                      <a:pt x="31" y="8"/>
                      <a:pt x="31" y="8"/>
                    </a:cubicBezTo>
                    <a:cubicBezTo>
                      <a:pt x="35" y="8"/>
                      <a:pt x="35" y="8"/>
                      <a:pt x="35" y="8"/>
                    </a:cubicBezTo>
                    <a:cubicBezTo>
                      <a:pt x="35" y="2"/>
                      <a:pt x="35" y="2"/>
                      <a:pt x="35" y="2"/>
                    </a:cubicBezTo>
                    <a:cubicBezTo>
                      <a:pt x="35" y="1"/>
                      <a:pt x="36" y="0"/>
                      <a:pt x="37" y="0"/>
                    </a:cubicBezTo>
                    <a:cubicBezTo>
                      <a:pt x="47" y="0"/>
                      <a:pt x="47" y="0"/>
                      <a:pt x="47" y="0"/>
                    </a:cubicBezTo>
                    <a:cubicBezTo>
                      <a:pt x="48" y="0"/>
                      <a:pt x="49" y="1"/>
                      <a:pt x="49" y="2"/>
                    </a:cubicBezTo>
                    <a:cubicBezTo>
                      <a:pt x="49" y="26"/>
                      <a:pt x="49" y="26"/>
                      <a:pt x="49" y="26"/>
                    </a:cubicBezTo>
                    <a:cubicBezTo>
                      <a:pt x="49" y="27"/>
                      <a:pt x="48" y="28"/>
                      <a:pt x="47" y="28"/>
                    </a:cubicBezTo>
                    <a:close/>
                    <a:moveTo>
                      <a:pt x="5" y="23"/>
                    </a:moveTo>
                    <a:cubicBezTo>
                      <a:pt x="44" y="23"/>
                      <a:pt x="44" y="23"/>
                      <a:pt x="44" y="23"/>
                    </a:cubicBezTo>
                    <a:cubicBezTo>
                      <a:pt x="44" y="5"/>
                      <a:pt x="44" y="5"/>
                      <a:pt x="44" y="5"/>
                    </a:cubicBezTo>
                    <a:cubicBezTo>
                      <a:pt x="40" y="5"/>
                      <a:pt x="40" y="5"/>
                      <a:pt x="40" y="5"/>
                    </a:cubicBezTo>
                    <a:cubicBezTo>
                      <a:pt x="40" y="10"/>
                      <a:pt x="40" y="10"/>
                      <a:pt x="40" y="10"/>
                    </a:cubicBezTo>
                    <a:cubicBezTo>
                      <a:pt x="40" y="12"/>
                      <a:pt x="39" y="13"/>
                      <a:pt x="37" y="13"/>
                    </a:cubicBezTo>
                    <a:cubicBezTo>
                      <a:pt x="29" y="13"/>
                      <a:pt x="29" y="13"/>
                      <a:pt x="29" y="13"/>
                    </a:cubicBezTo>
                    <a:cubicBezTo>
                      <a:pt x="28" y="13"/>
                      <a:pt x="27" y="12"/>
                      <a:pt x="27" y="10"/>
                    </a:cubicBezTo>
                    <a:cubicBezTo>
                      <a:pt x="27" y="5"/>
                      <a:pt x="27" y="5"/>
                      <a:pt x="27" y="5"/>
                    </a:cubicBezTo>
                    <a:cubicBezTo>
                      <a:pt x="22" y="5"/>
                      <a:pt x="22" y="5"/>
                      <a:pt x="22" y="5"/>
                    </a:cubicBezTo>
                    <a:cubicBezTo>
                      <a:pt x="22" y="10"/>
                      <a:pt x="22" y="10"/>
                      <a:pt x="22" y="10"/>
                    </a:cubicBezTo>
                    <a:cubicBezTo>
                      <a:pt x="22" y="12"/>
                      <a:pt x="21" y="13"/>
                      <a:pt x="20" y="13"/>
                    </a:cubicBezTo>
                    <a:cubicBezTo>
                      <a:pt x="11" y="13"/>
                      <a:pt x="11" y="13"/>
                      <a:pt x="11" y="13"/>
                    </a:cubicBezTo>
                    <a:cubicBezTo>
                      <a:pt x="10" y="13"/>
                      <a:pt x="9" y="12"/>
                      <a:pt x="9" y="10"/>
                    </a:cubicBezTo>
                    <a:cubicBezTo>
                      <a:pt x="9" y="5"/>
                      <a:pt x="9" y="5"/>
                      <a:pt x="9"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0" name="Rectangle 430"/>
              <p:cNvSpPr>
                <a:spLocks noChangeArrowheads="1"/>
              </p:cNvSpPr>
              <p:nvPr/>
            </p:nvSpPr>
            <p:spPr bwMode="auto">
              <a:xfrm>
                <a:off x="2927" y="2819"/>
                <a:ext cx="4" cy="4"/>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1" name="Freeform 431"/>
              <p:cNvSpPr>
                <a:spLocks noEditPoints="1"/>
              </p:cNvSpPr>
              <p:nvPr/>
            </p:nvSpPr>
            <p:spPr bwMode="auto">
              <a:xfrm>
                <a:off x="2927" y="2819"/>
                <a:ext cx="4" cy="4"/>
              </a:xfrm>
              <a:custGeom>
                <a:avLst/>
                <a:gdLst>
                  <a:gd name="T0" fmla="*/ 34 w 36"/>
                  <a:gd name="T1" fmla="*/ 33 h 33"/>
                  <a:gd name="T2" fmla="*/ 34 w 36"/>
                  <a:gd name="T3" fmla="*/ 33 h 33"/>
                  <a:gd name="T4" fmla="*/ 3 w 36"/>
                  <a:gd name="T5" fmla="*/ 33 h 33"/>
                  <a:gd name="T6" fmla="*/ 1 w 36"/>
                  <a:gd name="T7" fmla="*/ 32 h 33"/>
                  <a:gd name="T8" fmla="*/ 0 w 36"/>
                  <a:gd name="T9" fmla="*/ 30 h 33"/>
                  <a:gd name="T10" fmla="*/ 2 w 36"/>
                  <a:gd name="T11" fmla="*/ 3 h 33"/>
                  <a:gd name="T12" fmla="*/ 4 w 36"/>
                  <a:gd name="T13" fmla="*/ 0 h 33"/>
                  <a:gd name="T14" fmla="*/ 32 w 36"/>
                  <a:gd name="T15" fmla="*/ 0 h 33"/>
                  <a:gd name="T16" fmla="*/ 35 w 36"/>
                  <a:gd name="T17" fmla="*/ 3 h 33"/>
                  <a:gd name="T18" fmla="*/ 36 w 36"/>
                  <a:gd name="T19" fmla="*/ 30 h 33"/>
                  <a:gd name="T20" fmla="*/ 36 w 36"/>
                  <a:gd name="T21" fmla="*/ 31 h 33"/>
                  <a:gd name="T22" fmla="*/ 34 w 36"/>
                  <a:gd name="T23" fmla="*/ 33 h 33"/>
                  <a:gd name="T24" fmla="*/ 5 w 36"/>
                  <a:gd name="T25" fmla="*/ 28 h 33"/>
                  <a:gd name="T26" fmla="*/ 31 w 36"/>
                  <a:gd name="T27" fmla="*/ 28 h 33"/>
                  <a:gd name="T28" fmla="*/ 30 w 36"/>
                  <a:gd name="T29" fmla="*/ 5 h 33"/>
                  <a:gd name="T30" fmla="*/ 7 w 36"/>
                  <a:gd name="T31" fmla="*/ 5 h 33"/>
                  <a:gd name="T32" fmla="*/ 5 w 36"/>
                  <a:gd name="T33"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33">
                    <a:moveTo>
                      <a:pt x="34" y="33"/>
                    </a:moveTo>
                    <a:cubicBezTo>
                      <a:pt x="34" y="33"/>
                      <a:pt x="34" y="33"/>
                      <a:pt x="34" y="33"/>
                    </a:cubicBezTo>
                    <a:cubicBezTo>
                      <a:pt x="3" y="33"/>
                      <a:pt x="3" y="33"/>
                      <a:pt x="3" y="33"/>
                    </a:cubicBezTo>
                    <a:cubicBezTo>
                      <a:pt x="2" y="33"/>
                      <a:pt x="1" y="33"/>
                      <a:pt x="1" y="32"/>
                    </a:cubicBezTo>
                    <a:cubicBezTo>
                      <a:pt x="0" y="32"/>
                      <a:pt x="0" y="31"/>
                      <a:pt x="0" y="30"/>
                    </a:cubicBezTo>
                    <a:cubicBezTo>
                      <a:pt x="2" y="3"/>
                      <a:pt x="2" y="3"/>
                      <a:pt x="2" y="3"/>
                    </a:cubicBezTo>
                    <a:cubicBezTo>
                      <a:pt x="2" y="1"/>
                      <a:pt x="3" y="0"/>
                      <a:pt x="4" y="0"/>
                    </a:cubicBezTo>
                    <a:cubicBezTo>
                      <a:pt x="32" y="0"/>
                      <a:pt x="32" y="0"/>
                      <a:pt x="32" y="0"/>
                    </a:cubicBezTo>
                    <a:cubicBezTo>
                      <a:pt x="33" y="0"/>
                      <a:pt x="35" y="1"/>
                      <a:pt x="35" y="3"/>
                    </a:cubicBezTo>
                    <a:cubicBezTo>
                      <a:pt x="36" y="30"/>
                      <a:pt x="36" y="30"/>
                      <a:pt x="36" y="30"/>
                    </a:cubicBezTo>
                    <a:cubicBezTo>
                      <a:pt x="36" y="30"/>
                      <a:pt x="36" y="30"/>
                      <a:pt x="36" y="31"/>
                    </a:cubicBezTo>
                    <a:cubicBezTo>
                      <a:pt x="36" y="32"/>
                      <a:pt x="35" y="33"/>
                      <a:pt x="34" y="33"/>
                    </a:cubicBezTo>
                    <a:close/>
                    <a:moveTo>
                      <a:pt x="5" y="28"/>
                    </a:moveTo>
                    <a:cubicBezTo>
                      <a:pt x="31" y="28"/>
                      <a:pt x="31" y="28"/>
                      <a:pt x="31" y="28"/>
                    </a:cubicBezTo>
                    <a:cubicBezTo>
                      <a:pt x="30" y="5"/>
                      <a:pt x="30" y="5"/>
                      <a:pt x="30" y="5"/>
                    </a:cubicBezTo>
                    <a:cubicBezTo>
                      <a:pt x="7" y="5"/>
                      <a:pt x="7" y="5"/>
                      <a:pt x="7"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2" name="Freeform 432"/>
              <p:cNvSpPr>
                <a:spLocks/>
              </p:cNvSpPr>
              <p:nvPr/>
            </p:nvSpPr>
            <p:spPr bwMode="auto">
              <a:xfrm>
                <a:off x="2932" y="2812"/>
                <a:ext cx="6" cy="3"/>
              </a:xfrm>
              <a:custGeom>
                <a:avLst/>
                <a:gdLst>
                  <a:gd name="T0" fmla="*/ 5 w 6"/>
                  <a:gd name="T1" fmla="*/ 1 h 3"/>
                  <a:gd name="T2" fmla="*/ 5 w 6"/>
                  <a:gd name="T3" fmla="*/ 0 h 3"/>
                  <a:gd name="T4" fmla="*/ 6 w 6"/>
                  <a:gd name="T5" fmla="*/ 0 h 3"/>
                  <a:gd name="T6" fmla="*/ 6 w 6"/>
                  <a:gd name="T7" fmla="*/ 2 h 3"/>
                  <a:gd name="T8" fmla="*/ 6 w 6"/>
                  <a:gd name="T9" fmla="*/ 3 h 3"/>
                  <a:gd name="T10" fmla="*/ 0 w 6"/>
                  <a:gd name="T11" fmla="*/ 3 h 3"/>
                  <a:gd name="T12" fmla="*/ 0 w 6"/>
                  <a:gd name="T13" fmla="*/ 2 h 3"/>
                  <a:gd name="T14" fmla="*/ 0 w 6"/>
                  <a:gd name="T15" fmla="*/ 0 h 3"/>
                  <a:gd name="T16" fmla="*/ 1 w 6"/>
                  <a:gd name="T17" fmla="*/ 0 h 3"/>
                  <a:gd name="T18" fmla="*/ 1 w 6"/>
                  <a:gd name="T19" fmla="*/ 1 h 3"/>
                  <a:gd name="T20" fmla="*/ 2 w 6"/>
                  <a:gd name="T21" fmla="*/ 1 h 3"/>
                  <a:gd name="T22" fmla="*/ 2 w 6"/>
                  <a:gd name="T23" fmla="*/ 0 h 3"/>
                  <a:gd name="T24" fmla="*/ 4 w 6"/>
                  <a:gd name="T25" fmla="*/ 0 h 3"/>
                  <a:gd name="T26" fmla="*/ 4 w 6"/>
                  <a:gd name="T27" fmla="*/ 1 h 3"/>
                  <a:gd name="T28" fmla="*/ 5 w 6"/>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1"/>
                    </a:moveTo>
                    <a:lnTo>
                      <a:pt x="5" y="0"/>
                    </a:lnTo>
                    <a:lnTo>
                      <a:pt x="6" y="0"/>
                    </a:lnTo>
                    <a:lnTo>
                      <a:pt x="6" y="2"/>
                    </a:lnTo>
                    <a:lnTo>
                      <a:pt x="6" y="3"/>
                    </a:lnTo>
                    <a:lnTo>
                      <a:pt x="0" y="3"/>
                    </a:lnTo>
                    <a:lnTo>
                      <a:pt x="0" y="2"/>
                    </a:lnTo>
                    <a:lnTo>
                      <a:pt x="0" y="0"/>
                    </a:lnTo>
                    <a:lnTo>
                      <a:pt x="1" y="0"/>
                    </a:lnTo>
                    <a:lnTo>
                      <a:pt x="1" y="1"/>
                    </a:lnTo>
                    <a:lnTo>
                      <a:pt x="2" y="1"/>
                    </a:lnTo>
                    <a:lnTo>
                      <a:pt x="2" y="0"/>
                    </a:lnTo>
                    <a:lnTo>
                      <a:pt x="4" y="0"/>
                    </a:lnTo>
                    <a:lnTo>
                      <a:pt x="4" y="1"/>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3" name="Freeform 433"/>
              <p:cNvSpPr>
                <a:spLocks noEditPoints="1"/>
              </p:cNvSpPr>
              <p:nvPr/>
            </p:nvSpPr>
            <p:spPr bwMode="auto">
              <a:xfrm>
                <a:off x="2932" y="2812"/>
                <a:ext cx="6" cy="4"/>
              </a:xfrm>
              <a:custGeom>
                <a:avLst/>
                <a:gdLst>
                  <a:gd name="T0" fmla="*/ 47 w 49"/>
                  <a:gd name="T1" fmla="*/ 28 h 28"/>
                  <a:gd name="T2" fmla="*/ 2 w 49"/>
                  <a:gd name="T3" fmla="*/ 28 h 28"/>
                  <a:gd name="T4" fmla="*/ 0 w 49"/>
                  <a:gd name="T5" fmla="*/ 26 h 28"/>
                  <a:gd name="T6" fmla="*/ 0 w 49"/>
                  <a:gd name="T7" fmla="*/ 2 h 28"/>
                  <a:gd name="T8" fmla="*/ 2 w 49"/>
                  <a:gd name="T9" fmla="*/ 0 h 28"/>
                  <a:gd name="T10" fmla="*/ 12 w 49"/>
                  <a:gd name="T11" fmla="*/ 0 h 28"/>
                  <a:gd name="T12" fmla="*/ 14 w 49"/>
                  <a:gd name="T13" fmla="*/ 2 h 28"/>
                  <a:gd name="T14" fmla="*/ 14 w 49"/>
                  <a:gd name="T15" fmla="*/ 8 h 28"/>
                  <a:gd name="T16" fmla="*/ 18 w 49"/>
                  <a:gd name="T17" fmla="*/ 8 h 28"/>
                  <a:gd name="T18" fmla="*/ 18 w 49"/>
                  <a:gd name="T19" fmla="*/ 2 h 28"/>
                  <a:gd name="T20" fmla="*/ 20 w 49"/>
                  <a:gd name="T21" fmla="*/ 0 h 28"/>
                  <a:gd name="T22" fmla="*/ 29 w 49"/>
                  <a:gd name="T23" fmla="*/ 0 h 28"/>
                  <a:gd name="T24" fmla="*/ 32 w 49"/>
                  <a:gd name="T25" fmla="*/ 2 h 28"/>
                  <a:gd name="T26" fmla="*/ 32 w 49"/>
                  <a:gd name="T27" fmla="*/ 8 h 28"/>
                  <a:gd name="T28" fmla="*/ 35 w 49"/>
                  <a:gd name="T29" fmla="*/ 8 h 28"/>
                  <a:gd name="T30" fmla="*/ 35 w 49"/>
                  <a:gd name="T31" fmla="*/ 2 h 28"/>
                  <a:gd name="T32" fmla="*/ 38 w 49"/>
                  <a:gd name="T33" fmla="*/ 0 h 28"/>
                  <a:gd name="T34" fmla="*/ 47 w 49"/>
                  <a:gd name="T35" fmla="*/ 0 h 28"/>
                  <a:gd name="T36" fmla="*/ 49 w 49"/>
                  <a:gd name="T37" fmla="*/ 2 h 28"/>
                  <a:gd name="T38" fmla="*/ 49 w 49"/>
                  <a:gd name="T39" fmla="*/ 26 h 28"/>
                  <a:gd name="T40" fmla="*/ 47 w 49"/>
                  <a:gd name="T41" fmla="*/ 28 h 28"/>
                  <a:gd name="T42" fmla="*/ 5 w 49"/>
                  <a:gd name="T43" fmla="*/ 23 h 28"/>
                  <a:gd name="T44" fmla="*/ 44 w 49"/>
                  <a:gd name="T45" fmla="*/ 23 h 28"/>
                  <a:gd name="T46" fmla="*/ 44 w 49"/>
                  <a:gd name="T47" fmla="*/ 5 h 28"/>
                  <a:gd name="T48" fmla="*/ 40 w 49"/>
                  <a:gd name="T49" fmla="*/ 5 h 28"/>
                  <a:gd name="T50" fmla="*/ 40 w 49"/>
                  <a:gd name="T51" fmla="*/ 10 h 28"/>
                  <a:gd name="T52" fmla="*/ 38 w 49"/>
                  <a:gd name="T53" fmla="*/ 13 h 28"/>
                  <a:gd name="T54" fmla="*/ 29 w 49"/>
                  <a:gd name="T55" fmla="*/ 13 h 28"/>
                  <a:gd name="T56" fmla="*/ 27 w 49"/>
                  <a:gd name="T57" fmla="*/ 10 h 28"/>
                  <a:gd name="T58" fmla="*/ 27 w 49"/>
                  <a:gd name="T59" fmla="*/ 5 h 28"/>
                  <a:gd name="T60" fmla="*/ 22 w 49"/>
                  <a:gd name="T61" fmla="*/ 5 h 28"/>
                  <a:gd name="T62" fmla="*/ 22 w 49"/>
                  <a:gd name="T63" fmla="*/ 10 h 28"/>
                  <a:gd name="T64" fmla="*/ 20 w 49"/>
                  <a:gd name="T65" fmla="*/ 13 h 28"/>
                  <a:gd name="T66" fmla="*/ 12 w 49"/>
                  <a:gd name="T67" fmla="*/ 13 h 28"/>
                  <a:gd name="T68" fmla="*/ 9 w 49"/>
                  <a:gd name="T69" fmla="*/ 10 h 28"/>
                  <a:gd name="T70" fmla="*/ 9 w 49"/>
                  <a:gd name="T71" fmla="*/ 5 h 28"/>
                  <a:gd name="T72" fmla="*/ 5 w 49"/>
                  <a:gd name="T73" fmla="*/ 5 h 28"/>
                  <a:gd name="T74" fmla="*/ 5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7" y="28"/>
                    </a:moveTo>
                    <a:cubicBezTo>
                      <a:pt x="2" y="28"/>
                      <a:pt x="2" y="28"/>
                      <a:pt x="2" y="28"/>
                    </a:cubicBezTo>
                    <a:cubicBezTo>
                      <a:pt x="1" y="28"/>
                      <a:pt x="0" y="27"/>
                      <a:pt x="0" y="26"/>
                    </a:cubicBezTo>
                    <a:cubicBezTo>
                      <a:pt x="0" y="2"/>
                      <a:pt x="0" y="2"/>
                      <a:pt x="0" y="2"/>
                    </a:cubicBezTo>
                    <a:cubicBezTo>
                      <a:pt x="0" y="1"/>
                      <a:pt x="1" y="0"/>
                      <a:pt x="2" y="0"/>
                    </a:cubicBezTo>
                    <a:cubicBezTo>
                      <a:pt x="12" y="0"/>
                      <a:pt x="12" y="0"/>
                      <a:pt x="12" y="0"/>
                    </a:cubicBezTo>
                    <a:cubicBezTo>
                      <a:pt x="13" y="0"/>
                      <a:pt x="14" y="1"/>
                      <a:pt x="14" y="2"/>
                    </a:cubicBezTo>
                    <a:cubicBezTo>
                      <a:pt x="14" y="8"/>
                      <a:pt x="14" y="8"/>
                      <a:pt x="14" y="8"/>
                    </a:cubicBezTo>
                    <a:cubicBezTo>
                      <a:pt x="18" y="8"/>
                      <a:pt x="18" y="8"/>
                      <a:pt x="18" y="8"/>
                    </a:cubicBezTo>
                    <a:cubicBezTo>
                      <a:pt x="18" y="2"/>
                      <a:pt x="18" y="2"/>
                      <a:pt x="18" y="2"/>
                    </a:cubicBezTo>
                    <a:cubicBezTo>
                      <a:pt x="18" y="1"/>
                      <a:pt x="19" y="0"/>
                      <a:pt x="20" y="0"/>
                    </a:cubicBezTo>
                    <a:cubicBezTo>
                      <a:pt x="29" y="0"/>
                      <a:pt x="29" y="0"/>
                      <a:pt x="29" y="0"/>
                    </a:cubicBezTo>
                    <a:cubicBezTo>
                      <a:pt x="30" y="0"/>
                      <a:pt x="32" y="1"/>
                      <a:pt x="32" y="2"/>
                    </a:cubicBezTo>
                    <a:cubicBezTo>
                      <a:pt x="32" y="8"/>
                      <a:pt x="32" y="8"/>
                      <a:pt x="32" y="8"/>
                    </a:cubicBezTo>
                    <a:cubicBezTo>
                      <a:pt x="35" y="8"/>
                      <a:pt x="35" y="8"/>
                      <a:pt x="35" y="8"/>
                    </a:cubicBezTo>
                    <a:cubicBezTo>
                      <a:pt x="35" y="2"/>
                      <a:pt x="35" y="2"/>
                      <a:pt x="35" y="2"/>
                    </a:cubicBezTo>
                    <a:cubicBezTo>
                      <a:pt x="35" y="1"/>
                      <a:pt x="36" y="0"/>
                      <a:pt x="38" y="0"/>
                    </a:cubicBezTo>
                    <a:cubicBezTo>
                      <a:pt x="47" y="0"/>
                      <a:pt x="47" y="0"/>
                      <a:pt x="47" y="0"/>
                    </a:cubicBezTo>
                    <a:cubicBezTo>
                      <a:pt x="48" y="0"/>
                      <a:pt x="49" y="1"/>
                      <a:pt x="49" y="2"/>
                    </a:cubicBezTo>
                    <a:cubicBezTo>
                      <a:pt x="49" y="26"/>
                      <a:pt x="49" y="26"/>
                      <a:pt x="49" y="26"/>
                    </a:cubicBezTo>
                    <a:cubicBezTo>
                      <a:pt x="49" y="27"/>
                      <a:pt x="48" y="28"/>
                      <a:pt x="47" y="28"/>
                    </a:cubicBezTo>
                    <a:close/>
                    <a:moveTo>
                      <a:pt x="5" y="23"/>
                    </a:moveTo>
                    <a:cubicBezTo>
                      <a:pt x="44" y="23"/>
                      <a:pt x="44" y="23"/>
                      <a:pt x="44" y="23"/>
                    </a:cubicBezTo>
                    <a:cubicBezTo>
                      <a:pt x="44" y="5"/>
                      <a:pt x="44" y="5"/>
                      <a:pt x="44" y="5"/>
                    </a:cubicBezTo>
                    <a:cubicBezTo>
                      <a:pt x="40" y="5"/>
                      <a:pt x="40" y="5"/>
                      <a:pt x="40" y="5"/>
                    </a:cubicBezTo>
                    <a:cubicBezTo>
                      <a:pt x="40" y="10"/>
                      <a:pt x="40" y="10"/>
                      <a:pt x="40" y="10"/>
                    </a:cubicBezTo>
                    <a:cubicBezTo>
                      <a:pt x="40" y="12"/>
                      <a:pt x="39" y="13"/>
                      <a:pt x="38" y="13"/>
                    </a:cubicBezTo>
                    <a:cubicBezTo>
                      <a:pt x="29" y="13"/>
                      <a:pt x="29" y="13"/>
                      <a:pt x="29" y="13"/>
                    </a:cubicBezTo>
                    <a:cubicBezTo>
                      <a:pt x="28" y="13"/>
                      <a:pt x="27" y="12"/>
                      <a:pt x="27" y="10"/>
                    </a:cubicBezTo>
                    <a:cubicBezTo>
                      <a:pt x="27" y="5"/>
                      <a:pt x="27" y="5"/>
                      <a:pt x="27" y="5"/>
                    </a:cubicBezTo>
                    <a:cubicBezTo>
                      <a:pt x="22" y="5"/>
                      <a:pt x="22" y="5"/>
                      <a:pt x="22" y="5"/>
                    </a:cubicBezTo>
                    <a:cubicBezTo>
                      <a:pt x="22" y="10"/>
                      <a:pt x="22" y="10"/>
                      <a:pt x="22" y="10"/>
                    </a:cubicBezTo>
                    <a:cubicBezTo>
                      <a:pt x="22" y="12"/>
                      <a:pt x="21" y="13"/>
                      <a:pt x="20" y="13"/>
                    </a:cubicBezTo>
                    <a:cubicBezTo>
                      <a:pt x="12" y="13"/>
                      <a:pt x="12" y="13"/>
                      <a:pt x="12" y="13"/>
                    </a:cubicBezTo>
                    <a:cubicBezTo>
                      <a:pt x="10" y="13"/>
                      <a:pt x="9" y="12"/>
                      <a:pt x="9" y="10"/>
                    </a:cubicBezTo>
                    <a:cubicBezTo>
                      <a:pt x="9" y="5"/>
                      <a:pt x="9" y="5"/>
                      <a:pt x="9"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4" name="Rectangle 434"/>
              <p:cNvSpPr>
                <a:spLocks noChangeArrowheads="1"/>
              </p:cNvSpPr>
              <p:nvPr/>
            </p:nvSpPr>
            <p:spPr bwMode="auto">
              <a:xfrm>
                <a:off x="2933" y="2815"/>
                <a:ext cx="4" cy="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5" name="Freeform 435"/>
              <p:cNvSpPr>
                <a:spLocks noEditPoints="1"/>
              </p:cNvSpPr>
              <p:nvPr/>
            </p:nvSpPr>
            <p:spPr bwMode="auto">
              <a:xfrm>
                <a:off x="2933" y="2815"/>
                <a:ext cx="4" cy="8"/>
              </a:xfrm>
              <a:custGeom>
                <a:avLst/>
                <a:gdLst>
                  <a:gd name="T0" fmla="*/ 34 w 37"/>
                  <a:gd name="T1" fmla="*/ 63 h 63"/>
                  <a:gd name="T2" fmla="*/ 34 w 37"/>
                  <a:gd name="T3" fmla="*/ 63 h 63"/>
                  <a:gd name="T4" fmla="*/ 3 w 37"/>
                  <a:gd name="T5" fmla="*/ 63 h 63"/>
                  <a:gd name="T6" fmla="*/ 1 w 37"/>
                  <a:gd name="T7" fmla="*/ 62 h 63"/>
                  <a:gd name="T8" fmla="*/ 0 w 37"/>
                  <a:gd name="T9" fmla="*/ 61 h 63"/>
                  <a:gd name="T10" fmla="*/ 2 w 37"/>
                  <a:gd name="T11" fmla="*/ 3 h 63"/>
                  <a:gd name="T12" fmla="*/ 5 w 37"/>
                  <a:gd name="T13" fmla="*/ 0 h 63"/>
                  <a:gd name="T14" fmla="*/ 32 w 37"/>
                  <a:gd name="T15" fmla="*/ 0 h 63"/>
                  <a:gd name="T16" fmla="*/ 35 w 37"/>
                  <a:gd name="T17" fmla="*/ 3 h 63"/>
                  <a:gd name="T18" fmla="*/ 37 w 37"/>
                  <a:gd name="T19" fmla="*/ 60 h 63"/>
                  <a:gd name="T20" fmla="*/ 37 w 37"/>
                  <a:gd name="T21" fmla="*/ 61 h 63"/>
                  <a:gd name="T22" fmla="*/ 34 w 37"/>
                  <a:gd name="T23" fmla="*/ 63 h 63"/>
                  <a:gd name="T24" fmla="*/ 5 w 37"/>
                  <a:gd name="T25" fmla="*/ 58 h 63"/>
                  <a:gd name="T26" fmla="*/ 32 w 37"/>
                  <a:gd name="T27" fmla="*/ 58 h 63"/>
                  <a:gd name="T28" fmla="*/ 30 w 37"/>
                  <a:gd name="T29" fmla="*/ 5 h 63"/>
                  <a:gd name="T30" fmla="*/ 7 w 37"/>
                  <a:gd name="T31" fmla="*/ 5 h 63"/>
                  <a:gd name="T32" fmla="*/ 5 w 37"/>
                  <a:gd name="T3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3">
                    <a:moveTo>
                      <a:pt x="34" y="63"/>
                    </a:moveTo>
                    <a:cubicBezTo>
                      <a:pt x="34" y="63"/>
                      <a:pt x="34" y="63"/>
                      <a:pt x="34" y="63"/>
                    </a:cubicBezTo>
                    <a:cubicBezTo>
                      <a:pt x="3" y="63"/>
                      <a:pt x="3" y="63"/>
                      <a:pt x="3" y="63"/>
                    </a:cubicBezTo>
                    <a:cubicBezTo>
                      <a:pt x="2" y="63"/>
                      <a:pt x="2" y="63"/>
                      <a:pt x="1" y="62"/>
                    </a:cubicBezTo>
                    <a:cubicBezTo>
                      <a:pt x="1" y="62"/>
                      <a:pt x="0" y="61"/>
                      <a:pt x="0" y="61"/>
                    </a:cubicBezTo>
                    <a:cubicBezTo>
                      <a:pt x="2" y="3"/>
                      <a:pt x="2" y="3"/>
                      <a:pt x="2" y="3"/>
                    </a:cubicBezTo>
                    <a:cubicBezTo>
                      <a:pt x="2" y="1"/>
                      <a:pt x="3" y="0"/>
                      <a:pt x="5" y="0"/>
                    </a:cubicBezTo>
                    <a:cubicBezTo>
                      <a:pt x="32" y="0"/>
                      <a:pt x="32" y="0"/>
                      <a:pt x="32" y="0"/>
                    </a:cubicBezTo>
                    <a:cubicBezTo>
                      <a:pt x="34" y="0"/>
                      <a:pt x="35" y="1"/>
                      <a:pt x="35" y="3"/>
                    </a:cubicBezTo>
                    <a:cubicBezTo>
                      <a:pt x="37" y="60"/>
                      <a:pt x="37" y="60"/>
                      <a:pt x="37" y="60"/>
                    </a:cubicBezTo>
                    <a:cubicBezTo>
                      <a:pt x="37" y="60"/>
                      <a:pt x="37" y="60"/>
                      <a:pt x="37" y="61"/>
                    </a:cubicBezTo>
                    <a:cubicBezTo>
                      <a:pt x="37" y="62"/>
                      <a:pt x="36" y="63"/>
                      <a:pt x="34" y="63"/>
                    </a:cubicBezTo>
                    <a:close/>
                    <a:moveTo>
                      <a:pt x="5" y="58"/>
                    </a:moveTo>
                    <a:cubicBezTo>
                      <a:pt x="32" y="58"/>
                      <a:pt x="32" y="58"/>
                      <a:pt x="32" y="58"/>
                    </a:cubicBezTo>
                    <a:cubicBezTo>
                      <a:pt x="30" y="5"/>
                      <a:pt x="30" y="5"/>
                      <a:pt x="30" y="5"/>
                    </a:cubicBezTo>
                    <a:cubicBezTo>
                      <a:pt x="7" y="5"/>
                      <a:pt x="7" y="5"/>
                      <a:pt x="7" y="5"/>
                    </a:cubicBezTo>
                    <a:lnTo>
                      <a:pt x="5"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6" name="Freeform 436"/>
              <p:cNvSpPr>
                <a:spLocks/>
              </p:cNvSpPr>
              <p:nvPr/>
            </p:nvSpPr>
            <p:spPr bwMode="auto">
              <a:xfrm>
                <a:off x="2929" y="2820"/>
                <a:ext cx="1" cy="2"/>
              </a:xfrm>
              <a:custGeom>
                <a:avLst/>
                <a:gdLst>
                  <a:gd name="T0" fmla="*/ 7 w 7"/>
                  <a:gd name="T1" fmla="*/ 3 h 12"/>
                  <a:gd name="T2" fmla="*/ 3 w 7"/>
                  <a:gd name="T3" fmla="*/ 0 h 12"/>
                  <a:gd name="T4" fmla="*/ 0 w 7"/>
                  <a:gd name="T5" fmla="*/ 3 h 12"/>
                  <a:gd name="T6" fmla="*/ 0 w 7"/>
                  <a:gd name="T7" fmla="*/ 12 h 12"/>
                  <a:gd name="T8" fmla="*/ 7 w 7"/>
                  <a:gd name="T9" fmla="*/ 12 h 12"/>
                  <a:gd name="T10" fmla="*/ 7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7" y="3"/>
                    </a:moveTo>
                    <a:cubicBezTo>
                      <a:pt x="7" y="1"/>
                      <a:pt x="5" y="0"/>
                      <a:pt x="3" y="0"/>
                    </a:cubicBezTo>
                    <a:cubicBezTo>
                      <a:pt x="1" y="0"/>
                      <a:pt x="0" y="1"/>
                      <a:pt x="0" y="3"/>
                    </a:cubicBezTo>
                    <a:cubicBezTo>
                      <a:pt x="0" y="12"/>
                      <a:pt x="0" y="12"/>
                      <a:pt x="0" y="12"/>
                    </a:cubicBezTo>
                    <a:cubicBezTo>
                      <a:pt x="7" y="12"/>
                      <a:pt x="7" y="12"/>
                      <a:pt x="7" y="12"/>
                    </a:cubicBez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7" name="Freeform 437"/>
              <p:cNvSpPr>
                <a:spLocks/>
              </p:cNvSpPr>
              <p:nvPr/>
            </p:nvSpPr>
            <p:spPr bwMode="auto">
              <a:xfrm>
                <a:off x="2935" y="2817"/>
                <a:ext cx="0" cy="1"/>
              </a:xfrm>
              <a:custGeom>
                <a:avLst/>
                <a:gdLst>
                  <a:gd name="T0" fmla="*/ 7 w 7"/>
                  <a:gd name="T1" fmla="*/ 3 h 12"/>
                  <a:gd name="T2" fmla="*/ 4 w 7"/>
                  <a:gd name="T3" fmla="*/ 0 h 12"/>
                  <a:gd name="T4" fmla="*/ 0 w 7"/>
                  <a:gd name="T5" fmla="*/ 3 h 12"/>
                  <a:gd name="T6" fmla="*/ 0 w 7"/>
                  <a:gd name="T7" fmla="*/ 12 h 12"/>
                  <a:gd name="T8" fmla="*/ 7 w 7"/>
                  <a:gd name="T9" fmla="*/ 12 h 12"/>
                  <a:gd name="T10" fmla="*/ 7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7" y="3"/>
                    </a:moveTo>
                    <a:cubicBezTo>
                      <a:pt x="7" y="2"/>
                      <a:pt x="5" y="0"/>
                      <a:pt x="4" y="0"/>
                    </a:cubicBezTo>
                    <a:cubicBezTo>
                      <a:pt x="2" y="0"/>
                      <a:pt x="0" y="2"/>
                      <a:pt x="0" y="3"/>
                    </a:cubicBezTo>
                    <a:cubicBezTo>
                      <a:pt x="0" y="12"/>
                      <a:pt x="0" y="12"/>
                      <a:pt x="0" y="12"/>
                    </a:cubicBezTo>
                    <a:cubicBezTo>
                      <a:pt x="7" y="12"/>
                      <a:pt x="7" y="12"/>
                      <a:pt x="7" y="12"/>
                    </a:cubicBez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8" name="Freeform 438"/>
              <p:cNvSpPr>
                <a:spLocks/>
              </p:cNvSpPr>
              <p:nvPr/>
            </p:nvSpPr>
            <p:spPr bwMode="auto">
              <a:xfrm>
                <a:off x="2938" y="2816"/>
                <a:ext cx="5" cy="3"/>
              </a:xfrm>
              <a:custGeom>
                <a:avLst/>
                <a:gdLst>
                  <a:gd name="T0" fmla="*/ 1 w 5"/>
                  <a:gd name="T1" fmla="*/ 1 h 3"/>
                  <a:gd name="T2" fmla="*/ 1 w 5"/>
                  <a:gd name="T3" fmla="*/ 0 h 3"/>
                  <a:gd name="T4" fmla="*/ 0 w 5"/>
                  <a:gd name="T5" fmla="*/ 0 h 3"/>
                  <a:gd name="T6" fmla="*/ 0 w 5"/>
                  <a:gd name="T7" fmla="*/ 1 h 3"/>
                  <a:gd name="T8" fmla="*/ 0 w 5"/>
                  <a:gd name="T9" fmla="*/ 3 h 3"/>
                  <a:gd name="T10" fmla="*/ 5 w 5"/>
                  <a:gd name="T11" fmla="*/ 3 h 3"/>
                  <a:gd name="T12" fmla="*/ 5 w 5"/>
                  <a:gd name="T13" fmla="*/ 1 h 3"/>
                  <a:gd name="T14" fmla="*/ 5 w 5"/>
                  <a:gd name="T15" fmla="*/ 0 h 3"/>
                  <a:gd name="T16" fmla="*/ 4 w 5"/>
                  <a:gd name="T17" fmla="*/ 0 h 3"/>
                  <a:gd name="T18" fmla="*/ 4 w 5"/>
                  <a:gd name="T19" fmla="*/ 1 h 3"/>
                  <a:gd name="T20" fmla="*/ 3 w 5"/>
                  <a:gd name="T21" fmla="*/ 1 h 3"/>
                  <a:gd name="T22" fmla="*/ 3 w 5"/>
                  <a:gd name="T23" fmla="*/ 0 h 3"/>
                  <a:gd name="T24" fmla="*/ 2 w 5"/>
                  <a:gd name="T25" fmla="*/ 0 h 3"/>
                  <a:gd name="T26" fmla="*/ 2 w 5"/>
                  <a:gd name="T27" fmla="*/ 1 h 3"/>
                  <a:gd name="T28" fmla="*/ 1 w 5"/>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1" y="1"/>
                    </a:moveTo>
                    <a:lnTo>
                      <a:pt x="1" y="0"/>
                    </a:lnTo>
                    <a:lnTo>
                      <a:pt x="0" y="0"/>
                    </a:lnTo>
                    <a:lnTo>
                      <a:pt x="0" y="1"/>
                    </a:lnTo>
                    <a:lnTo>
                      <a:pt x="0" y="3"/>
                    </a:lnTo>
                    <a:lnTo>
                      <a:pt x="5" y="3"/>
                    </a:lnTo>
                    <a:lnTo>
                      <a:pt x="5" y="1"/>
                    </a:lnTo>
                    <a:lnTo>
                      <a:pt x="5" y="0"/>
                    </a:lnTo>
                    <a:lnTo>
                      <a:pt x="4" y="0"/>
                    </a:lnTo>
                    <a:lnTo>
                      <a:pt x="4" y="1"/>
                    </a:lnTo>
                    <a:lnTo>
                      <a:pt x="3" y="1"/>
                    </a:lnTo>
                    <a:lnTo>
                      <a:pt x="3" y="0"/>
                    </a:lnTo>
                    <a:lnTo>
                      <a:pt x="2" y="0"/>
                    </a:lnTo>
                    <a:lnTo>
                      <a:pt x="2" y="1"/>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9" name="Freeform 439"/>
              <p:cNvSpPr>
                <a:spLocks noEditPoints="1"/>
              </p:cNvSpPr>
              <p:nvPr/>
            </p:nvSpPr>
            <p:spPr bwMode="auto">
              <a:xfrm>
                <a:off x="2938" y="2816"/>
                <a:ext cx="6" cy="3"/>
              </a:xfrm>
              <a:custGeom>
                <a:avLst/>
                <a:gdLst>
                  <a:gd name="T0" fmla="*/ 47 w 49"/>
                  <a:gd name="T1" fmla="*/ 28 h 28"/>
                  <a:gd name="T2" fmla="*/ 3 w 49"/>
                  <a:gd name="T3" fmla="*/ 28 h 28"/>
                  <a:gd name="T4" fmla="*/ 0 w 49"/>
                  <a:gd name="T5" fmla="*/ 26 h 28"/>
                  <a:gd name="T6" fmla="*/ 0 w 49"/>
                  <a:gd name="T7" fmla="*/ 2 h 28"/>
                  <a:gd name="T8" fmla="*/ 3 w 49"/>
                  <a:gd name="T9" fmla="*/ 0 h 28"/>
                  <a:gd name="T10" fmla="*/ 12 w 49"/>
                  <a:gd name="T11" fmla="*/ 0 h 28"/>
                  <a:gd name="T12" fmla="*/ 14 w 49"/>
                  <a:gd name="T13" fmla="*/ 2 h 28"/>
                  <a:gd name="T14" fmla="*/ 14 w 49"/>
                  <a:gd name="T15" fmla="*/ 8 h 28"/>
                  <a:gd name="T16" fmla="*/ 18 w 49"/>
                  <a:gd name="T17" fmla="*/ 8 h 28"/>
                  <a:gd name="T18" fmla="*/ 18 w 49"/>
                  <a:gd name="T19" fmla="*/ 2 h 28"/>
                  <a:gd name="T20" fmla="*/ 20 w 49"/>
                  <a:gd name="T21" fmla="*/ 0 h 28"/>
                  <a:gd name="T22" fmla="*/ 29 w 49"/>
                  <a:gd name="T23" fmla="*/ 0 h 28"/>
                  <a:gd name="T24" fmla="*/ 32 w 49"/>
                  <a:gd name="T25" fmla="*/ 2 h 28"/>
                  <a:gd name="T26" fmla="*/ 32 w 49"/>
                  <a:gd name="T27" fmla="*/ 8 h 28"/>
                  <a:gd name="T28" fmla="*/ 35 w 49"/>
                  <a:gd name="T29" fmla="*/ 8 h 28"/>
                  <a:gd name="T30" fmla="*/ 35 w 49"/>
                  <a:gd name="T31" fmla="*/ 2 h 28"/>
                  <a:gd name="T32" fmla="*/ 38 w 49"/>
                  <a:gd name="T33" fmla="*/ 0 h 28"/>
                  <a:gd name="T34" fmla="*/ 47 w 49"/>
                  <a:gd name="T35" fmla="*/ 0 h 28"/>
                  <a:gd name="T36" fmla="*/ 49 w 49"/>
                  <a:gd name="T37" fmla="*/ 2 h 28"/>
                  <a:gd name="T38" fmla="*/ 49 w 49"/>
                  <a:gd name="T39" fmla="*/ 26 h 28"/>
                  <a:gd name="T40" fmla="*/ 47 w 49"/>
                  <a:gd name="T41" fmla="*/ 28 h 28"/>
                  <a:gd name="T42" fmla="*/ 5 w 49"/>
                  <a:gd name="T43" fmla="*/ 23 h 28"/>
                  <a:gd name="T44" fmla="*/ 45 w 49"/>
                  <a:gd name="T45" fmla="*/ 23 h 28"/>
                  <a:gd name="T46" fmla="*/ 45 w 49"/>
                  <a:gd name="T47" fmla="*/ 5 h 28"/>
                  <a:gd name="T48" fmla="*/ 40 w 49"/>
                  <a:gd name="T49" fmla="*/ 5 h 28"/>
                  <a:gd name="T50" fmla="*/ 40 w 49"/>
                  <a:gd name="T51" fmla="*/ 10 h 28"/>
                  <a:gd name="T52" fmla="*/ 38 w 49"/>
                  <a:gd name="T53" fmla="*/ 13 h 28"/>
                  <a:gd name="T54" fmla="*/ 29 w 49"/>
                  <a:gd name="T55" fmla="*/ 13 h 28"/>
                  <a:gd name="T56" fmla="*/ 27 w 49"/>
                  <a:gd name="T57" fmla="*/ 10 h 28"/>
                  <a:gd name="T58" fmla="*/ 27 w 49"/>
                  <a:gd name="T59" fmla="*/ 5 h 28"/>
                  <a:gd name="T60" fmla="*/ 23 w 49"/>
                  <a:gd name="T61" fmla="*/ 5 h 28"/>
                  <a:gd name="T62" fmla="*/ 23 w 49"/>
                  <a:gd name="T63" fmla="*/ 10 h 28"/>
                  <a:gd name="T64" fmla="*/ 20 w 49"/>
                  <a:gd name="T65" fmla="*/ 13 h 28"/>
                  <a:gd name="T66" fmla="*/ 12 w 49"/>
                  <a:gd name="T67" fmla="*/ 13 h 28"/>
                  <a:gd name="T68" fmla="*/ 9 w 49"/>
                  <a:gd name="T69" fmla="*/ 10 h 28"/>
                  <a:gd name="T70" fmla="*/ 9 w 49"/>
                  <a:gd name="T71" fmla="*/ 5 h 28"/>
                  <a:gd name="T72" fmla="*/ 5 w 49"/>
                  <a:gd name="T73" fmla="*/ 5 h 28"/>
                  <a:gd name="T74" fmla="*/ 5 w 49"/>
                  <a:gd name="T75"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8">
                    <a:moveTo>
                      <a:pt x="47" y="28"/>
                    </a:moveTo>
                    <a:cubicBezTo>
                      <a:pt x="3" y="28"/>
                      <a:pt x="3" y="28"/>
                      <a:pt x="3" y="28"/>
                    </a:cubicBezTo>
                    <a:cubicBezTo>
                      <a:pt x="1" y="28"/>
                      <a:pt x="0" y="27"/>
                      <a:pt x="0" y="26"/>
                    </a:cubicBezTo>
                    <a:cubicBezTo>
                      <a:pt x="0" y="2"/>
                      <a:pt x="0" y="2"/>
                      <a:pt x="0" y="2"/>
                    </a:cubicBezTo>
                    <a:cubicBezTo>
                      <a:pt x="0" y="1"/>
                      <a:pt x="1" y="0"/>
                      <a:pt x="3" y="0"/>
                    </a:cubicBezTo>
                    <a:cubicBezTo>
                      <a:pt x="12" y="0"/>
                      <a:pt x="12" y="0"/>
                      <a:pt x="12" y="0"/>
                    </a:cubicBezTo>
                    <a:cubicBezTo>
                      <a:pt x="13" y="0"/>
                      <a:pt x="14" y="1"/>
                      <a:pt x="14" y="2"/>
                    </a:cubicBezTo>
                    <a:cubicBezTo>
                      <a:pt x="14" y="8"/>
                      <a:pt x="14" y="8"/>
                      <a:pt x="14" y="8"/>
                    </a:cubicBezTo>
                    <a:cubicBezTo>
                      <a:pt x="18" y="8"/>
                      <a:pt x="18" y="8"/>
                      <a:pt x="18" y="8"/>
                    </a:cubicBezTo>
                    <a:cubicBezTo>
                      <a:pt x="18" y="2"/>
                      <a:pt x="18" y="2"/>
                      <a:pt x="18" y="2"/>
                    </a:cubicBezTo>
                    <a:cubicBezTo>
                      <a:pt x="18" y="1"/>
                      <a:pt x="19" y="0"/>
                      <a:pt x="20" y="0"/>
                    </a:cubicBezTo>
                    <a:cubicBezTo>
                      <a:pt x="29" y="0"/>
                      <a:pt x="29" y="0"/>
                      <a:pt x="29" y="0"/>
                    </a:cubicBezTo>
                    <a:cubicBezTo>
                      <a:pt x="31" y="0"/>
                      <a:pt x="32" y="1"/>
                      <a:pt x="32" y="2"/>
                    </a:cubicBezTo>
                    <a:cubicBezTo>
                      <a:pt x="32" y="8"/>
                      <a:pt x="32" y="8"/>
                      <a:pt x="32" y="8"/>
                    </a:cubicBezTo>
                    <a:cubicBezTo>
                      <a:pt x="35" y="8"/>
                      <a:pt x="35" y="8"/>
                      <a:pt x="35" y="8"/>
                    </a:cubicBezTo>
                    <a:cubicBezTo>
                      <a:pt x="35" y="2"/>
                      <a:pt x="35" y="2"/>
                      <a:pt x="35" y="2"/>
                    </a:cubicBezTo>
                    <a:cubicBezTo>
                      <a:pt x="35" y="1"/>
                      <a:pt x="36" y="0"/>
                      <a:pt x="38" y="0"/>
                    </a:cubicBezTo>
                    <a:cubicBezTo>
                      <a:pt x="47" y="0"/>
                      <a:pt x="47" y="0"/>
                      <a:pt x="47" y="0"/>
                    </a:cubicBezTo>
                    <a:cubicBezTo>
                      <a:pt x="48" y="0"/>
                      <a:pt x="49" y="1"/>
                      <a:pt x="49" y="2"/>
                    </a:cubicBezTo>
                    <a:cubicBezTo>
                      <a:pt x="49" y="26"/>
                      <a:pt x="49" y="26"/>
                      <a:pt x="49" y="26"/>
                    </a:cubicBezTo>
                    <a:cubicBezTo>
                      <a:pt x="49" y="27"/>
                      <a:pt x="48" y="28"/>
                      <a:pt x="47" y="28"/>
                    </a:cubicBezTo>
                    <a:close/>
                    <a:moveTo>
                      <a:pt x="5" y="23"/>
                    </a:moveTo>
                    <a:cubicBezTo>
                      <a:pt x="45" y="23"/>
                      <a:pt x="45" y="23"/>
                      <a:pt x="45" y="23"/>
                    </a:cubicBezTo>
                    <a:cubicBezTo>
                      <a:pt x="45" y="5"/>
                      <a:pt x="45" y="5"/>
                      <a:pt x="45" y="5"/>
                    </a:cubicBezTo>
                    <a:cubicBezTo>
                      <a:pt x="40" y="5"/>
                      <a:pt x="40" y="5"/>
                      <a:pt x="40" y="5"/>
                    </a:cubicBezTo>
                    <a:cubicBezTo>
                      <a:pt x="40" y="10"/>
                      <a:pt x="40" y="10"/>
                      <a:pt x="40" y="10"/>
                    </a:cubicBezTo>
                    <a:cubicBezTo>
                      <a:pt x="40" y="12"/>
                      <a:pt x="39" y="13"/>
                      <a:pt x="38" y="13"/>
                    </a:cubicBezTo>
                    <a:cubicBezTo>
                      <a:pt x="29" y="13"/>
                      <a:pt x="29" y="13"/>
                      <a:pt x="29" y="13"/>
                    </a:cubicBezTo>
                    <a:cubicBezTo>
                      <a:pt x="28" y="13"/>
                      <a:pt x="27" y="12"/>
                      <a:pt x="27" y="10"/>
                    </a:cubicBezTo>
                    <a:cubicBezTo>
                      <a:pt x="27" y="5"/>
                      <a:pt x="27" y="5"/>
                      <a:pt x="27" y="5"/>
                    </a:cubicBezTo>
                    <a:cubicBezTo>
                      <a:pt x="23" y="5"/>
                      <a:pt x="23" y="5"/>
                      <a:pt x="23" y="5"/>
                    </a:cubicBezTo>
                    <a:cubicBezTo>
                      <a:pt x="23" y="10"/>
                      <a:pt x="23" y="10"/>
                      <a:pt x="23" y="10"/>
                    </a:cubicBezTo>
                    <a:cubicBezTo>
                      <a:pt x="23" y="12"/>
                      <a:pt x="21" y="13"/>
                      <a:pt x="20" y="13"/>
                    </a:cubicBezTo>
                    <a:cubicBezTo>
                      <a:pt x="12" y="13"/>
                      <a:pt x="12" y="13"/>
                      <a:pt x="12" y="13"/>
                    </a:cubicBezTo>
                    <a:cubicBezTo>
                      <a:pt x="10" y="13"/>
                      <a:pt x="9" y="12"/>
                      <a:pt x="9" y="10"/>
                    </a:cubicBezTo>
                    <a:cubicBezTo>
                      <a:pt x="9" y="5"/>
                      <a:pt x="9" y="5"/>
                      <a:pt x="9" y="5"/>
                    </a:cubicBezTo>
                    <a:cubicBezTo>
                      <a:pt x="5" y="5"/>
                      <a:pt x="5" y="5"/>
                      <a:pt x="5" y="5"/>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0" name="Freeform 440"/>
              <p:cNvSpPr>
                <a:spLocks/>
              </p:cNvSpPr>
              <p:nvPr/>
            </p:nvSpPr>
            <p:spPr bwMode="auto">
              <a:xfrm>
                <a:off x="2939" y="2819"/>
                <a:ext cx="4" cy="4"/>
              </a:xfrm>
              <a:custGeom>
                <a:avLst/>
                <a:gdLst>
                  <a:gd name="T0" fmla="*/ 0 w 4"/>
                  <a:gd name="T1" fmla="*/ 4 h 4"/>
                  <a:gd name="T2" fmla="*/ 4 w 4"/>
                  <a:gd name="T3" fmla="*/ 4 h 4"/>
                  <a:gd name="T4" fmla="*/ 3 w 4"/>
                  <a:gd name="T5" fmla="*/ 0 h 4"/>
                  <a:gd name="T6" fmla="*/ 0 w 4"/>
                  <a:gd name="T7" fmla="*/ 0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lnTo>
                      <a:pt x="4" y="4"/>
                    </a:lnTo>
                    <a:lnTo>
                      <a:pt x="3" y="0"/>
                    </a:lnTo>
                    <a:lnTo>
                      <a:pt x="0" y="0"/>
                    </a:lnTo>
                    <a:lnTo>
                      <a:pt x="0"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1" name="Freeform 441"/>
              <p:cNvSpPr>
                <a:spLocks noEditPoints="1"/>
              </p:cNvSpPr>
              <p:nvPr/>
            </p:nvSpPr>
            <p:spPr bwMode="auto">
              <a:xfrm>
                <a:off x="2938" y="2819"/>
                <a:ext cx="5" cy="4"/>
              </a:xfrm>
              <a:custGeom>
                <a:avLst/>
                <a:gdLst>
                  <a:gd name="T0" fmla="*/ 33 w 36"/>
                  <a:gd name="T1" fmla="*/ 33 h 33"/>
                  <a:gd name="T2" fmla="*/ 2 w 36"/>
                  <a:gd name="T3" fmla="*/ 33 h 33"/>
                  <a:gd name="T4" fmla="*/ 0 w 36"/>
                  <a:gd name="T5" fmla="*/ 32 h 33"/>
                  <a:gd name="T6" fmla="*/ 0 w 36"/>
                  <a:gd name="T7" fmla="*/ 30 h 33"/>
                  <a:gd name="T8" fmla="*/ 1 w 36"/>
                  <a:gd name="T9" fmla="*/ 3 h 33"/>
                  <a:gd name="T10" fmla="*/ 4 w 36"/>
                  <a:gd name="T11" fmla="*/ 0 h 33"/>
                  <a:gd name="T12" fmla="*/ 32 w 36"/>
                  <a:gd name="T13" fmla="*/ 0 h 33"/>
                  <a:gd name="T14" fmla="*/ 34 w 36"/>
                  <a:gd name="T15" fmla="*/ 3 h 33"/>
                  <a:gd name="T16" fmla="*/ 36 w 36"/>
                  <a:gd name="T17" fmla="*/ 30 h 33"/>
                  <a:gd name="T18" fmla="*/ 35 w 36"/>
                  <a:gd name="T19" fmla="*/ 32 h 33"/>
                  <a:gd name="T20" fmla="*/ 33 w 36"/>
                  <a:gd name="T21" fmla="*/ 33 h 33"/>
                  <a:gd name="T22" fmla="*/ 5 w 36"/>
                  <a:gd name="T23" fmla="*/ 28 h 33"/>
                  <a:gd name="T24" fmla="*/ 31 w 36"/>
                  <a:gd name="T25" fmla="*/ 28 h 33"/>
                  <a:gd name="T26" fmla="*/ 29 w 36"/>
                  <a:gd name="T27" fmla="*/ 5 h 33"/>
                  <a:gd name="T28" fmla="*/ 6 w 36"/>
                  <a:gd name="T29" fmla="*/ 5 h 33"/>
                  <a:gd name="T30" fmla="*/ 5 w 36"/>
                  <a:gd name="T31"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33">
                    <a:moveTo>
                      <a:pt x="33" y="33"/>
                    </a:moveTo>
                    <a:cubicBezTo>
                      <a:pt x="2" y="33"/>
                      <a:pt x="2" y="33"/>
                      <a:pt x="2" y="33"/>
                    </a:cubicBezTo>
                    <a:cubicBezTo>
                      <a:pt x="1" y="33"/>
                      <a:pt x="1" y="33"/>
                      <a:pt x="0" y="32"/>
                    </a:cubicBezTo>
                    <a:cubicBezTo>
                      <a:pt x="0" y="32"/>
                      <a:pt x="0" y="31"/>
                      <a:pt x="0" y="30"/>
                    </a:cubicBezTo>
                    <a:cubicBezTo>
                      <a:pt x="1" y="3"/>
                      <a:pt x="1" y="3"/>
                      <a:pt x="1" y="3"/>
                    </a:cubicBezTo>
                    <a:cubicBezTo>
                      <a:pt x="2" y="1"/>
                      <a:pt x="3" y="0"/>
                      <a:pt x="4" y="0"/>
                    </a:cubicBezTo>
                    <a:cubicBezTo>
                      <a:pt x="32" y="0"/>
                      <a:pt x="32" y="0"/>
                      <a:pt x="32" y="0"/>
                    </a:cubicBezTo>
                    <a:cubicBezTo>
                      <a:pt x="33" y="0"/>
                      <a:pt x="34" y="1"/>
                      <a:pt x="34" y="3"/>
                    </a:cubicBezTo>
                    <a:cubicBezTo>
                      <a:pt x="36" y="30"/>
                      <a:pt x="36" y="30"/>
                      <a:pt x="36" y="30"/>
                    </a:cubicBezTo>
                    <a:cubicBezTo>
                      <a:pt x="36" y="31"/>
                      <a:pt x="36" y="32"/>
                      <a:pt x="35" y="32"/>
                    </a:cubicBezTo>
                    <a:cubicBezTo>
                      <a:pt x="35" y="33"/>
                      <a:pt x="34" y="33"/>
                      <a:pt x="33" y="33"/>
                    </a:cubicBezTo>
                    <a:close/>
                    <a:moveTo>
                      <a:pt x="5" y="28"/>
                    </a:moveTo>
                    <a:cubicBezTo>
                      <a:pt x="31" y="28"/>
                      <a:pt x="31" y="28"/>
                      <a:pt x="31" y="28"/>
                    </a:cubicBezTo>
                    <a:cubicBezTo>
                      <a:pt x="29" y="5"/>
                      <a:pt x="29" y="5"/>
                      <a:pt x="29" y="5"/>
                    </a:cubicBezTo>
                    <a:cubicBezTo>
                      <a:pt x="6" y="5"/>
                      <a:pt x="6" y="5"/>
                      <a:pt x="6"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2" name="Freeform 442"/>
              <p:cNvSpPr>
                <a:spLocks/>
              </p:cNvSpPr>
              <p:nvPr/>
            </p:nvSpPr>
            <p:spPr bwMode="auto">
              <a:xfrm>
                <a:off x="2940" y="2820"/>
                <a:ext cx="1" cy="2"/>
              </a:xfrm>
              <a:custGeom>
                <a:avLst/>
                <a:gdLst>
                  <a:gd name="T0" fmla="*/ 0 w 7"/>
                  <a:gd name="T1" fmla="*/ 3 h 12"/>
                  <a:gd name="T2" fmla="*/ 4 w 7"/>
                  <a:gd name="T3" fmla="*/ 0 h 12"/>
                  <a:gd name="T4" fmla="*/ 7 w 7"/>
                  <a:gd name="T5" fmla="*/ 3 h 12"/>
                  <a:gd name="T6" fmla="*/ 7 w 7"/>
                  <a:gd name="T7" fmla="*/ 12 h 12"/>
                  <a:gd name="T8" fmla="*/ 0 w 7"/>
                  <a:gd name="T9" fmla="*/ 12 h 12"/>
                  <a:gd name="T10" fmla="*/ 0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0" y="3"/>
                    </a:moveTo>
                    <a:cubicBezTo>
                      <a:pt x="0" y="1"/>
                      <a:pt x="2" y="0"/>
                      <a:pt x="4" y="0"/>
                    </a:cubicBezTo>
                    <a:cubicBezTo>
                      <a:pt x="6" y="0"/>
                      <a:pt x="7" y="1"/>
                      <a:pt x="7" y="3"/>
                    </a:cubicBezTo>
                    <a:cubicBezTo>
                      <a:pt x="7" y="12"/>
                      <a:pt x="7" y="12"/>
                      <a:pt x="7" y="12"/>
                    </a:cubicBezTo>
                    <a:cubicBezTo>
                      <a:pt x="0" y="12"/>
                      <a:pt x="0" y="12"/>
                      <a:pt x="0" y="12"/>
                    </a:cubicBez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3" name="Freeform 443"/>
              <p:cNvSpPr>
                <a:spLocks/>
              </p:cNvSpPr>
              <p:nvPr/>
            </p:nvSpPr>
            <p:spPr bwMode="auto">
              <a:xfrm>
                <a:off x="2819" y="2875"/>
                <a:ext cx="19" cy="1"/>
              </a:xfrm>
              <a:custGeom>
                <a:avLst/>
                <a:gdLst>
                  <a:gd name="T0" fmla="*/ 142 w 148"/>
                  <a:gd name="T1" fmla="*/ 11 h 11"/>
                  <a:gd name="T2" fmla="*/ 6 w 148"/>
                  <a:gd name="T3" fmla="*/ 11 h 11"/>
                  <a:gd name="T4" fmla="*/ 0 w 148"/>
                  <a:gd name="T5" fmla="*/ 5 h 11"/>
                  <a:gd name="T6" fmla="*/ 0 w 148"/>
                  <a:gd name="T7" fmla="*/ 5 h 11"/>
                  <a:gd name="T8" fmla="*/ 6 w 148"/>
                  <a:gd name="T9" fmla="*/ 0 h 11"/>
                  <a:gd name="T10" fmla="*/ 142 w 148"/>
                  <a:gd name="T11" fmla="*/ 0 h 11"/>
                  <a:gd name="T12" fmla="*/ 148 w 148"/>
                  <a:gd name="T13" fmla="*/ 5 h 11"/>
                  <a:gd name="T14" fmla="*/ 148 w 148"/>
                  <a:gd name="T15" fmla="*/ 5 h 11"/>
                  <a:gd name="T16" fmla="*/ 142 w 148"/>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11">
                    <a:moveTo>
                      <a:pt x="142" y="11"/>
                    </a:moveTo>
                    <a:cubicBezTo>
                      <a:pt x="6" y="11"/>
                      <a:pt x="6" y="11"/>
                      <a:pt x="6" y="11"/>
                    </a:cubicBezTo>
                    <a:cubicBezTo>
                      <a:pt x="3" y="11"/>
                      <a:pt x="0" y="8"/>
                      <a:pt x="0" y="5"/>
                    </a:cubicBezTo>
                    <a:cubicBezTo>
                      <a:pt x="0" y="5"/>
                      <a:pt x="0" y="5"/>
                      <a:pt x="0" y="5"/>
                    </a:cubicBezTo>
                    <a:cubicBezTo>
                      <a:pt x="0" y="2"/>
                      <a:pt x="3" y="0"/>
                      <a:pt x="6" y="0"/>
                    </a:cubicBezTo>
                    <a:cubicBezTo>
                      <a:pt x="142" y="0"/>
                      <a:pt x="142" y="0"/>
                      <a:pt x="142" y="0"/>
                    </a:cubicBezTo>
                    <a:cubicBezTo>
                      <a:pt x="145" y="0"/>
                      <a:pt x="148" y="2"/>
                      <a:pt x="148" y="5"/>
                    </a:cubicBezTo>
                    <a:cubicBezTo>
                      <a:pt x="148" y="5"/>
                      <a:pt x="148" y="5"/>
                      <a:pt x="148" y="5"/>
                    </a:cubicBezTo>
                    <a:cubicBezTo>
                      <a:pt x="148" y="8"/>
                      <a:pt x="145" y="11"/>
                      <a:pt x="142"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4" name="Freeform 444"/>
              <p:cNvSpPr>
                <a:spLocks noEditPoints="1"/>
              </p:cNvSpPr>
              <p:nvPr/>
            </p:nvSpPr>
            <p:spPr bwMode="auto">
              <a:xfrm>
                <a:off x="2819" y="2875"/>
                <a:ext cx="19" cy="2"/>
              </a:xfrm>
              <a:custGeom>
                <a:avLst/>
                <a:gdLst>
                  <a:gd name="T0" fmla="*/ 144 w 152"/>
                  <a:gd name="T1" fmla="*/ 15 h 15"/>
                  <a:gd name="T2" fmla="*/ 8 w 152"/>
                  <a:gd name="T3" fmla="*/ 15 h 15"/>
                  <a:gd name="T4" fmla="*/ 0 w 152"/>
                  <a:gd name="T5" fmla="*/ 7 h 15"/>
                  <a:gd name="T6" fmla="*/ 8 w 152"/>
                  <a:gd name="T7" fmla="*/ 0 h 15"/>
                  <a:gd name="T8" fmla="*/ 144 w 152"/>
                  <a:gd name="T9" fmla="*/ 0 h 15"/>
                  <a:gd name="T10" fmla="*/ 152 w 152"/>
                  <a:gd name="T11" fmla="*/ 7 h 15"/>
                  <a:gd name="T12" fmla="*/ 144 w 152"/>
                  <a:gd name="T13" fmla="*/ 15 h 15"/>
                  <a:gd name="T14" fmla="*/ 8 w 152"/>
                  <a:gd name="T15" fmla="*/ 4 h 15"/>
                  <a:gd name="T16" fmla="*/ 5 w 152"/>
                  <a:gd name="T17" fmla="*/ 7 h 15"/>
                  <a:gd name="T18" fmla="*/ 8 w 152"/>
                  <a:gd name="T19" fmla="*/ 10 h 15"/>
                  <a:gd name="T20" fmla="*/ 144 w 152"/>
                  <a:gd name="T21" fmla="*/ 10 h 15"/>
                  <a:gd name="T22" fmla="*/ 147 w 152"/>
                  <a:gd name="T23" fmla="*/ 7 h 15"/>
                  <a:gd name="T24" fmla="*/ 144 w 152"/>
                  <a:gd name="T25" fmla="*/ 4 h 15"/>
                  <a:gd name="T26" fmla="*/ 8 w 152"/>
                  <a:gd name="T2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15">
                    <a:moveTo>
                      <a:pt x="144" y="15"/>
                    </a:moveTo>
                    <a:cubicBezTo>
                      <a:pt x="8" y="15"/>
                      <a:pt x="8" y="15"/>
                      <a:pt x="8" y="15"/>
                    </a:cubicBezTo>
                    <a:cubicBezTo>
                      <a:pt x="4" y="15"/>
                      <a:pt x="0" y="12"/>
                      <a:pt x="0" y="7"/>
                    </a:cubicBezTo>
                    <a:cubicBezTo>
                      <a:pt x="0" y="3"/>
                      <a:pt x="4" y="0"/>
                      <a:pt x="8" y="0"/>
                    </a:cubicBezTo>
                    <a:cubicBezTo>
                      <a:pt x="144" y="0"/>
                      <a:pt x="144" y="0"/>
                      <a:pt x="144" y="0"/>
                    </a:cubicBezTo>
                    <a:cubicBezTo>
                      <a:pt x="149" y="0"/>
                      <a:pt x="152" y="3"/>
                      <a:pt x="152" y="7"/>
                    </a:cubicBezTo>
                    <a:cubicBezTo>
                      <a:pt x="152" y="12"/>
                      <a:pt x="149" y="15"/>
                      <a:pt x="144" y="15"/>
                    </a:cubicBezTo>
                    <a:close/>
                    <a:moveTo>
                      <a:pt x="8" y="4"/>
                    </a:moveTo>
                    <a:cubicBezTo>
                      <a:pt x="6" y="4"/>
                      <a:pt x="5" y="6"/>
                      <a:pt x="5" y="7"/>
                    </a:cubicBezTo>
                    <a:cubicBezTo>
                      <a:pt x="5" y="9"/>
                      <a:pt x="6" y="10"/>
                      <a:pt x="8" y="10"/>
                    </a:cubicBezTo>
                    <a:cubicBezTo>
                      <a:pt x="144" y="10"/>
                      <a:pt x="144" y="10"/>
                      <a:pt x="144" y="10"/>
                    </a:cubicBezTo>
                    <a:cubicBezTo>
                      <a:pt x="146" y="10"/>
                      <a:pt x="147" y="9"/>
                      <a:pt x="147" y="7"/>
                    </a:cubicBezTo>
                    <a:cubicBezTo>
                      <a:pt x="147" y="6"/>
                      <a:pt x="146" y="4"/>
                      <a:pt x="144" y="4"/>
                    </a:cubicBez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5" name="Freeform 445"/>
              <p:cNvSpPr>
                <a:spLocks/>
              </p:cNvSpPr>
              <p:nvPr/>
            </p:nvSpPr>
            <p:spPr bwMode="auto">
              <a:xfrm>
                <a:off x="2819" y="2885"/>
                <a:ext cx="19" cy="1"/>
              </a:xfrm>
              <a:custGeom>
                <a:avLst/>
                <a:gdLst>
                  <a:gd name="T0" fmla="*/ 149 w 154"/>
                  <a:gd name="T1" fmla="*/ 11 h 11"/>
                  <a:gd name="T2" fmla="*/ 6 w 154"/>
                  <a:gd name="T3" fmla="*/ 11 h 11"/>
                  <a:gd name="T4" fmla="*/ 0 w 154"/>
                  <a:gd name="T5" fmla="*/ 6 h 11"/>
                  <a:gd name="T6" fmla="*/ 0 w 154"/>
                  <a:gd name="T7" fmla="*/ 6 h 11"/>
                  <a:gd name="T8" fmla="*/ 6 w 154"/>
                  <a:gd name="T9" fmla="*/ 0 h 11"/>
                  <a:gd name="T10" fmla="*/ 149 w 154"/>
                  <a:gd name="T11" fmla="*/ 0 h 11"/>
                  <a:gd name="T12" fmla="*/ 154 w 154"/>
                  <a:gd name="T13" fmla="*/ 6 h 11"/>
                  <a:gd name="T14" fmla="*/ 154 w 154"/>
                  <a:gd name="T15" fmla="*/ 6 h 11"/>
                  <a:gd name="T16" fmla="*/ 149 w 154"/>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
                    <a:moveTo>
                      <a:pt x="149" y="11"/>
                    </a:moveTo>
                    <a:cubicBezTo>
                      <a:pt x="6" y="11"/>
                      <a:pt x="6" y="11"/>
                      <a:pt x="6" y="11"/>
                    </a:cubicBezTo>
                    <a:cubicBezTo>
                      <a:pt x="3" y="11"/>
                      <a:pt x="0" y="9"/>
                      <a:pt x="0" y="6"/>
                    </a:cubicBezTo>
                    <a:cubicBezTo>
                      <a:pt x="0" y="6"/>
                      <a:pt x="0" y="6"/>
                      <a:pt x="0" y="6"/>
                    </a:cubicBezTo>
                    <a:cubicBezTo>
                      <a:pt x="0" y="3"/>
                      <a:pt x="3" y="0"/>
                      <a:pt x="6" y="0"/>
                    </a:cubicBezTo>
                    <a:cubicBezTo>
                      <a:pt x="149" y="0"/>
                      <a:pt x="149" y="0"/>
                      <a:pt x="149" y="0"/>
                    </a:cubicBezTo>
                    <a:cubicBezTo>
                      <a:pt x="152" y="0"/>
                      <a:pt x="154" y="3"/>
                      <a:pt x="154" y="6"/>
                    </a:cubicBezTo>
                    <a:cubicBezTo>
                      <a:pt x="154" y="6"/>
                      <a:pt x="154" y="6"/>
                      <a:pt x="154" y="6"/>
                    </a:cubicBezTo>
                    <a:cubicBezTo>
                      <a:pt x="154" y="9"/>
                      <a:pt x="152" y="11"/>
                      <a:pt x="149"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6" name="Freeform 446"/>
              <p:cNvSpPr>
                <a:spLocks noEditPoints="1"/>
              </p:cNvSpPr>
              <p:nvPr/>
            </p:nvSpPr>
            <p:spPr bwMode="auto">
              <a:xfrm>
                <a:off x="2819" y="2885"/>
                <a:ext cx="20" cy="2"/>
              </a:xfrm>
              <a:custGeom>
                <a:avLst/>
                <a:gdLst>
                  <a:gd name="T0" fmla="*/ 151 w 158"/>
                  <a:gd name="T1" fmla="*/ 16 h 16"/>
                  <a:gd name="T2" fmla="*/ 8 w 158"/>
                  <a:gd name="T3" fmla="*/ 16 h 16"/>
                  <a:gd name="T4" fmla="*/ 0 w 158"/>
                  <a:gd name="T5" fmla="*/ 8 h 16"/>
                  <a:gd name="T6" fmla="*/ 8 w 158"/>
                  <a:gd name="T7" fmla="*/ 0 h 16"/>
                  <a:gd name="T8" fmla="*/ 151 w 158"/>
                  <a:gd name="T9" fmla="*/ 0 h 16"/>
                  <a:gd name="T10" fmla="*/ 158 w 158"/>
                  <a:gd name="T11" fmla="*/ 8 h 16"/>
                  <a:gd name="T12" fmla="*/ 151 w 158"/>
                  <a:gd name="T13" fmla="*/ 16 h 16"/>
                  <a:gd name="T14" fmla="*/ 8 w 158"/>
                  <a:gd name="T15" fmla="*/ 5 h 16"/>
                  <a:gd name="T16" fmla="*/ 5 w 158"/>
                  <a:gd name="T17" fmla="*/ 8 h 16"/>
                  <a:gd name="T18" fmla="*/ 8 w 158"/>
                  <a:gd name="T19" fmla="*/ 11 h 16"/>
                  <a:gd name="T20" fmla="*/ 151 w 158"/>
                  <a:gd name="T21" fmla="*/ 11 h 16"/>
                  <a:gd name="T22" fmla="*/ 154 w 158"/>
                  <a:gd name="T23" fmla="*/ 8 h 16"/>
                  <a:gd name="T24" fmla="*/ 151 w 158"/>
                  <a:gd name="T25" fmla="*/ 5 h 16"/>
                  <a:gd name="T26" fmla="*/ 8 w 158"/>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6">
                    <a:moveTo>
                      <a:pt x="151" y="16"/>
                    </a:moveTo>
                    <a:cubicBezTo>
                      <a:pt x="8" y="16"/>
                      <a:pt x="8" y="16"/>
                      <a:pt x="8" y="16"/>
                    </a:cubicBezTo>
                    <a:cubicBezTo>
                      <a:pt x="3" y="16"/>
                      <a:pt x="0" y="12"/>
                      <a:pt x="0" y="8"/>
                    </a:cubicBezTo>
                    <a:cubicBezTo>
                      <a:pt x="0" y="4"/>
                      <a:pt x="3" y="0"/>
                      <a:pt x="8" y="0"/>
                    </a:cubicBezTo>
                    <a:cubicBezTo>
                      <a:pt x="151" y="0"/>
                      <a:pt x="151" y="0"/>
                      <a:pt x="151" y="0"/>
                    </a:cubicBezTo>
                    <a:cubicBezTo>
                      <a:pt x="155" y="0"/>
                      <a:pt x="158" y="4"/>
                      <a:pt x="158" y="8"/>
                    </a:cubicBezTo>
                    <a:cubicBezTo>
                      <a:pt x="158" y="12"/>
                      <a:pt x="155" y="16"/>
                      <a:pt x="151" y="16"/>
                    </a:cubicBezTo>
                    <a:close/>
                    <a:moveTo>
                      <a:pt x="8" y="5"/>
                    </a:moveTo>
                    <a:cubicBezTo>
                      <a:pt x="6" y="5"/>
                      <a:pt x="5" y="6"/>
                      <a:pt x="5" y="8"/>
                    </a:cubicBezTo>
                    <a:cubicBezTo>
                      <a:pt x="5" y="9"/>
                      <a:pt x="6" y="11"/>
                      <a:pt x="8" y="11"/>
                    </a:cubicBezTo>
                    <a:cubicBezTo>
                      <a:pt x="151" y="11"/>
                      <a:pt x="151" y="11"/>
                      <a:pt x="151" y="11"/>
                    </a:cubicBezTo>
                    <a:cubicBezTo>
                      <a:pt x="152" y="11"/>
                      <a:pt x="154" y="9"/>
                      <a:pt x="154" y="8"/>
                    </a:cubicBezTo>
                    <a:cubicBezTo>
                      <a:pt x="154" y="6"/>
                      <a:pt x="152" y="5"/>
                      <a:pt x="151"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7" name="Freeform 447"/>
              <p:cNvSpPr>
                <a:spLocks/>
              </p:cNvSpPr>
              <p:nvPr/>
            </p:nvSpPr>
            <p:spPr bwMode="auto">
              <a:xfrm>
                <a:off x="2820" y="2876"/>
                <a:ext cx="17" cy="2"/>
              </a:xfrm>
              <a:custGeom>
                <a:avLst/>
                <a:gdLst>
                  <a:gd name="T0" fmla="*/ 129 w 135"/>
                  <a:gd name="T1" fmla="*/ 10 h 10"/>
                  <a:gd name="T2" fmla="*/ 5 w 135"/>
                  <a:gd name="T3" fmla="*/ 10 h 10"/>
                  <a:gd name="T4" fmla="*/ 0 w 135"/>
                  <a:gd name="T5" fmla="*/ 5 h 10"/>
                  <a:gd name="T6" fmla="*/ 0 w 135"/>
                  <a:gd name="T7" fmla="*/ 5 h 10"/>
                  <a:gd name="T8" fmla="*/ 5 w 135"/>
                  <a:gd name="T9" fmla="*/ 0 h 10"/>
                  <a:gd name="T10" fmla="*/ 129 w 135"/>
                  <a:gd name="T11" fmla="*/ 0 h 10"/>
                  <a:gd name="T12" fmla="*/ 135 w 135"/>
                  <a:gd name="T13" fmla="*/ 5 h 10"/>
                  <a:gd name="T14" fmla="*/ 135 w 135"/>
                  <a:gd name="T15" fmla="*/ 5 h 10"/>
                  <a:gd name="T16" fmla="*/ 129 w 135"/>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
                    <a:moveTo>
                      <a:pt x="129" y="10"/>
                    </a:moveTo>
                    <a:cubicBezTo>
                      <a:pt x="5" y="10"/>
                      <a:pt x="5" y="10"/>
                      <a:pt x="5" y="10"/>
                    </a:cubicBezTo>
                    <a:cubicBezTo>
                      <a:pt x="2" y="10"/>
                      <a:pt x="0" y="8"/>
                      <a:pt x="0" y="5"/>
                    </a:cubicBezTo>
                    <a:cubicBezTo>
                      <a:pt x="0" y="5"/>
                      <a:pt x="0" y="5"/>
                      <a:pt x="0" y="5"/>
                    </a:cubicBezTo>
                    <a:cubicBezTo>
                      <a:pt x="0" y="2"/>
                      <a:pt x="2" y="0"/>
                      <a:pt x="5" y="0"/>
                    </a:cubicBezTo>
                    <a:cubicBezTo>
                      <a:pt x="129" y="0"/>
                      <a:pt x="129" y="0"/>
                      <a:pt x="129" y="0"/>
                    </a:cubicBezTo>
                    <a:cubicBezTo>
                      <a:pt x="132" y="0"/>
                      <a:pt x="135" y="2"/>
                      <a:pt x="135" y="5"/>
                    </a:cubicBezTo>
                    <a:cubicBezTo>
                      <a:pt x="135" y="5"/>
                      <a:pt x="135" y="5"/>
                      <a:pt x="135" y="5"/>
                    </a:cubicBezTo>
                    <a:cubicBezTo>
                      <a:pt x="135" y="8"/>
                      <a:pt x="132" y="10"/>
                      <a:pt x="129"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8" name="Freeform 448"/>
              <p:cNvSpPr>
                <a:spLocks noEditPoints="1"/>
              </p:cNvSpPr>
              <p:nvPr/>
            </p:nvSpPr>
            <p:spPr bwMode="auto">
              <a:xfrm>
                <a:off x="2820" y="2876"/>
                <a:ext cx="17" cy="2"/>
              </a:xfrm>
              <a:custGeom>
                <a:avLst/>
                <a:gdLst>
                  <a:gd name="T0" fmla="*/ 132 w 140"/>
                  <a:gd name="T1" fmla="*/ 16 h 16"/>
                  <a:gd name="T2" fmla="*/ 8 w 140"/>
                  <a:gd name="T3" fmla="*/ 16 h 16"/>
                  <a:gd name="T4" fmla="*/ 0 w 140"/>
                  <a:gd name="T5" fmla="*/ 8 h 16"/>
                  <a:gd name="T6" fmla="*/ 8 w 140"/>
                  <a:gd name="T7" fmla="*/ 0 h 16"/>
                  <a:gd name="T8" fmla="*/ 132 w 140"/>
                  <a:gd name="T9" fmla="*/ 0 h 16"/>
                  <a:gd name="T10" fmla="*/ 140 w 140"/>
                  <a:gd name="T11" fmla="*/ 8 h 16"/>
                  <a:gd name="T12" fmla="*/ 132 w 140"/>
                  <a:gd name="T13" fmla="*/ 16 h 16"/>
                  <a:gd name="T14" fmla="*/ 8 w 140"/>
                  <a:gd name="T15" fmla="*/ 5 h 16"/>
                  <a:gd name="T16" fmla="*/ 5 w 140"/>
                  <a:gd name="T17" fmla="*/ 8 h 16"/>
                  <a:gd name="T18" fmla="*/ 8 w 140"/>
                  <a:gd name="T19" fmla="*/ 11 h 16"/>
                  <a:gd name="T20" fmla="*/ 132 w 140"/>
                  <a:gd name="T21" fmla="*/ 11 h 16"/>
                  <a:gd name="T22" fmla="*/ 135 w 140"/>
                  <a:gd name="T23" fmla="*/ 8 h 16"/>
                  <a:gd name="T24" fmla="*/ 132 w 140"/>
                  <a:gd name="T25" fmla="*/ 5 h 16"/>
                  <a:gd name="T26" fmla="*/ 8 w 140"/>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6">
                    <a:moveTo>
                      <a:pt x="132" y="16"/>
                    </a:moveTo>
                    <a:cubicBezTo>
                      <a:pt x="8" y="16"/>
                      <a:pt x="8" y="16"/>
                      <a:pt x="8" y="16"/>
                    </a:cubicBezTo>
                    <a:cubicBezTo>
                      <a:pt x="4" y="16"/>
                      <a:pt x="0" y="12"/>
                      <a:pt x="0" y="8"/>
                    </a:cubicBezTo>
                    <a:cubicBezTo>
                      <a:pt x="0" y="4"/>
                      <a:pt x="4" y="0"/>
                      <a:pt x="8" y="0"/>
                    </a:cubicBezTo>
                    <a:cubicBezTo>
                      <a:pt x="132" y="0"/>
                      <a:pt x="132" y="0"/>
                      <a:pt x="132" y="0"/>
                    </a:cubicBezTo>
                    <a:cubicBezTo>
                      <a:pt x="136" y="0"/>
                      <a:pt x="140" y="4"/>
                      <a:pt x="140" y="8"/>
                    </a:cubicBezTo>
                    <a:cubicBezTo>
                      <a:pt x="140" y="12"/>
                      <a:pt x="136" y="16"/>
                      <a:pt x="132" y="16"/>
                    </a:cubicBezTo>
                    <a:close/>
                    <a:moveTo>
                      <a:pt x="8" y="5"/>
                    </a:moveTo>
                    <a:cubicBezTo>
                      <a:pt x="6" y="5"/>
                      <a:pt x="5" y="6"/>
                      <a:pt x="5" y="8"/>
                    </a:cubicBezTo>
                    <a:cubicBezTo>
                      <a:pt x="5" y="10"/>
                      <a:pt x="6" y="11"/>
                      <a:pt x="8" y="11"/>
                    </a:cubicBezTo>
                    <a:cubicBezTo>
                      <a:pt x="132" y="11"/>
                      <a:pt x="132" y="11"/>
                      <a:pt x="132" y="11"/>
                    </a:cubicBezTo>
                    <a:cubicBezTo>
                      <a:pt x="134" y="11"/>
                      <a:pt x="135" y="10"/>
                      <a:pt x="135" y="8"/>
                    </a:cubicBezTo>
                    <a:cubicBezTo>
                      <a:pt x="135" y="6"/>
                      <a:pt x="134" y="5"/>
                      <a:pt x="132"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9" name="Freeform 449"/>
              <p:cNvSpPr>
                <a:spLocks/>
              </p:cNvSpPr>
              <p:nvPr/>
            </p:nvSpPr>
            <p:spPr bwMode="auto">
              <a:xfrm>
                <a:off x="2820" y="2878"/>
                <a:ext cx="17" cy="7"/>
              </a:xfrm>
              <a:custGeom>
                <a:avLst/>
                <a:gdLst>
                  <a:gd name="T0" fmla="*/ 17 w 17"/>
                  <a:gd name="T1" fmla="*/ 7 h 7"/>
                  <a:gd name="T2" fmla="*/ 0 w 17"/>
                  <a:gd name="T3" fmla="*/ 7 h 7"/>
                  <a:gd name="T4" fmla="*/ 1 w 17"/>
                  <a:gd name="T5" fmla="*/ 0 h 7"/>
                  <a:gd name="T6" fmla="*/ 16 w 17"/>
                  <a:gd name="T7" fmla="*/ 0 h 7"/>
                  <a:gd name="T8" fmla="*/ 17 w 17"/>
                  <a:gd name="T9" fmla="*/ 7 h 7"/>
                </a:gdLst>
                <a:ahLst/>
                <a:cxnLst>
                  <a:cxn ang="0">
                    <a:pos x="T0" y="T1"/>
                  </a:cxn>
                  <a:cxn ang="0">
                    <a:pos x="T2" y="T3"/>
                  </a:cxn>
                  <a:cxn ang="0">
                    <a:pos x="T4" y="T5"/>
                  </a:cxn>
                  <a:cxn ang="0">
                    <a:pos x="T6" y="T7"/>
                  </a:cxn>
                  <a:cxn ang="0">
                    <a:pos x="T8" y="T9"/>
                  </a:cxn>
                </a:cxnLst>
                <a:rect l="0" t="0" r="r" b="b"/>
                <a:pathLst>
                  <a:path w="17" h="7">
                    <a:moveTo>
                      <a:pt x="17" y="7"/>
                    </a:moveTo>
                    <a:lnTo>
                      <a:pt x="0" y="7"/>
                    </a:lnTo>
                    <a:lnTo>
                      <a:pt x="1" y="0"/>
                    </a:lnTo>
                    <a:lnTo>
                      <a:pt x="16" y="0"/>
                    </a:lnTo>
                    <a:lnTo>
                      <a:pt x="17"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0" name="Freeform 450"/>
              <p:cNvSpPr>
                <a:spLocks noEditPoints="1"/>
              </p:cNvSpPr>
              <p:nvPr/>
            </p:nvSpPr>
            <p:spPr bwMode="auto">
              <a:xfrm>
                <a:off x="2820" y="2877"/>
                <a:ext cx="17" cy="8"/>
              </a:xfrm>
              <a:custGeom>
                <a:avLst/>
                <a:gdLst>
                  <a:gd name="T0" fmla="*/ 17 w 17"/>
                  <a:gd name="T1" fmla="*/ 8 h 8"/>
                  <a:gd name="T2" fmla="*/ 0 w 17"/>
                  <a:gd name="T3" fmla="*/ 8 h 8"/>
                  <a:gd name="T4" fmla="*/ 0 w 17"/>
                  <a:gd name="T5" fmla="*/ 8 h 8"/>
                  <a:gd name="T6" fmla="*/ 1 w 17"/>
                  <a:gd name="T7" fmla="*/ 0 h 8"/>
                  <a:gd name="T8" fmla="*/ 16 w 17"/>
                  <a:gd name="T9" fmla="*/ 0 h 8"/>
                  <a:gd name="T10" fmla="*/ 17 w 17"/>
                  <a:gd name="T11" fmla="*/ 8 h 8"/>
                  <a:gd name="T12" fmla="*/ 1 w 17"/>
                  <a:gd name="T13" fmla="*/ 8 h 8"/>
                  <a:gd name="T14" fmla="*/ 16 w 17"/>
                  <a:gd name="T15" fmla="*/ 8 h 8"/>
                  <a:gd name="T16" fmla="*/ 15 w 17"/>
                  <a:gd name="T17" fmla="*/ 1 h 8"/>
                  <a:gd name="T18" fmla="*/ 2 w 17"/>
                  <a:gd name="T19" fmla="*/ 1 h 8"/>
                  <a:gd name="T20" fmla="*/ 1 w 17"/>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17" y="8"/>
                    </a:moveTo>
                    <a:lnTo>
                      <a:pt x="0" y="8"/>
                    </a:lnTo>
                    <a:lnTo>
                      <a:pt x="0" y="8"/>
                    </a:lnTo>
                    <a:lnTo>
                      <a:pt x="1" y="0"/>
                    </a:lnTo>
                    <a:lnTo>
                      <a:pt x="16" y="0"/>
                    </a:lnTo>
                    <a:lnTo>
                      <a:pt x="17" y="8"/>
                    </a:lnTo>
                    <a:close/>
                    <a:moveTo>
                      <a:pt x="1" y="8"/>
                    </a:moveTo>
                    <a:lnTo>
                      <a:pt x="16" y="8"/>
                    </a:lnTo>
                    <a:lnTo>
                      <a:pt x="15" y="1"/>
                    </a:lnTo>
                    <a:lnTo>
                      <a:pt x="2" y="1"/>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1" name="Freeform 451"/>
              <p:cNvSpPr>
                <a:spLocks/>
              </p:cNvSpPr>
              <p:nvPr/>
            </p:nvSpPr>
            <p:spPr bwMode="auto">
              <a:xfrm>
                <a:off x="2825" y="2878"/>
                <a:ext cx="7" cy="7"/>
              </a:xfrm>
              <a:custGeom>
                <a:avLst/>
                <a:gdLst>
                  <a:gd name="T0" fmla="*/ 62 w 62"/>
                  <a:gd name="T1" fmla="*/ 58 h 58"/>
                  <a:gd name="T2" fmla="*/ 31 w 62"/>
                  <a:gd name="T3" fmla="*/ 0 h 58"/>
                  <a:gd name="T4" fmla="*/ 0 w 62"/>
                  <a:gd name="T5" fmla="*/ 58 h 58"/>
                  <a:gd name="T6" fmla="*/ 62 w 62"/>
                  <a:gd name="T7" fmla="*/ 58 h 58"/>
                </a:gdLst>
                <a:ahLst/>
                <a:cxnLst>
                  <a:cxn ang="0">
                    <a:pos x="T0" y="T1"/>
                  </a:cxn>
                  <a:cxn ang="0">
                    <a:pos x="T2" y="T3"/>
                  </a:cxn>
                  <a:cxn ang="0">
                    <a:pos x="T4" y="T5"/>
                  </a:cxn>
                  <a:cxn ang="0">
                    <a:pos x="T6" y="T7"/>
                  </a:cxn>
                </a:cxnLst>
                <a:rect l="0" t="0" r="r" b="b"/>
                <a:pathLst>
                  <a:path w="62" h="58">
                    <a:moveTo>
                      <a:pt x="62" y="58"/>
                    </a:moveTo>
                    <a:cubicBezTo>
                      <a:pt x="62" y="26"/>
                      <a:pt x="31" y="0"/>
                      <a:pt x="31" y="0"/>
                    </a:cubicBezTo>
                    <a:cubicBezTo>
                      <a:pt x="31" y="0"/>
                      <a:pt x="0" y="26"/>
                      <a:pt x="0" y="58"/>
                    </a:cubicBezTo>
                    <a:lnTo>
                      <a:pt x="62" y="5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2" name="Freeform 452"/>
              <p:cNvSpPr>
                <a:spLocks noEditPoints="1"/>
              </p:cNvSpPr>
              <p:nvPr/>
            </p:nvSpPr>
            <p:spPr bwMode="auto">
              <a:xfrm>
                <a:off x="2824" y="2877"/>
                <a:ext cx="9" cy="8"/>
              </a:xfrm>
              <a:custGeom>
                <a:avLst/>
                <a:gdLst>
                  <a:gd name="T0" fmla="*/ 64 w 66"/>
                  <a:gd name="T1" fmla="*/ 63 h 63"/>
                  <a:gd name="T2" fmla="*/ 2 w 66"/>
                  <a:gd name="T3" fmla="*/ 63 h 63"/>
                  <a:gd name="T4" fmla="*/ 0 w 66"/>
                  <a:gd name="T5" fmla="*/ 60 h 63"/>
                  <a:gd name="T6" fmla="*/ 32 w 66"/>
                  <a:gd name="T7" fmla="*/ 1 h 63"/>
                  <a:gd name="T8" fmla="*/ 35 w 66"/>
                  <a:gd name="T9" fmla="*/ 1 h 63"/>
                  <a:gd name="T10" fmla="*/ 66 w 66"/>
                  <a:gd name="T11" fmla="*/ 60 h 63"/>
                  <a:gd name="T12" fmla="*/ 64 w 66"/>
                  <a:gd name="T13" fmla="*/ 63 h 63"/>
                  <a:gd name="T14" fmla="*/ 5 w 66"/>
                  <a:gd name="T15" fmla="*/ 58 h 63"/>
                  <a:gd name="T16" fmla="*/ 62 w 66"/>
                  <a:gd name="T17" fmla="*/ 58 h 63"/>
                  <a:gd name="T18" fmla="*/ 33 w 66"/>
                  <a:gd name="T19" fmla="*/ 6 h 63"/>
                  <a:gd name="T20" fmla="*/ 5 w 66"/>
                  <a:gd name="T21"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63">
                    <a:moveTo>
                      <a:pt x="64" y="63"/>
                    </a:moveTo>
                    <a:cubicBezTo>
                      <a:pt x="2" y="63"/>
                      <a:pt x="2" y="63"/>
                      <a:pt x="2" y="63"/>
                    </a:cubicBezTo>
                    <a:cubicBezTo>
                      <a:pt x="1" y="63"/>
                      <a:pt x="0" y="62"/>
                      <a:pt x="0" y="60"/>
                    </a:cubicBezTo>
                    <a:cubicBezTo>
                      <a:pt x="0" y="28"/>
                      <a:pt x="30" y="2"/>
                      <a:pt x="32" y="1"/>
                    </a:cubicBezTo>
                    <a:cubicBezTo>
                      <a:pt x="32" y="0"/>
                      <a:pt x="34" y="0"/>
                      <a:pt x="35" y="1"/>
                    </a:cubicBezTo>
                    <a:cubicBezTo>
                      <a:pt x="36" y="2"/>
                      <a:pt x="66" y="28"/>
                      <a:pt x="66" y="60"/>
                    </a:cubicBezTo>
                    <a:cubicBezTo>
                      <a:pt x="66" y="62"/>
                      <a:pt x="65" y="63"/>
                      <a:pt x="64" y="63"/>
                    </a:cubicBezTo>
                    <a:close/>
                    <a:moveTo>
                      <a:pt x="5" y="58"/>
                    </a:moveTo>
                    <a:cubicBezTo>
                      <a:pt x="62" y="58"/>
                      <a:pt x="62" y="58"/>
                      <a:pt x="62" y="58"/>
                    </a:cubicBezTo>
                    <a:cubicBezTo>
                      <a:pt x="60" y="33"/>
                      <a:pt x="39" y="11"/>
                      <a:pt x="33" y="6"/>
                    </a:cubicBezTo>
                    <a:cubicBezTo>
                      <a:pt x="27" y="11"/>
                      <a:pt x="6" y="33"/>
                      <a:pt x="5" y="5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3" name="Freeform 453"/>
              <p:cNvSpPr>
                <a:spLocks/>
              </p:cNvSpPr>
              <p:nvPr/>
            </p:nvSpPr>
            <p:spPr bwMode="auto">
              <a:xfrm>
                <a:off x="2826" y="2880"/>
                <a:ext cx="5" cy="5"/>
              </a:xfrm>
              <a:custGeom>
                <a:avLst/>
                <a:gdLst>
                  <a:gd name="T0" fmla="*/ 38 w 38"/>
                  <a:gd name="T1" fmla="*/ 39 h 39"/>
                  <a:gd name="T2" fmla="*/ 19 w 38"/>
                  <a:gd name="T3" fmla="*/ 0 h 39"/>
                  <a:gd name="T4" fmla="*/ 0 w 38"/>
                  <a:gd name="T5" fmla="*/ 39 h 39"/>
                  <a:gd name="T6" fmla="*/ 38 w 38"/>
                  <a:gd name="T7" fmla="*/ 39 h 39"/>
                </a:gdLst>
                <a:ahLst/>
                <a:cxnLst>
                  <a:cxn ang="0">
                    <a:pos x="T0" y="T1"/>
                  </a:cxn>
                  <a:cxn ang="0">
                    <a:pos x="T2" y="T3"/>
                  </a:cxn>
                  <a:cxn ang="0">
                    <a:pos x="T4" y="T5"/>
                  </a:cxn>
                  <a:cxn ang="0">
                    <a:pos x="T6" y="T7"/>
                  </a:cxn>
                </a:cxnLst>
                <a:rect l="0" t="0" r="r" b="b"/>
                <a:pathLst>
                  <a:path w="38" h="39">
                    <a:moveTo>
                      <a:pt x="38" y="39"/>
                    </a:moveTo>
                    <a:cubicBezTo>
                      <a:pt x="38" y="18"/>
                      <a:pt x="19" y="0"/>
                      <a:pt x="19" y="0"/>
                    </a:cubicBezTo>
                    <a:cubicBezTo>
                      <a:pt x="19" y="0"/>
                      <a:pt x="0" y="18"/>
                      <a:pt x="0" y="39"/>
                    </a:cubicBezTo>
                    <a:lnTo>
                      <a:pt x="38" y="3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4" name="Freeform 454"/>
              <p:cNvSpPr>
                <a:spLocks noEditPoints="1"/>
              </p:cNvSpPr>
              <p:nvPr/>
            </p:nvSpPr>
            <p:spPr bwMode="auto">
              <a:xfrm>
                <a:off x="2826" y="2880"/>
                <a:ext cx="5" cy="5"/>
              </a:xfrm>
              <a:custGeom>
                <a:avLst/>
                <a:gdLst>
                  <a:gd name="T0" fmla="*/ 40 w 43"/>
                  <a:gd name="T1" fmla="*/ 45 h 45"/>
                  <a:gd name="T2" fmla="*/ 2 w 43"/>
                  <a:gd name="T3" fmla="*/ 45 h 45"/>
                  <a:gd name="T4" fmla="*/ 0 w 43"/>
                  <a:gd name="T5" fmla="*/ 42 h 45"/>
                  <a:gd name="T6" fmla="*/ 20 w 43"/>
                  <a:gd name="T7" fmla="*/ 1 h 45"/>
                  <a:gd name="T8" fmla="*/ 23 w 43"/>
                  <a:gd name="T9" fmla="*/ 1 h 45"/>
                  <a:gd name="T10" fmla="*/ 43 w 43"/>
                  <a:gd name="T11" fmla="*/ 42 h 45"/>
                  <a:gd name="T12" fmla="*/ 40 w 43"/>
                  <a:gd name="T13" fmla="*/ 45 h 45"/>
                  <a:gd name="T14" fmla="*/ 5 w 43"/>
                  <a:gd name="T15" fmla="*/ 40 h 45"/>
                  <a:gd name="T16" fmla="*/ 38 w 43"/>
                  <a:gd name="T17" fmla="*/ 40 h 45"/>
                  <a:gd name="T18" fmla="*/ 21 w 43"/>
                  <a:gd name="T19" fmla="*/ 6 h 45"/>
                  <a:gd name="T20" fmla="*/ 5 w 43"/>
                  <a:gd name="T2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5">
                    <a:moveTo>
                      <a:pt x="40" y="45"/>
                    </a:moveTo>
                    <a:cubicBezTo>
                      <a:pt x="2" y="45"/>
                      <a:pt x="2" y="45"/>
                      <a:pt x="2" y="45"/>
                    </a:cubicBezTo>
                    <a:cubicBezTo>
                      <a:pt x="1" y="45"/>
                      <a:pt x="0" y="44"/>
                      <a:pt x="0" y="42"/>
                    </a:cubicBezTo>
                    <a:cubicBezTo>
                      <a:pt x="0" y="20"/>
                      <a:pt x="19" y="2"/>
                      <a:pt x="20" y="1"/>
                    </a:cubicBezTo>
                    <a:cubicBezTo>
                      <a:pt x="20" y="0"/>
                      <a:pt x="22" y="0"/>
                      <a:pt x="23" y="1"/>
                    </a:cubicBezTo>
                    <a:cubicBezTo>
                      <a:pt x="24" y="2"/>
                      <a:pt x="43" y="20"/>
                      <a:pt x="43" y="42"/>
                    </a:cubicBezTo>
                    <a:cubicBezTo>
                      <a:pt x="43" y="44"/>
                      <a:pt x="41" y="45"/>
                      <a:pt x="40" y="45"/>
                    </a:cubicBezTo>
                    <a:close/>
                    <a:moveTo>
                      <a:pt x="5" y="40"/>
                    </a:moveTo>
                    <a:cubicBezTo>
                      <a:pt x="38" y="40"/>
                      <a:pt x="38" y="40"/>
                      <a:pt x="38" y="40"/>
                    </a:cubicBezTo>
                    <a:cubicBezTo>
                      <a:pt x="37" y="24"/>
                      <a:pt x="25" y="11"/>
                      <a:pt x="21" y="6"/>
                    </a:cubicBezTo>
                    <a:cubicBezTo>
                      <a:pt x="17" y="11"/>
                      <a:pt x="6" y="24"/>
                      <a:pt x="5" y="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5" name="Freeform 455"/>
              <p:cNvSpPr>
                <a:spLocks/>
              </p:cNvSpPr>
              <p:nvPr/>
            </p:nvSpPr>
            <p:spPr bwMode="auto">
              <a:xfrm>
                <a:off x="2820" y="2869"/>
                <a:ext cx="6" cy="2"/>
              </a:xfrm>
              <a:custGeom>
                <a:avLst/>
                <a:gdLst>
                  <a:gd name="T0" fmla="*/ 4 w 6"/>
                  <a:gd name="T1" fmla="*/ 1 h 2"/>
                  <a:gd name="T2" fmla="*/ 4 w 6"/>
                  <a:gd name="T3" fmla="*/ 0 h 2"/>
                  <a:gd name="T4" fmla="*/ 6 w 6"/>
                  <a:gd name="T5" fmla="*/ 0 h 2"/>
                  <a:gd name="T6" fmla="*/ 6 w 6"/>
                  <a:gd name="T7" fmla="*/ 1 h 2"/>
                  <a:gd name="T8" fmla="*/ 6 w 6"/>
                  <a:gd name="T9" fmla="*/ 2 h 2"/>
                  <a:gd name="T10" fmla="*/ 0 w 6"/>
                  <a:gd name="T11" fmla="*/ 2 h 2"/>
                  <a:gd name="T12" fmla="*/ 0 w 6"/>
                  <a:gd name="T13" fmla="*/ 1 h 2"/>
                  <a:gd name="T14" fmla="*/ 0 w 6"/>
                  <a:gd name="T15" fmla="*/ 0 h 2"/>
                  <a:gd name="T16" fmla="*/ 1 w 6"/>
                  <a:gd name="T17" fmla="*/ 0 h 2"/>
                  <a:gd name="T18" fmla="*/ 1 w 6"/>
                  <a:gd name="T19" fmla="*/ 1 h 2"/>
                  <a:gd name="T20" fmla="*/ 2 w 6"/>
                  <a:gd name="T21" fmla="*/ 1 h 2"/>
                  <a:gd name="T22" fmla="*/ 2 w 6"/>
                  <a:gd name="T23" fmla="*/ 0 h 2"/>
                  <a:gd name="T24" fmla="*/ 3 w 6"/>
                  <a:gd name="T25" fmla="*/ 0 h 2"/>
                  <a:gd name="T26" fmla="*/ 3 w 6"/>
                  <a:gd name="T27" fmla="*/ 1 h 2"/>
                  <a:gd name="T28" fmla="*/ 4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4" y="1"/>
                    </a:moveTo>
                    <a:lnTo>
                      <a:pt x="4" y="0"/>
                    </a:lnTo>
                    <a:lnTo>
                      <a:pt x="6" y="0"/>
                    </a:lnTo>
                    <a:lnTo>
                      <a:pt x="6" y="1"/>
                    </a:lnTo>
                    <a:lnTo>
                      <a:pt x="6" y="2"/>
                    </a:lnTo>
                    <a:lnTo>
                      <a:pt x="0" y="2"/>
                    </a:lnTo>
                    <a:lnTo>
                      <a:pt x="0" y="1"/>
                    </a:lnTo>
                    <a:lnTo>
                      <a:pt x="0" y="0"/>
                    </a:lnTo>
                    <a:lnTo>
                      <a:pt x="1" y="0"/>
                    </a:lnTo>
                    <a:lnTo>
                      <a:pt x="1" y="1"/>
                    </a:lnTo>
                    <a:lnTo>
                      <a:pt x="2" y="1"/>
                    </a:lnTo>
                    <a:lnTo>
                      <a:pt x="2" y="0"/>
                    </a:lnTo>
                    <a:lnTo>
                      <a:pt x="3" y="0"/>
                    </a:lnTo>
                    <a:lnTo>
                      <a:pt x="3" y="1"/>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6" name="Freeform 456"/>
              <p:cNvSpPr>
                <a:spLocks noEditPoints="1"/>
              </p:cNvSpPr>
              <p:nvPr/>
            </p:nvSpPr>
            <p:spPr bwMode="auto">
              <a:xfrm>
                <a:off x="2820" y="2868"/>
                <a:ext cx="6" cy="4"/>
              </a:xfrm>
              <a:custGeom>
                <a:avLst/>
                <a:gdLst>
                  <a:gd name="T0" fmla="*/ 47 w 49"/>
                  <a:gd name="T1" fmla="*/ 29 h 29"/>
                  <a:gd name="T2" fmla="*/ 3 w 49"/>
                  <a:gd name="T3" fmla="*/ 29 h 29"/>
                  <a:gd name="T4" fmla="*/ 0 w 49"/>
                  <a:gd name="T5" fmla="*/ 26 h 29"/>
                  <a:gd name="T6" fmla="*/ 0 w 49"/>
                  <a:gd name="T7" fmla="*/ 3 h 29"/>
                  <a:gd name="T8" fmla="*/ 3 w 49"/>
                  <a:gd name="T9" fmla="*/ 0 h 29"/>
                  <a:gd name="T10" fmla="*/ 12 w 49"/>
                  <a:gd name="T11" fmla="*/ 0 h 29"/>
                  <a:gd name="T12" fmla="*/ 14 w 49"/>
                  <a:gd name="T13" fmla="*/ 3 h 29"/>
                  <a:gd name="T14" fmla="*/ 14 w 49"/>
                  <a:gd name="T15" fmla="*/ 8 h 29"/>
                  <a:gd name="T16" fmla="*/ 18 w 49"/>
                  <a:gd name="T17" fmla="*/ 8 h 29"/>
                  <a:gd name="T18" fmla="*/ 18 w 49"/>
                  <a:gd name="T19" fmla="*/ 3 h 29"/>
                  <a:gd name="T20" fmla="*/ 20 w 49"/>
                  <a:gd name="T21" fmla="*/ 0 h 29"/>
                  <a:gd name="T22" fmla="*/ 29 w 49"/>
                  <a:gd name="T23" fmla="*/ 0 h 29"/>
                  <a:gd name="T24" fmla="*/ 32 w 49"/>
                  <a:gd name="T25" fmla="*/ 3 h 29"/>
                  <a:gd name="T26" fmla="*/ 32 w 49"/>
                  <a:gd name="T27" fmla="*/ 8 h 29"/>
                  <a:gd name="T28" fmla="*/ 36 w 49"/>
                  <a:gd name="T29" fmla="*/ 8 h 29"/>
                  <a:gd name="T30" fmla="*/ 36 w 49"/>
                  <a:gd name="T31" fmla="*/ 3 h 29"/>
                  <a:gd name="T32" fmla="*/ 38 w 49"/>
                  <a:gd name="T33" fmla="*/ 0 h 29"/>
                  <a:gd name="T34" fmla="*/ 47 w 49"/>
                  <a:gd name="T35" fmla="*/ 0 h 29"/>
                  <a:gd name="T36" fmla="*/ 49 w 49"/>
                  <a:gd name="T37" fmla="*/ 3 h 29"/>
                  <a:gd name="T38" fmla="*/ 49 w 49"/>
                  <a:gd name="T39" fmla="*/ 26 h 29"/>
                  <a:gd name="T40" fmla="*/ 47 w 49"/>
                  <a:gd name="T41" fmla="*/ 29 h 29"/>
                  <a:gd name="T42" fmla="*/ 5 w 49"/>
                  <a:gd name="T43" fmla="*/ 24 h 29"/>
                  <a:gd name="T44" fmla="*/ 45 w 49"/>
                  <a:gd name="T45" fmla="*/ 24 h 29"/>
                  <a:gd name="T46" fmla="*/ 45 w 49"/>
                  <a:gd name="T47" fmla="*/ 5 h 29"/>
                  <a:gd name="T48" fmla="*/ 40 w 49"/>
                  <a:gd name="T49" fmla="*/ 5 h 29"/>
                  <a:gd name="T50" fmla="*/ 40 w 49"/>
                  <a:gd name="T51" fmla="*/ 11 h 29"/>
                  <a:gd name="T52" fmla="*/ 38 w 49"/>
                  <a:gd name="T53" fmla="*/ 13 h 29"/>
                  <a:gd name="T54" fmla="*/ 29 w 49"/>
                  <a:gd name="T55" fmla="*/ 13 h 29"/>
                  <a:gd name="T56" fmla="*/ 27 w 49"/>
                  <a:gd name="T57" fmla="*/ 11 h 29"/>
                  <a:gd name="T58" fmla="*/ 27 w 49"/>
                  <a:gd name="T59" fmla="*/ 5 h 29"/>
                  <a:gd name="T60" fmla="*/ 23 w 49"/>
                  <a:gd name="T61" fmla="*/ 5 h 29"/>
                  <a:gd name="T62" fmla="*/ 23 w 49"/>
                  <a:gd name="T63" fmla="*/ 11 h 29"/>
                  <a:gd name="T64" fmla="*/ 20 w 49"/>
                  <a:gd name="T65" fmla="*/ 13 h 29"/>
                  <a:gd name="T66" fmla="*/ 12 w 49"/>
                  <a:gd name="T67" fmla="*/ 13 h 29"/>
                  <a:gd name="T68" fmla="*/ 10 w 49"/>
                  <a:gd name="T69" fmla="*/ 11 h 29"/>
                  <a:gd name="T70" fmla="*/ 10 w 49"/>
                  <a:gd name="T71" fmla="*/ 5 h 29"/>
                  <a:gd name="T72" fmla="*/ 5 w 49"/>
                  <a:gd name="T73" fmla="*/ 5 h 29"/>
                  <a:gd name="T74" fmla="*/ 5 w 49"/>
                  <a:gd name="T7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9">
                    <a:moveTo>
                      <a:pt x="47" y="29"/>
                    </a:moveTo>
                    <a:cubicBezTo>
                      <a:pt x="3" y="29"/>
                      <a:pt x="3" y="29"/>
                      <a:pt x="3" y="29"/>
                    </a:cubicBezTo>
                    <a:cubicBezTo>
                      <a:pt x="1" y="29"/>
                      <a:pt x="0" y="28"/>
                      <a:pt x="0" y="26"/>
                    </a:cubicBezTo>
                    <a:cubicBezTo>
                      <a:pt x="0" y="3"/>
                      <a:pt x="0" y="3"/>
                      <a:pt x="0" y="3"/>
                    </a:cubicBezTo>
                    <a:cubicBezTo>
                      <a:pt x="0" y="1"/>
                      <a:pt x="1" y="0"/>
                      <a:pt x="3" y="0"/>
                    </a:cubicBezTo>
                    <a:cubicBezTo>
                      <a:pt x="12" y="0"/>
                      <a:pt x="12" y="0"/>
                      <a:pt x="12" y="0"/>
                    </a:cubicBezTo>
                    <a:cubicBezTo>
                      <a:pt x="13" y="0"/>
                      <a:pt x="14" y="1"/>
                      <a:pt x="14" y="3"/>
                    </a:cubicBezTo>
                    <a:cubicBezTo>
                      <a:pt x="14" y="8"/>
                      <a:pt x="14" y="8"/>
                      <a:pt x="14" y="8"/>
                    </a:cubicBezTo>
                    <a:cubicBezTo>
                      <a:pt x="18" y="8"/>
                      <a:pt x="18" y="8"/>
                      <a:pt x="18" y="8"/>
                    </a:cubicBezTo>
                    <a:cubicBezTo>
                      <a:pt x="18" y="3"/>
                      <a:pt x="18" y="3"/>
                      <a:pt x="18" y="3"/>
                    </a:cubicBezTo>
                    <a:cubicBezTo>
                      <a:pt x="18" y="1"/>
                      <a:pt x="19" y="0"/>
                      <a:pt x="20" y="0"/>
                    </a:cubicBezTo>
                    <a:cubicBezTo>
                      <a:pt x="29" y="0"/>
                      <a:pt x="29" y="0"/>
                      <a:pt x="29" y="0"/>
                    </a:cubicBezTo>
                    <a:cubicBezTo>
                      <a:pt x="31" y="0"/>
                      <a:pt x="32" y="1"/>
                      <a:pt x="32" y="3"/>
                    </a:cubicBezTo>
                    <a:cubicBezTo>
                      <a:pt x="32" y="8"/>
                      <a:pt x="32" y="8"/>
                      <a:pt x="32" y="8"/>
                    </a:cubicBezTo>
                    <a:cubicBezTo>
                      <a:pt x="36" y="8"/>
                      <a:pt x="36" y="8"/>
                      <a:pt x="36" y="8"/>
                    </a:cubicBezTo>
                    <a:cubicBezTo>
                      <a:pt x="36" y="3"/>
                      <a:pt x="36" y="3"/>
                      <a:pt x="36" y="3"/>
                    </a:cubicBezTo>
                    <a:cubicBezTo>
                      <a:pt x="36" y="1"/>
                      <a:pt x="37" y="0"/>
                      <a:pt x="38" y="0"/>
                    </a:cubicBezTo>
                    <a:cubicBezTo>
                      <a:pt x="47" y="0"/>
                      <a:pt x="47" y="0"/>
                      <a:pt x="47" y="0"/>
                    </a:cubicBezTo>
                    <a:cubicBezTo>
                      <a:pt x="48" y="0"/>
                      <a:pt x="49" y="1"/>
                      <a:pt x="49" y="3"/>
                    </a:cubicBezTo>
                    <a:cubicBezTo>
                      <a:pt x="49" y="26"/>
                      <a:pt x="49" y="26"/>
                      <a:pt x="49" y="26"/>
                    </a:cubicBezTo>
                    <a:cubicBezTo>
                      <a:pt x="49" y="28"/>
                      <a:pt x="48" y="29"/>
                      <a:pt x="47" y="29"/>
                    </a:cubicBezTo>
                    <a:close/>
                    <a:moveTo>
                      <a:pt x="5" y="24"/>
                    </a:moveTo>
                    <a:cubicBezTo>
                      <a:pt x="45" y="24"/>
                      <a:pt x="45" y="24"/>
                      <a:pt x="45" y="24"/>
                    </a:cubicBezTo>
                    <a:cubicBezTo>
                      <a:pt x="45" y="5"/>
                      <a:pt x="45" y="5"/>
                      <a:pt x="45" y="5"/>
                    </a:cubicBezTo>
                    <a:cubicBezTo>
                      <a:pt x="40" y="5"/>
                      <a:pt x="40" y="5"/>
                      <a:pt x="40" y="5"/>
                    </a:cubicBezTo>
                    <a:cubicBezTo>
                      <a:pt x="40" y="11"/>
                      <a:pt x="40" y="11"/>
                      <a:pt x="40" y="11"/>
                    </a:cubicBezTo>
                    <a:cubicBezTo>
                      <a:pt x="40" y="12"/>
                      <a:pt x="39" y="13"/>
                      <a:pt x="38" y="13"/>
                    </a:cubicBezTo>
                    <a:cubicBezTo>
                      <a:pt x="29" y="13"/>
                      <a:pt x="29" y="13"/>
                      <a:pt x="29" y="13"/>
                    </a:cubicBezTo>
                    <a:cubicBezTo>
                      <a:pt x="28" y="13"/>
                      <a:pt x="27" y="12"/>
                      <a:pt x="27" y="11"/>
                    </a:cubicBezTo>
                    <a:cubicBezTo>
                      <a:pt x="27" y="5"/>
                      <a:pt x="27" y="5"/>
                      <a:pt x="27" y="5"/>
                    </a:cubicBezTo>
                    <a:cubicBezTo>
                      <a:pt x="23" y="5"/>
                      <a:pt x="23" y="5"/>
                      <a:pt x="23" y="5"/>
                    </a:cubicBezTo>
                    <a:cubicBezTo>
                      <a:pt x="23" y="11"/>
                      <a:pt x="23" y="11"/>
                      <a:pt x="23" y="11"/>
                    </a:cubicBezTo>
                    <a:cubicBezTo>
                      <a:pt x="23" y="12"/>
                      <a:pt x="22" y="13"/>
                      <a:pt x="20" y="13"/>
                    </a:cubicBezTo>
                    <a:cubicBezTo>
                      <a:pt x="12" y="13"/>
                      <a:pt x="12" y="13"/>
                      <a:pt x="12" y="13"/>
                    </a:cubicBezTo>
                    <a:cubicBezTo>
                      <a:pt x="11" y="13"/>
                      <a:pt x="10" y="12"/>
                      <a:pt x="10" y="11"/>
                    </a:cubicBezTo>
                    <a:cubicBezTo>
                      <a:pt x="10" y="5"/>
                      <a:pt x="10" y="5"/>
                      <a:pt x="10" y="5"/>
                    </a:cubicBezTo>
                    <a:cubicBezTo>
                      <a:pt x="5" y="5"/>
                      <a:pt x="5" y="5"/>
                      <a:pt x="5" y="5"/>
                    </a:cubicBezTo>
                    <a:lnTo>
                      <a:pt x="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7" name="Rectangle 457"/>
              <p:cNvSpPr>
                <a:spLocks noChangeArrowheads="1"/>
              </p:cNvSpPr>
              <p:nvPr/>
            </p:nvSpPr>
            <p:spPr bwMode="auto">
              <a:xfrm>
                <a:off x="2821" y="2871"/>
                <a:ext cx="4" cy="4"/>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8" name="Freeform 458"/>
              <p:cNvSpPr>
                <a:spLocks noEditPoints="1"/>
              </p:cNvSpPr>
              <p:nvPr/>
            </p:nvSpPr>
            <p:spPr bwMode="auto">
              <a:xfrm>
                <a:off x="2821" y="2871"/>
                <a:ext cx="4" cy="4"/>
              </a:xfrm>
              <a:custGeom>
                <a:avLst/>
                <a:gdLst>
                  <a:gd name="T0" fmla="*/ 34 w 36"/>
                  <a:gd name="T1" fmla="*/ 32 h 32"/>
                  <a:gd name="T2" fmla="*/ 34 w 36"/>
                  <a:gd name="T3" fmla="*/ 32 h 32"/>
                  <a:gd name="T4" fmla="*/ 2 w 36"/>
                  <a:gd name="T5" fmla="*/ 32 h 32"/>
                  <a:gd name="T6" fmla="*/ 1 w 36"/>
                  <a:gd name="T7" fmla="*/ 32 h 32"/>
                  <a:gd name="T8" fmla="*/ 0 w 36"/>
                  <a:gd name="T9" fmla="*/ 30 h 32"/>
                  <a:gd name="T10" fmla="*/ 2 w 36"/>
                  <a:gd name="T11" fmla="*/ 2 h 32"/>
                  <a:gd name="T12" fmla="*/ 4 w 36"/>
                  <a:gd name="T13" fmla="*/ 0 h 32"/>
                  <a:gd name="T14" fmla="*/ 32 w 36"/>
                  <a:gd name="T15" fmla="*/ 0 h 32"/>
                  <a:gd name="T16" fmla="*/ 34 w 36"/>
                  <a:gd name="T17" fmla="*/ 2 h 32"/>
                  <a:gd name="T18" fmla="*/ 36 w 36"/>
                  <a:gd name="T19" fmla="*/ 29 h 32"/>
                  <a:gd name="T20" fmla="*/ 36 w 36"/>
                  <a:gd name="T21" fmla="*/ 30 h 32"/>
                  <a:gd name="T22" fmla="*/ 34 w 36"/>
                  <a:gd name="T23" fmla="*/ 32 h 32"/>
                  <a:gd name="T24" fmla="*/ 5 w 36"/>
                  <a:gd name="T25" fmla="*/ 28 h 32"/>
                  <a:gd name="T26" fmla="*/ 31 w 36"/>
                  <a:gd name="T27" fmla="*/ 28 h 32"/>
                  <a:gd name="T28" fmla="*/ 30 w 36"/>
                  <a:gd name="T29" fmla="*/ 5 h 32"/>
                  <a:gd name="T30" fmla="*/ 6 w 36"/>
                  <a:gd name="T31" fmla="*/ 5 h 32"/>
                  <a:gd name="T32" fmla="*/ 5 w 36"/>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32">
                    <a:moveTo>
                      <a:pt x="34" y="32"/>
                    </a:moveTo>
                    <a:cubicBezTo>
                      <a:pt x="34" y="32"/>
                      <a:pt x="34" y="32"/>
                      <a:pt x="34" y="32"/>
                    </a:cubicBezTo>
                    <a:cubicBezTo>
                      <a:pt x="2" y="32"/>
                      <a:pt x="2" y="32"/>
                      <a:pt x="2" y="32"/>
                    </a:cubicBezTo>
                    <a:cubicBezTo>
                      <a:pt x="2" y="32"/>
                      <a:pt x="1" y="32"/>
                      <a:pt x="1" y="32"/>
                    </a:cubicBezTo>
                    <a:cubicBezTo>
                      <a:pt x="0" y="31"/>
                      <a:pt x="0" y="30"/>
                      <a:pt x="0" y="30"/>
                    </a:cubicBezTo>
                    <a:cubicBezTo>
                      <a:pt x="2" y="2"/>
                      <a:pt x="2" y="2"/>
                      <a:pt x="2" y="2"/>
                    </a:cubicBezTo>
                    <a:cubicBezTo>
                      <a:pt x="2" y="1"/>
                      <a:pt x="3" y="0"/>
                      <a:pt x="4" y="0"/>
                    </a:cubicBezTo>
                    <a:cubicBezTo>
                      <a:pt x="32" y="0"/>
                      <a:pt x="32" y="0"/>
                      <a:pt x="32" y="0"/>
                    </a:cubicBezTo>
                    <a:cubicBezTo>
                      <a:pt x="33" y="0"/>
                      <a:pt x="34" y="1"/>
                      <a:pt x="34" y="2"/>
                    </a:cubicBezTo>
                    <a:cubicBezTo>
                      <a:pt x="36" y="29"/>
                      <a:pt x="36" y="29"/>
                      <a:pt x="36" y="29"/>
                    </a:cubicBezTo>
                    <a:cubicBezTo>
                      <a:pt x="36" y="29"/>
                      <a:pt x="36" y="30"/>
                      <a:pt x="36" y="30"/>
                    </a:cubicBezTo>
                    <a:cubicBezTo>
                      <a:pt x="36" y="31"/>
                      <a:pt x="35" y="32"/>
                      <a:pt x="34" y="32"/>
                    </a:cubicBezTo>
                    <a:close/>
                    <a:moveTo>
                      <a:pt x="5" y="28"/>
                    </a:moveTo>
                    <a:cubicBezTo>
                      <a:pt x="31" y="28"/>
                      <a:pt x="31" y="28"/>
                      <a:pt x="31" y="28"/>
                    </a:cubicBezTo>
                    <a:cubicBezTo>
                      <a:pt x="30" y="5"/>
                      <a:pt x="30" y="5"/>
                      <a:pt x="30" y="5"/>
                    </a:cubicBezTo>
                    <a:cubicBezTo>
                      <a:pt x="6" y="5"/>
                      <a:pt x="6" y="5"/>
                      <a:pt x="6"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9" name="Freeform 459"/>
              <p:cNvSpPr>
                <a:spLocks/>
              </p:cNvSpPr>
              <p:nvPr/>
            </p:nvSpPr>
            <p:spPr bwMode="auto">
              <a:xfrm>
                <a:off x="2826" y="2865"/>
                <a:ext cx="5" cy="3"/>
              </a:xfrm>
              <a:custGeom>
                <a:avLst/>
                <a:gdLst>
                  <a:gd name="T0" fmla="*/ 4 w 5"/>
                  <a:gd name="T1" fmla="*/ 1 h 3"/>
                  <a:gd name="T2" fmla="*/ 4 w 5"/>
                  <a:gd name="T3" fmla="*/ 0 h 3"/>
                  <a:gd name="T4" fmla="*/ 5 w 5"/>
                  <a:gd name="T5" fmla="*/ 0 h 3"/>
                  <a:gd name="T6" fmla="*/ 5 w 5"/>
                  <a:gd name="T7" fmla="*/ 1 h 3"/>
                  <a:gd name="T8" fmla="*/ 5 w 5"/>
                  <a:gd name="T9" fmla="*/ 3 h 3"/>
                  <a:gd name="T10" fmla="*/ 0 w 5"/>
                  <a:gd name="T11" fmla="*/ 3 h 3"/>
                  <a:gd name="T12" fmla="*/ 0 w 5"/>
                  <a:gd name="T13" fmla="*/ 1 h 3"/>
                  <a:gd name="T14" fmla="*/ 0 w 5"/>
                  <a:gd name="T15" fmla="*/ 0 h 3"/>
                  <a:gd name="T16" fmla="*/ 1 w 5"/>
                  <a:gd name="T17" fmla="*/ 0 h 3"/>
                  <a:gd name="T18" fmla="*/ 1 w 5"/>
                  <a:gd name="T19" fmla="*/ 1 h 3"/>
                  <a:gd name="T20" fmla="*/ 2 w 5"/>
                  <a:gd name="T21" fmla="*/ 1 h 3"/>
                  <a:gd name="T22" fmla="*/ 2 w 5"/>
                  <a:gd name="T23" fmla="*/ 0 h 3"/>
                  <a:gd name="T24" fmla="*/ 3 w 5"/>
                  <a:gd name="T25" fmla="*/ 0 h 3"/>
                  <a:gd name="T26" fmla="*/ 3 w 5"/>
                  <a:gd name="T27" fmla="*/ 1 h 3"/>
                  <a:gd name="T28" fmla="*/ 4 w 5"/>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4" y="1"/>
                    </a:moveTo>
                    <a:lnTo>
                      <a:pt x="4" y="0"/>
                    </a:lnTo>
                    <a:lnTo>
                      <a:pt x="5" y="0"/>
                    </a:lnTo>
                    <a:lnTo>
                      <a:pt x="5" y="1"/>
                    </a:lnTo>
                    <a:lnTo>
                      <a:pt x="5" y="3"/>
                    </a:lnTo>
                    <a:lnTo>
                      <a:pt x="0" y="3"/>
                    </a:lnTo>
                    <a:lnTo>
                      <a:pt x="0" y="1"/>
                    </a:lnTo>
                    <a:lnTo>
                      <a:pt x="0" y="0"/>
                    </a:lnTo>
                    <a:lnTo>
                      <a:pt x="1" y="0"/>
                    </a:lnTo>
                    <a:lnTo>
                      <a:pt x="1" y="1"/>
                    </a:lnTo>
                    <a:lnTo>
                      <a:pt x="2" y="1"/>
                    </a:lnTo>
                    <a:lnTo>
                      <a:pt x="2" y="0"/>
                    </a:lnTo>
                    <a:lnTo>
                      <a:pt x="3" y="0"/>
                    </a:lnTo>
                    <a:lnTo>
                      <a:pt x="3" y="1"/>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0" name="Freeform 460"/>
              <p:cNvSpPr>
                <a:spLocks noEditPoints="1"/>
              </p:cNvSpPr>
              <p:nvPr/>
            </p:nvSpPr>
            <p:spPr bwMode="auto">
              <a:xfrm>
                <a:off x="2825" y="2864"/>
                <a:ext cx="7" cy="4"/>
              </a:xfrm>
              <a:custGeom>
                <a:avLst/>
                <a:gdLst>
                  <a:gd name="T0" fmla="*/ 46 w 49"/>
                  <a:gd name="T1" fmla="*/ 29 h 29"/>
                  <a:gd name="T2" fmla="*/ 2 w 49"/>
                  <a:gd name="T3" fmla="*/ 29 h 29"/>
                  <a:gd name="T4" fmla="*/ 0 w 49"/>
                  <a:gd name="T5" fmla="*/ 26 h 29"/>
                  <a:gd name="T6" fmla="*/ 0 w 49"/>
                  <a:gd name="T7" fmla="*/ 3 h 29"/>
                  <a:gd name="T8" fmla="*/ 2 w 49"/>
                  <a:gd name="T9" fmla="*/ 0 h 29"/>
                  <a:gd name="T10" fmla="*/ 11 w 49"/>
                  <a:gd name="T11" fmla="*/ 0 h 29"/>
                  <a:gd name="T12" fmla="*/ 14 w 49"/>
                  <a:gd name="T13" fmla="*/ 3 h 29"/>
                  <a:gd name="T14" fmla="*/ 14 w 49"/>
                  <a:gd name="T15" fmla="*/ 8 h 29"/>
                  <a:gd name="T16" fmla="*/ 17 w 49"/>
                  <a:gd name="T17" fmla="*/ 8 h 29"/>
                  <a:gd name="T18" fmla="*/ 17 w 49"/>
                  <a:gd name="T19" fmla="*/ 3 h 29"/>
                  <a:gd name="T20" fmla="*/ 20 w 49"/>
                  <a:gd name="T21" fmla="*/ 0 h 29"/>
                  <a:gd name="T22" fmla="*/ 29 w 49"/>
                  <a:gd name="T23" fmla="*/ 0 h 29"/>
                  <a:gd name="T24" fmla="*/ 31 w 49"/>
                  <a:gd name="T25" fmla="*/ 3 h 29"/>
                  <a:gd name="T26" fmla="*/ 31 w 49"/>
                  <a:gd name="T27" fmla="*/ 8 h 29"/>
                  <a:gd name="T28" fmla="*/ 35 w 49"/>
                  <a:gd name="T29" fmla="*/ 8 h 29"/>
                  <a:gd name="T30" fmla="*/ 35 w 49"/>
                  <a:gd name="T31" fmla="*/ 3 h 29"/>
                  <a:gd name="T32" fmla="*/ 37 w 49"/>
                  <a:gd name="T33" fmla="*/ 0 h 29"/>
                  <a:gd name="T34" fmla="*/ 46 w 49"/>
                  <a:gd name="T35" fmla="*/ 0 h 29"/>
                  <a:gd name="T36" fmla="*/ 49 w 49"/>
                  <a:gd name="T37" fmla="*/ 3 h 29"/>
                  <a:gd name="T38" fmla="*/ 49 w 49"/>
                  <a:gd name="T39" fmla="*/ 26 h 29"/>
                  <a:gd name="T40" fmla="*/ 46 w 49"/>
                  <a:gd name="T41" fmla="*/ 29 h 29"/>
                  <a:gd name="T42" fmla="*/ 4 w 49"/>
                  <a:gd name="T43" fmla="*/ 24 h 29"/>
                  <a:gd name="T44" fmla="*/ 44 w 49"/>
                  <a:gd name="T45" fmla="*/ 24 h 29"/>
                  <a:gd name="T46" fmla="*/ 44 w 49"/>
                  <a:gd name="T47" fmla="*/ 5 h 29"/>
                  <a:gd name="T48" fmla="*/ 40 w 49"/>
                  <a:gd name="T49" fmla="*/ 5 h 29"/>
                  <a:gd name="T50" fmla="*/ 40 w 49"/>
                  <a:gd name="T51" fmla="*/ 11 h 29"/>
                  <a:gd name="T52" fmla="*/ 37 w 49"/>
                  <a:gd name="T53" fmla="*/ 13 h 29"/>
                  <a:gd name="T54" fmla="*/ 29 w 49"/>
                  <a:gd name="T55" fmla="*/ 13 h 29"/>
                  <a:gd name="T56" fmla="*/ 26 w 49"/>
                  <a:gd name="T57" fmla="*/ 11 h 29"/>
                  <a:gd name="T58" fmla="*/ 26 w 49"/>
                  <a:gd name="T59" fmla="*/ 5 h 29"/>
                  <a:gd name="T60" fmla="*/ 22 w 49"/>
                  <a:gd name="T61" fmla="*/ 5 h 29"/>
                  <a:gd name="T62" fmla="*/ 22 w 49"/>
                  <a:gd name="T63" fmla="*/ 11 h 29"/>
                  <a:gd name="T64" fmla="*/ 20 w 49"/>
                  <a:gd name="T65" fmla="*/ 13 h 29"/>
                  <a:gd name="T66" fmla="*/ 11 w 49"/>
                  <a:gd name="T67" fmla="*/ 13 h 29"/>
                  <a:gd name="T68" fmla="*/ 9 w 49"/>
                  <a:gd name="T69" fmla="*/ 11 h 29"/>
                  <a:gd name="T70" fmla="*/ 9 w 49"/>
                  <a:gd name="T71" fmla="*/ 5 h 29"/>
                  <a:gd name="T72" fmla="*/ 4 w 49"/>
                  <a:gd name="T73" fmla="*/ 5 h 29"/>
                  <a:gd name="T74" fmla="*/ 4 w 49"/>
                  <a:gd name="T7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9">
                    <a:moveTo>
                      <a:pt x="46" y="29"/>
                    </a:moveTo>
                    <a:cubicBezTo>
                      <a:pt x="2" y="29"/>
                      <a:pt x="2" y="29"/>
                      <a:pt x="2" y="29"/>
                    </a:cubicBezTo>
                    <a:cubicBezTo>
                      <a:pt x="1" y="29"/>
                      <a:pt x="0" y="28"/>
                      <a:pt x="0" y="26"/>
                    </a:cubicBezTo>
                    <a:cubicBezTo>
                      <a:pt x="0" y="3"/>
                      <a:pt x="0" y="3"/>
                      <a:pt x="0" y="3"/>
                    </a:cubicBezTo>
                    <a:cubicBezTo>
                      <a:pt x="0" y="1"/>
                      <a:pt x="1" y="0"/>
                      <a:pt x="2" y="0"/>
                    </a:cubicBezTo>
                    <a:cubicBezTo>
                      <a:pt x="11" y="0"/>
                      <a:pt x="11" y="0"/>
                      <a:pt x="11" y="0"/>
                    </a:cubicBezTo>
                    <a:cubicBezTo>
                      <a:pt x="12" y="0"/>
                      <a:pt x="14" y="1"/>
                      <a:pt x="14" y="3"/>
                    </a:cubicBezTo>
                    <a:cubicBezTo>
                      <a:pt x="14" y="8"/>
                      <a:pt x="14" y="8"/>
                      <a:pt x="14" y="8"/>
                    </a:cubicBezTo>
                    <a:cubicBezTo>
                      <a:pt x="17" y="8"/>
                      <a:pt x="17" y="8"/>
                      <a:pt x="17" y="8"/>
                    </a:cubicBezTo>
                    <a:cubicBezTo>
                      <a:pt x="17" y="3"/>
                      <a:pt x="17" y="3"/>
                      <a:pt x="17" y="3"/>
                    </a:cubicBezTo>
                    <a:cubicBezTo>
                      <a:pt x="17" y="1"/>
                      <a:pt x="18" y="0"/>
                      <a:pt x="20" y="0"/>
                    </a:cubicBezTo>
                    <a:cubicBezTo>
                      <a:pt x="29" y="0"/>
                      <a:pt x="29" y="0"/>
                      <a:pt x="29" y="0"/>
                    </a:cubicBezTo>
                    <a:cubicBezTo>
                      <a:pt x="30" y="0"/>
                      <a:pt x="31" y="1"/>
                      <a:pt x="31" y="3"/>
                    </a:cubicBezTo>
                    <a:cubicBezTo>
                      <a:pt x="31" y="8"/>
                      <a:pt x="31" y="8"/>
                      <a:pt x="31" y="8"/>
                    </a:cubicBezTo>
                    <a:cubicBezTo>
                      <a:pt x="35" y="8"/>
                      <a:pt x="35" y="8"/>
                      <a:pt x="35" y="8"/>
                    </a:cubicBezTo>
                    <a:cubicBezTo>
                      <a:pt x="35" y="3"/>
                      <a:pt x="35" y="3"/>
                      <a:pt x="35" y="3"/>
                    </a:cubicBezTo>
                    <a:cubicBezTo>
                      <a:pt x="35" y="1"/>
                      <a:pt x="36" y="0"/>
                      <a:pt x="37" y="0"/>
                    </a:cubicBezTo>
                    <a:cubicBezTo>
                      <a:pt x="46" y="0"/>
                      <a:pt x="46" y="0"/>
                      <a:pt x="46" y="0"/>
                    </a:cubicBezTo>
                    <a:cubicBezTo>
                      <a:pt x="48" y="0"/>
                      <a:pt x="49" y="1"/>
                      <a:pt x="49" y="3"/>
                    </a:cubicBezTo>
                    <a:cubicBezTo>
                      <a:pt x="49" y="26"/>
                      <a:pt x="49" y="26"/>
                      <a:pt x="49" y="26"/>
                    </a:cubicBezTo>
                    <a:cubicBezTo>
                      <a:pt x="49" y="28"/>
                      <a:pt x="48" y="29"/>
                      <a:pt x="46" y="29"/>
                    </a:cubicBezTo>
                    <a:close/>
                    <a:moveTo>
                      <a:pt x="4" y="24"/>
                    </a:moveTo>
                    <a:cubicBezTo>
                      <a:pt x="44" y="24"/>
                      <a:pt x="44" y="24"/>
                      <a:pt x="44" y="24"/>
                    </a:cubicBezTo>
                    <a:cubicBezTo>
                      <a:pt x="44" y="5"/>
                      <a:pt x="44" y="5"/>
                      <a:pt x="44" y="5"/>
                    </a:cubicBezTo>
                    <a:cubicBezTo>
                      <a:pt x="40" y="5"/>
                      <a:pt x="40" y="5"/>
                      <a:pt x="40" y="5"/>
                    </a:cubicBezTo>
                    <a:cubicBezTo>
                      <a:pt x="40" y="11"/>
                      <a:pt x="40" y="11"/>
                      <a:pt x="40" y="11"/>
                    </a:cubicBezTo>
                    <a:cubicBezTo>
                      <a:pt x="40" y="12"/>
                      <a:pt x="38" y="13"/>
                      <a:pt x="37" y="13"/>
                    </a:cubicBezTo>
                    <a:cubicBezTo>
                      <a:pt x="29" y="13"/>
                      <a:pt x="29" y="13"/>
                      <a:pt x="29" y="13"/>
                    </a:cubicBezTo>
                    <a:cubicBezTo>
                      <a:pt x="27" y="13"/>
                      <a:pt x="26" y="12"/>
                      <a:pt x="26" y="11"/>
                    </a:cubicBezTo>
                    <a:cubicBezTo>
                      <a:pt x="26" y="5"/>
                      <a:pt x="26" y="5"/>
                      <a:pt x="26" y="5"/>
                    </a:cubicBezTo>
                    <a:cubicBezTo>
                      <a:pt x="22" y="5"/>
                      <a:pt x="22" y="5"/>
                      <a:pt x="22" y="5"/>
                    </a:cubicBezTo>
                    <a:cubicBezTo>
                      <a:pt x="22" y="11"/>
                      <a:pt x="22" y="11"/>
                      <a:pt x="22" y="11"/>
                    </a:cubicBezTo>
                    <a:cubicBezTo>
                      <a:pt x="22" y="12"/>
                      <a:pt x="21" y="13"/>
                      <a:pt x="20" y="13"/>
                    </a:cubicBezTo>
                    <a:cubicBezTo>
                      <a:pt x="11" y="13"/>
                      <a:pt x="11" y="13"/>
                      <a:pt x="11" y="13"/>
                    </a:cubicBezTo>
                    <a:cubicBezTo>
                      <a:pt x="10" y="13"/>
                      <a:pt x="9" y="12"/>
                      <a:pt x="9" y="11"/>
                    </a:cubicBezTo>
                    <a:cubicBezTo>
                      <a:pt x="9" y="5"/>
                      <a:pt x="9" y="5"/>
                      <a:pt x="9" y="5"/>
                    </a:cubicBezTo>
                    <a:cubicBezTo>
                      <a:pt x="4" y="5"/>
                      <a:pt x="4" y="5"/>
                      <a:pt x="4" y="5"/>
                    </a:cubicBezTo>
                    <a:lnTo>
                      <a:pt x="4"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1" name="Freeform 461"/>
              <p:cNvSpPr>
                <a:spLocks/>
              </p:cNvSpPr>
              <p:nvPr/>
            </p:nvSpPr>
            <p:spPr bwMode="auto">
              <a:xfrm>
                <a:off x="2827" y="2868"/>
                <a:ext cx="4" cy="7"/>
              </a:xfrm>
              <a:custGeom>
                <a:avLst/>
                <a:gdLst>
                  <a:gd name="T0" fmla="*/ 4 w 4"/>
                  <a:gd name="T1" fmla="*/ 7 h 7"/>
                  <a:gd name="T2" fmla="*/ 0 w 4"/>
                  <a:gd name="T3" fmla="*/ 7 h 7"/>
                  <a:gd name="T4" fmla="*/ 0 w 4"/>
                  <a:gd name="T5" fmla="*/ 0 h 7"/>
                  <a:gd name="T6" fmla="*/ 3 w 4"/>
                  <a:gd name="T7" fmla="*/ 0 h 7"/>
                  <a:gd name="T8" fmla="*/ 4 w 4"/>
                  <a:gd name="T9" fmla="*/ 7 h 7"/>
                </a:gdLst>
                <a:ahLst/>
                <a:cxnLst>
                  <a:cxn ang="0">
                    <a:pos x="T0" y="T1"/>
                  </a:cxn>
                  <a:cxn ang="0">
                    <a:pos x="T2" y="T3"/>
                  </a:cxn>
                  <a:cxn ang="0">
                    <a:pos x="T4" y="T5"/>
                  </a:cxn>
                  <a:cxn ang="0">
                    <a:pos x="T6" y="T7"/>
                  </a:cxn>
                  <a:cxn ang="0">
                    <a:pos x="T8" y="T9"/>
                  </a:cxn>
                </a:cxnLst>
                <a:rect l="0" t="0" r="r" b="b"/>
                <a:pathLst>
                  <a:path w="4" h="7">
                    <a:moveTo>
                      <a:pt x="4" y="7"/>
                    </a:moveTo>
                    <a:lnTo>
                      <a:pt x="0" y="7"/>
                    </a:lnTo>
                    <a:lnTo>
                      <a:pt x="0" y="0"/>
                    </a:lnTo>
                    <a:lnTo>
                      <a:pt x="3" y="0"/>
                    </a:lnTo>
                    <a:lnTo>
                      <a:pt x="4"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2" name="Freeform 462"/>
              <p:cNvSpPr>
                <a:spLocks noEditPoints="1"/>
              </p:cNvSpPr>
              <p:nvPr/>
            </p:nvSpPr>
            <p:spPr bwMode="auto">
              <a:xfrm>
                <a:off x="2826" y="2867"/>
                <a:ext cx="5" cy="8"/>
              </a:xfrm>
              <a:custGeom>
                <a:avLst/>
                <a:gdLst>
                  <a:gd name="T0" fmla="*/ 34 w 36"/>
                  <a:gd name="T1" fmla="*/ 62 h 62"/>
                  <a:gd name="T2" fmla="*/ 34 w 36"/>
                  <a:gd name="T3" fmla="*/ 62 h 62"/>
                  <a:gd name="T4" fmla="*/ 2 w 36"/>
                  <a:gd name="T5" fmla="*/ 62 h 62"/>
                  <a:gd name="T6" fmla="*/ 1 w 36"/>
                  <a:gd name="T7" fmla="*/ 62 h 62"/>
                  <a:gd name="T8" fmla="*/ 0 w 36"/>
                  <a:gd name="T9" fmla="*/ 60 h 62"/>
                  <a:gd name="T10" fmla="*/ 2 w 36"/>
                  <a:gd name="T11" fmla="*/ 2 h 62"/>
                  <a:gd name="T12" fmla="*/ 4 w 36"/>
                  <a:gd name="T13" fmla="*/ 0 h 62"/>
                  <a:gd name="T14" fmla="*/ 32 w 36"/>
                  <a:gd name="T15" fmla="*/ 0 h 62"/>
                  <a:gd name="T16" fmla="*/ 34 w 36"/>
                  <a:gd name="T17" fmla="*/ 2 h 62"/>
                  <a:gd name="T18" fmla="*/ 36 w 36"/>
                  <a:gd name="T19" fmla="*/ 59 h 62"/>
                  <a:gd name="T20" fmla="*/ 36 w 36"/>
                  <a:gd name="T21" fmla="*/ 60 h 62"/>
                  <a:gd name="T22" fmla="*/ 34 w 36"/>
                  <a:gd name="T23" fmla="*/ 62 h 62"/>
                  <a:gd name="T24" fmla="*/ 5 w 36"/>
                  <a:gd name="T25" fmla="*/ 58 h 62"/>
                  <a:gd name="T26" fmla="*/ 31 w 36"/>
                  <a:gd name="T27" fmla="*/ 58 h 62"/>
                  <a:gd name="T28" fmla="*/ 30 w 36"/>
                  <a:gd name="T29" fmla="*/ 5 h 62"/>
                  <a:gd name="T30" fmla="*/ 7 w 36"/>
                  <a:gd name="T31" fmla="*/ 5 h 62"/>
                  <a:gd name="T32" fmla="*/ 5 w 36"/>
                  <a:gd name="T33" fmla="*/ 5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62">
                    <a:moveTo>
                      <a:pt x="34" y="62"/>
                    </a:moveTo>
                    <a:cubicBezTo>
                      <a:pt x="34" y="62"/>
                      <a:pt x="34" y="62"/>
                      <a:pt x="34" y="62"/>
                    </a:cubicBezTo>
                    <a:cubicBezTo>
                      <a:pt x="2" y="62"/>
                      <a:pt x="2" y="62"/>
                      <a:pt x="2" y="62"/>
                    </a:cubicBezTo>
                    <a:cubicBezTo>
                      <a:pt x="2" y="62"/>
                      <a:pt x="1" y="62"/>
                      <a:pt x="1" y="62"/>
                    </a:cubicBezTo>
                    <a:cubicBezTo>
                      <a:pt x="0" y="61"/>
                      <a:pt x="0" y="61"/>
                      <a:pt x="0" y="60"/>
                    </a:cubicBezTo>
                    <a:cubicBezTo>
                      <a:pt x="2" y="2"/>
                      <a:pt x="2" y="2"/>
                      <a:pt x="2" y="2"/>
                    </a:cubicBezTo>
                    <a:cubicBezTo>
                      <a:pt x="2" y="1"/>
                      <a:pt x="3" y="0"/>
                      <a:pt x="4" y="0"/>
                    </a:cubicBezTo>
                    <a:cubicBezTo>
                      <a:pt x="32" y="0"/>
                      <a:pt x="32" y="0"/>
                      <a:pt x="32" y="0"/>
                    </a:cubicBezTo>
                    <a:cubicBezTo>
                      <a:pt x="33" y="0"/>
                      <a:pt x="34" y="1"/>
                      <a:pt x="34" y="2"/>
                    </a:cubicBezTo>
                    <a:cubicBezTo>
                      <a:pt x="36" y="59"/>
                      <a:pt x="36" y="59"/>
                      <a:pt x="36" y="59"/>
                    </a:cubicBezTo>
                    <a:cubicBezTo>
                      <a:pt x="36" y="59"/>
                      <a:pt x="36" y="60"/>
                      <a:pt x="36" y="60"/>
                    </a:cubicBezTo>
                    <a:cubicBezTo>
                      <a:pt x="36" y="61"/>
                      <a:pt x="35" y="62"/>
                      <a:pt x="34" y="62"/>
                    </a:cubicBezTo>
                    <a:close/>
                    <a:moveTo>
                      <a:pt x="5" y="58"/>
                    </a:moveTo>
                    <a:cubicBezTo>
                      <a:pt x="31" y="58"/>
                      <a:pt x="31" y="58"/>
                      <a:pt x="31" y="58"/>
                    </a:cubicBezTo>
                    <a:cubicBezTo>
                      <a:pt x="30" y="5"/>
                      <a:pt x="30" y="5"/>
                      <a:pt x="30" y="5"/>
                    </a:cubicBezTo>
                    <a:cubicBezTo>
                      <a:pt x="7" y="5"/>
                      <a:pt x="7" y="5"/>
                      <a:pt x="7" y="5"/>
                    </a:cubicBezTo>
                    <a:lnTo>
                      <a:pt x="5"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3" name="Freeform 463"/>
              <p:cNvSpPr>
                <a:spLocks/>
              </p:cNvSpPr>
              <p:nvPr/>
            </p:nvSpPr>
            <p:spPr bwMode="auto">
              <a:xfrm>
                <a:off x="2822" y="2872"/>
                <a:ext cx="1" cy="2"/>
              </a:xfrm>
              <a:custGeom>
                <a:avLst/>
                <a:gdLst>
                  <a:gd name="T0" fmla="*/ 6 w 6"/>
                  <a:gd name="T1" fmla="*/ 3 h 12"/>
                  <a:gd name="T2" fmla="*/ 3 w 6"/>
                  <a:gd name="T3" fmla="*/ 0 h 12"/>
                  <a:gd name="T4" fmla="*/ 0 w 6"/>
                  <a:gd name="T5" fmla="*/ 3 h 12"/>
                  <a:gd name="T6" fmla="*/ 0 w 6"/>
                  <a:gd name="T7" fmla="*/ 12 h 12"/>
                  <a:gd name="T8" fmla="*/ 6 w 6"/>
                  <a:gd name="T9" fmla="*/ 12 h 12"/>
                  <a:gd name="T10" fmla="*/ 6 w 6"/>
                  <a:gd name="T11" fmla="*/ 3 h 12"/>
                </a:gdLst>
                <a:ahLst/>
                <a:cxnLst>
                  <a:cxn ang="0">
                    <a:pos x="T0" y="T1"/>
                  </a:cxn>
                  <a:cxn ang="0">
                    <a:pos x="T2" y="T3"/>
                  </a:cxn>
                  <a:cxn ang="0">
                    <a:pos x="T4" y="T5"/>
                  </a:cxn>
                  <a:cxn ang="0">
                    <a:pos x="T6" y="T7"/>
                  </a:cxn>
                  <a:cxn ang="0">
                    <a:pos x="T8" y="T9"/>
                  </a:cxn>
                  <a:cxn ang="0">
                    <a:pos x="T10" y="T11"/>
                  </a:cxn>
                </a:cxnLst>
                <a:rect l="0" t="0" r="r" b="b"/>
                <a:pathLst>
                  <a:path w="6" h="12">
                    <a:moveTo>
                      <a:pt x="6" y="3"/>
                    </a:moveTo>
                    <a:cubicBezTo>
                      <a:pt x="6" y="1"/>
                      <a:pt x="5" y="0"/>
                      <a:pt x="3" y="0"/>
                    </a:cubicBezTo>
                    <a:cubicBezTo>
                      <a:pt x="1" y="0"/>
                      <a:pt x="0" y="1"/>
                      <a:pt x="0" y="3"/>
                    </a:cubicBezTo>
                    <a:cubicBezTo>
                      <a:pt x="0" y="12"/>
                      <a:pt x="0" y="12"/>
                      <a:pt x="0" y="12"/>
                    </a:cubicBezTo>
                    <a:cubicBezTo>
                      <a:pt x="6" y="12"/>
                      <a:pt x="6" y="12"/>
                      <a:pt x="6" y="12"/>
                    </a:cubicBez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4" name="Freeform 464"/>
              <p:cNvSpPr>
                <a:spLocks/>
              </p:cNvSpPr>
              <p:nvPr/>
            </p:nvSpPr>
            <p:spPr bwMode="auto">
              <a:xfrm>
                <a:off x="2828" y="2869"/>
                <a:ext cx="1" cy="2"/>
              </a:xfrm>
              <a:custGeom>
                <a:avLst/>
                <a:gdLst>
                  <a:gd name="T0" fmla="*/ 6 w 6"/>
                  <a:gd name="T1" fmla="*/ 4 h 13"/>
                  <a:gd name="T2" fmla="*/ 3 w 6"/>
                  <a:gd name="T3" fmla="*/ 0 h 13"/>
                  <a:gd name="T4" fmla="*/ 0 w 6"/>
                  <a:gd name="T5" fmla="*/ 4 h 13"/>
                  <a:gd name="T6" fmla="*/ 0 w 6"/>
                  <a:gd name="T7" fmla="*/ 13 h 13"/>
                  <a:gd name="T8" fmla="*/ 6 w 6"/>
                  <a:gd name="T9" fmla="*/ 13 h 13"/>
                  <a:gd name="T10" fmla="*/ 6 w 6"/>
                  <a:gd name="T11" fmla="*/ 4 h 13"/>
                </a:gdLst>
                <a:ahLst/>
                <a:cxnLst>
                  <a:cxn ang="0">
                    <a:pos x="T0" y="T1"/>
                  </a:cxn>
                  <a:cxn ang="0">
                    <a:pos x="T2" y="T3"/>
                  </a:cxn>
                  <a:cxn ang="0">
                    <a:pos x="T4" y="T5"/>
                  </a:cxn>
                  <a:cxn ang="0">
                    <a:pos x="T6" y="T7"/>
                  </a:cxn>
                  <a:cxn ang="0">
                    <a:pos x="T8" y="T9"/>
                  </a:cxn>
                  <a:cxn ang="0">
                    <a:pos x="T10" y="T11"/>
                  </a:cxn>
                </a:cxnLst>
                <a:rect l="0" t="0" r="r" b="b"/>
                <a:pathLst>
                  <a:path w="6" h="13">
                    <a:moveTo>
                      <a:pt x="6" y="4"/>
                    </a:moveTo>
                    <a:cubicBezTo>
                      <a:pt x="6" y="2"/>
                      <a:pt x="5" y="0"/>
                      <a:pt x="3" y="0"/>
                    </a:cubicBezTo>
                    <a:cubicBezTo>
                      <a:pt x="1" y="0"/>
                      <a:pt x="0" y="2"/>
                      <a:pt x="0" y="4"/>
                    </a:cubicBezTo>
                    <a:cubicBezTo>
                      <a:pt x="0" y="13"/>
                      <a:pt x="0" y="13"/>
                      <a:pt x="0" y="13"/>
                    </a:cubicBezTo>
                    <a:cubicBezTo>
                      <a:pt x="6" y="13"/>
                      <a:pt x="6" y="13"/>
                      <a:pt x="6" y="13"/>
                    </a:cubicBezTo>
                    <a:lnTo>
                      <a:pt x="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5" name="Freeform 465"/>
              <p:cNvSpPr>
                <a:spLocks/>
              </p:cNvSpPr>
              <p:nvPr/>
            </p:nvSpPr>
            <p:spPr bwMode="auto">
              <a:xfrm>
                <a:off x="2831" y="2869"/>
                <a:ext cx="6" cy="2"/>
              </a:xfrm>
              <a:custGeom>
                <a:avLst/>
                <a:gdLst>
                  <a:gd name="T0" fmla="*/ 2 w 6"/>
                  <a:gd name="T1" fmla="*/ 1 h 2"/>
                  <a:gd name="T2" fmla="*/ 2 w 6"/>
                  <a:gd name="T3" fmla="*/ 0 h 2"/>
                  <a:gd name="T4" fmla="*/ 0 w 6"/>
                  <a:gd name="T5" fmla="*/ 0 h 2"/>
                  <a:gd name="T6" fmla="*/ 0 w 6"/>
                  <a:gd name="T7" fmla="*/ 1 h 2"/>
                  <a:gd name="T8" fmla="*/ 0 w 6"/>
                  <a:gd name="T9" fmla="*/ 2 h 2"/>
                  <a:gd name="T10" fmla="*/ 6 w 6"/>
                  <a:gd name="T11" fmla="*/ 2 h 2"/>
                  <a:gd name="T12" fmla="*/ 6 w 6"/>
                  <a:gd name="T13" fmla="*/ 1 h 2"/>
                  <a:gd name="T14" fmla="*/ 6 w 6"/>
                  <a:gd name="T15" fmla="*/ 0 h 2"/>
                  <a:gd name="T16" fmla="*/ 5 w 6"/>
                  <a:gd name="T17" fmla="*/ 0 h 2"/>
                  <a:gd name="T18" fmla="*/ 5 w 6"/>
                  <a:gd name="T19" fmla="*/ 1 h 2"/>
                  <a:gd name="T20" fmla="*/ 4 w 6"/>
                  <a:gd name="T21" fmla="*/ 1 h 2"/>
                  <a:gd name="T22" fmla="*/ 4 w 6"/>
                  <a:gd name="T23" fmla="*/ 0 h 2"/>
                  <a:gd name="T24" fmla="*/ 3 w 6"/>
                  <a:gd name="T25" fmla="*/ 0 h 2"/>
                  <a:gd name="T26" fmla="*/ 3 w 6"/>
                  <a:gd name="T27" fmla="*/ 1 h 2"/>
                  <a:gd name="T28" fmla="*/ 2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2" y="1"/>
                    </a:moveTo>
                    <a:lnTo>
                      <a:pt x="2" y="0"/>
                    </a:lnTo>
                    <a:lnTo>
                      <a:pt x="0" y="0"/>
                    </a:lnTo>
                    <a:lnTo>
                      <a:pt x="0" y="1"/>
                    </a:lnTo>
                    <a:lnTo>
                      <a:pt x="0" y="2"/>
                    </a:lnTo>
                    <a:lnTo>
                      <a:pt x="6" y="2"/>
                    </a:lnTo>
                    <a:lnTo>
                      <a:pt x="6" y="1"/>
                    </a:lnTo>
                    <a:lnTo>
                      <a:pt x="6" y="0"/>
                    </a:lnTo>
                    <a:lnTo>
                      <a:pt x="5" y="0"/>
                    </a:lnTo>
                    <a:lnTo>
                      <a:pt x="5" y="1"/>
                    </a:lnTo>
                    <a:lnTo>
                      <a:pt x="4" y="1"/>
                    </a:lnTo>
                    <a:lnTo>
                      <a:pt x="4" y="0"/>
                    </a:lnTo>
                    <a:lnTo>
                      <a:pt x="3" y="0"/>
                    </a:lnTo>
                    <a:lnTo>
                      <a:pt x="3" y="1"/>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6" name="Freeform 466"/>
              <p:cNvSpPr>
                <a:spLocks noEditPoints="1"/>
              </p:cNvSpPr>
              <p:nvPr/>
            </p:nvSpPr>
            <p:spPr bwMode="auto">
              <a:xfrm>
                <a:off x="2831" y="2868"/>
                <a:ext cx="6" cy="4"/>
              </a:xfrm>
              <a:custGeom>
                <a:avLst/>
                <a:gdLst>
                  <a:gd name="T0" fmla="*/ 47 w 49"/>
                  <a:gd name="T1" fmla="*/ 29 h 29"/>
                  <a:gd name="T2" fmla="*/ 2 w 49"/>
                  <a:gd name="T3" fmla="*/ 29 h 29"/>
                  <a:gd name="T4" fmla="*/ 0 w 49"/>
                  <a:gd name="T5" fmla="*/ 26 h 29"/>
                  <a:gd name="T6" fmla="*/ 0 w 49"/>
                  <a:gd name="T7" fmla="*/ 3 h 29"/>
                  <a:gd name="T8" fmla="*/ 2 w 49"/>
                  <a:gd name="T9" fmla="*/ 0 h 29"/>
                  <a:gd name="T10" fmla="*/ 11 w 49"/>
                  <a:gd name="T11" fmla="*/ 0 h 29"/>
                  <a:gd name="T12" fmla="*/ 14 w 49"/>
                  <a:gd name="T13" fmla="*/ 3 h 29"/>
                  <a:gd name="T14" fmla="*/ 14 w 49"/>
                  <a:gd name="T15" fmla="*/ 8 h 29"/>
                  <a:gd name="T16" fmla="*/ 17 w 49"/>
                  <a:gd name="T17" fmla="*/ 8 h 29"/>
                  <a:gd name="T18" fmla="*/ 17 w 49"/>
                  <a:gd name="T19" fmla="*/ 3 h 29"/>
                  <a:gd name="T20" fmla="*/ 20 w 49"/>
                  <a:gd name="T21" fmla="*/ 0 h 29"/>
                  <a:gd name="T22" fmla="*/ 29 w 49"/>
                  <a:gd name="T23" fmla="*/ 0 h 29"/>
                  <a:gd name="T24" fmla="*/ 31 w 49"/>
                  <a:gd name="T25" fmla="*/ 3 h 29"/>
                  <a:gd name="T26" fmla="*/ 31 w 49"/>
                  <a:gd name="T27" fmla="*/ 8 h 29"/>
                  <a:gd name="T28" fmla="*/ 35 w 49"/>
                  <a:gd name="T29" fmla="*/ 8 h 29"/>
                  <a:gd name="T30" fmla="*/ 35 w 49"/>
                  <a:gd name="T31" fmla="*/ 3 h 29"/>
                  <a:gd name="T32" fmla="*/ 37 w 49"/>
                  <a:gd name="T33" fmla="*/ 0 h 29"/>
                  <a:gd name="T34" fmla="*/ 47 w 49"/>
                  <a:gd name="T35" fmla="*/ 0 h 29"/>
                  <a:gd name="T36" fmla="*/ 49 w 49"/>
                  <a:gd name="T37" fmla="*/ 3 h 29"/>
                  <a:gd name="T38" fmla="*/ 49 w 49"/>
                  <a:gd name="T39" fmla="*/ 26 h 29"/>
                  <a:gd name="T40" fmla="*/ 47 w 49"/>
                  <a:gd name="T41" fmla="*/ 29 h 29"/>
                  <a:gd name="T42" fmla="*/ 5 w 49"/>
                  <a:gd name="T43" fmla="*/ 24 h 29"/>
                  <a:gd name="T44" fmla="*/ 44 w 49"/>
                  <a:gd name="T45" fmla="*/ 24 h 29"/>
                  <a:gd name="T46" fmla="*/ 44 w 49"/>
                  <a:gd name="T47" fmla="*/ 5 h 29"/>
                  <a:gd name="T48" fmla="*/ 40 w 49"/>
                  <a:gd name="T49" fmla="*/ 5 h 29"/>
                  <a:gd name="T50" fmla="*/ 40 w 49"/>
                  <a:gd name="T51" fmla="*/ 11 h 29"/>
                  <a:gd name="T52" fmla="*/ 37 w 49"/>
                  <a:gd name="T53" fmla="*/ 13 h 29"/>
                  <a:gd name="T54" fmla="*/ 29 w 49"/>
                  <a:gd name="T55" fmla="*/ 13 h 29"/>
                  <a:gd name="T56" fmla="*/ 27 w 49"/>
                  <a:gd name="T57" fmla="*/ 11 h 29"/>
                  <a:gd name="T58" fmla="*/ 27 w 49"/>
                  <a:gd name="T59" fmla="*/ 5 h 29"/>
                  <a:gd name="T60" fmla="*/ 22 w 49"/>
                  <a:gd name="T61" fmla="*/ 5 h 29"/>
                  <a:gd name="T62" fmla="*/ 22 w 49"/>
                  <a:gd name="T63" fmla="*/ 11 h 29"/>
                  <a:gd name="T64" fmla="*/ 20 w 49"/>
                  <a:gd name="T65" fmla="*/ 13 h 29"/>
                  <a:gd name="T66" fmla="*/ 11 w 49"/>
                  <a:gd name="T67" fmla="*/ 13 h 29"/>
                  <a:gd name="T68" fmla="*/ 9 w 49"/>
                  <a:gd name="T69" fmla="*/ 11 h 29"/>
                  <a:gd name="T70" fmla="*/ 9 w 49"/>
                  <a:gd name="T71" fmla="*/ 5 h 29"/>
                  <a:gd name="T72" fmla="*/ 5 w 49"/>
                  <a:gd name="T73" fmla="*/ 5 h 29"/>
                  <a:gd name="T74" fmla="*/ 5 w 49"/>
                  <a:gd name="T7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9">
                    <a:moveTo>
                      <a:pt x="47" y="29"/>
                    </a:moveTo>
                    <a:cubicBezTo>
                      <a:pt x="2" y="29"/>
                      <a:pt x="2" y="29"/>
                      <a:pt x="2" y="29"/>
                    </a:cubicBezTo>
                    <a:cubicBezTo>
                      <a:pt x="1" y="29"/>
                      <a:pt x="0" y="28"/>
                      <a:pt x="0" y="26"/>
                    </a:cubicBezTo>
                    <a:cubicBezTo>
                      <a:pt x="0" y="3"/>
                      <a:pt x="0" y="3"/>
                      <a:pt x="0" y="3"/>
                    </a:cubicBezTo>
                    <a:cubicBezTo>
                      <a:pt x="0" y="1"/>
                      <a:pt x="1" y="0"/>
                      <a:pt x="2" y="0"/>
                    </a:cubicBezTo>
                    <a:cubicBezTo>
                      <a:pt x="11" y="0"/>
                      <a:pt x="11" y="0"/>
                      <a:pt x="11" y="0"/>
                    </a:cubicBezTo>
                    <a:cubicBezTo>
                      <a:pt x="13" y="0"/>
                      <a:pt x="14" y="1"/>
                      <a:pt x="14" y="3"/>
                    </a:cubicBezTo>
                    <a:cubicBezTo>
                      <a:pt x="14" y="8"/>
                      <a:pt x="14" y="8"/>
                      <a:pt x="14" y="8"/>
                    </a:cubicBezTo>
                    <a:cubicBezTo>
                      <a:pt x="17" y="8"/>
                      <a:pt x="17" y="8"/>
                      <a:pt x="17" y="8"/>
                    </a:cubicBezTo>
                    <a:cubicBezTo>
                      <a:pt x="17" y="3"/>
                      <a:pt x="17" y="3"/>
                      <a:pt x="17" y="3"/>
                    </a:cubicBezTo>
                    <a:cubicBezTo>
                      <a:pt x="17" y="1"/>
                      <a:pt x="18" y="0"/>
                      <a:pt x="20" y="0"/>
                    </a:cubicBezTo>
                    <a:cubicBezTo>
                      <a:pt x="29" y="0"/>
                      <a:pt x="29" y="0"/>
                      <a:pt x="29" y="0"/>
                    </a:cubicBezTo>
                    <a:cubicBezTo>
                      <a:pt x="30" y="0"/>
                      <a:pt x="31" y="1"/>
                      <a:pt x="31" y="3"/>
                    </a:cubicBezTo>
                    <a:cubicBezTo>
                      <a:pt x="31" y="8"/>
                      <a:pt x="31" y="8"/>
                      <a:pt x="31" y="8"/>
                    </a:cubicBezTo>
                    <a:cubicBezTo>
                      <a:pt x="35" y="8"/>
                      <a:pt x="35" y="8"/>
                      <a:pt x="35" y="8"/>
                    </a:cubicBezTo>
                    <a:cubicBezTo>
                      <a:pt x="35" y="3"/>
                      <a:pt x="35" y="3"/>
                      <a:pt x="35" y="3"/>
                    </a:cubicBezTo>
                    <a:cubicBezTo>
                      <a:pt x="35" y="1"/>
                      <a:pt x="36" y="0"/>
                      <a:pt x="37" y="0"/>
                    </a:cubicBezTo>
                    <a:cubicBezTo>
                      <a:pt x="47" y="0"/>
                      <a:pt x="47" y="0"/>
                      <a:pt x="47" y="0"/>
                    </a:cubicBezTo>
                    <a:cubicBezTo>
                      <a:pt x="48" y="0"/>
                      <a:pt x="49" y="1"/>
                      <a:pt x="49" y="3"/>
                    </a:cubicBezTo>
                    <a:cubicBezTo>
                      <a:pt x="49" y="26"/>
                      <a:pt x="49" y="26"/>
                      <a:pt x="49" y="26"/>
                    </a:cubicBezTo>
                    <a:cubicBezTo>
                      <a:pt x="49" y="28"/>
                      <a:pt x="48" y="29"/>
                      <a:pt x="47" y="29"/>
                    </a:cubicBezTo>
                    <a:close/>
                    <a:moveTo>
                      <a:pt x="5" y="24"/>
                    </a:moveTo>
                    <a:cubicBezTo>
                      <a:pt x="44" y="24"/>
                      <a:pt x="44" y="24"/>
                      <a:pt x="44" y="24"/>
                    </a:cubicBezTo>
                    <a:cubicBezTo>
                      <a:pt x="44" y="5"/>
                      <a:pt x="44" y="5"/>
                      <a:pt x="44" y="5"/>
                    </a:cubicBezTo>
                    <a:cubicBezTo>
                      <a:pt x="40" y="5"/>
                      <a:pt x="40" y="5"/>
                      <a:pt x="40" y="5"/>
                    </a:cubicBezTo>
                    <a:cubicBezTo>
                      <a:pt x="40" y="11"/>
                      <a:pt x="40" y="11"/>
                      <a:pt x="40" y="11"/>
                    </a:cubicBezTo>
                    <a:cubicBezTo>
                      <a:pt x="40" y="12"/>
                      <a:pt x="39" y="13"/>
                      <a:pt x="37" y="13"/>
                    </a:cubicBezTo>
                    <a:cubicBezTo>
                      <a:pt x="29" y="13"/>
                      <a:pt x="29" y="13"/>
                      <a:pt x="29" y="13"/>
                    </a:cubicBezTo>
                    <a:cubicBezTo>
                      <a:pt x="28" y="13"/>
                      <a:pt x="27" y="12"/>
                      <a:pt x="27" y="11"/>
                    </a:cubicBezTo>
                    <a:cubicBezTo>
                      <a:pt x="27" y="5"/>
                      <a:pt x="27" y="5"/>
                      <a:pt x="27" y="5"/>
                    </a:cubicBezTo>
                    <a:cubicBezTo>
                      <a:pt x="22" y="5"/>
                      <a:pt x="22" y="5"/>
                      <a:pt x="22" y="5"/>
                    </a:cubicBezTo>
                    <a:cubicBezTo>
                      <a:pt x="22" y="11"/>
                      <a:pt x="22" y="11"/>
                      <a:pt x="22" y="11"/>
                    </a:cubicBezTo>
                    <a:cubicBezTo>
                      <a:pt x="22" y="12"/>
                      <a:pt x="21" y="13"/>
                      <a:pt x="20" y="13"/>
                    </a:cubicBezTo>
                    <a:cubicBezTo>
                      <a:pt x="11" y="13"/>
                      <a:pt x="11" y="13"/>
                      <a:pt x="11" y="13"/>
                    </a:cubicBezTo>
                    <a:cubicBezTo>
                      <a:pt x="10" y="13"/>
                      <a:pt x="9" y="12"/>
                      <a:pt x="9" y="11"/>
                    </a:cubicBezTo>
                    <a:cubicBezTo>
                      <a:pt x="9" y="5"/>
                      <a:pt x="9" y="5"/>
                      <a:pt x="9" y="5"/>
                    </a:cubicBezTo>
                    <a:cubicBezTo>
                      <a:pt x="5" y="5"/>
                      <a:pt x="5" y="5"/>
                      <a:pt x="5" y="5"/>
                    </a:cubicBezTo>
                    <a:lnTo>
                      <a:pt x="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7" name="Rectangle 467"/>
              <p:cNvSpPr>
                <a:spLocks noChangeArrowheads="1"/>
              </p:cNvSpPr>
              <p:nvPr/>
            </p:nvSpPr>
            <p:spPr bwMode="auto">
              <a:xfrm>
                <a:off x="2832" y="2871"/>
                <a:ext cx="4" cy="4"/>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8" name="Freeform 468"/>
              <p:cNvSpPr>
                <a:spLocks noEditPoints="1"/>
              </p:cNvSpPr>
              <p:nvPr/>
            </p:nvSpPr>
            <p:spPr bwMode="auto">
              <a:xfrm>
                <a:off x="2832" y="2871"/>
                <a:ext cx="4" cy="4"/>
              </a:xfrm>
              <a:custGeom>
                <a:avLst/>
                <a:gdLst>
                  <a:gd name="T0" fmla="*/ 34 w 36"/>
                  <a:gd name="T1" fmla="*/ 32 h 32"/>
                  <a:gd name="T2" fmla="*/ 3 w 36"/>
                  <a:gd name="T3" fmla="*/ 32 h 32"/>
                  <a:gd name="T4" fmla="*/ 1 w 36"/>
                  <a:gd name="T5" fmla="*/ 32 h 32"/>
                  <a:gd name="T6" fmla="*/ 0 w 36"/>
                  <a:gd name="T7" fmla="*/ 30 h 32"/>
                  <a:gd name="T8" fmla="*/ 2 w 36"/>
                  <a:gd name="T9" fmla="*/ 2 h 32"/>
                  <a:gd name="T10" fmla="*/ 4 w 36"/>
                  <a:gd name="T11" fmla="*/ 0 h 32"/>
                  <a:gd name="T12" fmla="*/ 32 w 36"/>
                  <a:gd name="T13" fmla="*/ 0 h 32"/>
                  <a:gd name="T14" fmla="*/ 35 w 36"/>
                  <a:gd name="T15" fmla="*/ 2 h 32"/>
                  <a:gd name="T16" fmla="*/ 36 w 36"/>
                  <a:gd name="T17" fmla="*/ 30 h 32"/>
                  <a:gd name="T18" fmla="*/ 36 w 36"/>
                  <a:gd name="T19" fmla="*/ 32 h 32"/>
                  <a:gd name="T20" fmla="*/ 34 w 36"/>
                  <a:gd name="T21" fmla="*/ 32 h 32"/>
                  <a:gd name="T22" fmla="*/ 5 w 36"/>
                  <a:gd name="T23" fmla="*/ 28 h 32"/>
                  <a:gd name="T24" fmla="*/ 31 w 36"/>
                  <a:gd name="T25" fmla="*/ 28 h 32"/>
                  <a:gd name="T26" fmla="*/ 30 w 36"/>
                  <a:gd name="T27" fmla="*/ 5 h 32"/>
                  <a:gd name="T28" fmla="*/ 7 w 36"/>
                  <a:gd name="T29" fmla="*/ 5 h 32"/>
                  <a:gd name="T30" fmla="*/ 5 w 36"/>
                  <a:gd name="T3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32">
                    <a:moveTo>
                      <a:pt x="34" y="32"/>
                    </a:moveTo>
                    <a:cubicBezTo>
                      <a:pt x="3" y="32"/>
                      <a:pt x="3" y="32"/>
                      <a:pt x="3" y="32"/>
                    </a:cubicBezTo>
                    <a:cubicBezTo>
                      <a:pt x="2" y="32"/>
                      <a:pt x="1" y="32"/>
                      <a:pt x="1" y="32"/>
                    </a:cubicBezTo>
                    <a:cubicBezTo>
                      <a:pt x="1" y="31"/>
                      <a:pt x="0" y="30"/>
                      <a:pt x="0" y="30"/>
                    </a:cubicBezTo>
                    <a:cubicBezTo>
                      <a:pt x="2" y="2"/>
                      <a:pt x="2" y="2"/>
                      <a:pt x="2" y="2"/>
                    </a:cubicBezTo>
                    <a:cubicBezTo>
                      <a:pt x="2" y="1"/>
                      <a:pt x="3" y="0"/>
                      <a:pt x="4" y="0"/>
                    </a:cubicBezTo>
                    <a:cubicBezTo>
                      <a:pt x="32" y="0"/>
                      <a:pt x="32" y="0"/>
                      <a:pt x="32" y="0"/>
                    </a:cubicBezTo>
                    <a:cubicBezTo>
                      <a:pt x="34" y="0"/>
                      <a:pt x="35" y="1"/>
                      <a:pt x="35" y="2"/>
                    </a:cubicBezTo>
                    <a:cubicBezTo>
                      <a:pt x="36" y="30"/>
                      <a:pt x="36" y="30"/>
                      <a:pt x="36" y="30"/>
                    </a:cubicBezTo>
                    <a:cubicBezTo>
                      <a:pt x="36" y="30"/>
                      <a:pt x="36" y="31"/>
                      <a:pt x="36" y="32"/>
                    </a:cubicBezTo>
                    <a:cubicBezTo>
                      <a:pt x="35" y="32"/>
                      <a:pt x="35" y="32"/>
                      <a:pt x="34" y="32"/>
                    </a:cubicBezTo>
                    <a:close/>
                    <a:moveTo>
                      <a:pt x="5" y="28"/>
                    </a:moveTo>
                    <a:cubicBezTo>
                      <a:pt x="31" y="28"/>
                      <a:pt x="31" y="28"/>
                      <a:pt x="31" y="28"/>
                    </a:cubicBezTo>
                    <a:cubicBezTo>
                      <a:pt x="30" y="5"/>
                      <a:pt x="30" y="5"/>
                      <a:pt x="30" y="5"/>
                    </a:cubicBezTo>
                    <a:cubicBezTo>
                      <a:pt x="7" y="5"/>
                      <a:pt x="7" y="5"/>
                      <a:pt x="7"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9" name="Freeform 469"/>
              <p:cNvSpPr>
                <a:spLocks/>
              </p:cNvSpPr>
              <p:nvPr/>
            </p:nvSpPr>
            <p:spPr bwMode="auto">
              <a:xfrm>
                <a:off x="2834" y="2872"/>
                <a:ext cx="1" cy="2"/>
              </a:xfrm>
              <a:custGeom>
                <a:avLst/>
                <a:gdLst>
                  <a:gd name="T0" fmla="*/ 0 w 7"/>
                  <a:gd name="T1" fmla="*/ 3 h 12"/>
                  <a:gd name="T2" fmla="*/ 3 w 7"/>
                  <a:gd name="T3" fmla="*/ 0 h 12"/>
                  <a:gd name="T4" fmla="*/ 7 w 7"/>
                  <a:gd name="T5" fmla="*/ 3 h 12"/>
                  <a:gd name="T6" fmla="*/ 7 w 7"/>
                  <a:gd name="T7" fmla="*/ 12 h 12"/>
                  <a:gd name="T8" fmla="*/ 0 w 7"/>
                  <a:gd name="T9" fmla="*/ 12 h 12"/>
                  <a:gd name="T10" fmla="*/ 0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0" y="3"/>
                    </a:moveTo>
                    <a:cubicBezTo>
                      <a:pt x="0" y="1"/>
                      <a:pt x="2" y="0"/>
                      <a:pt x="3" y="0"/>
                    </a:cubicBezTo>
                    <a:cubicBezTo>
                      <a:pt x="5" y="0"/>
                      <a:pt x="7" y="1"/>
                      <a:pt x="7" y="3"/>
                    </a:cubicBezTo>
                    <a:cubicBezTo>
                      <a:pt x="7" y="12"/>
                      <a:pt x="7" y="12"/>
                      <a:pt x="7" y="12"/>
                    </a:cubicBezTo>
                    <a:cubicBezTo>
                      <a:pt x="0" y="12"/>
                      <a:pt x="0" y="12"/>
                      <a:pt x="0" y="12"/>
                    </a:cubicBez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0" name="Freeform 470"/>
              <p:cNvSpPr>
                <a:spLocks/>
              </p:cNvSpPr>
              <p:nvPr/>
            </p:nvSpPr>
            <p:spPr bwMode="auto">
              <a:xfrm>
                <a:off x="2830" y="2921"/>
                <a:ext cx="14" cy="13"/>
              </a:xfrm>
              <a:custGeom>
                <a:avLst/>
                <a:gdLst>
                  <a:gd name="T0" fmla="*/ 113 w 116"/>
                  <a:gd name="T1" fmla="*/ 10 h 100"/>
                  <a:gd name="T2" fmla="*/ 9 w 116"/>
                  <a:gd name="T3" fmla="*/ 98 h 100"/>
                  <a:gd name="T4" fmla="*/ 1 w 116"/>
                  <a:gd name="T5" fmla="*/ 98 h 100"/>
                  <a:gd name="T6" fmla="*/ 1 w 116"/>
                  <a:gd name="T7" fmla="*/ 98 h 100"/>
                  <a:gd name="T8" fmla="*/ 2 w 116"/>
                  <a:gd name="T9" fmla="*/ 90 h 100"/>
                  <a:gd name="T10" fmla="*/ 107 w 116"/>
                  <a:gd name="T11" fmla="*/ 2 h 100"/>
                  <a:gd name="T12" fmla="*/ 114 w 116"/>
                  <a:gd name="T13" fmla="*/ 3 h 100"/>
                  <a:gd name="T14" fmla="*/ 114 w 116"/>
                  <a:gd name="T15" fmla="*/ 3 h 100"/>
                  <a:gd name="T16" fmla="*/ 113 w 116"/>
                  <a:gd name="T17" fmla="*/ 1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0">
                    <a:moveTo>
                      <a:pt x="113" y="10"/>
                    </a:moveTo>
                    <a:cubicBezTo>
                      <a:pt x="9" y="98"/>
                      <a:pt x="9" y="98"/>
                      <a:pt x="9" y="98"/>
                    </a:cubicBezTo>
                    <a:cubicBezTo>
                      <a:pt x="7" y="100"/>
                      <a:pt x="3" y="100"/>
                      <a:pt x="1" y="98"/>
                    </a:cubicBezTo>
                    <a:cubicBezTo>
                      <a:pt x="1" y="98"/>
                      <a:pt x="1" y="98"/>
                      <a:pt x="1" y="98"/>
                    </a:cubicBezTo>
                    <a:cubicBezTo>
                      <a:pt x="0" y="95"/>
                      <a:pt x="0" y="92"/>
                      <a:pt x="2" y="90"/>
                    </a:cubicBezTo>
                    <a:cubicBezTo>
                      <a:pt x="107" y="2"/>
                      <a:pt x="107" y="2"/>
                      <a:pt x="107" y="2"/>
                    </a:cubicBezTo>
                    <a:cubicBezTo>
                      <a:pt x="109" y="0"/>
                      <a:pt x="112" y="1"/>
                      <a:pt x="114" y="3"/>
                    </a:cubicBezTo>
                    <a:cubicBezTo>
                      <a:pt x="114" y="3"/>
                      <a:pt x="114" y="3"/>
                      <a:pt x="114" y="3"/>
                    </a:cubicBezTo>
                    <a:cubicBezTo>
                      <a:pt x="116" y="5"/>
                      <a:pt x="116" y="8"/>
                      <a:pt x="113"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1" name="Freeform 471"/>
              <p:cNvSpPr>
                <a:spLocks noEditPoints="1"/>
              </p:cNvSpPr>
              <p:nvPr/>
            </p:nvSpPr>
            <p:spPr bwMode="auto">
              <a:xfrm>
                <a:off x="2829" y="2921"/>
                <a:ext cx="16" cy="13"/>
              </a:xfrm>
              <a:custGeom>
                <a:avLst/>
                <a:gdLst>
                  <a:gd name="T0" fmla="*/ 9 w 122"/>
                  <a:gd name="T1" fmla="*/ 104 h 104"/>
                  <a:gd name="T2" fmla="*/ 3 w 122"/>
                  <a:gd name="T3" fmla="*/ 101 h 104"/>
                  <a:gd name="T4" fmla="*/ 4 w 122"/>
                  <a:gd name="T5" fmla="*/ 90 h 104"/>
                  <a:gd name="T6" fmla="*/ 108 w 122"/>
                  <a:gd name="T7" fmla="*/ 2 h 104"/>
                  <a:gd name="T8" fmla="*/ 119 w 122"/>
                  <a:gd name="T9" fmla="*/ 3 h 104"/>
                  <a:gd name="T10" fmla="*/ 118 w 122"/>
                  <a:gd name="T11" fmla="*/ 14 h 104"/>
                  <a:gd name="T12" fmla="*/ 14 w 122"/>
                  <a:gd name="T13" fmla="*/ 102 h 104"/>
                  <a:gd name="T14" fmla="*/ 9 w 122"/>
                  <a:gd name="T15" fmla="*/ 104 h 104"/>
                  <a:gd name="T16" fmla="*/ 113 w 122"/>
                  <a:gd name="T17" fmla="*/ 5 h 104"/>
                  <a:gd name="T18" fmla="*/ 111 w 122"/>
                  <a:gd name="T19" fmla="*/ 6 h 104"/>
                  <a:gd name="T20" fmla="*/ 7 w 122"/>
                  <a:gd name="T21" fmla="*/ 94 h 104"/>
                  <a:gd name="T22" fmla="*/ 6 w 122"/>
                  <a:gd name="T23" fmla="*/ 98 h 104"/>
                  <a:gd name="T24" fmla="*/ 10 w 122"/>
                  <a:gd name="T25" fmla="*/ 99 h 104"/>
                  <a:gd name="T26" fmla="*/ 115 w 122"/>
                  <a:gd name="T27" fmla="*/ 11 h 104"/>
                  <a:gd name="T28" fmla="*/ 115 w 122"/>
                  <a:gd name="T29" fmla="*/ 6 h 104"/>
                  <a:gd name="T30" fmla="*/ 113 w 122"/>
                  <a:gd name="T31"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 h="104">
                    <a:moveTo>
                      <a:pt x="9" y="104"/>
                    </a:moveTo>
                    <a:cubicBezTo>
                      <a:pt x="6" y="104"/>
                      <a:pt x="4" y="103"/>
                      <a:pt x="3" y="101"/>
                    </a:cubicBezTo>
                    <a:cubicBezTo>
                      <a:pt x="0" y="98"/>
                      <a:pt x="0" y="93"/>
                      <a:pt x="4" y="90"/>
                    </a:cubicBezTo>
                    <a:cubicBezTo>
                      <a:pt x="108" y="2"/>
                      <a:pt x="108" y="2"/>
                      <a:pt x="108" y="2"/>
                    </a:cubicBezTo>
                    <a:cubicBezTo>
                      <a:pt x="111" y="0"/>
                      <a:pt x="116" y="0"/>
                      <a:pt x="119" y="3"/>
                    </a:cubicBezTo>
                    <a:cubicBezTo>
                      <a:pt x="122" y="7"/>
                      <a:pt x="121" y="11"/>
                      <a:pt x="118" y="14"/>
                    </a:cubicBezTo>
                    <a:cubicBezTo>
                      <a:pt x="14" y="102"/>
                      <a:pt x="14" y="102"/>
                      <a:pt x="14" y="102"/>
                    </a:cubicBezTo>
                    <a:cubicBezTo>
                      <a:pt x="12" y="103"/>
                      <a:pt x="10" y="104"/>
                      <a:pt x="9" y="104"/>
                    </a:cubicBezTo>
                    <a:close/>
                    <a:moveTo>
                      <a:pt x="113" y="5"/>
                    </a:moveTo>
                    <a:cubicBezTo>
                      <a:pt x="112" y="5"/>
                      <a:pt x="112" y="6"/>
                      <a:pt x="111" y="6"/>
                    </a:cubicBezTo>
                    <a:cubicBezTo>
                      <a:pt x="7" y="94"/>
                      <a:pt x="7" y="94"/>
                      <a:pt x="7" y="94"/>
                    </a:cubicBezTo>
                    <a:cubicBezTo>
                      <a:pt x="5" y="95"/>
                      <a:pt x="5" y="97"/>
                      <a:pt x="6" y="98"/>
                    </a:cubicBezTo>
                    <a:cubicBezTo>
                      <a:pt x="7" y="99"/>
                      <a:pt x="9" y="100"/>
                      <a:pt x="10" y="99"/>
                    </a:cubicBezTo>
                    <a:cubicBezTo>
                      <a:pt x="115" y="11"/>
                      <a:pt x="115" y="11"/>
                      <a:pt x="115" y="11"/>
                    </a:cubicBezTo>
                    <a:cubicBezTo>
                      <a:pt x="116" y="9"/>
                      <a:pt x="116" y="8"/>
                      <a:pt x="115" y="6"/>
                    </a:cubicBezTo>
                    <a:cubicBezTo>
                      <a:pt x="115" y="6"/>
                      <a:pt x="114" y="5"/>
                      <a:pt x="11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2" name="Freeform 472"/>
              <p:cNvSpPr>
                <a:spLocks/>
              </p:cNvSpPr>
              <p:nvPr/>
            </p:nvSpPr>
            <p:spPr bwMode="auto">
              <a:xfrm>
                <a:off x="2836" y="2929"/>
                <a:ext cx="15" cy="13"/>
              </a:xfrm>
              <a:custGeom>
                <a:avLst/>
                <a:gdLst>
                  <a:gd name="T0" fmla="*/ 119 w 122"/>
                  <a:gd name="T1" fmla="*/ 10 h 104"/>
                  <a:gd name="T2" fmla="*/ 10 w 122"/>
                  <a:gd name="T3" fmla="*/ 102 h 104"/>
                  <a:gd name="T4" fmla="*/ 2 w 122"/>
                  <a:gd name="T5" fmla="*/ 102 h 104"/>
                  <a:gd name="T6" fmla="*/ 2 w 122"/>
                  <a:gd name="T7" fmla="*/ 102 h 104"/>
                  <a:gd name="T8" fmla="*/ 3 w 122"/>
                  <a:gd name="T9" fmla="*/ 94 h 104"/>
                  <a:gd name="T10" fmla="*/ 112 w 122"/>
                  <a:gd name="T11" fmla="*/ 2 h 104"/>
                  <a:gd name="T12" fmla="*/ 120 w 122"/>
                  <a:gd name="T13" fmla="*/ 3 h 104"/>
                  <a:gd name="T14" fmla="*/ 120 w 122"/>
                  <a:gd name="T15" fmla="*/ 3 h 104"/>
                  <a:gd name="T16" fmla="*/ 119 w 122"/>
                  <a:gd name="T17" fmla="*/ 1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104">
                    <a:moveTo>
                      <a:pt x="119" y="10"/>
                    </a:moveTo>
                    <a:cubicBezTo>
                      <a:pt x="10" y="102"/>
                      <a:pt x="10" y="102"/>
                      <a:pt x="10" y="102"/>
                    </a:cubicBezTo>
                    <a:cubicBezTo>
                      <a:pt x="8" y="104"/>
                      <a:pt x="4" y="104"/>
                      <a:pt x="2" y="102"/>
                    </a:cubicBezTo>
                    <a:cubicBezTo>
                      <a:pt x="2" y="102"/>
                      <a:pt x="2" y="102"/>
                      <a:pt x="2" y="102"/>
                    </a:cubicBezTo>
                    <a:cubicBezTo>
                      <a:pt x="0" y="99"/>
                      <a:pt x="1" y="96"/>
                      <a:pt x="3" y="94"/>
                    </a:cubicBezTo>
                    <a:cubicBezTo>
                      <a:pt x="112" y="2"/>
                      <a:pt x="112" y="2"/>
                      <a:pt x="112" y="2"/>
                    </a:cubicBezTo>
                    <a:cubicBezTo>
                      <a:pt x="114" y="0"/>
                      <a:pt x="118" y="0"/>
                      <a:pt x="120" y="3"/>
                    </a:cubicBezTo>
                    <a:cubicBezTo>
                      <a:pt x="120" y="3"/>
                      <a:pt x="120" y="3"/>
                      <a:pt x="120" y="3"/>
                    </a:cubicBezTo>
                    <a:cubicBezTo>
                      <a:pt x="122" y="5"/>
                      <a:pt x="121" y="8"/>
                      <a:pt x="119"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3" name="Freeform 473"/>
              <p:cNvSpPr>
                <a:spLocks noEditPoints="1"/>
              </p:cNvSpPr>
              <p:nvPr/>
            </p:nvSpPr>
            <p:spPr bwMode="auto">
              <a:xfrm>
                <a:off x="2835" y="2928"/>
                <a:ext cx="16" cy="14"/>
              </a:xfrm>
              <a:custGeom>
                <a:avLst/>
                <a:gdLst>
                  <a:gd name="T0" fmla="*/ 8 w 126"/>
                  <a:gd name="T1" fmla="*/ 109 h 109"/>
                  <a:gd name="T2" fmla="*/ 3 w 126"/>
                  <a:gd name="T3" fmla="*/ 106 h 109"/>
                  <a:gd name="T4" fmla="*/ 3 w 126"/>
                  <a:gd name="T5" fmla="*/ 95 h 109"/>
                  <a:gd name="T6" fmla="*/ 113 w 126"/>
                  <a:gd name="T7" fmla="*/ 3 h 109"/>
                  <a:gd name="T8" fmla="*/ 124 w 126"/>
                  <a:gd name="T9" fmla="*/ 4 h 109"/>
                  <a:gd name="T10" fmla="*/ 123 w 126"/>
                  <a:gd name="T11" fmla="*/ 15 h 109"/>
                  <a:gd name="T12" fmla="*/ 13 w 126"/>
                  <a:gd name="T13" fmla="*/ 107 h 109"/>
                  <a:gd name="T14" fmla="*/ 8 w 126"/>
                  <a:gd name="T15" fmla="*/ 109 h 109"/>
                  <a:gd name="T16" fmla="*/ 118 w 126"/>
                  <a:gd name="T17" fmla="*/ 6 h 109"/>
                  <a:gd name="T18" fmla="*/ 116 w 126"/>
                  <a:gd name="T19" fmla="*/ 7 h 109"/>
                  <a:gd name="T20" fmla="*/ 7 w 126"/>
                  <a:gd name="T21" fmla="*/ 99 h 109"/>
                  <a:gd name="T22" fmla="*/ 6 w 126"/>
                  <a:gd name="T23" fmla="*/ 103 h 109"/>
                  <a:gd name="T24" fmla="*/ 10 w 126"/>
                  <a:gd name="T25" fmla="*/ 103 h 109"/>
                  <a:gd name="T26" fmla="*/ 120 w 126"/>
                  <a:gd name="T27" fmla="*/ 11 h 109"/>
                  <a:gd name="T28" fmla="*/ 120 w 126"/>
                  <a:gd name="T29" fmla="*/ 7 h 109"/>
                  <a:gd name="T30" fmla="*/ 118 w 126"/>
                  <a:gd name="T31"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 h="109">
                    <a:moveTo>
                      <a:pt x="8" y="109"/>
                    </a:moveTo>
                    <a:cubicBezTo>
                      <a:pt x="6" y="109"/>
                      <a:pt x="4" y="108"/>
                      <a:pt x="3" y="106"/>
                    </a:cubicBezTo>
                    <a:cubicBezTo>
                      <a:pt x="0" y="103"/>
                      <a:pt x="0" y="98"/>
                      <a:pt x="3" y="95"/>
                    </a:cubicBezTo>
                    <a:cubicBezTo>
                      <a:pt x="113" y="3"/>
                      <a:pt x="113" y="3"/>
                      <a:pt x="113" y="3"/>
                    </a:cubicBezTo>
                    <a:cubicBezTo>
                      <a:pt x="116" y="0"/>
                      <a:pt x="121" y="1"/>
                      <a:pt x="124" y="4"/>
                    </a:cubicBezTo>
                    <a:cubicBezTo>
                      <a:pt x="126" y="7"/>
                      <a:pt x="126" y="12"/>
                      <a:pt x="123" y="15"/>
                    </a:cubicBezTo>
                    <a:cubicBezTo>
                      <a:pt x="13" y="107"/>
                      <a:pt x="13" y="107"/>
                      <a:pt x="13" y="107"/>
                    </a:cubicBezTo>
                    <a:cubicBezTo>
                      <a:pt x="12" y="108"/>
                      <a:pt x="10" y="109"/>
                      <a:pt x="8" y="109"/>
                    </a:cubicBezTo>
                    <a:close/>
                    <a:moveTo>
                      <a:pt x="118" y="6"/>
                    </a:moveTo>
                    <a:cubicBezTo>
                      <a:pt x="117" y="6"/>
                      <a:pt x="116" y="6"/>
                      <a:pt x="116" y="7"/>
                    </a:cubicBezTo>
                    <a:cubicBezTo>
                      <a:pt x="7" y="99"/>
                      <a:pt x="7" y="99"/>
                      <a:pt x="7" y="99"/>
                    </a:cubicBezTo>
                    <a:cubicBezTo>
                      <a:pt x="5" y="100"/>
                      <a:pt x="5" y="102"/>
                      <a:pt x="6" y="103"/>
                    </a:cubicBezTo>
                    <a:cubicBezTo>
                      <a:pt x="7" y="104"/>
                      <a:pt x="9" y="104"/>
                      <a:pt x="10" y="103"/>
                    </a:cubicBezTo>
                    <a:cubicBezTo>
                      <a:pt x="120" y="11"/>
                      <a:pt x="120" y="11"/>
                      <a:pt x="120" y="11"/>
                    </a:cubicBezTo>
                    <a:cubicBezTo>
                      <a:pt x="121" y="10"/>
                      <a:pt x="121" y="8"/>
                      <a:pt x="120" y="7"/>
                    </a:cubicBezTo>
                    <a:cubicBezTo>
                      <a:pt x="119" y="6"/>
                      <a:pt x="119" y="6"/>
                      <a:pt x="118"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4" name="Freeform 474"/>
              <p:cNvSpPr>
                <a:spLocks/>
              </p:cNvSpPr>
              <p:nvPr/>
            </p:nvSpPr>
            <p:spPr bwMode="auto">
              <a:xfrm>
                <a:off x="2831" y="2923"/>
                <a:ext cx="14" cy="12"/>
              </a:xfrm>
              <a:custGeom>
                <a:avLst/>
                <a:gdLst>
                  <a:gd name="T0" fmla="*/ 105 w 107"/>
                  <a:gd name="T1" fmla="*/ 10 h 92"/>
                  <a:gd name="T2" fmla="*/ 10 w 107"/>
                  <a:gd name="T3" fmla="*/ 90 h 92"/>
                  <a:gd name="T4" fmla="*/ 2 w 107"/>
                  <a:gd name="T5" fmla="*/ 89 h 92"/>
                  <a:gd name="T6" fmla="*/ 2 w 107"/>
                  <a:gd name="T7" fmla="*/ 89 h 92"/>
                  <a:gd name="T8" fmla="*/ 3 w 107"/>
                  <a:gd name="T9" fmla="*/ 81 h 92"/>
                  <a:gd name="T10" fmla="*/ 98 w 107"/>
                  <a:gd name="T11" fmla="*/ 1 h 92"/>
                  <a:gd name="T12" fmla="*/ 105 w 107"/>
                  <a:gd name="T13" fmla="*/ 2 h 92"/>
                  <a:gd name="T14" fmla="*/ 105 w 107"/>
                  <a:gd name="T15" fmla="*/ 2 h 92"/>
                  <a:gd name="T16" fmla="*/ 105 w 107"/>
                  <a:gd name="T17" fmla="*/ 1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92">
                    <a:moveTo>
                      <a:pt x="105" y="10"/>
                    </a:moveTo>
                    <a:cubicBezTo>
                      <a:pt x="10" y="90"/>
                      <a:pt x="10" y="90"/>
                      <a:pt x="10" y="90"/>
                    </a:cubicBezTo>
                    <a:cubicBezTo>
                      <a:pt x="8" y="92"/>
                      <a:pt x="4" y="91"/>
                      <a:pt x="2" y="89"/>
                    </a:cubicBezTo>
                    <a:cubicBezTo>
                      <a:pt x="2" y="89"/>
                      <a:pt x="2" y="89"/>
                      <a:pt x="2" y="89"/>
                    </a:cubicBezTo>
                    <a:cubicBezTo>
                      <a:pt x="0" y="87"/>
                      <a:pt x="1" y="83"/>
                      <a:pt x="3" y="81"/>
                    </a:cubicBezTo>
                    <a:cubicBezTo>
                      <a:pt x="98" y="1"/>
                      <a:pt x="98" y="1"/>
                      <a:pt x="98" y="1"/>
                    </a:cubicBezTo>
                    <a:cubicBezTo>
                      <a:pt x="100" y="0"/>
                      <a:pt x="103" y="0"/>
                      <a:pt x="105" y="2"/>
                    </a:cubicBezTo>
                    <a:cubicBezTo>
                      <a:pt x="105" y="2"/>
                      <a:pt x="105" y="2"/>
                      <a:pt x="105" y="2"/>
                    </a:cubicBezTo>
                    <a:cubicBezTo>
                      <a:pt x="107" y="4"/>
                      <a:pt x="107" y="8"/>
                      <a:pt x="105"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5" name="Freeform 475"/>
              <p:cNvSpPr>
                <a:spLocks noEditPoints="1"/>
              </p:cNvSpPr>
              <p:nvPr/>
            </p:nvSpPr>
            <p:spPr bwMode="auto">
              <a:xfrm>
                <a:off x="2831" y="2923"/>
                <a:ext cx="14" cy="12"/>
              </a:xfrm>
              <a:custGeom>
                <a:avLst/>
                <a:gdLst>
                  <a:gd name="T0" fmla="*/ 8 w 111"/>
                  <a:gd name="T1" fmla="*/ 96 h 96"/>
                  <a:gd name="T2" fmla="*/ 2 w 111"/>
                  <a:gd name="T3" fmla="*/ 93 h 96"/>
                  <a:gd name="T4" fmla="*/ 3 w 111"/>
                  <a:gd name="T5" fmla="*/ 83 h 96"/>
                  <a:gd name="T6" fmla="*/ 98 w 111"/>
                  <a:gd name="T7" fmla="*/ 3 h 96"/>
                  <a:gd name="T8" fmla="*/ 109 w 111"/>
                  <a:gd name="T9" fmla="*/ 4 h 96"/>
                  <a:gd name="T10" fmla="*/ 111 w 111"/>
                  <a:gd name="T11" fmla="*/ 9 h 96"/>
                  <a:gd name="T12" fmla="*/ 108 w 111"/>
                  <a:gd name="T13" fmla="*/ 14 h 96"/>
                  <a:gd name="T14" fmla="*/ 13 w 111"/>
                  <a:gd name="T15" fmla="*/ 94 h 96"/>
                  <a:gd name="T16" fmla="*/ 8 w 111"/>
                  <a:gd name="T17" fmla="*/ 96 h 96"/>
                  <a:gd name="T18" fmla="*/ 103 w 111"/>
                  <a:gd name="T19" fmla="*/ 6 h 96"/>
                  <a:gd name="T20" fmla="*/ 101 w 111"/>
                  <a:gd name="T21" fmla="*/ 6 h 96"/>
                  <a:gd name="T22" fmla="*/ 6 w 111"/>
                  <a:gd name="T23" fmla="*/ 86 h 96"/>
                  <a:gd name="T24" fmla="*/ 6 w 111"/>
                  <a:gd name="T25" fmla="*/ 90 h 96"/>
                  <a:gd name="T26" fmla="*/ 10 w 111"/>
                  <a:gd name="T27" fmla="*/ 91 h 96"/>
                  <a:gd name="T28" fmla="*/ 105 w 111"/>
                  <a:gd name="T29" fmla="*/ 11 h 96"/>
                  <a:gd name="T30" fmla="*/ 106 w 111"/>
                  <a:gd name="T31" fmla="*/ 9 h 96"/>
                  <a:gd name="T32" fmla="*/ 106 w 111"/>
                  <a:gd name="T33" fmla="*/ 7 h 96"/>
                  <a:gd name="T34" fmla="*/ 103 w 111"/>
                  <a:gd name="T35"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1" h="96">
                    <a:moveTo>
                      <a:pt x="8" y="96"/>
                    </a:moveTo>
                    <a:cubicBezTo>
                      <a:pt x="6" y="96"/>
                      <a:pt x="4" y="95"/>
                      <a:pt x="2" y="93"/>
                    </a:cubicBezTo>
                    <a:cubicBezTo>
                      <a:pt x="0" y="90"/>
                      <a:pt x="0" y="85"/>
                      <a:pt x="3" y="83"/>
                    </a:cubicBezTo>
                    <a:cubicBezTo>
                      <a:pt x="98" y="3"/>
                      <a:pt x="98" y="3"/>
                      <a:pt x="98" y="3"/>
                    </a:cubicBezTo>
                    <a:cubicBezTo>
                      <a:pt x="101" y="0"/>
                      <a:pt x="106" y="0"/>
                      <a:pt x="109" y="4"/>
                    </a:cubicBezTo>
                    <a:cubicBezTo>
                      <a:pt x="110" y="5"/>
                      <a:pt x="111" y="7"/>
                      <a:pt x="111" y="9"/>
                    </a:cubicBezTo>
                    <a:cubicBezTo>
                      <a:pt x="111" y="11"/>
                      <a:pt x="110" y="13"/>
                      <a:pt x="108" y="14"/>
                    </a:cubicBezTo>
                    <a:cubicBezTo>
                      <a:pt x="13" y="94"/>
                      <a:pt x="13" y="94"/>
                      <a:pt x="13" y="94"/>
                    </a:cubicBezTo>
                    <a:cubicBezTo>
                      <a:pt x="12" y="96"/>
                      <a:pt x="10" y="96"/>
                      <a:pt x="8" y="96"/>
                    </a:cubicBezTo>
                    <a:close/>
                    <a:moveTo>
                      <a:pt x="103" y="6"/>
                    </a:moveTo>
                    <a:cubicBezTo>
                      <a:pt x="103" y="6"/>
                      <a:pt x="102" y="6"/>
                      <a:pt x="101" y="6"/>
                    </a:cubicBezTo>
                    <a:cubicBezTo>
                      <a:pt x="6" y="86"/>
                      <a:pt x="6" y="86"/>
                      <a:pt x="6" y="86"/>
                    </a:cubicBezTo>
                    <a:cubicBezTo>
                      <a:pt x="5" y="87"/>
                      <a:pt x="5" y="89"/>
                      <a:pt x="6" y="90"/>
                    </a:cubicBezTo>
                    <a:cubicBezTo>
                      <a:pt x="7" y="92"/>
                      <a:pt x="9" y="92"/>
                      <a:pt x="10" y="91"/>
                    </a:cubicBezTo>
                    <a:cubicBezTo>
                      <a:pt x="105" y="11"/>
                      <a:pt x="105" y="11"/>
                      <a:pt x="105" y="11"/>
                    </a:cubicBezTo>
                    <a:cubicBezTo>
                      <a:pt x="106" y="10"/>
                      <a:pt x="106" y="10"/>
                      <a:pt x="106" y="9"/>
                    </a:cubicBezTo>
                    <a:cubicBezTo>
                      <a:pt x="106" y="8"/>
                      <a:pt x="106" y="7"/>
                      <a:pt x="106" y="7"/>
                    </a:cubicBezTo>
                    <a:cubicBezTo>
                      <a:pt x="105" y="6"/>
                      <a:pt x="104" y="6"/>
                      <a:pt x="103"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6" name="Freeform 476"/>
              <p:cNvSpPr>
                <a:spLocks/>
              </p:cNvSpPr>
              <p:nvPr/>
            </p:nvSpPr>
            <p:spPr bwMode="auto">
              <a:xfrm>
                <a:off x="2833" y="2925"/>
                <a:ext cx="16" cy="15"/>
              </a:xfrm>
              <a:custGeom>
                <a:avLst/>
                <a:gdLst>
                  <a:gd name="T0" fmla="*/ 16 w 16"/>
                  <a:gd name="T1" fmla="*/ 5 h 15"/>
                  <a:gd name="T2" fmla="*/ 4 w 16"/>
                  <a:gd name="T3" fmla="*/ 15 h 15"/>
                  <a:gd name="T4" fmla="*/ 0 w 16"/>
                  <a:gd name="T5" fmla="*/ 9 h 15"/>
                  <a:gd name="T6" fmla="*/ 11 w 16"/>
                  <a:gd name="T7" fmla="*/ 0 h 15"/>
                  <a:gd name="T8" fmla="*/ 16 w 16"/>
                  <a:gd name="T9" fmla="*/ 5 h 15"/>
                </a:gdLst>
                <a:ahLst/>
                <a:cxnLst>
                  <a:cxn ang="0">
                    <a:pos x="T0" y="T1"/>
                  </a:cxn>
                  <a:cxn ang="0">
                    <a:pos x="T2" y="T3"/>
                  </a:cxn>
                  <a:cxn ang="0">
                    <a:pos x="T4" y="T5"/>
                  </a:cxn>
                  <a:cxn ang="0">
                    <a:pos x="T6" y="T7"/>
                  </a:cxn>
                  <a:cxn ang="0">
                    <a:pos x="T8" y="T9"/>
                  </a:cxn>
                </a:cxnLst>
                <a:rect l="0" t="0" r="r" b="b"/>
                <a:pathLst>
                  <a:path w="16" h="15">
                    <a:moveTo>
                      <a:pt x="16" y="5"/>
                    </a:moveTo>
                    <a:lnTo>
                      <a:pt x="4" y="15"/>
                    </a:lnTo>
                    <a:lnTo>
                      <a:pt x="0" y="9"/>
                    </a:lnTo>
                    <a:lnTo>
                      <a:pt x="11" y="0"/>
                    </a:lnTo>
                    <a:lnTo>
                      <a:pt x="16"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7" name="Freeform 477"/>
              <p:cNvSpPr>
                <a:spLocks noEditPoints="1"/>
              </p:cNvSpPr>
              <p:nvPr/>
            </p:nvSpPr>
            <p:spPr bwMode="auto">
              <a:xfrm>
                <a:off x="2832" y="2924"/>
                <a:ext cx="18" cy="17"/>
              </a:xfrm>
              <a:custGeom>
                <a:avLst/>
                <a:gdLst>
                  <a:gd name="T0" fmla="*/ 5 w 18"/>
                  <a:gd name="T1" fmla="*/ 17 h 17"/>
                  <a:gd name="T2" fmla="*/ 4 w 18"/>
                  <a:gd name="T3" fmla="*/ 16 h 17"/>
                  <a:gd name="T4" fmla="*/ 0 w 18"/>
                  <a:gd name="T5" fmla="*/ 10 h 17"/>
                  <a:gd name="T6" fmla="*/ 12 w 18"/>
                  <a:gd name="T7" fmla="*/ 0 h 17"/>
                  <a:gd name="T8" fmla="*/ 12 w 18"/>
                  <a:gd name="T9" fmla="*/ 1 h 17"/>
                  <a:gd name="T10" fmla="*/ 18 w 18"/>
                  <a:gd name="T11" fmla="*/ 6 h 17"/>
                  <a:gd name="T12" fmla="*/ 17 w 18"/>
                  <a:gd name="T13" fmla="*/ 6 h 17"/>
                  <a:gd name="T14" fmla="*/ 5 w 18"/>
                  <a:gd name="T15" fmla="*/ 17 h 17"/>
                  <a:gd name="T16" fmla="*/ 1 w 18"/>
                  <a:gd name="T17" fmla="*/ 10 h 17"/>
                  <a:gd name="T18" fmla="*/ 5 w 18"/>
                  <a:gd name="T19" fmla="*/ 16 h 17"/>
                  <a:gd name="T20" fmla="*/ 17 w 18"/>
                  <a:gd name="T21" fmla="*/ 6 h 17"/>
                  <a:gd name="T22" fmla="*/ 12 w 18"/>
                  <a:gd name="T23" fmla="*/ 1 h 17"/>
                  <a:gd name="T24" fmla="*/ 1 w 18"/>
                  <a:gd name="T25"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5" y="17"/>
                    </a:moveTo>
                    <a:lnTo>
                      <a:pt x="4" y="16"/>
                    </a:lnTo>
                    <a:lnTo>
                      <a:pt x="0" y="10"/>
                    </a:lnTo>
                    <a:lnTo>
                      <a:pt x="12" y="0"/>
                    </a:lnTo>
                    <a:lnTo>
                      <a:pt x="12" y="1"/>
                    </a:lnTo>
                    <a:lnTo>
                      <a:pt x="18" y="6"/>
                    </a:lnTo>
                    <a:lnTo>
                      <a:pt x="17" y="6"/>
                    </a:lnTo>
                    <a:lnTo>
                      <a:pt x="5" y="17"/>
                    </a:lnTo>
                    <a:close/>
                    <a:moveTo>
                      <a:pt x="1" y="10"/>
                    </a:moveTo>
                    <a:lnTo>
                      <a:pt x="5" y="16"/>
                    </a:lnTo>
                    <a:lnTo>
                      <a:pt x="17" y="6"/>
                    </a:lnTo>
                    <a:lnTo>
                      <a:pt x="12" y="1"/>
                    </a:lnTo>
                    <a:lnTo>
                      <a:pt x="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8" name="Freeform 478"/>
              <p:cNvSpPr>
                <a:spLocks/>
              </p:cNvSpPr>
              <p:nvPr/>
            </p:nvSpPr>
            <p:spPr bwMode="auto">
              <a:xfrm>
                <a:off x="2837" y="2929"/>
                <a:ext cx="9" cy="8"/>
              </a:xfrm>
              <a:custGeom>
                <a:avLst/>
                <a:gdLst>
                  <a:gd name="T0" fmla="*/ 68 w 68"/>
                  <a:gd name="T1" fmla="*/ 25 h 65"/>
                  <a:gd name="T2" fmla="*/ 7 w 68"/>
                  <a:gd name="T3" fmla="*/ 1 h 65"/>
                  <a:gd name="T4" fmla="*/ 21 w 68"/>
                  <a:gd name="T5" fmla="*/ 65 h 65"/>
                  <a:gd name="T6" fmla="*/ 68 w 68"/>
                  <a:gd name="T7" fmla="*/ 25 h 65"/>
                </a:gdLst>
                <a:ahLst/>
                <a:cxnLst>
                  <a:cxn ang="0">
                    <a:pos x="T0" y="T1"/>
                  </a:cxn>
                  <a:cxn ang="0">
                    <a:pos x="T2" y="T3"/>
                  </a:cxn>
                  <a:cxn ang="0">
                    <a:pos x="T4" y="T5"/>
                  </a:cxn>
                  <a:cxn ang="0">
                    <a:pos x="T6" y="T7"/>
                  </a:cxn>
                </a:cxnLst>
                <a:rect l="0" t="0" r="r" b="b"/>
                <a:pathLst>
                  <a:path w="68" h="65">
                    <a:moveTo>
                      <a:pt x="68" y="25"/>
                    </a:moveTo>
                    <a:cubicBezTo>
                      <a:pt x="48" y="0"/>
                      <a:pt x="7" y="1"/>
                      <a:pt x="7" y="1"/>
                    </a:cubicBezTo>
                    <a:cubicBezTo>
                      <a:pt x="7" y="1"/>
                      <a:pt x="0" y="40"/>
                      <a:pt x="21" y="65"/>
                    </a:cubicBezTo>
                    <a:lnTo>
                      <a:pt x="68" y="2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9" name="Freeform 479"/>
              <p:cNvSpPr>
                <a:spLocks noEditPoints="1"/>
              </p:cNvSpPr>
              <p:nvPr/>
            </p:nvSpPr>
            <p:spPr bwMode="auto">
              <a:xfrm>
                <a:off x="2837" y="2929"/>
                <a:ext cx="9" cy="9"/>
              </a:xfrm>
              <a:custGeom>
                <a:avLst/>
                <a:gdLst>
                  <a:gd name="T0" fmla="*/ 23 w 73"/>
                  <a:gd name="T1" fmla="*/ 69 h 69"/>
                  <a:gd name="T2" fmla="*/ 23 w 73"/>
                  <a:gd name="T3" fmla="*/ 69 h 69"/>
                  <a:gd name="T4" fmla="*/ 21 w 73"/>
                  <a:gd name="T5" fmla="*/ 68 h 69"/>
                  <a:gd name="T6" fmla="*/ 7 w 73"/>
                  <a:gd name="T7" fmla="*/ 2 h 69"/>
                  <a:gd name="T8" fmla="*/ 9 w 73"/>
                  <a:gd name="T9" fmla="*/ 0 h 69"/>
                  <a:gd name="T10" fmla="*/ 72 w 73"/>
                  <a:gd name="T11" fmla="*/ 25 h 69"/>
                  <a:gd name="T12" fmla="*/ 72 w 73"/>
                  <a:gd name="T13" fmla="*/ 27 h 69"/>
                  <a:gd name="T14" fmla="*/ 72 w 73"/>
                  <a:gd name="T15" fmla="*/ 29 h 69"/>
                  <a:gd name="T16" fmla="*/ 24 w 73"/>
                  <a:gd name="T17" fmla="*/ 69 h 69"/>
                  <a:gd name="T18" fmla="*/ 23 w 73"/>
                  <a:gd name="T19" fmla="*/ 69 h 69"/>
                  <a:gd name="T20" fmla="*/ 11 w 73"/>
                  <a:gd name="T21" fmla="*/ 5 h 69"/>
                  <a:gd name="T22" fmla="*/ 23 w 73"/>
                  <a:gd name="T23" fmla="*/ 63 h 69"/>
                  <a:gd name="T24" fmla="*/ 67 w 73"/>
                  <a:gd name="T25" fmla="*/ 27 h 69"/>
                  <a:gd name="T26" fmla="*/ 11 w 73"/>
                  <a:gd name="T27"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69">
                    <a:moveTo>
                      <a:pt x="23" y="69"/>
                    </a:moveTo>
                    <a:cubicBezTo>
                      <a:pt x="23" y="69"/>
                      <a:pt x="23" y="69"/>
                      <a:pt x="23" y="69"/>
                    </a:cubicBezTo>
                    <a:cubicBezTo>
                      <a:pt x="22" y="69"/>
                      <a:pt x="21" y="69"/>
                      <a:pt x="21" y="68"/>
                    </a:cubicBezTo>
                    <a:cubicBezTo>
                      <a:pt x="0" y="43"/>
                      <a:pt x="7" y="4"/>
                      <a:pt x="7" y="2"/>
                    </a:cubicBezTo>
                    <a:cubicBezTo>
                      <a:pt x="7" y="1"/>
                      <a:pt x="8" y="0"/>
                      <a:pt x="9" y="0"/>
                    </a:cubicBezTo>
                    <a:cubicBezTo>
                      <a:pt x="11" y="0"/>
                      <a:pt x="51" y="1"/>
                      <a:pt x="72" y="25"/>
                    </a:cubicBezTo>
                    <a:cubicBezTo>
                      <a:pt x="72" y="26"/>
                      <a:pt x="73" y="26"/>
                      <a:pt x="72" y="27"/>
                    </a:cubicBezTo>
                    <a:cubicBezTo>
                      <a:pt x="72" y="28"/>
                      <a:pt x="72" y="28"/>
                      <a:pt x="72" y="29"/>
                    </a:cubicBezTo>
                    <a:cubicBezTo>
                      <a:pt x="24" y="69"/>
                      <a:pt x="24" y="69"/>
                      <a:pt x="24" y="69"/>
                    </a:cubicBezTo>
                    <a:cubicBezTo>
                      <a:pt x="24" y="69"/>
                      <a:pt x="23" y="69"/>
                      <a:pt x="23" y="69"/>
                    </a:cubicBezTo>
                    <a:close/>
                    <a:moveTo>
                      <a:pt x="11" y="5"/>
                    </a:moveTo>
                    <a:cubicBezTo>
                      <a:pt x="10" y="13"/>
                      <a:pt x="8" y="43"/>
                      <a:pt x="23" y="63"/>
                    </a:cubicBezTo>
                    <a:cubicBezTo>
                      <a:pt x="67" y="27"/>
                      <a:pt x="67" y="27"/>
                      <a:pt x="67" y="27"/>
                    </a:cubicBezTo>
                    <a:cubicBezTo>
                      <a:pt x="49" y="8"/>
                      <a:pt x="19" y="5"/>
                      <a:pt x="1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0" name="Freeform 480"/>
              <p:cNvSpPr>
                <a:spLocks/>
              </p:cNvSpPr>
              <p:nvPr/>
            </p:nvSpPr>
            <p:spPr bwMode="auto">
              <a:xfrm>
                <a:off x="2839" y="2931"/>
                <a:ext cx="6" cy="5"/>
              </a:xfrm>
              <a:custGeom>
                <a:avLst/>
                <a:gdLst>
                  <a:gd name="T0" fmla="*/ 43 w 43"/>
                  <a:gd name="T1" fmla="*/ 18 h 42"/>
                  <a:gd name="T2" fmla="*/ 3 w 43"/>
                  <a:gd name="T3" fmla="*/ 0 h 42"/>
                  <a:gd name="T4" fmla="*/ 14 w 43"/>
                  <a:gd name="T5" fmla="*/ 42 h 42"/>
                  <a:gd name="T6" fmla="*/ 43 w 43"/>
                  <a:gd name="T7" fmla="*/ 18 h 42"/>
                </a:gdLst>
                <a:ahLst/>
                <a:cxnLst>
                  <a:cxn ang="0">
                    <a:pos x="T0" y="T1"/>
                  </a:cxn>
                  <a:cxn ang="0">
                    <a:pos x="T2" y="T3"/>
                  </a:cxn>
                  <a:cxn ang="0">
                    <a:pos x="T4" y="T5"/>
                  </a:cxn>
                  <a:cxn ang="0">
                    <a:pos x="T6" y="T7"/>
                  </a:cxn>
                </a:cxnLst>
                <a:rect l="0" t="0" r="r" b="b"/>
                <a:pathLst>
                  <a:path w="43" h="42">
                    <a:moveTo>
                      <a:pt x="43" y="18"/>
                    </a:moveTo>
                    <a:cubicBezTo>
                      <a:pt x="29" y="1"/>
                      <a:pt x="3" y="0"/>
                      <a:pt x="3" y="0"/>
                    </a:cubicBezTo>
                    <a:cubicBezTo>
                      <a:pt x="3" y="0"/>
                      <a:pt x="0" y="25"/>
                      <a:pt x="14" y="42"/>
                    </a:cubicBezTo>
                    <a:lnTo>
                      <a:pt x="43" y="1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1" name="Freeform 481"/>
              <p:cNvSpPr>
                <a:spLocks noEditPoints="1"/>
              </p:cNvSpPr>
              <p:nvPr/>
            </p:nvSpPr>
            <p:spPr bwMode="auto">
              <a:xfrm>
                <a:off x="2839" y="2931"/>
                <a:ext cx="6" cy="6"/>
              </a:xfrm>
              <a:custGeom>
                <a:avLst/>
                <a:gdLst>
                  <a:gd name="T0" fmla="*/ 16 w 48"/>
                  <a:gd name="T1" fmla="*/ 48 h 48"/>
                  <a:gd name="T2" fmla="*/ 16 w 48"/>
                  <a:gd name="T3" fmla="*/ 48 h 48"/>
                  <a:gd name="T4" fmla="*/ 14 w 48"/>
                  <a:gd name="T5" fmla="*/ 47 h 48"/>
                  <a:gd name="T6" fmla="*/ 3 w 48"/>
                  <a:gd name="T7" fmla="*/ 2 h 48"/>
                  <a:gd name="T8" fmla="*/ 5 w 48"/>
                  <a:gd name="T9" fmla="*/ 0 h 48"/>
                  <a:gd name="T10" fmla="*/ 5 w 48"/>
                  <a:gd name="T11" fmla="*/ 0 h 48"/>
                  <a:gd name="T12" fmla="*/ 47 w 48"/>
                  <a:gd name="T13" fmla="*/ 19 h 48"/>
                  <a:gd name="T14" fmla="*/ 47 w 48"/>
                  <a:gd name="T15" fmla="*/ 23 h 48"/>
                  <a:gd name="T16" fmla="*/ 18 w 48"/>
                  <a:gd name="T17" fmla="*/ 47 h 48"/>
                  <a:gd name="T18" fmla="*/ 16 w 48"/>
                  <a:gd name="T19" fmla="*/ 48 h 48"/>
                  <a:gd name="T20" fmla="*/ 7 w 48"/>
                  <a:gd name="T21" fmla="*/ 5 h 48"/>
                  <a:gd name="T22" fmla="*/ 16 w 48"/>
                  <a:gd name="T23" fmla="*/ 42 h 48"/>
                  <a:gd name="T24" fmla="*/ 42 w 48"/>
                  <a:gd name="T25" fmla="*/ 20 h 48"/>
                  <a:gd name="T26" fmla="*/ 7 w 48"/>
                  <a:gd name="T27"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16" y="48"/>
                    </a:moveTo>
                    <a:cubicBezTo>
                      <a:pt x="16" y="48"/>
                      <a:pt x="16" y="48"/>
                      <a:pt x="16" y="48"/>
                    </a:cubicBezTo>
                    <a:cubicBezTo>
                      <a:pt x="15" y="48"/>
                      <a:pt x="15" y="47"/>
                      <a:pt x="14" y="47"/>
                    </a:cubicBezTo>
                    <a:cubicBezTo>
                      <a:pt x="0" y="29"/>
                      <a:pt x="3" y="3"/>
                      <a:pt x="3" y="2"/>
                    </a:cubicBezTo>
                    <a:cubicBezTo>
                      <a:pt x="3" y="1"/>
                      <a:pt x="4" y="0"/>
                      <a:pt x="5" y="0"/>
                    </a:cubicBezTo>
                    <a:cubicBezTo>
                      <a:pt x="5" y="0"/>
                      <a:pt x="5" y="0"/>
                      <a:pt x="5" y="0"/>
                    </a:cubicBezTo>
                    <a:cubicBezTo>
                      <a:pt x="6" y="0"/>
                      <a:pt x="32" y="2"/>
                      <a:pt x="47" y="19"/>
                    </a:cubicBezTo>
                    <a:cubicBezTo>
                      <a:pt x="48" y="20"/>
                      <a:pt x="48" y="22"/>
                      <a:pt x="47" y="23"/>
                    </a:cubicBezTo>
                    <a:cubicBezTo>
                      <a:pt x="18" y="47"/>
                      <a:pt x="18" y="47"/>
                      <a:pt x="18" y="47"/>
                    </a:cubicBezTo>
                    <a:cubicBezTo>
                      <a:pt x="17" y="47"/>
                      <a:pt x="17" y="48"/>
                      <a:pt x="16" y="48"/>
                    </a:cubicBezTo>
                    <a:close/>
                    <a:moveTo>
                      <a:pt x="7" y="5"/>
                    </a:moveTo>
                    <a:cubicBezTo>
                      <a:pt x="7" y="12"/>
                      <a:pt x="7" y="29"/>
                      <a:pt x="16" y="42"/>
                    </a:cubicBezTo>
                    <a:cubicBezTo>
                      <a:pt x="42" y="20"/>
                      <a:pt x="42" y="20"/>
                      <a:pt x="42" y="20"/>
                    </a:cubicBezTo>
                    <a:cubicBezTo>
                      <a:pt x="31" y="9"/>
                      <a:pt x="13" y="6"/>
                      <a:pt x="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2" name="Freeform 482"/>
              <p:cNvSpPr>
                <a:spLocks/>
              </p:cNvSpPr>
              <p:nvPr/>
            </p:nvSpPr>
            <p:spPr bwMode="auto">
              <a:xfrm>
                <a:off x="2826" y="2924"/>
                <a:ext cx="6" cy="6"/>
              </a:xfrm>
              <a:custGeom>
                <a:avLst/>
                <a:gdLst>
                  <a:gd name="T0" fmla="*/ 4 w 6"/>
                  <a:gd name="T1" fmla="*/ 2 h 6"/>
                  <a:gd name="T2" fmla="*/ 3 w 6"/>
                  <a:gd name="T3" fmla="*/ 1 h 6"/>
                  <a:gd name="T4" fmla="*/ 4 w 6"/>
                  <a:gd name="T5" fmla="*/ 0 h 6"/>
                  <a:gd name="T6" fmla="*/ 5 w 6"/>
                  <a:gd name="T7" fmla="*/ 1 h 6"/>
                  <a:gd name="T8" fmla="*/ 6 w 6"/>
                  <a:gd name="T9" fmla="*/ 2 h 6"/>
                  <a:gd name="T10" fmla="*/ 2 w 6"/>
                  <a:gd name="T11" fmla="*/ 6 h 6"/>
                  <a:gd name="T12" fmla="*/ 1 w 6"/>
                  <a:gd name="T13" fmla="*/ 5 h 6"/>
                  <a:gd name="T14" fmla="*/ 0 w 6"/>
                  <a:gd name="T15" fmla="*/ 4 h 6"/>
                  <a:gd name="T16" fmla="*/ 1 w 6"/>
                  <a:gd name="T17" fmla="*/ 3 h 6"/>
                  <a:gd name="T18" fmla="*/ 1 w 6"/>
                  <a:gd name="T19" fmla="*/ 4 h 6"/>
                  <a:gd name="T20" fmla="*/ 2 w 6"/>
                  <a:gd name="T21" fmla="*/ 3 h 6"/>
                  <a:gd name="T22" fmla="*/ 2 w 6"/>
                  <a:gd name="T23" fmla="*/ 2 h 6"/>
                  <a:gd name="T24" fmla="*/ 2 w 6"/>
                  <a:gd name="T25" fmla="*/ 2 h 6"/>
                  <a:gd name="T26" fmla="*/ 3 w 6"/>
                  <a:gd name="T27" fmla="*/ 2 h 6"/>
                  <a:gd name="T28" fmla="*/ 4 w 6"/>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4" y="2"/>
                    </a:moveTo>
                    <a:lnTo>
                      <a:pt x="3" y="1"/>
                    </a:lnTo>
                    <a:lnTo>
                      <a:pt x="4" y="0"/>
                    </a:lnTo>
                    <a:lnTo>
                      <a:pt x="5" y="1"/>
                    </a:lnTo>
                    <a:lnTo>
                      <a:pt x="6" y="2"/>
                    </a:lnTo>
                    <a:lnTo>
                      <a:pt x="2" y="6"/>
                    </a:lnTo>
                    <a:lnTo>
                      <a:pt x="1" y="5"/>
                    </a:lnTo>
                    <a:lnTo>
                      <a:pt x="0" y="4"/>
                    </a:lnTo>
                    <a:lnTo>
                      <a:pt x="1" y="3"/>
                    </a:lnTo>
                    <a:lnTo>
                      <a:pt x="1" y="4"/>
                    </a:lnTo>
                    <a:lnTo>
                      <a:pt x="2" y="3"/>
                    </a:lnTo>
                    <a:lnTo>
                      <a:pt x="2" y="2"/>
                    </a:lnTo>
                    <a:lnTo>
                      <a:pt x="2" y="2"/>
                    </a:lnTo>
                    <a:lnTo>
                      <a:pt x="3" y="2"/>
                    </a:lnTo>
                    <a:lnTo>
                      <a:pt x="4"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3" name="Freeform 483"/>
              <p:cNvSpPr>
                <a:spLocks noEditPoints="1"/>
              </p:cNvSpPr>
              <p:nvPr/>
            </p:nvSpPr>
            <p:spPr bwMode="auto">
              <a:xfrm>
                <a:off x="2825" y="2924"/>
                <a:ext cx="7" cy="6"/>
              </a:xfrm>
              <a:custGeom>
                <a:avLst/>
                <a:gdLst>
                  <a:gd name="T0" fmla="*/ 18 w 55"/>
                  <a:gd name="T1" fmla="*/ 52 h 52"/>
                  <a:gd name="T2" fmla="*/ 16 w 55"/>
                  <a:gd name="T3" fmla="*/ 51 h 52"/>
                  <a:gd name="T4" fmla="*/ 1 w 55"/>
                  <a:gd name="T5" fmla="*/ 33 h 52"/>
                  <a:gd name="T6" fmla="*/ 1 w 55"/>
                  <a:gd name="T7" fmla="*/ 30 h 52"/>
                  <a:gd name="T8" fmla="*/ 8 w 55"/>
                  <a:gd name="T9" fmla="*/ 24 h 52"/>
                  <a:gd name="T10" fmla="*/ 10 w 55"/>
                  <a:gd name="T11" fmla="*/ 23 h 52"/>
                  <a:gd name="T12" fmla="*/ 12 w 55"/>
                  <a:gd name="T13" fmla="*/ 24 h 52"/>
                  <a:gd name="T14" fmla="*/ 15 w 55"/>
                  <a:gd name="T15" fmla="*/ 28 h 52"/>
                  <a:gd name="T16" fmla="*/ 18 w 55"/>
                  <a:gd name="T17" fmla="*/ 26 h 52"/>
                  <a:gd name="T18" fmla="*/ 14 w 55"/>
                  <a:gd name="T19" fmla="*/ 22 h 52"/>
                  <a:gd name="T20" fmla="*/ 15 w 55"/>
                  <a:gd name="T21" fmla="*/ 18 h 52"/>
                  <a:gd name="T22" fmla="*/ 22 w 55"/>
                  <a:gd name="T23" fmla="*/ 12 h 52"/>
                  <a:gd name="T24" fmla="*/ 25 w 55"/>
                  <a:gd name="T25" fmla="*/ 13 h 52"/>
                  <a:gd name="T26" fmla="*/ 29 w 55"/>
                  <a:gd name="T27" fmla="*/ 17 h 52"/>
                  <a:gd name="T28" fmla="*/ 31 w 55"/>
                  <a:gd name="T29" fmla="*/ 15 h 52"/>
                  <a:gd name="T30" fmla="*/ 28 w 55"/>
                  <a:gd name="T31" fmla="*/ 10 h 52"/>
                  <a:gd name="T32" fmla="*/ 28 w 55"/>
                  <a:gd name="T33" fmla="*/ 7 h 52"/>
                  <a:gd name="T34" fmla="*/ 35 w 55"/>
                  <a:gd name="T35" fmla="*/ 1 h 52"/>
                  <a:gd name="T36" fmla="*/ 37 w 55"/>
                  <a:gd name="T37" fmla="*/ 0 h 52"/>
                  <a:gd name="T38" fmla="*/ 39 w 55"/>
                  <a:gd name="T39" fmla="*/ 1 h 52"/>
                  <a:gd name="T40" fmla="*/ 54 w 55"/>
                  <a:gd name="T41" fmla="*/ 19 h 52"/>
                  <a:gd name="T42" fmla="*/ 53 w 55"/>
                  <a:gd name="T43" fmla="*/ 23 h 52"/>
                  <a:gd name="T44" fmla="*/ 19 w 55"/>
                  <a:gd name="T45" fmla="*/ 51 h 52"/>
                  <a:gd name="T46" fmla="*/ 18 w 55"/>
                  <a:gd name="T47" fmla="*/ 52 h 52"/>
                  <a:gd name="T48" fmla="*/ 6 w 55"/>
                  <a:gd name="T49" fmla="*/ 32 h 52"/>
                  <a:gd name="T50" fmla="*/ 18 w 55"/>
                  <a:gd name="T51" fmla="*/ 46 h 52"/>
                  <a:gd name="T52" fmla="*/ 48 w 55"/>
                  <a:gd name="T53" fmla="*/ 21 h 52"/>
                  <a:gd name="T54" fmla="*/ 36 w 55"/>
                  <a:gd name="T55" fmla="*/ 6 h 52"/>
                  <a:gd name="T56" fmla="*/ 33 w 55"/>
                  <a:gd name="T57" fmla="*/ 9 h 52"/>
                  <a:gd name="T58" fmla="*/ 37 w 55"/>
                  <a:gd name="T59" fmla="*/ 13 h 52"/>
                  <a:gd name="T60" fmla="*/ 36 w 55"/>
                  <a:gd name="T61" fmla="*/ 17 h 52"/>
                  <a:gd name="T62" fmla="*/ 30 w 55"/>
                  <a:gd name="T63" fmla="*/ 22 h 52"/>
                  <a:gd name="T64" fmla="*/ 27 w 55"/>
                  <a:gd name="T65" fmla="*/ 22 h 52"/>
                  <a:gd name="T66" fmla="*/ 23 w 55"/>
                  <a:gd name="T67" fmla="*/ 18 h 52"/>
                  <a:gd name="T68" fmla="*/ 20 w 55"/>
                  <a:gd name="T69" fmla="*/ 20 h 52"/>
                  <a:gd name="T70" fmla="*/ 23 w 55"/>
                  <a:gd name="T71" fmla="*/ 25 h 52"/>
                  <a:gd name="T72" fmla="*/ 23 w 55"/>
                  <a:gd name="T73" fmla="*/ 28 h 52"/>
                  <a:gd name="T74" fmla="*/ 17 w 55"/>
                  <a:gd name="T75" fmla="*/ 33 h 52"/>
                  <a:gd name="T76" fmla="*/ 15 w 55"/>
                  <a:gd name="T77" fmla="*/ 34 h 52"/>
                  <a:gd name="T78" fmla="*/ 13 w 55"/>
                  <a:gd name="T79" fmla="*/ 33 h 52"/>
                  <a:gd name="T80" fmla="*/ 10 w 55"/>
                  <a:gd name="T81" fmla="*/ 29 h 52"/>
                  <a:gd name="T82" fmla="*/ 6 w 55"/>
                  <a:gd name="T8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52">
                    <a:moveTo>
                      <a:pt x="18" y="52"/>
                    </a:moveTo>
                    <a:cubicBezTo>
                      <a:pt x="17" y="52"/>
                      <a:pt x="17" y="51"/>
                      <a:pt x="16" y="51"/>
                    </a:cubicBezTo>
                    <a:cubicBezTo>
                      <a:pt x="1" y="33"/>
                      <a:pt x="1" y="33"/>
                      <a:pt x="1" y="33"/>
                    </a:cubicBezTo>
                    <a:cubicBezTo>
                      <a:pt x="0" y="32"/>
                      <a:pt x="0" y="31"/>
                      <a:pt x="1" y="30"/>
                    </a:cubicBezTo>
                    <a:cubicBezTo>
                      <a:pt x="8" y="24"/>
                      <a:pt x="8" y="24"/>
                      <a:pt x="8" y="24"/>
                    </a:cubicBezTo>
                    <a:cubicBezTo>
                      <a:pt x="9" y="23"/>
                      <a:pt x="9" y="23"/>
                      <a:pt x="10" y="23"/>
                    </a:cubicBezTo>
                    <a:cubicBezTo>
                      <a:pt x="11" y="23"/>
                      <a:pt x="11" y="23"/>
                      <a:pt x="12" y="24"/>
                    </a:cubicBezTo>
                    <a:cubicBezTo>
                      <a:pt x="15" y="28"/>
                      <a:pt x="15" y="28"/>
                      <a:pt x="15" y="28"/>
                    </a:cubicBezTo>
                    <a:cubicBezTo>
                      <a:pt x="18" y="26"/>
                      <a:pt x="18" y="26"/>
                      <a:pt x="18" y="26"/>
                    </a:cubicBezTo>
                    <a:cubicBezTo>
                      <a:pt x="14" y="22"/>
                      <a:pt x="14" y="22"/>
                      <a:pt x="14" y="22"/>
                    </a:cubicBezTo>
                    <a:cubicBezTo>
                      <a:pt x="14" y="21"/>
                      <a:pt x="14" y="19"/>
                      <a:pt x="15" y="18"/>
                    </a:cubicBezTo>
                    <a:cubicBezTo>
                      <a:pt x="22" y="12"/>
                      <a:pt x="22" y="12"/>
                      <a:pt x="22" y="12"/>
                    </a:cubicBezTo>
                    <a:cubicBezTo>
                      <a:pt x="23" y="12"/>
                      <a:pt x="24" y="12"/>
                      <a:pt x="25" y="13"/>
                    </a:cubicBezTo>
                    <a:cubicBezTo>
                      <a:pt x="29" y="17"/>
                      <a:pt x="29" y="17"/>
                      <a:pt x="29" y="17"/>
                    </a:cubicBezTo>
                    <a:cubicBezTo>
                      <a:pt x="31" y="15"/>
                      <a:pt x="31" y="15"/>
                      <a:pt x="31" y="15"/>
                    </a:cubicBezTo>
                    <a:cubicBezTo>
                      <a:pt x="28" y="10"/>
                      <a:pt x="28" y="10"/>
                      <a:pt x="28" y="10"/>
                    </a:cubicBezTo>
                    <a:cubicBezTo>
                      <a:pt x="27" y="9"/>
                      <a:pt x="27" y="8"/>
                      <a:pt x="28" y="7"/>
                    </a:cubicBezTo>
                    <a:cubicBezTo>
                      <a:pt x="35" y="1"/>
                      <a:pt x="35" y="1"/>
                      <a:pt x="35" y="1"/>
                    </a:cubicBezTo>
                    <a:cubicBezTo>
                      <a:pt x="36" y="1"/>
                      <a:pt x="37" y="0"/>
                      <a:pt x="37" y="0"/>
                    </a:cubicBezTo>
                    <a:cubicBezTo>
                      <a:pt x="38" y="1"/>
                      <a:pt x="38" y="1"/>
                      <a:pt x="39" y="1"/>
                    </a:cubicBezTo>
                    <a:cubicBezTo>
                      <a:pt x="54" y="19"/>
                      <a:pt x="54" y="19"/>
                      <a:pt x="54" y="19"/>
                    </a:cubicBezTo>
                    <a:cubicBezTo>
                      <a:pt x="55" y="20"/>
                      <a:pt x="54" y="22"/>
                      <a:pt x="53" y="23"/>
                    </a:cubicBezTo>
                    <a:cubicBezTo>
                      <a:pt x="19" y="51"/>
                      <a:pt x="19" y="51"/>
                      <a:pt x="19" y="51"/>
                    </a:cubicBezTo>
                    <a:cubicBezTo>
                      <a:pt x="19" y="52"/>
                      <a:pt x="18" y="52"/>
                      <a:pt x="18" y="52"/>
                    </a:cubicBezTo>
                    <a:close/>
                    <a:moveTo>
                      <a:pt x="6" y="32"/>
                    </a:moveTo>
                    <a:cubicBezTo>
                      <a:pt x="18" y="46"/>
                      <a:pt x="18" y="46"/>
                      <a:pt x="18" y="46"/>
                    </a:cubicBezTo>
                    <a:cubicBezTo>
                      <a:pt x="48" y="21"/>
                      <a:pt x="48" y="21"/>
                      <a:pt x="48" y="21"/>
                    </a:cubicBezTo>
                    <a:cubicBezTo>
                      <a:pt x="36" y="6"/>
                      <a:pt x="36" y="6"/>
                      <a:pt x="36" y="6"/>
                    </a:cubicBezTo>
                    <a:cubicBezTo>
                      <a:pt x="33" y="9"/>
                      <a:pt x="33" y="9"/>
                      <a:pt x="33" y="9"/>
                    </a:cubicBezTo>
                    <a:cubicBezTo>
                      <a:pt x="37" y="13"/>
                      <a:pt x="37" y="13"/>
                      <a:pt x="37" y="13"/>
                    </a:cubicBezTo>
                    <a:cubicBezTo>
                      <a:pt x="37" y="14"/>
                      <a:pt x="37" y="16"/>
                      <a:pt x="36" y="17"/>
                    </a:cubicBezTo>
                    <a:cubicBezTo>
                      <a:pt x="30" y="22"/>
                      <a:pt x="30" y="22"/>
                      <a:pt x="30" y="22"/>
                    </a:cubicBezTo>
                    <a:cubicBezTo>
                      <a:pt x="29" y="23"/>
                      <a:pt x="27" y="23"/>
                      <a:pt x="27" y="22"/>
                    </a:cubicBezTo>
                    <a:cubicBezTo>
                      <a:pt x="23" y="18"/>
                      <a:pt x="23" y="18"/>
                      <a:pt x="23" y="18"/>
                    </a:cubicBezTo>
                    <a:cubicBezTo>
                      <a:pt x="20" y="20"/>
                      <a:pt x="20" y="20"/>
                      <a:pt x="20" y="20"/>
                    </a:cubicBezTo>
                    <a:cubicBezTo>
                      <a:pt x="23" y="25"/>
                      <a:pt x="23" y="25"/>
                      <a:pt x="23" y="25"/>
                    </a:cubicBezTo>
                    <a:cubicBezTo>
                      <a:pt x="24" y="26"/>
                      <a:pt x="24" y="27"/>
                      <a:pt x="23" y="28"/>
                    </a:cubicBezTo>
                    <a:cubicBezTo>
                      <a:pt x="17" y="33"/>
                      <a:pt x="17" y="33"/>
                      <a:pt x="17" y="33"/>
                    </a:cubicBezTo>
                    <a:cubicBezTo>
                      <a:pt x="16" y="34"/>
                      <a:pt x="15" y="34"/>
                      <a:pt x="15" y="34"/>
                    </a:cubicBezTo>
                    <a:cubicBezTo>
                      <a:pt x="14" y="34"/>
                      <a:pt x="14" y="34"/>
                      <a:pt x="13" y="33"/>
                    </a:cubicBezTo>
                    <a:cubicBezTo>
                      <a:pt x="10" y="29"/>
                      <a:pt x="10" y="29"/>
                      <a:pt x="10" y="29"/>
                    </a:cubicBezTo>
                    <a:lnTo>
                      <a:pt x="6"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4" name="Freeform 484"/>
              <p:cNvSpPr>
                <a:spLocks/>
              </p:cNvSpPr>
              <p:nvPr/>
            </p:nvSpPr>
            <p:spPr bwMode="auto">
              <a:xfrm>
                <a:off x="2829" y="2927"/>
                <a:ext cx="5" cy="5"/>
              </a:xfrm>
              <a:custGeom>
                <a:avLst/>
                <a:gdLst>
                  <a:gd name="T0" fmla="*/ 5 w 5"/>
                  <a:gd name="T1" fmla="*/ 3 h 5"/>
                  <a:gd name="T2" fmla="*/ 2 w 5"/>
                  <a:gd name="T3" fmla="*/ 5 h 5"/>
                  <a:gd name="T4" fmla="*/ 0 w 5"/>
                  <a:gd name="T5" fmla="*/ 2 h 5"/>
                  <a:gd name="T6" fmla="*/ 2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lnTo>
                      <a:pt x="2" y="5"/>
                    </a:lnTo>
                    <a:lnTo>
                      <a:pt x="0" y="2"/>
                    </a:lnTo>
                    <a:lnTo>
                      <a:pt x="2" y="0"/>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5" name="Freeform 485"/>
              <p:cNvSpPr>
                <a:spLocks noEditPoints="1"/>
              </p:cNvSpPr>
              <p:nvPr/>
            </p:nvSpPr>
            <p:spPr bwMode="auto">
              <a:xfrm>
                <a:off x="2828" y="2927"/>
                <a:ext cx="6" cy="6"/>
              </a:xfrm>
              <a:custGeom>
                <a:avLst/>
                <a:gdLst>
                  <a:gd name="T0" fmla="*/ 19 w 45"/>
                  <a:gd name="T1" fmla="*/ 46 h 46"/>
                  <a:gd name="T2" fmla="*/ 17 w 45"/>
                  <a:gd name="T3" fmla="*/ 45 h 46"/>
                  <a:gd name="T4" fmla="*/ 0 w 45"/>
                  <a:gd name="T5" fmla="*/ 22 h 46"/>
                  <a:gd name="T6" fmla="*/ 1 w 45"/>
                  <a:gd name="T7" fmla="*/ 19 h 46"/>
                  <a:gd name="T8" fmla="*/ 22 w 45"/>
                  <a:gd name="T9" fmla="*/ 1 h 46"/>
                  <a:gd name="T10" fmla="*/ 25 w 45"/>
                  <a:gd name="T11" fmla="*/ 1 h 46"/>
                  <a:gd name="T12" fmla="*/ 44 w 45"/>
                  <a:gd name="T13" fmla="*/ 22 h 46"/>
                  <a:gd name="T14" fmla="*/ 45 w 45"/>
                  <a:gd name="T15" fmla="*/ 23 h 46"/>
                  <a:gd name="T16" fmla="*/ 44 w 45"/>
                  <a:gd name="T17" fmla="*/ 25 h 46"/>
                  <a:gd name="T18" fmla="*/ 20 w 45"/>
                  <a:gd name="T19" fmla="*/ 45 h 46"/>
                  <a:gd name="T20" fmla="*/ 19 w 45"/>
                  <a:gd name="T21" fmla="*/ 46 h 46"/>
                  <a:gd name="T22" fmla="*/ 5 w 45"/>
                  <a:gd name="T23" fmla="*/ 21 h 46"/>
                  <a:gd name="T24" fmla="*/ 19 w 45"/>
                  <a:gd name="T25" fmla="*/ 40 h 46"/>
                  <a:gd name="T26" fmla="*/ 39 w 45"/>
                  <a:gd name="T27" fmla="*/ 23 h 46"/>
                  <a:gd name="T28" fmla="*/ 23 w 45"/>
                  <a:gd name="T29" fmla="*/ 6 h 46"/>
                  <a:gd name="T30" fmla="*/ 5 w 45"/>
                  <a:gd name="T31"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46">
                    <a:moveTo>
                      <a:pt x="19" y="46"/>
                    </a:moveTo>
                    <a:cubicBezTo>
                      <a:pt x="18" y="46"/>
                      <a:pt x="17" y="45"/>
                      <a:pt x="17" y="45"/>
                    </a:cubicBezTo>
                    <a:cubicBezTo>
                      <a:pt x="0" y="22"/>
                      <a:pt x="0" y="22"/>
                      <a:pt x="0" y="22"/>
                    </a:cubicBezTo>
                    <a:cubicBezTo>
                      <a:pt x="0" y="21"/>
                      <a:pt x="0" y="20"/>
                      <a:pt x="1" y="19"/>
                    </a:cubicBezTo>
                    <a:cubicBezTo>
                      <a:pt x="22" y="1"/>
                      <a:pt x="22" y="1"/>
                      <a:pt x="22" y="1"/>
                    </a:cubicBezTo>
                    <a:cubicBezTo>
                      <a:pt x="23" y="0"/>
                      <a:pt x="24" y="1"/>
                      <a:pt x="25" y="1"/>
                    </a:cubicBezTo>
                    <a:cubicBezTo>
                      <a:pt x="44" y="22"/>
                      <a:pt x="44" y="22"/>
                      <a:pt x="44" y="22"/>
                    </a:cubicBezTo>
                    <a:cubicBezTo>
                      <a:pt x="45" y="22"/>
                      <a:pt x="45" y="23"/>
                      <a:pt x="45" y="23"/>
                    </a:cubicBezTo>
                    <a:cubicBezTo>
                      <a:pt x="45" y="24"/>
                      <a:pt x="45" y="25"/>
                      <a:pt x="44" y="25"/>
                    </a:cubicBezTo>
                    <a:cubicBezTo>
                      <a:pt x="20" y="45"/>
                      <a:pt x="20" y="45"/>
                      <a:pt x="20" y="45"/>
                    </a:cubicBezTo>
                    <a:cubicBezTo>
                      <a:pt x="20" y="46"/>
                      <a:pt x="19" y="46"/>
                      <a:pt x="19" y="46"/>
                    </a:cubicBezTo>
                    <a:close/>
                    <a:moveTo>
                      <a:pt x="5" y="21"/>
                    </a:moveTo>
                    <a:cubicBezTo>
                      <a:pt x="19" y="40"/>
                      <a:pt x="19" y="40"/>
                      <a:pt x="19" y="40"/>
                    </a:cubicBezTo>
                    <a:cubicBezTo>
                      <a:pt x="39" y="23"/>
                      <a:pt x="39" y="23"/>
                      <a:pt x="39" y="23"/>
                    </a:cubicBezTo>
                    <a:cubicBezTo>
                      <a:pt x="23" y="6"/>
                      <a:pt x="23" y="6"/>
                      <a:pt x="23" y="6"/>
                    </a:cubicBezTo>
                    <a:lnTo>
                      <a:pt x="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6" name="Freeform 486"/>
              <p:cNvSpPr>
                <a:spLocks/>
              </p:cNvSpPr>
              <p:nvPr/>
            </p:nvSpPr>
            <p:spPr bwMode="auto">
              <a:xfrm>
                <a:off x="2828" y="2918"/>
                <a:ext cx="6" cy="5"/>
              </a:xfrm>
              <a:custGeom>
                <a:avLst/>
                <a:gdLst>
                  <a:gd name="T0" fmla="*/ 4 w 6"/>
                  <a:gd name="T1" fmla="*/ 1 h 5"/>
                  <a:gd name="T2" fmla="*/ 3 w 6"/>
                  <a:gd name="T3" fmla="*/ 0 h 5"/>
                  <a:gd name="T4" fmla="*/ 4 w 6"/>
                  <a:gd name="T5" fmla="*/ 0 h 5"/>
                  <a:gd name="T6" fmla="*/ 5 w 6"/>
                  <a:gd name="T7" fmla="*/ 1 h 5"/>
                  <a:gd name="T8" fmla="*/ 6 w 6"/>
                  <a:gd name="T9" fmla="*/ 2 h 5"/>
                  <a:gd name="T10" fmla="*/ 2 w 6"/>
                  <a:gd name="T11" fmla="*/ 5 h 5"/>
                  <a:gd name="T12" fmla="*/ 1 w 6"/>
                  <a:gd name="T13" fmla="*/ 4 h 5"/>
                  <a:gd name="T14" fmla="*/ 0 w 6"/>
                  <a:gd name="T15" fmla="*/ 3 h 5"/>
                  <a:gd name="T16" fmla="*/ 1 w 6"/>
                  <a:gd name="T17" fmla="*/ 2 h 5"/>
                  <a:gd name="T18" fmla="*/ 1 w 6"/>
                  <a:gd name="T19" fmla="*/ 3 h 5"/>
                  <a:gd name="T20" fmla="*/ 2 w 6"/>
                  <a:gd name="T21" fmla="*/ 3 h 5"/>
                  <a:gd name="T22" fmla="*/ 2 w 6"/>
                  <a:gd name="T23" fmla="*/ 2 h 5"/>
                  <a:gd name="T24" fmla="*/ 2 w 6"/>
                  <a:gd name="T25" fmla="*/ 1 h 5"/>
                  <a:gd name="T26" fmla="*/ 3 w 6"/>
                  <a:gd name="T27" fmla="*/ 2 h 5"/>
                  <a:gd name="T28" fmla="*/ 4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4" y="1"/>
                    </a:moveTo>
                    <a:lnTo>
                      <a:pt x="3" y="0"/>
                    </a:lnTo>
                    <a:lnTo>
                      <a:pt x="4" y="0"/>
                    </a:lnTo>
                    <a:lnTo>
                      <a:pt x="5" y="1"/>
                    </a:lnTo>
                    <a:lnTo>
                      <a:pt x="6" y="2"/>
                    </a:lnTo>
                    <a:lnTo>
                      <a:pt x="2" y="5"/>
                    </a:lnTo>
                    <a:lnTo>
                      <a:pt x="1" y="4"/>
                    </a:lnTo>
                    <a:lnTo>
                      <a:pt x="0" y="3"/>
                    </a:lnTo>
                    <a:lnTo>
                      <a:pt x="1" y="2"/>
                    </a:lnTo>
                    <a:lnTo>
                      <a:pt x="1" y="3"/>
                    </a:lnTo>
                    <a:lnTo>
                      <a:pt x="2" y="3"/>
                    </a:lnTo>
                    <a:lnTo>
                      <a:pt x="2" y="2"/>
                    </a:lnTo>
                    <a:lnTo>
                      <a:pt x="2" y="1"/>
                    </a:lnTo>
                    <a:lnTo>
                      <a:pt x="3" y="2"/>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7" name="Freeform 487"/>
              <p:cNvSpPr>
                <a:spLocks noEditPoints="1"/>
              </p:cNvSpPr>
              <p:nvPr/>
            </p:nvSpPr>
            <p:spPr bwMode="auto">
              <a:xfrm>
                <a:off x="2828" y="2917"/>
                <a:ext cx="6" cy="7"/>
              </a:xfrm>
              <a:custGeom>
                <a:avLst/>
                <a:gdLst>
                  <a:gd name="T0" fmla="*/ 17 w 54"/>
                  <a:gd name="T1" fmla="*/ 52 h 52"/>
                  <a:gd name="T2" fmla="*/ 17 w 54"/>
                  <a:gd name="T3" fmla="*/ 52 h 52"/>
                  <a:gd name="T4" fmla="*/ 15 w 54"/>
                  <a:gd name="T5" fmla="*/ 51 h 52"/>
                  <a:gd name="T6" fmla="*/ 0 w 54"/>
                  <a:gd name="T7" fmla="*/ 33 h 52"/>
                  <a:gd name="T8" fmla="*/ 0 w 54"/>
                  <a:gd name="T9" fmla="*/ 31 h 52"/>
                  <a:gd name="T10" fmla="*/ 1 w 54"/>
                  <a:gd name="T11" fmla="*/ 30 h 52"/>
                  <a:gd name="T12" fmla="*/ 8 w 54"/>
                  <a:gd name="T13" fmla="*/ 24 h 52"/>
                  <a:gd name="T14" fmla="*/ 11 w 54"/>
                  <a:gd name="T15" fmla="*/ 24 h 52"/>
                  <a:gd name="T16" fmla="*/ 15 w 54"/>
                  <a:gd name="T17" fmla="*/ 28 h 52"/>
                  <a:gd name="T18" fmla="*/ 17 w 54"/>
                  <a:gd name="T19" fmla="*/ 26 h 52"/>
                  <a:gd name="T20" fmla="*/ 14 w 54"/>
                  <a:gd name="T21" fmla="*/ 22 h 52"/>
                  <a:gd name="T22" fmla="*/ 14 w 54"/>
                  <a:gd name="T23" fmla="*/ 18 h 52"/>
                  <a:gd name="T24" fmla="*/ 21 w 54"/>
                  <a:gd name="T25" fmla="*/ 12 h 52"/>
                  <a:gd name="T26" fmla="*/ 23 w 54"/>
                  <a:gd name="T27" fmla="*/ 12 h 52"/>
                  <a:gd name="T28" fmla="*/ 24 w 54"/>
                  <a:gd name="T29" fmla="*/ 13 h 52"/>
                  <a:gd name="T30" fmla="*/ 28 w 54"/>
                  <a:gd name="T31" fmla="*/ 17 h 52"/>
                  <a:gd name="T32" fmla="*/ 31 w 54"/>
                  <a:gd name="T33" fmla="*/ 14 h 52"/>
                  <a:gd name="T34" fmla="*/ 27 w 54"/>
                  <a:gd name="T35" fmla="*/ 10 h 52"/>
                  <a:gd name="T36" fmla="*/ 27 w 54"/>
                  <a:gd name="T37" fmla="*/ 8 h 52"/>
                  <a:gd name="T38" fmla="*/ 27 w 54"/>
                  <a:gd name="T39" fmla="*/ 7 h 52"/>
                  <a:gd name="T40" fmla="*/ 34 w 54"/>
                  <a:gd name="T41" fmla="*/ 1 h 52"/>
                  <a:gd name="T42" fmla="*/ 38 w 54"/>
                  <a:gd name="T43" fmla="*/ 1 h 52"/>
                  <a:gd name="T44" fmla="*/ 53 w 54"/>
                  <a:gd name="T45" fmla="*/ 19 h 52"/>
                  <a:gd name="T46" fmla="*/ 53 w 54"/>
                  <a:gd name="T47" fmla="*/ 21 h 52"/>
                  <a:gd name="T48" fmla="*/ 53 w 54"/>
                  <a:gd name="T49" fmla="*/ 23 h 52"/>
                  <a:gd name="T50" fmla="*/ 19 w 54"/>
                  <a:gd name="T51" fmla="*/ 51 h 52"/>
                  <a:gd name="T52" fmla="*/ 17 w 54"/>
                  <a:gd name="T53" fmla="*/ 52 h 52"/>
                  <a:gd name="T54" fmla="*/ 5 w 54"/>
                  <a:gd name="T55" fmla="*/ 32 h 52"/>
                  <a:gd name="T56" fmla="*/ 17 w 54"/>
                  <a:gd name="T57" fmla="*/ 46 h 52"/>
                  <a:gd name="T58" fmla="*/ 48 w 54"/>
                  <a:gd name="T59" fmla="*/ 20 h 52"/>
                  <a:gd name="T60" fmla="*/ 36 w 54"/>
                  <a:gd name="T61" fmla="*/ 6 h 52"/>
                  <a:gd name="T62" fmla="*/ 32 w 54"/>
                  <a:gd name="T63" fmla="*/ 9 h 52"/>
                  <a:gd name="T64" fmla="*/ 36 w 54"/>
                  <a:gd name="T65" fmla="*/ 13 h 52"/>
                  <a:gd name="T66" fmla="*/ 36 w 54"/>
                  <a:gd name="T67" fmla="*/ 17 h 52"/>
                  <a:gd name="T68" fmla="*/ 29 w 54"/>
                  <a:gd name="T69" fmla="*/ 22 h 52"/>
                  <a:gd name="T70" fmla="*/ 27 w 54"/>
                  <a:gd name="T71" fmla="*/ 23 h 52"/>
                  <a:gd name="T72" fmla="*/ 26 w 54"/>
                  <a:gd name="T73" fmla="*/ 22 h 52"/>
                  <a:gd name="T74" fmla="*/ 22 w 54"/>
                  <a:gd name="T75" fmla="*/ 17 h 52"/>
                  <a:gd name="T76" fmla="*/ 19 w 54"/>
                  <a:gd name="T77" fmla="*/ 20 h 52"/>
                  <a:gd name="T78" fmla="*/ 22 w 54"/>
                  <a:gd name="T79" fmla="*/ 25 h 52"/>
                  <a:gd name="T80" fmla="*/ 23 w 54"/>
                  <a:gd name="T81" fmla="*/ 26 h 52"/>
                  <a:gd name="T82" fmla="*/ 22 w 54"/>
                  <a:gd name="T83" fmla="*/ 28 h 52"/>
                  <a:gd name="T84" fmla="*/ 16 w 54"/>
                  <a:gd name="T85" fmla="*/ 33 h 52"/>
                  <a:gd name="T86" fmla="*/ 12 w 54"/>
                  <a:gd name="T87" fmla="*/ 33 h 52"/>
                  <a:gd name="T88" fmla="*/ 9 w 54"/>
                  <a:gd name="T89" fmla="*/ 29 h 52"/>
                  <a:gd name="T90" fmla="*/ 5 w 54"/>
                  <a:gd name="T91"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52">
                    <a:moveTo>
                      <a:pt x="17" y="52"/>
                    </a:moveTo>
                    <a:cubicBezTo>
                      <a:pt x="17" y="52"/>
                      <a:pt x="17" y="52"/>
                      <a:pt x="17" y="52"/>
                    </a:cubicBezTo>
                    <a:cubicBezTo>
                      <a:pt x="16" y="52"/>
                      <a:pt x="16" y="51"/>
                      <a:pt x="15" y="51"/>
                    </a:cubicBezTo>
                    <a:cubicBezTo>
                      <a:pt x="0" y="33"/>
                      <a:pt x="0" y="33"/>
                      <a:pt x="0" y="33"/>
                    </a:cubicBezTo>
                    <a:cubicBezTo>
                      <a:pt x="0" y="32"/>
                      <a:pt x="0" y="32"/>
                      <a:pt x="0" y="31"/>
                    </a:cubicBezTo>
                    <a:cubicBezTo>
                      <a:pt x="0" y="31"/>
                      <a:pt x="0" y="30"/>
                      <a:pt x="1" y="30"/>
                    </a:cubicBezTo>
                    <a:cubicBezTo>
                      <a:pt x="8" y="24"/>
                      <a:pt x="8" y="24"/>
                      <a:pt x="8" y="24"/>
                    </a:cubicBezTo>
                    <a:cubicBezTo>
                      <a:pt x="9" y="23"/>
                      <a:pt x="10" y="23"/>
                      <a:pt x="11" y="24"/>
                    </a:cubicBezTo>
                    <a:cubicBezTo>
                      <a:pt x="15" y="28"/>
                      <a:pt x="15" y="28"/>
                      <a:pt x="15" y="28"/>
                    </a:cubicBezTo>
                    <a:cubicBezTo>
                      <a:pt x="17" y="26"/>
                      <a:pt x="17" y="26"/>
                      <a:pt x="17" y="26"/>
                    </a:cubicBezTo>
                    <a:cubicBezTo>
                      <a:pt x="14" y="22"/>
                      <a:pt x="14" y="22"/>
                      <a:pt x="14" y="22"/>
                    </a:cubicBezTo>
                    <a:cubicBezTo>
                      <a:pt x="13" y="21"/>
                      <a:pt x="13" y="19"/>
                      <a:pt x="14" y="18"/>
                    </a:cubicBezTo>
                    <a:cubicBezTo>
                      <a:pt x="21" y="12"/>
                      <a:pt x="21" y="12"/>
                      <a:pt x="21" y="12"/>
                    </a:cubicBezTo>
                    <a:cubicBezTo>
                      <a:pt x="22" y="12"/>
                      <a:pt x="22" y="11"/>
                      <a:pt x="23" y="12"/>
                    </a:cubicBezTo>
                    <a:cubicBezTo>
                      <a:pt x="23" y="12"/>
                      <a:pt x="24" y="12"/>
                      <a:pt x="24" y="13"/>
                    </a:cubicBezTo>
                    <a:cubicBezTo>
                      <a:pt x="28" y="17"/>
                      <a:pt x="28" y="17"/>
                      <a:pt x="28" y="17"/>
                    </a:cubicBezTo>
                    <a:cubicBezTo>
                      <a:pt x="31" y="14"/>
                      <a:pt x="31" y="14"/>
                      <a:pt x="31" y="14"/>
                    </a:cubicBezTo>
                    <a:cubicBezTo>
                      <a:pt x="27" y="10"/>
                      <a:pt x="27" y="10"/>
                      <a:pt x="27" y="10"/>
                    </a:cubicBezTo>
                    <a:cubicBezTo>
                      <a:pt x="27" y="10"/>
                      <a:pt x="27" y="9"/>
                      <a:pt x="27" y="8"/>
                    </a:cubicBezTo>
                    <a:cubicBezTo>
                      <a:pt x="27" y="8"/>
                      <a:pt x="27" y="7"/>
                      <a:pt x="27" y="7"/>
                    </a:cubicBezTo>
                    <a:cubicBezTo>
                      <a:pt x="34" y="1"/>
                      <a:pt x="34" y="1"/>
                      <a:pt x="34" y="1"/>
                    </a:cubicBezTo>
                    <a:cubicBezTo>
                      <a:pt x="35" y="0"/>
                      <a:pt x="37" y="0"/>
                      <a:pt x="38" y="1"/>
                    </a:cubicBezTo>
                    <a:cubicBezTo>
                      <a:pt x="53" y="19"/>
                      <a:pt x="53" y="19"/>
                      <a:pt x="53" y="19"/>
                    </a:cubicBezTo>
                    <a:cubicBezTo>
                      <a:pt x="53" y="20"/>
                      <a:pt x="54" y="20"/>
                      <a:pt x="53" y="21"/>
                    </a:cubicBezTo>
                    <a:cubicBezTo>
                      <a:pt x="53" y="22"/>
                      <a:pt x="53" y="22"/>
                      <a:pt x="53" y="23"/>
                    </a:cubicBezTo>
                    <a:cubicBezTo>
                      <a:pt x="19" y="51"/>
                      <a:pt x="19" y="51"/>
                      <a:pt x="19" y="51"/>
                    </a:cubicBezTo>
                    <a:cubicBezTo>
                      <a:pt x="18" y="52"/>
                      <a:pt x="18" y="52"/>
                      <a:pt x="17" y="52"/>
                    </a:cubicBezTo>
                    <a:close/>
                    <a:moveTo>
                      <a:pt x="5" y="32"/>
                    </a:moveTo>
                    <a:cubicBezTo>
                      <a:pt x="17" y="46"/>
                      <a:pt x="17" y="46"/>
                      <a:pt x="17" y="46"/>
                    </a:cubicBezTo>
                    <a:cubicBezTo>
                      <a:pt x="48" y="20"/>
                      <a:pt x="48" y="20"/>
                      <a:pt x="48" y="20"/>
                    </a:cubicBezTo>
                    <a:cubicBezTo>
                      <a:pt x="36" y="6"/>
                      <a:pt x="36" y="6"/>
                      <a:pt x="36" y="6"/>
                    </a:cubicBezTo>
                    <a:cubicBezTo>
                      <a:pt x="32" y="9"/>
                      <a:pt x="32" y="9"/>
                      <a:pt x="32" y="9"/>
                    </a:cubicBezTo>
                    <a:cubicBezTo>
                      <a:pt x="36" y="13"/>
                      <a:pt x="36" y="13"/>
                      <a:pt x="36" y="13"/>
                    </a:cubicBezTo>
                    <a:cubicBezTo>
                      <a:pt x="37" y="14"/>
                      <a:pt x="37" y="16"/>
                      <a:pt x="36" y="17"/>
                    </a:cubicBezTo>
                    <a:cubicBezTo>
                      <a:pt x="29" y="22"/>
                      <a:pt x="29" y="22"/>
                      <a:pt x="29" y="22"/>
                    </a:cubicBezTo>
                    <a:cubicBezTo>
                      <a:pt x="29" y="22"/>
                      <a:pt x="28" y="23"/>
                      <a:pt x="27" y="23"/>
                    </a:cubicBezTo>
                    <a:cubicBezTo>
                      <a:pt x="27" y="22"/>
                      <a:pt x="26" y="22"/>
                      <a:pt x="26" y="22"/>
                    </a:cubicBezTo>
                    <a:cubicBezTo>
                      <a:pt x="22" y="17"/>
                      <a:pt x="22" y="17"/>
                      <a:pt x="22" y="17"/>
                    </a:cubicBezTo>
                    <a:cubicBezTo>
                      <a:pt x="19" y="20"/>
                      <a:pt x="19" y="20"/>
                      <a:pt x="19" y="20"/>
                    </a:cubicBezTo>
                    <a:cubicBezTo>
                      <a:pt x="22" y="25"/>
                      <a:pt x="22" y="25"/>
                      <a:pt x="22" y="25"/>
                    </a:cubicBezTo>
                    <a:cubicBezTo>
                      <a:pt x="23" y="25"/>
                      <a:pt x="23" y="26"/>
                      <a:pt x="23" y="26"/>
                    </a:cubicBezTo>
                    <a:cubicBezTo>
                      <a:pt x="23" y="27"/>
                      <a:pt x="23" y="28"/>
                      <a:pt x="22" y="28"/>
                    </a:cubicBezTo>
                    <a:cubicBezTo>
                      <a:pt x="16" y="33"/>
                      <a:pt x="16" y="33"/>
                      <a:pt x="16" y="33"/>
                    </a:cubicBezTo>
                    <a:cubicBezTo>
                      <a:pt x="15" y="34"/>
                      <a:pt x="13" y="34"/>
                      <a:pt x="12" y="33"/>
                    </a:cubicBezTo>
                    <a:cubicBezTo>
                      <a:pt x="9" y="29"/>
                      <a:pt x="9" y="29"/>
                      <a:pt x="9" y="29"/>
                    </a:cubicBezTo>
                    <a:lnTo>
                      <a:pt x="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8" name="Freeform 488"/>
              <p:cNvSpPr>
                <a:spLocks/>
              </p:cNvSpPr>
              <p:nvPr/>
            </p:nvSpPr>
            <p:spPr bwMode="auto">
              <a:xfrm>
                <a:off x="2830" y="2921"/>
                <a:ext cx="8" cy="7"/>
              </a:xfrm>
              <a:custGeom>
                <a:avLst/>
                <a:gdLst>
                  <a:gd name="T0" fmla="*/ 8 w 8"/>
                  <a:gd name="T1" fmla="*/ 5 h 7"/>
                  <a:gd name="T2" fmla="*/ 5 w 8"/>
                  <a:gd name="T3" fmla="*/ 7 h 7"/>
                  <a:gd name="T4" fmla="*/ 0 w 8"/>
                  <a:gd name="T5" fmla="*/ 2 h 7"/>
                  <a:gd name="T6" fmla="*/ 3 w 8"/>
                  <a:gd name="T7" fmla="*/ 0 h 7"/>
                  <a:gd name="T8" fmla="*/ 8 w 8"/>
                  <a:gd name="T9" fmla="*/ 5 h 7"/>
                </a:gdLst>
                <a:ahLst/>
                <a:cxnLst>
                  <a:cxn ang="0">
                    <a:pos x="T0" y="T1"/>
                  </a:cxn>
                  <a:cxn ang="0">
                    <a:pos x="T2" y="T3"/>
                  </a:cxn>
                  <a:cxn ang="0">
                    <a:pos x="T4" y="T5"/>
                  </a:cxn>
                  <a:cxn ang="0">
                    <a:pos x="T6" y="T7"/>
                  </a:cxn>
                  <a:cxn ang="0">
                    <a:pos x="T8" y="T9"/>
                  </a:cxn>
                </a:cxnLst>
                <a:rect l="0" t="0" r="r" b="b"/>
                <a:pathLst>
                  <a:path w="8" h="7">
                    <a:moveTo>
                      <a:pt x="8" y="5"/>
                    </a:moveTo>
                    <a:lnTo>
                      <a:pt x="5" y="7"/>
                    </a:lnTo>
                    <a:lnTo>
                      <a:pt x="0" y="2"/>
                    </a:lnTo>
                    <a:lnTo>
                      <a:pt x="3" y="0"/>
                    </a:lnTo>
                    <a:lnTo>
                      <a:pt x="8"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9" name="Freeform 489"/>
              <p:cNvSpPr>
                <a:spLocks noEditPoints="1"/>
              </p:cNvSpPr>
              <p:nvPr/>
            </p:nvSpPr>
            <p:spPr bwMode="auto">
              <a:xfrm>
                <a:off x="2830" y="2920"/>
                <a:ext cx="8" cy="9"/>
              </a:xfrm>
              <a:custGeom>
                <a:avLst/>
                <a:gdLst>
                  <a:gd name="T0" fmla="*/ 38 w 65"/>
                  <a:gd name="T1" fmla="*/ 69 h 69"/>
                  <a:gd name="T2" fmla="*/ 37 w 65"/>
                  <a:gd name="T3" fmla="*/ 68 h 69"/>
                  <a:gd name="T4" fmla="*/ 1 w 65"/>
                  <a:gd name="T5" fmla="*/ 22 h 69"/>
                  <a:gd name="T6" fmla="*/ 1 w 65"/>
                  <a:gd name="T7" fmla="*/ 19 h 69"/>
                  <a:gd name="T8" fmla="*/ 22 w 65"/>
                  <a:gd name="T9" fmla="*/ 1 h 69"/>
                  <a:gd name="T10" fmla="*/ 26 w 65"/>
                  <a:gd name="T11" fmla="*/ 1 h 69"/>
                  <a:gd name="T12" fmla="*/ 64 w 65"/>
                  <a:gd name="T13" fmla="*/ 44 h 69"/>
                  <a:gd name="T14" fmla="*/ 65 w 65"/>
                  <a:gd name="T15" fmla="*/ 46 h 69"/>
                  <a:gd name="T16" fmla="*/ 64 w 65"/>
                  <a:gd name="T17" fmla="*/ 48 h 69"/>
                  <a:gd name="T18" fmla="*/ 40 w 65"/>
                  <a:gd name="T19" fmla="*/ 68 h 69"/>
                  <a:gd name="T20" fmla="*/ 38 w 65"/>
                  <a:gd name="T21" fmla="*/ 69 h 69"/>
                  <a:gd name="T22" fmla="*/ 6 w 65"/>
                  <a:gd name="T23" fmla="*/ 21 h 69"/>
                  <a:gd name="T24" fmla="*/ 39 w 65"/>
                  <a:gd name="T25" fmla="*/ 63 h 69"/>
                  <a:gd name="T26" fmla="*/ 59 w 65"/>
                  <a:gd name="T27" fmla="*/ 46 h 69"/>
                  <a:gd name="T28" fmla="*/ 24 w 65"/>
                  <a:gd name="T29" fmla="*/ 6 h 69"/>
                  <a:gd name="T30" fmla="*/ 6 w 65"/>
                  <a:gd name="T31" fmla="*/ 2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69">
                    <a:moveTo>
                      <a:pt x="38" y="69"/>
                    </a:moveTo>
                    <a:cubicBezTo>
                      <a:pt x="38" y="69"/>
                      <a:pt x="37" y="68"/>
                      <a:pt x="37" y="68"/>
                    </a:cubicBezTo>
                    <a:cubicBezTo>
                      <a:pt x="1" y="22"/>
                      <a:pt x="1" y="22"/>
                      <a:pt x="1" y="22"/>
                    </a:cubicBezTo>
                    <a:cubicBezTo>
                      <a:pt x="0" y="21"/>
                      <a:pt x="0" y="20"/>
                      <a:pt x="1" y="19"/>
                    </a:cubicBezTo>
                    <a:cubicBezTo>
                      <a:pt x="22" y="1"/>
                      <a:pt x="22" y="1"/>
                      <a:pt x="22" y="1"/>
                    </a:cubicBezTo>
                    <a:cubicBezTo>
                      <a:pt x="23" y="0"/>
                      <a:pt x="25" y="0"/>
                      <a:pt x="26" y="1"/>
                    </a:cubicBezTo>
                    <a:cubicBezTo>
                      <a:pt x="64" y="44"/>
                      <a:pt x="64" y="44"/>
                      <a:pt x="64" y="44"/>
                    </a:cubicBezTo>
                    <a:cubicBezTo>
                      <a:pt x="65" y="45"/>
                      <a:pt x="65" y="46"/>
                      <a:pt x="65" y="46"/>
                    </a:cubicBezTo>
                    <a:cubicBezTo>
                      <a:pt x="65" y="47"/>
                      <a:pt x="64" y="47"/>
                      <a:pt x="64" y="48"/>
                    </a:cubicBezTo>
                    <a:cubicBezTo>
                      <a:pt x="40" y="68"/>
                      <a:pt x="40" y="68"/>
                      <a:pt x="40" y="68"/>
                    </a:cubicBezTo>
                    <a:cubicBezTo>
                      <a:pt x="39" y="68"/>
                      <a:pt x="39" y="69"/>
                      <a:pt x="38" y="69"/>
                    </a:cubicBezTo>
                    <a:close/>
                    <a:moveTo>
                      <a:pt x="6" y="21"/>
                    </a:moveTo>
                    <a:cubicBezTo>
                      <a:pt x="39" y="63"/>
                      <a:pt x="39" y="63"/>
                      <a:pt x="39" y="63"/>
                    </a:cubicBezTo>
                    <a:cubicBezTo>
                      <a:pt x="59" y="46"/>
                      <a:pt x="59" y="46"/>
                      <a:pt x="59" y="46"/>
                    </a:cubicBezTo>
                    <a:cubicBezTo>
                      <a:pt x="24" y="6"/>
                      <a:pt x="24" y="6"/>
                      <a:pt x="24" y="6"/>
                    </a:cubicBez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0" name="Freeform 490"/>
              <p:cNvSpPr>
                <a:spLocks/>
              </p:cNvSpPr>
              <p:nvPr/>
            </p:nvSpPr>
            <p:spPr bwMode="auto">
              <a:xfrm>
                <a:off x="2830" y="2929"/>
                <a:ext cx="2" cy="2"/>
              </a:xfrm>
              <a:custGeom>
                <a:avLst/>
                <a:gdLst>
                  <a:gd name="T0" fmla="*/ 6 w 12"/>
                  <a:gd name="T1" fmla="*/ 1 h 13"/>
                  <a:gd name="T2" fmla="*/ 2 w 12"/>
                  <a:gd name="T3" fmla="*/ 1 h 13"/>
                  <a:gd name="T4" fmla="*/ 1 w 12"/>
                  <a:gd name="T5" fmla="*/ 6 h 13"/>
                  <a:gd name="T6" fmla="*/ 7 w 12"/>
                  <a:gd name="T7" fmla="*/ 13 h 13"/>
                  <a:gd name="T8" fmla="*/ 12 w 12"/>
                  <a:gd name="T9" fmla="*/ 8 h 13"/>
                  <a:gd name="T10" fmla="*/ 6 w 12"/>
                  <a:gd name="T11" fmla="*/ 1 h 13"/>
                </a:gdLst>
                <a:ahLst/>
                <a:cxnLst>
                  <a:cxn ang="0">
                    <a:pos x="T0" y="T1"/>
                  </a:cxn>
                  <a:cxn ang="0">
                    <a:pos x="T2" y="T3"/>
                  </a:cxn>
                  <a:cxn ang="0">
                    <a:pos x="T4" y="T5"/>
                  </a:cxn>
                  <a:cxn ang="0">
                    <a:pos x="T6" y="T7"/>
                  </a:cxn>
                  <a:cxn ang="0">
                    <a:pos x="T8" y="T9"/>
                  </a:cxn>
                  <a:cxn ang="0">
                    <a:pos x="T10" y="T11"/>
                  </a:cxn>
                </a:cxnLst>
                <a:rect l="0" t="0" r="r" b="b"/>
                <a:pathLst>
                  <a:path w="12" h="13">
                    <a:moveTo>
                      <a:pt x="6" y="1"/>
                    </a:moveTo>
                    <a:cubicBezTo>
                      <a:pt x="5" y="0"/>
                      <a:pt x="3" y="0"/>
                      <a:pt x="2" y="1"/>
                    </a:cubicBezTo>
                    <a:cubicBezTo>
                      <a:pt x="0" y="2"/>
                      <a:pt x="0" y="4"/>
                      <a:pt x="1" y="6"/>
                    </a:cubicBezTo>
                    <a:cubicBezTo>
                      <a:pt x="7" y="13"/>
                      <a:pt x="7" y="13"/>
                      <a:pt x="7" y="13"/>
                    </a:cubicBezTo>
                    <a:cubicBezTo>
                      <a:pt x="12" y="8"/>
                      <a:pt x="12" y="8"/>
                      <a:pt x="12" y="8"/>
                    </a:cubicBez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1" name="Freeform 491"/>
              <p:cNvSpPr>
                <a:spLocks/>
              </p:cNvSpPr>
              <p:nvPr/>
            </p:nvSpPr>
            <p:spPr bwMode="auto">
              <a:xfrm>
                <a:off x="2832" y="2923"/>
                <a:ext cx="2" cy="1"/>
              </a:xfrm>
              <a:custGeom>
                <a:avLst/>
                <a:gdLst>
                  <a:gd name="T0" fmla="*/ 6 w 12"/>
                  <a:gd name="T1" fmla="*/ 1 h 12"/>
                  <a:gd name="T2" fmla="*/ 2 w 12"/>
                  <a:gd name="T3" fmla="*/ 1 h 12"/>
                  <a:gd name="T4" fmla="*/ 1 w 12"/>
                  <a:gd name="T5" fmla="*/ 5 h 12"/>
                  <a:gd name="T6" fmla="*/ 7 w 12"/>
                  <a:gd name="T7" fmla="*/ 12 h 12"/>
                  <a:gd name="T8" fmla="*/ 12 w 12"/>
                  <a:gd name="T9" fmla="*/ 8 h 12"/>
                  <a:gd name="T10" fmla="*/ 6 w 12"/>
                  <a:gd name="T11" fmla="*/ 1 h 12"/>
                </a:gdLst>
                <a:ahLst/>
                <a:cxnLst>
                  <a:cxn ang="0">
                    <a:pos x="T0" y="T1"/>
                  </a:cxn>
                  <a:cxn ang="0">
                    <a:pos x="T2" y="T3"/>
                  </a:cxn>
                  <a:cxn ang="0">
                    <a:pos x="T4" y="T5"/>
                  </a:cxn>
                  <a:cxn ang="0">
                    <a:pos x="T6" y="T7"/>
                  </a:cxn>
                  <a:cxn ang="0">
                    <a:pos x="T8" y="T9"/>
                  </a:cxn>
                  <a:cxn ang="0">
                    <a:pos x="T10" y="T11"/>
                  </a:cxn>
                </a:cxnLst>
                <a:rect l="0" t="0" r="r" b="b"/>
                <a:pathLst>
                  <a:path w="12" h="12">
                    <a:moveTo>
                      <a:pt x="6" y="1"/>
                    </a:moveTo>
                    <a:cubicBezTo>
                      <a:pt x="5" y="0"/>
                      <a:pt x="3" y="0"/>
                      <a:pt x="2" y="1"/>
                    </a:cubicBezTo>
                    <a:cubicBezTo>
                      <a:pt x="0" y="2"/>
                      <a:pt x="0" y="4"/>
                      <a:pt x="1" y="5"/>
                    </a:cubicBezTo>
                    <a:cubicBezTo>
                      <a:pt x="7" y="12"/>
                      <a:pt x="7" y="12"/>
                      <a:pt x="7" y="12"/>
                    </a:cubicBezTo>
                    <a:cubicBezTo>
                      <a:pt x="12" y="8"/>
                      <a:pt x="12" y="8"/>
                      <a:pt x="12" y="8"/>
                    </a:cubicBez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2" name="Freeform 492"/>
              <p:cNvSpPr>
                <a:spLocks/>
              </p:cNvSpPr>
              <p:nvPr/>
            </p:nvSpPr>
            <p:spPr bwMode="auto">
              <a:xfrm>
                <a:off x="2835" y="2917"/>
                <a:ext cx="6" cy="6"/>
              </a:xfrm>
              <a:custGeom>
                <a:avLst/>
                <a:gdLst>
                  <a:gd name="T0" fmla="*/ 1 w 6"/>
                  <a:gd name="T1" fmla="*/ 3 h 6"/>
                  <a:gd name="T2" fmla="*/ 0 w 6"/>
                  <a:gd name="T3" fmla="*/ 3 h 6"/>
                  <a:gd name="T4" fmla="*/ 0 w 6"/>
                  <a:gd name="T5" fmla="*/ 3 h 6"/>
                  <a:gd name="T6" fmla="*/ 0 w 6"/>
                  <a:gd name="T7" fmla="*/ 4 h 6"/>
                  <a:gd name="T8" fmla="*/ 1 w 6"/>
                  <a:gd name="T9" fmla="*/ 6 h 6"/>
                  <a:gd name="T10" fmla="*/ 6 w 6"/>
                  <a:gd name="T11" fmla="*/ 2 h 6"/>
                  <a:gd name="T12" fmla="*/ 5 w 6"/>
                  <a:gd name="T13" fmla="*/ 1 h 6"/>
                  <a:gd name="T14" fmla="*/ 4 w 6"/>
                  <a:gd name="T15" fmla="*/ 0 h 6"/>
                  <a:gd name="T16" fmla="*/ 3 w 6"/>
                  <a:gd name="T17" fmla="*/ 1 h 6"/>
                  <a:gd name="T18" fmla="*/ 4 w 6"/>
                  <a:gd name="T19" fmla="*/ 1 h 6"/>
                  <a:gd name="T20" fmla="*/ 3 w 6"/>
                  <a:gd name="T21" fmla="*/ 2 h 6"/>
                  <a:gd name="T22" fmla="*/ 2 w 6"/>
                  <a:gd name="T23" fmla="*/ 1 h 6"/>
                  <a:gd name="T24" fmla="*/ 1 w 6"/>
                  <a:gd name="T25" fmla="*/ 2 h 6"/>
                  <a:gd name="T26" fmla="*/ 2 w 6"/>
                  <a:gd name="T27" fmla="*/ 3 h 6"/>
                  <a:gd name="T28" fmla="*/ 1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1" y="3"/>
                    </a:moveTo>
                    <a:lnTo>
                      <a:pt x="0" y="3"/>
                    </a:lnTo>
                    <a:lnTo>
                      <a:pt x="0" y="3"/>
                    </a:lnTo>
                    <a:lnTo>
                      <a:pt x="0" y="4"/>
                    </a:lnTo>
                    <a:lnTo>
                      <a:pt x="1" y="6"/>
                    </a:lnTo>
                    <a:lnTo>
                      <a:pt x="6" y="2"/>
                    </a:lnTo>
                    <a:lnTo>
                      <a:pt x="5" y="1"/>
                    </a:lnTo>
                    <a:lnTo>
                      <a:pt x="4" y="0"/>
                    </a:lnTo>
                    <a:lnTo>
                      <a:pt x="3" y="1"/>
                    </a:lnTo>
                    <a:lnTo>
                      <a:pt x="4" y="1"/>
                    </a:lnTo>
                    <a:lnTo>
                      <a:pt x="3" y="2"/>
                    </a:lnTo>
                    <a:lnTo>
                      <a:pt x="2" y="1"/>
                    </a:lnTo>
                    <a:lnTo>
                      <a:pt x="1" y="2"/>
                    </a:lnTo>
                    <a:lnTo>
                      <a:pt x="2" y="3"/>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3" name="Freeform 493"/>
              <p:cNvSpPr>
                <a:spLocks noEditPoints="1"/>
              </p:cNvSpPr>
              <p:nvPr/>
            </p:nvSpPr>
            <p:spPr bwMode="auto">
              <a:xfrm>
                <a:off x="2834" y="2916"/>
                <a:ext cx="7" cy="7"/>
              </a:xfrm>
              <a:custGeom>
                <a:avLst/>
                <a:gdLst>
                  <a:gd name="T0" fmla="*/ 18 w 54"/>
                  <a:gd name="T1" fmla="*/ 52 h 52"/>
                  <a:gd name="T2" fmla="*/ 16 w 54"/>
                  <a:gd name="T3" fmla="*/ 51 h 52"/>
                  <a:gd name="T4" fmla="*/ 1 w 54"/>
                  <a:gd name="T5" fmla="*/ 33 h 52"/>
                  <a:gd name="T6" fmla="*/ 1 w 54"/>
                  <a:gd name="T7" fmla="*/ 29 h 52"/>
                  <a:gd name="T8" fmla="*/ 8 w 54"/>
                  <a:gd name="T9" fmla="*/ 23 h 52"/>
                  <a:gd name="T10" fmla="*/ 10 w 54"/>
                  <a:gd name="T11" fmla="*/ 23 h 52"/>
                  <a:gd name="T12" fmla="*/ 12 w 54"/>
                  <a:gd name="T13" fmla="*/ 24 h 52"/>
                  <a:gd name="T14" fmla="*/ 15 w 54"/>
                  <a:gd name="T15" fmla="*/ 28 h 52"/>
                  <a:gd name="T16" fmla="*/ 18 w 54"/>
                  <a:gd name="T17" fmla="*/ 26 h 52"/>
                  <a:gd name="T18" fmla="*/ 15 w 54"/>
                  <a:gd name="T19" fmla="*/ 21 h 52"/>
                  <a:gd name="T20" fmla="*/ 14 w 54"/>
                  <a:gd name="T21" fmla="*/ 20 h 52"/>
                  <a:gd name="T22" fmla="*/ 15 w 54"/>
                  <a:gd name="T23" fmla="*/ 18 h 52"/>
                  <a:gd name="T24" fmla="*/ 22 w 54"/>
                  <a:gd name="T25" fmla="*/ 12 h 52"/>
                  <a:gd name="T26" fmla="*/ 24 w 54"/>
                  <a:gd name="T27" fmla="*/ 12 h 52"/>
                  <a:gd name="T28" fmla="*/ 25 w 54"/>
                  <a:gd name="T29" fmla="*/ 12 h 52"/>
                  <a:gd name="T30" fmla="*/ 29 w 54"/>
                  <a:gd name="T31" fmla="*/ 17 h 52"/>
                  <a:gd name="T32" fmla="*/ 32 w 54"/>
                  <a:gd name="T33" fmla="*/ 14 h 52"/>
                  <a:gd name="T34" fmla="*/ 28 w 54"/>
                  <a:gd name="T35" fmla="*/ 10 h 52"/>
                  <a:gd name="T36" fmla="*/ 28 w 54"/>
                  <a:gd name="T37" fmla="*/ 7 h 52"/>
                  <a:gd name="T38" fmla="*/ 35 w 54"/>
                  <a:gd name="T39" fmla="*/ 1 h 52"/>
                  <a:gd name="T40" fmla="*/ 37 w 54"/>
                  <a:gd name="T41" fmla="*/ 0 h 52"/>
                  <a:gd name="T42" fmla="*/ 39 w 54"/>
                  <a:gd name="T43" fmla="*/ 1 h 52"/>
                  <a:gd name="T44" fmla="*/ 54 w 54"/>
                  <a:gd name="T45" fmla="*/ 19 h 52"/>
                  <a:gd name="T46" fmla="*/ 54 w 54"/>
                  <a:gd name="T47" fmla="*/ 21 h 52"/>
                  <a:gd name="T48" fmla="*/ 54 w 54"/>
                  <a:gd name="T49" fmla="*/ 22 h 52"/>
                  <a:gd name="T50" fmla="*/ 20 w 54"/>
                  <a:gd name="T51" fmla="*/ 51 h 52"/>
                  <a:gd name="T52" fmla="*/ 18 w 54"/>
                  <a:gd name="T53" fmla="*/ 52 h 52"/>
                  <a:gd name="T54" fmla="*/ 6 w 54"/>
                  <a:gd name="T55" fmla="*/ 31 h 52"/>
                  <a:gd name="T56" fmla="*/ 18 w 54"/>
                  <a:gd name="T57" fmla="*/ 46 h 52"/>
                  <a:gd name="T58" fmla="*/ 49 w 54"/>
                  <a:gd name="T59" fmla="*/ 20 h 52"/>
                  <a:gd name="T60" fmla="*/ 37 w 54"/>
                  <a:gd name="T61" fmla="*/ 6 h 52"/>
                  <a:gd name="T62" fmla="*/ 33 w 54"/>
                  <a:gd name="T63" fmla="*/ 9 h 52"/>
                  <a:gd name="T64" fmla="*/ 37 w 54"/>
                  <a:gd name="T65" fmla="*/ 13 h 52"/>
                  <a:gd name="T66" fmla="*/ 37 w 54"/>
                  <a:gd name="T67" fmla="*/ 15 h 52"/>
                  <a:gd name="T68" fmla="*/ 37 w 54"/>
                  <a:gd name="T69" fmla="*/ 16 h 52"/>
                  <a:gd name="T70" fmla="*/ 30 w 54"/>
                  <a:gd name="T71" fmla="*/ 22 h 52"/>
                  <a:gd name="T72" fmla="*/ 27 w 54"/>
                  <a:gd name="T73" fmla="*/ 21 h 52"/>
                  <a:gd name="T74" fmla="*/ 23 w 54"/>
                  <a:gd name="T75" fmla="*/ 17 h 52"/>
                  <a:gd name="T76" fmla="*/ 20 w 54"/>
                  <a:gd name="T77" fmla="*/ 20 h 52"/>
                  <a:gd name="T78" fmla="*/ 23 w 54"/>
                  <a:gd name="T79" fmla="*/ 24 h 52"/>
                  <a:gd name="T80" fmla="*/ 24 w 54"/>
                  <a:gd name="T81" fmla="*/ 26 h 52"/>
                  <a:gd name="T82" fmla="*/ 23 w 54"/>
                  <a:gd name="T83" fmla="*/ 28 h 52"/>
                  <a:gd name="T84" fmla="*/ 17 w 54"/>
                  <a:gd name="T85" fmla="*/ 33 h 52"/>
                  <a:gd name="T86" fmla="*/ 15 w 54"/>
                  <a:gd name="T87" fmla="*/ 34 h 52"/>
                  <a:gd name="T88" fmla="*/ 13 w 54"/>
                  <a:gd name="T89" fmla="*/ 33 h 52"/>
                  <a:gd name="T90" fmla="*/ 10 w 54"/>
                  <a:gd name="T91" fmla="*/ 29 h 52"/>
                  <a:gd name="T92" fmla="*/ 6 w 54"/>
                  <a:gd name="T93" fmla="*/ 3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 h="52">
                    <a:moveTo>
                      <a:pt x="18" y="52"/>
                    </a:moveTo>
                    <a:cubicBezTo>
                      <a:pt x="17" y="52"/>
                      <a:pt x="17" y="51"/>
                      <a:pt x="16" y="51"/>
                    </a:cubicBezTo>
                    <a:cubicBezTo>
                      <a:pt x="1" y="33"/>
                      <a:pt x="1" y="33"/>
                      <a:pt x="1" y="33"/>
                    </a:cubicBezTo>
                    <a:cubicBezTo>
                      <a:pt x="0" y="32"/>
                      <a:pt x="0" y="30"/>
                      <a:pt x="1" y="29"/>
                    </a:cubicBezTo>
                    <a:cubicBezTo>
                      <a:pt x="8" y="23"/>
                      <a:pt x="8" y="23"/>
                      <a:pt x="8" y="23"/>
                    </a:cubicBezTo>
                    <a:cubicBezTo>
                      <a:pt x="9" y="23"/>
                      <a:pt x="10" y="23"/>
                      <a:pt x="10" y="23"/>
                    </a:cubicBezTo>
                    <a:cubicBezTo>
                      <a:pt x="11" y="23"/>
                      <a:pt x="11" y="23"/>
                      <a:pt x="12" y="24"/>
                    </a:cubicBezTo>
                    <a:cubicBezTo>
                      <a:pt x="15" y="28"/>
                      <a:pt x="15" y="28"/>
                      <a:pt x="15" y="28"/>
                    </a:cubicBezTo>
                    <a:cubicBezTo>
                      <a:pt x="18" y="26"/>
                      <a:pt x="18" y="26"/>
                      <a:pt x="18" y="26"/>
                    </a:cubicBezTo>
                    <a:cubicBezTo>
                      <a:pt x="15" y="21"/>
                      <a:pt x="15" y="21"/>
                      <a:pt x="15" y="21"/>
                    </a:cubicBezTo>
                    <a:cubicBezTo>
                      <a:pt x="14" y="21"/>
                      <a:pt x="14" y="20"/>
                      <a:pt x="14" y="20"/>
                    </a:cubicBezTo>
                    <a:cubicBezTo>
                      <a:pt x="14" y="19"/>
                      <a:pt x="14" y="19"/>
                      <a:pt x="15" y="18"/>
                    </a:cubicBezTo>
                    <a:cubicBezTo>
                      <a:pt x="22" y="12"/>
                      <a:pt x="22" y="12"/>
                      <a:pt x="22" y="12"/>
                    </a:cubicBezTo>
                    <a:cubicBezTo>
                      <a:pt x="22" y="12"/>
                      <a:pt x="23" y="12"/>
                      <a:pt x="24" y="12"/>
                    </a:cubicBezTo>
                    <a:cubicBezTo>
                      <a:pt x="24" y="12"/>
                      <a:pt x="25" y="12"/>
                      <a:pt x="25" y="12"/>
                    </a:cubicBezTo>
                    <a:cubicBezTo>
                      <a:pt x="29" y="17"/>
                      <a:pt x="29" y="17"/>
                      <a:pt x="29" y="17"/>
                    </a:cubicBezTo>
                    <a:cubicBezTo>
                      <a:pt x="32" y="14"/>
                      <a:pt x="32" y="14"/>
                      <a:pt x="32" y="14"/>
                    </a:cubicBezTo>
                    <a:cubicBezTo>
                      <a:pt x="28" y="10"/>
                      <a:pt x="28" y="10"/>
                      <a:pt x="28" y="10"/>
                    </a:cubicBezTo>
                    <a:cubicBezTo>
                      <a:pt x="27" y="9"/>
                      <a:pt x="27" y="8"/>
                      <a:pt x="28" y="7"/>
                    </a:cubicBezTo>
                    <a:cubicBezTo>
                      <a:pt x="35" y="1"/>
                      <a:pt x="35" y="1"/>
                      <a:pt x="35" y="1"/>
                    </a:cubicBezTo>
                    <a:cubicBezTo>
                      <a:pt x="36" y="0"/>
                      <a:pt x="37" y="0"/>
                      <a:pt x="37" y="0"/>
                    </a:cubicBezTo>
                    <a:cubicBezTo>
                      <a:pt x="38" y="0"/>
                      <a:pt x="38" y="1"/>
                      <a:pt x="39" y="1"/>
                    </a:cubicBezTo>
                    <a:cubicBezTo>
                      <a:pt x="54" y="19"/>
                      <a:pt x="54" y="19"/>
                      <a:pt x="54" y="19"/>
                    </a:cubicBezTo>
                    <a:cubicBezTo>
                      <a:pt x="54" y="19"/>
                      <a:pt x="54" y="20"/>
                      <a:pt x="54" y="21"/>
                    </a:cubicBezTo>
                    <a:cubicBezTo>
                      <a:pt x="54" y="21"/>
                      <a:pt x="54" y="22"/>
                      <a:pt x="54" y="22"/>
                    </a:cubicBezTo>
                    <a:cubicBezTo>
                      <a:pt x="20" y="51"/>
                      <a:pt x="20" y="51"/>
                      <a:pt x="20" y="51"/>
                    </a:cubicBezTo>
                    <a:cubicBezTo>
                      <a:pt x="19" y="51"/>
                      <a:pt x="19" y="52"/>
                      <a:pt x="18" y="52"/>
                    </a:cubicBezTo>
                    <a:close/>
                    <a:moveTo>
                      <a:pt x="6" y="31"/>
                    </a:moveTo>
                    <a:cubicBezTo>
                      <a:pt x="18" y="46"/>
                      <a:pt x="18" y="46"/>
                      <a:pt x="18" y="46"/>
                    </a:cubicBezTo>
                    <a:cubicBezTo>
                      <a:pt x="49" y="20"/>
                      <a:pt x="49" y="20"/>
                      <a:pt x="49" y="20"/>
                    </a:cubicBezTo>
                    <a:cubicBezTo>
                      <a:pt x="37" y="6"/>
                      <a:pt x="37" y="6"/>
                      <a:pt x="37" y="6"/>
                    </a:cubicBezTo>
                    <a:cubicBezTo>
                      <a:pt x="33" y="9"/>
                      <a:pt x="33" y="9"/>
                      <a:pt x="33" y="9"/>
                    </a:cubicBezTo>
                    <a:cubicBezTo>
                      <a:pt x="37" y="13"/>
                      <a:pt x="37" y="13"/>
                      <a:pt x="37" y="13"/>
                    </a:cubicBezTo>
                    <a:cubicBezTo>
                      <a:pt x="37" y="14"/>
                      <a:pt x="37" y="14"/>
                      <a:pt x="37" y="15"/>
                    </a:cubicBezTo>
                    <a:cubicBezTo>
                      <a:pt x="37" y="15"/>
                      <a:pt x="37" y="16"/>
                      <a:pt x="37" y="16"/>
                    </a:cubicBezTo>
                    <a:cubicBezTo>
                      <a:pt x="30" y="22"/>
                      <a:pt x="30" y="22"/>
                      <a:pt x="30" y="22"/>
                    </a:cubicBezTo>
                    <a:cubicBezTo>
                      <a:pt x="29" y="23"/>
                      <a:pt x="28" y="22"/>
                      <a:pt x="27" y="21"/>
                    </a:cubicBezTo>
                    <a:cubicBezTo>
                      <a:pt x="23" y="17"/>
                      <a:pt x="23" y="17"/>
                      <a:pt x="23" y="17"/>
                    </a:cubicBezTo>
                    <a:cubicBezTo>
                      <a:pt x="20" y="20"/>
                      <a:pt x="20" y="20"/>
                      <a:pt x="20" y="20"/>
                    </a:cubicBezTo>
                    <a:cubicBezTo>
                      <a:pt x="23" y="24"/>
                      <a:pt x="23" y="24"/>
                      <a:pt x="23" y="24"/>
                    </a:cubicBezTo>
                    <a:cubicBezTo>
                      <a:pt x="24" y="25"/>
                      <a:pt x="24" y="25"/>
                      <a:pt x="24" y="26"/>
                    </a:cubicBezTo>
                    <a:cubicBezTo>
                      <a:pt x="24" y="27"/>
                      <a:pt x="24" y="27"/>
                      <a:pt x="23" y="28"/>
                    </a:cubicBezTo>
                    <a:cubicBezTo>
                      <a:pt x="17" y="33"/>
                      <a:pt x="17" y="33"/>
                      <a:pt x="17" y="33"/>
                    </a:cubicBezTo>
                    <a:cubicBezTo>
                      <a:pt x="16" y="34"/>
                      <a:pt x="16" y="34"/>
                      <a:pt x="15" y="34"/>
                    </a:cubicBezTo>
                    <a:cubicBezTo>
                      <a:pt x="14" y="34"/>
                      <a:pt x="14" y="33"/>
                      <a:pt x="13" y="33"/>
                    </a:cubicBezTo>
                    <a:cubicBezTo>
                      <a:pt x="10" y="29"/>
                      <a:pt x="10" y="29"/>
                      <a:pt x="10" y="29"/>
                    </a:cubicBezTo>
                    <a:lnTo>
                      <a:pt x="6"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4" name="Freeform 494"/>
              <p:cNvSpPr>
                <a:spLocks/>
              </p:cNvSpPr>
              <p:nvPr/>
            </p:nvSpPr>
            <p:spPr bwMode="auto">
              <a:xfrm>
                <a:off x="2837" y="2920"/>
                <a:ext cx="5" cy="5"/>
              </a:xfrm>
              <a:custGeom>
                <a:avLst/>
                <a:gdLst>
                  <a:gd name="T0" fmla="*/ 2 w 5"/>
                  <a:gd name="T1" fmla="*/ 5 h 5"/>
                  <a:gd name="T2" fmla="*/ 5 w 5"/>
                  <a:gd name="T3" fmla="*/ 2 h 5"/>
                  <a:gd name="T4" fmla="*/ 3 w 5"/>
                  <a:gd name="T5" fmla="*/ 0 h 5"/>
                  <a:gd name="T6" fmla="*/ 0 w 5"/>
                  <a:gd name="T7" fmla="*/ 2 h 5"/>
                  <a:gd name="T8" fmla="*/ 2 w 5"/>
                  <a:gd name="T9" fmla="*/ 5 h 5"/>
                </a:gdLst>
                <a:ahLst/>
                <a:cxnLst>
                  <a:cxn ang="0">
                    <a:pos x="T0" y="T1"/>
                  </a:cxn>
                  <a:cxn ang="0">
                    <a:pos x="T2" y="T3"/>
                  </a:cxn>
                  <a:cxn ang="0">
                    <a:pos x="T4" y="T5"/>
                  </a:cxn>
                  <a:cxn ang="0">
                    <a:pos x="T6" y="T7"/>
                  </a:cxn>
                  <a:cxn ang="0">
                    <a:pos x="T8" y="T9"/>
                  </a:cxn>
                </a:cxnLst>
                <a:rect l="0" t="0" r="r" b="b"/>
                <a:pathLst>
                  <a:path w="5" h="5">
                    <a:moveTo>
                      <a:pt x="2" y="5"/>
                    </a:moveTo>
                    <a:lnTo>
                      <a:pt x="5" y="2"/>
                    </a:lnTo>
                    <a:lnTo>
                      <a:pt x="3" y="0"/>
                    </a:lnTo>
                    <a:lnTo>
                      <a:pt x="0" y="2"/>
                    </a:lnTo>
                    <a:lnTo>
                      <a:pt x="2"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5" name="Freeform 495"/>
              <p:cNvSpPr>
                <a:spLocks noEditPoints="1"/>
              </p:cNvSpPr>
              <p:nvPr/>
            </p:nvSpPr>
            <p:spPr bwMode="auto">
              <a:xfrm>
                <a:off x="2837" y="2919"/>
                <a:ext cx="6" cy="6"/>
              </a:xfrm>
              <a:custGeom>
                <a:avLst/>
                <a:gdLst>
                  <a:gd name="T0" fmla="*/ 19 w 45"/>
                  <a:gd name="T1" fmla="*/ 46 h 46"/>
                  <a:gd name="T2" fmla="*/ 17 w 45"/>
                  <a:gd name="T3" fmla="*/ 45 h 46"/>
                  <a:gd name="T4" fmla="*/ 0 w 45"/>
                  <a:gd name="T5" fmla="*/ 22 h 46"/>
                  <a:gd name="T6" fmla="*/ 1 w 45"/>
                  <a:gd name="T7" fmla="*/ 19 h 46"/>
                  <a:gd name="T8" fmla="*/ 22 w 45"/>
                  <a:gd name="T9" fmla="*/ 1 h 46"/>
                  <a:gd name="T10" fmla="*/ 25 w 45"/>
                  <a:gd name="T11" fmla="*/ 1 h 46"/>
                  <a:gd name="T12" fmla="*/ 45 w 45"/>
                  <a:gd name="T13" fmla="*/ 21 h 46"/>
                  <a:gd name="T14" fmla="*/ 45 w 45"/>
                  <a:gd name="T15" fmla="*/ 23 h 46"/>
                  <a:gd name="T16" fmla="*/ 44 w 45"/>
                  <a:gd name="T17" fmla="*/ 25 h 46"/>
                  <a:gd name="T18" fmla="*/ 21 w 45"/>
                  <a:gd name="T19" fmla="*/ 45 h 46"/>
                  <a:gd name="T20" fmla="*/ 19 w 45"/>
                  <a:gd name="T21" fmla="*/ 46 h 46"/>
                  <a:gd name="T22" fmla="*/ 6 w 45"/>
                  <a:gd name="T23" fmla="*/ 21 h 46"/>
                  <a:gd name="T24" fmla="*/ 19 w 45"/>
                  <a:gd name="T25" fmla="*/ 40 h 46"/>
                  <a:gd name="T26" fmla="*/ 39 w 45"/>
                  <a:gd name="T27" fmla="*/ 23 h 46"/>
                  <a:gd name="T28" fmla="*/ 23 w 45"/>
                  <a:gd name="T29" fmla="*/ 6 h 46"/>
                  <a:gd name="T30" fmla="*/ 6 w 45"/>
                  <a:gd name="T31"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46">
                    <a:moveTo>
                      <a:pt x="19" y="46"/>
                    </a:moveTo>
                    <a:cubicBezTo>
                      <a:pt x="18" y="46"/>
                      <a:pt x="17" y="45"/>
                      <a:pt x="17" y="45"/>
                    </a:cubicBezTo>
                    <a:cubicBezTo>
                      <a:pt x="0" y="22"/>
                      <a:pt x="0" y="22"/>
                      <a:pt x="0" y="22"/>
                    </a:cubicBezTo>
                    <a:cubicBezTo>
                      <a:pt x="0" y="21"/>
                      <a:pt x="0" y="20"/>
                      <a:pt x="1" y="19"/>
                    </a:cubicBezTo>
                    <a:cubicBezTo>
                      <a:pt x="22" y="1"/>
                      <a:pt x="22" y="1"/>
                      <a:pt x="22" y="1"/>
                    </a:cubicBezTo>
                    <a:cubicBezTo>
                      <a:pt x="23" y="0"/>
                      <a:pt x="25" y="0"/>
                      <a:pt x="25" y="1"/>
                    </a:cubicBezTo>
                    <a:cubicBezTo>
                      <a:pt x="45" y="21"/>
                      <a:pt x="45" y="21"/>
                      <a:pt x="45" y="21"/>
                    </a:cubicBezTo>
                    <a:cubicBezTo>
                      <a:pt x="45" y="22"/>
                      <a:pt x="45" y="22"/>
                      <a:pt x="45" y="23"/>
                    </a:cubicBezTo>
                    <a:cubicBezTo>
                      <a:pt x="45" y="24"/>
                      <a:pt x="45" y="24"/>
                      <a:pt x="44" y="25"/>
                    </a:cubicBezTo>
                    <a:cubicBezTo>
                      <a:pt x="21" y="45"/>
                      <a:pt x="21" y="45"/>
                      <a:pt x="21" y="45"/>
                    </a:cubicBezTo>
                    <a:cubicBezTo>
                      <a:pt x="20" y="45"/>
                      <a:pt x="20" y="46"/>
                      <a:pt x="19" y="46"/>
                    </a:cubicBezTo>
                    <a:close/>
                    <a:moveTo>
                      <a:pt x="6" y="21"/>
                    </a:moveTo>
                    <a:cubicBezTo>
                      <a:pt x="19" y="40"/>
                      <a:pt x="19" y="40"/>
                      <a:pt x="19" y="40"/>
                    </a:cubicBezTo>
                    <a:cubicBezTo>
                      <a:pt x="39" y="23"/>
                      <a:pt x="39" y="23"/>
                      <a:pt x="39" y="23"/>
                    </a:cubicBezTo>
                    <a:cubicBezTo>
                      <a:pt x="23" y="6"/>
                      <a:pt x="23" y="6"/>
                      <a:pt x="23" y="6"/>
                    </a:cubicBez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 name="Freeform 496"/>
              <p:cNvSpPr>
                <a:spLocks/>
              </p:cNvSpPr>
              <p:nvPr/>
            </p:nvSpPr>
            <p:spPr bwMode="auto">
              <a:xfrm>
                <a:off x="2839" y="2922"/>
                <a:ext cx="2" cy="1"/>
              </a:xfrm>
              <a:custGeom>
                <a:avLst/>
                <a:gdLst>
                  <a:gd name="T0" fmla="*/ 2 w 12"/>
                  <a:gd name="T1" fmla="*/ 5 h 12"/>
                  <a:gd name="T2" fmla="*/ 2 w 12"/>
                  <a:gd name="T3" fmla="*/ 1 h 12"/>
                  <a:gd name="T4" fmla="*/ 7 w 12"/>
                  <a:gd name="T5" fmla="*/ 1 h 12"/>
                  <a:gd name="T6" fmla="*/ 12 w 12"/>
                  <a:gd name="T7" fmla="*/ 8 h 12"/>
                  <a:gd name="T8" fmla="*/ 7 w 12"/>
                  <a:gd name="T9" fmla="*/ 12 h 12"/>
                  <a:gd name="T10" fmla="*/ 2 w 12"/>
                  <a:gd name="T11" fmla="*/ 5 h 12"/>
                </a:gdLst>
                <a:ahLst/>
                <a:cxnLst>
                  <a:cxn ang="0">
                    <a:pos x="T0" y="T1"/>
                  </a:cxn>
                  <a:cxn ang="0">
                    <a:pos x="T2" y="T3"/>
                  </a:cxn>
                  <a:cxn ang="0">
                    <a:pos x="T4" y="T5"/>
                  </a:cxn>
                  <a:cxn ang="0">
                    <a:pos x="T6" y="T7"/>
                  </a:cxn>
                  <a:cxn ang="0">
                    <a:pos x="T8" y="T9"/>
                  </a:cxn>
                  <a:cxn ang="0">
                    <a:pos x="T10" y="T11"/>
                  </a:cxn>
                </a:cxnLst>
                <a:rect l="0" t="0" r="r" b="b"/>
                <a:pathLst>
                  <a:path w="12" h="12">
                    <a:moveTo>
                      <a:pt x="2" y="5"/>
                    </a:moveTo>
                    <a:cubicBezTo>
                      <a:pt x="0" y="4"/>
                      <a:pt x="1" y="2"/>
                      <a:pt x="2" y="1"/>
                    </a:cubicBezTo>
                    <a:cubicBezTo>
                      <a:pt x="3" y="0"/>
                      <a:pt x="6" y="0"/>
                      <a:pt x="7" y="1"/>
                    </a:cubicBezTo>
                    <a:cubicBezTo>
                      <a:pt x="12" y="8"/>
                      <a:pt x="12" y="8"/>
                      <a:pt x="12" y="8"/>
                    </a:cubicBezTo>
                    <a:cubicBezTo>
                      <a:pt x="7" y="12"/>
                      <a:pt x="7" y="12"/>
                      <a:pt x="7" y="12"/>
                    </a:cubicBez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 name="Freeform 497"/>
              <p:cNvSpPr>
                <a:spLocks/>
              </p:cNvSpPr>
              <p:nvPr/>
            </p:nvSpPr>
            <p:spPr bwMode="auto">
              <a:xfrm>
                <a:off x="2919" y="2921"/>
                <a:ext cx="15" cy="13"/>
              </a:xfrm>
              <a:custGeom>
                <a:avLst/>
                <a:gdLst>
                  <a:gd name="T0" fmla="*/ 2 w 116"/>
                  <a:gd name="T1" fmla="*/ 10 h 100"/>
                  <a:gd name="T2" fmla="*/ 107 w 116"/>
                  <a:gd name="T3" fmla="*/ 98 h 100"/>
                  <a:gd name="T4" fmla="*/ 114 w 116"/>
                  <a:gd name="T5" fmla="*/ 98 h 100"/>
                  <a:gd name="T6" fmla="*/ 114 w 116"/>
                  <a:gd name="T7" fmla="*/ 98 h 100"/>
                  <a:gd name="T8" fmla="*/ 114 w 116"/>
                  <a:gd name="T9" fmla="*/ 90 h 100"/>
                  <a:gd name="T10" fmla="*/ 9 w 116"/>
                  <a:gd name="T11" fmla="*/ 2 h 100"/>
                  <a:gd name="T12" fmla="*/ 2 w 116"/>
                  <a:gd name="T13" fmla="*/ 3 h 100"/>
                  <a:gd name="T14" fmla="*/ 2 w 116"/>
                  <a:gd name="T15" fmla="*/ 3 h 100"/>
                  <a:gd name="T16" fmla="*/ 2 w 116"/>
                  <a:gd name="T17" fmla="*/ 1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0">
                    <a:moveTo>
                      <a:pt x="2" y="10"/>
                    </a:moveTo>
                    <a:cubicBezTo>
                      <a:pt x="107" y="98"/>
                      <a:pt x="107" y="98"/>
                      <a:pt x="107" y="98"/>
                    </a:cubicBezTo>
                    <a:cubicBezTo>
                      <a:pt x="109" y="100"/>
                      <a:pt x="112" y="100"/>
                      <a:pt x="114" y="98"/>
                    </a:cubicBezTo>
                    <a:cubicBezTo>
                      <a:pt x="114" y="98"/>
                      <a:pt x="114" y="98"/>
                      <a:pt x="114" y="98"/>
                    </a:cubicBezTo>
                    <a:cubicBezTo>
                      <a:pt x="116" y="95"/>
                      <a:pt x="116" y="92"/>
                      <a:pt x="114" y="90"/>
                    </a:cubicBezTo>
                    <a:cubicBezTo>
                      <a:pt x="9" y="2"/>
                      <a:pt x="9" y="2"/>
                      <a:pt x="9" y="2"/>
                    </a:cubicBezTo>
                    <a:cubicBezTo>
                      <a:pt x="7" y="0"/>
                      <a:pt x="3" y="1"/>
                      <a:pt x="2" y="3"/>
                    </a:cubicBezTo>
                    <a:cubicBezTo>
                      <a:pt x="2" y="3"/>
                      <a:pt x="2" y="3"/>
                      <a:pt x="2" y="3"/>
                    </a:cubicBezTo>
                    <a:cubicBezTo>
                      <a:pt x="0" y="5"/>
                      <a:pt x="0" y="8"/>
                      <a:pt x="2"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8" name="Freeform 498"/>
              <p:cNvSpPr>
                <a:spLocks noEditPoints="1"/>
              </p:cNvSpPr>
              <p:nvPr/>
            </p:nvSpPr>
            <p:spPr bwMode="auto">
              <a:xfrm>
                <a:off x="2918" y="2921"/>
                <a:ext cx="16" cy="13"/>
              </a:xfrm>
              <a:custGeom>
                <a:avLst/>
                <a:gdLst>
                  <a:gd name="T0" fmla="*/ 113 w 122"/>
                  <a:gd name="T1" fmla="*/ 104 h 104"/>
                  <a:gd name="T2" fmla="*/ 108 w 122"/>
                  <a:gd name="T3" fmla="*/ 102 h 104"/>
                  <a:gd name="T4" fmla="*/ 4 w 122"/>
                  <a:gd name="T5" fmla="*/ 14 h 104"/>
                  <a:gd name="T6" fmla="*/ 3 w 122"/>
                  <a:gd name="T7" fmla="*/ 3 h 104"/>
                  <a:gd name="T8" fmla="*/ 14 w 122"/>
                  <a:gd name="T9" fmla="*/ 2 h 104"/>
                  <a:gd name="T10" fmla="*/ 118 w 122"/>
                  <a:gd name="T11" fmla="*/ 90 h 104"/>
                  <a:gd name="T12" fmla="*/ 119 w 122"/>
                  <a:gd name="T13" fmla="*/ 101 h 104"/>
                  <a:gd name="T14" fmla="*/ 113 w 122"/>
                  <a:gd name="T15" fmla="*/ 104 h 104"/>
                  <a:gd name="T16" fmla="*/ 9 w 122"/>
                  <a:gd name="T17" fmla="*/ 5 h 104"/>
                  <a:gd name="T18" fmla="*/ 6 w 122"/>
                  <a:gd name="T19" fmla="*/ 6 h 104"/>
                  <a:gd name="T20" fmla="*/ 7 w 122"/>
                  <a:gd name="T21" fmla="*/ 11 h 104"/>
                  <a:gd name="T22" fmla="*/ 111 w 122"/>
                  <a:gd name="T23" fmla="*/ 99 h 104"/>
                  <a:gd name="T24" fmla="*/ 115 w 122"/>
                  <a:gd name="T25" fmla="*/ 98 h 104"/>
                  <a:gd name="T26" fmla="*/ 115 w 122"/>
                  <a:gd name="T27" fmla="*/ 94 h 104"/>
                  <a:gd name="T28" fmla="*/ 11 w 122"/>
                  <a:gd name="T29" fmla="*/ 6 h 104"/>
                  <a:gd name="T30" fmla="*/ 9 w 122"/>
                  <a:gd name="T31"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 h="104">
                    <a:moveTo>
                      <a:pt x="113" y="104"/>
                    </a:moveTo>
                    <a:cubicBezTo>
                      <a:pt x="111" y="104"/>
                      <a:pt x="109" y="103"/>
                      <a:pt x="108" y="102"/>
                    </a:cubicBezTo>
                    <a:cubicBezTo>
                      <a:pt x="4" y="14"/>
                      <a:pt x="4" y="14"/>
                      <a:pt x="4" y="14"/>
                    </a:cubicBezTo>
                    <a:cubicBezTo>
                      <a:pt x="0" y="11"/>
                      <a:pt x="0" y="7"/>
                      <a:pt x="3" y="3"/>
                    </a:cubicBezTo>
                    <a:cubicBezTo>
                      <a:pt x="5" y="0"/>
                      <a:pt x="10" y="0"/>
                      <a:pt x="14" y="2"/>
                    </a:cubicBezTo>
                    <a:cubicBezTo>
                      <a:pt x="118" y="90"/>
                      <a:pt x="118" y="90"/>
                      <a:pt x="118" y="90"/>
                    </a:cubicBezTo>
                    <a:cubicBezTo>
                      <a:pt x="121" y="93"/>
                      <a:pt x="122" y="98"/>
                      <a:pt x="119" y="101"/>
                    </a:cubicBezTo>
                    <a:cubicBezTo>
                      <a:pt x="118" y="103"/>
                      <a:pt x="115" y="104"/>
                      <a:pt x="113" y="104"/>
                    </a:cubicBezTo>
                    <a:close/>
                    <a:moveTo>
                      <a:pt x="9" y="5"/>
                    </a:moveTo>
                    <a:cubicBezTo>
                      <a:pt x="8" y="5"/>
                      <a:pt x="7" y="6"/>
                      <a:pt x="6" y="6"/>
                    </a:cubicBezTo>
                    <a:cubicBezTo>
                      <a:pt x="5" y="8"/>
                      <a:pt x="5" y="9"/>
                      <a:pt x="7" y="11"/>
                    </a:cubicBezTo>
                    <a:cubicBezTo>
                      <a:pt x="111" y="99"/>
                      <a:pt x="111" y="99"/>
                      <a:pt x="111" y="99"/>
                    </a:cubicBezTo>
                    <a:cubicBezTo>
                      <a:pt x="112" y="100"/>
                      <a:pt x="114" y="99"/>
                      <a:pt x="115" y="98"/>
                    </a:cubicBezTo>
                    <a:cubicBezTo>
                      <a:pt x="116" y="97"/>
                      <a:pt x="116" y="95"/>
                      <a:pt x="115" y="94"/>
                    </a:cubicBezTo>
                    <a:cubicBezTo>
                      <a:pt x="11" y="6"/>
                      <a:pt x="11" y="6"/>
                      <a:pt x="11" y="6"/>
                    </a:cubicBezTo>
                    <a:cubicBezTo>
                      <a:pt x="10" y="6"/>
                      <a:pt x="9" y="5"/>
                      <a:pt x="9"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9" name="Freeform 499"/>
              <p:cNvSpPr>
                <a:spLocks/>
              </p:cNvSpPr>
              <p:nvPr/>
            </p:nvSpPr>
            <p:spPr bwMode="auto">
              <a:xfrm>
                <a:off x="2912" y="2929"/>
                <a:ext cx="15" cy="13"/>
              </a:xfrm>
              <a:custGeom>
                <a:avLst/>
                <a:gdLst>
                  <a:gd name="T0" fmla="*/ 3 w 121"/>
                  <a:gd name="T1" fmla="*/ 10 h 104"/>
                  <a:gd name="T2" fmla="*/ 112 w 121"/>
                  <a:gd name="T3" fmla="*/ 102 h 104"/>
                  <a:gd name="T4" fmla="*/ 119 w 121"/>
                  <a:gd name="T5" fmla="*/ 102 h 104"/>
                  <a:gd name="T6" fmla="*/ 119 w 121"/>
                  <a:gd name="T7" fmla="*/ 102 h 104"/>
                  <a:gd name="T8" fmla="*/ 119 w 121"/>
                  <a:gd name="T9" fmla="*/ 94 h 104"/>
                  <a:gd name="T10" fmla="*/ 9 w 121"/>
                  <a:gd name="T11" fmla="*/ 2 h 104"/>
                  <a:gd name="T12" fmla="*/ 2 w 121"/>
                  <a:gd name="T13" fmla="*/ 3 h 104"/>
                  <a:gd name="T14" fmla="*/ 2 w 121"/>
                  <a:gd name="T15" fmla="*/ 3 h 104"/>
                  <a:gd name="T16" fmla="*/ 3 w 121"/>
                  <a:gd name="T17" fmla="*/ 1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04">
                    <a:moveTo>
                      <a:pt x="3" y="10"/>
                    </a:moveTo>
                    <a:cubicBezTo>
                      <a:pt x="112" y="102"/>
                      <a:pt x="112" y="102"/>
                      <a:pt x="112" y="102"/>
                    </a:cubicBezTo>
                    <a:cubicBezTo>
                      <a:pt x="114" y="104"/>
                      <a:pt x="117" y="104"/>
                      <a:pt x="119" y="102"/>
                    </a:cubicBezTo>
                    <a:cubicBezTo>
                      <a:pt x="119" y="102"/>
                      <a:pt x="119" y="102"/>
                      <a:pt x="119" y="102"/>
                    </a:cubicBezTo>
                    <a:cubicBezTo>
                      <a:pt x="121" y="99"/>
                      <a:pt x="121" y="96"/>
                      <a:pt x="119" y="94"/>
                    </a:cubicBezTo>
                    <a:cubicBezTo>
                      <a:pt x="9" y="2"/>
                      <a:pt x="9" y="2"/>
                      <a:pt x="9" y="2"/>
                    </a:cubicBezTo>
                    <a:cubicBezTo>
                      <a:pt x="7" y="0"/>
                      <a:pt x="4" y="0"/>
                      <a:pt x="2" y="3"/>
                    </a:cubicBezTo>
                    <a:cubicBezTo>
                      <a:pt x="2" y="3"/>
                      <a:pt x="2" y="3"/>
                      <a:pt x="2" y="3"/>
                    </a:cubicBezTo>
                    <a:cubicBezTo>
                      <a:pt x="0" y="5"/>
                      <a:pt x="0" y="8"/>
                      <a:pt x="3"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 name="Freeform 500"/>
              <p:cNvSpPr>
                <a:spLocks noEditPoints="1"/>
              </p:cNvSpPr>
              <p:nvPr/>
            </p:nvSpPr>
            <p:spPr bwMode="auto">
              <a:xfrm>
                <a:off x="2912" y="2928"/>
                <a:ext cx="16" cy="14"/>
              </a:xfrm>
              <a:custGeom>
                <a:avLst/>
                <a:gdLst>
                  <a:gd name="T0" fmla="*/ 118 w 127"/>
                  <a:gd name="T1" fmla="*/ 109 h 109"/>
                  <a:gd name="T2" fmla="*/ 113 w 127"/>
                  <a:gd name="T3" fmla="*/ 107 h 109"/>
                  <a:gd name="T4" fmla="*/ 4 w 127"/>
                  <a:gd name="T5" fmla="*/ 15 h 109"/>
                  <a:gd name="T6" fmla="*/ 3 w 127"/>
                  <a:gd name="T7" fmla="*/ 4 h 109"/>
                  <a:gd name="T8" fmla="*/ 14 w 127"/>
                  <a:gd name="T9" fmla="*/ 3 h 109"/>
                  <a:gd name="T10" fmla="*/ 123 w 127"/>
                  <a:gd name="T11" fmla="*/ 95 h 109"/>
                  <a:gd name="T12" fmla="*/ 124 w 127"/>
                  <a:gd name="T13" fmla="*/ 106 h 109"/>
                  <a:gd name="T14" fmla="*/ 118 w 127"/>
                  <a:gd name="T15" fmla="*/ 109 h 109"/>
                  <a:gd name="T16" fmla="*/ 9 w 127"/>
                  <a:gd name="T17" fmla="*/ 6 h 109"/>
                  <a:gd name="T18" fmla="*/ 7 w 127"/>
                  <a:gd name="T19" fmla="*/ 7 h 109"/>
                  <a:gd name="T20" fmla="*/ 7 w 127"/>
                  <a:gd name="T21" fmla="*/ 11 h 109"/>
                  <a:gd name="T22" fmla="*/ 116 w 127"/>
                  <a:gd name="T23" fmla="*/ 103 h 109"/>
                  <a:gd name="T24" fmla="*/ 118 w 127"/>
                  <a:gd name="T25" fmla="*/ 104 h 109"/>
                  <a:gd name="T26" fmla="*/ 118 w 127"/>
                  <a:gd name="T27" fmla="*/ 104 h 109"/>
                  <a:gd name="T28" fmla="*/ 120 w 127"/>
                  <a:gd name="T29" fmla="*/ 103 h 109"/>
                  <a:gd name="T30" fmla="*/ 120 w 127"/>
                  <a:gd name="T31" fmla="*/ 99 h 109"/>
                  <a:gd name="T32" fmla="*/ 11 w 127"/>
                  <a:gd name="T33" fmla="*/ 7 h 109"/>
                  <a:gd name="T34" fmla="*/ 9 w 127"/>
                  <a:gd name="T35"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109">
                    <a:moveTo>
                      <a:pt x="118" y="109"/>
                    </a:moveTo>
                    <a:cubicBezTo>
                      <a:pt x="116" y="109"/>
                      <a:pt x="115" y="108"/>
                      <a:pt x="113" y="107"/>
                    </a:cubicBezTo>
                    <a:cubicBezTo>
                      <a:pt x="4" y="15"/>
                      <a:pt x="4" y="15"/>
                      <a:pt x="4" y="15"/>
                    </a:cubicBezTo>
                    <a:cubicBezTo>
                      <a:pt x="1" y="12"/>
                      <a:pt x="0" y="7"/>
                      <a:pt x="3" y="4"/>
                    </a:cubicBezTo>
                    <a:cubicBezTo>
                      <a:pt x="6" y="1"/>
                      <a:pt x="11" y="0"/>
                      <a:pt x="14" y="3"/>
                    </a:cubicBezTo>
                    <a:cubicBezTo>
                      <a:pt x="123" y="95"/>
                      <a:pt x="123" y="95"/>
                      <a:pt x="123" y="95"/>
                    </a:cubicBezTo>
                    <a:cubicBezTo>
                      <a:pt x="126" y="98"/>
                      <a:pt x="127" y="103"/>
                      <a:pt x="124" y="106"/>
                    </a:cubicBezTo>
                    <a:cubicBezTo>
                      <a:pt x="123" y="108"/>
                      <a:pt x="121" y="109"/>
                      <a:pt x="118" y="109"/>
                    </a:cubicBezTo>
                    <a:close/>
                    <a:moveTo>
                      <a:pt x="9" y="6"/>
                    </a:moveTo>
                    <a:cubicBezTo>
                      <a:pt x="8" y="6"/>
                      <a:pt x="7" y="6"/>
                      <a:pt x="7" y="7"/>
                    </a:cubicBezTo>
                    <a:cubicBezTo>
                      <a:pt x="6" y="8"/>
                      <a:pt x="6" y="10"/>
                      <a:pt x="7" y="11"/>
                    </a:cubicBezTo>
                    <a:cubicBezTo>
                      <a:pt x="116" y="103"/>
                      <a:pt x="116" y="103"/>
                      <a:pt x="116" y="103"/>
                    </a:cubicBezTo>
                    <a:cubicBezTo>
                      <a:pt x="117" y="104"/>
                      <a:pt x="118" y="104"/>
                      <a:pt x="118" y="104"/>
                    </a:cubicBezTo>
                    <a:cubicBezTo>
                      <a:pt x="118" y="104"/>
                      <a:pt x="118" y="104"/>
                      <a:pt x="118" y="104"/>
                    </a:cubicBezTo>
                    <a:cubicBezTo>
                      <a:pt x="119" y="104"/>
                      <a:pt x="120" y="104"/>
                      <a:pt x="120" y="103"/>
                    </a:cubicBezTo>
                    <a:cubicBezTo>
                      <a:pt x="122" y="102"/>
                      <a:pt x="121" y="100"/>
                      <a:pt x="120" y="99"/>
                    </a:cubicBezTo>
                    <a:cubicBezTo>
                      <a:pt x="11" y="7"/>
                      <a:pt x="11" y="7"/>
                      <a:pt x="11" y="7"/>
                    </a:cubicBezTo>
                    <a:cubicBezTo>
                      <a:pt x="10" y="6"/>
                      <a:pt x="10" y="6"/>
                      <a:pt x="9"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 name="Freeform 501"/>
              <p:cNvSpPr>
                <a:spLocks/>
              </p:cNvSpPr>
              <p:nvPr/>
            </p:nvSpPr>
            <p:spPr bwMode="auto">
              <a:xfrm>
                <a:off x="2918" y="2923"/>
                <a:ext cx="14" cy="12"/>
              </a:xfrm>
              <a:custGeom>
                <a:avLst/>
                <a:gdLst>
                  <a:gd name="T0" fmla="*/ 3 w 107"/>
                  <a:gd name="T1" fmla="*/ 10 h 92"/>
                  <a:gd name="T2" fmla="*/ 98 w 107"/>
                  <a:gd name="T3" fmla="*/ 90 h 92"/>
                  <a:gd name="T4" fmla="*/ 105 w 107"/>
                  <a:gd name="T5" fmla="*/ 89 h 92"/>
                  <a:gd name="T6" fmla="*/ 105 w 107"/>
                  <a:gd name="T7" fmla="*/ 89 h 92"/>
                  <a:gd name="T8" fmla="*/ 105 w 107"/>
                  <a:gd name="T9" fmla="*/ 81 h 92"/>
                  <a:gd name="T10" fmla="*/ 10 w 107"/>
                  <a:gd name="T11" fmla="*/ 1 h 92"/>
                  <a:gd name="T12" fmla="*/ 2 w 107"/>
                  <a:gd name="T13" fmla="*/ 2 h 92"/>
                  <a:gd name="T14" fmla="*/ 2 w 107"/>
                  <a:gd name="T15" fmla="*/ 2 h 92"/>
                  <a:gd name="T16" fmla="*/ 3 w 107"/>
                  <a:gd name="T17" fmla="*/ 1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92">
                    <a:moveTo>
                      <a:pt x="3" y="10"/>
                    </a:moveTo>
                    <a:cubicBezTo>
                      <a:pt x="98" y="90"/>
                      <a:pt x="98" y="90"/>
                      <a:pt x="98" y="90"/>
                    </a:cubicBezTo>
                    <a:cubicBezTo>
                      <a:pt x="100" y="92"/>
                      <a:pt x="104" y="91"/>
                      <a:pt x="105" y="89"/>
                    </a:cubicBezTo>
                    <a:cubicBezTo>
                      <a:pt x="105" y="89"/>
                      <a:pt x="105" y="89"/>
                      <a:pt x="105" y="89"/>
                    </a:cubicBezTo>
                    <a:cubicBezTo>
                      <a:pt x="107" y="87"/>
                      <a:pt x="107" y="83"/>
                      <a:pt x="105" y="81"/>
                    </a:cubicBezTo>
                    <a:cubicBezTo>
                      <a:pt x="10" y="1"/>
                      <a:pt x="10" y="1"/>
                      <a:pt x="10" y="1"/>
                    </a:cubicBezTo>
                    <a:cubicBezTo>
                      <a:pt x="8" y="0"/>
                      <a:pt x="4" y="0"/>
                      <a:pt x="2" y="2"/>
                    </a:cubicBezTo>
                    <a:cubicBezTo>
                      <a:pt x="2" y="2"/>
                      <a:pt x="2" y="2"/>
                      <a:pt x="2" y="2"/>
                    </a:cubicBezTo>
                    <a:cubicBezTo>
                      <a:pt x="0" y="4"/>
                      <a:pt x="1" y="8"/>
                      <a:pt x="3"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2" name="Freeform 502"/>
              <p:cNvSpPr>
                <a:spLocks noEditPoints="1"/>
              </p:cNvSpPr>
              <p:nvPr/>
            </p:nvSpPr>
            <p:spPr bwMode="auto">
              <a:xfrm>
                <a:off x="2918" y="2923"/>
                <a:ext cx="14" cy="12"/>
              </a:xfrm>
              <a:custGeom>
                <a:avLst/>
                <a:gdLst>
                  <a:gd name="T0" fmla="*/ 102 w 111"/>
                  <a:gd name="T1" fmla="*/ 96 h 96"/>
                  <a:gd name="T2" fmla="*/ 97 w 111"/>
                  <a:gd name="T3" fmla="*/ 94 h 96"/>
                  <a:gd name="T4" fmla="*/ 2 w 111"/>
                  <a:gd name="T5" fmla="*/ 14 h 96"/>
                  <a:gd name="T6" fmla="*/ 0 w 111"/>
                  <a:gd name="T7" fmla="*/ 9 h 96"/>
                  <a:gd name="T8" fmla="*/ 1 w 111"/>
                  <a:gd name="T9" fmla="*/ 4 h 96"/>
                  <a:gd name="T10" fmla="*/ 12 w 111"/>
                  <a:gd name="T11" fmla="*/ 3 h 96"/>
                  <a:gd name="T12" fmla="*/ 107 w 111"/>
                  <a:gd name="T13" fmla="*/ 83 h 96"/>
                  <a:gd name="T14" fmla="*/ 108 w 111"/>
                  <a:gd name="T15" fmla="*/ 94 h 96"/>
                  <a:gd name="T16" fmla="*/ 102 w 111"/>
                  <a:gd name="T17" fmla="*/ 96 h 96"/>
                  <a:gd name="T18" fmla="*/ 7 w 111"/>
                  <a:gd name="T19" fmla="*/ 6 h 96"/>
                  <a:gd name="T20" fmla="*/ 5 w 111"/>
                  <a:gd name="T21" fmla="*/ 7 h 96"/>
                  <a:gd name="T22" fmla="*/ 4 w 111"/>
                  <a:gd name="T23" fmla="*/ 9 h 96"/>
                  <a:gd name="T24" fmla="*/ 5 w 111"/>
                  <a:gd name="T25" fmla="*/ 11 h 96"/>
                  <a:gd name="T26" fmla="*/ 100 w 111"/>
                  <a:gd name="T27" fmla="*/ 91 h 96"/>
                  <a:gd name="T28" fmla="*/ 105 w 111"/>
                  <a:gd name="T29" fmla="*/ 90 h 96"/>
                  <a:gd name="T30" fmla="*/ 104 w 111"/>
                  <a:gd name="T31" fmla="*/ 86 h 96"/>
                  <a:gd name="T32" fmla="*/ 9 w 111"/>
                  <a:gd name="T33" fmla="*/ 6 h 96"/>
                  <a:gd name="T34" fmla="*/ 7 w 111"/>
                  <a:gd name="T35"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1" h="96">
                    <a:moveTo>
                      <a:pt x="102" y="96"/>
                    </a:moveTo>
                    <a:cubicBezTo>
                      <a:pt x="100" y="96"/>
                      <a:pt x="99" y="96"/>
                      <a:pt x="97" y="94"/>
                    </a:cubicBezTo>
                    <a:cubicBezTo>
                      <a:pt x="2" y="14"/>
                      <a:pt x="2" y="14"/>
                      <a:pt x="2" y="14"/>
                    </a:cubicBezTo>
                    <a:cubicBezTo>
                      <a:pt x="1" y="13"/>
                      <a:pt x="0" y="11"/>
                      <a:pt x="0" y="9"/>
                    </a:cubicBezTo>
                    <a:cubicBezTo>
                      <a:pt x="0" y="7"/>
                      <a:pt x="0" y="5"/>
                      <a:pt x="1" y="4"/>
                    </a:cubicBezTo>
                    <a:cubicBezTo>
                      <a:pt x="4" y="0"/>
                      <a:pt x="9" y="0"/>
                      <a:pt x="12" y="3"/>
                    </a:cubicBezTo>
                    <a:cubicBezTo>
                      <a:pt x="107" y="83"/>
                      <a:pt x="107" y="83"/>
                      <a:pt x="107" y="83"/>
                    </a:cubicBezTo>
                    <a:cubicBezTo>
                      <a:pt x="111" y="85"/>
                      <a:pt x="111" y="90"/>
                      <a:pt x="108" y="94"/>
                    </a:cubicBezTo>
                    <a:cubicBezTo>
                      <a:pt x="107" y="95"/>
                      <a:pt x="105" y="96"/>
                      <a:pt x="102" y="96"/>
                    </a:cubicBezTo>
                    <a:close/>
                    <a:moveTo>
                      <a:pt x="7" y="6"/>
                    </a:moveTo>
                    <a:cubicBezTo>
                      <a:pt x="7" y="6"/>
                      <a:pt x="6" y="6"/>
                      <a:pt x="5" y="7"/>
                    </a:cubicBezTo>
                    <a:cubicBezTo>
                      <a:pt x="5" y="7"/>
                      <a:pt x="4" y="8"/>
                      <a:pt x="4" y="9"/>
                    </a:cubicBezTo>
                    <a:cubicBezTo>
                      <a:pt x="5" y="10"/>
                      <a:pt x="5" y="10"/>
                      <a:pt x="5" y="11"/>
                    </a:cubicBezTo>
                    <a:cubicBezTo>
                      <a:pt x="100" y="91"/>
                      <a:pt x="100" y="91"/>
                      <a:pt x="100" y="91"/>
                    </a:cubicBezTo>
                    <a:cubicBezTo>
                      <a:pt x="102" y="92"/>
                      <a:pt x="104" y="92"/>
                      <a:pt x="105" y="90"/>
                    </a:cubicBezTo>
                    <a:cubicBezTo>
                      <a:pt x="106" y="89"/>
                      <a:pt x="105" y="87"/>
                      <a:pt x="104" y="86"/>
                    </a:cubicBezTo>
                    <a:cubicBezTo>
                      <a:pt x="9" y="6"/>
                      <a:pt x="9" y="6"/>
                      <a:pt x="9" y="6"/>
                    </a:cubicBezTo>
                    <a:cubicBezTo>
                      <a:pt x="9" y="6"/>
                      <a:pt x="8" y="6"/>
                      <a:pt x="7"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 name="Freeform 503"/>
              <p:cNvSpPr>
                <a:spLocks/>
              </p:cNvSpPr>
              <p:nvPr/>
            </p:nvSpPr>
            <p:spPr bwMode="auto">
              <a:xfrm>
                <a:off x="2914" y="2925"/>
                <a:ext cx="16" cy="15"/>
              </a:xfrm>
              <a:custGeom>
                <a:avLst/>
                <a:gdLst>
                  <a:gd name="T0" fmla="*/ 0 w 16"/>
                  <a:gd name="T1" fmla="*/ 5 h 15"/>
                  <a:gd name="T2" fmla="*/ 12 w 16"/>
                  <a:gd name="T3" fmla="*/ 15 h 15"/>
                  <a:gd name="T4" fmla="*/ 16 w 16"/>
                  <a:gd name="T5" fmla="*/ 9 h 15"/>
                  <a:gd name="T6" fmla="*/ 5 w 16"/>
                  <a:gd name="T7" fmla="*/ 0 h 15"/>
                  <a:gd name="T8" fmla="*/ 0 w 16"/>
                  <a:gd name="T9" fmla="*/ 5 h 15"/>
                </a:gdLst>
                <a:ahLst/>
                <a:cxnLst>
                  <a:cxn ang="0">
                    <a:pos x="T0" y="T1"/>
                  </a:cxn>
                  <a:cxn ang="0">
                    <a:pos x="T2" y="T3"/>
                  </a:cxn>
                  <a:cxn ang="0">
                    <a:pos x="T4" y="T5"/>
                  </a:cxn>
                  <a:cxn ang="0">
                    <a:pos x="T6" y="T7"/>
                  </a:cxn>
                  <a:cxn ang="0">
                    <a:pos x="T8" y="T9"/>
                  </a:cxn>
                </a:cxnLst>
                <a:rect l="0" t="0" r="r" b="b"/>
                <a:pathLst>
                  <a:path w="16" h="15">
                    <a:moveTo>
                      <a:pt x="0" y="5"/>
                    </a:moveTo>
                    <a:lnTo>
                      <a:pt x="12" y="15"/>
                    </a:lnTo>
                    <a:lnTo>
                      <a:pt x="16" y="9"/>
                    </a:lnTo>
                    <a:lnTo>
                      <a:pt x="5" y="0"/>
                    </a:lnTo>
                    <a:lnTo>
                      <a:pt x="0"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 name="Freeform 504"/>
              <p:cNvSpPr>
                <a:spLocks noEditPoints="1"/>
              </p:cNvSpPr>
              <p:nvPr/>
            </p:nvSpPr>
            <p:spPr bwMode="auto">
              <a:xfrm>
                <a:off x="2913" y="2924"/>
                <a:ext cx="18" cy="17"/>
              </a:xfrm>
              <a:custGeom>
                <a:avLst/>
                <a:gdLst>
                  <a:gd name="T0" fmla="*/ 13 w 18"/>
                  <a:gd name="T1" fmla="*/ 17 h 17"/>
                  <a:gd name="T2" fmla="*/ 13 w 18"/>
                  <a:gd name="T3" fmla="*/ 16 h 17"/>
                  <a:gd name="T4" fmla="*/ 0 w 18"/>
                  <a:gd name="T5" fmla="*/ 6 h 17"/>
                  <a:gd name="T6" fmla="*/ 1 w 18"/>
                  <a:gd name="T7" fmla="*/ 5 h 17"/>
                  <a:gd name="T8" fmla="*/ 6 w 18"/>
                  <a:gd name="T9" fmla="*/ 0 h 17"/>
                  <a:gd name="T10" fmla="*/ 18 w 18"/>
                  <a:gd name="T11" fmla="*/ 10 h 17"/>
                  <a:gd name="T12" fmla="*/ 17 w 18"/>
                  <a:gd name="T13" fmla="*/ 10 h 17"/>
                  <a:gd name="T14" fmla="*/ 13 w 18"/>
                  <a:gd name="T15" fmla="*/ 17 h 17"/>
                  <a:gd name="T16" fmla="*/ 1 w 18"/>
                  <a:gd name="T17" fmla="*/ 6 h 17"/>
                  <a:gd name="T18" fmla="*/ 13 w 18"/>
                  <a:gd name="T19" fmla="*/ 16 h 17"/>
                  <a:gd name="T20" fmla="*/ 17 w 18"/>
                  <a:gd name="T21" fmla="*/ 10 h 17"/>
                  <a:gd name="T22" fmla="*/ 6 w 18"/>
                  <a:gd name="T23" fmla="*/ 1 h 17"/>
                  <a:gd name="T24" fmla="*/ 1 w 18"/>
                  <a:gd name="T2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13" y="17"/>
                    </a:moveTo>
                    <a:lnTo>
                      <a:pt x="13" y="16"/>
                    </a:lnTo>
                    <a:lnTo>
                      <a:pt x="0" y="6"/>
                    </a:lnTo>
                    <a:lnTo>
                      <a:pt x="1" y="5"/>
                    </a:lnTo>
                    <a:lnTo>
                      <a:pt x="6" y="0"/>
                    </a:lnTo>
                    <a:lnTo>
                      <a:pt x="18" y="10"/>
                    </a:lnTo>
                    <a:lnTo>
                      <a:pt x="17" y="10"/>
                    </a:lnTo>
                    <a:lnTo>
                      <a:pt x="13" y="17"/>
                    </a:lnTo>
                    <a:close/>
                    <a:moveTo>
                      <a:pt x="1" y="6"/>
                    </a:moveTo>
                    <a:lnTo>
                      <a:pt x="13" y="16"/>
                    </a:lnTo>
                    <a:lnTo>
                      <a:pt x="17" y="10"/>
                    </a:lnTo>
                    <a:lnTo>
                      <a:pt x="6" y="1"/>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 name="Freeform 505"/>
              <p:cNvSpPr>
                <a:spLocks/>
              </p:cNvSpPr>
              <p:nvPr/>
            </p:nvSpPr>
            <p:spPr bwMode="auto">
              <a:xfrm>
                <a:off x="2917" y="2929"/>
                <a:ext cx="9" cy="8"/>
              </a:xfrm>
              <a:custGeom>
                <a:avLst/>
                <a:gdLst>
                  <a:gd name="T0" fmla="*/ 0 w 67"/>
                  <a:gd name="T1" fmla="*/ 25 h 65"/>
                  <a:gd name="T2" fmla="*/ 60 w 67"/>
                  <a:gd name="T3" fmla="*/ 1 h 65"/>
                  <a:gd name="T4" fmla="*/ 47 w 67"/>
                  <a:gd name="T5" fmla="*/ 65 h 65"/>
                  <a:gd name="T6" fmla="*/ 0 w 67"/>
                  <a:gd name="T7" fmla="*/ 25 h 65"/>
                </a:gdLst>
                <a:ahLst/>
                <a:cxnLst>
                  <a:cxn ang="0">
                    <a:pos x="T0" y="T1"/>
                  </a:cxn>
                  <a:cxn ang="0">
                    <a:pos x="T2" y="T3"/>
                  </a:cxn>
                  <a:cxn ang="0">
                    <a:pos x="T4" y="T5"/>
                  </a:cxn>
                  <a:cxn ang="0">
                    <a:pos x="T6" y="T7"/>
                  </a:cxn>
                </a:cxnLst>
                <a:rect l="0" t="0" r="r" b="b"/>
                <a:pathLst>
                  <a:path w="67" h="65">
                    <a:moveTo>
                      <a:pt x="0" y="25"/>
                    </a:moveTo>
                    <a:cubicBezTo>
                      <a:pt x="20" y="0"/>
                      <a:pt x="60" y="1"/>
                      <a:pt x="60" y="1"/>
                    </a:cubicBezTo>
                    <a:cubicBezTo>
                      <a:pt x="60" y="1"/>
                      <a:pt x="67" y="40"/>
                      <a:pt x="47" y="65"/>
                    </a:cubicBezTo>
                    <a:lnTo>
                      <a:pt x="0" y="2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 name="Freeform 506"/>
              <p:cNvSpPr>
                <a:spLocks noEditPoints="1"/>
              </p:cNvSpPr>
              <p:nvPr/>
            </p:nvSpPr>
            <p:spPr bwMode="auto">
              <a:xfrm>
                <a:off x="2917" y="2929"/>
                <a:ext cx="9" cy="9"/>
              </a:xfrm>
              <a:custGeom>
                <a:avLst/>
                <a:gdLst>
                  <a:gd name="T0" fmla="*/ 50 w 73"/>
                  <a:gd name="T1" fmla="*/ 69 h 69"/>
                  <a:gd name="T2" fmla="*/ 48 w 73"/>
                  <a:gd name="T3" fmla="*/ 69 h 69"/>
                  <a:gd name="T4" fmla="*/ 1 w 73"/>
                  <a:gd name="T5" fmla="*/ 29 h 69"/>
                  <a:gd name="T6" fmla="*/ 0 w 73"/>
                  <a:gd name="T7" fmla="*/ 27 h 69"/>
                  <a:gd name="T8" fmla="*/ 1 w 73"/>
                  <a:gd name="T9" fmla="*/ 25 h 69"/>
                  <a:gd name="T10" fmla="*/ 63 w 73"/>
                  <a:gd name="T11" fmla="*/ 0 h 69"/>
                  <a:gd name="T12" fmla="*/ 66 w 73"/>
                  <a:gd name="T13" fmla="*/ 2 h 69"/>
                  <a:gd name="T14" fmla="*/ 52 w 73"/>
                  <a:gd name="T15" fmla="*/ 68 h 69"/>
                  <a:gd name="T16" fmla="*/ 50 w 73"/>
                  <a:gd name="T17" fmla="*/ 69 h 69"/>
                  <a:gd name="T18" fmla="*/ 50 w 73"/>
                  <a:gd name="T19" fmla="*/ 69 h 69"/>
                  <a:gd name="T20" fmla="*/ 6 w 73"/>
                  <a:gd name="T21" fmla="*/ 27 h 69"/>
                  <a:gd name="T22" fmla="*/ 50 w 73"/>
                  <a:gd name="T23" fmla="*/ 63 h 69"/>
                  <a:gd name="T24" fmla="*/ 61 w 73"/>
                  <a:gd name="T25" fmla="*/ 5 h 69"/>
                  <a:gd name="T26" fmla="*/ 6 w 73"/>
                  <a:gd name="T27" fmla="*/ 2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69">
                    <a:moveTo>
                      <a:pt x="50" y="69"/>
                    </a:moveTo>
                    <a:cubicBezTo>
                      <a:pt x="49" y="69"/>
                      <a:pt x="49" y="69"/>
                      <a:pt x="48" y="69"/>
                    </a:cubicBezTo>
                    <a:cubicBezTo>
                      <a:pt x="1" y="29"/>
                      <a:pt x="1" y="29"/>
                      <a:pt x="1" y="29"/>
                    </a:cubicBezTo>
                    <a:cubicBezTo>
                      <a:pt x="0" y="28"/>
                      <a:pt x="0" y="28"/>
                      <a:pt x="0" y="27"/>
                    </a:cubicBezTo>
                    <a:cubicBezTo>
                      <a:pt x="0" y="26"/>
                      <a:pt x="0" y="26"/>
                      <a:pt x="1" y="25"/>
                    </a:cubicBezTo>
                    <a:cubicBezTo>
                      <a:pt x="22" y="1"/>
                      <a:pt x="62" y="0"/>
                      <a:pt x="63" y="0"/>
                    </a:cubicBezTo>
                    <a:cubicBezTo>
                      <a:pt x="65" y="0"/>
                      <a:pt x="66" y="1"/>
                      <a:pt x="66" y="2"/>
                    </a:cubicBezTo>
                    <a:cubicBezTo>
                      <a:pt x="66" y="4"/>
                      <a:pt x="73" y="43"/>
                      <a:pt x="52" y="68"/>
                    </a:cubicBezTo>
                    <a:cubicBezTo>
                      <a:pt x="51" y="69"/>
                      <a:pt x="51" y="69"/>
                      <a:pt x="50" y="69"/>
                    </a:cubicBezTo>
                    <a:cubicBezTo>
                      <a:pt x="50" y="69"/>
                      <a:pt x="50" y="69"/>
                      <a:pt x="50" y="69"/>
                    </a:cubicBezTo>
                    <a:close/>
                    <a:moveTo>
                      <a:pt x="6" y="27"/>
                    </a:moveTo>
                    <a:cubicBezTo>
                      <a:pt x="50" y="63"/>
                      <a:pt x="50" y="63"/>
                      <a:pt x="50" y="63"/>
                    </a:cubicBezTo>
                    <a:cubicBezTo>
                      <a:pt x="65" y="43"/>
                      <a:pt x="62" y="13"/>
                      <a:pt x="61" y="5"/>
                    </a:cubicBezTo>
                    <a:cubicBezTo>
                      <a:pt x="53" y="5"/>
                      <a:pt x="23" y="8"/>
                      <a:pt x="6" y="2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 name="Freeform 507"/>
              <p:cNvSpPr>
                <a:spLocks/>
              </p:cNvSpPr>
              <p:nvPr/>
            </p:nvSpPr>
            <p:spPr bwMode="auto">
              <a:xfrm>
                <a:off x="2918" y="2931"/>
                <a:ext cx="6" cy="5"/>
              </a:xfrm>
              <a:custGeom>
                <a:avLst/>
                <a:gdLst>
                  <a:gd name="T0" fmla="*/ 0 w 43"/>
                  <a:gd name="T1" fmla="*/ 18 h 42"/>
                  <a:gd name="T2" fmla="*/ 40 w 43"/>
                  <a:gd name="T3" fmla="*/ 0 h 42"/>
                  <a:gd name="T4" fmla="*/ 29 w 43"/>
                  <a:gd name="T5" fmla="*/ 42 h 42"/>
                  <a:gd name="T6" fmla="*/ 0 w 43"/>
                  <a:gd name="T7" fmla="*/ 18 h 42"/>
                </a:gdLst>
                <a:ahLst/>
                <a:cxnLst>
                  <a:cxn ang="0">
                    <a:pos x="T0" y="T1"/>
                  </a:cxn>
                  <a:cxn ang="0">
                    <a:pos x="T2" y="T3"/>
                  </a:cxn>
                  <a:cxn ang="0">
                    <a:pos x="T4" y="T5"/>
                  </a:cxn>
                  <a:cxn ang="0">
                    <a:pos x="T6" y="T7"/>
                  </a:cxn>
                </a:cxnLst>
                <a:rect l="0" t="0" r="r" b="b"/>
                <a:pathLst>
                  <a:path w="43" h="42">
                    <a:moveTo>
                      <a:pt x="0" y="18"/>
                    </a:moveTo>
                    <a:cubicBezTo>
                      <a:pt x="14" y="1"/>
                      <a:pt x="40" y="0"/>
                      <a:pt x="40" y="0"/>
                    </a:cubicBezTo>
                    <a:cubicBezTo>
                      <a:pt x="40" y="0"/>
                      <a:pt x="43" y="25"/>
                      <a:pt x="29" y="42"/>
                    </a:cubicBezTo>
                    <a:lnTo>
                      <a:pt x="0" y="1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 name="Freeform 508"/>
              <p:cNvSpPr>
                <a:spLocks noEditPoints="1"/>
              </p:cNvSpPr>
              <p:nvPr/>
            </p:nvSpPr>
            <p:spPr bwMode="auto">
              <a:xfrm>
                <a:off x="2918" y="2931"/>
                <a:ext cx="6" cy="6"/>
              </a:xfrm>
              <a:custGeom>
                <a:avLst/>
                <a:gdLst>
                  <a:gd name="T0" fmla="*/ 32 w 48"/>
                  <a:gd name="T1" fmla="*/ 48 h 48"/>
                  <a:gd name="T2" fmla="*/ 30 w 48"/>
                  <a:gd name="T3" fmla="*/ 47 h 48"/>
                  <a:gd name="T4" fmla="*/ 1 w 48"/>
                  <a:gd name="T5" fmla="*/ 23 h 48"/>
                  <a:gd name="T6" fmla="*/ 1 w 48"/>
                  <a:gd name="T7" fmla="*/ 19 h 48"/>
                  <a:gd name="T8" fmla="*/ 43 w 48"/>
                  <a:gd name="T9" fmla="*/ 0 h 48"/>
                  <a:gd name="T10" fmla="*/ 43 w 48"/>
                  <a:gd name="T11" fmla="*/ 0 h 48"/>
                  <a:gd name="T12" fmla="*/ 45 w 48"/>
                  <a:gd name="T13" fmla="*/ 2 h 48"/>
                  <a:gd name="T14" fmla="*/ 33 w 48"/>
                  <a:gd name="T15" fmla="*/ 47 h 48"/>
                  <a:gd name="T16" fmla="*/ 32 w 48"/>
                  <a:gd name="T17" fmla="*/ 48 h 48"/>
                  <a:gd name="T18" fmla="*/ 6 w 48"/>
                  <a:gd name="T19" fmla="*/ 20 h 48"/>
                  <a:gd name="T20" fmla="*/ 31 w 48"/>
                  <a:gd name="T21" fmla="*/ 42 h 48"/>
                  <a:gd name="T22" fmla="*/ 40 w 48"/>
                  <a:gd name="T23" fmla="*/ 5 h 48"/>
                  <a:gd name="T24" fmla="*/ 6 w 48"/>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48">
                    <a:moveTo>
                      <a:pt x="32" y="48"/>
                    </a:moveTo>
                    <a:cubicBezTo>
                      <a:pt x="31" y="48"/>
                      <a:pt x="30" y="47"/>
                      <a:pt x="30" y="47"/>
                    </a:cubicBezTo>
                    <a:cubicBezTo>
                      <a:pt x="1" y="23"/>
                      <a:pt x="1" y="23"/>
                      <a:pt x="1" y="23"/>
                    </a:cubicBezTo>
                    <a:cubicBezTo>
                      <a:pt x="0" y="22"/>
                      <a:pt x="0" y="20"/>
                      <a:pt x="1" y="19"/>
                    </a:cubicBezTo>
                    <a:cubicBezTo>
                      <a:pt x="15" y="2"/>
                      <a:pt x="41" y="0"/>
                      <a:pt x="43" y="0"/>
                    </a:cubicBezTo>
                    <a:cubicBezTo>
                      <a:pt x="43" y="0"/>
                      <a:pt x="43" y="0"/>
                      <a:pt x="43" y="0"/>
                    </a:cubicBezTo>
                    <a:cubicBezTo>
                      <a:pt x="44" y="0"/>
                      <a:pt x="45" y="1"/>
                      <a:pt x="45" y="2"/>
                    </a:cubicBezTo>
                    <a:cubicBezTo>
                      <a:pt x="45" y="3"/>
                      <a:pt x="48" y="29"/>
                      <a:pt x="33" y="47"/>
                    </a:cubicBezTo>
                    <a:cubicBezTo>
                      <a:pt x="33" y="47"/>
                      <a:pt x="32" y="48"/>
                      <a:pt x="32" y="48"/>
                    </a:cubicBezTo>
                    <a:close/>
                    <a:moveTo>
                      <a:pt x="6" y="20"/>
                    </a:moveTo>
                    <a:cubicBezTo>
                      <a:pt x="31" y="42"/>
                      <a:pt x="31" y="42"/>
                      <a:pt x="31" y="42"/>
                    </a:cubicBezTo>
                    <a:cubicBezTo>
                      <a:pt x="41" y="29"/>
                      <a:pt x="41" y="12"/>
                      <a:pt x="40" y="5"/>
                    </a:cubicBezTo>
                    <a:cubicBezTo>
                      <a:pt x="34" y="6"/>
                      <a:pt x="17" y="9"/>
                      <a:pt x="6"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 name="Freeform 509"/>
              <p:cNvSpPr>
                <a:spLocks/>
              </p:cNvSpPr>
              <p:nvPr/>
            </p:nvSpPr>
            <p:spPr bwMode="auto">
              <a:xfrm>
                <a:off x="2931" y="2924"/>
                <a:ext cx="6" cy="6"/>
              </a:xfrm>
              <a:custGeom>
                <a:avLst/>
                <a:gdLst>
                  <a:gd name="T0" fmla="*/ 2 w 6"/>
                  <a:gd name="T1" fmla="*/ 2 h 6"/>
                  <a:gd name="T2" fmla="*/ 3 w 6"/>
                  <a:gd name="T3" fmla="*/ 1 h 6"/>
                  <a:gd name="T4" fmla="*/ 2 w 6"/>
                  <a:gd name="T5" fmla="*/ 0 h 6"/>
                  <a:gd name="T6" fmla="*/ 1 w 6"/>
                  <a:gd name="T7" fmla="*/ 1 h 6"/>
                  <a:gd name="T8" fmla="*/ 0 w 6"/>
                  <a:gd name="T9" fmla="*/ 2 h 6"/>
                  <a:gd name="T10" fmla="*/ 4 w 6"/>
                  <a:gd name="T11" fmla="*/ 6 h 6"/>
                  <a:gd name="T12" fmla="*/ 6 w 6"/>
                  <a:gd name="T13" fmla="*/ 5 h 6"/>
                  <a:gd name="T14" fmla="*/ 6 w 6"/>
                  <a:gd name="T15" fmla="*/ 4 h 6"/>
                  <a:gd name="T16" fmla="*/ 5 w 6"/>
                  <a:gd name="T17" fmla="*/ 3 h 6"/>
                  <a:gd name="T18" fmla="*/ 5 w 6"/>
                  <a:gd name="T19" fmla="*/ 4 h 6"/>
                  <a:gd name="T20" fmla="*/ 4 w 6"/>
                  <a:gd name="T21" fmla="*/ 3 h 6"/>
                  <a:gd name="T22" fmla="*/ 5 w 6"/>
                  <a:gd name="T23" fmla="*/ 2 h 6"/>
                  <a:gd name="T24" fmla="*/ 4 w 6"/>
                  <a:gd name="T25" fmla="*/ 2 h 6"/>
                  <a:gd name="T26" fmla="*/ 3 w 6"/>
                  <a:gd name="T27" fmla="*/ 2 h 6"/>
                  <a:gd name="T28" fmla="*/ 2 w 6"/>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2" y="2"/>
                    </a:moveTo>
                    <a:lnTo>
                      <a:pt x="3" y="1"/>
                    </a:lnTo>
                    <a:lnTo>
                      <a:pt x="2" y="0"/>
                    </a:lnTo>
                    <a:lnTo>
                      <a:pt x="1" y="1"/>
                    </a:lnTo>
                    <a:lnTo>
                      <a:pt x="0" y="2"/>
                    </a:lnTo>
                    <a:lnTo>
                      <a:pt x="4" y="6"/>
                    </a:lnTo>
                    <a:lnTo>
                      <a:pt x="6" y="5"/>
                    </a:lnTo>
                    <a:lnTo>
                      <a:pt x="6" y="4"/>
                    </a:lnTo>
                    <a:lnTo>
                      <a:pt x="5" y="3"/>
                    </a:lnTo>
                    <a:lnTo>
                      <a:pt x="5" y="4"/>
                    </a:lnTo>
                    <a:lnTo>
                      <a:pt x="4" y="3"/>
                    </a:lnTo>
                    <a:lnTo>
                      <a:pt x="5" y="2"/>
                    </a:lnTo>
                    <a:lnTo>
                      <a:pt x="4" y="2"/>
                    </a:lnTo>
                    <a:lnTo>
                      <a:pt x="3"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 name="Freeform 510"/>
              <p:cNvSpPr>
                <a:spLocks noEditPoints="1"/>
              </p:cNvSpPr>
              <p:nvPr/>
            </p:nvSpPr>
            <p:spPr bwMode="auto">
              <a:xfrm>
                <a:off x="2931" y="2924"/>
                <a:ext cx="7" cy="6"/>
              </a:xfrm>
              <a:custGeom>
                <a:avLst/>
                <a:gdLst>
                  <a:gd name="T0" fmla="*/ 37 w 54"/>
                  <a:gd name="T1" fmla="*/ 52 h 52"/>
                  <a:gd name="T2" fmla="*/ 35 w 54"/>
                  <a:gd name="T3" fmla="*/ 51 h 52"/>
                  <a:gd name="T4" fmla="*/ 1 w 54"/>
                  <a:gd name="T5" fmla="*/ 23 h 52"/>
                  <a:gd name="T6" fmla="*/ 1 w 54"/>
                  <a:gd name="T7" fmla="*/ 19 h 52"/>
                  <a:gd name="T8" fmla="*/ 16 w 54"/>
                  <a:gd name="T9" fmla="*/ 1 h 52"/>
                  <a:gd name="T10" fmla="*/ 18 w 54"/>
                  <a:gd name="T11" fmla="*/ 0 h 52"/>
                  <a:gd name="T12" fmla="*/ 19 w 54"/>
                  <a:gd name="T13" fmla="*/ 1 h 52"/>
                  <a:gd name="T14" fmla="*/ 26 w 54"/>
                  <a:gd name="T15" fmla="*/ 7 h 52"/>
                  <a:gd name="T16" fmla="*/ 27 w 54"/>
                  <a:gd name="T17" fmla="*/ 10 h 52"/>
                  <a:gd name="T18" fmla="*/ 23 w 54"/>
                  <a:gd name="T19" fmla="*/ 15 h 52"/>
                  <a:gd name="T20" fmla="*/ 26 w 54"/>
                  <a:gd name="T21" fmla="*/ 17 h 52"/>
                  <a:gd name="T22" fmla="*/ 30 w 54"/>
                  <a:gd name="T23" fmla="*/ 13 h 52"/>
                  <a:gd name="T24" fmla="*/ 33 w 54"/>
                  <a:gd name="T25" fmla="*/ 12 h 52"/>
                  <a:gd name="T26" fmla="*/ 40 w 54"/>
                  <a:gd name="T27" fmla="*/ 18 h 52"/>
                  <a:gd name="T28" fmla="*/ 40 w 54"/>
                  <a:gd name="T29" fmla="*/ 22 h 52"/>
                  <a:gd name="T30" fmla="*/ 37 w 54"/>
                  <a:gd name="T31" fmla="*/ 26 h 52"/>
                  <a:gd name="T32" fmla="*/ 39 w 54"/>
                  <a:gd name="T33" fmla="*/ 28 h 52"/>
                  <a:gd name="T34" fmla="*/ 43 w 54"/>
                  <a:gd name="T35" fmla="*/ 24 h 52"/>
                  <a:gd name="T36" fmla="*/ 45 w 54"/>
                  <a:gd name="T37" fmla="*/ 23 h 52"/>
                  <a:gd name="T38" fmla="*/ 46 w 54"/>
                  <a:gd name="T39" fmla="*/ 24 h 52"/>
                  <a:gd name="T40" fmla="*/ 53 w 54"/>
                  <a:gd name="T41" fmla="*/ 30 h 52"/>
                  <a:gd name="T42" fmla="*/ 54 w 54"/>
                  <a:gd name="T43" fmla="*/ 33 h 52"/>
                  <a:gd name="T44" fmla="*/ 39 w 54"/>
                  <a:gd name="T45" fmla="*/ 51 h 52"/>
                  <a:gd name="T46" fmla="*/ 37 w 54"/>
                  <a:gd name="T47" fmla="*/ 52 h 52"/>
                  <a:gd name="T48" fmla="*/ 6 w 54"/>
                  <a:gd name="T49" fmla="*/ 21 h 52"/>
                  <a:gd name="T50" fmla="*/ 36 w 54"/>
                  <a:gd name="T51" fmla="*/ 46 h 52"/>
                  <a:gd name="T52" fmla="*/ 48 w 54"/>
                  <a:gd name="T53" fmla="*/ 32 h 52"/>
                  <a:gd name="T54" fmla="*/ 45 w 54"/>
                  <a:gd name="T55" fmla="*/ 29 h 52"/>
                  <a:gd name="T56" fmla="*/ 42 w 54"/>
                  <a:gd name="T57" fmla="*/ 33 h 52"/>
                  <a:gd name="T58" fmla="*/ 40 w 54"/>
                  <a:gd name="T59" fmla="*/ 34 h 52"/>
                  <a:gd name="T60" fmla="*/ 38 w 54"/>
                  <a:gd name="T61" fmla="*/ 33 h 52"/>
                  <a:gd name="T62" fmla="*/ 32 w 54"/>
                  <a:gd name="T63" fmla="*/ 28 h 52"/>
                  <a:gd name="T64" fmla="*/ 31 w 54"/>
                  <a:gd name="T65" fmla="*/ 25 h 52"/>
                  <a:gd name="T66" fmla="*/ 35 w 54"/>
                  <a:gd name="T67" fmla="*/ 20 h 52"/>
                  <a:gd name="T68" fmla="*/ 32 w 54"/>
                  <a:gd name="T69" fmla="*/ 18 h 52"/>
                  <a:gd name="T70" fmla="*/ 28 w 54"/>
                  <a:gd name="T71" fmla="*/ 22 h 52"/>
                  <a:gd name="T72" fmla="*/ 25 w 54"/>
                  <a:gd name="T73" fmla="*/ 22 h 52"/>
                  <a:gd name="T74" fmla="*/ 18 w 54"/>
                  <a:gd name="T75" fmla="*/ 17 h 52"/>
                  <a:gd name="T76" fmla="*/ 18 w 54"/>
                  <a:gd name="T77" fmla="*/ 13 h 52"/>
                  <a:gd name="T78" fmla="*/ 22 w 54"/>
                  <a:gd name="T79" fmla="*/ 9 h 52"/>
                  <a:gd name="T80" fmla="*/ 18 w 54"/>
                  <a:gd name="T81" fmla="*/ 6 h 52"/>
                  <a:gd name="T82" fmla="*/ 6 w 54"/>
                  <a:gd name="T83" fmla="*/ 2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 h="52">
                    <a:moveTo>
                      <a:pt x="37" y="52"/>
                    </a:moveTo>
                    <a:cubicBezTo>
                      <a:pt x="36" y="52"/>
                      <a:pt x="36" y="52"/>
                      <a:pt x="35" y="51"/>
                    </a:cubicBezTo>
                    <a:cubicBezTo>
                      <a:pt x="1" y="23"/>
                      <a:pt x="1" y="23"/>
                      <a:pt x="1" y="23"/>
                    </a:cubicBezTo>
                    <a:cubicBezTo>
                      <a:pt x="0" y="22"/>
                      <a:pt x="0" y="20"/>
                      <a:pt x="1" y="19"/>
                    </a:cubicBezTo>
                    <a:cubicBezTo>
                      <a:pt x="16" y="1"/>
                      <a:pt x="16" y="1"/>
                      <a:pt x="16" y="1"/>
                    </a:cubicBezTo>
                    <a:cubicBezTo>
                      <a:pt x="16" y="1"/>
                      <a:pt x="17" y="0"/>
                      <a:pt x="18" y="0"/>
                    </a:cubicBezTo>
                    <a:cubicBezTo>
                      <a:pt x="18" y="0"/>
                      <a:pt x="19" y="1"/>
                      <a:pt x="19" y="1"/>
                    </a:cubicBezTo>
                    <a:cubicBezTo>
                      <a:pt x="26" y="7"/>
                      <a:pt x="26" y="7"/>
                      <a:pt x="26" y="7"/>
                    </a:cubicBezTo>
                    <a:cubicBezTo>
                      <a:pt x="27" y="8"/>
                      <a:pt x="28" y="9"/>
                      <a:pt x="27" y="10"/>
                    </a:cubicBezTo>
                    <a:cubicBezTo>
                      <a:pt x="23" y="15"/>
                      <a:pt x="23" y="15"/>
                      <a:pt x="23" y="15"/>
                    </a:cubicBezTo>
                    <a:cubicBezTo>
                      <a:pt x="26" y="17"/>
                      <a:pt x="26" y="17"/>
                      <a:pt x="26" y="17"/>
                    </a:cubicBezTo>
                    <a:cubicBezTo>
                      <a:pt x="30" y="13"/>
                      <a:pt x="30" y="13"/>
                      <a:pt x="30" y="13"/>
                    </a:cubicBezTo>
                    <a:cubicBezTo>
                      <a:pt x="30" y="12"/>
                      <a:pt x="32" y="12"/>
                      <a:pt x="33" y="12"/>
                    </a:cubicBezTo>
                    <a:cubicBezTo>
                      <a:pt x="40" y="18"/>
                      <a:pt x="40" y="18"/>
                      <a:pt x="40" y="18"/>
                    </a:cubicBezTo>
                    <a:cubicBezTo>
                      <a:pt x="41" y="19"/>
                      <a:pt x="41" y="21"/>
                      <a:pt x="40" y="22"/>
                    </a:cubicBezTo>
                    <a:cubicBezTo>
                      <a:pt x="37" y="26"/>
                      <a:pt x="37" y="26"/>
                      <a:pt x="37" y="26"/>
                    </a:cubicBezTo>
                    <a:cubicBezTo>
                      <a:pt x="39" y="28"/>
                      <a:pt x="39" y="28"/>
                      <a:pt x="39" y="28"/>
                    </a:cubicBezTo>
                    <a:cubicBezTo>
                      <a:pt x="43" y="24"/>
                      <a:pt x="43" y="24"/>
                      <a:pt x="43" y="24"/>
                    </a:cubicBezTo>
                    <a:cubicBezTo>
                      <a:pt x="43" y="23"/>
                      <a:pt x="44" y="23"/>
                      <a:pt x="45" y="23"/>
                    </a:cubicBezTo>
                    <a:cubicBezTo>
                      <a:pt x="45" y="23"/>
                      <a:pt x="46" y="23"/>
                      <a:pt x="46" y="24"/>
                    </a:cubicBezTo>
                    <a:cubicBezTo>
                      <a:pt x="53" y="30"/>
                      <a:pt x="53" y="30"/>
                      <a:pt x="53" y="30"/>
                    </a:cubicBezTo>
                    <a:cubicBezTo>
                      <a:pt x="54" y="31"/>
                      <a:pt x="54" y="32"/>
                      <a:pt x="54" y="33"/>
                    </a:cubicBezTo>
                    <a:cubicBezTo>
                      <a:pt x="39" y="51"/>
                      <a:pt x="39" y="51"/>
                      <a:pt x="39" y="51"/>
                    </a:cubicBezTo>
                    <a:cubicBezTo>
                      <a:pt x="38" y="51"/>
                      <a:pt x="37" y="52"/>
                      <a:pt x="37" y="52"/>
                    </a:cubicBezTo>
                    <a:close/>
                    <a:moveTo>
                      <a:pt x="6" y="21"/>
                    </a:moveTo>
                    <a:cubicBezTo>
                      <a:pt x="36" y="46"/>
                      <a:pt x="36" y="46"/>
                      <a:pt x="36" y="46"/>
                    </a:cubicBezTo>
                    <a:cubicBezTo>
                      <a:pt x="48" y="32"/>
                      <a:pt x="48" y="32"/>
                      <a:pt x="48" y="32"/>
                    </a:cubicBezTo>
                    <a:cubicBezTo>
                      <a:pt x="45" y="29"/>
                      <a:pt x="45" y="29"/>
                      <a:pt x="45" y="29"/>
                    </a:cubicBezTo>
                    <a:cubicBezTo>
                      <a:pt x="42" y="33"/>
                      <a:pt x="42" y="33"/>
                      <a:pt x="42" y="33"/>
                    </a:cubicBezTo>
                    <a:cubicBezTo>
                      <a:pt x="41" y="34"/>
                      <a:pt x="40" y="34"/>
                      <a:pt x="40" y="34"/>
                    </a:cubicBezTo>
                    <a:cubicBezTo>
                      <a:pt x="39" y="34"/>
                      <a:pt x="39" y="34"/>
                      <a:pt x="38" y="33"/>
                    </a:cubicBezTo>
                    <a:cubicBezTo>
                      <a:pt x="32" y="28"/>
                      <a:pt x="32" y="28"/>
                      <a:pt x="32" y="28"/>
                    </a:cubicBezTo>
                    <a:cubicBezTo>
                      <a:pt x="31" y="27"/>
                      <a:pt x="31" y="26"/>
                      <a:pt x="31" y="25"/>
                    </a:cubicBezTo>
                    <a:cubicBezTo>
                      <a:pt x="35" y="20"/>
                      <a:pt x="35" y="20"/>
                      <a:pt x="35" y="20"/>
                    </a:cubicBezTo>
                    <a:cubicBezTo>
                      <a:pt x="32" y="18"/>
                      <a:pt x="32" y="18"/>
                      <a:pt x="32" y="18"/>
                    </a:cubicBezTo>
                    <a:cubicBezTo>
                      <a:pt x="28" y="22"/>
                      <a:pt x="28" y="22"/>
                      <a:pt x="28" y="22"/>
                    </a:cubicBezTo>
                    <a:cubicBezTo>
                      <a:pt x="27" y="23"/>
                      <a:pt x="26" y="23"/>
                      <a:pt x="25" y="22"/>
                    </a:cubicBezTo>
                    <a:cubicBezTo>
                      <a:pt x="18" y="17"/>
                      <a:pt x="18" y="17"/>
                      <a:pt x="18" y="17"/>
                    </a:cubicBezTo>
                    <a:cubicBezTo>
                      <a:pt x="17" y="16"/>
                      <a:pt x="17" y="14"/>
                      <a:pt x="18" y="13"/>
                    </a:cubicBezTo>
                    <a:cubicBezTo>
                      <a:pt x="22" y="9"/>
                      <a:pt x="22" y="9"/>
                      <a:pt x="22" y="9"/>
                    </a:cubicBezTo>
                    <a:cubicBezTo>
                      <a:pt x="18" y="6"/>
                      <a:pt x="18" y="6"/>
                      <a:pt x="18" y="6"/>
                    </a:cubicBez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 name="Freeform 511"/>
              <p:cNvSpPr>
                <a:spLocks/>
              </p:cNvSpPr>
              <p:nvPr/>
            </p:nvSpPr>
            <p:spPr bwMode="auto">
              <a:xfrm>
                <a:off x="2929" y="2927"/>
                <a:ext cx="6" cy="5"/>
              </a:xfrm>
              <a:custGeom>
                <a:avLst/>
                <a:gdLst>
                  <a:gd name="T0" fmla="*/ 0 w 6"/>
                  <a:gd name="T1" fmla="*/ 3 h 5"/>
                  <a:gd name="T2" fmla="*/ 4 w 6"/>
                  <a:gd name="T3" fmla="*/ 5 h 5"/>
                  <a:gd name="T4" fmla="*/ 6 w 6"/>
                  <a:gd name="T5" fmla="*/ 2 h 5"/>
                  <a:gd name="T6" fmla="*/ 3 w 6"/>
                  <a:gd name="T7" fmla="*/ 0 h 5"/>
                  <a:gd name="T8" fmla="*/ 0 w 6"/>
                  <a:gd name="T9" fmla="*/ 3 h 5"/>
                </a:gdLst>
                <a:ahLst/>
                <a:cxnLst>
                  <a:cxn ang="0">
                    <a:pos x="T0" y="T1"/>
                  </a:cxn>
                  <a:cxn ang="0">
                    <a:pos x="T2" y="T3"/>
                  </a:cxn>
                  <a:cxn ang="0">
                    <a:pos x="T4" y="T5"/>
                  </a:cxn>
                  <a:cxn ang="0">
                    <a:pos x="T6" y="T7"/>
                  </a:cxn>
                  <a:cxn ang="0">
                    <a:pos x="T8" y="T9"/>
                  </a:cxn>
                </a:cxnLst>
                <a:rect l="0" t="0" r="r" b="b"/>
                <a:pathLst>
                  <a:path w="6" h="5">
                    <a:moveTo>
                      <a:pt x="0" y="3"/>
                    </a:moveTo>
                    <a:lnTo>
                      <a:pt x="4" y="5"/>
                    </a:lnTo>
                    <a:lnTo>
                      <a:pt x="6" y="2"/>
                    </a:lnTo>
                    <a:lnTo>
                      <a:pt x="3" y="0"/>
                    </a:lnTo>
                    <a:lnTo>
                      <a:pt x="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 name="Freeform 512"/>
              <p:cNvSpPr>
                <a:spLocks noEditPoints="1"/>
              </p:cNvSpPr>
              <p:nvPr/>
            </p:nvSpPr>
            <p:spPr bwMode="auto">
              <a:xfrm>
                <a:off x="2929" y="2927"/>
                <a:ext cx="6" cy="6"/>
              </a:xfrm>
              <a:custGeom>
                <a:avLst/>
                <a:gdLst>
                  <a:gd name="T0" fmla="*/ 26 w 45"/>
                  <a:gd name="T1" fmla="*/ 46 h 46"/>
                  <a:gd name="T2" fmla="*/ 24 w 45"/>
                  <a:gd name="T3" fmla="*/ 45 h 46"/>
                  <a:gd name="T4" fmla="*/ 0 w 45"/>
                  <a:gd name="T5" fmla="*/ 25 h 46"/>
                  <a:gd name="T6" fmla="*/ 0 w 45"/>
                  <a:gd name="T7" fmla="*/ 23 h 46"/>
                  <a:gd name="T8" fmla="*/ 0 w 45"/>
                  <a:gd name="T9" fmla="*/ 22 h 46"/>
                  <a:gd name="T10" fmla="*/ 19 w 45"/>
                  <a:gd name="T11" fmla="*/ 1 h 46"/>
                  <a:gd name="T12" fmla="*/ 23 w 45"/>
                  <a:gd name="T13" fmla="*/ 1 h 46"/>
                  <a:gd name="T14" fmla="*/ 44 w 45"/>
                  <a:gd name="T15" fmla="*/ 19 h 46"/>
                  <a:gd name="T16" fmla="*/ 44 w 45"/>
                  <a:gd name="T17" fmla="*/ 22 h 46"/>
                  <a:gd name="T18" fmla="*/ 28 w 45"/>
                  <a:gd name="T19" fmla="*/ 45 h 46"/>
                  <a:gd name="T20" fmla="*/ 26 w 45"/>
                  <a:gd name="T21" fmla="*/ 46 h 46"/>
                  <a:gd name="T22" fmla="*/ 5 w 45"/>
                  <a:gd name="T23" fmla="*/ 23 h 46"/>
                  <a:gd name="T24" fmla="*/ 25 w 45"/>
                  <a:gd name="T25" fmla="*/ 40 h 46"/>
                  <a:gd name="T26" fmla="*/ 39 w 45"/>
                  <a:gd name="T27" fmla="*/ 21 h 46"/>
                  <a:gd name="T28" fmla="*/ 21 w 45"/>
                  <a:gd name="T29" fmla="*/ 6 h 46"/>
                  <a:gd name="T30" fmla="*/ 5 w 45"/>
                  <a:gd name="T31"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46">
                    <a:moveTo>
                      <a:pt x="26" y="46"/>
                    </a:moveTo>
                    <a:cubicBezTo>
                      <a:pt x="25" y="46"/>
                      <a:pt x="25" y="46"/>
                      <a:pt x="24" y="45"/>
                    </a:cubicBezTo>
                    <a:cubicBezTo>
                      <a:pt x="0" y="25"/>
                      <a:pt x="0" y="25"/>
                      <a:pt x="0" y="25"/>
                    </a:cubicBezTo>
                    <a:cubicBezTo>
                      <a:pt x="0" y="25"/>
                      <a:pt x="0" y="24"/>
                      <a:pt x="0" y="23"/>
                    </a:cubicBezTo>
                    <a:cubicBezTo>
                      <a:pt x="0" y="23"/>
                      <a:pt x="0" y="22"/>
                      <a:pt x="0" y="22"/>
                    </a:cubicBezTo>
                    <a:cubicBezTo>
                      <a:pt x="19" y="1"/>
                      <a:pt x="19" y="1"/>
                      <a:pt x="19" y="1"/>
                    </a:cubicBezTo>
                    <a:cubicBezTo>
                      <a:pt x="20" y="1"/>
                      <a:pt x="22" y="0"/>
                      <a:pt x="23" y="1"/>
                    </a:cubicBezTo>
                    <a:cubicBezTo>
                      <a:pt x="44" y="19"/>
                      <a:pt x="44" y="19"/>
                      <a:pt x="44" y="19"/>
                    </a:cubicBezTo>
                    <a:cubicBezTo>
                      <a:pt x="45" y="20"/>
                      <a:pt x="45" y="21"/>
                      <a:pt x="44" y="22"/>
                    </a:cubicBezTo>
                    <a:cubicBezTo>
                      <a:pt x="28" y="45"/>
                      <a:pt x="28" y="45"/>
                      <a:pt x="28" y="45"/>
                    </a:cubicBezTo>
                    <a:cubicBezTo>
                      <a:pt x="27" y="45"/>
                      <a:pt x="27" y="46"/>
                      <a:pt x="26" y="46"/>
                    </a:cubicBezTo>
                    <a:close/>
                    <a:moveTo>
                      <a:pt x="5" y="23"/>
                    </a:moveTo>
                    <a:cubicBezTo>
                      <a:pt x="25" y="40"/>
                      <a:pt x="25" y="40"/>
                      <a:pt x="25" y="40"/>
                    </a:cubicBezTo>
                    <a:cubicBezTo>
                      <a:pt x="39" y="21"/>
                      <a:pt x="39" y="21"/>
                      <a:pt x="39" y="21"/>
                    </a:cubicBezTo>
                    <a:cubicBezTo>
                      <a:pt x="21" y="6"/>
                      <a:pt x="21" y="6"/>
                      <a:pt x="21" y="6"/>
                    </a:cubicBez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 name="Freeform 513"/>
              <p:cNvSpPr>
                <a:spLocks/>
              </p:cNvSpPr>
              <p:nvPr/>
            </p:nvSpPr>
            <p:spPr bwMode="auto">
              <a:xfrm>
                <a:off x="2929" y="2918"/>
                <a:ext cx="6" cy="5"/>
              </a:xfrm>
              <a:custGeom>
                <a:avLst/>
                <a:gdLst>
                  <a:gd name="T0" fmla="*/ 2 w 6"/>
                  <a:gd name="T1" fmla="*/ 1 h 5"/>
                  <a:gd name="T2" fmla="*/ 3 w 6"/>
                  <a:gd name="T3" fmla="*/ 0 h 5"/>
                  <a:gd name="T4" fmla="*/ 2 w 6"/>
                  <a:gd name="T5" fmla="*/ 0 h 5"/>
                  <a:gd name="T6" fmla="*/ 1 w 6"/>
                  <a:gd name="T7" fmla="*/ 1 h 5"/>
                  <a:gd name="T8" fmla="*/ 0 w 6"/>
                  <a:gd name="T9" fmla="*/ 2 h 5"/>
                  <a:gd name="T10" fmla="*/ 4 w 6"/>
                  <a:gd name="T11" fmla="*/ 5 h 5"/>
                  <a:gd name="T12" fmla="*/ 6 w 6"/>
                  <a:gd name="T13" fmla="*/ 4 h 5"/>
                  <a:gd name="T14" fmla="*/ 6 w 6"/>
                  <a:gd name="T15" fmla="*/ 3 h 5"/>
                  <a:gd name="T16" fmla="*/ 6 w 6"/>
                  <a:gd name="T17" fmla="*/ 2 h 5"/>
                  <a:gd name="T18" fmla="*/ 5 w 6"/>
                  <a:gd name="T19" fmla="*/ 3 h 5"/>
                  <a:gd name="T20" fmla="*/ 4 w 6"/>
                  <a:gd name="T21" fmla="*/ 3 h 5"/>
                  <a:gd name="T22" fmla="*/ 5 w 6"/>
                  <a:gd name="T23" fmla="*/ 2 h 5"/>
                  <a:gd name="T24" fmla="*/ 4 w 6"/>
                  <a:gd name="T25" fmla="*/ 1 h 5"/>
                  <a:gd name="T26" fmla="*/ 3 w 6"/>
                  <a:gd name="T27" fmla="*/ 2 h 5"/>
                  <a:gd name="T28" fmla="*/ 2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2" y="1"/>
                    </a:moveTo>
                    <a:lnTo>
                      <a:pt x="3" y="0"/>
                    </a:lnTo>
                    <a:lnTo>
                      <a:pt x="2" y="0"/>
                    </a:lnTo>
                    <a:lnTo>
                      <a:pt x="1" y="1"/>
                    </a:lnTo>
                    <a:lnTo>
                      <a:pt x="0" y="2"/>
                    </a:lnTo>
                    <a:lnTo>
                      <a:pt x="4" y="5"/>
                    </a:lnTo>
                    <a:lnTo>
                      <a:pt x="6" y="4"/>
                    </a:lnTo>
                    <a:lnTo>
                      <a:pt x="6" y="3"/>
                    </a:lnTo>
                    <a:lnTo>
                      <a:pt x="6" y="2"/>
                    </a:lnTo>
                    <a:lnTo>
                      <a:pt x="5" y="3"/>
                    </a:lnTo>
                    <a:lnTo>
                      <a:pt x="4" y="3"/>
                    </a:lnTo>
                    <a:lnTo>
                      <a:pt x="5" y="2"/>
                    </a:lnTo>
                    <a:lnTo>
                      <a:pt x="4" y="1"/>
                    </a:lnTo>
                    <a:lnTo>
                      <a:pt x="3" y="2"/>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 name="Freeform 514"/>
              <p:cNvSpPr>
                <a:spLocks noEditPoints="1"/>
              </p:cNvSpPr>
              <p:nvPr/>
            </p:nvSpPr>
            <p:spPr bwMode="auto">
              <a:xfrm>
                <a:off x="2929" y="2917"/>
                <a:ext cx="7" cy="7"/>
              </a:xfrm>
              <a:custGeom>
                <a:avLst/>
                <a:gdLst>
                  <a:gd name="T0" fmla="*/ 36 w 54"/>
                  <a:gd name="T1" fmla="*/ 52 h 52"/>
                  <a:gd name="T2" fmla="*/ 35 w 54"/>
                  <a:gd name="T3" fmla="*/ 51 h 52"/>
                  <a:gd name="T4" fmla="*/ 1 w 54"/>
                  <a:gd name="T5" fmla="*/ 23 h 52"/>
                  <a:gd name="T6" fmla="*/ 0 w 54"/>
                  <a:gd name="T7" fmla="*/ 21 h 52"/>
                  <a:gd name="T8" fmla="*/ 1 w 54"/>
                  <a:gd name="T9" fmla="*/ 19 h 52"/>
                  <a:gd name="T10" fmla="*/ 16 w 54"/>
                  <a:gd name="T11" fmla="*/ 1 h 52"/>
                  <a:gd name="T12" fmla="*/ 19 w 54"/>
                  <a:gd name="T13" fmla="*/ 1 h 52"/>
                  <a:gd name="T14" fmla="*/ 26 w 54"/>
                  <a:gd name="T15" fmla="*/ 7 h 52"/>
                  <a:gd name="T16" fmla="*/ 27 w 54"/>
                  <a:gd name="T17" fmla="*/ 8 h 52"/>
                  <a:gd name="T18" fmla="*/ 26 w 54"/>
                  <a:gd name="T19" fmla="*/ 10 h 52"/>
                  <a:gd name="T20" fmla="*/ 23 w 54"/>
                  <a:gd name="T21" fmla="*/ 14 h 52"/>
                  <a:gd name="T22" fmla="*/ 26 w 54"/>
                  <a:gd name="T23" fmla="*/ 17 h 52"/>
                  <a:gd name="T24" fmla="*/ 29 w 54"/>
                  <a:gd name="T25" fmla="*/ 13 h 52"/>
                  <a:gd name="T26" fmla="*/ 31 w 54"/>
                  <a:gd name="T27" fmla="*/ 12 h 52"/>
                  <a:gd name="T28" fmla="*/ 33 w 54"/>
                  <a:gd name="T29" fmla="*/ 12 h 52"/>
                  <a:gd name="T30" fmla="*/ 40 w 54"/>
                  <a:gd name="T31" fmla="*/ 18 h 52"/>
                  <a:gd name="T32" fmla="*/ 40 w 54"/>
                  <a:gd name="T33" fmla="*/ 22 h 52"/>
                  <a:gd name="T34" fmla="*/ 36 w 54"/>
                  <a:gd name="T35" fmla="*/ 26 h 52"/>
                  <a:gd name="T36" fmla="*/ 39 w 54"/>
                  <a:gd name="T37" fmla="*/ 28 h 52"/>
                  <a:gd name="T38" fmla="*/ 43 w 54"/>
                  <a:gd name="T39" fmla="*/ 24 h 52"/>
                  <a:gd name="T40" fmla="*/ 46 w 54"/>
                  <a:gd name="T41" fmla="*/ 24 h 52"/>
                  <a:gd name="T42" fmla="*/ 53 w 54"/>
                  <a:gd name="T43" fmla="*/ 30 h 52"/>
                  <a:gd name="T44" fmla="*/ 54 w 54"/>
                  <a:gd name="T45" fmla="*/ 31 h 52"/>
                  <a:gd name="T46" fmla="*/ 53 w 54"/>
                  <a:gd name="T47" fmla="*/ 33 h 52"/>
                  <a:gd name="T48" fmla="*/ 38 w 54"/>
                  <a:gd name="T49" fmla="*/ 51 h 52"/>
                  <a:gd name="T50" fmla="*/ 37 w 54"/>
                  <a:gd name="T51" fmla="*/ 52 h 52"/>
                  <a:gd name="T52" fmla="*/ 36 w 54"/>
                  <a:gd name="T53" fmla="*/ 52 h 52"/>
                  <a:gd name="T54" fmla="*/ 6 w 54"/>
                  <a:gd name="T55" fmla="*/ 20 h 52"/>
                  <a:gd name="T56" fmla="*/ 36 w 54"/>
                  <a:gd name="T57" fmla="*/ 46 h 52"/>
                  <a:gd name="T58" fmla="*/ 48 w 54"/>
                  <a:gd name="T59" fmla="*/ 32 h 52"/>
                  <a:gd name="T60" fmla="*/ 45 w 54"/>
                  <a:gd name="T61" fmla="*/ 29 h 52"/>
                  <a:gd name="T62" fmla="*/ 41 w 54"/>
                  <a:gd name="T63" fmla="*/ 33 h 52"/>
                  <a:gd name="T64" fmla="*/ 38 w 54"/>
                  <a:gd name="T65" fmla="*/ 33 h 52"/>
                  <a:gd name="T66" fmla="*/ 32 w 54"/>
                  <a:gd name="T67" fmla="*/ 28 h 52"/>
                  <a:gd name="T68" fmla="*/ 31 w 54"/>
                  <a:gd name="T69" fmla="*/ 26 h 52"/>
                  <a:gd name="T70" fmla="*/ 31 w 54"/>
                  <a:gd name="T71" fmla="*/ 25 h 52"/>
                  <a:gd name="T72" fmla="*/ 35 w 54"/>
                  <a:gd name="T73" fmla="*/ 20 h 52"/>
                  <a:gd name="T74" fmla="*/ 31 w 54"/>
                  <a:gd name="T75" fmla="*/ 17 h 52"/>
                  <a:gd name="T76" fmla="*/ 28 w 54"/>
                  <a:gd name="T77" fmla="*/ 22 h 52"/>
                  <a:gd name="T78" fmla="*/ 26 w 54"/>
                  <a:gd name="T79" fmla="*/ 23 h 52"/>
                  <a:gd name="T80" fmla="*/ 24 w 54"/>
                  <a:gd name="T81" fmla="*/ 22 h 52"/>
                  <a:gd name="T82" fmla="*/ 18 w 54"/>
                  <a:gd name="T83" fmla="*/ 17 h 52"/>
                  <a:gd name="T84" fmla="*/ 18 w 54"/>
                  <a:gd name="T85" fmla="*/ 13 h 52"/>
                  <a:gd name="T86" fmla="*/ 21 w 54"/>
                  <a:gd name="T87" fmla="*/ 9 h 52"/>
                  <a:gd name="T88" fmla="*/ 18 w 54"/>
                  <a:gd name="T89" fmla="*/ 6 h 52"/>
                  <a:gd name="T90" fmla="*/ 6 w 54"/>
                  <a:gd name="T91"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52">
                    <a:moveTo>
                      <a:pt x="36" y="52"/>
                    </a:moveTo>
                    <a:cubicBezTo>
                      <a:pt x="36" y="52"/>
                      <a:pt x="35" y="52"/>
                      <a:pt x="35" y="51"/>
                    </a:cubicBezTo>
                    <a:cubicBezTo>
                      <a:pt x="1" y="23"/>
                      <a:pt x="1" y="23"/>
                      <a:pt x="1" y="23"/>
                    </a:cubicBezTo>
                    <a:cubicBezTo>
                      <a:pt x="1" y="22"/>
                      <a:pt x="0" y="22"/>
                      <a:pt x="0" y="21"/>
                    </a:cubicBezTo>
                    <a:cubicBezTo>
                      <a:pt x="0" y="20"/>
                      <a:pt x="0" y="20"/>
                      <a:pt x="1" y="19"/>
                    </a:cubicBezTo>
                    <a:cubicBezTo>
                      <a:pt x="16" y="1"/>
                      <a:pt x="16" y="1"/>
                      <a:pt x="16" y="1"/>
                    </a:cubicBezTo>
                    <a:cubicBezTo>
                      <a:pt x="17" y="0"/>
                      <a:pt x="18" y="0"/>
                      <a:pt x="19" y="1"/>
                    </a:cubicBezTo>
                    <a:cubicBezTo>
                      <a:pt x="26" y="7"/>
                      <a:pt x="26" y="7"/>
                      <a:pt x="26" y="7"/>
                    </a:cubicBezTo>
                    <a:cubicBezTo>
                      <a:pt x="27" y="7"/>
                      <a:pt x="27" y="8"/>
                      <a:pt x="27" y="8"/>
                    </a:cubicBezTo>
                    <a:cubicBezTo>
                      <a:pt x="27" y="9"/>
                      <a:pt x="27" y="10"/>
                      <a:pt x="26" y="10"/>
                    </a:cubicBezTo>
                    <a:cubicBezTo>
                      <a:pt x="23" y="14"/>
                      <a:pt x="23" y="14"/>
                      <a:pt x="23" y="14"/>
                    </a:cubicBezTo>
                    <a:cubicBezTo>
                      <a:pt x="26" y="17"/>
                      <a:pt x="26" y="17"/>
                      <a:pt x="26" y="17"/>
                    </a:cubicBezTo>
                    <a:cubicBezTo>
                      <a:pt x="29" y="13"/>
                      <a:pt x="29" y="13"/>
                      <a:pt x="29" y="13"/>
                    </a:cubicBezTo>
                    <a:cubicBezTo>
                      <a:pt x="30" y="12"/>
                      <a:pt x="30" y="12"/>
                      <a:pt x="31" y="12"/>
                    </a:cubicBezTo>
                    <a:cubicBezTo>
                      <a:pt x="32" y="12"/>
                      <a:pt x="32" y="12"/>
                      <a:pt x="33" y="12"/>
                    </a:cubicBezTo>
                    <a:cubicBezTo>
                      <a:pt x="40" y="18"/>
                      <a:pt x="40" y="18"/>
                      <a:pt x="40" y="18"/>
                    </a:cubicBezTo>
                    <a:cubicBezTo>
                      <a:pt x="41" y="19"/>
                      <a:pt x="41" y="21"/>
                      <a:pt x="40" y="22"/>
                    </a:cubicBezTo>
                    <a:cubicBezTo>
                      <a:pt x="36" y="26"/>
                      <a:pt x="36" y="26"/>
                      <a:pt x="36" y="26"/>
                    </a:cubicBezTo>
                    <a:cubicBezTo>
                      <a:pt x="39" y="28"/>
                      <a:pt x="39" y="28"/>
                      <a:pt x="39" y="28"/>
                    </a:cubicBezTo>
                    <a:cubicBezTo>
                      <a:pt x="43" y="24"/>
                      <a:pt x="43" y="24"/>
                      <a:pt x="43" y="24"/>
                    </a:cubicBezTo>
                    <a:cubicBezTo>
                      <a:pt x="44" y="23"/>
                      <a:pt x="45" y="23"/>
                      <a:pt x="46" y="24"/>
                    </a:cubicBezTo>
                    <a:cubicBezTo>
                      <a:pt x="53" y="30"/>
                      <a:pt x="53" y="30"/>
                      <a:pt x="53" y="30"/>
                    </a:cubicBezTo>
                    <a:cubicBezTo>
                      <a:pt x="54" y="30"/>
                      <a:pt x="54" y="31"/>
                      <a:pt x="54" y="31"/>
                    </a:cubicBezTo>
                    <a:cubicBezTo>
                      <a:pt x="54" y="32"/>
                      <a:pt x="54" y="32"/>
                      <a:pt x="53" y="33"/>
                    </a:cubicBezTo>
                    <a:cubicBezTo>
                      <a:pt x="38" y="51"/>
                      <a:pt x="38" y="51"/>
                      <a:pt x="38" y="51"/>
                    </a:cubicBezTo>
                    <a:cubicBezTo>
                      <a:pt x="38" y="51"/>
                      <a:pt x="37" y="52"/>
                      <a:pt x="37" y="52"/>
                    </a:cubicBezTo>
                    <a:lnTo>
                      <a:pt x="36" y="52"/>
                    </a:lnTo>
                    <a:close/>
                    <a:moveTo>
                      <a:pt x="6" y="20"/>
                    </a:moveTo>
                    <a:cubicBezTo>
                      <a:pt x="36" y="46"/>
                      <a:pt x="36" y="46"/>
                      <a:pt x="36" y="46"/>
                    </a:cubicBezTo>
                    <a:cubicBezTo>
                      <a:pt x="48" y="32"/>
                      <a:pt x="48" y="32"/>
                      <a:pt x="48" y="32"/>
                    </a:cubicBezTo>
                    <a:cubicBezTo>
                      <a:pt x="45" y="29"/>
                      <a:pt x="45" y="29"/>
                      <a:pt x="45" y="29"/>
                    </a:cubicBezTo>
                    <a:cubicBezTo>
                      <a:pt x="41" y="33"/>
                      <a:pt x="41" y="33"/>
                      <a:pt x="41" y="33"/>
                    </a:cubicBezTo>
                    <a:cubicBezTo>
                      <a:pt x="40" y="34"/>
                      <a:pt x="39" y="34"/>
                      <a:pt x="38" y="33"/>
                    </a:cubicBezTo>
                    <a:cubicBezTo>
                      <a:pt x="32" y="28"/>
                      <a:pt x="32" y="28"/>
                      <a:pt x="32" y="28"/>
                    </a:cubicBezTo>
                    <a:cubicBezTo>
                      <a:pt x="31" y="28"/>
                      <a:pt x="31" y="27"/>
                      <a:pt x="31" y="26"/>
                    </a:cubicBezTo>
                    <a:cubicBezTo>
                      <a:pt x="31" y="26"/>
                      <a:pt x="31" y="25"/>
                      <a:pt x="31" y="25"/>
                    </a:cubicBezTo>
                    <a:cubicBezTo>
                      <a:pt x="35" y="20"/>
                      <a:pt x="35" y="20"/>
                      <a:pt x="35" y="20"/>
                    </a:cubicBezTo>
                    <a:cubicBezTo>
                      <a:pt x="31" y="17"/>
                      <a:pt x="31" y="17"/>
                      <a:pt x="31" y="17"/>
                    </a:cubicBezTo>
                    <a:cubicBezTo>
                      <a:pt x="28" y="22"/>
                      <a:pt x="28" y="22"/>
                      <a:pt x="28" y="22"/>
                    </a:cubicBezTo>
                    <a:cubicBezTo>
                      <a:pt x="27" y="22"/>
                      <a:pt x="27" y="23"/>
                      <a:pt x="26" y="23"/>
                    </a:cubicBezTo>
                    <a:cubicBezTo>
                      <a:pt x="25" y="23"/>
                      <a:pt x="25" y="22"/>
                      <a:pt x="24" y="22"/>
                    </a:cubicBezTo>
                    <a:cubicBezTo>
                      <a:pt x="18" y="17"/>
                      <a:pt x="18" y="17"/>
                      <a:pt x="18" y="17"/>
                    </a:cubicBezTo>
                    <a:cubicBezTo>
                      <a:pt x="17" y="16"/>
                      <a:pt x="17" y="14"/>
                      <a:pt x="18" y="13"/>
                    </a:cubicBezTo>
                    <a:cubicBezTo>
                      <a:pt x="21" y="9"/>
                      <a:pt x="21" y="9"/>
                      <a:pt x="21" y="9"/>
                    </a:cubicBezTo>
                    <a:cubicBezTo>
                      <a:pt x="18" y="6"/>
                      <a:pt x="18" y="6"/>
                      <a:pt x="18" y="6"/>
                    </a:cubicBez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 name="Freeform 515"/>
              <p:cNvSpPr>
                <a:spLocks/>
              </p:cNvSpPr>
              <p:nvPr/>
            </p:nvSpPr>
            <p:spPr bwMode="auto">
              <a:xfrm>
                <a:off x="2925" y="2921"/>
                <a:ext cx="8" cy="7"/>
              </a:xfrm>
              <a:custGeom>
                <a:avLst/>
                <a:gdLst>
                  <a:gd name="T0" fmla="*/ 0 w 8"/>
                  <a:gd name="T1" fmla="*/ 5 h 7"/>
                  <a:gd name="T2" fmla="*/ 3 w 8"/>
                  <a:gd name="T3" fmla="*/ 7 h 7"/>
                  <a:gd name="T4" fmla="*/ 8 w 8"/>
                  <a:gd name="T5" fmla="*/ 2 h 7"/>
                  <a:gd name="T6" fmla="*/ 5 w 8"/>
                  <a:gd name="T7" fmla="*/ 0 h 7"/>
                  <a:gd name="T8" fmla="*/ 0 w 8"/>
                  <a:gd name="T9" fmla="*/ 5 h 7"/>
                </a:gdLst>
                <a:ahLst/>
                <a:cxnLst>
                  <a:cxn ang="0">
                    <a:pos x="T0" y="T1"/>
                  </a:cxn>
                  <a:cxn ang="0">
                    <a:pos x="T2" y="T3"/>
                  </a:cxn>
                  <a:cxn ang="0">
                    <a:pos x="T4" y="T5"/>
                  </a:cxn>
                  <a:cxn ang="0">
                    <a:pos x="T6" y="T7"/>
                  </a:cxn>
                  <a:cxn ang="0">
                    <a:pos x="T8" y="T9"/>
                  </a:cxn>
                </a:cxnLst>
                <a:rect l="0" t="0" r="r" b="b"/>
                <a:pathLst>
                  <a:path w="8" h="7">
                    <a:moveTo>
                      <a:pt x="0" y="5"/>
                    </a:moveTo>
                    <a:lnTo>
                      <a:pt x="3" y="7"/>
                    </a:lnTo>
                    <a:lnTo>
                      <a:pt x="8" y="2"/>
                    </a:lnTo>
                    <a:lnTo>
                      <a:pt x="5" y="0"/>
                    </a:lnTo>
                    <a:lnTo>
                      <a:pt x="0"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 name="Freeform 516"/>
              <p:cNvSpPr>
                <a:spLocks noEditPoints="1"/>
              </p:cNvSpPr>
              <p:nvPr/>
            </p:nvSpPr>
            <p:spPr bwMode="auto">
              <a:xfrm>
                <a:off x="2925" y="2920"/>
                <a:ext cx="8" cy="9"/>
              </a:xfrm>
              <a:custGeom>
                <a:avLst/>
                <a:gdLst>
                  <a:gd name="T0" fmla="*/ 26 w 65"/>
                  <a:gd name="T1" fmla="*/ 69 h 69"/>
                  <a:gd name="T2" fmla="*/ 25 w 65"/>
                  <a:gd name="T3" fmla="*/ 68 h 69"/>
                  <a:gd name="T4" fmla="*/ 1 w 65"/>
                  <a:gd name="T5" fmla="*/ 48 h 69"/>
                  <a:gd name="T6" fmla="*/ 0 w 65"/>
                  <a:gd name="T7" fmla="*/ 46 h 69"/>
                  <a:gd name="T8" fmla="*/ 1 w 65"/>
                  <a:gd name="T9" fmla="*/ 44 h 69"/>
                  <a:gd name="T10" fmla="*/ 39 w 65"/>
                  <a:gd name="T11" fmla="*/ 1 h 69"/>
                  <a:gd name="T12" fmla="*/ 42 w 65"/>
                  <a:gd name="T13" fmla="*/ 1 h 69"/>
                  <a:gd name="T14" fmla="*/ 64 w 65"/>
                  <a:gd name="T15" fmla="*/ 19 h 69"/>
                  <a:gd name="T16" fmla="*/ 64 w 65"/>
                  <a:gd name="T17" fmla="*/ 22 h 69"/>
                  <a:gd name="T18" fmla="*/ 28 w 65"/>
                  <a:gd name="T19" fmla="*/ 68 h 69"/>
                  <a:gd name="T20" fmla="*/ 26 w 65"/>
                  <a:gd name="T21" fmla="*/ 69 h 69"/>
                  <a:gd name="T22" fmla="*/ 6 w 65"/>
                  <a:gd name="T23" fmla="*/ 46 h 69"/>
                  <a:gd name="T24" fmla="*/ 26 w 65"/>
                  <a:gd name="T25" fmla="*/ 63 h 69"/>
                  <a:gd name="T26" fmla="*/ 59 w 65"/>
                  <a:gd name="T27" fmla="*/ 21 h 69"/>
                  <a:gd name="T28" fmla="*/ 41 w 65"/>
                  <a:gd name="T29" fmla="*/ 6 h 69"/>
                  <a:gd name="T30" fmla="*/ 6 w 65"/>
                  <a:gd name="T31" fmla="*/ 4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69">
                    <a:moveTo>
                      <a:pt x="26" y="69"/>
                    </a:moveTo>
                    <a:cubicBezTo>
                      <a:pt x="26" y="69"/>
                      <a:pt x="25" y="68"/>
                      <a:pt x="25" y="68"/>
                    </a:cubicBezTo>
                    <a:cubicBezTo>
                      <a:pt x="1" y="48"/>
                      <a:pt x="1" y="48"/>
                      <a:pt x="1" y="48"/>
                    </a:cubicBezTo>
                    <a:cubicBezTo>
                      <a:pt x="0" y="47"/>
                      <a:pt x="0" y="47"/>
                      <a:pt x="0" y="46"/>
                    </a:cubicBezTo>
                    <a:cubicBezTo>
                      <a:pt x="0" y="46"/>
                      <a:pt x="0" y="45"/>
                      <a:pt x="1" y="44"/>
                    </a:cubicBezTo>
                    <a:cubicBezTo>
                      <a:pt x="39" y="1"/>
                      <a:pt x="39" y="1"/>
                      <a:pt x="39" y="1"/>
                    </a:cubicBezTo>
                    <a:cubicBezTo>
                      <a:pt x="40" y="0"/>
                      <a:pt x="41" y="0"/>
                      <a:pt x="42" y="1"/>
                    </a:cubicBezTo>
                    <a:cubicBezTo>
                      <a:pt x="64" y="19"/>
                      <a:pt x="64" y="19"/>
                      <a:pt x="64" y="19"/>
                    </a:cubicBezTo>
                    <a:cubicBezTo>
                      <a:pt x="65" y="20"/>
                      <a:pt x="65" y="21"/>
                      <a:pt x="64" y="22"/>
                    </a:cubicBezTo>
                    <a:cubicBezTo>
                      <a:pt x="28" y="68"/>
                      <a:pt x="28" y="68"/>
                      <a:pt x="28" y="68"/>
                    </a:cubicBezTo>
                    <a:cubicBezTo>
                      <a:pt x="28" y="68"/>
                      <a:pt x="27" y="69"/>
                      <a:pt x="26" y="69"/>
                    </a:cubicBezTo>
                    <a:close/>
                    <a:moveTo>
                      <a:pt x="6" y="46"/>
                    </a:moveTo>
                    <a:cubicBezTo>
                      <a:pt x="26" y="63"/>
                      <a:pt x="26" y="63"/>
                      <a:pt x="26" y="63"/>
                    </a:cubicBezTo>
                    <a:cubicBezTo>
                      <a:pt x="59" y="21"/>
                      <a:pt x="59" y="21"/>
                      <a:pt x="59" y="21"/>
                    </a:cubicBezTo>
                    <a:cubicBezTo>
                      <a:pt x="41" y="6"/>
                      <a:pt x="41" y="6"/>
                      <a:pt x="41" y="6"/>
                    </a:cubicBezTo>
                    <a:lnTo>
                      <a:pt x="6"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 name="Freeform 517"/>
              <p:cNvSpPr>
                <a:spLocks/>
              </p:cNvSpPr>
              <p:nvPr/>
            </p:nvSpPr>
            <p:spPr bwMode="auto">
              <a:xfrm>
                <a:off x="2931" y="2929"/>
                <a:ext cx="2" cy="2"/>
              </a:xfrm>
              <a:custGeom>
                <a:avLst/>
                <a:gdLst>
                  <a:gd name="T0" fmla="*/ 6 w 12"/>
                  <a:gd name="T1" fmla="*/ 1 h 13"/>
                  <a:gd name="T2" fmla="*/ 11 w 12"/>
                  <a:gd name="T3" fmla="*/ 1 h 13"/>
                  <a:gd name="T4" fmla="*/ 11 w 12"/>
                  <a:gd name="T5" fmla="*/ 6 h 13"/>
                  <a:gd name="T6" fmla="*/ 5 w 12"/>
                  <a:gd name="T7" fmla="*/ 13 h 13"/>
                  <a:gd name="T8" fmla="*/ 0 w 12"/>
                  <a:gd name="T9" fmla="*/ 8 h 13"/>
                  <a:gd name="T10" fmla="*/ 6 w 12"/>
                  <a:gd name="T11" fmla="*/ 1 h 13"/>
                </a:gdLst>
                <a:ahLst/>
                <a:cxnLst>
                  <a:cxn ang="0">
                    <a:pos x="T0" y="T1"/>
                  </a:cxn>
                  <a:cxn ang="0">
                    <a:pos x="T2" y="T3"/>
                  </a:cxn>
                  <a:cxn ang="0">
                    <a:pos x="T4" y="T5"/>
                  </a:cxn>
                  <a:cxn ang="0">
                    <a:pos x="T6" y="T7"/>
                  </a:cxn>
                  <a:cxn ang="0">
                    <a:pos x="T8" y="T9"/>
                  </a:cxn>
                  <a:cxn ang="0">
                    <a:pos x="T10" y="T11"/>
                  </a:cxn>
                </a:cxnLst>
                <a:rect l="0" t="0" r="r" b="b"/>
                <a:pathLst>
                  <a:path w="12" h="13">
                    <a:moveTo>
                      <a:pt x="6" y="1"/>
                    </a:moveTo>
                    <a:cubicBezTo>
                      <a:pt x="7" y="0"/>
                      <a:pt x="9" y="0"/>
                      <a:pt x="11" y="1"/>
                    </a:cubicBezTo>
                    <a:cubicBezTo>
                      <a:pt x="12" y="2"/>
                      <a:pt x="12" y="4"/>
                      <a:pt x="11" y="6"/>
                    </a:cubicBezTo>
                    <a:cubicBezTo>
                      <a:pt x="5" y="13"/>
                      <a:pt x="5" y="13"/>
                      <a:pt x="5" y="13"/>
                    </a:cubicBezTo>
                    <a:cubicBezTo>
                      <a:pt x="0" y="8"/>
                      <a:pt x="0" y="8"/>
                      <a:pt x="0" y="8"/>
                    </a:cubicBez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 name="Freeform 518"/>
              <p:cNvSpPr>
                <a:spLocks/>
              </p:cNvSpPr>
              <p:nvPr/>
            </p:nvSpPr>
            <p:spPr bwMode="auto">
              <a:xfrm>
                <a:off x="2929" y="2923"/>
                <a:ext cx="2" cy="1"/>
              </a:xfrm>
              <a:custGeom>
                <a:avLst/>
                <a:gdLst>
                  <a:gd name="T0" fmla="*/ 5 w 11"/>
                  <a:gd name="T1" fmla="*/ 1 h 12"/>
                  <a:gd name="T2" fmla="*/ 10 w 11"/>
                  <a:gd name="T3" fmla="*/ 1 h 12"/>
                  <a:gd name="T4" fmla="*/ 10 w 11"/>
                  <a:gd name="T5" fmla="*/ 5 h 12"/>
                  <a:gd name="T6" fmla="*/ 5 w 11"/>
                  <a:gd name="T7" fmla="*/ 12 h 12"/>
                  <a:gd name="T8" fmla="*/ 0 w 11"/>
                  <a:gd name="T9" fmla="*/ 8 h 12"/>
                  <a:gd name="T10" fmla="*/ 5 w 11"/>
                  <a:gd name="T11" fmla="*/ 1 h 12"/>
                </a:gdLst>
                <a:ahLst/>
                <a:cxnLst>
                  <a:cxn ang="0">
                    <a:pos x="T0" y="T1"/>
                  </a:cxn>
                  <a:cxn ang="0">
                    <a:pos x="T2" y="T3"/>
                  </a:cxn>
                  <a:cxn ang="0">
                    <a:pos x="T4" y="T5"/>
                  </a:cxn>
                  <a:cxn ang="0">
                    <a:pos x="T6" y="T7"/>
                  </a:cxn>
                  <a:cxn ang="0">
                    <a:pos x="T8" y="T9"/>
                  </a:cxn>
                  <a:cxn ang="0">
                    <a:pos x="T10" y="T11"/>
                  </a:cxn>
                </a:cxnLst>
                <a:rect l="0" t="0" r="r" b="b"/>
                <a:pathLst>
                  <a:path w="11" h="12">
                    <a:moveTo>
                      <a:pt x="5" y="1"/>
                    </a:moveTo>
                    <a:cubicBezTo>
                      <a:pt x="6" y="0"/>
                      <a:pt x="9" y="0"/>
                      <a:pt x="10" y="1"/>
                    </a:cubicBezTo>
                    <a:cubicBezTo>
                      <a:pt x="11" y="2"/>
                      <a:pt x="11" y="4"/>
                      <a:pt x="10" y="5"/>
                    </a:cubicBezTo>
                    <a:cubicBezTo>
                      <a:pt x="5" y="12"/>
                      <a:pt x="5" y="12"/>
                      <a:pt x="5" y="12"/>
                    </a:cubicBezTo>
                    <a:cubicBezTo>
                      <a:pt x="0" y="8"/>
                      <a:pt x="0" y="8"/>
                      <a:pt x="0" y="8"/>
                    </a:cubicBez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 name="Freeform 519"/>
              <p:cNvSpPr>
                <a:spLocks/>
              </p:cNvSpPr>
              <p:nvPr/>
            </p:nvSpPr>
            <p:spPr bwMode="auto">
              <a:xfrm>
                <a:off x="2922" y="2917"/>
                <a:ext cx="7" cy="6"/>
              </a:xfrm>
              <a:custGeom>
                <a:avLst/>
                <a:gdLst>
                  <a:gd name="T0" fmla="*/ 5 w 7"/>
                  <a:gd name="T1" fmla="*/ 3 h 6"/>
                  <a:gd name="T2" fmla="*/ 6 w 7"/>
                  <a:gd name="T3" fmla="*/ 3 h 6"/>
                  <a:gd name="T4" fmla="*/ 7 w 7"/>
                  <a:gd name="T5" fmla="*/ 3 h 6"/>
                  <a:gd name="T6" fmla="*/ 6 w 7"/>
                  <a:gd name="T7" fmla="*/ 4 h 6"/>
                  <a:gd name="T8" fmla="*/ 5 w 7"/>
                  <a:gd name="T9" fmla="*/ 6 h 6"/>
                  <a:gd name="T10" fmla="*/ 0 w 7"/>
                  <a:gd name="T11" fmla="*/ 2 h 6"/>
                  <a:gd name="T12" fmla="*/ 2 w 7"/>
                  <a:gd name="T13" fmla="*/ 1 h 6"/>
                  <a:gd name="T14" fmla="*/ 2 w 7"/>
                  <a:gd name="T15" fmla="*/ 0 h 6"/>
                  <a:gd name="T16" fmla="*/ 3 w 7"/>
                  <a:gd name="T17" fmla="*/ 1 h 6"/>
                  <a:gd name="T18" fmla="*/ 3 w 7"/>
                  <a:gd name="T19" fmla="*/ 1 h 6"/>
                  <a:gd name="T20" fmla="*/ 3 w 7"/>
                  <a:gd name="T21" fmla="*/ 2 h 6"/>
                  <a:gd name="T22" fmla="*/ 4 w 7"/>
                  <a:gd name="T23" fmla="*/ 1 h 6"/>
                  <a:gd name="T24" fmla="*/ 5 w 7"/>
                  <a:gd name="T25" fmla="*/ 2 h 6"/>
                  <a:gd name="T26" fmla="*/ 4 w 7"/>
                  <a:gd name="T27" fmla="*/ 3 h 6"/>
                  <a:gd name="T28" fmla="*/ 5 w 7"/>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5" y="3"/>
                    </a:moveTo>
                    <a:lnTo>
                      <a:pt x="6" y="3"/>
                    </a:lnTo>
                    <a:lnTo>
                      <a:pt x="7" y="3"/>
                    </a:lnTo>
                    <a:lnTo>
                      <a:pt x="6" y="4"/>
                    </a:lnTo>
                    <a:lnTo>
                      <a:pt x="5" y="6"/>
                    </a:lnTo>
                    <a:lnTo>
                      <a:pt x="0" y="2"/>
                    </a:lnTo>
                    <a:lnTo>
                      <a:pt x="2" y="1"/>
                    </a:lnTo>
                    <a:lnTo>
                      <a:pt x="2" y="0"/>
                    </a:lnTo>
                    <a:lnTo>
                      <a:pt x="3" y="1"/>
                    </a:lnTo>
                    <a:lnTo>
                      <a:pt x="3" y="1"/>
                    </a:lnTo>
                    <a:lnTo>
                      <a:pt x="3" y="2"/>
                    </a:lnTo>
                    <a:lnTo>
                      <a:pt x="4" y="1"/>
                    </a:lnTo>
                    <a:lnTo>
                      <a:pt x="5" y="2"/>
                    </a:lnTo>
                    <a:lnTo>
                      <a:pt x="4" y="3"/>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 name="Freeform 520"/>
              <p:cNvSpPr>
                <a:spLocks noEditPoints="1"/>
              </p:cNvSpPr>
              <p:nvPr/>
            </p:nvSpPr>
            <p:spPr bwMode="auto">
              <a:xfrm>
                <a:off x="2922" y="2916"/>
                <a:ext cx="7" cy="7"/>
              </a:xfrm>
              <a:custGeom>
                <a:avLst/>
                <a:gdLst>
                  <a:gd name="T0" fmla="*/ 37 w 54"/>
                  <a:gd name="T1" fmla="*/ 52 h 52"/>
                  <a:gd name="T2" fmla="*/ 35 w 54"/>
                  <a:gd name="T3" fmla="*/ 51 h 52"/>
                  <a:gd name="T4" fmla="*/ 1 w 54"/>
                  <a:gd name="T5" fmla="*/ 22 h 52"/>
                  <a:gd name="T6" fmla="*/ 0 w 54"/>
                  <a:gd name="T7" fmla="*/ 21 h 52"/>
                  <a:gd name="T8" fmla="*/ 1 w 54"/>
                  <a:gd name="T9" fmla="*/ 19 h 52"/>
                  <a:gd name="T10" fmla="*/ 16 w 54"/>
                  <a:gd name="T11" fmla="*/ 1 h 52"/>
                  <a:gd name="T12" fmla="*/ 17 w 54"/>
                  <a:gd name="T13" fmla="*/ 0 h 52"/>
                  <a:gd name="T14" fmla="*/ 19 w 54"/>
                  <a:gd name="T15" fmla="*/ 1 h 52"/>
                  <a:gd name="T16" fmla="*/ 26 w 54"/>
                  <a:gd name="T17" fmla="*/ 7 h 52"/>
                  <a:gd name="T18" fmla="*/ 27 w 54"/>
                  <a:gd name="T19" fmla="*/ 10 h 52"/>
                  <a:gd name="T20" fmla="*/ 23 w 54"/>
                  <a:gd name="T21" fmla="*/ 14 h 52"/>
                  <a:gd name="T22" fmla="*/ 26 w 54"/>
                  <a:gd name="T23" fmla="*/ 17 h 52"/>
                  <a:gd name="T24" fmla="*/ 29 w 54"/>
                  <a:gd name="T25" fmla="*/ 12 h 52"/>
                  <a:gd name="T26" fmla="*/ 31 w 54"/>
                  <a:gd name="T27" fmla="*/ 12 h 52"/>
                  <a:gd name="T28" fmla="*/ 33 w 54"/>
                  <a:gd name="T29" fmla="*/ 12 h 52"/>
                  <a:gd name="T30" fmla="*/ 40 w 54"/>
                  <a:gd name="T31" fmla="*/ 18 h 52"/>
                  <a:gd name="T32" fmla="*/ 41 w 54"/>
                  <a:gd name="T33" fmla="*/ 20 h 52"/>
                  <a:gd name="T34" fmla="*/ 40 w 54"/>
                  <a:gd name="T35" fmla="*/ 21 h 52"/>
                  <a:gd name="T36" fmla="*/ 36 w 54"/>
                  <a:gd name="T37" fmla="*/ 26 h 52"/>
                  <a:gd name="T38" fmla="*/ 39 w 54"/>
                  <a:gd name="T39" fmla="*/ 28 h 52"/>
                  <a:gd name="T40" fmla="*/ 43 w 54"/>
                  <a:gd name="T41" fmla="*/ 24 h 52"/>
                  <a:gd name="T42" fmla="*/ 44 w 54"/>
                  <a:gd name="T43" fmla="*/ 23 h 52"/>
                  <a:gd name="T44" fmla="*/ 46 w 54"/>
                  <a:gd name="T45" fmla="*/ 23 h 52"/>
                  <a:gd name="T46" fmla="*/ 53 w 54"/>
                  <a:gd name="T47" fmla="*/ 29 h 52"/>
                  <a:gd name="T48" fmla="*/ 53 w 54"/>
                  <a:gd name="T49" fmla="*/ 33 h 52"/>
                  <a:gd name="T50" fmla="*/ 38 w 54"/>
                  <a:gd name="T51" fmla="*/ 51 h 52"/>
                  <a:gd name="T52" fmla="*/ 37 w 54"/>
                  <a:gd name="T53" fmla="*/ 52 h 52"/>
                  <a:gd name="T54" fmla="*/ 6 w 54"/>
                  <a:gd name="T55" fmla="*/ 20 h 52"/>
                  <a:gd name="T56" fmla="*/ 36 w 54"/>
                  <a:gd name="T57" fmla="*/ 46 h 52"/>
                  <a:gd name="T58" fmla="*/ 48 w 54"/>
                  <a:gd name="T59" fmla="*/ 31 h 52"/>
                  <a:gd name="T60" fmla="*/ 45 w 54"/>
                  <a:gd name="T61" fmla="*/ 29 h 52"/>
                  <a:gd name="T62" fmla="*/ 41 w 54"/>
                  <a:gd name="T63" fmla="*/ 33 h 52"/>
                  <a:gd name="T64" fmla="*/ 40 w 54"/>
                  <a:gd name="T65" fmla="*/ 34 h 52"/>
                  <a:gd name="T66" fmla="*/ 38 w 54"/>
                  <a:gd name="T67" fmla="*/ 33 h 52"/>
                  <a:gd name="T68" fmla="*/ 32 w 54"/>
                  <a:gd name="T69" fmla="*/ 28 h 52"/>
                  <a:gd name="T70" fmla="*/ 31 w 54"/>
                  <a:gd name="T71" fmla="*/ 26 h 52"/>
                  <a:gd name="T72" fmla="*/ 31 w 54"/>
                  <a:gd name="T73" fmla="*/ 24 h 52"/>
                  <a:gd name="T74" fmla="*/ 35 w 54"/>
                  <a:gd name="T75" fmla="*/ 20 h 52"/>
                  <a:gd name="T76" fmla="*/ 31 w 54"/>
                  <a:gd name="T77" fmla="*/ 17 h 52"/>
                  <a:gd name="T78" fmla="*/ 28 w 54"/>
                  <a:gd name="T79" fmla="*/ 21 h 52"/>
                  <a:gd name="T80" fmla="*/ 25 w 54"/>
                  <a:gd name="T81" fmla="*/ 22 h 52"/>
                  <a:gd name="T82" fmla="*/ 18 w 54"/>
                  <a:gd name="T83" fmla="*/ 16 h 52"/>
                  <a:gd name="T84" fmla="*/ 17 w 54"/>
                  <a:gd name="T85" fmla="*/ 15 h 52"/>
                  <a:gd name="T86" fmla="*/ 18 w 54"/>
                  <a:gd name="T87" fmla="*/ 13 h 52"/>
                  <a:gd name="T88" fmla="*/ 21 w 54"/>
                  <a:gd name="T89" fmla="*/ 9 h 52"/>
                  <a:gd name="T90" fmla="*/ 18 w 54"/>
                  <a:gd name="T91" fmla="*/ 6 h 52"/>
                  <a:gd name="T92" fmla="*/ 6 w 54"/>
                  <a:gd name="T93"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 h="52">
                    <a:moveTo>
                      <a:pt x="37" y="52"/>
                    </a:moveTo>
                    <a:cubicBezTo>
                      <a:pt x="36" y="52"/>
                      <a:pt x="35" y="51"/>
                      <a:pt x="35" y="51"/>
                    </a:cubicBezTo>
                    <a:cubicBezTo>
                      <a:pt x="1" y="22"/>
                      <a:pt x="1" y="22"/>
                      <a:pt x="1" y="22"/>
                    </a:cubicBezTo>
                    <a:cubicBezTo>
                      <a:pt x="1" y="22"/>
                      <a:pt x="0" y="21"/>
                      <a:pt x="0" y="21"/>
                    </a:cubicBezTo>
                    <a:cubicBezTo>
                      <a:pt x="0" y="20"/>
                      <a:pt x="0" y="19"/>
                      <a:pt x="1" y="19"/>
                    </a:cubicBezTo>
                    <a:cubicBezTo>
                      <a:pt x="16" y="1"/>
                      <a:pt x="16" y="1"/>
                      <a:pt x="16" y="1"/>
                    </a:cubicBezTo>
                    <a:cubicBezTo>
                      <a:pt x="16" y="1"/>
                      <a:pt x="17" y="0"/>
                      <a:pt x="17" y="0"/>
                    </a:cubicBezTo>
                    <a:cubicBezTo>
                      <a:pt x="18" y="0"/>
                      <a:pt x="19" y="0"/>
                      <a:pt x="19" y="1"/>
                    </a:cubicBezTo>
                    <a:cubicBezTo>
                      <a:pt x="26" y="7"/>
                      <a:pt x="26" y="7"/>
                      <a:pt x="26" y="7"/>
                    </a:cubicBezTo>
                    <a:cubicBezTo>
                      <a:pt x="27" y="8"/>
                      <a:pt x="27" y="9"/>
                      <a:pt x="27" y="10"/>
                    </a:cubicBezTo>
                    <a:cubicBezTo>
                      <a:pt x="23" y="14"/>
                      <a:pt x="23" y="14"/>
                      <a:pt x="23" y="14"/>
                    </a:cubicBezTo>
                    <a:cubicBezTo>
                      <a:pt x="26" y="17"/>
                      <a:pt x="26" y="17"/>
                      <a:pt x="26" y="17"/>
                    </a:cubicBezTo>
                    <a:cubicBezTo>
                      <a:pt x="29" y="12"/>
                      <a:pt x="29" y="12"/>
                      <a:pt x="29" y="12"/>
                    </a:cubicBezTo>
                    <a:cubicBezTo>
                      <a:pt x="30" y="12"/>
                      <a:pt x="31" y="12"/>
                      <a:pt x="31" y="12"/>
                    </a:cubicBezTo>
                    <a:cubicBezTo>
                      <a:pt x="32" y="12"/>
                      <a:pt x="32" y="12"/>
                      <a:pt x="33" y="12"/>
                    </a:cubicBezTo>
                    <a:cubicBezTo>
                      <a:pt x="40" y="18"/>
                      <a:pt x="40" y="18"/>
                      <a:pt x="40" y="18"/>
                    </a:cubicBezTo>
                    <a:cubicBezTo>
                      <a:pt x="40" y="19"/>
                      <a:pt x="41" y="19"/>
                      <a:pt x="41" y="20"/>
                    </a:cubicBezTo>
                    <a:cubicBezTo>
                      <a:pt x="41" y="20"/>
                      <a:pt x="40" y="21"/>
                      <a:pt x="40" y="21"/>
                    </a:cubicBezTo>
                    <a:cubicBezTo>
                      <a:pt x="36" y="26"/>
                      <a:pt x="36" y="26"/>
                      <a:pt x="36" y="26"/>
                    </a:cubicBezTo>
                    <a:cubicBezTo>
                      <a:pt x="39" y="28"/>
                      <a:pt x="39" y="28"/>
                      <a:pt x="39" y="28"/>
                    </a:cubicBezTo>
                    <a:cubicBezTo>
                      <a:pt x="43" y="24"/>
                      <a:pt x="43" y="24"/>
                      <a:pt x="43" y="24"/>
                    </a:cubicBezTo>
                    <a:cubicBezTo>
                      <a:pt x="43" y="23"/>
                      <a:pt x="44" y="23"/>
                      <a:pt x="44" y="23"/>
                    </a:cubicBezTo>
                    <a:cubicBezTo>
                      <a:pt x="45" y="23"/>
                      <a:pt x="46" y="23"/>
                      <a:pt x="46" y="23"/>
                    </a:cubicBezTo>
                    <a:cubicBezTo>
                      <a:pt x="53" y="29"/>
                      <a:pt x="53" y="29"/>
                      <a:pt x="53" y="29"/>
                    </a:cubicBezTo>
                    <a:cubicBezTo>
                      <a:pt x="54" y="30"/>
                      <a:pt x="54" y="32"/>
                      <a:pt x="53" y="33"/>
                    </a:cubicBezTo>
                    <a:cubicBezTo>
                      <a:pt x="38" y="51"/>
                      <a:pt x="38" y="51"/>
                      <a:pt x="38" y="51"/>
                    </a:cubicBezTo>
                    <a:cubicBezTo>
                      <a:pt x="38" y="51"/>
                      <a:pt x="37" y="51"/>
                      <a:pt x="37" y="52"/>
                    </a:cubicBezTo>
                    <a:close/>
                    <a:moveTo>
                      <a:pt x="6" y="20"/>
                    </a:moveTo>
                    <a:cubicBezTo>
                      <a:pt x="36" y="46"/>
                      <a:pt x="36" y="46"/>
                      <a:pt x="36" y="46"/>
                    </a:cubicBezTo>
                    <a:cubicBezTo>
                      <a:pt x="48" y="31"/>
                      <a:pt x="48" y="31"/>
                      <a:pt x="48" y="31"/>
                    </a:cubicBezTo>
                    <a:cubicBezTo>
                      <a:pt x="45" y="29"/>
                      <a:pt x="45" y="29"/>
                      <a:pt x="45" y="29"/>
                    </a:cubicBezTo>
                    <a:cubicBezTo>
                      <a:pt x="41" y="33"/>
                      <a:pt x="41" y="33"/>
                      <a:pt x="41" y="33"/>
                    </a:cubicBezTo>
                    <a:cubicBezTo>
                      <a:pt x="41" y="33"/>
                      <a:pt x="40" y="34"/>
                      <a:pt x="40" y="34"/>
                    </a:cubicBezTo>
                    <a:cubicBezTo>
                      <a:pt x="39" y="34"/>
                      <a:pt x="38" y="33"/>
                      <a:pt x="38" y="33"/>
                    </a:cubicBezTo>
                    <a:cubicBezTo>
                      <a:pt x="32" y="28"/>
                      <a:pt x="32" y="28"/>
                      <a:pt x="32" y="28"/>
                    </a:cubicBezTo>
                    <a:cubicBezTo>
                      <a:pt x="31" y="27"/>
                      <a:pt x="31" y="27"/>
                      <a:pt x="31" y="26"/>
                    </a:cubicBezTo>
                    <a:cubicBezTo>
                      <a:pt x="31" y="25"/>
                      <a:pt x="31" y="25"/>
                      <a:pt x="31" y="24"/>
                    </a:cubicBezTo>
                    <a:cubicBezTo>
                      <a:pt x="35" y="20"/>
                      <a:pt x="35" y="20"/>
                      <a:pt x="35" y="20"/>
                    </a:cubicBezTo>
                    <a:cubicBezTo>
                      <a:pt x="31" y="17"/>
                      <a:pt x="31" y="17"/>
                      <a:pt x="31" y="17"/>
                    </a:cubicBezTo>
                    <a:cubicBezTo>
                      <a:pt x="28" y="21"/>
                      <a:pt x="28" y="21"/>
                      <a:pt x="28" y="21"/>
                    </a:cubicBezTo>
                    <a:cubicBezTo>
                      <a:pt x="27" y="23"/>
                      <a:pt x="26" y="23"/>
                      <a:pt x="25" y="22"/>
                    </a:cubicBezTo>
                    <a:cubicBezTo>
                      <a:pt x="18" y="16"/>
                      <a:pt x="18" y="16"/>
                      <a:pt x="18" y="16"/>
                    </a:cubicBezTo>
                    <a:cubicBezTo>
                      <a:pt x="18" y="16"/>
                      <a:pt x="17" y="15"/>
                      <a:pt x="17" y="15"/>
                    </a:cubicBezTo>
                    <a:cubicBezTo>
                      <a:pt x="17" y="14"/>
                      <a:pt x="17" y="14"/>
                      <a:pt x="18" y="13"/>
                    </a:cubicBezTo>
                    <a:cubicBezTo>
                      <a:pt x="21" y="9"/>
                      <a:pt x="21" y="9"/>
                      <a:pt x="21" y="9"/>
                    </a:cubicBezTo>
                    <a:cubicBezTo>
                      <a:pt x="18" y="6"/>
                      <a:pt x="18" y="6"/>
                      <a:pt x="18" y="6"/>
                    </a:cubicBez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 name="Freeform 521"/>
              <p:cNvSpPr>
                <a:spLocks/>
              </p:cNvSpPr>
              <p:nvPr/>
            </p:nvSpPr>
            <p:spPr bwMode="auto">
              <a:xfrm>
                <a:off x="2921" y="2920"/>
                <a:ext cx="5" cy="5"/>
              </a:xfrm>
              <a:custGeom>
                <a:avLst/>
                <a:gdLst>
                  <a:gd name="T0" fmla="*/ 3 w 5"/>
                  <a:gd name="T1" fmla="*/ 5 h 5"/>
                  <a:gd name="T2" fmla="*/ 0 w 5"/>
                  <a:gd name="T3" fmla="*/ 2 h 5"/>
                  <a:gd name="T4" fmla="*/ 2 w 5"/>
                  <a:gd name="T5" fmla="*/ 0 h 5"/>
                  <a:gd name="T6" fmla="*/ 5 w 5"/>
                  <a:gd name="T7" fmla="*/ 2 h 5"/>
                  <a:gd name="T8" fmla="*/ 3 w 5"/>
                  <a:gd name="T9" fmla="*/ 5 h 5"/>
                </a:gdLst>
                <a:ahLst/>
                <a:cxnLst>
                  <a:cxn ang="0">
                    <a:pos x="T0" y="T1"/>
                  </a:cxn>
                  <a:cxn ang="0">
                    <a:pos x="T2" y="T3"/>
                  </a:cxn>
                  <a:cxn ang="0">
                    <a:pos x="T4" y="T5"/>
                  </a:cxn>
                  <a:cxn ang="0">
                    <a:pos x="T6" y="T7"/>
                  </a:cxn>
                  <a:cxn ang="0">
                    <a:pos x="T8" y="T9"/>
                  </a:cxn>
                </a:cxnLst>
                <a:rect l="0" t="0" r="r" b="b"/>
                <a:pathLst>
                  <a:path w="5" h="5">
                    <a:moveTo>
                      <a:pt x="3" y="5"/>
                    </a:moveTo>
                    <a:lnTo>
                      <a:pt x="0" y="2"/>
                    </a:lnTo>
                    <a:lnTo>
                      <a:pt x="2" y="0"/>
                    </a:lnTo>
                    <a:lnTo>
                      <a:pt x="5" y="2"/>
                    </a:lnTo>
                    <a:lnTo>
                      <a:pt x="3"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2" name="Freeform 522"/>
              <p:cNvSpPr>
                <a:spLocks noEditPoints="1"/>
              </p:cNvSpPr>
              <p:nvPr/>
            </p:nvSpPr>
            <p:spPr bwMode="auto">
              <a:xfrm>
                <a:off x="2920" y="2919"/>
                <a:ext cx="6" cy="6"/>
              </a:xfrm>
              <a:custGeom>
                <a:avLst/>
                <a:gdLst>
                  <a:gd name="T0" fmla="*/ 27 w 46"/>
                  <a:gd name="T1" fmla="*/ 46 h 46"/>
                  <a:gd name="T2" fmla="*/ 25 w 46"/>
                  <a:gd name="T3" fmla="*/ 45 h 46"/>
                  <a:gd name="T4" fmla="*/ 1 w 46"/>
                  <a:gd name="T5" fmla="*/ 25 h 46"/>
                  <a:gd name="T6" fmla="*/ 0 w 46"/>
                  <a:gd name="T7" fmla="*/ 23 h 46"/>
                  <a:gd name="T8" fmla="*/ 1 w 46"/>
                  <a:gd name="T9" fmla="*/ 21 h 46"/>
                  <a:gd name="T10" fmla="*/ 20 w 46"/>
                  <a:gd name="T11" fmla="*/ 1 h 46"/>
                  <a:gd name="T12" fmla="*/ 24 w 46"/>
                  <a:gd name="T13" fmla="*/ 1 h 46"/>
                  <a:gd name="T14" fmla="*/ 45 w 46"/>
                  <a:gd name="T15" fmla="*/ 19 h 46"/>
                  <a:gd name="T16" fmla="*/ 45 w 46"/>
                  <a:gd name="T17" fmla="*/ 22 h 46"/>
                  <a:gd name="T18" fmla="*/ 29 w 46"/>
                  <a:gd name="T19" fmla="*/ 45 h 46"/>
                  <a:gd name="T20" fmla="*/ 27 w 46"/>
                  <a:gd name="T21" fmla="*/ 46 h 46"/>
                  <a:gd name="T22" fmla="*/ 6 w 46"/>
                  <a:gd name="T23" fmla="*/ 23 h 46"/>
                  <a:gd name="T24" fmla="*/ 26 w 46"/>
                  <a:gd name="T25" fmla="*/ 40 h 46"/>
                  <a:gd name="T26" fmla="*/ 40 w 46"/>
                  <a:gd name="T27" fmla="*/ 21 h 46"/>
                  <a:gd name="T28" fmla="*/ 22 w 46"/>
                  <a:gd name="T29" fmla="*/ 6 h 46"/>
                  <a:gd name="T30" fmla="*/ 6 w 46"/>
                  <a:gd name="T31"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46">
                    <a:moveTo>
                      <a:pt x="27" y="46"/>
                    </a:moveTo>
                    <a:cubicBezTo>
                      <a:pt x="26" y="46"/>
                      <a:pt x="26" y="45"/>
                      <a:pt x="25" y="45"/>
                    </a:cubicBezTo>
                    <a:cubicBezTo>
                      <a:pt x="1" y="25"/>
                      <a:pt x="1" y="25"/>
                      <a:pt x="1" y="25"/>
                    </a:cubicBezTo>
                    <a:cubicBezTo>
                      <a:pt x="1" y="24"/>
                      <a:pt x="0" y="24"/>
                      <a:pt x="0" y="23"/>
                    </a:cubicBezTo>
                    <a:cubicBezTo>
                      <a:pt x="0" y="22"/>
                      <a:pt x="1" y="22"/>
                      <a:pt x="1" y="21"/>
                    </a:cubicBezTo>
                    <a:cubicBezTo>
                      <a:pt x="20" y="1"/>
                      <a:pt x="20" y="1"/>
                      <a:pt x="20" y="1"/>
                    </a:cubicBezTo>
                    <a:cubicBezTo>
                      <a:pt x="21" y="0"/>
                      <a:pt x="22" y="0"/>
                      <a:pt x="24" y="1"/>
                    </a:cubicBezTo>
                    <a:cubicBezTo>
                      <a:pt x="45" y="19"/>
                      <a:pt x="45" y="19"/>
                      <a:pt x="45" y="19"/>
                    </a:cubicBezTo>
                    <a:cubicBezTo>
                      <a:pt x="46" y="20"/>
                      <a:pt x="46" y="21"/>
                      <a:pt x="45" y="22"/>
                    </a:cubicBezTo>
                    <a:cubicBezTo>
                      <a:pt x="29" y="45"/>
                      <a:pt x="29" y="45"/>
                      <a:pt x="29" y="45"/>
                    </a:cubicBezTo>
                    <a:cubicBezTo>
                      <a:pt x="28" y="45"/>
                      <a:pt x="28" y="46"/>
                      <a:pt x="27" y="46"/>
                    </a:cubicBezTo>
                    <a:close/>
                    <a:moveTo>
                      <a:pt x="6" y="23"/>
                    </a:moveTo>
                    <a:cubicBezTo>
                      <a:pt x="26" y="40"/>
                      <a:pt x="26" y="40"/>
                      <a:pt x="26" y="40"/>
                    </a:cubicBezTo>
                    <a:cubicBezTo>
                      <a:pt x="40" y="21"/>
                      <a:pt x="40" y="21"/>
                      <a:pt x="40" y="21"/>
                    </a:cubicBezTo>
                    <a:cubicBezTo>
                      <a:pt x="22" y="6"/>
                      <a:pt x="22" y="6"/>
                      <a:pt x="22" y="6"/>
                    </a:cubicBezTo>
                    <a:lnTo>
                      <a:pt x="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3" name="Freeform 523"/>
              <p:cNvSpPr>
                <a:spLocks/>
              </p:cNvSpPr>
              <p:nvPr/>
            </p:nvSpPr>
            <p:spPr bwMode="auto">
              <a:xfrm>
                <a:off x="2923" y="2922"/>
                <a:ext cx="1" cy="1"/>
              </a:xfrm>
              <a:custGeom>
                <a:avLst/>
                <a:gdLst>
                  <a:gd name="T0" fmla="*/ 11 w 12"/>
                  <a:gd name="T1" fmla="*/ 5 h 12"/>
                  <a:gd name="T2" fmla="*/ 11 w 12"/>
                  <a:gd name="T3" fmla="*/ 1 h 12"/>
                  <a:gd name="T4" fmla="*/ 6 w 12"/>
                  <a:gd name="T5" fmla="*/ 1 h 12"/>
                  <a:gd name="T6" fmla="*/ 0 w 12"/>
                  <a:gd name="T7" fmla="*/ 8 h 12"/>
                  <a:gd name="T8" fmla="*/ 5 w 12"/>
                  <a:gd name="T9" fmla="*/ 12 h 12"/>
                  <a:gd name="T10" fmla="*/ 11 w 12"/>
                  <a:gd name="T11" fmla="*/ 5 h 12"/>
                </a:gdLst>
                <a:ahLst/>
                <a:cxnLst>
                  <a:cxn ang="0">
                    <a:pos x="T0" y="T1"/>
                  </a:cxn>
                  <a:cxn ang="0">
                    <a:pos x="T2" y="T3"/>
                  </a:cxn>
                  <a:cxn ang="0">
                    <a:pos x="T4" y="T5"/>
                  </a:cxn>
                  <a:cxn ang="0">
                    <a:pos x="T6" y="T7"/>
                  </a:cxn>
                  <a:cxn ang="0">
                    <a:pos x="T8" y="T9"/>
                  </a:cxn>
                  <a:cxn ang="0">
                    <a:pos x="T10" y="T11"/>
                  </a:cxn>
                </a:cxnLst>
                <a:rect l="0" t="0" r="r" b="b"/>
                <a:pathLst>
                  <a:path w="12" h="12">
                    <a:moveTo>
                      <a:pt x="11" y="5"/>
                    </a:moveTo>
                    <a:cubicBezTo>
                      <a:pt x="12" y="4"/>
                      <a:pt x="12" y="2"/>
                      <a:pt x="11" y="1"/>
                    </a:cubicBezTo>
                    <a:cubicBezTo>
                      <a:pt x="9" y="0"/>
                      <a:pt x="7" y="0"/>
                      <a:pt x="6" y="1"/>
                    </a:cubicBezTo>
                    <a:cubicBezTo>
                      <a:pt x="0" y="8"/>
                      <a:pt x="0" y="8"/>
                      <a:pt x="0" y="8"/>
                    </a:cubicBezTo>
                    <a:cubicBezTo>
                      <a:pt x="5" y="12"/>
                      <a:pt x="5" y="12"/>
                      <a:pt x="5" y="12"/>
                    </a:cubicBezTo>
                    <a:lnTo>
                      <a:pt x="1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4" name="Freeform 524"/>
              <p:cNvSpPr>
                <a:spLocks/>
              </p:cNvSpPr>
              <p:nvPr/>
            </p:nvSpPr>
            <p:spPr bwMode="auto">
              <a:xfrm>
                <a:off x="2926" y="2875"/>
                <a:ext cx="18" cy="1"/>
              </a:xfrm>
              <a:custGeom>
                <a:avLst/>
                <a:gdLst>
                  <a:gd name="T0" fmla="*/ 142 w 147"/>
                  <a:gd name="T1" fmla="*/ 11 h 11"/>
                  <a:gd name="T2" fmla="*/ 5 w 147"/>
                  <a:gd name="T3" fmla="*/ 11 h 11"/>
                  <a:gd name="T4" fmla="*/ 0 w 147"/>
                  <a:gd name="T5" fmla="*/ 5 h 11"/>
                  <a:gd name="T6" fmla="*/ 0 w 147"/>
                  <a:gd name="T7" fmla="*/ 5 h 11"/>
                  <a:gd name="T8" fmla="*/ 5 w 147"/>
                  <a:gd name="T9" fmla="*/ 0 h 11"/>
                  <a:gd name="T10" fmla="*/ 142 w 147"/>
                  <a:gd name="T11" fmla="*/ 0 h 11"/>
                  <a:gd name="T12" fmla="*/ 147 w 147"/>
                  <a:gd name="T13" fmla="*/ 5 h 11"/>
                  <a:gd name="T14" fmla="*/ 147 w 147"/>
                  <a:gd name="T15" fmla="*/ 5 h 11"/>
                  <a:gd name="T16" fmla="*/ 142 w 147"/>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1">
                    <a:moveTo>
                      <a:pt x="142" y="11"/>
                    </a:moveTo>
                    <a:cubicBezTo>
                      <a:pt x="5" y="11"/>
                      <a:pt x="5" y="11"/>
                      <a:pt x="5" y="11"/>
                    </a:cubicBezTo>
                    <a:cubicBezTo>
                      <a:pt x="2" y="11"/>
                      <a:pt x="0" y="8"/>
                      <a:pt x="0" y="5"/>
                    </a:cubicBezTo>
                    <a:cubicBezTo>
                      <a:pt x="0" y="5"/>
                      <a:pt x="0" y="5"/>
                      <a:pt x="0" y="5"/>
                    </a:cubicBezTo>
                    <a:cubicBezTo>
                      <a:pt x="0" y="2"/>
                      <a:pt x="2" y="0"/>
                      <a:pt x="5" y="0"/>
                    </a:cubicBezTo>
                    <a:cubicBezTo>
                      <a:pt x="142" y="0"/>
                      <a:pt x="142" y="0"/>
                      <a:pt x="142" y="0"/>
                    </a:cubicBezTo>
                    <a:cubicBezTo>
                      <a:pt x="145" y="0"/>
                      <a:pt x="147" y="2"/>
                      <a:pt x="147" y="5"/>
                    </a:cubicBezTo>
                    <a:cubicBezTo>
                      <a:pt x="147" y="5"/>
                      <a:pt x="147" y="5"/>
                      <a:pt x="147" y="5"/>
                    </a:cubicBezTo>
                    <a:cubicBezTo>
                      <a:pt x="147" y="8"/>
                      <a:pt x="145" y="11"/>
                      <a:pt x="142"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5" name="Freeform 525"/>
              <p:cNvSpPr>
                <a:spLocks noEditPoints="1"/>
              </p:cNvSpPr>
              <p:nvPr/>
            </p:nvSpPr>
            <p:spPr bwMode="auto">
              <a:xfrm>
                <a:off x="2925" y="2875"/>
                <a:ext cx="20" cy="2"/>
              </a:xfrm>
              <a:custGeom>
                <a:avLst/>
                <a:gdLst>
                  <a:gd name="T0" fmla="*/ 145 w 153"/>
                  <a:gd name="T1" fmla="*/ 15 h 15"/>
                  <a:gd name="T2" fmla="*/ 8 w 153"/>
                  <a:gd name="T3" fmla="*/ 15 h 15"/>
                  <a:gd name="T4" fmla="*/ 0 w 153"/>
                  <a:gd name="T5" fmla="*/ 7 h 15"/>
                  <a:gd name="T6" fmla="*/ 8 w 153"/>
                  <a:gd name="T7" fmla="*/ 0 h 15"/>
                  <a:gd name="T8" fmla="*/ 145 w 153"/>
                  <a:gd name="T9" fmla="*/ 0 h 15"/>
                  <a:gd name="T10" fmla="*/ 153 w 153"/>
                  <a:gd name="T11" fmla="*/ 7 h 15"/>
                  <a:gd name="T12" fmla="*/ 145 w 153"/>
                  <a:gd name="T13" fmla="*/ 15 h 15"/>
                  <a:gd name="T14" fmla="*/ 8 w 153"/>
                  <a:gd name="T15" fmla="*/ 4 h 15"/>
                  <a:gd name="T16" fmla="*/ 5 w 153"/>
                  <a:gd name="T17" fmla="*/ 7 h 15"/>
                  <a:gd name="T18" fmla="*/ 8 w 153"/>
                  <a:gd name="T19" fmla="*/ 10 h 15"/>
                  <a:gd name="T20" fmla="*/ 145 w 153"/>
                  <a:gd name="T21" fmla="*/ 10 h 15"/>
                  <a:gd name="T22" fmla="*/ 148 w 153"/>
                  <a:gd name="T23" fmla="*/ 7 h 15"/>
                  <a:gd name="T24" fmla="*/ 145 w 153"/>
                  <a:gd name="T25" fmla="*/ 4 h 15"/>
                  <a:gd name="T26" fmla="*/ 8 w 153"/>
                  <a:gd name="T2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 h="15">
                    <a:moveTo>
                      <a:pt x="145" y="15"/>
                    </a:moveTo>
                    <a:cubicBezTo>
                      <a:pt x="8" y="15"/>
                      <a:pt x="8" y="15"/>
                      <a:pt x="8" y="15"/>
                    </a:cubicBezTo>
                    <a:cubicBezTo>
                      <a:pt x="4" y="15"/>
                      <a:pt x="0" y="12"/>
                      <a:pt x="0" y="7"/>
                    </a:cubicBezTo>
                    <a:cubicBezTo>
                      <a:pt x="0" y="3"/>
                      <a:pt x="4" y="0"/>
                      <a:pt x="8" y="0"/>
                    </a:cubicBezTo>
                    <a:cubicBezTo>
                      <a:pt x="145" y="0"/>
                      <a:pt x="145" y="0"/>
                      <a:pt x="145" y="0"/>
                    </a:cubicBezTo>
                    <a:cubicBezTo>
                      <a:pt x="149" y="0"/>
                      <a:pt x="153" y="3"/>
                      <a:pt x="153" y="7"/>
                    </a:cubicBezTo>
                    <a:cubicBezTo>
                      <a:pt x="153" y="12"/>
                      <a:pt x="149" y="15"/>
                      <a:pt x="145" y="15"/>
                    </a:cubicBezTo>
                    <a:close/>
                    <a:moveTo>
                      <a:pt x="8" y="4"/>
                    </a:moveTo>
                    <a:cubicBezTo>
                      <a:pt x="7" y="4"/>
                      <a:pt x="5" y="6"/>
                      <a:pt x="5" y="7"/>
                    </a:cubicBezTo>
                    <a:cubicBezTo>
                      <a:pt x="5" y="9"/>
                      <a:pt x="7" y="10"/>
                      <a:pt x="8" y="10"/>
                    </a:cubicBezTo>
                    <a:cubicBezTo>
                      <a:pt x="145" y="10"/>
                      <a:pt x="145" y="10"/>
                      <a:pt x="145" y="10"/>
                    </a:cubicBezTo>
                    <a:cubicBezTo>
                      <a:pt x="146" y="10"/>
                      <a:pt x="148" y="9"/>
                      <a:pt x="148" y="7"/>
                    </a:cubicBezTo>
                    <a:cubicBezTo>
                      <a:pt x="148" y="6"/>
                      <a:pt x="146" y="4"/>
                      <a:pt x="145" y="4"/>
                    </a:cubicBez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6" name="Freeform 526"/>
              <p:cNvSpPr>
                <a:spLocks/>
              </p:cNvSpPr>
              <p:nvPr/>
            </p:nvSpPr>
            <p:spPr bwMode="auto">
              <a:xfrm>
                <a:off x="2925" y="2885"/>
                <a:ext cx="20" cy="1"/>
              </a:xfrm>
              <a:custGeom>
                <a:avLst/>
                <a:gdLst>
                  <a:gd name="T0" fmla="*/ 148 w 153"/>
                  <a:gd name="T1" fmla="*/ 11 h 11"/>
                  <a:gd name="T2" fmla="*/ 5 w 153"/>
                  <a:gd name="T3" fmla="*/ 11 h 11"/>
                  <a:gd name="T4" fmla="*/ 0 w 153"/>
                  <a:gd name="T5" fmla="*/ 6 h 11"/>
                  <a:gd name="T6" fmla="*/ 0 w 153"/>
                  <a:gd name="T7" fmla="*/ 6 h 11"/>
                  <a:gd name="T8" fmla="*/ 5 w 153"/>
                  <a:gd name="T9" fmla="*/ 0 h 11"/>
                  <a:gd name="T10" fmla="*/ 148 w 153"/>
                  <a:gd name="T11" fmla="*/ 0 h 11"/>
                  <a:gd name="T12" fmla="*/ 153 w 153"/>
                  <a:gd name="T13" fmla="*/ 6 h 11"/>
                  <a:gd name="T14" fmla="*/ 153 w 153"/>
                  <a:gd name="T15" fmla="*/ 6 h 11"/>
                  <a:gd name="T16" fmla="*/ 148 w 153"/>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1">
                    <a:moveTo>
                      <a:pt x="148" y="11"/>
                    </a:moveTo>
                    <a:cubicBezTo>
                      <a:pt x="5" y="11"/>
                      <a:pt x="5" y="11"/>
                      <a:pt x="5" y="11"/>
                    </a:cubicBezTo>
                    <a:cubicBezTo>
                      <a:pt x="2" y="11"/>
                      <a:pt x="0" y="9"/>
                      <a:pt x="0" y="6"/>
                    </a:cubicBezTo>
                    <a:cubicBezTo>
                      <a:pt x="0" y="6"/>
                      <a:pt x="0" y="6"/>
                      <a:pt x="0" y="6"/>
                    </a:cubicBezTo>
                    <a:cubicBezTo>
                      <a:pt x="0" y="3"/>
                      <a:pt x="2" y="0"/>
                      <a:pt x="5" y="0"/>
                    </a:cubicBezTo>
                    <a:cubicBezTo>
                      <a:pt x="148" y="0"/>
                      <a:pt x="148" y="0"/>
                      <a:pt x="148" y="0"/>
                    </a:cubicBezTo>
                    <a:cubicBezTo>
                      <a:pt x="151" y="0"/>
                      <a:pt x="153" y="3"/>
                      <a:pt x="153" y="6"/>
                    </a:cubicBezTo>
                    <a:cubicBezTo>
                      <a:pt x="153" y="6"/>
                      <a:pt x="153" y="6"/>
                      <a:pt x="153" y="6"/>
                    </a:cubicBezTo>
                    <a:cubicBezTo>
                      <a:pt x="153" y="9"/>
                      <a:pt x="151" y="11"/>
                      <a:pt x="148" y="1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7" name="Freeform 527"/>
              <p:cNvSpPr>
                <a:spLocks noEditPoints="1"/>
              </p:cNvSpPr>
              <p:nvPr/>
            </p:nvSpPr>
            <p:spPr bwMode="auto">
              <a:xfrm>
                <a:off x="2925" y="2885"/>
                <a:ext cx="20" cy="2"/>
              </a:xfrm>
              <a:custGeom>
                <a:avLst/>
                <a:gdLst>
                  <a:gd name="T0" fmla="*/ 151 w 159"/>
                  <a:gd name="T1" fmla="*/ 16 h 16"/>
                  <a:gd name="T2" fmla="*/ 8 w 159"/>
                  <a:gd name="T3" fmla="*/ 16 h 16"/>
                  <a:gd name="T4" fmla="*/ 0 w 159"/>
                  <a:gd name="T5" fmla="*/ 8 h 16"/>
                  <a:gd name="T6" fmla="*/ 8 w 159"/>
                  <a:gd name="T7" fmla="*/ 0 h 16"/>
                  <a:gd name="T8" fmla="*/ 151 w 159"/>
                  <a:gd name="T9" fmla="*/ 0 h 16"/>
                  <a:gd name="T10" fmla="*/ 159 w 159"/>
                  <a:gd name="T11" fmla="*/ 8 h 16"/>
                  <a:gd name="T12" fmla="*/ 151 w 159"/>
                  <a:gd name="T13" fmla="*/ 16 h 16"/>
                  <a:gd name="T14" fmla="*/ 8 w 159"/>
                  <a:gd name="T15" fmla="*/ 5 h 16"/>
                  <a:gd name="T16" fmla="*/ 5 w 159"/>
                  <a:gd name="T17" fmla="*/ 8 h 16"/>
                  <a:gd name="T18" fmla="*/ 8 w 159"/>
                  <a:gd name="T19" fmla="*/ 11 h 16"/>
                  <a:gd name="T20" fmla="*/ 151 w 159"/>
                  <a:gd name="T21" fmla="*/ 11 h 16"/>
                  <a:gd name="T22" fmla="*/ 154 w 159"/>
                  <a:gd name="T23" fmla="*/ 8 h 16"/>
                  <a:gd name="T24" fmla="*/ 151 w 159"/>
                  <a:gd name="T25" fmla="*/ 5 h 16"/>
                  <a:gd name="T26" fmla="*/ 8 w 159"/>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6">
                    <a:moveTo>
                      <a:pt x="151" y="16"/>
                    </a:moveTo>
                    <a:cubicBezTo>
                      <a:pt x="8" y="16"/>
                      <a:pt x="8" y="16"/>
                      <a:pt x="8" y="16"/>
                    </a:cubicBezTo>
                    <a:cubicBezTo>
                      <a:pt x="4" y="16"/>
                      <a:pt x="0" y="12"/>
                      <a:pt x="0" y="8"/>
                    </a:cubicBezTo>
                    <a:cubicBezTo>
                      <a:pt x="0" y="4"/>
                      <a:pt x="4" y="0"/>
                      <a:pt x="8" y="0"/>
                    </a:cubicBezTo>
                    <a:cubicBezTo>
                      <a:pt x="151" y="0"/>
                      <a:pt x="151" y="0"/>
                      <a:pt x="151" y="0"/>
                    </a:cubicBezTo>
                    <a:cubicBezTo>
                      <a:pt x="155" y="0"/>
                      <a:pt x="159" y="4"/>
                      <a:pt x="159" y="8"/>
                    </a:cubicBezTo>
                    <a:cubicBezTo>
                      <a:pt x="159" y="12"/>
                      <a:pt x="155" y="16"/>
                      <a:pt x="151" y="16"/>
                    </a:cubicBezTo>
                    <a:close/>
                    <a:moveTo>
                      <a:pt x="8" y="5"/>
                    </a:moveTo>
                    <a:cubicBezTo>
                      <a:pt x="6" y="5"/>
                      <a:pt x="5" y="6"/>
                      <a:pt x="5" y="8"/>
                    </a:cubicBezTo>
                    <a:cubicBezTo>
                      <a:pt x="5" y="9"/>
                      <a:pt x="6" y="11"/>
                      <a:pt x="8" y="11"/>
                    </a:cubicBezTo>
                    <a:cubicBezTo>
                      <a:pt x="151" y="11"/>
                      <a:pt x="151" y="11"/>
                      <a:pt x="151" y="11"/>
                    </a:cubicBezTo>
                    <a:cubicBezTo>
                      <a:pt x="153" y="11"/>
                      <a:pt x="154" y="9"/>
                      <a:pt x="154" y="8"/>
                    </a:cubicBezTo>
                    <a:cubicBezTo>
                      <a:pt x="154" y="6"/>
                      <a:pt x="153" y="5"/>
                      <a:pt x="151" y="5"/>
                    </a:cubicBez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8" name="Freeform 528"/>
              <p:cNvSpPr>
                <a:spLocks/>
              </p:cNvSpPr>
              <p:nvPr/>
            </p:nvSpPr>
            <p:spPr bwMode="auto">
              <a:xfrm>
                <a:off x="2926" y="2876"/>
                <a:ext cx="17" cy="2"/>
              </a:xfrm>
              <a:custGeom>
                <a:avLst/>
                <a:gdLst>
                  <a:gd name="T0" fmla="*/ 130 w 135"/>
                  <a:gd name="T1" fmla="*/ 10 h 10"/>
                  <a:gd name="T2" fmla="*/ 5 w 135"/>
                  <a:gd name="T3" fmla="*/ 10 h 10"/>
                  <a:gd name="T4" fmla="*/ 0 w 135"/>
                  <a:gd name="T5" fmla="*/ 5 h 10"/>
                  <a:gd name="T6" fmla="*/ 0 w 135"/>
                  <a:gd name="T7" fmla="*/ 5 h 10"/>
                  <a:gd name="T8" fmla="*/ 5 w 135"/>
                  <a:gd name="T9" fmla="*/ 0 h 10"/>
                  <a:gd name="T10" fmla="*/ 130 w 135"/>
                  <a:gd name="T11" fmla="*/ 0 h 10"/>
                  <a:gd name="T12" fmla="*/ 135 w 135"/>
                  <a:gd name="T13" fmla="*/ 5 h 10"/>
                  <a:gd name="T14" fmla="*/ 135 w 135"/>
                  <a:gd name="T15" fmla="*/ 5 h 10"/>
                  <a:gd name="T16" fmla="*/ 130 w 135"/>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
                    <a:moveTo>
                      <a:pt x="130" y="10"/>
                    </a:moveTo>
                    <a:cubicBezTo>
                      <a:pt x="5" y="10"/>
                      <a:pt x="5" y="10"/>
                      <a:pt x="5" y="10"/>
                    </a:cubicBezTo>
                    <a:cubicBezTo>
                      <a:pt x="3" y="10"/>
                      <a:pt x="0" y="8"/>
                      <a:pt x="0" y="5"/>
                    </a:cubicBezTo>
                    <a:cubicBezTo>
                      <a:pt x="0" y="5"/>
                      <a:pt x="0" y="5"/>
                      <a:pt x="0" y="5"/>
                    </a:cubicBezTo>
                    <a:cubicBezTo>
                      <a:pt x="0" y="2"/>
                      <a:pt x="3" y="0"/>
                      <a:pt x="5" y="0"/>
                    </a:cubicBezTo>
                    <a:cubicBezTo>
                      <a:pt x="130" y="0"/>
                      <a:pt x="130" y="0"/>
                      <a:pt x="130" y="0"/>
                    </a:cubicBezTo>
                    <a:cubicBezTo>
                      <a:pt x="133" y="0"/>
                      <a:pt x="135" y="2"/>
                      <a:pt x="135" y="5"/>
                    </a:cubicBezTo>
                    <a:cubicBezTo>
                      <a:pt x="135" y="5"/>
                      <a:pt x="135" y="5"/>
                      <a:pt x="135" y="5"/>
                    </a:cubicBezTo>
                    <a:cubicBezTo>
                      <a:pt x="135" y="8"/>
                      <a:pt x="133" y="10"/>
                      <a:pt x="130"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9" name="Freeform 529"/>
              <p:cNvSpPr>
                <a:spLocks noEditPoints="1"/>
              </p:cNvSpPr>
              <p:nvPr/>
            </p:nvSpPr>
            <p:spPr bwMode="auto">
              <a:xfrm>
                <a:off x="2926" y="2876"/>
                <a:ext cx="18" cy="2"/>
              </a:xfrm>
              <a:custGeom>
                <a:avLst/>
                <a:gdLst>
                  <a:gd name="T0" fmla="*/ 132 w 139"/>
                  <a:gd name="T1" fmla="*/ 16 h 16"/>
                  <a:gd name="T2" fmla="*/ 7 w 139"/>
                  <a:gd name="T3" fmla="*/ 16 h 16"/>
                  <a:gd name="T4" fmla="*/ 0 w 139"/>
                  <a:gd name="T5" fmla="*/ 8 h 16"/>
                  <a:gd name="T6" fmla="*/ 7 w 139"/>
                  <a:gd name="T7" fmla="*/ 0 h 16"/>
                  <a:gd name="T8" fmla="*/ 132 w 139"/>
                  <a:gd name="T9" fmla="*/ 0 h 16"/>
                  <a:gd name="T10" fmla="*/ 139 w 139"/>
                  <a:gd name="T11" fmla="*/ 8 h 16"/>
                  <a:gd name="T12" fmla="*/ 132 w 139"/>
                  <a:gd name="T13" fmla="*/ 16 h 16"/>
                  <a:gd name="T14" fmla="*/ 7 w 139"/>
                  <a:gd name="T15" fmla="*/ 5 h 16"/>
                  <a:gd name="T16" fmla="*/ 5 w 139"/>
                  <a:gd name="T17" fmla="*/ 8 h 16"/>
                  <a:gd name="T18" fmla="*/ 7 w 139"/>
                  <a:gd name="T19" fmla="*/ 11 h 16"/>
                  <a:gd name="T20" fmla="*/ 132 w 139"/>
                  <a:gd name="T21" fmla="*/ 11 h 16"/>
                  <a:gd name="T22" fmla="*/ 135 w 139"/>
                  <a:gd name="T23" fmla="*/ 8 h 16"/>
                  <a:gd name="T24" fmla="*/ 132 w 139"/>
                  <a:gd name="T25" fmla="*/ 5 h 16"/>
                  <a:gd name="T26" fmla="*/ 7 w 139"/>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16">
                    <a:moveTo>
                      <a:pt x="132" y="16"/>
                    </a:moveTo>
                    <a:cubicBezTo>
                      <a:pt x="7" y="16"/>
                      <a:pt x="7" y="16"/>
                      <a:pt x="7" y="16"/>
                    </a:cubicBezTo>
                    <a:cubicBezTo>
                      <a:pt x="3" y="16"/>
                      <a:pt x="0" y="12"/>
                      <a:pt x="0" y="8"/>
                    </a:cubicBezTo>
                    <a:cubicBezTo>
                      <a:pt x="0" y="4"/>
                      <a:pt x="3" y="0"/>
                      <a:pt x="7" y="0"/>
                    </a:cubicBezTo>
                    <a:cubicBezTo>
                      <a:pt x="132" y="0"/>
                      <a:pt x="132" y="0"/>
                      <a:pt x="132" y="0"/>
                    </a:cubicBezTo>
                    <a:cubicBezTo>
                      <a:pt x="136" y="0"/>
                      <a:pt x="139" y="4"/>
                      <a:pt x="139" y="8"/>
                    </a:cubicBezTo>
                    <a:cubicBezTo>
                      <a:pt x="139" y="12"/>
                      <a:pt x="136" y="16"/>
                      <a:pt x="132" y="16"/>
                    </a:cubicBezTo>
                    <a:close/>
                    <a:moveTo>
                      <a:pt x="7" y="5"/>
                    </a:moveTo>
                    <a:cubicBezTo>
                      <a:pt x="6" y="5"/>
                      <a:pt x="5" y="6"/>
                      <a:pt x="5" y="8"/>
                    </a:cubicBezTo>
                    <a:cubicBezTo>
                      <a:pt x="5" y="10"/>
                      <a:pt x="6" y="11"/>
                      <a:pt x="7" y="11"/>
                    </a:cubicBezTo>
                    <a:cubicBezTo>
                      <a:pt x="132" y="11"/>
                      <a:pt x="132" y="11"/>
                      <a:pt x="132" y="11"/>
                    </a:cubicBezTo>
                    <a:cubicBezTo>
                      <a:pt x="133" y="11"/>
                      <a:pt x="135" y="10"/>
                      <a:pt x="135" y="8"/>
                    </a:cubicBezTo>
                    <a:cubicBezTo>
                      <a:pt x="135" y="6"/>
                      <a:pt x="133" y="5"/>
                      <a:pt x="132" y="5"/>
                    </a:cubicBezTo>
                    <a:lnTo>
                      <a:pt x="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0" name="Freeform 530"/>
              <p:cNvSpPr>
                <a:spLocks/>
              </p:cNvSpPr>
              <p:nvPr/>
            </p:nvSpPr>
            <p:spPr bwMode="auto">
              <a:xfrm>
                <a:off x="2927" y="2878"/>
                <a:ext cx="16" cy="7"/>
              </a:xfrm>
              <a:custGeom>
                <a:avLst/>
                <a:gdLst>
                  <a:gd name="T0" fmla="*/ 16 w 16"/>
                  <a:gd name="T1" fmla="*/ 7 h 7"/>
                  <a:gd name="T2" fmla="*/ 0 w 16"/>
                  <a:gd name="T3" fmla="*/ 7 h 7"/>
                  <a:gd name="T4" fmla="*/ 1 w 16"/>
                  <a:gd name="T5" fmla="*/ 0 h 7"/>
                  <a:gd name="T6" fmla="*/ 15 w 16"/>
                  <a:gd name="T7" fmla="*/ 0 h 7"/>
                  <a:gd name="T8" fmla="*/ 16 w 16"/>
                  <a:gd name="T9" fmla="*/ 7 h 7"/>
                </a:gdLst>
                <a:ahLst/>
                <a:cxnLst>
                  <a:cxn ang="0">
                    <a:pos x="T0" y="T1"/>
                  </a:cxn>
                  <a:cxn ang="0">
                    <a:pos x="T2" y="T3"/>
                  </a:cxn>
                  <a:cxn ang="0">
                    <a:pos x="T4" y="T5"/>
                  </a:cxn>
                  <a:cxn ang="0">
                    <a:pos x="T6" y="T7"/>
                  </a:cxn>
                  <a:cxn ang="0">
                    <a:pos x="T8" y="T9"/>
                  </a:cxn>
                </a:cxnLst>
                <a:rect l="0" t="0" r="r" b="b"/>
                <a:pathLst>
                  <a:path w="16" h="7">
                    <a:moveTo>
                      <a:pt x="16" y="7"/>
                    </a:moveTo>
                    <a:lnTo>
                      <a:pt x="0" y="7"/>
                    </a:lnTo>
                    <a:lnTo>
                      <a:pt x="1" y="0"/>
                    </a:lnTo>
                    <a:lnTo>
                      <a:pt x="15" y="0"/>
                    </a:lnTo>
                    <a:lnTo>
                      <a:pt x="16"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1" name="Freeform 531"/>
              <p:cNvSpPr>
                <a:spLocks noEditPoints="1"/>
              </p:cNvSpPr>
              <p:nvPr/>
            </p:nvSpPr>
            <p:spPr bwMode="auto">
              <a:xfrm>
                <a:off x="2926" y="2877"/>
                <a:ext cx="17" cy="8"/>
              </a:xfrm>
              <a:custGeom>
                <a:avLst/>
                <a:gdLst>
                  <a:gd name="T0" fmla="*/ 17 w 17"/>
                  <a:gd name="T1" fmla="*/ 8 h 8"/>
                  <a:gd name="T2" fmla="*/ 0 w 17"/>
                  <a:gd name="T3" fmla="*/ 8 h 8"/>
                  <a:gd name="T4" fmla="*/ 0 w 17"/>
                  <a:gd name="T5" fmla="*/ 8 h 8"/>
                  <a:gd name="T6" fmla="*/ 2 w 17"/>
                  <a:gd name="T7" fmla="*/ 0 h 8"/>
                  <a:gd name="T8" fmla="*/ 16 w 17"/>
                  <a:gd name="T9" fmla="*/ 0 h 8"/>
                  <a:gd name="T10" fmla="*/ 17 w 17"/>
                  <a:gd name="T11" fmla="*/ 8 h 8"/>
                  <a:gd name="T12" fmla="*/ 1 w 17"/>
                  <a:gd name="T13" fmla="*/ 8 h 8"/>
                  <a:gd name="T14" fmla="*/ 17 w 17"/>
                  <a:gd name="T15" fmla="*/ 8 h 8"/>
                  <a:gd name="T16" fmla="*/ 16 w 17"/>
                  <a:gd name="T17" fmla="*/ 1 h 8"/>
                  <a:gd name="T18" fmla="*/ 2 w 17"/>
                  <a:gd name="T19" fmla="*/ 1 h 8"/>
                  <a:gd name="T20" fmla="*/ 1 w 17"/>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17" y="8"/>
                    </a:moveTo>
                    <a:lnTo>
                      <a:pt x="0" y="8"/>
                    </a:lnTo>
                    <a:lnTo>
                      <a:pt x="0" y="8"/>
                    </a:lnTo>
                    <a:lnTo>
                      <a:pt x="2" y="0"/>
                    </a:lnTo>
                    <a:lnTo>
                      <a:pt x="16" y="0"/>
                    </a:lnTo>
                    <a:lnTo>
                      <a:pt x="17" y="8"/>
                    </a:lnTo>
                    <a:close/>
                    <a:moveTo>
                      <a:pt x="1" y="8"/>
                    </a:moveTo>
                    <a:lnTo>
                      <a:pt x="17" y="8"/>
                    </a:lnTo>
                    <a:lnTo>
                      <a:pt x="16" y="1"/>
                    </a:lnTo>
                    <a:lnTo>
                      <a:pt x="2" y="1"/>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2" name="Freeform 532"/>
              <p:cNvSpPr>
                <a:spLocks/>
              </p:cNvSpPr>
              <p:nvPr/>
            </p:nvSpPr>
            <p:spPr bwMode="auto">
              <a:xfrm>
                <a:off x="2931" y="2878"/>
                <a:ext cx="8" cy="7"/>
              </a:xfrm>
              <a:custGeom>
                <a:avLst/>
                <a:gdLst>
                  <a:gd name="T0" fmla="*/ 62 w 62"/>
                  <a:gd name="T1" fmla="*/ 58 h 58"/>
                  <a:gd name="T2" fmla="*/ 31 w 62"/>
                  <a:gd name="T3" fmla="*/ 0 h 58"/>
                  <a:gd name="T4" fmla="*/ 0 w 62"/>
                  <a:gd name="T5" fmla="*/ 58 h 58"/>
                  <a:gd name="T6" fmla="*/ 62 w 62"/>
                  <a:gd name="T7" fmla="*/ 58 h 58"/>
                </a:gdLst>
                <a:ahLst/>
                <a:cxnLst>
                  <a:cxn ang="0">
                    <a:pos x="T0" y="T1"/>
                  </a:cxn>
                  <a:cxn ang="0">
                    <a:pos x="T2" y="T3"/>
                  </a:cxn>
                  <a:cxn ang="0">
                    <a:pos x="T4" y="T5"/>
                  </a:cxn>
                  <a:cxn ang="0">
                    <a:pos x="T6" y="T7"/>
                  </a:cxn>
                </a:cxnLst>
                <a:rect l="0" t="0" r="r" b="b"/>
                <a:pathLst>
                  <a:path w="62" h="58">
                    <a:moveTo>
                      <a:pt x="62" y="58"/>
                    </a:moveTo>
                    <a:cubicBezTo>
                      <a:pt x="62" y="26"/>
                      <a:pt x="31" y="0"/>
                      <a:pt x="31" y="0"/>
                    </a:cubicBezTo>
                    <a:cubicBezTo>
                      <a:pt x="31" y="0"/>
                      <a:pt x="0" y="26"/>
                      <a:pt x="0" y="58"/>
                    </a:cubicBezTo>
                    <a:lnTo>
                      <a:pt x="62" y="5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3" name="Freeform 533"/>
              <p:cNvSpPr>
                <a:spLocks noEditPoints="1"/>
              </p:cNvSpPr>
              <p:nvPr/>
            </p:nvSpPr>
            <p:spPr bwMode="auto">
              <a:xfrm>
                <a:off x="2931" y="2877"/>
                <a:ext cx="8" cy="8"/>
              </a:xfrm>
              <a:custGeom>
                <a:avLst/>
                <a:gdLst>
                  <a:gd name="T0" fmla="*/ 65 w 67"/>
                  <a:gd name="T1" fmla="*/ 63 h 63"/>
                  <a:gd name="T2" fmla="*/ 3 w 67"/>
                  <a:gd name="T3" fmla="*/ 63 h 63"/>
                  <a:gd name="T4" fmla="*/ 0 w 67"/>
                  <a:gd name="T5" fmla="*/ 60 h 63"/>
                  <a:gd name="T6" fmla="*/ 32 w 67"/>
                  <a:gd name="T7" fmla="*/ 1 h 63"/>
                  <a:gd name="T8" fmla="*/ 35 w 67"/>
                  <a:gd name="T9" fmla="*/ 1 h 63"/>
                  <a:gd name="T10" fmla="*/ 67 w 67"/>
                  <a:gd name="T11" fmla="*/ 60 h 63"/>
                  <a:gd name="T12" fmla="*/ 65 w 67"/>
                  <a:gd name="T13" fmla="*/ 63 h 63"/>
                  <a:gd name="T14" fmla="*/ 5 w 67"/>
                  <a:gd name="T15" fmla="*/ 58 h 63"/>
                  <a:gd name="T16" fmla="*/ 62 w 67"/>
                  <a:gd name="T17" fmla="*/ 58 h 63"/>
                  <a:gd name="T18" fmla="*/ 34 w 67"/>
                  <a:gd name="T19" fmla="*/ 6 h 63"/>
                  <a:gd name="T20" fmla="*/ 5 w 67"/>
                  <a:gd name="T21"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63">
                    <a:moveTo>
                      <a:pt x="65" y="63"/>
                    </a:moveTo>
                    <a:cubicBezTo>
                      <a:pt x="3" y="63"/>
                      <a:pt x="3" y="63"/>
                      <a:pt x="3" y="63"/>
                    </a:cubicBezTo>
                    <a:cubicBezTo>
                      <a:pt x="1" y="63"/>
                      <a:pt x="0" y="62"/>
                      <a:pt x="0" y="60"/>
                    </a:cubicBezTo>
                    <a:cubicBezTo>
                      <a:pt x="0" y="28"/>
                      <a:pt x="31" y="2"/>
                      <a:pt x="32" y="1"/>
                    </a:cubicBezTo>
                    <a:cubicBezTo>
                      <a:pt x="33" y="0"/>
                      <a:pt x="34" y="0"/>
                      <a:pt x="35" y="1"/>
                    </a:cubicBezTo>
                    <a:cubicBezTo>
                      <a:pt x="36" y="2"/>
                      <a:pt x="67" y="28"/>
                      <a:pt x="67" y="60"/>
                    </a:cubicBezTo>
                    <a:cubicBezTo>
                      <a:pt x="67" y="62"/>
                      <a:pt x="66" y="63"/>
                      <a:pt x="65" y="63"/>
                    </a:cubicBezTo>
                    <a:close/>
                    <a:moveTo>
                      <a:pt x="5" y="58"/>
                    </a:moveTo>
                    <a:cubicBezTo>
                      <a:pt x="62" y="58"/>
                      <a:pt x="62" y="58"/>
                      <a:pt x="62" y="58"/>
                    </a:cubicBezTo>
                    <a:cubicBezTo>
                      <a:pt x="61" y="33"/>
                      <a:pt x="39" y="11"/>
                      <a:pt x="34" y="6"/>
                    </a:cubicBezTo>
                    <a:cubicBezTo>
                      <a:pt x="28" y="11"/>
                      <a:pt x="6" y="33"/>
                      <a:pt x="5" y="5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4" name="Freeform 534"/>
              <p:cNvSpPr>
                <a:spLocks/>
              </p:cNvSpPr>
              <p:nvPr/>
            </p:nvSpPr>
            <p:spPr bwMode="auto">
              <a:xfrm>
                <a:off x="2933" y="2880"/>
                <a:ext cx="4" cy="5"/>
              </a:xfrm>
              <a:custGeom>
                <a:avLst/>
                <a:gdLst>
                  <a:gd name="T0" fmla="*/ 38 w 38"/>
                  <a:gd name="T1" fmla="*/ 39 h 39"/>
                  <a:gd name="T2" fmla="*/ 19 w 38"/>
                  <a:gd name="T3" fmla="*/ 0 h 39"/>
                  <a:gd name="T4" fmla="*/ 0 w 38"/>
                  <a:gd name="T5" fmla="*/ 39 h 39"/>
                  <a:gd name="T6" fmla="*/ 38 w 38"/>
                  <a:gd name="T7" fmla="*/ 39 h 39"/>
                </a:gdLst>
                <a:ahLst/>
                <a:cxnLst>
                  <a:cxn ang="0">
                    <a:pos x="T0" y="T1"/>
                  </a:cxn>
                  <a:cxn ang="0">
                    <a:pos x="T2" y="T3"/>
                  </a:cxn>
                  <a:cxn ang="0">
                    <a:pos x="T4" y="T5"/>
                  </a:cxn>
                  <a:cxn ang="0">
                    <a:pos x="T6" y="T7"/>
                  </a:cxn>
                </a:cxnLst>
                <a:rect l="0" t="0" r="r" b="b"/>
                <a:pathLst>
                  <a:path w="38" h="39">
                    <a:moveTo>
                      <a:pt x="38" y="39"/>
                    </a:moveTo>
                    <a:cubicBezTo>
                      <a:pt x="38" y="18"/>
                      <a:pt x="19" y="0"/>
                      <a:pt x="19" y="0"/>
                    </a:cubicBezTo>
                    <a:cubicBezTo>
                      <a:pt x="19" y="0"/>
                      <a:pt x="0" y="18"/>
                      <a:pt x="0" y="39"/>
                    </a:cubicBezTo>
                    <a:lnTo>
                      <a:pt x="38" y="3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5" name="Freeform 535"/>
              <p:cNvSpPr>
                <a:spLocks noEditPoints="1"/>
              </p:cNvSpPr>
              <p:nvPr/>
            </p:nvSpPr>
            <p:spPr bwMode="auto">
              <a:xfrm>
                <a:off x="2932" y="2880"/>
                <a:ext cx="6" cy="5"/>
              </a:xfrm>
              <a:custGeom>
                <a:avLst/>
                <a:gdLst>
                  <a:gd name="T0" fmla="*/ 41 w 43"/>
                  <a:gd name="T1" fmla="*/ 45 h 45"/>
                  <a:gd name="T2" fmla="*/ 3 w 43"/>
                  <a:gd name="T3" fmla="*/ 45 h 45"/>
                  <a:gd name="T4" fmla="*/ 0 w 43"/>
                  <a:gd name="T5" fmla="*/ 42 h 45"/>
                  <a:gd name="T6" fmla="*/ 20 w 43"/>
                  <a:gd name="T7" fmla="*/ 1 h 45"/>
                  <a:gd name="T8" fmla="*/ 23 w 43"/>
                  <a:gd name="T9" fmla="*/ 1 h 45"/>
                  <a:gd name="T10" fmla="*/ 43 w 43"/>
                  <a:gd name="T11" fmla="*/ 42 h 45"/>
                  <a:gd name="T12" fmla="*/ 41 w 43"/>
                  <a:gd name="T13" fmla="*/ 45 h 45"/>
                  <a:gd name="T14" fmla="*/ 5 w 43"/>
                  <a:gd name="T15" fmla="*/ 40 h 45"/>
                  <a:gd name="T16" fmla="*/ 38 w 43"/>
                  <a:gd name="T17" fmla="*/ 40 h 45"/>
                  <a:gd name="T18" fmla="*/ 22 w 43"/>
                  <a:gd name="T19" fmla="*/ 6 h 45"/>
                  <a:gd name="T20" fmla="*/ 5 w 43"/>
                  <a:gd name="T2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5">
                    <a:moveTo>
                      <a:pt x="41" y="45"/>
                    </a:moveTo>
                    <a:cubicBezTo>
                      <a:pt x="3" y="45"/>
                      <a:pt x="3" y="45"/>
                      <a:pt x="3" y="45"/>
                    </a:cubicBezTo>
                    <a:cubicBezTo>
                      <a:pt x="1" y="45"/>
                      <a:pt x="0" y="44"/>
                      <a:pt x="0" y="42"/>
                    </a:cubicBezTo>
                    <a:cubicBezTo>
                      <a:pt x="0" y="20"/>
                      <a:pt x="19" y="2"/>
                      <a:pt x="20" y="1"/>
                    </a:cubicBezTo>
                    <a:cubicBezTo>
                      <a:pt x="21" y="0"/>
                      <a:pt x="22" y="0"/>
                      <a:pt x="23" y="1"/>
                    </a:cubicBezTo>
                    <a:cubicBezTo>
                      <a:pt x="24" y="2"/>
                      <a:pt x="43" y="20"/>
                      <a:pt x="43" y="42"/>
                    </a:cubicBezTo>
                    <a:cubicBezTo>
                      <a:pt x="43" y="44"/>
                      <a:pt x="42" y="45"/>
                      <a:pt x="41" y="45"/>
                    </a:cubicBezTo>
                    <a:close/>
                    <a:moveTo>
                      <a:pt x="5" y="40"/>
                    </a:moveTo>
                    <a:cubicBezTo>
                      <a:pt x="38" y="40"/>
                      <a:pt x="38" y="40"/>
                      <a:pt x="38" y="40"/>
                    </a:cubicBezTo>
                    <a:cubicBezTo>
                      <a:pt x="37" y="24"/>
                      <a:pt x="26" y="11"/>
                      <a:pt x="22" y="6"/>
                    </a:cubicBezTo>
                    <a:cubicBezTo>
                      <a:pt x="17" y="11"/>
                      <a:pt x="6" y="24"/>
                      <a:pt x="5" y="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6" name="Freeform 536"/>
              <p:cNvSpPr>
                <a:spLocks/>
              </p:cNvSpPr>
              <p:nvPr/>
            </p:nvSpPr>
            <p:spPr bwMode="auto">
              <a:xfrm>
                <a:off x="2926" y="2869"/>
                <a:ext cx="6" cy="2"/>
              </a:xfrm>
              <a:custGeom>
                <a:avLst/>
                <a:gdLst>
                  <a:gd name="T0" fmla="*/ 5 w 6"/>
                  <a:gd name="T1" fmla="*/ 1 h 2"/>
                  <a:gd name="T2" fmla="*/ 5 w 6"/>
                  <a:gd name="T3" fmla="*/ 0 h 2"/>
                  <a:gd name="T4" fmla="*/ 6 w 6"/>
                  <a:gd name="T5" fmla="*/ 0 h 2"/>
                  <a:gd name="T6" fmla="*/ 6 w 6"/>
                  <a:gd name="T7" fmla="*/ 1 h 2"/>
                  <a:gd name="T8" fmla="*/ 6 w 6"/>
                  <a:gd name="T9" fmla="*/ 2 h 2"/>
                  <a:gd name="T10" fmla="*/ 0 w 6"/>
                  <a:gd name="T11" fmla="*/ 2 h 2"/>
                  <a:gd name="T12" fmla="*/ 0 w 6"/>
                  <a:gd name="T13" fmla="*/ 1 h 2"/>
                  <a:gd name="T14" fmla="*/ 0 w 6"/>
                  <a:gd name="T15" fmla="*/ 0 h 2"/>
                  <a:gd name="T16" fmla="*/ 2 w 6"/>
                  <a:gd name="T17" fmla="*/ 0 h 2"/>
                  <a:gd name="T18" fmla="*/ 2 w 6"/>
                  <a:gd name="T19" fmla="*/ 1 h 2"/>
                  <a:gd name="T20" fmla="*/ 3 w 6"/>
                  <a:gd name="T21" fmla="*/ 1 h 2"/>
                  <a:gd name="T22" fmla="*/ 3 w 6"/>
                  <a:gd name="T23" fmla="*/ 0 h 2"/>
                  <a:gd name="T24" fmla="*/ 4 w 6"/>
                  <a:gd name="T25" fmla="*/ 0 h 2"/>
                  <a:gd name="T26" fmla="*/ 4 w 6"/>
                  <a:gd name="T27" fmla="*/ 1 h 2"/>
                  <a:gd name="T28" fmla="*/ 5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5" y="1"/>
                    </a:moveTo>
                    <a:lnTo>
                      <a:pt x="5" y="0"/>
                    </a:lnTo>
                    <a:lnTo>
                      <a:pt x="6" y="0"/>
                    </a:lnTo>
                    <a:lnTo>
                      <a:pt x="6" y="1"/>
                    </a:lnTo>
                    <a:lnTo>
                      <a:pt x="6" y="2"/>
                    </a:lnTo>
                    <a:lnTo>
                      <a:pt x="0" y="2"/>
                    </a:lnTo>
                    <a:lnTo>
                      <a:pt x="0" y="1"/>
                    </a:lnTo>
                    <a:lnTo>
                      <a:pt x="0" y="0"/>
                    </a:lnTo>
                    <a:lnTo>
                      <a:pt x="2" y="0"/>
                    </a:lnTo>
                    <a:lnTo>
                      <a:pt x="2" y="1"/>
                    </a:lnTo>
                    <a:lnTo>
                      <a:pt x="3" y="1"/>
                    </a:lnTo>
                    <a:lnTo>
                      <a:pt x="3" y="0"/>
                    </a:lnTo>
                    <a:lnTo>
                      <a:pt x="4" y="0"/>
                    </a:lnTo>
                    <a:lnTo>
                      <a:pt x="4" y="1"/>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7" name="Freeform 537"/>
              <p:cNvSpPr>
                <a:spLocks noEditPoints="1"/>
              </p:cNvSpPr>
              <p:nvPr/>
            </p:nvSpPr>
            <p:spPr bwMode="auto">
              <a:xfrm>
                <a:off x="2926" y="2868"/>
                <a:ext cx="6" cy="4"/>
              </a:xfrm>
              <a:custGeom>
                <a:avLst/>
                <a:gdLst>
                  <a:gd name="T0" fmla="*/ 47 w 49"/>
                  <a:gd name="T1" fmla="*/ 29 h 29"/>
                  <a:gd name="T2" fmla="*/ 2 w 49"/>
                  <a:gd name="T3" fmla="*/ 29 h 29"/>
                  <a:gd name="T4" fmla="*/ 0 w 49"/>
                  <a:gd name="T5" fmla="*/ 26 h 29"/>
                  <a:gd name="T6" fmla="*/ 0 w 49"/>
                  <a:gd name="T7" fmla="*/ 3 h 29"/>
                  <a:gd name="T8" fmla="*/ 2 w 49"/>
                  <a:gd name="T9" fmla="*/ 0 h 29"/>
                  <a:gd name="T10" fmla="*/ 11 w 49"/>
                  <a:gd name="T11" fmla="*/ 0 h 29"/>
                  <a:gd name="T12" fmla="*/ 14 w 49"/>
                  <a:gd name="T13" fmla="*/ 3 h 29"/>
                  <a:gd name="T14" fmla="*/ 14 w 49"/>
                  <a:gd name="T15" fmla="*/ 8 h 29"/>
                  <a:gd name="T16" fmla="*/ 17 w 49"/>
                  <a:gd name="T17" fmla="*/ 8 h 29"/>
                  <a:gd name="T18" fmla="*/ 17 w 49"/>
                  <a:gd name="T19" fmla="*/ 3 h 29"/>
                  <a:gd name="T20" fmla="*/ 20 w 49"/>
                  <a:gd name="T21" fmla="*/ 0 h 29"/>
                  <a:gd name="T22" fmla="*/ 29 w 49"/>
                  <a:gd name="T23" fmla="*/ 0 h 29"/>
                  <a:gd name="T24" fmla="*/ 31 w 49"/>
                  <a:gd name="T25" fmla="*/ 3 h 29"/>
                  <a:gd name="T26" fmla="*/ 31 w 49"/>
                  <a:gd name="T27" fmla="*/ 8 h 29"/>
                  <a:gd name="T28" fmla="*/ 35 w 49"/>
                  <a:gd name="T29" fmla="*/ 8 h 29"/>
                  <a:gd name="T30" fmla="*/ 35 w 49"/>
                  <a:gd name="T31" fmla="*/ 3 h 29"/>
                  <a:gd name="T32" fmla="*/ 37 w 49"/>
                  <a:gd name="T33" fmla="*/ 0 h 29"/>
                  <a:gd name="T34" fmla="*/ 47 w 49"/>
                  <a:gd name="T35" fmla="*/ 0 h 29"/>
                  <a:gd name="T36" fmla="*/ 49 w 49"/>
                  <a:gd name="T37" fmla="*/ 3 h 29"/>
                  <a:gd name="T38" fmla="*/ 49 w 49"/>
                  <a:gd name="T39" fmla="*/ 26 h 29"/>
                  <a:gd name="T40" fmla="*/ 47 w 49"/>
                  <a:gd name="T41" fmla="*/ 29 h 29"/>
                  <a:gd name="T42" fmla="*/ 5 w 49"/>
                  <a:gd name="T43" fmla="*/ 24 h 29"/>
                  <a:gd name="T44" fmla="*/ 44 w 49"/>
                  <a:gd name="T45" fmla="*/ 24 h 29"/>
                  <a:gd name="T46" fmla="*/ 44 w 49"/>
                  <a:gd name="T47" fmla="*/ 5 h 29"/>
                  <a:gd name="T48" fmla="*/ 40 w 49"/>
                  <a:gd name="T49" fmla="*/ 5 h 29"/>
                  <a:gd name="T50" fmla="*/ 40 w 49"/>
                  <a:gd name="T51" fmla="*/ 11 h 29"/>
                  <a:gd name="T52" fmla="*/ 37 w 49"/>
                  <a:gd name="T53" fmla="*/ 13 h 29"/>
                  <a:gd name="T54" fmla="*/ 29 w 49"/>
                  <a:gd name="T55" fmla="*/ 13 h 29"/>
                  <a:gd name="T56" fmla="*/ 27 w 49"/>
                  <a:gd name="T57" fmla="*/ 11 h 29"/>
                  <a:gd name="T58" fmla="*/ 27 w 49"/>
                  <a:gd name="T59" fmla="*/ 5 h 29"/>
                  <a:gd name="T60" fmla="*/ 22 w 49"/>
                  <a:gd name="T61" fmla="*/ 5 h 29"/>
                  <a:gd name="T62" fmla="*/ 22 w 49"/>
                  <a:gd name="T63" fmla="*/ 11 h 29"/>
                  <a:gd name="T64" fmla="*/ 20 w 49"/>
                  <a:gd name="T65" fmla="*/ 13 h 29"/>
                  <a:gd name="T66" fmla="*/ 11 w 49"/>
                  <a:gd name="T67" fmla="*/ 13 h 29"/>
                  <a:gd name="T68" fmla="*/ 9 w 49"/>
                  <a:gd name="T69" fmla="*/ 11 h 29"/>
                  <a:gd name="T70" fmla="*/ 9 w 49"/>
                  <a:gd name="T71" fmla="*/ 5 h 29"/>
                  <a:gd name="T72" fmla="*/ 5 w 49"/>
                  <a:gd name="T73" fmla="*/ 5 h 29"/>
                  <a:gd name="T74" fmla="*/ 5 w 49"/>
                  <a:gd name="T7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9">
                    <a:moveTo>
                      <a:pt x="47" y="29"/>
                    </a:moveTo>
                    <a:cubicBezTo>
                      <a:pt x="2" y="29"/>
                      <a:pt x="2" y="29"/>
                      <a:pt x="2" y="29"/>
                    </a:cubicBezTo>
                    <a:cubicBezTo>
                      <a:pt x="1" y="29"/>
                      <a:pt x="0" y="28"/>
                      <a:pt x="0" y="26"/>
                    </a:cubicBezTo>
                    <a:cubicBezTo>
                      <a:pt x="0" y="3"/>
                      <a:pt x="0" y="3"/>
                      <a:pt x="0" y="3"/>
                    </a:cubicBezTo>
                    <a:cubicBezTo>
                      <a:pt x="0" y="1"/>
                      <a:pt x="1" y="0"/>
                      <a:pt x="2" y="0"/>
                    </a:cubicBezTo>
                    <a:cubicBezTo>
                      <a:pt x="11" y="0"/>
                      <a:pt x="11" y="0"/>
                      <a:pt x="11" y="0"/>
                    </a:cubicBezTo>
                    <a:cubicBezTo>
                      <a:pt x="13" y="0"/>
                      <a:pt x="14" y="1"/>
                      <a:pt x="14" y="3"/>
                    </a:cubicBezTo>
                    <a:cubicBezTo>
                      <a:pt x="14" y="8"/>
                      <a:pt x="14" y="8"/>
                      <a:pt x="14" y="8"/>
                    </a:cubicBezTo>
                    <a:cubicBezTo>
                      <a:pt x="17" y="8"/>
                      <a:pt x="17" y="8"/>
                      <a:pt x="17" y="8"/>
                    </a:cubicBezTo>
                    <a:cubicBezTo>
                      <a:pt x="17" y="3"/>
                      <a:pt x="17" y="3"/>
                      <a:pt x="17" y="3"/>
                    </a:cubicBezTo>
                    <a:cubicBezTo>
                      <a:pt x="17" y="1"/>
                      <a:pt x="18" y="0"/>
                      <a:pt x="20" y="0"/>
                    </a:cubicBezTo>
                    <a:cubicBezTo>
                      <a:pt x="29" y="0"/>
                      <a:pt x="29" y="0"/>
                      <a:pt x="29" y="0"/>
                    </a:cubicBezTo>
                    <a:cubicBezTo>
                      <a:pt x="30" y="0"/>
                      <a:pt x="31" y="1"/>
                      <a:pt x="31" y="3"/>
                    </a:cubicBezTo>
                    <a:cubicBezTo>
                      <a:pt x="31" y="8"/>
                      <a:pt x="31" y="8"/>
                      <a:pt x="31" y="8"/>
                    </a:cubicBezTo>
                    <a:cubicBezTo>
                      <a:pt x="35" y="8"/>
                      <a:pt x="35" y="8"/>
                      <a:pt x="35" y="8"/>
                    </a:cubicBezTo>
                    <a:cubicBezTo>
                      <a:pt x="35" y="3"/>
                      <a:pt x="35" y="3"/>
                      <a:pt x="35" y="3"/>
                    </a:cubicBezTo>
                    <a:cubicBezTo>
                      <a:pt x="35" y="1"/>
                      <a:pt x="36" y="0"/>
                      <a:pt x="37" y="0"/>
                    </a:cubicBezTo>
                    <a:cubicBezTo>
                      <a:pt x="47" y="0"/>
                      <a:pt x="47" y="0"/>
                      <a:pt x="47" y="0"/>
                    </a:cubicBezTo>
                    <a:cubicBezTo>
                      <a:pt x="48" y="0"/>
                      <a:pt x="49" y="1"/>
                      <a:pt x="49" y="3"/>
                    </a:cubicBezTo>
                    <a:cubicBezTo>
                      <a:pt x="49" y="26"/>
                      <a:pt x="49" y="26"/>
                      <a:pt x="49" y="26"/>
                    </a:cubicBezTo>
                    <a:cubicBezTo>
                      <a:pt x="49" y="28"/>
                      <a:pt x="48" y="29"/>
                      <a:pt x="47" y="29"/>
                    </a:cubicBezTo>
                    <a:close/>
                    <a:moveTo>
                      <a:pt x="5" y="24"/>
                    </a:moveTo>
                    <a:cubicBezTo>
                      <a:pt x="44" y="24"/>
                      <a:pt x="44" y="24"/>
                      <a:pt x="44" y="24"/>
                    </a:cubicBezTo>
                    <a:cubicBezTo>
                      <a:pt x="44" y="5"/>
                      <a:pt x="44" y="5"/>
                      <a:pt x="44" y="5"/>
                    </a:cubicBezTo>
                    <a:cubicBezTo>
                      <a:pt x="40" y="5"/>
                      <a:pt x="40" y="5"/>
                      <a:pt x="40" y="5"/>
                    </a:cubicBezTo>
                    <a:cubicBezTo>
                      <a:pt x="40" y="11"/>
                      <a:pt x="40" y="11"/>
                      <a:pt x="40" y="11"/>
                    </a:cubicBezTo>
                    <a:cubicBezTo>
                      <a:pt x="40" y="12"/>
                      <a:pt x="39" y="13"/>
                      <a:pt x="37" y="13"/>
                    </a:cubicBezTo>
                    <a:cubicBezTo>
                      <a:pt x="29" y="13"/>
                      <a:pt x="29" y="13"/>
                      <a:pt x="29" y="13"/>
                    </a:cubicBezTo>
                    <a:cubicBezTo>
                      <a:pt x="28" y="13"/>
                      <a:pt x="27" y="12"/>
                      <a:pt x="27" y="11"/>
                    </a:cubicBezTo>
                    <a:cubicBezTo>
                      <a:pt x="27" y="5"/>
                      <a:pt x="27" y="5"/>
                      <a:pt x="27" y="5"/>
                    </a:cubicBezTo>
                    <a:cubicBezTo>
                      <a:pt x="22" y="5"/>
                      <a:pt x="22" y="5"/>
                      <a:pt x="22" y="5"/>
                    </a:cubicBezTo>
                    <a:cubicBezTo>
                      <a:pt x="22" y="11"/>
                      <a:pt x="22" y="11"/>
                      <a:pt x="22" y="11"/>
                    </a:cubicBezTo>
                    <a:cubicBezTo>
                      <a:pt x="22" y="12"/>
                      <a:pt x="21" y="13"/>
                      <a:pt x="20" y="13"/>
                    </a:cubicBezTo>
                    <a:cubicBezTo>
                      <a:pt x="11" y="13"/>
                      <a:pt x="11" y="13"/>
                      <a:pt x="11" y="13"/>
                    </a:cubicBezTo>
                    <a:cubicBezTo>
                      <a:pt x="10" y="13"/>
                      <a:pt x="9" y="12"/>
                      <a:pt x="9" y="11"/>
                    </a:cubicBezTo>
                    <a:cubicBezTo>
                      <a:pt x="9" y="5"/>
                      <a:pt x="9" y="5"/>
                      <a:pt x="9" y="5"/>
                    </a:cubicBezTo>
                    <a:cubicBezTo>
                      <a:pt x="5" y="5"/>
                      <a:pt x="5" y="5"/>
                      <a:pt x="5" y="5"/>
                    </a:cubicBezTo>
                    <a:lnTo>
                      <a:pt x="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345" name="Rectangle 539"/>
            <p:cNvSpPr>
              <a:spLocks noChangeArrowheads="1"/>
            </p:cNvSpPr>
            <p:nvPr/>
          </p:nvSpPr>
          <p:spPr bwMode="auto">
            <a:xfrm>
              <a:off x="4646613" y="4557713"/>
              <a:ext cx="6350" cy="635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6" name="Freeform 540"/>
            <p:cNvSpPr>
              <a:spLocks noEditPoints="1"/>
            </p:cNvSpPr>
            <p:nvPr/>
          </p:nvSpPr>
          <p:spPr bwMode="auto">
            <a:xfrm>
              <a:off x="4646613" y="4557713"/>
              <a:ext cx="6350" cy="6350"/>
            </a:xfrm>
            <a:custGeom>
              <a:avLst/>
              <a:gdLst>
                <a:gd name="T0" fmla="*/ 34 w 36"/>
                <a:gd name="T1" fmla="*/ 32 h 32"/>
                <a:gd name="T2" fmla="*/ 34 w 36"/>
                <a:gd name="T3" fmla="*/ 32 h 32"/>
                <a:gd name="T4" fmla="*/ 3 w 36"/>
                <a:gd name="T5" fmla="*/ 32 h 32"/>
                <a:gd name="T6" fmla="*/ 1 w 36"/>
                <a:gd name="T7" fmla="*/ 32 h 32"/>
                <a:gd name="T8" fmla="*/ 0 w 36"/>
                <a:gd name="T9" fmla="*/ 30 h 32"/>
                <a:gd name="T10" fmla="*/ 2 w 36"/>
                <a:gd name="T11" fmla="*/ 2 h 32"/>
                <a:gd name="T12" fmla="*/ 4 w 36"/>
                <a:gd name="T13" fmla="*/ 0 h 32"/>
                <a:gd name="T14" fmla="*/ 32 w 36"/>
                <a:gd name="T15" fmla="*/ 0 h 32"/>
                <a:gd name="T16" fmla="*/ 35 w 36"/>
                <a:gd name="T17" fmla="*/ 2 h 32"/>
                <a:gd name="T18" fmla="*/ 36 w 36"/>
                <a:gd name="T19" fmla="*/ 29 h 32"/>
                <a:gd name="T20" fmla="*/ 36 w 36"/>
                <a:gd name="T21" fmla="*/ 30 h 32"/>
                <a:gd name="T22" fmla="*/ 34 w 36"/>
                <a:gd name="T23" fmla="*/ 32 h 32"/>
                <a:gd name="T24" fmla="*/ 5 w 36"/>
                <a:gd name="T25" fmla="*/ 28 h 32"/>
                <a:gd name="T26" fmla="*/ 31 w 36"/>
                <a:gd name="T27" fmla="*/ 28 h 32"/>
                <a:gd name="T28" fmla="*/ 30 w 36"/>
                <a:gd name="T29" fmla="*/ 5 h 32"/>
                <a:gd name="T30" fmla="*/ 7 w 36"/>
                <a:gd name="T31" fmla="*/ 5 h 32"/>
                <a:gd name="T32" fmla="*/ 5 w 36"/>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32">
                  <a:moveTo>
                    <a:pt x="34" y="32"/>
                  </a:moveTo>
                  <a:cubicBezTo>
                    <a:pt x="34" y="32"/>
                    <a:pt x="34" y="32"/>
                    <a:pt x="34" y="32"/>
                  </a:cubicBezTo>
                  <a:cubicBezTo>
                    <a:pt x="3" y="32"/>
                    <a:pt x="3" y="32"/>
                    <a:pt x="3" y="32"/>
                  </a:cubicBezTo>
                  <a:cubicBezTo>
                    <a:pt x="2" y="32"/>
                    <a:pt x="1" y="32"/>
                    <a:pt x="1" y="32"/>
                  </a:cubicBezTo>
                  <a:cubicBezTo>
                    <a:pt x="0" y="31"/>
                    <a:pt x="0" y="30"/>
                    <a:pt x="0" y="30"/>
                  </a:cubicBezTo>
                  <a:cubicBezTo>
                    <a:pt x="2" y="2"/>
                    <a:pt x="2" y="2"/>
                    <a:pt x="2" y="2"/>
                  </a:cubicBezTo>
                  <a:cubicBezTo>
                    <a:pt x="2" y="1"/>
                    <a:pt x="3" y="0"/>
                    <a:pt x="4" y="0"/>
                  </a:cubicBezTo>
                  <a:cubicBezTo>
                    <a:pt x="32" y="0"/>
                    <a:pt x="32" y="0"/>
                    <a:pt x="32" y="0"/>
                  </a:cubicBezTo>
                  <a:cubicBezTo>
                    <a:pt x="33" y="0"/>
                    <a:pt x="35" y="1"/>
                    <a:pt x="35" y="2"/>
                  </a:cubicBezTo>
                  <a:cubicBezTo>
                    <a:pt x="36" y="29"/>
                    <a:pt x="36" y="29"/>
                    <a:pt x="36" y="29"/>
                  </a:cubicBezTo>
                  <a:cubicBezTo>
                    <a:pt x="36" y="29"/>
                    <a:pt x="36" y="30"/>
                    <a:pt x="36" y="30"/>
                  </a:cubicBezTo>
                  <a:cubicBezTo>
                    <a:pt x="36" y="31"/>
                    <a:pt x="35" y="32"/>
                    <a:pt x="34" y="32"/>
                  </a:cubicBezTo>
                  <a:close/>
                  <a:moveTo>
                    <a:pt x="5" y="28"/>
                  </a:moveTo>
                  <a:cubicBezTo>
                    <a:pt x="31" y="28"/>
                    <a:pt x="31" y="28"/>
                    <a:pt x="31" y="28"/>
                  </a:cubicBezTo>
                  <a:cubicBezTo>
                    <a:pt x="30" y="5"/>
                    <a:pt x="30" y="5"/>
                    <a:pt x="30" y="5"/>
                  </a:cubicBezTo>
                  <a:cubicBezTo>
                    <a:pt x="7" y="5"/>
                    <a:pt x="7" y="5"/>
                    <a:pt x="7"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7" name="Freeform 541"/>
            <p:cNvSpPr>
              <a:spLocks/>
            </p:cNvSpPr>
            <p:nvPr/>
          </p:nvSpPr>
          <p:spPr bwMode="auto">
            <a:xfrm>
              <a:off x="4654550" y="4548188"/>
              <a:ext cx="9525" cy="4763"/>
            </a:xfrm>
            <a:custGeom>
              <a:avLst/>
              <a:gdLst>
                <a:gd name="T0" fmla="*/ 5 w 6"/>
                <a:gd name="T1" fmla="*/ 1 h 3"/>
                <a:gd name="T2" fmla="*/ 5 w 6"/>
                <a:gd name="T3" fmla="*/ 0 h 3"/>
                <a:gd name="T4" fmla="*/ 6 w 6"/>
                <a:gd name="T5" fmla="*/ 0 h 3"/>
                <a:gd name="T6" fmla="*/ 6 w 6"/>
                <a:gd name="T7" fmla="*/ 1 h 3"/>
                <a:gd name="T8" fmla="*/ 6 w 6"/>
                <a:gd name="T9" fmla="*/ 3 h 3"/>
                <a:gd name="T10" fmla="*/ 0 w 6"/>
                <a:gd name="T11" fmla="*/ 3 h 3"/>
                <a:gd name="T12" fmla="*/ 0 w 6"/>
                <a:gd name="T13" fmla="*/ 1 h 3"/>
                <a:gd name="T14" fmla="*/ 0 w 6"/>
                <a:gd name="T15" fmla="*/ 0 h 3"/>
                <a:gd name="T16" fmla="*/ 1 w 6"/>
                <a:gd name="T17" fmla="*/ 0 h 3"/>
                <a:gd name="T18" fmla="*/ 1 w 6"/>
                <a:gd name="T19" fmla="*/ 1 h 3"/>
                <a:gd name="T20" fmla="*/ 2 w 6"/>
                <a:gd name="T21" fmla="*/ 1 h 3"/>
                <a:gd name="T22" fmla="*/ 2 w 6"/>
                <a:gd name="T23" fmla="*/ 0 h 3"/>
                <a:gd name="T24" fmla="*/ 4 w 6"/>
                <a:gd name="T25" fmla="*/ 0 h 3"/>
                <a:gd name="T26" fmla="*/ 4 w 6"/>
                <a:gd name="T27" fmla="*/ 1 h 3"/>
                <a:gd name="T28" fmla="*/ 5 w 6"/>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1"/>
                  </a:moveTo>
                  <a:lnTo>
                    <a:pt x="5" y="0"/>
                  </a:lnTo>
                  <a:lnTo>
                    <a:pt x="6" y="0"/>
                  </a:lnTo>
                  <a:lnTo>
                    <a:pt x="6" y="1"/>
                  </a:lnTo>
                  <a:lnTo>
                    <a:pt x="6" y="3"/>
                  </a:lnTo>
                  <a:lnTo>
                    <a:pt x="0" y="3"/>
                  </a:lnTo>
                  <a:lnTo>
                    <a:pt x="0" y="1"/>
                  </a:lnTo>
                  <a:lnTo>
                    <a:pt x="0" y="0"/>
                  </a:lnTo>
                  <a:lnTo>
                    <a:pt x="1" y="0"/>
                  </a:lnTo>
                  <a:lnTo>
                    <a:pt x="1" y="1"/>
                  </a:lnTo>
                  <a:lnTo>
                    <a:pt x="2" y="1"/>
                  </a:lnTo>
                  <a:lnTo>
                    <a:pt x="2" y="0"/>
                  </a:lnTo>
                  <a:lnTo>
                    <a:pt x="4" y="0"/>
                  </a:lnTo>
                  <a:lnTo>
                    <a:pt x="4" y="1"/>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8" name="Freeform 542"/>
            <p:cNvSpPr>
              <a:spLocks noEditPoints="1"/>
            </p:cNvSpPr>
            <p:nvPr/>
          </p:nvSpPr>
          <p:spPr bwMode="auto">
            <a:xfrm>
              <a:off x="4654550" y="4546600"/>
              <a:ext cx="9525" cy="6350"/>
            </a:xfrm>
            <a:custGeom>
              <a:avLst/>
              <a:gdLst>
                <a:gd name="T0" fmla="*/ 47 w 49"/>
                <a:gd name="T1" fmla="*/ 29 h 29"/>
                <a:gd name="T2" fmla="*/ 2 w 49"/>
                <a:gd name="T3" fmla="*/ 29 h 29"/>
                <a:gd name="T4" fmla="*/ 0 w 49"/>
                <a:gd name="T5" fmla="*/ 26 h 29"/>
                <a:gd name="T6" fmla="*/ 0 w 49"/>
                <a:gd name="T7" fmla="*/ 3 h 29"/>
                <a:gd name="T8" fmla="*/ 2 w 49"/>
                <a:gd name="T9" fmla="*/ 0 h 29"/>
                <a:gd name="T10" fmla="*/ 12 w 49"/>
                <a:gd name="T11" fmla="*/ 0 h 29"/>
                <a:gd name="T12" fmla="*/ 14 w 49"/>
                <a:gd name="T13" fmla="*/ 3 h 29"/>
                <a:gd name="T14" fmla="*/ 14 w 49"/>
                <a:gd name="T15" fmla="*/ 8 h 29"/>
                <a:gd name="T16" fmla="*/ 18 w 49"/>
                <a:gd name="T17" fmla="*/ 8 h 29"/>
                <a:gd name="T18" fmla="*/ 18 w 49"/>
                <a:gd name="T19" fmla="*/ 3 h 29"/>
                <a:gd name="T20" fmla="*/ 20 w 49"/>
                <a:gd name="T21" fmla="*/ 0 h 29"/>
                <a:gd name="T22" fmla="*/ 29 w 49"/>
                <a:gd name="T23" fmla="*/ 0 h 29"/>
                <a:gd name="T24" fmla="*/ 32 w 49"/>
                <a:gd name="T25" fmla="*/ 3 h 29"/>
                <a:gd name="T26" fmla="*/ 32 w 49"/>
                <a:gd name="T27" fmla="*/ 8 h 29"/>
                <a:gd name="T28" fmla="*/ 35 w 49"/>
                <a:gd name="T29" fmla="*/ 8 h 29"/>
                <a:gd name="T30" fmla="*/ 35 w 49"/>
                <a:gd name="T31" fmla="*/ 3 h 29"/>
                <a:gd name="T32" fmla="*/ 38 w 49"/>
                <a:gd name="T33" fmla="*/ 0 h 29"/>
                <a:gd name="T34" fmla="*/ 47 w 49"/>
                <a:gd name="T35" fmla="*/ 0 h 29"/>
                <a:gd name="T36" fmla="*/ 49 w 49"/>
                <a:gd name="T37" fmla="*/ 3 h 29"/>
                <a:gd name="T38" fmla="*/ 49 w 49"/>
                <a:gd name="T39" fmla="*/ 26 h 29"/>
                <a:gd name="T40" fmla="*/ 47 w 49"/>
                <a:gd name="T41" fmla="*/ 29 h 29"/>
                <a:gd name="T42" fmla="*/ 5 w 49"/>
                <a:gd name="T43" fmla="*/ 24 h 29"/>
                <a:gd name="T44" fmla="*/ 44 w 49"/>
                <a:gd name="T45" fmla="*/ 24 h 29"/>
                <a:gd name="T46" fmla="*/ 44 w 49"/>
                <a:gd name="T47" fmla="*/ 5 h 29"/>
                <a:gd name="T48" fmla="*/ 40 w 49"/>
                <a:gd name="T49" fmla="*/ 5 h 29"/>
                <a:gd name="T50" fmla="*/ 40 w 49"/>
                <a:gd name="T51" fmla="*/ 11 h 29"/>
                <a:gd name="T52" fmla="*/ 38 w 49"/>
                <a:gd name="T53" fmla="*/ 13 h 29"/>
                <a:gd name="T54" fmla="*/ 29 w 49"/>
                <a:gd name="T55" fmla="*/ 13 h 29"/>
                <a:gd name="T56" fmla="*/ 27 w 49"/>
                <a:gd name="T57" fmla="*/ 11 h 29"/>
                <a:gd name="T58" fmla="*/ 27 w 49"/>
                <a:gd name="T59" fmla="*/ 5 h 29"/>
                <a:gd name="T60" fmla="*/ 22 w 49"/>
                <a:gd name="T61" fmla="*/ 5 h 29"/>
                <a:gd name="T62" fmla="*/ 22 w 49"/>
                <a:gd name="T63" fmla="*/ 11 h 29"/>
                <a:gd name="T64" fmla="*/ 20 w 49"/>
                <a:gd name="T65" fmla="*/ 13 h 29"/>
                <a:gd name="T66" fmla="*/ 12 w 49"/>
                <a:gd name="T67" fmla="*/ 13 h 29"/>
                <a:gd name="T68" fmla="*/ 9 w 49"/>
                <a:gd name="T69" fmla="*/ 11 h 29"/>
                <a:gd name="T70" fmla="*/ 9 w 49"/>
                <a:gd name="T71" fmla="*/ 5 h 29"/>
                <a:gd name="T72" fmla="*/ 5 w 49"/>
                <a:gd name="T73" fmla="*/ 5 h 29"/>
                <a:gd name="T74" fmla="*/ 5 w 49"/>
                <a:gd name="T7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9">
                  <a:moveTo>
                    <a:pt x="47" y="29"/>
                  </a:moveTo>
                  <a:cubicBezTo>
                    <a:pt x="2" y="29"/>
                    <a:pt x="2" y="29"/>
                    <a:pt x="2" y="29"/>
                  </a:cubicBezTo>
                  <a:cubicBezTo>
                    <a:pt x="1" y="29"/>
                    <a:pt x="0" y="28"/>
                    <a:pt x="0" y="26"/>
                  </a:cubicBezTo>
                  <a:cubicBezTo>
                    <a:pt x="0" y="3"/>
                    <a:pt x="0" y="3"/>
                    <a:pt x="0" y="3"/>
                  </a:cubicBezTo>
                  <a:cubicBezTo>
                    <a:pt x="0" y="1"/>
                    <a:pt x="1" y="0"/>
                    <a:pt x="2" y="0"/>
                  </a:cubicBezTo>
                  <a:cubicBezTo>
                    <a:pt x="12" y="0"/>
                    <a:pt x="12" y="0"/>
                    <a:pt x="12" y="0"/>
                  </a:cubicBezTo>
                  <a:cubicBezTo>
                    <a:pt x="13" y="0"/>
                    <a:pt x="14" y="1"/>
                    <a:pt x="14" y="3"/>
                  </a:cubicBezTo>
                  <a:cubicBezTo>
                    <a:pt x="14" y="8"/>
                    <a:pt x="14" y="8"/>
                    <a:pt x="14" y="8"/>
                  </a:cubicBezTo>
                  <a:cubicBezTo>
                    <a:pt x="18" y="8"/>
                    <a:pt x="18" y="8"/>
                    <a:pt x="18" y="8"/>
                  </a:cubicBezTo>
                  <a:cubicBezTo>
                    <a:pt x="18" y="3"/>
                    <a:pt x="18" y="3"/>
                    <a:pt x="18" y="3"/>
                  </a:cubicBezTo>
                  <a:cubicBezTo>
                    <a:pt x="18" y="1"/>
                    <a:pt x="19" y="0"/>
                    <a:pt x="20" y="0"/>
                  </a:cubicBezTo>
                  <a:cubicBezTo>
                    <a:pt x="29" y="0"/>
                    <a:pt x="29" y="0"/>
                    <a:pt x="29" y="0"/>
                  </a:cubicBezTo>
                  <a:cubicBezTo>
                    <a:pt x="30" y="0"/>
                    <a:pt x="32" y="1"/>
                    <a:pt x="32" y="3"/>
                  </a:cubicBezTo>
                  <a:cubicBezTo>
                    <a:pt x="32" y="8"/>
                    <a:pt x="32" y="8"/>
                    <a:pt x="32" y="8"/>
                  </a:cubicBezTo>
                  <a:cubicBezTo>
                    <a:pt x="35" y="8"/>
                    <a:pt x="35" y="8"/>
                    <a:pt x="35" y="8"/>
                  </a:cubicBezTo>
                  <a:cubicBezTo>
                    <a:pt x="35" y="3"/>
                    <a:pt x="35" y="3"/>
                    <a:pt x="35" y="3"/>
                  </a:cubicBezTo>
                  <a:cubicBezTo>
                    <a:pt x="35" y="1"/>
                    <a:pt x="36" y="0"/>
                    <a:pt x="38" y="0"/>
                  </a:cubicBezTo>
                  <a:cubicBezTo>
                    <a:pt x="47" y="0"/>
                    <a:pt x="47" y="0"/>
                    <a:pt x="47" y="0"/>
                  </a:cubicBezTo>
                  <a:cubicBezTo>
                    <a:pt x="48" y="0"/>
                    <a:pt x="49" y="1"/>
                    <a:pt x="49" y="3"/>
                  </a:cubicBezTo>
                  <a:cubicBezTo>
                    <a:pt x="49" y="26"/>
                    <a:pt x="49" y="26"/>
                    <a:pt x="49" y="26"/>
                  </a:cubicBezTo>
                  <a:cubicBezTo>
                    <a:pt x="49" y="28"/>
                    <a:pt x="48" y="29"/>
                    <a:pt x="47" y="29"/>
                  </a:cubicBezTo>
                  <a:close/>
                  <a:moveTo>
                    <a:pt x="5" y="24"/>
                  </a:moveTo>
                  <a:cubicBezTo>
                    <a:pt x="44" y="24"/>
                    <a:pt x="44" y="24"/>
                    <a:pt x="44" y="24"/>
                  </a:cubicBezTo>
                  <a:cubicBezTo>
                    <a:pt x="44" y="5"/>
                    <a:pt x="44" y="5"/>
                    <a:pt x="44" y="5"/>
                  </a:cubicBezTo>
                  <a:cubicBezTo>
                    <a:pt x="40" y="5"/>
                    <a:pt x="40" y="5"/>
                    <a:pt x="40" y="5"/>
                  </a:cubicBezTo>
                  <a:cubicBezTo>
                    <a:pt x="40" y="11"/>
                    <a:pt x="40" y="11"/>
                    <a:pt x="40" y="11"/>
                  </a:cubicBezTo>
                  <a:cubicBezTo>
                    <a:pt x="40" y="12"/>
                    <a:pt x="39" y="13"/>
                    <a:pt x="38" y="13"/>
                  </a:cubicBezTo>
                  <a:cubicBezTo>
                    <a:pt x="29" y="13"/>
                    <a:pt x="29" y="13"/>
                    <a:pt x="29" y="13"/>
                  </a:cubicBezTo>
                  <a:cubicBezTo>
                    <a:pt x="28" y="13"/>
                    <a:pt x="27" y="12"/>
                    <a:pt x="27" y="11"/>
                  </a:cubicBezTo>
                  <a:cubicBezTo>
                    <a:pt x="27" y="5"/>
                    <a:pt x="27" y="5"/>
                    <a:pt x="27" y="5"/>
                  </a:cubicBezTo>
                  <a:cubicBezTo>
                    <a:pt x="22" y="5"/>
                    <a:pt x="22" y="5"/>
                    <a:pt x="22" y="5"/>
                  </a:cubicBezTo>
                  <a:cubicBezTo>
                    <a:pt x="22" y="11"/>
                    <a:pt x="22" y="11"/>
                    <a:pt x="22" y="11"/>
                  </a:cubicBezTo>
                  <a:cubicBezTo>
                    <a:pt x="22" y="12"/>
                    <a:pt x="21" y="13"/>
                    <a:pt x="20" y="13"/>
                  </a:cubicBezTo>
                  <a:cubicBezTo>
                    <a:pt x="12" y="13"/>
                    <a:pt x="12" y="13"/>
                    <a:pt x="12" y="13"/>
                  </a:cubicBezTo>
                  <a:cubicBezTo>
                    <a:pt x="10" y="13"/>
                    <a:pt x="9" y="12"/>
                    <a:pt x="9" y="11"/>
                  </a:cubicBezTo>
                  <a:cubicBezTo>
                    <a:pt x="9" y="5"/>
                    <a:pt x="9" y="5"/>
                    <a:pt x="9" y="5"/>
                  </a:cubicBezTo>
                  <a:cubicBezTo>
                    <a:pt x="5" y="5"/>
                    <a:pt x="5" y="5"/>
                    <a:pt x="5" y="5"/>
                  </a:cubicBezTo>
                  <a:lnTo>
                    <a:pt x="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9" name="Rectangle 543"/>
            <p:cNvSpPr>
              <a:spLocks noChangeArrowheads="1"/>
            </p:cNvSpPr>
            <p:nvPr/>
          </p:nvSpPr>
          <p:spPr bwMode="auto">
            <a:xfrm>
              <a:off x="4656138" y="4552950"/>
              <a:ext cx="6350" cy="1111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0" name="Freeform 544"/>
            <p:cNvSpPr>
              <a:spLocks noEditPoints="1"/>
            </p:cNvSpPr>
            <p:nvPr/>
          </p:nvSpPr>
          <p:spPr bwMode="auto">
            <a:xfrm>
              <a:off x="4656138" y="4551363"/>
              <a:ext cx="6350" cy="12700"/>
            </a:xfrm>
            <a:custGeom>
              <a:avLst/>
              <a:gdLst>
                <a:gd name="T0" fmla="*/ 34 w 37"/>
                <a:gd name="T1" fmla="*/ 62 h 62"/>
                <a:gd name="T2" fmla="*/ 34 w 37"/>
                <a:gd name="T3" fmla="*/ 62 h 62"/>
                <a:gd name="T4" fmla="*/ 3 w 37"/>
                <a:gd name="T5" fmla="*/ 62 h 62"/>
                <a:gd name="T6" fmla="*/ 1 w 37"/>
                <a:gd name="T7" fmla="*/ 62 h 62"/>
                <a:gd name="T8" fmla="*/ 0 w 37"/>
                <a:gd name="T9" fmla="*/ 60 h 62"/>
                <a:gd name="T10" fmla="*/ 2 w 37"/>
                <a:gd name="T11" fmla="*/ 2 h 62"/>
                <a:gd name="T12" fmla="*/ 5 w 37"/>
                <a:gd name="T13" fmla="*/ 0 h 62"/>
                <a:gd name="T14" fmla="*/ 32 w 37"/>
                <a:gd name="T15" fmla="*/ 0 h 62"/>
                <a:gd name="T16" fmla="*/ 35 w 37"/>
                <a:gd name="T17" fmla="*/ 2 h 62"/>
                <a:gd name="T18" fmla="*/ 37 w 37"/>
                <a:gd name="T19" fmla="*/ 59 h 62"/>
                <a:gd name="T20" fmla="*/ 37 w 37"/>
                <a:gd name="T21" fmla="*/ 60 h 62"/>
                <a:gd name="T22" fmla="*/ 34 w 37"/>
                <a:gd name="T23" fmla="*/ 62 h 62"/>
                <a:gd name="T24" fmla="*/ 5 w 37"/>
                <a:gd name="T25" fmla="*/ 58 h 62"/>
                <a:gd name="T26" fmla="*/ 32 w 37"/>
                <a:gd name="T27" fmla="*/ 58 h 62"/>
                <a:gd name="T28" fmla="*/ 30 w 37"/>
                <a:gd name="T29" fmla="*/ 5 h 62"/>
                <a:gd name="T30" fmla="*/ 7 w 37"/>
                <a:gd name="T31" fmla="*/ 5 h 62"/>
                <a:gd name="T32" fmla="*/ 5 w 37"/>
                <a:gd name="T33" fmla="*/ 5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4" y="62"/>
                  </a:moveTo>
                  <a:cubicBezTo>
                    <a:pt x="34" y="62"/>
                    <a:pt x="34" y="62"/>
                    <a:pt x="34" y="62"/>
                  </a:cubicBezTo>
                  <a:cubicBezTo>
                    <a:pt x="3" y="62"/>
                    <a:pt x="3" y="62"/>
                    <a:pt x="3" y="62"/>
                  </a:cubicBezTo>
                  <a:cubicBezTo>
                    <a:pt x="2" y="62"/>
                    <a:pt x="2" y="62"/>
                    <a:pt x="1" y="62"/>
                  </a:cubicBezTo>
                  <a:cubicBezTo>
                    <a:pt x="1" y="61"/>
                    <a:pt x="0" y="61"/>
                    <a:pt x="0" y="60"/>
                  </a:cubicBezTo>
                  <a:cubicBezTo>
                    <a:pt x="2" y="2"/>
                    <a:pt x="2" y="2"/>
                    <a:pt x="2" y="2"/>
                  </a:cubicBezTo>
                  <a:cubicBezTo>
                    <a:pt x="2" y="1"/>
                    <a:pt x="3" y="0"/>
                    <a:pt x="5" y="0"/>
                  </a:cubicBezTo>
                  <a:cubicBezTo>
                    <a:pt x="32" y="0"/>
                    <a:pt x="32" y="0"/>
                    <a:pt x="32" y="0"/>
                  </a:cubicBezTo>
                  <a:cubicBezTo>
                    <a:pt x="34" y="0"/>
                    <a:pt x="35" y="1"/>
                    <a:pt x="35" y="2"/>
                  </a:cubicBezTo>
                  <a:cubicBezTo>
                    <a:pt x="37" y="59"/>
                    <a:pt x="37" y="59"/>
                    <a:pt x="37" y="59"/>
                  </a:cubicBezTo>
                  <a:cubicBezTo>
                    <a:pt x="37" y="59"/>
                    <a:pt x="37" y="60"/>
                    <a:pt x="37" y="60"/>
                  </a:cubicBezTo>
                  <a:cubicBezTo>
                    <a:pt x="37" y="61"/>
                    <a:pt x="36" y="62"/>
                    <a:pt x="34" y="62"/>
                  </a:cubicBezTo>
                  <a:close/>
                  <a:moveTo>
                    <a:pt x="5" y="58"/>
                  </a:moveTo>
                  <a:cubicBezTo>
                    <a:pt x="32" y="58"/>
                    <a:pt x="32" y="58"/>
                    <a:pt x="32" y="58"/>
                  </a:cubicBezTo>
                  <a:cubicBezTo>
                    <a:pt x="30" y="5"/>
                    <a:pt x="30" y="5"/>
                    <a:pt x="30" y="5"/>
                  </a:cubicBezTo>
                  <a:cubicBezTo>
                    <a:pt x="7" y="5"/>
                    <a:pt x="7" y="5"/>
                    <a:pt x="7" y="5"/>
                  </a:cubicBezTo>
                  <a:lnTo>
                    <a:pt x="5"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1" name="Freeform 545"/>
            <p:cNvSpPr>
              <a:spLocks/>
            </p:cNvSpPr>
            <p:nvPr/>
          </p:nvSpPr>
          <p:spPr bwMode="auto">
            <a:xfrm>
              <a:off x="4649788" y="4559300"/>
              <a:ext cx="1588" cy="3175"/>
            </a:xfrm>
            <a:custGeom>
              <a:avLst/>
              <a:gdLst>
                <a:gd name="T0" fmla="*/ 7 w 7"/>
                <a:gd name="T1" fmla="*/ 3 h 12"/>
                <a:gd name="T2" fmla="*/ 3 w 7"/>
                <a:gd name="T3" fmla="*/ 0 h 12"/>
                <a:gd name="T4" fmla="*/ 0 w 7"/>
                <a:gd name="T5" fmla="*/ 3 h 12"/>
                <a:gd name="T6" fmla="*/ 0 w 7"/>
                <a:gd name="T7" fmla="*/ 12 h 12"/>
                <a:gd name="T8" fmla="*/ 7 w 7"/>
                <a:gd name="T9" fmla="*/ 12 h 12"/>
                <a:gd name="T10" fmla="*/ 7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7" y="3"/>
                  </a:moveTo>
                  <a:cubicBezTo>
                    <a:pt x="7" y="1"/>
                    <a:pt x="5" y="0"/>
                    <a:pt x="3" y="0"/>
                  </a:cubicBezTo>
                  <a:cubicBezTo>
                    <a:pt x="1" y="0"/>
                    <a:pt x="0" y="1"/>
                    <a:pt x="0" y="3"/>
                  </a:cubicBezTo>
                  <a:cubicBezTo>
                    <a:pt x="0" y="12"/>
                    <a:pt x="0" y="12"/>
                    <a:pt x="0" y="12"/>
                  </a:cubicBezTo>
                  <a:cubicBezTo>
                    <a:pt x="7" y="12"/>
                    <a:pt x="7" y="12"/>
                    <a:pt x="7" y="12"/>
                  </a:cubicBez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2" name="Freeform 546"/>
            <p:cNvSpPr>
              <a:spLocks/>
            </p:cNvSpPr>
            <p:nvPr/>
          </p:nvSpPr>
          <p:spPr bwMode="auto">
            <a:xfrm>
              <a:off x="4659313" y="4554538"/>
              <a:ext cx="0" cy="3175"/>
            </a:xfrm>
            <a:custGeom>
              <a:avLst/>
              <a:gdLst>
                <a:gd name="T0" fmla="*/ 7 w 7"/>
                <a:gd name="T1" fmla="*/ 4 h 13"/>
                <a:gd name="T2" fmla="*/ 4 w 7"/>
                <a:gd name="T3" fmla="*/ 0 h 13"/>
                <a:gd name="T4" fmla="*/ 0 w 7"/>
                <a:gd name="T5" fmla="*/ 4 h 13"/>
                <a:gd name="T6" fmla="*/ 0 w 7"/>
                <a:gd name="T7" fmla="*/ 13 h 13"/>
                <a:gd name="T8" fmla="*/ 7 w 7"/>
                <a:gd name="T9" fmla="*/ 13 h 13"/>
                <a:gd name="T10" fmla="*/ 7 w 7"/>
                <a:gd name="T11" fmla="*/ 4 h 13"/>
              </a:gdLst>
              <a:ahLst/>
              <a:cxnLst>
                <a:cxn ang="0">
                  <a:pos x="T0" y="T1"/>
                </a:cxn>
                <a:cxn ang="0">
                  <a:pos x="T2" y="T3"/>
                </a:cxn>
                <a:cxn ang="0">
                  <a:pos x="T4" y="T5"/>
                </a:cxn>
                <a:cxn ang="0">
                  <a:pos x="T6" y="T7"/>
                </a:cxn>
                <a:cxn ang="0">
                  <a:pos x="T8" y="T9"/>
                </a:cxn>
                <a:cxn ang="0">
                  <a:pos x="T10" y="T11"/>
                </a:cxn>
              </a:cxnLst>
              <a:rect l="0" t="0" r="r" b="b"/>
              <a:pathLst>
                <a:path w="7" h="13">
                  <a:moveTo>
                    <a:pt x="7" y="4"/>
                  </a:moveTo>
                  <a:cubicBezTo>
                    <a:pt x="7" y="2"/>
                    <a:pt x="5" y="0"/>
                    <a:pt x="4" y="0"/>
                  </a:cubicBezTo>
                  <a:cubicBezTo>
                    <a:pt x="2" y="0"/>
                    <a:pt x="0" y="2"/>
                    <a:pt x="0" y="4"/>
                  </a:cubicBezTo>
                  <a:cubicBezTo>
                    <a:pt x="0" y="13"/>
                    <a:pt x="0" y="13"/>
                    <a:pt x="0" y="13"/>
                  </a:cubicBezTo>
                  <a:cubicBezTo>
                    <a:pt x="7" y="13"/>
                    <a:pt x="7" y="13"/>
                    <a:pt x="7" y="13"/>
                  </a:cubicBezTo>
                  <a:lnTo>
                    <a:pt x="7"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3" name="Freeform 547"/>
            <p:cNvSpPr>
              <a:spLocks/>
            </p:cNvSpPr>
            <p:nvPr/>
          </p:nvSpPr>
          <p:spPr bwMode="auto">
            <a:xfrm>
              <a:off x="4664075" y="4554538"/>
              <a:ext cx="7938" cy="3175"/>
            </a:xfrm>
            <a:custGeom>
              <a:avLst/>
              <a:gdLst>
                <a:gd name="T0" fmla="*/ 1 w 5"/>
                <a:gd name="T1" fmla="*/ 1 h 2"/>
                <a:gd name="T2" fmla="*/ 1 w 5"/>
                <a:gd name="T3" fmla="*/ 0 h 2"/>
                <a:gd name="T4" fmla="*/ 0 w 5"/>
                <a:gd name="T5" fmla="*/ 0 h 2"/>
                <a:gd name="T6" fmla="*/ 0 w 5"/>
                <a:gd name="T7" fmla="*/ 1 h 2"/>
                <a:gd name="T8" fmla="*/ 0 w 5"/>
                <a:gd name="T9" fmla="*/ 2 h 2"/>
                <a:gd name="T10" fmla="*/ 5 w 5"/>
                <a:gd name="T11" fmla="*/ 2 h 2"/>
                <a:gd name="T12" fmla="*/ 5 w 5"/>
                <a:gd name="T13" fmla="*/ 1 h 2"/>
                <a:gd name="T14" fmla="*/ 5 w 5"/>
                <a:gd name="T15" fmla="*/ 0 h 2"/>
                <a:gd name="T16" fmla="*/ 4 w 5"/>
                <a:gd name="T17" fmla="*/ 0 h 2"/>
                <a:gd name="T18" fmla="*/ 4 w 5"/>
                <a:gd name="T19" fmla="*/ 1 h 2"/>
                <a:gd name="T20" fmla="*/ 3 w 5"/>
                <a:gd name="T21" fmla="*/ 1 h 2"/>
                <a:gd name="T22" fmla="*/ 3 w 5"/>
                <a:gd name="T23" fmla="*/ 0 h 2"/>
                <a:gd name="T24" fmla="*/ 2 w 5"/>
                <a:gd name="T25" fmla="*/ 0 h 2"/>
                <a:gd name="T26" fmla="*/ 2 w 5"/>
                <a:gd name="T27" fmla="*/ 1 h 2"/>
                <a:gd name="T28" fmla="*/ 1 w 5"/>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2">
                  <a:moveTo>
                    <a:pt x="1" y="1"/>
                  </a:moveTo>
                  <a:lnTo>
                    <a:pt x="1" y="0"/>
                  </a:lnTo>
                  <a:lnTo>
                    <a:pt x="0" y="0"/>
                  </a:lnTo>
                  <a:lnTo>
                    <a:pt x="0" y="1"/>
                  </a:lnTo>
                  <a:lnTo>
                    <a:pt x="0" y="2"/>
                  </a:lnTo>
                  <a:lnTo>
                    <a:pt x="5" y="2"/>
                  </a:lnTo>
                  <a:lnTo>
                    <a:pt x="5" y="1"/>
                  </a:lnTo>
                  <a:lnTo>
                    <a:pt x="5" y="0"/>
                  </a:lnTo>
                  <a:lnTo>
                    <a:pt x="4" y="0"/>
                  </a:lnTo>
                  <a:lnTo>
                    <a:pt x="4" y="1"/>
                  </a:lnTo>
                  <a:lnTo>
                    <a:pt x="3" y="1"/>
                  </a:lnTo>
                  <a:lnTo>
                    <a:pt x="3" y="0"/>
                  </a:lnTo>
                  <a:lnTo>
                    <a:pt x="2" y="0"/>
                  </a:lnTo>
                  <a:lnTo>
                    <a:pt x="2" y="1"/>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4" name="Freeform 548"/>
            <p:cNvSpPr>
              <a:spLocks noEditPoints="1"/>
            </p:cNvSpPr>
            <p:nvPr/>
          </p:nvSpPr>
          <p:spPr bwMode="auto">
            <a:xfrm>
              <a:off x="4664075" y="4552950"/>
              <a:ext cx="9525" cy="6350"/>
            </a:xfrm>
            <a:custGeom>
              <a:avLst/>
              <a:gdLst>
                <a:gd name="T0" fmla="*/ 47 w 49"/>
                <a:gd name="T1" fmla="*/ 29 h 29"/>
                <a:gd name="T2" fmla="*/ 3 w 49"/>
                <a:gd name="T3" fmla="*/ 29 h 29"/>
                <a:gd name="T4" fmla="*/ 0 w 49"/>
                <a:gd name="T5" fmla="*/ 26 h 29"/>
                <a:gd name="T6" fmla="*/ 0 w 49"/>
                <a:gd name="T7" fmla="*/ 3 h 29"/>
                <a:gd name="T8" fmla="*/ 3 w 49"/>
                <a:gd name="T9" fmla="*/ 0 h 29"/>
                <a:gd name="T10" fmla="*/ 12 w 49"/>
                <a:gd name="T11" fmla="*/ 0 h 29"/>
                <a:gd name="T12" fmla="*/ 14 w 49"/>
                <a:gd name="T13" fmla="*/ 3 h 29"/>
                <a:gd name="T14" fmla="*/ 14 w 49"/>
                <a:gd name="T15" fmla="*/ 8 h 29"/>
                <a:gd name="T16" fmla="*/ 18 w 49"/>
                <a:gd name="T17" fmla="*/ 8 h 29"/>
                <a:gd name="T18" fmla="*/ 18 w 49"/>
                <a:gd name="T19" fmla="*/ 3 h 29"/>
                <a:gd name="T20" fmla="*/ 20 w 49"/>
                <a:gd name="T21" fmla="*/ 0 h 29"/>
                <a:gd name="T22" fmla="*/ 29 w 49"/>
                <a:gd name="T23" fmla="*/ 0 h 29"/>
                <a:gd name="T24" fmla="*/ 32 w 49"/>
                <a:gd name="T25" fmla="*/ 3 h 29"/>
                <a:gd name="T26" fmla="*/ 32 w 49"/>
                <a:gd name="T27" fmla="*/ 8 h 29"/>
                <a:gd name="T28" fmla="*/ 35 w 49"/>
                <a:gd name="T29" fmla="*/ 8 h 29"/>
                <a:gd name="T30" fmla="*/ 35 w 49"/>
                <a:gd name="T31" fmla="*/ 3 h 29"/>
                <a:gd name="T32" fmla="*/ 38 w 49"/>
                <a:gd name="T33" fmla="*/ 0 h 29"/>
                <a:gd name="T34" fmla="*/ 47 w 49"/>
                <a:gd name="T35" fmla="*/ 0 h 29"/>
                <a:gd name="T36" fmla="*/ 49 w 49"/>
                <a:gd name="T37" fmla="*/ 3 h 29"/>
                <a:gd name="T38" fmla="*/ 49 w 49"/>
                <a:gd name="T39" fmla="*/ 26 h 29"/>
                <a:gd name="T40" fmla="*/ 47 w 49"/>
                <a:gd name="T41" fmla="*/ 29 h 29"/>
                <a:gd name="T42" fmla="*/ 5 w 49"/>
                <a:gd name="T43" fmla="*/ 24 h 29"/>
                <a:gd name="T44" fmla="*/ 45 w 49"/>
                <a:gd name="T45" fmla="*/ 24 h 29"/>
                <a:gd name="T46" fmla="*/ 45 w 49"/>
                <a:gd name="T47" fmla="*/ 5 h 29"/>
                <a:gd name="T48" fmla="*/ 40 w 49"/>
                <a:gd name="T49" fmla="*/ 5 h 29"/>
                <a:gd name="T50" fmla="*/ 40 w 49"/>
                <a:gd name="T51" fmla="*/ 11 h 29"/>
                <a:gd name="T52" fmla="*/ 38 w 49"/>
                <a:gd name="T53" fmla="*/ 13 h 29"/>
                <a:gd name="T54" fmla="*/ 29 w 49"/>
                <a:gd name="T55" fmla="*/ 13 h 29"/>
                <a:gd name="T56" fmla="*/ 27 w 49"/>
                <a:gd name="T57" fmla="*/ 11 h 29"/>
                <a:gd name="T58" fmla="*/ 27 w 49"/>
                <a:gd name="T59" fmla="*/ 5 h 29"/>
                <a:gd name="T60" fmla="*/ 23 w 49"/>
                <a:gd name="T61" fmla="*/ 5 h 29"/>
                <a:gd name="T62" fmla="*/ 23 w 49"/>
                <a:gd name="T63" fmla="*/ 11 h 29"/>
                <a:gd name="T64" fmla="*/ 20 w 49"/>
                <a:gd name="T65" fmla="*/ 13 h 29"/>
                <a:gd name="T66" fmla="*/ 12 w 49"/>
                <a:gd name="T67" fmla="*/ 13 h 29"/>
                <a:gd name="T68" fmla="*/ 9 w 49"/>
                <a:gd name="T69" fmla="*/ 11 h 29"/>
                <a:gd name="T70" fmla="*/ 9 w 49"/>
                <a:gd name="T71" fmla="*/ 5 h 29"/>
                <a:gd name="T72" fmla="*/ 5 w 49"/>
                <a:gd name="T73" fmla="*/ 5 h 29"/>
                <a:gd name="T74" fmla="*/ 5 w 49"/>
                <a:gd name="T7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29">
                  <a:moveTo>
                    <a:pt x="47" y="29"/>
                  </a:moveTo>
                  <a:cubicBezTo>
                    <a:pt x="3" y="29"/>
                    <a:pt x="3" y="29"/>
                    <a:pt x="3" y="29"/>
                  </a:cubicBezTo>
                  <a:cubicBezTo>
                    <a:pt x="1" y="29"/>
                    <a:pt x="0" y="28"/>
                    <a:pt x="0" y="26"/>
                  </a:cubicBezTo>
                  <a:cubicBezTo>
                    <a:pt x="0" y="3"/>
                    <a:pt x="0" y="3"/>
                    <a:pt x="0" y="3"/>
                  </a:cubicBezTo>
                  <a:cubicBezTo>
                    <a:pt x="0" y="1"/>
                    <a:pt x="1" y="0"/>
                    <a:pt x="3" y="0"/>
                  </a:cubicBezTo>
                  <a:cubicBezTo>
                    <a:pt x="12" y="0"/>
                    <a:pt x="12" y="0"/>
                    <a:pt x="12" y="0"/>
                  </a:cubicBezTo>
                  <a:cubicBezTo>
                    <a:pt x="13" y="0"/>
                    <a:pt x="14" y="1"/>
                    <a:pt x="14" y="3"/>
                  </a:cubicBezTo>
                  <a:cubicBezTo>
                    <a:pt x="14" y="8"/>
                    <a:pt x="14" y="8"/>
                    <a:pt x="14" y="8"/>
                  </a:cubicBezTo>
                  <a:cubicBezTo>
                    <a:pt x="18" y="8"/>
                    <a:pt x="18" y="8"/>
                    <a:pt x="18" y="8"/>
                  </a:cubicBezTo>
                  <a:cubicBezTo>
                    <a:pt x="18" y="3"/>
                    <a:pt x="18" y="3"/>
                    <a:pt x="18" y="3"/>
                  </a:cubicBezTo>
                  <a:cubicBezTo>
                    <a:pt x="18" y="1"/>
                    <a:pt x="19" y="0"/>
                    <a:pt x="20" y="0"/>
                  </a:cubicBezTo>
                  <a:cubicBezTo>
                    <a:pt x="29" y="0"/>
                    <a:pt x="29" y="0"/>
                    <a:pt x="29" y="0"/>
                  </a:cubicBezTo>
                  <a:cubicBezTo>
                    <a:pt x="31" y="0"/>
                    <a:pt x="32" y="1"/>
                    <a:pt x="32" y="3"/>
                  </a:cubicBezTo>
                  <a:cubicBezTo>
                    <a:pt x="32" y="8"/>
                    <a:pt x="32" y="8"/>
                    <a:pt x="32" y="8"/>
                  </a:cubicBezTo>
                  <a:cubicBezTo>
                    <a:pt x="35" y="8"/>
                    <a:pt x="35" y="8"/>
                    <a:pt x="35" y="8"/>
                  </a:cubicBezTo>
                  <a:cubicBezTo>
                    <a:pt x="35" y="3"/>
                    <a:pt x="35" y="3"/>
                    <a:pt x="35" y="3"/>
                  </a:cubicBezTo>
                  <a:cubicBezTo>
                    <a:pt x="35" y="1"/>
                    <a:pt x="36" y="0"/>
                    <a:pt x="38" y="0"/>
                  </a:cubicBezTo>
                  <a:cubicBezTo>
                    <a:pt x="47" y="0"/>
                    <a:pt x="47" y="0"/>
                    <a:pt x="47" y="0"/>
                  </a:cubicBezTo>
                  <a:cubicBezTo>
                    <a:pt x="48" y="0"/>
                    <a:pt x="49" y="1"/>
                    <a:pt x="49" y="3"/>
                  </a:cubicBezTo>
                  <a:cubicBezTo>
                    <a:pt x="49" y="26"/>
                    <a:pt x="49" y="26"/>
                    <a:pt x="49" y="26"/>
                  </a:cubicBezTo>
                  <a:cubicBezTo>
                    <a:pt x="49" y="28"/>
                    <a:pt x="48" y="29"/>
                    <a:pt x="47" y="29"/>
                  </a:cubicBezTo>
                  <a:close/>
                  <a:moveTo>
                    <a:pt x="5" y="24"/>
                  </a:moveTo>
                  <a:cubicBezTo>
                    <a:pt x="45" y="24"/>
                    <a:pt x="45" y="24"/>
                    <a:pt x="45" y="24"/>
                  </a:cubicBezTo>
                  <a:cubicBezTo>
                    <a:pt x="45" y="5"/>
                    <a:pt x="45" y="5"/>
                    <a:pt x="45" y="5"/>
                  </a:cubicBezTo>
                  <a:cubicBezTo>
                    <a:pt x="40" y="5"/>
                    <a:pt x="40" y="5"/>
                    <a:pt x="40" y="5"/>
                  </a:cubicBezTo>
                  <a:cubicBezTo>
                    <a:pt x="40" y="11"/>
                    <a:pt x="40" y="11"/>
                    <a:pt x="40" y="11"/>
                  </a:cubicBezTo>
                  <a:cubicBezTo>
                    <a:pt x="40" y="12"/>
                    <a:pt x="39" y="13"/>
                    <a:pt x="38" y="13"/>
                  </a:cubicBezTo>
                  <a:cubicBezTo>
                    <a:pt x="29" y="13"/>
                    <a:pt x="29" y="13"/>
                    <a:pt x="29" y="13"/>
                  </a:cubicBezTo>
                  <a:cubicBezTo>
                    <a:pt x="28" y="13"/>
                    <a:pt x="27" y="12"/>
                    <a:pt x="27" y="11"/>
                  </a:cubicBezTo>
                  <a:cubicBezTo>
                    <a:pt x="27" y="5"/>
                    <a:pt x="27" y="5"/>
                    <a:pt x="27" y="5"/>
                  </a:cubicBezTo>
                  <a:cubicBezTo>
                    <a:pt x="23" y="5"/>
                    <a:pt x="23" y="5"/>
                    <a:pt x="23" y="5"/>
                  </a:cubicBezTo>
                  <a:cubicBezTo>
                    <a:pt x="23" y="11"/>
                    <a:pt x="23" y="11"/>
                    <a:pt x="23" y="11"/>
                  </a:cubicBezTo>
                  <a:cubicBezTo>
                    <a:pt x="23" y="12"/>
                    <a:pt x="21" y="13"/>
                    <a:pt x="20" y="13"/>
                  </a:cubicBezTo>
                  <a:cubicBezTo>
                    <a:pt x="12" y="13"/>
                    <a:pt x="12" y="13"/>
                    <a:pt x="12" y="13"/>
                  </a:cubicBezTo>
                  <a:cubicBezTo>
                    <a:pt x="10" y="13"/>
                    <a:pt x="9" y="12"/>
                    <a:pt x="9" y="11"/>
                  </a:cubicBezTo>
                  <a:cubicBezTo>
                    <a:pt x="9" y="5"/>
                    <a:pt x="9" y="5"/>
                    <a:pt x="9" y="5"/>
                  </a:cubicBezTo>
                  <a:cubicBezTo>
                    <a:pt x="5" y="5"/>
                    <a:pt x="5" y="5"/>
                    <a:pt x="5" y="5"/>
                  </a:cubicBezTo>
                  <a:lnTo>
                    <a:pt x="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5" name="Freeform 549"/>
            <p:cNvSpPr>
              <a:spLocks/>
            </p:cNvSpPr>
            <p:nvPr/>
          </p:nvSpPr>
          <p:spPr bwMode="auto">
            <a:xfrm>
              <a:off x="4665663" y="4557713"/>
              <a:ext cx="6350" cy="6350"/>
            </a:xfrm>
            <a:custGeom>
              <a:avLst/>
              <a:gdLst>
                <a:gd name="T0" fmla="*/ 0 w 4"/>
                <a:gd name="T1" fmla="*/ 4 h 4"/>
                <a:gd name="T2" fmla="*/ 4 w 4"/>
                <a:gd name="T3" fmla="*/ 4 h 4"/>
                <a:gd name="T4" fmla="*/ 3 w 4"/>
                <a:gd name="T5" fmla="*/ 0 h 4"/>
                <a:gd name="T6" fmla="*/ 0 w 4"/>
                <a:gd name="T7" fmla="*/ 0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lnTo>
                    <a:pt x="4" y="4"/>
                  </a:lnTo>
                  <a:lnTo>
                    <a:pt x="3" y="0"/>
                  </a:lnTo>
                  <a:lnTo>
                    <a:pt x="0" y="0"/>
                  </a:lnTo>
                  <a:lnTo>
                    <a:pt x="0"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6" name="Freeform 550"/>
            <p:cNvSpPr>
              <a:spLocks noEditPoints="1"/>
            </p:cNvSpPr>
            <p:nvPr/>
          </p:nvSpPr>
          <p:spPr bwMode="auto">
            <a:xfrm>
              <a:off x="4664075" y="4557713"/>
              <a:ext cx="7938" cy="6350"/>
            </a:xfrm>
            <a:custGeom>
              <a:avLst/>
              <a:gdLst>
                <a:gd name="T0" fmla="*/ 33 w 36"/>
                <a:gd name="T1" fmla="*/ 32 h 32"/>
                <a:gd name="T2" fmla="*/ 2 w 36"/>
                <a:gd name="T3" fmla="*/ 32 h 32"/>
                <a:gd name="T4" fmla="*/ 0 w 36"/>
                <a:gd name="T5" fmla="*/ 32 h 32"/>
                <a:gd name="T6" fmla="*/ 0 w 36"/>
                <a:gd name="T7" fmla="*/ 30 h 32"/>
                <a:gd name="T8" fmla="*/ 1 w 36"/>
                <a:gd name="T9" fmla="*/ 2 h 32"/>
                <a:gd name="T10" fmla="*/ 4 w 36"/>
                <a:gd name="T11" fmla="*/ 0 h 32"/>
                <a:gd name="T12" fmla="*/ 32 w 36"/>
                <a:gd name="T13" fmla="*/ 0 h 32"/>
                <a:gd name="T14" fmla="*/ 34 w 36"/>
                <a:gd name="T15" fmla="*/ 2 h 32"/>
                <a:gd name="T16" fmla="*/ 36 w 36"/>
                <a:gd name="T17" fmla="*/ 30 h 32"/>
                <a:gd name="T18" fmla="*/ 35 w 36"/>
                <a:gd name="T19" fmla="*/ 32 h 32"/>
                <a:gd name="T20" fmla="*/ 33 w 36"/>
                <a:gd name="T21" fmla="*/ 32 h 32"/>
                <a:gd name="T22" fmla="*/ 5 w 36"/>
                <a:gd name="T23" fmla="*/ 28 h 32"/>
                <a:gd name="T24" fmla="*/ 31 w 36"/>
                <a:gd name="T25" fmla="*/ 28 h 32"/>
                <a:gd name="T26" fmla="*/ 29 w 36"/>
                <a:gd name="T27" fmla="*/ 5 h 32"/>
                <a:gd name="T28" fmla="*/ 6 w 36"/>
                <a:gd name="T29" fmla="*/ 5 h 32"/>
                <a:gd name="T30" fmla="*/ 5 w 36"/>
                <a:gd name="T3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32">
                  <a:moveTo>
                    <a:pt x="33" y="32"/>
                  </a:moveTo>
                  <a:cubicBezTo>
                    <a:pt x="2" y="32"/>
                    <a:pt x="2" y="32"/>
                    <a:pt x="2" y="32"/>
                  </a:cubicBezTo>
                  <a:cubicBezTo>
                    <a:pt x="1" y="32"/>
                    <a:pt x="1" y="32"/>
                    <a:pt x="0" y="32"/>
                  </a:cubicBezTo>
                  <a:cubicBezTo>
                    <a:pt x="0" y="31"/>
                    <a:pt x="0" y="30"/>
                    <a:pt x="0" y="30"/>
                  </a:cubicBezTo>
                  <a:cubicBezTo>
                    <a:pt x="1" y="2"/>
                    <a:pt x="1" y="2"/>
                    <a:pt x="1" y="2"/>
                  </a:cubicBezTo>
                  <a:cubicBezTo>
                    <a:pt x="2" y="1"/>
                    <a:pt x="3" y="0"/>
                    <a:pt x="4" y="0"/>
                  </a:cubicBezTo>
                  <a:cubicBezTo>
                    <a:pt x="32" y="0"/>
                    <a:pt x="32" y="0"/>
                    <a:pt x="32" y="0"/>
                  </a:cubicBezTo>
                  <a:cubicBezTo>
                    <a:pt x="33" y="0"/>
                    <a:pt x="34" y="1"/>
                    <a:pt x="34" y="2"/>
                  </a:cubicBezTo>
                  <a:cubicBezTo>
                    <a:pt x="36" y="30"/>
                    <a:pt x="36" y="30"/>
                    <a:pt x="36" y="30"/>
                  </a:cubicBezTo>
                  <a:cubicBezTo>
                    <a:pt x="36" y="30"/>
                    <a:pt x="36" y="31"/>
                    <a:pt x="35" y="32"/>
                  </a:cubicBezTo>
                  <a:cubicBezTo>
                    <a:pt x="35" y="32"/>
                    <a:pt x="34" y="32"/>
                    <a:pt x="33" y="32"/>
                  </a:cubicBezTo>
                  <a:close/>
                  <a:moveTo>
                    <a:pt x="5" y="28"/>
                  </a:moveTo>
                  <a:cubicBezTo>
                    <a:pt x="31" y="28"/>
                    <a:pt x="31" y="28"/>
                    <a:pt x="31" y="28"/>
                  </a:cubicBezTo>
                  <a:cubicBezTo>
                    <a:pt x="29" y="5"/>
                    <a:pt x="29" y="5"/>
                    <a:pt x="29" y="5"/>
                  </a:cubicBezTo>
                  <a:cubicBezTo>
                    <a:pt x="6" y="5"/>
                    <a:pt x="6" y="5"/>
                    <a:pt x="6" y="5"/>
                  </a:cubicBezTo>
                  <a:lnTo>
                    <a:pt x="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7" name="Freeform 551"/>
            <p:cNvSpPr>
              <a:spLocks/>
            </p:cNvSpPr>
            <p:nvPr/>
          </p:nvSpPr>
          <p:spPr bwMode="auto">
            <a:xfrm>
              <a:off x="4667250" y="4559300"/>
              <a:ext cx="1588" cy="3175"/>
            </a:xfrm>
            <a:custGeom>
              <a:avLst/>
              <a:gdLst>
                <a:gd name="T0" fmla="*/ 0 w 7"/>
                <a:gd name="T1" fmla="*/ 3 h 12"/>
                <a:gd name="T2" fmla="*/ 4 w 7"/>
                <a:gd name="T3" fmla="*/ 0 h 12"/>
                <a:gd name="T4" fmla="*/ 7 w 7"/>
                <a:gd name="T5" fmla="*/ 3 h 12"/>
                <a:gd name="T6" fmla="*/ 7 w 7"/>
                <a:gd name="T7" fmla="*/ 12 h 12"/>
                <a:gd name="T8" fmla="*/ 0 w 7"/>
                <a:gd name="T9" fmla="*/ 12 h 12"/>
                <a:gd name="T10" fmla="*/ 0 w 7"/>
                <a:gd name="T11" fmla="*/ 3 h 12"/>
              </a:gdLst>
              <a:ahLst/>
              <a:cxnLst>
                <a:cxn ang="0">
                  <a:pos x="T0" y="T1"/>
                </a:cxn>
                <a:cxn ang="0">
                  <a:pos x="T2" y="T3"/>
                </a:cxn>
                <a:cxn ang="0">
                  <a:pos x="T4" y="T5"/>
                </a:cxn>
                <a:cxn ang="0">
                  <a:pos x="T6" y="T7"/>
                </a:cxn>
                <a:cxn ang="0">
                  <a:pos x="T8" y="T9"/>
                </a:cxn>
                <a:cxn ang="0">
                  <a:pos x="T10" y="T11"/>
                </a:cxn>
              </a:cxnLst>
              <a:rect l="0" t="0" r="r" b="b"/>
              <a:pathLst>
                <a:path w="7" h="12">
                  <a:moveTo>
                    <a:pt x="0" y="3"/>
                  </a:moveTo>
                  <a:cubicBezTo>
                    <a:pt x="0" y="1"/>
                    <a:pt x="2" y="0"/>
                    <a:pt x="4" y="0"/>
                  </a:cubicBezTo>
                  <a:cubicBezTo>
                    <a:pt x="6" y="0"/>
                    <a:pt x="7" y="1"/>
                    <a:pt x="7" y="3"/>
                  </a:cubicBezTo>
                  <a:cubicBezTo>
                    <a:pt x="7" y="12"/>
                    <a:pt x="7" y="12"/>
                    <a:pt x="7" y="12"/>
                  </a:cubicBezTo>
                  <a:cubicBezTo>
                    <a:pt x="0" y="12"/>
                    <a:pt x="0" y="12"/>
                    <a:pt x="0" y="12"/>
                  </a:cubicBez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8" name="Freeform 552"/>
            <p:cNvSpPr>
              <a:spLocks/>
            </p:cNvSpPr>
            <p:nvPr/>
          </p:nvSpPr>
          <p:spPr bwMode="auto">
            <a:xfrm>
              <a:off x="4560888" y="4564063"/>
              <a:ext cx="28575" cy="36513"/>
            </a:xfrm>
            <a:custGeom>
              <a:avLst/>
              <a:gdLst>
                <a:gd name="T0" fmla="*/ 72 w 144"/>
                <a:gd name="T1" fmla="*/ 186 h 186"/>
                <a:gd name="T2" fmla="*/ 0 w 144"/>
                <a:gd name="T3" fmla="*/ 113 h 186"/>
                <a:gd name="T4" fmla="*/ 0 w 144"/>
                <a:gd name="T5" fmla="*/ 0 h 186"/>
                <a:gd name="T6" fmla="*/ 144 w 144"/>
                <a:gd name="T7" fmla="*/ 0 h 186"/>
                <a:gd name="T8" fmla="*/ 144 w 144"/>
                <a:gd name="T9" fmla="*/ 113 h 186"/>
                <a:gd name="T10" fmla="*/ 72 w 144"/>
                <a:gd name="T11" fmla="*/ 186 h 186"/>
              </a:gdLst>
              <a:ahLst/>
              <a:cxnLst>
                <a:cxn ang="0">
                  <a:pos x="T0" y="T1"/>
                </a:cxn>
                <a:cxn ang="0">
                  <a:pos x="T2" y="T3"/>
                </a:cxn>
                <a:cxn ang="0">
                  <a:pos x="T4" y="T5"/>
                </a:cxn>
                <a:cxn ang="0">
                  <a:pos x="T6" y="T7"/>
                </a:cxn>
                <a:cxn ang="0">
                  <a:pos x="T8" y="T9"/>
                </a:cxn>
                <a:cxn ang="0">
                  <a:pos x="T10" y="T11"/>
                </a:cxn>
              </a:cxnLst>
              <a:rect l="0" t="0" r="r" b="b"/>
              <a:pathLst>
                <a:path w="144" h="186">
                  <a:moveTo>
                    <a:pt x="72" y="186"/>
                  </a:moveTo>
                  <a:cubicBezTo>
                    <a:pt x="32" y="186"/>
                    <a:pt x="0" y="153"/>
                    <a:pt x="0" y="113"/>
                  </a:cubicBezTo>
                  <a:cubicBezTo>
                    <a:pt x="0" y="0"/>
                    <a:pt x="0" y="0"/>
                    <a:pt x="0" y="0"/>
                  </a:cubicBezTo>
                  <a:cubicBezTo>
                    <a:pt x="144" y="0"/>
                    <a:pt x="144" y="0"/>
                    <a:pt x="144" y="0"/>
                  </a:cubicBezTo>
                  <a:cubicBezTo>
                    <a:pt x="144" y="113"/>
                    <a:pt x="144" y="113"/>
                    <a:pt x="144" y="113"/>
                  </a:cubicBezTo>
                  <a:cubicBezTo>
                    <a:pt x="144" y="153"/>
                    <a:pt x="112" y="186"/>
                    <a:pt x="72" y="186"/>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9" name="Oval 553"/>
            <p:cNvSpPr>
              <a:spLocks noChangeArrowheads="1"/>
            </p:cNvSpPr>
            <p:nvPr/>
          </p:nvSpPr>
          <p:spPr bwMode="auto">
            <a:xfrm>
              <a:off x="4572000" y="4578350"/>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0" name="Oval 554"/>
            <p:cNvSpPr>
              <a:spLocks noChangeArrowheads="1"/>
            </p:cNvSpPr>
            <p:nvPr/>
          </p:nvSpPr>
          <p:spPr bwMode="auto">
            <a:xfrm>
              <a:off x="4565650" y="4570413"/>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1" name="Oval 555"/>
            <p:cNvSpPr>
              <a:spLocks noChangeArrowheads="1"/>
            </p:cNvSpPr>
            <p:nvPr/>
          </p:nvSpPr>
          <p:spPr bwMode="auto">
            <a:xfrm>
              <a:off x="4565650" y="4584700"/>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2" name="Oval 556"/>
            <p:cNvSpPr>
              <a:spLocks noChangeArrowheads="1"/>
            </p:cNvSpPr>
            <p:nvPr/>
          </p:nvSpPr>
          <p:spPr bwMode="auto">
            <a:xfrm>
              <a:off x="4579938" y="4584700"/>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3" name="Oval 557"/>
            <p:cNvSpPr>
              <a:spLocks noChangeArrowheads="1"/>
            </p:cNvSpPr>
            <p:nvPr/>
          </p:nvSpPr>
          <p:spPr bwMode="auto">
            <a:xfrm>
              <a:off x="4579938" y="4570413"/>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4" name="Freeform 558"/>
            <p:cNvSpPr>
              <a:spLocks/>
            </p:cNvSpPr>
            <p:nvPr/>
          </p:nvSpPr>
          <p:spPr bwMode="auto">
            <a:xfrm>
              <a:off x="4598988" y="4564063"/>
              <a:ext cx="28575" cy="36513"/>
            </a:xfrm>
            <a:custGeom>
              <a:avLst/>
              <a:gdLst>
                <a:gd name="T0" fmla="*/ 72 w 144"/>
                <a:gd name="T1" fmla="*/ 186 h 186"/>
                <a:gd name="T2" fmla="*/ 0 w 144"/>
                <a:gd name="T3" fmla="*/ 113 h 186"/>
                <a:gd name="T4" fmla="*/ 0 w 144"/>
                <a:gd name="T5" fmla="*/ 0 h 186"/>
                <a:gd name="T6" fmla="*/ 144 w 144"/>
                <a:gd name="T7" fmla="*/ 0 h 186"/>
                <a:gd name="T8" fmla="*/ 144 w 144"/>
                <a:gd name="T9" fmla="*/ 113 h 186"/>
                <a:gd name="T10" fmla="*/ 72 w 144"/>
                <a:gd name="T11" fmla="*/ 186 h 186"/>
              </a:gdLst>
              <a:ahLst/>
              <a:cxnLst>
                <a:cxn ang="0">
                  <a:pos x="T0" y="T1"/>
                </a:cxn>
                <a:cxn ang="0">
                  <a:pos x="T2" y="T3"/>
                </a:cxn>
                <a:cxn ang="0">
                  <a:pos x="T4" y="T5"/>
                </a:cxn>
                <a:cxn ang="0">
                  <a:pos x="T6" y="T7"/>
                </a:cxn>
                <a:cxn ang="0">
                  <a:pos x="T8" y="T9"/>
                </a:cxn>
                <a:cxn ang="0">
                  <a:pos x="T10" y="T11"/>
                </a:cxn>
              </a:cxnLst>
              <a:rect l="0" t="0" r="r" b="b"/>
              <a:pathLst>
                <a:path w="144" h="186">
                  <a:moveTo>
                    <a:pt x="72" y="186"/>
                  </a:moveTo>
                  <a:cubicBezTo>
                    <a:pt x="32" y="186"/>
                    <a:pt x="0" y="153"/>
                    <a:pt x="0" y="113"/>
                  </a:cubicBezTo>
                  <a:cubicBezTo>
                    <a:pt x="0" y="0"/>
                    <a:pt x="0" y="0"/>
                    <a:pt x="0" y="0"/>
                  </a:cubicBezTo>
                  <a:cubicBezTo>
                    <a:pt x="144" y="0"/>
                    <a:pt x="144" y="0"/>
                    <a:pt x="144" y="0"/>
                  </a:cubicBezTo>
                  <a:cubicBezTo>
                    <a:pt x="144" y="113"/>
                    <a:pt x="144" y="113"/>
                    <a:pt x="144" y="113"/>
                  </a:cubicBezTo>
                  <a:cubicBezTo>
                    <a:pt x="144" y="153"/>
                    <a:pt x="112" y="186"/>
                    <a:pt x="72" y="186"/>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5" name="Oval 559"/>
            <p:cNvSpPr>
              <a:spLocks noChangeArrowheads="1"/>
            </p:cNvSpPr>
            <p:nvPr/>
          </p:nvSpPr>
          <p:spPr bwMode="auto">
            <a:xfrm>
              <a:off x="4610100" y="4578350"/>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6" name="Oval 560"/>
            <p:cNvSpPr>
              <a:spLocks noChangeArrowheads="1"/>
            </p:cNvSpPr>
            <p:nvPr/>
          </p:nvSpPr>
          <p:spPr bwMode="auto">
            <a:xfrm>
              <a:off x="4603750" y="4570413"/>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7" name="Oval 561"/>
            <p:cNvSpPr>
              <a:spLocks noChangeArrowheads="1"/>
            </p:cNvSpPr>
            <p:nvPr/>
          </p:nvSpPr>
          <p:spPr bwMode="auto">
            <a:xfrm>
              <a:off x="4603750" y="4584700"/>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8" name="Oval 562"/>
            <p:cNvSpPr>
              <a:spLocks noChangeArrowheads="1"/>
            </p:cNvSpPr>
            <p:nvPr/>
          </p:nvSpPr>
          <p:spPr bwMode="auto">
            <a:xfrm>
              <a:off x="4618038" y="4584700"/>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9" name="Oval 563"/>
            <p:cNvSpPr>
              <a:spLocks noChangeArrowheads="1"/>
            </p:cNvSpPr>
            <p:nvPr/>
          </p:nvSpPr>
          <p:spPr bwMode="auto">
            <a:xfrm>
              <a:off x="4618038" y="4570413"/>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0" name="Freeform 564"/>
            <p:cNvSpPr>
              <a:spLocks/>
            </p:cNvSpPr>
            <p:nvPr/>
          </p:nvSpPr>
          <p:spPr bwMode="auto">
            <a:xfrm>
              <a:off x="4519613" y="4564063"/>
              <a:ext cx="28575" cy="36513"/>
            </a:xfrm>
            <a:custGeom>
              <a:avLst/>
              <a:gdLst>
                <a:gd name="T0" fmla="*/ 72 w 145"/>
                <a:gd name="T1" fmla="*/ 186 h 186"/>
                <a:gd name="T2" fmla="*/ 0 w 145"/>
                <a:gd name="T3" fmla="*/ 113 h 186"/>
                <a:gd name="T4" fmla="*/ 0 w 145"/>
                <a:gd name="T5" fmla="*/ 0 h 186"/>
                <a:gd name="T6" fmla="*/ 145 w 145"/>
                <a:gd name="T7" fmla="*/ 0 h 186"/>
                <a:gd name="T8" fmla="*/ 145 w 145"/>
                <a:gd name="T9" fmla="*/ 113 h 186"/>
                <a:gd name="T10" fmla="*/ 72 w 145"/>
                <a:gd name="T11" fmla="*/ 186 h 186"/>
              </a:gdLst>
              <a:ahLst/>
              <a:cxnLst>
                <a:cxn ang="0">
                  <a:pos x="T0" y="T1"/>
                </a:cxn>
                <a:cxn ang="0">
                  <a:pos x="T2" y="T3"/>
                </a:cxn>
                <a:cxn ang="0">
                  <a:pos x="T4" y="T5"/>
                </a:cxn>
                <a:cxn ang="0">
                  <a:pos x="T6" y="T7"/>
                </a:cxn>
                <a:cxn ang="0">
                  <a:pos x="T8" y="T9"/>
                </a:cxn>
                <a:cxn ang="0">
                  <a:pos x="T10" y="T11"/>
                </a:cxn>
              </a:cxnLst>
              <a:rect l="0" t="0" r="r" b="b"/>
              <a:pathLst>
                <a:path w="145" h="186">
                  <a:moveTo>
                    <a:pt x="72" y="186"/>
                  </a:moveTo>
                  <a:cubicBezTo>
                    <a:pt x="33" y="186"/>
                    <a:pt x="0" y="153"/>
                    <a:pt x="0" y="113"/>
                  </a:cubicBezTo>
                  <a:cubicBezTo>
                    <a:pt x="0" y="0"/>
                    <a:pt x="0" y="0"/>
                    <a:pt x="0" y="0"/>
                  </a:cubicBezTo>
                  <a:cubicBezTo>
                    <a:pt x="145" y="0"/>
                    <a:pt x="145" y="0"/>
                    <a:pt x="145" y="0"/>
                  </a:cubicBezTo>
                  <a:cubicBezTo>
                    <a:pt x="145" y="113"/>
                    <a:pt x="145" y="113"/>
                    <a:pt x="145" y="113"/>
                  </a:cubicBezTo>
                  <a:cubicBezTo>
                    <a:pt x="145" y="153"/>
                    <a:pt x="112" y="186"/>
                    <a:pt x="72" y="186"/>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1" name="Oval 565"/>
            <p:cNvSpPr>
              <a:spLocks noChangeArrowheads="1"/>
            </p:cNvSpPr>
            <p:nvPr/>
          </p:nvSpPr>
          <p:spPr bwMode="auto">
            <a:xfrm>
              <a:off x="4532313" y="4578350"/>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2" name="Oval 566"/>
            <p:cNvSpPr>
              <a:spLocks noChangeArrowheads="1"/>
            </p:cNvSpPr>
            <p:nvPr/>
          </p:nvSpPr>
          <p:spPr bwMode="auto">
            <a:xfrm>
              <a:off x="4524375" y="4570413"/>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3" name="Oval 567"/>
            <p:cNvSpPr>
              <a:spLocks noChangeArrowheads="1"/>
            </p:cNvSpPr>
            <p:nvPr/>
          </p:nvSpPr>
          <p:spPr bwMode="auto">
            <a:xfrm>
              <a:off x="4524375" y="4584700"/>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4" name="Oval 568"/>
            <p:cNvSpPr>
              <a:spLocks noChangeArrowheads="1"/>
            </p:cNvSpPr>
            <p:nvPr/>
          </p:nvSpPr>
          <p:spPr bwMode="auto">
            <a:xfrm>
              <a:off x="4538663" y="4584700"/>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5" name="Oval 569"/>
            <p:cNvSpPr>
              <a:spLocks noChangeArrowheads="1"/>
            </p:cNvSpPr>
            <p:nvPr/>
          </p:nvSpPr>
          <p:spPr bwMode="auto">
            <a:xfrm>
              <a:off x="4538663" y="4570413"/>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6" name="Freeform 570"/>
            <p:cNvSpPr>
              <a:spLocks/>
            </p:cNvSpPr>
            <p:nvPr/>
          </p:nvSpPr>
          <p:spPr bwMode="auto">
            <a:xfrm>
              <a:off x="4560888" y="4613275"/>
              <a:ext cx="28575" cy="36513"/>
            </a:xfrm>
            <a:custGeom>
              <a:avLst/>
              <a:gdLst>
                <a:gd name="T0" fmla="*/ 72 w 144"/>
                <a:gd name="T1" fmla="*/ 186 h 186"/>
                <a:gd name="T2" fmla="*/ 0 w 144"/>
                <a:gd name="T3" fmla="*/ 114 h 186"/>
                <a:gd name="T4" fmla="*/ 0 w 144"/>
                <a:gd name="T5" fmla="*/ 0 h 186"/>
                <a:gd name="T6" fmla="*/ 144 w 144"/>
                <a:gd name="T7" fmla="*/ 0 h 186"/>
                <a:gd name="T8" fmla="*/ 144 w 144"/>
                <a:gd name="T9" fmla="*/ 114 h 186"/>
                <a:gd name="T10" fmla="*/ 72 w 144"/>
                <a:gd name="T11" fmla="*/ 186 h 186"/>
              </a:gdLst>
              <a:ahLst/>
              <a:cxnLst>
                <a:cxn ang="0">
                  <a:pos x="T0" y="T1"/>
                </a:cxn>
                <a:cxn ang="0">
                  <a:pos x="T2" y="T3"/>
                </a:cxn>
                <a:cxn ang="0">
                  <a:pos x="T4" y="T5"/>
                </a:cxn>
                <a:cxn ang="0">
                  <a:pos x="T6" y="T7"/>
                </a:cxn>
                <a:cxn ang="0">
                  <a:pos x="T8" y="T9"/>
                </a:cxn>
                <a:cxn ang="0">
                  <a:pos x="T10" y="T11"/>
                </a:cxn>
              </a:cxnLst>
              <a:rect l="0" t="0" r="r" b="b"/>
              <a:pathLst>
                <a:path w="144" h="186">
                  <a:moveTo>
                    <a:pt x="72" y="186"/>
                  </a:moveTo>
                  <a:cubicBezTo>
                    <a:pt x="32" y="186"/>
                    <a:pt x="0" y="153"/>
                    <a:pt x="0" y="114"/>
                  </a:cubicBezTo>
                  <a:cubicBezTo>
                    <a:pt x="0" y="0"/>
                    <a:pt x="0" y="0"/>
                    <a:pt x="0" y="0"/>
                  </a:cubicBezTo>
                  <a:cubicBezTo>
                    <a:pt x="144" y="0"/>
                    <a:pt x="144" y="0"/>
                    <a:pt x="144" y="0"/>
                  </a:cubicBezTo>
                  <a:cubicBezTo>
                    <a:pt x="144" y="114"/>
                    <a:pt x="144" y="114"/>
                    <a:pt x="144" y="114"/>
                  </a:cubicBezTo>
                  <a:cubicBezTo>
                    <a:pt x="144" y="153"/>
                    <a:pt x="112" y="186"/>
                    <a:pt x="72" y="186"/>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7" name="Oval 571"/>
            <p:cNvSpPr>
              <a:spLocks noChangeArrowheads="1"/>
            </p:cNvSpPr>
            <p:nvPr/>
          </p:nvSpPr>
          <p:spPr bwMode="auto">
            <a:xfrm>
              <a:off x="4572000" y="4627563"/>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8" name="Oval 572"/>
            <p:cNvSpPr>
              <a:spLocks noChangeArrowheads="1"/>
            </p:cNvSpPr>
            <p:nvPr/>
          </p:nvSpPr>
          <p:spPr bwMode="auto">
            <a:xfrm>
              <a:off x="4565650" y="4619625"/>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9" name="Oval 573"/>
            <p:cNvSpPr>
              <a:spLocks noChangeArrowheads="1"/>
            </p:cNvSpPr>
            <p:nvPr/>
          </p:nvSpPr>
          <p:spPr bwMode="auto">
            <a:xfrm>
              <a:off x="4565650" y="4633913"/>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0" name="Oval 574"/>
            <p:cNvSpPr>
              <a:spLocks noChangeArrowheads="1"/>
            </p:cNvSpPr>
            <p:nvPr/>
          </p:nvSpPr>
          <p:spPr bwMode="auto">
            <a:xfrm>
              <a:off x="4579938" y="4633913"/>
              <a:ext cx="4763"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1" name="Oval 575"/>
            <p:cNvSpPr>
              <a:spLocks noChangeArrowheads="1"/>
            </p:cNvSpPr>
            <p:nvPr/>
          </p:nvSpPr>
          <p:spPr bwMode="auto">
            <a:xfrm>
              <a:off x="4579938" y="4619625"/>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2" name="Freeform 576"/>
            <p:cNvSpPr>
              <a:spLocks/>
            </p:cNvSpPr>
            <p:nvPr/>
          </p:nvSpPr>
          <p:spPr bwMode="auto">
            <a:xfrm>
              <a:off x="4560888" y="4514850"/>
              <a:ext cx="28575" cy="36513"/>
            </a:xfrm>
            <a:custGeom>
              <a:avLst/>
              <a:gdLst>
                <a:gd name="T0" fmla="*/ 72 w 144"/>
                <a:gd name="T1" fmla="*/ 186 h 186"/>
                <a:gd name="T2" fmla="*/ 0 w 144"/>
                <a:gd name="T3" fmla="*/ 114 h 186"/>
                <a:gd name="T4" fmla="*/ 0 w 144"/>
                <a:gd name="T5" fmla="*/ 0 h 186"/>
                <a:gd name="T6" fmla="*/ 144 w 144"/>
                <a:gd name="T7" fmla="*/ 0 h 186"/>
                <a:gd name="T8" fmla="*/ 144 w 144"/>
                <a:gd name="T9" fmla="*/ 114 h 186"/>
                <a:gd name="T10" fmla="*/ 72 w 144"/>
                <a:gd name="T11" fmla="*/ 186 h 186"/>
              </a:gdLst>
              <a:ahLst/>
              <a:cxnLst>
                <a:cxn ang="0">
                  <a:pos x="T0" y="T1"/>
                </a:cxn>
                <a:cxn ang="0">
                  <a:pos x="T2" y="T3"/>
                </a:cxn>
                <a:cxn ang="0">
                  <a:pos x="T4" y="T5"/>
                </a:cxn>
                <a:cxn ang="0">
                  <a:pos x="T6" y="T7"/>
                </a:cxn>
                <a:cxn ang="0">
                  <a:pos x="T8" y="T9"/>
                </a:cxn>
                <a:cxn ang="0">
                  <a:pos x="T10" y="T11"/>
                </a:cxn>
              </a:cxnLst>
              <a:rect l="0" t="0" r="r" b="b"/>
              <a:pathLst>
                <a:path w="144" h="186">
                  <a:moveTo>
                    <a:pt x="72" y="186"/>
                  </a:moveTo>
                  <a:cubicBezTo>
                    <a:pt x="32" y="186"/>
                    <a:pt x="0" y="154"/>
                    <a:pt x="0" y="114"/>
                  </a:cubicBezTo>
                  <a:cubicBezTo>
                    <a:pt x="0" y="0"/>
                    <a:pt x="0" y="0"/>
                    <a:pt x="0" y="0"/>
                  </a:cubicBezTo>
                  <a:cubicBezTo>
                    <a:pt x="144" y="0"/>
                    <a:pt x="144" y="0"/>
                    <a:pt x="144" y="0"/>
                  </a:cubicBezTo>
                  <a:cubicBezTo>
                    <a:pt x="144" y="114"/>
                    <a:pt x="144" y="114"/>
                    <a:pt x="144" y="114"/>
                  </a:cubicBezTo>
                  <a:cubicBezTo>
                    <a:pt x="144" y="154"/>
                    <a:pt x="112" y="186"/>
                    <a:pt x="72" y="186"/>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3" name="Oval 577"/>
            <p:cNvSpPr>
              <a:spLocks noChangeArrowheads="1"/>
            </p:cNvSpPr>
            <p:nvPr/>
          </p:nvSpPr>
          <p:spPr bwMode="auto">
            <a:xfrm>
              <a:off x="4572000" y="4529138"/>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4" name="Oval 578"/>
            <p:cNvSpPr>
              <a:spLocks noChangeArrowheads="1"/>
            </p:cNvSpPr>
            <p:nvPr/>
          </p:nvSpPr>
          <p:spPr bwMode="auto">
            <a:xfrm>
              <a:off x="4565650" y="4521200"/>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5" name="Oval 579"/>
            <p:cNvSpPr>
              <a:spLocks noChangeArrowheads="1"/>
            </p:cNvSpPr>
            <p:nvPr/>
          </p:nvSpPr>
          <p:spPr bwMode="auto">
            <a:xfrm>
              <a:off x="4565650" y="4535488"/>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6" name="Oval 580"/>
            <p:cNvSpPr>
              <a:spLocks noChangeArrowheads="1"/>
            </p:cNvSpPr>
            <p:nvPr/>
          </p:nvSpPr>
          <p:spPr bwMode="auto">
            <a:xfrm>
              <a:off x="4579938" y="4535488"/>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7" name="Oval 581"/>
            <p:cNvSpPr>
              <a:spLocks noChangeArrowheads="1"/>
            </p:cNvSpPr>
            <p:nvPr/>
          </p:nvSpPr>
          <p:spPr bwMode="auto">
            <a:xfrm>
              <a:off x="4579938" y="4521200"/>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98" name="Text"/>
          <p:cNvGrpSpPr/>
          <p:nvPr/>
        </p:nvGrpSpPr>
        <p:grpSpPr>
          <a:xfrm>
            <a:off x="2182814" y="1708150"/>
            <a:ext cx="3902074" cy="4707027"/>
            <a:chOff x="2182814" y="1708150"/>
            <a:chExt cx="3902074" cy="4707027"/>
          </a:xfrm>
        </p:grpSpPr>
        <p:sp>
          <p:nvSpPr>
            <p:cNvPr id="594" name="TextBox 37"/>
            <p:cNvSpPr txBox="1">
              <a:spLocks noChangeArrowheads="1"/>
            </p:cNvSpPr>
            <p:nvPr/>
          </p:nvSpPr>
          <p:spPr bwMode="auto">
            <a:xfrm>
              <a:off x="2182814" y="1708150"/>
              <a:ext cx="390207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a:t>
              </a:r>
              <a:r>
                <a:rPr lang="en-US" altLang="ru-RU" sz="1100" dirty="0" smtClean="0">
                  <a:latin typeface="Open Sans" panose="020B0606030504020204" pitchFamily="34" charset="0"/>
                  <a:cs typeface="Open Sans" panose="020B0606030504020204" pitchFamily="34" charset="0"/>
                </a:rPr>
                <a:t>nostrud</a:t>
              </a:r>
              <a:endParaRPr lang="ru-RU" altLang="ru-RU" sz="1100" dirty="0">
                <a:latin typeface="Open Sans" panose="020B0606030504020204" pitchFamily="34" charset="0"/>
                <a:cs typeface="Open Sans" panose="020B0606030504020204" pitchFamily="34" charset="0"/>
              </a:endParaRPr>
            </a:p>
          </p:txBody>
        </p:sp>
        <p:sp>
          <p:nvSpPr>
            <p:cNvPr id="595" name="TextBox 37"/>
            <p:cNvSpPr txBox="1">
              <a:spLocks noChangeArrowheads="1"/>
            </p:cNvSpPr>
            <p:nvPr/>
          </p:nvSpPr>
          <p:spPr bwMode="auto">
            <a:xfrm>
              <a:off x="2182814" y="3063875"/>
              <a:ext cx="390207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a:t>
              </a:r>
              <a:r>
                <a:rPr lang="en-US" altLang="ru-RU" sz="1100" dirty="0" smtClean="0">
                  <a:latin typeface="Open Sans" panose="020B0606030504020204" pitchFamily="34" charset="0"/>
                  <a:cs typeface="Open Sans" panose="020B0606030504020204" pitchFamily="34" charset="0"/>
                </a:rPr>
                <a:t>nostrud</a:t>
              </a:r>
              <a:endParaRPr lang="ru-RU" altLang="ru-RU" sz="1100" dirty="0">
                <a:latin typeface="Open Sans" panose="020B0606030504020204" pitchFamily="34" charset="0"/>
                <a:cs typeface="Open Sans" panose="020B0606030504020204" pitchFamily="34" charset="0"/>
              </a:endParaRPr>
            </a:p>
          </p:txBody>
        </p:sp>
        <p:sp>
          <p:nvSpPr>
            <p:cNvPr id="596" name="TextBox 37"/>
            <p:cNvSpPr txBox="1">
              <a:spLocks noChangeArrowheads="1"/>
            </p:cNvSpPr>
            <p:nvPr/>
          </p:nvSpPr>
          <p:spPr bwMode="auto">
            <a:xfrm>
              <a:off x="2182814" y="4443324"/>
              <a:ext cx="390207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a:t>
              </a:r>
              <a:r>
                <a:rPr lang="en-US" altLang="ru-RU" sz="1100" dirty="0" smtClean="0">
                  <a:latin typeface="Open Sans" panose="020B0606030504020204" pitchFamily="34" charset="0"/>
                  <a:cs typeface="Open Sans" panose="020B0606030504020204" pitchFamily="34" charset="0"/>
                </a:rPr>
                <a:t>nostrud</a:t>
              </a:r>
              <a:endParaRPr lang="ru-RU" altLang="ru-RU" sz="1100" dirty="0">
                <a:latin typeface="Open Sans" panose="020B0606030504020204" pitchFamily="34" charset="0"/>
                <a:cs typeface="Open Sans" panose="020B0606030504020204" pitchFamily="34" charset="0"/>
              </a:endParaRPr>
            </a:p>
          </p:txBody>
        </p:sp>
        <p:sp>
          <p:nvSpPr>
            <p:cNvPr id="597" name="TextBox 37"/>
            <p:cNvSpPr txBox="1">
              <a:spLocks noChangeArrowheads="1"/>
            </p:cNvSpPr>
            <p:nvPr/>
          </p:nvSpPr>
          <p:spPr bwMode="auto">
            <a:xfrm>
              <a:off x="2182814" y="5815013"/>
              <a:ext cx="390207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a:t>
              </a:r>
              <a:r>
                <a:rPr lang="en-US" altLang="ru-RU" sz="1100" dirty="0" smtClean="0">
                  <a:latin typeface="Open Sans" panose="020B0606030504020204" pitchFamily="34" charset="0"/>
                  <a:cs typeface="Open Sans" panose="020B0606030504020204" pitchFamily="34" charset="0"/>
                </a:rPr>
                <a:t>nostrud</a:t>
              </a:r>
              <a:endParaRPr lang="ru-RU" altLang="ru-RU" sz="1100" dirty="0">
                <a:latin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52037597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fade">
                                          <p:cBhvr>
                                            <p:cTn id="7" dur="1000"/>
                                            <p:tgtEl>
                                              <p:spTgt spid="136"/>
                                            </p:tgtEl>
                                          </p:cBhvr>
                                        </p:animEffect>
                                        <p:anim calcmode="lin" valueType="num">
                                          <p:cBhvr>
                                            <p:cTn id="8" dur="1000" fill="hold"/>
                                            <p:tgtEl>
                                              <p:spTgt spid="136"/>
                                            </p:tgtEl>
                                            <p:attrNameLst>
                                              <p:attrName>ppt_x</p:attrName>
                                            </p:attrNameLst>
                                          </p:cBhvr>
                                          <p:tavLst>
                                            <p:tav tm="0">
                                              <p:val>
                                                <p:strVal val="#ppt_x"/>
                                              </p:val>
                                            </p:tav>
                                            <p:tav tm="100000">
                                              <p:val>
                                                <p:strVal val="#ppt_x"/>
                                              </p:val>
                                            </p:tav>
                                          </p:tavLst>
                                        </p:anim>
                                        <p:anim calcmode="lin" valueType="num">
                                          <p:cBhvr>
                                            <p:cTn id="9" dur="1000" fill="hold"/>
                                            <p:tgtEl>
                                              <p:spTgt spid="136"/>
                                            </p:tgtEl>
                                            <p:attrNameLst>
                                              <p:attrName>ppt_y</p:attrName>
                                            </p:attrNameLst>
                                          </p:cBhvr>
                                          <p:tavLst>
                                            <p:tav tm="0">
                                              <p:val>
                                                <p:strVal val="#ppt_y-.1"/>
                                              </p:val>
                                            </p:tav>
                                            <p:tav tm="100000">
                                              <p:val>
                                                <p:strVal val="#ppt_y"/>
                                              </p:val>
                                            </p:tav>
                                          </p:tavLst>
                                        </p:anim>
                                      </p:childTnLst>
                                    </p:cTn>
                                  </p:par>
                                  <p:par>
                                    <p:cTn id="10" presetID="2" presetClass="entr" presetSubtype="8" fill="hold" grpId="0" nodeType="withEffect" p14:presetBounceEnd="67000">
                                      <p:stCondLst>
                                        <p:cond delay="100"/>
                                      </p:stCondLst>
                                      <p:childTnLst>
                                        <p:set>
                                          <p:cBhvr>
                                            <p:cTn id="11" dur="1" fill="hold">
                                              <p:stCondLst>
                                                <p:cond delay="0"/>
                                              </p:stCondLst>
                                            </p:cTn>
                                            <p:tgtEl>
                                              <p:spTgt spid="145"/>
                                            </p:tgtEl>
                                            <p:attrNameLst>
                                              <p:attrName>style.visibility</p:attrName>
                                            </p:attrNameLst>
                                          </p:cBhvr>
                                          <p:to>
                                            <p:strVal val="visible"/>
                                          </p:to>
                                        </p:set>
                                        <p:anim calcmode="lin" valueType="num" p14:bounceEnd="67000">
                                          <p:cBhvr additive="base">
                                            <p:cTn id="12" dur="1000" fill="hold"/>
                                            <p:tgtEl>
                                              <p:spTgt spid="145"/>
                                            </p:tgtEl>
                                            <p:attrNameLst>
                                              <p:attrName>ppt_x</p:attrName>
                                            </p:attrNameLst>
                                          </p:cBhvr>
                                          <p:tavLst>
                                            <p:tav tm="0">
                                              <p:val>
                                                <p:strVal val="0-#ppt_w/2"/>
                                              </p:val>
                                            </p:tav>
                                            <p:tav tm="100000">
                                              <p:val>
                                                <p:strVal val="#ppt_x"/>
                                              </p:val>
                                            </p:tav>
                                          </p:tavLst>
                                        </p:anim>
                                        <p:anim calcmode="lin" valueType="num" p14:bounceEnd="67000">
                                          <p:cBhvr additive="base">
                                            <p:cTn id="13" dur="1000" fill="hold"/>
                                            <p:tgtEl>
                                              <p:spTgt spid="145"/>
                                            </p:tgtEl>
                                            <p:attrNameLst>
                                              <p:attrName>ppt_y</p:attrName>
                                            </p:attrNameLst>
                                          </p:cBhvr>
                                          <p:tavLst>
                                            <p:tav tm="0">
                                              <p:val>
                                                <p:strVal val="#ppt_y"/>
                                              </p:val>
                                            </p:tav>
                                            <p:tav tm="100000">
                                              <p:val>
                                                <p:strVal val="#ppt_y"/>
                                              </p:val>
                                            </p:tav>
                                          </p:tavLst>
                                        </p:anim>
                                      </p:childTnLst>
                                    </p:cTn>
                                  </p:par>
                                  <p:par>
                                    <p:cTn id="14" presetID="2" presetClass="entr" presetSubtype="8" fill="hold" grpId="0" nodeType="withEffect" p14:presetBounceEnd="67000">
                                      <p:stCondLst>
                                        <p:cond delay="200"/>
                                      </p:stCondLst>
                                      <p:childTnLst>
                                        <p:set>
                                          <p:cBhvr>
                                            <p:cTn id="15" dur="1" fill="hold">
                                              <p:stCondLst>
                                                <p:cond delay="0"/>
                                              </p:stCondLst>
                                            </p:cTn>
                                            <p:tgtEl>
                                              <p:spTgt spid="142"/>
                                            </p:tgtEl>
                                            <p:attrNameLst>
                                              <p:attrName>style.visibility</p:attrName>
                                            </p:attrNameLst>
                                          </p:cBhvr>
                                          <p:to>
                                            <p:strVal val="visible"/>
                                          </p:to>
                                        </p:set>
                                        <p:anim calcmode="lin" valueType="num" p14:bounceEnd="67000">
                                          <p:cBhvr additive="base">
                                            <p:cTn id="16" dur="1000" fill="hold"/>
                                            <p:tgtEl>
                                              <p:spTgt spid="142"/>
                                            </p:tgtEl>
                                            <p:attrNameLst>
                                              <p:attrName>ppt_x</p:attrName>
                                            </p:attrNameLst>
                                          </p:cBhvr>
                                          <p:tavLst>
                                            <p:tav tm="0">
                                              <p:val>
                                                <p:strVal val="0-#ppt_w/2"/>
                                              </p:val>
                                            </p:tav>
                                            <p:tav tm="100000">
                                              <p:val>
                                                <p:strVal val="#ppt_x"/>
                                              </p:val>
                                            </p:tav>
                                          </p:tavLst>
                                        </p:anim>
                                        <p:anim calcmode="lin" valueType="num" p14:bounceEnd="67000">
                                          <p:cBhvr additive="base">
                                            <p:cTn id="17" dur="1000" fill="hold"/>
                                            <p:tgtEl>
                                              <p:spTgt spid="142"/>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14:presetBounceEnd="67000">
                                      <p:stCondLst>
                                        <p:cond delay="300"/>
                                      </p:stCondLst>
                                      <p:childTnLst>
                                        <p:set>
                                          <p:cBhvr>
                                            <p:cTn id="19" dur="1" fill="hold">
                                              <p:stCondLst>
                                                <p:cond delay="0"/>
                                              </p:stCondLst>
                                            </p:cTn>
                                            <p:tgtEl>
                                              <p:spTgt spid="188"/>
                                            </p:tgtEl>
                                            <p:attrNameLst>
                                              <p:attrName>style.visibility</p:attrName>
                                            </p:attrNameLst>
                                          </p:cBhvr>
                                          <p:to>
                                            <p:strVal val="visible"/>
                                          </p:to>
                                        </p:set>
                                        <p:anim calcmode="lin" valueType="num" p14:bounceEnd="67000">
                                          <p:cBhvr additive="base">
                                            <p:cTn id="20" dur="1000" fill="hold"/>
                                            <p:tgtEl>
                                              <p:spTgt spid="188"/>
                                            </p:tgtEl>
                                            <p:attrNameLst>
                                              <p:attrName>ppt_x</p:attrName>
                                            </p:attrNameLst>
                                          </p:cBhvr>
                                          <p:tavLst>
                                            <p:tav tm="0">
                                              <p:val>
                                                <p:strVal val="0-#ppt_w/2"/>
                                              </p:val>
                                            </p:tav>
                                            <p:tav tm="100000">
                                              <p:val>
                                                <p:strVal val="#ppt_x"/>
                                              </p:val>
                                            </p:tav>
                                          </p:tavLst>
                                        </p:anim>
                                        <p:anim calcmode="lin" valueType="num" p14:bounceEnd="67000">
                                          <p:cBhvr additive="base">
                                            <p:cTn id="21" dur="1000" fill="hold"/>
                                            <p:tgtEl>
                                              <p:spTgt spid="188"/>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14:presetBounceEnd="67000">
                                      <p:stCondLst>
                                        <p:cond delay="400"/>
                                      </p:stCondLst>
                                      <p:childTnLst>
                                        <p:set>
                                          <p:cBhvr>
                                            <p:cTn id="23" dur="1" fill="hold">
                                              <p:stCondLst>
                                                <p:cond delay="0"/>
                                              </p:stCondLst>
                                            </p:cTn>
                                            <p:tgtEl>
                                              <p:spTgt spid="170"/>
                                            </p:tgtEl>
                                            <p:attrNameLst>
                                              <p:attrName>style.visibility</p:attrName>
                                            </p:attrNameLst>
                                          </p:cBhvr>
                                          <p:to>
                                            <p:strVal val="visible"/>
                                          </p:to>
                                        </p:set>
                                        <p:anim calcmode="lin" valueType="num" p14:bounceEnd="67000">
                                          <p:cBhvr additive="base">
                                            <p:cTn id="24" dur="1000" fill="hold"/>
                                            <p:tgtEl>
                                              <p:spTgt spid="170"/>
                                            </p:tgtEl>
                                            <p:attrNameLst>
                                              <p:attrName>ppt_x</p:attrName>
                                            </p:attrNameLst>
                                          </p:cBhvr>
                                          <p:tavLst>
                                            <p:tav tm="0">
                                              <p:val>
                                                <p:strVal val="0-#ppt_w/2"/>
                                              </p:val>
                                            </p:tav>
                                            <p:tav tm="100000">
                                              <p:val>
                                                <p:strVal val="#ppt_x"/>
                                              </p:val>
                                            </p:tav>
                                          </p:tavLst>
                                        </p:anim>
                                        <p:anim calcmode="lin" valueType="num" p14:bounceEnd="67000">
                                          <p:cBhvr additive="base">
                                            <p:cTn id="25" dur="1000" fill="hold"/>
                                            <p:tgtEl>
                                              <p:spTgt spid="170"/>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14:presetBounceEnd="67000">
                                      <p:stCondLst>
                                        <p:cond delay="500"/>
                                      </p:stCondLst>
                                      <p:childTnLst>
                                        <p:set>
                                          <p:cBhvr>
                                            <p:cTn id="27" dur="1" fill="hold">
                                              <p:stCondLst>
                                                <p:cond delay="0"/>
                                              </p:stCondLst>
                                            </p:cTn>
                                            <p:tgtEl>
                                              <p:spTgt spid="180"/>
                                            </p:tgtEl>
                                            <p:attrNameLst>
                                              <p:attrName>style.visibility</p:attrName>
                                            </p:attrNameLst>
                                          </p:cBhvr>
                                          <p:to>
                                            <p:strVal val="visible"/>
                                          </p:to>
                                        </p:set>
                                        <p:anim calcmode="lin" valueType="num" p14:bounceEnd="67000">
                                          <p:cBhvr additive="base">
                                            <p:cTn id="28" dur="1000" fill="hold"/>
                                            <p:tgtEl>
                                              <p:spTgt spid="180"/>
                                            </p:tgtEl>
                                            <p:attrNameLst>
                                              <p:attrName>ppt_x</p:attrName>
                                            </p:attrNameLst>
                                          </p:cBhvr>
                                          <p:tavLst>
                                            <p:tav tm="0">
                                              <p:val>
                                                <p:strVal val="0-#ppt_w/2"/>
                                              </p:val>
                                            </p:tav>
                                            <p:tav tm="100000">
                                              <p:val>
                                                <p:strVal val="#ppt_x"/>
                                              </p:val>
                                            </p:tav>
                                          </p:tavLst>
                                        </p:anim>
                                        <p:anim calcmode="lin" valueType="num" p14:bounceEnd="67000">
                                          <p:cBhvr additive="base">
                                            <p:cTn id="29" dur="1000" fill="hold"/>
                                            <p:tgtEl>
                                              <p:spTgt spid="180"/>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14:presetBounceEnd="67000">
                                      <p:stCondLst>
                                        <p:cond delay="600"/>
                                      </p:stCondLst>
                                      <p:childTnLst>
                                        <p:set>
                                          <p:cBhvr>
                                            <p:cTn id="31" dur="1" fill="hold">
                                              <p:stCondLst>
                                                <p:cond delay="0"/>
                                              </p:stCondLst>
                                            </p:cTn>
                                            <p:tgtEl>
                                              <p:spTgt spid="177"/>
                                            </p:tgtEl>
                                            <p:attrNameLst>
                                              <p:attrName>style.visibility</p:attrName>
                                            </p:attrNameLst>
                                          </p:cBhvr>
                                          <p:to>
                                            <p:strVal val="visible"/>
                                          </p:to>
                                        </p:set>
                                        <p:anim calcmode="lin" valueType="num" p14:bounceEnd="67000">
                                          <p:cBhvr additive="base">
                                            <p:cTn id="32" dur="1000" fill="hold"/>
                                            <p:tgtEl>
                                              <p:spTgt spid="177"/>
                                            </p:tgtEl>
                                            <p:attrNameLst>
                                              <p:attrName>ppt_x</p:attrName>
                                            </p:attrNameLst>
                                          </p:cBhvr>
                                          <p:tavLst>
                                            <p:tav tm="0">
                                              <p:val>
                                                <p:strVal val="0-#ppt_w/2"/>
                                              </p:val>
                                            </p:tav>
                                            <p:tav tm="100000">
                                              <p:val>
                                                <p:strVal val="#ppt_x"/>
                                              </p:val>
                                            </p:tav>
                                          </p:tavLst>
                                        </p:anim>
                                        <p:anim calcmode="lin" valueType="num" p14:bounceEnd="67000">
                                          <p:cBhvr additive="base">
                                            <p:cTn id="33" dur="1000" fill="hold"/>
                                            <p:tgtEl>
                                              <p:spTgt spid="177"/>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14:presetBounceEnd="67000">
                                      <p:stCondLst>
                                        <p:cond delay="700"/>
                                      </p:stCondLst>
                                      <p:childTnLst>
                                        <p:set>
                                          <p:cBhvr>
                                            <p:cTn id="35" dur="1" fill="hold">
                                              <p:stCondLst>
                                                <p:cond delay="0"/>
                                              </p:stCondLst>
                                            </p:cTn>
                                            <p:tgtEl>
                                              <p:spTgt spid="156"/>
                                            </p:tgtEl>
                                            <p:attrNameLst>
                                              <p:attrName>style.visibility</p:attrName>
                                            </p:attrNameLst>
                                          </p:cBhvr>
                                          <p:to>
                                            <p:strVal val="visible"/>
                                          </p:to>
                                        </p:set>
                                        <p:anim calcmode="lin" valueType="num" p14:bounceEnd="67000">
                                          <p:cBhvr additive="base">
                                            <p:cTn id="36" dur="1000" fill="hold"/>
                                            <p:tgtEl>
                                              <p:spTgt spid="156"/>
                                            </p:tgtEl>
                                            <p:attrNameLst>
                                              <p:attrName>ppt_x</p:attrName>
                                            </p:attrNameLst>
                                          </p:cBhvr>
                                          <p:tavLst>
                                            <p:tav tm="0">
                                              <p:val>
                                                <p:strVal val="0-#ppt_w/2"/>
                                              </p:val>
                                            </p:tav>
                                            <p:tav tm="100000">
                                              <p:val>
                                                <p:strVal val="#ppt_x"/>
                                              </p:val>
                                            </p:tav>
                                          </p:tavLst>
                                        </p:anim>
                                        <p:anim calcmode="lin" valueType="num" p14:bounceEnd="67000">
                                          <p:cBhvr additive="base">
                                            <p:cTn id="37" dur="1000" fill="hold"/>
                                            <p:tgtEl>
                                              <p:spTgt spid="156"/>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14:presetBounceEnd="67000">
                                      <p:stCondLst>
                                        <p:cond delay="800"/>
                                      </p:stCondLst>
                                      <p:childTnLst>
                                        <p:set>
                                          <p:cBhvr>
                                            <p:cTn id="39" dur="1" fill="hold">
                                              <p:stCondLst>
                                                <p:cond delay="0"/>
                                              </p:stCondLst>
                                            </p:cTn>
                                            <p:tgtEl>
                                              <p:spTgt spid="169"/>
                                            </p:tgtEl>
                                            <p:attrNameLst>
                                              <p:attrName>style.visibility</p:attrName>
                                            </p:attrNameLst>
                                          </p:cBhvr>
                                          <p:to>
                                            <p:strVal val="visible"/>
                                          </p:to>
                                        </p:set>
                                        <p:anim calcmode="lin" valueType="num" p14:bounceEnd="67000">
                                          <p:cBhvr additive="base">
                                            <p:cTn id="40" dur="1000" fill="hold"/>
                                            <p:tgtEl>
                                              <p:spTgt spid="169"/>
                                            </p:tgtEl>
                                            <p:attrNameLst>
                                              <p:attrName>ppt_x</p:attrName>
                                            </p:attrNameLst>
                                          </p:cBhvr>
                                          <p:tavLst>
                                            <p:tav tm="0">
                                              <p:val>
                                                <p:strVal val="0-#ppt_w/2"/>
                                              </p:val>
                                            </p:tav>
                                            <p:tav tm="100000">
                                              <p:val>
                                                <p:strVal val="#ppt_x"/>
                                              </p:val>
                                            </p:tav>
                                          </p:tavLst>
                                        </p:anim>
                                        <p:anim calcmode="lin" valueType="num" p14:bounceEnd="67000">
                                          <p:cBhvr additive="base">
                                            <p:cTn id="41" dur="1000" fill="hold"/>
                                            <p:tgtEl>
                                              <p:spTgt spid="169"/>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14:presetBounceEnd="67000">
                                      <p:stCondLst>
                                        <p:cond delay="900"/>
                                      </p:stCondLst>
                                      <p:childTnLst>
                                        <p:set>
                                          <p:cBhvr>
                                            <p:cTn id="43" dur="1" fill="hold">
                                              <p:stCondLst>
                                                <p:cond delay="0"/>
                                              </p:stCondLst>
                                            </p:cTn>
                                            <p:tgtEl>
                                              <p:spTgt spid="162"/>
                                            </p:tgtEl>
                                            <p:attrNameLst>
                                              <p:attrName>style.visibility</p:attrName>
                                            </p:attrNameLst>
                                          </p:cBhvr>
                                          <p:to>
                                            <p:strVal val="visible"/>
                                          </p:to>
                                        </p:set>
                                        <p:anim calcmode="lin" valueType="num" p14:bounceEnd="67000">
                                          <p:cBhvr additive="base">
                                            <p:cTn id="44" dur="1000" fill="hold"/>
                                            <p:tgtEl>
                                              <p:spTgt spid="162"/>
                                            </p:tgtEl>
                                            <p:attrNameLst>
                                              <p:attrName>ppt_x</p:attrName>
                                            </p:attrNameLst>
                                          </p:cBhvr>
                                          <p:tavLst>
                                            <p:tav tm="0">
                                              <p:val>
                                                <p:strVal val="0-#ppt_w/2"/>
                                              </p:val>
                                            </p:tav>
                                            <p:tav tm="100000">
                                              <p:val>
                                                <p:strVal val="#ppt_x"/>
                                              </p:val>
                                            </p:tav>
                                          </p:tavLst>
                                        </p:anim>
                                        <p:anim calcmode="lin" valueType="num" p14:bounceEnd="67000">
                                          <p:cBhvr additive="base">
                                            <p:cTn id="45" dur="1000" fill="hold"/>
                                            <p:tgtEl>
                                              <p:spTgt spid="162"/>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14:presetBounceEnd="67000">
                                      <p:stCondLst>
                                        <p:cond delay="1000"/>
                                      </p:stCondLst>
                                      <p:childTnLst>
                                        <p:set>
                                          <p:cBhvr>
                                            <p:cTn id="47" dur="1" fill="hold">
                                              <p:stCondLst>
                                                <p:cond delay="0"/>
                                              </p:stCondLst>
                                            </p:cTn>
                                            <p:tgtEl>
                                              <p:spTgt spid="159"/>
                                            </p:tgtEl>
                                            <p:attrNameLst>
                                              <p:attrName>style.visibility</p:attrName>
                                            </p:attrNameLst>
                                          </p:cBhvr>
                                          <p:to>
                                            <p:strVal val="visible"/>
                                          </p:to>
                                        </p:set>
                                        <p:anim calcmode="lin" valueType="num" p14:bounceEnd="67000">
                                          <p:cBhvr additive="base">
                                            <p:cTn id="48" dur="1000" fill="hold"/>
                                            <p:tgtEl>
                                              <p:spTgt spid="159"/>
                                            </p:tgtEl>
                                            <p:attrNameLst>
                                              <p:attrName>ppt_x</p:attrName>
                                            </p:attrNameLst>
                                          </p:cBhvr>
                                          <p:tavLst>
                                            <p:tav tm="0">
                                              <p:val>
                                                <p:strVal val="0-#ppt_w/2"/>
                                              </p:val>
                                            </p:tav>
                                            <p:tav tm="100000">
                                              <p:val>
                                                <p:strVal val="#ppt_x"/>
                                              </p:val>
                                            </p:tav>
                                          </p:tavLst>
                                        </p:anim>
                                        <p:anim calcmode="lin" valueType="num" p14:bounceEnd="67000">
                                          <p:cBhvr additive="base">
                                            <p:cTn id="49" dur="1000" fill="hold"/>
                                            <p:tgtEl>
                                              <p:spTgt spid="159"/>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14:presetBounceEnd="67000">
                                      <p:stCondLst>
                                        <p:cond delay="1100"/>
                                      </p:stCondLst>
                                      <p:childTnLst>
                                        <p:set>
                                          <p:cBhvr>
                                            <p:cTn id="51" dur="1" fill="hold">
                                              <p:stCondLst>
                                                <p:cond delay="0"/>
                                              </p:stCondLst>
                                            </p:cTn>
                                            <p:tgtEl>
                                              <p:spTgt spid="163"/>
                                            </p:tgtEl>
                                            <p:attrNameLst>
                                              <p:attrName>style.visibility</p:attrName>
                                            </p:attrNameLst>
                                          </p:cBhvr>
                                          <p:to>
                                            <p:strVal val="visible"/>
                                          </p:to>
                                        </p:set>
                                        <p:anim calcmode="lin" valueType="num" p14:bounceEnd="67000">
                                          <p:cBhvr additive="base">
                                            <p:cTn id="52" dur="1000" fill="hold"/>
                                            <p:tgtEl>
                                              <p:spTgt spid="163"/>
                                            </p:tgtEl>
                                            <p:attrNameLst>
                                              <p:attrName>ppt_x</p:attrName>
                                            </p:attrNameLst>
                                          </p:cBhvr>
                                          <p:tavLst>
                                            <p:tav tm="0">
                                              <p:val>
                                                <p:strVal val="0-#ppt_w/2"/>
                                              </p:val>
                                            </p:tav>
                                            <p:tav tm="100000">
                                              <p:val>
                                                <p:strVal val="#ppt_x"/>
                                              </p:val>
                                            </p:tav>
                                          </p:tavLst>
                                        </p:anim>
                                        <p:anim calcmode="lin" valueType="num" p14:bounceEnd="67000">
                                          <p:cBhvr additive="base">
                                            <p:cTn id="53" dur="1000" fill="hold"/>
                                            <p:tgtEl>
                                              <p:spTgt spid="163"/>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14:presetBounceEnd="67000">
                                      <p:stCondLst>
                                        <p:cond delay="1200"/>
                                      </p:stCondLst>
                                      <p:childTnLst>
                                        <p:set>
                                          <p:cBhvr>
                                            <p:cTn id="55" dur="1" fill="hold">
                                              <p:stCondLst>
                                                <p:cond delay="0"/>
                                              </p:stCondLst>
                                            </p:cTn>
                                            <p:tgtEl>
                                              <p:spTgt spid="160"/>
                                            </p:tgtEl>
                                            <p:attrNameLst>
                                              <p:attrName>style.visibility</p:attrName>
                                            </p:attrNameLst>
                                          </p:cBhvr>
                                          <p:to>
                                            <p:strVal val="visible"/>
                                          </p:to>
                                        </p:set>
                                        <p:anim calcmode="lin" valueType="num" p14:bounceEnd="67000">
                                          <p:cBhvr additive="base">
                                            <p:cTn id="56" dur="1000" fill="hold"/>
                                            <p:tgtEl>
                                              <p:spTgt spid="160"/>
                                            </p:tgtEl>
                                            <p:attrNameLst>
                                              <p:attrName>ppt_x</p:attrName>
                                            </p:attrNameLst>
                                          </p:cBhvr>
                                          <p:tavLst>
                                            <p:tav tm="0">
                                              <p:val>
                                                <p:strVal val="0-#ppt_w/2"/>
                                              </p:val>
                                            </p:tav>
                                            <p:tav tm="100000">
                                              <p:val>
                                                <p:strVal val="#ppt_x"/>
                                              </p:val>
                                            </p:tav>
                                          </p:tavLst>
                                        </p:anim>
                                        <p:anim calcmode="lin" valueType="num" p14:bounceEnd="67000">
                                          <p:cBhvr additive="base">
                                            <p:cTn id="57" dur="1000" fill="hold"/>
                                            <p:tgtEl>
                                              <p:spTgt spid="160"/>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14:presetBounceEnd="67000">
                                      <p:stCondLst>
                                        <p:cond delay="1300"/>
                                      </p:stCondLst>
                                      <p:childTnLst>
                                        <p:set>
                                          <p:cBhvr>
                                            <p:cTn id="59" dur="1" fill="hold">
                                              <p:stCondLst>
                                                <p:cond delay="0"/>
                                              </p:stCondLst>
                                            </p:cTn>
                                            <p:tgtEl>
                                              <p:spTgt spid="185"/>
                                            </p:tgtEl>
                                            <p:attrNameLst>
                                              <p:attrName>style.visibility</p:attrName>
                                            </p:attrNameLst>
                                          </p:cBhvr>
                                          <p:to>
                                            <p:strVal val="visible"/>
                                          </p:to>
                                        </p:set>
                                        <p:anim calcmode="lin" valueType="num" p14:bounceEnd="67000">
                                          <p:cBhvr additive="base">
                                            <p:cTn id="60" dur="1000" fill="hold"/>
                                            <p:tgtEl>
                                              <p:spTgt spid="185"/>
                                            </p:tgtEl>
                                            <p:attrNameLst>
                                              <p:attrName>ppt_x</p:attrName>
                                            </p:attrNameLst>
                                          </p:cBhvr>
                                          <p:tavLst>
                                            <p:tav tm="0">
                                              <p:val>
                                                <p:strVal val="0-#ppt_w/2"/>
                                              </p:val>
                                            </p:tav>
                                            <p:tav tm="100000">
                                              <p:val>
                                                <p:strVal val="#ppt_x"/>
                                              </p:val>
                                            </p:tav>
                                          </p:tavLst>
                                        </p:anim>
                                        <p:anim calcmode="lin" valueType="num" p14:bounceEnd="67000">
                                          <p:cBhvr additive="base">
                                            <p:cTn id="61" dur="1000" fill="hold"/>
                                            <p:tgtEl>
                                              <p:spTgt spid="185"/>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14:presetBounceEnd="67000">
                                      <p:stCondLst>
                                        <p:cond delay="1400"/>
                                      </p:stCondLst>
                                      <p:childTnLst>
                                        <p:set>
                                          <p:cBhvr>
                                            <p:cTn id="63" dur="1" fill="hold">
                                              <p:stCondLst>
                                                <p:cond delay="0"/>
                                              </p:stCondLst>
                                            </p:cTn>
                                            <p:tgtEl>
                                              <p:spTgt spid="175"/>
                                            </p:tgtEl>
                                            <p:attrNameLst>
                                              <p:attrName>style.visibility</p:attrName>
                                            </p:attrNameLst>
                                          </p:cBhvr>
                                          <p:to>
                                            <p:strVal val="visible"/>
                                          </p:to>
                                        </p:set>
                                        <p:anim calcmode="lin" valueType="num" p14:bounceEnd="67000">
                                          <p:cBhvr additive="base">
                                            <p:cTn id="64" dur="1000" fill="hold"/>
                                            <p:tgtEl>
                                              <p:spTgt spid="175"/>
                                            </p:tgtEl>
                                            <p:attrNameLst>
                                              <p:attrName>ppt_x</p:attrName>
                                            </p:attrNameLst>
                                          </p:cBhvr>
                                          <p:tavLst>
                                            <p:tav tm="0">
                                              <p:val>
                                                <p:strVal val="0-#ppt_w/2"/>
                                              </p:val>
                                            </p:tav>
                                            <p:tav tm="100000">
                                              <p:val>
                                                <p:strVal val="#ppt_x"/>
                                              </p:val>
                                            </p:tav>
                                          </p:tavLst>
                                        </p:anim>
                                        <p:anim calcmode="lin" valueType="num" p14:bounceEnd="67000">
                                          <p:cBhvr additive="base">
                                            <p:cTn id="65" dur="1000" fill="hold"/>
                                            <p:tgtEl>
                                              <p:spTgt spid="175"/>
                                            </p:tgtEl>
                                            <p:attrNameLst>
                                              <p:attrName>ppt_y</p:attrName>
                                            </p:attrNameLst>
                                          </p:cBhvr>
                                          <p:tavLst>
                                            <p:tav tm="0">
                                              <p:val>
                                                <p:strVal val="#ppt_y"/>
                                              </p:val>
                                            </p:tav>
                                            <p:tav tm="100000">
                                              <p:val>
                                                <p:strVal val="#ppt_y"/>
                                              </p:val>
                                            </p:tav>
                                          </p:tavLst>
                                        </p:anim>
                                      </p:childTnLst>
                                    </p:cTn>
                                  </p:par>
                                  <p:par>
                                    <p:cTn id="66" presetID="2" presetClass="entr" presetSubtype="8" fill="hold" grpId="0" nodeType="withEffect" p14:presetBounceEnd="67000">
                                      <p:stCondLst>
                                        <p:cond delay="1500"/>
                                      </p:stCondLst>
                                      <p:childTnLst>
                                        <p:set>
                                          <p:cBhvr>
                                            <p:cTn id="67" dur="1" fill="hold">
                                              <p:stCondLst>
                                                <p:cond delay="0"/>
                                              </p:stCondLst>
                                            </p:cTn>
                                            <p:tgtEl>
                                              <p:spTgt spid="183"/>
                                            </p:tgtEl>
                                            <p:attrNameLst>
                                              <p:attrName>style.visibility</p:attrName>
                                            </p:attrNameLst>
                                          </p:cBhvr>
                                          <p:to>
                                            <p:strVal val="visible"/>
                                          </p:to>
                                        </p:set>
                                        <p:anim calcmode="lin" valueType="num" p14:bounceEnd="67000">
                                          <p:cBhvr additive="base">
                                            <p:cTn id="68" dur="1000" fill="hold"/>
                                            <p:tgtEl>
                                              <p:spTgt spid="183"/>
                                            </p:tgtEl>
                                            <p:attrNameLst>
                                              <p:attrName>ppt_x</p:attrName>
                                            </p:attrNameLst>
                                          </p:cBhvr>
                                          <p:tavLst>
                                            <p:tav tm="0">
                                              <p:val>
                                                <p:strVal val="0-#ppt_w/2"/>
                                              </p:val>
                                            </p:tav>
                                            <p:tav tm="100000">
                                              <p:val>
                                                <p:strVal val="#ppt_x"/>
                                              </p:val>
                                            </p:tav>
                                          </p:tavLst>
                                        </p:anim>
                                        <p:anim calcmode="lin" valueType="num" p14:bounceEnd="67000">
                                          <p:cBhvr additive="base">
                                            <p:cTn id="69" dur="1000" fill="hold"/>
                                            <p:tgtEl>
                                              <p:spTgt spid="183"/>
                                            </p:tgtEl>
                                            <p:attrNameLst>
                                              <p:attrName>ppt_y</p:attrName>
                                            </p:attrNameLst>
                                          </p:cBhvr>
                                          <p:tavLst>
                                            <p:tav tm="0">
                                              <p:val>
                                                <p:strVal val="#ppt_y"/>
                                              </p:val>
                                            </p:tav>
                                            <p:tav tm="100000">
                                              <p:val>
                                                <p:strVal val="#ppt_y"/>
                                              </p:val>
                                            </p:tav>
                                          </p:tavLst>
                                        </p:anim>
                                      </p:childTnLst>
                                    </p:cTn>
                                  </p:par>
                                  <p:par>
                                    <p:cTn id="70" presetID="2" presetClass="entr" presetSubtype="8" fill="hold" grpId="0" nodeType="withEffect" p14:presetBounceEnd="67000">
                                      <p:stCondLst>
                                        <p:cond delay="1600"/>
                                      </p:stCondLst>
                                      <p:childTnLst>
                                        <p:set>
                                          <p:cBhvr>
                                            <p:cTn id="71" dur="1" fill="hold">
                                              <p:stCondLst>
                                                <p:cond delay="0"/>
                                              </p:stCondLst>
                                            </p:cTn>
                                            <p:tgtEl>
                                              <p:spTgt spid="147"/>
                                            </p:tgtEl>
                                            <p:attrNameLst>
                                              <p:attrName>style.visibility</p:attrName>
                                            </p:attrNameLst>
                                          </p:cBhvr>
                                          <p:to>
                                            <p:strVal val="visible"/>
                                          </p:to>
                                        </p:set>
                                        <p:anim calcmode="lin" valueType="num" p14:bounceEnd="67000">
                                          <p:cBhvr additive="base">
                                            <p:cTn id="72" dur="1000" fill="hold"/>
                                            <p:tgtEl>
                                              <p:spTgt spid="147"/>
                                            </p:tgtEl>
                                            <p:attrNameLst>
                                              <p:attrName>ppt_x</p:attrName>
                                            </p:attrNameLst>
                                          </p:cBhvr>
                                          <p:tavLst>
                                            <p:tav tm="0">
                                              <p:val>
                                                <p:strVal val="0-#ppt_w/2"/>
                                              </p:val>
                                            </p:tav>
                                            <p:tav tm="100000">
                                              <p:val>
                                                <p:strVal val="#ppt_x"/>
                                              </p:val>
                                            </p:tav>
                                          </p:tavLst>
                                        </p:anim>
                                        <p:anim calcmode="lin" valueType="num" p14:bounceEnd="67000">
                                          <p:cBhvr additive="base">
                                            <p:cTn id="73" dur="1000" fill="hold"/>
                                            <p:tgtEl>
                                              <p:spTgt spid="147"/>
                                            </p:tgtEl>
                                            <p:attrNameLst>
                                              <p:attrName>ppt_y</p:attrName>
                                            </p:attrNameLst>
                                          </p:cBhvr>
                                          <p:tavLst>
                                            <p:tav tm="0">
                                              <p:val>
                                                <p:strVal val="#ppt_y"/>
                                              </p:val>
                                            </p:tav>
                                            <p:tav tm="100000">
                                              <p:val>
                                                <p:strVal val="#ppt_y"/>
                                              </p:val>
                                            </p:tav>
                                          </p:tavLst>
                                        </p:anim>
                                      </p:childTnLst>
                                    </p:cTn>
                                  </p:par>
                                  <p:par>
                                    <p:cTn id="74" presetID="2" presetClass="entr" presetSubtype="8" fill="hold" grpId="0" nodeType="withEffect" p14:presetBounceEnd="67000">
                                      <p:stCondLst>
                                        <p:cond delay="1700"/>
                                      </p:stCondLst>
                                      <p:childTnLst>
                                        <p:set>
                                          <p:cBhvr>
                                            <p:cTn id="75" dur="1" fill="hold">
                                              <p:stCondLst>
                                                <p:cond delay="0"/>
                                              </p:stCondLst>
                                            </p:cTn>
                                            <p:tgtEl>
                                              <p:spTgt spid="154"/>
                                            </p:tgtEl>
                                            <p:attrNameLst>
                                              <p:attrName>style.visibility</p:attrName>
                                            </p:attrNameLst>
                                          </p:cBhvr>
                                          <p:to>
                                            <p:strVal val="visible"/>
                                          </p:to>
                                        </p:set>
                                        <p:anim calcmode="lin" valueType="num" p14:bounceEnd="67000">
                                          <p:cBhvr additive="base">
                                            <p:cTn id="76" dur="1000" fill="hold"/>
                                            <p:tgtEl>
                                              <p:spTgt spid="154"/>
                                            </p:tgtEl>
                                            <p:attrNameLst>
                                              <p:attrName>ppt_x</p:attrName>
                                            </p:attrNameLst>
                                          </p:cBhvr>
                                          <p:tavLst>
                                            <p:tav tm="0">
                                              <p:val>
                                                <p:strVal val="0-#ppt_w/2"/>
                                              </p:val>
                                            </p:tav>
                                            <p:tav tm="100000">
                                              <p:val>
                                                <p:strVal val="#ppt_x"/>
                                              </p:val>
                                            </p:tav>
                                          </p:tavLst>
                                        </p:anim>
                                        <p:anim calcmode="lin" valueType="num" p14:bounceEnd="67000">
                                          <p:cBhvr additive="base">
                                            <p:cTn id="77" dur="1000" fill="hold"/>
                                            <p:tgtEl>
                                              <p:spTgt spid="154"/>
                                            </p:tgtEl>
                                            <p:attrNameLst>
                                              <p:attrName>ppt_y</p:attrName>
                                            </p:attrNameLst>
                                          </p:cBhvr>
                                          <p:tavLst>
                                            <p:tav tm="0">
                                              <p:val>
                                                <p:strVal val="#ppt_y"/>
                                              </p:val>
                                            </p:tav>
                                            <p:tav tm="100000">
                                              <p:val>
                                                <p:strVal val="#ppt_y"/>
                                              </p:val>
                                            </p:tav>
                                          </p:tavLst>
                                        </p:anim>
                                      </p:childTnLst>
                                    </p:cTn>
                                  </p:par>
                                  <p:par>
                                    <p:cTn id="78" presetID="2" presetClass="entr" presetSubtype="8" fill="hold" grpId="0" nodeType="withEffect" p14:presetBounceEnd="67000">
                                      <p:stCondLst>
                                        <p:cond delay="1800"/>
                                      </p:stCondLst>
                                      <p:childTnLst>
                                        <p:set>
                                          <p:cBhvr>
                                            <p:cTn id="79" dur="1" fill="hold">
                                              <p:stCondLst>
                                                <p:cond delay="0"/>
                                              </p:stCondLst>
                                            </p:cTn>
                                            <p:tgtEl>
                                              <p:spTgt spid="153"/>
                                            </p:tgtEl>
                                            <p:attrNameLst>
                                              <p:attrName>style.visibility</p:attrName>
                                            </p:attrNameLst>
                                          </p:cBhvr>
                                          <p:to>
                                            <p:strVal val="visible"/>
                                          </p:to>
                                        </p:set>
                                        <p:anim calcmode="lin" valueType="num" p14:bounceEnd="67000">
                                          <p:cBhvr additive="base">
                                            <p:cTn id="80" dur="1000" fill="hold"/>
                                            <p:tgtEl>
                                              <p:spTgt spid="153"/>
                                            </p:tgtEl>
                                            <p:attrNameLst>
                                              <p:attrName>ppt_x</p:attrName>
                                            </p:attrNameLst>
                                          </p:cBhvr>
                                          <p:tavLst>
                                            <p:tav tm="0">
                                              <p:val>
                                                <p:strVal val="0-#ppt_w/2"/>
                                              </p:val>
                                            </p:tav>
                                            <p:tav tm="100000">
                                              <p:val>
                                                <p:strVal val="#ppt_x"/>
                                              </p:val>
                                            </p:tav>
                                          </p:tavLst>
                                        </p:anim>
                                        <p:anim calcmode="lin" valueType="num" p14:bounceEnd="67000">
                                          <p:cBhvr additive="base">
                                            <p:cTn id="81" dur="1000" fill="hold"/>
                                            <p:tgtEl>
                                              <p:spTgt spid="153"/>
                                            </p:tgtEl>
                                            <p:attrNameLst>
                                              <p:attrName>ppt_y</p:attrName>
                                            </p:attrNameLst>
                                          </p:cBhvr>
                                          <p:tavLst>
                                            <p:tav tm="0">
                                              <p:val>
                                                <p:strVal val="#ppt_y"/>
                                              </p:val>
                                            </p:tav>
                                            <p:tav tm="100000">
                                              <p:val>
                                                <p:strVal val="#ppt_y"/>
                                              </p:val>
                                            </p:tav>
                                          </p:tavLst>
                                        </p:anim>
                                      </p:childTnLst>
                                    </p:cTn>
                                  </p:par>
                                  <p:par>
                                    <p:cTn id="82" presetID="2" presetClass="entr" presetSubtype="8" fill="hold" grpId="0" nodeType="withEffect" p14:presetBounceEnd="67000">
                                      <p:stCondLst>
                                        <p:cond delay="1900"/>
                                      </p:stCondLst>
                                      <p:childTnLst>
                                        <p:set>
                                          <p:cBhvr>
                                            <p:cTn id="83" dur="1" fill="hold">
                                              <p:stCondLst>
                                                <p:cond delay="0"/>
                                              </p:stCondLst>
                                            </p:cTn>
                                            <p:tgtEl>
                                              <p:spTgt spid="146"/>
                                            </p:tgtEl>
                                            <p:attrNameLst>
                                              <p:attrName>style.visibility</p:attrName>
                                            </p:attrNameLst>
                                          </p:cBhvr>
                                          <p:to>
                                            <p:strVal val="visible"/>
                                          </p:to>
                                        </p:set>
                                        <p:anim calcmode="lin" valueType="num" p14:bounceEnd="67000">
                                          <p:cBhvr additive="base">
                                            <p:cTn id="84" dur="1000" fill="hold"/>
                                            <p:tgtEl>
                                              <p:spTgt spid="146"/>
                                            </p:tgtEl>
                                            <p:attrNameLst>
                                              <p:attrName>ppt_x</p:attrName>
                                            </p:attrNameLst>
                                          </p:cBhvr>
                                          <p:tavLst>
                                            <p:tav tm="0">
                                              <p:val>
                                                <p:strVal val="0-#ppt_w/2"/>
                                              </p:val>
                                            </p:tav>
                                            <p:tav tm="100000">
                                              <p:val>
                                                <p:strVal val="#ppt_x"/>
                                              </p:val>
                                            </p:tav>
                                          </p:tavLst>
                                        </p:anim>
                                        <p:anim calcmode="lin" valueType="num" p14:bounceEnd="67000">
                                          <p:cBhvr additive="base">
                                            <p:cTn id="85" dur="1000" fill="hold"/>
                                            <p:tgtEl>
                                              <p:spTgt spid="146"/>
                                            </p:tgtEl>
                                            <p:attrNameLst>
                                              <p:attrName>ppt_y</p:attrName>
                                            </p:attrNameLst>
                                          </p:cBhvr>
                                          <p:tavLst>
                                            <p:tav tm="0">
                                              <p:val>
                                                <p:strVal val="#ppt_y"/>
                                              </p:val>
                                            </p:tav>
                                            <p:tav tm="100000">
                                              <p:val>
                                                <p:strVal val="#ppt_y"/>
                                              </p:val>
                                            </p:tav>
                                          </p:tavLst>
                                        </p:anim>
                                      </p:childTnLst>
                                    </p:cTn>
                                  </p:par>
                                  <p:par>
                                    <p:cTn id="86" presetID="2" presetClass="entr" presetSubtype="8" fill="hold" grpId="0" nodeType="withEffect" p14:presetBounceEnd="67000">
                                      <p:stCondLst>
                                        <p:cond delay="2000"/>
                                      </p:stCondLst>
                                      <p:childTnLst>
                                        <p:set>
                                          <p:cBhvr>
                                            <p:cTn id="87" dur="1" fill="hold">
                                              <p:stCondLst>
                                                <p:cond delay="0"/>
                                              </p:stCondLst>
                                            </p:cTn>
                                            <p:tgtEl>
                                              <p:spTgt spid="149"/>
                                            </p:tgtEl>
                                            <p:attrNameLst>
                                              <p:attrName>style.visibility</p:attrName>
                                            </p:attrNameLst>
                                          </p:cBhvr>
                                          <p:to>
                                            <p:strVal val="visible"/>
                                          </p:to>
                                        </p:set>
                                        <p:anim calcmode="lin" valueType="num" p14:bounceEnd="67000">
                                          <p:cBhvr additive="base">
                                            <p:cTn id="88" dur="1000" fill="hold"/>
                                            <p:tgtEl>
                                              <p:spTgt spid="149"/>
                                            </p:tgtEl>
                                            <p:attrNameLst>
                                              <p:attrName>ppt_x</p:attrName>
                                            </p:attrNameLst>
                                          </p:cBhvr>
                                          <p:tavLst>
                                            <p:tav tm="0">
                                              <p:val>
                                                <p:strVal val="0-#ppt_w/2"/>
                                              </p:val>
                                            </p:tav>
                                            <p:tav tm="100000">
                                              <p:val>
                                                <p:strVal val="#ppt_x"/>
                                              </p:val>
                                            </p:tav>
                                          </p:tavLst>
                                        </p:anim>
                                        <p:anim calcmode="lin" valueType="num" p14:bounceEnd="67000">
                                          <p:cBhvr additive="base">
                                            <p:cTn id="89" dur="1000" fill="hold"/>
                                            <p:tgtEl>
                                              <p:spTgt spid="149"/>
                                            </p:tgtEl>
                                            <p:attrNameLst>
                                              <p:attrName>ppt_y</p:attrName>
                                            </p:attrNameLst>
                                          </p:cBhvr>
                                          <p:tavLst>
                                            <p:tav tm="0">
                                              <p:val>
                                                <p:strVal val="#ppt_y"/>
                                              </p:val>
                                            </p:tav>
                                            <p:tav tm="100000">
                                              <p:val>
                                                <p:strVal val="#ppt_y"/>
                                              </p:val>
                                            </p:tav>
                                          </p:tavLst>
                                        </p:anim>
                                      </p:childTnLst>
                                    </p:cTn>
                                  </p:par>
                                  <p:par>
                                    <p:cTn id="90" presetID="2" presetClass="entr" presetSubtype="8" fill="hold" grpId="0" nodeType="withEffect" p14:presetBounceEnd="67000">
                                      <p:stCondLst>
                                        <p:cond delay="2100"/>
                                      </p:stCondLst>
                                      <p:childTnLst>
                                        <p:set>
                                          <p:cBhvr>
                                            <p:cTn id="91" dur="1" fill="hold">
                                              <p:stCondLst>
                                                <p:cond delay="0"/>
                                              </p:stCondLst>
                                            </p:cTn>
                                            <p:tgtEl>
                                              <p:spTgt spid="144"/>
                                            </p:tgtEl>
                                            <p:attrNameLst>
                                              <p:attrName>style.visibility</p:attrName>
                                            </p:attrNameLst>
                                          </p:cBhvr>
                                          <p:to>
                                            <p:strVal val="visible"/>
                                          </p:to>
                                        </p:set>
                                        <p:anim calcmode="lin" valueType="num" p14:bounceEnd="67000">
                                          <p:cBhvr additive="base">
                                            <p:cTn id="92" dur="1000" fill="hold"/>
                                            <p:tgtEl>
                                              <p:spTgt spid="144"/>
                                            </p:tgtEl>
                                            <p:attrNameLst>
                                              <p:attrName>ppt_x</p:attrName>
                                            </p:attrNameLst>
                                          </p:cBhvr>
                                          <p:tavLst>
                                            <p:tav tm="0">
                                              <p:val>
                                                <p:strVal val="0-#ppt_w/2"/>
                                              </p:val>
                                            </p:tav>
                                            <p:tav tm="100000">
                                              <p:val>
                                                <p:strVal val="#ppt_x"/>
                                              </p:val>
                                            </p:tav>
                                          </p:tavLst>
                                        </p:anim>
                                        <p:anim calcmode="lin" valueType="num" p14:bounceEnd="67000">
                                          <p:cBhvr additive="base">
                                            <p:cTn id="93" dur="1000" fill="hold"/>
                                            <p:tgtEl>
                                              <p:spTgt spid="144"/>
                                            </p:tgtEl>
                                            <p:attrNameLst>
                                              <p:attrName>ppt_y</p:attrName>
                                            </p:attrNameLst>
                                          </p:cBhvr>
                                          <p:tavLst>
                                            <p:tav tm="0">
                                              <p:val>
                                                <p:strVal val="#ppt_y"/>
                                              </p:val>
                                            </p:tav>
                                            <p:tav tm="100000">
                                              <p:val>
                                                <p:strVal val="#ppt_y"/>
                                              </p:val>
                                            </p:tav>
                                          </p:tavLst>
                                        </p:anim>
                                      </p:childTnLst>
                                    </p:cTn>
                                  </p:par>
                                  <p:par>
                                    <p:cTn id="94" presetID="2" presetClass="entr" presetSubtype="8" fill="hold" grpId="0" nodeType="withEffect" p14:presetBounceEnd="67000">
                                      <p:stCondLst>
                                        <p:cond delay="0"/>
                                      </p:stCondLst>
                                      <p:childTnLst>
                                        <p:set>
                                          <p:cBhvr>
                                            <p:cTn id="95" dur="1" fill="hold">
                                              <p:stCondLst>
                                                <p:cond delay="0"/>
                                              </p:stCondLst>
                                            </p:cTn>
                                            <p:tgtEl>
                                              <p:spTgt spid="173"/>
                                            </p:tgtEl>
                                            <p:attrNameLst>
                                              <p:attrName>style.visibility</p:attrName>
                                            </p:attrNameLst>
                                          </p:cBhvr>
                                          <p:to>
                                            <p:strVal val="visible"/>
                                          </p:to>
                                        </p:set>
                                        <p:anim calcmode="lin" valueType="num" p14:bounceEnd="67000">
                                          <p:cBhvr additive="base">
                                            <p:cTn id="96" dur="1000" fill="hold"/>
                                            <p:tgtEl>
                                              <p:spTgt spid="173"/>
                                            </p:tgtEl>
                                            <p:attrNameLst>
                                              <p:attrName>ppt_x</p:attrName>
                                            </p:attrNameLst>
                                          </p:cBhvr>
                                          <p:tavLst>
                                            <p:tav tm="0">
                                              <p:val>
                                                <p:strVal val="0-#ppt_w/2"/>
                                              </p:val>
                                            </p:tav>
                                            <p:tav tm="100000">
                                              <p:val>
                                                <p:strVal val="#ppt_x"/>
                                              </p:val>
                                            </p:tav>
                                          </p:tavLst>
                                        </p:anim>
                                        <p:anim calcmode="lin" valueType="num" p14:bounceEnd="67000">
                                          <p:cBhvr additive="base">
                                            <p:cTn id="97" dur="1000" fill="hold"/>
                                            <p:tgtEl>
                                              <p:spTgt spid="173"/>
                                            </p:tgtEl>
                                            <p:attrNameLst>
                                              <p:attrName>ppt_y</p:attrName>
                                            </p:attrNameLst>
                                          </p:cBhvr>
                                          <p:tavLst>
                                            <p:tav tm="0">
                                              <p:val>
                                                <p:strVal val="#ppt_y"/>
                                              </p:val>
                                            </p:tav>
                                            <p:tav tm="100000">
                                              <p:val>
                                                <p:strVal val="#ppt_y"/>
                                              </p:val>
                                            </p:tav>
                                          </p:tavLst>
                                        </p:anim>
                                      </p:childTnLst>
                                    </p:cTn>
                                  </p:par>
                                  <p:par>
                                    <p:cTn id="98" presetID="2" presetClass="entr" presetSubtype="8" fill="hold" grpId="0" nodeType="withEffect" p14:presetBounceEnd="67000">
                                      <p:stCondLst>
                                        <p:cond delay="100"/>
                                      </p:stCondLst>
                                      <p:childTnLst>
                                        <p:set>
                                          <p:cBhvr>
                                            <p:cTn id="99" dur="1" fill="hold">
                                              <p:stCondLst>
                                                <p:cond delay="0"/>
                                              </p:stCondLst>
                                            </p:cTn>
                                            <p:tgtEl>
                                              <p:spTgt spid="184"/>
                                            </p:tgtEl>
                                            <p:attrNameLst>
                                              <p:attrName>style.visibility</p:attrName>
                                            </p:attrNameLst>
                                          </p:cBhvr>
                                          <p:to>
                                            <p:strVal val="visible"/>
                                          </p:to>
                                        </p:set>
                                        <p:anim calcmode="lin" valueType="num" p14:bounceEnd="67000">
                                          <p:cBhvr additive="base">
                                            <p:cTn id="100" dur="1000" fill="hold"/>
                                            <p:tgtEl>
                                              <p:spTgt spid="184"/>
                                            </p:tgtEl>
                                            <p:attrNameLst>
                                              <p:attrName>ppt_x</p:attrName>
                                            </p:attrNameLst>
                                          </p:cBhvr>
                                          <p:tavLst>
                                            <p:tav tm="0">
                                              <p:val>
                                                <p:strVal val="0-#ppt_w/2"/>
                                              </p:val>
                                            </p:tav>
                                            <p:tav tm="100000">
                                              <p:val>
                                                <p:strVal val="#ppt_x"/>
                                              </p:val>
                                            </p:tav>
                                          </p:tavLst>
                                        </p:anim>
                                        <p:anim calcmode="lin" valueType="num" p14:bounceEnd="67000">
                                          <p:cBhvr additive="base">
                                            <p:cTn id="101" dur="1000" fill="hold"/>
                                            <p:tgtEl>
                                              <p:spTgt spid="184"/>
                                            </p:tgtEl>
                                            <p:attrNameLst>
                                              <p:attrName>ppt_y</p:attrName>
                                            </p:attrNameLst>
                                          </p:cBhvr>
                                          <p:tavLst>
                                            <p:tav tm="0">
                                              <p:val>
                                                <p:strVal val="#ppt_y"/>
                                              </p:val>
                                            </p:tav>
                                            <p:tav tm="100000">
                                              <p:val>
                                                <p:strVal val="#ppt_y"/>
                                              </p:val>
                                            </p:tav>
                                          </p:tavLst>
                                        </p:anim>
                                      </p:childTnLst>
                                    </p:cTn>
                                  </p:par>
                                  <p:par>
                                    <p:cTn id="102" presetID="2" presetClass="entr" presetSubtype="8" fill="hold" grpId="0" nodeType="withEffect" p14:presetBounceEnd="67000">
                                      <p:stCondLst>
                                        <p:cond delay="200"/>
                                      </p:stCondLst>
                                      <p:childTnLst>
                                        <p:set>
                                          <p:cBhvr>
                                            <p:cTn id="103" dur="1" fill="hold">
                                              <p:stCondLst>
                                                <p:cond delay="0"/>
                                              </p:stCondLst>
                                            </p:cTn>
                                            <p:tgtEl>
                                              <p:spTgt spid="158"/>
                                            </p:tgtEl>
                                            <p:attrNameLst>
                                              <p:attrName>style.visibility</p:attrName>
                                            </p:attrNameLst>
                                          </p:cBhvr>
                                          <p:to>
                                            <p:strVal val="visible"/>
                                          </p:to>
                                        </p:set>
                                        <p:anim calcmode="lin" valueType="num" p14:bounceEnd="67000">
                                          <p:cBhvr additive="base">
                                            <p:cTn id="104" dur="1000" fill="hold"/>
                                            <p:tgtEl>
                                              <p:spTgt spid="158"/>
                                            </p:tgtEl>
                                            <p:attrNameLst>
                                              <p:attrName>ppt_x</p:attrName>
                                            </p:attrNameLst>
                                          </p:cBhvr>
                                          <p:tavLst>
                                            <p:tav tm="0">
                                              <p:val>
                                                <p:strVal val="0-#ppt_w/2"/>
                                              </p:val>
                                            </p:tav>
                                            <p:tav tm="100000">
                                              <p:val>
                                                <p:strVal val="#ppt_x"/>
                                              </p:val>
                                            </p:tav>
                                          </p:tavLst>
                                        </p:anim>
                                        <p:anim calcmode="lin" valueType="num" p14:bounceEnd="67000">
                                          <p:cBhvr additive="base">
                                            <p:cTn id="105" dur="1000" fill="hold"/>
                                            <p:tgtEl>
                                              <p:spTgt spid="158"/>
                                            </p:tgtEl>
                                            <p:attrNameLst>
                                              <p:attrName>ppt_y</p:attrName>
                                            </p:attrNameLst>
                                          </p:cBhvr>
                                          <p:tavLst>
                                            <p:tav tm="0">
                                              <p:val>
                                                <p:strVal val="#ppt_y"/>
                                              </p:val>
                                            </p:tav>
                                            <p:tav tm="100000">
                                              <p:val>
                                                <p:strVal val="#ppt_y"/>
                                              </p:val>
                                            </p:tav>
                                          </p:tavLst>
                                        </p:anim>
                                      </p:childTnLst>
                                    </p:cTn>
                                  </p:par>
                                  <p:par>
                                    <p:cTn id="106" presetID="2" presetClass="entr" presetSubtype="8" fill="hold" grpId="0" nodeType="withEffect" p14:presetBounceEnd="67000">
                                      <p:stCondLst>
                                        <p:cond delay="300"/>
                                      </p:stCondLst>
                                      <p:childTnLst>
                                        <p:set>
                                          <p:cBhvr>
                                            <p:cTn id="107" dur="1" fill="hold">
                                              <p:stCondLst>
                                                <p:cond delay="0"/>
                                              </p:stCondLst>
                                            </p:cTn>
                                            <p:tgtEl>
                                              <p:spTgt spid="189"/>
                                            </p:tgtEl>
                                            <p:attrNameLst>
                                              <p:attrName>style.visibility</p:attrName>
                                            </p:attrNameLst>
                                          </p:cBhvr>
                                          <p:to>
                                            <p:strVal val="visible"/>
                                          </p:to>
                                        </p:set>
                                        <p:anim calcmode="lin" valueType="num" p14:bounceEnd="67000">
                                          <p:cBhvr additive="base">
                                            <p:cTn id="108" dur="1000" fill="hold"/>
                                            <p:tgtEl>
                                              <p:spTgt spid="189"/>
                                            </p:tgtEl>
                                            <p:attrNameLst>
                                              <p:attrName>ppt_x</p:attrName>
                                            </p:attrNameLst>
                                          </p:cBhvr>
                                          <p:tavLst>
                                            <p:tav tm="0">
                                              <p:val>
                                                <p:strVal val="0-#ppt_w/2"/>
                                              </p:val>
                                            </p:tav>
                                            <p:tav tm="100000">
                                              <p:val>
                                                <p:strVal val="#ppt_x"/>
                                              </p:val>
                                            </p:tav>
                                          </p:tavLst>
                                        </p:anim>
                                        <p:anim calcmode="lin" valueType="num" p14:bounceEnd="67000">
                                          <p:cBhvr additive="base">
                                            <p:cTn id="109" dur="1000" fill="hold"/>
                                            <p:tgtEl>
                                              <p:spTgt spid="189"/>
                                            </p:tgtEl>
                                            <p:attrNameLst>
                                              <p:attrName>ppt_y</p:attrName>
                                            </p:attrNameLst>
                                          </p:cBhvr>
                                          <p:tavLst>
                                            <p:tav tm="0">
                                              <p:val>
                                                <p:strVal val="#ppt_y"/>
                                              </p:val>
                                            </p:tav>
                                            <p:tav tm="100000">
                                              <p:val>
                                                <p:strVal val="#ppt_y"/>
                                              </p:val>
                                            </p:tav>
                                          </p:tavLst>
                                        </p:anim>
                                      </p:childTnLst>
                                    </p:cTn>
                                  </p:par>
                                  <p:par>
                                    <p:cTn id="110" presetID="2" presetClass="entr" presetSubtype="8" fill="hold" grpId="0" nodeType="withEffect" p14:presetBounceEnd="67000">
                                      <p:stCondLst>
                                        <p:cond delay="400"/>
                                      </p:stCondLst>
                                      <p:childTnLst>
                                        <p:set>
                                          <p:cBhvr>
                                            <p:cTn id="111" dur="1" fill="hold">
                                              <p:stCondLst>
                                                <p:cond delay="0"/>
                                              </p:stCondLst>
                                            </p:cTn>
                                            <p:tgtEl>
                                              <p:spTgt spid="182"/>
                                            </p:tgtEl>
                                            <p:attrNameLst>
                                              <p:attrName>style.visibility</p:attrName>
                                            </p:attrNameLst>
                                          </p:cBhvr>
                                          <p:to>
                                            <p:strVal val="visible"/>
                                          </p:to>
                                        </p:set>
                                        <p:anim calcmode="lin" valueType="num" p14:bounceEnd="67000">
                                          <p:cBhvr additive="base">
                                            <p:cTn id="112" dur="1000" fill="hold"/>
                                            <p:tgtEl>
                                              <p:spTgt spid="182"/>
                                            </p:tgtEl>
                                            <p:attrNameLst>
                                              <p:attrName>ppt_x</p:attrName>
                                            </p:attrNameLst>
                                          </p:cBhvr>
                                          <p:tavLst>
                                            <p:tav tm="0">
                                              <p:val>
                                                <p:strVal val="0-#ppt_w/2"/>
                                              </p:val>
                                            </p:tav>
                                            <p:tav tm="100000">
                                              <p:val>
                                                <p:strVal val="#ppt_x"/>
                                              </p:val>
                                            </p:tav>
                                          </p:tavLst>
                                        </p:anim>
                                        <p:anim calcmode="lin" valueType="num" p14:bounceEnd="67000">
                                          <p:cBhvr additive="base">
                                            <p:cTn id="113" dur="1000" fill="hold"/>
                                            <p:tgtEl>
                                              <p:spTgt spid="182"/>
                                            </p:tgtEl>
                                            <p:attrNameLst>
                                              <p:attrName>ppt_y</p:attrName>
                                            </p:attrNameLst>
                                          </p:cBhvr>
                                          <p:tavLst>
                                            <p:tav tm="0">
                                              <p:val>
                                                <p:strVal val="#ppt_y"/>
                                              </p:val>
                                            </p:tav>
                                            <p:tav tm="100000">
                                              <p:val>
                                                <p:strVal val="#ppt_y"/>
                                              </p:val>
                                            </p:tav>
                                          </p:tavLst>
                                        </p:anim>
                                      </p:childTnLst>
                                    </p:cTn>
                                  </p:par>
                                  <p:par>
                                    <p:cTn id="114" presetID="2" presetClass="entr" presetSubtype="8" fill="hold" grpId="0" nodeType="withEffect" p14:presetBounceEnd="67000">
                                      <p:stCondLst>
                                        <p:cond delay="500"/>
                                      </p:stCondLst>
                                      <p:childTnLst>
                                        <p:set>
                                          <p:cBhvr>
                                            <p:cTn id="115" dur="1" fill="hold">
                                              <p:stCondLst>
                                                <p:cond delay="0"/>
                                              </p:stCondLst>
                                            </p:cTn>
                                            <p:tgtEl>
                                              <p:spTgt spid="148"/>
                                            </p:tgtEl>
                                            <p:attrNameLst>
                                              <p:attrName>style.visibility</p:attrName>
                                            </p:attrNameLst>
                                          </p:cBhvr>
                                          <p:to>
                                            <p:strVal val="visible"/>
                                          </p:to>
                                        </p:set>
                                        <p:anim calcmode="lin" valueType="num" p14:bounceEnd="67000">
                                          <p:cBhvr additive="base">
                                            <p:cTn id="116" dur="1000" fill="hold"/>
                                            <p:tgtEl>
                                              <p:spTgt spid="148"/>
                                            </p:tgtEl>
                                            <p:attrNameLst>
                                              <p:attrName>ppt_x</p:attrName>
                                            </p:attrNameLst>
                                          </p:cBhvr>
                                          <p:tavLst>
                                            <p:tav tm="0">
                                              <p:val>
                                                <p:strVal val="0-#ppt_w/2"/>
                                              </p:val>
                                            </p:tav>
                                            <p:tav tm="100000">
                                              <p:val>
                                                <p:strVal val="#ppt_x"/>
                                              </p:val>
                                            </p:tav>
                                          </p:tavLst>
                                        </p:anim>
                                        <p:anim calcmode="lin" valueType="num" p14:bounceEnd="67000">
                                          <p:cBhvr additive="base">
                                            <p:cTn id="117" dur="1000" fill="hold"/>
                                            <p:tgtEl>
                                              <p:spTgt spid="148"/>
                                            </p:tgtEl>
                                            <p:attrNameLst>
                                              <p:attrName>ppt_y</p:attrName>
                                            </p:attrNameLst>
                                          </p:cBhvr>
                                          <p:tavLst>
                                            <p:tav tm="0">
                                              <p:val>
                                                <p:strVal val="#ppt_y"/>
                                              </p:val>
                                            </p:tav>
                                            <p:tav tm="100000">
                                              <p:val>
                                                <p:strVal val="#ppt_y"/>
                                              </p:val>
                                            </p:tav>
                                          </p:tavLst>
                                        </p:anim>
                                      </p:childTnLst>
                                    </p:cTn>
                                  </p:par>
                                  <p:par>
                                    <p:cTn id="118" presetID="2" presetClass="entr" presetSubtype="8" fill="hold" grpId="0" nodeType="withEffect" p14:presetBounceEnd="67000">
                                      <p:stCondLst>
                                        <p:cond delay="600"/>
                                      </p:stCondLst>
                                      <p:childTnLst>
                                        <p:set>
                                          <p:cBhvr>
                                            <p:cTn id="119" dur="1" fill="hold">
                                              <p:stCondLst>
                                                <p:cond delay="0"/>
                                              </p:stCondLst>
                                            </p:cTn>
                                            <p:tgtEl>
                                              <p:spTgt spid="181"/>
                                            </p:tgtEl>
                                            <p:attrNameLst>
                                              <p:attrName>style.visibility</p:attrName>
                                            </p:attrNameLst>
                                          </p:cBhvr>
                                          <p:to>
                                            <p:strVal val="visible"/>
                                          </p:to>
                                        </p:set>
                                        <p:anim calcmode="lin" valueType="num" p14:bounceEnd="67000">
                                          <p:cBhvr additive="base">
                                            <p:cTn id="120" dur="1000" fill="hold"/>
                                            <p:tgtEl>
                                              <p:spTgt spid="181"/>
                                            </p:tgtEl>
                                            <p:attrNameLst>
                                              <p:attrName>ppt_x</p:attrName>
                                            </p:attrNameLst>
                                          </p:cBhvr>
                                          <p:tavLst>
                                            <p:tav tm="0">
                                              <p:val>
                                                <p:strVal val="0-#ppt_w/2"/>
                                              </p:val>
                                            </p:tav>
                                            <p:tav tm="100000">
                                              <p:val>
                                                <p:strVal val="#ppt_x"/>
                                              </p:val>
                                            </p:tav>
                                          </p:tavLst>
                                        </p:anim>
                                        <p:anim calcmode="lin" valueType="num" p14:bounceEnd="67000">
                                          <p:cBhvr additive="base">
                                            <p:cTn id="121" dur="1000" fill="hold"/>
                                            <p:tgtEl>
                                              <p:spTgt spid="181"/>
                                            </p:tgtEl>
                                            <p:attrNameLst>
                                              <p:attrName>ppt_y</p:attrName>
                                            </p:attrNameLst>
                                          </p:cBhvr>
                                          <p:tavLst>
                                            <p:tav tm="0">
                                              <p:val>
                                                <p:strVal val="#ppt_y"/>
                                              </p:val>
                                            </p:tav>
                                            <p:tav tm="100000">
                                              <p:val>
                                                <p:strVal val="#ppt_y"/>
                                              </p:val>
                                            </p:tav>
                                          </p:tavLst>
                                        </p:anim>
                                      </p:childTnLst>
                                    </p:cTn>
                                  </p:par>
                                  <p:par>
                                    <p:cTn id="122" presetID="2" presetClass="entr" presetSubtype="8" fill="hold" grpId="0" nodeType="withEffect" p14:presetBounceEnd="67000">
                                      <p:stCondLst>
                                        <p:cond delay="700"/>
                                      </p:stCondLst>
                                      <p:childTnLst>
                                        <p:set>
                                          <p:cBhvr>
                                            <p:cTn id="123" dur="1" fill="hold">
                                              <p:stCondLst>
                                                <p:cond delay="0"/>
                                              </p:stCondLst>
                                            </p:cTn>
                                            <p:tgtEl>
                                              <p:spTgt spid="176"/>
                                            </p:tgtEl>
                                            <p:attrNameLst>
                                              <p:attrName>style.visibility</p:attrName>
                                            </p:attrNameLst>
                                          </p:cBhvr>
                                          <p:to>
                                            <p:strVal val="visible"/>
                                          </p:to>
                                        </p:set>
                                        <p:anim calcmode="lin" valueType="num" p14:bounceEnd="67000">
                                          <p:cBhvr additive="base">
                                            <p:cTn id="124" dur="1000" fill="hold"/>
                                            <p:tgtEl>
                                              <p:spTgt spid="176"/>
                                            </p:tgtEl>
                                            <p:attrNameLst>
                                              <p:attrName>ppt_x</p:attrName>
                                            </p:attrNameLst>
                                          </p:cBhvr>
                                          <p:tavLst>
                                            <p:tav tm="0">
                                              <p:val>
                                                <p:strVal val="0-#ppt_w/2"/>
                                              </p:val>
                                            </p:tav>
                                            <p:tav tm="100000">
                                              <p:val>
                                                <p:strVal val="#ppt_x"/>
                                              </p:val>
                                            </p:tav>
                                          </p:tavLst>
                                        </p:anim>
                                        <p:anim calcmode="lin" valueType="num" p14:bounceEnd="67000">
                                          <p:cBhvr additive="base">
                                            <p:cTn id="125" dur="1000" fill="hold"/>
                                            <p:tgtEl>
                                              <p:spTgt spid="176"/>
                                            </p:tgtEl>
                                            <p:attrNameLst>
                                              <p:attrName>ppt_y</p:attrName>
                                            </p:attrNameLst>
                                          </p:cBhvr>
                                          <p:tavLst>
                                            <p:tav tm="0">
                                              <p:val>
                                                <p:strVal val="#ppt_y"/>
                                              </p:val>
                                            </p:tav>
                                            <p:tav tm="100000">
                                              <p:val>
                                                <p:strVal val="#ppt_y"/>
                                              </p:val>
                                            </p:tav>
                                          </p:tavLst>
                                        </p:anim>
                                      </p:childTnLst>
                                    </p:cTn>
                                  </p:par>
                                  <p:par>
                                    <p:cTn id="126" presetID="2" presetClass="entr" presetSubtype="8" fill="hold" grpId="0" nodeType="withEffect" p14:presetBounceEnd="67000">
                                      <p:stCondLst>
                                        <p:cond delay="800"/>
                                      </p:stCondLst>
                                      <p:childTnLst>
                                        <p:set>
                                          <p:cBhvr>
                                            <p:cTn id="127" dur="1" fill="hold">
                                              <p:stCondLst>
                                                <p:cond delay="0"/>
                                              </p:stCondLst>
                                            </p:cTn>
                                            <p:tgtEl>
                                              <p:spTgt spid="143"/>
                                            </p:tgtEl>
                                            <p:attrNameLst>
                                              <p:attrName>style.visibility</p:attrName>
                                            </p:attrNameLst>
                                          </p:cBhvr>
                                          <p:to>
                                            <p:strVal val="visible"/>
                                          </p:to>
                                        </p:set>
                                        <p:anim calcmode="lin" valueType="num" p14:bounceEnd="67000">
                                          <p:cBhvr additive="base">
                                            <p:cTn id="128" dur="1000" fill="hold"/>
                                            <p:tgtEl>
                                              <p:spTgt spid="143"/>
                                            </p:tgtEl>
                                            <p:attrNameLst>
                                              <p:attrName>ppt_x</p:attrName>
                                            </p:attrNameLst>
                                          </p:cBhvr>
                                          <p:tavLst>
                                            <p:tav tm="0">
                                              <p:val>
                                                <p:strVal val="0-#ppt_w/2"/>
                                              </p:val>
                                            </p:tav>
                                            <p:tav tm="100000">
                                              <p:val>
                                                <p:strVal val="#ppt_x"/>
                                              </p:val>
                                            </p:tav>
                                          </p:tavLst>
                                        </p:anim>
                                        <p:anim calcmode="lin" valueType="num" p14:bounceEnd="67000">
                                          <p:cBhvr additive="base">
                                            <p:cTn id="129" dur="1000" fill="hold"/>
                                            <p:tgtEl>
                                              <p:spTgt spid="143"/>
                                            </p:tgtEl>
                                            <p:attrNameLst>
                                              <p:attrName>ppt_y</p:attrName>
                                            </p:attrNameLst>
                                          </p:cBhvr>
                                          <p:tavLst>
                                            <p:tav tm="0">
                                              <p:val>
                                                <p:strVal val="#ppt_y"/>
                                              </p:val>
                                            </p:tav>
                                            <p:tav tm="100000">
                                              <p:val>
                                                <p:strVal val="#ppt_y"/>
                                              </p:val>
                                            </p:tav>
                                          </p:tavLst>
                                        </p:anim>
                                      </p:childTnLst>
                                    </p:cTn>
                                  </p:par>
                                  <p:par>
                                    <p:cTn id="130" presetID="2" presetClass="entr" presetSubtype="8" fill="hold" grpId="0" nodeType="withEffect" p14:presetBounceEnd="67000">
                                      <p:stCondLst>
                                        <p:cond delay="900"/>
                                      </p:stCondLst>
                                      <p:childTnLst>
                                        <p:set>
                                          <p:cBhvr>
                                            <p:cTn id="131" dur="1" fill="hold">
                                              <p:stCondLst>
                                                <p:cond delay="0"/>
                                              </p:stCondLst>
                                            </p:cTn>
                                            <p:tgtEl>
                                              <p:spTgt spid="168"/>
                                            </p:tgtEl>
                                            <p:attrNameLst>
                                              <p:attrName>style.visibility</p:attrName>
                                            </p:attrNameLst>
                                          </p:cBhvr>
                                          <p:to>
                                            <p:strVal val="visible"/>
                                          </p:to>
                                        </p:set>
                                        <p:anim calcmode="lin" valueType="num" p14:bounceEnd="67000">
                                          <p:cBhvr additive="base">
                                            <p:cTn id="132" dur="1000" fill="hold"/>
                                            <p:tgtEl>
                                              <p:spTgt spid="168"/>
                                            </p:tgtEl>
                                            <p:attrNameLst>
                                              <p:attrName>ppt_x</p:attrName>
                                            </p:attrNameLst>
                                          </p:cBhvr>
                                          <p:tavLst>
                                            <p:tav tm="0">
                                              <p:val>
                                                <p:strVal val="0-#ppt_w/2"/>
                                              </p:val>
                                            </p:tav>
                                            <p:tav tm="100000">
                                              <p:val>
                                                <p:strVal val="#ppt_x"/>
                                              </p:val>
                                            </p:tav>
                                          </p:tavLst>
                                        </p:anim>
                                        <p:anim calcmode="lin" valueType="num" p14:bounceEnd="67000">
                                          <p:cBhvr additive="base">
                                            <p:cTn id="133" dur="1000" fill="hold"/>
                                            <p:tgtEl>
                                              <p:spTgt spid="168"/>
                                            </p:tgtEl>
                                            <p:attrNameLst>
                                              <p:attrName>ppt_y</p:attrName>
                                            </p:attrNameLst>
                                          </p:cBhvr>
                                          <p:tavLst>
                                            <p:tav tm="0">
                                              <p:val>
                                                <p:strVal val="#ppt_y"/>
                                              </p:val>
                                            </p:tav>
                                            <p:tav tm="100000">
                                              <p:val>
                                                <p:strVal val="#ppt_y"/>
                                              </p:val>
                                            </p:tav>
                                          </p:tavLst>
                                        </p:anim>
                                      </p:childTnLst>
                                    </p:cTn>
                                  </p:par>
                                  <p:par>
                                    <p:cTn id="134" presetID="2" presetClass="entr" presetSubtype="8" fill="hold" grpId="0" nodeType="withEffect" p14:presetBounceEnd="67000">
                                      <p:stCondLst>
                                        <p:cond delay="1000"/>
                                      </p:stCondLst>
                                      <p:childTnLst>
                                        <p:set>
                                          <p:cBhvr>
                                            <p:cTn id="135" dur="1" fill="hold">
                                              <p:stCondLst>
                                                <p:cond delay="0"/>
                                              </p:stCondLst>
                                            </p:cTn>
                                            <p:tgtEl>
                                              <p:spTgt spid="171"/>
                                            </p:tgtEl>
                                            <p:attrNameLst>
                                              <p:attrName>style.visibility</p:attrName>
                                            </p:attrNameLst>
                                          </p:cBhvr>
                                          <p:to>
                                            <p:strVal val="visible"/>
                                          </p:to>
                                        </p:set>
                                        <p:anim calcmode="lin" valueType="num" p14:bounceEnd="67000">
                                          <p:cBhvr additive="base">
                                            <p:cTn id="136" dur="1000" fill="hold"/>
                                            <p:tgtEl>
                                              <p:spTgt spid="171"/>
                                            </p:tgtEl>
                                            <p:attrNameLst>
                                              <p:attrName>ppt_x</p:attrName>
                                            </p:attrNameLst>
                                          </p:cBhvr>
                                          <p:tavLst>
                                            <p:tav tm="0">
                                              <p:val>
                                                <p:strVal val="0-#ppt_w/2"/>
                                              </p:val>
                                            </p:tav>
                                            <p:tav tm="100000">
                                              <p:val>
                                                <p:strVal val="#ppt_x"/>
                                              </p:val>
                                            </p:tav>
                                          </p:tavLst>
                                        </p:anim>
                                        <p:anim calcmode="lin" valueType="num" p14:bounceEnd="67000">
                                          <p:cBhvr additive="base">
                                            <p:cTn id="137" dur="1000" fill="hold"/>
                                            <p:tgtEl>
                                              <p:spTgt spid="171"/>
                                            </p:tgtEl>
                                            <p:attrNameLst>
                                              <p:attrName>ppt_y</p:attrName>
                                            </p:attrNameLst>
                                          </p:cBhvr>
                                          <p:tavLst>
                                            <p:tav tm="0">
                                              <p:val>
                                                <p:strVal val="#ppt_y"/>
                                              </p:val>
                                            </p:tav>
                                            <p:tav tm="100000">
                                              <p:val>
                                                <p:strVal val="#ppt_y"/>
                                              </p:val>
                                            </p:tav>
                                          </p:tavLst>
                                        </p:anim>
                                      </p:childTnLst>
                                    </p:cTn>
                                  </p:par>
                                  <p:par>
                                    <p:cTn id="138" presetID="2" presetClass="entr" presetSubtype="8" fill="hold" grpId="0" nodeType="withEffect" p14:presetBounceEnd="67000">
                                      <p:stCondLst>
                                        <p:cond delay="1100"/>
                                      </p:stCondLst>
                                      <p:childTnLst>
                                        <p:set>
                                          <p:cBhvr>
                                            <p:cTn id="139" dur="1" fill="hold">
                                              <p:stCondLst>
                                                <p:cond delay="0"/>
                                              </p:stCondLst>
                                            </p:cTn>
                                            <p:tgtEl>
                                              <p:spTgt spid="178"/>
                                            </p:tgtEl>
                                            <p:attrNameLst>
                                              <p:attrName>style.visibility</p:attrName>
                                            </p:attrNameLst>
                                          </p:cBhvr>
                                          <p:to>
                                            <p:strVal val="visible"/>
                                          </p:to>
                                        </p:set>
                                        <p:anim calcmode="lin" valueType="num" p14:bounceEnd="67000">
                                          <p:cBhvr additive="base">
                                            <p:cTn id="140" dur="1000" fill="hold"/>
                                            <p:tgtEl>
                                              <p:spTgt spid="178"/>
                                            </p:tgtEl>
                                            <p:attrNameLst>
                                              <p:attrName>ppt_x</p:attrName>
                                            </p:attrNameLst>
                                          </p:cBhvr>
                                          <p:tavLst>
                                            <p:tav tm="0">
                                              <p:val>
                                                <p:strVal val="0-#ppt_w/2"/>
                                              </p:val>
                                            </p:tav>
                                            <p:tav tm="100000">
                                              <p:val>
                                                <p:strVal val="#ppt_x"/>
                                              </p:val>
                                            </p:tav>
                                          </p:tavLst>
                                        </p:anim>
                                        <p:anim calcmode="lin" valueType="num" p14:bounceEnd="67000">
                                          <p:cBhvr additive="base">
                                            <p:cTn id="141" dur="1000" fill="hold"/>
                                            <p:tgtEl>
                                              <p:spTgt spid="178"/>
                                            </p:tgtEl>
                                            <p:attrNameLst>
                                              <p:attrName>ppt_y</p:attrName>
                                            </p:attrNameLst>
                                          </p:cBhvr>
                                          <p:tavLst>
                                            <p:tav tm="0">
                                              <p:val>
                                                <p:strVal val="#ppt_y"/>
                                              </p:val>
                                            </p:tav>
                                            <p:tav tm="100000">
                                              <p:val>
                                                <p:strVal val="#ppt_y"/>
                                              </p:val>
                                            </p:tav>
                                          </p:tavLst>
                                        </p:anim>
                                      </p:childTnLst>
                                    </p:cTn>
                                  </p:par>
                                  <p:par>
                                    <p:cTn id="142" presetID="2" presetClass="entr" presetSubtype="8" fill="hold" grpId="0" nodeType="withEffect" p14:presetBounceEnd="67000">
                                      <p:stCondLst>
                                        <p:cond delay="1200"/>
                                      </p:stCondLst>
                                      <p:childTnLst>
                                        <p:set>
                                          <p:cBhvr>
                                            <p:cTn id="143" dur="1" fill="hold">
                                              <p:stCondLst>
                                                <p:cond delay="0"/>
                                              </p:stCondLst>
                                            </p:cTn>
                                            <p:tgtEl>
                                              <p:spTgt spid="187"/>
                                            </p:tgtEl>
                                            <p:attrNameLst>
                                              <p:attrName>style.visibility</p:attrName>
                                            </p:attrNameLst>
                                          </p:cBhvr>
                                          <p:to>
                                            <p:strVal val="visible"/>
                                          </p:to>
                                        </p:set>
                                        <p:anim calcmode="lin" valueType="num" p14:bounceEnd="67000">
                                          <p:cBhvr additive="base">
                                            <p:cTn id="144" dur="1000" fill="hold"/>
                                            <p:tgtEl>
                                              <p:spTgt spid="187"/>
                                            </p:tgtEl>
                                            <p:attrNameLst>
                                              <p:attrName>ppt_x</p:attrName>
                                            </p:attrNameLst>
                                          </p:cBhvr>
                                          <p:tavLst>
                                            <p:tav tm="0">
                                              <p:val>
                                                <p:strVal val="0-#ppt_w/2"/>
                                              </p:val>
                                            </p:tav>
                                            <p:tav tm="100000">
                                              <p:val>
                                                <p:strVal val="#ppt_x"/>
                                              </p:val>
                                            </p:tav>
                                          </p:tavLst>
                                        </p:anim>
                                        <p:anim calcmode="lin" valueType="num" p14:bounceEnd="67000">
                                          <p:cBhvr additive="base">
                                            <p:cTn id="145" dur="1000" fill="hold"/>
                                            <p:tgtEl>
                                              <p:spTgt spid="187"/>
                                            </p:tgtEl>
                                            <p:attrNameLst>
                                              <p:attrName>ppt_y</p:attrName>
                                            </p:attrNameLst>
                                          </p:cBhvr>
                                          <p:tavLst>
                                            <p:tav tm="0">
                                              <p:val>
                                                <p:strVal val="#ppt_y"/>
                                              </p:val>
                                            </p:tav>
                                            <p:tav tm="100000">
                                              <p:val>
                                                <p:strVal val="#ppt_y"/>
                                              </p:val>
                                            </p:tav>
                                          </p:tavLst>
                                        </p:anim>
                                      </p:childTnLst>
                                    </p:cTn>
                                  </p:par>
                                  <p:par>
                                    <p:cTn id="146" presetID="2" presetClass="entr" presetSubtype="8" fill="hold" grpId="0" nodeType="withEffect" p14:presetBounceEnd="67000">
                                      <p:stCondLst>
                                        <p:cond delay="1300"/>
                                      </p:stCondLst>
                                      <p:childTnLst>
                                        <p:set>
                                          <p:cBhvr>
                                            <p:cTn id="147" dur="1" fill="hold">
                                              <p:stCondLst>
                                                <p:cond delay="0"/>
                                              </p:stCondLst>
                                            </p:cTn>
                                            <p:tgtEl>
                                              <p:spTgt spid="167"/>
                                            </p:tgtEl>
                                            <p:attrNameLst>
                                              <p:attrName>style.visibility</p:attrName>
                                            </p:attrNameLst>
                                          </p:cBhvr>
                                          <p:to>
                                            <p:strVal val="visible"/>
                                          </p:to>
                                        </p:set>
                                        <p:anim calcmode="lin" valueType="num" p14:bounceEnd="67000">
                                          <p:cBhvr additive="base">
                                            <p:cTn id="148" dur="1000" fill="hold"/>
                                            <p:tgtEl>
                                              <p:spTgt spid="167"/>
                                            </p:tgtEl>
                                            <p:attrNameLst>
                                              <p:attrName>ppt_x</p:attrName>
                                            </p:attrNameLst>
                                          </p:cBhvr>
                                          <p:tavLst>
                                            <p:tav tm="0">
                                              <p:val>
                                                <p:strVal val="0-#ppt_w/2"/>
                                              </p:val>
                                            </p:tav>
                                            <p:tav tm="100000">
                                              <p:val>
                                                <p:strVal val="#ppt_x"/>
                                              </p:val>
                                            </p:tav>
                                          </p:tavLst>
                                        </p:anim>
                                        <p:anim calcmode="lin" valueType="num" p14:bounceEnd="67000">
                                          <p:cBhvr additive="base">
                                            <p:cTn id="149" dur="1000" fill="hold"/>
                                            <p:tgtEl>
                                              <p:spTgt spid="167"/>
                                            </p:tgtEl>
                                            <p:attrNameLst>
                                              <p:attrName>ppt_y</p:attrName>
                                            </p:attrNameLst>
                                          </p:cBhvr>
                                          <p:tavLst>
                                            <p:tav tm="0">
                                              <p:val>
                                                <p:strVal val="#ppt_y"/>
                                              </p:val>
                                            </p:tav>
                                            <p:tav tm="100000">
                                              <p:val>
                                                <p:strVal val="#ppt_y"/>
                                              </p:val>
                                            </p:tav>
                                          </p:tavLst>
                                        </p:anim>
                                      </p:childTnLst>
                                    </p:cTn>
                                  </p:par>
                                  <p:par>
                                    <p:cTn id="150" presetID="2" presetClass="entr" presetSubtype="8" fill="hold" grpId="0" nodeType="withEffect" p14:presetBounceEnd="67000">
                                      <p:stCondLst>
                                        <p:cond delay="1400"/>
                                      </p:stCondLst>
                                      <p:childTnLst>
                                        <p:set>
                                          <p:cBhvr>
                                            <p:cTn id="151" dur="1" fill="hold">
                                              <p:stCondLst>
                                                <p:cond delay="0"/>
                                              </p:stCondLst>
                                            </p:cTn>
                                            <p:tgtEl>
                                              <p:spTgt spid="174"/>
                                            </p:tgtEl>
                                            <p:attrNameLst>
                                              <p:attrName>style.visibility</p:attrName>
                                            </p:attrNameLst>
                                          </p:cBhvr>
                                          <p:to>
                                            <p:strVal val="visible"/>
                                          </p:to>
                                        </p:set>
                                        <p:anim calcmode="lin" valueType="num" p14:bounceEnd="67000">
                                          <p:cBhvr additive="base">
                                            <p:cTn id="152" dur="1000" fill="hold"/>
                                            <p:tgtEl>
                                              <p:spTgt spid="174"/>
                                            </p:tgtEl>
                                            <p:attrNameLst>
                                              <p:attrName>ppt_x</p:attrName>
                                            </p:attrNameLst>
                                          </p:cBhvr>
                                          <p:tavLst>
                                            <p:tav tm="0">
                                              <p:val>
                                                <p:strVal val="0-#ppt_w/2"/>
                                              </p:val>
                                            </p:tav>
                                            <p:tav tm="100000">
                                              <p:val>
                                                <p:strVal val="#ppt_x"/>
                                              </p:val>
                                            </p:tav>
                                          </p:tavLst>
                                        </p:anim>
                                        <p:anim calcmode="lin" valueType="num" p14:bounceEnd="67000">
                                          <p:cBhvr additive="base">
                                            <p:cTn id="153" dur="1000" fill="hold"/>
                                            <p:tgtEl>
                                              <p:spTgt spid="174"/>
                                            </p:tgtEl>
                                            <p:attrNameLst>
                                              <p:attrName>ppt_y</p:attrName>
                                            </p:attrNameLst>
                                          </p:cBhvr>
                                          <p:tavLst>
                                            <p:tav tm="0">
                                              <p:val>
                                                <p:strVal val="#ppt_y"/>
                                              </p:val>
                                            </p:tav>
                                            <p:tav tm="100000">
                                              <p:val>
                                                <p:strVal val="#ppt_y"/>
                                              </p:val>
                                            </p:tav>
                                          </p:tavLst>
                                        </p:anim>
                                      </p:childTnLst>
                                    </p:cTn>
                                  </p:par>
                                  <p:par>
                                    <p:cTn id="154" presetID="2" presetClass="entr" presetSubtype="8" fill="hold" grpId="0" nodeType="withEffect" p14:presetBounceEnd="67000">
                                      <p:stCondLst>
                                        <p:cond delay="1500"/>
                                      </p:stCondLst>
                                      <p:childTnLst>
                                        <p:set>
                                          <p:cBhvr>
                                            <p:cTn id="155" dur="1" fill="hold">
                                              <p:stCondLst>
                                                <p:cond delay="0"/>
                                              </p:stCondLst>
                                            </p:cTn>
                                            <p:tgtEl>
                                              <p:spTgt spid="179"/>
                                            </p:tgtEl>
                                            <p:attrNameLst>
                                              <p:attrName>style.visibility</p:attrName>
                                            </p:attrNameLst>
                                          </p:cBhvr>
                                          <p:to>
                                            <p:strVal val="visible"/>
                                          </p:to>
                                        </p:set>
                                        <p:anim calcmode="lin" valueType="num" p14:bounceEnd="67000">
                                          <p:cBhvr additive="base">
                                            <p:cTn id="156" dur="1000" fill="hold"/>
                                            <p:tgtEl>
                                              <p:spTgt spid="179"/>
                                            </p:tgtEl>
                                            <p:attrNameLst>
                                              <p:attrName>ppt_x</p:attrName>
                                            </p:attrNameLst>
                                          </p:cBhvr>
                                          <p:tavLst>
                                            <p:tav tm="0">
                                              <p:val>
                                                <p:strVal val="0-#ppt_w/2"/>
                                              </p:val>
                                            </p:tav>
                                            <p:tav tm="100000">
                                              <p:val>
                                                <p:strVal val="#ppt_x"/>
                                              </p:val>
                                            </p:tav>
                                          </p:tavLst>
                                        </p:anim>
                                        <p:anim calcmode="lin" valueType="num" p14:bounceEnd="67000">
                                          <p:cBhvr additive="base">
                                            <p:cTn id="157" dur="1000" fill="hold"/>
                                            <p:tgtEl>
                                              <p:spTgt spid="179"/>
                                            </p:tgtEl>
                                            <p:attrNameLst>
                                              <p:attrName>ppt_y</p:attrName>
                                            </p:attrNameLst>
                                          </p:cBhvr>
                                          <p:tavLst>
                                            <p:tav tm="0">
                                              <p:val>
                                                <p:strVal val="#ppt_y"/>
                                              </p:val>
                                            </p:tav>
                                            <p:tav tm="100000">
                                              <p:val>
                                                <p:strVal val="#ppt_y"/>
                                              </p:val>
                                            </p:tav>
                                          </p:tavLst>
                                        </p:anim>
                                      </p:childTnLst>
                                    </p:cTn>
                                  </p:par>
                                  <p:par>
                                    <p:cTn id="158" presetID="2" presetClass="entr" presetSubtype="8" fill="hold" grpId="0" nodeType="withEffect" p14:presetBounceEnd="67000">
                                      <p:stCondLst>
                                        <p:cond delay="1600"/>
                                      </p:stCondLst>
                                      <p:childTnLst>
                                        <p:set>
                                          <p:cBhvr>
                                            <p:cTn id="159" dur="1" fill="hold">
                                              <p:stCondLst>
                                                <p:cond delay="0"/>
                                              </p:stCondLst>
                                            </p:cTn>
                                            <p:tgtEl>
                                              <p:spTgt spid="172"/>
                                            </p:tgtEl>
                                            <p:attrNameLst>
                                              <p:attrName>style.visibility</p:attrName>
                                            </p:attrNameLst>
                                          </p:cBhvr>
                                          <p:to>
                                            <p:strVal val="visible"/>
                                          </p:to>
                                        </p:set>
                                        <p:anim calcmode="lin" valueType="num" p14:bounceEnd="67000">
                                          <p:cBhvr additive="base">
                                            <p:cTn id="160" dur="1000" fill="hold"/>
                                            <p:tgtEl>
                                              <p:spTgt spid="172"/>
                                            </p:tgtEl>
                                            <p:attrNameLst>
                                              <p:attrName>ppt_x</p:attrName>
                                            </p:attrNameLst>
                                          </p:cBhvr>
                                          <p:tavLst>
                                            <p:tav tm="0">
                                              <p:val>
                                                <p:strVal val="0-#ppt_w/2"/>
                                              </p:val>
                                            </p:tav>
                                            <p:tav tm="100000">
                                              <p:val>
                                                <p:strVal val="#ppt_x"/>
                                              </p:val>
                                            </p:tav>
                                          </p:tavLst>
                                        </p:anim>
                                        <p:anim calcmode="lin" valueType="num" p14:bounceEnd="67000">
                                          <p:cBhvr additive="base">
                                            <p:cTn id="161" dur="1000" fill="hold"/>
                                            <p:tgtEl>
                                              <p:spTgt spid="172"/>
                                            </p:tgtEl>
                                            <p:attrNameLst>
                                              <p:attrName>ppt_y</p:attrName>
                                            </p:attrNameLst>
                                          </p:cBhvr>
                                          <p:tavLst>
                                            <p:tav tm="0">
                                              <p:val>
                                                <p:strVal val="#ppt_y"/>
                                              </p:val>
                                            </p:tav>
                                            <p:tav tm="100000">
                                              <p:val>
                                                <p:strVal val="#ppt_y"/>
                                              </p:val>
                                            </p:tav>
                                          </p:tavLst>
                                        </p:anim>
                                      </p:childTnLst>
                                    </p:cTn>
                                  </p:par>
                                  <p:par>
                                    <p:cTn id="162" presetID="2" presetClass="entr" presetSubtype="8" fill="hold" grpId="0" nodeType="withEffect" p14:presetBounceEnd="67000">
                                      <p:stCondLst>
                                        <p:cond delay="1700"/>
                                      </p:stCondLst>
                                      <p:childTnLst>
                                        <p:set>
                                          <p:cBhvr>
                                            <p:cTn id="163" dur="1" fill="hold">
                                              <p:stCondLst>
                                                <p:cond delay="0"/>
                                              </p:stCondLst>
                                            </p:cTn>
                                            <p:tgtEl>
                                              <p:spTgt spid="157"/>
                                            </p:tgtEl>
                                            <p:attrNameLst>
                                              <p:attrName>style.visibility</p:attrName>
                                            </p:attrNameLst>
                                          </p:cBhvr>
                                          <p:to>
                                            <p:strVal val="visible"/>
                                          </p:to>
                                        </p:set>
                                        <p:anim calcmode="lin" valueType="num" p14:bounceEnd="67000">
                                          <p:cBhvr additive="base">
                                            <p:cTn id="164" dur="1000" fill="hold"/>
                                            <p:tgtEl>
                                              <p:spTgt spid="157"/>
                                            </p:tgtEl>
                                            <p:attrNameLst>
                                              <p:attrName>ppt_x</p:attrName>
                                            </p:attrNameLst>
                                          </p:cBhvr>
                                          <p:tavLst>
                                            <p:tav tm="0">
                                              <p:val>
                                                <p:strVal val="0-#ppt_w/2"/>
                                              </p:val>
                                            </p:tav>
                                            <p:tav tm="100000">
                                              <p:val>
                                                <p:strVal val="#ppt_x"/>
                                              </p:val>
                                            </p:tav>
                                          </p:tavLst>
                                        </p:anim>
                                        <p:anim calcmode="lin" valueType="num" p14:bounceEnd="67000">
                                          <p:cBhvr additive="base">
                                            <p:cTn id="165" dur="1000" fill="hold"/>
                                            <p:tgtEl>
                                              <p:spTgt spid="157"/>
                                            </p:tgtEl>
                                            <p:attrNameLst>
                                              <p:attrName>ppt_y</p:attrName>
                                            </p:attrNameLst>
                                          </p:cBhvr>
                                          <p:tavLst>
                                            <p:tav tm="0">
                                              <p:val>
                                                <p:strVal val="#ppt_y"/>
                                              </p:val>
                                            </p:tav>
                                            <p:tav tm="100000">
                                              <p:val>
                                                <p:strVal val="#ppt_y"/>
                                              </p:val>
                                            </p:tav>
                                          </p:tavLst>
                                        </p:anim>
                                      </p:childTnLst>
                                    </p:cTn>
                                  </p:par>
                                  <p:par>
                                    <p:cTn id="166" presetID="2" presetClass="entr" presetSubtype="8" fill="hold" grpId="0" nodeType="withEffect" p14:presetBounceEnd="67000">
                                      <p:stCondLst>
                                        <p:cond delay="1800"/>
                                      </p:stCondLst>
                                      <p:childTnLst>
                                        <p:set>
                                          <p:cBhvr>
                                            <p:cTn id="167" dur="1" fill="hold">
                                              <p:stCondLst>
                                                <p:cond delay="0"/>
                                              </p:stCondLst>
                                            </p:cTn>
                                            <p:tgtEl>
                                              <p:spTgt spid="161"/>
                                            </p:tgtEl>
                                            <p:attrNameLst>
                                              <p:attrName>style.visibility</p:attrName>
                                            </p:attrNameLst>
                                          </p:cBhvr>
                                          <p:to>
                                            <p:strVal val="visible"/>
                                          </p:to>
                                        </p:set>
                                        <p:anim calcmode="lin" valueType="num" p14:bounceEnd="67000">
                                          <p:cBhvr additive="base">
                                            <p:cTn id="168" dur="1000" fill="hold"/>
                                            <p:tgtEl>
                                              <p:spTgt spid="161"/>
                                            </p:tgtEl>
                                            <p:attrNameLst>
                                              <p:attrName>ppt_x</p:attrName>
                                            </p:attrNameLst>
                                          </p:cBhvr>
                                          <p:tavLst>
                                            <p:tav tm="0">
                                              <p:val>
                                                <p:strVal val="0-#ppt_w/2"/>
                                              </p:val>
                                            </p:tav>
                                            <p:tav tm="100000">
                                              <p:val>
                                                <p:strVal val="#ppt_x"/>
                                              </p:val>
                                            </p:tav>
                                          </p:tavLst>
                                        </p:anim>
                                        <p:anim calcmode="lin" valueType="num" p14:bounceEnd="67000">
                                          <p:cBhvr additive="base">
                                            <p:cTn id="169" dur="1000" fill="hold"/>
                                            <p:tgtEl>
                                              <p:spTgt spid="161"/>
                                            </p:tgtEl>
                                            <p:attrNameLst>
                                              <p:attrName>ppt_y</p:attrName>
                                            </p:attrNameLst>
                                          </p:cBhvr>
                                          <p:tavLst>
                                            <p:tav tm="0">
                                              <p:val>
                                                <p:strVal val="#ppt_y"/>
                                              </p:val>
                                            </p:tav>
                                            <p:tav tm="100000">
                                              <p:val>
                                                <p:strVal val="#ppt_y"/>
                                              </p:val>
                                            </p:tav>
                                          </p:tavLst>
                                        </p:anim>
                                      </p:childTnLst>
                                    </p:cTn>
                                  </p:par>
                                  <p:par>
                                    <p:cTn id="170" presetID="2" presetClass="entr" presetSubtype="8" fill="hold" grpId="0" nodeType="withEffect" p14:presetBounceEnd="67000">
                                      <p:stCondLst>
                                        <p:cond delay="1900"/>
                                      </p:stCondLst>
                                      <p:childTnLst>
                                        <p:set>
                                          <p:cBhvr>
                                            <p:cTn id="171" dur="1" fill="hold">
                                              <p:stCondLst>
                                                <p:cond delay="0"/>
                                              </p:stCondLst>
                                            </p:cTn>
                                            <p:tgtEl>
                                              <p:spTgt spid="152"/>
                                            </p:tgtEl>
                                            <p:attrNameLst>
                                              <p:attrName>style.visibility</p:attrName>
                                            </p:attrNameLst>
                                          </p:cBhvr>
                                          <p:to>
                                            <p:strVal val="visible"/>
                                          </p:to>
                                        </p:set>
                                        <p:anim calcmode="lin" valueType="num" p14:bounceEnd="67000">
                                          <p:cBhvr additive="base">
                                            <p:cTn id="172" dur="1000" fill="hold"/>
                                            <p:tgtEl>
                                              <p:spTgt spid="152"/>
                                            </p:tgtEl>
                                            <p:attrNameLst>
                                              <p:attrName>ppt_x</p:attrName>
                                            </p:attrNameLst>
                                          </p:cBhvr>
                                          <p:tavLst>
                                            <p:tav tm="0">
                                              <p:val>
                                                <p:strVal val="0-#ppt_w/2"/>
                                              </p:val>
                                            </p:tav>
                                            <p:tav tm="100000">
                                              <p:val>
                                                <p:strVal val="#ppt_x"/>
                                              </p:val>
                                            </p:tav>
                                          </p:tavLst>
                                        </p:anim>
                                        <p:anim calcmode="lin" valueType="num" p14:bounceEnd="67000">
                                          <p:cBhvr additive="base">
                                            <p:cTn id="173" dur="1000" fill="hold"/>
                                            <p:tgtEl>
                                              <p:spTgt spid="152"/>
                                            </p:tgtEl>
                                            <p:attrNameLst>
                                              <p:attrName>ppt_y</p:attrName>
                                            </p:attrNameLst>
                                          </p:cBhvr>
                                          <p:tavLst>
                                            <p:tav tm="0">
                                              <p:val>
                                                <p:strVal val="#ppt_y"/>
                                              </p:val>
                                            </p:tav>
                                            <p:tav tm="100000">
                                              <p:val>
                                                <p:strVal val="#ppt_y"/>
                                              </p:val>
                                            </p:tav>
                                          </p:tavLst>
                                        </p:anim>
                                      </p:childTnLst>
                                    </p:cTn>
                                  </p:par>
                                  <p:par>
                                    <p:cTn id="174" presetID="2" presetClass="entr" presetSubtype="4" fill="hold" nodeType="withEffect" p14:presetBounceEnd="67000">
                                      <p:stCondLst>
                                        <p:cond delay="2000"/>
                                      </p:stCondLst>
                                      <p:childTnLst>
                                        <p:set>
                                          <p:cBhvr>
                                            <p:cTn id="175" dur="1" fill="hold">
                                              <p:stCondLst>
                                                <p:cond delay="0"/>
                                              </p:stCondLst>
                                            </p:cTn>
                                            <p:tgtEl>
                                              <p:spTgt spid="592"/>
                                            </p:tgtEl>
                                            <p:attrNameLst>
                                              <p:attrName>style.visibility</p:attrName>
                                            </p:attrNameLst>
                                          </p:cBhvr>
                                          <p:to>
                                            <p:strVal val="visible"/>
                                          </p:to>
                                        </p:set>
                                        <p:anim calcmode="lin" valueType="num" p14:bounceEnd="67000">
                                          <p:cBhvr additive="base">
                                            <p:cTn id="176" dur="1000" fill="hold"/>
                                            <p:tgtEl>
                                              <p:spTgt spid="592"/>
                                            </p:tgtEl>
                                            <p:attrNameLst>
                                              <p:attrName>ppt_x</p:attrName>
                                            </p:attrNameLst>
                                          </p:cBhvr>
                                          <p:tavLst>
                                            <p:tav tm="0">
                                              <p:val>
                                                <p:strVal val="#ppt_x"/>
                                              </p:val>
                                            </p:tav>
                                            <p:tav tm="100000">
                                              <p:val>
                                                <p:strVal val="#ppt_x"/>
                                              </p:val>
                                            </p:tav>
                                          </p:tavLst>
                                        </p:anim>
                                        <p:anim calcmode="lin" valueType="num" p14:bounceEnd="67000">
                                          <p:cBhvr additive="base">
                                            <p:cTn id="177" dur="1000" fill="hold"/>
                                            <p:tgtEl>
                                              <p:spTgt spid="592"/>
                                            </p:tgtEl>
                                            <p:attrNameLst>
                                              <p:attrName>ppt_y</p:attrName>
                                            </p:attrNameLst>
                                          </p:cBhvr>
                                          <p:tavLst>
                                            <p:tav tm="0">
                                              <p:val>
                                                <p:strVal val="1+#ppt_h/2"/>
                                              </p:val>
                                            </p:tav>
                                            <p:tav tm="100000">
                                              <p:val>
                                                <p:strVal val="#ppt_y"/>
                                              </p:val>
                                            </p:tav>
                                          </p:tavLst>
                                        </p:anim>
                                      </p:childTnLst>
                                    </p:cTn>
                                  </p:par>
                                  <p:par>
                                    <p:cTn id="178" presetID="53" presetClass="entr" presetSubtype="16" fill="hold" nodeType="withEffect">
                                      <p:stCondLst>
                                        <p:cond delay="3000"/>
                                      </p:stCondLst>
                                      <p:childTnLst>
                                        <p:set>
                                          <p:cBhvr>
                                            <p:cTn id="179" dur="1" fill="hold">
                                              <p:stCondLst>
                                                <p:cond delay="0"/>
                                              </p:stCondLst>
                                            </p:cTn>
                                            <p:tgtEl>
                                              <p:spTgt spid="591"/>
                                            </p:tgtEl>
                                            <p:attrNameLst>
                                              <p:attrName>style.visibility</p:attrName>
                                            </p:attrNameLst>
                                          </p:cBhvr>
                                          <p:to>
                                            <p:strVal val="visible"/>
                                          </p:to>
                                        </p:set>
                                        <p:anim calcmode="lin" valueType="num">
                                          <p:cBhvr>
                                            <p:cTn id="180" dur="500" fill="hold"/>
                                            <p:tgtEl>
                                              <p:spTgt spid="591"/>
                                            </p:tgtEl>
                                            <p:attrNameLst>
                                              <p:attrName>ppt_w</p:attrName>
                                            </p:attrNameLst>
                                          </p:cBhvr>
                                          <p:tavLst>
                                            <p:tav tm="0">
                                              <p:val>
                                                <p:fltVal val="0"/>
                                              </p:val>
                                            </p:tav>
                                            <p:tav tm="100000">
                                              <p:val>
                                                <p:strVal val="#ppt_w"/>
                                              </p:val>
                                            </p:tav>
                                          </p:tavLst>
                                        </p:anim>
                                        <p:anim calcmode="lin" valueType="num">
                                          <p:cBhvr>
                                            <p:cTn id="181" dur="500" fill="hold"/>
                                            <p:tgtEl>
                                              <p:spTgt spid="591"/>
                                            </p:tgtEl>
                                            <p:attrNameLst>
                                              <p:attrName>ppt_h</p:attrName>
                                            </p:attrNameLst>
                                          </p:cBhvr>
                                          <p:tavLst>
                                            <p:tav tm="0">
                                              <p:val>
                                                <p:fltVal val="0"/>
                                              </p:val>
                                            </p:tav>
                                            <p:tav tm="100000">
                                              <p:val>
                                                <p:strVal val="#ppt_h"/>
                                              </p:val>
                                            </p:tav>
                                          </p:tavLst>
                                        </p:anim>
                                        <p:animEffect transition="in" filter="fade">
                                          <p:cBhvr>
                                            <p:cTn id="182" dur="500"/>
                                            <p:tgtEl>
                                              <p:spTgt spid="591"/>
                                            </p:tgtEl>
                                          </p:cBhvr>
                                        </p:animEffect>
                                      </p:childTnLst>
                                    </p:cTn>
                                  </p:par>
                                  <p:par>
                                    <p:cTn id="183" presetID="2" presetClass="entr" presetSubtype="8" fill="hold" nodeType="withEffect" p14:presetBounceEnd="67000">
                                      <p:stCondLst>
                                        <p:cond delay="3500"/>
                                      </p:stCondLst>
                                      <p:childTnLst>
                                        <p:set>
                                          <p:cBhvr>
                                            <p:cTn id="184" dur="1" fill="hold">
                                              <p:stCondLst>
                                                <p:cond delay="0"/>
                                              </p:stCondLst>
                                            </p:cTn>
                                            <p:tgtEl>
                                              <p:spTgt spid="590"/>
                                            </p:tgtEl>
                                            <p:attrNameLst>
                                              <p:attrName>style.visibility</p:attrName>
                                            </p:attrNameLst>
                                          </p:cBhvr>
                                          <p:to>
                                            <p:strVal val="visible"/>
                                          </p:to>
                                        </p:set>
                                        <p:anim calcmode="lin" valueType="num" p14:bounceEnd="67000">
                                          <p:cBhvr additive="base">
                                            <p:cTn id="185" dur="1000" fill="hold"/>
                                            <p:tgtEl>
                                              <p:spTgt spid="590"/>
                                            </p:tgtEl>
                                            <p:attrNameLst>
                                              <p:attrName>ppt_x</p:attrName>
                                            </p:attrNameLst>
                                          </p:cBhvr>
                                          <p:tavLst>
                                            <p:tav tm="0">
                                              <p:val>
                                                <p:strVal val="0-#ppt_w/2"/>
                                              </p:val>
                                            </p:tav>
                                            <p:tav tm="100000">
                                              <p:val>
                                                <p:strVal val="#ppt_x"/>
                                              </p:val>
                                            </p:tav>
                                          </p:tavLst>
                                        </p:anim>
                                        <p:anim calcmode="lin" valueType="num" p14:bounceEnd="67000">
                                          <p:cBhvr additive="base">
                                            <p:cTn id="186" dur="1000" fill="hold"/>
                                            <p:tgtEl>
                                              <p:spTgt spid="590"/>
                                            </p:tgtEl>
                                            <p:attrNameLst>
                                              <p:attrName>ppt_y</p:attrName>
                                            </p:attrNameLst>
                                          </p:cBhvr>
                                          <p:tavLst>
                                            <p:tav tm="0">
                                              <p:val>
                                                <p:strVal val="#ppt_y"/>
                                              </p:val>
                                            </p:tav>
                                            <p:tav tm="100000">
                                              <p:val>
                                                <p:strVal val="#ppt_y"/>
                                              </p:val>
                                            </p:tav>
                                          </p:tavLst>
                                        </p:anim>
                                      </p:childTnLst>
                                    </p:cTn>
                                  </p:par>
                                  <p:par>
                                    <p:cTn id="187" presetID="2" presetClass="entr" presetSubtype="8" fill="hold" nodeType="withEffect" p14:presetBounceEnd="67000">
                                      <p:stCondLst>
                                        <p:cond delay="3500"/>
                                      </p:stCondLst>
                                      <p:childTnLst>
                                        <p:set>
                                          <p:cBhvr>
                                            <p:cTn id="188" dur="1" fill="hold">
                                              <p:stCondLst>
                                                <p:cond delay="0"/>
                                              </p:stCondLst>
                                            </p:cTn>
                                            <p:tgtEl>
                                              <p:spTgt spid="598"/>
                                            </p:tgtEl>
                                            <p:attrNameLst>
                                              <p:attrName>style.visibility</p:attrName>
                                            </p:attrNameLst>
                                          </p:cBhvr>
                                          <p:to>
                                            <p:strVal val="visible"/>
                                          </p:to>
                                        </p:set>
                                        <p:anim calcmode="lin" valueType="num" p14:bounceEnd="67000">
                                          <p:cBhvr additive="base">
                                            <p:cTn id="189" dur="1000" fill="hold"/>
                                            <p:tgtEl>
                                              <p:spTgt spid="598"/>
                                            </p:tgtEl>
                                            <p:attrNameLst>
                                              <p:attrName>ppt_x</p:attrName>
                                            </p:attrNameLst>
                                          </p:cBhvr>
                                          <p:tavLst>
                                            <p:tav tm="0">
                                              <p:val>
                                                <p:strVal val="0-#ppt_w/2"/>
                                              </p:val>
                                            </p:tav>
                                            <p:tav tm="100000">
                                              <p:val>
                                                <p:strVal val="#ppt_x"/>
                                              </p:val>
                                            </p:tav>
                                          </p:tavLst>
                                        </p:anim>
                                        <p:anim calcmode="lin" valueType="num" p14:bounceEnd="67000">
                                          <p:cBhvr additive="base">
                                            <p:cTn id="190" dur="1000" fill="hold"/>
                                            <p:tgtEl>
                                              <p:spTgt spid="598"/>
                                            </p:tgtEl>
                                            <p:attrNameLst>
                                              <p:attrName>ppt_y</p:attrName>
                                            </p:attrNameLst>
                                          </p:cBhvr>
                                          <p:tavLst>
                                            <p:tav tm="0">
                                              <p:val>
                                                <p:strVal val="#ppt_y"/>
                                              </p:val>
                                            </p:tav>
                                            <p:tav tm="100000">
                                              <p:val>
                                                <p:strVal val="#ppt_y"/>
                                              </p:val>
                                            </p:tav>
                                          </p:tavLst>
                                        </p:anim>
                                      </p:childTnLst>
                                    </p:cTn>
                                  </p:par>
                                  <p:par>
                                    <p:cTn id="191" presetID="53" presetClass="entr" presetSubtype="16" fill="hold" nodeType="withEffect">
                                      <p:stCondLst>
                                        <p:cond delay="4500"/>
                                      </p:stCondLst>
                                      <p:childTnLst>
                                        <p:set>
                                          <p:cBhvr>
                                            <p:cTn id="192" dur="1" fill="hold">
                                              <p:stCondLst>
                                                <p:cond delay="0"/>
                                              </p:stCondLst>
                                            </p:cTn>
                                            <p:tgtEl>
                                              <p:spTgt spid="337"/>
                                            </p:tgtEl>
                                            <p:attrNameLst>
                                              <p:attrName>style.visibility</p:attrName>
                                            </p:attrNameLst>
                                          </p:cBhvr>
                                          <p:to>
                                            <p:strVal val="visible"/>
                                          </p:to>
                                        </p:set>
                                        <p:anim calcmode="lin" valueType="num">
                                          <p:cBhvr>
                                            <p:cTn id="193" dur="500" fill="hold"/>
                                            <p:tgtEl>
                                              <p:spTgt spid="337"/>
                                            </p:tgtEl>
                                            <p:attrNameLst>
                                              <p:attrName>ppt_w</p:attrName>
                                            </p:attrNameLst>
                                          </p:cBhvr>
                                          <p:tavLst>
                                            <p:tav tm="0">
                                              <p:val>
                                                <p:fltVal val="0"/>
                                              </p:val>
                                            </p:tav>
                                            <p:tav tm="100000">
                                              <p:val>
                                                <p:strVal val="#ppt_w"/>
                                              </p:val>
                                            </p:tav>
                                          </p:tavLst>
                                        </p:anim>
                                        <p:anim calcmode="lin" valueType="num">
                                          <p:cBhvr>
                                            <p:cTn id="194" dur="500" fill="hold"/>
                                            <p:tgtEl>
                                              <p:spTgt spid="337"/>
                                            </p:tgtEl>
                                            <p:attrNameLst>
                                              <p:attrName>ppt_h</p:attrName>
                                            </p:attrNameLst>
                                          </p:cBhvr>
                                          <p:tavLst>
                                            <p:tav tm="0">
                                              <p:val>
                                                <p:fltVal val="0"/>
                                              </p:val>
                                            </p:tav>
                                            <p:tav tm="100000">
                                              <p:val>
                                                <p:strVal val="#ppt_h"/>
                                              </p:val>
                                            </p:tav>
                                          </p:tavLst>
                                        </p:anim>
                                        <p:animEffect transition="in" filter="fade">
                                          <p:cBhvr>
                                            <p:cTn id="195" dur="500"/>
                                            <p:tgtEl>
                                              <p:spTgt spid="337"/>
                                            </p:tgtEl>
                                          </p:cBhvr>
                                        </p:animEffect>
                                      </p:childTnLst>
                                    </p:cTn>
                                  </p:par>
                                  <p:par>
                                    <p:cTn id="196" presetID="53" presetClass="entr" presetSubtype="16" fill="hold" nodeType="withEffect">
                                      <p:stCondLst>
                                        <p:cond delay="4500"/>
                                      </p:stCondLst>
                                      <p:childTnLst>
                                        <p:set>
                                          <p:cBhvr>
                                            <p:cTn id="197" dur="1" fill="hold">
                                              <p:stCondLst>
                                                <p:cond delay="0"/>
                                              </p:stCondLst>
                                            </p:cTn>
                                            <p:tgtEl>
                                              <p:spTgt spid="340"/>
                                            </p:tgtEl>
                                            <p:attrNameLst>
                                              <p:attrName>style.visibility</p:attrName>
                                            </p:attrNameLst>
                                          </p:cBhvr>
                                          <p:to>
                                            <p:strVal val="visible"/>
                                          </p:to>
                                        </p:set>
                                        <p:anim calcmode="lin" valueType="num">
                                          <p:cBhvr>
                                            <p:cTn id="198" dur="500" fill="hold"/>
                                            <p:tgtEl>
                                              <p:spTgt spid="340"/>
                                            </p:tgtEl>
                                            <p:attrNameLst>
                                              <p:attrName>ppt_w</p:attrName>
                                            </p:attrNameLst>
                                          </p:cBhvr>
                                          <p:tavLst>
                                            <p:tav tm="0">
                                              <p:val>
                                                <p:fltVal val="0"/>
                                              </p:val>
                                            </p:tav>
                                            <p:tav tm="100000">
                                              <p:val>
                                                <p:strVal val="#ppt_w"/>
                                              </p:val>
                                            </p:tav>
                                          </p:tavLst>
                                        </p:anim>
                                        <p:anim calcmode="lin" valueType="num">
                                          <p:cBhvr>
                                            <p:cTn id="199" dur="500" fill="hold"/>
                                            <p:tgtEl>
                                              <p:spTgt spid="340"/>
                                            </p:tgtEl>
                                            <p:attrNameLst>
                                              <p:attrName>ppt_h</p:attrName>
                                            </p:attrNameLst>
                                          </p:cBhvr>
                                          <p:tavLst>
                                            <p:tav tm="0">
                                              <p:val>
                                                <p:fltVal val="0"/>
                                              </p:val>
                                            </p:tav>
                                            <p:tav tm="100000">
                                              <p:val>
                                                <p:strVal val="#ppt_h"/>
                                              </p:val>
                                            </p:tav>
                                          </p:tavLst>
                                        </p:anim>
                                        <p:animEffect transition="in" filter="fade">
                                          <p:cBhvr>
                                            <p:cTn id="200" dur="500"/>
                                            <p:tgtEl>
                                              <p:spTgt spid="340"/>
                                            </p:tgtEl>
                                          </p:cBhvr>
                                        </p:animEffect>
                                      </p:childTnLst>
                                    </p:cTn>
                                  </p:par>
                                  <p:par>
                                    <p:cTn id="201" presetID="53" presetClass="entr" presetSubtype="16" fill="hold" nodeType="withEffect">
                                      <p:stCondLst>
                                        <p:cond delay="4500"/>
                                      </p:stCondLst>
                                      <p:childTnLst>
                                        <p:set>
                                          <p:cBhvr>
                                            <p:cTn id="202" dur="1" fill="hold">
                                              <p:stCondLst>
                                                <p:cond delay="0"/>
                                              </p:stCondLst>
                                            </p:cTn>
                                            <p:tgtEl>
                                              <p:spTgt spid="338"/>
                                            </p:tgtEl>
                                            <p:attrNameLst>
                                              <p:attrName>style.visibility</p:attrName>
                                            </p:attrNameLst>
                                          </p:cBhvr>
                                          <p:to>
                                            <p:strVal val="visible"/>
                                          </p:to>
                                        </p:set>
                                        <p:anim calcmode="lin" valueType="num">
                                          <p:cBhvr>
                                            <p:cTn id="203" dur="500" fill="hold"/>
                                            <p:tgtEl>
                                              <p:spTgt spid="338"/>
                                            </p:tgtEl>
                                            <p:attrNameLst>
                                              <p:attrName>ppt_w</p:attrName>
                                            </p:attrNameLst>
                                          </p:cBhvr>
                                          <p:tavLst>
                                            <p:tav tm="0">
                                              <p:val>
                                                <p:fltVal val="0"/>
                                              </p:val>
                                            </p:tav>
                                            <p:tav tm="100000">
                                              <p:val>
                                                <p:strVal val="#ppt_w"/>
                                              </p:val>
                                            </p:tav>
                                          </p:tavLst>
                                        </p:anim>
                                        <p:anim calcmode="lin" valueType="num">
                                          <p:cBhvr>
                                            <p:cTn id="204" dur="500" fill="hold"/>
                                            <p:tgtEl>
                                              <p:spTgt spid="338"/>
                                            </p:tgtEl>
                                            <p:attrNameLst>
                                              <p:attrName>ppt_h</p:attrName>
                                            </p:attrNameLst>
                                          </p:cBhvr>
                                          <p:tavLst>
                                            <p:tav tm="0">
                                              <p:val>
                                                <p:fltVal val="0"/>
                                              </p:val>
                                            </p:tav>
                                            <p:tav tm="100000">
                                              <p:val>
                                                <p:strVal val="#ppt_h"/>
                                              </p:val>
                                            </p:tav>
                                          </p:tavLst>
                                        </p:anim>
                                        <p:animEffect transition="in" filter="fade">
                                          <p:cBhvr>
                                            <p:cTn id="205" dur="500"/>
                                            <p:tgtEl>
                                              <p:spTgt spid="338"/>
                                            </p:tgtEl>
                                          </p:cBhvr>
                                        </p:animEffect>
                                      </p:childTnLst>
                                    </p:cTn>
                                  </p:par>
                                  <p:par>
                                    <p:cTn id="206" presetID="53" presetClass="entr" presetSubtype="16" fill="hold" nodeType="withEffect">
                                      <p:stCondLst>
                                        <p:cond delay="4500"/>
                                      </p:stCondLst>
                                      <p:childTnLst>
                                        <p:set>
                                          <p:cBhvr>
                                            <p:cTn id="207" dur="1" fill="hold">
                                              <p:stCondLst>
                                                <p:cond delay="0"/>
                                              </p:stCondLst>
                                            </p:cTn>
                                            <p:tgtEl>
                                              <p:spTgt spid="588"/>
                                            </p:tgtEl>
                                            <p:attrNameLst>
                                              <p:attrName>style.visibility</p:attrName>
                                            </p:attrNameLst>
                                          </p:cBhvr>
                                          <p:to>
                                            <p:strVal val="visible"/>
                                          </p:to>
                                        </p:set>
                                        <p:anim calcmode="lin" valueType="num">
                                          <p:cBhvr>
                                            <p:cTn id="208" dur="500" fill="hold"/>
                                            <p:tgtEl>
                                              <p:spTgt spid="588"/>
                                            </p:tgtEl>
                                            <p:attrNameLst>
                                              <p:attrName>ppt_w</p:attrName>
                                            </p:attrNameLst>
                                          </p:cBhvr>
                                          <p:tavLst>
                                            <p:tav tm="0">
                                              <p:val>
                                                <p:fltVal val="0"/>
                                              </p:val>
                                            </p:tav>
                                            <p:tav tm="100000">
                                              <p:val>
                                                <p:strVal val="#ppt_w"/>
                                              </p:val>
                                            </p:tav>
                                          </p:tavLst>
                                        </p:anim>
                                        <p:anim calcmode="lin" valueType="num">
                                          <p:cBhvr>
                                            <p:cTn id="209" dur="500" fill="hold"/>
                                            <p:tgtEl>
                                              <p:spTgt spid="588"/>
                                            </p:tgtEl>
                                            <p:attrNameLst>
                                              <p:attrName>ppt_h</p:attrName>
                                            </p:attrNameLst>
                                          </p:cBhvr>
                                          <p:tavLst>
                                            <p:tav tm="0">
                                              <p:val>
                                                <p:fltVal val="0"/>
                                              </p:val>
                                            </p:tav>
                                            <p:tav tm="100000">
                                              <p:val>
                                                <p:strVal val="#ppt_h"/>
                                              </p:val>
                                            </p:tav>
                                          </p:tavLst>
                                        </p:anim>
                                        <p:animEffect transition="in" filter="fade">
                                          <p:cBhvr>
                                            <p:cTn id="210" dur="500"/>
                                            <p:tgtEl>
                                              <p:spTgt spid="5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animBg="1"/>
          <p:bldP spid="143" grpId="0" animBg="1"/>
          <p:bldP spid="144" grpId="0" animBg="1"/>
          <p:bldP spid="145" grpId="0" animBg="1"/>
          <p:bldP spid="146" grpId="0" animBg="1"/>
          <p:bldP spid="147" grpId="0" animBg="1"/>
          <p:bldP spid="148" grpId="0" animBg="1"/>
          <p:bldP spid="149" grpId="0" animBg="1"/>
          <p:bldP spid="152" grpId="0" animBg="1"/>
          <p:bldP spid="153" grpId="0" animBg="1"/>
          <p:bldP spid="154" grpId="0" animBg="1"/>
          <p:bldP spid="156" grpId="0" animBg="1"/>
          <p:bldP spid="157" grpId="0" animBg="1"/>
          <p:bldP spid="158" grpId="0" animBg="1"/>
          <p:bldP spid="159" grpId="0" animBg="1"/>
          <p:bldP spid="160" grpId="0" animBg="1"/>
          <p:bldP spid="161" grpId="0" animBg="1"/>
          <p:bldP spid="162" grpId="0" animBg="1"/>
          <p:bldP spid="163" grpId="0" animBg="1"/>
          <p:bldP spid="167" grpId="0" animBg="1"/>
          <p:bldP spid="168" grpId="0" animBg="1"/>
          <p:bldP spid="169" grpId="0" animBg="1"/>
          <p:bldP spid="170" grpId="0" animBg="1"/>
          <p:bldP spid="171" grpId="0" animBg="1"/>
          <p:bldP spid="172" grpId="0" animBg="1"/>
          <p:bldP spid="173" grpId="0" animBg="1"/>
          <p:bldP spid="174" grpId="0" animBg="1"/>
          <p:bldP spid="175" grpId="0" animBg="1"/>
          <p:bldP spid="176" grpId="0" animBg="1"/>
          <p:bldP spid="177" grpId="0" animBg="1"/>
          <p:bldP spid="178" grpId="0" animBg="1"/>
          <p:bldP spid="179" grpId="0" animBg="1"/>
          <p:bldP spid="180" grpId="0" animBg="1"/>
          <p:bldP spid="181" grpId="0" animBg="1"/>
          <p:bldP spid="182" grpId="0" animBg="1"/>
          <p:bldP spid="183" grpId="0" animBg="1"/>
          <p:bldP spid="184" grpId="0" animBg="1"/>
          <p:bldP spid="185" grpId="0" animBg="1"/>
          <p:bldP spid="187" grpId="0" animBg="1"/>
          <p:bldP spid="188" grpId="0" animBg="1"/>
          <p:bldP spid="189" grpId="0" animBg="1"/>
          <p:bldP spid="136"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fade">
                                          <p:cBhvr>
                                            <p:cTn id="7" dur="1000"/>
                                            <p:tgtEl>
                                              <p:spTgt spid="136"/>
                                            </p:tgtEl>
                                          </p:cBhvr>
                                        </p:animEffect>
                                        <p:anim calcmode="lin" valueType="num">
                                          <p:cBhvr>
                                            <p:cTn id="8" dur="1000" fill="hold"/>
                                            <p:tgtEl>
                                              <p:spTgt spid="136"/>
                                            </p:tgtEl>
                                            <p:attrNameLst>
                                              <p:attrName>ppt_x</p:attrName>
                                            </p:attrNameLst>
                                          </p:cBhvr>
                                          <p:tavLst>
                                            <p:tav tm="0">
                                              <p:val>
                                                <p:strVal val="#ppt_x"/>
                                              </p:val>
                                            </p:tav>
                                            <p:tav tm="100000">
                                              <p:val>
                                                <p:strVal val="#ppt_x"/>
                                              </p:val>
                                            </p:tav>
                                          </p:tavLst>
                                        </p:anim>
                                        <p:anim calcmode="lin" valueType="num">
                                          <p:cBhvr>
                                            <p:cTn id="9" dur="1000" fill="hold"/>
                                            <p:tgtEl>
                                              <p:spTgt spid="136"/>
                                            </p:tgtEl>
                                            <p:attrNameLst>
                                              <p:attrName>ppt_y</p:attrName>
                                            </p:attrNameLst>
                                          </p:cBhvr>
                                          <p:tavLst>
                                            <p:tav tm="0">
                                              <p:val>
                                                <p:strVal val="#ppt_y-.1"/>
                                              </p:val>
                                            </p:tav>
                                            <p:tav tm="100000">
                                              <p:val>
                                                <p:strVal val="#ppt_y"/>
                                              </p:val>
                                            </p:tav>
                                          </p:tavLst>
                                        </p:anim>
                                      </p:childTnLst>
                                    </p:cTn>
                                  </p:par>
                                  <p:par>
                                    <p:cTn id="10" presetID="2" presetClass="entr" presetSubtype="8" fill="hold" grpId="0" nodeType="withEffect">
                                      <p:stCondLst>
                                        <p:cond delay="100"/>
                                      </p:stCondLst>
                                      <p:childTnLst>
                                        <p:set>
                                          <p:cBhvr>
                                            <p:cTn id="11" dur="1" fill="hold">
                                              <p:stCondLst>
                                                <p:cond delay="0"/>
                                              </p:stCondLst>
                                            </p:cTn>
                                            <p:tgtEl>
                                              <p:spTgt spid="145"/>
                                            </p:tgtEl>
                                            <p:attrNameLst>
                                              <p:attrName>style.visibility</p:attrName>
                                            </p:attrNameLst>
                                          </p:cBhvr>
                                          <p:to>
                                            <p:strVal val="visible"/>
                                          </p:to>
                                        </p:set>
                                        <p:anim calcmode="lin" valueType="num">
                                          <p:cBhvr additive="base">
                                            <p:cTn id="12" dur="1000" fill="hold"/>
                                            <p:tgtEl>
                                              <p:spTgt spid="145"/>
                                            </p:tgtEl>
                                            <p:attrNameLst>
                                              <p:attrName>ppt_x</p:attrName>
                                            </p:attrNameLst>
                                          </p:cBhvr>
                                          <p:tavLst>
                                            <p:tav tm="0">
                                              <p:val>
                                                <p:strVal val="0-#ppt_w/2"/>
                                              </p:val>
                                            </p:tav>
                                            <p:tav tm="100000">
                                              <p:val>
                                                <p:strVal val="#ppt_x"/>
                                              </p:val>
                                            </p:tav>
                                          </p:tavLst>
                                        </p:anim>
                                        <p:anim calcmode="lin" valueType="num">
                                          <p:cBhvr additive="base">
                                            <p:cTn id="13" dur="1000" fill="hold"/>
                                            <p:tgtEl>
                                              <p:spTgt spid="145"/>
                                            </p:tgtEl>
                                            <p:attrNameLst>
                                              <p:attrName>ppt_y</p:attrName>
                                            </p:attrNameLst>
                                          </p:cBhvr>
                                          <p:tavLst>
                                            <p:tav tm="0">
                                              <p:val>
                                                <p:strVal val="#ppt_y"/>
                                              </p:val>
                                            </p:tav>
                                            <p:tav tm="100000">
                                              <p:val>
                                                <p:strVal val="#ppt_y"/>
                                              </p:val>
                                            </p:tav>
                                          </p:tavLst>
                                        </p:anim>
                                      </p:childTnLst>
                                    </p:cTn>
                                  </p:par>
                                  <p:par>
                                    <p:cTn id="14" presetID="2" presetClass="entr" presetSubtype="8" fill="hold" grpId="0" nodeType="withEffect">
                                      <p:stCondLst>
                                        <p:cond delay="200"/>
                                      </p:stCondLst>
                                      <p:childTnLst>
                                        <p:set>
                                          <p:cBhvr>
                                            <p:cTn id="15" dur="1" fill="hold">
                                              <p:stCondLst>
                                                <p:cond delay="0"/>
                                              </p:stCondLst>
                                            </p:cTn>
                                            <p:tgtEl>
                                              <p:spTgt spid="142"/>
                                            </p:tgtEl>
                                            <p:attrNameLst>
                                              <p:attrName>style.visibility</p:attrName>
                                            </p:attrNameLst>
                                          </p:cBhvr>
                                          <p:to>
                                            <p:strVal val="visible"/>
                                          </p:to>
                                        </p:set>
                                        <p:anim calcmode="lin" valueType="num">
                                          <p:cBhvr additive="base">
                                            <p:cTn id="16" dur="1000" fill="hold"/>
                                            <p:tgtEl>
                                              <p:spTgt spid="142"/>
                                            </p:tgtEl>
                                            <p:attrNameLst>
                                              <p:attrName>ppt_x</p:attrName>
                                            </p:attrNameLst>
                                          </p:cBhvr>
                                          <p:tavLst>
                                            <p:tav tm="0">
                                              <p:val>
                                                <p:strVal val="0-#ppt_w/2"/>
                                              </p:val>
                                            </p:tav>
                                            <p:tav tm="100000">
                                              <p:val>
                                                <p:strVal val="#ppt_x"/>
                                              </p:val>
                                            </p:tav>
                                          </p:tavLst>
                                        </p:anim>
                                        <p:anim calcmode="lin" valueType="num">
                                          <p:cBhvr additive="base">
                                            <p:cTn id="17" dur="1000" fill="hold"/>
                                            <p:tgtEl>
                                              <p:spTgt spid="142"/>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300"/>
                                      </p:stCondLst>
                                      <p:childTnLst>
                                        <p:set>
                                          <p:cBhvr>
                                            <p:cTn id="19" dur="1" fill="hold">
                                              <p:stCondLst>
                                                <p:cond delay="0"/>
                                              </p:stCondLst>
                                            </p:cTn>
                                            <p:tgtEl>
                                              <p:spTgt spid="188"/>
                                            </p:tgtEl>
                                            <p:attrNameLst>
                                              <p:attrName>style.visibility</p:attrName>
                                            </p:attrNameLst>
                                          </p:cBhvr>
                                          <p:to>
                                            <p:strVal val="visible"/>
                                          </p:to>
                                        </p:set>
                                        <p:anim calcmode="lin" valueType="num">
                                          <p:cBhvr additive="base">
                                            <p:cTn id="20" dur="1000" fill="hold"/>
                                            <p:tgtEl>
                                              <p:spTgt spid="188"/>
                                            </p:tgtEl>
                                            <p:attrNameLst>
                                              <p:attrName>ppt_x</p:attrName>
                                            </p:attrNameLst>
                                          </p:cBhvr>
                                          <p:tavLst>
                                            <p:tav tm="0">
                                              <p:val>
                                                <p:strVal val="0-#ppt_w/2"/>
                                              </p:val>
                                            </p:tav>
                                            <p:tav tm="100000">
                                              <p:val>
                                                <p:strVal val="#ppt_x"/>
                                              </p:val>
                                            </p:tav>
                                          </p:tavLst>
                                        </p:anim>
                                        <p:anim calcmode="lin" valueType="num">
                                          <p:cBhvr additive="base">
                                            <p:cTn id="21" dur="1000" fill="hold"/>
                                            <p:tgtEl>
                                              <p:spTgt spid="188"/>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400"/>
                                      </p:stCondLst>
                                      <p:childTnLst>
                                        <p:set>
                                          <p:cBhvr>
                                            <p:cTn id="23" dur="1" fill="hold">
                                              <p:stCondLst>
                                                <p:cond delay="0"/>
                                              </p:stCondLst>
                                            </p:cTn>
                                            <p:tgtEl>
                                              <p:spTgt spid="170"/>
                                            </p:tgtEl>
                                            <p:attrNameLst>
                                              <p:attrName>style.visibility</p:attrName>
                                            </p:attrNameLst>
                                          </p:cBhvr>
                                          <p:to>
                                            <p:strVal val="visible"/>
                                          </p:to>
                                        </p:set>
                                        <p:anim calcmode="lin" valueType="num">
                                          <p:cBhvr additive="base">
                                            <p:cTn id="24" dur="1000" fill="hold"/>
                                            <p:tgtEl>
                                              <p:spTgt spid="170"/>
                                            </p:tgtEl>
                                            <p:attrNameLst>
                                              <p:attrName>ppt_x</p:attrName>
                                            </p:attrNameLst>
                                          </p:cBhvr>
                                          <p:tavLst>
                                            <p:tav tm="0">
                                              <p:val>
                                                <p:strVal val="0-#ppt_w/2"/>
                                              </p:val>
                                            </p:tav>
                                            <p:tav tm="100000">
                                              <p:val>
                                                <p:strVal val="#ppt_x"/>
                                              </p:val>
                                            </p:tav>
                                          </p:tavLst>
                                        </p:anim>
                                        <p:anim calcmode="lin" valueType="num">
                                          <p:cBhvr additive="base">
                                            <p:cTn id="25" dur="1000" fill="hold"/>
                                            <p:tgtEl>
                                              <p:spTgt spid="170"/>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500"/>
                                      </p:stCondLst>
                                      <p:childTnLst>
                                        <p:set>
                                          <p:cBhvr>
                                            <p:cTn id="27" dur="1" fill="hold">
                                              <p:stCondLst>
                                                <p:cond delay="0"/>
                                              </p:stCondLst>
                                            </p:cTn>
                                            <p:tgtEl>
                                              <p:spTgt spid="180"/>
                                            </p:tgtEl>
                                            <p:attrNameLst>
                                              <p:attrName>style.visibility</p:attrName>
                                            </p:attrNameLst>
                                          </p:cBhvr>
                                          <p:to>
                                            <p:strVal val="visible"/>
                                          </p:to>
                                        </p:set>
                                        <p:anim calcmode="lin" valueType="num">
                                          <p:cBhvr additive="base">
                                            <p:cTn id="28" dur="1000" fill="hold"/>
                                            <p:tgtEl>
                                              <p:spTgt spid="180"/>
                                            </p:tgtEl>
                                            <p:attrNameLst>
                                              <p:attrName>ppt_x</p:attrName>
                                            </p:attrNameLst>
                                          </p:cBhvr>
                                          <p:tavLst>
                                            <p:tav tm="0">
                                              <p:val>
                                                <p:strVal val="0-#ppt_w/2"/>
                                              </p:val>
                                            </p:tav>
                                            <p:tav tm="100000">
                                              <p:val>
                                                <p:strVal val="#ppt_x"/>
                                              </p:val>
                                            </p:tav>
                                          </p:tavLst>
                                        </p:anim>
                                        <p:anim calcmode="lin" valueType="num">
                                          <p:cBhvr additive="base">
                                            <p:cTn id="29" dur="1000" fill="hold"/>
                                            <p:tgtEl>
                                              <p:spTgt spid="180"/>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600"/>
                                      </p:stCondLst>
                                      <p:childTnLst>
                                        <p:set>
                                          <p:cBhvr>
                                            <p:cTn id="31" dur="1" fill="hold">
                                              <p:stCondLst>
                                                <p:cond delay="0"/>
                                              </p:stCondLst>
                                            </p:cTn>
                                            <p:tgtEl>
                                              <p:spTgt spid="177"/>
                                            </p:tgtEl>
                                            <p:attrNameLst>
                                              <p:attrName>style.visibility</p:attrName>
                                            </p:attrNameLst>
                                          </p:cBhvr>
                                          <p:to>
                                            <p:strVal val="visible"/>
                                          </p:to>
                                        </p:set>
                                        <p:anim calcmode="lin" valueType="num">
                                          <p:cBhvr additive="base">
                                            <p:cTn id="32" dur="1000" fill="hold"/>
                                            <p:tgtEl>
                                              <p:spTgt spid="177"/>
                                            </p:tgtEl>
                                            <p:attrNameLst>
                                              <p:attrName>ppt_x</p:attrName>
                                            </p:attrNameLst>
                                          </p:cBhvr>
                                          <p:tavLst>
                                            <p:tav tm="0">
                                              <p:val>
                                                <p:strVal val="0-#ppt_w/2"/>
                                              </p:val>
                                            </p:tav>
                                            <p:tav tm="100000">
                                              <p:val>
                                                <p:strVal val="#ppt_x"/>
                                              </p:val>
                                            </p:tav>
                                          </p:tavLst>
                                        </p:anim>
                                        <p:anim calcmode="lin" valueType="num">
                                          <p:cBhvr additive="base">
                                            <p:cTn id="33" dur="1000" fill="hold"/>
                                            <p:tgtEl>
                                              <p:spTgt spid="177"/>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700"/>
                                      </p:stCondLst>
                                      <p:childTnLst>
                                        <p:set>
                                          <p:cBhvr>
                                            <p:cTn id="35" dur="1" fill="hold">
                                              <p:stCondLst>
                                                <p:cond delay="0"/>
                                              </p:stCondLst>
                                            </p:cTn>
                                            <p:tgtEl>
                                              <p:spTgt spid="156"/>
                                            </p:tgtEl>
                                            <p:attrNameLst>
                                              <p:attrName>style.visibility</p:attrName>
                                            </p:attrNameLst>
                                          </p:cBhvr>
                                          <p:to>
                                            <p:strVal val="visible"/>
                                          </p:to>
                                        </p:set>
                                        <p:anim calcmode="lin" valueType="num">
                                          <p:cBhvr additive="base">
                                            <p:cTn id="36" dur="1000" fill="hold"/>
                                            <p:tgtEl>
                                              <p:spTgt spid="156"/>
                                            </p:tgtEl>
                                            <p:attrNameLst>
                                              <p:attrName>ppt_x</p:attrName>
                                            </p:attrNameLst>
                                          </p:cBhvr>
                                          <p:tavLst>
                                            <p:tav tm="0">
                                              <p:val>
                                                <p:strVal val="0-#ppt_w/2"/>
                                              </p:val>
                                            </p:tav>
                                            <p:tav tm="100000">
                                              <p:val>
                                                <p:strVal val="#ppt_x"/>
                                              </p:val>
                                            </p:tav>
                                          </p:tavLst>
                                        </p:anim>
                                        <p:anim calcmode="lin" valueType="num">
                                          <p:cBhvr additive="base">
                                            <p:cTn id="37" dur="1000" fill="hold"/>
                                            <p:tgtEl>
                                              <p:spTgt spid="156"/>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stCondLst>
                                        <p:cond delay="800"/>
                                      </p:stCondLst>
                                      <p:childTnLst>
                                        <p:set>
                                          <p:cBhvr>
                                            <p:cTn id="39" dur="1" fill="hold">
                                              <p:stCondLst>
                                                <p:cond delay="0"/>
                                              </p:stCondLst>
                                            </p:cTn>
                                            <p:tgtEl>
                                              <p:spTgt spid="169"/>
                                            </p:tgtEl>
                                            <p:attrNameLst>
                                              <p:attrName>style.visibility</p:attrName>
                                            </p:attrNameLst>
                                          </p:cBhvr>
                                          <p:to>
                                            <p:strVal val="visible"/>
                                          </p:to>
                                        </p:set>
                                        <p:anim calcmode="lin" valueType="num">
                                          <p:cBhvr additive="base">
                                            <p:cTn id="40" dur="1000" fill="hold"/>
                                            <p:tgtEl>
                                              <p:spTgt spid="169"/>
                                            </p:tgtEl>
                                            <p:attrNameLst>
                                              <p:attrName>ppt_x</p:attrName>
                                            </p:attrNameLst>
                                          </p:cBhvr>
                                          <p:tavLst>
                                            <p:tav tm="0">
                                              <p:val>
                                                <p:strVal val="0-#ppt_w/2"/>
                                              </p:val>
                                            </p:tav>
                                            <p:tav tm="100000">
                                              <p:val>
                                                <p:strVal val="#ppt_x"/>
                                              </p:val>
                                            </p:tav>
                                          </p:tavLst>
                                        </p:anim>
                                        <p:anim calcmode="lin" valueType="num">
                                          <p:cBhvr additive="base">
                                            <p:cTn id="41" dur="1000" fill="hold"/>
                                            <p:tgtEl>
                                              <p:spTgt spid="169"/>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stCondLst>
                                        <p:cond delay="900"/>
                                      </p:stCondLst>
                                      <p:childTnLst>
                                        <p:set>
                                          <p:cBhvr>
                                            <p:cTn id="43" dur="1" fill="hold">
                                              <p:stCondLst>
                                                <p:cond delay="0"/>
                                              </p:stCondLst>
                                            </p:cTn>
                                            <p:tgtEl>
                                              <p:spTgt spid="162"/>
                                            </p:tgtEl>
                                            <p:attrNameLst>
                                              <p:attrName>style.visibility</p:attrName>
                                            </p:attrNameLst>
                                          </p:cBhvr>
                                          <p:to>
                                            <p:strVal val="visible"/>
                                          </p:to>
                                        </p:set>
                                        <p:anim calcmode="lin" valueType="num">
                                          <p:cBhvr additive="base">
                                            <p:cTn id="44" dur="1000" fill="hold"/>
                                            <p:tgtEl>
                                              <p:spTgt spid="162"/>
                                            </p:tgtEl>
                                            <p:attrNameLst>
                                              <p:attrName>ppt_x</p:attrName>
                                            </p:attrNameLst>
                                          </p:cBhvr>
                                          <p:tavLst>
                                            <p:tav tm="0">
                                              <p:val>
                                                <p:strVal val="0-#ppt_w/2"/>
                                              </p:val>
                                            </p:tav>
                                            <p:tav tm="100000">
                                              <p:val>
                                                <p:strVal val="#ppt_x"/>
                                              </p:val>
                                            </p:tav>
                                          </p:tavLst>
                                        </p:anim>
                                        <p:anim calcmode="lin" valueType="num">
                                          <p:cBhvr additive="base">
                                            <p:cTn id="45" dur="1000" fill="hold"/>
                                            <p:tgtEl>
                                              <p:spTgt spid="162"/>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stCondLst>
                                        <p:cond delay="1000"/>
                                      </p:stCondLst>
                                      <p:childTnLst>
                                        <p:set>
                                          <p:cBhvr>
                                            <p:cTn id="47" dur="1" fill="hold">
                                              <p:stCondLst>
                                                <p:cond delay="0"/>
                                              </p:stCondLst>
                                            </p:cTn>
                                            <p:tgtEl>
                                              <p:spTgt spid="159"/>
                                            </p:tgtEl>
                                            <p:attrNameLst>
                                              <p:attrName>style.visibility</p:attrName>
                                            </p:attrNameLst>
                                          </p:cBhvr>
                                          <p:to>
                                            <p:strVal val="visible"/>
                                          </p:to>
                                        </p:set>
                                        <p:anim calcmode="lin" valueType="num">
                                          <p:cBhvr additive="base">
                                            <p:cTn id="48" dur="1000" fill="hold"/>
                                            <p:tgtEl>
                                              <p:spTgt spid="159"/>
                                            </p:tgtEl>
                                            <p:attrNameLst>
                                              <p:attrName>ppt_x</p:attrName>
                                            </p:attrNameLst>
                                          </p:cBhvr>
                                          <p:tavLst>
                                            <p:tav tm="0">
                                              <p:val>
                                                <p:strVal val="0-#ppt_w/2"/>
                                              </p:val>
                                            </p:tav>
                                            <p:tav tm="100000">
                                              <p:val>
                                                <p:strVal val="#ppt_x"/>
                                              </p:val>
                                            </p:tav>
                                          </p:tavLst>
                                        </p:anim>
                                        <p:anim calcmode="lin" valueType="num">
                                          <p:cBhvr additive="base">
                                            <p:cTn id="49" dur="1000" fill="hold"/>
                                            <p:tgtEl>
                                              <p:spTgt spid="159"/>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stCondLst>
                                        <p:cond delay="1100"/>
                                      </p:stCondLst>
                                      <p:childTnLst>
                                        <p:set>
                                          <p:cBhvr>
                                            <p:cTn id="51" dur="1" fill="hold">
                                              <p:stCondLst>
                                                <p:cond delay="0"/>
                                              </p:stCondLst>
                                            </p:cTn>
                                            <p:tgtEl>
                                              <p:spTgt spid="163"/>
                                            </p:tgtEl>
                                            <p:attrNameLst>
                                              <p:attrName>style.visibility</p:attrName>
                                            </p:attrNameLst>
                                          </p:cBhvr>
                                          <p:to>
                                            <p:strVal val="visible"/>
                                          </p:to>
                                        </p:set>
                                        <p:anim calcmode="lin" valueType="num">
                                          <p:cBhvr additive="base">
                                            <p:cTn id="52" dur="1000" fill="hold"/>
                                            <p:tgtEl>
                                              <p:spTgt spid="163"/>
                                            </p:tgtEl>
                                            <p:attrNameLst>
                                              <p:attrName>ppt_x</p:attrName>
                                            </p:attrNameLst>
                                          </p:cBhvr>
                                          <p:tavLst>
                                            <p:tav tm="0">
                                              <p:val>
                                                <p:strVal val="0-#ppt_w/2"/>
                                              </p:val>
                                            </p:tav>
                                            <p:tav tm="100000">
                                              <p:val>
                                                <p:strVal val="#ppt_x"/>
                                              </p:val>
                                            </p:tav>
                                          </p:tavLst>
                                        </p:anim>
                                        <p:anim calcmode="lin" valueType="num">
                                          <p:cBhvr additive="base">
                                            <p:cTn id="53" dur="1000" fill="hold"/>
                                            <p:tgtEl>
                                              <p:spTgt spid="163"/>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stCondLst>
                                        <p:cond delay="1200"/>
                                      </p:stCondLst>
                                      <p:childTnLst>
                                        <p:set>
                                          <p:cBhvr>
                                            <p:cTn id="55" dur="1" fill="hold">
                                              <p:stCondLst>
                                                <p:cond delay="0"/>
                                              </p:stCondLst>
                                            </p:cTn>
                                            <p:tgtEl>
                                              <p:spTgt spid="160"/>
                                            </p:tgtEl>
                                            <p:attrNameLst>
                                              <p:attrName>style.visibility</p:attrName>
                                            </p:attrNameLst>
                                          </p:cBhvr>
                                          <p:to>
                                            <p:strVal val="visible"/>
                                          </p:to>
                                        </p:set>
                                        <p:anim calcmode="lin" valueType="num">
                                          <p:cBhvr additive="base">
                                            <p:cTn id="56" dur="1000" fill="hold"/>
                                            <p:tgtEl>
                                              <p:spTgt spid="160"/>
                                            </p:tgtEl>
                                            <p:attrNameLst>
                                              <p:attrName>ppt_x</p:attrName>
                                            </p:attrNameLst>
                                          </p:cBhvr>
                                          <p:tavLst>
                                            <p:tav tm="0">
                                              <p:val>
                                                <p:strVal val="0-#ppt_w/2"/>
                                              </p:val>
                                            </p:tav>
                                            <p:tav tm="100000">
                                              <p:val>
                                                <p:strVal val="#ppt_x"/>
                                              </p:val>
                                            </p:tav>
                                          </p:tavLst>
                                        </p:anim>
                                        <p:anim calcmode="lin" valueType="num">
                                          <p:cBhvr additive="base">
                                            <p:cTn id="57" dur="1000" fill="hold"/>
                                            <p:tgtEl>
                                              <p:spTgt spid="160"/>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stCondLst>
                                        <p:cond delay="1300"/>
                                      </p:stCondLst>
                                      <p:childTnLst>
                                        <p:set>
                                          <p:cBhvr>
                                            <p:cTn id="59" dur="1" fill="hold">
                                              <p:stCondLst>
                                                <p:cond delay="0"/>
                                              </p:stCondLst>
                                            </p:cTn>
                                            <p:tgtEl>
                                              <p:spTgt spid="185"/>
                                            </p:tgtEl>
                                            <p:attrNameLst>
                                              <p:attrName>style.visibility</p:attrName>
                                            </p:attrNameLst>
                                          </p:cBhvr>
                                          <p:to>
                                            <p:strVal val="visible"/>
                                          </p:to>
                                        </p:set>
                                        <p:anim calcmode="lin" valueType="num">
                                          <p:cBhvr additive="base">
                                            <p:cTn id="60" dur="1000" fill="hold"/>
                                            <p:tgtEl>
                                              <p:spTgt spid="185"/>
                                            </p:tgtEl>
                                            <p:attrNameLst>
                                              <p:attrName>ppt_x</p:attrName>
                                            </p:attrNameLst>
                                          </p:cBhvr>
                                          <p:tavLst>
                                            <p:tav tm="0">
                                              <p:val>
                                                <p:strVal val="0-#ppt_w/2"/>
                                              </p:val>
                                            </p:tav>
                                            <p:tav tm="100000">
                                              <p:val>
                                                <p:strVal val="#ppt_x"/>
                                              </p:val>
                                            </p:tav>
                                          </p:tavLst>
                                        </p:anim>
                                        <p:anim calcmode="lin" valueType="num">
                                          <p:cBhvr additive="base">
                                            <p:cTn id="61" dur="1000" fill="hold"/>
                                            <p:tgtEl>
                                              <p:spTgt spid="185"/>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stCondLst>
                                        <p:cond delay="1400"/>
                                      </p:stCondLst>
                                      <p:childTnLst>
                                        <p:set>
                                          <p:cBhvr>
                                            <p:cTn id="63" dur="1" fill="hold">
                                              <p:stCondLst>
                                                <p:cond delay="0"/>
                                              </p:stCondLst>
                                            </p:cTn>
                                            <p:tgtEl>
                                              <p:spTgt spid="175"/>
                                            </p:tgtEl>
                                            <p:attrNameLst>
                                              <p:attrName>style.visibility</p:attrName>
                                            </p:attrNameLst>
                                          </p:cBhvr>
                                          <p:to>
                                            <p:strVal val="visible"/>
                                          </p:to>
                                        </p:set>
                                        <p:anim calcmode="lin" valueType="num">
                                          <p:cBhvr additive="base">
                                            <p:cTn id="64" dur="1000" fill="hold"/>
                                            <p:tgtEl>
                                              <p:spTgt spid="175"/>
                                            </p:tgtEl>
                                            <p:attrNameLst>
                                              <p:attrName>ppt_x</p:attrName>
                                            </p:attrNameLst>
                                          </p:cBhvr>
                                          <p:tavLst>
                                            <p:tav tm="0">
                                              <p:val>
                                                <p:strVal val="0-#ppt_w/2"/>
                                              </p:val>
                                            </p:tav>
                                            <p:tav tm="100000">
                                              <p:val>
                                                <p:strVal val="#ppt_x"/>
                                              </p:val>
                                            </p:tav>
                                          </p:tavLst>
                                        </p:anim>
                                        <p:anim calcmode="lin" valueType="num">
                                          <p:cBhvr additive="base">
                                            <p:cTn id="65" dur="1000" fill="hold"/>
                                            <p:tgtEl>
                                              <p:spTgt spid="175"/>
                                            </p:tgtEl>
                                            <p:attrNameLst>
                                              <p:attrName>ppt_y</p:attrName>
                                            </p:attrNameLst>
                                          </p:cBhvr>
                                          <p:tavLst>
                                            <p:tav tm="0">
                                              <p:val>
                                                <p:strVal val="#ppt_y"/>
                                              </p:val>
                                            </p:tav>
                                            <p:tav tm="100000">
                                              <p:val>
                                                <p:strVal val="#ppt_y"/>
                                              </p:val>
                                            </p:tav>
                                          </p:tavLst>
                                        </p:anim>
                                      </p:childTnLst>
                                    </p:cTn>
                                  </p:par>
                                  <p:par>
                                    <p:cTn id="66" presetID="2" presetClass="entr" presetSubtype="8" fill="hold" grpId="0" nodeType="withEffect">
                                      <p:stCondLst>
                                        <p:cond delay="1500"/>
                                      </p:stCondLst>
                                      <p:childTnLst>
                                        <p:set>
                                          <p:cBhvr>
                                            <p:cTn id="67" dur="1" fill="hold">
                                              <p:stCondLst>
                                                <p:cond delay="0"/>
                                              </p:stCondLst>
                                            </p:cTn>
                                            <p:tgtEl>
                                              <p:spTgt spid="183"/>
                                            </p:tgtEl>
                                            <p:attrNameLst>
                                              <p:attrName>style.visibility</p:attrName>
                                            </p:attrNameLst>
                                          </p:cBhvr>
                                          <p:to>
                                            <p:strVal val="visible"/>
                                          </p:to>
                                        </p:set>
                                        <p:anim calcmode="lin" valueType="num">
                                          <p:cBhvr additive="base">
                                            <p:cTn id="68" dur="1000" fill="hold"/>
                                            <p:tgtEl>
                                              <p:spTgt spid="183"/>
                                            </p:tgtEl>
                                            <p:attrNameLst>
                                              <p:attrName>ppt_x</p:attrName>
                                            </p:attrNameLst>
                                          </p:cBhvr>
                                          <p:tavLst>
                                            <p:tav tm="0">
                                              <p:val>
                                                <p:strVal val="0-#ppt_w/2"/>
                                              </p:val>
                                            </p:tav>
                                            <p:tav tm="100000">
                                              <p:val>
                                                <p:strVal val="#ppt_x"/>
                                              </p:val>
                                            </p:tav>
                                          </p:tavLst>
                                        </p:anim>
                                        <p:anim calcmode="lin" valueType="num">
                                          <p:cBhvr additive="base">
                                            <p:cTn id="69" dur="1000" fill="hold"/>
                                            <p:tgtEl>
                                              <p:spTgt spid="183"/>
                                            </p:tgtEl>
                                            <p:attrNameLst>
                                              <p:attrName>ppt_y</p:attrName>
                                            </p:attrNameLst>
                                          </p:cBhvr>
                                          <p:tavLst>
                                            <p:tav tm="0">
                                              <p:val>
                                                <p:strVal val="#ppt_y"/>
                                              </p:val>
                                            </p:tav>
                                            <p:tav tm="100000">
                                              <p:val>
                                                <p:strVal val="#ppt_y"/>
                                              </p:val>
                                            </p:tav>
                                          </p:tavLst>
                                        </p:anim>
                                      </p:childTnLst>
                                    </p:cTn>
                                  </p:par>
                                  <p:par>
                                    <p:cTn id="70" presetID="2" presetClass="entr" presetSubtype="8" fill="hold" grpId="0" nodeType="withEffect">
                                      <p:stCondLst>
                                        <p:cond delay="1600"/>
                                      </p:stCondLst>
                                      <p:childTnLst>
                                        <p:set>
                                          <p:cBhvr>
                                            <p:cTn id="71" dur="1" fill="hold">
                                              <p:stCondLst>
                                                <p:cond delay="0"/>
                                              </p:stCondLst>
                                            </p:cTn>
                                            <p:tgtEl>
                                              <p:spTgt spid="147"/>
                                            </p:tgtEl>
                                            <p:attrNameLst>
                                              <p:attrName>style.visibility</p:attrName>
                                            </p:attrNameLst>
                                          </p:cBhvr>
                                          <p:to>
                                            <p:strVal val="visible"/>
                                          </p:to>
                                        </p:set>
                                        <p:anim calcmode="lin" valueType="num">
                                          <p:cBhvr additive="base">
                                            <p:cTn id="72" dur="1000" fill="hold"/>
                                            <p:tgtEl>
                                              <p:spTgt spid="147"/>
                                            </p:tgtEl>
                                            <p:attrNameLst>
                                              <p:attrName>ppt_x</p:attrName>
                                            </p:attrNameLst>
                                          </p:cBhvr>
                                          <p:tavLst>
                                            <p:tav tm="0">
                                              <p:val>
                                                <p:strVal val="0-#ppt_w/2"/>
                                              </p:val>
                                            </p:tav>
                                            <p:tav tm="100000">
                                              <p:val>
                                                <p:strVal val="#ppt_x"/>
                                              </p:val>
                                            </p:tav>
                                          </p:tavLst>
                                        </p:anim>
                                        <p:anim calcmode="lin" valueType="num">
                                          <p:cBhvr additive="base">
                                            <p:cTn id="73" dur="1000" fill="hold"/>
                                            <p:tgtEl>
                                              <p:spTgt spid="147"/>
                                            </p:tgtEl>
                                            <p:attrNameLst>
                                              <p:attrName>ppt_y</p:attrName>
                                            </p:attrNameLst>
                                          </p:cBhvr>
                                          <p:tavLst>
                                            <p:tav tm="0">
                                              <p:val>
                                                <p:strVal val="#ppt_y"/>
                                              </p:val>
                                            </p:tav>
                                            <p:tav tm="100000">
                                              <p:val>
                                                <p:strVal val="#ppt_y"/>
                                              </p:val>
                                            </p:tav>
                                          </p:tavLst>
                                        </p:anim>
                                      </p:childTnLst>
                                    </p:cTn>
                                  </p:par>
                                  <p:par>
                                    <p:cTn id="74" presetID="2" presetClass="entr" presetSubtype="8" fill="hold" grpId="0" nodeType="withEffect">
                                      <p:stCondLst>
                                        <p:cond delay="1700"/>
                                      </p:stCondLst>
                                      <p:childTnLst>
                                        <p:set>
                                          <p:cBhvr>
                                            <p:cTn id="75" dur="1" fill="hold">
                                              <p:stCondLst>
                                                <p:cond delay="0"/>
                                              </p:stCondLst>
                                            </p:cTn>
                                            <p:tgtEl>
                                              <p:spTgt spid="154"/>
                                            </p:tgtEl>
                                            <p:attrNameLst>
                                              <p:attrName>style.visibility</p:attrName>
                                            </p:attrNameLst>
                                          </p:cBhvr>
                                          <p:to>
                                            <p:strVal val="visible"/>
                                          </p:to>
                                        </p:set>
                                        <p:anim calcmode="lin" valueType="num">
                                          <p:cBhvr additive="base">
                                            <p:cTn id="76" dur="1000" fill="hold"/>
                                            <p:tgtEl>
                                              <p:spTgt spid="154"/>
                                            </p:tgtEl>
                                            <p:attrNameLst>
                                              <p:attrName>ppt_x</p:attrName>
                                            </p:attrNameLst>
                                          </p:cBhvr>
                                          <p:tavLst>
                                            <p:tav tm="0">
                                              <p:val>
                                                <p:strVal val="0-#ppt_w/2"/>
                                              </p:val>
                                            </p:tav>
                                            <p:tav tm="100000">
                                              <p:val>
                                                <p:strVal val="#ppt_x"/>
                                              </p:val>
                                            </p:tav>
                                          </p:tavLst>
                                        </p:anim>
                                        <p:anim calcmode="lin" valueType="num">
                                          <p:cBhvr additive="base">
                                            <p:cTn id="77" dur="1000" fill="hold"/>
                                            <p:tgtEl>
                                              <p:spTgt spid="154"/>
                                            </p:tgtEl>
                                            <p:attrNameLst>
                                              <p:attrName>ppt_y</p:attrName>
                                            </p:attrNameLst>
                                          </p:cBhvr>
                                          <p:tavLst>
                                            <p:tav tm="0">
                                              <p:val>
                                                <p:strVal val="#ppt_y"/>
                                              </p:val>
                                            </p:tav>
                                            <p:tav tm="100000">
                                              <p:val>
                                                <p:strVal val="#ppt_y"/>
                                              </p:val>
                                            </p:tav>
                                          </p:tavLst>
                                        </p:anim>
                                      </p:childTnLst>
                                    </p:cTn>
                                  </p:par>
                                  <p:par>
                                    <p:cTn id="78" presetID="2" presetClass="entr" presetSubtype="8" fill="hold" grpId="0" nodeType="withEffect">
                                      <p:stCondLst>
                                        <p:cond delay="1800"/>
                                      </p:stCondLst>
                                      <p:childTnLst>
                                        <p:set>
                                          <p:cBhvr>
                                            <p:cTn id="79" dur="1" fill="hold">
                                              <p:stCondLst>
                                                <p:cond delay="0"/>
                                              </p:stCondLst>
                                            </p:cTn>
                                            <p:tgtEl>
                                              <p:spTgt spid="153"/>
                                            </p:tgtEl>
                                            <p:attrNameLst>
                                              <p:attrName>style.visibility</p:attrName>
                                            </p:attrNameLst>
                                          </p:cBhvr>
                                          <p:to>
                                            <p:strVal val="visible"/>
                                          </p:to>
                                        </p:set>
                                        <p:anim calcmode="lin" valueType="num">
                                          <p:cBhvr additive="base">
                                            <p:cTn id="80" dur="1000" fill="hold"/>
                                            <p:tgtEl>
                                              <p:spTgt spid="153"/>
                                            </p:tgtEl>
                                            <p:attrNameLst>
                                              <p:attrName>ppt_x</p:attrName>
                                            </p:attrNameLst>
                                          </p:cBhvr>
                                          <p:tavLst>
                                            <p:tav tm="0">
                                              <p:val>
                                                <p:strVal val="0-#ppt_w/2"/>
                                              </p:val>
                                            </p:tav>
                                            <p:tav tm="100000">
                                              <p:val>
                                                <p:strVal val="#ppt_x"/>
                                              </p:val>
                                            </p:tav>
                                          </p:tavLst>
                                        </p:anim>
                                        <p:anim calcmode="lin" valueType="num">
                                          <p:cBhvr additive="base">
                                            <p:cTn id="81" dur="1000" fill="hold"/>
                                            <p:tgtEl>
                                              <p:spTgt spid="153"/>
                                            </p:tgtEl>
                                            <p:attrNameLst>
                                              <p:attrName>ppt_y</p:attrName>
                                            </p:attrNameLst>
                                          </p:cBhvr>
                                          <p:tavLst>
                                            <p:tav tm="0">
                                              <p:val>
                                                <p:strVal val="#ppt_y"/>
                                              </p:val>
                                            </p:tav>
                                            <p:tav tm="100000">
                                              <p:val>
                                                <p:strVal val="#ppt_y"/>
                                              </p:val>
                                            </p:tav>
                                          </p:tavLst>
                                        </p:anim>
                                      </p:childTnLst>
                                    </p:cTn>
                                  </p:par>
                                  <p:par>
                                    <p:cTn id="82" presetID="2" presetClass="entr" presetSubtype="8" fill="hold" grpId="0" nodeType="withEffect">
                                      <p:stCondLst>
                                        <p:cond delay="1900"/>
                                      </p:stCondLst>
                                      <p:childTnLst>
                                        <p:set>
                                          <p:cBhvr>
                                            <p:cTn id="83" dur="1" fill="hold">
                                              <p:stCondLst>
                                                <p:cond delay="0"/>
                                              </p:stCondLst>
                                            </p:cTn>
                                            <p:tgtEl>
                                              <p:spTgt spid="146"/>
                                            </p:tgtEl>
                                            <p:attrNameLst>
                                              <p:attrName>style.visibility</p:attrName>
                                            </p:attrNameLst>
                                          </p:cBhvr>
                                          <p:to>
                                            <p:strVal val="visible"/>
                                          </p:to>
                                        </p:set>
                                        <p:anim calcmode="lin" valueType="num">
                                          <p:cBhvr additive="base">
                                            <p:cTn id="84" dur="1000" fill="hold"/>
                                            <p:tgtEl>
                                              <p:spTgt spid="146"/>
                                            </p:tgtEl>
                                            <p:attrNameLst>
                                              <p:attrName>ppt_x</p:attrName>
                                            </p:attrNameLst>
                                          </p:cBhvr>
                                          <p:tavLst>
                                            <p:tav tm="0">
                                              <p:val>
                                                <p:strVal val="0-#ppt_w/2"/>
                                              </p:val>
                                            </p:tav>
                                            <p:tav tm="100000">
                                              <p:val>
                                                <p:strVal val="#ppt_x"/>
                                              </p:val>
                                            </p:tav>
                                          </p:tavLst>
                                        </p:anim>
                                        <p:anim calcmode="lin" valueType="num">
                                          <p:cBhvr additive="base">
                                            <p:cTn id="85" dur="1000" fill="hold"/>
                                            <p:tgtEl>
                                              <p:spTgt spid="146"/>
                                            </p:tgtEl>
                                            <p:attrNameLst>
                                              <p:attrName>ppt_y</p:attrName>
                                            </p:attrNameLst>
                                          </p:cBhvr>
                                          <p:tavLst>
                                            <p:tav tm="0">
                                              <p:val>
                                                <p:strVal val="#ppt_y"/>
                                              </p:val>
                                            </p:tav>
                                            <p:tav tm="100000">
                                              <p:val>
                                                <p:strVal val="#ppt_y"/>
                                              </p:val>
                                            </p:tav>
                                          </p:tavLst>
                                        </p:anim>
                                      </p:childTnLst>
                                    </p:cTn>
                                  </p:par>
                                  <p:par>
                                    <p:cTn id="86" presetID="2" presetClass="entr" presetSubtype="8" fill="hold" grpId="0" nodeType="withEffect">
                                      <p:stCondLst>
                                        <p:cond delay="2000"/>
                                      </p:stCondLst>
                                      <p:childTnLst>
                                        <p:set>
                                          <p:cBhvr>
                                            <p:cTn id="87" dur="1" fill="hold">
                                              <p:stCondLst>
                                                <p:cond delay="0"/>
                                              </p:stCondLst>
                                            </p:cTn>
                                            <p:tgtEl>
                                              <p:spTgt spid="149"/>
                                            </p:tgtEl>
                                            <p:attrNameLst>
                                              <p:attrName>style.visibility</p:attrName>
                                            </p:attrNameLst>
                                          </p:cBhvr>
                                          <p:to>
                                            <p:strVal val="visible"/>
                                          </p:to>
                                        </p:set>
                                        <p:anim calcmode="lin" valueType="num">
                                          <p:cBhvr additive="base">
                                            <p:cTn id="88" dur="1000" fill="hold"/>
                                            <p:tgtEl>
                                              <p:spTgt spid="149"/>
                                            </p:tgtEl>
                                            <p:attrNameLst>
                                              <p:attrName>ppt_x</p:attrName>
                                            </p:attrNameLst>
                                          </p:cBhvr>
                                          <p:tavLst>
                                            <p:tav tm="0">
                                              <p:val>
                                                <p:strVal val="0-#ppt_w/2"/>
                                              </p:val>
                                            </p:tav>
                                            <p:tav tm="100000">
                                              <p:val>
                                                <p:strVal val="#ppt_x"/>
                                              </p:val>
                                            </p:tav>
                                          </p:tavLst>
                                        </p:anim>
                                        <p:anim calcmode="lin" valueType="num">
                                          <p:cBhvr additive="base">
                                            <p:cTn id="89" dur="1000" fill="hold"/>
                                            <p:tgtEl>
                                              <p:spTgt spid="149"/>
                                            </p:tgtEl>
                                            <p:attrNameLst>
                                              <p:attrName>ppt_y</p:attrName>
                                            </p:attrNameLst>
                                          </p:cBhvr>
                                          <p:tavLst>
                                            <p:tav tm="0">
                                              <p:val>
                                                <p:strVal val="#ppt_y"/>
                                              </p:val>
                                            </p:tav>
                                            <p:tav tm="100000">
                                              <p:val>
                                                <p:strVal val="#ppt_y"/>
                                              </p:val>
                                            </p:tav>
                                          </p:tavLst>
                                        </p:anim>
                                      </p:childTnLst>
                                    </p:cTn>
                                  </p:par>
                                  <p:par>
                                    <p:cTn id="90" presetID="2" presetClass="entr" presetSubtype="8" fill="hold" grpId="0" nodeType="withEffect">
                                      <p:stCondLst>
                                        <p:cond delay="2100"/>
                                      </p:stCondLst>
                                      <p:childTnLst>
                                        <p:set>
                                          <p:cBhvr>
                                            <p:cTn id="91" dur="1" fill="hold">
                                              <p:stCondLst>
                                                <p:cond delay="0"/>
                                              </p:stCondLst>
                                            </p:cTn>
                                            <p:tgtEl>
                                              <p:spTgt spid="144"/>
                                            </p:tgtEl>
                                            <p:attrNameLst>
                                              <p:attrName>style.visibility</p:attrName>
                                            </p:attrNameLst>
                                          </p:cBhvr>
                                          <p:to>
                                            <p:strVal val="visible"/>
                                          </p:to>
                                        </p:set>
                                        <p:anim calcmode="lin" valueType="num">
                                          <p:cBhvr additive="base">
                                            <p:cTn id="92" dur="1000" fill="hold"/>
                                            <p:tgtEl>
                                              <p:spTgt spid="144"/>
                                            </p:tgtEl>
                                            <p:attrNameLst>
                                              <p:attrName>ppt_x</p:attrName>
                                            </p:attrNameLst>
                                          </p:cBhvr>
                                          <p:tavLst>
                                            <p:tav tm="0">
                                              <p:val>
                                                <p:strVal val="0-#ppt_w/2"/>
                                              </p:val>
                                            </p:tav>
                                            <p:tav tm="100000">
                                              <p:val>
                                                <p:strVal val="#ppt_x"/>
                                              </p:val>
                                            </p:tav>
                                          </p:tavLst>
                                        </p:anim>
                                        <p:anim calcmode="lin" valueType="num">
                                          <p:cBhvr additive="base">
                                            <p:cTn id="93" dur="1000" fill="hold"/>
                                            <p:tgtEl>
                                              <p:spTgt spid="144"/>
                                            </p:tgtEl>
                                            <p:attrNameLst>
                                              <p:attrName>ppt_y</p:attrName>
                                            </p:attrNameLst>
                                          </p:cBhvr>
                                          <p:tavLst>
                                            <p:tav tm="0">
                                              <p:val>
                                                <p:strVal val="#ppt_y"/>
                                              </p:val>
                                            </p:tav>
                                            <p:tav tm="100000">
                                              <p:val>
                                                <p:strVal val="#ppt_y"/>
                                              </p:val>
                                            </p:tav>
                                          </p:tavLst>
                                        </p:anim>
                                      </p:childTnLst>
                                    </p:cTn>
                                  </p:par>
                                  <p:par>
                                    <p:cTn id="94" presetID="2" presetClass="entr" presetSubtype="8" fill="hold" grpId="0" nodeType="withEffect">
                                      <p:stCondLst>
                                        <p:cond delay="0"/>
                                      </p:stCondLst>
                                      <p:childTnLst>
                                        <p:set>
                                          <p:cBhvr>
                                            <p:cTn id="95" dur="1" fill="hold">
                                              <p:stCondLst>
                                                <p:cond delay="0"/>
                                              </p:stCondLst>
                                            </p:cTn>
                                            <p:tgtEl>
                                              <p:spTgt spid="173"/>
                                            </p:tgtEl>
                                            <p:attrNameLst>
                                              <p:attrName>style.visibility</p:attrName>
                                            </p:attrNameLst>
                                          </p:cBhvr>
                                          <p:to>
                                            <p:strVal val="visible"/>
                                          </p:to>
                                        </p:set>
                                        <p:anim calcmode="lin" valueType="num">
                                          <p:cBhvr additive="base">
                                            <p:cTn id="96" dur="1000" fill="hold"/>
                                            <p:tgtEl>
                                              <p:spTgt spid="173"/>
                                            </p:tgtEl>
                                            <p:attrNameLst>
                                              <p:attrName>ppt_x</p:attrName>
                                            </p:attrNameLst>
                                          </p:cBhvr>
                                          <p:tavLst>
                                            <p:tav tm="0">
                                              <p:val>
                                                <p:strVal val="0-#ppt_w/2"/>
                                              </p:val>
                                            </p:tav>
                                            <p:tav tm="100000">
                                              <p:val>
                                                <p:strVal val="#ppt_x"/>
                                              </p:val>
                                            </p:tav>
                                          </p:tavLst>
                                        </p:anim>
                                        <p:anim calcmode="lin" valueType="num">
                                          <p:cBhvr additive="base">
                                            <p:cTn id="97" dur="1000" fill="hold"/>
                                            <p:tgtEl>
                                              <p:spTgt spid="173"/>
                                            </p:tgtEl>
                                            <p:attrNameLst>
                                              <p:attrName>ppt_y</p:attrName>
                                            </p:attrNameLst>
                                          </p:cBhvr>
                                          <p:tavLst>
                                            <p:tav tm="0">
                                              <p:val>
                                                <p:strVal val="#ppt_y"/>
                                              </p:val>
                                            </p:tav>
                                            <p:tav tm="100000">
                                              <p:val>
                                                <p:strVal val="#ppt_y"/>
                                              </p:val>
                                            </p:tav>
                                          </p:tavLst>
                                        </p:anim>
                                      </p:childTnLst>
                                    </p:cTn>
                                  </p:par>
                                  <p:par>
                                    <p:cTn id="98" presetID="2" presetClass="entr" presetSubtype="8" fill="hold" grpId="0" nodeType="withEffect">
                                      <p:stCondLst>
                                        <p:cond delay="100"/>
                                      </p:stCondLst>
                                      <p:childTnLst>
                                        <p:set>
                                          <p:cBhvr>
                                            <p:cTn id="99" dur="1" fill="hold">
                                              <p:stCondLst>
                                                <p:cond delay="0"/>
                                              </p:stCondLst>
                                            </p:cTn>
                                            <p:tgtEl>
                                              <p:spTgt spid="184"/>
                                            </p:tgtEl>
                                            <p:attrNameLst>
                                              <p:attrName>style.visibility</p:attrName>
                                            </p:attrNameLst>
                                          </p:cBhvr>
                                          <p:to>
                                            <p:strVal val="visible"/>
                                          </p:to>
                                        </p:set>
                                        <p:anim calcmode="lin" valueType="num">
                                          <p:cBhvr additive="base">
                                            <p:cTn id="100" dur="1000" fill="hold"/>
                                            <p:tgtEl>
                                              <p:spTgt spid="184"/>
                                            </p:tgtEl>
                                            <p:attrNameLst>
                                              <p:attrName>ppt_x</p:attrName>
                                            </p:attrNameLst>
                                          </p:cBhvr>
                                          <p:tavLst>
                                            <p:tav tm="0">
                                              <p:val>
                                                <p:strVal val="0-#ppt_w/2"/>
                                              </p:val>
                                            </p:tav>
                                            <p:tav tm="100000">
                                              <p:val>
                                                <p:strVal val="#ppt_x"/>
                                              </p:val>
                                            </p:tav>
                                          </p:tavLst>
                                        </p:anim>
                                        <p:anim calcmode="lin" valueType="num">
                                          <p:cBhvr additive="base">
                                            <p:cTn id="101" dur="1000" fill="hold"/>
                                            <p:tgtEl>
                                              <p:spTgt spid="184"/>
                                            </p:tgtEl>
                                            <p:attrNameLst>
                                              <p:attrName>ppt_y</p:attrName>
                                            </p:attrNameLst>
                                          </p:cBhvr>
                                          <p:tavLst>
                                            <p:tav tm="0">
                                              <p:val>
                                                <p:strVal val="#ppt_y"/>
                                              </p:val>
                                            </p:tav>
                                            <p:tav tm="100000">
                                              <p:val>
                                                <p:strVal val="#ppt_y"/>
                                              </p:val>
                                            </p:tav>
                                          </p:tavLst>
                                        </p:anim>
                                      </p:childTnLst>
                                    </p:cTn>
                                  </p:par>
                                  <p:par>
                                    <p:cTn id="102" presetID="2" presetClass="entr" presetSubtype="8" fill="hold" grpId="0" nodeType="withEffect">
                                      <p:stCondLst>
                                        <p:cond delay="200"/>
                                      </p:stCondLst>
                                      <p:childTnLst>
                                        <p:set>
                                          <p:cBhvr>
                                            <p:cTn id="103" dur="1" fill="hold">
                                              <p:stCondLst>
                                                <p:cond delay="0"/>
                                              </p:stCondLst>
                                            </p:cTn>
                                            <p:tgtEl>
                                              <p:spTgt spid="158"/>
                                            </p:tgtEl>
                                            <p:attrNameLst>
                                              <p:attrName>style.visibility</p:attrName>
                                            </p:attrNameLst>
                                          </p:cBhvr>
                                          <p:to>
                                            <p:strVal val="visible"/>
                                          </p:to>
                                        </p:set>
                                        <p:anim calcmode="lin" valueType="num">
                                          <p:cBhvr additive="base">
                                            <p:cTn id="104" dur="1000" fill="hold"/>
                                            <p:tgtEl>
                                              <p:spTgt spid="158"/>
                                            </p:tgtEl>
                                            <p:attrNameLst>
                                              <p:attrName>ppt_x</p:attrName>
                                            </p:attrNameLst>
                                          </p:cBhvr>
                                          <p:tavLst>
                                            <p:tav tm="0">
                                              <p:val>
                                                <p:strVal val="0-#ppt_w/2"/>
                                              </p:val>
                                            </p:tav>
                                            <p:tav tm="100000">
                                              <p:val>
                                                <p:strVal val="#ppt_x"/>
                                              </p:val>
                                            </p:tav>
                                          </p:tavLst>
                                        </p:anim>
                                        <p:anim calcmode="lin" valueType="num">
                                          <p:cBhvr additive="base">
                                            <p:cTn id="105" dur="1000" fill="hold"/>
                                            <p:tgtEl>
                                              <p:spTgt spid="158"/>
                                            </p:tgtEl>
                                            <p:attrNameLst>
                                              <p:attrName>ppt_y</p:attrName>
                                            </p:attrNameLst>
                                          </p:cBhvr>
                                          <p:tavLst>
                                            <p:tav tm="0">
                                              <p:val>
                                                <p:strVal val="#ppt_y"/>
                                              </p:val>
                                            </p:tav>
                                            <p:tav tm="100000">
                                              <p:val>
                                                <p:strVal val="#ppt_y"/>
                                              </p:val>
                                            </p:tav>
                                          </p:tavLst>
                                        </p:anim>
                                      </p:childTnLst>
                                    </p:cTn>
                                  </p:par>
                                  <p:par>
                                    <p:cTn id="106" presetID="2" presetClass="entr" presetSubtype="8" fill="hold" grpId="0" nodeType="withEffect">
                                      <p:stCondLst>
                                        <p:cond delay="300"/>
                                      </p:stCondLst>
                                      <p:childTnLst>
                                        <p:set>
                                          <p:cBhvr>
                                            <p:cTn id="107" dur="1" fill="hold">
                                              <p:stCondLst>
                                                <p:cond delay="0"/>
                                              </p:stCondLst>
                                            </p:cTn>
                                            <p:tgtEl>
                                              <p:spTgt spid="189"/>
                                            </p:tgtEl>
                                            <p:attrNameLst>
                                              <p:attrName>style.visibility</p:attrName>
                                            </p:attrNameLst>
                                          </p:cBhvr>
                                          <p:to>
                                            <p:strVal val="visible"/>
                                          </p:to>
                                        </p:set>
                                        <p:anim calcmode="lin" valueType="num">
                                          <p:cBhvr additive="base">
                                            <p:cTn id="108" dur="1000" fill="hold"/>
                                            <p:tgtEl>
                                              <p:spTgt spid="189"/>
                                            </p:tgtEl>
                                            <p:attrNameLst>
                                              <p:attrName>ppt_x</p:attrName>
                                            </p:attrNameLst>
                                          </p:cBhvr>
                                          <p:tavLst>
                                            <p:tav tm="0">
                                              <p:val>
                                                <p:strVal val="0-#ppt_w/2"/>
                                              </p:val>
                                            </p:tav>
                                            <p:tav tm="100000">
                                              <p:val>
                                                <p:strVal val="#ppt_x"/>
                                              </p:val>
                                            </p:tav>
                                          </p:tavLst>
                                        </p:anim>
                                        <p:anim calcmode="lin" valueType="num">
                                          <p:cBhvr additive="base">
                                            <p:cTn id="109" dur="1000" fill="hold"/>
                                            <p:tgtEl>
                                              <p:spTgt spid="189"/>
                                            </p:tgtEl>
                                            <p:attrNameLst>
                                              <p:attrName>ppt_y</p:attrName>
                                            </p:attrNameLst>
                                          </p:cBhvr>
                                          <p:tavLst>
                                            <p:tav tm="0">
                                              <p:val>
                                                <p:strVal val="#ppt_y"/>
                                              </p:val>
                                            </p:tav>
                                            <p:tav tm="100000">
                                              <p:val>
                                                <p:strVal val="#ppt_y"/>
                                              </p:val>
                                            </p:tav>
                                          </p:tavLst>
                                        </p:anim>
                                      </p:childTnLst>
                                    </p:cTn>
                                  </p:par>
                                  <p:par>
                                    <p:cTn id="110" presetID="2" presetClass="entr" presetSubtype="8" fill="hold" grpId="0" nodeType="withEffect">
                                      <p:stCondLst>
                                        <p:cond delay="400"/>
                                      </p:stCondLst>
                                      <p:childTnLst>
                                        <p:set>
                                          <p:cBhvr>
                                            <p:cTn id="111" dur="1" fill="hold">
                                              <p:stCondLst>
                                                <p:cond delay="0"/>
                                              </p:stCondLst>
                                            </p:cTn>
                                            <p:tgtEl>
                                              <p:spTgt spid="182"/>
                                            </p:tgtEl>
                                            <p:attrNameLst>
                                              <p:attrName>style.visibility</p:attrName>
                                            </p:attrNameLst>
                                          </p:cBhvr>
                                          <p:to>
                                            <p:strVal val="visible"/>
                                          </p:to>
                                        </p:set>
                                        <p:anim calcmode="lin" valueType="num">
                                          <p:cBhvr additive="base">
                                            <p:cTn id="112" dur="1000" fill="hold"/>
                                            <p:tgtEl>
                                              <p:spTgt spid="182"/>
                                            </p:tgtEl>
                                            <p:attrNameLst>
                                              <p:attrName>ppt_x</p:attrName>
                                            </p:attrNameLst>
                                          </p:cBhvr>
                                          <p:tavLst>
                                            <p:tav tm="0">
                                              <p:val>
                                                <p:strVal val="0-#ppt_w/2"/>
                                              </p:val>
                                            </p:tav>
                                            <p:tav tm="100000">
                                              <p:val>
                                                <p:strVal val="#ppt_x"/>
                                              </p:val>
                                            </p:tav>
                                          </p:tavLst>
                                        </p:anim>
                                        <p:anim calcmode="lin" valueType="num">
                                          <p:cBhvr additive="base">
                                            <p:cTn id="113" dur="1000" fill="hold"/>
                                            <p:tgtEl>
                                              <p:spTgt spid="182"/>
                                            </p:tgtEl>
                                            <p:attrNameLst>
                                              <p:attrName>ppt_y</p:attrName>
                                            </p:attrNameLst>
                                          </p:cBhvr>
                                          <p:tavLst>
                                            <p:tav tm="0">
                                              <p:val>
                                                <p:strVal val="#ppt_y"/>
                                              </p:val>
                                            </p:tav>
                                            <p:tav tm="100000">
                                              <p:val>
                                                <p:strVal val="#ppt_y"/>
                                              </p:val>
                                            </p:tav>
                                          </p:tavLst>
                                        </p:anim>
                                      </p:childTnLst>
                                    </p:cTn>
                                  </p:par>
                                  <p:par>
                                    <p:cTn id="114" presetID="2" presetClass="entr" presetSubtype="8" fill="hold" grpId="0" nodeType="withEffect">
                                      <p:stCondLst>
                                        <p:cond delay="500"/>
                                      </p:stCondLst>
                                      <p:childTnLst>
                                        <p:set>
                                          <p:cBhvr>
                                            <p:cTn id="115" dur="1" fill="hold">
                                              <p:stCondLst>
                                                <p:cond delay="0"/>
                                              </p:stCondLst>
                                            </p:cTn>
                                            <p:tgtEl>
                                              <p:spTgt spid="148"/>
                                            </p:tgtEl>
                                            <p:attrNameLst>
                                              <p:attrName>style.visibility</p:attrName>
                                            </p:attrNameLst>
                                          </p:cBhvr>
                                          <p:to>
                                            <p:strVal val="visible"/>
                                          </p:to>
                                        </p:set>
                                        <p:anim calcmode="lin" valueType="num">
                                          <p:cBhvr additive="base">
                                            <p:cTn id="116" dur="1000" fill="hold"/>
                                            <p:tgtEl>
                                              <p:spTgt spid="148"/>
                                            </p:tgtEl>
                                            <p:attrNameLst>
                                              <p:attrName>ppt_x</p:attrName>
                                            </p:attrNameLst>
                                          </p:cBhvr>
                                          <p:tavLst>
                                            <p:tav tm="0">
                                              <p:val>
                                                <p:strVal val="0-#ppt_w/2"/>
                                              </p:val>
                                            </p:tav>
                                            <p:tav tm="100000">
                                              <p:val>
                                                <p:strVal val="#ppt_x"/>
                                              </p:val>
                                            </p:tav>
                                          </p:tavLst>
                                        </p:anim>
                                        <p:anim calcmode="lin" valueType="num">
                                          <p:cBhvr additive="base">
                                            <p:cTn id="117" dur="1000" fill="hold"/>
                                            <p:tgtEl>
                                              <p:spTgt spid="148"/>
                                            </p:tgtEl>
                                            <p:attrNameLst>
                                              <p:attrName>ppt_y</p:attrName>
                                            </p:attrNameLst>
                                          </p:cBhvr>
                                          <p:tavLst>
                                            <p:tav tm="0">
                                              <p:val>
                                                <p:strVal val="#ppt_y"/>
                                              </p:val>
                                            </p:tav>
                                            <p:tav tm="100000">
                                              <p:val>
                                                <p:strVal val="#ppt_y"/>
                                              </p:val>
                                            </p:tav>
                                          </p:tavLst>
                                        </p:anim>
                                      </p:childTnLst>
                                    </p:cTn>
                                  </p:par>
                                  <p:par>
                                    <p:cTn id="118" presetID="2" presetClass="entr" presetSubtype="8" fill="hold" grpId="0" nodeType="withEffect">
                                      <p:stCondLst>
                                        <p:cond delay="600"/>
                                      </p:stCondLst>
                                      <p:childTnLst>
                                        <p:set>
                                          <p:cBhvr>
                                            <p:cTn id="119" dur="1" fill="hold">
                                              <p:stCondLst>
                                                <p:cond delay="0"/>
                                              </p:stCondLst>
                                            </p:cTn>
                                            <p:tgtEl>
                                              <p:spTgt spid="181"/>
                                            </p:tgtEl>
                                            <p:attrNameLst>
                                              <p:attrName>style.visibility</p:attrName>
                                            </p:attrNameLst>
                                          </p:cBhvr>
                                          <p:to>
                                            <p:strVal val="visible"/>
                                          </p:to>
                                        </p:set>
                                        <p:anim calcmode="lin" valueType="num">
                                          <p:cBhvr additive="base">
                                            <p:cTn id="120" dur="1000" fill="hold"/>
                                            <p:tgtEl>
                                              <p:spTgt spid="181"/>
                                            </p:tgtEl>
                                            <p:attrNameLst>
                                              <p:attrName>ppt_x</p:attrName>
                                            </p:attrNameLst>
                                          </p:cBhvr>
                                          <p:tavLst>
                                            <p:tav tm="0">
                                              <p:val>
                                                <p:strVal val="0-#ppt_w/2"/>
                                              </p:val>
                                            </p:tav>
                                            <p:tav tm="100000">
                                              <p:val>
                                                <p:strVal val="#ppt_x"/>
                                              </p:val>
                                            </p:tav>
                                          </p:tavLst>
                                        </p:anim>
                                        <p:anim calcmode="lin" valueType="num">
                                          <p:cBhvr additive="base">
                                            <p:cTn id="121" dur="1000" fill="hold"/>
                                            <p:tgtEl>
                                              <p:spTgt spid="181"/>
                                            </p:tgtEl>
                                            <p:attrNameLst>
                                              <p:attrName>ppt_y</p:attrName>
                                            </p:attrNameLst>
                                          </p:cBhvr>
                                          <p:tavLst>
                                            <p:tav tm="0">
                                              <p:val>
                                                <p:strVal val="#ppt_y"/>
                                              </p:val>
                                            </p:tav>
                                            <p:tav tm="100000">
                                              <p:val>
                                                <p:strVal val="#ppt_y"/>
                                              </p:val>
                                            </p:tav>
                                          </p:tavLst>
                                        </p:anim>
                                      </p:childTnLst>
                                    </p:cTn>
                                  </p:par>
                                  <p:par>
                                    <p:cTn id="122" presetID="2" presetClass="entr" presetSubtype="8" fill="hold" grpId="0" nodeType="withEffect">
                                      <p:stCondLst>
                                        <p:cond delay="700"/>
                                      </p:stCondLst>
                                      <p:childTnLst>
                                        <p:set>
                                          <p:cBhvr>
                                            <p:cTn id="123" dur="1" fill="hold">
                                              <p:stCondLst>
                                                <p:cond delay="0"/>
                                              </p:stCondLst>
                                            </p:cTn>
                                            <p:tgtEl>
                                              <p:spTgt spid="176"/>
                                            </p:tgtEl>
                                            <p:attrNameLst>
                                              <p:attrName>style.visibility</p:attrName>
                                            </p:attrNameLst>
                                          </p:cBhvr>
                                          <p:to>
                                            <p:strVal val="visible"/>
                                          </p:to>
                                        </p:set>
                                        <p:anim calcmode="lin" valueType="num">
                                          <p:cBhvr additive="base">
                                            <p:cTn id="124" dur="1000" fill="hold"/>
                                            <p:tgtEl>
                                              <p:spTgt spid="176"/>
                                            </p:tgtEl>
                                            <p:attrNameLst>
                                              <p:attrName>ppt_x</p:attrName>
                                            </p:attrNameLst>
                                          </p:cBhvr>
                                          <p:tavLst>
                                            <p:tav tm="0">
                                              <p:val>
                                                <p:strVal val="0-#ppt_w/2"/>
                                              </p:val>
                                            </p:tav>
                                            <p:tav tm="100000">
                                              <p:val>
                                                <p:strVal val="#ppt_x"/>
                                              </p:val>
                                            </p:tav>
                                          </p:tavLst>
                                        </p:anim>
                                        <p:anim calcmode="lin" valueType="num">
                                          <p:cBhvr additive="base">
                                            <p:cTn id="125" dur="1000" fill="hold"/>
                                            <p:tgtEl>
                                              <p:spTgt spid="176"/>
                                            </p:tgtEl>
                                            <p:attrNameLst>
                                              <p:attrName>ppt_y</p:attrName>
                                            </p:attrNameLst>
                                          </p:cBhvr>
                                          <p:tavLst>
                                            <p:tav tm="0">
                                              <p:val>
                                                <p:strVal val="#ppt_y"/>
                                              </p:val>
                                            </p:tav>
                                            <p:tav tm="100000">
                                              <p:val>
                                                <p:strVal val="#ppt_y"/>
                                              </p:val>
                                            </p:tav>
                                          </p:tavLst>
                                        </p:anim>
                                      </p:childTnLst>
                                    </p:cTn>
                                  </p:par>
                                  <p:par>
                                    <p:cTn id="126" presetID="2" presetClass="entr" presetSubtype="8" fill="hold" grpId="0" nodeType="withEffect">
                                      <p:stCondLst>
                                        <p:cond delay="800"/>
                                      </p:stCondLst>
                                      <p:childTnLst>
                                        <p:set>
                                          <p:cBhvr>
                                            <p:cTn id="127" dur="1" fill="hold">
                                              <p:stCondLst>
                                                <p:cond delay="0"/>
                                              </p:stCondLst>
                                            </p:cTn>
                                            <p:tgtEl>
                                              <p:spTgt spid="143"/>
                                            </p:tgtEl>
                                            <p:attrNameLst>
                                              <p:attrName>style.visibility</p:attrName>
                                            </p:attrNameLst>
                                          </p:cBhvr>
                                          <p:to>
                                            <p:strVal val="visible"/>
                                          </p:to>
                                        </p:set>
                                        <p:anim calcmode="lin" valueType="num">
                                          <p:cBhvr additive="base">
                                            <p:cTn id="128" dur="1000" fill="hold"/>
                                            <p:tgtEl>
                                              <p:spTgt spid="143"/>
                                            </p:tgtEl>
                                            <p:attrNameLst>
                                              <p:attrName>ppt_x</p:attrName>
                                            </p:attrNameLst>
                                          </p:cBhvr>
                                          <p:tavLst>
                                            <p:tav tm="0">
                                              <p:val>
                                                <p:strVal val="0-#ppt_w/2"/>
                                              </p:val>
                                            </p:tav>
                                            <p:tav tm="100000">
                                              <p:val>
                                                <p:strVal val="#ppt_x"/>
                                              </p:val>
                                            </p:tav>
                                          </p:tavLst>
                                        </p:anim>
                                        <p:anim calcmode="lin" valueType="num">
                                          <p:cBhvr additive="base">
                                            <p:cTn id="129" dur="1000" fill="hold"/>
                                            <p:tgtEl>
                                              <p:spTgt spid="143"/>
                                            </p:tgtEl>
                                            <p:attrNameLst>
                                              <p:attrName>ppt_y</p:attrName>
                                            </p:attrNameLst>
                                          </p:cBhvr>
                                          <p:tavLst>
                                            <p:tav tm="0">
                                              <p:val>
                                                <p:strVal val="#ppt_y"/>
                                              </p:val>
                                            </p:tav>
                                            <p:tav tm="100000">
                                              <p:val>
                                                <p:strVal val="#ppt_y"/>
                                              </p:val>
                                            </p:tav>
                                          </p:tavLst>
                                        </p:anim>
                                      </p:childTnLst>
                                    </p:cTn>
                                  </p:par>
                                  <p:par>
                                    <p:cTn id="130" presetID="2" presetClass="entr" presetSubtype="8" fill="hold" grpId="0" nodeType="withEffect">
                                      <p:stCondLst>
                                        <p:cond delay="900"/>
                                      </p:stCondLst>
                                      <p:childTnLst>
                                        <p:set>
                                          <p:cBhvr>
                                            <p:cTn id="131" dur="1" fill="hold">
                                              <p:stCondLst>
                                                <p:cond delay="0"/>
                                              </p:stCondLst>
                                            </p:cTn>
                                            <p:tgtEl>
                                              <p:spTgt spid="168"/>
                                            </p:tgtEl>
                                            <p:attrNameLst>
                                              <p:attrName>style.visibility</p:attrName>
                                            </p:attrNameLst>
                                          </p:cBhvr>
                                          <p:to>
                                            <p:strVal val="visible"/>
                                          </p:to>
                                        </p:set>
                                        <p:anim calcmode="lin" valueType="num">
                                          <p:cBhvr additive="base">
                                            <p:cTn id="132" dur="1000" fill="hold"/>
                                            <p:tgtEl>
                                              <p:spTgt spid="168"/>
                                            </p:tgtEl>
                                            <p:attrNameLst>
                                              <p:attrName>ppt_x</p:attrName>
                                            </p:attrNameLst>
                                          </p:cBhvr>
                                          <p:tavLst>
                                            <p:tav tm="0">
                                              <p:val>
                                                <p:strVal val="0-#ppt_w/2"/>
                                              </p:val>
                                            </p:tav>
                                            <p:tav tm="100000">
                                              <p:val>
                                                <p:strVal val="#ppt_x"/>
                                              </p:val>
                                            </p:tav>
                                          </p:tavLst>
                                        </p:anim>
                                        <p:anim calcmode="lin" valueType="num">
                                          <p:cBhvr additive="base">
                                            <p:cTn id="133" dur="1000" fill="hold"/>
                                            <p:tgtEl>
                                              <p:spTgt spid="168"/>
                                            </p:tgtEl>
                                            <p:attrNameLst>
                                              <p:attrName>ppt_y</p:attrName>
                                            </p:attrNameLst>
                                          </p:cBhvr>
                                          <p:tavLst>
                                            <p:tav tm="0">
                                              <p:val>
                                                <p:strVal val="#ppt_y"/>
                                              </p:val>
                                            </p:tav>
                                            <p:tav tm="100000">
                                              <p:val>
                                                <p:strVal val="#ppt_y"/>
                                              </p:val>
                                            </p:tav>
                                          </p:tavLst>
                                        </p:anim>
                                      </p:childTnLst>
                                    </p:cTn>
                                  </p:par>
                                  <p:par>
                                    <p:cTn id="134" presetID="2" presetClass="entr" presetSubtype="8" fill="hold" grpId="0" nodeType="withEffect">
                                      <p:stCondLst>
                                        <p:cond delay="1000"/>
                                      </p:stCondLst>
                                      <p:childTnLst>
                                        <p:set>
                                          <p:cBhvr>
                                            <p:cTn id="135" dur="1" fill="hold">
                                              <p:stCondLst>
                                                <p:cond delay="0"/>
                                              </p:stCondLst>
                                            </p:cTn>
                                            <p:tgtEl>
                                              <p:spTgt spid="171"/>
                                            </p:tgtEl>
                                            <p:attrNameLst>
                                              <p:attrName>style.visibility</p:attrName>
                                            </p:attrNameLst>
                                          </p:cBhvr>
                                          <p:to>
                                            <p:strVal val="visible"/>
                                          </p:to>
                                        </p:set>
                                        <p:anim calcmode="lin" valueType="num">
                                          <p:cBhvr additive="base">
                                            <p:cTn id="136" dur="1000" fill="hold"/>
                                            <p:tgtEl>
                                              <p:spTgt spid="171"/>
                                            </p:tgtEl>
                                            <p:attrNameLst>
                                              <p:attrName>ppt_x</p:attrName>
                                            </p:attrNameLst>
                                          </p:cBhvr>
                                          <p:tavLst>
                                            <p:tav tm="0">
                                              <p:val>
                                                <p:strVal val="0-#ppt_w/2"/>
                                              </p:val>
                                            </p:tav>
                                            <p:tav tm="100000">
                                              <p:val>
                                                <p:strVal val="#ppt_x"/>
                                              </p:val>
                                            </p:tav>
                                          </p:tavLst>
                                        </p:anim>
                                        <p:anim calcmode="lin" valueType="num">
                                          <p:cBhvr additive="base">
                                            <p:cTn id="137" dur="1000" fill="hold"/>
                                            <p:tgtEl>
                                              <p:spTgt spid="171"/>
                                            </p:tgtEl>
                                            <p:attrNameLst>
                                              <p:attrName>ppt_y</p:attrName>
                                            </p:attrNameLst>
                                          </p:cBhvr>
                                          <p:tavLst>
                                            <p:tav tm="0">
                                              <p:val>
                                                <p:strVal val="#ppt_y"/>
                                              </p:val>
                                            </p:tav>
                                            <p:tav tm="100000">
                                              <p:val>
                                                <p:strVal val="#ppt_y"/>
                                              </p:val>
                                            </p:tav>
                                          </p:tavLst>
                                        </p:anim>
                                      </p:childTnLst>
                                    </p:cTn>
                                  </p:par>
                                  <p:par>
                                    <p:cTn id="138" presetID="2" presetClass="entr" presetSubtype="8" fill="hold" grpId="0" nodeType="withEffect">
                                      <p:stCondLst>
                                        <p:cond delay="1100"/>
                                      </p:stCondLst>
                                      <p:childTnLst>
                                        <p:set>
                                          <p:cBhvr>
                                            <p:cTn id="139" dur="1" fill="hold">
                                              <p:stCondLst>
                                                <p:cond delay="0"/>
                                              </p:stCondLst>
                                            </p:cTn>
                                            <p:tgtEl>
                                              <p:spTgt spid="178"/>
                                            </p:tgtEl>
                                            <p:attrNameLst>
                                              <p:attrName>style.visibility</p:attrName>
                                            </p:attrNameLst>
                                          </p:cBhvr>
                                          <p:to>
                                            <p:strVal val="visible"/>
                                          </p:to>
                                        </p:set>
                                        <p:anim calcmode="lin" valueType="num">
                                          <p:cBhvr additive="base">
                                            <p:cTn id="140" dur="1000" fill="hold"/>
                                            <p:tgtEl>
                                              <p:spTgt spid="178"/>
                                            </p:tgtEl>
                                            <p:attrNameLst>
                                              <p:attrName>ppt_x</p:attrName>
                                            </p:attrNameLst>
                                          </p:cBhvr>
                                          <p:tavLst>
                                            <p:tav tm="0">
                                              <p:val>
                                                <p:strVal val="0-#ppt_w/2"/>
                                              </p:val>
                                            </p:tav>
                                            <p:tav tm="100000">
                                              <p:val>
                                                <p:strVal val="#ppt_x"/>
                                              </p:val>
                                            </p:tav>
                                          </p:tavLst>
                                        </p:anim>
                                        <p:anim calcmode="lin" valueType="num">
                                          <p:cBhvr additive="base">
                                            <p:cTn id="141" dur="1000" fill="hold"/>
                                            <p:tgtEl>
                                              <p:spTgt spid="178"/>
                                            </p:tgtEl>
                                            <p:attrNameLst>
                                              <p:attrName>ppt_y</p:attrName>
                                            </p:attrNameLst>
                                          </p:cBhvr>
                                          <p:tavLst>
                                            <p:tav tm="0">
                                              <p:val>
                                                <p:strVal val="#ppt_y"/>
                                              </p:val>
                                            </p:tav>
                                            <p:tav tm="100000">
                                              <p:val>
                                                <p:strVal val="#ppt_y"/>
                                              </p:val>
                                            </p:tav>
                                          </p:tavLst>
                                        </p:anim>
                                      </p:childTnLst>
                                    </p:cTn>
                                  </p:par>
                                  <p:par>
                                    <p:cTn id="142" presetID="2" presetClass="entr" presetSubtype="8" fill="hold" grpId="0" nodeType="withEffect">
                                      <p:stCondLst>
                                        <p:cond delay="1200"/>
                                      </p:stCondLst>
                                      <p:childTnLst>
                                        <p:set>
                                          <p:cBhvr>
                                            <p:cTn id="143" dur="1" fill="hold">
                                              <p:stCondLst>
                                                <p:cond delay="0"/>
                                              </p:stCondLst>
                                            </p:cTn>
                                            <p:tgtEl>
                                              <p:spTgt spid="187"/>
                                            </p:tgtEl>
                                            <p:attrNameLst>
                                              <p:attrName>style.visibility</p:attrName>
                                            </p:attrNameLst>
                                          </p:cBhvr>
                                          <p:to>
                                            <p:strVal val="visible"/>
                                          </p:to>
                                        </p:set>
                                        <p:anim calcmode="lin" valueType="num">
                                          <p:cBhvr additive="base">
                                            <p:cTn id="144" dur="1000" fill="hold"/>
                                            <p:tgtEl>
                                              <p:spTgt spid="187"/>
                                            </p:tgtEl>
                                            <p:attrNameLst>
                                              <p:attrName>ppt_x</p:attrName>
                                            </p:attrNameLst>
                                          </p:cBhvr>
                                          <p:tavLst>
                                            <p:tav tm="0">
                                              <p:val>
                                                <p:strVal val="0-#ppt_w/2"/>
                                              </p:val>
                                            </p:tav>
                                            <p:tav tm="100000">
                                              <p:val>
                                                <p:strVal val="#ppt_x"/>
                                              </p:val>
                                            </p:tav>
                                          </p:tavLst>
                                        </p:anim>
                                        <p:anim calcmode="lin" valueType="num">
                                          <p:cBhvr additive="base">
                                            <p:cTn id="145" dur="1000" fill="hold"/>
                                            <p:tgtEl>
                                              <p:spTgt spid="187"/>
                                            </p:tgtEl>
                                            <p:attrNameLst>
                                              <p:attrName>ppt_y</p:attrName>
                                            </p:attrNameLst>
                                          </p:cBhvr>
                                          <p:tavLst>
                                            <p:tav tm="0">
                                              <p:val>
                                                <p:strVal val="#ppt_y"/>
                                              </p:val>
                                            </p:tav>
                                            <p:tav tm="100000">
                                              <p:val>
                                                <p:strVal val="#ppt_y"/>
                                              </p:val>
                                            </p:tav>
                                          </p:tavLst>
                                        </p:anim>
                                      </p:childTnLst>
                                    </p:cTn>
                                  </p:par>
                                  <p:par>
                                    <p:cTn id="146" presetID="2" presetClass="entr" presetSubtype="8" fill="hold" grpId="0" nodeType="withEffect">
                                      <p:stCondLst>
                                        <p:cond delay="1300"/>
                                      </p:stCondLst>
                                      <p:childTnLst>
                                        <p:set>
                                          <p:cBhvr>
                                            <p:cTn id="147" dur="1" fill="hold">
                                              <p:stCondLst>
                                                <p:cond delay="0"/>
                                              </p:stCondLst>
                                            </p:cTn>
                                            <p:tgtEl>
                                              <p:spTgt spid="167"/>
                                            </p:tgtEl>
                                            <p:attrNameLst>
                                              <p:attrName>style.visibility</p:attrName>
                                            </p:attrNameLst>
                                          </p:cBhvr>
                                          <p:to>
                                            <p:strVal val="visible"/>
                                          </p:to>
                                        </p:set>
                                        <p:anim calcmode="lin" valueType="num">
                                          <p:cBhvr additive="base">
                                            <p:cTn id="148" dur="1000" fill="hold"/>
                                            <p:tgtEl>
                                              <p:spTgt spid="167"/>
                                            </p:tgtEl>
                                            <p:attrNameLst>
                                              <p:attrName>ppt_x</p:attrName>
                                            </p:attrNameLst>
                                          </p:cBhvr>
                                          <p:tavLst>
                                            <p:tav tm="0">
                                              <p:val>
                                                <p:strVal val="0-#ppt_w/2"/>
                                              </p:val>
                                            </p:tav>
                                            <p:tav tm="100000">
                                              <p:val>
                                                <p:strVal val="#ppt_x"/>
                                              </p:val>
                                            </p:tav>
                                          </p:tavLst>
                                        </p:anim>
                                        <p:anim calcmode="lin" valueType="num">
                                          <p:cBhvr additive="base">
                                            <p:cTn id="149" dur="1000" fill="hold"/>
                                            <p:tgtEl>
                                              <p:spTgt spid="167"/>
                                            </p:tgtEl>
                                            <p:attrNameLst>
                                              <p:attrName>ppt_y</p:attrName>
                                            </p:attrNameLst>
                                          </p:cBhvr>
                                          <p:tavLst>
                                            <p:tav tm="0">
                                              <p:val>
                                                <p:strVal val="#ppt_y"/>
                                              </p:val>
                                            </p:tav>
                                            <p:tav tm="100000">
                                              <p:val>
                                                <p:strVal val="#ppt_y"/>
                                              </p:val>
                                            </p:tav>
                                          </p:tavLst>
                                        </p:anim>
                                      </p:childTnLst>
                                    </p:cTn>
                                  </p:par>
                                  <p:par>
                                    <p:cTn id="150" presetID="2" presetClass="entr" presetSubtype="8" fill="hold" grpId="0" nodeType="withEffect">
                                      <p:stCondLst>
                                        <p:cond delay="1400"/>
                                      </p:stCondLst>
                                      <p:childTnLst>
                                        <p:set>
                                          <p:cBhvr>
                                            <p:cTn id="151" dur="1" fill="hold">
                                              <p:stCondLst>
                                                <p:cond delay="0"/>
                                              </p:stCondLst>
                                            </p:cTn>
                                            <p:tgtEl>
                                              <p:spTgt spid="174"/>
                                            </p:tgtEl>
                                            <p:attrNameLst>
                                              <p:attrName>style.visibility</p:attrName>
                                            </p:attrNameLst>
                                          </p:cBhvr>
                                          <p:to>
                                            <p:strVal val="visible"/>
                                          </p:to>
                                        </p:set>
                                        <p:anim calcmode="lin" valueType="num">
                                          <p:cBhvr additive="base">
                                            <p:cTn id="152" dur="1000" fill="hold"/>
                                            <p:tgtEl>
                                              <p:spTgt spid="174"/>
                                            </p:tgtEl>
                                            <p:attrNameLst>
                                              <p:attrName>ppt_x</p:attrName>
                                            </p:attrNameLst>
                                          </p:cBhvr>
                                          <p:tavLst>
                                            <p:tav tm="0">
                                              <p:val>
                                                <p:strVal val="0-#ppt_w/2"/>
                                              </p:val>
                                            </p:tav>
                                            <p:tav tm="100000">
                                              <p:val>
                                                <p:strVal val="#ppt_x"/>
                                              </p:val>
                                            </p:tav>
                                          </p:tavLst>
                                        </p:anim>
                                        <p:anim calcmode="lin" valueType="num">
                                          <p:cBhvr additive="base">
                                            <p:cTn id="153" dur="1000" fill="hold"/>
                                            <p:tgtEl>
                                              <p:spTgt spid="174"/>
                                            </p:tgtEl>
                                            <p:attrNameLst>
                                              <p:attrName>ppt_y</p:attrName>
                                            </p:attrNameLst>
                                          </p:cBhvr>
                                          <p:tavLst>
                                            <p:tav tm="0">
                                              <p:val>
                                                <p:strVal val="#ppt_y"/>
                                              </p:val>
                                            </p:tav>
                                            <p:tav tm="100000">
                                              <p:val>
                                                <p:strVal val="#ppt_y"/>
                                              </p:val>
                                            </p:tav>
                                          </p:tavLst>
                                        </p:anim>
                                      </p:childTnLst>
                                    </p:cTn>
                                  </p:par>
                                  <p:par>
                                    <p:cTn id="154" presetID="2" presetClass="entr" presetSubtype="8" fill="hold" grpId="0" nodeType="withEffect">
                                      <p:stCondLst>
                                        <p:cond delay="1500"/>
                                      </p:stCondLst>
                                      <p:childTnLst>
                                        <p:set>
                                          <p:cBhvr>
                                            <p:cTn id="155" dur="1" fill="hold">
                                              <p:stCondLst>
                                                <p:cond delay="0"/>
                                              </p:stCondLst>
                                            </p:cTn>
                                            <p:tgtEl>
                                              <p:spTgt spid="179"/>
                                            </p:tgtEl>
                                            <p:attrNameLst>
                                              <p:attrName>style.visibility</p:attrName>
                                            </p:attrNameLst>
                                          </p:cBhvr>
                                          <p:to>
                                            <p:strVal val="visible"/>
                                          </p:to>
                                        </p:set>
                                        <p:anim calcmode="lin" valueType="num">
                                          <p:cBhvr additive="base">
                                            <p:cTn id="156" dur="1000" fill="hold"/>
                                            <p:tgtEl>
                                              <p:spTgt spid="179"/>
                                            </p:tgtEl>
                                            <p:attrNameLst>
                                              <p:attrName>ppt_x</p:attrName>
                                            </p:attrNameLst>
                                          </p:cBhvr>
                                          <p:tavLst>
                                            <p:tav tm="0">
                                              <p:val>
                                                <p:strVal val="0-#ppt_w/2"/>
                                              </p:val>
                                            </p:tav>
                                            <p:tav tm="100000">
                                              <p:val>
                                                <p:strVal val="#ppt_x"/>
                                              </p:val>
                                            </p:tav>
                                          </p:tavLst>
                                        </p:anim>
                                        <p:anim calcmode="lin" valueType="num">
                                          <p:cBhvr additive="base">
                                            <p:cTn id="157" dur="1000" fill="hold"/>
                                            <p:tgtEl>
                                              <p:spTgt spid="179"/>
                                            </p:tgtEl>
                                            <p:attrNameLst>
                                              <p:attrName>ppt_y</p:attrName>
                                            </p:attrNameLst>
                                          </p:cBhvr>
                                          <p:tavLst>
                                            <p:tav tm="0">
                                              <p:val>
                                                <p:strVal val="#ppt_y"/>
                                              </p:val>
                                            </p:tav>
                                            <p:tav tm="100000">
                                              <p:val>
                                                <p:strVal val="#ppt_y"/>
                                              </p:val>
                                            </p:tav>
                                          </p:tavLst>
                                        </p:anim>
                                      </p:childTnLst>
                                    </p:cTn>
                                  </p:par>
                                  <p:par>
                                    <p:cTn id="158" presetID="2" presetClass="entr" presetSubtype="8" fill="hold" grpId="0" nodeType="withEffect">
                                      <p:stCondLst>
                                        <p:cond delay="1600"/>
                                      </p:stCondLst>
                                      <p:childTnLst>
                                        <p:set>
                                          <p:cBhvr>
                                            <p:cTn id="159" dur="1" fill="hold">
                                              <p:stCondLst>
                                                <p:cond delay="0"/>
                                              </p:stCondLst>
                                            </p:cTn>
                                            <p:tgtEl>
                                              <p:spTgt spid="172"/>
                                            </p:tgtEl>
                                            <p:attrNameLst>
                                              <p:attrName>style.visibility</p:attrName>
                                            </p:attrNameLst>
                                          </p:cBhvr>
                                          <p:to>
                                            <p:strVal val="visible"/>
                                          </p:to>
                                        </p:set>
                                        <p:anim calcmode="lin" valueType="num">
                                          <p:cBhvr additive="base">
                                            <p:cTn id="160" dur="1000" fill="hold"/>
                                            <p:tgtEl>
                                              <p:spTgt spid="172"/>
                                            </p:tgtEl>
                                            <p:attrNameLst>
                                              <p:attrName>ppt_x</p:attrName>
                                            </p:attrNameLst>
                                          </p:cBhvr>
                                          <p:tavLst>
                                            <p:tav tm="0">
                                              <p:val>
                                                <p:strVal val="0-#ppt_w/2"/>
                                              </p:val>
                                            </p:tav>
                                            <p:tav tm="100000">
                                              <p:val>
                                                <p:strVal val="#ppt_x"/>
                                              </p:val>
                                            </p:tav>
                                          </p:tavLst>
                                        </p:anim>
                                        <p:anim calcmode="lin" valueType="num">
                                          <p:cBhvr additive="base">
                                            <p:cTn id="161" dur="1000" fill="hold"/>
                                            <p:tgtEl>
                                              <p:spTgt spid="172"/>
                                            </p:tgtEl>
                                            <p:attrNameLst>
                                              <p:attrName>ppt_y</p:attrName>
                                            </p:attrNameLst>
                                          </p:cBhvr>
                                          <p:tavLst>
                                            <p:tav tm="0">
                                              <p:val>
                                                <p:strVal val="#ppt_y"/>
                                              </p:val>
                                            </p:tav>
                                            <p:tav tm="100000">
                                              <p:val>
                                                <p:strVal val="#ppt_y"/>
                                              </p:val>
                                            </p:tav>
                                          </p:tavLst>
                                        </p:anim>
                                      </p:childTnLst>
                                    </p:cTn>
                                  </p:par>
                                  <p:par>
                                    <p:cTn id="162" presetID="2" presetClass="entr" presetSubtype="8" fill="hold" grpId="0" nodeType="withEffect">
                                      <p:stCondLst>
                                        <p:cond delay="1700"/>
                                      </p:stCondLst>
                                      <p:childTnLst>
                                        <p:set>
                                          <p:cBhvr>
                                            <p:cTn id="163" dur="1" fill="hold">
                                              <p:stCondLst>
                                                <p:cond delay="0"/>
                                              </p:stCondLst>
                                            </p:cTn>
                                            <p:tgtEl>
                                              <p:spTgt spid="157"/>
                                            </p:tgtEl>
                                            <p:attrNameLst>
                                              <p:attrName>style.visibility</p:attrName>
                                            </p:attrNameLst>
                                          </p:cBhvr>
                                          <p:to>
                                            <p:strVal val="visible"/>
                                          </p:to>
                                        </p:set>
                                        <p:anim calcmode="lin" valueType="num">
                                          <p:cBhvr additive="base">
                                            <p:cTn id="164" dur="1000" fill="hold"/>
                                            <p:tgtEl>
                                              <p:spTgt spid="157"/>
                                            </p:tgtEl>
                                            <p:attrNameLst>
                                              <p:attrName>ppt_x</p:attrName>
                                            </p:attrNameLst>
                                          </p:cBhvr>
                                          <p:tavLst>
                                            <p:tav tm="0">
                                              <p:val>
                                                <p:strVal val="0-#ppt_w/2"/>
                                              </p:val>
                                            </p:tav>
                                            <p:tav tm="100000">
                                              <p:val>
                                                <p:strVal val="#ppt_x"/>
                                              </p:val>
                                            </p:tav>
                                          </p:tavLst>
                                        </p:anim>
                                        <p:anim calcmode="lin" valueType="num">
                                          <p:cBhvr additive="base">
                                            <p:cTn id="165" dur="1000" fill="hold"/>
                                            <p:tgtEl>
                                              <p:spTgt spid="157"/>
                                            </p:tgtEl>
                                            <p:attrNameLst>
                                              <p:attrName>ppt_y</p:attrName>
                                            </p:attrNameLst>
                                          </p:cBhvr>
                                          <p:tavLst>
                                            <p:tav tm="0">
                                              <p:val>
                                                <p:strVal val="#ppt_y"/>
                                              </p:val>
                                            </p:tav>
                                            <p:tav tm="100000">
                                              <p:val>
                                                <p:strVal val="#ppt_y"/>
                                              </p:val>
                                            </p:tav>
                                          </p:tavLst>
                                        </p:anim>
                                      </p:childTnLst>
                                    </p:cTn>
                                  </p:par>
                                  <p:par>
                                    <p:cTn id="166" presetID="2" presetClass="entr" presetSubtype="8" fill="hold" grpId="0" nodeType="withEffect">
                                      <p:stCondLst>
                                        <p:cond delay="1800"/>
                                      </p:stCondLst>
                                      <p:childTnLst>
                                        <p:set>
                                          <p:cBhvr>
                                            <p:cTn id="167" dur="1" fill="hold">
                                              <p:stCondLst>
                                                <p:cond delay="0"/>
                                              </p:stCondLst>
                                            </p:cTn>
                                            <p:tgtEl>
                                              <p:spTgt spid="161"/>
                                            </p:tgtEl>
                                            <p:attrNameLst>
                                              <p:attrName>style.visibility</p:attrName>
                                            </p:attrNameLst>
                                          </p:cBhvr>
                                          <p:to>
                                            <p:strVal val="visible"/>
                                          </p:to>
                                        </p:set>
                                        <p:anim calcmode="lin" valueType="num">
                                          <p:cBhvr additive="base">
                                            <p:cTn id="168" dur="1000" fill="hold"/>
                                            <p:tgtEl>
                                              <p:spTgt spid="161"/>
                                            </p:tgtEl>
                                            <p:attrNameLst>
                                              <p:attrName>ppt_x</p:attrName>
                                            </p:attrNameLst>
                                          </p:cBhvr>
                                          <p:tavLst>
                                            <p:tav tm="0">
                                              <p:val>
                                                <p:strVal val="0-#ppt_w/2"/>
                                              </p:val>
                                            </p:tav>
                                            <p:tav tm="100000">
                                              <p:val>
                                                <p:strVal val="#ppt_x"/>
                                              </p:val>
                                            </p:tav>
                                          </p:tavLst>
                                        </p:anim>
                                        <p:anim calcmode="lin" valueType="num">
                                          <p:cBhvr additive="base">
                                            <p:cTn id="169" dur="1000" fill="hold"/>
                                            <p:tgtEl>
                                              <p:spTgt spid="161"/>
                                            </p:tgtEl>
                                            <p:attrNameLst>
                                              <p:attrName>ppt_y</p:attrName>
                                            </p:attrNameLst>
                                          </p:cBhvr>
                                          <p:tavLst>
                                            <p:tav tm="0">
                                              <p:val>
                                                <p:strVal val="#ppt_y"/>
                                              </p:val>
                                            </p:tav>
                                            <p:tav tm="100000">
                                              <p:val>
                                                <p:strVal val="#ppt_y"/>
                                              </p:val>
                                            </p:tav>
                                          </p:tavLst>
                                        </p:anim>
                                      </p:childTnLst>
                                    </p:cTn>
                                  </p:par>
                                  <p:par>
                                    <p:cTn id="170" presetID="2" presetClass="entr" presetSubtype="8" fill="hold" grpId="0" nodeType="withEffect">
                                      <p:stCondLst>
                                        <p:cond delay="1900"/>
                                      </p:stCondLst>
                                      <p:childTnLst>
                                        <p:set>
                                          <p:cBhvr>
                                            <p:cTn id="171" dur="1" fill="hold">
                                              <p:stCondLst>
                                                <p:cond delay="0"/>
                                              </p:stCondLst>
                                            </p:cTn>
                                            <p:tgtEl>
                                              <p:spTgt spid="152"/>
                                            </p:tgtEl>
                                            <p:attrNameLst>
                                              <p:attrName>style.visibility</p:attrName>
                                            </p:attrNameLst>
                                          </p:cBhvr>
                                          <p:to>
                                            <p:strVal val="visible"/>
                                          </p:to>
                                        </p:set>
                                        <p:anim calcmode="lin" valueType="num">
                                          <p:cBhvr additive="base">
                                            <p:cTn id="172" dur="1000" fill="hold"/>
                                            <p:tgtEl>
                                              <p:spTgt spid="152"/>
                                            </p:tgtEl>
                                            <p:attrNameLst>
                                              <p:attrName>ppt_x</p:attrName>
                                            </p:attrNameLst>
                                          </p:cBhvr>
                                          <p:tavLst>
                                            <p:tav tm="0">
                                              <p:val>
                                                <p:strVal val="0-#ppt_w/2"/>
                                              </p:val>
                                            </p:tav>
                                            <p:tav tm="100000">
                                              <p:val>
                                                <p:strVal val="#ppt_x"/>
                                              </p:val>
                                            </p:tav>
                                          </p:tavLst>
                                        </p:anim>
                                        <p:anim calcmode="lin" valueType="num">
                                          <p:cBhvr additive="base">
                                            <p:cTn id="173" dur="1000" fill="hold"/>
                                            <p:tgtEl>
                                              <p:spTgt spid="152"/>
                                            </p:tgtEl>
                                            <p:attrNameLst>
                                              <p:attrName>ppt_y</p:attrName>
                                            </p:attrNameLst>
                                          </p:cBhvr>
                                          <p:tavLst>
                                            <p:tav tm="0">
                                              <p:val>
                                                <p:strVal val="#ppt_y"/>
                                              </p:val>
                                            </p:tav>
                                            <p:tav tm="100000">
                                              <p:val>
                                                <p:strVal val="#ppt_y"/>
                                              </p:val>
                                            </p:tav>
                                          </p:tavLst>
                                        </p:anim>
                                      </p:childTnLst>
                                    </p:cTn>
                                  </p:par>
                                  <p:par>
                                    <p:cTn id="174" presetID="2" presetClass="entr" presetSubtype="4" fill="hold" nodeType="withEffect">
                                      <p:stCondLst>
                                        <p:cond delay="2000"/>
                                      </p:stCondLst>
                                      <p:childTnLst>
                                        <p:set>
                                          <p:cBhvr>
                                            <p:cTn id="175" dur="1" fill="hold">
                                              <p:stCondLst>
                                                <p:cond delay="0"/>
                                              </p:stCondLst>
                                            </p:cTn>
                                            <p:tgtEl>
                                              <p:spTgt spid="592"/>
                                            </p:tgtEl>
                                            <p:attrNameLst>
                                              <p:attrName>style.visibility</p:attrName>
                                            </p:attrNameLst>
                                          </p:cBhvr>
                                          <p:to>
                                            <p:strVal val="visible"/>
                                          </p:to>
                                        </p:set>
                                        <p:anim calcmode="lin" valueType="num">
                                          <p:cBhvr additive="base">
                                            <p:cTn id="176" dur="1000" fill="hold"/>
                                            <p:tgtEl>
                                              <p:spTgt spid="592"/>
                                            </p:tgtEl>
                                            <p:attrNameLst>
                                              <p:attrName>ppt_x</p:attrName>
                                            </p:attrNameLst>
                                          </p:cBhvr>
                                          <p:tavLst>
                                            <p:tav tm="0">
                                              <p:val>
                                                <p:strVal val="#ppt_x"/>
                                              </p:val>
                                            </p:tav>
                                            <p:tav tm="100000">
                                              <p:val>
                                                <p:strVal val="#ppt_x"/>
                                              </p:val>
                                            </p:tav>
                                          </p:tavLst>
                                        </p:anim>
                                        <p:anim calcmode="lin" valueType="num">
                                          <p:cBhvr additive="base">
                                            <p:cTn id="177" dur="1000" fill="hold"/>
                                            <p:tgtEl>
                                              <p:spTgt spid="592"/>
                                            </p:tgtEl>
                                            <p:attrNameLst>
                                              <p:attrName>ppt_y</p:attrName>
                                            </p:attrNameLst>
                                          </p:cBhvr>
                                          <p:tavLst>
                                            <p:tav tm="0">
                                              <p:val>
                                                <p:strVal val="1+#ppt_h/2"/>
                                              </p:val>
                                            </p:tav>
                                            <p:tav tm="100000">
                                              <p:val>
                                                <p:strVal val="#ppt_y"/>
                                              </p:val>
                                            </p:tav>
                                          </p:tavLst>
                                        </p:anim>
                                      </p:childTnLst>
                                    </p:cTn>
                                  </p:par>
                                  <p:par>
                                    <p:cTn id="178" presetID="53" presetClass="entr" presetSubtype="16" fill="hold" nodeType="withEffect">
                                      <p:stCondLst>
                                        <p:cond delay="3000"/>
                                      </p:stCondLst>
                                      <p:childTnLst>
                                        <p:set>
                                          <p:cBhvr>
                                            <p:cTn id="179" dur="1" fill="hold">
                                              <p:stCondLst>
                                                <p:cond delay="0"/>
                                              </p:stCondLst>
                                            </p:cTn>
                                            <p:tgtEl>
                                              <p:spTgt spid="591"/>
                                            </p:tgtEl>
                                            <p:attrNameLst>
                                              <p:attrName>style.visibility</p:attrName>
                                            </p:attrNameLst>
                                          </p:cBhvr>
                                          <p:to>
                                            <p:strVal val="visible"/>
                                          </p:to>
                                        </p:set>
                                        <p:anim calcmode="lin" valueType="num">
                                          <p:cBhvr>
                                            <p:cTn id="180" dur="500" fill="hold"/>
                                            <p:tgtEl>
                                              <p:spTgt spid="591"/>
                                            </p:tgtEl>
                                            <p:attrNameLst>
                                              <p:attrName>ppt_w</p:attrName>
                                            </p:attrNameLst>
                                          </p:cBhvr>
                                          <p:tavLst>
                                            <p:tav tm="0">
                                              <p:val>
                                                <p:fltVal val="0"/>
                                              </p:val>
                                            </p:tav>
                                            <p:tav tm="100000">
                                              <p:val>
                                                <p:strVal val="#ppt_w"/>
                                              </p:val>
                                            </p:tav>
                                          </p:tavLst>
                                        </p:anim>
                                        <p:anim calcmode="lin" valueType="num">
                                          <p:cBhvr>
                                            <p:cTn id="181" dur="500" fill="hold"/>
                                            <p:tgtEl>
                                              <p:spTgt spid="591"/>
                                            </p:tgtEl>
                                            <p:attrNameLst>
                                              <p:attrName>ppt_h</p:attrName>
                                            </p:attrNameLst>
                                          </p:cBhvr>
                                          <p:tavLst>
                                            <p:tav tm="0">
                                              <p:val>
                                                <p:fltVal val="0"/>
                                              </p:val>
                                            </p:tav>
                                            <p:tav tm="100000">
                                              <p:val>
                                                <p:strVal val="#ppt_h"/>
                                              </p:val>
                                            </p:tav>
                                          </p:tavLst>
                                        </p:anim>
                                        <p:animEffect transition="in" filter="fade">
                                          <p:cBhvr>
                                            <p:cTn id="182" dur="500"/>
                                            <p:tgtEl>
                                              <p:spTgt spid="591"/>
                                            </p:tgtEl>
                                          </p:cBhvr>
                                        </p:animEffect>
                                      </p:childTnLst>
                                    </p:cTn>
                                  </p:par>
                                  <p:par>
                                    <p:cTn id="183" presetID="2" presetClass="entr" presetSubtype="8" fill="hold" nodeType="withEffect">
                                      <p:stCondLst>
                                        <p:cond delay="3500"/>
                                      </p:stCondLst>
                                      <p:childTnLst>
                                        <p:set>
                                          <p:cBhvr>
                                            <p:cTn id="184" dur="1" fill="hold">
                                              <p:stCondLst>
                                                <p:cond delay="0"/>
                                              </p:stCondLst>
                                            </p:cTn>
                                            <p:tgtEl>
                                              <p:spTgt spid="590"/>
                                            </p:tgtEl>
                                            <p:attrNameLst>
                                              <p:attrName>style.visibility</p:attrName>
                                            </p:attrNameLst>
                                          </p:cBhvr>
                                          <p:to>
                                            <p:strVal val="visible"/>
                                          </p:to>
                                        </p:set>
                                        <p:anim calcmode="lin" valueType="num">
                                          <p:cBhvr additive="base">
                                            <p:cTn id="185" dur="1000" fill="hold"/>
                                            <p:tgtEl>
                                              <p:spTgt spid="590"/>
                                            </p:tgtEl>
                                            <p:attrNameLst>
                                              <p:attrName>ppt_x</p:attrName>
                                            </p:attrNameLst>
                                          </p:cBhvr>
                                          <p:tavLst>
                                            <p:tav tm="0">
                                              <p:val>
                                                <p:strVal val="0-#ppt_w/2"/>
                                              </p:val>
                                            </p:tav>
                                            <p:tav tm="100000">
                                              <p:val>
                                                <p:strVal val="#ppt_x"/>
                                              </p:val>
                                            </p:tav>
                                          </p:tavLst>
                                        </p:anim>
                                        <p:anim calcmode="lin" valueType="num">
                                          <p:cBhvr additive="base">
                                            <p:cTn id="186" dur="1000" fill="hold"/>
                                            <p:tgtEl>
                                              <p:spTgt spid="590"/>
                                            </p:tgtEl>
                                            <p:attrNameLst>
                                              <p:attrName>ppt_y</p:attrName>
                                            </p:attrNameLst>
                                          </p:cBhvr>
                                          <p:tavLst>
                                            <p:tav tm="0">
                                              <p:val>
                                                <p:strVal val="#ppt_y"/>
                                              </p:val>
                                            </p:tav>
                                            <p:tav tm="100000">
                                              <p:val>
                                                <p:strVal val="#ppt_y"/>
                                              </p:val>
                                            </p:tav>
                                          </p:tavLst>
                                        </p:anim>
                                      </p:childTnLst>
                                    </p:cTn>
                                  </p:par>
                                  <p:par>
                                    <p:cTn id="187" presetID="2" presetClass="entr" presetSubtype="8" fill="hold" nodeType="withEffect">
                                      <p:stCondLst>
                                        <p:cond delay="3500"/>
                                      </p:stCondLst>
                                      <p:childTnLst>
                                        <p:set>
                                          <p:cBhvr>
                                            <p:cTn id="188" dur="1" fill="hold">
                                              <p:stCondLst>
                                                <p:cond delay="0"/>
                                              </p:stCondLst>
                                            </p:cTn>
                                            <p:tgtEl>
                                              <p:spTgt spid="598"/>
                                            </p:tgtEl>
                                            <p:attrNameLst>
                                              <p:attrName>style.visibility</p:attrName>
                                            </p:attrNameLst>
                                          </p:cBhvr>
                                          <p:to>
                                            <p:strVal val="visible"/>
                                          </p:to>
                                        </p:set>
                                        <p:anim calcmode="lin" valueType="num">
                                          <p:cBhvr additive="base">
                                            <p:cTn id="189" dur="1000" fill="hold"/>
                                            <p:tgtEl>
                                              <p:spTgt spid="598"/>
                                            </p:tgtEl>
                                            <p:attrNameLst>
                                              <p:attrName>ppt_x</p:attrName>
                                            </p:attrNameLst>
                                          </p:cBhvr>
                                          <p:tavLst>
                                            <p:tav tm="0">
                                              <p:val>
                                                <p:strVal val="0-#ppt_w/2"/>
                                              </p:val>
                                            </p:tav>
                                            <p:tav tm="100000">
                                              <p:val>
                                                <p:strVal val="#ppt_x"/>
                                              </p:val>
                                            </p:tav>
                                          </p:tavLst>
                                        </p:anim>
                                        <p:anim calcmode="lin" valueType="num">
                                          <p:cBhvr additive="base">
                                            <p:cTn id="190" dur="1000" fill="hold"/>
                                            <p:tgtEl>
                                              <p:spTgt spid="598"/>
                                            </p:tgtEl>
                                            <p:attrNameLst>
                                              <p:attrName>ppt_y</p:attrName>
                                            </p:attrNameLst>
                                          </p:cBhvr>
                                          <p:tavLst>
                                            <p:tav tm="0">
                                              <p:val>
                                                <p:strVal val="#ppt_y"/>
                                              </p:val>
                                            </p:tav>
                                            <p:tav tm="100000">
                                              <p:val>
                                                <p:strVal val="#ppt_y"/>
                                              </p:val>
                                            </p:tav>
                                          </p:tavLst>
                                        </p:anim>
                                      </p:childTnLst>
                                    </p:cTn>
                                  </p:par>
                                  <p:par>
                                    <p:cTn id="191" presetID="53" presetClass="entr" presetSubtype="16" fill="hold" nodeType="withEffect">
                                      <p:stCondLst>
                                        <p:cond delay="4500"/>
                                      </p:stCondLst>
                                      <p:childTnLst>
                                        <p:set>
                                          <p:cBhvr>
                                            <p:cTn id="192" dur="1" fill="hold">
                                              <p:stCondLst>
                                                <p:cond delay="0"/>
                                              </p:stCondLst>
                                            </p:cTn>
                                            <p:tgtEl>
                                              <p:spTgt spid="337"/>
                                            </p:tgtEl>
                                            <p:attrNameLst>
                                              <p:attrName>style.visibility</p:attrName>
                                            </p:attrNameLst>
                                          </p:cBhvr>
                                          <p:to>
                                            <p:strVal val="visible"/>
                                          </p:to>
                                        </p:set>
                                        <p:anim calcmode="lin" valueType="num">
                                          <p:cBhvr>
                                            <p:cTn id="193" dur="500" fill="hold"/>
                                            <p:tgtEl>
                                              <p:spTgt spid="337"/>
                                            </p:tgtEl>
                                            <p:attrNameLst>
                                              <p:attrName>ppt_w</p:attrName>
                                            </p:attrNameLst>
                                          </p:cBhvr>
                                          <p:tavLst>
                                            <p:tav tm="0">
                                              <p:val>
                                                <p:fltVal val="0"/>
                                              </p:val>
                                            </p:tav>
                                            <p:tav tm="100000">
                                              <p:val>
                                                <p:strVal val="#ppt_w"/>
                                              </p:val>
                                            </p:tav>
                                          </p:tavLst>
                                        </p:anim>
                                        <p:anim calcmode="lin" valueType="num">
                                          <p:cBhvr>
                                            <p:cTn id="194" dur="500" fill="hold"/>
                                            <p:tgtEl>
                                              <p:spTgt spid="337"/>
                                            </p:tgtEl>
                                            <p:attrNameLst>
                                              <p:attrName>ppt_h</p:attrName>
                                            </p:attrNameLst>
                                          </p:cBhvr>
                                          <p:tavLst>
                                            <p:tav tm="0">
                                              <p:val>
                                                <p:fltVal val="0"/>
                                              </p:val>
                                            </p:tav>
                                            <p:tav tm="100000">
                                              <p:val>
                                                <p:strVal val="#ppt_h"/>
                                              </p:val>
                                            </p:tav>
                                          </p:tavLst>
                                        </p:anim>
                                        <p:animEffect transition="in" filter="fade">
                                          <p:cBhvr>
                                            <p:cTn id="195" dur="500"/>
                                            <p:tgtEl>
                                              <p:spTgt spid="337"/>
                                            </p:tgtEl>
                                          </p:cBhvr>
                                        </p:animEffect>
                                      </p:childTnLst>
                                    </p:cTn>
                                  </p:par>
                                  <p:par>
                                    <p:cTn id="196" presetID="53" presetClass="entr" presetSubtype="16" fill="hold" nodeType="withEffect">
                                      <p:stCondLst>
                                        <p:cond delay="4500"/>
                                      </p:stCondLst>
                                      <p:childTnLst>
                                        <p:set>
                                          <p:cBhvr>
                                            <p:cTn id="197" dur="1" fill="hold">
                                              <p:stCondLst>
                                                <p:cond delay="0"/>
                                              </p:stCondLst>
                                            </p:cTn>
                                            <p:tgtEl>
                                              <p:spTgt spid="340"/>
                                            </p:tgtEl>
                                            <p:attrNameLst>
                                              <p:attrName>style.visibility</p:attrName>
                                            </p:attrNameLst>
                                          </p:cBhvr>
                                          <p:to>
                                            <p:strVal val="visible"/>
                                          </p:to>
                                        </p:set>
                                        <p:anim calcmode="lin" valueType="num">
                                          <p:cBhvr>
                                            <p:cTn id="198" dur="500" fill="hold"/>
                                            <p:tgtEl>
                                              <p:spTgt spid="340"/>
                                            </p:tgtEl>
                                            <p:attrNameLst>
                                              <p:attrName>ppt_w</p:attrName>
                                            </p:attrNameLst>
                                          </p:cBhvr>
                                          <p:tavLst>
                                            <p:tav tm="0">
                                              <p:val>
                                                <p:fltVal val="0"/>
                                              </p:val>
                                            </p:tav>
                                            <p:tav tm="100000">
                                              <p:val>
                                                <p:strVal val="#ppt_w"/>
                                              </p:val>
                                            </p:tav>
                                          </p:tavLst>
                                        </p:anim>
                                        <p:anim calcmode="lin" valueType="num">
                                          <p:cBhvr>
                                            <p:cTn id="199" dur="500" fill="hold"/>
                                            <p:tgtEl>
                                              <p:spTgt spid="340"/>
                                            </p:tgtEl>
                                            <p:attrNameLst>
                                              <p:attrName>ppt_h</p:attrName>
                                            </p:attrNameLst>
                                          </p:cBhvr>
                                          <p:tavLst>
                                            <p:tav tm="0">
                                              <p:val>
                                                <p:fltVal val="0"/>
                                              </p:val>
                                            </p:tav>
                                            <p:tav tm="100000">
                                              <p:val>
                                                <p:strVal val="#ppt_h"/>
                                              </p:val>
                                            </p:tav>
                                          </p:tavLst>
                                        </p:anim>
                                        <p:animEffect transition="in" filter="fade">
                                          <p:cBhvr>
                                            <p:cTn id="200" dur="500"/>
                                            <p:tgtEl>
                                              <p:spTgt spid="340"/>
                                            </p:tgtEl>
                                          </p:cBhvr>
                                        </p:animEffect>
                                      </p:childTnLst>
                                    </p:cTn>
                                  </p:par>
                                  <p:par>
                                    <p:cTn id="201" presetID="53" presetClass="entr" presetSubtype="16" fill="hold" nodeType="withEffect">
                                      <p:stCondLst>
                                        <p:cond delay="4500"/>
                                      </p:stCondLst>
                                      <p:childTnLst>
                                        <p:set>
                                          <p:cBhvr>
                                            <p:cTn id="202" dur="1" fill="hold">
                                              <p:stCondLst>
                                                <p:cond delay="0"/>
                                              </p:stCondLst>
                                            </p:cTn>
                                            <p:tgtEl>
                                              <p:spTgt spid="338"/>
                                            </p:tgtEl>
                                            <p:attrNameLst>
                                              <p:attrName>style.visibility</p:attrName>
                                            </p:attrNameLst>
                                          </p:cBhvr>
                                          <p:to>
                                            <p:strVal val="visible"/>
                                          </p:to>
                                        </p:set>
                                        <p:anim calcmode="lin" valueType="num">
                                          <p:cBhvr>
                                            <p:cTn id="203" dur="500" fill="hold"/>
                                            <p:tgtEl>
                                              <p:spTgt spid="338"/>
                                            </p:tgtEl>
                                            <p:attrNameLst>
                                              <p:attrName>ppt_w</p:attrName>
                                            </p:attrNameLst>
                                          </p:cBhvr>
                                          <p:tavLst>
                                            <p:tav tm="0">
                                              <p:val>
                                                <p:fltVal val="0"/>
                                              </p:val>
                                            </p:tav>
                                            <p:tav tm="100000">
                                              <p:val>
                                                <p:strVal val="#ppt_w"/>
                                              </p:val>
                                            </p:tav>
                                          </p:tavLst>
                                        </p:anim>
                                        <p:anim calcmode="lin" valueType="num">
                                          <p:cBhvr>
                                            <p:cTn id="204" dur="500" fill="hold"/>
                                            <p:tgtEl>
                                              <p:spTgt spid="338"/>
                                            </p:tgtEl>
                                            <p:attrNameLst>
                                              <p:attrName>ppt_h</p:attrName>
                                            </p:attrNameLst>
                                          </p:cBhvr>
                                          <p:tavLst>
                                            <p:tav tm="0">
                                              <p:val>
                                                <p:fltVal val="0"/>
                                              </p:val>
                                            </p:tav>
                                            <p:tav tm="100000">
                                              <p:val>
                                                <p:strVal val="#ppt_h"/>
                                              </p:val>
                                            </p:tav>
                                          </p:tavLst>
                                        </p:anim>
                                        <p:animEffect transition="in" filter="fade">
                                          <p:cBhvr>
                                            <p:cTn id="205" dur="500"/>
                                            <p:tgtEl>
                                              <p:spTgt spid="338"/>
                                            </p:tgtEl>
                                          </p:cBhvr>
                                        </p:animEffect>
                                      </p:childTnLst>
                                    </p:cTn>
                                  </p:par>
                                  <p:par>
                                    <p:cTn id="206" presetID="53" presetClass="entr" presetSubtype="16" fill="hold" nodeType="withEffect">
                                      <p:stCondLst>
                                        <p:cond delay="4500"/>
                                      </p:stCondLst>
                                      <p:childTnLst>
                                        <p:set>
                                          <p:cBhvr>
                                            <p:cTn id="207" dur="1" fill="hold">
                                              <p:stCondLst>
                                                <p:cond delay="0"/>
                                              </p:stCondLst>
                                            </p:cTn>
                                            <p:tgtEl>
                                              <p:spTgt spid="588"/>
                                            </p:tgtEl>
                                            <p:attrNameLst>
                                              <p:attrName>style.visibility</p:attrName>
                                            </p:attrNameLst>
                                          </p:cBhvr>
                                          <p:to>
                                            <p:strVal val="visible"/>
                                          </p:to>
                                        </p:set>
                                        <p:anim calcmode="lin" valueType="num">
                                          <p:cBhvr>
                                            <p:cTn id="208" dur="500" fill="hold"/>
                                            <p:tgtEl>
                                              <p:spTgt spid="588"/>
                                            </p:tgtEl>
                                            <p:attrNameLst>
                                              <p:attrName>ppt_w</p:attrName>
                                            </p:attrNameLst>
                                          </p:cBhvr>
                                          <p:tavLst>
                                            <p:tav tm="0">
                                              <p:val>
                                                <p:fltVal val="0"/>
                                              </p:val>
                                            </p:tav>
                                            <p:tav tm="100000">
                                              <p:val>
                                                <p:strVal val="#ppt_w"/>
                                              </p:val>
                                            </p:tav>
                                          </p:tavLst>
                                        </p:anim>
                                        <p:anim calcmode="lin" valueType="num">
                                          <p:cBhvr>
                                            <p:cTn id="209" dur="500" fill="hold"/>
                                            <p:tgtEl>
                                              <p:spTgt spid="588"/>
                                            </p:tgtEl>
                                            <p:attrNameLst>
                                              <p:attrName>ppt_h</p:attrName>
                                            </p:attrNameLst>
                                          </p:cBhvr>
                                          <p:tavLst>
                                            <p:tav tm="0">
                                              <p:val>
                                                <p:fltVal val="0"/>
                                              </p:val>
                                            </p:tav>
                                            <p:tav tm="100000">
                                              <p:val>
                                                <p:strVal val="#ppt_h"/>
                                              </p:val>
                                            </p:tav>
                                          </p:tavLst>
                                        </p:anim>
                                        <p:animEffect transition="in" filter="fade">
                                          <p:cBhvr>
                                            <p:cTn id="210" dur="500"/>
                                            <p:tgtEl>
                                              <p:spTgt spid="5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animBg="1"/>
          <p:bldP spid="143" grpId="0" animBg="1"/>
          <p:bldP spid="144" grpId="0" animBg="1"/>
          <p:bldP spid="145" grpId="0" animBg="1"/>
          <p:bldP spid="146" grpId="0" animBg="1"/>
          <p:bldP spid="147" grpId="0" animBg="1"/>
          <p:bldP spid="148" grpId="0" animBg="1"/>
          <p:bldP spid="149" grpId="0" animBg="1"/>
          <p:bldP spid="152" grpId="0" animBg="1"/>
          <p:bldP spid="153" grpId="0" animBg="1"/>
          <p:bldP spid="154" grpId="0" animBg="1"/>
          <p:bldP spid="156" grpId="0" animBg="1"/>
          <p:bldP spid="157" grpId="0" animBg="1"/>
          <p:bldP spid="158" grpId="0" animBg="1"/>
          <p:bldP spid="159" grpId="0" animBg="1"/>
          <p:bldP spid="160" grpId="0" animBg="1"/>
          <p:bldP spid="161" grpId="0" animBg="1"/>
          <p:bldP spid="162" grpId="0" animBg="1"/>
          <p:bldP spid="163" grpId="0" animBg="1"/>
          <p:bldP spid="167" grpId="0" animBg="1"/>
          <p:bldP spid="168" grpId="0" animBg="1"/>
          <p:bldP spid="169" grpId="0" animBg="1"/>
          <p:bldP spid="170" grpId="0" animBg="1"/>
          <p:bldP spid="171" grpId="0" animBg="1"/>
          <p:bldP spid="172" grpId="0" animBg="1"/>
          <p:bldP spid="173" grpId="0" animBg="1"/>
          <p:bldP spid="174" grpId="0" animBg="1"/>
          <p:bldP spid="175" grpId="0" animBg="1"/>
          <p:bldP spid="176" grpId="0" animBg="1"/>
          <p:bldP spid="177" grpId="0" animBg="1"/>
          <p:bldP spid="178" grpId="0" animBg="1"/>
          <p:bldP spid="179" grpId="0" animBg="1"/>
          <p:bldP spid="180" grpId="0" animBg="1"/>
          <p:bldP spid="181" grpId="0" animBg="1"/>
          <p:bldP spid="182" grpId="0" animBg="1"/>
          <p:bldP spid="183" grpId="0" animBg="1"/>
          <p:bldP spid="184" grpId="0" animBg="1"/>
          <p:bldP spid="185" grpId="0" animBg="1"/>
          <p:bldP spid="187" grpId="0" animBg="1"/>
          <p:bldP spid="188" grpId="0" animBg="1"/>
          <p:bldP spid="189" grpId="0" animBg="1"/>
          <p:bldP spid="136" grpId="0"/>
        </p:bldLst>
      </p:timing>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2" name="Rectangle 109"/>
          <p:cNvSpPr>
            <a:spLocks noChangeArrowheads="1"/>
          </p:cNvSpPr>
          <p:nvPr/>
        </p:nvSpPr>
        <p:spPr bwMode="auto">
          <a:xfrm>
            <a:off x="4457700" y="333375"/>
            <a:ext cx="331180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800" b="1" i="0" u="none" strike="noStrike" cap="none" normalizeH="0" baseline="0" dirty="0" smtClean="0">
                <a:ln>
                  <a:noFill/>
                </a:ln>
                <a:effectLst/>
                <a:latin typeface="Open Sans" panose="020B0606030504020204" pitchFamily="34" charset="0"/>
              </a:rPr>
              <a:t>EUROPEAN UNION</a:t>
            </a:r>
            <a:endParaRPr kumimoji="0" lang="ru-RU" altLang="ru-RU" sz="1800" b="0" i="0" u="none" strike="noStrike" cap="none" normalizeH="0" baseline="0" dirty="0" smtClean="0">
              <a:ln>
                <a:noFill/>
              </a:ln>
              <a:effectLst/>
            </a:endParaRPr>
          </a:p>
        </p:txBody>
      </p:sp>
      <p:grpSp>
        <p:nvGrpSpPr>
          <p:cNvPr id="42898" name="Titles"/>
          <p:cNvGrpSpPr/>
          <p:nvPr/>
        </p:nvGrpSpPr>
        <p:grpSpPr>
          <a:xfrm>
            <a:off x="933450" y="2344738"/>
            <a:ext cx="5611460" cy="4039860"/>
            <a:chOff x="933450" y="2344738"/>
            <a:chExt cx="5611460" cy="4039860"/>
          </a:xfrm>
        </p:grpSpPr>
        <p:sp>
          <p:nvSpPr>
            <p:cNvPr id="42803" name="Rectangle 110"/>
            <p:cNvSpPr>
              <a:spLocks noChangeArrowheads="1"/>
            </p:cNvSpPr>
            <p:nvPr/>
          </p:nvSpPr>
          <p:spPr bwMode="auto">
            <a:xfrm>
              <a:off x="933450" y="2344738"/>
              <a:ext cx="90088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dirty="0" smtClean="0">
                  <a:ln>
                    <a:noFill/>
                  </a:ln>
                  <a:effectLst/>
                  <a:latin typeface="Open Sans Semibold" panose="020B0706030804020204" pitchFamily="34" charset="0"/>
                </a:rPr>
                <a:t>AUSTRIA</a:t>
              </a:r>
              <a:endParaRPr kumimoji="0" lang="ru-RU" altLang="ru-RU" sz="1800" b="0" i="0" u="none" strike="noStrike" cap="none" normalizeH="0" baseline="0" dirty="0" smtClean="0">
                <a:ln>
                  <a:noFill/>
                </a:ln>
                <a:effectLst/>
              </a:endParaRPr>
            </a:p>
          </p:txBody>
        </p:sp>
        <p:sp>
          <p:nvSpPr>
            <p:cNvPr id="42804" name="Rectangle 111"/>
            <p:cNvSpPr>
              <a:spLocks noChangeArrowheads="1"/>
            </p:cNvSpPr>
            <p:nvPr/>
          </p:nvSpPr>
          <p:spPr bwMode="auto">
            <a:xfrm>
              <a:off x="933450" y="2763838"/>
              <a:ext cx="97026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BELGIUM</a:t>
              </a:r>
              <a:endParaRPr kumimoji="0" lang="ru-RU" altLang="ru-RU" sz="1800" b="0" i="0" u="none" strike="noStrike" cap="none" normalizeH="0" baseline="0" smtClean="0">
                <a:ln>
                  <a:noFill/>
                </a:ln>
                <a:effectLst/>
              </a:endParaRPr>
            </a:p>
          </p:txBody>
        </p:sp>
        <p:sp>
          <p:nvSpPr>
            <p:cNvPr id="42805" name="Rectangle 112"/>
            <p:cNvSpPr>
              <a:spLocks noChangeArrowheads="1"/>
            </p:cNvSpPr>
            <p:nvPr/>
          </p:nvSpPr>
          <p:spPr bwMode="auto">
            <a:xfrm>
              <a:off x="933450" y="3184525"/>
              <a:ext cx="10744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BULGARIA</a:t>
              </a:r>
              <a:endParaRPr kumimoji="0" lang="ru-RU" altLang="ru-RU" sz="1800" b="0" i="0" u="none" strike="noStrike" cap="none" normalizeH="0" baseline="0" smtClean="0">
                <a:ln>
                  <a:noFill/>
                </a:ln>
                <a:effectLst/>
              </a:endParaRPr>
            </a:p>
          </p:txBody>
        </p:sp>
        <p:sp>
          <p:nvSpPr>
            <p:cNvPr id="42806" name="Rectangle 113"/>
            <p:cNvSpPr>
              <a:spLocks noChangeArrowheads="1"/>
            </p:cNvSpPr>
            <p:nvPr/>
          </p:nvSpPr>
          <p:spPr bwMode="auto">
            <a:xfrm>
              <a:off x="933450" y="3603625"/>
              <a:ext cx="90858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CROATIA</a:t>
              </a:r>
              <a:endParaRPr kumimoji="0" lang="ru-RU" altLang="ru-RU" sz="1800" b="0" i="0" u="none" strike="noStrike" cap="none" normalizeH="0" baseline="0" smtClean="0">
                <a:ln>
                  <a:noFill/>
                </a:ln>
                <a:effectLst/>
              </a:endParaRPr>
            </a:p>
          </p:txBody>
        </p:sp>
        <p:sp>
          <p:nvSpPr>
            <p:cNvPr id="42807" name="Rectangle 114"/>
            <p:cNvSpPr>
              <a:spLocks noChangeArrowheads="1"/>
            </p:cNvSpPr>
            <p:nvPr/>
          </p:nvSpPr>
          <p:spPr bwMode="auto">
            <a:xfrm>
              <a:off x="933450" y="4024313"/>
              <a:ext cx="82234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CYPRUS</a:t>
              </a:r>
              <a:endParaRPr kumimoji="0" lang="ru-RU" altLang="ru-RU" sz="1800" b="0" i="0" u="none" strike="noStrike" cap="none" normalizeH="0" baseline="0" smtClean="0">
                <a:ln>
                  <a:noFill/>
                </a:ln>
                <a:effectLst/>
              </a:endParaRPr>
            </a:p>
          </p:txBody>
        </p:sp>
        <p:sp>
          <p:nvSpPr>
            <p:cNvPr id="42808" name="Rectangle 115"/>
            <p:cNvSpPr>
              <a:spLocks noChangeArrowheads="1"/>
            </p:cNvSpPr>
            <p:nvPr/>
          </p:nvSpPr>
          <p:spPr bwMode="auto">
            <a:xfrm>
              <a:off x="933450" y="4443413"/>
              <a:ext cx="68608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CZECH</a:t>
              </a:r>
              <a:endParaRPr kumimoji="0" lang="ru-RU" altLang="ru-RU" sz="1800" b="0" i="0" u="none" strike="noStrike" cap="none" normalizeH="0" baseline="0" smtClean="0">
                <a:ln>
                  <a:noFill/>
                </a:ln>
                <a:effectLst/>
              </a:endParaRPr>
            </a:p>
          </p:txBody>
        </p:sp>
        <p:sp>
          <p:nvSpPr>
            <p:cNvPr id="42809" name="Rectangle 116"/>
            <p:cNvSpPr>
              <a:spLocks noChangeArrowheads="1"/>
            </p:cNvSpPr>
            <p:nvPr/>
          </p:nvSpPr>
          <p:spPr bwMode="auto">
            <a:xfrm>
              <a:off x="933450" y="4864100"/>
              <a:ext cx="107882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DENMARK</a:t>
              </a:r>
              <a:endParaRPr kumimoji="0" lang="ru-RU" altLang="ru-RU" sz="1800" b="0" i="0" u="none" strike="noStrike" cap="none" normalizeH="0" baseline="0" smtClean="0">
                <a:ln>
                  <a:noFill/>
                </a:ln>
                <a:effectLst/>
              </a:endParaRPr>
            </a:p>
          </p:txBody>
        </p:sp>
        <p:sp>
          <p:nvSpPr>
            <p:cNvPr id="42810" name="Rectangle 117"/>
            <p:cNvSpPr>
              <a:spLocks noChangeArrowheads="1"/>
            </p:cNvSpPr>
            <p:nvPr/>
          </p:nvSpPr>
          <p:spPr bwMode="auto">
            <a:xfrm>
              <a:off x="933450" y="5283200"/>
              <a:ext cx="9157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ESTONIA</a:t>
              </a:r>
              <a:endParaRPr kumimoji="0" lang="ru-RU" altLang="ru-RU" sz="1800" b="0" i="0" u="none" strike="noStrike" cap="none" normalizeH="0" baseline="0" smtClean="0">
                <a:ln>
                  <a:noFill/>
                </a:ln>
                <a:effectLst/>
              </a:endParaRPr>
            </a:p>
          </p:txBody>
        </p:sp>
        <p:sp>
          <p:nvSpPr>
            <p:cNvPr id="42811" name="Rectangle 118"/>
            <p:cNvSpPr>
              <a:spLocks noChangeArrowheads="1"/>
            </p:cNvSpPr>
            <p:nvPr/>
          </p:nvSpPr>
          <p:spPr bwMode="auto">
            <a:xfrm>
              <a:off x="933450" y="6122988"/>
              <a:ext cx="83035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dirty="0" smtClean="0">
                  <a:ln>
                    <a:noFill/>
                  </a:ln>
                  <a:effectLst/>
                  <a:latin typeface="Open Sans Semibold" panose="020B0706030804020204" pitchFamily="34" charset="0"/>
                </a:rPr>
                <a:t>FRANCE</a:t>
              </a:r>
              <a:endParaRPr kumimoji="0" lang="ru-RU" altLang="ru-RU" sz="1800" b="0" i="0" u="none" strike="noStrike" cap="none" normalizeH="0" baseline="0" dirty="0" smtClean="0">
                <a:ln>
                  <a:noFill/>
                </a:ln>
                <a:effectLst/>
              </a:endParaRPr>
            </a:p>
          </p:txBody>
        </p:sp>
        <p:sp>
          <p:nvSpPr>
            <p:cNvPr id="42812" name="Rectangle 119"/>
            <p:cNvSpPr>
              <a:spLocks noChangeArrowheads="1"/>
            </p:cNvSpPr>
            <p:nvPr/>
          </p:nvSpPr>
          <p:spPr bwMode="auto">
            <a:xfrm>
              <a:off x="2633663" y="2344738"/>
              <a:ext cx="106599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GERMANY</a:t>
              </a:r>
              <a:endParaRPr kumimoji="0" lang="ru-RU" altLang="ru-RU" sz="1800" b="0" i="0" u="none" strike="noStrike" cap="none" normalizeH="0" baseline="0" smtClean="0">
                <a:ln>
                  <a:noFill/>
                </a:ln>
                <a:effectLst/>
              </a:endParaRPr>
            </a:p>
          </p:txBody>
        </p:sp>
        <p:sp>
          <p:nvSpPr>
            <p:cNvPr id="42813" name="Rectangle 120"/>
            <p:cNvSpPr>
              <a:spLocks noChangeArrowheads="1"/>
            </p:cNvSpPr>
            <p:nvPr/>
          </p:nvSpPr>
          <p:spPr bwMode="auto">
            <a:xfrm>
              <a:off x="2633663" y="2763838"/>
              <a:ext cx="80150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GREECE</a:t>
              </a:r>
              <a:endParaRPr kumimoji="0" lang="ru-RU" altLang="ru-RU" sz="1800" b="0" i="0" u="none" strike="noStrike" cap="none" normalizeH="0" baseline="0" smtClean="0">
                <a:ln>
                  <a:noFill/>
                </a:ln>
                <a:effectLst/>
              </a:endParaRPr>
            </a:p>
          </p:txBody>
        </p:sp>
        <p:sp>
          <p:nvSpPr>
            <p:cNvPr id="42814" name="Rectangle 121"/>
            <p:cNvSpPr>
              <a:spLocks noChangeArrowheads="1"/>
            </p:cNvSpPr>
            <p:nvPr/>
          </p:nvSpPr>
          <p:spPr bwMode="auto">
            <a:xfrm>
              <a:off x="2633663" y="3184525"/>
              <a:ext cx="10676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HUNGARY</a:t>
              </a:r>
              <a:endParaRPr kumimoji="0" lang="ru-RU" altLang="ru-RU" sz="1800" b="0" i="0" u="none" strike="noStrike" cap="none" normalizeH="0" baseline="0" smtClean="0">
                <a:ln>
                  <a:noFill/>
                </a:ln>
                <a:effectLst/>
              </a:endParaRPr>
            </a:p>
          </p:txBody>
        </p:sp>
        <p:sp>
          <p:nvSpPr>
            <p:cNvPr id="42815" name="Rectangle 122"/>
            <p:cNvSpPr>
              <a:spLocks noChangeArrowheads="1"/>
            </p:cNvSpPr>
            <p:nvPr/>
          </p:nvSpPr>
          <p:spPr bwMode="auto">
            <a:xfrm>
              <a:off x="933450" y="5703888"/>
              <a:ext cx="94897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FINLAND</a:t>
              </a:r>
              <a:endParaRPr kumimoji="0" lang="ru-RU" altLang="ru-RU" sz="1800" b="0" i="0" u="none" strike="noStrike" cap="none" normalizeH="0" baseline="0" smtClean="0">
                <a:ln>
                  <a:noFill/>
                </a:ln>
                <a:effectLst/>
              </a:endParaRPr>
            </a:p>
          </p:txBody>
        </p:sp>
        <p:sp>
          <p:nvSpPr>
            <p:cNvPr id="42816" name="Rectangle 123"/>
            <p:cNvSpPr>
              <a:spLocks noChangeArrowheads="1"/>
            </p:cNvSpPr>
            <p:nvPr/>
          </p:nvSpPr>
          <p:spPr bwMode="auto">
            <a:xfrm>
              <a:off x="2633663" y="3603625"/>
              <a:ext cx="56021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ITALY</a:t>
              </a:r>
              <a:endParaRPr kumimoji="0" lang="ru-RU" altLang="ru-RU" sz="1800" b="0" i="0" u="none" strike="noStrike" cap="none" normalizeH="0" baseline="0" smtClean="0">
                <a:ln>
                  <a:noFill/>
                </a:ln>
                <a:effectLst/>
              </a:endParaRPr>
            </a:p>
          </p:txBody>
        </p:sp>
        <p:sp>
          <p:nvSpPr>
            <p:cNvPr id="42817" name="Rectangle 124"/>
            <p:cNvSpPr>
              <a:spLocks noChangeArrowheads="1"/>
            </p:cNvSpPr>
            <p:nvPr/>
          </p:nvSpPr>
          <p:spPr bwMode="auto">
            <a:xfrm>
              <a:off x="2633663" y="4443413"/>
              <a:ext cx="71897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LATVIA</a:t>
              </a:r>
              <a:endParaRPr kumimoji="0" lang="ru-RU" altLang="ru-RU" sz="1800" b="0" i="0" u="none" strike="noStrike" cap="none" normalizeH="0" baseline="0" smtClean="0">
                <a:ln>
                  <a:noFill/>
                </a:ln>
                <a:effectLst/>
              </a:endParaRPr>
            </a:p>
          </p:txBody>
        </p:sp>
        <p:sp>
          <p:nvSpPr>
            <p:cNvPr id="42818" name="Rectangle 125"/>
            <p:cNvSpPr>
              <a:spLocks noChangeArrowheads="1"/>
            </p:cNvSpPr>
            <p:nvPr/>
          </p:nvSpPr>
          <p:spPr bwMode="auto">
            <a:xfrm>
              <a:off x="2633663" y="4024313"/>
              <a:ext cx="92333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IRELAND</a:t>
              </a:r>
              <a:endParaRPr kumimoji="0" lang="ru-RU" altLang="ru-RU" sz="1800" b="0" i="0" u="none" strike="noStrike" cap="none" normalizeH="0" baseline="0" smtClean="0">
                <a:ln>
                  <a:noFill/>
                </a:ln>
                <a:effectLst/>
              </a:endParaRPr>
            </a:p>
          </p:txBody>
        </p:sp>
        <p:sp>
          <p:nvSpPr>
            <p:cNvPr id="42819" name="Rectangle 126"/>
            <p:cNvSpPr>
              <a:spLocks noChangeArrowheads="1"/>
            </p:cNvSpPr>
            <p:nvPr/>
          </p:nvSpPr>
          <p:spPr bwMode="auto">
            <a:xfrm>
              <a:off x="2633663" y="4864100"/>
              <a:ext cx="11600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LITHUANIA</a:t>
              </a:r>
              <a:endParaRPr kumimoji="0" lang="ru-RU" altLang="ru-RU" sz="1800" b="0" i="0" u="none" strike="noStrike" cap="none" normalizeH="0" baseline="0" smtClean="0">
                <a:ln>
                  <a:noFill/>
                </a:ln>
                <a:effectLst/>
              </a:endParaRPr>
            </a:p>
          </p:txBody>
        </p:sp>
        <p:sp>
          <p:nvSpPr>
            <p:cNvPr id="42820" name="Rectangle 127"/>
            <p:cNvSpPr>
              <a:spLocks noChangeArrowheads="1"/>
            </p:cNvSpPr>
            <p:nvPr/>
          </p:nvSpPr>
          <p:spPr bwMode="auto">
            <a:xfrm>
              <a:off x="2633663" y="5283200"/>
              <a:ext cx="15143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LUXEMBOURG</a:t>
              </a:r>
              <a:endParaRPr kumimoji="0" lang="ru-RU" altLang="ru-RU" sz="1800" b="0" i="0" u="none" strike="noStrike" cap="none" normalizeH="0" baseline="0" smtClean="0">
                <a:ln>
                  <a:noFill/>
                </a:ln>
                <a:effectLst/>
              </a:endParaRPr>
            </a:p>
          </p:txBody>
        </p:sp>
        <p:sp>
          <p:nvSpPr>
            <p:cNvPr id="42821" name="Rectangle 128"/>
            <p:cNvSpPr>
              <a:spLocks noChangeArrowheads="1"/>
            </p:cNvSpPr>
            <p:nvPr/>
          </p:nvSpPr>
          <p:spPr bwMode="auto">
            <a:xfrm>
              <a:off x="2633663" y="6122988"/>
              <a:ext cx="155651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NETHERLANDS</a:t>
              </a:r>
              <a:endParaRPr kumimoji="0" lang="ru-RU" altLang="ru-RU" sz="1800" b="0" i="0" u="none" strike="noStrike" cap="none" normalizeH="0" baseline="0" smtClean="0">
                <a:ln>
                  <a:noFill/>
                </a:ln>
                <a:effectLst/>
              </a:endParaRPr>
            </a:p>
          </p:txBody>
        </p:sp>
        <p:sp>
          <p:nvSpPr>
            <p:cNvPr id="42822" name="Rectangle 129"/>
            <p:cNvSpPr>
              <a:spLocks noChangeArrowheads="1"/>
            </p:cNvSpPr>
            <p:nvPr/>
          </p:nvSpPr>
          <p:spPr bwMode="auto">
            <a:xfrm>
              <a:off x="4611688" y="2344738"/>
              <a:ext cx="90088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dirty="0" smtClean="0">
                  <a:ln>
                    <a:noFill/>
                  </a:ln>
                  <a:effectLst/>
                  <a:latin typeface="Open Sans Semibold" panose="020B0706030804020204" pitchFamily="34" charset="0"/>
                </a:rPr>
                <a:t>POLAND</a:t>
              </a:r>
              <a:endParaRPr kumimoji="0" lang="ru-RU" altLang="ru-RU" sz="1800" b="0" i="0" u="none" strike="noStrike" cap="none" normalizeH="0" baseline="0" dirty="0" smtClean="0">
                <a:ln>
                  <a:noFill/>
                </a:ln>
                <a:effectLst/>
              </a:endParaRPr>
            </a:p>
          </p:txBody>
        </p:sp>
        <p:sp>
          <p:nvSpPr>
            <p:cNvPr id="42823" name="Rectangle 130"/>
            <p:cNvSpPr>
              <a:spLocks noChangeArrowheads="1"/>
            </p:cNvSpPr>
            <p:nvPr/>
          </p:nvSpPr>
          <p:spPr bwMode="auto">
            <a:xfrm>
              <a:off x="4611688" y="2763838"/>
              <a:ext cx="115256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PORTUGAL</a:t>
              </a:r>
              <a:endParaRPr kumimoji="0" lang="ru-RU" altLang="ru-RU" sz="1800" b="0" i="0" u="none" strike="noStrike" cap="none" normalizeH="0" baseline="0" smtClean="0">
                <a:ln>
                  <a:noFill/>
                </a:ln>
                <a:effectLst/>
              </a:endParaRPr>
            </a:p>
          </p:txBody>
        </p:sp>
        <p:sp>
          <p:nvSpPr>
            <p:cNvPr id="42824" name="Rectangle 131"/>
            <p:cNvSpPr>
              <a:spLocks noChangeArrowheads="1"/>
            </p:cNvSpPr>
            <p:nvPr/>
          </p:nvSpPr>
          <p:spPr bwMode="auto">
            <a:xfrm>
              <a:off x="4611688" y="3184525"/>
              <a:ext cx="104034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ROMANIA</a:t>
              </a:r>
              <a:endParaRPr kumimoji="0" lang="ru-RU" altLang="ru-RU" sz="1800" b="0" i="0" u="none" strike="noStrike" cap="none" normalizeH="0" baseline="0" smtClean="0">
                <a:ln>
                  <a:noFill/>
                </a:ln>
                <a:effectLst/>
              </a:endParaRPr>
            </a:p>
          </p:txBody>
        </p:sp>
        <p:sp>
          <p:nvSpPr>
            <p:cNvPr id="42825" name="Rectangle 132"/>
            <p:cNvSpPr>
              <a:spLocks noChangeArrowheads="1"/>
            </p:cNvSpPr>
            <p:nvPr/>
          </p:nvSpPr>
          <p:spPr bwMode="auto">
            <a:xfrm>
              <a:off x="4611688" y="3603625"/>
              <a:ext cx="102675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SLOVAKIA</a:t>
              </a:r>
              <a:endParaRPr kumimoji="0" lang="ru-RU" altLang="ru-RU" sz="1800" b="0" i="0" u="none" strike="noStrike" cap="none" normalizeH="0" baseline="0" smtClean="0">
                <a:ln>
                  <a:noFill/>
                </a:ln>
                <a:effectLst/>
              </a:endParaRPr>
            </a:p>
          </p:txBody>
        </p:sp>
        <p:sp>
          <p:nvSpPr>
            <p:cNvPr id="42826" name="Rectangle 133"/>
            <p:cNvSpPr>
              <a:spLocks noChangeArrowheads="1"/>
            </p:cNvSpPr>
            <p:nvPr/>
          </p:nvSpPr>
          <p:spPr bwMode="auto">
            <a:xfrm>
              <a:off x="4611688" y="4024313"/>
              <a:ext cx="104509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SLOVENIA</a:t>
              </a:r>
              <a:endParaRPr kumimoji="0" lang="ru-RU" altLang="ru-RU" sz="1800" b="0" i="0" u="none" strike="noStrike" cap="none" normalizeH="0" baseline="0" smtClean="0">
                <a:ln>
                  <a:noFill/>
                </a:ln>
                <a:effectLst/>
              </a:endParaRPr>
            </a:p>
          </p:txBody>
        </p:sp>
        <p:sp>
          <p:nvSpPr>
            <p:cNvPr id="42827" name="Rectangle 134"/>
            <p:cNvSpPr>
              <a:spLocks noChangeArrowheads="1"/>
            </p:cNvSpPr>
            <p:nvPr/>
          </p:nvSpPr>
          <p:spPr bwMode="auto">
            <a:xfrm>
              <a:off x="4611688" y="4443413"/>
              <a:ext cx="627159"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SPAIN</a:t>
              </a:r>
              <a:endParaRPr kumimoji="0" lang="ru-RU" altLang="ru-RU" sz="1800" b="0" i="0" u="none" strike="noStrike" cap="none" normalizeH="0" baseline="0" smtClean="0">
                <a:ln>
                  <a:noFill/>
                </a:ln>
                <a:effectLst/>
              </a:endParaRPr>
            </a:p>
          </p:txBody>
        </p:sp>
        <p:sp>
          <p:nvSpPr>
            <p:cNvPr id="42828" name="Rectangle 135"/>
            <p:cNvSpPr>
              <a:spLocks noChangeArrowheads="1"/>
            </p:cNvSpPr>
            <p:nvPr/>
          </p:nvSpPr>
          <p:spPr bwMode="auto">
            <a:xfrm>
              <a:off x="4611688" y="4864100"/>
              <a:ext cx="90249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SWEDEN</a:t>
              </a:r>
              <a:endParaRPr kumimoji="0" lang="ru-RU" altLang="ru-RU" sz="1800" b="0" i="0" u="none" strike="noStrike" cap="none" normalizeH="0" baseline="0" smtClean="0">
                <a:ln>
                  <a:noFill/>
                </a:ln>
                <a:effectLst/>
              </a:endParaRPr>
            </a:p>
          </p:txBody>
        </p:sp>
        <p:sp>
          <p:nvSpPr>
            <p:cNvPr id="42829" name="Rectangle 136"/>
            <p:cNvSpPr>
              <a:spLocks noChangeArrowheads="1"/>
            </p:cNvSpPr>
            <p:nvPr/>
          </p:nvSpPr>
          <p:spPr bwMode="auto">
            <a:xfrm>
              <a:off x="2633663" y="5703888"/>
              <a:ext cx="71301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smtClean="0">
                  <a:ln>
                    <a:noFill/>
                  </a:ln>
                  <a:effectLst/>
                  <a:latin typeface="Open Sans Semibold" panose="020B0706030804020204" pitchFamily="34" charset="0"/>
                </a:rPr>
                <a:t>MALTA</a:t>
              </a:r>
              <a:endParaRPr kumimoji="0" lang="ru-RU" altLang="ru-RU" sz="1800" b="0" i="0" u="none" strike="noStrike" cap="none" normalizeH="0" baseline="0" smtClean="0">
                <a:ln>
                  <a:noFill/>
                </a:ln>
                <a:effectLst/>
              </a:endParaRPr>
            </a:p>
          </p:txBody>
        </p:sp>
        <p:sp>
          <p:nvSpPr>
            <p:cNvPr id="42830" name="Rectangle 137"/>
            <p:cNvSpPr>
              <a:spLocks noChangeArrowheads="1"/>
            </p:cNvSpPr>
            <p:nvPr/>
          </p:nvSpPr>
          <p:spPr bwMode="auto">
            <a:xfrm>
              <a:off x="4611688" y="5283200"/>
              <a:ext cx="193322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fontAlgn="base">
                <a:spcBef>
                  <a:spcPct val="0"/>
                </a:spcBef>
                <a:spcAft>
                  <a:spcPct val="0"/>
                </a:spcAft>
                <a:defRPr>
                  <a:solidFill>
                    <a:schemeClr val="tx1"/>
                  </a:solidFill>
                  <a:latin typeface="Calibri" panose="020F0502020204030204" pitchFamily="34" charset="0"/>
                </a:defRPr>
              </a:lvl6pPr>
              <a:lvl7pPr fontAlgn="base">
                <a:spcBef>
                  <a:spcPct val="0"/>
                </a:spcBef>
                <a:spcAft>
                  <a:spcPct val="0"/>
                </a:spcAft>
                <a:defRPr>
                  <a:solidFill>
                    <a:schemeClr val="tx1"/>
                  </a:solidFill>
                  <a:latin typeface="Calibri" panose="020F0502020204030204" pitchFamily="34" charset="0"/>
                </a:defRPr>
              </a:lvl7pPr>
              <a:lvl8pPr fontAlgn="base">
                <a:spcBef>
                  <a:spcPct val="0"/>
                </a:spcBef>
                <a:spcAft>
                  <a:spcPct val="0"/>
                </a:spcAft>
                <a:defRPr>
                  <a:solidFill>
                    <a:schemeClr val="tx1"/>
                  </a:solidFill>
                  <a:latin typeface="Calibri" panose="020F0502020204030204" pitchFamily="34" charset="0"/>
                </a:defRPr>
              </a:lvl8pPr>
              <a:lvl9pPr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700" b="1" i="0" u="none" strike="noStrike" cap="none" normalizeH="0" baseline="0" dirty="0" smtClean="0">
                  <a:ln>
                    <a:noFill/>
                  </a:ln>
                  <a:effectLst/>
                  <a:latin typeface="Open Sans Semibold" panose="020B0706030804020204" pitchFamily="34" charset="0"/>
                </a:rPr>
                <a:t>UNITED KINGDOM</a:t>
              </a:r>
              <a:endParaRPr kumimoji="0" lang="ru-RU" altLang="ru-RU" sz="1800" b="0" i="0" u="none" strike="noStrike" cap="none" normalizeH="0" baseline="0" dirty="0" smtClean="0">
                <a:ln>
                  <a:noFill/>
                </a:ln>
                <a:effectLst/>
              </a:endParaRPr>
            </a:p>
          </p:txBody>
        </p:sp>
      </p:grpSp>
      <p:grpSp>
        <p:nvGrpSpPr>
          <p:cNvPr id="42928" name="Flags"/>
          <p:cNvGrpSpPr/>
          <p:nvPr/>
        </p:nvGrpSpPr>
        <p:grpSpPr>
          <a:xfrm>
            <a:off x="587826" y="2401888"/>
            <a:ext cx="3965125" cy="3971924"/>
            <a:chOff x="587826" y="2401888"/>
            <a:chExt cx="3965125" cy="3971924"/>
          </a:xfrm>
        </p:grpSpPr>
        <p:grpSp>
          <p:nvGrpSpPr>
            <p:cNvPr id="42927" name="Group 42926"/>
            <p:cNvGrpSpPr/>
            <p:nvPr/>
          </p:nvGrpSpPr>
          <p:grpSpPr>
            <a:xfrm>
              <a:off x="4260850" y="5340350"/>
              <a:ext cx="288925" cy="190500"/>
              <a:chOff x="4260850" y="5340350"/>
              <a:chExt cx="288925" cy="190500"/>
            </a:xfrm>
          </p:grpSpPr>
          <p:sp>
            <p:nvSpPr>
              <p:cNvPr id="42831" name="Rectangle 138"/>
              <p:cNvSpPr>
                <a:spLocks noChangeArrowheads="1"/>
              </p:cNvSpPr>
              <p:nvPr/>
            </p:nvSpPr>
            <p:spPr bwMode="auto">
              <a:xfrm>
                <a:off x="4260850" y="5340350"/>
                <a:ext cx="288925" cy="190500"/>
              </a:xfrm>
              <a:prstGeom prst="rect">
                <a:avLst/>
              </a:prstGeom>
              <a:solidFill>
                <a:srgbClr val="0F45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2" name="Rectangle 139"/>
              <p:cNvSpPr>
                <a:spLocks noChangeArrowheads="1"/>
              </p:cNvSpPr>
              <p:nvPr/>
            </p:nvSpPr>
            <p:spPr bwMode="auto">
              <a:xfrm>
                <a:off x="4260850" y="5340350"/>
                <a:ext cx="288925" cy="190500"/>
              </a:xfrm>
              <a:prstGeom prst="rect">
                <a:avLst/>
              </a:prstGeom>
              <a:solidFill>
                <a:srgbClr val="0024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3" name="Freeform 140"/>
              <p:cNvSpPr>
                <a:spLocks/>
              </p:cNvSpPr>
              <p:nvPr/>
            </p:nvSpPr>
            <p:spPr bwMode="auto">
              <a:xfrm>
                <a:off x="4260850" y="5340350"/>
                <a:ext cx="288925" cy="190500"/>
              </a:xfrm>
              <a:custGeom>
                <a:avLst/>
                <a:gdLst>
                  <a:gd name="T0" fmla="*/ 182 w 182"/>
                  <a:gd name="T1" fmla="*/ 103 h 120"/>
                  <a:gd name="T2" fmla="*/ 182 w 182"/>
                  <a:gd name="T3" fmla="*/ 120 h 120"/>
                  <a:gd name="T4" fmla="*/ 156 w 182"/>
                  <a:gd name="T5" fmla="*/ 120 h 120"/>
                  <a:gd name="T6" fmla="*/ 108 w 182"/>
                  <a:gd name="T7" fmla="*/ 89 h 120"/>
                  <a:gd name="T8" fmla="*/ 100 w 182"/>
                  <a:gd name="T9" fmla="*/ 84 h 120"/>
                  <a:gd name="T10" fmla="*/ 91 w 182"/>
                  <a:gd name="T11" fmla="*/ 79 h 120"/>
                  <a:gd name="T12" fmla="*/ 91 w 182"/>
                  <a:gd name="T13" fmla="*/ 77 h 120"/>
                  <a:gd name="T14" fmla="*/ 86 w 182"/>
                  <a:gd name="T15" fmla="*/ 75 h 120"/>
                  <a:gd name="T16" fmla="*/ 81 w 182"/>
                  <a:gd name="T17" fmla="*/ 70 h 120"/>
                  <a:gd name="T18" fmla="*/ 79 w 182"/>
                  <a:gd name="T19" fmla="*/ 70 h 120"/>
                  <a:gd name="T20" fmla="*/ 79 w 182"/>
                  <a:gd name="T21" fmla="*/ 70 h 120"/>
                  <a:gd name="T22" fmla="*/ 74 w 182"/>
                  <a:gd name="T23" fmla="*/ 67 h 120"/>
                  <a:gd name="T24" fmla="*/ 72 w 182"/>
                  <a:gd name="T25" fmla="*/ 65 h 120"/>
                  <a:gd name="T26" fmla="*/ 69 w 182"/>
                  <a:gd name="T27" fmla="*/ 63 h 120"/>
                  <a:gd name="T28" fmla="*/ 64 w 182"/>
                  <a:gd name="T29" fmla="*/ 60 h 120"/>
                  <a:gd name="T30" fmla="*/ 50 w 182"/>
                  <a:gd name="T31" fmla="*/ 51 h 120"/>
                  <a:gd name="T32" fmla="*/ 38 w 182"/>
                  <a:gd name="T33" fmla="*/ 43 h 120"/>
                  <a:gd name="T34" fmla="*/ 0 w 182"/>
                  <a:gd name="T35" fmla="*/ 17 h 120"/>
                  <a:gd name="T36" fmla="*/ 0 w 182"/>
                  <a:gd name="T37" fmla="*/ 0 h 120"/>
                  <a:gd name="T38" fmla="*/ 24 w 182"/>
                  <a:gd name="T39" fmla="*/ 0 h 120"/>
                  <a:gd name="T40" fmla="*/ 72 w 182"/>
                  <a:gd name="T41" fmla="*/ 31 h 120"/>
                  <a:gd name="T42" fmla="*/ 81 w 182"/>
                  <a:gd name="T43" fmla="*/ 36 h 120"/>
                  <a:gd name="T44" fmla="*/ 88 w 182"/>
                  <a:gd name="T45" fmla="*/ 43 h 120"/>
                  <a:gd name="T46" fmla="*/ 91 w 182"/>
                  <a:gd name="T47" fmla="*/ 43 h 120"/>
                  <a:gd name="T48" fmla="*/ 93 w 182"/>
                  <a:gd name="T49" fmla="*/ 46 h 120"/>
                  <a:gd name="T50" fmla="*/ 100 w 182"/>
                  <a:gd name="T51" fmla="*/ 51 h 120"/>
                  <a:gd name="T52" fmla="*/ 100 w 182"/>
                  <a:gd name="T53" fmla="*/ 51 h 120"/>
                  <a:gd name="T54" fmla="*/ 100 w 182"/>
                  <a:gd name="T55" fmla="*/ 51 h 120"/>
                  <a:gd name="T56" fmla="*/ 105 w 182"/>
                  <a:gd name="T57" fmla="*/ 53 h 120"/>
                  <a:gd name="T58" fmla="*/ 108 w 182"/>
                  <a:gd name="T59" fmla="*/ 55 h 120"/>
                  <a:gd name="T60" fmla="*/ 112 w 182"/>
                  <a:gd name="T61" fmla="*/ 58 h 120"/>
                  <a:gd name="T62" fmla="*/ 115 w 182"/>
                  <a:gd name="T63" fmla="*/ 60 h 120"/>
                  <a:gd name="T64" fmla="*/ 129 w 182"/>
                  <a:gd name="T65" fmla="*/ 70 h 120"/>
                  <a:gd name="T66" fmla="*/ 141 w 182"/>
                  <a:gd name="T67" fmla="*/ 79 h 120"/>
                  <a:gd name="T68" fmla="*/ 182 w 182"/>
                  <a:gd name="T69"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2" h="120">
                    <a:moveTo>
                      <a:pt x="182" y="103"/>
                    </a:moveTo>
                    <a:lnTo>
                      <a:pt x="182" y="120"/>
                    </a:lnTo>
                    <a:lnTo>
                      <a:pt x="156" y="120"/>
                    </a:lnTo>
                    <a:lnTo>
                      <a:pt x="108" y="89"/>
                    </a:lnTo>
                    <a:lnTo>
                      <a:pt x="100" y="84"/>
                    </a:lnTo>
                    <a:lnTo>
                      <a:pt x="91" y="79"/>
                    </a:lnTo>
                    <a:lnTo>
                      <a:pt x="91" y="77"/>
                    </a:lnTo>
                    <a:lnTo>
                      <a:pt x="86" y="75"/>
                    </a:lnTo>
                    <a:lnTo>
                      <a:pt x="81" y="70"/>
                    </a:lnTo>
                    <a:lnTo>
                      <a:pt x="79" y="70"/>
                    </a:lnTo>
                    <a:lnTo>
                      <a:pt x="79" y="70"/>
                    </a:lnTo>
                    <a:lnTo>
                      <a:pt x="74" y="67"/>
                    </a:lnTo>
                    <a:lnTo>
                      <a:pt x="72" y="65"/>
                    </a:lnTo>
                    <a:lnTo>
                      <a:pt x="69" y="63"/>
                    </a:lnTo>
                    <a:lnTo>
                      <a:pt x="64" y="60"/>
                    </a:lnTo>
                    <a:lnTo>
                      <a:pt x="50" y="51"/>
                    </a:lnTo>
                    <a:lnTo>
                      <a:pt x="38" y="43"/>
                    </a:lnTo>
                    <a:lnTo>
                      <a:pt x="0" y="17"/>
                    </a:lnTo>
                    <a:lnTo>
                      <a:pt x="0" y="0"/>
                    </a:lnTo>
                    <a:lnTo>
                      <a:pt x="24" y="0"/>
                    </a:lnTo>
                    <a:lnTo>
                      <a:pt x="72" y="31"/>
                    </a:lnTo>
                    <a:lnTo>
                      <a:pt x="81" y="36"/>
                    </a:lnTo>
                    <a:lnTo>
                      <a:pt x="88" y="43"/>
                    </a:lnTo>
                    <a:lnTo>
                      <a:pt x="91" y="43"/>
                    </a:lnTo>
                    <a:lnTo>
                      <a:pt x="93" y="46"/>
                    </a:lnTo>
                    <a:lnTo>
                      <a:pt x="100" y="51"/>
                    </a:lnTo>
                    <a:lnTo>
                      <a:pt x="100" y="51"/>
                    </a:lnTo>
                    <a:lnTo>
                      <a:pt x="100" y="51"/>
                    </a:lnTo>
                    <a:lnTo>
                      <a:pt x="105" y="53"/>
                    </a:lnTo>
                    <a:lnTo>
                      <a:pt x="108" y="55"/>
                    </a:lnTo>
                    <a:lnTo>
                      <a:pt x="112" y="58"/>
                    </a:lnTo>
                    <a:lnTo>
                      <a:pt x="115" y="60"/>
                    </a:lnTo>
                    <a:lnTo>
                      <a:pt x="129" y="70"/>
                    </a:lnTo>
                    <a:lnTo>
                      <a:pt x="141" y="79"/>
                    </a:lnTo>
                    <a:lnTo>
                      <a:pt x="182" y="1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4" name="Freeform 141"/>
              <p:cNvSpPr>
                <a:spLocks/>
              </p:cNvSpPr>
              <p:nvPr/>
            </p:nvSpPr>
            <p:spPr bwMode="auto">
              <a:xfrm>
                <a:off x="4260850" y="5340350"/>
                <a:ext cx="288925" cy="190500"/>
              </a:xfrm>
              <a:custGeom>
                <a:avLst/>
                <a:gdLst>
                  <a:gd name="T0" fmla="*/ 182 w 182"/>
                  <a:gd name="T1" fmla="*/ 0 h 120"/>
                  <a:gd name="T2" fmla="*/ 182 w 182"/>
                  <a:gd name="T3" fmla="*/ 17 h 120"/>
                  <a:gd name="T4" fmla="*/ 141 w 182"/>
                  <a:gd name="T5" fmla="*/ 43 h 120"/>
                  <a:gd name="T6" fmla="*/ 129 w 182"/>
                  <a:gd name="T7" fmla="*/ 51 h 120"/>
                  <a:gd name="T8" fmla="*/ 115 w 182"/>
                  <a:gd name="T9" fmla="*/ 60 h 120"/>
                  <a:gd name="T10" fmla="*/ 108 w 182"/>
                  <a:gd name="T11" fmla="*/ 65 h 120"/>
                  <a:gd name="T12" fmla="*/ 100 w 182"/>
                  <a:gd name="T13" fmla="*/ 70 h 120"/>
                  <a:gd name="T14" fmla="*/ 100 w 182"/>
                  <a:gd name="T15" fmla="*/ 72 h 120"/>
                  <a:gd name="T16" fmla="*/ 91 w 182"/>
                  <a:gd name="T17" fmla="*/ 77 h 120"/>
                  <a:gd name="T18" fmla="*/ 88 w 182"/>
                  <a:gd name="T19" fmla="*/ 79 h 120"/>
                  <a:gd name="T20" fmla="*/ 72 w 182"/>
                  <a:gd name="T21" fmla="*/ 89 h 120"/>
                  <a:gd name="T22" fmla="*/ 24 w 182"/>
                  <a:gd name="T23" fmla="*/ 120 h 120"/>
                  <a:gd name="T24" fmla="*/ 0 w 182"/>
                  <a:gd name="T25" fmla="*/ 120 h 120"/>
                  <a:gd name="T26" fmla="*/ 0 w 182"/>
                  <a:gd name="T27" fmla="*/ 106 h 120"/>
                  <a:gd name="T28" fmla="*/ 38 w 182"/>
                  <a:gd name="T29" fmla="*/ 79 h 120"/>
                  <a:gd name="T30" fmla="*/ 50 w 182"/>
                  <a:gd name="T31" fmla="*/ 70 h 120"/>
                  <a:gd name="T32" fmla="*/ 64 w 182"/>
                  <a:gd name="T33" fmla="*/ 60 h 120"/>
                  <a:gd name="T34" fmla="*/ 72 w 182"/>
                  <a:gd name="T35" fmla="*/ 55 h 120"/>
                  <a:gd name="T36" fmla="*/ 79 w 182"/>
                  <a:gd name="T37" fmla="*/ 51 h 120"/>
                  <a:gd name="T38" fmla="*/ 81 w 182"/>
                  <a:gd name="T39" fmla="*/ 51 h 120"/>
                  <a:gd name="T40" fmla="*/ 91 w 182"/>
                  <a:gd name="T41" fmla="*/ 43 h 120"/>
                  <a:gd name="T42" fmla="*/ 91 w 182"/>
                  <a:gd name="T43" fmla="*/ 43 h 120"/>
                  <a:gd name="T44" fmla="*/ 100 w 182"/>
                  <a:gd name="T45" fmla="*/ 39 h 120"/>
                  <a:gd name="T46" fmla="*/ 108 w 182"/>
                  <a:gd name="T47" fmla="*/ 31 h 120"/>
                  <a:gd name="T48" fmla="*/ 156 w 182"/>
                  <a:gd name="T49" fmla="*/ 0 h 120"/>
                  <a:gd name="T50" fmla="*/ 182 w 182"/>
                  <a:gd name="T5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2" h="120">
                    <a:moveTo>
                      <a:pt x="182" y="0"/>
                    </a:moveTo>
                    <a:lnTo>
                      <a:pt x="182" y="17"/>
                    </a:lnTo>
                    <a:lnTo>
                      <a:pt x="141" y="43"/>
                    </a:lnTo>
                    <a:lnTo>
                      <a:pt x="129" y="51"/>
                    </a:lnTo>
                    <a:lnTo>
                      <a:pt x="115" y="60"/>
                    </a:lnTo>
                    <a:lnTo>
                      <a:pt x="108" y="65"/>
                    </a:lnTo>
                    <a:lnTo>
                      <a:pt x="100" y="70"/>
                    </a:lnTo>
                    <a:lnTo>
                      <a:pt x="100" y="72"/>
                    </a:lnTo>
                    <a:lnTo>
                      <a:pt x="91" y="77"/>
                    </a:lnTo>
                    <a:lnTo>
                      <a:pt x="88" y="79"/>
                    </a:lnTo>
                    <a:lnTo>
                      <a:pt x="72" y="89"/>
                    </a:lnTo>
                    <a:lnTo>
                      <a:pt x="24" y="120"/>
                    </a:lnTo>
                    <a:lnTo>
                      <a:pt x="0" y="120"/>
                    </a:lnTo>
                    <a:lnTo>
                      <a:pt x="0" y="106"/>
                    </a:lnTo>
                    <a:lnTo>
                      <a:pt x="38" y="79"/>
                    </a:lnTo>
                    <a:lnTo>
                      <a:pt x="50" y="70"/>
                    </a:lnTo>
                    <a:lnTo>
                      <a:pt x="64" y="60"/>
                    </a:lnTo>
                    <a:lnTo>
                      <a:pt x="72" y="55"/>
                    </a:lnTo>
                    <a:lnTo>
                      <a:pt x="79" y="51"/>
                    </a:lnTo>
                    <a:lnTo>
                      <a:pt x="81" y="51"/>
                    </a:lnTo>
                    <a:lnTo>
                      <a:pt x="91" y="43"/>
                    </a:lnTo>
                    <a:lnTo>
                      <a:pt x="91" y="43"/>
                    </a:lnTo>
                    <a:lnTo>
                      <a:pt x="100" y="39"/>
                    </a:lnTo>
                    <a:lnTo>
                      <a:pt x="108" y="31"/>
                    </a:lnTo>
                    <a:lnTo>
                      <a:pt x="156" y="0"/>
                    </a:lnTo>
                    <a:lnTo>
                      <a:pt x="1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5" name="Rectangle 142"/>
              <p:cNvSpPr>
                <a:spLocks noChangeArrowheads="1"/>
              </p:cNvSpPr>
              <p:nvPr/>
            </p:nvSpPr>
            <p:spPr bwMode="auto">
              <a:xfrm>
                <a:off x="4375150" y="5340350"/>
                <a:ext cx="57150" cy="1905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6" name="Rectangle 143"/>
              <p:cNvSpPr>
                <a:spLocks noChangeArrowheads="1"/>
              </p:cNvSpPr>
              <p:nvPr/>
            </p:nvSpPr>
            <p:spPr bwMode="auto">
              <a:xfrm>
                <a:off x="4260850" y="5408613"/>
                <a:ext cx="288925" cy="571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7" name="Rectangle 144"/>
              <p:cNvSpPr>
                <a:spLocks noChangeArrowheads="1"/>
              </p:cNvSpPr>
              <p:nvPr/>
            </p:nvSpPr>
            <p:spPr bwMode="auto">
              <a:xfrm>
                <a:off x="4389438" y="5340350"/>
                <a:ext cx="30163" cy="190500"/>
              </a:xfrm>
              <a:prstGeom prst="rect">
                <a:avLst/>
              </a:prstGeom>
              <a:solidFill>
                <a:srgbClr val="CF14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8" name="Rectangle 145"/>
              <p:cNvSpPr>
                <a:spLocks noChangeArrowheads="1"/>
              </p:cNvSpPr>
              <p:nvPr/>
            </p:nvSpPr>
            <p:spPr bwMode="auto">
              <a:xfrm>
                <a:off x="4260850" y="5421313"/>
                <a:ext cx="288925" cy="30162"/>
              </a:xfrm>
              <a:prstGeom prst="rect">
                <a:avLst/>
              </a:prstGeom>
              <a:solidFill>
                <a:srgbClr val="CF14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39" name="Freeform 146"/>
              <p:cNvSpPr>
                <a:spLocks/>
              </p:cNvSpPr>
              <p:nvPr/>
            </p:nvSpPr>
            <p:spPr bwMode="auto">
              <a:xfrm>
                <a:off x="4432300" y="5340350"/>
                <a:ext cx="109538" cy="68262"/>
              </a:xfrm>
              <a:custGeom>
                <a:avLst/>
                <a:gdLst>
                  <a:gd name="T0" fmla="*/ 69 w 69"/>
                  <a:gd name="T1" fmla="*/ 0 h 43"/>
                  <a:gd name="T2" fmla="*/ 55 w 69"/>
                  <a:gd name="T3" fmla="*/ 0 h 43"/>
                  <a:gd name="T4" fmla="*/ 0 w 69"/>
                  <a:gd name="T5" fmla="*/ 36 h 43"/>
                  <a:gd name="T6" fmla="*/ 0 w 69"/>
                  <a:gd name="T7" fmla="*/ 43 h 43"/>
                  <a:gd name="T8" fmla="*/ 2 w 69"/>
                  <a:gd name="T9" fmla="*/ 43 h 43"/>
                  <a:gd name="T10" fmla="*/ 69 w 69"/>
                  <a:gd name="T11" fmla="*/ 0 h 43"/>
                </a:gdLst>
                <a:ahLst/>
                <a:cxnLst>
                  <a:cxn ang="0">
                    <a:pos x="T0" y="T1"/>
                  </a:cxn>
                  <a:cxn ang="0">
                    <a:pos x="T2" y="T3"/>
                  </a:cxn>
                  <a:cxn ang="0">
                    <a:pos x="T4" y="T5"/>
                  </a:cxn>
                  <a:cxn ang="0">
                    <a:pos x="T6" y="T7"/>
                  </a:cxn>
                  <a:cxn ang="0">
                    <a:pos x="T8" y="T9"/>
                  </a:cxn>
                  <a:cxn ang="0">
                    <a:pos x="T10" y="T11"/>
                  </a:cxn>
                </a:cxnLst>
                <a:rect l="0" t="0" r="r" b="b"/>
                <a:pathLst>
                  <a:path w="69" h="43">
                    <a:moveTo>
                      <a:pt x="69" y="0"/>
                    </a:moveTo>
                    <a:lnTo>
                      <a:pt x="55" y="0"/>
                    </a:lnTo>
                    <a:lnTo>
                      <a:pt x="0" y="36"/>
                    </a:lnTo>
                    <a:lnTo>
                      <a:pt x="0" y="43"/>
                    </a:lnTo>
                    <a:lnTo>
                      <a:pt x="2" y="43"/>
                    </a:lnTo>
                    <a:lnTo>
                      <a:pt x="69" y="0"/>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40" name="Freeform 147"/>
              <p:cNvSpPr>
                <a:spLocks/>
              </p:cNvSpPr>
              <p:nvPr/>
            </p:nvSpPr>
            <p:spPr bwMode="auto">
              <a:xfrm>
                <a:off x="4267200" y="5465763"/>
                <a:ext cx="107950" cy="65087"/>
              </a:xfrm>
              <a:custGeom>
                <a:avLst/>
                <a:gdLst>
                  <a:gd name="T0" fmla="*/ 65 w 68"/>
                  <a:gd name="T1" fmla="*/ 0 h 41"/>
                  <a:gd name="T2" fmla="*/ 0 w 68"/>
                  <a:gd name="T3" fmla="*/ 41 h 41"/>
                  <a:gd name="T4" fmla="*/ 12 w 68"/>
                  <a:gd name="T5" fmla="*/ 41 h 41"/>
                  <a:gd name="T6" fmla="*/ 68 w 68"/>
                  <a:gd name="T7" fmla="*/ 5 h 41"/>
                  <a:gd name="T8" fmla="*/ 68 w 68"/>
                  <a:gd name="T9" fmla="*/ 0 h 41"/>
                  <a:gd name="T10" fmla="*/ 65 w 68"/>
                  <a:gd name="T11" fmla="*/ 0 h 41"/>
                </a:gdLst>
                <a:ahLst/>
                <a:cxnLst>
                  <a:cxn ang="0">
                    <a:pos x="T0" y="T1"/>
                  </a:cxn>
                  <a:cxn ang="0">
                    <a:pos x="T2" y="T3"/>
                  </a:cxn>
                  <a:cxn ang="0">
                    <a:pos x="T4" y="T5"/>
                  </a:cxn>
                  <a:cxn ang="0">
                    <a:pos x="T6" y="T7"/>
                  </a:cxn>
                  <a:cxn ang="0">
                    <a:pos x="T8" y="T9"/>
                  </a:cxn>
                  <a:cxn ang="0">
                    <a:pos x="T10" y="T11"/>
                  </a:cxn>
                </a:cxnLst>
                <a:rect l="0" t="0" r="r" b="b"/>
                <a:pathLst>
                  <a:path w="68" h="41">
                    <a:moveTo>
                      <a:pt x="65" y="0"/>
                    </a:moveTo>
                    <a:lnTo>
                      <a:pt x="0" y="41"/>
                    </a:lnTo>
                    <a:lnTo>
                      <a:pt x="12" y="41"/>
                    </a:lnTo>
                    <a:lnTo>
                      <a:pt x="68" y="5"/>
                    </a:lnTo>
                    <a:lnTo>
                      <a:pt x="68" y="0"/>
                    </a:lnTo>
                    <a:lnTo>
                      <a:pt x="65" y="0"/>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41" name="Freeform 148"/>
              <p:cNvSpPr>
                <a:spLocks/>
              </p:cNvSpPr>
              <p:nvPr/>
            </p:nvSpPr>
            <p:spPr bwMode="auto">
              <a:xfrm>
                <a:off x="4454525" y="5465763"/>
                <a:ext cx="95250" cy="61912"/>
              </a:xfrm>
              <a:custGeom>
                <a:avLst/>
                <a:gdLst>
                  <a:gd name="T0" fmla="*/ 0 w 60"/>
                  <a:gd name="T1" fmla="*/ 0 h 39"/>
                  <a:gd name="T2" fmla="*/ 60 w 60"/>
                  <a:gd name="T3" fmla="*/ 39 h 39"/>
                  <a:gd name="T4" fmla="*/ 60 w 60"/>
                  <a:gd name="T5" fmla="*/ 29 h 39"/>
                  <a:gd name="T6" fmla="*/ 12 w 60"/>
                  <a:gd name="T7" fmla="*/ 0 h 39"/>
                  <a:gd name="T8" fmla="*/ 0 w 60"/>
                  <a:gd name="T9" fmla="*/ 0 h 39"/>
                </a:gdLst>
                <a:ahLst/>
                <a:cxnLst>
                  <a:cxn ang="0">
                    <a:pos x="T0" y="T1"/>
                  </a:cxn>
                  <a:cxn ang="0">
                    <a:pos x="T2" y="T3"/>
                  </a:cxn>
                  <a:cxn ang="0">
                    <a:pos x="T4" y="T5"/>
                  </a:cxn>
                  <a:cxn ang="0">
                    <a:pos x="T6" y="T7"/>
                  </a:cxn>
                  <a:cxn ang="0">
                    <a:pos x="T8" y="T9"/>
                  </a:cxn>
                </a:cxnLst>
                <a:rect l="0" t="0" r="r" b="b"/>
                <a:pathLst>
                  <a:path w="60" h="39">
                    <a:moveTo>
                      <a:pt x="0" y="0"/>
                    </a:moveTo>
                    <a:lnTo>
                      <a:pt x="60" y="39"/>
                    </a:lnTo>
                    <a:lnTo>
                      <a:pt x="60" y="29"/>
                    </a:lnTo>
                    <a:lnTo>
                      <a:pt x="12" y="0"/>
                    </a:lnTo>
                    <a:lnTo>
                      <a:pt x="0" y="0"/>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42" name="Freeform 149"/>
              <p:cNvSpPr>
                <a:spLocks/>
              </p:cNvSpPr>
              <p:nvPr/>
            </p:nvSpPr>
            <p:spPr bwMode="auto">
              <a:xfrm>
                <a:off x="4260850" y="5348288"/>
                <a:ext cx="90488" cy="60325"/>
              </a:xfrm>
              <a:custGeom>
                <a:avLst/>
                <a:gdLst>
                  <a:gd name="T0" fmla="*/ 0 w 57"/>
                  <a:gd name="T1" fmla="*/ 7 h 38"/>
                  <a:gd name="T2" fmla="*/ 45 w 57"/>
                  <a:gd name="T3" fmla="*/ 38 h 38"/>
                  <a:gd name="T4" fmla="*/ 57 w 57"/>
                  <a:gd name="T5" fmla="*/ 38 h 38"/>
                  <a:gd name="T6" fmla="*/ 0 w 57"/>
                  <a:gd name="T7" fmla="*/ 0 h 38"/>
                  <a:gd name="T8" fmla="*/ 0 w 57"/>
                  <a:gd name="T9" fmla="*/ 7 h 38"/>
                </a:gdLst>
                <a:ahLst/>
                <a:cxnLst>
                  <a:cxn ang="0">
                    <a:pos x="T0" y="T1"/>
                  </a:cxn>
                  <a:cxn ang="0">
                    <a:pos x="T2" y="T3"/>
                  </a:cxn>
                  <a:cxn ang="0">
                    <a:pos x="T4" y="T5"/>
                  </a:cxn>
                  <a:cxn ang="0">
                    <a:pos x="T6" y="T7"/>
                  </a:cxn>
                  <a:cxn ang="0">
                    <a:pos x="T8" y="T9"/>
                  </a:cxn>
                </a:cxnLst>
                <a:rect l="0" t="0" r="r" b="b"/>
                <a:pathLst>
                  <a:path w="57" h="38">
                    <a:moveTo>
                      <a:pt x="0" y="7"/>
                    </a:moveTo>
                    <a:lnTo>
                      <a:pt x="45" y="38"/>
                    </a:lnTo>
                    <a:lnTo>
                      <a:pt x="57" y="38"/>
                    </a:lnTo>
                    <a:lnTo>
                      <a:pt x="0" y="0"/>
                    </a:lnTo>
                    <a:lnTo>
                      <a:pt x="0" y="7"/>
                    </a:lnTo>
                    <a:close/>
                  </a:path>
                </a:pathLst>
              </a:custGeom>
              <a:solidFill>
                <a:srgbClr val="CF14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25" name="Group 42924"/>
            <p:cNvGrpSpPr/>
            <p:nvPr/>
          </p:nvGrpSpPr>
          <p:grpSpPr>
            <a:xfrm>
              <a:off x="4260850" y="4502150"/>
              <a:ext cx="288925" cy="190500"/>
              <a:chOff x="4260850" y="4502150"/>
              <a:chExt cx="288925" cy="190500"/>
            </a:xfrm>
          </p:grpSpPr>
          <p:sp>
            <p:nvSpPr>
              <p:cNvPr id="42843" name="Rectangle 150"/>
              <p:cNvSpPr>
                <a:spLocks noChangeArrowheads="1"/>
              </p:cNvSpPr>
              <p:nvPr/>
            </p:nvSpPr>
            <p:spPr bwMode="auto">
              <a:xfrm>
                <a:off x="4260850" y="4502150"/>
                <a:ext cx="288925" cy="190500"/>
              </a:xfrm>
              <a:prstGeom prst="rect">
                <a:avLst/>
              </a:prstGeom>
              <a:solidFill>
                <a:srgbClr val="C60B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44" name="Rectangle 151"/>
              <p:cNvSpPr>
                <a:spLocks noChangeArrowheads="1"/>
              </p:cNvSpPr>
              <p:nvPr/>
            </p:nvSpPr>
            <p:spPr bwMode="auto">
              <a:xfrm>
                <a:off x="4260850" y="4548188"/>
                <a:ext cx="288925" cy="98425"/>
              </a:xfrm>
              <a:prstGeom prst="rect">
                <a:avLst/>
              </a:prstGeom>
              <a:solidFill>
                <a:srgbClr val="FFC4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26" name="Group 42925"/>
            <p:cNvGrpSpPr/>
            <p:nvPr/>
          </p:nvGrpSpPr>
          <p:grpSpPr>
            <a:xfrm>
              <a:off x="4260850" y="4921250"/>
              <a:ext cx="288925" cy="190500"/>
              <a:chOff x="4260850" y="4921250"/>
              <a:chExt cx="288925" cy="190500"/>
            </a:xfrm>
          </p:grpSpPr>
          <p:sp>
            <p:nvSpPr>
              <p:cNvPr id="42845" name="Rectangle 152"/>
              <p:cNvSpPr>
                <a:spLocks noChangeArrowheads="1"/>
              </p:cNvSpPr>
              <p:nvPr/>
            </p:nvSpPr>
            <p:spPr bwMode="auto">
              <a:xfrm>
                <a:off x="4260850" y="4921250"/>
                <a:ext cx="288925" cy="190500"/>
              </a:xfrm>
              <a:prstGeom prst="rect">
                <a:avLst/>
              </a:prstGeom>
              <a:solidFill>
                <a:srgbClr val="006AA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46" name="Rectangle 153"/>
              <p:cNvSpPr>
                <a:spLocks noChangeArrowheads="1"/>
              </p:cNvSpPr>
              <p:nvPr/>
            </p:nvSpPr>
            <p:spPr bwMode="auto">
              <a:xfrm>
                <a:off x="4348163" y="4921250"/>
                <a:ext cx="38100" cy="190500"/>
              </a:xfrm>
              <a:prstGeom prst="rect">
                <a:avLst/>
              </a:prstGeom>
              <a:solidFill>
                <a:srgbClr val="FEC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47" name="Rectangle 154"/>
              <p:cNvSpPr>
                <a:spLocks noChangeArrowheads="1"/>
              </p:cNvSpPr>
              <p:nvPr/>
            </p:nvSpPr>
            <p:spPr bwMode="auto">
              <a:xfrm>
                <a:off x="4260850" y="4997450"/>
                <a:ext cx="288925" cy="38100"/>
              </a:xfrm>
              <a:prstGeom prst="rect">
                <a:avLst/>
              </a:prstGeom>
              <a:solidFill>
                <a:srgbClr val="FEC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24" name="Group 42923"/>
            <p:cNvGrpSpPr/>
            <p:nvPr/>
          </p:nvGrpSpPr>
          <p:grpSpPr>
            <a:xfrm>
              <a:off x="4256088" y="4079875"/>
              <a:ext cx="296863" cy="196850"/>
              <a:chOff x="4256088" y="4079875"/>
              <a:chExt cx="296863" cy="196850"/>
            </a:xfrm>
          </p:grpSpPr>
          <p:sp>
            <p:nvSpPr>
              <p:cNvPr id="42848" name="Rectangle 155"/>
              <p:cNvSpPr>
                <a:spLocks noChangeArrowheads="1"/>
              </p:cNvSpPr>
              <p:nvPr/>
            </p:nvSpPr>
            <p:spPr bwMode="auto">
              <a:xfrm>
                <a:off x="4260850" y="4208463"/>
                <a:ext cx="288925" cy="65087"/>
              </a:xfrm>
              <a:prstGeom prst="rect">
                <a:avLst/>
              </a:prstGeom>
              <a:solidFill>
                <a:srgbClr val="ED1C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49" name="Rectangle 156"/>
              <p:cNvSpPr>
                <a:spLocks noChangeArrowheads="1"/>
              </p:cNvSpPr>
              <p:nvPr/>
            </p:nvSpPr>
            <p:spPr bwMode="auto">
              <a:xfrm>
                <a:off x="4260850" y="4083050"/>
                <a:ext cx="288925" cy="650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0" name="Rectangle 157"/>
              <p:cNvSpPr>
                <a:spLocks noChangeArrowheads="1"/>
              </p:cNvSpPr>
              <p:nvPr/>
            </p:nvSpPr>
            <p:spPr bwMode="auto">
              <a:xfrm>
                <a:off x="4260850" y="4148138"/>
                <a:ext cx="288925" cy="60325"/>
              </a:xfrm>
              <a:prstGeom prst="rect">
                <a:avLst/>
              </a:prstGeom>
              <a:solidFill>
                <a:srgbClr val="005DA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1" name="Freeform 158"/>
              <p:cNvSpPr>
                <a:spLocks/>
              </p:cNvSpPr>
              <p:nvPr/>
            </p:nvSpPr>
            <p:spPr bwMode="auto">
              <a:xfrm>
                <a:off x="4256088" y="4079875"/>
                <a:ext cx="296863" cy="196850"/>
              </a:xfrm>
              <a:custGeom>
                <a:avLst/>
                <a:gdLst>
                  <a:gd name="T0" fmla="*/ 185 w 187"/>
                  <a:gd name="T1" fmla="*/ 122 h 124"/>
                  <a:gd name="T2" fmla="*/ 185 w 187"/>
                  <a:gd name="T3" fmla="*/ 120 h 124"/>
                  <a:gd name="T4" fmla="*/ 5 w 187"/>
                  <a:gd name="T5" fmla="*/ 120 h 124"/>
                  <a:gd name="T6" fmla="*/ 5 w 187"/>
                  <a:gd name="T7" fmla="*/ 4 h 124"/>
                  <a:gd name="T8" fmla="*/ 183 w 187"/>
                  <a:gd name="T9" fmla="*/ 4 h 124"/>
                  <a:gd name="T10" fmla="*/ 183 w 187"/>
                  <a:gd name="T11" fmla="*/ 122 h 124"/>
                  <a:gd name="T12" fmla="*/ 185 w 187"/>
                  <a:gd name="T13" fmla="*/ 122 h 124"/>
                  <a:gd name="T14" fmla="*/ 185 w 187"/>
                  <a:gd name="T15" fmla="*/ 120 h 124"/>
                  <a:gd name="T16" fmla="*/ 185 w 187"/>
                  <a:gd name="T17" fmla="*/ 122 h 124"/>
                  <a:gd name="T18" fmla="*/ 187 w 187"/>
                  <a:gd name="T19" fmla="*/ 122 h 124"/>
                  <a:gd name="T20" fmla="*/ 187 w 187"/>
                  <a:gd name="T21" fmla="*/ 0 h 124"/>
                  <a:gd name="T22" fmla="*/ 0 w 187"/>
                  <a:gd name="T23" fmla="*/ 0 h 124"/>
                  <a:gd name="T24" fmla="*/ 0 w 187"/>
                  <a:gd name="T25" fmla="*/ 124 h 124"/>
                  <a:gd name="T26" fmla="*/ 187 w 187"/>
                  <a:gd name="T27" fmla="*/ 124 h 124"/>
                  <a:gd name="T28" fmla="*/ 187 w 187"/>
                  <a:gd name="T29" fmla="*/ 122 h 124"/>
                  <a:gd name="T30" fmla="*/ 185 w 187"/>
                  <a:gd name="T31" fmla="*/ 12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4">
                    <a:moveTo>
                      <a:pt x="185" y="122"/>
                    </a:moveTo>
                    <a:lnTo>
                      <a:pt x="185" y="120"/>
                    </a:lnTo>
                    <a:lnTo>
                      <a:pt x="5" y="120"/>
                    </a:lnTo>
                    <a:lnTo>
                      <a:pt x="5" y="4"/>
                    </a:lnTo>
                    <a:lnTo>
                      <a:pt x="183" y="4"/>
                    </a:lnTo>
                    <a:lnTo>
                      <a:pt x="183" y="122"/>
                    </a:lnTo>
                    <a:lnTo>
                      <a:pt x="185" y="122"/>
                    </a:lnTo>
                    <a:lnTo>
                      <a:pt x="185" y="120"/>
                    </a:lnTo>
                    <a:lnTo>
                      <a:pt x="185" y="122"/>
                    </a:lnTo>
                    <a:lnTo>
                      <a:pt x="187" y="122"/>
                    </a:lnTo>
                    <a:lnTo>
                      <a:pt x="187" y="0"/>
                    </a:lnTo>
                    <a:lnTo>
                      <a:pt x="0" y="0"/>
                    </a:lnTo>
                    <a:lnTo>
                      <a:pt x="0" y="124"/>
                    </a:lnTo>
                    <a:lnTo>
                      <a:pt x="187" y="124"/>
                    </a:lnTo>
                    <a:lnTo>
                      <a:pt x="187" y="122"/>
                    </a:lnTo>
                    <a:lnTo>
                      <a:pt x="185" y="1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2" name="Freeform 159"/>
              <p:cNvSpPr>
                <a:spLocks/>
              </p:cNvSpPr>
              <p:nvPr/>
            </p:nvSpPr>
            <p:spPr bwMode="auto">
              <a:xfrm>
                <a:off x="4310063" y="4117975"/>
                <a:ext cx="46038" cy="52387"/>
              </a:xfrm>
              <a:custGeom>
                <a:avLst/>
                <a:gdLst>
                  <a:gd name="T0" fmla="*/ 10 w 12"/>
                  <a:gd name="T1" fmla="*/ 0 h 14"/>
                  <a:gd name="T2" fmla="*/ 6 w 12"/>
                  <a:gd name="T3" fmla="*/ 0 h 14"/>
                  <a:gd name="T4" fmla="*/ 2 w 12"/>
                  <a:gd name="T5" fmla="*/ 0 h 14"/>
                  <a:gd name="T6" fmla="*/ 0 w 12"/>
                  <a:gd name="T7" fmla="*/ 1 h 14"/>
                  <a:gd name="T8" fmla="*/ 1 w 12"/>
                  <a:gd name="T9" fmla="*/ 8 h 14"/>
                  <a:gd name="T10" fmla="*/ 2 w 12"/>
                  <a:gd name="T11" fmla="*/ 10 h 14"/>
                  <a:gd name="T12" fmla="*/ 6 w 12"/>
                  <a:gd name="T13" fmla="*/ 14 h 14"/>
                  <a:gd name="T14" fmla="*/ 9 w 12"/>
                  <a:gd name="T15" fmla="*/ 12 h 14"/>
                  <a:gd name="T16" fmla="*/ 10 w 12"/>
                  <a:gd name="T17" fmla="*/ 10 h 14"/>
                  <a:gd name="T18" fmla="*/ 11 w 12"/>
                  <a:gd name="T19" fmla="*/ 8 h 14"/>
                  <a:gd name="T20" fmla="*/ 12 w 12"/>
                  <a:gd name="T21" fmla="*/ 1 h 14"/>
                  <a:gd name="T22" fmla="*/ 10 w 1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10" y="0"/>
                    </a:moveTo>
                    <a:cubicBezTo>
                      <a:pt x="9" y="0"/>
                      <a:pt x="8" y="0"/>
                      <a:pt x="6" y="0"/>
                    </a:cubicBezTo>
                    <a:cubicBezTo>
                      <a:pt x="4" y="0"/>
                      <a:pt x="3" y="0"/>
                      <a:pt x="2" y="0"/>
                    </a:cubicBezTo>
                    <a:cubicBezTo>
                      <a:pt x="1" y="1"/>
                      <a:pt x="1" y="1"/>
                      <a:pt x="0" y="1"/>
                    </a:cubicBezTo>
                    <a:cubicBezTo>
                      <a:pt x="1" y="8"/>
                      <a:pt x="1" y="8"/>
                      <a:pt x="1" y="8"/>
                    </a:cubicBezTo>
                    <a:cubicBezTo>
                      <a:pt x="1" y="9"/>
                      <a:pt x="1" y="10"/>
                      <a:pt x="2" y="10"/>
                    </a:cubicBezTo>
                    <a:cubicBezTo>
                      <a:pt x="3" y="13"/>
                      <a:pt x="6" y="14"/>
                      <a:pt x="6" y="14"/>
                    </a:cubicBezTo>
                    <a:cubicBezTo>
                      <a:pt x="6" y="14"/>
                      <a:pt x="7" y="14"/>
                      <a:pt x="9" y="12"/>
                    </a:cubicBezTo>
                    <a:cubicBezTo>
                      <a:pt x="9" y="12"/>
                      <a:pt x="10" y="11"/>
                      <a:pt x="10" y="10"/>
                    </a:cubicBezTo>
                    <a:cubicBezTo>
                      <a:pt x="11" y="10"/>
                      <a:pt x="11" y="9"/>
                      <a:pt x="11" y="8"/>
                    </a:cubicBezTo>
                    <a:cubicBezTo>
                      <a:pt x="12" y="1"/>
                      <a:pt x="12" y="1"/>
                      <a:pt x="12" y="1"/>
                    </a:cubicBezTo>
                    <a:lnTo>
                      <a:pt x="10" y="0"/>
                    </a:ln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3" name="Freeform 160"/>
              <p:cNvSpPr>
                <a:spLocks/>
              </p:cNvSpPr>
              <p:nvPr/>
            </p:nvSpPr>
            <p:spPr bwMode="auto">
              <a:xfrm>
                <a:off x="4313238" y="4117975"/>
                <a:ext cx="38100" cy="52387"/>
              </a:xfrm>
              <a:custGeom>
                <a:avLst/>
                <a:gdLst>
                  <a:gd name="T0" fmla="*/ 9 w 10"/>
                  <a:gd name="T1" fmla="*/ 0 h 14"/>
                  <a:gd name="T2" fmla="*/ 5 w 10"/>
                  <a:gd name="T3" fmla="*/ 0 h 14"/>
                  <a:gd name="T4" fmla="*/ 1 w 10"/>
                  <a:gd name="T5" fmla="*/ 0 h 14"/>
                  <a:gd name="T6" fmla="*/ 0 w 10"/>
                  <a:gd name="T7" fmla="*/ 1 h 14"/>
                  <a:gd name="T8" fmla="*/ 0 w 10"/>
                  <a:gd name="T9" fmla="*/ 8 h 14"/>
                  <a:gd name="T10" fmla="*/ 0 w 10"/>
                  <a:gd name="T11" fmla="*/ 8 h 14"/>
                  <a:gd name="T12" fmla="*/ 1 w 10"/>
                  <a:gd name="T13" fmla="*/ 10 h 14"/>
                  <a:gd name="T14" fmla="*/ 5 w 10"/>
                  <a:gd name="T15" fmla="*/ 14 h 14"/>
                  <a:gd name="T16" fmla="*/ 7 w 10"/>
                  <a:gd name="T17" fmla="*/ 12 h 14"/>
                  <a:gd name="T18" fmla="*/ 9 w 10"/>
                  <a:gd name="T19" fmla="*/ 10 h 14"/>
                  <a:gd name="T20" fmla="*/ 10 w 10"/>
                  <a:gd name="T21" fmla="*/ 8 h 14"/>
                  <a:gd name="T22" fmla="*/ 10 w 10"/>
                  <a:gd name="T23" fmla="*/ 8 h 14"/>
                  <a:gd name="T24" fmla="*/ 10 w 10"/>
                  <a:gd name="T25" fmla="*/ 1 h 14"/>
                  <a:gd name="T26" fmla="*/ 9 w 10"/>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4">
                    <a:moveTo>
                      <a:pt x="9" y="0"/>
                    </a:moveTo>
                    <a:cubicBezTo>
                      <a:pt x="8" y="0"/>
                      <a:pt x="7" y="0"/>
                      <a:pt x="5" y="0"/>
                    </a:cubicBezTo>
                    <a:cubicBezTo>
                      <a:pt x="3" y="0"/>
                      <a:pt x="2" y="0"/>
                      <a:pt x="1" y="0"/>
                    </a:cubicBezTo>
                    <a:cubicBezTo>
                      <a:pt x="0" y="1"/>
                      <a:pt x="0" y="1"/>
                      <a:pt x="0" y="1"/>
                    </a:cubicBezTo>
                    <a:cubicBezTo>
                      <a:pt x="0" y="8"/>
                      <a:pt x="0" y="8"/>
                      <a:pt x="0" y="8"/>
                    </a:cubicBezTo>
                    <a:cubicBezTo>
                      <a:pt x="0" y="8"/>
                      <a:pt x="0" y="8"/>
                      <a:pt x="0" y="8"/>
                    </a:cubicBezTo>
                    <a:cubicBezTo>
                      <a:pt x="0" y="9"/>
                      <a:pt x="1" y="9"/>
                      <a:pt x="1" y="10"/>
                    </a:cubicBezTo>
                    <a:cubicBezTo>
                      <a:pt x="2" y="12"/>
                      <a:pt x="4" y="13"/>
                      <a:pt x="5" y="14"/>
                    </a:cubicBezTo>
                    <a:cubicBezTo>
                      <a:pt x="5" y="14"/>
                      <a:pt x="6" y="13"/>
                      <a:pt x="7" y="12"/>
                    </a:cubicBezTo>
                    <a:cubicBezTo>
                      <a:pt x="8" y="11"/>
                      <a:pt x="9" y="11"/>
                      <a:pt x="9" y="10"/>
                    </a:cubicBezTo>
                    <a:cubicBezTo>
                      <a:pt x="9" y="9"/>
                      <a:pt x="10" y="9"/>
                      <a:pt x="10" y="8"/>
                    </a:cubicBezTo>
                    <a:cubicBezTo>
                      <a:pt x="10" y="8"/>
                      <a:pt x="10" y="8"/>
                      <a:pt x="10" y="8"/>
                    </a:cubicBezTo>
                    <a:cubicBezTo>
                      <a:pt x="10" y="1"/>
                      <a:pt x="10" y="1"/>
                      <a:pt x="10" y="1"/>
                    </a:cubicBezTo>
                    <a:lnTo>
                      <a:pt x="9" y="0"/>
                    </a:lnTo>
                    <a:close/>
                  </a:path>
                </a:pathLst>
              </a:custGeom>
              <a:solidFill>
                <a:srgbClr val="005D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4" name="Freeform 161"/>
              <p:cNvSpPr>
                <a:spLocks/>
              </p:cNvSpPr>
              <p:nvPr/>
            </p:nvSpPr>
            <p:spPr bwMode="auto">
              <a:xfrm>
                <a:off x="4318000" y="4151313"/>
                <a:ext cx="30163" cy="4762"/>
              </a:xfrm>
              <a:custGeom>
                <a:avLst/>
                <a:gdLst>
                  <a:gd name="T0" fmla="*/ 7 w 8"/>
                  <a:gd name="T1" fmla="*/ 0 h 1"/>
                  <a:gd name="T2" fmla="*/ 6 w 8"/>
                  <a:gd name="T3" fmla="*/ 0 h 1"/>
                  <a:gd name="T4" fmla="*/ 5 w 8"/>
                  <a:gd name="T5" fmla="*/ 0 h 1"/>
                  <a:gd name="T6" fmla="*/ 4 w 8"/>
                  <a:gd name="T7" fmla="*/ 1 h 1"/>
                  <a:gd name="T8" fmla="*/ 3 w 8"/>
                  <a:gd name="T9" fmla="*/ 0 h 1"/>
                  <a:gd name="T10" fmla="*/ 2 w 8"/>
                  <a:gd name="T11" fmla="*/ 0 h 1"/>
                  <a:gd name="T12" fmla="*/ 1 w 8"/>
                  <a:gd name="T13" fmla="*/ 0 h 1"/>
                  <a:gd name="T14" fmla="*/ 0 w 8"/>
                  <a:gd name="T15" fmla="*/ 1 h 1"/>
                  <a:gd name="T16" fmla="*/ 0 w 8"/>
                  <a:gd name="T17" fmla="*/ 1 h 1"/>
                  <a:gd name="T18" fmla="*/ 1 w 8"/>
                  <a:gd name="T19" fmla="*/ 1 h 1"/>
                  <a:gd name="T20" fmla="*/ 1 w 8"/>
                  <a:gd name="T21" fmla="*/ 1 h 1"/>
                  <a:gd name="T22" fmla="*/ 2 w 8"/>
                  <a:gd name="T23" fmla="*/ 1 h 1"/>
                  <a:gd name="T24" fmla="*/ 3 w 8"/>
                  <a:gd name="T25" fmla="*/ 1 h 1"/>
                  <a:gd name="T26" fmla="*/ 4 w 8"/>
                  <a:gd name="T27" fmla="*/ 1 h 1"/>
                  <a:gd name="T28" fmla="*/ 5 w 8"/>
                  <a:gd name="T29" fmla="*/ 1 h 1"/>
                  <a:gd name="T30" fmla="*/ 6 w 8"/>
                  <a:gd name="T31" fmla="*/ 1 h 1"/>
                  <a:gd name="T32" fmla="*/ 7 w 8"/>
                  <a:gd name="T33" fmla="*/ 1 h 1"/>
                  <a:gd name="T34" fmla="*/ 8 w 8"/>
                  <a:gd name="T35" fmla="*/ 1 h 1"/>
                  <a:gd name="T36" fmla="*/ 8 w 8"/>
                  <a:gd name="T37" fmla="*/ 1 h 1"/>
                  <a:gd name="T38" fmla="*/ 8 w 8"/>
                  <a:gd name="T39" fmla="*/ 1 h 1"/>
                  <a:gd name="T40" fmla="*/ 7 w 8"/>
                  <a:gd name="T4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1">
                    <a:moveTo>
                      <a:pt x="7" y="0"/>
                    </a:moveTo>
                    <a:cubicBezTo>
                      <a:pt x="7" y="0"/>
                      <a:pt x="7" y="0"/>
                      <a:pt x="6" y="0"/>
                    </a:cubicBezTo>
                    <a:cubicBezTo>
                      <a:pt x="6" y="0"/>
                      <a:pt x="5" y="0"/>
                      <a:pt x="5" y="0"/>
                    </a:cubicBezTo>
                    <a:cubicBezTo>
                      <a:pt x="5" y="1"/>
                      <a:pt x="5" y="1"/>
                      <a:pt x="4" y="1"/>
                    </a:cubicBezTo>
                    <a:cubicBezTo>
                      <a:pt x="3" y="1"/>
                      <a:pt x="3" y="1"/>
                      <a:pt x="3" y="0"/>
                    </a:cubicBezTo>
                    <a:cubicBezTo>
                      <a:pt x="3" y="0"/>
                      <a:pt x="2" y="0"/>
                      <a:pt x="2" y="0"/>
                    </a:cubicBezTo>
                    <a:cubicBezTo>
                      <a:pt x="1" y="0"/>
                      <a:pt x="1" y="0"/>
                      <a:pt x="1" y="0"/>
                    </a:cubicBezTo>
                    <a:cubicBezTo>
                      <a:pt x="0" y="1"/>
                      <a:pt x="0" y="1"/>
                      <a:pt x="0" y="1"/>
                    </a:cubicBezTo>
                    <a:cubicBezTo>
                      <a:pt x="0" y="1"/>
                      <a:pt x="0" y="1"/>
                      <a:pt x="0" y="1"/>
                    </a:cubicBezTo>
                    <a:cubicBezTo>
                      <a:pt x="1" y="1"/>
                      <a:pt x="1" y="1"/>
                      <a:pt x="1" y="1"/>
                    </a:cubicBezTo>
                    <a:cubicBezTo>
                      <a:pt x="1" y="1"/>
                      <a:pt x="1" y="1"/>
                      <a:pt x="1" y="1"/>
                    </a:cubicBezTo>
                    <a:cubicBezTo>
                      <a:pt x="1" y="1"/>
                      <a:pt x="1" y="1"/>
                      <a:pt x="2" y="1"/>
                    </a:cubicBezTo>
                    <a:cubicBezTo>
                      <a:pt x="2" y="1"/>
                      <a:pt x="3" y="1"/>
                      <a:pt x="3" y="1"/>
                    </a:cubicBezTo>
                    <a:cubicBezTo>
                      <a:pt x="3" y="1"/>
                      <a:pt x="4" y="1"/>
                      <a:pt x="4" y="1"/>
                    </a:cubicBezTo>
                    <a:cubicBezTo>
                      <a:pt x="4" y="1"/>
                      <a:pt x="5" y="1"/>
                      <a:pt x="5" y="1"/>
                    </a:cubicBezTo>
                    <a:cubicBezTo>
                      <a:pt x="5" y="1"/>
                      <a:pt x="6" y="1"/>
                      <a:pt x="6" y="1"/>
                    </a:cubicBezTo>
                    <a:cubicBezTo>
                      <a:pt x="7" y="1"/>
                      <a:pt x="7" y="1"/>
                      <a:pt x="7" y="1"/>
                    </a:cubicBezTo>
                    <a:cubicBezTo>
                      <a:pt x="8" y="1"/>
                      <a:pt x="8" y="1"/>
                      <a:pt x="8" y="1"/>
                    </a:cubicBezTo>
                    <a:cubicBezTo>
                      <a:pt x="8" y="1"/>
                      <a:pt x="8" y="1"/>
                      <a:pt x="8" y="1"/>
                    </a:cubicBezTo>
                    <a:cubicBezTo>
                      <a:pt x="8" y="1"/>
                      <a:pt x="8" y="1"/>
                      <a:pt x="8" y="1"/>
                    </a:cubicBez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5" name="Freeform 162"/>
              <p:cNvSpPr>
                <a:spLocks/>
              </p:cNvSpPr>
              <p:nvPr/>
            </p:nvSpPr>
            <p:spPr bwMode="auto">
              <a:xfrm>
                <a:off x="4318000" y="4132263"/>
                <a:ext cx="30163" cy="19050"/>
              </a:xfrm>
              <a:custGeom>
                <a:avLst/>
                <a:gdLst>
                  <a:gd name="T0" fmla="*/ 6 w 8"/>
                  <a:gd name="T1" fmla="*/ 1 h 5"/>
                  <a:gd name="T2" fmla="*/ 6 w 8"/>
                  <a:gd name="T3" fmla="*/ 2 h 5"/>
                  <a:gd name="T4" fmla="*/ 4 w 8"/>
                  <a:gd name="T5" fmla="*/ 0 h 5"/>
                  <a:gd name="T6" fmla="*/ 2 w 8"/>
                  <a:gd name="T7" fmla="*/ 2 h 5"/>
                  <a:gd name="T8" fmla="*/ 2 w 8"/>
                  <a:gd name="T9" fmla="*/ 1 h 5"/>
                  <a:gd name="T10" fmla="*/ 0 w 8"/>
                  <a:gd name="T11" fmla="*/ 3 h 5"/>
                  <a:gd name="T12" fmla="*/ 0 w 8"/>
                  <a:gd name="T13" fmla="*/ 4 h 5"/>
                  <a:gd name="T14" fmla="*/ 0 w 8"/>
                  <a:gd name="T15" fmla="*/ 4 h 5"/>
                  <a:gd name="T16" fmla="*/ 0 w 8"/>
                  <a:gd name="T17" fmla="*/ 5 h 5"/>
                  <a:gd name="T18" fmla="*/ 1 w 8"/>
                  <a:gd name="T19" fmla="*/ 5 h 5"/>
                  <a:gd name="T20" fmla="*/ 2 w 8"/>
                  <a:gd name="T21" fmla="*/ 5 h 5"/>
                  <a:gd name="T22" fmla="*/ 3 w 8"/>
                  <a:gd name="T23" fmla="*/ 5 h 5"/>
                  <a:gd name="T24" fmla="*/ 4 w 8"/>
                  <a:gd name="T25" fmla="*/ 5 h 5"/>
                  <a:gd name="T26" fmla="*/ 5 w 8"/>
                  <a:gd name="T27" fmla="*/ 5 h 5"/>
                  <a:gd name="T28" fmla="*/ 6 w 8"/>
                  <a:gd name="T29" fmla="*/ 5 h 5"/>
                  <a:gd name="T30" fmla="*/ 7 w 8"/>
                  <a:gd name="T31" fmla="*/ 5 h 5"/>
                  <a:gd name="T32" fmla="*/ 8 w 8"/>
                  <a:gd name="T33" fmla="*/ 5 h 5"/>
                  <a:gd name="T34" fmla="*/ 8 w 8"/>
                  <a:gd name="T35" fmla="*/ 4 h 5"/>
                  <a:gd name="T36" fmla="*/ 8 w 8"/>
                  <a:gd name="T37" fmla="*/ 4 h 5"/>
                  <a:gd name="T38" fmla="*/ 8 w 8"/>
                  <a:gd name="T39" fmla="*/ 3 h 5"/>
                  <a:gd name="T40" fmla="*/ 6 w 8"/>
                  <a:gd name="T4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
                    <a:moveTo>
                      <a:pt x="6" y="1"/>
                    </a:moveTo>
                    <a:cubicBezTo>
                      <a:pt x="6" y="2"/>
                      <a:pt x="6" y="2"/>
                      <a:pt x="6" y="2"/>
                    </a:cubicBezTo>
                    <a:cubicBezTo>
                      <a:pt x="4" y="0"/>
                      <a:pt x="4" y="0"/>
                      <a:pt x="4" y="0"/>
                    </a:cubicBezTo>
                    <a:cubicBezTo>
                      <a:pt x="2" y="2"/>
                      <a:pt x="2" y="2"/>
                      <a:pt x="2" y="2"/>
                    </a:cubicBezTo>
                    <a:cubicBezTo>
                      <a:pt x="2" y="1"/>
                      <a:pt x="2" y="1"/>
                      <a:pt x="2" y="1"/>
                    </a:cubicBezTo>
                    <a:cubicBezTo>
                      <a:pt x="0" y="3"/>
                      <a:pt x="0" y="3"/>
                      <a:pt x="0" y="3"/>
                    </a:cubicBezTo>
                    <a:cubicBezTo>
                      <a:pt x="0" y="4"/>
                      <a:pt x="0" y="4"/>
                      <a:pt x="0" y="4"/>
                    </a:cubicBezTo>
                    <a:cubicBezTo>
                      <a:pt x="0" y="4"/>
                      <a:pt x="0" y="4"/>
                      <a:pt x="0" y="4"/>
                    </a:cubicBezTo>
                    <a:cubicBezTo>
                      <a:pt x="0" y="4"/>
                      <a:pt x="0" y="5"/>
                      <a:pt x="0" y="5"/>
                    </a:cubicBezTo>
                    <a:cubicBezTo>
                      <a:pt x="1" y="5"/>
                      <a:pt x="1" y="5"/>
                      <a:pt x="1" y="5"/>
                    </a:cubicBezTo>
                    <a:cubicBezTo>
                      <a:pt x="1" y="5"/>
                      <a:pt x="1" y="5"/>
                      <a:pt x="2" y="5"/>
                    </a:cubicBezTo>
                    <a:cubicBezTo>
                      <a:pt x="2" y="5"/>
                      <a:pt x="3" y="5"/>
                      <a:pt x="3" y="5"/>
                    </a:cubicBezTo>
                    <a:cubicBezTo>
                      <a:pt x="3" y="5"/>
                      <a:pt x="4" y="5"/>
                      <a:pt x="4" y="5"/>
                    </a:cubicBezTo>
                    <a:cubicBezTo>
                      <a:pt x="4" y="5"/>
                      <a:pt x="5" y="5"/>
                      <a:pt x="5" y="5"/>
                    </a:cubicBezTo>
                    <a:cubicBezTo>
                      <a:pt x="5" y="5"/>
                      <a:pt x="6" y="5"/>
                      <a:pt x="6" y="5"/>
                    </a:cubicBezTo>
                    <a:cubicBezTo>
                      <a:pt x="7" y="5"/>
                      <a:pt x="7" y="5"/>
                      <a:pt x="7" y="5"/>
                    </a:cubicBezTo>
                    <a:cubicBezTo>
                      <a:pt x="8" y="5"/>
                      <a:pt x="8" y="5"/>
                      <a:pt x="8" y="5"/>
                    </a:cubicBezTo>
                    <a:cubicBezTo>
                      <a:pt x="8" y="5"/>
                      <a:pt x="8" y="4"/>
                      <a:pt x="8" y="4"/>
                    </a:cubicBezTo>
                    <a:cubicBezTo>
                      <a:pt x="8" y="4"/>
                      <a:pt x="8" y="4"/>
                      <a:pt x="8" y="4"/>
                    </a:cubicBezTo>
                    <a:cubicBezTo>
                      <a:pt x="8" y="3"/>
                      <a:pt x="8" y="3"/>
                      <a:pt x="8" y="3"/>
                    </a:cubicBezTo>
                    <a:lnTo>
                      <a:pt x="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6" name="Freeform 163"/>
              <p:cNvSpPr>
                <a:spLocks/>
              </p:cNvSpPr>
              <p:nvPr/>
            </p:nvSpPr>
            <p:spPr bwMode="auto">
              <a:xfrm>
                <a:off x="4321175" y="4156075"/>
                <a:ext cx="22225" cy="11112"/>
              </a:xfrm>
              <a:custGeom>
                <a:avLst/>
                <a:gdLst>
                  <a:gd name="T0" fmla="*/ 6 w 6"/>
                  <a:gd name="T1" fmla="*/ 0 h 3"/>
                  <a:gd name="T2" fmla="*/ 5 w 6"/>
                  <a:gd name="T3" fmla="*/ 0 h 3"/>
                  <a:gd name="T4" fmla="*/ 4 w 6"/>
                  <a:gd name="T5" fmla="*/ 0 h 3"/>
                  <a:gd name="T6" fmla="*/ 3 w 6"/>
                  <a:gd name="T7" fmla="*/ 1 h 3"/>
                  <a:gd name="T8" fmla="*/ 2 w 6"/>
                  <a:gd name="T9" fmla="*/ 0 h 3"/>
                  <a:gd name="T10" fmla="*/ 1 w 6"/>
                  <a:gd name="T11" fmla="*/ 0 h 3"/>
                  <a:gd name="T12" fmla="*/ 0 w 6"/>
                  <a:gd name="T13" fmla="*/ 0 h 3"/>
                  <a:gd name="T14" fmla="*/ 0 w 6"/>
                  <a:gd name="T15" fmla="*/ 0 h 3"/>
                  <a:gd name="T16" fmla="*/ 3 w 6"/>
                  <a:gd name="T17" fmla="*/ 3 h 3"/>
                  <a:gd name="T18" fmla="*/ 5 w 6"/>
                  <a:gd name="T19" fmla="*/ 2 h 3"/>
                  <a:gd name="T20" fmla="*/ 6 w 6"/>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0"/>
                    </a:moveTo>
                    <a:cubicBezTo>
                      <a:pt x="6" y="0"/>
                      <a:pt x="6" y="0"/>
                      <a:pt x="5" y="0"/>
                    </a:cubicBezTo>
                    <a:cubicBezTo>
                      <a:pt x="5" y="0"/>
                      <a:pt x="4" y="0"/>
                      <a:pt x="4" y="0"/>
                    </a:cubicBezTo>
                    <a:cubicBezTo>
                      <a:pt x="4" y="1"/>
                      <a:pt x="4" y="1"/>
                      <a:pt x="3" y="1"/>
                    </a:cubicBezTo>
                    <a:cubicBezTo>
                      <a:pt x="2" y="1"/>
                      <a:pt x="2" y="1"/>
                      <a:pt x="2" y="0"/>
                    </a:cubicBezTo>
                    <a:cubicBezTo>
                      <a:pt x="2" y="0"/>
                      <a:pt x="1" y="0"/>
                      <a:pt x="1" y="0"/>
                    </a:cubicBezTo>
                    <a:cubicBezTo>
                      <a:pt x="0" y="0"/>
                      <a:pt x="0" y="0"/>
                      <a:pt x="0" y="0"/>
                    </a:cubicBezTo>
                    <a:cubicBezTo>
                      <a:pt x="0" y="0"/>
                      <a:pt x="0" y="0"/>
                      <a:pt x="0" y="0"/>
                    </a:cubicBezTo>
                    <a:cubicBezTo>
                      <a:pt x="1" y="2"/>
                      <a:pt x="2" y="3"/>
                      <a:pt x="3" y="3"/>
                    </a:cubicBezTo>
                    <a:cubicBezTo>
                      <a:pt x="3" y="3"/>
                      <a:pt x="4" y="3"/>
                      <a:pt x="5" y="2"/>
                    </a:cubicBezTo>
                    <a:cubicBezTo>
                      <a:pt x="5" y="1"/>
                      <a:pt x="6" y="1"/>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7" name="Freeform 164"/>
              <p:cNvSpPr>
                <a:spLocks/>
              </p:cNvSpPr>
              <p:nvPr/>
            </p:nvSpPr>
            <p:spPr bwMode="auto">
              <a:xfrm>
                <a:off x="4332288" y="4124325"/>
                <a:ext cx="0" cy="4762"/>
              </a:xfrm>
              <a:custGeom>
                <a:avLst/>
                <a:gdLst>
                  <a:gd name="T0" fmla="*/ 0 h 3"/>
                  <a:gd name="T1" fmla="*/ 0 h 3"/>
                  <a:gd name="T2" fmla="*/ 0 h 3"/>
                  <a:gd name="T3" fmla="*/ 3 h 3"/>
                  <a:gd name="T4" fmla="*/ 3 h 3"/>
                  <a:gd name="T5" fmla="*/ 3 h 3"/>
                  <a:gd name="T6" fmla="*/ 3 h 3"/>
                  <a:gd name="T7" fmla="*/ 3 h 3"/>
                  <a:gd name="T8" fmla="*/ 3 h 3"/>
                  <a:gd name="T9" fmla="*/ 3 h 3"/>
                  <a:gd name="T10" fmla="*/ 0 h 3"/>
                  <a:gd name="T11" fmla="*/ 0 h 3"/>
                  <a:gd name="T12"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3">
                    <a:moveTo>
                      <a:pt x="0" y="0"/>
                    </a:moveTo>
                    <a:lnTo>
                      <a:pt x="0" y="0"/>
                    </a:lnTo>
                    <a:lnTo>
                      <a:pt x="0" y="0"/>
                    </a:lnTo>
                    <a:lnTo>
                      <a:pt x="0" y="3"/>
                    </a:lnTo>
                    <a:lnTo>
                      <a:pt x="0" y="3"/>
                    </a:lnTo>
                    <a:lnTo>
                      <a:pt x="0" y="3"/>
                    </a:lnTo>
                    <a:lnTo>
                      <a:pt x="0" y="3"/>
                    </a:lnTo>
                    <a:lnTo>
                      <a:pt x="0" y="3"/>
                    </a:lnTo>
                    <a:lnTo>
                      <a:pt x="0" y="3"/>
                    </a:lnTo>
                    <a:lnTo>
                      <a:pt x="0" y="3"/>
                    </a:lnTo>
                    <a:lnTo>
                      <a:pt x="0" y="0"/>
                    </a:lnTo>
                    <a:lnTo>
                      <a:pt x="0" y="0"/>
                    </a:lnTo>
                    <a:lnTo>
                      <a:pt x="0" y="0"/>
                    </a:lnTo>
                    <a:close/>
                  </a:path>
                </a:pathLst>
              </a:custGeom>
              <a:solidFill>
                <a:srgbClr val="FFD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8" name="Freeform 165"/>
              <p:cNvSpPr>
                <a:spLocks/>
              </p:cNvSpPr>
              <p:nvPr/>
            </p:nvSpPr>
            <p:spPr bwMode="auto">
              <a:xfrm>
                <a:off x="4321175" y="4121150"/>
                <a:ext cx="3175" cy="3175"/>
              </a:xfrm>
              <a:custGeom>
                <a:avLst/>
                <a:gdLst>
                  <a:gd name="T0" fmla="*/ 2 w 2"/>
                  <a:gd name="T1" fmla="*/ 0 h 2"/>
                  <a:gd name="T2" fmla="*/ 2 w 2"/>
                  <a:gd name="T3" fmla="*/ 0 h 2"/>
                  <a:gd name="T4" fmla="*/ 2 w 2"/>
                  <a:gd name="T5" fmla="*/ 0 h 2"/>
                  <a:gd name="T6" fmla="*/ 2 w 2"/>
                  <a:gd name="T7" fmla="*/ 0 h 2"/>
                  <a:gd name="T8" fmla="*/ 2 w 2"/>
                  <a:gd name="T9" fmla="*/ 2 h 2"/>
                  <a:gd name="T10" fmla="*/ 2 w 2"/>
                  <a:gd name="T11" fmla="*/ 2 h 2"/>
                  <a:gd name="T12" fmla="*/ 2 w 2"/>
                  <a:gd name="T13" fmla="*/ 2 h 2"/>
                  <a:gd name="T14" fmla="*/ 2 w 2"/>
                  <a:gd name="T15" fmla="*/ 2 h 2"/>
                  <a:gd name="T16" fmla="*/ 0 w 2"/>
                  <a:gd name="T17" fmla="*/ 2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2" y="0"/>
                    </a:lnTo>
                    <a:lnTo>
                      <a:pt x="2" y="0"/>
                    </a:lnTo>
                    <a:lnTo>
                      <a:pt x="2" y="2"/>
                    </a:lnTo>
                    <a:lnTo>
                      <a:pt x="2" y="2"/>
                    </a:lnTo>
                    <a:lnTo>
                      <a:pt x="2" y="2"/>
                    </a:lnTo>
                    <a:lnTo>
                      <a:pt x="2" y="2"/>
                    </a:lnTo>
                    <a:lnTo>
                      <a:pt x="0" y="2"/>
                    </a:lnTo>
                    <a:lnTo>
                      <a:pt x="0" y="0"/>
                    </a:lnTo>
                    <a:lnTo>
                      <a:pt x="0" y="0"/>
                    </a:lnTo>
                    <a:lnTo>
                      <a:pt x="2" y="0"/>
                    </a:lnTo>
                    <a:lnTo>
                      <a:pt x="2" y="0"/>
                    </a:lnTo>
                    <a:close/>
                  </a:path>
                </a:pathLst>
              </a:custGeom>
              <a:solidFill>
                <a:srgbClr val="FFD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59" name="Freeform 166"/>
              <p:cNvSpPr>
                <a:spLocks/>
              </p:cNvSpPr>
              <p:nvPr/>
            </p:nvSpPr>
            <p:spPr bwMode="auto">
              <a:xfrm>
                <a:off x="4340225" y="4121150"/>
                <a:ext cx="3175" cy="3175"/>
              </a:xfrm>
              <a:custGeom>
                <a:avLst/>
                <a:gdLst>
                  <a:gd name="T0" fmla="*/ 0 w 2"/>
                  <a:gd name="T1" fmla="*/ 0 h 2"/>
                  <a:gd name="T2" fmla="*/ 0 w 2"/>
                  <a:gd name="T3" fmla="*/ 0 h 2"/>
                  <a:gd name="T4" fmla="*/ 0 w 2"/>
                  <a:gd name="T5" fmla="*/ 0 h 2"/>
                  <a:gd name="T6" fmla="*/ 0 w 2"/>
                  <a:gd name="T7" fmla="*/ 0 h 2"/>
                  <a:gd name="T8" fmla="*/ 0 w 2"/>
                  <a:gd name="T9" fmla="*/ 2 h 2"/>
                  <a:gd name="T10" fmla="*/ 0 w 2"/>
                  <a:gd name="T11" fmla="*/ 2 h 2"/>
                  <a:gd name="T12" fmla="*/ 0 w 2"/>
                  <a:gd name="T13" fmla="*/ 2 h 2"/>
                  <a:gd name="T14" fmla="*/ 0 w 2"/>
                  <a:gd name="T15" fmla="*/ 2 h 2"/>
                  <a:gd name="T16" fmla="*/ 2 w 2"/>
                  <a:gd name="T17" fmla="*/ 2 h 2"/>
                  <a:gd name="T18" fmla="*/ 2 w 2"/>
                  <a:gd name="T19" fmla="*/ 0 h 2"/>
                  <a:gd name="T20" fmla="*/ 2 w 2"/>
                  <a:gd name="T21" fmla="*/ 0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0" y="0"/>
                    </a:lnTo>
                    <a:lnTo>
                      <a:pt x="0" y="2"/>
                    </a:lnTo>
                    <a:lnTo>
                      <a:pt x="0" y="2"/>
                    </a:lnTo>
                    <a:lnTo>
                      <a:pt x="0" y="2"/>
                    </a:lnTo>
                    <a:lnTo>
                      <a:pt x="0" y="2"/>
                    </a:lnTo>
                    <a:lnTo>
                      <a:pt x="2" y="2"/>
                    </a:lnTo>
                    <a:lnTo>
                      <a:pt x="2" y="0"/>
                    </a:lnTo>
                    <a:lnTo>
                      <a:pt x="2" y="0"/>
                    </a:lnTo>
                    <a:lnTo>
                      <a:pt x="0" y="0"/>
                    </a:lnTo>
                    <a:lnTo>
                      <a:pt x="0" y="0"/>
                    </a:lnTo>
                    <a:close/>
                  </a:path>
                </a:pathLst>
              </a:custGeom>
              <a:solidFill>
                <a:srgbClr val="FFD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23" name="Group 42922"/>
            <p:cNvGrpSpPr/>
            <p:nvPr/>
          </p:nvGrpSpPr>
          <p:grpSpPr>
            <a:xfrm>
              <a:off x="4256088" y="3660775"/>
              <a:ext cx="296863" cy="196850"/>
              <a:chOff x="4256088" y="3660775"/>
              <a:chExt cx="296863" cy="196850"/>
            </a:xfrm>
          </p:grpSpPr>
          <p:sp>
            <p:nvSpPr>
              <p:cNvPr id="42860" name="Rectangle 167"/>
              <p:cNvSpPr>
                <a:spLocks noChangeArrowheads="1"/>
              </p:cNvSpPr>
              <p:nvPr/>
            </p:nvSpPr>
            <p:spPr bwMode="auto">
              <a:xfrm>
                <a:off x="4260850" y="3789363"/>
                <a:ext cx="288925" cy="65087"/>
              </a:xfrm>
              <a:prstGeom prst="rect">
                <a:avLst/>
              </a:prstGeom>
              <a:solidFill>
                <a:srgbClr val="EE1C2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1" name="Rectangle 168"/>
              <p:cNvSpPr>
                <a:spLocks noChangeArrowheads="1"/>
              </p:cNvSpPr>
              <p:nvPr/>
            </p:nvSpPr>
            <p:spPr bwMode="auto">
              <a:xfrm>
                <a:off x="4260850" y="3663950"/>
                <a:ext cx="288925" cy="650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2" name="Rectangle 169"/>
              <p:cNvSpPr>
                <a:spLocks noChangeArrowheads="1"/>
              </p:cNvSpPr>
              <p:nvPr/>
            </p:nvSpPr>
            <p:spPr bwMode="auto">
              <a:xfrm>
                <a:off x="4260850" y="3729038"/>
                <a:ext cx="288925" cy="60325"/>
              </a:xfrm>
              <a:prstGeom prst="rect">
                <a:avLst/>
              </a:prstGeom>
              <a:solidFill>
                <a:srgbClr val="0B4E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3" name="Freeform 170"/>
              <p:cNvSpPr>
                <a:spLocks/>
              </p:cNvSpPr>
              <p:nvPr/>
            </p:nvSpPr>
            <p:spPr bwMode="auto">
              <a:xfrm>
                <a:off x="4305300" y="3709988"/>
                <a:ext cx="73025" cy="98425"/>
              </a:xfrm>
              <a:custGeom>
                <a:avLst/>
                <a:gdLst>
                  <a:gd name="T0" fmla="*/ 1 w 19"/>
                  <a:gd name="T1" fmla="*/ 0 h 26"/>
                  <a:gd name="T2" fmla="*/ 0 w 19"/>
                  <a:gd name="T3" fmla="*/ 14 h 26"/>
                  <a:gd name="T4" fmla="*/ 10 w 19"/>
                  <a:gd name="T5" fmla="*/ 26 h 26"/>
                  <a:gd name="T6" fmla="*/ 19 w 19"/>
                  <a:gd name="T7" fmla="*/ 14 h 26"/>
                  <a:gd name="T8" fmla="*/ 19 w 19"/>
                  <a:gd name="T9" fmla="*/ 0 h 26"/>
                  <a:gd name="T10" fmla="*/ 1 w 19"/>
                  <a:gd name="T11" fmla="*/ 0 h 26"/>
                </a:gdLst>
                <a:ahLst/>
                <a:cxnLst>
                  <a:cxn ang="0">
                    <a:pos x="T0" y="T1"/>
                  </a:cxn>
                  <a:cxn ang="0">
                    <a:pos x="T2" y="T3"/>
                  </a:cxn>
                  <a:cxn ang="0">
                    <a:pos x="T4" y="T5"/>
                  </a:cxn>
                  <a:cxn ang="0">
                    <a:pos x="T6" y="T7"/>
                  </a:cxn>
                  <a:cxn ang="0">
                    <a:pos x="T8" y="T9"/>
                  </a:cxn>
                  <a:cxn ang="0">
                    <a:pos x="T10" y="T11"/>
                  </a:cxn>
                </a:cxnLst>
                <a:rect l="0" t="0" r="r" b="b"/>
                <a:pathLst>
                  <a:path w="19" h="26">
                    <a:moveTo>
                      <a:pt x="1" y="0"/>
                    </a:moveTo>
                    <a:cubicBezTo>
                      <a:pt x="0" y="14"/>
                      <a:pt x="0" y="14"/>
                      <a:pt x="0" y="14"/>
                    </a:cubicBezTo>
                    <a:cubicBezTo>
                      <a:pt x="0" y="21"/>
                      <a:pt x="10" y="26"/>
                      <a:pt x="10" y="26"/>
                    </a:cubicBezTo>
                    <a:cubicBezTo>
                      <a:pt x="10" y="26"/>
                      <a:pt x="19" y="21"/>
                      <a:pt x="19" y="14"/>
                    </a:cubicBezTo>
                    <a:cubicBezTo>
                      <a:pt x="19" y="0"/>
                      <a:pt x="19" y="0"/>
                      <a:pt x="19"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4" name="Freeform 171"/>
              <p:cNvSpPr>
                <a:spLocks/>
              </p:cNvSpPr>
              <p:nvPr/>
            </p:nvSpPr>
            <p:spPr bwMode="auto">
              <a:xfrm>
                <a:off x="4310063" y="3709988"/>
                <a:ext cx="68263" cy="95250"/>
              </a:xfrm>
              <a:custGeom>
                <a:avLst/>
                <a:gdLst>
                  <a:gd name="T0" fmla="*/ 9 w 18"/>
                  <a:gd name="T1" fmla="*/ 25 h 25"/>
                  <a:gd name="T2" fmla="*/ 0 w 18"/>
                  <a:gd name="T3" fmla="*/ 14 h 25"/>
                  <a:gd name="T4" fmla="*/ 0 w 18"/>
                  <a:gd name="T5" fmla="*/ 0 h 25"/>
                  <a:gd name="T6" fmla="*/ 17 w 18"/>
                  <a:gd name="T7" fmla="*/ 0 h 25"/>
                  <a:gd name="T8" fmla="*/ 18 w 18"/>
                  <a:gd name="T9" fmla="*/ 14 h 25"/>
                  <a:gd name="T10" fmla="*/ 9 w 18"/>
                  <a:gd name="T11" fmla="*/ 25 h 25"/>
                </a:gdLst>
                <a:ahLst/>
                <a:cxnLst>
                  <a:cxn ang="0">
                    <a:pos x="T0" y="T1"/>
                  </a:cxn>
                  <a:cxn ang="0">
                    <a:pos x="T2" y="T3"/>
                  </a:cxn>
                  <a:cxn ang="0">
                    <a:pos x="T4" y="T5"/>
                  </a:cxn>
                  <a:cxn ang="0">
                    <a:pos x="T6" y="T7"/>
                  </a:cxn>
                  <a:cxn ang="0">
                    <a:pos x="T8" y="T9"/>
                  </a:cxn>
                  <a:cxn ang="0">
                    <a:pos x="T10" y="T11"/>
                  </a:cxn>
                </a:cxnLst>
                <a:rect l="0" t="0" r="r" b="b"/>
                <a:pathLst>
                  <a:path w="18" h="25">
                    <a:moveTo>
                      <a:pt x="9" y="25"/>
                    </a:moveTo>
                    <a:cubicBezTo>
                      <a:pt x="7" y="24"/>
                      <a:pt x="0" y="19"/>
                      <a:pt x="0" y="14"/>
                    </a:cubicBezTo>
                    <a:cubicBezTo>
                      <a:pt x="0" y="0"/>
                      <a:pt x="0" y="0"/>
                      <a:pt x="0" y="0"/>
                    </a:cubicBezTo>
                    <a:cubicBezTo>
                      <a:pt x="17" y="0"/>
                      <a:pt x="17" y="0"/>
                      <a:pt x="17" y="0"/>
                    </a:cubicBezTo>
                    <a:cubicBezTo>
                      <a:pt x="18" y="14"/>
                      <a:pt x="18" y="14"/>
                      <a:pt x="18" y="14"/>
                    </a:cubicBezTo>
                    <a:cubicBezTo>
                      <a:pt x="18" y="20"/>
                      <a:pt x="10" y="24"/>
                      <a:pt x="9" y="25"/>
                    </a:cubicBezTo>
                    <a:close/>
                  </a:path>
                </a:pathLst>
              </a:custGeom>
              <a:solidFill>
                <a:srgbClr val="EE1C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5" name="Freeform 172"/>
              <p:cNvSpPr>
                <a:spLocks/>
              </p:cNvSpPr>
              <p:nvPr/>
            </p:nvSpPr>
            <p:spPr bwMode="auto">
              <a:xfrm>
                <a:off x="4321175" y="3713163"/>
                <a:ext cx="46038" cy="57150"/>
              </a:xfrm>
              <a:custGeom>
                <a:avLst/>
                <a:gdLst>
                  <a:gd name="T0" fmla="*/ 10 w 12"/>
                  <a:gd name="T1" fmla="*/ 7 h 15"/>
                  <a:gd name="T2" fmla="*/ 6 w 12"/>
                  <a:gd name="T3" fmla="*/ 7 h 15"/>
                  <a:gd name="T4" fmla="*/ 6 w 12"/>
                  <a:gd name="T5" fmla="*/ 5 h 15"/>
                  <a:gd name="T6" fmla="*/ 9 w 12"/>
                  <a:gd name="T7" fmla="*/ 5 h 15"/>
                  <a:gd name="T8" fmla="*/ 10 w 12"/>
                  <a:gd name="T9" fmla="*/ 5 h 15"/>
                  <a:gd name="T10" fmla="*/ 10 w 12"/>
                  <a:gd name="T11" fmla="*/ 2 h 15"/>
                  <a:gd name="T12" fmla="*/ 9 w 12"/>
                  <a:gd name="T13" fmla="*/ 3 h 15"/>
                  <a:gd name="T14" fmla="*/ 6 w 12"/>
                  <a:gd name="T15" fmla="*/ 3 h 15"/>
                  <a:gd name="T16" fmla="*/ 6 w 12"/>
                  <a:gd name="T17" fmla="*/ 2 h 15"/>
                  <a:gd name="T18" fmla="*/ 7 w 12"/>
                  <a:gd name="T19" fmla="*/ 0 h 15"/>
                  <a:gd name="T20" fmla="*/ 4 w 12"/>
                  <a:gd name="T21" fmla="*/ 0 h 15"/>
                  <a:gd name="T22" fmla="*/ 5 w 12"/>
                  <a:gd name="T23" fmla="*/ 2 h 15"/>
                  <a:gd name="T24" fmla="*/ 5 w 12"/>
                  <a:gd name="T25" fmla="*/ 3 h 15"/>
                  <a:gd name="T26" fmla="*/ 3 w 12"/>
                  <a:gd name="T27" fmla="*/ 3 h 15"/>
                  <a:gd name="T28" fmla="*/ 1 w 12"/>
                  <a:gd name="T29" fmla="*/ 2 h 15"/>
                  <a:gd name="T30" fmla="*/ 1 w 12"/>
                  <a:gd name="T31" fmla="*/ 5 h 15"/>
                  <a:gd name="T32" fmla="*/ 3 w 12"/>
                  <a:gd name="T33" fmla="*/ 5 h 15"/>
                  <a:gd name="T34" fmla="*/ 5 w 12"/>
                  <a:gd name="T35" fmla="*/ 5 h 15"/>
                  <a:gd name="T36" fmla="*/ 5 w 12"/>
                  <a:gd name="T37" fmla="*/ 7 h 15"/>
                  <a:gd name="T38" fmla="*/ 3 w 12"/>
                  <a:gd name="T39" fmla="*/ 7 h 15"/>
                  <a:gd name="T40" fmla="*/ 0 w 12"/>
                  <a:gd name="T41" fmla="*/ 6 h 15"/>
                  <a:gd name="T42" fmla="*/ 0 w 12"/>
                  <a:gd name="T43" fmla="*/ 9 h 15"/>
                  <a:gd name="T44" fmla="*/ 3 w 12"/>
                  <a:gd name="T45" fmla="*/ 8 h 15"/>
                  <a:gd name="T46" fmla="*/ 5 w 12"/>
                  <a:gd name="T47" fmla="*/ 8 h 15"/>
                  <a:gd name="T48" fmla="*/ 5 w 12"/>
                  <a:gd name="T49" fmla="*/ 15 h 15"/>
                  <a:gd name="T50" fmla="*/ 6 w 12"/>
                  <a:gd name="T51" fmla="*/ 15 h 15"/>
                  <a:gd name="T52" fmla="*/ 6 w 12"/>
                  <a:gd name="T53" fmla="*/ 8 h 15"/>
                  <a:gd name="T54" fmla="*/ 10 w 12"/>
                  <a:gd name="T55" fmla="*/ 8 h 15"/>
                  <a:gd name="T56" fmla="*/ 12 w 12"/>
                  <a:gd name="T57" fmla="*/ 9 h 15"/>
                  <a:gd name="T58" fmla="*/ 12 w 12"/>
                  <a:gd name="T59" fmla="*/ 6 h 15"/>
                  <a:gd name="T60" fmla="*/ 10 w 12"/>
                  <a:gd name="T6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15">
                    <a:moveTo>
                      <a:pt x="10" y="7"/>
                    </a:moveTo>
                    <a:cubicBezTo>
                      <a:pt x="6" y="7"/>
                      <a:pt x="6" y="7"/>
                      <a:pt x="6" y="7"/>
                    </a:cubicBezTo>
                    <a:cubicBezTo>
                      <a:pt x="6" y="5"/>
                      <a:pt x="6" y="5"/>
                      <a:pt x="6" y="5"/>
                    </a:cubicBezTo>
                    <a:cubicBezTo>
                      <a:pt x="9" y="5"/>
                      <a:pt x="9" y="5"/>
                      <a:pt x="9" y="5"/>
                    </a:cubicBezTo>
                    <a:cubicBezTo>
                      <a:pt x="9" y="5"/>
                      <a:pt x="10" y="5"/>
                      <a:pt x="10" y="5"/>
                    </a:cubicBezTo>
                    <a:cubicBezTo>
                      <a:pt x="10" y="4"/>
                      <a:pt x="10" y="3"/>
                      <a:pt x="10" y="2"/>
                    </a:cubicBezTo>
                    <a:cubicBezTo>
                      <a:pt x="10" y="3"/>
                      <a:pt x="9" y="3"/>
                      <a:pt x="9" y="3"/>
                    </a:cubicBezTo>
                    <a:cubicBezTo>
                      <a:pt x="6" y="3"/>
                      <a:pt x="6" y="3"/>
                      <a:pt x="6" y="3"/>
                    </a:cubicBezTo>
                    <a:cubicBezTo>
                      <a:pt x="6" y="2"/>
                      <a:pt x="6" y="2"/>
                      <a:pt x="6" y="2"/>
                    </a:cubicBezTo>
                    <a:cubicBezTo>
                      <a:pt x="7" y="1"/>
                      <a:pt x="7" y="1"/>
                      <a:pt x="7" y="0"/>
                    </a:cubicBezTo>
                    <a:cubicBezTo>
                      <a:pt x="6" y="0"/>
                      <a:pt x="5" y="0"/>
                      <a:pt x="4" y="0"/>
                    </a:cubicBezTo>
                    <a:cubicBezTo>
                      <a:pt x="5" y="1"/>
                      <a:pt x="5" y="1"/>
                      <a:pt x="5" y="2"/>
                    </a:cubicBezTo>
                    <a:cubicBezTo>
                      <a:pt x="5" y="2"/>
                      <a:pt x="5" y="2"/>
                      <a:pt x="5" y="3"/>
                    </a:cubicBezTo>
                    <a:cubicBezTo>
                      <a:pt x="3" y="3"/>
                      <a:pt x="3" y="3"/>
                      <a:pt x="3" y="3"/>
                    </a:cubicBezTo>
                    <a:cubicBezTo>
                      <a:pt x="2" y="3"/>
                      <a:pt x="2" y="3"/>
                      <a:pt x="1" y="2"/>
                    </a:cubicBezTo>
                    <a:cubicBezTo>
                      <a:pt x="1" y="3"/>
                      <a:pt x="1" y="4"/>
                      <a:pt x="1" y="5"/>
                    </a:cubicBezTo>
                    <a:cubicBezTo>
                      <a:pt x="2" y="5"/>
                      <a:pt x="2" y="5"/>
                      <a:pt x="3" y="5"/>
                    </a:cubicBezTo>
                    <a:cubicBezTo>
                      <a:pt x="5" y="5"/>
                      <a:pt x="5" y="5"/>
                      <a:pt x="5" y="5"/>
                    </a:cubicBezTo>
                    <a:cubicBezTo>
                      <a:pt x="5" y="5"/>
                      <a:pt x="5" y="6"/>
                      <a:pt x="5" y="7"/>
                    </a:cubicBezTo>
                    <a:cubicBezTo>
                      <a:pt x="3" y="7"/>
                      <a:pt x="3" y="7"/>
                      <a:pt x="3" y="7"/>
                    </a:cubicBezTo>
                    <a:cubicBezTo>
                      <a:pt x="2" y="7"/>
                      <a:pt x="1" y="7"/>
                      <a:pt x="0" y="6"/>
                    </a:cubicBezTo>
                    <a:cubicBezTo>
                      <a:pt x="0" y="7"/>
                      <a:pt x="0" y="8"/>
                      <a:pt x="0" y="9"/>
                    </a:cubicBezTo>
                    <a:cubicBezTo>
                      <a:pt x="1" y="9"/>
                      <a:pt x="2" y="8"/>
                      <a:pt x="3" y="8"/>
                    </a:cubicBezTo>
                    <a:cubicBezTo>
                      <a:pt x="5" y="8"/>
                      <a:pt x="5" y="8"/>
                      <a:pt x="5" y="8"/>
                    </a:cubicBezTo>
                    <a:cubicBezTo>
                      <a:pt x="5" y="14"/>
                      <a:pt x="5" y="15"/>
                      <a:pt x="5" y="15"/>
                    </a:cubicBezTo>
                    <a:cubicBezTo>
                      <a:pt x="6" y="15"/>
                      <a:pt x="6" y="15"/>
                      <a:pt x="6" y="15"/>
                    </a:cubicBezTo>
                    <a:cubicBezTo>
                      <a:pt x="6" y="8"/>
                      <a:pt x="6" y="8"/>
                      <a:pt x="6" y="8"/>
                    </a:cubicBezTo>
                    <a:cubicBezTo>
                      <a:pt x="10" y="8"/>
                      <a:pt x="10" y="8"/>
                      <a:pt x="10" y="8"/>
                    </a:cubicBezTo>
                    <a:cubicBezTo>
                      <a:pt x="10" y="8"/>
                      <a:pt x="11" y="9"/>
                      <a:pt x="12" y="9"/>
                    </a:cubicBezTo>
                    <a:cubicBezTo>
                      <a:pt x="12" y="8"/>
                      <a:pt x="12" y="7"/>
                      <a:pt x="12" y="6"/>
                    </a:cubicBezTo>
                    <a:cubicBezTo>
                      <a:pt x="11" y="7"/>
                      <a:pt x="10" y="7"/>
                      <a:pt x="1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6" name="Freeform 173"/>
              <p:cNvSpPr>
                <a:spLocks/>
              </p:cNvSpPr>
              <p:nvPr/>
            </p:nvSpPr>
            <p:spPr bwMode="auto">
              <a:xfrm>
                <a:off x="4313238" y="3767138"/>
                <a:ext cx="61913" cy="38100"/>
              </a:xfrm>
              <a:custGeom>
                <a:avLst/>
                <a:gdLst>
                  <a:gd name="T0" fmla="*/ 16 w 16"/>
                  <a:gd name="T1" fmla="*/ 2 h 10"/>
                  <a:gd name="T2" fmla="*/ 12 w 16"/>
                  <a:gd name="T3" fmla="*/ 7 h 10"/>
                  <a:gd name="T4" fmla="*/ 8 w 16"/>
                  <a:gd name="T5" fmla="*/ 10 h 10"/>
                  <a:gd name="T6" fmla="*/ 4 w 16"/>
                  <a:gd name="T7" fmla="*/ 8 h 10"/>
                  <a:gd name="T8" fmla="*/ 0 w 16"/>
                  <a:gd name="T9" fmla="*/ 3 h 10"/>
                  <a:gd name="T10" fmla="*/ 2 w 16"/>
                  <a:gd name="T11" fmla="*/ 1 h 10"/>
                  <a:gd name="T12" fmla="*/ 5 w 16"/>
                  <a:gd name="T13" fmla="*/ 2 h 10"/>
                  <a:gd name="T14" fmla="*/ 8 w 16"/>
                  <a:gd name="T15" fmla="*/ 0 h 10"/>
                  <a:gd name="T16" fmla="*/ 11 w 16"/>
                  <a:gd name="T17" fmla="*/ 2 h 10"/>
                  <a:gd name="T18" fmla="*/ 13 w 16"/>
                  <a:gd name="T19" fmla="*/ 1 h 10"/>
                  <a:gd name="T20" fmla="*/ 16 w 16"/>
                  <a:gd name="T2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0">
                    <a:moveTo>
                      <a:pt x="16" y="2"/>
                    </a:moveTo>
                    <a:cubicBezTo>
                      <a:pt x="15" y="4"/>
                      <a:pt x="13" y="6"/>
                      <a:pt x="12" y="7"/>
                    </a:cubicBezTo>
                    <a:cubicBezTo>
                      <a:pt x="10" y="9"/>
                      <a:pt x="8" y="10"/>
                      <a:pt x="8" y="10"/>
                    </a:cubicBezTo>
                    <a:cubicBezTo>
                      <a:pt x="7" y="10"/>
                      <a:pt x="6" y="9"/>
                      <a:pt x="4" y="8"/>
                    </a:cubicBezTo>
                    <a:cubicBezTo>
                      <a:pt x="2" y="6"/>
                      <a:pt x="1" y="5"/>
                      <a:pt x="0" y="3"/>
                    </a:cubicBezTo>
                    <a:cubicBezTo>
                      <a:pt x="0" y="2"/>
                      <a:pt x="1" y="1"/>
                      <a:pt x="2" y="1"/>
                    </a:cubicBezTo>
                    <a:cubicBezTo>
                      <a:pt x="3" y="1"/>
                      <a:pt x="4" y="2"/>
                      <a:pt x="5" y="2"/>
                    </a:cubicBezTo>
                    <a:cubicBezTo>
                      <a:pt x="5" y="1"/>
                      <a:pt x="6" y="0"/>
                      <a:pt x="8" y="0"/>
                    </a:cubicBezTo>
                    <a:cubicBezTo>
                      <a:pt x="9" y="0"/>
                      <a:pt x="10" y="1"/>
                      <a:pt x="11" y="2"/>
                    </a:cubicBezTo>
                    <a:cubicBezTo>
                      <a:pt x="11" y="2"/>
                      <a:pt x="12" y="1"/>
                      <a:pt x="13" y="1"/>
                    </a:cubicBezTo>
                    <a:cubicBezTo>
                      <a:pt x="14" y="1"/>
                      <a:pt x="15" y="2"/>
                      <a:pt x="16" y="2"/>
                    </a:cubicBezTo>
                    <a:close/>
                  </a:path>
                </a:pathLst>
              </a:custGeom>
              <a:solidFill>
                <a:srgbClr val="0B4E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7" name="Freeform 174"/>
              <p:cNvSpPr>
                <a:spLocks/>
              </p:cNvSpPr>
              <p:nvPr/>
            </p:nvSpPr>
            <p:spPr bwMode="auto">
              <a:xfrm>
                <a:off x="4256088" y="3660775"/>
                <a:ext cx="296863" cy="196850"/>
              </a:xfrm>
              <a:custGeom>
                <a:avLst/>
                <a:gdLst>
                  <a:gd name="T0" fmla="*/ 185 w 187"/>
                  <a:gd name="T1" fmla="*/ 122 h 124"/>
                  <a:gd name="T2" fmla="*/ 185 w 187"/>
                  <a:gd name="T3" fmla="*/ 120 h 124"/>
                  <a:gd name="T4" fmla="*/ 5 w 187"/>
                  <a:gd name="T5" fmla="*/ 120 h 124"/>
                  <a:gd name="T6" fmla="*/ 5 w 187"/>
                  <a:gd name="T7" fmla="*/ 4 h 124"/>
                  <a:gd name="T8" fmla="*/ 183 w 187"/>
                  <a:gd name="T9" fmla="*/ 4 h 124"/>
                  <a:gd name="T10" fmla="*/ 183 w 187"/>
                  <a:gd name="T11" fmla="*/ 122 h 124"/>
                  <a:gd name="T12" fmla="*/ 185 w 187"/>
                  <a:gd name="T13" fmla="*/ 122 h 124"/>
                  <a:gd name="T14" fmla="*/ 185 w 187"/>
                  <a:gd name="T15" fmla="*/ 120 h 124"/>
                  <a:gd name="T16" fmla="*/ 185 w 187"/>
                  <a:gd name="T17" fmla="*/ 122 h 124"/>
                  <a:gd name="T18" fmla="*/ 187 w 187"/>
                  <a:gd name="T19" fmla="*/ 122 h 124"/>
                  <a:gd name="T20" fmla="*/ 187 w 187"/>
                  <a:gd name="T21" fmla="*/ 0 h 124"/>
                  <a:gd name="T22" fmla="*/ 0 w 187"/>
                  <a:gd name="T23" fmla="*/ 0 h 124"/>
                  <a:gd name="T24" fmla="*/ 0 w 187"/>
                  <a:gd name="T25" fmla="*/ 124 h 124"/>
                  <a:gd name="T26" fmla="*/ 187 w 187"/>
                  <a:gd name="T27" fmla="*/ 124 h 124"/>
                  <a:gd name="T28" fmla="*/ 187 w 187"/>
                  <a:gd name="T29" fmla="*/ 122 h 124"/>
                  <a:gd name="T30" fmla="*/ 185 w 187"/>
                  <a:gd name="T31" fmla="*/ 12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4">
                    <a:moveTo>
                      <a:pt x="185" y="122"/>
                    </a:moveTo>
                    <a:lnTo>
                      <a:pt x="185" y="120"/>
                    </a:lnTo>
                    <a:lnTo>
                      <a:pt x="5" y="120"/>
                    </a:lnTo>
                    <a:lnTo>
                      <a:pt x="5" y="4"/>
                    </a:lnTo>
                    <a:lnTo>
                      <a:pt x="183" y="4"/>
                    </a:lnTo>
                    <a:lnTo>
                      <a:pt x="183" y="122"/>
                    </a:lnTo>
                    <a:lnTo>
                      <a:pt x="185" y="122"/>
                    </a:lnTo>
                    <a:lnTo>
                      <a:pt x="185" y="120"/>
                    </a:lnTo>
                    <a:lnTo>
                      <a:pt x="185" y="122"/>
                    </a:lnTo>
                    <a:lnTo>
                      <a:pt x="187" y="122"/>
                    </a:lnTo>
                    <a:lnTo>
                      <a:pt x="187" y="0"/>
                    </a:lnTo>
                    <a:lnTo>
                      <a:pt x="0" y="0"/>
                    </a:lnTo>
                    <a:lnTo>
                      <a:pt x="0" y="124"/>
                    </a:lnTo>
                    <a:lnTo>
                      <a:pt x="187" y="124"/>
                    </a:lnTo>
                    <a:lnTo>
                      <a:pt x="187" y="122"/>
                    </a:lnTo>
                    <a:lnTo>
                      <a:pt x="185" y="1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22" name="Group 42921"/>
            <p:cNvGrpSpPr/>
            <p:nvPr/>
          </p:nvGrpSpPr>
          <p:grpSpPr>
            <a:xfrm>
              <a:off x="4260850" y="3244850"/>
              <a:ext cx="288925" cy="190500"/>
              <a:chOff x="4260850" y="3244850"/>
              <a:chExt cx="288925" cy="190500"/>
            </a:xfrm>
          </p:grpSpPr>
          <p:sp>
            <p:nvSpPr>
              <p:cNvPr id="42868" name="Rectangle 175"/>
              <p:cNvSpPr>
                <a:spLocks noChangeArrowheads="1"/>
              </p:cNvSpPr>
              <p:nvPr/>
            </p:nvSpPr>
            <p:spPr bwMode="auto">
              <a:xfrm>
                <a:off x="4451350" y="3244850"/>
                <a:ext cx="98425" cy="190500"/>
              </a:xfrm>
              <a:prstGeom prst="rect">
                <a:avLst/>
              </a:prstGeom>
              <a:solidFill>
                <a:srgbClr val="CE11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69" name="Rectangle 176"/>
              <p:cNvSpPr>
                <a:spLocks noChangeArrowheads="1"/>
              </p:cNvSpPr>
              <p:nvPr/>
            </p:nvSpPr>
            <p:spPr bwMode="auto">
              <a:xfrm>
                <a:off x="4260850" y="3244850"/>
                <a:ext cx="95250" cy="190500"/>
              </a:xfrm>
              <a:prstGeom prst="rect">
                <a:avLst/>
              </a:prstGeom>
              <a:solidFill>
                <a:srgbClr val="002B7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0" name="Rectangle 177"/>
              <p:cNvSpPr>
                <a:spLocks noChangeArrowheads="1"/>
              </p:cNvSpPr>
              <p:nvPr/>
            </p:nvSpPr>
            <p:spPr bwMode="auto">
              <a:xfrm>
                <a:off x="4356100" y="3244850"/>
                <a:ext cx="95250" cy="190500"/>
              </a:xfrm>
              <a:prstGeom prst="rect">
                <a:avLst/>
              </a:prstGeom>
              <a:solidFill>
                <a:srgbClr val="FCD11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21" name="Group 42920"/>
            <p:cNvGrpSpPr/>
            <p:nvPr/>
          </p:nvGrpSpPr>
          <p:grpSpPr>
            <a:xfrm>
              <a:off x="4260850" y="2825750"/>
              <a:ext cx="288925" cy="190500"/>
              <a:chOff x="4260850" y="2825750"/>
              <a:chExt cx="288925" cy="190500"/>
            </a:xfrm>
          </p:grpSpPr>
          <p:sp>
            <p:nvSpPr>
              <p:cNvPr id="42871" name="Rectangle 178"/>
              <p:cNvSpPr>
                <a:spLocks noChangeArrowheads="1"/>
              </p:cNvSpPr>
              <p:nvPr/>
            </p:nvSpPr>
            <p:spPr bwMode="auto">
              <a:xfrm>
                <a:off x="4260850" y="2825750"/>
                <a:ext cx="120650" cy="190500"/>
              </a:xfrm>
              <a:prstGeom prst="rect">
                <a:avLst/>
              </a:prstGeom>
              <a:solidFill>
                <a:srgbClr val="0066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2" name="Rectangle 179"/>
              <p:cNvSpPr>
                <a:spLocks noChangeArrowheads="1"/>
              </p:cNvSpPr>
              <p:nvPr/>
            </p:nvSpPr>
            <p:spPr bwMode="auto">
              <a:xfrm>
                <a:off x="4381500" y="2825750"/>
                <a:ext cx="168275" cy="190500"/>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3" name="Freeform 180"/>
              <p:cNvSpPr>
                <a:spLocks/>
              </p:cNvSpPr>
              <p:nvPr/>
            </p:nvSpPr>
            <p:spPr bwMode="auto">
              <a:xfrm>
                <a:off x="4332288" y="2894013"/>
                <a:ext cx="95250" cy="60325"/>
              </a:xfrm>
              <a:custGeom>
                <a:avLst/>
                <a:gdLst>
                  <a:gd name="T0" fmla="*/ 10 w 25"/>
                  <a:gd name="T1" fmla="*/ 10 h 16"/>
                  <a:gd name="T2" fmla="*/ 24 w 25"/>
                  <a:gd name="T3" fmla="*/ 16 h 16"/>
                  <a:gd name="T4" fmla="*/ 25 w 25"/>
                  <a:gd name="T5" fmla="*/ 14 h 16"/>
                  <a:gd name="T6" fmla="*/ 12 w 25"/>
                  <a:gd name="T7" fmla="*/ 8 h 16"/>
                  <a:gd name="T8" fmla="*/ 1 w 25"/>
                  <a:gd name="T9" fmla="*/ 0 h 16"/>
                  <a:gd name="T10" fmla="*/ 0 w 25"/>
                  <a:gd name="T11" fmla="*/ 2 h 16"/>
                  <a:gd name="T12" fmla="*/ 10 w 25"/>
                  <a:gd name="T13" fmla="*/ 10 h 16"/>
                </a:gdLst>
                <a:ahLst/>
                <a:cxnLst>
                  <a:cxn ang="0">
                    <a:pos x="T0" y="T1"/>
                  </a:cxn>
                  <a:cxn ang="0">
                    <a:pos x="T2" y="T3"/>
                  </a:cxn>
                  <a:cxn ang="0">
                    <a:pos x="T4" y="T5"/>
                  </a:cxn>
                  <a:cxn ang="0">
                    <a:pos x="T6" y="T7"/>
                  </a:cxn>
                  <a:cxn ang="0">
                    <a:pos x="T8" y="T9"/>
                  </a:cxn>
                  <a:cxn ang="0">
                    <a:pos x="T10" y="T11"/>
                  </a:cxn>
                  <a:cxn ang="0">
                    <a:pos x="T12" y="T13"/>
                  </a:cxn>
                </a:cxnLst>
                <a:rect l="0" t="0" r="r" b="b"/>
                <a:pathLst>
                  <a:path w="25" h="16">
                    <a:moveTo>
                      <a:pt x="10" y="10"/>
                    </a:moveTo>
                    <a:cubicBezTo>
                      <a:pt x="15" y="13"/>
                      <a:pt x="20" y="15"/>
                      <a:pt x="24" y="16"/>
                    </a:cubicBezTo>
                    <a:cubicBezTo>
                      <a:pt x="24" y="15"/>
                      <a:pt x="25" y="14"/>
                      <a:pt x="25" y="14"/>
                    </a:cubicBezTo>
                    <a:cubicBezTo>
                      <a:pt x="21" y="13"/>
                      <a:pt x="16" y="11"/>
                      <a:pt x="12" y="8"/>
                    </a:cubicBezTo>
                    <a:cubicBezTo>
                      <a:pt x="7" y="6"/>
                      <a:pt x="3" y="3"/>
                      <a:pt x="1" y="0"/>
                    </a:cubicBezTo>
                    <a:cubicBezTo>
                      <a:pt x="1" y="0"/>
                      <a:pt x="0" y="1"/>
                      <a:pt x="0" y="2"/>
                    </a:cubicBezTo>
                    <a:cubicBezTo>
                      <a:pt x="2" y="5"/>
                      <a:pt x="6" y="8"/>
                      <a:pt x="10" y="1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4" name="Freeform 181"/>
              <p:cNvSpPr>
                <a:spLocks noEditPoints="1"/>
              </p:cNvSpPr>
              <p:nvPr/>
            </p:nvSpPr>
            <p:spPr bwMode="auto">
              <a:xfrm>
                <a:off x="4332288" y="2894013"/>
                <a:ext cx="95250" cy="60325"/>
              </a:xfrm>
              <a:custGeom>
                <a:avLst/>
                <a:gdLst>
                  <a:gd name="T0" fmla="*/ 24 w 25"/>
                  <a:gd name="T1" fmla="*/ 16 h 16"/>
                  <a:gd name="T2" fmla="*/ 24 w 25"/>
                  <a:gd name="T3" fmla="*/ 16 h 16"/>
                  <a:gd name="T4" fmla="*/ 10 w 25"/>
                  <a:gd name="T5" fmla="*/ 10 h 16"/>
                  <a:gd name="T6" fmla="*/ 0 w 25"/>
                  <a:gd name="T7" fmla="*/ 2 h 16"/>
                  <a:gd name="T8" fmla="*/ 0 w 25"/>
                  <a:gd name="T9" fmla="*/ 2 h 16"/>
                  <a:gd name="T10" fmla="*/ 1 w 25"/>
                  <a:gd name="T11" fmla="*/ 0 h 16"/>
                  <a:gd name="T12" fmla="*/ 1 w 25"/>
                  <a:gd name="T13" fmla="*/ 0 h 16"/>
                  <a:gd name="T14" fmla="*/ 1 w 25"/>
                  <a:gd name="T15" fmla="*/ 0 h 16"/>
                  <a:gd name="T16" fmla="*/ 12 w 25"/>
                  <a:gd name="T17" fmla="*/ 8 h 16"/>
                  <a:gd name="T18" fmla="*/ 25 w 25"/>
                  <a:gd name="T19" fmla="*/ 14 h 16"/>
                  <a:gd name="T20" fmla="*/ 25 w 25"/>
                  <a:gd name="T21" fmla="*/ 14 h 16"/>
                  <a:gd name="T22" fmla="*/ 25 w 25"/>
                  <a:gd name="T23" fmla="*/ 14 h 16"/>
                  <a:gd name="T24" fmla="*/ 24 w 25"/>
                  <a:gd name="T25" fmla="*/ 16 h 16"/>
                  <a:gd name="T26" fmla="*/ 0 w 25"/>
                  <a:gd name="T27" fmla="*/ 2 h 16"/>
                  <a:gd name="T28" fmla="*/ 10 w 25"/>
                  <a:gd name="T29" fmla="*/ 10 h 16"/>
                  <a:gd name="T30" fmla="*/ 24 w 25"/>
                  <a:gd name="T31" fmla="*/ 16 h 16"/>
                  <a:gd name="T32" fmla="*/ 25 w 25"/>
                  <a:gd name="T33" fmla="*/ 14 h 16"/>
                  <a:gd name="T34" fmla="*/ 12 w 25"/>
                  <a:gd name="T35" fmla="*/ 8 h 16"/>
                  <a:gd name="T36" fmla="*/ 1 w 25"/>
                  <a:gd name="T37" fmla="*/ 0 h 16"/>
                  <a:gd name="T38" fmla="*/ 0 w 25"/>
                  <a:gd name="T3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16">
                    <a:moveTo>
                      <a:pt x="24" y="16"/>
                    </a:moveTo>
                    <a:cubicBezTo>
                      <a:pt x="24" y="16"/>
                      <a:pt x="24" y="16"/>
                      <a:pt x="24" y="16"/>
                    </a:cubicBezTo>
                    <a:cubicBezTo>
                      <a:pt x="19" y="15"/>
                      <a:pt x="15" y="13"/>
                      <a:pt x="10" y="10"/>
                    </a:cubicBezTo>
                    <a:cubicBezTo>
                      <a:pt x="6" y="8"/>
                      <a:pt x="2" y="5"/>
                      <a:pt x="0" y="2"/>
                    </a:cubicBezTo>
                    <a:cubicBezTo>
                      <a:pt x="0" y="2"/>
                      <a:pt x="0" y="2"/>
                      <a:pt x="0" y="2"/>
                    </a:cubicBezTo>
                    <a:cubicBezTo>
                      <a:pt x="0" y="1"/>
                      <a:pt x="0" y="0"/>
                      <a:pt x="1" y="0"/>
                    </a:cubicBezTo>
                    <a:cubicBezTo>
                      <a:pt x="1" y="0"/>
                      <a:pt x="1" y="0"/>
                      <a:pt x="1" y="0"/>
                    </a:cubicBezTo>
                    <a:cubicBezTo>
                      <a:pt x="1" y="0"/>
                      <a:pt x="1" y="0"/>
                      <a:pt x="1" y="0"/>
                    </a:cubicBezTo>
                    <a:cubicBezTo>
                      <a:pt x="4" y="3"/>
                      <a:pt x="7" y="6"/>
                      <a:pt x="12" y="8"/>
                    </a:cubicBezTo>
                    <a:cubicBezTo>
                      <a:pt x="16" y="11"/>
                      <a:pt x="21" y="13"/>
                      <a:pt x="25" y="14"/>
                    </a:cubicBezTo>
                    <a:cubicBezTo>
                      <a:pt x="25" y="14"/>
                      <a:pt x="25" y="14"/>
                      <a:pt x="25" y="14"/>
                    </a:cubicBezTo>
                    <a:cubicBezTo>
                      <a:pt x="25" y="14"/>
                      <a:pt x="25" y="14"/>
                      <a:pt x="25" y="14"/>
                    </a:cubicBezTo>
                    <a:cubicBezTo>
                      <a:pt x="25" y="14"/>
                      <a:pt x="24" y="15"/>
                      <a:pt x="24" y="16"/>
                    </a:cubicBezTo>
                    <a:close/>
                    <a:moveTo>
                      <a:pt x="0" y="2"/>
                    </a:moveTo>
                    <a:cubicBezTo>
                      <a:pt x="2" y="5"/>
                      <a:pt x="6" y="8"/>
                      <a:pt x="10" y="10"/>
                    </a:cubicBezTo>
                    <a:cubicBezTo>
                      <a:pt x="15" y="13"/>
                      <a:pt x="19" y="15"/>
                      <a:pt x="24" y="16"/>
                    </a:cubicBezTo>
                    <a:cubicBezTo>
                      <a:pt x="24" y="15"/>
                      <a:pt x="25" y="14"/>
                      <a:pt x="25" y="14"/>
                    </a:cubicBezTo>
                    <a:cubicBezTo>
                      <a:pt x="21" y="13"/>
                      <a:pt x="16" y="11"/>
                      <a:pt x="12" y="8"/>
                    </a:cubicBezTo>
                    <a:cubicBezTo>
                      <a:pt x="7" y="6"/>
                      <a:pt x="4" y="3"/>
                      <a:pt x="1" y="0"/>
                    </a:cubicBezTo>
                    <a:cubicBezTo>
                      <a:pt x="1" y="0"/>
                      <a:pt x="0" y="1"/>
                      <a:pt x="0"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5" name="Freeform 182"/>
              <p:cNvSpPr>
                <a:spLocks/>
              </p:cNvSpPr>
              <p:nvPr/>
            </p:nvSpPr>
            <p:spPr bwMode="auto">
              <a:xfrm>
                <a:off x="4329113" y="2921000"/>
                <a:ext cx="106363" cy="11112"/>
              </a:xfrm>
              <a:custGeom>
                <a:avLst/>
                <a:gdLst>
                  <a:gd name="T0" fmla="*/ 0 w 28"/>
                  <a:gd name="T1" fmla="*/ 0 h 3"/>
                  <a:gd name="T2" fmla="*/ 0 w 28"/>
                  <a:gd name="T3" fmla="*/ 0 h 3"/>
                  <a:gd name="T4" fmla="*/ 0 w 28"/>
                  <a:gd name="T5" fmla="*/ 2 h 3"/>
                  <a:gd name="T6" fmla="*/ 14 w 28"/>
                  <a:gd name="T7" fmla="*/ 3 h 3"/>
                  <a:gd name="T8" fmla="*/ 28 w 28"/>
                  <a:gd name="T9" fmla="*/ 2 h 3"/>
                  <a:gd name="T10" fmla="*/ 28 w 28"/>
                  <a:gd name="T11" fmla="*/ 0 h 3"/>
                  <a:gd name="T12" fmla="*/ 28 w 28"/>
                  <a:gd name="T13" fmla="*/ 0 h 3"/>
                  <a:gd name="T14" fmla="*/ 14 w 28"/>
                  <a:gd name="T15" fmla="*/ 1 h 3"/>
                  <a:gd name="T16" fmla="*/ 0 w 2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
                    <a:moveTo>
                      <a:pt x="0" y="0"/>
                    </a:moveTo>
                    <a:cubicBezTo>
                      <a:pt x="0" y="0"/>
                      <a:pt x="0" y="0"/>
                      <a:pt x="0" y="0"/>
                    </a:cubicBezTo>
                    <a:cubicBezTo>
                      <a:pt x="0" y="1"/>
                      <a:pt x="0" y="1"/>
                      <a:pt x="0" y="2"/>
                    </a:cubicBezTo>
                    <a:cubicBezTo>
                      <a:pt x="4" y="2"/>
                      <a:pt x="9" y="3"/>
                      <a:pt x="14" y="3"/>
                    </a:cubicBezTo>
                    <a:cubicBezTo>
                      <a:pt x="19" y="3"/>
                      <a:pt x="23" y="2"/>
                      <a:pt x="28" y="2"/>
                    </a:cubicBezTo>
                    <a:cubicBezTo>
                      <a:pt x="28" y="1"/>
                      <a:pt x="28" y="1"/>
                      <a:pt x="28" y="0"/>
                    </a:cubicBezTo>
                    <a:cubicBezTo>
                      <a:pt x="28" y="0"/>
                      <a:pt x="28" y="0"/>
                      <a:pt x="28" y="0"/>
                    </a:cubicBezTo>
                    <a:cubicBezTo>
                      <a:pt x="24" y="1"/>
                      <a:pt x="19" y="1"/>
                      <a:pt x="14" y="1"/>
                    </a:cubicBezTo>
                    <a:cubicBezTo>
                      <a:pt x="9" y="1"/>
                      <a:pt x="4" y="1"/>
                      <a:pt x="0" y="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6" name="Freeform 183"/>
              <p:cNvSpPr>
                <a:spLocks noEditPoints="1"/>
              </p:cNvSpPr>
              <p:nvPr/>
            </p:nvSpPr>
            <p:spPr bwMode="auto">
              <a:xfrm>
                <a:off x="4329113" y="2921000"/>
                <a:ext cx="106363" cy="11112"/>
              </a:xfrm>
              <a:custGeom>
                <a:avLst/>
                <a:gdLst>
                  <a:gd name="T0" fmla="*/ 14 w 28"/>
                  <a:gd name="T1" fmla="*/ 3 h 3"/>
                  <a:gd name="T2" fmla="*/ 0 w 28"/>
                  <a:gd name="T3" fmla="*/ 2 h 3"/>
                  <a:gd name="T4" fmla="*/ 0 w 28"/>
                  <a:gd name="T5" fmla="*/ 2 h 3"/>
                  <a:gd name="T6" fmla="*/ 0 w 28"/>
                  <a:gd name="T7" fmla="*/ 0 h 3"/>
                  <a:gd name="T8" fmla="*/ 0 w 28"/>
                  <a:gd name="T9" fmla="*/ 0 h 3"/>
                  <a:gd name="T10" fmla="*/ 0 w 28"/>
                  <a:gd name="T11" fmla="*/ 0 h 3"/>
                  <a:gd name="T12" fmla="*/ 0 w 28"/>
                  <a:gd name="T13" fmla="*/ 0 h 3"/>
                  <a:gd name="T14" fmla="*/ 0 w 28"/>
                  <a:gd name="T15" fmla="*/ 0 h 3"/>
                  <a:gd name="T16" fmla="*/ 14 w 28"/>
                  <a:gd name="T17" fmla="*/ 1 h 3"/>
                  <a:gd name="T18" fmla="*/ 28 w 28"/>
                  <a:gd name="T19" fmla="*/ 0 h 3"/>
                  <a:gd name="T20" fmla="*/ 28 w 28"/>
                  <a:gd name="T21" fmla="*/ 0 h 3"/>
                  <a:gd name="T22" fmla="*/ 28 w 28"/>
                  <a:gd name="T23" fmla="*/ 0 h 3"/>
                  <a:gd name="T24" fmla="*/ 28 w 28"/>
                  <a:gd name="T25" fmla="*/ 0 h 3"/>
                  <a:gd name="T26" fmla="*/ 28 w 28"/>
                  <a:gd name="T27" fmla="*/ 0 h 3"/>
                  <a:gd name="T28" fmla="*/ 28 w 28"/>
                  <a:gd name="T29" fmla="*/ 2 h 3"/>
                  <a:gd name="T30" fmla="*/ 28 w 28"/>
                  <a:gd name="T31" fmla="*/ 2 h 3"/>
                  <a:gd name="T32" fmla="*/ 14 w 28"/>
                  <a:gd name="T33" fmla="*/ 3 h 3"/>
                  <a:gd name="T34" fmla="*/ 0 w 28"/>
                  <a:gd name="T35" fmla="*/ 1 h 3"/>
                  <a:gd name="T36" fmla="*/ 14 w 28"/>
                  <a:gd name="T37" fmla="*/ 3 h 3"/>
                  <a:gd name="T38" fmla="*/ 28 w 28"/>
                  <a:gd name="T39" fmla="*/ 1 h 3"/>
                  <a:gd name="T40" fmla="*/ 28 w 28"/>
                  <a:gd name="T41" fmla="*/ 0 h 3"/>
                  <a:gd name="T42" fmla="*/ 28 w 28"/>
                  <a:gd name="T43" fmla="*/ 0 h 3"/>
                  <a:gd name="T44" fmla="*/ 28 w 28"/>
                  <a:gd name="T45" fmla="*/ 0 h 3"/>
                  <a:gd name="T46" fmla="*/ 14 w 28"/>
                  <a:gd name="T47" fmla="*/ 1 h 3"/>
                  <a:gd name="T48" fmla="*/ 0 w 28"/>
                  <a:gd name="T49" fmla="*/ 0 h 3"/>
                  <a:gd name="T50" fmla="*/ 0 w 28"/>
                  <a:gd name="T51" fmla="*/ 0 h 3"/>
                  <a:gd name="T52" fmla="*/ 0 w 28"/>
                  <a:gd name="T53" fmla="*/ 0 h 3"/>
                  <a:gd name="T54" fmla="*/ 0 w 28"/>
                  <a:gd name="T5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3">
                    <a:moveTo>
                      <a:pt x="14" y="3"/>
                    </a:moveTo>
                    <a:cubicBezTo>
                      <a:pt x="9" y="3"/>
                      <a:pt x="4" y="2"/>
                      <a:pt x="0" y="2"/>
                    </a:cubicBezTo>
                    <a:cubicBezTo>
                      <a:pt x="0" y="2"/>
                      <a:pt x="0" y="2"/>
                      <a:pt x="0" y="2"/>
                    </a:cubicBezTo>
                    <a:cubicBezTo>
                      <a:pt x="0" y="1"/>
                      <a:pt x="0" y="1"/>
                      <a:pt x="0" y="0"/>
                    </a:cubicBezTo>
                    <a:cubicBezTo>
                      <a:pt x="0" y="0"/>
                      <a:pt x="0" y="0"/>
                      <a:pt x="0" y="0"/>
                    </a:cubicBezTo>
                    <a:cubicBezTo>
                      <a:pt x="0" y="0"/>
                      <a:pt x="0" y="0"/>
                      <a:pt x="0" y="0"/>
                    </a:cubicBezTo>
                    <a:cubicBezTo>
                      <a:pt x="0" y="0"/>
                      <a:pt x="0" y="0"/>
                      <a:pt x="0" y="0"/>
                    </a:cubicBezTo>
                    <a:cubicBezTo>
                      <a:pt x="0" y="0"/>
                      <a:pt x="0" y="0"/>
                      <a:pt x="0" y="0"/>
                    </a:cubicBezTo>
                    <a:cubicBezTo>
                      <a:pt x="4" y="1"/>
                      <a:pt x="9" y="1"/>
                      <a:pt x="14" y="1"/>
                    </a:cubicBezTo>
                    <a:cubicBezTo>
                      <a:pt x="19" y="1"/>
                      <a:pt x="23" y="1"/>
                      <a:pt x="28" y="0"/>
                    </a:cubicBezTo>
                    <a:cubicBezTo>
                      <a:pt x="28" y="0"/>
                      <a:pt x="28" y="0"/>
                      <a:pt x="28" y="0"/>
                    </a:cubicBezTo>
                    <a:cubicBezTo>
                      <a:pt x="28" y="0"/>
                      <a:pt x="28" y="0"/>
                      <a:pt x="28" y="0"/>
                    </a:cubicBezTo>
                    <a:cubicBezTo>
                      <a:pt x="28" y="0"/>
                      <a:pt x="28" y="0"/>
                      <a:pt x="28" y="0"/>
                    </a:cubicBezTo>
                    <a:cubicBezTo>
                      <a:pt x="28" y="0"/>
                      <a:pt x="28" y="0"/>
                      <a:pt x="28" y="0"/>
                    </a:cubicBezTo>
                    <a:cubicBezTo>
                      <a:pt x="28" y="1"/>
                      <a:pt x="28" y="1"/>
                      <a:pt x="28" y="2"/>
                    </a:cubicBezTo>
                    <a:cubicBezTo>
                      <a:pt x="28" y="2"/>
                      <a:pt x="28" y="2"/>
                      <a:pt x="28" y="2"/>
                    </a:cubicBezTo>
                    <a:cubicBezTo>
                      <a:pt x="23" y="2"/>
                      <a:pt x="19" y="3"/>
                      <a:pt x="14" y="3"/>
                    </a:cubicBezTo>
                    <a:close/>
                    <a:moveTo>
                      <a:pt x="0" y="1"/>
                    </a:moveTo>
                    <a:cubicBezTo>
                      <a:pt x="4" y="2"/>
                      <a:pt x="9" y="3"/>
                      <a:pt x="14" y="3"/>
                    </a:cubicBezTo>
                    <a:cubicBezTo>
                      <a:pt x="19" y="3"/>
                      <a:pt x="23" y="2"/>
                      <a:pt x="28" y="1"/>
                    </a:cubicBezTo>
                    <a:cubicBezTo>
                      <a:pt x="28" y="1"/>
                      <a:pt x="28" y="1"/>
                      <a:pt x="28" y="0"/>
                    </a:cubicBezTo>
                    <a:cubicBezTo>
                      <a:pt x="28" y="0"/>
                      <a:pt x="28" y="0"/>
                      <a:pt x="28" y="0"/>
                    </a:cubicBezTo>
                    <a:cubicBezTo>
                      <a:pt x="28" y="0"/>
                      <a:pt x="28" y="0"/>
                      <a:pt x="28" y="0"/>
                    </a:cubicBezTo>
                    <a:cubicBezTo>
                      <a:pt x="23" y="1"/>
                      <a:pt x="19" y="1"/>
                      <a:pt x="14" y="1"/>
                    </a:cubicBezTo>
                    <a:cubicBezTo>
                      <a:pt x="9" y="1"/>
                      <a:pt x="4" y="1"/>
                      <a:pt x="0" y="0"/>
                    </a:cubicBezTo>
                    <a:cubicBezTo>
                      <a:pt x="0" y="0"/>
                      <a:pt x="0" y="0"/>
                      <a:pt x="0" y="0"/>
                    </a:cubicBezTo>
                    <a:cubicBezTo>
                      <a:pt x="0" y="0"/>
                      <a:pt x="0" y="0"/>
                      <a:pt x="0" y="0"/>
                    </a:cubicBezTo>
                    <a:cubicBezTo>
                      <a:pt x="0" y="1"/>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7" name="Freeform 184"/>
              <p:cNvSpPr>
                <a:spLocks/>
              </p:cNvSpPr>
              <p:nvPr/>
            </p:nvSpPr>
            <p:spPr bwMode="auto">
              <a:xfrm>
                <a:off x="4337050" y="2943225"/>
                <a:ext cx="90488" cy="11112"/>
              </a:xfrm>
              <a:custGeom>
                <a:avLst/>
                <a:gdLst>
                  <a:gd name="T0" fmla="*/ 24 w 24"/>
                  <a:gd name="T1" fmla="*/ 1 h 3"/>
                  <a:gd name="T2" fmla="*/ 23 w 24"/>
                  <a:gd name="T3" fmla="*/ 2 h 3"/>
                  <a:gd name="T4" fmla="*/ 22 w 24"/>
                  <a:gd name="T5" fmla="*/ 2 h 3"/>
                  <a:gd name="T6" fmla="*/ 12 w 24"/>
                  <a:gd name="T7" fmla="*/ 3 h 3"/>
                  <a:gd name="T8" fmla="*/ 2 w 24"/>
                  <a:gd name="T9" fmla="*/ 2 h 3"/>
                  <a:gd name="T10" fmla="*/ 1 w 24"/>
                  <a:gd name="T11" fmla="*/ 2 h 3"/>
                  <a:gd name="T12" fmla="*/ 0 w 24"/>
                  <a:gd name="T13" fmla="*/ 1 h 3"/>
                  <a:gd name="T14" fmla="*/ 1 w 24"/>
                  <a:gd name="T15" fmla="*/ 0 h 3"/>
                  <a:gd name="T16" fmla="*/ 1 w 24"/>
                  <a:gd name="T17" fmla="*/ 0 h 3"/>
                  <a:gd name="T18" fmla="*/ 12 w 24"/>
                  <a:gd name="T19" fmla="*/ 1 h 3"/>
                  <a:gd name="T20" fmla="*/ 23 w 24"/>
                  <a:gd name="T21" fmla="*/ 0 h 3"/>
                  <a:gd name="T22" fmla="*/ 23 w 24"/>
                  <a:gd name="T23" fmla="*/ 0 h 3"/>
                  <a:gd name="T24" fmla="*/ 24 w 2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
                    <a:moveTo>
                      <a:pt x="24" y="1"/>
                    </a:moveTo>
                    <a:cubicBezTo>
                      <a:pt x="23" y="2"/>
                      <a:pt x="23" y="2"/>
                      <a:pt x="23" y="2"/>
                    </a:cubicBezTo>
                    <a:cubicBezTo>
                      <a:pt x="23" y="2"/>
                      <a:pt x="22" y="2"/>
                      <a:pt x="22" y="2"/>
                    </a:cubicBezTo>
                    <a:cubicBezTo>
                      <a:pt x="19" y="2"/>
                      <a:pt x="16" y="3"/>
                      <a:pt x="12" y="3"/>
                    </a:cubicBezTo>
                    <a:cubicBezTo>
                      <a:pt x="9" y="3"/>
                      <a:pt x="5" y="2"/>
                      <a:pt x="2" y="2"/>
                    </a:cubicBezTo>
                    <a:cubicBezTo>
                      <a:pt x="2" y="2"/>
                      <a:pt x="1" y="2"/>
                      <a:pt x="1" y="2"/>
                    </a:cubicBezTo>
                    <a:cubicBezTo>
                      <a:pt x="0" y="1"/>
                      <a:pt x="0" y="1"/>
                      <a:pt x="0" y="1"/>
                    </a:cubicBezTo>
                    <a:cubicBezTo>
                      <a:pt x="0" y="1"/>
                      <a:pt x="1" y="1"/>
                      <a:pt x="1" y="0"/>
                    </a:cubicBezTo>
                    <a:cubicBezTo>
                      <a:pt x="1" y="0"/>
                      <a:pt x="1" y="0"/>
                      <a:pt x="1" y="0"/>
                    </a:cubicBezTo>
                    <a:cubicBezTo>
                      <a:pt x="4" y="1"/>
                      <a:pt x="8" y="1"/>
                      <a:pt x="12" y="1"/>
                    </a:cubicBezTo>
                    <a:cubicBezTo>
                      <a:pt x="16" y="1"/>
                      <a:pt x="20" y="1"/>
                      <a:pt x="23" y="0"/>
                    </a:cubicBezTo>
                    <a:cubicBezTo>
                      <a:pt x="23" y="0"/>
                      <a:pt x="23" y="0"/>
                      <a:pt x="23" y="0"/>
                    </a:cubicBezTo>
                    <a:lnTo>
                      <a:pt x="2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8" name="Freeform 185"/>
              <p:cNvSpPr>
                <a:spLocks noEditPoints="1"/>
              </p:cNvSpPr>
              <p:nvPr/>
            </p:nvSpPr>
            <p:spPr bwMode="auto">
              <a:xfrm>
                <a:off x="4337050" y="2943225"/>
                <a:ext cx="90488" cy="11112"/>
              </a:xfrm>
              <a:custGeom>
                <a:avLst/>
                <a:gdLst>
                  <a:gd name="T0" fmla="*/ 12 w 24"/>
                  <a:gd name="T1" fmla="*/ 3 h 3"/>
                  <a:gd name="T2" fmla="*/ 2 w 24"/>
                  <a:gd name="T3" fmla="*/ 2 h 3"/>
                  <a:gd name="T4" fmla="*/ 1 w 24"/>
                  <a:gd name="T5" fmla="*/ 2 h 3"/>
                  <a:gd name="T6" fmla="*/ 1 w 24"/>
                  <a:gd name="T7" fmla="*/ 2 h 3"/>
                  <a:gd name="T8" fmla="*/ 0 w 24"/>
                  <a:gd name="T9" fmla="*/ 1 h 3"/>
                  <a:gd name="T10" fmla="*/ 0 w 24"/>
                  <a:gd name="T11" fmla="*/ 1 h 3"/>
                  <a:gd name="T12" fmla="*/ 1 w 24"/>
                  <a:gd name="T13" fmla="*/ 0 h 3"/>
                  <a:gd name="T14" fmla="*/ 1 w 24"/>
                  <a:gd name="T15" fmla="*/ 0 h 3"/>
                  <a:gd name="T16" fmla="*/ 1 w 24"/>
                  <a:gd name="T17" fmla="*/ 0 h 3"/>
                  <a:gd name="T18" fmla="*/ 12 w 24"/>
                  <a:gd name="T19" fmla="*/ 1 h 3"/>
                  <a:gd name="T20" fmla="*/ 23 w 24"/>
                  <a:gd name="T21" fmla="*/ 0 h 3"/>
                  <a:gd name="T22" fmla="*/ 23 w 24"/>
                  <a:gd name="T23" fmla="*/ 0 h 3"/>
                  <a:gd name="T24" fmla="*/ 23 w 24"/>
                  <a:gd name="T25" fmla="*/ 0 h 3"/>
                  <a:gd name="T26" fmla="*/ 24 w 24"/>
                  <a:gd name="T27" fmla="*/ 1 h 3"/>
                  <a:gd name="T28" fmla="*/ 24 w 24"/>
                  <a:gd name="T29" fmla="*/ 1 h 3"/>
                  <a:gd name="T30" fmla="*/ 23 w 24"/>
                  <a:gd name="T31" fmla="*/ 2 h 3"/>
                  <a:gd name="T32" fmla="*/ 23 w 24"/>
                  <a:gd name="T33" fmla="*/ 2 h 3"/>
                  <a:gd name="T34" fmla="*/ 22 w 24"/>
                  <a:gd name="T35" fmla="*/ 2 h 3"/>
                  <a:gd name="T36" fmla="*/ 12 w 24"/>
                  <a:gd name="T37" fmla="*/ 3 h 3"/>
                  <a:gd name="T38" fmla="*/ 1 w 24"/>
                  <a:gd name="T39" fmla="*/ 2 h 3"/>
                  <a:gd name="T40" fmla="*/ 2 w 24"/>
                  <a:gd name="T41" fmla="*/ 2 h 3"/>
                  <a:gd name="T42" fmla="*/ 12 w 24"/>
                  <a:gd name="T43" fmla="*/ 3 h 3"/>
                  <a:gd name="T44" fmla="*/ 22 w 24"/>
                  <a:gd name="T45" fmla="*/ 2 h 3"/>
                  <a:gd name="T46" fmla="*/ 23 w 24"/>
                  <a:gd name="T47" fmla="*/ 2 h 3"/>
                  <a:gd name="T48" fmla="*/ 24 w 24"/>
                  <a:gd name="T49" fmla="*/ 1 h 3"/>
                  <a:gd name="T50" fmla="*/ 23 w 24"/>
                  <a:gd name="T51" fmla="*/ 0 h 3"/>
                  <a:gd name="T52" fmla="*/ 23 w 24"/>
                  <a:gd name="T53" fmla="*/ 0 h 3"/>
                  <a:gd name="T54" fmla="*/ 12 w 24"/>
                  <a:gd name="T55" fmla="*/ 1 h 3"/>
                  <a:gd name="T56" fmla="*/ 1 w 24"/>
                  <a:gd name="T57" fmla="*/ 0 h 3"/>
                  <a:gd name="T58" fmla="*/ 0 w 24"/>
                  <a:gd name="T59" fmla="*/ 1 h 3"/>
                  <a:gd name="T60" fmla="*/ 1 w 24"/>
                  <a:gd name="T6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3">
                    <a:moveTo>
                      <a:pt x="12" y="3"/>
                    </a:moveTo>
                    <a:cubicBezTo>
                      <a:pt x="9" y="3"/>
                      <a:pt x="5" y="2"/>
                      <a:pt x="2" y="2"/>
                    </a:cubicBezTo>
                    <a:cubicBezTo>
                      <a:pt x="1" y="2"/>
                      <a:pt x="1" y="2"/>
                      <a:pt x="1" y="2"/>
                    </a:cubicBezTo>
                    <a:cubicBezTo>
                      <a:pt x="1" y="2"/>
                      <a:pt x="1" y="2"/>
                      <a:pt x="1" y="2"/>
                    </a:cubicBezTo>
                    <a:cubicBezTo>
                      <a:pt x="0" y="1"/>
                      <a:pt x="0" y="1"/>
                      <a:pt x="0" y="1"/>
                    </a:cubicBezTo>
                    <a:cubicBezTo>
                      <a:pt x="0" y="1"/>
                      <a:pt x="0" y="1"/>
                      <a:pt x="0" y="1"/>
                    </a:cubicBezTo>
                    <a:cubicBezTo>
                      <a:pt x="0" y="1"/>
                      <a:pt x="1" y="1"/>
                      <a:pt x="1" y="0"/>
                    </a:cubicBezTo>
                    <a:cubicBezTo>
                      <a:pt x="1" y="0"/>
                      <a:pt x="1" y="0"/>
                      <a:pt x="1" y="0"/>
                    </a:cubicBezTo>
                    <a:cubicBezTo>
                      <a:pt x="1" y="0"/>
                      <a:pt x="1" y="0"/>
                      <a:pt x="1" y="0"/>
                    </a:cubicBezTo>
                    <a:cubicBezTo>
                      <a:pt x="5" y="1"/>
                      <a:pt x="8" y="1"/>
                      <a:pt x="12" y="1"/>
                    </a:cubicBezTo>
                    <a:cubicBezTo>
                      <a:pt x="16" y="1"/>
                      <a:pt x="20" y="1"/>
                      <a:pt x="23" y="0"/>
                    </a:cubicBezTo>
                    <a:cubicBezTo>
                      <a:pt x="23" y="0"/>
                      <a:pt x="23" y="0"/>
                      <a:pt x="23" y="0"/>
                    </a:cubicBezTo>
                    <a:cubicBezTo>
                      <a:pt x="23" y="0"/>
                      <a:pt x="23" y="0"/>
                      <a:pt x="23" y="0"/>
                    </a:cubicBezTo>
                    <a:cubicBezTo>
                      <a:pt x="24" y="1"/>
                      <a:pt x="24" y="1"/>
                      <a:pt x="24" y="1"/>
                    </a:cubicBezTo>
                    <a:cubicBezTo>
                      <a:pt x="24" y="1"/>
                      <a:pt x="24" y="1"/>
                      <a:pt x="24" y="1"/>
                    </a:cubicBezTo>
                    <a:cubicBezTo>
                      <a:pt x="23" y="2"/>
                      <a:pt x="23" y="2"/>
                      <a:pt x="23" y="2"/>
                    </a:cubicBezTo>
                    <a:cubicBezTo>
                      <a:pt x="23" y="2"/>
                      <a:pt x="23" y="2"/>
                      <a:pt x="23" y="2"/>
                    </a:cubicBezTo>
                    <a:cubicBezTo>
                      <a:pt x="23" y="2"/>
                      <a:pt x="22" y="2"/>
                      <a:pt x="22" y="2"/>
                    </a:cubicBezTo>
                    <a:cubicBezTo>
                      <a:pt x="19" y="3"/>
                      <a:pt x="16" y="3"/>
                      <a:pt x="12" y="3"/>
                    </a:cubicBezTo>
                    <a:close/>
                    <a:moveTo>
                      <a:pt x="1" y="2"/>
                    </a:moveTo>
                    <a:cubicBezTo>
                      <a:pt x="1" y="2"/>
                      <a:pt x="1" y="2"/>
                      <a:pt x="2" y="2"/>
                    </a:cubicBezTo>
                    <a:cubicBezTo>
                      <a:pt x="5" y="2"/>
                      <a:pt x="9" y="3"/>
                      <a:pt x="12" y="3"/>
                    </a:cubicBezTo>
                    <a:cubicBezTo>
                      <a:pt x="16" y="3"/>
                      <a:pt x="19" y="2"/>
                      <a:pt x="22" y="2"/>
                    </a:cubicBezTo>
                    <a:cubicBezTo>
                      <a:pt x="22" y="2"/>
                      <a:pt x="23" y="2"/>
                      <a:pt x="23" y="2"/>
                    </a:cubicBezTo>
                    <a:cubicBezTo>
                      <a:pt x="24" y="1"/>
                      <a:pt x="24" y="1"/>
                      <a:pt x="24" y="1"/>
                    </a:cubicBezTo>
                    <a:cubicBezTo>
                      <a:pt x="23" y="0"/>
                      <a:pt x="23" y="0"/>
                      <a:pt x="23" y="0"/>
                    </a:cubicBezTo>
                    <a:cubicBezTo>
                      <a:pt x="23" y="0"/>
                      <a:pt x="23" y="0"/>
                      <a:pt x="23" y="0"/>
                    </a:cubicBezTo>
                    <a:cubicBezTo>
                      <a:pt x="20" y="1"/>
                      <a:pt x="16" y="1"/>
                      <a:pt x="12" y="1"/>
                    </a:cubicBezTo>
                    <a:cubicBezTo>
                      <a:pt x="8" y="1"/>
                      <a:pt x="5" y="1"/>
                      <a:pt x="1" y="0"/>
                    </a:cubicBezTo>
                    <a:cubicBezTo>
                      <a:pt x="1" y="1"/>
                      <a:pt x="0" y="1"/>
                      <a:pt x="0" y="1"/>
                    </a:cubicBez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79" name="Freeform 186"/>
              <p:cNvSpPr>
                <a:spLocks noEditPoints="1"/>
              </p:cNvSpPr>
              <p:nvPr/>
            </p:nvSpPr>
            <p:spPr bwMode="auto">
              <a:xfrm>
                <a:off x="4329113" y="2867025"/>
                <a:ext cx="106363" cy="106362"/>
              </a:xfrm>
              <a:custGeom>
                <a:avLst/>
                <a:gdLst>
                  <a:gd name="T0" fmla="*/ 14 w 28"/>
                  <a:gd name="T1" fmla="*/ 0 h 28"/>
                  <a:gd name="T2" fmla="*/ 0 w 28"/>
                  <a:gd name="T3" fmla="*/ 14 h 28"/>
                  <a:gd name="T4" fmla="*/ 14 w 28"/>
                  <a:gd name="T5" fmla="*/ 28 h 28"/>
                  <a:gd name="T6" fmla="*/ 25 w 28"/>
                  <a:gd name="T7" fmla="*/ 22 h 28"/>
                  <a:gd name="T8" fmla="*/ 26 w 28"/>
                  <a:gd name="T9" fmla="*/ 21 h 28"/>
                  <a:gd name="T10" fmla="*/ 28 w 28"/>
                  <a:gd name="T11" fmla="*/ 14 h 28"/>
                  <a:gd name="T12" fmla="*/ 14 w 28"/>
                  <a:gd name="T13" fmla="*/ 0 h 28"/>
                  <a:gd name="T14" fmla="*/ 25 w 28"/>
                  <a:gd name="T15" fmla="*/ 20 h 28"/>
                  <a:gd name="T16" fmla="*/ 24 w 28"/>
                  <a:gd name="T17" fmla="*/ 22 h 28"/>
                  <a:gd name="T18" fmla="*/ 14 w 28"/>
                  <a:gd name="T19" fmla="*/ 27 h 28"/>
                  <a:gd name="T20" fmla="*/ 4 w 28"/>
                  <a:gd name="T21" fmla="*/ 22 h 28"/>
                  <a:gd name="T22" fmla="*/ 3 w 28"/>
                  <a:gd name="T23" fmla="*/ 20 h 28"/>
                  <a:gd name="T24" fmla="*/ 1 w 28"/>
                  <a:gd name="T25" fmla="*/ 14 h 28"/>
                  <a:gd name="T26" fmla="*/ 14 w 28"/>
                  <a:gd name="T27" fmla="*/ 1 h 28"/>
                  <a:gd name="T28" fmla="*/ 27 w 28"/>
                  <a:gd name="T29" fmla="*/ 14 h 28"/>
                  <a:gd name="T30" fmla="*/ 25 w 28"/>
                  <a:gd name="T3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28">
                    <a:moveTo>
                      <a:pt x="14" y="0"/>
                    </a:moveTo>
                    <a:cubicBezTo>
                      <a:pt x="6" y="0"/>
                      <a:pt x="0" y="6"/>
                      <a:pt x="0" y="14"/>
                    </a:cubicBezTo>
                    <a:cubicBezTo>
                      <a:pt x="0" y="22"/>
                      <a:pt x="6" y="28"/>
                      <a:pt x="14" y="28"/>
                    </a:cubicBezTo>
                    <a:cubicBezTo>
                      <a:pt x="19" y="28"/>
                      <a:pt x="23" y="25"/>
                      <a:pt x="25" y="22"/>
                    </a:cubicBezTo>
                    <a:cubicBezTo>
                      <a:pt x="26" y="21"/>
                      <a:pt x="26" y="21"/>
                      <a:pt x="26" y="21"/>
                    </a:cubicBezTo>
                    <a:cubicBezTo>
                      <a:pt x="27" y="19"/>
                      <a:pt x="28" y="17"/>
                      <a:pt x="28" y="14"/>
                    </a:cubicBezTo>
                    <a:cubicBezTo>
                      <a:pt x="28" y="6"/>
                      <a:pt x="22" y="0"/>
                      <a:pt x="14" y="0"/>
                    </a:cubicBezTo>
                    <a:close/>
                    <a:moveTo>
                      <a:pt x="25" y="20"/>
                    </a:moveTo>
                    <a:cubicBezTo>
                      <a:pt x="25" y="21"/>
                      <a:pt x="24" y="22"/>
                      <a:pt x="24" y="22"/>
                    </a:cubicBezTo>
                    <a:cubicBezTo>
                      <a:pt x="21" y="25"/>
                      <a:pt x="18" y="27"/>
                      <a:pt x="14" y="27"/>
                    </a:cubicBezTo>
                    <a:cubicBezTo>
                      <a:pt x="10" y="27"/>
                      <a:pt x="6" y="25"/>
                      <a:pt x="4" y="22"/>
                    </a:cubicBezTo>
                    <a:cubicBezTo>
                      <a:pt x="4" y="21"/>
                      <a:pt x="3" y="21"/>
                      <a:pt x="3" y="20"/>
                    </a:cubicBezTo>
                    <a:cubicBezTo>
                      <a:pt x="2" y="18"/>
                      <a:pt x="1" y="16"/>
                      <a:pt x="1" y="14"/>
                    </a:cubicBezTo>
                    <a:cubicBezTo>
                      <a:pt x="1" y="7"/>
                      <a:pt x="7" y="1"/>
                      <a:pt x="14" y="1"/>
                    </a:cubicBezTo>
                    <a:cubicBezTo>
                      <a:pt x="21" y="1"/>
                      <a:pt x="27" y="7"/>
                      <a:pt x="27" y="14"/>
                    </a:cubicBezTo>
                    <a:cubicBezTo>
                      <a:pt x="27" y="16"/>
                      <a:pt x="26" y="19"/>
                      <a:pt x="25" y="2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0" name="Freeform 187"/>
              <p:cNvSpPr>
                <a:spLocks noEditPoints="1"/>
              </p:cNvSpPr>
              <p:nvPr/>
            </p:nvSpPr>
            <p:spPr bwMode="auto">
              <a:xfrm>
                <a:off x="4329113" y="2867025"/>
                <a:ext cx="106363" cy="106362"/>
              </a:xfrm>
              <a:custGeom>
                <a:avLst/>
                <a:gdLst>
                  <a:gd name="T0" fmla="*/ 14 w 28"/>
                  <a:gd name="T1" fmla="*/ 0 h 28"/>
                  <a:gd name="T2" fmla="*/ 14 w 28"/>
                  <a:gd name="T3" fmla="*/ 0 h 28"/>
                  <a:gd name="T4" fmla="*/ 0 w 28"/>
                  <a:gd name="T5" fmla="*/ 14 h 28"/>
                  <a:gd name="T6" fmla="*/ 14 w 28"/>
                  <a:gd name="T7" fmla="*/ 28 h 28"/>
                  <a:gd name="T8" fmla="*/ 25 w 28"/>
                  <a:gd name="T9" fmla="*/ 22 h 28"/>
                  <a:gd name="T10" fmla="*/ 25 w 28"/>
                  <a:gd name="T11" fmla="*/ 22 h 28"/>
                  <a:gd name="T12" fmla="*/ 26 w 28"/>
                  <a:gd name="T13" fmla="*/ 21 h 28"/>
                  <a:gd name="T14" fmla="*/ 26 w 28"/>
                  <a:gd name="T15" fmla="*/ 21 h 28"/>
                  <a:gd name="T16" fmla="*/ 28 w 28"/>
                  <a:gd name="T17" fmla="*/ 14 h 28"/>
                  <a:gd name="T18" fmla="*/ 14 w 28"/>
                  <a:gd name="T19" fmla="*/ 0 h 28"/>
                  <a:gd name="T20" fmla="*/ 14 w 28"/>
                  <a:gd name="T21" fmla="*/ 0 h 28"/>
                  <a:gd name="T22" fmla="*/ 14 w 28"/>
                  <a:gd name="T23" fmla="*/ 0 h 28"/>
                  <a:gd name="T24" fmla="*/ 28 w 28"/>
                  <a:gd name="T25" fmla="*/ 14 h 28"/>
                  <a:gd name="T26" fmla="*/ 25 w 28"/>
                  <a:gd name="T27" fmla="*/ 21 h 28"/>
                  <a:gd name="T28" fmla="*/ 26 w 28"/>
                  <a:gd name="T29" fmla="*/ 21 h 28"/>
                  <a:gd name="T30" fmla="*/ 25 w 28"/>
                  <a:gd name="T31" fmla="*/ 21 h 28"/>
                  <a:gd name="T32" fmla="*/ 25 w 28"/>
                  <a:gd name="T33" fmla="*/ 22 h 28"/>
                  <a:gd name="T34" fmla="*/ 25 w 28"/>
                  <a:gd name="T35" fmla="*/ 22 h 28"/>
                  <a:gd name="T36" fmla="*/ 25 w 28"/>
                  <a:gd name="T37" fmla="*/ 22 h 28"/>
                  <a:gd name="T38" fmla="*/ 14 w 28"/>
                  <a:gd name="T39" fmla="*/ 28 h 28"/>
                  <a:gd name="T40" fmla="*/ 0 w 28"/>
                  <a:gd name="T41" fmla="*/ 14 h 28"/>
                  <a:gd name="T42" fmla="*/ 14 w 28"/>
                  <a:gd name="T43" fmla="*/ 0 h 28"/>
                  <a:gd name="T44" fmla="*/ 25 w 28"/>
                  <a:gd name="T45" fmla="*/ 20 h 28"/>
                  <a:gd name="T46" fmla="*/ 25 w 28"/>
                  <a:gd name="T47" fmla="*/ 20 h 28"/>
                  <a:gd name="T48" fmla="*/ 24 w 28"/>
                  <a:gd name="T49" fmla="*/ 22 h 28"/>
                  <a:gd name="T50" fmla="*/ 14 w 28"/>
                  <a:gd name="T51" fmla="*/ 26 h 28"/>
                  <a:gd name="T52" fmla="*/ 4 w 28"/>
                  <a:gd name="T53" fmla="*/ 22 h 28"/>
                  <a:gd name="T54" fmla="*/ 3 w 28"/>
                  <a:gd name="T55" fmla="*/ 20 h 28"/>
                  <a:gd name="T56" fmla="*/ 1 w 28"/>
                  <a:gd name="T57" fmla="*/ 14 h 28"/>
                  <a:gd name="T58" fmla="*/ 14 w 28"/>
                  <a:gd name="T59" fmla="*/ 1 h 28"/>
                  <a:gd name="T60" fmla="*/ 27 w 28"/>
                  <a:gd name="T61" fmla="*/ 14 h 28"/>
                  <a:gd name="T62" fmla="*/ 25 w 28"/>
                  <a:gd name="T63" fmla="*/ 20 h 28"/>
                  <a:gd name="T64" fmla="*/ 25 w 28"/>
                  <a:gd name="T65" fmla="*/ 20 h 28"/>
                  <a:gd name="T66" fmla="*/ 25 w 28"/>
                  <a:gd name="T67" fmla="*/ 21 h 28"/>
                  <a:gd name="T68" fmla="*/ 27 w 28"/>
                  <a:gd name="T69" fmla="*/ 14 h 28"/>
                  <a:gd name="T70" fmla="*/ 14 w 28"/>
                  <a:gd name="T71" fmla="*/ 1 h 28"/>
                  <a:gd name="T72" fmla="*/ 1 w 28"/>
                  <a:gd name="T73" fmla="*/ 14 h 28"/>
                  <a:gd name="T74" fmla="*/ 3 w 28"/>
                  <a:gd name="T75" fmla="*/ 20 h 28"/>
                  <a:gd name="T76" fmla="*/ 4 w 28"/>
                  <a:gd name="T77" fmla="*/ 22 h 28"/>
                  <a:gd name="T78" fmla="*/ 14 w 28"/>
                  <a:gd name="T79" fmla="*/ 27 h 28"/>
                  <a:gd name="T80" fmla="*/ 24 w 28"/>
                  <a:gd name="T81" fmla="*/ 22 h 28"/>
                  <a:gd name="T82" fmla="*/ 25 w 28"/>
                  <a:gd name="T83" fmla="*/ 21 h 28"/>
                  <a:gd name="T84" fmla="*/ 25 w 28"/>
                  <a:gd name="T8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 h="28">
                    <a:moveTo>
                      <a:pt x="14" y="0"/>
                    </a:moveTo>
                    <a:cubicBezTo>
                      <a:pt x="14" y="0"/>
                      <a:pt x="14" y="0"/>
                      <a:pt x="14" y="0"/>
                    </a:cubicBezTo>
                    <a:cubicBezTo>
                      <a:pt x="6" y="0"/>
                      <a:pt x="0" y="6"/>
                      <a:pt x="0" y="14"/>
                    </a:cubicBezTo>
                    <a:cubicBezTo>
                      <a:pt x="0" y="22"/>
                      <a:pt x="6" y="28"/>
                      <a:pt x="14" y="28"/>
                    </a:cubicBezTo>
                    <a:cubicBezTo>
                      <a:pt x="19" y="28"/>
                      <a:pt x="23" y="26"/>
                      <a:pt x="25" y="22"/>
                    </a:cubicBezTo>
                    <a:cubicBezTo>
                      <a:pt x="25" y="22"/>
                      <a:pt x="25" y="22"/>
                      <a:pt x="25" y="22"/>
                    </a:cubicBezTo>
                    <a:cubicBezTo>
                      <a:pt x="26" y="21"/>
                      <a:pt x="26" y="21"/>
                      <a:pt x="26" y="21"/>
                    </a:cubicBezTo>
                    <a:cubicBezTo>
                      <a:pt x="26" y="21"/>
                      <a:pt x="26" y="21"/>
                      <a:pt x="26" y="21"/>
                    </a:cubicBezTo>
                    <a:cubicBezTo>
                      <a:pt x="27" y="19"/>
                      <a:pt x="28" y="17"/>
                      <a:pt x="28" y="14"/>
                    </a:cubicBezTo>
                    <a:cubicBezTo>
                      <a:pt x="28" y="6"/>
                      <a:pt x="22" y="0"/>
                      <a:pt x="14" y="0"/>
                    </a:cubicBezTo>
                    <a:cubicBezTo>
                      <a:pt x="14" y="0"/>
                      <a:pt x="14" y="0"/>
                      <a:pt x="14" y="0"/>
                    </a:cubicBezTo>
                    <a:cubicBezTo>
                      <a:pt x="14" y="0"/>
                      <a:pt x="14" y="0"/>
                      <a:pt x="14" y="0"/>
                    </a:cubicBezTo>
                    <a:cubicBezTo>
                      <a:pt x="21" y="0"/>
                      <a:pt x="28" y="6"/>
                      <a:pt x="28" y="14"/>
                    </a:cubicBezTo>
                    <a:cubicBezTo>
                      <a:pt x="28" y="17"/>
                      <a:pt x="27" y="19"/>
                      <a:pt x="25" y="21"/>
                    </a:cubicBezTo>
                    <a:cubicBezTo>
                      <a:pt x="26" y="21"/>
                      <a:pt x="26" y="21"/>
                      <a:pt x="26" y="21"/>
                    </a:cubicBezTo>
                    <a:cubicBezTo>
                      <a:pt x="25" y="21"/>
                      <a:pt x="25" y="21"/>
                      <a:pt x="25" y="21"/>
                    </a:cubicBezTo>
                    <a:cubicBezTo>
                      <a:pt x="25" y="22"/>
                      <a:pt x="25" y="22"/>
                      <a:pt x="25" y="22"/>
                    </a:cubicBezTo>
                    <a:cubicBezTo>
                      <a:pt x="25" y="22"/>
                      <a:pt x="25" y="22"/>
                      <a:pt x="25" y="22"/>
                    </a:cubicBezTo>
                    <a:cubicBezTo>
                      <a:pt x="25" y="22"/>
                      <a:pt x="25" y="22"/>
                      <a:pt x="25" y="22"/>
                    </a:cubicBezTo>
                    <a:cubicBezTo>
                      <a:pt x="23" y="25"/>
                      <a:pt x="18" y="28"/>
                      <a:pt x="14" y="28"/>
                    </a:cubicBezTo>
                    <a:cubicBezTo>
                      <a:pt x="6" y="28"/>
                      <a:pt x="0" y="21"/>
                      <a:pt x="0" y="14"/>
                    </a:cubicBezTo>
                    <a:cubicBezTo>
                      <a:pt x="0" y="6"/>
                      <a:pt x="6" y="0"/>
                      <a:pt x="14" y="0"/>
                    </a:cubicBezTo>
                    <a:close/>
                    <a:moveTo>
                      <a:pt x="25" y="20"/>
                    </a:moveTo>
                    <a:cubicBezTo>
                      <a:pt x="25" y="20"/>
                      <a:pt x="25" y="20"/>
                      <a:pt x="25" y="20"/>
                    </a:cubicBezTo>
                    <a:cubicBezTo>
                      <a:pt x="24" y="21"/>
                      <a:pt x="24" y="21"/>
                      <a:pt x="24" y="22"/>
                    </a:cubicBezTo>
                    <a:cubicBezTo>
                      <a:pt x="21" y="25"/>
                      <a:pt x="18" y="26"/>
                      <a:pt x="14" y="26"/>
                    </a:cubicBezTo>
                    <a:cubicBezTo>
                      <a:pt x="10" y="26"/>
                      <a:pt x="6" y="25"/>
                      <a:pt x="4" y="22"/>
                    </a:cubicBezTo>
                    <a:cubicBezTo>
                      <a:pt x="4" y="21"/>
                      <a:pt x="3" y="21"/>
                      <a:pt x="3" y="20"/>
                    </a:cubicBezTo>
                    <a:cubicBezTo>
                      <a:pt x="2" y="18"/>
                      <a:pt x="1" y="16"/>
                      <a:pt x="1" y="14"/>
                    </a:cubicBezTo>
                    <a:cubicBezTo>
                      <a:pt x="1" y="7"/>
                      <a:pt x="7" y="1"/>
                      <a:pt x="14" y="1"/>
                    </a:cubicBezTo>
                    <a:cubicBezTo>
                      <a:pt x="21" y="1"/>
                      <a:pt x="27" y="7"/>
                      <a:pt x="27" y="14"/>
                    </a:cubicBezTo>
                    <a:cubicBezTo>
                      <a:pt x="27" y="16"/>
                      <a:pt x="26" y="18"/>
                      <a:pt x="25" y="20"/>
                    </a:cubicBezTo>
                    <a:cubicBezTo>
                      <a:pt x="25" y="20"/>
                      <a:pt x="25" y="20"/>
                      <a:pt x="25" y="20"/>
                    </a:cubicBezTo>
                    <a:cubicBezTo>
                      <a:pt x="25" y="21"/>
                      <a:pt x="25" y="21"/>
                      <a:pt x="25" y="21"/>
                    </a:cubicBezTo>
                    <a:cubicBezTo>
                      <a:pt x="26" y="19"/>
                      <a:pt x="27" y="16"/>
                      <a:pt x="27" y="14"/>
                    </a:cubicBezTo>
                    <a:cubicBezTo>
                      <a:pt x="27" y="7"/>
                      <a:pt x="21" y="1"/>
                      <a:pt x="14" y="1"/>
                    </a:cubicBezTo>
                    <a:cubicBezTo>
                      <a:pt x="7" y="1"/>
                      <a:pt x="1" y="7"/>
                      <a:pt x="1" y="14"/>
                    </a:cubicBezTo>
                    <a:cubicBezTo>
                      <a:pt x="1" y="16"/>
                      <a:pt x="1" y="18"/>
                      <a:pt x="3" y="20"/>
                    </a:cubicBezTo>
                    <a:cubicBezTo>
                      <a:pt x="3" y="21"/>
                      <a:pt x="3" y="22"/>
                      <a:pt x="4" y="22"/>
                    </a:cubicBezTo>
                    <a:cubicBezTo>
                      <a:pt x="6" y="25"/>
                      <a:pt x="10" y="27"/>
                      <a:pt x="14" y="27"/>
                    </a:cubicBezTo>
                    <a:cubicBezTo>
                      <a:pt x="18" y="27"/>
                      <a:pt x="21" y="25"/>
                      <a:pt x="24" y="22"/>
                    </a:cubicBezTo>
                    <a:cubicBezTo>
                      <a:pt x="24" y="22"/>
                      <a:pt x="25" y="21"/>
                      <a:pt x="25" y="21"/>
                    </a:cubicBezTo>
                    <a:lnTo>
                      <a:pt x="2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1" name="Freeform 188"/>
              <p:cNvSpPr>
                <a:spLocks/>
              </p:cNvSpPr>
              <p:nvPr/>
            </p:nvSpPr>
            <p:spPr bwMode="auto">
              <a:xfrm>
                <a:off x="4337050" y="2894013"/>
                <a:ext cx="90488" cy="11112"/>
              </a:xfrm>
              <a:custGeom>
                <a:avLst/>
                <a:gdLst>
                  <a:gd name="T0" fmla="*/ 1 w 24"/>
                  <a:gd name="T1" fmla="*/ 2 h 3"/>
                  <a:gd name="T2" fmla="*/ 12 w 24"/>
                  <a:gd name="T3" fmla="*/ 3 h 3"/>
                  <a:gd name="T4" fmla="*/ 24 w 24"/>
                  <a:gd name="T5" fmla="*/ 2 h 3"/>
                  <a:gd name="T6" fmla="*/ 23 w 24"/>
                  <a:gd name="T7" fmla="*/ 1 h 3"/>
                  <a:gd name="T8" fmla="*/ 12 w 24"/>
                  <a:gd name="T9" fmla="*/ 1 h 3"/>
                  <a:gd name="T10" fmla="*/ 1 w 24"/>
                  <a:gd name="T11" fmla="*/ 0 h 3"/>
                  <a:gd name="T12" fmla="*/ 0 w 24"/>
                  <a:gd name="T13" fmla="*/ 1 h 3"/>
                  <a:gd name="T14" fmla="*/ 1 w 24"/>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
                    <a:moveTo>
                      <a:pt x="1" y="2"/>
                    </a:moveTo>
                    <a:cubicBezTo>
                      <a:pt x="4" y="2"/>
                      <a:pt x="8" y="3"/>
                      <a:pt x="12" y="3"/>
                    </a:cubicBezTo>
                    <a:cubicBezTo>
                      <a:pt x="16" y="3"/>
                      <a:pt x="20" y="2"/>
                      <a:pt x="24" y="2"/>
                    </a:cubicBezTo>
                    <a:cubicBezTo>
                      <a:pt x="24" y="1"/>
                      <a:pt x="23" y="1"/>
                      <a:pt x="23" y="1"/>
                    </a:cubicBezTo>
                    <a:cubicBezTo>
                      <a:pt x="20" y="1"/>
                      <a:pt x="16" y="1"/>
                      <a:pt x="12" y="1"/>
                    </a:cubicBezTo>
                    <a:cubicBezTo>
                      <a:pt x="8" y="1"/>
                      <a:pt x="4" y="1"/>
                      <a:pt x="1" y="0"/>
                    </a:cubicBezTo>
                    <a:cubicBezTo>
                      <a:pt x="1" y="1"/>
                      <a:pt x="0" y="1"/>
                      <a:pt x="0" y="1"/>
                    </a:cubicBez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2" name="Freeform 189"/>
              <p:cNvSpPr>
                <a:spLocks noEditPoints="1"/>
              </p:cNvSpPr>
              <p:nvPr/>
            </p:nvSpPr>
            <p:spPr bwMode="auto">
              <a:xfrm>
                <a:off x="4337050" y="2894013"/>
                <a:ext cx="90488" cy="11112"/>
              </a:xfrm>
              <a:custGeom>
                <a:avLst/>
                <a:gdLst>
                  <a:gd name="T0" fmla="*/ 12 w 24"/>
                  <a:gd name="T1" fmla="*/ 3 h 3"/>
                  <a:gd name="T2" fmla="*/ 1 w 24"/>
                  <a:gd name="T3" fmla="*/ 2 h 3"/>
                  <a:gd name="T4" fmla="*/ 1 w 24"/>
                  <a:gd name="T5" fmla="*/ 2 h 3"/>
                  <a:gd name="T6" fmla="*/ 0 w 24"/>
                  <a:gd name="T7" fmla="*/ 2 h 3"/>
                  <a:gd name="T8" fmla="*/ 0 w 24"/>
                  <a:gd name="T9" fmla="*/ 1 h 3"/>
                  <a:gd name="T10" fmla="*/ 1 w 24"/>
                  <a:gd name="T11" fmla="*/ 0 h 3"/>
                  <a:gd name="T12" fmla="*/ 1 w 24"/>
                  <a:gd name="T13" fmla="*/ 0 h 3"/>
                  <a:gd name="T14" fmla="*/ 12 w 24"/>
                  <a:gd name="T15" fmla="*/ 1 h 3"/>
                  <a:gd name="T16" fmla="*/ 23 w 24"/>
                  <a:gd name="T17" fmla="*/ 0 h 3"/>
                  <a:gd name="T18" fmla="*/ 23 w 24"/>
                  <a:gd name="T19" fmla="*/ 1 h 3"/>
                  <a:gd name="T20" fmla="*/ 24 w 24"/>
                  <a:gd name="T21" fmla="*/ 2 h 3"/>
                  <a:gd name="T22" fmla="*/ 24 w 24"/>
                  <a:gd name="T23" fmla="*/ 2 h 3"/>
                  <a:gd name="T24" fmla="*/ 24 w 24"/>
                  <a:gd name="T25" fmla="*/ 2 h 3"/>
                  <a:gd name="T26" fmla="*/ 12 w 24"/>
                  <a:gd name="T27" fmla="*/ 3 h 3"/>
                  <a:gd name="T28" fmla="*/ 1 w 24"/>
                  <a:gd name="T29" fmla="*/ 2 h 3"/>
                  <a:gd name="T30" fmla="*/ 12 w 24"/>
                  <a:gd name="T31" fmla="*/ 3 h 3"/>
                  <a:gd name="T32" fmla="*/ 24 w 24"/>
                  <a:gd name="T33" fmla="*/ 2 h 3"/>
                  <a:gd name="T34" fmla="*/ 23 w 24"/>
                  <a:gd name="T35" fmla="*/ 1 h 3"/>
                  <a:gd name="T36" fmla="*/ 12 w 24"/>
                  <a:gd name="T37" fmla="*/ 1 h 3"/>
                  <a:gd name="T38" fmla="*/ 1 w 24"/>
                  <a:gd name="T39" fmla="*/ 0 h 3"/>
                  <a:gd name="T40" fmla="*/ 0 w 24"/>
                  <a:gd name="T41" fmla="*/ 1 h 3"/>
                  <a:gd name="T42" fmla="*/ 1 w 24"/>
                  <a:gd name="T4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3">
                    <a:moveTo>
                      <a:pt x="12" y="3"/>
                    </a:moveTo>
                    <a:cubicBezTo>
                      <a:pt x="8" y="3"/>
                      <a:pt x="4" y="3"/>
                      <a:pt x="1" y="2"/>
                    </a:cubicBezTo>
                    <a:cubicBezTo>
                      <a:pt x="1" y="2"/>
                      <a:pt x="1" y="2"/>
                      <a:pt x="1" y="2"/>
                    </a:cubicBezTo>
                    <a:cubicBezTo>
                      <a:pt x="0" y="2"/>
                      <a:pt x="0" y="2"/>
                      <a:pt x="0" y="2"/>
                    </a:cubicBezTo>
                    <a:cubicBezTo>
                      <a:pt x="0" y="1"/>
                      <a:pt x="0" y="1"/>
                      <a:pt x="0" y="1"/>
                    </a:cubicBezTo>
                    <a:cubicBezTo>
                      <a:pt x="0" y="1"/>
                      <a:pt x="1" y="1"/>
                      <a:pt x="1" y="0"/>
                    </a:cubicBezTo>
                    <a:cubicBezTo>
                      <a:pt x="1" y="0"/>
                      <a:pt x="1" y="0"/>
                      <a:pt x="1" y="0"/>
                    </a:cubicBezTo>
                    <a:cubicBezTo>
                      <a:pt x="5" y="1"/>
                      <a:pt x="8" y="1"/>
                      <a:pt x="12" y="1"/>
                    </a:cubicBezTo>
                    <a:cubicBezTo>
                      <a:pt x="16" y="1"/>
                      <a:pt x="20" y="1"/>
                      <a:pt x="23" y="0"/>
                    </a:cubicBezTo>
                    <a:cubicBezTo>
                      <a:pt x="23" y="1"/>
                      <a:pt x="23" y="1"/>
                      <a:pt x="23" y="1"/>
                    </a:cubicBezTo>
                    <a:cubicBezTo>
                      <a:pt x="23" y="1"/>
                      <a:pt x="24" y="1"/>
                      <a:pt x="24" y="2"/>
                    </a:cubicBezTo>
                    <a:cubicBezTo>
                      <a:pt x="24" y="2"/>
                      <a:pt x="24" y="2"/>
                      <a:pt x="24" y="2"/>
                    </a:cubicBezTo>
                    <a:cubicBezTo>
                      <a:pt x="24" y="2"/>
                      <a:pt x="24" y="2"/>
                      <a:pt x="24" y="2"/>
                    </a:cubicBezTo>
                    <a:cubicBezTo>
                      <a:pt x="20" y="3"/>
                      <a:pt x="16" y="3"/>
                      <a:pt x="12" y="3"/>
                    </a:cubicBezTo>
                    <a:close/>
                    <a:moveTo>
                      <a:pt x="1" y="2"/>
                    </a:moveTo>
                    <a:cubicBezTo>
                      <a:pt x="4" y="2"/>
                      <a:pt x="8" y="3"/>
                      <a:pt x="12" y="3"/>
                    </a:cubicBezTo>
                    <a:cubicBezTo>
                      <a:pt x="16" y="3"/>
                      <a:pt x="20" y="2"/>
                      <a:pt x="24" y="2"/>
                    </a:cubicBezTo>
                    <a:cubicBezTo>
                      <a:pt x="24" y="1"/>
                      <a:pt x="23" y="1"/>
                      <a:pt x="23" y="1"/>
                    </a:cubicBezTo>
                    <a:cubicBezTo>
                      <a:pt x="20" y="1"/>
                      <a:pt x="16" y="1"/>
                      <a:pt x="12" y="1"/>
                    </a:cubicBezTo>
                    <a:cubicBezTo>
                      <a:pt x="8" y="1"/>
                      <a:pt x="5" y="1"/>
                      <a:pt x="1" y="0"/>
                    </a:cubicBezTo>
                    <a:cubicBezTo>
                      <a:pt x="0" y="1"/>
                      <a:pt x="0" y="1"/>
                      <a:pt x="0" y="1"/>
                    </a:cubicBez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3" name="Rectangle 190"/>
              <p:cNvSpPr>
                <a:spLocks noChangeArrowheads="1"/>
              </p:cNvSpPr>
              <p:nvPr/>
            </p:nvSpPr>
            <p:spPr bwMode="auto">
              <a:xfrm>
                <a:off x="4378325" y="2867025"/>
                <a:ext cx="7938" cy="10636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4" name="Freeform 191"/>
              <p:cNvSpPr>
                <a:spLocks noEditPoints="1"/>
              </p:cNvSpPr>
              <p:nvPr/>
            </p:nvSpPr>
            <p:spPr bwMode="auto">
              <a:xfrm>
                <a:off x="4378325" y="2867025"/>
                <a:ext cx="7938" cy="106362"/>
              </a:xfrm>
              <a:custGeom>
                <a:avLst/>
                <a:gdLst>
                  <a:gd name="T0" fmla="*/ 5 w 5"/>
                  <a:gd name="T1" fmla="*/ 67 h 67"/>
                  <a:gd name="T2" fmla="*/ 0 w 5"/>
                  <a:gd name="T3" fmla="*/ 67 h 67"/>
                  <a:gd name="T4" fmla="*/ 0 w 5"/>
                  <a:gd name="T5" fmla="*/ 0 h 67"/>
                  <a:gd name="T6" fmla="*/ 5 w 5"/>
                  <a:gd name="T7" fmla="*/ 0 h 67"/>
                  <a:gd name="T8" fmla="*/ 5 w 5"/>
                  <a:gd name="T9" fmla="*/ 67 h 67"/>
                  <a:gd name="T10" fmla="*/ 0 w 5"/>
                  <a:gd name="T11" fmla="*/ 67 h 67"/>
                  <a:gd name="T12" fmla="*/ 5 w 5"/>
                  <a:gd name="T13" fmla="*/ 67 h 67"/>
                  <a:gd name="T14" fmla="*/ 5 w 5"/>
                  <a:gd name="T15" fmla="*/ 0 h 67"/>
                  <a:gd name="T16" fmla="*/ 0 w 5"/>
                  <a:gd name="T17" fmla="*/ 0 h 67"/>
                  <a:gd name="T18" fmla="*/ 0 w 5"/>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7">
                    <a:moveTo>
                      <a:pt x="5" y="67"/>
                    </a:moveTo>
                    <a:lnTo>
                      <a:pt x="0" y="67"/>
                    </a:lnTo>
                    <a:lnTo>
                      <a:pt x="0" y="0"/>
                    </a:lnTo>
                    <a:lnTo>
                      <a:pt x="5" y="0"/>
                    </a:lnTo>
                    <a:lnTo>
                      <a:pt x="5" y="67"/>
                    </a:lnTo>
                    <a:close/>
                    <a:moveTo>
                      <a:pt x="0" y="67"/>
                    </a:moveTo>
                    <a:lnTo>
                      <a:pt x="5" y="67"/>
                    </a:lnTo>
                    <a:lnTo>
                      <a:pt x="5" y="0"/>
                    </a:lnTo>
                    <a:lnTo>
                      <a:pt x="0" y="0"/>
                    </a:lnTo>
                    <a:lnTo>
                      <a:pt x="0"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5" name="Freeform 192"/>
              <p:cNvSpPr>
                <a:spLocks/>
              </p:cNvSpPr>
              <p:nvPr/>
            </p:nvSpPr>
            <p:spPr bwMode="auto">
              <a:xfrm>
                <a:off x="4337050" y="2886075"/>
                <a:ext cx="90488" cy="7937"/>
              </a:xfrm>
              <a:custGeom>
                <a:avLst/>
                <a:gdLst>
                  <a:gd name="T0" fmla="*/ 1 w 24"/>
                  <a:gd name="T1" fmla="*/ 1 h 2"/>
                  <a:gd name="T2" fmla="*/ 0 w 24"/>
                  <a:gd name="T3" fmla="*/ 2 h 2"/>
                  <a:gd name="T4" fmla="*/ 12 w 24"/>
                  <a:gd name="T5" fmla="*/ 1 h 2"/>
                  <a:gd name="T6" fmla="*/ 24 w 24"/>
                  <a:gd name="T7" fmla="*/ 2 h 2"/>
                  <a:gd name="T8" fmla="*/ 23 w 24"/>
                  <a:gd name="T9" fmla="*/ 1 h 2"/>
                  <a:gd name="T10" fmla="*/ 12 w 24"/>
                  <a:gd name="T11" fmla="*/ 0 h 2"/>
                  <a:gd name="T12" fmla="*/ 1 w 2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4" h="2">
                    <a:moveTo>
                      <a:pt x="1" y="1"/>
                    </a:moveTo>
                    <a:cubicBezTo>
                      <a:pt x="0" y="1"/>
                      <a:pt x="0" y="2"/>
                      <a:pt x="0" y="2"/>
                    </a:cubicBezTo>
                    <a:cubicBezTo>
                      <a:pt x="3" y="2"/>
                      <a:pt x="8" y="1"/>
                      <a:pt x="12" y="1"/>
                    </a:cubicBezTo>
                    <a:cubicBezTo>
                      <a:pt x="16" y="1"/>
                      <a:pt x="20" y="2"/>
                      <a:pt x="24" y="2"/>
                    </a:cubicBezTo>
                    <a:cubicBezTo>
                      <a:pt x="24" y="2"/>
                      <a:pt x="24" y="1"/>
                      <a:pt x="23" y="1"/>
                    </a:cubicBezTo>
                    <a:cubicBezTo>
                      <a:pt x="20" y="0"/>
                      <a:pt x="16" y="0"/>
                      <a:pt x="12" y="0"/>
                    </a:cubicBezTo>
                    <a:cubicBezTo>
                      <a:pt x="8" y="0"/>
                      <a:pt x="4" y="0"/>
                      <a:pt x="1" y="1"/>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6" name="Freeform 193"/>
              <p:cNvSpPr>
                <a:spLocks noEditPoints="1"/>
              </p:cNvSpPr>
              <p:nvPr/>
            </p:nvSpPr>
            <p:spPr bwMode="auto">
              <a:xfrm>
                <a:off x="4337050" y="2886075"/>
                <a:ext cx="90488" cy="7937"/>
              </a:xfrm>
              <a:custGeom>
                <a:avLst/>
                <a:gdLst>
                  <a:gd name="T0" fmla="*/ 24 w 24"/>
                  <a:gd name="T1" fmla="*/ 2 h 2"/>
                  <a:gd name="T2" fmla="*/ 24 w 24"/>
                  <a:gd name="T3" fmla="*/ 2 h 2"/>
                  <a:gd name="T4" fmla="*/ 24 w 24"/>
                  <a:gd name="T5" fmla="*/ 2 h 2"/>
                  <a:gd name="T6" fmla="*/ 12 w 24"/>
                  <a:gd name="T7" fmla="*/ 1 h 2"/>
                  <a:gd name="T8" fmla="*/ 0 w 24"/>
                  <a:gd name="T9" fmla="*/ 2 h 2"/>
                  <a:gd name="T10" fmla="*/ 0 w 24"/>
                  <a:gd name="T11" fmla="*/ 2 h 2"/>
                  <a:gd name="T12" fmla="*/ 0 w 24"/>
                  <a:gd name="T13" fmla="*/ 2 h 2"/>
                  <a:gd name="T14" fmla="*/ 1 w 24"/>
                  <a:gd name="T15" fmla="*/ 1 h 2"/>
                  <a:gd name="T16" fmla="*/ 1 w 24"/>
                  <a:gd name="T17" fmla="*/ 1 h 2"/>
                  <a:gd name="T18" fmla="*/ 12 w 24"/>
                  <a:gd name="T19" fmla="*/ 0 h 2"/>
                  <a:gd name="T20" fmla="*/ 23 w 24"/>
                  <a:gd name="T21" fmla="*/ 1 h 2"/>
                  <a:gd name="T22" fmla="*/ 23 w 24"/>
                  <a:gd name="T23" fmla="*/ 1 h 2"/>
                  <a:gd name="T24" fmla="*/ 24 w 24"/>
                  <a:gd name="T25" fmla="*/ 2 h 2"/>
                  <a:gd name="T26" fmla="*/ 24 w 24"/>
                  <a:gd name="T27" fmla="*/ 2 h 2"/>
                  <a:gd name="T28" fmla="*/ 1 w 24"/>
                  <a:gd name="T29" fmla="*/ 1 h 2"/>
                  <a:gd name="T30" fmla="*/ 0 w 24"/>
                  <a:gd name="T31" fmla="*/ 2 h 2"/>
                  <a:gd name="T32" fmla="*/ 12 w 24"/>
                  <a:gd name="T33" fmla="*/ 1 h 2"/>
                  <a:gd name="T34" fmla="*/ 24 w 24"/>
                  <a:gd name="T35" fmla="*/ 2 h 2"/>
                  <a:gd name="T36" fmla="*/ 23 w 24"/>
                  <a:gd name="T37" fmla="*/ 1 h 2"/>
                  <a:gd name="T38" fmla="*/ 12 w 24"/>
                  <a:gd name="T39" fmla="*/ 0 h 2"/>
                  <a:gd name="T40" fmla="*/ 1 w 24"/>
                  <a:gd name="T4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
                    <a:moveTo>
                      <a:pt x="24" y="2"/>
                    </a:moveTo>
                    <a:cubicBezTo>
                      <a:pt x="24" y="2"/>
                      <a:pt x="24" y="2"/>
                      <a:pt x="24" y="2"/>
                    </a:cubicBezTo>
                    <a:cubicBezTo>
                      <a:pt x="24" y="2"/>
                      <a:pt x="24" y="2"/>
                      <a:pt x="24" y="2"/>
                    </a:cubicBezTo>
                    <a:cubicBezTo>
                      <a:pt x="20" y="2"/>
                      <a:pt x="16" y="1"/>
                      <a:pt x="12" y="1"/>
                    </a:cubicBezTo>
                    <a:cubicBezTo>
                      <a:pt x="8" y="1"/>
                      <a:pt x="4" y="2"/>
                      <a:pt x="0" y="2"/>
                    </a:cubicBezTo>
                    <a:cubicBezTo>
                      <a:pt x="0" y="2"/>
                      <a:pt x="0" y="2"/>
                      <a:pt x="0" y="2"/>
                    </a:cubicBezTo>
                    <a:cubicBezTo>
                      <a:pt x="0" y="2"/>
                      <a:pt x="0" y="2"/>
                      <a:pt x="0" y="2"/>
                    </a:cubicBezTo>
                    <a:cubicBezTo>
                      <a:pt x="0" y="2"/>
                      <a:pt x="0" y="1"/>
                      <a:pt x="1" y="1"/>
                    </a:cubicBezTo>
                    <a:cubicBezTo>
                      <a:pt x="1" y="1"/>
                      <a:pt x="1" y="1"/>
                      <a:pt x="1" y="1"/>
                    </a:cubicBezTo>
                    <a:cubicBezTo>
                      <a:pt x="4" y="0"/>
                      <a:pt x="8" y="0"/>
                      <a:pt x="12" y="0"/>
                    </a:cubicBezTo>
                    <a:cubicBezTo>
                      <a:pt x="16" y="0"/>
                      <a:pt x="20" y="0"/>
                      <a:pt x="23" y="1"/>
                    </a:cubicBezTo>
                    <a:cubicBezTo>
                      <a:pt x="23" y="1"/>
                      <a:pt x="23" y="1"/>
                      <a:pt x="23" y="1"/>
                    </a:cubicBezTo>
                    <a:cubicBezTo>
                      <a:pt x="24" y="1"/>
                      <a:pt x="24" y="2"/>
                      <a:pt x="24" y="2"/>
                    </a:cubicBezTo>
                    <a:cubicBezTo>
                      <a:pt x="24" y="2"/>
                      <a:pt x="24" y="2"/>
                      <a:pt x="24" y="2"/>
                    </a:cubicBezTo>
                    <a:close/>
                    <a:moveTo>
                      <a:pt x="1" y="1"/>
                    </a:moveTo>
                    <a:cubicBezTo>
                      <a:pt x="0" y="1"/>
                      <a:pt x="0" y="2"/>
                      <a:pt x="0" y="2"/>
                    </a:cubicBezTo>
                    <a:cubicBezTo>
                      <a:pt x="4" y="2"/>
                      <a:pt x="8" y="1"/>
                      <a:pt x="12" y="1"/>
                    </a:cubicBezTo>
                    <a:cubicBezTo>
                      <a:pt x="16" y="1"/>
                      <a:pt x="20" y="2"/>
                      <a:pt x="24" y="2"/>
                    </a:cubicBezTo>
                    <a:cubicBezTo>
                      <a:pt x="24" y="2"/>
                      <a:pt x="23" y="1"/>
                      <a:pt x="23" y="1"/>
                    </a:cubicBezTo>
                    <a:cubicBezTo>
                      <a:pt x="20" y="0"/>
                      <a:pt x="16" y="0"/>
                      <a:pt x="12" y="0"/>
                    </a:cubicBezTo>
                    <a:cubicBezTo>
                      <a:pt x="8" y="0"/>
                      <a:pt x="4"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7" name="Freeform 194"/>
              <p:cNvSpPr>
                <a:spLocks/>
              </p:cNvSpPr>
              <p:nvPr/>
            </p:nvSpPr>
            <p:spPr bwMode="auto">
              <a:xfrm>
                <a:off x="4329113" y="2909888"/>
                <a:ext cx="106363" cy="11112"/>
              </a:xfrm>
              <a:custGeom>
                <a:avLst/>
                <a:gdLst>
                  <a:gd name="T0" fmla="*/ 28 w 28"/>
                  <a:gd name="T1" fmla="*/ 3 h 3"/>
                  <a:gd name="T2" fmla="*/ 28 w 28"/>
                  <a:gd name="T3" fmla="*/ 3 h 3"/>
                  <a:gd name="T4" fmla="*/ 28 w 28"/>
                  <a:gd name="T5" fmla="*/ 1 h 3"/>
                  <a:gd name="T6" fmla="*/ 14 w 28"/>
                  <a:gd name="T7" fmla="*/ 0 h 3"/>
                  <a:gd name="T8" fmla="*/ 0 w 28"/>
                  <a:gd name="T9" fmla="*/ 1 h 3"/>
                  <a:gd name="T10" fmla="*/ 0 w 28"/>
                  <a:gd name="T11" fmla="*/ 3 h 3"/>
                  <a:gd name="T12" fmla="*/ 0 w 28"/>
                  <a:gd name="T13" fmla="*/ 3 h 3"/>
                  <a:gd name="T14" fmla="*/ 14 w 28"/>
                  <a:gd name="T15" fmla="*/ 2 h 3"/>
                  <a:gd name="T16" fmla="*/ 28 w 28"/>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
                    <a:moveTo>
                      <a:pt x="28" y="3"/>
                    </a:moveTo>
                    <a:cubicBezTo>
                      <a:pt x="28" y="3"/>
                      <a:pt x="28" y="3"/>
                      <a:pt x="28" y="3"/>
                    </a:cubicBezTo>
                    <a:cubicBezTo>
                      <a:pt x="28" y="2"/>
                      <a:pt x="28" y="2"/>
                      <a:pt x="28" y="1"/>
                    </a:cubicBezTo>
                    <a:cubicBezTo>
                      <a:pt x="23" y="1"/>
                      <a:pt x="19" y="0"/>
                      <a:pt x="14" y="0"/>
                    </a:cubicBezTo>
                    <a:cubicBezTo>
                      <a:pt x="9" y="0"/>
                      <a:pt x="4" y="1"/>
                      <a:pt x="0" y="1"/>
                    </a:cubicBezTo>
                    <a:cubicBezTo>
                      <a:pt x="0" y="2"/>
                      <a:pt x="0" y="2"/>
                      <a:pt x="0" y="3"/>
                    </a:cubicBezTo>
                    <a:cubicBezTo>
                      <a:pt x="0" y="3"/>
                      <a:pt x="0" y="3"/>
                      <a:pt x="0" y="3"/>
                    </a:cubicBezTo>
                    <a:cubicBezTo>
                      <a:pt x="4" y="2"/>
                      <a:pt x="9" y="2"/>
                      <a:pt x="14" y="2"/>
                    </a:cubicBezTo>
                    <a:cubicBezTo>
                      <a:pt x="19" y="2"/>
                      <a:pt x="24" y="2"/>
                      <a:pt x="28" y="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8" name="Freeform 195"/>
              <p:cNvSpPr>
                <a:spLocks noEditPoints="1"/>
              </p:cNvSpPr>
              <p:nvPr/>
            </p:nvSpPr>
            <p:spPr bwMode="auto">
              <a:xfrm>
                <a:off x="4329113" y="2909888"/>
                <a:ext cx="106363" cy="11112"/>
              </a:xfrm>
              <a:custGeom>
                <a:avLst/>
                <a:gdLst>
                  <a:gd name="T0" fmla="*/ 28 w 28"/>
                  <a:gd name="T1" fmla="*/ 3 h 3"/>
                  <a:gd name="T2" fmla="*/ 28 w 28"/>
                  <a:gd name="T3" fmla="*/ 3 h 3"/>
                  <a:gd name="T4" fmla="*/ 14 w 28"/>
                  <a:gd name="T5" fmla="*/ 2 h 3"/>
                  <a:gd name="T6" fmla="*/ 0 w 28"/>
                  <a:gd name="T7" fmla="*/ 3 h 3"/>
                  <a:gd name="T8" fmla="*/ 0 w 28"/>
                  <a:gd name="T9" fmla="*/ 3 h 3"/>
                  <a:gd name="T10" fmla="*/ 0 w 28"/>
                  <a:gd name="T11" fmla="*/ 3 h 3"/>
                  <a:gd name="T12" fmla="*/ 0 w 28"/>
                  <a:gd name="T13" fmla="*/ 3 h 3"/>
                  <a:gd name="T14" fmla="*/ 0 w 28"/>
                  <a:gd name="T15" fmla="*/ 3 h 3"/>
                  <a:gd name="T16" fmla="*/ 0 w 28"/>
                  <a:gd name="T17" fmla="*/ 1 h 3"/>
                  <a:gd name="T18" fmla="*/ 0 w 28"/>
                  <a:gd name="T19" fmla="*/ 1 h 3"/>
                  <a:gd name="T20" fmla="*/ 14 w 28"/>
                  <a:gd name="T21" fmla="*/ 0 h 3"/>
                  <a:gd name="T22" fmla="*/ 28 w 28"/>
                  <a:gd name="T23" fmla="*/ 1 h 3"/>
                  <a:gd name="T24" fmla="*/ 28 w 28"/>
                  <a:gd name="T25" fmla="*/ 1 h 3"/>
                  <a:gd name="T26" fmla="*/ 28 w 28"/>
                  <a:gd name="T27" fmla="*/ 3 h 3"/>
                  <a:gd name="T28" fmla="*/ 28 w 28"/>
                  <a:gd name="T29" fmla="*/ 3 h 3"/>
                  <a:gd name="T30" fmla="*/ 28 w 28"/>
                  <a:gd name="T31" fmla="*/ 3 h 3"/>
                  <a:gd name="T32" fmla="*/ 28 w 28"/>
                  <a:gd name="T33" fmla="*/ 3 h 3"/>
                  <a:gd name="T34" fmla="*/ 14 w 28"/>
                  <a:gd name="T35" fmla="*/ 2 h 3"/>
                  <a:gd name="T36" fmla="*/ 28 w 28"/>
                  <a:gd name="T37" fmla="*/ 3 h 3"/>
                  <a:gd name="T38" fmla="*/ 28 w 28"/>
                  <a:gd name="T39" fmla="*/ 3 h 3"/>
                  <a:gd name="T40" fmla="*/ 28 w 28"/>
                  <a:gd name="T41" fmla="*/ 3 h 3"/>
                  <a:gd name="T42" fmla="*/ 28 w 28"/>
                  <a:gd name="T43" fmla="*/ 1 h 3"/>
                  <a:gd name="T44" fmla="*/ 14 w 28"/>
                  <a:gd name="T45" fmla="*/ 0 h 3"/>
                  <a:gd name="T46" fmla="*/ 0 w 28"/>
                  <a:gd name="T47" fmla="*/ 1 h 3"/>
                  <a:gd name="T48" fmla="*/ 0 w 28"/>
                  <a:gd name="T49" fmla="*/ 3 h 3"/>
                  <a:gd name="T50" fmla="*/ 0 w 28"/>
                  <a:gd name="T51" fmla="*/ 3 h 3"/>
                  <a:gd name="T52" fmla="*/ 0 w 28"/>
                  <a:gd name="T53" fmla="*/ 3 h 3"/>
                  <a:gd name="T54" fmla="*/ 14 w 28"/>
                  <a:gd name="T5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3">
                    <a:moveTo>
                      <a:pt x="28" y="3"/>
                    </a:moveTo>
                    <a:cubicBezTo>
                      <a:pt x="28" y="3"/>
                      <a:pt x="28" y="3"/>
                      <a:pt x="28" y="3"/>
                    </a:cubicBezTo>
                    <a:cubicBezTo>
                      <a:pt x="23" y="2"/>
                      <a:pt x="19" y="2"/>
                      <a:pt x="14" y="2"/>
                    </a:cubicBezTo>
                    <a:cubicBezTo>
                      <a:pt x="9" y="2"/>
                      <a:pt x="4" y="2"/>
                      <a:pt x="0" y="3"/>
                    </a:cubicBezTo>
                    <a:cubicBezTo>
                      <a:pt x="0" y="3"/>
                      <a:pt x="0" y="3"/>
                      <a:pt x="0" y="3"/>
                    </a:cubicBezTo>
                    <a:cubicBezTo>
                      <a:pt x="0" y="3"/>
                      <a:pt x="0" y="3"/>
                      <a:pt x="0" y="3"/>
                    </a:cubicBezTo>
                    <a:cubicBezTo>
                      <a:pt x="0" y="3"/>
                      <a:pt x="0" y="3"/>
                      <a:pt x="0" y="3"/>
                    </a:cubicBezTo>
                    <a:cubicBezTo>
                      <a:pt x="0" y="3"/>
                      <a:pt x="0" y="3"/>
                      <a:pt x="0" y="3"/>
                    </a:cubicBezTo>
                    <a:cubicBezTo>
                      <a:pt x="0" y="2"/>
                      <a:pt x="0" y="2"/>
                      <a:pt x="0" y="1"/>
                    </a:cubicBezTo>
                    <a:cubicBezTo>
                      <a:pt x="0" y="1"/>
                      <a:pt x="0" y="1"/>
                      <a:pt x="0" y="1"/>
                    </a:cubicBezTo>
                    <a:cubicBezTo>
                      <a:pt x="4" y="0"/>
                      <a:pt x="9" y="0"/>
                      <a:pt x="14" y="0"/>
                    </a:cubicBezTo>
                    <a:cubicBezTo>
                      <a:pt x="19" y="0"/>
                      <a:pt x="23" y="0"/>
                      <a:pt x="28" y="1"/>
                    </a:cubicBezTo>
                    <a:cubicBezTo>
                      <a:pt x="28" y="1"/>
                      <a:pt x="28" y="1"/>
                      <a:pt x="28" y="1"/>
                    </a:cubicBezTo>
                    <a:cubicBezTo>
                      <a:pt x="28" y="2"/>
                      <a:pt x="28" y="2"/>
                      <a:pt x="28" y="3"/>
                    </a:cubicBezTo>
                    <a:cubicBezTo>
                      <a:pt x="28" y="3"/>
                      <a:pt x="28" y="3"/>
                      <a:pt x="28" y="3"/>
                    </a:cubicBezTo>
                    <a:cubicBezTo>
                      <a:pt x="28" y="3"/>
                      <a:pt x="28" y="3"/>
                      <a:pt x="28" y="3"/>
                    </a:cubicBezTo>
                    <a:cubicBezTo>
                      <a:pt x="28" y="3"/>
                      <a:pt x="28" y="3"/>
                      <a:pt x="28" y="3"/>
                    </a:cubicBezTo>
                    <a:close/>
                    <a:moveTo>
                      <a:pt x="14" y="2"/>
                    </a:moveTo>
                    <a:cubicBezTo>
                      <a:pt x="19" y="2"/>
                      <a:pt x="23" y="2"/>
                      <a:pt x="28" y="3"/>
                    </a:cubicBezTo>
                    <a:cubicBezTo>
                      <a:pt x="28" y="3"/>
                      <a:pt x="28" y="3"/>
                      <a:pt x="28" y="3"/>
                    </a:cubicBezTo>
                    <a:cubicBezTo>
                      <a:pt x="28" y="3"/>
                      <a:pt x="28" y="3"/>
                      <a:pt x="28" y="3"/>
                    </a:cubicBezTo>
                    <a:cubicBezTo>
                      <a:pt x="28" y="2"/>
                      <a:pt x="28" y="2"/>
                      <a:pt x="28" y="1"/>
                    </a:cubicBezTo>
                    <a:cubicBezTo>
                      <a:pt x="23" y="1"/>
                      <a:pt x="19" y="0"/>
                      <a:pt x="14" y="0"/>
                    </a:cubicBezTo>
                    <a:cubicBezTo>
                      <a:pt x="9" y="0"/>
                      <a:pt x="4" y="1"/>
                      <a:pt x="0" y="1"/>
                    </a:cubicBezTo>
                    <a:cubicBezTo>
                      <a:pt x="0" y="2"/>
                      <a:pt x="0" y="2"/>
                      <a:pt x="0" y="3"/>
                    </a:cubicBezTo>
                    <a:cubicBezTo>
                      <a:pt x="0" y="3"/>
                      <a:pt x="0" y="3"/>
                      <a:pt x="0" y="3"/>
                    </a:cubicBezTo>
                    <a:cubicBezTo>
                      <a:pt x="0" y="3"/>
                      <a:pt x="0" y="3"/>
                      <a:pt x="0" y="3"/>
                    </a:cubicBezTo>
                    <a:cubicBezTo>
                      <a:pt x="4" y="2"/>
                      <a:pt x="9" y="2"/>
                      <a:pt x="14"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89" name="Freeform 196"/>
              <p:cNvSpPr>
                <a:spLocks/>
              </p:cNvSpPr>
              <p:nvPr/>
            </p:nvSpPr>
            <p:spPr bwMode="auto">
              <a:xfrm>
                <a:off x="4332288" y="2935288"/>
                <a:ext cx="76200" cy="12700"/>
              </a:xfrm>
              <a:custGeom>
                <a:avLst/>
                <a:gdLst>
                  <a:gd name="T0" fmla="*/ 13 w 20"/>
                  <a:gd name="T1" fmla="*/ 0 h 3"/>
                  <a:gd name="T2" fmla="*/ 0 w 20"/>
                  <a:gd name="T3" fmla="*/ 2 h 3"/>
                  <a:gd name="T4" fmla="*/ 1 w 20"/>
                  <a:gd name="T5" fmla="*/ 3 h 3"/>
                  <a:gd name="T6" fmla="*/ 13 w 20"/>
                  <a:gd name="T7" fmla="*/ 2 h 3"/>
                  <a:gd name="T8" fmla="*/ 19 w 20"/>
                  <a:gd name="T9" fmla="*/ 2 h 3"/>
                  <a:gd name="T10" fmla="*/ 20 w 20"/>
                  <a:gd name="T11" fmla="*/ 1 h 3"/>
                  <a:gd name="T12" fmla="*/ 13 w 20"/>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0" h="3">
                    <a:moveTo>
                      <a:pt x="13" y="0"/>
                    </a:moveTo>
                    <a:cubicBezTo>
                      <a:pt x="8" y="0"/>
                      <a:pt x="4" y="1"/>
                      <a:pt x="0" y="2"/>
                    </a:cubicBezTo>
                    <a:cubicBezTo>
                      <a:pt x="0" y="2"/>
                      <a:pt x="1" y="3"/>
                      <a:pt x="1" y="3"/>
                    </a:cubicBezTo>
                    <a:cubicBezTo>
                      <a:pt x="5" y="2"/>
                      <a:pt x="9" y="2"/>
                      <a:pt x="13" y="2"/>
                    </a:cubicBezTo>
                    <a:cubicBezTo>
                      <a:pt x="15" y="2"/>
                      <a:pt x="17" y="2"/>
                      <a:pt x="19" y="2"/>
                    </a:cubicBezTo>
                    <a:cubicBezTo>
                      <a:pt x="20" y="1"/>
                      <a:pt x="20" y="1"/>
                      <a:pt x="20" y="1"/>
                    </a:cubicBezTo>
                    <a:cubicBezTo>
                      <a:pt x="18" y="1"/>
                      <a:pt x="15" y="0"/>
                      <a:pt x="13" y="0"/>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0" name="Freeform 197"/>
              <p:cNvSpPr>
                <a:spLocks noEditPoints="1"/>
              </p:cNvSpPr>
              <p:nvPr/>
            </p:nvSpPr>
            <p:spPr bwMode="auto">
              <a:xfrm>
                <a:off x="4332288" y="2935288"/>
                <a:ext cx="76200" cy="12700"/>
              </a:xfrm>
              <a:custGeom>
                <a:avLst/>
                <a:gdLst>
                  <a:gd name="T0" fmla="*/ 1 w 20"/>
                  <a:gd name="T1" fmla="*/ 3 h 3"/>
                  <a:gd name="T2" fmla="*/ 1 w 20"/>
                  <a:gd name="T3" fmla="*/ 3 h 3"/>
                  <a:gd name="T4" fmla="*/ 0 w 20"/>
                  <a:gd name="T5" fmla="*/ 2 h 3"/>
                  <a:gd name="T6" fmla="*/ 0 w 20"/>
                  <a:gd name="T7" fmla="*/ 2 h 3"/>
                  <a:gd name="T8" fmla="*/ 0 w 20"/>
                  <a:gd name="T9" fmla="*/ 1 h 3"/>
                  <a:gd name="T10" fmla="*/ 13 w 20"/>
                  <a:gd name="T11" fmla="*/ 0 h 3"/>
                  <a:gd name="T12" fmla="*/ 20 w 20"/>
                  <a:gd name="T13" fmla="*/ 1 h 3"/>
                  <a:gd name="T14" fmla="*/ 20 w 20"/>
                  <a:gd name="T15" fmla="*/ 1 h 3"/>
                  <a:gd name="T16" fmla="*/ 20 w 20"/>
                  <a:gd name="T17" fmla="*/ 1 h 3"/>
                  <a:gd name="T18" fmla="*/ 19 w 20"/>
                  <a:gd name="T19" fmla="*/ 2 h 3"/>
                  <a:gd name="T20" fmla="*/ 19 w 20"/>
                  <a:gd name="T21" fmla="*/ 2 h 3"/>
                  <a:gd name="T22" fmla="*/ 13 w 20"/>
                  <a:gd name="T23" fmla="*/ 2 h 3"/>
                  <a:gd name="T24" fmla="*/ 1 w 20"/>
                  <a:gd name="T25" fmla="*/ 3 h 3"/>
                  <a:gd name="T26" fmla="*/ 0 w 20"/>
                  <a:gd name="T27" fmla="*/ 2 h 3"/>
                  <a:gd name="T28" fmla="*/ 1 w 20"/>
                  <a:gd name="T29" fmla="*/ 3 h 3"/>
                  <a:gd name="T30" fmla="*/ 13 w 20"/>
                  <a:gd name="T31" fmla="*/ 2 h 3"/>
                  <a:gd name="T32" fmla="*/ 19 w 20"/>
                  <a:gd name="T33" fmla="*/ 2 h 3"/>
                  <a:gd name="T34" fmla="*/ 20 w 20"/>
                  <a:gd name="T35" fmla="*/ 1 h 3"/>
                  <a:gd name="T36" fmla="*/ 13 w 20"/>
                  <a:gd name="T37" fmla="*/ 0 h 3"/>
                  <a:gd name="T38" fmla="*/ 0 w 20"/>
                  <a:gd name="T3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3">
                    <a:moveTo>
                      <a:pt x="1" y="3"/>
                    </a:moveTo>
                    <a:cubicBezTo>
                      <a:pt x="1" y="3"/>
                      <a:pt x="1" y="3"/>
                      <a:pt x="1" y="3"/>
                    </a:cubicBezTo>
                    <a:cubicBezTo>
                      <a:pt x="1" y="3"/>
                      <a:pt x="0" y="2"/>
                      <a:pt x="0" y="2"/>
                    </a:cubicBezTo>
                    <a:cubicBezTo>
                      <a:pt x="0" y="2"/>
                      <a:pt x="0" y="2"/>
                      <a:pt x="0" y="2"/>
                    </a:cubicBezTo>
                    <a:cubicBezTo>
                      <a:pt x="0" y="1"/>
                      <a:pt x="0" y="1"/>
                      <a:pt x="0" y="1"/>
                    </a:cubicBezTo>
                    <a:cubicBezTo>
                      <a:pt x="4" y="1"/>
                      <a:pt x="9" y="0"/>
                      <a:pt x="13" y="0"/>
                    </a:cubicBezTo>
                    <a:cubicBezTo>
                      <a:pt x="15" y="0"/>
                      <a:pt x="18" y="1"/>
                      <a:pt x="20" y="1"/>
                    </a:cubicBezTo>
                    <a:cubicBezTo>
                      <a:pt x="20" y="1"/>
                      <a:pt x="20" y="1"/>
                      <a:pt x="20" y="1"/>
                    </a:cubicBezTo>
                    <a:cubicBezTo>
                      <a:pt x="20" y="1"/>
                      <a:pt x="20" y="1"/>
                      <a:pt x="20" y="1"/>
                    </a:cubicBezTo>
                    <a:cubicBezTo>
                      <a:pt x="19" y="2"/>
                      <a:pt x="19" y="2"/>
                      <a:pt x="19" y="2"/>
                    </a:cubicBezTo>
                    <a:cubicBezTo>
                      <a:pt x="19" y="2"/>
                      <a:pt x="19" y="2"/>
                      <a:pt x="19" y="2"/>
                    </a:cubicBezTo>
                    <a:cubicBezTo>
                      <a:pt x="17" y="2"/>
                      <a:pt x="15" y="2"/>
                      <a:pt x="13" y="2"/>
                    </a:cubicBezTo>
                    <a:cubicBezTo>
                      <a:pt x="9" y="2"/>
                      <a:pt x="5" y="2"/>
                      <a:pt x="1" y="3"/>
                    </a:cubicBezTo>
                    <a:close/>
                    <a:moveTo>
                      <a:pt x="0" y="2"/>
                    </a:moveTo>
                    <a:cubicBezTo>
                      <a:pt x="0" y="2"/>
                      <a:pt x="1" y="2"/>
                      <a:pt x="1" y="3"/>
                    </a:cubicBezTo>
                    <a:cubicBezTo>
                      <a:pt x="5" y="2"/>
                      <a:pt x="9" y="2"/>
                      <a:pt x="13" y="2"/>
                    </a:cubicBezTo>
                    <a:cubicBezTo>
                      <a:pt x="15" y="2"/>
                      <a:pt x="17" y="2"/>
                      <a:pt x="19" y="2"/>
                    </a:cubicBezTo>
                    <a:cubicBezTo>
                      <a:pt x="20" y="1"/>
                      <a:pt x="20" y="1"/>
                      <a:pt x="20" y="1"/>
                    </a:cubicBezTo>
                    <a:cubicBezTo>
                      <a:pt x="18" y="1"/>
                      <a:pt x="15" y="0"/>
                      <a:pt x="13" y="0"/>
                    </a:cubicBezTo>
                    <a:cubicBezTo>
                      <a:pt x="9" y="0"/>
                      <a:pt x="4" y="1"/>
                      <a:pt x="0"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1" name="Freeform 198"/>
              <p:cNvSpPr>
                <a:spLocks/>
              </p:cNvSpPr>
              <p:nvPr/>
            </p:nvSpPr>
            <p:spPr bwMode="auto">
              <a:xfrm>
                <a:off x="4332288" y="2894013"/>
                <a:ext cx="95250" cy="57150"/>
              </a:xfrm>
              <a:custGeom>
                <a:avLst/>
                <a:gdLst>
                  <a:gd name="T0" fmla="*/ 15 w 25"/>
                  <a:gd name="T1" fmla="*/ 5 h 15"/>
                  <a:gd name="T2" fmla="*/ 1 w 25"/>
                  <a:gd name="T3" fmla="*/ 0 h 15"/>
                  <a:gd name="T4" fmla="*/ 0 w 25"/>
                  <a:gd name="T5" fmla="*/ 2 h 15"/>
                  <a:gd name="T6" fmla="*/ 14 w 25"/>
                  <a:gd name="T7" fmla="*/ 7 h 15"/>
                  <a:gd name="T8" fmla="*/ 24 w 25"/>
                  <a:gd name="T9" fmla="*/ 15 h 15"/>
                  <a:gd name="T10" fmla="*/ 25 w 25"/>
                  <a:gd name="T11" fmla="*/ 13 h 15"/>
                  <a:gd name="T12" fmla="*/ 15 w 25"/>
                  <a:gd name="T13" fmla="*/ 5 h 15"/>
                </a:gdLst>
                <a:ahLst/>
                <a:cxnLst>
                  <a:cxn ang="0">
                    <a:pos x="T0" y="T1"/>
                  </a:cxn>
                  <a:cxn ang="0">
                    <a:pos x="T2" y="T3"/>
                  </a:cxn>
                  <a:cxn ang="0">
                    <a:pos x="T4" y="T5"/>
                  </a:cxn>
                  <a:cxn ang="0">
                    <a:pos x="T6" y="T7"/>
                  </a:cxn>
                  <a:cxn ang="0">
                    <a:pos x="T8" y="T9"/>
                  </a:cxn>
                  <a:cxn ang="0">
                    <a:pos x="T10" y="T11"/>
                  </a:cxn>
                  <a:cxn ang="0">
                    <a:pos x="T12" y="T13"/>
                  </a:cxn>
                </a:cxnLst>
                <a:rect l="0" t="0" r="r" b="b"/>
                <a:pathLst>
                  <a:path w="25" h="15">
                    <a:moveTo>
                      <a:pt x="15" y="5"/>
                    </a:moveTo>
                    <a:cubicBezTo>
                      <a:pt x="10" y="2"/>
                      <a:pt x="5" y="0"/>
                      <a:pt x="1" y="0"/>
                    </a:cubicBezTo>
                    <a:cubicBezTo>
                      <a:pt x="1" y="0"/>
                      <a:pt x="0" y="1"/>
                      <a:pt x="0" y="2"/>
                    </a:cubicBezTo>
                    <a:cubicBezTo>
                      <a:pt x="4" y="2"/>
                      <a:pt x="9" y="4"/>
                      <a:pt x="14" y="7"/>
                    </a:cubicBezTo>
                    <a:cubicBezTo>
                      <a:pt x="18" y="10"/>
                      <a:pt x="21" y="13"/>
                      <a:pt x="24" y="15"/>
                    </a:cubicBezTo>
                    <a:cubicBezTo>
                      <a:pt x="24" y="15"/>
                      <a:pt x="25" y="14"/>
                      <a:pt x="25" y="13"/>
                    </a:cubicBezTo>
                    <a:cubicBezTo>
                      <a:pt x="23" y="11"/>
                      <a:pt x="19" y="8"/>
                      <a:pt x="15" y="5"/>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2" name="Freeform 199"/>
              <p:cNvSpPr>
                <a:spLocks noEditPoints="1"/>
              </p:cNvSpPr>
              <p:nvPr/>
            </p:nvSpPr>
            <p:spPr bwMode="auto">
              <a:xfrm>
                <a:off x="4332288" y="2894013"/>
                <a:ext cx="95250" cy="57150"/>
              </a:xfrm>
              <a:custGeom>
                <a:avLst/>
                <a:gdLst>
                  <a:gd name="T0" fmla="*/ 24 w 25"/>
                  <a:gd name="T1" fmla="*/ 15 h 15"/>
                  <a:gd name="T2" fmla="*/ 24 w 25"/>
                  <a:gd name="T3" fmla="*/ 15 h 15"/>
                  <a:gd name="T4" fmla="*/ 14 w 25"/>
                  <a:gd name="T5" fmla="*/ 7 h 15"/>
                  <a:gd name="T6" fmla="*/ 0 w 25"/>
                  <a:gd name="T7" fmla="*/ 2 h 15"/>
                  <a:gd name="T8" fmla="*/ 0 w 25"/>
                  <a:gd name="T9" fmla="*/ 2 h 15"/>
                  <a:gd name="T10" fmla="*/ 0 w 25"/>
                  <a:gd name="T11" fmla="*/ 2 h 15"/>
                  <a:gd name="T12" fmla="*/ 1 w 25"/>
                  <a:gd name="T13" fmla="*/ 0 h 15"/>
                  <a:gd name="T14" fmla="*/ 1 w 25"/>
                  <a:gd name="T15" fmla="*/ 0 h 15"/>
                  <a:gd name="T16" fmla="*/ 15 w 25"/>
                  <a:gd name="T17" fmla="*/ 5 h 15"/>
                  <a:gd name="T18" fmla="*/ 25 w 25"/>
                  <a:gd name="T19" fmla="*/ 13 h 15"/>
                  <a:gd name="T20" fmla="*/ 25 w 25"/>
                  <a:gd name="T21" fmla="*/ 13 h 15"/>
                  <a:gd name="T22" fmla="*/ 24 w 25"/>
                  <a:gd name="T23" fmla="*/ 15 h 15"/>
                  <a:gd name="T24" fmla="*/ 24 w 25"/>
                  <a:gd name="T25" fmla="*/ 15 h 15"/>
                  <a:gd name="T26" fmla="*/ 0 w 25"/>
                  <a:gd name="T27" fmla="*/ 2 h 15"/>
                  <a:gd name="T28" fmla="*/ 14 w 25"/>
                  <a:gd name="T29" fmla="*/ 7 h 15"/>
                  <a:gd name="T30" fmla="*/ 24 w 25"/>
                  <a:gd name="T31" fmla="*/ 15 h 15"/>
                  <a:gd name="T32" fmla="*/ 25 w 25"/>
                  <a:gd name="T33" fmla="*/ 13 h 15"/>
                  <a:gd name="T34" fmla="*/ 15 w 25"/>
                  <a:gd name="T35" fmla="*/ 5 h 15"/>
                  <a:gd name="T36" fmla="*/ 1 w 25"/>
                  <a:gd name="T37" fmla="*/ 0 h 15"/>
                  <a:gd name="T38" fmla="*/ 0 w 25"/>
                  <a:gd name="T3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15">
                    <a:moveTo>
                      <a:pt x="24" y="15"/>
                    </a:moveTo>
                    <a:cubicBezTo>
                      <a:pt x="24" y="15"/>
                      <a:pt x="24" y="15"/>
                      <a:pt x="24" y="15"/>
                    </a:cubicBezTo>
                    <a:cubicBezTo>
                      <a:pt x="21" y="13"/>
                      <a:pt x="18" y="10"/>
                      <a:pt x="14" y="7"/>
                    </a:cubicBezTo>
                    <a:cubicBezTo>
                      <a:pt x="9" y="4"/>
                      <a:pt x="4" y="2"/>
                      <a:pt x="0" y="2"/>
                    </a:cubicBezTo>
                    <a:cubicBezTo>
                      <a:pt x="0" y="2"/>
                      <a:pt x="0" y="2"/>
                      <a:pt x="0" y="2"/>
                    </a:cubicBezTo>
                    <a:cubicBezTo>
                      <a:pt x="0" y="2"/>
                      <a:pt x="0" y="2"/>
                      <a:pt x="0" y="2"/>
                    </a:cubicBezTo>
                    <a:cubicBezTo>
                      <a:pt x="0" y="1"/>
                      <a:pt x="1" y="0"/>
                      <a:pt x="1" y="0"/>
                    </a:cubicBezTo>
                    <a:cubicBezTo>
                      <a:pt x="1" y="0"/>
                      <a:pt x="1" y="0"/>
                      <a:pt x="1" y="0"/>
                    </a:cubicBezTo>
                    <a:cubicBezTo>
                      <a:pt x="5" y="0"/>
                      <a:pt x="10" y="2"/>
                      <a:pt x="15" y="5"/>
                    </a:cubicBezTo>
                    <a:cubicBezTo>
                      <a:pt x="19" y="8"/>
                      <a:pt x="23" y="10"/>
                      <a:pt x="25" y="13"/>
                    </a:cubicBezTo>
                    <a:cubicBezTo>
                      <a:pt x="25" y="13"/>
                      <a:pt x="25" y="13"/>
                      <a:pt x="25" y="13"/>
                    </a:cubicBezTo>
                    <a:cubicBezTo>
                      <a:pt x="25" y="14"/>
                      <a:pt x="24" y="15"/>
                      <a:pt x="24" y="15"/>
                    </a:cubicBezTo>
                    <a:cubicBezTo>
                      <a:pt x="24" y="15"/>
                      <a:pt x="24" y="15"/>
                      <a:pt x="24" y="15"/>
                    </a:cubicBezTo>
                    <a:close/>
                    <a:moveTo>
                      <a:pt x="0" y="2"/>
                    </a:moveTo>
                    <a:cubicBezTo>
                      <a:pt x="4" y="2"/>
                      <a:pt x="9" y="4"/>
                      <a:pt x="14" y="7"/>
                    </a:cubicBezTo>
                    <a:cubicBezTo>
                      <a:pt x="18" y="10"/>
                      <a:pt x="21" y="13"/>
                      <a:pt x="24" y="15"/>
                    </a:cubicBezTo>
                    <a:cubicBezTo>
                      <a:pt x="24" y="15"/>
                      <a:pt x="25" y="14"/>
                      <a:pt x="25" y="13"/>
                    </a:cubicBezTo>
                    <a:cubicBezTo>
                      <a:pt x="23" y="10"/>
                      <a:pt x="19" y="8"/>
                      <a:pt x="15" y="5"/>
                    </a:cubicBezTo>
                    <a:cubicBezTo>
                      <a:pt x="10" y="2"/>
                      <a:pt x="5" y="0"/>
                      <a:pt x="1" y="0"/>
                    </a:cubicBezTo>
                    <a:cubicBezTo>
                      <a:pt x="1" y="0"/>
                      <a:pt x="0" y="1"/>
                      <a:pt x="0"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3" name="Freeform 200"/>
              <p:cNvSpPr>
                <a:spLocks/>
              </p:cNvSpPr>
              <p:nvPr/>
            </p:nvSpPr>
            <p:spPr bwMode="auto">
              <a:xfrm>
                <a:off x="4351338" y="2882900"/>
                <a:ext cx="61913" cy="71437"/>
              </a:xfrm>
              <a:custGeom>
                <a:avLst/>
                <a:gdLst>
                  <a:gd name="T0" fmla="*/ 16 w 16"/>
                  <a:gd name="T1" fmla="*/ 11 h 19"/>
                  <a:gd name="T2" fmla="*/ 8 w 16"/>
                  <a:gd name="T3" fmla="*/ 19 h 19"/>
                  <a:gd name="T4" fmla="*/ 0 w 16"/>
                  <a:gd name="T5" fmla="*/ 11 h 19"/>
                  <a:gd name="T6" fmla="*/ 0 w 16"/>
                  <a:gd name="T7" fmla="*/ 0 h 19"/>
                  <a:gd name="T8" fmla="*/ 16 w 16"/>
                  <a:gd name="T9" fmla="*/ 0 h 19"/>
                  <a:gd name="T10" fmla="*/ 16 w 16"/>
                  <a:gd name="T11" fmla="*/ 11 h 19"/>
                </a:gdLst>
                <a:ahLst/>
                <a:cxnLst>
                  <a:cxn ang="0">
                    <a:pos x="T0" y="T1"/>
                  </a:cxn>
                  <a:cxn ang="0">
                    <a:pos x="T2" y="T3"/>
                  </a:cxn>
                  <a:cxn ang="0">
                    <a:pos x="T4" y="T5"/>
                  </a:cxn>
                  <a:cxn ang="0">
                    <a:pos x="T6" y="T7"/>
                  </a:cxn>
                  <a:cxn ang="0">
                    <a:pos x="T8" y="T9"/>
                  </a:cxn>
                  <a:cxn ang="0">
                    <a:pos x="T10" y="T11"/>
                  </a:cxn>
                </a:cxnLst>
                <a:rect l="0" t="0" r="r" b="b"/>
                <a:pathLst>
                  <a:path w="16" h="19">
                    <a:moveTo>
                      <a:pt x="16" y="11"/>
                    </a:moveTo>
                    <a:cubicBezTo>
                      <a:pt x="16" y="16"/>
                      <a:pt x="13" y="19"/>
                      <a:pt x="8" y="19"/>
                    </a:cubicBezTo>
                    <a:cubicBezTo>
                      <a:pt x="3" y="19"/>
                      <a:pt x="0" y="16"/>
                      <a:pt x="0" y="11"/>
                    </a:cubicBezTo>
                    <a:cubicBezTo>
                      <a:pt x="0" y="0"/>
                      <a:pt x="0" y="0"/>
                      <a:pt x="0" y="0"/>
                    </a:cubicBezTo>
                    <a:cubicBezTo>
                      <a:pt x="16" y="0"/>
                      <a:pt x="16" y="0"/>
                      <a:pt x="16" y="0"/>
                    </a:cubicBezTo>
                    <a:lnTo>
                      <a:pt x="16"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4" name="Freeform 201"/>
              <p:cNvSpPr>
                <a:spLocks/>
              </p:cNvSpPr>
              <p:nvPr/>
            </p:nvSpPr>
            <p:spPr bwMode="auto">
              <a:xfrm>
                <a:off x="4351338" y="2882900"/>
                <a:ext cx="61913" cy="71437"/>
              </a:xfrm>
              <a:custGeom>
                <a:avLst/>
                <a:gdLst>
                  <a:gd name="T0" fmla="*/ 8 w 16"/>
                  <a:gd name="T1" fmla="*/ 19 h 19"/>
                  <a:gd name="T2" fmla="*/ 0 w 16"/>
                  <a:gd name="T3" fmla="*/ 11 h 19"/>
                  <a:gd name="T4" fmla="*/ 0 w 16"/>
                  <a:gd name="T5" fmla="*/ 0 h 19"/>
                  <a:gd name="T6" fmla="*/ 16 w 16"/>
                  <a:gd name="T7" fmla="*/ 0 h 19"/>
                  <a:gd name="T8" fmla="*/ 16 w 16"/>
                  <a:gd name="T9" fmla="*/ 11 h 19"/>
                  <a:gd name="T10" fmla="*/ 8 w 16"/>
                  <a:gd name="T11" fmla="*/ 19 h 19"/>
                </a:gdLst>
                <a:ahLst/>
                <a:cxnLst>
                  <a:cxn ang="0">
                    <a:pos x="T0" y="T1"/>
                  </a:cxn>
                  <a:cxn ang="0">
                    <a:pos x="T2" y="T3"/>
                  </a:cxn>
                  <a:cxn ang="0">
                    <a:pos x="T4" y="T5"/>
                  </a:cxn>
                  <a:cxn ang="0">
                    <a:pos x="T6" y="T7"/>
                  </a:cxn>
                  <a:cxn ang="0">
                    <a:pos x="T8" y="T9"/>
                  </a:cxn>
                  <a:cxn ang="0">
                    <a:pos x="T10" y="T11"/>
                  </a:cxn>
                </a:cxnLst>
                <a:rect l="0" t="0" r="r" b="b"/>
                <a:pathLst>
                  <a:path w="16" h="19">
                    <a:moveTo>
                      <a:pt x="8" y="19"/>
                    </a:moveTo>
                    <a:cubicBezTo>
                      <a:pt x="3" y="19"/>
                      <a:pt x="0" y="16"/>
                      <a:pt x="0" y="11"/>
                    </a:cubicBezTo>
                    <a:cubicBezTo>
                      <a:pt x="0" y="0"/>
                      <a:pt x="0" y="0"/>
                      <a:pt x="0" y="0"/>
                    </a:cubicBezTo>
                    <a:cubicBezTo>
                      <a:pt x="16" y="0"/>
                      <a:pt x="16" y="0"/>
                      <a:pt x="16" y="0"/>
                    </a:cubicBezTo>
                    <a:cubicBezTo>
                      <a:pt x="16" y="11"/>
                      <a:pt x="16" y="11"/>
                      <a:pt x="16" y="11"/>
                    </a:cubicBezTo>
                    <a:cubicBezTo>
                      <a:pt x="16" y="16"/>
                      <a:pt x="12" y="19"/>
                      <a:pt x="8" y="19"/>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5" name="Freeform 202"/>
              <p:cNvSpPr>
                <a:spLocks/>
              </p:cNvSpPr>
              <p:nvPr/>
            </p:nvSpPr>
            <p:spPr bwMode="auto">
              <a:xfrm>
                <a:off x="4362450" y="2897188"/>
                <a:ext cx="34925" cy="46037"/>
              </a:xfrm>
              <a:custGeom>
                <a:avLst/>
                <a:gdLst>
                  <a:gd name="T0" fmla="*/ 5 w 9"/>
                  <a:gd name="T1" fmla="*/ 12 h 12"/>
                  <a:gd name="T2" fmla="*/ 0 w 9"/>
                  <a:gd name="T3" fmla="*/ 7 h 12"/>
                  <a:gd name="T4" fmla="*/ 0 w 9"/>
                  <a:gd name="T5" fmla="*/ 0 h 12"/>
                  <a:gd name="T6" fmla="*/ 9 w 9"/>
                  <a:gd name="T7" fmla="*/ 0 h 12"/>
                  <a:gd name="T8" fmla="*/ 9 w 9"/>
                  <a:gd name="T9" fmla="*/ 7 h 12"/>
                  <a:gd name="T10" fmla="*/ 5 w 9"/>
                  <a:gd name="T11" fmla="*/ 12 h 12"/>
                </a:gdLst>
                <a:ahLst/>
                <a:cxnLst>
                  <a:cxn ang="0">
                    <a:pos x="T0" y="T1"/>
                  </a:cxn>
                  <a:cxn ang="0">
                    <a:pos x="T2" y="T3"/>
                  </a:cxn>
                  <a:cxn ang="0">
                    <a:pos x="T4" y="T5"/>
                  </a:cxn>
                  <a:cxn ang="0">
                    <a:pos x="T6" y="T7"/>
                  </a:cxn>
                  <a:cxn ang="0">
                    <a:pos x="T8" y="T9"/>
                  </a:cxn>
                  <a:cxn ang="0">
                    <a:pos x="T10" y="T11"/>
                  </a:cxn>
                </a:cxnLst>
                <a:rect l="0" t="0" r="r" b="b"/>
                <a:pathLst>
                  <a:path w="9" h="12">
                    <a:moveTo>
                      <a:pt x="5" y="12"/>
                    </a:moveTo>
                    <a:cubicBezTo>
                      <a:pt x="2" y="12"/>
                      <a:pt x="0" y="10"/>
                      <a:pt x="0" y="7"/>
                    </a:cubicBezTo>
                    <a:cubicBezTo>
                      <a:pt x="0" y="0"/>
                      <a:pt x="0" y="0"/>
                      <a:pt x="0" y="0"/>
                    </a:cubicBezTo>
                    <a:cubicBezTo>
                      <a:pt x="9" y="0"/>
                      <a:pt x="9" y="0"/>
                      <a:pt x="9" y="0"/>
                    </a:cubicBezTo>
                    <a:cubicBezTo>
                      <a:pt x="9" y="7"/>
                      <a:pt x="9" y="7"/>
                      <a:pt x="9" y="7"/>
                    </a:cubicBezTo>
                    <a:cubicBezTo>
                      <a:pt x="9" y="10"/>
                      <a:pt x="7" y="12"/>
                      <a:pt x="5"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6" name="Freeform 203"/>
              <p:cNvSpPr>
                <a:spLocks/>
              </p:cNvSpPr>
              <p:nvPr/>
            </p:nvSpPr>
            <p:spPr bwMode="auto">
              <a:xfrm>
                <a:off x="4356100" y="2890838"/>
                <a:ext cx="6350" cy="3175"/>
              </a:xfrm>
              <a:custGeom>
                <a:avLst/>
                <a:gdLst>
                  <a:gd name="T0" fmla="*/ 4 w 4"/>
                  <a:gd name="T1" fmla="*/ 2 h 2"/>
                  <a:gd name="T2" fmla="*/ 0 w 4"/>
                  <a:gd name="T3" fmla="*/ 2 h 2"/>
                  <a:gd name="T4" fmla="*/ 0 w 4"/>
                  <a:gd name="T5" fmla="*/ 0 h 2"/>
                  <a:gd name="T6" fmla="*/ 0 w 4"/>
                  <a:gd name="T7" fmla="*/ 0 h 2"/>
                  <a:gd name="T8" fmla="*/ 4 w 4"/>
                  <a:gd name="T9" fmla="*/ 0 h 2"/>
                  <a:gd name="T10" fmla="*/ 4 w 4"/>
                  <a:gd name="T11" fmla="*/ 0 h 2"/>
                  <a:gd name="T12" fmla="*/ 4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2"/>
                    </a:moveTo>
                    <a:lnTo>
                      <a:pt x="0" y="2"/>
                    </a:lnTo>
                    <a:lnTo>
                      <a:pt x="0" y="0"/>
                    </a:lnTo>
                    <a:lnTo>
                      <a:pt x="0" y="0"/>
                    </a:lnTo>
                    <a:lnTo>
                      <a:pt x="4" y="0"/>
                    </a:lnTo>
                    <a:lnTo>
                      <a:pt x="4" y="0"/>
                    </a:lnTo>
                    <a:lnTo>
                      <a:pt x="4"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97" name="Freeform 204"/>
              <p:cNvSpPr>
                <a:spLocks noEditPoints="1"/>
              </p:cNvSpPr>
              <p:nvPr/>
            </p:nvSpPr>
            <p:spPr bwMode="auto">
              <a:xfrm>
                <a:off x="4356100" y="2890838"/>
                <a:ext cx="6350" cy="3175"/>
              </a:xfrm>
              <a:custGeom>
                <a:avLst/>
                <a:gdLst>
                  <a:gd name="T0" fmla="*/ 4 w 4"/>
                  <a:gd name="T1" fmla="*/ 2 h 2"/>
                  <a:gd name="T2" fmla="*/ 0 w 4"/>
                  <a:gd name="T3" fmla="*/ 2 h 2"/>
                  <a:gd name="T4" fmla="*/ 0 w 4"/>
                  <a:gd name="T5" fmla="*/ 0 h 2"/>
                  <a:gd name="T6" fmla="*/ 0 w 4"/>
                  <a:gd name="T7" fmla="*/ 0 h 2"/>
                  <a:gd name="T8" fmla="*/ 4 w 4"/>
                  <a:gd name="T9" fmla="*/ 0 h 2"/>
                  <a:gd name="T10" fmla="*/ 4 w 4"/>
                  <a:gd name="T11" fmla="*/ 0 h 2"/>
                  <a:gd name="T12" fmla="*/ 4 w 4"/>
                  <a:gd name="T13" fmla="*/ 2 h 2"/>
                  <a:gd name="T14" fmla="*/ 0 w 4"/>
                  <a:gd name="T15" fmla="*/ 0 h 2"/>
                  <a:gd name="T16" fmla="*/ 0 w 4"/>
                  <a:gd name="T17" fmla="*/ 0 h 2"/>
                  <a:gd name="T18" fmla="*/ 0 w 4"/>
                  <a:gd name="T19" fmla="*/ 2 h 2"/>
                  <a:gd name="T20" fmla="*/ 4 w 4"/>
                  <a:gd name="T21" fmla="*/ 2 h 2"/>
                  <a:gd name="T22" fmla="*/ 4 w 4"/>
                  <a:gd name="T23" fmla="*/ 0 h 2"/>
                  <a:gd name="T24" fmla="*/ 4 w 4"/>
                  <a:gd name="T25" fmla="*/ 0 h 2"/>
                  <a:gd name="T26" fmla="*/ 0 w 4"/>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2">
                    <a:moveTo>
                      <a:pt x="4" y="2"/>
                    </a:moveTo>
                    <a:lnTo>
                      <a:pt x="0" y="2"/>
                    </a:lnTo>
                    <a:lnTo>
                      <a:pt x="0" y="0"/>
                    </a:lnTo>
                    <a:lnTo>
                      <a:pt x="0" y="0"/>
                    </a:lnTo>
                    <a:lnTo>
                      <a:pt x="4" y="0"/>
                    </a:lnTo>
                    <a:lnTo>
                      <a:pt x="4" y="0"/>
                    </a:lnTo>
                    <a:lnTo>
                      <a:pt x="4" y="2"/>
                    </a:lnTo>
                    <a:close/>
                    <a:moveTo>
                      <a:pt x="0" y="0"/>
                    </a:moveTo>
                    <a:lnTo>
                      <a:pt x="0" y="0"/>
                    </a:lnTo>
                    <a:lnTo>
                      <a:pt x="0" y="2"/>
                    </a:lnTo>
                    <a:lnTo>
                      <a:pt x="4" y="2"/>
                    </a:lnTo>
                    <a:lnTo>
                      <a:pt x="4" y="0"/>
                    </a:lnTo>
                    <a:lnTo>
                      <a:pt x="4"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206"/>
              <p:cNvSpPr>
                <a:spLocks/>
              </p:cNvSpPr>
              <p:nvPr/>
            </p:nvSpPr>
            <p:spPr bwMode="auto">
              <a:xfrm>
                <a:off x="4356100" y="2897188"/>
                <a:ext cx="6350" cy="0"/>
              </a:xfrm>
              <a:custGeom>
                <a:avLst/>
                <a:gdLst>
                  <a:gd name="T0" fmla="*/ 4 w 4"/>
                  <a:gd name="T1" fmla="*/ 0 w 4"/>
                  <a:gd name="T2" fmla="*/ 0 w 4"/>
                  <a:gd name="T3" fmla="*/ 0 w 4"/>
                  <a:gd name="T4" fmla="*/ 4 w 4"/>
                  <a:gd name="T5" fmla="*/ 4 w 4"/>
                  <a:gd name="T6" fmla="*/ 4 w 4"/>
                </a:gdLst>
                <a:ahLst/>
                <a:cxnLst>
                  <a:cxn ang="0">
                    <a:pos x="T0" y="0"/>
                  </a:cxn>
                  <a:cxn ang="0">
                    <a:pos x="T1" y="0"/>
                  </a:cxn>
                  <a:cxn ang="0">
                    <a:pos x="T2" y="0"/>
                  </a:cxn>
                  <a:cxn ang="0">
                    <a:pos x="T3" y="0"/>
                  </a:cxn>
                  <a:cxn ang="0">
                    <a:pos x="T4" y="0"/>
                  </a:cxn>
                  <a:cxn ang="0">
                    <a:pos x="T5" y="0"/>
                  </a:cxn>
                  <a:cxn ang="0">
                    <a:pos x="T6" y="0"/>
                  </a:cxn>
                </a:cxnLst>
                <a:rect l="0" t="0" r="r" b="b"/>
                <a:pathLst>
                  <a:path w="4">
                    <a:moveTo>
                      <a:pt x="4" y="0"/>
                    </a:moveTo>
                    <a:lnTo>
                      <a:pt x="0" y="0"/>
                    </a:lnTo>
                    <a:lnTo>
                      <a:pt x="0" y="0"/>
                    </a:lnTo>
                    <a:lnTo>
                      <a:pt x="0" y="0"/>
                    </a:lnTo>
                    <a:lnTo>
                      <a:pt x="4" y="0"/>
                    </a:lnTo>
                    <a:lnTo>
                      <a:pt x="4" y="0"/>
                    </a:lnTo>
                    <a:lnTo>
                      <a:pt x="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496" name="Freeform 207"/>
              <p:cNvSpPr>
                <a:spLocks noEditPoints="1"/>
              </p:cNvSpPr>
              <p:nvPr/>
            </p:nvSpPr>
            <p:spPr bwMode="auto">
              <a:xfrm>
                <a:off x="4356100" y="2897188"/>
                <a:ext cx="6350" cy="0"/>
              </a:xfrm>
              <a:custGeom>
                <a:avLst/>
                <a:gdLst>
                  <a:gd name="T0" fmla="*/ 4 w 4"/>
                  <a:gd name="T1" fmla="*/ 0 w 4"/>
                  <a:gd name="T2" fmla="*/ 0 w 4"/>
                  <a:gd name="T3" fmla="*/ 0 w 4"/>
                  <a:gd name="T4" fmla="*/ 4 w 4"/>
                  <a:gd name="T5" fmla="*/ 4 w 4"/>
                  <a:gd name="T6" fmla="*/ 4 w 4"/>
                  <a:gd name="T7" fmla="*/ 0 w 4"/>
                  <a:gd name="T8" fmla="*/ 0 w 4"/>
                  <a:gd name="T9" fmla="*/ 0 w 4"/>
                  <a:gd name="T10" fmla="*/ 4 w 4"/>
                  <a:gd name="T11" fmla="*/ 4 w 4"/>
                  <a:gd name="T12" fmla="*/ 4 w 4"/>
                  <a:gd name="T13"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4">
                    <a:moveTo>
                      <a:pt x="4" y="0"/>
                    </a:moveTo>
                    <a:lnTo>
                      <a:pt x="0" y="0"/>
                    </a:lnTo>
                    <a:lnTo>
                      <a:pt x="0" y="0"/>
                    </a:lnTo>
                    <a:lnTo>
                      <a:pt x="0" y="0"/>
                    </a:lnTo>
                    <a:lnTo>
                      <a:pt x="4" y="0"/>
                    </a:lnTo>
                    <a:lnTo>
                      <a:pt x="4" y="0"/>
                    </a:lnTo>
                    <a:lnTo>
                      <a:pt x="4" y="0"/>
                    </a:lnTo>
                    <a:close/>
                    <a:moveTo>
                      <a:pt x="0" y="0"/>
                    </a:moveTo>
                    <a:lnTo>
                      <a:pt x="0" y="0"/>
                    </a:lnTo>
                    <a:lnTo>
                      <a:pt x="0" y="0"/>
                    </a:lnTo>
                    <a:lnTo>
                      <a:pt x="4" y="0"/>
                    </a:lnTo>
                    <a:lnTo>
                      <a:pt x="4" y="0"/>
                    </a:lnTo>
                    <a:lnTo>
                      <a:pt x="4"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497" name="Freeform 208"/>
              <p:cNvSpPr>
                <a:spLocks/>
              </p:cNvSpPr>
              <p:nvPr/>
            </p:nvSpPr>
            <p:spPr bwMode="auto">
              <a:xfrm>
                <a:off x="4356100" y="2894013"/>
                <a:ext cx="6350" cy="0"/>
              </a:xfrm>
              <a:custGeom>
                <a:avLst/>
                <a:gdLst>
                  <a:gd name="T0" fmla="*/ 4 w 4"/>
                  <a:gd name="T1" fmla="*/ 0 w 4"/>
                  <a:gd name="T2" fmla="*/ 0 w 4"/>
                  <a:gd name="T3" fmla="*/ 0 w 4"/>
                  <a:gd name="T4" fmla="*/ 4 w 4"/>
                  <a:gd name="T5" fmla="*/ 4 w 4"/>
                  <a:gd name="T6" fmla="*/ 4 w 4"/>
                </a:gdLst>
                <a:ahLst/>
                <a:cxnLst>
                  <a:cxn ang="0">
                    <a:pos x="T0" y="0"/>
                  </a:cxn>
                  <a:cxn ang="0">
                    <a:pos x="T1" y="0"/>
                  </a:cxn>
                  <a:cxn ang="0">
                    <a:pos x="T2" y="0"/>
                  </a:cxn>
                  <a:cxn ang="0">
                    <a:pos x="T3" y="0"/>
                  </a:cxn>
                  <a:cxn ang="0">
                    <a:pos x="T4" y="0"/>
                  </a:cxn>
                  <a:cxn ang="0">
                    <a:pos x="T5" y="0"/>
                  </a:cxn>
                  <a:cxn ang="0">
                    <a:pos x="T6" y="0"/>
                  </a:cxn>
                </a:cxnLst>
                <a:rect l="0" t="0" r="r" b="b"/>
                <a:pathLst>
                  <a:path w="4">
                    <a:moveTo>
                      <a:pt x="4" y="0"/>
                    </a:moveTo>
                    <a:lnTo>
                      <a:pt x="0" y="0"/>
                    </a:lnTo>
                    <a:lnTo>
                      <a:pt x="0" y="0"/>
                    </a:lnTo>
                    <a:lnTo>
                      <a:pt x="0" y="0"/>
                    </a:lnTo>
                    <a:lnTo>
                      <a:pt x="4" y="0"/>
                    </a:lnTo>
                    <a:lnTo>
                      <a:pt x="4" y="0"/>
                    </a:lnTo>
                    <a:lnTo>
                      <a:pt x="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498" name="Freeform 209"/>
              <p:cNvSpPr>
                <a:spLocks noEditPoints="1"/>
              </p:cNvSpPr>
              <p:nvPr/>
            </p:nvSpPr>
            <p:spPr bwMode="auto">
              <a:xfrm>
                <a:off x="4356100" y="2894013"/>
                <a:ext cx="6350" cy="0"/>
              </a:xfrm>
              <a:custGeom>
                <a:avLst/>
                <a:gdLst>
                  <a:gd name="T0" fmla="*/ 4 w 4"/>
                  <a:gd name="T1" fmla="*/ 0 w 4"/>
                  <a:gd name="T2" fmla="*/ 0 w 4"/>
                  <a:gd name="T3" fmla="*/ 0 w 4"/>
                  <a:gd name="T4" fmla="*/ 4 w 4"/>
                  <a:gd name="T5" fmla="*/ 4 w 4"/>
                  <a:gd name="T6" fmla="*/ 4 w 4"/>
                  <a:gd name="T7" fmla="*/ 0 w 4"/>
                  <a:gd name="T8" fmla="*/ 0 w 4"/>
                  <a:gd name="T9" fmla="*/ 0 w 4"/>
                  <a:gd name="T10" fmla="*/ 4 w 4"/>
                  <a:gd name="T11" fmla="*/ 4 w 4"/>
                  <a:gd name="T12" fmla="*/ 4 w 4"/>
                  <a:gd name="T13"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4">
                    <a:moveTo>
                      <a:pt x="4" y="0"/>
                    </a:moveTo>
                    <a:lnTo>
                      <a:pt x="0" y="0"/>
                    </a:lnTo>
                    <a:lnTo>
                      <a:pt x="0" y="0"/>
                    </a:lnTo>
                    <a:lnTo>
                      <a:pt x="0" y="0"/>
                    </a:lnTo>
                    <a:lnTo>
                      <a:pt x="4" y="0"/>
                    </a:lnTo>
                    <a:lnTo>
                      <a:pt x="4" y="0"/>
                    </a:lnTo>
                    <a:lnTo>
                      <a:pt x="4" y="0"/>
                    </a:lnTo>
                    <a:close/>
                    <a:moveTo>
                      <a:pt x="0" y="0"/>
                    </a:moveTo>
                    <a:lnTo>
                      <a:pt x="0" y="0"/>
                    </a:lnTo>
                    <a:lnTo>
                      <a:pt x="0" y="0"/>
                    </a:lnTo>
                    <a:lnTo>
                      <a:pt x="4" y="0"/>
                    </a:lnTo>
                    <a:lnTo>
                      <a:pt x="4" y="0"/>
                    </a:lnTo>
                    <a:lnTo>
                      <a:pt x="4"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499" name="Rectangle 210"/>
              <p:cNvSpPr>
                <a:spLocks noChangeArrowheads="1"/>
              </p:cNvSpPr>
              <p:nvPr/>
            </p:nvSpPr>
            <p:spPr bwMode="auto">
              <a:xfrm>
                <a:off x="4356100" y="2894013"/>
                <a:ext cx="6350" cy="3175"/>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0" name="Freeform 211"/>
              <p:cNvSpPr>
                <a:spLocks noEditPoints="1"/>
              </p:cNvSpPr>
              <p:nvPr/>
            </p:nvSpPr>
            <p:spPr bwMode="auto">
              <a:xfrm>
                <a:off x="4356100" y="2894013"/>
                <a:ext cx="6350" cy="3175"/>
              </a:xfrm>
              <a:custGeom>
                <a:avLst/>
                <a:gdLst>
                  <a:gd name="T0" fmla="*/ 4 w 4"/>
                  <a:gd name="T1" fmla="*/ 2 h 2"/>
                  <a:gd name="T2" fmla="*/ 0 w 4"/>
                  <a:gd name="T3" fmla="*/ 2 h 2"/>
                  <a:gd name="T4" fmla="*/ 0 w 4"/>
                  <a:gd name="T5" fmla="*/ 2 h 2"/>
                  <a:gd name="T6" fmla="*/ 0 w 4"/>
                  <a:gd name="T7" fmla="*/ 0 h 2"/>
                  <a:gd name="T8" fmla="*/ 4 w 4"/>
                  <a:gd name="T9" fmla="*/ 0 h 2"/>
                  <a:gd name="T10" fmla="*/ 4 w 4"/>
                  <a:gd name="T11" fmla="*/ 2 h 2"/>
                  <a:gd name="T12" fmla="*/ 0 w 4"/>
                  <a:gd name="T13" fmla="*/ 2 h 2"/>
                  <a:gd name="T14" fmla="*/ 4 w 4"/>
                  <a:gd name="T15" fmla="*/ 2 h 2"/>
                  <a:gd name="T16" fmla="*/ 4 w 4"/>
                  <a:gd name="T17" fmla="*/ 0 h 2"/>
                  <a:gd name="T18" fmla="*/ 0 w 4"/>
                  <a:gd name="T19" fmla="*/ 0 h 2"/>
                  <a:gd name="T20" fmla="*/ 0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4" y="2"/>
                    </a:moveTo>
                    <a:lnTo>
                      <a:pt x="0" y="2"/>
                    </a:lnTo>
                    <a:lnTo>
                      <a:pt x="0" y="2"/>
                    </a:lnTo>
                    <a:lnTo>
                      <a:pt x="0" y="0"/>
                    </a:lnTo>
                    <a:lnTo>
                      <a:pt x="4" y="0"/>
                    </a:lnTo>
                    <a:lnTo>
                      <a:pt x="4" y="2"/>
                    </a:lnTo>
                    <a:close/>
                    <a:moveTo>
                      <a:pt x="0" y="2"/>
                    </a:moveTo>
                    <a:lnTo>
                      <a:pt x="4" y="2"/>
                    </a:lnTo>
                    <a:lnTo>
                      <a:pt x="4"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1" name="Freeform 212"/>
              <p:cNvSpPr>
                <a:spLocks/>
              </p:cNvSpPr>
              <p:nvPr/>
            </p:nvSpPr>
            <p:spPr bwMode="auto">
              <a:xfrm>
                <a:off x="4356100" y="2894013"/>
                <a:ext cx="3175" cy="317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2" name="Freeform 213"/>
              <p:cNvSpPr>
                <a:spLocks noEditPoints="1"/>
              </p:cNvSpPr>
              <p:nvPr/>
            </p:nvSpPr>
            <p:spPr bwMode="auto">
              <a:xfrm>
                <a:off x="4356100" y="2894013"/>
                <a:ext cx="3175" cy="3175"/>
              </a:xfrm>
              <a:custGeom>
                <a:avLst/>
                <a:gdLst>
                  <a:gd name="T0" fmla="*/ 1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1 w 1"/>
                  <a:gd name="T15" fmla="*/ 1 h 1"/>
                  <a:gd name="T16" fmla="*/ 1 w 1"/>
                  <a:gd name="T17" fmla="*/ 0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0" y="1"/>
                      <a:pt x="0" y="1"/>
                      <a:pt x="0" y="1"/>
                    </a:cubicBezTo>
                    <a:cubicBezTo>
                      <a:pt x="0" y="1"/>
                      <a:pt x="0" y="1"/>
                      <a:pt x="0" y="1"/>
                    </a:cubicBezTo>
                    <a:cubicBezTo>
                      <a:pt x="0" y="0"/>
                      <a:pt x="1" y="0"/>
                      <a:pt x="1" y="0"/>
                    </a:cubicBezTo>
                    <a:cubicBezTo>
                      <a:pt x="1" y="0"/>
                      <a:pt x="1" y="0"/>
                      <a:pt x="1" y="0"/>
                    </a:cubicBezTo>
                    <a:cubicBezTo>
                      <a:pt x="1" y="0"/>
                      <a:pt x="1" y="0"/>
                      <a:pt x="1" y="1"/>
                    </a:cubicBezTo>
                    <a:close/>
                    <a:moveTo>
                      <a:pt x="0" y="1"/>
                    </a:moveTo>
                    <a:cubicBezTo>
                      <a:pt x="1" y="1"/>
                      <a:pt x="1" y="1"/>
                      <a:pt x="1" y="1"/>
                    </a:cubicBezTo>
                    <a:cubicBezTo>
                      <a:pt x="1" y="0"/>
                      <a:pt x="1" y="0"/>
                      <a:pt x="1" y="0"/>
                    </a:cubicBezTo>
                    <a:cubicBezTo>
                      <a:pt x="1" y="0"/>
                      <a:pt x="0"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3" name="Freeform 214"/>
              <p:cNvSpPr>
                <a:spLocks/>
              </p:cNvSpPr>
              <p:nvPr/>
            </p:nvSpPr>
            <p:spPr bwMode="auto">
              <a:xfrm>
                <a:off x="4356100" y="2894013"/>
                <a:ext cx="3175" cy="3175"/>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4" name="Freeform 215"/>
              <p:cNvSpPr>
                <a:spLocks noEditPoints="1"/>
              </p:cNvSpPr>
              <p:nvPr/>
            </p:nvSpPr>
            <p:spPr bwMode="auto">
              <a:xfrm>
                <a:off x="4356100" y="2894013"/>
                <a:ext cx="3175" cy="3175"/>
              </a:xfrm>
              <a:custGeom>
                <a:avLst/>
                <a:gdLst>
                  <a:gd name="T0" fmla="*/ 2 w 2"/>
                  <a:gd name="T1" fmla="*/ 2 h 2"/>
                  <a:gd name="T2" fmla="*/ 0 w 2"/>
                  <a:gd name="T3" fmla="*/ 2 h 2"/>
                  <a:gd name="T4" fmla="*/ 0 w 2"/>
                  <a:gd name="T5" fmla="*/ 2 h 2"/>
                  <a:gd name="T6" fmla="*/ 2 w 2"/>
                  <a:gd name="T7" fmla="*/ 0 h 2"/>
                  <a:gd name="T8" fmla="*/ 2 w 2"/>
                  <a:gd name="T9" fmla="*/ 0 h 2"/>
                  <a:gd name="T10" fmla="*/ 2 w 2"/>
                  <a:gd name="T11" fmla="*/ 2 h 2"/>
                  <a:gd name="T12" fmla="*/ 2 w 2"/>
                  <a:gd name="T13" fmla="*/ 2 h 2"/>
                  <a:gd name="T14" fmla="*/ 0 w 2"/>
                  <a:gd name="T15" fmla="*/ 2 h 2"/>
                  <a:gd name="T16" fmla="*/ 2 w 2"/>
                  <a:gd name="T17" fmla="*/ 2 h 2"/>
                  <a:gd name="T18" fmla="*/ 2 w 2"/>
                  <a:gd name="T19" fmla="*/ 0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0" y="2"/>
                    </a:lnTo>
                    <a:lnTo>
                      <a:pt x="0" y="2"/>
                    </a:lnTo>
                    <a:lnTo>
                      <a:pt x="2" y="0"/>
                    </a:lnTo>
                    <a:lnTo>
                      <a:pt x="2" y="0"/>
                    </a:lnTo>
                    <a:lnTo>
                      <a:pt x="2" y="2"/>
                    </a:lnTo>
                    <a:lnTo>
                      <a:pt x="2" y="2"/>
                    </a:lnTo>
                    <a:close/>
                    <a:moveTo>
                      <a:pt x="0" y="2"/>
                    </a:moveTo>
                    <a:lnTo>
                      <a:pt x="2" y="2"/>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5" name="Freeform 216"/>
              <p:cNvSpPr>
                <a:spLocks/>
              </p:cNvSpPr>
              <p:nvPr/>
            </p:nvSpPr>
            <p:spPr bwMode="auto">
              <a:xfrm>
                <a:off x="4356100" y="28908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6" name="Freeform 217"/>
              <p:cNvSpPr>
                <a:spLocks noEditPoints="1"/>
              </p:cNvSpPr>
              <p:nvPr/>
            </p:nvSpPr>
            <p:spPr bwMode="auto">
              <a:xfrm>
                <a:off x="4356100" y="28908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7" name="Rectangle 218"/>
              <p:cNvSpPr>
                <a:spLocks noChangeArrowheads="1"/>
              </p:cNvSpPr>
              <p:nvPr/>
            </p:nvSpPr>
            <p:spPr bwMode="auto">
              <a:xfrm>
                <a:off x="4356100" y="2890838"/>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8" name="Freeform 219"/>
              <p:cNvSpPr>
                <a:spLocks noEditPoints="1"/>
              </p:cNvSpPr>
              <p:nvPr/>
            </p:nvSpPr>
            <p:spPr bwMode="auto">
              <a:xfrm>
                <a:off x="4356100" y="28908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09" name="Freeform 220"/>
              <p:cNvSpPr>
                <a:spLocks/>
              </p:cNvSpPr>
              <p:nvPr/>
            </p:nvSpPr>
            <p:spPr bwMode="auto">
              <a:xfrm>
                <a:off x="4356100" y="2886075"/>
                <a:ext cx="3175" cy="4763"/>
              </a:xfrm>
              <a:custGeom>
                <a:avLst/>
                <a:gdLst>
                  <a:gd name="T0" fmla="*/ 2 w 2"/>
                  <a:gd name="T1" fmla="*/ 0 h 3"/>
                  <a:gd name="T2" fmla="*/ 2 w 2"/>
                  <a:gd name="T3" fmla="*/ 0 h 3"/>
                  <a:gd name="T4" fmla="*/ 2 w 2"/>
                  <a:gd name="T5" fmla="*/ 0 h 3"/>
                  <a:gd name="T6" fmla="*/ 2 w 2"/>
                  <a:gd name="T7" fmla="*/ 0 h 3"/>
                  <a:gd name="T8" fmla="*/ 2 w 2"/>
                  <a:gd name="T9" fmla="*/ 3 h 3"/>
                  <a:gd name="T10" fmla="*/ 0 w 2"/>
                  <a:gd name="T11" fmla="*/ 3 h 3"/>
                  <a:gd name="T12" fmla="*/ 0 w 2"/>
                  <a:gd name="T13" fmla="*/ 0 h 3"/>
                  <a:gd name="T14" fmla="*/ 0 w 2"/>
                  <a:gd name="T15" fmla="*/ 0 h 3"/>
                  <a:gd name="T16" fmla="*/ 2 w 2"/>
                  <a:gd name="T17" fmla="*/ 0 h 3"/>
                  <a:gd name="T18" fmla="*/ 2 w 2"/>
                  <a:gd name="T19" fmla="*/ 0 h 3"/>
                  <a:gd name="T20" fmla="*/ 2 w 2"/>
                  <a:gd name="T21" fmla="*/ 0 h 3"/>
                  <a:gd name="T22" fmla="*/ 2 w 2"/>
                  <a:gd name="T23" fmla="*/ 0 h 3"/>
                  <a:gd name="T24" fmla="*/ 2 w 2"/>
                  <a:gd name="T25" fmla="*/ 0 h 3"/>
                  <a:gd name="T26" fmla="*/ 2 w 2"/>
                  <a:gd name="T27" fmla="*/ 0 h 3"/>
                  <a:gd name="T28" fmla="*/ 2 w 2"/>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3">
                    <a:moveTo>
                      <a:pt x="2" y="0"/>
                    </a:moveTo>
                    <a:lnTo>
                      <a:pt x="2" y="0"/>
                    </a:lnTo>
                    <a:lnTo>
                      <a:pt x="2" y="0"/>
                    </a:lnTo>
                    <a:lnTo>
                      <a:pt x="2" y="0"/>
                    </a:lnTo>
                    <a:lnTo>
                      <a:pt x="2" y="3"/>
                    </a:lnTo>
                    <a:lnTo>
                      <a:pt x="0" y="3"/>
                    </a:lnTo>
                    <a:lnTo>
                      <a:pt x="0" y="0"/>
                    </a:lnTo>
                    <a:lnTo>
                      <a:pt x="0" y="0"/>
                    </a:lnTo>
                    <a:lnTo>
                      <a:pt x="2" y="0"/>
                    </a:lnTo>
                    <a:lnTo>
                      <a:pt x="2" y="0"/>
                    </a:lnTo>
                    <a:lnTo>
                      <a:pt x="2" y="0"/>
                    </a:lnTo>
                    <a:lnTo>
                      <a:pt x="2"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0" name="Freeform 221"/>
              <p:cNvSpPr>
                <a:spLocks noEditPoints="1"/>
              </p:cNvSpPr>
              <p:nvPr/>
            </p:nvSpPr>
            <p:spPr bwMode="auto">
              <a:xfrm>
                <a:off x="4356100" y="2886075"/>
                <a:ext cx="3175" cy="4763"/>
              </a:xfrm>
              <a:custGeom>
                <a:avLst/>
                <a:gdLst>
                  <a:gd name="T0" fmla="*/ 2 w 2"/>
                  <a:gd name="T1" fmla="*/ 3 h 3"/>
                  <a:gd name="T2" fmla="*/ 0 w 2"/>
                  <a:gd name="T3" fmla="*/ 3 h 3"/>
                  <a:gd name="T4" fmla="*/ 0 w 2"/>
                  <a:gd name="T5" fmla="*/ 3 h 3"/>
                  <a:gd name="T6" fmla="*/ 0 w 2"/>
                  <a:gd name="T7" fmla="*/ 0 h 3"/>
                  <a:gd name="T8" fmla="*/ 0 w 2"/>
                  <a:gd name="T9" fmla="*/ 0 h 3"/>
                  <a:gd name="T10" fmla="*/ 2 w 2"/>
                  <a:gd name="T11" fmla="*/ 0 h 3"/>
                  <a:gd name="T12" fmla="*/ 2 w 2"/>
                  <a:gd name="T13" fmla="*/ 0 h 3"/>
                  <a:gd name="T14" fmla="*/ 2 w 2"/>
                  <a:gd name="T15" fmla="*/ 0 h 3"/>
                  <a:gd name="T16" fmla="*/ 2 w 2"/>
                  <a:gd name="T17" fmla="*/ 0 h 3"/>
                  <a:gd name="T18" fmla="*/ 2 w 2"/>
                  <a:gd name="T19" fmla="*/ 0 h 3"/>
                  <a:gd name="T20" fmla="*/ 2 w 2"/>
                  <a:gd name="T21" fmla="*/ 0 h 3"/>
                  <a:gd name="T22" fmla="*/ 2 w 2"/>
                  <a:gd name="T23" fmla="*/ 0 h 3"/>
                  <a:gd name="T24" fmla="*/ 2 w 2"/>
                  <a:gd name="T25" fmla="*/ 0 h 3"/>
                  <a:gd name="T26" fmla="*/ 2 w 2"/>
                  <a:gd name="T27" fmla="*/ 0 h 3"/>
                  <a:gd name="T28" fmla="*/ 2 w 2"/>
                  <a:gd name="T29" fmla="*/ 0 h 3"/>
                  <a:gd name="T30" fmla="*/ 2 w 2"/>
                  <a:gd name="T31" fmla="*/ 0 h 3"/>
                  <a:gd name="T32" fmla="*/ 2 w 2"/>
                  <a:gd name="T33" fmla="*/ 0 h 3"/>
                  <a:gd name="T34" fmla="*/ 2 w 2"/>
                  <a:gd name="T35" fmla="*/ 0 h 3"/>
                  <a:gd name="T36" fmla="*/ 2 w 2"/>
                  <a:gd name="T37" fmla="*/ 0 h 3"/>
                  <a:gd name="T38" fmla="*/ 2 w 2"/>
                  <a:gd name="T39" fmla="*/ 3 h 3"/>
                  <a:gd name="T40" fmla="*/ 2 w 2"/>
                  <a:gd name="T41" fmla="*/ 3 h 3"/>
                  <a:gd name="T42" fmla="*/ 0 w 2"/>
                  <a:gd name="T43" fmla="*/ 0 h 3"/>
                  <a:gd name="T44" fmla="*/ 2 w 2"/>
                  <a:gd name="T45" fmla="*/ 0 h 3"/>
                  <a:gd name="T46" fmla="*/ 2 w 2"/>
                  <a:gd name="T47" fmla="*/ 0 h 3"/>
                  <a:gd name="T48" fmla="*/ 2 w 2"/>
                  <a:gd name="T49" fmla="*/ 0 h 3"/>
                  <a:gd name="T50" fmla="*/ 2 w 2"/>
                  <a:gd name="T51" fmla="*/ 0 h 3"/>
                  <a:gd name="T52" fmla="*/ 2 w 2"/>
                  <a:gd name="T53" fmla="*/ 0 h 3"/>
                  <a:gd name="T54" fmla="*/ 2 w 2"/>
                  <a:gd name="T55" fmla="*/ 0 h 3"/>
                  <a:gd name="T56" fmla="*/ 2 w 2"/>
                  <a:gd name="T57" fmla="*/ 0 h 3"/>
                  <a:gd name="T58" fmla="*/ 2 w 2"/>
                  <a:gd name="T59" fmla="*/ 0 h 3"/>
                  <a:gd name="T60" fmla="*/ 2 w 2"/>
                  <a:gd name="T61" fmla="*/ 0 h 3"/>
                  <a:gd name="T62" fmla="*/ 2 w 2"/>
                  <a:gd name="T63" fmla="*/ 0 h 3"/>
                  <a:gd name="T64" fmla="*/ 2 w 2"/>
                  <a:gd name="T65" fmla="*/ 0 h 3"/>
                  <a:gd name="T66" fmla="*/ 2 w 2"/>
                  <a:gd name="T67" fmla="*/ 0 h 3"/>
                  <a:gd name="T68" fmla="*/ 0 w 2"/>
                  <a:gd name="T69" fmla="*/ 0 h 3"/>
                  <a:gd name="T70" fmla="*/ 0 w 2"/>
                  <a:gd name="T71" fmla="*/ 0 h 3"/>
                  <a:gd name="T72" fmla="*/ 0 w 2"/>
                  <a:gd name="T73" fmla="*/ 0 h 3"/>
                  <a:gd name="T74" fmla="*/ 0 w 2"/>
                  <a:gd name="T7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 h="3">
                    <a:moveTo>
                      <a:pt x="2" y="3"/>
                    </a:moveTo>
                    <a:lnTo>
                      <a:pt x="0" y="3"/>
                    </a:lnTo>
                    <a:lnTo>
                      <a:pt x="0" y="3"/>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3"/>
                    </a:lnTo>
                    <a:lnTo>
                      <a:pt x="2" y="3"/>
                    </a:lnTo>
                    <a:close/>
                    <a:moveTo>
                      <a:pt x="0"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1" name="Freeform 222"/>
              <p:cNvSpPr>
                <a:spLocks/>
              </p:cNvSpPr>
              <p:nvPr/>
            </p:nvSpPr>
            <p:spPr bwMode="auto">
              <a:xfrm>
                <a:off x="4356100" y="2890838"/>
                <a:ext cx="3175" cy="0"/>
              </a:xfrm>
              <a:custGeom>
                <a:avLst/>
                <a:gdLst>
                  <a:gd name="T0" fmla="*/ 2 w 2"/>
                  <a:gd name="T1" fmla="*/ 0 w 2"/>
                  <a:gd name="T2" fmla="*/ 2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2" name="Freeform 223"/>
              <p:cNvSpPr>
                <a:spLocks noEditPoints="1"/>
              </p:cNvSpPr>
              <p:nvPr/>
            </p:nvSpPr>
            <p:spPr bwMode="auto">
              <a:xfrm>
                <a:off x="4356100" y="2886075"/>
                <a:ext cx="3175" cy="4763"/>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3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 name="T24" fmla="*/ 2 w 2"/>
                  <a:gd name="T25" fmla="*/ 3 h 3"/>
                  <a:gd name="T26" fmla="*/ 2 w 2"/>
                  <a:gd name="T27" fmla="*/ 3 h 3"/>
                  <a:gd name="T28" fmla="*/ 2 w 2"/>
                  <a:gd name="T29" fmla="*/ 3 h 3"/>
                  <a:gd name="T30" fmla="*/ 2 w 2"/>
                  <a:gd name="T31" fmla="*/ 3 h 3"/>
                  <a:gd name="T32" fmla="*/ 2 w 2"/>
                  <a:gd name="T3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2" y="3"/>
                    </a:moveTo>
                    <a:lnTo>
                      <a:pt x="2" y="3"/>
                    </a:lnTo>
                    <a:lnTo>
                      <a:pt x="0" y="3"/>
                    </a:lnTo>
                    <a:lnTo>
                      <a:pt x="0" y="3"/>
                    </a:lnTo>
                    <a:lnTo>
                      <a:pt x="0" y="3"/>
                    </a:lnTo>
                    <a:lnTo>
                      <a:pt x="0" y="3"/>
                    </a:lnTo>
                    <a:lnTo>
                      <a:pt x="2" y="0"/>
                    </a:lnTo>
                    <a:lnTo>
                      <a:pt x="2" y="0"/>
                    </a:lnTo>
                    <a:lnTo>
                      <a:pt x="2" y="3"/>
                    </a:lnTo>
                    <a:lnTo>
                      <a:pt x="2" y="3"/>
                    </a:lnTo>
                    <a:lnTo>
                      <a:pt x="2" y="3"/>
                    </a:lnTo>
                    <a:lnTo>
                      <a:pt x="2" y="3"/>
                    </a:lnTo>
                    <a:close/>
                    <a:moveTo>
                      <a:pt x="2" y="3"/>
                    </a:moveTo>
                    <a:lnTo>
                      <a:pt x="2" y="3"/>
                    </a:lnTo>
                    <a:lnTo>
                      <a:pt x="2" y="3"/>
                    </a:lnTo>
                    <a:lnTo>
                      <a:pt x="2" y="3"/>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3" name="Freeform 224"/>
              <p:cNvSpPr>
                <a:spLocks/>
              </p:cNvSpPr>
              <p:nvPr/>
            </p:nvSpPr>
            <p:spPr bwMode="auto">
              <a:xfrm>
                <a:off x="4356100"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4" name="Freeform 225"/>
              <p:cNvSpPr>
                <a:spLocks/>
              </p:cNvSpPr>
              <p:nvPr/>
            </p:nvSpPr>
            <p:spPr bwMode="auto">
              <a:xfrm>
                <a:off x="4359275"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5" name="Freeform 226"/>
              <p:cNvSpPr>
                <a:spLocks/>
              </p:cNvSpPr>
              <p:nvPr/>
            </p:nvSpPr>
            <p:spPr bwMode="auto">
              <a:xfrm>
                <a:off x="4359275" y="2890838"/>
                <a:ext cx="3175" cy="0"/>
              </a:xfrm>
              <a:custGeom>
                <a:avLst/>
                <a:gdLst>
                  <a:gd name="T0" fmla="*/ 0 w 2"/>
                  <a:gd name="T1" fmla="*/ 0 w 2"/>
                  <a:gd name="T2" fmla="*/ 0 w 2"/>
                  <a:gd name="T3" fmla="*/ 0 w 2"/>
                  <a:gd name="T4" fmla="*/ 0 w 2"/>
                  <a:gd name="T5" fmla="*/ 2 w 2"/>
                  <a:gd name="T6" fmla="*/ 2 w 2"/>
                  <a:gd name="T7" fmla="*/ 2 w 2"/>
                  <a:gd name="T8" fmla="*/ 2 w 2"/>
                  <a:gd name="T9" fmla="*/ 2 w 2"/>
                  <a:gd name="T10" fmla="*/ 0 w 2"/>
                  <a:gd name="T11" fmla="*/ 0 w 2"/>
                  <a:gd name="T12" fmla="*/ 0 w 2"/>
                  <a:gd name="T13" fmla="*/ 0 w 2"/>
                  <a:gd name="T14"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6" name="Freeform 227"/>
              <p:cNvSpPr>
                <a:spLocks noEditPoints="1"/>
              </p:cNvSpPr>
              <p:nvPr/>
            </p:nvSpPr>
            <p:spPr bwMode="auto">
              <a:xfrm>
                <a:off x="4359275" y="2890838"/>
                <a:ext cx="3175" cy="0"/>
              </a:xfrm>
              <a:custGeom>
                <a:avLst/>
                <a:gdLst>
                  <a:gd name="T0" fmla="*/ 2 w 2"/>
                  <a:gd name="T1" fmla="*/ 0 w 2"/>
                  <a:gd name="T2" fmla="*/ 0 w 2"/>
                  <a:gd name="T3" fmla="*/ 0 w 2"/>
                  <a:gd name="T4" fmla="*/ 0 w 2"/>
                  <a:gd name="T5" fmla="*/ 0 w 2"/>
                  <a:gd name="T6" fmla="*/ 0 w 2"/>
                  <a:gd name="T7" fmla="*/ 0 w 2"/>
                  <a:gd name="T8" fmla="*/ 0 w 2"/>
                  <a:gd name="T9" fmla="*/ 0 w 2"/>
                  <a:gd name="T10" fmla="*/ 0 w 2"/>
                  <a:gd name="T11" fmla="*/ 0 w 2"/>
                  <a:gd name="T12" fmla="*/ 0 w 2"/>
                  <a:gd name="T13" fmla="*/ 0 w 2"/>
                  <a:gd name="T14" fmla="*/ 2 w 2"/>
                  <a:gd name="T15" fmla="*/ 2 w 2"/>
                  <a:gd name="T16" fmla="*/ 2 w 2"/>
                  <a:gd name="T17" fmla="*/ 2 w 2"/>
                  <a:gd name="T18" fmla="*/ 2 w 2"/>
                  <a:gd name="T19" fmla="*/ 2 w 2"/>
                  <a:gd name="T20" fmla="*/ 2 w 2"/>
                  <a:gd name="T21" fmla="*/ 0 w 2"/>
                  <a:gd name="T22" fmla="*/ 2 w 2"/>
                  <a:gd name="T23" fmla="*/ 2 w 2"/>
                  <a:gd name="T24" fmla="*/ 2 w 2"/>
                  <a:gd name="T25" fmla="*/ 2 w 2"/>
                  <a:gd name="T26" fmla="*/ 2 w 2"/>
                  <a:gd name="T27" fmla="*/ 0 w 2"/>
                  <a:gd name="T28" fmla="*/ 0 w 2"/>
                  <a:gd name="T29" fmla="*/ 0 w 2"/>
                  <a:gd name="T30" fmla="*/ 0 w 2"/>
                  <a:gd name="T31" fmla="*/ 0 w 2"/>
                  <a:gd name="T32" fmla="*/ 0 w 2"/>
                  <a:gd name="T33" fmla="*/ 0 w 2"/>
                  <a:gd name="T34" fmla="*/ 0 w 2"/>
                  <a:gd name="T35" fmla="*/ 0 w 2"/>
                  <a:gd name="T36" fmla="*/ 0 w 2"/>
                  <a:gd name="T37"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2">
                    <a:moveTo>
                      <a:pt x="2"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close/>
                    <a:moveTo>
                      <a:pt x="0" y="0"/>
                    </a:moveTo>
                    <a:lnTo>
                      <a:pt x="2" y="0"/>
                    </a:lnTo>
                    <a:lnTo>
                      <a:pt x="2" y="0"/>
                    </a:lnTo>
                    <a:lnTo>
                      <a:pt x="2" y="0"/>
                    </a:lnTo>
                    <a:lnTo>
                      <a:pt x="2" y="0"/>
                    </a:lnTo>
                    <a:lnTo>
                      <a:pt x="2"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17" name="Rectangle 228"/>
              <p:cNvSpPr>
                <a:spLocks noChangeArrowheads="1"/>
              </p:cNvSpPr>
              <p:nvPr/>
            </p:nvSpPr>
            <p:spPr bwMode="auto">
              <a:xfrm>
                <a:off x="4359275" y="2890838"/>
                <a:ext cx="3175"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1" name="Freeform 229"/>
              <p:cNvSpPr>
                <a:spLocks noEditPoints="1"/>
              </p:cNvSpPr>
              <p:nvPr/>
            </p:nvSpPr>
            <p:spPr bwMode="auto">
              <a:xfrm>
                <a:off x="4359275" y="2890838"/>
                <a:ext cx="3175" cy="0"/>
              </a:xfrm>
              <a:custGeom>
                <a:avLst/>
                <a:gdLst>
                  <a:gd name="T0" fmla="*/ 2 w 2"/>
                  <a:gd name="T1" fmla="*/ 0 w 2"/>
                  <a:gd name="T2" fmla="*/ 0 w 2"/>
                  <a:gd name="T3" fmla="*/ 0 w 2"/>
                  <a:gd name="T4" fmla="*/ 0 w 2"/>
                  <a:gd name="T5" fmla="*/ 0 w 2"/>
                  <a:gd name="T6" fmla="*/ 2 w 2"/>
                  <a:gd name="T7" fmla="*/ 2 w 2"/>
                  <a:gd name="T8" fmla="*/ 2 w 2"/>
                  <a:gd name="T9" fmla="*/ 2 w 2"/>
                  <a:gd name="T10" fmla="*/ 2 w 2"/>
                  <a:gd name="T11" fmla="*/ 0 w 2"/>
                  <a:gd name="T12" fmla="*/ 2 w 2"/>
                  <a:gd name="T13" fmla="*/ 2 w 2"/>
                  <a:gd name="T14" fmla="*/ 0 w 2"/>
                  <a:gd name="T15"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Lst>
                <a:rect l="0" t="0" r="r" b="b"/>
                <a:pathLst>
                  <a:path w="2">
                    <a:moveTo>
                      <a:pt x="2" y="0"/>
                    </a:moveTo>
                    <a:lnTo>
                      <a:pt x="0" y="0"/>
                    </a:lnTo>
                    <a:lnTo>
                      <a:pt x="0" y="0"/>
                    </a:lnTo>
                    <a:lnTo>
                      <a:pt x="0" y="0"/>
                    </a:lnTo>
                    <a:lnTo>
                      <a:pt x="0" y="0"/>
                    </a:lnTo>
                    <a:lnTo>
                      <a:pt x="0" y="0"/>
                    </a:lnTo>
                    <a:lnTo>
                      <a:pt x="2" y="0"/>
                    </a:lnTo>
                    <a:lnTo>
                      <a:pt x="2" y="0"/>
                    </a:lnTo>
                    <a:lnTo>
                      <a:pt x="2" y="0"/>
                    </a:lnTo>
                    <a:lnTo>
                      <a:pt x="2" y="0"/>
                    </a:lnTo>
                    <a:lnTo>
                      <a:pt x="2" y="0"/>
                    </a:lnTo>
                    <a:close/>
                    <a:moveTo>
                      <a:pt x="0" y="0"/>
                    </a:moveTo>
                    <a:lnTo>
                      <a:pt x="2" y="0"/>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2" name="Freeform 230"/>
              <p:cNvSpPr>
                <a:spLocks/>
              </p:cNvSpPr>
              <p:nvPr/>
            </p:nvSpPr>
            <p:spPr bwMode="auto">
              <a:xfrm>
                <a:off x="4359275"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3" name="Freeform 231"/>
              <p:cNvSpPr>
                <a:spLocks/>
              </p:cNvSpPr>
              <p:nvPr/>
            </p:nvSpPr>
            <p:spPr bwMode="auto">
              <a:xfrm>
                <a:off x="4378325" y="2890838"/>
                <a:ext cx="7938" cy="3175"/>
              </a:xfrm>
              <a:custGeom>
                <a:avLst/>
                <a:gdLst>
                  <a:gd name="T0" fmla="*/ 5 w 5"/>
                  <a:gd name="T1" fmla="*/ 2 h 2"/>
                  <a:gd name="T2" fmla="*/ 0 w 5"/>
                  <a:gd name="T3" fmla="*/ 2 h 2"/>
                  <a:gd name="T4" fmla="*/ 0 w 5"/>
                  <a:gd name="T5" fmla="*/ 0 h 2"/>
                  <a:gd name="T6" fmla="*/ 0 w 5"/>
                  <a:gd name="T7" fmla="*/ 0 h 2"/>
                  <a:gd name="T8" fmla="*/ 5 w 5"/>
                  <a:gd name="T9" fmla="*/ 0 h 2"/>
                  <a:gd name="T10" fmla="*/ 5 w 5"/>
                  <a:gd name="T11" fmla="*/ 0 h 2"/>
                  <a:gd name="T12" fmla="*/ 5 w 5"/>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5" y="2"/>
                    </a:moveTo>
                    <a:lnTo>
                      <a:pt x="0" y="2"/>
                    </a:lnTo>
                    <a:lnTo>
                      <a:pt x="0" y="0"/>
                    </a:lnTo>
                    <a:lnTo>
                      <a:pt x="0" y="0"/>
                    </a:lnTo>
                    <a:lnTo>
                      <a:pt x="5" y="0"/>
                    </a:lnTo>
                    <a:lnTo>
                      <a:pt x="5" y="0"/>
                    </a:lnTo>
                    <a:lnTo>
                      <a:pt x="5"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4" name="Freeform 232"/>
              <p:cNvSpPr>
                <a:spLocks noEditPoints="1"/>
              </p:cNvSpPr>
              <p:nvPr/>
            </p:nvSpPr>
            <p:spPr bwMode="auto">
              <a:xfrm>
                <a:off x="4378325" y="2890838"/>
                <a:ext cx="7938" cy="3175"/>
              </a:xfrm>
              <a:custGeom>
                <a:avLst/>
                <a:gdLst>
                  <a:gd name="T0" fmla="*/ 5 w 5"/>
                  <a:gd name="T1" fmla="*/ 2 h 2"/>
                  <a:gd name="T2" fmla="*/ 0 w 5"/>
                  <a:gd name="T3" fmla="*/ 2 h 2"/>
                  <a:gd name="T4" fmla="*/ 0 w 5"/>
                  <a:gd name="T5" fmla="*/ 0 h 2"/>
                  <a:gd name="T6" fmla="*/ 0 w 5"/>
                  <a:gd name="T7" fmla="*/ 0 h 2"/>
                  <a:gd name="T8" fmla="*/ 5 w 5"/>
                  <a:gd name="T9" fmla="*/ 0 h 2"/>
                  <a:gd name="T10" fmla="*/ 5 w 5"/>
                  <a:gd name="T11" fmla="*/ 0 h 2"/>
                  <a:gd name="T12" fmla="*/ 5 w 5"/>
                  <a:gd name="T13" fmla="*/ 2 h 2"/>
                  <a:gd name="T14" fmla="*/ 0 w 5"/>
                  <a:gd name="T15" fmla="*/ 0 h 2"/>
                  <a:gd name="T16" fmla="*/ 0 w 5"/>
                  <a:gd name="T17" fmla="*/ 0 h 2"/>
                  <a:gd name="T18" fmla="*/ 0 w 5"/>
                  <a:gd name="T19" fmla="*/ 2 h 2"/>
                  <a:gd name="T20" fmla="*/ 5 w 5"/>
                  <a:gd name="T21" fmla="*/ 2 h 2"/>
                  <a:gd name="T22" fmla="*/ 5 w 5"/>
                  <a:gd name="T23" fmla="*/ 0 h 2"/>
                  <a:gd name="T24" fmla="*/ 5 w 5"/>
                  <a:gd name="T25" fmla="*/ 0 h 2"/>
                  <a:gd name="T26" fmla="*/ 0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5" y="2"/>
                    </a:moveTo>
                    <a:lnTo>
                      <a:pt x="0" y="2"/>
                    </a:lnTo>
                    <a:lnTo>
                      <a:pt x="0" y="0"/>
                    </a:lnTo>
                    <a:lnTo>
                      <a:pt x="0" y="0"/>
                    </a:lnTo>
                    <a:lnTo>
                      <a:pt x="5" y="0"/>
                    </a:lnTo>
                    <a:lnTo>
                      <a:pt x="5" y="0"/>
                    </a:lnTo>
                    <a:lnTo>
                      <a:pt x="5" y="2"/>
                    </a:lnTo>
                    <a:close/>
                    <a:moveTo>
                      <a:pt x="0" y="0"/>
                    </a:moveTo>
                    <a:lnTo>
                      <a:pt x="0" y="0"/>
                    </a:lnTo>
                    <a:lnTo>
                      <a:pt x="0" y="2"/>
                    </a:lnTo>
                    <a:lnTo>
                      <a:pt x="5" y="2"/>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5" name="Freeform 233"/>
              <p:cNvSpPr>
                <a:spLocks/>
              </p:cNvSpPr>
              <p:nvPr/>
            </p:nvSpPr>
            <p:spPr bwMode="auto">
              <a:xfrm>
                <a:off x="4378325" y="2897188"/>
                <a:ext cx="7938" cy="0"/>
              </a:xfrm>
              <a:custGeom>
                <a:avLst/>
                <a:gdLst>
                  <a:gd name="T0" fmla="*/ 5 w 5"/>
                  <a:gd name="T1" fmla="*/ 0 w 5"/>
                  <a:gd name="T2" fmla="*/ 0 w 5"/>
                  <a:gd name="T3" fmla="*/ 0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0" y="0"/>
                    </a:lnTo>
                    <a:lnTo>
                      <a:pt x="5"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6" name="Freeform 234"/>
              <p:cNvSpPr>
                <a:spLocks noEditPoints="1"/>
              </p:cNvSpPr>
              <p:nvPr/>
            </p:nvSpPr>
            <p:spPr bwMode="auto">
              <a:xfrm>
                <a:off x="4378325" y="2897188"/>
                <a:ext cx="7938" cy="0"/>
              </a:xfrm>
              <a:custGeom>
                <a:avLst/>
                <a:gdLst>
                  <a:gd name="T0" fmla="*/ 5 w 5"/>
                  <a:gd name="T1" fmla="*/ 0 w 5"/>
                  <a:gd name="T2" fmla="*/ 0 w 5"/>
                  <a:gd name="T3" fmla="*/ 0 w 5"/>
                  <a:gd name="T4" fmla="*/ 5 w 5"/>
                  <a:gd name="T5" fmla="*/ 5 w 5"/>
                  <a:gd name="T6" fmla="*/ 5 w 5"/>
                  <a:gd name="T7" fmla="*/ 0 w 5"/>
                  <a:gd name="T8" fmla="*/ 0 w 5"/>
                  <a:gd name="T9" fmla="*/ 0 w 5"/>
                  <a:gd name="T10" fmla="*/ 5 w 5"/>
                  <a:gd name="T11" fmla="*/ 5 w 5"/>
                  <a:gd name="T12" fmla="*/ 5 w 5"/>
                  <a:gd name="T13"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5">
                    <a:moveTo>
                      <a:pt x="5" y="0"/>
                    </a:moveTo>
                    <a:lnTo>
                      <a:pt x="0" y="0"/>
                    </a:lnTo>
                    <a:lnTo>
                      <a:pt x="0" y="0"/>
                    </a:lnTo>
                    <a:lnTo>
                      <a:pt x="0" y="0"/>
                    </a:lnTo>
                    <a:lnTo>
                      <a:pt x="5" y="0"/>
                    </a:lnTo>
                    <a:lnTo>
                      <a:pt x="5" y="0"/>
                    </a:lnTo>
                    <a:lnTo>
                      <a:pt x="5" y="0"/>
                    </a:lnTo>
                    <a:close/>
                    <a:moveTo>
                      <a:pt x="0" y="0"/>
                    </a:moveTo>
                    <a:lnTo>
                      <a:pt x="0" y="0"/>
                    </a:lnTo>
                    <a:lnTo>
                      <a:pt x="0" y="0"/>
                    </a:lnTo>
                    <a:lnTo>
                      <a:pt x="5" y="0"/>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7" name="Freeform 235"/>
              <p:cNvSpPr>
                <a:spLocks/>
              </p:cNvSpPr>
              <p:nvPr/>
            </p:nvSpPr>
            <p:spPr bwMode="auto">
              <a:xfrm>
                <a:off x="4378325" y="2894013"/>
                <a:ext cx="7938" cy="0"/>
              </a:xfrm>
              <a:custGeom>
                <a:avLst/>
                <a:gdLst>
                  <a:gd name="T0" fmla="*/ 5 w 5"/>
                  <a:gd name="T1" fmla="*/ 0 w 5"/>
                  <a:gd name="T2" fmla="*/ 0 w 5"/>
                  <a:gd name="T3" fmla="*/ 0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0" y="0"/>
                    </a:lnTo>
                    <a:lnTo>
                      <a:pt x="5"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8" name="Freeform 236"/>
              <p:cNvSpPr>
                <a:spLocks noEditPoints="1"/>
              </p:cNvSpPr>
              <p:nvPr/>
            </p:nvSpPr>
            <p:spPr bwMode="auto">
              <a:xfrm>
                <a:off x="4378325" y="2894013"/>
                <a:ext cx="7938" cy="0"/>
              </a:xfrm>
              <a:custGeom>
                <a:avLst/>
                <a:gdLst>
                  <a:gd name="T0" fmla="*/ 5 w 5"/>
                  <a:gd name="T1" fmla="*/ 0 w 5"/>
                  <a:gd name="T2" fmla="*/ 0 w 5"/>
                  <a:gd name="T3" fmla="*/ 0 w 5"/>
                  <a:gd name="T4" fmla="*/ 5 w 5"/>
                  <a:gd name="T5" fmla="*/ 5 w 5"/>
                  <a:gd name="T6" fmla="*/ 5 w 5"/>
                  <a:gd name="T7" fmla="*/ 0 w 5"/>
                  <a:gd name="T8" fmla="*/ 0 w 5"/>
                  <a:gd name="T9" fmla="*/ 0 w 5"/>
                  <a:gd name="T10" fmla="*/ 5 w 5"/>
                  <a:gd name="T11" fmla="*/ 5 w 5"/>
                  <a:gd name="T12" fmla="*/ 5 w 5"/>
                  <a:gd name="T13"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5">
                    <a:moveTo>
                      <a:pt x="5" y="0"/>
                    </a:moveTo>
                    <a:lnTo>
                      <a:pt x="0" y="0"/>
                    </a:lnTo>
                    <a:lnTo>
                      <a:pt x="0" y="0"/>
                    </a:lnTo>
                    <a:lnTo>
                      <a:pt x="0" y="0"/>
                    </a:lnTo>
                    <a:lnTo>
                      <a:pt x="5" y="0"/>
                    </a:lnTo>
                    <a:lnTo>
                      <a:pt x="5" y="0"/>
                    </a:lnTo>
                    <a:lnTo>
                      <a:pt x="5" y="0"/>
                    </a:lnTo>
                    <a:close/>
                    <a:moveTo>
                      <a:pt x="0" y="0"/>
                    </a:moveTo>
                    <a:lnTo>
                      <a:pt x="0" y="0"/>
                    </a:lnTo>
                    <a:lnTo>
                      <a:pt x="0" y="0"/>
                    </a:lnTo>
                    <a:lnTo>
                      <a:pt x="5" y="0"/>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29" name="Rectangle 237"/>
              <p:cNvSpPr>
                <a:spLocks noChangeArrowheads="1"/>
              </p:cNvSpPr>
              <p:nvPr/>
            </p:nvSpPr>
            <p:spPr bwMode="auto">
              <a:xfrm>
                <a:off x="4378325" y="2894013"/>
                <a:ext cx="7938" cy="3175"/>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0" name="Freeform 238"/>
              <p:cNvSpPr>
                <a:spLocks noEditPoints="1"/>
              </p:cNvSpPr>
              <p:nvPr/>
            </p:nvSpPr>
            <p:spPr bwMode="auto">
              <a:xfrm>
                <a:off x="4378325" y="2894013"/>
                <a:ext cx="7938" cy="3175"/>
              </a:xfrm>
              <a:custGeom>
                <a:avLst/>
                <a:gdLst>
                  <a:gd name="T0" fmla="*/ 5 w 5"/>
                  <a:gd name="T1" fmla="*/ 2 h 2"/>
                  <a:gd name="T2" fmla="*/ 0 w 5"/>
                  <a:gd name="T3" fmla="*/ 2 h 2"/>
                  <a:gd name="T4" fmla="*/ 0 w 5"/>
                  <a:gd name="T5" fmla="*/ 2 h 2"/>
                  <a:gd name="T6" fmla="*/ 0 w 5"/>
                  <a:gd name="T7" fmla="*/ 0 h 2"/>
                  <a:gd name="T8" fmla="*/ 5 w 5"/>
                  <a:gd name="T9" fmla="*/ 0 h 2"/>
                  <a:gd name="T10" fmla="*/ 5 w 5"/>
                  <a:gd name="T11" fmla="*/ 2 h 2"/>
                  <a:gd name="T12" fmla="*/ 0 w 5"/>
                  <a:gd name="T13" fmla="*/ 2 h 2"/>
                  <a:gd name="T14" fmla="*/ 5 w 5"/>
                  <a:gd name="T15" fmla="*/ 2 h 2"/>
                  <a:gd name="T16" fmla="*/ 5 w 5"/>
                  <a:gd name="T17" fmla="*/ 0 h 2"/>
                  <a:gd name="T18" fmla="*/ 0 w 5"/>
                  <a:gd name="T19" fmla="*/ 0 h 2"/>
                  <a:gd name="T20" fmla="*/ 0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5" y="2"/>
                    </a:moveTo>
                    <a:lnTo>
                      <a:pt x="0" y="2"/>
                    </a:lnTo>
                    <a:lnTo>
                      <a:pt x="0" y="2"/>
                    </a:lnTo>
                    <a:lnTo>
                      <a:pt x="0" y="0"/>
                    </a:lnTo>
                    <a:lnTo>
                      <a:pt x="5" y="0"/>
                    </a:lnTo>
                    <a:lnTo>
                      <a:pt x="5" y="2"/>
                    </a:lnTo>
                    <a:close/>
                    <a:moveTo>
                      <a:pt x="0" y="2"/>
                    </a:moveTo>
                    <a:lnTo>
                      <a:pt x="5" y="2"/>
                    </a:lnTo>
                    <a:lnTo>
                      <a:pt x="5"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1" name="Freeform 239"/>
              <p:cNvSpPr>
                <a:spLocks/>
              </p:cNvSpPr>
              <p:nvPr/>
            </p:nvSpPr>
            <p:spPr bwMode="auto">
              <a:xfrm>
                <a:off x="4378325" y="2894013"/>
                <a:ext cx="3175" cy="317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2" name="Freeform 240"/>
              <p:cNvSpPr>
                <a:spLocks noEditPoints="1"/>
              </p:cNvSpPr>
              <p:nvPr/>
            </p:nvSpPr>
            <p:spPr bwMode="auto">
              <a:xfrm>
                <a:off x="4378325" y="2894013"/>
                <a:ext cx="3175" cy="3175"/>
              </a:xfrm>
              <a:custGeom>
                <a:avLst/>
                <a:gdLst>
                  <a:gd name="T0" fmla="*/ 1 w 1"/>
                  <a:gd name="T1" fmla="*/ 1 h 1"/>
                  <a:gd name="T2" fmla="*/ 0 w 1"/>
                  <a:gd name="T3" fmla="*/ 1 h 1"/>
                  <a:gd name="T4" fmla="*/ 0 w 1"/>
                  <a:gd name="T5" fmla="*/ 1 h 1"/>
                  <a:gd name="T6" fmla="*/ 1 w 1"/>
                  <a:gd name="T7" fmla="*/ 0 h 1"/>
                  <a:gd name="T8" fmla="*/ 1 w 1"/>
                  <a:gd name="T9" fmla="*/ 0 h 1"/>
                  <a:gd name="T10" fmla="*/ 1 w 1"/>
                  <a:gd name="T11" fmla="*/ 1 h 1"/>
                  <a:gd name="T12" fmla="*/ 1 w 1"/>
                  <a:gd name="T13" fmla="*/ 1 h 1"/>
                  <a:gd name="T14" fmla="*/ 1 w 1"/>
                  <a:gd name="T15" fmla="*/ 1 h 1"/>
                  <a:gd name="T16" fmla="*/ 1 w 1"/>
                  <a:gd name="T17" fmla="*/ 0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0" y="1"/>
                      <a:pt x="0" y="1"/>
                      <a:pt x="0" y="1"/>
                    </a:cubicBezTo>
                    <a:cubicBezTo>
                      <a:pt x="0" y="1"/>
                      <a:pt x="0" y="1"/>
                      <a:pt x="0" y="1"/>
                    </a:cubicBezTo>
                    <a:cubicBezTo>
                      <a:pt x="0" y="0"/>
                      <a:pt x="1" y="0"/>
                      <a:pt x="1" y="0"/>
                    </a:cubicBezTo>
                    <a:cubicBezTo>
                      <a:pt x="1" y="0"/>
                      <a:pt x="1" y="0"/>
                      <a:pt x="1" y="0"/>
                    </a:cubicBezTo>
                    <a:cubicBezTo>
                      <a:pt x="1" y="0"/>
                      <a:pt x="1" y="0"/>
                      <a:pt x="1" y="1"/>
                    </a:cubicBezTo>
                    <a:close/>
                    <a:moveTo>
                      <a:pt x="1" y="1"/>
                    </a:moveTo>
                    <a:cubicBezTo>
                      <a:pt x="1" y="1"/>
                      <a:pt x="1" y="1"/>
                      <a:pt x="1" y="1"/>
                    </a:cubicBezTo>
                    <a:cubicBezTo>
                      <a:pt x="1" y="0"/>
                      <a:pt x="1" y="0"/>
                      <a:pt x="1" y="0"/>
                    </a:cubicBezTo>
                    <a:cubicBezTo>
                      <a:pt x="1" y="0"/>
                      <a:pt x="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3" name="Freeform 241"/>
              <p:cNvSpPr>
                <a:spLocks/>
              </p:cNvSpPr>
              <p:nvPr/>
            </p:nvSpPr>
            <p:spPr bwMode="auto">
              <a:xfrm>
                <a:off x="4381500" y="28940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4" name="Freeform 242"/>
              <p:cNvSpPr>
                <a:spLocks noEditPoints="1"/>
              </p:cNvSpPr>
              <p:nvPr/>
            </p:nvSpPr>
            <p:spPr bwMode="auto">
              <a:xfrm>
                <a:off x="4381500" y="2894013"/>
                <a:ext cx="0" cy="3175"/>
              </a:xfrm>
              <a:custGeom>
                <a:avLst/>
                <a:gdLst>
                  <a:gd name="T0" fmla="*/ 2 h 2"/>
                  <a:gd name="T1" fmla="*/ 2 h 2"/>
                  <a:gd name="T2" fmla="*/ 2 h 2"/>
                  <a:gd name="T3" fmla="*/ 0 h 2"/>
                  <a:gd name="T4" fmla="*/ 0 h 2"/>
                  <a:gd name="T5" fmla="*/ 2 h 2"/>
                  <a:gd name="T6" fmla="*/ 2 h 2"/>
                  <a:gd name="T7" fmla="*/ 2 h 2"/>
                  <a:gd name="T8" fmla="*/ 2 h 2"/>
                  <a:gd name="T9" fmla="*/ 0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lnTo>
                      <a:pt x="0" y="2"/>
                    </a:lnTo>
                    <a:lnTo>
                      <a:pt x="0" y="2"/>
                    </a:lnTo>
                    <a:lnTo>
                      <a:pt x="0" y="0"/>
                    </a:lnTo>
                    <a:lnTo>
                      <a:pt x="0" y="0"/>
                    </a:lnTo>
                    <a:lnTo>
                      <a:pt x="0" y="2"/>
                    </a:lnTo>
                    <a:lnTo>
                      <a:pt x="0" y="2"/>
                    </a:lnTo>
                    <a:close/>
                    <a:moveTo>
                      <a:pt x="0" y="2"/>
                    </a:moveTo>
                    <a:lnTo>
                      <a:pt x="0" y="2"/>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5" name="Freeform 243"/>
              <p:cNvSpPr>
                <a:spLocks/>
              </p:cNvSpPr>
              <p:nvPr/>
            </p:nvSpPr>
            <p:spPr bwMode="auto">
              <a:xfrm>
                <a:off x="4378325" y="2890838"/>
                <a:ext cx="3175" cy="0"/>
              </a:xfrm>
              <a:custGeom>
                <a:avLst/>
                <a:gdLst>
                  <a:gd name="T0" fmla="*/ 0 w 2"/>
                  <a:gd name="T1" fmla="*/ 0 w 2"/>
                  <a:gd name="T2" fmla="*/ 2 w 2"/>
                  <a:gd name="T3" fmla="*/ 2 w 2"/>
                  <a:gd name="T4" fmla="*/ 2 w 2"/>
                  <a:gd name="T5" fmla="*/ 0 w 2"/>
                  <a:gd name="T6" fmla="*/ 0 w 2"/>
                  <a:gd name="T7" fmla="*/ 0 w 2"/>
                  <a:gd name="T8" fmla="*/ 0 w 2"/>
                  <a:gd name="T9" fmla="*/ 0 w 2"/>
                  <a:gd name="T10" fmla="*/ 0 w 2"/>
                  <a:gd name="T11" fmla="*/ 0 w 2"/>
                  <a:gd name="T12" fmla="*/ 0 w 2"/>
                  <a:gd name="T13" fmla="*/ 0 w 2"/>
                  <a:gd name="T14"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0" y="0"/>
                    </a:moveTo>
                    <a:lnTo>
                      <a:pt x="0" y="0"/>
                    </a:lnTo>
                    <a:lnTo>
                      <a:pt x="2" y="0"/>
                    </a:lnTo>
                    <a:lnTo>
                      <a:pt x="2" y="0"/>
                    </a:lnTo>
                    <a:lnTo>
                      <a:pt x="2"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6" name="Freeform 244"/>
              <p:cNvSpPr>
                <a:spLocks noEditPoints="1"/>
              </p:cNvSpPr>
              <p:nvPr/>
            </p:nvSpPr>
            <p:spPr bwMode="auto">
              <a:xfrm>
                <a:off x="4378325" y="2890838"/>
                <a:ext cx="3175" cy="0"/>
              </a:xfrm>
              <a:custGeom>
                <a:avLst/>
                <a:gdLst>
                  <a:gd name="T0" fmla="*/ 2 w 2"/>
                  <a:gd name="T1" fmla="*/ 0 w 2"/>
                  <a:gd name="T2" fmla="*/ 0 w 2"/>
                  <a:gd name="T3" fmla="*/ 0 w 2"/>
                  <a:gd name="T4" fmla="*/ 0 w 2"/>
                  <a:gd name="T5" fmla="*/ 0 w 2"/>
                  <a:gd name="T6" fmla="*/ 0 w 2"/>
                  <a:gd name="T7" fmla="*/ 0 w 2"/>
                  <a:gd name="T8" fmla="*/ 0 w 2"/>
                  <a:gd name="T9" fmla="*/ 0 w 2"/>
                  <a:gd name="T10" fmla="*/ 0 w 2"/>
                  <a:gd name="T11" fmla="*/ 0 w 2"/>
                  <a:gd name="T12" fmla="*/ 0 w 2"/>
                  <a:gd name="T13" fmla="*/ 0 w 2"/>
                  <a:gd name="T14" fmla="*/ 0 w 2"/>
                  <a:gd name="T15" fmla="*/ 0 w 2"/>
                  <a:gd name="T16" fmla="*/ 0 w 2"/>
                  <a:gd name="T17" fmla="*/ 2 w 2"/>
                  <a:gd name="T18" fmla="*/ 2 w 2"/>
                  <a:gd name="T19" fmla="*/ 2 w 2"/>
                  <a:gd name="T20" fmla="*/ 2 w 2"/>
                  <a:gd name="T21" fmla="*/ 0 w 2"/>
                  <a:gd name="T22" fmla="*/ 2 w 2"/>
                  <a:gd name="T23" fmla="*/ 2 w 2"/>
                  <a:gd name="T24" fmla="*/ 0 w 2"/>
                  <a:gd name="T25" fmla="*/ 0 w 2"/>
                  <a:gd name="T26" fmla="*/ 0 w 2"/>
                  <a:gd name="T27" fmla="*/ 0 w 2"/>
                  <a:gd name="T28" fmla="*/ 0 w 2"/>
                  <a:gd name="T29" fmla="*/ 0 w 2"/>
                  <a:gd name="T30" fmla="*/ 0 w 2"/>
                  <a:gd name="T31" fmla="*/ 0 w 2"/>
                  <a:gd name="T32" fmla="*/ 0 w 2"/>
                  <a:gd name="T33" fmla="*/ 0 w 2"/>
                  <a:gd name="T34" fmla="*/ 0 w 2"/>
                  <a:gd name="T35" fmla="*/ 0 w 2"/>
                  <a:gd name="T36" fmla="*/ 0 w 2"/>
                  <a:gd name="T37"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2">
                    <a:moveTo>
                      <a:pt x="2"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0"/>
                    </a:lnTo>
                    <a:lnTo>
                      <a:pt x="2" y="0"/>
                    </a:lnTo>
                    <a:lnTo>
                      <a:pt x="2" y="0"/>
                    </a:lnTo>
                    <a:close/>
                    <a:moveTo>
                      <a:pt x="0" y="0"/>
                    </a:moveTo>
                    <a:lnTo>
                      <a:pt x="2" y="0"/>
                    </a:lnTo>
                    <a:lnTo>
                      <a:pt x="2"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7" name="Freeform 245"/>
              <p:cNvSpPr>
                <a:spLocks/>
              </p:cNvSpPr>
              <p:nvPr/>
            </p:nvSpPr>
            <p:spPr bwMode="auto">
              <a:xfrm>
                <a:off x="4378325" y="2890838"/>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8" name="Freeform 246"/>
              <p:cNvSpPr>
                <a:spLocks noEditPoints="1"/>
              </p:cNvSpPr>
              <p:nvPr/>
            </p:nvSpPr>
            <p:spPr bwMode="auto">
              <a:xfrm>
                <a:off x="4378325" y="2890838"/>
                <a:ext cx="3175" cy="0"/>
              </a:xfrm>
              <a:custGeom>
                <a:avLst/>
                <a:gdLst>
                  <a:gd name="T0" fmla="*/ 2 w 2"/>
                  <a:gd name="T1" fmla="*/ 2 w 2"/>
                  <a:gd name="T2" fmla="*/ 0 w 2"/>
                  <a:gd name="T3" fmla="*/ 0 w 2"/>
                  <a:gd name="T4" fmla="*/ 0 w 2"/>
                  <a:gd name="T5" fmla="*/ 0 w 2"/>
                  <a:gd name="T6" fmla="*/ 0 w 2"/>
                  <a:gd name="T7" fmla="*/ 0 w 2"/>
                  <a:gd name="T8" fmla="*/ 2 w 2"/>
                  <a:gd name="T9" fmla="*/ 2 w 2"/>
                  <a:gd name="T10" fmla="*/ 2 w 2"/>
                  <a:gd name="T11" fmla="*/ 2 w 2"/>
                  <a:gd name="T12" fmla="*/ 0 w 2"/>
                  <a:gd name="T13" fmla="*/ 0 w 2"/>
                  <a:gd name="T14" fmla="*/ 0 w 2"/>
                  <a:gd name="T15" fmla="*/ 0 w 2"/>
                  <a:gd name="T16"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2">
                    <a:moveTo>
                      <a:pt x="2" y="0"/>
                    </a:moveTo>
                    <a:lnTo>
                      <a:pt x="2" y="0"/>
                    </a:lnTo>
                    <a:lnTo>
                      <a:pt x="0" y="0"/>
                    </a:lnTo>
                    <a:lnTo>
                      <a:pt x="0" y="0"/>
                    </a:lnTo>
                    <a:lnTo>
                      <a:pt x="0" y="0"/>
                    </a:lnTo>
                    <a:lnTo>
                      <a:pt x="0" y="0"/>
                    </a:lnTo>
                    <a:lnTo>
                      <a:pt x="0" y="0"/>
                    </a:lnTo>
                    <a:lnTo>
                      <a:pt x="0" y="0"/>
                    </a:lnTo>
                    <a:lnTo>
                      <a:pt x="2" y="0"/>
                    </a:lnTo>
                    <a:lnTo>
                      <a:pt x="2" y="0"/>
                    </a:lnTo>
                    <a:lnTo>
                      <a:pt x="2" y="0"/>
                    </a:lnTo>
                    <a:lnTo>
                      <a:pt x="2" y="0"/>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39" name="Freeform 247"/>
              <p:cNvSpPr>
                <a:spLocks/>
              </p:cNvSpPr>
              <p:nvPr/>
            </p:nvSpPr>
            <p:spPr bwMode="auto">
              <a:xfrm>
                <a:off x="4381500" y="2886075"/>
                <a:ext cx="0" cy="4763"/>
              </a:xfrm>
              <a:custGeom>
                <a:avLst/>
                <a:gdLst>
                  <a:gd name="T0" fmla="*/ 0 h 3"/>
                  <a:gd name="T1" fmla="*/ 0 h 3"/>
                  <a:gd name="T2" fmla="*/ 0 h 3"/>
                  <a:gd name="T3" fmla="*/ 0 h 3"/>
                  <a:gd name="T4" fmla="*/ 3 h 3"/>
                  <a:gd name="T5" fmla="*/ 3 h 3"/>
                  <a:gd name="T6" fmla="*/ 0 h 3"/>
                  <a:gd name="T7" fmla="*/ 0 h 3"/>
                  <a:gd name="T8" fmla="*/ 0 h 3"/>
                  <a:gd name="T9" fmla="*/ 0 h 3"/>
                  <a:gd name="T10" fmla="*/ 0 h 3"/>
                  <a:gd name="T11" fmla="*/ 0 h 3"/>
                  <a:gd name="T12" fmla="*/ 0 h 3"/>
                  <a:gd name="T13" fmla="*/ 0 h 3"/>
                  <a:gd name="T14"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3">
                    <a:moveTo>
                      <a:pt x="0" y="0"/>
                    </a:moveTo>
                    <a:lnTo>
                      <a:pt x="0" y="0"/>
                    </a:lnTo>
                    <a:lnTo>
                      <a:pt x="0" y="0"/>
                    </a:lnTo>
                    <a:lnTo>
                      <a:pt x="0" y="0"/>
                    </a:lnTo>
                    <a:lnTo>
                      <a:pt x="0" y="3"/>
                    </a:lnTo>
                    <a:lnTo>
                      <a:pt x="0" y="3"/>
                    </a:lnTo>
                    <a:lnTo>
                      <a:pt x="0" y="0"/>
                    </a:lnTo>
                    <a:lnTo>
                      <a:pt x="0" y="0"/>
                    </a:lnTo>
                    <a:lnTo>
                      <a:pt x="0" y="0"/>
                    </a:lnTo>
                    <a:lnTo>
                      <a:pt x="0"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0" name="Freeform 248"/>
              <p:cNvSpPr>
                <a:spLocks noEditPoints="1"/>
              </p:cNvSpPr>
              <p:nvPr/>
            </p:nvSpPr>
            <p:spPr bwMode="auto">
              <a:xfrm>
                <a:off x="4381500" y="2886075"/>
                <a:ext cx="0" cy="4763"/>
              </a:xfrm>
              <a:custGeom>
                <a:avLst/>
                <a:gdLst>
                  <a:gd name="T0" fmla="*/ 3 h 3"/>
                  <a:gd name="T1" fmla="*/ 3 h 3"/>
                  <a:gd name="T2" fmla="*/ 3 h 3"/>
                  <a:gd name="T3" fmla="*/ 0 h 3"/>
                  <a:gd name="T4" fmla="*/ 0 h 3"/>
                  <a:gd name="T5" fmla="*/ 0 h 3"/>
                  <a:gd name="T6" fmla="*/ 0 h 3"/>
                  <a:gd name="T7" fmla="*/ 0 h 3"/>
                  <a:gd name="T8" fmla="*/ 0 h 3"/>
                  <a:gd name="T9" fmla="*/ 0 h 3"/>
                  <a:gd name="T10" fmla="*/ 0 h 3"/>
                  <a:gd name="T11" fmla="*/ 0 h 3"/>
                  <a:gd name="T12" fmla="*/ 0 h 3"/>
                  <a:gd name="T13" fmla="*/ 0 h 3"/>
                  <a:gd name="T14" fmla="*/ 0 h 3"/>
                  <a:gd name="T15" fmla="*/ 0 h 3"/>
                  <a:gd name="T16" fmla="*/ 0 h 3"/>
                  <a:gd name="T17" fmla="*/ 0 h 3"/>
                  <a:gd name="T18" fmla="*/ 0 h 3"/>
                  <a:gd name="T19" fmla="*/ 3 h 3"/>
                  <a:gd name="T20" fmla="*/ 3 h 3"/>
                  <a:gd name="T21" fmla="*/ 0 h 3"/>
                  <a:gd name="T22" fmla="*/ 0 h 3"/>
                  <a:gd name="T23" fmla="*/ 0 h 3"/>
                  <a:gd name="T24" fmla="*/ 0 h 3"/>
                  <a:gd name="T25" fmla="*/ 0 h 3"/>
                  <a:gd name="T26" fmla="*/ 0 h 3"/>
                  <a:gd name="T27" fmla="*/ 0 h 3"/>
                  <a:gd name="T28" fmla="*/ 0 h 3"/>
                  <a:gd name="T29" fmla="*/ 0 h 3"/>
                  <a:gd name="T30" fmla="*/ 0 h 3"/>
                  <a:gd name="T31" fmla="*/ 0 h 3"/>
                  <a:gd name="T32" fmla="*/ 0 h 3"/>
                  <a:gd name="T33" fmla="*/ 0 h 3"/>
                  <a:gd name="T34" fmla="*/ 0 h 3"/>
                  <a:gd name="T35" fmla="*/ 0 h 3"/>
                  <a:gd name="T36" fmla="*/ 0 h 3"/>
                  <a:gd name="T37"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Lst>
                <a:rect l="0" t="0" r="r" b="b"/>
                <a:pathLst>
                  <a:path h="3">
                    <a:moveTo>
                      <a:pt x="0" y="3"/>
                    </a:moveTo>
                    <a:lnTo>
                      <a:pt x="0" y="3"/>
                    </a:lnTo>
                    <a:lnTo>
                      <a:pt x="0" y="3"/>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3"/>
                    </a:lnTo>
                    <a:lnTo>
                      <a:pt x="0" y="3"/>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1" name="Rectangle 249"/>
              <p:cNvSpPr>
                <a:spLocks noChangeArrowheads="1"/>
              </p:cNvSpPr>
              <p:nvPr/>
            </p:nvSpPr>
            <p:spPr bwMode="auto">
              <a:xfrm>
                <a:off x="4381500" y="2890838"/>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2" name="Freeform 250"/>
              <p:cNvSpPr>
                <a:spLocks noEditPoints="1"/>
              </p:cNvSpPr>
              <p:nvPr/>
            </p:nvSpPr>
            <p:spPr bwMode="auto">
              <a:xfrm>
                <a:off x="4381500" y="2886075"/>
                <a:ext cx="0" cy="4763"/>
              </a:xfrm>
              <a:custGeom>
                <a:avLst/>
                <a:gdLst>
                  <a:gd name="T0" fmla="*/ 3 h 3"/>
                  <a:gd name="T1" fmla="*/ 3 h 3"/>
                  <a:gd name="T2" fmla="*/ 3 h 3"/>
                  <a:gd name="T3" fmla="*/ 3 h 3"/>
                  <a:gd name="T4" fmla="*/ 3 h 3"/>
                  <a:gd name="T5" fmla="*/ 3 h 3"/>
                  <a:gd name="T6" fmla="*/ 0 h 3"/>
                  <a:gd name="T7" fmla="*/ 0 h 3"/>
                  <a:gd name="T8" fmla="*/ 3 h 3"/>
                  <a:gd name="T9" fmla="*/ 3 h 3"/>
                  <a:gd name="T10" fmla="*/ 3 h 3"/>
                  <a:gd name="T11" fmla="*/ 3 h 3"/>
                  <a:gd name="T12" fmla="*/ 3 h 3"/>
                  <a:gd name="T13" fmla="*/ 3 h 3"/>
                  <a:gd name="T14" fmla="*/ 3 h 3"/>
                  <a:gd name="T15" fmla="*/ 3 h 3"/>
                  <a:gd name="T16"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3">
                    <a:moveTo>
                      <a:pt x="0" y="3"/>
                    </a:moveTo>
                    <a:lnTo>
                      <a:pt x="0" y="3"/>
                    </a:lnTo>
                    <a:lnTo>
                      <a:pt x="0" y="3"/>
                    </a:lnTo>
                    <a:lnTo>
                      <a:pt x="0" y="3"/>
                    </a:lnTo>
                    <a:lnTo>
                      <a:pt x="0" y="3"/>
                    </a:lnTo>
                    <a:lnTo>
                      <a:pt x="0" y="3"/>
                    </a:lnTo>
                    <a:lnTo>
                      <a:pt x="0" y="0"/>
                    </a:lnTo>
                    <a:lnTo>
                      <a:pt x="0" y="0"/>
                    </a:lnTo>
                    <a:lnTo>
                      <a:pt x="0" y="3"/>
                    </a:lnTo>
                    <a:lnTo>
                      <a:pt x="0" y="3"/>
                    </a:lnTo>
                    <a:lnTo>
                      <a:pt x="0" y="3"/>
                    </a:lnTo>
                    <a:lnTo>
                      <a:pt x="0" y="3"/>
                    </a:lnTo>
                    <a:close/>
                    <a:moveTo>
                      <a:pt x="0" y="3"/>
                    </a:moveTo>
                    <a:lnTo>
                      <a:pt x="0" y="3"/>
                    </a:lnTo>
                    <a:lnTo>
                      <a:pt x="0" y="3"/>
                    </a:lnTo>
                    <a:lnTo>
                      <a:pt x="0"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3" name="Freeform 251"/>
              <p:cNvSpPr>
                <a:spLocks/>
              </p:cNvSpPr>
              <p:nvPr/>
            </p:nvSpPr>
            <p:spPr bwMode="auto">
              <a:xfrm>
                <a:off x="4378325"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4" name="Freeform 252"/>
              <p:cNvSpPr>
                <a:spLocks/>
              </p:cNvSpPr>
              <p:nvPr/>
            </p:nvSpPr>
            <p:spPr bwMode="auto">
              <a:xfrm>
                <a:off x="4381500"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5" name="Freeform 253"/>
              <p:cNvSpPr>
                <a:spLocks/>
              </p:cNvSpPr>
              <p:nvPr/>
            </p:nvSpPr>
            <p:spPr bwMode="auto">
              <a:xfrm>
                <a:off x="4381500" y="2890838"/>
                <a:ext cx="4763" cy="0"/>
              </a:xfrm>
              <a:custGeom>
                <a:avLst/>
                <a:gdLst>
                  <a:gd name="T0" fmla="*/ 0 w 3"/>
                  <a:gd name="T1" fmla="*/ 0 w 3"/>
                  <a:gd name="T2" fmla="*/ 0 w 3"/>
                  <a:gd name="T3" fmla="*/ 0 w 3"/>
                  <a:gd name="T4" fmla="*/ 0 w 3"/>
                  <a:gd name="T5" fmla="*/ 3 w 3"/>
                  <a:gd name="T6" fmla="*/ 3 w 3"/>
                  <a:gd name="T7" fmla="*/ 3 w 3"/>
                  <a:gd name="T8" fmla="*/ 3 w 3"/>
                  <a:gd name="T9" fmla="*/ 3 w 3"/>
                  <a:gd name="T10" fmla="*/ 3 w 3"/>
                  <a:gd name="T11" fmla="*/ 3 w 3"/>
                  <a:gd name="T12" fmla="*/ 3 w 3"/>
                  <a:gd name="T13" fmla="*/ 3 w 3"/>
                  <a:gd name="T14"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3">
                    <a:moveTo>
                      <a:pt x="0" y="0"/>
                    </a:moveTo>
                    <a:lnTo>
                      <a:pt x="0" y="0"/>
                    </a:lnTo>
                    <a:lnTo>
                      <a:pt x="0" y="0"/>
                    </a:lnTo>
                    <a:lnTo>
                      <a:pt x="0" y="0"/>
                    </a:lnTo>
                    <a:lnTo>
                      <a:pt x="0" y="0"/>
                    </a:lnTo>
                    <a:lnTo>
                      <a:pt x="3" y="0"/>
                    </a:lnTo>
                    <a:lnTo>
                      <a:pt x="3" y="0"/>
                    </a:lnTo>
                    <a:lnTo>
                      <a:pt x="3" y="0"/>
                    </a:lnTo>
                    <a:lnTo>
                      <a:pt x="3" y="0"/>
                    </a:lnTo>
                    <a:lnTo>
                      <a:pt x="3" y="0"/>
                    </a:lnTo>
                    <a:lnTo>
                      <a:pt x="3" y="0"/>
                    </a:lnTo>
                    <a:lnTo>
                      <a:pt x="3" y="0"/>
                    </a:lnTo>
                    <a:lnTo>
                      <a:pt x="3" y="0"/>
                    </a:lnTo>
                    <a:lnTo>
                      <a:pt x="3"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6" name="Freeform 254"/>
              <p:cNvSpPr>
                <a:spLocks noEditPoints="1"/>
              </p:cNvSpPr>
              <p:nvPr/>
            </p:nvSpPr>
            <p:spPr bwMode="auto">
              <a:xfrm>
                <a:off x="4381500" y="2890838"/>
                <a:ext cx="4763" cy="0"/>
              </a:xfrm>
              <a:custGeom>
                <a:avLst/>
                <a:gdLst>
                  <a:gd name="T0" fmla="*/ 3 w 3"/>
                  <a:gd name="T1" fmla="*/ 0 w 3"/>
                  <a:gd name="T2" fmla="*/ 0 w 3"/>
                  <a:gd name="T3" fmla="*/ 0 w 3"/>
                  <a:gd name="T4" fmla="*/ 0 w 3"/>
                  <a:gd name="T5" fmla="*/ 0 w 3"/>
                  <a:gd name="T6" fmla="*/ 0 w 3"/>
                  <a:gd name="T7" fmla="*/ 0 w 3"/>
                  <a:gd name="T8" fmla="*/ 0 w 3"/>
                  <a:gd name="T9" fmla="*/ 0 w 3"/>
                  <a:gd name="T10" fmla="*/ 3 w 3"/>
                  <a:gd name="T11" fmla="*/ 3 w 3"/>
                  <a:gd name="T12" fmla="*/ 3 w 3"/>
                  <a:gd name="T13" fmla="*/ 3 w 3"/>
                  <a:gd name="T14" fmla="*/ 3 w 3"/>
                  <a:gd name="T15" fmla="*/ 3 w 3"/>
                  <a:gd name="T16" fmla="*/ 3 w 3"/>
                  <a:gd name="T17" fmla="*/ 3 w 3"/>
                  <a:gd name="T18" fmla="*/ 3 w 3"/>
                  <a:gd name="T19" fmla="*/ 3 w 3"/>
                  <a:gd name="T20" fmla="*/ 3 w 3"/>
                  <a:gd name="T21" fmla="*/ 0 w 3"/>
                  <a:gd name="T22" fmla="*/ 3 w 3"/>
                  <a:gd name="T23" fmla="*/ 3 w 3"/>
                  <a:gd name="T24" fmla="*/ 3 w 3"/>
                  <a:gd name="T25" fmla="*/ 3 w 3"/>
                  <a:gd name="T26" fmla="*/ 3 w 3"/>
                  <a:gd name="T27" fmla="*/ 3 w 3"/>
                  <a:gd name="T28" fmla="*/ 3 w 3"/>
                  <a:gd name="T29" fmla="*/ 3 w 3"/>
                  <a:gd name="T30" fmla="*/ 3 w 3"/>
                  <a:gd name="T31" fmla="*/ 3 w 3"/>
                  <a:gd name="T32" fmla="*/ 3 w 3"/>
                  <a:gd name="T33" fmla="*/ 0 w 3"/>
                  <a:gd name="T34" fmla="*/ 0 w 3"/>
                  <a:gd name="T35" fmla="*/ 0 w 3"/>
                  <a:gd name="T36" fmla="*/ 0 w 3"/>
                  <a:gd name="T37"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3">
                    <a:moveTo>
                      <a:pt x="3" y="0"/>
                    </a:moveTo>
                    <a:lnTo>
                      <a:pt x="0" y="0"/>
                    </a:lnTo>
                    <a:lnTo>
                      <a:pt x="0" y="0"/>
                    </a:lnTo>
                    <a:lnTo>
                      <a:pt x="0" y="0"/>
                    </a:lnTo>
                    <a:lnTo>
                      <a:pt x="0" y="0"/>
                    </a:lnTo>
                    <a:lnTo>
                      <a:pt x="0" y="0"/>
                    </a:lnTo>
                    <a:lnTo>
                      <a:pt x="0" y="0"/>
                    </a:lnTo>
                    <a:lnTo>
                      <a:pt x="0" y="0"/>
                    </a:lnTo>
                    <a:lnTo>
                      <a:pt x="0" y="0"/>
                    </a:lnTo>
                    <a:lnTo>
                      <a:pt x="0" y="0"/>
                    </a:lnTo>
                    <a:lnTo>
                      <a:pt x="3" y="0"/>
                    </a:lnTo>
                    <a:lnTo>
                      <a:pt x="3" y="0"/>
                    </a:lnTo>
                    <a:lnTo>
                      <a:pt x="3" y="0"/>
                    </a:lnTo>
                    <a:lnTo>
                      <a:pt x="3" y="0"/>
                    </a:lnTo>
                    <a:lnTo>
                      <a:pt x="3" y="0"/>
                    </a:lnTo>
                    <a:lnTo>
                      <a:pt x="3" y="0"/>
                    </a:lnTo>
                    <a:lnTo>
                      <a:pt x="3" y="0"/>
                    </a:lnTo>
                    <a:lnTo>
                      <a:pt x="3" y="0"/>
                    </a:lnTo>
                    <a:lnTo>
                      <a:pt x="3" y="0"/>
                    </a:lnTo>
                    <a:lnTo>
                      <a:pt x="3" y="0"/>
                    </a:lnTo>
                    <a:lnTo>
                      <a:pt x="3" y="0"/>
                    </a:lnTo>
                    <a:close/>
                    <a:moveTo>
                      <a:pt x="0" y="0"/>
                    </a:moveTo>
                    <a:lnTo>
                      <a:pt x="3" y="0"/>
                    </a:lnTo>
                    <a:lnTo>
                      <a:pt x="3" y="0"/>
                    </a:lnTo>
                    <a:lnTo>
                      <a:pt x="3" y="0"/>
                    </a:lnTo>
                    <a:lnTo>
                      <a:pt x="3" y="0"/>
                    </a:lnTo>
                    <a:lnTo>
                      <a:pt x="3" y="0"/>
                    </a:lnTo>
                    <a:lnTo>
                      <a:pt x="3" y="0"/>
                    </a:lnTo>
                    <a:lnTo>
                      <a:pt x="3" y="0"/>
                    </a:lnTo>
                    <a:lnTo>
                      <a:pt x="3" y="0"/>
                    </a:lnTo>
                    <a:lnTo>
                      <a:pt x="3" y="0"/>
                    </a:lnTo>
                    <a:lnTo>
                      <a:pt x="3" y="0"/>
                    </a:lnTo>
                    <a:lnTo>
                      <a:pt x="3"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7" name="Rectangle 255"/>
              <p:cNvSpPr>
                <a:spLocks noChangeArrowheads="1"/>
              </p:cNvSpPr>
              <p:nvPr/>
            </p:nvSpPr>
            <p:spPr bwMode="auto">
              <a:xfrm>
                <a:off x="4381500" y="2890838"/>
                <a:ext cx="4763"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8" name="Freeform 256"/>
              <p:cNvSpPr>
                <a:spLocks noEditPoints="1"/>
              </p:cNvSpPr>
              <p:nvPr/>
            </p:nvSpPr>
            <p:spPr bwMode="auto">
              <a:xfrm>
                <a:off x="4381500" y="2890838"/>
                <a:ext cx="4763" cy="0"/>
              </a:xfrm>
              <a:custGeom>
                <a:avLst/>
                <a:gdLst>
                  <a:gd name="T0" fmla="*/ 3 w 3"/>
                  <a:gd name="T1" fmla="*/ 0 w 3"/>
                  <a:gd name="T2" fmla="*/ 0 w 3"/>
                  <a:gd name="T3" fmla="*/ 0 w 3"/>
                  <a:gd name="T4" fmla="*/ 0 w 3"/>
                  <a:gd name="T5" fmla="*/ 0 w 3"/>
                  <a:gd name="T6" fmla="*/ 3 w 3"/>
                  <a:gd name="T7" fmla="*/ 3 w 3"/>
                  <a:gd name="T8" fmla="*/ 3 w 3"/>
                  <a:gd name="T9" fmla="*/ 3 w 3"/>
                  <a:gd name="T10" fmla="*/ 3 w 3"/>
                  <a:gd name="T11" fmla="*/ 0 w 3"/>
                  <a:gd name="T12" fmla="*/ 3 w 3"/>
                  <a:gd name="T13" fmla="*/ 3 w 3"/>
                  <a:gd name="T14" fmla="*/ 0 w 3"/>
                  <a:gd name="T15"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Lst>
                <a:rect l="0" t="0" r="r" b="b"/>
                <a:pathLst>
                  <a:path w="3">
                    <a:moveTo>
                      <a:pt x="3" y="0"/>
                    </a:moveTo>
                    <a:lnTo>
                      <a:pt x="0" y="0"/>
                    </a:lnTo>
                    <a:lnTo>
                      <a:pt x="0" y="0"/>
                    </a:lnTo>
                    <a:lnTo>
                      <a:pt x="0" y="0"/>
                    </a:lnTo>
                    <a:lnTo>
                      <a:pt x="0" y="0"/>
                    </a:lnTo>
                    <a:lnTo>
                      <a:pt x="0" y="0"/>
                    </a:lnTo>
                    <a:lnTo>
                      <a:pt x="3" y="0"/>
                    </a:lnTo>
                    <a:lnTo>
                      <a:pt x="3" y="0"/>
                    </a:lnTo>
                    <a:lnTo>
                      <a:pt x="3" y="0"/>
                    </a:lnTo>
                    <a:lnTo>
                      <a:pt x="3" y="0"/>
                    </a:lnTo>
                    <a:lnTo>
                      <a:pt x="3" y="0"/>
                    </a:lnTo>
                    <a:close/>
                    <a:moveTo>
                      <a:pt x="0" y="0"/>
                    </a:moveTo>
                    <a:lnTo>
                      <a:pt x="3" y="0"/>
                    </a:lnTo>
                    <a:lnTo>
                      <a:pt x="3"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49" name="Freeform 257"/>
              <p:cNvSpPr>
                <a:spLocks/>
              </p:cNvSpPr>
              <p:nvPr/>
            </p:nvSpPr>
            <p:spPr bwMode="auto">
              <a:xfrm>
                <a:off x="4386263"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0" name="Freeform 258"/>
              <p:cNvSpPr>
                <a:spLocks/>
              </p:cNvSpPr>
              <p:nvPr/>
            </p:nvSpPr>
            <p:spPr bwMode="auto">
              <a:xfrm>
                <a:off x="4400550" y="2890838"/>
                <a:ext cx="7938" cy="3175"/>
              </a:xfrm>
              <a:custGeom>
                <a:avLst/>
                <a:gdLst>
                  <a:gd name="T0" fmla="*/ 5 w 5"/>
                  <a:gd name="T1" fmla="*/ 2 h 2"/>
                  <a:gd name="T2" fmla="*/ 0 w 5"/>
                  <a:gd name="T3" fmla="*/ 2 h 2"/>
                  <a:gd name="T4" fmla="*/ 0 w 5"/>
                  <a:gd name="T5" fmla="*/ 0 h 2"/>
                  <a:gd name="T6" fmla="*/ 0 w 5"/>
                  <a:gd name="T7" fmla="*/ 0 h 2"/>
                  <a:gd name="T8" fmla="*/ 5 w 5"/>
                  <a:gd name="T9" fmla="*/ 0 h 2"/>
                  <a:gd name="T10" fmla="*/ 5 w 5"/>
                  <a:gd name="T11" fmla="*/ 0 h 2"/>
                  <a:gd name="T12" fmla="*/ 5 w 5"/>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5" y="2"/>
                    </a:moveTo>
                    <a:lnTo>
                      <a:pt x="0" y="2"/>
                    </a:lnTo>
                    <a:lnTo>
                      <a:pt x="0" y="0"/>
                    </a:lnTo>
                    <a:lnTo>
                      <a:pt x="0" y="0"/>
                    </a:lnTo>
                    <a:lnTo>
                      <a:pt x="5" y="0"/>
                    </a:lnTo>
                    <a:lnTo>
                      <a:pt x="5" y="0"/>
                    </a:lnTo>
                    <a:lnTo>
                      <a:pt x="5"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1" name="Freeform 259"/>
              <p:cNvSpPr>
                <a:spLocks noEditPoints="1"/>
              </p:cNvSpPr>
              <p:nvPr/>
            </p:nvSpPr>
            <p:spPr bwMode="auto">
              <a:xfrm>
                <a:off x="4400550" y="2890838"/>
                <a:ext cx="7938" cy="3175"/>
              </a:xfrm>
              <a:custGeom>
                <a:avLst/>
                <a:gdLst>
                  <a:gd name="T0" fmla="*/ 5 w 5"/>
                  <a:gd name="T1" fmla="*/ 2 h 2"/>
                  <a:gd name="T2" fmla="*/ 0 w 5"/>
                  <a:gd name="T3" fmla="*/ 2 h 2"/>
                  <a:gd name="T4" fmla="*/ 0 w 5"/>
                  <a:gd name="T5" fmla="*/ 0 h 2"/>
                  <a:gd name="T6" fmla="*/ 0 w 5"/>
                  <a:gd name="T7" fmla="*/ 0 h 2"/>
                  <a:gd name="T8" fmla="*/ 5 w 5"/>
                  <a:gd name="T9" fmla="*/ 0 h 2"/>
                  <a:gd name="T10" fmla="*/ 5 w 5"/>
                  <a:gd name="T11" fmla="*/ 0 h 2"/>
                  <a:gd name="T12" fmla="*/ 5 w 5"/>
                  <a:gd name="T13" fmla="*/ 2 h 2"/>
                  <a:gd name="T14" fmla="*/ 0 w 5"/>
                  <a:gd name="T15" fmla="*/ 0 h 2"/>
                  <a:gd name="T16" fmla="*/ 0 w 5"/>
                  <a:gd name="T17" fmla="*/ 0 h 2"/>
                  <a:gd name="T18" fmla="*/ 0 w 5"/>
                  <a:gd name="T19" fmla="*/ 2 h 2"/>
                  <a:gd name="T20" fmla="*/ 5 w 5"/>
                  <a:gd name="T21" fmla="*/ 2 h 2"/>
                  <a:gd name="T22" fmla="*/ 5 w 5"/>
                  <a:gd name="T23" fmla="*/ 0 h 2"/>
                  <a:gd name="T24" fmla="*/ 5 w 5"/>
                  <a:gd name="T25" fmla="*/ 0 h 2"/>
                  <a:gd name="T26" fmla="*/ 0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5" y="2"/>
                    </a:moveTo>
                    <a:lnTo>
                      <a:pt x="0" y="2"/>
                    </a:lnTo>
                    <a:lnTo>
                      <a:pt x="0" y="0"/>
                    </a:lnTo>
                    <a:lnTo>
                      <a:pt x="0" y="0"/>
                    </a:lnTo>
                    <a:lnTo>
                      <a:pt x="5" y="0"/>
                    </a:lnTo>
                    <a:lnTo>
                      <a:pt x="5" y="0"/>
                    </a:lnTo>
                    <a:lnTo>
                      <a:pt x="5" y="2"/>
                    </a:lnTo>
                    <a:close/>
                    <a:moveTo>
                      <a:pt x="0" y="0"/>
                    </a:moveTo>
                    <a:lnTo>
                      <a:pt x="0" y="0"/>
                    </a:lnTo>
                    <a:lnTo>
                      <a:pt x="0" y="2"/>
                    </a:lnTo>
                    <a:lnTo>
                      <a:pt x="5" y="2"/>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2" name="Freeform 260"/>
              <p:cNvSpPr>
                <a:spLocks/>
              </p:cNvSpPr>
              <p:nvPr/>
            </p:nvSpPr>
            <p:spPr bwMode="auto">
              <a:xfrm>
                <a:off x="4400550" y="2897188"/>
                <a:ext cx="7938" cy="0"/>
              </a:xfrm>
              <a:custGeom>
                <a:avLst/>
                <a:gdLst>
                  <a:gd name="T0" fmla="*/ 5 w 5"/>
                  <a:gd name="T1" fmla="*/ 0 w 5"/>
                  <a:gd name="T2" fmla="*/ 0 w 5"/>
                  <a:gd name="T3" fmla="*/ 0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0" y="0"/>
                    </a:lnTo>
                    <a:lnTo>
                      <a:pt x="5"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3" name="Freeform 261"/>
              <p:cNvSpPr>
                <a:spLocks noEditPoints="1"/>
              </p:cNvSpPr>
              <p:nvPr/>
            </p:nvSpPr>
            <p:spPr bwMode="auto">
              <a:xfrm>
                <a:off x="4400550" y="2897188"/>
                <a:ext cx="7938" cy="0"/>
              </a:xfrm>
              <a:custGeom>
                <a:avLst/>
                <a:gdLst>
                  <a:gd name="T0" fmla="*/ 5 w 5"/>
                  <a:gd name="T1" fmla="*/ 0 w 5"/>
                  <a:gd name="T2" fmla="*/ 0 w 5"/>
                  <a:gd name="T3" fmla="*/ 0 w 5"/>
                  <a:gd name="T4" fmla="*/ 5 w 5"/>
                  <a:gd name="T5" fmla="*/ 5 w 5"/>
                  <a:gd name="T6" fmla="*/ 5 w 5"/>
                  <a:gd name="T7" fmla="*/ 0 w 5"/>
                  <a:gd name="T8" fmla="*/ 0 w 5"/>
                  <a:gd name="T9" fmla="*/ 0 w 5"/>
                  <a:gd name="T10" fmla="*/ 5 w 5"/>
                  <a:gd name="T11" fmla="*/ 5 w 5"/>
                  <a:gd name="T12" fmla="*/ 5 w 5"/>
                  <a:gd name="T13"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5">
                    <a:moveTo>
                      <a:pt x="5" y="0"/>
                    </a:moveTo>
                    <a:lnTo>
                      <a:pt x="0" y="0"/>
                    </a:lnTo>
                    <a:lnTo>
                      <a:pt x="0" y="0"/>
                    </a:lnTo>
                    <a:lnTo>
                      <a:pt x="0" y="0"/>
                    </a:lnTo>
                    <a:lnTo>
                      <a:pt x="5" y="0"/>
                    </a:lnTo>
                    <a:lnTo>
                      <a:pt x="5" y="0"/>
                    </a:lnTo>
                    <a:lnTo>
                      <a:pt x="5" y="0"/>
                    </a:lnTo>
                    <a:close/>
                    <a:moveTo>
                      <a:pt x="0" y="0"/>
                    </a:moveTo>
                    <a:lnTo>
                      <a:pt x="0" y="0"/>
                    </a:lnTo>
                    <a:lnTo>
                      <a:pt x="0" y="0"/>
                    </a:lnTo>
                    <a:lnTo>
                      <a:pt x="5" y="0"/>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4" name="Freeform 262"/>
              <p:cNvSpPr>
                <a:spLocks/>
              </p:cNvSpPr>
              <p:nvPr/>
            </p:nvSpPr>
            <p:spPr bwMode="auto">
              <a:xfrm>
                <a:off x="4400550" y="2894013"/>
                <a:ext cx="7938" cy="0"/>
              </a:xfrm>
              <a:custGeom>
                <a:avLst/>
                <a:gdLst>
                  <a:gd name="T0" fmla="*/ 5 w 5"/>
                  <a:gd name="T1" fmla="*/ 0 w 5"/>
                  <a:gd name="T2" fmla="*/ 0 w 5"/>
                  <a:gd name="T3" fmla="*/ 0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0" y="0"/>
                    </a:lnTo>
                    <a:lnTo>
                      <a:pt x="5"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5" name="Freeform 263"/>
              <p:cNvSpPr>
                <a:spLocks noEditPoints="1"/>
              </p:cNvSpPr>
              <p:nvPr/>
            </p:nvSpPr>
            <p:spPr bwMode="auto">
              <a:xfrm>
                <a:off x="4400550" y="2894013"/>
                <a:ext cx="7938" cy="0"/>
              </a:xfrm>
              <a:custGeom>
                <a:avLst/>
                <a:gdLst>
                  <a:gd name="T0" fmla="*/ 5 w 5"/>
                  <a:gd name="T1" fmla="*/ 0 w 5"/>
                  <a:gd name="T2" fmla="*/ 0 w 5"/>
                  <a:gd name="T3" fmla="*/ 0 w 5"/>
                  <a:gd name="T4" fmla="*/ 5 w 5"/>
                  <a:gd name="T5" fmla="*/ 5 w 5"/>
                  <a:gd name="T6" fmla="*/ 5 w 5"/>
                  <a:gd name="T7" fmla="*/ 0 w 5"/>
                  <a:gd name="T8" fmla="*/ 0 w 5"/>
                  <a:gd name="T9" fmla="*/ 0 w 5"/>
                  <a:gd name="T10" fmla="*/ 5 w 5"/>
                  <a:gd name="T11" fmla="*/ 5 w 5"/>
                  <a:gd name="T12" fmla="*/ 5 w 5"/>
                  <a:gd name="T13"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5">
                    <a:moveTo>
                      <a:pt x="5" y="0"/>
                    </a:moveTo>
                    <a:lnTo>
                      <a:pt x="0" y="0"/>
                    </a:lnTo>
                    <a:lnTo>
                      <a:pt x="0" y="0"/>
                    </a:lnTo>
                    <a:lnTo>
                      <a:pt x="0" y="0"/>
                    </a:lnTo>
                    <a:lnTo>
                      <a:pt x="5" y="0"/>
                    </a:lnTo>
                    <a:lnTo>
                      <a:pt x="5" y="0"/>
                    </a:lnTo>
                    <a:lnTo>
                      <a:pt x="5" y="0"/>
                    </a:lnTo>
                    <a:close/>
                    <a:moveTo>
                      <a:pt x="0" y="0"/>
                    </a:moveTo>
                    <a:lnTo>
                      <a:pt x="0" y="0"/>
                    </a:lnTo>
                    <a:lnTo>
                      <a:pt x="0" y="0"/>
                    </a:lnTo>
                    <a:lnTo>
                      <a:pt x="5" y="0"/>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6" name="Rectangle 264"/>
              <p:cNvSpPr>
                <a:spLocks noChangeArrowheads="1"/>
              </p:cNvSpPr>
              <p:nvPr/>
            </p:nvSpPr>
            <p:spPr bwMode="auto">
              <a:xfrm>
                <a:off x="4400550" y="2894013"/>
                <a:ext cx="7938" cy="3175"/>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7" name="Freeform 265"/>
              <p:cNvSpPr>
                <a:spLocks noEditPoints="1"/>
              </p:cNvSpPr>
              <p:nvPr/>
            </p:nvSpPr>
            <p:spPr bwMode="auto">
              <a:xfrm>
                <a:off x="4400550" y="2894013"/>
                <a:ext cx="7938" cy="3175"/>
              </a:xfrm>
              <a:custGeom>
                <a:avLst/>
                <a:gdLst>
                  <a:gd name="T0" fmla="*/ 5 w 5"/>
                  <a:gd name="T1" fmla="*/ 2 h 2"/>
                  <a:gd name="T2" fmla="*/ 0 w 5"/>
                  <a:gd name="T3" fmla="*/ 2 h 2"/>
                  <a:gd name="T4" fmla="*/ 0 w 5"/>
                  <a:gd name="T5" fmla="*/ 2 h 2"/>
                  <a:gd name="T6" fmla="*/ 0 w 5"/>
                  <a:gd name="T7" fmla="*/ 0 h 2"/>
                  <a:gd name="T8" fmla="*/ 5 w 5"/>
                  <a:gd name="T9" fmla="*/ 0 h 2"/>
                  <a:gd name="T10" fmla="*/ 5 w 5"/>
                  <a:gd name="T11" fmla="*/ 2 h 2"/>
                  <a:gd name="T12" fmla="*/ 0 w 5"/>
                  <a:gd name="T13" fmla="*/ 2 h 2"/>
                  <a:gd name="T14" fmla="*/ 5 w 5"/>
                  <a:gd name="T15" fmla="*/ 2 h 2"/>
                  <a:gd name="T16" fmla="*/ 5 w 5"/>
                  <a:gd name="T17" fmla="*/ 0 h 2"/>
                  <a:gd name="T18" fmla="*/ 0 w 5"/>
                  <a:gd name="T19" fmla="*/ 0 h 2"/>
                  <a:gd name="T20" fmla="*/ 0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5" y="2"/>
                    </a:moveTo>
                    <a:lnTo>
                      <a:pt x="0" y="2"/>
                    </a:lnTo>
                    <a:lnTo>
                      <a:pt x="0" y="2"/>
                    </a:lnTo>
                    <a:lnTo>
                      <a:pt x="0" y="0"/>
                    </a:lnTo>
                    <a:lnTo>
                      <a:pt x="5" y="0"/>
                    </a:lnTo>
                    <a:lnTo>
                      <a:pt x="5" y="2"/>
                    </a:lnTo>
                    <a:close/>
                    <a:moveTo>
                      <a:pt x="0" y="2"/>
                    </a:moveTo>
                    <a:lnTo>
                      <a:pt x="5" y="2"/>
                    </a:lnTo>
                    <a:lnTo>
                      <a:pt x="5"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8" name="Freeform 266"/>
              <p:cNvSpPr>
                <a:spLocks/>
              </p:cNvSpPr>
              <p:nvPr/>
            </p:nvSpPr>
            <p:spPr bwMode="auto">
              <a:xfrm>
                <a:off x="4405313" y="2894013"/>
                <a:ext cx="3175" cy="317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1"/>
                    </a:cubicBez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59" name="Freeform 267"/>
              <p:cNvSpPr>
                <a:spLocks noEditPoints="1"/>
              </p:cNvSpPr>
              <p:nvPr/>
            </p:nvSpPr>
            <p:spPr bwMode="auto">
              <a:xfrm>
                <a:off x="4405313" y="2894013"/>
                <a:ext cx="3175" cy="3175"/>
              </a:xfrm>
              <a:custGeom>
                <a:avLst/>
                <a:gdLst>
                  <a:gd name="T0" fmla="*/ 1 w 1"/>
                  <a:gd name="T1" fmla="*/ 1 h 1"/>
                  <a:gd name="T2" fmla="*/ 0 w 1"/>
                  <a:gd name="T3" fmla="*/ 1 h 1"/>
                  <a:gd name="T4" fmla="*/ 0 w 1"/>
                  <a:gd name="T5" fmla="*/ 1 h 1"/>
                  <a:gd name="T6" fmla="*/ 0 w 1"/>
                  <a:gd name="T7" fmla="*/ 0 h 1"/>
                  <a:gd name="T8" fmla="*/ 0 w 1"/>
                  <a:gd name="T9" fmla="*/ 0 h 1"/>
                  <a:gd name="T10" fmla="*/ 1 w 1"/>
                  <a:gd name="T11" fmla="*/ 1 h 1"/>
                  <a:gd name="T12" fmla="*/ 0 w 1"/>
                  <a:gd name="T13" fmla="*/ 1 h 1"/>
                  <a:gd name="T14" fmla="*/ 1 w 1"/>
                  <a:gd name="T15" fmla="*/ 1 h 1"/>
                  <a:gd name="T16" fmla="*/ 0 w 1"/>
                  <a:gd name="T17" fmla="*/ 0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0" y="1"/>
                      <a:pt x="0" y="1"/>
                      <a:pt x="0" y="1"/>
                    </a:cubicBezTo>
                    <a:cubicBezTo>
                      <a:pt x="0" y="1"/>
                      <a:pt x="0" y="1"/>
                      <a:pt x="0" y="1"/>
                    </a:cubicBezTo>
                    <a:cubicBezTo>
                      <a:pt x="0" y="0"/>
                      <a:pt x="0" y="0"/>
                      <a:pt x="0" y="0"/>
                    </a:cubicBezTo>
                    <a:cubicBezTo>
                      <a:pt x="0" y="0"/>
                      <a:pt x="0" y="0"/>
                      <a:pt x="0" y="0"/>
                    </a:cubicBezTo>
                    <a:cubicBezTo>
                      <a:pt x="0" y="0"/>
                      <a:pt x="1" y="0"/>
                      <a:pt x="1" y="1"/>
                    </a:cubicBezTo>
                    <a:close/>
                    <a:moveTo>
                      <a:pt x="0" y="1"/>
                    </a:moveTo>
                    <a:cubicBezTo>
                      <a:pt x="1" y="1"/>
                      <a:pt x="1" y="1"/>
                      <a:pt x="1" y="1"/>
                    </a:cubicBezTo>
                    <a:cubicBezTo>
                      <a:pt x="1" y="0"/>
                      <a:pt x="0" y="0"/>
                      <a:pt x="0" y="0"/>
                    </a:cubicBezTo>
                    <a:cubicBezTo>
                      <a:pt x="0" y="0"/>
                      <a:pt x="0"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0" name="Freeform 268"/>
              <p:cNvSpPr>
                <a:spLocks/>
              </p:cNvSpPr>
              <p:nvPr/>
            </p:nvSpPr>
            <p:spPr bwMode="auto">
              <a:xfrm>
                <a:off x="4405313" y="28940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1" name="Freeform 269"/>
              <p:cNvSpPr>
                <a:spLocks noEditPoints="1"/>
              </p:cNvSpPr>
              <p:nvPr/>
            </p:nvSpPr>
            <p:spPr bwMode="auto">
              <a:xfrm>
                <a:off x="4405313" y="2894013"/>
                <a:ext cx="0" cy="3175"/>
              </a:xfrm>
              <a:custGeom>
                <a:avLst/>
                <a:gdLst>
                  <a:gd name="T0" fmla="*/ 2 h 2"/>
                  <a:gd name="T1" fmla="*/ 2 h 2"/>
                  <a:gd name="T2" fmla="*/ 2 h 2"/>
                  <a:gd name="T3" fmla="*/ 0 h 2"/>
                  <a:gd name="T4" fmla="*/ 0 h 2"/>
                  <a:gd name="T5" fmla="*/ 2 h 2"/>
                  <a:gd name="T6" fmla="*/ 2 h 2"/>
                  <a:gd name="T7" fmla="*/ 2 h 2"/>
                  <a:gd name="T8" fmla="*/ 2 h 2"/>
                  <a:gd name="T9" fmla="*/ 0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lnTo>
                      <a:pt x="0" y="2"/>
                    </a:lnTo>
                    <a:lnTo>
                      <a:pt x="0" y="2"/>
                    </a:lnTo>
                    <a:lnTo>
                      <a:pt x="0" y="0"/>
                    </a:lnTo>
                    <a:lnTo>
                      <a:pt x="0" y="0"/>
                    </a:lnTo>
                    <a:lnTo>
                      <a:pt x="0" y="2"/>
                    </a:lnTo>
                    <a:lnTo>
                      <a:pt x="0" y="2"/>
                    </a:lnTo>
                    <a:close/>
                    <a:moveTo>
                      <a:pt x="0" y="2"/>
                    </a:moveTo>
                    <a:lnTo>
                      <a:pt x="0" y="2"/>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2" name="Freeform 270"/>
              <p:cNvSpPr>
                <a:spLocks/>
              </p:cNvSpPr>
              <p:nvPr/>
            </p:nvSpPr>
            <p:spPr bwMode="auto">
              <a:xfrm>
                <a:off x="4400550" y="2890838"/>
                <a:ext cx="4763" cy="0"/>
              </a:xfrm>
              <a:custGeom>
                <a:avLst/>
                <a:gdLst>
                  <a:gd name="T0" fmla="*/ 3 w 3"/>
                  <a:gd name="T1" fmla="*/ 3 w 3"/>
                  <a:gd name="T2" fmla="*/ 3 w 3"/>
                  <a:gd name="T3" fmla="*/ 3 w 3"/>
                  <a:gd name="T4" fmla="*/ 3 w 3"/>
                  <a:gd name="T5" fmla="*/ 0 w 3"/>
                  <a:gd name="T6" fmla="*/ 0 w 3"/>
                  <a:gd name="T7" fmla="*/ 0 w 3"/>
                  <a:gd name="T8" fmla="*/ 0 w 3"/>
                  <a:gd name="T9" fmla="*/ 0 w 3"/>
                  <a:gd name="T10" fmla="*/ 0 w 3"/>
                  <a:gd name="T11" fmla="*/ 0 w 3"/>
                  <a:gd name="T12" fmla="*/ 3 w 3"/>
                  <a:gd name="T13" fmla="*/ 3 w 3"/>
                  <a:gd name="T14"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3">
                    <a:moveTo>
                      <a:pt x="3" y="0"/>
                    </a:moveTo>
                    <a:lnTo>
                      <a:pt x="3" y="0"/>
                    </a:lnTo>
                    <a:lnTo>
                      <a:pt x="3" y="0"/>
                    </a:lnTo>
                    <a:lnTo>
                      <a:pt x="3" y="0"/>
                    </a:lnTo>
                    <a:lnTo>
                      <a:pt x="3" y="0"/>
                    </a:lnTo>
                    <a:lnTo>
                      <a:pt x="0" y="0"/>
                    </a:lnTo>
                    <a:lnTo>
                      <a:pt x="0" y="0"/>
                    </a:lnTo>
                    <a:lnTo>
                      <a:pt x="0" y="0"/>
                    </a:lnTo>
                    <a:lnTo>
                      <a:pt x="0" y="0"/>
                    </a:lnTo>
                    <a:lnTo>
                      <a:pt x="0" y="0"/>
                    </a:lnTo>
                    <a:lnTo>
                      <a:pt x="0" y="0"/>
                    </a:lnTo>
                    <a:lnTo>
                      <a:pt x="0" y="0"/>
                    </a:lnTo>
                    <a:lnTo>
                      <a:pt x="3" y="0"/>
                    </a:lnTo>
                    <a:lnTo>
                      <a:pt x="3" y="0"/>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3" name="Freeform 271"/>
              <p:cNvSpPr>
                <a:spLocks noEditPoints="1"/>
              </p:cNvSpPr>
              <p:nvPr/>
            </p:nvSpPr>
            <p:spPr bwMode="auto">
              <a:xfrm>
                <a:off x="4400550" y="2890838"/>
                <a:ext cx="4763" cy="0"/>
              </a:xfrm>
              <a:custGeom>
                <a:avLst/>
                <a:gdLst>
                  <a:gd name="T0" fmla="*/ 3 w 3"/>
                  <a:gd name="T1" fmla="*/ 0 w 3"/>
                  <a:gd name="T2" fmla="*/ 0 w 3"/>
                  <a:gd name="T3" fmla="*/ 0 w 3"/>
                  <a:gd name="T4" fmla="*/ 0 w 3"/>
                  <a:gd name="T5" fmla="*/ 0 w 3"/>
                  <a:gd name="T6" fmla="*/ 0 w 3"/>
                  <a:gd name="T7" fmla="*/ 0 w 3"/>
                  <a:gd name="T8" fmla="*/ 0 w 3"/>
                  <a:gd name="T9" fmla="*/ 0 w 3"/>
                  <a:gd name="T10" fmla="*/ 0 w 3"/>
                  <a:gd name="T11" fmla="*/ 3 w 3"/>
                  <a:gd name="T12" fmla="*/ 3 w 3"/>
                  <a:gd name="T13" fmla="*/ 3 w 3"/>
                  <a:gd name="T14" fmla="*/ 3 w 3"/>
                  <a:gd name="T15" fmla="*/ 3 w 3"/>
                  <a:gd name="T16" fmla="*/ 3 w 3"/>
                  <a:gd name="T17" fmla="*/ 3 w 3"/>
                  <a:gd name="T18" fmla="*/ 3 w 3"/>
                  <a:gd name="T19" fmla="*/ 3 w 3"/>
                  <a:gd name="T20" fmla="*/ 3 w 3"/>
                  <a:gd name="T21" fmla="*/ 0 w 3"/>
                  <a:gd name="T22" fmla="*/ 3 w 3"/>
                  <a:gd name="T23" fmla="*/ 3 w 3"/>
                  <a:gd name="T24" fmla="*/ 3 w 3"/>
                  <a:gd name="T25" fmla="*/ 3 w 3"/>
                  <a:gd name="T26" fmla="*/ 3 w 3"/>
                  <a:gd name="T27" fmla="*/ 3 w 3"/>
                  <a:gd name="T28" fmla="*/ 3 w 3"/>
                  <a:gd name="T29" fmla="*/ 3 w 3"/>
                  <a:gd name="T30" fmla="*/ 0 w 3"/>
                  <a:gd name="T31" fmla="*/ 0 w 3"/>
                  <a:gd name="T32" fmla="*/ 0 w 3"/>
                  <a:gd name="T33" fmla="*/ 0 w 3"/>
                  <a:gd name="T34" fmla="*/ 0 w 3"/>
                  <a:gd name="T35" fmla="*/ 0 w 3"/>
                  <a:gd name="T36" fmla="*/ 0 w 3"/>
                  <a:gd name="T37"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3">
                    <a:moveTo>
                      <a:pt x="3" y="0"/>
                    </a:moveTo>
                    <a:lnTo>
                      <a:pt x="0" y="0"/>
                    </a:lnTo>
                    <a:lnTo>
                      <a:pt x="0" y="0"/>
                    </a:lnTo>
                    <a:lnTo>
                      <a:pt x="0" y="0"/>
                    </a:lnTo>
                    <a:lnTo>
                      <a:pt x="0" y="0"/>
                    </a:lnTo>
                    <a:lnTo>
                      <a:pt x="0" y="0"/>
                    </a:lnTo>
                    <a:lnTo>
                      <a:pt x="0" y="0"/>
                    </a:lnTo>
                    <a:lnTo>
                      <a:pt x="0" y="0"/>
                    </a:lnTo>
                    <a:lnTo>
                      <a:pt x="0" y="0"/>
                    </a:lnTo>
                    <a:lnTo>
                      <a:pt x="0" y="0"/>
                    </a:lnTo>
                    <a:lnTo>
                      <a:pt x="0" y="0"/>
                    </a:lnTo>
                    <a:lnTo>
                      <a:pt x="3" y="0"/>
                    </a:lnTo>
                    <a:lnTo>
                      <a:pt x="3" y="0"/>
                    </a:lnTo>
                    <a:lnTo>
                      <a:pt x="3" y="0"/>
                    </a:lnTo>
                    <a:lnTo>
                      <a:pt x="3" y="0"/>
                    </a:lnTo>
                    <a:lnTo>
                      <a:pt x="3" y="0"/>
                    </a:lnTo>
                    <a:lnTo>
                      <a:pt x="3" y="0"/>
                    </a:lnTo>
                    <a:lnTo>
                      <a:pt x="3" y="0"/>
                    </a:lnTo>
                    <a:lnTo>
                      <a:pt x="3" y="0"/>
                    </a:lnTo>
                    <a:lnTo>
                      <a:pt x="3" y="0"/>
                    </a:lnTo>
                    <a:lnTo>
                      <a:pt x="3" y="0"/>
                    </a:lnTo>
                    <a:close/>
                    <a:moveTo>
                      <a:pt x="0" y="0"/>
                    </a:moveTo>
                    <a:lnTo>
                      <a:pt x="3" y="0"/>
                    </a:lnTo>
                    <a:lnTo>
                      <a:pt x="3" y="0"/>
                    </a:lnTo>
                    <a:lnTo>
                      <a:pt x="3" y="0"/>
                    </a:lnTo>
                    <a:lnTo>
                      <a:pt x="3" y="0"/>
                    </a:lnTo>
                    <a:lnTo>
                      <a:pt x="3" y="0"/>
                    </a:lnTo>
                    <a:lnTo>
                      <a:pt x="3" y="0"/>
                    </a:lnTo>
                    <a:lnTo>
                      <a:pt x="3" y="0"/>
                    </a:lnTo>
                    <a:lnTo>
                      <a:pt x="3"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4" name="Rectangle 272"/>
              <p:cNvSpPr>
                <a:spLocks noChangeArrowheads="1"/>
              </p:cNvSpPr>
              <p:nvPr/>
            </p:nvSpPr>
            <p:spPr bwMode="auto">
              <a:xfrm>
                <a:off x="4400550" y="2890838"/>
                <a:ext cx="4763"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5" name="Freeform 273"/>
              <p:cNvSpPr>
                <a:spLocks noEditPoints="1"/>
              </p:cNvSpPr>
              <p:nvPr/>
            </p:nvSpPr>
            <p:spPr bwMode="auto">
              <a:xfrm>
                <a:off x="4400550" y="2890838"/>
                <a:ext cx="4763" cy="0"/>
              </a:xfrm>
              <a:custGeom>
                <a:avLst/>
                <a:gdLst>
                  <a:gd name="T0" fmla="*/ 3 w 3"/>
                  <a:gd name="T1" fmla="*/ 3 w 3"/>
                  <a:gd name="T2" fmla="*/ 0 w 3"/>
                  <a:gd name="T3" fmla="*/ 0 w 3"/>
                  <a:gd name="T4" fmla="*/ 0 w 3"/>
                  <a:gd name="T5" fmla="*/ 0 w 3"/>
                  <a:gd name="T6" fmla="*/ 0 w 3"/>
                  <a:gd name="T7" fmla="*/ 3 w 3"/>
                  <a:gd name="T8" fmla="*/ 3 w 3"/>
                  <a:gd name="T9" fmla="*/ 3 w 3"/>
                  <a:gd name="T10" fmla="*/ 3 w 3"/>
                  <a:gd name="T11" fmla="*/ 3 w 3"/>
                  <a:gd name="T12" fmla="*/ 0 w 3"/>
                  <a:gd name="T13" fmla="*/ 3 w 3"/>
                  <a:gd name="T14" fmla="*/ 3 w 3"/>
                  <a:gd name="T15" fmla="*/ 0 w 3"/>
                  <a:gd name="T16"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3">
                    <a:moveTo>
                      <a:pt x="3" y="0"/>
                    </a:moveTo>
                    <a:lnTo>
                      <a:pt x="3" y="0"/>
                    </a:lnTo>
                    <a:lnTo>
                      <a:pt x="0" y="0"/>
                    </a:lnTo>
                    <a:lnTo>
                      <a:pt x="0" y="0"/>
                    </a:lnTo>
                    <a:lnTo>
                      <a:pt x="0" y="0"/>
                    </a:lnTo>
                    <a:lnTo>
                      <a:pt x="0" y="0"/>
                    </a:lnTo>
                    <a:lnTo>
                      <a:pt x="0" y="0"/>
                    </a:lnTo>
                    <a:lnTo>
                      <a:pt x="3" y="0"/>
                    </a:lnTo>
                    <a:lnTo>
                      <a:pt x="3" y="0"/>
                    </a:lnTo>
                    <a:lnTo>
                      <a:pt x="3" y="0"/>
                    </a:lnTo>
                    <a:lnTo>
                      <a:pt x="3" y="0"/>
                    </a:lnTo>
                    <a:lnTo>
                      <a:pt x="3" y="0"/>
                    </a:lnTo>
                    <a:close/>
                    <a:moveTo>
                      <a:pt x="0" y="0"/>
                    </a:moveTo>
                    <a:lnTo>
                      <a:pt x="3" y="0"/>
                    </a:lnTo>
                    <a:lnTo>
                      <a:pt x="3"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6" name="Freeform 274"/>
              <p:cNvSpPr>
                <a:spLocks/>
              </p:cNvSpPr>
              <p:nvPr/>
            </p:nvSpPr>
            <p:spPr bwMode="auto">
              <a:xfrm>
                <a:off x="4405313" y="2886075"/>
                <a:ext cx="0" cy="4763"/>
              </a:xfrm>
              <a:custGeom>
                <a:avLst/>
                <a:gdLst>
                  <a:gd name="T0" fmla="*/ 0 h 3"/>
                  <a:gd name="T1" fmla="*/ 0 h 3"/>
                  <a:gd name="T2" fmla="*/ 0 h 3"/>
                  <a:gd name="T3" fmla="*/ 0 h 3"/>
                  <a:gd name="T4" fmla="*/ 3 h 3"/>
                  <a:gd name="T5" fmla="*/ 3 h 3"/>
                  <a:gd name="T6" fmla="*/ 0 h 3"/>
                  <a:gd name="T7" fmla="*/ 0 h 3"/>
                  <a:gd name="T8" fmla="*/ 0 h 3"/>
                  <a:gd name="T9" fmla="*/ 0 h 3"/>
                  <a:gd name="T10" fmla="*/ 0 h 3"/>
                  <a:gd name="T11" fmla="*/ 0 h 3"/>
                  <a:gd name="T12" fmla="*/ 0 h 3"/>
                  <a:gd name="T13" fmla="*/ 0 h 3"/>
                  <a:gd name="T14"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3">
                    <a:moveTo>
                      <a:pt x="0" y="0"/>
                    </a:moveTo>
                    <a:lnTo>
                      <a:pt x="0" y="0"/>
                    </a:lnTo>
                    <a:lnTo>
                      <a:pt x="0" y="0"/>
                    </a:lnTo>
                    <a:lnTo>
                      <a:pt x="0" y="0"/>
                    </a:lnTo>
                    <a:lnTo>
                      <a:pt x="0" y="3"/>
                    </a:lnTo>
                    <a:lnTo>
                      <a:pt x="0" y="3"/>
                    </a:lnTo>
                    <a:lnTo>
                      <a:pt x="0" y="0"/>
                    </a:lnTo>
                    <a:lnTo>
                      <a:pt x="0" y="0"/>
                    </a:lnTo>
                    <a:lnTo>
                      <a:pt x="0" y="0"/>
                    </a:lnTo>
                    <a:lnTo>
                      <a:pt x="0"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7" name="Freeform 275"/>
              <p:cNvSpPr>
                <a:spLocks noEditPoints="1"/>
              </p:cNvSpPr>
              <p:nvPr/>
            </p:nvSpPr>
            <p:spPr bwMode="auto">
              <a:xfrm>
                <a:off x="4405313" y="2886075"/>
                <a:ext cx="0" cy="4763"/>
              </a:xfrm>
              <a:custGeom>
                <a:avLst/>
                <a:gdLst>
                  <a:gd name="T0" fmla="*/ 3 h 3"/>
                  <a:gd name="T1" fmla="*/ 3 h 3"/>
                  <a:gd name="T2" fmla="*/ 3 h 3"/>
                  <a:gd name="T3" fmla="*/ 0 h 3"/>
                  <a:gd name="T4" fmla="*/ 0 h 3"/>
                  <a:gd name="T5" fmla="*/ 0 h 3"/>
                  <a:gd name="T6" fmla="*/ 0 h 3"/>
                  <a:gd name="T7" fmla="*/ 0 h 3"/>
                  <a:gd name="T8" fmla="*/ 0 h 3"/>
                  <a:gd name="T9" fmla="*/ 0 h 3"/>
                  <a:gd name="T10" fmla="*/ 0 h 3"/>
                  <a:gd name="T11" fmla="*/ 0 h 3"/>
                  <a:gd name="T12" fmla="*/ 0 h 3"/>
                  <a:gd name="T13" fmla="*/ 0 h 3"/>
                  <a:gd name="T14" fmla="*/ 0 h 3"/>
                  <a:gd name="T15" fmla="*/ 0 h 3"/>
                  <a:gd name="T16" fmla="*/ 0 h 3"/>
                  <a:gd name="T17" fmla="*/ 0 h 3"/>
                  <a:gd name="T18" fmla="*/ 0 h 3"/>
                  <a:gd name="T19" fmla="*/ 3 h 3"/>
                  <a:gd name="T20" fmla="*/ 3 h 3"/>
                  <a:gd name="T21" fmla="*/ 0 h 3"/>
                  <a:gd name="T22" fmla="*/ 0 h 3"/>
                  <a:gd name="T23" fmla="*/ 0 h 3"/>
                  <a:gd name="T24" fmla="*/ 0 h 3"/>
                  <a:gd name="T25" fmla="*/ 0 h 3"/>
                  <a:gd name="T26" fmla="*/ 0 h 3"/>
                  <a:gd name="T27" fmla="*/ 0 h 3"/>
                  <a:gd name="T28" fmla="*/ 0 h 3"/>
                  <a:gd name="T29" fmla="*/ 0 h 3"/>
                  <a:gd name="T30" fmla="*/ 0 h 3"/>
                  <a:gd name="T31" fmla="*/ 0 h 3"/>
                  <a:gd name="T32" fmla="*/ 0 h 3"/>
                  <a:gd name="T33" fmla="*/ 0 h 3"/>
                  <a:gd name="T34" fmla="*/ 0 h 3"/>
                  <a:gd name="T35" fmla="*/ 0 h 3"/>
                  <a:gd name="T36" fmla="*/ 0 h 3"/>
                  <a:gd name="T37"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Lst>
                <a:rect l="0" t="0" r="r" b="b"/>
                <a:pathLst>
                  <a:path h="3">
                    <a:moveTo>
                      <a:pt x="0" y="3"/>
                    </a:moveTo>
                    <a:lnTo>
                      <a:pt x="0" y="3"/>
                    </a:lnTo>
                    <a:lnTo>
                      <a:pt x="0" y="3"/>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3"/>
                    </a:lnTo>
                    <a:lnTo>
                      <a:pt x="0" y="3"/>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8" name="Rectangle 276"/>
              <p:cNvSpPr>
                <a:spLocks noChangeArrowheads="1"/>
              </p:cNvSpPr>
              <p:nvPr/>
            </p:nvSpPr>
            <p:spPr bwMode="auto">
              <a:xfrm>
                <a:off x="4405313" y="2890838"/>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69" name="Freeform 277"/>
              <p:cNvSpPr>
                <a:spLocks noEditPoints="1"/>
              </p:cNvSpPr>
              <p:nvPr/>
            </p:nvSpPr>
            <p:spPr bwMode="auto">
              <a:xfrm>
                <a:off x="4405313" y="2886075"/>
                <a:ext cx="0" cy="4763"/>
              </a:xfrm>
              <a:custGeom>
                <a:avLst/>
                <a:gdLst>
                  <a:gd name="T0" fmla="*/ 3 h 3"/>
                  <a:gd name="T1" fmla="*/ 3 h 3"/>
                  <a:gd name="T2" fmla="*/ 3 h 3"/>
                  <a:gd name="T3" fmla="*/ 3 h 3"/>
                  <a:gd name="T4" fmla="*/ 3 h 3"/>
                  <a:gd name="T5" fmla="*/ 3 h 3"/>
                  <a:gd name="T6" fmla="*/ 0 h 3"/>
                  <a:gd name="T7" fmla="*/ 0 h 3"/>
                  <a:gd name="T8" fmla="*/ 3 h 3"/>
                  <a:gd name="T9" fmla="*/ 3 h 3"/>
                  <a:gd name="T10" fmla="*/ 3 h 3"/>
                  <a:gd name="T11" fmla="*/ 3 h 3"/>
                  <a:gd name="T12" fmla="*/ 3 h 3"/>
                  <a:gd name="T13" fmla="*/ 3 h 3"/>
                  <a:gd name="T14" fmla="*/ 3 h 3"/>
                  <a:gd name="T15" fmla="*/ 3 h 3"/>
                  <a:gd name="T16"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3">
                    <a:moveTo>
                      <a:pt x="0" y="3"/>
                    </a:moveTo>
                    <a:lnTo>
                      <a:pt x="0" y="3"/>
                    </a:lnTo>
                    <a:lnTo>
                      <a:pt x="0" y="3"/>
                    </a:lnTo>
                    <a:lnTo>
                      <a:pt x="0" y="3"/>
                    </a:lnTo>
                    <a:lnTo>
                      <a:pt x="0" y="3"/>
                    </a:lnTo>
                    <a:lnTo>
                      <a:pt x="0" y="3"/>
                    </a:lnTo>
                    <a:lnTo>
                      <a:pt x="0" y="0"/>
                    </a:lnTo>
                    <a:lnTo>
                      <a:pt x="0" y="0"/>
                    </a:lnTo>
                    <a:lnTo>
                      <a:pt x="0" y="3"/>
                    </a:lnTo>
                    <a:lnTo>
                      <a:pt x="0" y="3"/>
                    </a:lnTo>
                    <a:lnTo>
                      <a:pt x="0" y="3"/>
                    </a:lnTo>
                    <a:lnTo>
                      <a:pt x="0" y="3"/>
                    </a:lnTo>
                    <a:close/>
                    <a:moveTo>
                      <a:pt x="0" y="3"/>
                    </a:moveTo>
                    <a:lnTo>
                      <a:pt x="0" y="3"/>
                    </a:lnTo>
                    <a:lnTo>
                      <a:pt x="0" y="3"/>
                    </a:lnTo>
                    <a:lnTo>
                      <a:pt x="0"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0" name="Freeform 278"/>
              <p:cNvSpPr>
                <a:spLocks/>
              </p:cNvSpPr>
              <p:nvPr/>
            </p:nvSpPr>
            <p:spPr bwMode="auto">
              <a:xfrm>
                <a:off x="4400550" y="2890838"/>
                <a:ext cx="4763" cy="0"/>
              </a:xfrm>
              <a:custGeom>
                <a:avLst/>
                <a:gdLst>
                  <a:gd name="T0" fmla="*/ 3 w 3"/>
                  <a:gd name="T1" fmla="*/ 0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0" y="0"/>
                    </a:lnTo>
                    <a:lnTo>
                      <a:pt x="0" y="0"/>
                    </a:lnTo>
                    <a:lnTo>
                      <a:pt x="0" y="0"/>
                    </a:lnTo>
                    <a:lnTo>
                      <a:pt x="3"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1" name="Freeform 279"/>
              <p:cNvSpPr>
                <a:spLocks/>
              </p:cNvSpPr>
              <p:nvPr/>
            </p:nvSpPr>
            <p:spPr bwMode="auto">
              <a:xfrm>
                <a:off x="4405313"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2" name="Freeform 280"/>
              <p:cNvSpPr>
                <a:spLocks/>
              </p:cNvSpPr>
              <p:nvPr/>
            </p:nvSpPr>
            <p:spPr bwMode="auto">
              <a:xfrm>
                <a:off x="4405313" y="2890838"/>
                <a:ext cx="3175" cy="0"/>
              </a:xfrm>
              <a:custGeom>
                <a:avLst/>
                <a:gdLst>
                  <a:gd name="T0" fmla="*/ 2 w 2"/>
                  <a:gd name="T1" fmla="*/ 2 w 2"/>
                  <a:gd name="T2" fmla="*/ 0 w 2"/>
                  <a:gd name="T3" fmla="*/ 0 w 2"/>
                  <a:gd name="T4" fmla="*/ 0 w 2"/>
                  <a:gd name="T5" fmla="*/ 2 w 2"/>
                  <a:gd name="T6" fmla="*/ 2 w 2"/>
                  <a:gd name="T7" fmla="*/ 2 w 2"/>
                  <a:gd name="T8" fmla="*/ 2 w 2"/>
                  <a:gd name="T9" fmla="*/ 2 w 2"/>
                  <a:gd name="T10" fmla="*/ 2 w 2"/>
                  <a:gd name="T11" fmla="*/ 2 w 2"/>
                  <a:gd name="T12" fmla="*/ 2 w 2"/>
                  <a:gd name="T13" fmla="*/ 2 w 2"/>
                  <a:gd name="T14"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2" y="0"/>
                    </a:moveTo>
                    <a:lnTo>
                      <a:pt x="2" y="0"/>
                    </a:ln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3" name="Freeform 281"/>
              <p:cNvSpPr>
                <a:spLocks noEditPoints="1"/>
              </p:cNvSpPr>
              <p:nvPr/>
            </p:nvSpPr>
            <p:spPr bwMode="auto">
              <a:xfrm>
                <a:off x="4405313" y="2890838"/>
                <a:ext cx="3175" cy="0"/>
              </a:xfrm>
              <a:custGeom>
                <a:avLst/>
                <a:gdLst>
                  <a:gd name="T0" fmla="*/ 2 w 2"/>
                  <a:gd name="T1" fmla="*/ 0 w 2"/>
                  <a:gd name="T2" fmla="*/ 0 w 2"/>
                  <a:gd name="T3" fmla="*/ 0 w 2"/>
                  <a:gd name="T4" fmla="*/ 0 w 2"/>
                  <a:gd name="T5" fmla="*/ 2 w 2"/>
                  <a:gd name="T6" fmla="*/ 2 w 2"/>
                  <a:gd name="T7" fmla="*/ 2 w 2"/>
                  <a:gd name="T8" fmla="*/ 2 w 2"/>
                  <a:gd name="T9" fmla="*/ 2 w 2"/>
                  <a:gd name="T10" fmla="*/ 2 w 2"/>
                  <a:gd name="T11" fmla="*/ 2 w 2"/>
                  <a:gd name="T12" fmla="*/ 2 w 2"/>
                  <a:gd name="T13" fmla="*/ 2 w 2"/>
                  <a:gd name="T14" fmla="*/ 2 w 2"/>
                  <a:gd name="T15" fmla="*/ 2 w 2"/>
                  <a:gd name="T16" fmla="*/ 2 w 2"/>
                  <a:gd name="T17" fmla="*/ 2 w 2"/>
                  <a:gd name="T18" fmla="*/ 2 w 2"/>
                  <a:gd name="T19" fmla="*/ 2 w 2"/>
                  <a:gd name="T20" fmla="*/ 2 w 2"/>
                  <a:gd name="T21" fmla="*/ 2 w 2"/>
                  <a:gd name="T22" fmla="*/ 2 w 2"/>
                  <a:gd name="T23" fmla="*/ 2 w 2"/>
                  <a:gd name="T24" fmla="*/ 2 w 2"/>
                  <a:gd name="T25" fmla="*/ 2 w 2"/>
                  <a:gd name="T26" fmla="*/ 2 w 2"/>
                  <a:gd name="T27" fmla="*/ 2 w 2"/>
                  <a:gd name="T28" fmla="*/ 2 w 2"/>
                  <a:gd name="T29" fmla="*/ 2 w 2"/>
                  <a:gd name="T30" fmla="*/ 2 w 2"/>
                  <a:gd name="T31" fmla="*/ 2 w 2"/>
                  <a:gd name="T32" fmla="*/ 2 w 2"/>
                  <a:gd name="T33" fmla="*/ 2 w 2"/>
                  <a:gd name="T34" fmla="*/ 2 w 2"/>
                  <a:gd name="T35" fmla="*/ 2 w 2"/>
                  <a:gd name="T36" fmla="*/ 2 w 2"/>
                  <a:gd name="T37"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2">
                    <a:moveTo>
                      <a:pt x="2" y="0"/>
                    </a:moveTo>
                    <a:lnTo>
                      <a:pt x="0" y="0"/>
                    </a:ln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close/>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4" name="Rectangle 282"/>
              <p:cNvSpPr>
                <a:spLocks noChangeArrowheads="1"/>
              </p:cNvSpPr>
              <p:nvPr/>
            </p:nvSpPr>
            <p:spPr bwMode="auto">
              <a:xfrm>
                <a:off x="4408488" y="2890838"/>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5" name="Freeform 283"/>
              <p:cNvSpPr>
                <a:spLocks noEditPoints="1"/>
              </p:cNvSpPr>
              <p:nvPr/>
            </p:nvSpPr>
            <p:spPr bwMode="auto">
              <a:xfrm>
                <a:off x="4408488" y="28908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6" name="Freeform 284"/>
              <p:cNvSpPr>
                <a:spLocks/>
              </p:cNvSpPr>
              <p:nvPr/>
            </p:nvSpPr>
            <p:spPr bwMode="auto">
              <a:xfrm>
                <a:off x="4408488" y="28908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7" name="Freeform 285"/>
              <p:cNvSpPr>
                <a:spLocks/>
              </p:cNvSpPr>
              <p:nvPr/>
            </p:nvSpPr>
            <p:spPr bwMode="auto">
              <a:xfrm>
                <a:off x="4356100" y="2913063"/>
                <a:ext cx="6350" cy="3175"/>
              </a:xfrm>
              <a:custGeom>
                <a:avLst/>
                <a:gdLst>
                  <a:gd name="T0" fmla="*/ 4 w 4"/>
                  <a:gd name="T1" fmla="*/ 2 h 2"/>
                  <a:gd name="T2" fmla="*/ 0 w 4"/>
                  <a:gd name="T3" fmla="*/ 2 h 2"/>
                  <a:gd name="T4" fmla="*/ 0 w 4"/>
                  <a:gd name="T5" fmla="*/ 2 h 2"/>
                  <a:gd name="T6" fmla="*/ 0 w 4"/>
                  <a:gd name="T7" fmla="*/ 0 h 2"/>
                  <a:gd name="T8" fmla="*/ 4 w 4"/>
                  <a:gd name="T9" fmla="*/ 0 h 2"/>
                  <a:gd name="T10" fmla="*/ 4 w 4"/>
                  <a:gd name="T11" fmla="*/ 2 h 2"/>
                  <a:gd name="T12" fmla="*/ 4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2"/>
                    </a:moveTo>
                    <a:lnTo>
                      <a:pt x="0" y="2"/>
                    </a:lnTo>
                    <a:lnTo>
                      <a:pt x="0" y="2"/>
                    </a:lnTo>
                    <a:lnTo>
                      <a:pt x="0" y="0"/>
                    </a:lnTo>
                    <a:lnTo>
                      <a:pt x="4" y="0"/>
                    </a:lnTo>
                    <a:lnTo>
                      <a:pt x="4" y="2"/>
                    </a:lnTo>
                    <a:lnTo>
                      <a:pt x="4"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8" name="Freeform 286"/>
              <p:cNvSpPr>
                <a:spLocks noEditPoints="1"/>
              </p:cNvSpPr>
              <p:nvPr/>
            </p:nvSpPr>
            <p:spPr bwMode="auto">
              <a:xfrm>
                <a:off x="4356100" y="2913063"/>
                <a:ext cx="6350" cy="3175"/>
              </a:xfrm>
              <a:custGeom>
                <a:avLst/>
                <a:gdLst>
                  <a:gd name="T0" fmla="*/ 4 w 4"/>
                  <a:gd name="T1" fmla="*/ 2 h 2"/>
                  <a:gd name="T2" fmla="*/ 0 w 4"/>
                  <a:gd name="T3" fmla="*/ 2 h 2"/>
                  <a:gd name="T4" fmla="*/ 0 w 4"/>
                  <a:gd name="T5" fmla="*/ 2 h 2"/>
                  <a:gd name="T6" fmla="*/ 0 w 4"/>
                  <a:gd name="T7" fmla="*/ 0 h 2"/>
                  <a:gd name="T8" fmla="*/ 4 w 4"/>
                  <a:gd name="T9" fmla="*/ 0 h 2"/>
                  <a:gd name="T10" fmla="*/ 4 w 4"/>
                  <a:gd name="T11" fmla="*/ 2 h 2"/>
                  <a:gd name="T12" fmla="*/ 4 w 4"/>
                  <a:gd name="T13" fmla="*/ 2 h 2"/>
                  <a:gd name="T14" fmla="*/ 0 w 4"/>
                  <a:gd name="T15" fmla="*/ 2 h 2"/>
                  <a:gd name="T16" fmla="*/ 0 w 4"/>
                  <a:gd name="T17" fmla="*/ 2 h 2"/>
                  <a:gd name="T18" fmla="*/ 0 w 4"/>
                  <a:gd name="T19" fmla="*/ 2 h 2"/>
                  <a:gd name="T20" fmla="*/ 4 w 4"/>
                  <a:gd name="T21" fmla="*/ 2 h 2"/>
                  <a:gd name="T22" fmla="*/ 4 w 4"/>
                  <a:gd name="T23" fmla="*/ 2 h 2"/>
                  <a:gd name="T24" fmla="*/ 4 w 4"/>
                  <a:gd name="T25" fmla="*/ 2 h 2"/>
                  <a:gd name="T26" fmla="*/ 0 w 4"/>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2">
                    <a:moveTo>
                      <a:pt x="4" y="2"/>
                    </a:moveTo>
                    <a:lnTo>
                      <a:pt x="0" y="2"/>
                    </a:lnTo>
                    <a:lnTo>
                      <a:pt x="0" y="2"/>
                    </a:lnTo>
                    <a:lnTo>
                      <a:pt x="0" y="0"/>
                    </a:lnTo>
                    <a:lnTo>
                      <a:pt x="4" y="0"/>
                    </a:lnTo>
                    <a:lnTo>
                      <a:pt x="4" y="2"/>
                    </a:lnTo>
                    <a:lnTo>
                      <a:pt x="4" y="2"/>
                    </a:lnTo>
                    <a:close/>
                    <a:moveTo>
                      <a:pt x="0" y="2"/>
                    </a:moveTo>
                    <a:lnTo>
                      <a:pt x="0" y="2"/>
                    </a:lnTo>
                    <a:lnTo>
                      <a:pt x="0" y="2"/>
                    </a:lnTo>
                    <a:lnTo>
                      <a:pt x="4" y="2"/>
                    </a:lnTo>
                    <a:lnTo>
                      <a:pt x="4" y="2"/>
                    </a:lnTo>
                    <a:lnTo>
                      <a:pt x="4"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79" name="Freeform 287"/>
              <p:cNvSpPr>
                <a:spLocks/>
              </p:cNvSpPr>
              <p:nvPr/>
            </p:nvSpPr>
            <p:spPr bwMode="auto">
              <a:xfrm>
                <a:off x="4356100" y="2921000"/>
                <a:ext cx="6350" cy="0"/>
              </a:xfrm>
              <a:custGeom>
                <a:avLst/>
                <a:gdLst>
                  <a:gd name="T0" fmla="*/ 4 w 4"/>
                  <a:gd name="T1" fmla="*/ 0 w 4"/>
                  <a:gd name="T2" fmla="*/ 0 w 4"/>
                  <a:gd name="T3" fmla="*/ 0 w 4"/>
                  <a:gd name="T4" fmla="*/ 4 w 4"/>
                  <a:gd name="T5" fmla="*/ 4 w 4"/>
                  <a:gd name="T6" fmla="*/ 4 w 4"/>
                </a:gdLst>
                <a:ahLst/>
                <a:cxnLst>
                  <a:cxn ang="0">
                    <a:pos x="T0" y="0"/>
                  </a:cxn>
                  <a:cxn ang="0">
                    <a:pos x="T1" y="0"/>
                  </a:cxn>
                  <a:cxn ang="0">
                    <a:pos x="T2" y="0"/>
                  </a:cxn>
                  <a:cxn ang="0">
                    <a:pos x="T3" y="0"/>
                  </a:cxn>
                  <a:cxn ang="0">
                    <a:pos x="T4" y="0"/>
                  </a:cxn>
                  <a:cxn ang="0">
                    <a:pos x="T5" y="0"/>
                  </a:cxn>
                  <a:cxn ang="0">
                    <a:pos x="T6" y="0"/>
                  </a:cxn>
                </a:cxnLst>
                <a:rect l="0" t="0" r="r" b="b"/>
                <a:pathLst>
                  <a:path w="4">
                    <a:moveTo>
                      <a:pt x="4" y="0"/>
                    </a:moveTo>
                    <a:lnTo>
                      <a:pt x="0" y="0"/>
                    </a:lnTo>
                    <a:lnTo>
                      <a:pt x="0" y="0"/>
                    </a:lnTo>
                    <a:lnTo>
                      <a:pt x="0" y="0"/>
                    </a:lnTo>
                    <a:lnTo>
                      <a:pt x="4" y="0"/>
                    </a:lnTo>
                    <a:lnTo>
                      <a:pt x="4" y="0"/>
                    </a:lnTo>
                    <a:lnTo>
                      <a:pt x="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0" name="Freeform 288"/>
              <p:cNvSpPr>
                <a:spLocks noEditPoints="1"/>
              </p:cNvSpPr>
              <p:nvPr/>
            </p:nvSpPr>
            <p:spPr bwMode="auto">
              <a:xfrm>
                <a:off x="4356100" y="2921000"/>
                <a:ext cx="6350" cy="0"/>
              </a:xfrm>
              <a:custGeom>
                <a:avLst/>
                <a:gdLst>
                  <a:gd name="T0" fmla="*/ 4 w 4"/>
                  <a:gd name="T1" fmla="*/ 0 w 4"/>
                  <a:gd name="T2" fmla="*/ 0 w 4"/>
                  <a:gd name="T3" fmla="*/ 0 w 4"/>
                  <a:gd name="T4" fmla="*/ 4 w 4"/>
                  <a:gd name="T5" fmla="*/ 4 w 4"/>
                  <a:gd name="T6" fmla="*/ 4 w 4"/>
                  <a:gd name="T7" fmla="*/ 0 w 4"/>
                  <a:gd name="T8" fmla="*/ 0 w 4"/>
                  <a:gd name="T9" fmla="*/ 0 w 4"/>
                  <a:gd name="T10" fmla="*/ 4 w 4"/>
                  <a:gd name="T11" fmla="*/ 4 w 4"/>
                  <a:gd name="T12" fmla="*/ 4 w 4"/>
                  <a:gd name="T13"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4">
                    <a:moveTo>
                      <a:pt x="4" y="0"/>
                    </a:moveTo>
                    <a:lnTo>
                      <a:pt x="0" y="0"/>
                    </a:lnTo>
                    <a:lnTo>
                      <a:pt x="0" y="0"/>
                    </a:lnTo>
                    <a:lnTo>
                      <a:pt x="0" y="0"/>
                    </a:lnTo>
                    <a:lnTo>
                      <a:pt x="4" y="0"/>
                    </a:lnTo>
                    <a:lnTo>
                      <a:pt x="4" y="0"/>
                    </a:lnTo>
                    <a:lnTo>
                      <a:pt x="4" y="0"/>
                    </a:lnTo>
                    <a:close/>
                    <a:moveTo>
                      <a:pt x="0" y="0"/>
                    </a:moveTo>
                    <a:lnTo>
                      <a:pt x="0" y="0"/>
                    </a:lnTo>
                    <a:lnTo>
                      <a:pt x="0" y="0"/>
                    </a:lnTo>
                    <a:lnTo>
                      <a:pt x="4" y="0"/>
                    </a:lnTo>
                    <a:lnTo>
                      <a:pt x="4" y="0"/>
                    </a:lnTo>
                    <a:lnTo>
                      <a:pt x="4"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1" name="Freeform 289"/>
              <p:cNvSpPr>
                <a:spLocks/>
              </p:cNvSpPr>
              <p:nvPr/>
            </p:nvSpPr>
            <p:spPr bwMode="auto">
              <a:xfrm>
                <a:off x="4356100" y="2916238"/>
                <a:ext cx="6350" cy="0"/>
              </a:xfrm>
              <a:custGeom>
                <a:avLst/>
                <a:gdLst>
                  <a:gd name="T0" fmla="*/ 4 w 4"/>
                  <a:gd name="T1" fmla="*/ 0 w 4"/>
                  <a:gd name="T2" fmla="*/ 0 w 4"/>
                  <a:gd name="T3" fmla="*/ 0 w 4"/>
                  <a:gd name="T4" fmla="*/ 4 w 4"/>
                  <a:gd name="T5" fmla="*/ 4 w 4"/>
                  <a:gd name="T6" fmla="*/ 4 w 4"/>
                </a:gdLst>
                <a:ahLst/>
                <a:cxnLst>
                  <a:cxn ang="0">
                    <a:pos x="T0" y="0"/>
                  </a:cxn>
                  <a:cxn ang="0">
                    <a:pos x="T1" y="0"/>
                  </a:cxn>
                  <a:cxn ang="0">
                    <a:pos x="T2" y="0"/>
                  </a:cxn>
                  <a:cxn ang="0">
                    <a:pos x="T3" y="0"/>
                  </a:cxn>
                  <a:cxn ang="0">
                    <a:pos x="T4" y="0"/>
                  </a:cxn>
                  <a:cxn ang="0">
                    <a:pos x="T5" y="0"/>
                  </a:cxn>
                  <a:cxn ang="0">
                    <a:pos x="T6" y="0"/>
                  </a:cxn>
                </a:cxnLst>
                <a:rect l="0" t="0" r="r" b="b"/>
                <a:pathLst>
                  <a:path w="4">
                    <a:moveTo>
                      <a:pt x="4" y="0"/>
                    </a:moveTo>
                    <a:lnTo>
                      <a:pt x="0" y="0"/>
                    </a:lnTo>
                    <a:lnTo>
                      <a:pt x="0" y="0"/>
                    </a:lnTo>
                    <a:lnTo>
                      <a:pt x="0" y="0"/>
                    </a:lnTo>
                    <a:lnTo>
                      <a:pt x="4" y="0"/>
                    </a:lnTo>
                    <a:lnTo>
                      <a:pt x="4" y="0"/>
                    </a:lnTo>
                    <a:lnTo>
                      <a:pt x="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2" name="Freeform 290"/>
              <p:cNvSpPr>
                <a:spLocks noEditPoints="1"/>
              </p:cNvSpPr>
              <p:nvPr/>
            </p:nvSpPr>
            <p:spPr bwMode="auto">
              <a:xfrm>
                <a:off x="4356100" y="2916238"/>
                <a:ext cx="6350" cy="0"/>
              </a:xfrm>
              <a:custGeom>
                <a:avLst/>
                <a:gdLst>
                  <a:gd name="T0" fmla="*/ 4 w 4"/>
                  <a:gd name="T1" fmla="*/ 0 w 4"/>
                  <a:gd name="T2" fmla="*/ 0 w 4"/>
                  <a:gd name="T3" fmla="*/ 0 w 4"/>
                  <a:gd name="T4" fmla="*/ 4 w 4"/>
                  <a:gd name="T5" fmla="*/ 4 w 4"/>
                  <a:gd name="T6" fmla="*/ 4 w 4"/>
                  <a:gd name="T7" fmla="*/ 0 w 4"/>
                  <a:gd name="T8" fmla="*/ 0 w 4"/>
                  <a:gd name="T9" fmla="*/ 0 w 4"/>
                  <a:gd name="T10" fmla="*/ 4 w 4"/>
                  <a:gd name="T11" fmla="*/ 4 w 4"/>
                  <a:gd name="T12" fmla="*/ 4 w 4"/>
                  <a:gd name="T13"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4">
                    <a:moveTo>
                      <a:pt x="4" y="0"/>
                    </a:moveTo>
                    <a:lnTo>
                      <a:pt x="0" y="0"/>
                    </a:lnTo>
                    <a:lnTo>
                      <a:pt x="0" y="0"/>
                    </a:lnTo>
                    <a:lnTo>
                      <a:pt x="0" y="0"/>
                    </a:lnTo>
                    <a:lnTo>
                      <a:pt x="4" y="0"/>
                    </a:lnTo>
                    <a:lnTo>
                      <a:pt x="4" y="0"/>
                    </a:lnTo>
                    <a:lnTo>
                      <a:pt x="4" y="0"/>
                    </a:lnTo>
                    <a:close/>
                    <a:moveTo>
                      <a:pt x="0" y="0"/>
                    </a:moveTo>
                    <a:lnTo>
                      <a:pt x="0" y="0"/>
                    </a:lnTo>
                    <a:lnTo>
                      <a:pt x="0" y="0"/>
                    </a:lnTo>
                    <a:lnTo>
                      <a:pt x="4" y="0"/>
                    </a:lnTo>
                    <a:lnTo>
                      <a:pt x="4" y="0"/>
                    </a:lnTo>
                    <a:lnTo>
                      <a:pt x="4"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3" name="Rectangle 291"/>
              <p:cNvSpPr>
                <a:spLocks noChangeArrowheads="1"/>
              </p:cNvSpPr>
              <p:nvPr/>
            </p:nvSpPr>
            <p:spPr bwMode="auto">
              <a:xfrm>
                <a:off x="4356100" y="2916238"/>
                <a:ext cx="6350" cy="476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4" name="Freeform 292"/>
              <p:cNvSpPr>
                <a:spLocks noEditPoints="1"/>
              </p:cNvSpPr>
              <p:nvPr/>
            </p:nvSpPr>
            <p:spPr bwMode="auto">
              <a:xfrm>
                <a:off x="4356100" y="2916238"/>
                <a:ext cx="6350" cy="4763"/>
              </a:xfrm>
              <a:custGeom>
                <a:avLst/>
                <a:gdLst>
                  <a:gd name="T0" fmla="*/ 4 w 4"/>
                  <a:gd name="T1" fmla="*/ 3 h 3"/>
                  <a:gd name="T2" fmla="*/ 0 w 4"/>
                  <a:gd name="T3" fmla="*/ 3 h 3"/>
                  <a:gd name="T4" fmla="*/ 0 w 4"/>
                  <a:gd name="T5" fmla="*/ 3 h 3"/>
                  <a:gd name="T6" fmla="*/ 0 w 4"/>
                  <a:gd name="T7" fmla="*/ 0 h 3"/>
                  <a:gd name="T8" fmla="*/ 4 w 4"/>
                  <a:gd name="T9" fmla="*/ 0 h 3"/>
                  <a:gd name="T10" fmla="*/ 4 w 4"/>
                  <a:gd name="T11" fmla="*/ 3 h 3"/>
                  <a:gd name="T12" fmla="*/ 0 w 4"/>
                  <a:gd name="T13" fmla="*/ 3 h 3"/>
                  <a:gd name="T14" fmla="*/ 4 w 4"/>
                  <a:gd name="T15" fmla="*/ 3 h 3"/>
                  <a:gd name="T16" fmla="*/ 4 w 4"/>
                  <a:gd name="T17" fmla="*/ 0 h 3"/>
                  <a:gd name="T18" fmla="*/ 0 w 4"/>
                  <a:gd name="T19" fmla="*/ 0 h 3"/>
                  <a:gd name="T20" fmla="*/ 0 w 4"/>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4" y="3"/>
                    </a:moveTo>
                    <a:lnTo>
                      <a:pt x="0" y="3"/>
                    </a:lnTo>
                    <a:lnTo>
                      <a:pt x="0" y="3"/>
                    </a:lnTo>
                    <a:lnTo>
                      <a:pt x="0" y="0"/>
                    </a:lnTo>
                    <a:lnTo>
                      <a:pt x="4" y="0"/>
                    </a:lnTo>
                    <a:lnTo>
                      <a:pt x="4" y="3"/>
                    </a:lnTo>
                    <a:close/>
                    <a:moveTo>
                      <a:pt x="0" y="3"/>
                    </a:moveTo>
                    <a:lnTo>
                      <a:pt x="4" y="3"/>
                    </a:lnTo>
                    <a:lnTo>
                      <a:pt x="4" y="0"/>
                    </a:lnTo>
                    <a:lnTo>
                      <a:pt x="0"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5" name="Freeform 293"/>
              <p:cNvSpPr>
                <a:spLocks/>
              </p:cNvSpPr>
              <p:nvPr/>
            </p:nvSpPr>
            <p:spPr bwMode="auto">
              <a:xfrm>
                <a:off x="4356100" y="2916238"/>
                <a:ext cx="3175" cy="4763"/>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6" name="Freeform 294"/>
              <p:cNvSpPr>
                <a:spLocks noEditPoints="1"/>
              </p:cNvSpPr>
              <p:nvPr/>
            </p:nvSpPr>
            <p:spPr bwMode="auto">
              <a:xfrm>
                <a:off x="4356100" y="2916238"/>
                <a:ext cx="3175" cy="4763"/>
              </a:xfrm>
              <a:custGeom>
                <a:avLst/>
                <a:gdLst>
                  <a:gd name="T0" fmla="*/ 1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1 w 1"/>
                  <a:gd name="T15" fmla="*/ 1 h 1"/>
                  <a:gd name="T16" fmla="*/ 1 w 1"/>
                  <a:gd name="T17" fmla="*/ 0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0" y="1"/>
                      <a:pt x="0" y="1"/>
                      <a:pt x="0" y="1"/>
                    </a:cubicBezTo>
                    <a:cubicBezTo>
                      <a:pt x="0" y="1"/>
                      <a:pt x="0" y="1"/>
                      <a:pt x="0" y="1"/>
                    </a:cubicBezTo>
                    <a:cubicBezTo>
                      <a:pt x="0" y="0"/>
                      <a:pt x="1" y="0"/>
                      <a:pt x="1" y="0"/>
                    </a:cubicBezTo>
                    <a:cubicBezTo>
                      <a:pt x="1" y="0"/>
                      <a:pt x="1" y="0"/>
                      <a:pt x="1" y="0"/>
                    </a:cubicBezTo>
                    <a:cubicBezTo>
                      <a:pt x="1" y="0"/>
                      <a:pt x="1" y="0"/>
                      <a:pt x="1" y="1"/>
                    </a:cubicBezTo>
                    <a:close/>
                    <a:moveTo>
                      <a:pt x="0" y="1"/>
                    </a:moveTo>
                    <a:cubicBezTo>
                      <a:pt x="1" y="1"/>
                      <a:pt x="1" y="1"/>
                      <a:pt x="1" y="1"/>
                    </a:cubicBezTo>
                    <a:cubicBezTo>
                      <a:pt x="1" y="0"/>
                      <a:pt x="1" y="0"/>
                      <a:pt x="1" y="0"/>
                    </a:cubicBezTo>
                    <a:cubicBezTo>
                      <a:pt x="1" y="0"/>
                      <a:pt x="0"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7" name="Freeform 295"/>
              <p:cNvSpPr>
                <a:spLocks/>
              </p:cNvSpPr>
              <p:nvPr/>
            </p:nvSpPr>
            <p:spPr bwMode="auto">
              <a:xfrm>
                <a:off x="4356100" y="2916238"/>
                <a:ext cx="3175" cy="4763"/>
              </a:xfrm>
              <a:custGeom>
                <a:avLst/>
                <a:gdLst>
                  <a:gd name="T0" fmla="*/ 2 w 2"/>
                  <a:gd name="T1" fmla="*/ 3 h 3"/>
                  <a:gd name="T2" fmla="*/ 2 w 2"/>
                  <a:gd name="T3" fmla="*/ 0 h 3"/>
                  <a:gd name="T4" fmla="*/ 0 w 2"/>
                  <a:gd name="T5" fmla="*/ 3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3"/>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8" name="Freeform 296"/>
              <p:cNvSpPr>
                <a:spLocks noEditPoints="1"/>
              </p:cNvSpPr>
              <p:nvPr/>
            </p:nvSpPr>
            <p:spPr bwMode="auto">
              <a:xfrm>
                <a:off x="4356100" y="2916238"/>
                <a:ext cx="3175" cy="4763"/>
              </a:xfrm>
              <a:custGeom>
                <a:avLst/>
                <a:gdLst>
                  <a:gd name="T0" fmla="*/ 2 w 2"/>
                  <a:gd name="T1" fmla="*/ 3 h 3"/>
                  <a:gd name="T2" fmla="*/ 0 w 2"/>
                  <a:gd name="T3" fmla="*/ 3 h 3"/>
                  <a:gd name="T4" fmla="*/ 0 w 2"/>
                  <a:gd name="T5" fmla="*/ 3 h 3"/>
                  <a:gd name="T6" fmla="*/ 2 w 2"/>
                  <a:gd name="T7" fmla="*/ 0 h 3"/>
                  <a:gd name="T8" fmla="*/ 2 w 2"/>
                  <a:gd name="T9" fmla="*/ 0 h 3"/>
                  <a:gd name="T10" fmla="*/ 2 w 2"/>
                  <a:gd name="T11" fmla="*/ 3 h 3"/>
                  <a:gd name="T12" fmla="*/ 2 w 2"/>
                  <a:gd name="T13" fmla="*/ 3 h 3"/>
                  <a:gd name="T14" fmla="*/ 0 w 2"/>
                  <a:gd name="T15" fmla="*/ 3 h 3"/>
                  <a:gd name="T16" fmla="*/ 2 w 2"/>
                  <a:gd name="T17" fmla="*/ 3 h 3"/>
                  <a:gd name="T18" fmla="*/ 2 w 2"/>
                  <a:gd name="T19" fmla="*/ 0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2" y="3"/>
                    </a:moveTo>
                    <a:lnTo>
                      <a:pt x="0" y="3"/>
                    </a:lnTo>
                    <a:lnTo>
                      <a:pt x="0" y="3"/>
                    </a:lnTo>
                    <a:lnTo>
                      <a:pt x="2" y="0"/>
                    </a:lnTo>
                    <a:lnTo>
                      <a:pt x="2" y="0"/>
                    </a:lnTo>
                    <a:lnTo>
                      <a:pt x="2" y="3"/>
                    </a:lnTo>
                    <a:lnTo>
                      <a:pt x="2" y="3"/>
                    </a:lnTo>
                    <a:close/>
                    <a:moveTo>
                      <a:pt x="0" y="3"/>
                    </a:moveTo>
                    <a:lnTo>
                      <a:pt x="2" y="3"/>
                    </a:lnTo>
                    <a:lnTo>
                      <a:pt x="2"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89" name="Freeform 297"/>
              <p:cNvSpPr>
                <a:spLocks/>
              </p:cNvSpPr>
              <p:nvPr/>
            </p:nvSpPr>
            <p:spPr bwMode="auto">
              <a:xfrm>
                <a:off x="4356100" y="29130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0" name="Freeform 298"/>
              <p:cNvSpPr>
                <a:spLocks noEditPoints="1"/>
              </p:cNvSpPr>
              <p:nvPr/>
            </p:nvSpPr>
            <p:spPr bwMode="auto">
              <a:xfrm>
                <a:off x="4356100" y="29130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1" name="Rectangle 299"/>
              <p:cNvSpPr>
                <a:spLocks noChangeArrowheads="1"/>
              </p:cNvSpPr>
              <p:nvPr/>
            </p:nvSpPr>
            <p:spPr bwMode="auto">
              <a:xfrm>
                <a:off x="4356100" y="2913063"/>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2" name="Freeform 300"/>
              <p:cNvSpPr>
                <a:spLocks noEditPoints="1"/>
              </p:cNvSpPr>
              <p:nvPr/>
            </p:nvSpPr>
            <p:spPr bwMode="auto">
              <a:xfrm>
                <a:off x="4356100" y="2913063"/>
                <a:ext cx="0" cy="3175"/>
              </a:xfrm>
              <a:custGeom>
                <a:avLst/>
                <a:gdLst>
                  <a:gd name="T0" fmla="*/ 2 h 2"/>
                  <a:gd name="T1" fmla="*/ 2 h 2"/>
                  <a:gd name="T2" fmla="*/ 2 h 2"/>
                  <a:gd name="T3" fmla="*/ 2 h 2"/>
                  <a:gd name="T4" fmla="*/ 0 h 2"/>
                  <a:gd name="T5" fmla="*/ 0 h 2"/>
                  <a:gd name="T6" fmla="*/ 0 h 2"/>
                  <a:gd name="T7" fmla="*/ 0 h 2"/>
                  <a:gd name="T8" fmla="*/ 0 h 2"/>
                  <a:gd name="T9" fmla="*/ 0 h 2"/>
                  <a:gd name="T10" fmla="*/ 0 h 2"/>
                  <a:gd name="T11" fmla="*/ 2 h 2"/>
                  <a:gd name="T12" fmla="*/ 0 h 2"/>
                  <a:gd name="T13" fmla="*/ 0 h 2"/>
                  <a:gd name="T14" fmla="*/ 0 h 2"/>
                  <a:gd name="T15" fmla="*/ 0 h 2"/>
                  <a:gd name="T16"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2">
                    <a:moveTo>
                      <a:pt x="0" y="2"/>
                    </a:moveTo>
                    <a:lnTo>
                      <a:pt x="0" y="2"/>
                    </a:lnTo>
                    <a:lnTo>
                      <a:pt x="0" y="2"/>
                    </a:lnTo>
                    <a:lnTo>
                      <a:pt x="0" y="2"/>
                    </a:lnTo>
                    <a:lnTo>
                      <a:pt x="0" y="0"/>
                    </a:lnTo>
                    <a:lnTo>
                      <a:pt x="0" y="0"/>
                    </a:lnTo>
                    <a:lnTo>
                      <a:pt x="0" y="0"/>
                    </a:lnTo>
                    <a:lnTo>
                      <a:pt x="0" y="0"/>
                    </a:lnTo>
                    <a:lnTo>
                      <a:pt x="0" y="0"/>
                    </a:lnTo>
                    <a:lnTo>
                      <a:pt x="0" y="0"/>
                    </a:lnTo>
                    <a:lnTo>
                      <a:pt x="0" y="0"/>
                    </a:lnTo>
                    <a:lnTo>
                      <a:pt x="0" y="2"/>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3" name="Freeform 301"/>
              <p:cNvSpPr>
                <a:spLocks/>
              </p:cNvSpPr>
              <p:nvPr/>
            </p:nvSpPr>
            <p:spPr bwMode="auto">
              <a:xfrm>
                <a:off x="4356100" y="2909888"/>
                <a:ext cx="3175" cy="3175"/>
              </a:xfrm>
              <a:custGeom>
                <a:avLst/>
                <a:gdLst>
                  <a:gd name="T0" fmla="*/ 2 w 2"/>
                  <a:gd name="T1" fmla="*/ 0 h 2"/>
                  <a:gd name="T2" fmla="*/ 2 w 2"/>
                  <a:gd name="T3" fmla="*/ 0 h 2"/>
                  <a:gd name="T4" fmla="*/ 2 w 2"/>
                  <a:gd name="T5" fmla="*/ 0 h 2"/>
                  <a:gd name="T6" fmla="*/ 2 w 2"/>
                  <a:gd name="T7" fmla="*/ 0 h 2"/>
                  <a:gd name="T8" fmla="*/ 2 w 2"/>
                  <a:gd name="T9" fmla="*/ 2 h 2"/>
                  <a:gd name="T10" fmla="*/ 0 w 2"/>
                  <a:gd name="T11" fmla="*/ 2 h 2"/>
                  <a:gd name="T12" fmla="*/ 0 w 2"/>
                  <a:gd name="T13" fmla="*/ 0 h 2"/>
                  <a:gd name="T14" fmla="*/ 0 w 2"/>
                  <a:gd name="T15" fmla="*/ 0 h 2"/>
                  <a:gd name="T16" fmla="*/ 2 w 2"/>
                  <a:gd name="T17" fmla="*/ 0 h 2"/>
                  <a:gd name="T18" fmla="*/ 2 w 2"/>
                  <a:gd name="T19" fmla="*/ 0 h 2"/>
                  <a:gd name="T20" fmla="*/ 2 w 2"/>
                  <a:gd name="T21" fmla="*/ 0 h 2"/>
                  <a:gd name="T22" fmla="*/ 2 w 2"/>
                  <a:gd name="T23" fmla="*/ 0 h 2"/>
                  <a:gd name="T24" fmla="*/ 2 w 2"/>
                  <a:gd name="T25" fmla="*/ 0 h 2"/>
                  <a:gd name="T26" fmla="*/ 2 w 2"/>
                  <a:gd name="T27" fmla="*/ 0 h 2"/>
                  <a:gd name="T28" fmla="*/ 2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2" y="0"/>
                    </a:moveTo>
                    <a:lnTo>
                      <a:pt x="2" y="0"/>
                    </a:lnTo>
                    <a:lnTo>
                      <a:pt x="2" y="0"/>
                    </a:lnTo>
                    <a:lnTo>
                      <a:pt x="2" y="0"/>
                    </a:lnTo>
                    <a:lnTo>
                      <a:pt x="2" y="2"/>
                    </a:lnTo>
                    <a:lnTo>
                      <a:pt x="0" y="2"/>
                    </a:lnTo>
                    <a:lnTo>
                      <a:pt x="0" y="0"/>
                    </a:lnTo>
                    <a:lnTo>
                      <a:pt x="0" y="0"/>
                    </a:lnTo>
                    <a:lnTo>
                      <a:pt x="2" y="0"/>
                    </a:lnTo>
                    <a:lnTo>
                      <a:pt x="2" y="0"/>
                    </a:lnTo>
                    <a:lnTo>
                      <a:pt x="2" y="0"/>
                    </a:lnTo>
                    <a:lnTo>
                      <a:pt x="2"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4" name="Freeform 302"/>
              <p:cNvSpPr>
                <a:spLocks noEditPoints="1"/>
              </p:cNvSpPr>
              <p:nvPr/>
            </p:nvSpPr>
            <p:spPr bwMode="auto">
              <a:xfrm>
                <a:off x="4356100" y="2909888"/>
                <a:ext cx="3175" cy="3175"/>
              </a:xfrm>
              <a:custGeom>
                <a:avLst/>
                <a:gdLst>
                  <a:gd name="T0" fmla="*/ 2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0 h 2"/>
                  <a:gd name="T24" fmla="*/ 2 w 2"/>
                  <a:gd name="T25" fmla="*/ 0 h 2"/>
                  <a:gd name="T26" fmla="*/ 2 w 2"/>
                  <a:gd name="T27" fmla="*/ 0 h 2"/>
                  <a:gd name="T28" fmla="*/ 2 w 2"/>
                  <a:gd name="T29" fmla="*/ 0 h 2"/>
                  <a:gd name="T30" fmla="*/ 2 w 2"/>
                  <a:gd name="T31" fmla="*/ 0 h 2"/>
                  <a:gd name="T32" fmla="*/ 2 w 2"/>
                  <a:gd name="T33" fmla="*/ 0 h 2"/>
                  <a:gd name="T34" fmla="*/ 2 w 2"/>
                  <a:gd name="T35" fmla="*/ 0 h 2"/>
                  <a:gd name="T36" fmla="*/ 2 w 2"/>
                  <a:gd name="T37" fmla="*/ 0 h 2"/>
                  <a:gd name="T38" fmla="*/ 2 w 2"/>
                  <a:gd name="T39" fmla="*/ 2 h 2"/>
                  <a:gd name="T40" fmla="*/ 2 w 2"/>
                  <a:gd name="T41" fmla="*/ 2 h 2"/>
                  <a:gd name="T42" fmla="*/ 0 w 2"/>
                  <a:gd name="T43" fmla="*/ 2 h 2"/>
                  <a:gd name="T44" fmla="*/ 2 w 2"/>
                  <a:gd name="T45" fmla="*/ 2 h 2"/>
                  <a:gd name="T46" fmla="*/ 2 w 2"/>
                  <a:gd name="T47" fmla="*/ 0 h 2"/>
                  <a:gd name="T48" fmla="*/ 2 w 2"/>
                  <a:gd name="T49" fmla="*/ 0 h 2"/>
                  <a:gd name="T50" fmla="*/ 2 w 2"/>
                  <a:gd name="T51" fmla="*/ 0 h 2"/>
                  <a:gd name="T52" fmla="*/ 2 w 2"/>
                  <a:gd name="T53" fmla="*/ 0 h 2"/>
                  <a:gd name="T54" fmla="*/ 2 w 2"/>
                  <a:gd name="T55" fmla="*/ 0 h 2"/>
                  <a:gd name="T56" fmla="*/ 2 w 2"/>
                  <a:gd name="T57" fmla="*/ 0 h 2"/>
                  <a:gd name="T58" fmla="*/ 2 w 2"/>
                  <a:gd name="T59" fmla="*/ 0 h 2"/>
                  <a:gd name="T60" fmla="*/ 2 w 2"/>
                  <a:gd name="T61" fmla="*/ 0 h 2"/>
                  <a:gd name="T62" fmla="*/ 2 w 2"/>
                  <a:gd name="T63" fmla="*/ 0 h 2"/>
                  <a:gd name="T64" fmla="*/ 2 w 2"/>
                  <a:gd name="T65" fmla="*/ 0 h 2"/>
                  <a:gd name="T66" fmla="*/ 2 w 2"/>
                  <a:gd name="T67" fmla="*/ 0 h 2"/>
                  <a:gd name="T68" fmla="*/ 0 w 2"/>
                  <a:gd name="T69" fmla="*/ 0 h 2"/>
                  <a:gd name="T70" fmla="*/ 0 w 2"/>
                  <a:gd name="T71" fmla="*/ 0 h 2"/>
                  <a:gd name="T72" fmla="*/ 0 w 2"/>
                  <a:gd name="T73" fmla="*/ 0 h 2"/>
                  <a:gd name="T74" fmla="*/ 0 w 2"/>
                  <a:gd name="T7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 h="2">
                    <a:moveTo>
                      <a:pt x="2" y="2"/>
                    </a:moveTo>
                    <a:lnTo>
                      <a:pt x="0" y="2"/>
                    </a:lnTo>
                    <a:lnTo>
                      <a:pt x="0" y="2"/>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2"/>
                    </a:lnTo>
                    <a:lnTo>
                      <a:pt x="2" y="2"/>
                    </a:lnTo>
                    <a:close/>
                    <a:moveTo>
                      <a:pt x="0" y="2"/>
                    </a:moveTo>
                    <a:lnTo>
                      <a:pt x="2" y="2"/>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5" name="Freeform 303"/>
              <p:cNvSpPr>
                <a:spLocks/>
              </p:cNvSpPr>
              <p:nvPr/>
            </p:nvSpPr>
            <p:spPr bwMode="auto">
              <a:xfrm>
                <a:off x="4356100" y="2913063"/>
                <a:ext cx="3175" cy="0"/>
              </a:xfrm>
              <a:custGeom>
                <a:avLst/>
                <a:gdLst>
                  <a:gd name="T0" fmla="*/ 2 w 2"/>
                  <a:gd name="T1" fmla="*/ 0 w 2"/>
                  <a:gd name="T2" fmla="*/ 2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6" name="Freeform 304"/>
              <p:cNvSpPr>
                <a:spLocks noEditPoints="1"/>
              </p:cNvSpPr>
              <p:nvPr/>
            </p:nvSpPr>
            <p:spPr bwMode="auto">
              <a:xfrm>
                <a:off x="4356100" y="2913063"/>
                <a:ext cx="3175" cy="3175"/>
              </a:xfrm>
              <a:custGeom>
                <a:avLst/>
                <a:gdLst>
                  <a:gd name="T0" fmla="*/ 2 w 2"/>
                  <a:gd name="T1" fmla="*/ 2 h 2"/>
                  <a:gd name="T2" fmla="*/ 2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2 h 2"/>
                  <a:gd name="T24" fmla="*/ 2 w 2"/>
                  <a:gd name="T25" fmla="*/ 0 h 2"/>
                  <a:gd name="T26" fmla="*/ 2 w 2"/>
                  <a:gd name="T27" fmla="*/ 0 h 2"/>
                  <a:gd name="T28" fmla="*/ 2 w 2"/>
                  <a:gd name="T29" fmla="*/ 0 h 2"/>
                  <a:gd name="T30" fmla="*/ 2 w 2"/>
                  <a:gd name="T31" fmla="*/ 0 h 2"/>
                  <a:gd name="T32" fmla="*/ 2 w 2"/>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2" y="2"/>
                    </a:moveTo>
                    <a:lnTo>
                      <a:pt x="2" y="2"/>
                    </a:lnTo>
                    <a:lnTo>
                      <a:pt x="0" y="2"/>
                    </a:lnTo>
                    <a:lnTo>
                      <a:pt x="0" y="2"/>
                    </a:lnTo>
                    <a:lnTo>
                      <a:pt x="0" y="0"/>
                    </a:lnTo>
                    <a:lnTo>
                      <a:pt x="0" y="0"/>
                    </a:lnTo>
                    <a:lnTo>
                      <a:pt x="2" y="0"/>
                    </a:lnTo>
                    <a:lnTo>
                      <a:pt x="2" y="0"/>
                    </a:lnTo>
                    <a:lnTo>
                      <a:pt x="2" y="0"/>
                    </a:lnTo>
                    <a:lnTo>
                      <a:pt x="2" y="0"/>
                    </a:lnTo>
                    <a:lnTo>
                      <a:pt x="2" y="0"/>
                    </a:lnTo>
                    <a:lnTo>
                      <a:pt x="2" y="2"/>
                    </a:lnTo>
                    <a:close/>
                    <a:moveTo>
                      <a:pt x="2" y="0"/>
                    </a:moveTo>
                    <a:lnTo>
                      <a:pt x="2" y="0"/>
                    </a:lnTo>
                    <a:lnTo>
                      <a:pt x="2" y="0"/>
                    </a:lnTo>
                    <a:lnTo>
                      <a:pt x="2"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7" name="Freeform 305"/>
              <p:cNvSpPr>
                <a:spLocks/>
              </p:cNvSpPr>
              <p:nvPr/>
            </p:nvSpPr>
            <p:spPr bwMode="auto">
              <a:xfrm>
                <a:off x="4356100" y="2913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8" name="Freeform 306"/>
              <p:cNvSpPr>
                <a:spLocks/>
              </p:cNvSpPr>
              <p:nvPr/>
            </p:nvSpPr>
            <p:spPr bwMode="auto">
              <a:xfrm>
                <a:off x="4359275" y="2913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99" name="Freeform 307"/>
              <p:cNvSpPr>
                <a:spLocks/>
              </p:cNvSpPr>
              <p:nvPr/>
            </p:nvSpPr>
            <p:spPr bwMode="auto">
              <a:xfrm>
                <a:off x="4359275" y="2913063"/>
                <a:ext cx="3175" cy="0"/>
              </a:xfrm>
              <a:custGeom>
                <a:avLst/>
                <a:gdLst>
                  <a:gd name="T0" fmla="*/ 0 w 2"/>
                  <a:gd name="T1" fmla="*/ 0 w 2"/>
                  <a:gd name="T2" fmla="*/ 0 w 2"/>
                  <a:gd name="T3" fmla="*/ 0 w 2"/>
                  <a:gd name="T4" fmla="*/ 0 w 2"/>
                  <a:gd name="T5" fmla="*/ 2 w 2"/>
                  <a:gd name="T6" fmla="*/ 2 w 2"/>
                  <a:gd name="T7" fmla="*/ 2 w 2"/>
                  <a:gd name="T8" fmla="*/ 2 w 2"/>
                  <a:gd name="T9" fmla="*/ 2 w 2"/>
                  <a:gd name="T10" fmla="*/ 0 w 2"/>
                  <a:gd name="T11" fmla="*/ 0 w 2"/>
                  <a:gd name="T12" fmla="*/ 0 w 2"/>
                  <a:gd name="T13" fmla="*/ 0 w 2"/>
                  <a:gd name="T14"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0" name="Freeform 308"/>
              <p:cNvSpPr>
                <a:spLocks noEditPoints="1"/>
              </p:cNvSpPr>
              <p:nvPr/>
            </p:nvSpPr>
            <p:spPr bwMode="auto">
              <a:xfrm>
                <a:off x="4359275" y="2913063"/>
                <a:ext cx="3175" cy="0"/>
              </a:xfrm>
              <a:custGeom>
                <a:avLst/>
                <a:gdLst>
                  <a:gd name="T0" fmla="*/ 2 w 2"/>
                  <a:gd name="T1" fmla="*/ 0 w 2"/>
                  <a:gd name="T2" fmla="*/ 0 w 2"/>
                  <a:gd name="T3" fmla="*/ 0 w 2"/>
                  <a:gd name="T4" fmla="*/ 0 w 2"/>
                  <a:gd name="T5" fmla="*/ 0 w 2"/>
                  <a:gd name="T6" fmla="*/ 0 w 2"/>
                  <a:gd name="T7" fmla="*/ 0 w 2"/>
                  <a:gd name="T8" fmla="*/ 0 w 2"/>
                  <a:gd name="T9" fmla="*/ 0 w 2"/>
                  <a:gd name="T10" fmla="*/ 0 w 2"/>
                  <a:gd name="T11" fmla="*/ 0 w 2"/>
                  <a:gd name="T12" fmla="*/ 0 w 2"/>
                  <a:gd name="T13" fmla="*/ 0 w 2"/>
                  <a:gd name="T14" fmla="*/ 2 w 2"/>
                  <a:gd name="T15" fmla="*/ 2 w 2"/>
                  <a:gd name="T16" fmla="*/ 2 w 2"/>
                  <a:gd name="T17" fmla="*/ 2 w 2"/>
                  <a:gd name="T18" fmla="*/ 2 w 2"/>
                  <a:gd name="T19" fmla="*/ 2 w 2"/>
                  <a:gd name="T20" fmla="*/ 2 w 2"/>
                  <a:gd name="T21" fmla="*/ 0 w 2"/>
                  <a:gd name="T22" fmla="*/ 2 w 2"/>
                  <a:gd name="T23" fmla="*/ 2 w 2"/>
                  <a:gd name="T24" fmla="*/ 2 w 2"/>
                  <a:gd name="T25" fmla="*/ 2 w 2"/>
                  <a:gd name="T26" fmla="*/ 2 w 2"/>
                  <a:gd name="T27" fmla="*/ 0 w 2"/>
                  <a:gd name="T28" fmla="*/ 0 w 2"/>
                  <a:gd name="T29" fmla="*/ 0 w 2"/>
                  <a:gd name="T30" fmla="*/ 0 w 2"/>
                  <a:gd name="T31" fmla="*/ 0 w 2"/>
                  <a:gd name="T32" fmla="*/ 0 w 2"/>
                  <a:gd name="T33" fmla="*/ 0 w 2"/>
                  <a:gd name="T34" fmla="*/ 0 w 2"/>
                  <a:gd name="T35" fmla="*/ 0 w 2"/>
                  <a:gd name="T36" fmla="*/ 0 w 2"/>
                  <a:gd name="T37"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2">
                    <a:moveTo>
                      <a:pt x="2"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close/>
                    <a:moveTo>
                      <a:pt x="0" y="0"/>
                    </a:moveTo>
                    <a:lnTo>
                      <a:pt x="2" y="0"/>
                    </a:lnTo>
                    <a:lnTo>
                      <a:pt x="2" y="0"/>
                    </a:lnTo>
                    <a:lnTo>
                      <a:pt x="2" y="0"/>
                    </a:lnTo>
                    <a:lnTo>
                      <a:pt x="2" y="0"/>
                    </a:lnTo>
                    <a:lnTo>
                      <a:pt x="2"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1" name="Rectangle 309"/>
              <p:cNvSpPr>
                <a:spLocks noChangeArrowheads="1"/>
              </p:cNvSpPr>
              <p:nvPr/>
            </p:nvSpPr>
            <p:spPr bwMode="auto">
              <a:xfrm>
                <a:off x="4359275" y="2913063"/>
                <a:ext cx="3175"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2" name="Freeform 310"/>
              <p:cNvSpPr>
                <a:spLocks noEditPoints="1"/>
              </p:cNvSpPr>
              <p:nvPr/>
            </p:nvSpPr>
            <p:spPr bwMode="auto">
              <a:xfrm>
                <a:off x="4359275" y="2913063"/>
                <a:ext cx="3175" cy="3175"/>
              </a:xfrm>
              <a:custGeom>
                <a:avLst/>
                <a:gdLst>
                  <a:gd name="T0" fmla="*/ 2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0 h 2"/>
                  <a:gd name="T16" fmla="*/ 2 w 2"/>
                  <a:gd name="T17" fmla="*/ 0 h 2"/>
                  <a:gd name="T18" fmla="*/ 2 w 2"/>
                  <a:gd name="T19" fmla="*/ 2 h 2"/>
                  <a:gd name="T20" fmla="*/ 2 w 2"/>
                  <a:gd name="T21" fmla="*/ 2 h 2"/>
                  <a:gd name="T22" fmla="*/ 0 w 2"/>
                  <a:gd name="T23" fmla="*/ 0 h 2"/>
                  <a:gd name="T24" fmla="*/ 2 w 2"/>
                  <a:gd name="T25" fmla="*/ 0 h 2"/>
                  <a:gd name="T26" fmla="*/ 2 w 2"/>
                  <a:gd name="T27" fmla="*/ 0 h 2"/>
                  <a:gd name="T28" fmla="*/ 0 w 2"/>
                  <a:gd name="T29" fmla="*/ 0 h 2"/>
                  <a:gd name="T30" fmla="*/ 0 w 2"/>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2" y="2"/>
                    </a:moveTo>
                    <a:lnTo>
                      <a:pt x="0" y="2"/>
                    </a:lnTo>
                    <a:lnTo>
                      <a:pt x="0" y="2"/>
                    </a:lnTo>
                    <a:lnTo>
                      <a:pt x="0" y="0"/>
                    </a:lnTo>
                    <a:lnTo>
                      <a:pt x="0" y="0"/>
                    </a:lnTo>
                    <a:lnTo>
                      <a:pt x="0" y="0"/>
                    </a:lnTo>
                    <a:lnTo>
                      <a:pt x="2" y="0"/>
                    </a:lnTo>
                    <a:lnTo>
                      <a:pt x="2" y="0"/>
                    </a:lnTo>
                    <a:lnTo>
                      <a:pt x="2" y="0"/>
                    </a:lnTo>
                    <a:lnTo>
                      <a:pt x="2" y="2"/>
                    </a:lnTo>
                    <a:lnTo>
                      <a:pt x="2" y="2"/>
                    </a:lnTo>
                    <a:close/>
                    <a:moveTo>
                      <a:pt x="0" y="0"/>
                    </a:moveTo>
                    <a:lnTo>
                      <a:pt x="2" y="0"/>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3" name="Freeform 311"/>
              <p:cNvSpPr>
                <a:spLocks/>
              </p:cNvSpPr>
              <p:nvPr/>
            </p:nvSpPr>
            <p:spPr bwMode="auto">
              <a:xfrm>
                <a:off x="4359275" y="2913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4" name="Freeform 312"/>
              <p:cNvSpPr>
                <a:spLocks/>
              </p:cNvSpPr>
              <p:nvPr/>
            </p:nvSpPr>
            <p:spPr bwMode="auto">
              <a:xfrm>
                <a:off x="4359275" y="2935288"/>
                <a:ext cx="7938" cy="4763"/>
              </a:xfrm>
              <a:custGeom>
                <a:avLst/>
                <a:gdLst>
                  <a:gd name="T0" fmla="*/ 5 w 5"/>
                  <a:gd name="T1" fmla="*/ 0 h 3"/>
                  <a:gd name="T2" fmla="*/ 0 w 5"/>
                  <a:gd name="T3" fmla="*/ 3 h 3"/>
                  <a:gd name="T4" fmla="*/ 0 w 5"/>
                  <a:gd name="T5" fmla="*/ 3 h 3"/>
                  <a:gd name="T6" fmla="*/ 0 w 5"/>
                  <a:gd name="T7" fmla="*/ 3 h 3"/>
                  <a:gd name="T8" fmla="*/ 2 w 5"/>
                  <a:gd name="T9" fmla="*/ 0 h 3"/>
                  <a:gd name="T10" fmla="*/ 5 w 5"/>
                  <a:gd name="T11" fmla="*/ 0 h 3"/>
                  <a:gd name="T12" fmla="*/ 5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5" y="0"/>
                    </a:moveTo>
                    <a:lnTo>
                      <a:pt x="0" y="3"/>
                    </a:lnTo>
                    <a:lnTo>
                      <a:pt x="0" y="3"/>
                    </a:lnTo>
                    <a:lnTo>
                      <a:pt x="0" y="3"/>
                    </a:lnTo>
                    <a:lnTo>
                      <a:pt x="2"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5" name="Freeform 313"/>
              <p:cNvSpPr>
                <a:spLocks noEditPoints="1"/>
              </p:cNvSpPr>
              <p:nvPr/>
            </p:nvSpPr>
            <p:spPr bwMode="auto">
              <a:xfrm>
                <a:off x="4359275" y="2935288"/>
                <a:ext cx="7938" cy="4763"/>
              </a:xfrm>
              <a:custGeom>
                <a:avLst/>
                <a:gdLst>
                  <a:gd name="T0" fmla="*/ 0 w 5"/>
                  <a:gd name="T1" fmla="*/ 3 h 3"/>
                  <a:gd name="T2" fmla="*/ 0 w 5"/>
                  <a:gd name="T3" fmla="*/ 3 h 3"/>
                  <a:gd name="T4" fmla="*/ 0 w 5"/>
                  <a:gd name="T5" fmla="*/ 3 h 3"/>
                  <a:gd name="T6" fmla="*/ 2 w 5"/>
                  <a:gd name="T7" fmla="*/ 0 h 3"/>
                  <a:gd name="T8" fmla="*/ 5 w 5"/>
                  <a:gd name="T9" fmla="*/ 0 h 3"/>
                  <a:gd name="T10" fmla="*/ 5 w 5"/>
                  <a:gd name="T11" fmla="*/ 0 h 3"/>
                  <a:gd name="T12" fmla="*/ 0 w 5"/>
                  <a:gd name="T13" fmla="*/ 3 h 3"/>
                  <a:gd name="T14" fmla="*/ 0 w 5"/>
                  <a:gd name="T15" fmla="*/ 3 h 3"/>
                  <a:gd name="T16" fmla="*/ 2 w 5"/>
                  <a:gd name="T17" fmla="*/ 0 h 3"/>
                  <a:gd name="T18" fmla="*/ 2 w 5"/>
                  <a:gd name="T19" fmla="*/ 0 h 3"/>
                  <a:gd name="T20" fmla="*/ 0 w 5"/>
                  <a:gd name="T21" fmla="*/ 3 h 3"/>
                  <a:gd name="T22" fmla="*/ 0 w 5"/>
                  <a:gd name="T23" fmla="*/ 3 h 3"/>
                  <a:gd name="T24" fmla="*/ 0 w 5"/>
                  <a:gd name="T25" fmla="*/ 3 h 3"/>
                  <a:gd name="T26" fmla="*/ 5 w 5"/>
                  <a:gd name="T27" fmla="*/ 0 h 3"/>
                  <a:gd name="T28" fmla="*/ 5 w 5"/>
                  <a:gd name="T29" fmla="*/ 0 h 3"/>
                  <a:gd name="T30" fmla="*/ 2 w 5"/>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3">
                    <a:moveTo>
                      <a:pt x="0" y="3"/>
                    </a:moveTo>
                    <a:lnTo>
                      <a:pt x="0" y="3"/>
                    </a:lnTo>
                    <a:lnTo>
                      <a:pt x="0" y="3"/>
                    </a:lnTo>
                    <a:lnTo>
                      <a:pt x="2" y="0"/>
                    </a:lnTo>
                    <a:lnTo>
                      <a:pt x="5" y="0"/>
                    </a:lnTo>
                    <a:lnTo>
                      <a:pt x="5" y="0"/>
                    </a:lnTo>
                    <a:lnTo>
                      <a:pt x="0" y="3"/>
                    </a:lnTo>
                    <a:lnTo>
                      <a:pt x="0" y="3"/>
                    </a:lnTo>
                    <a:close/>
                    <a:moveTo>
                      <a:pt x="2" y="0"/>
                    </a:moveTo>
                    <a:lnTo>
                      <a:pt x="2" y="0"/>
                    </a:lnTo>
                    <a:lnTo>
                      <a:pt x="0" y="3"/>
                    </a:lnTo>
                    <a:lnTo>
                      <a:pt x="0" y="3"/>
                    </a:lnTo>
                    <a:lnTo>
                      <a:pt x="0" y="3"/>
                    </a:lnTo>
                    <a:lnTo>
                      <a:pt x="5" y="0"/>
                    </a:lnTo>
                    <a:lnTo>
                      <a:pt x="5"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6" name="Freeform 314"/>
              <p:cNvSpPr>
                <a:spLocks/>
              </p:cNvSpPr>
              <p:nvPr/>
            </p:nvSpPr>
            <p:spPr bwMode="auto">
              <a:xfrm>
                <a:off x="4362450" y="2940050"/>
                <a:ext cx="4763" cy="3175"/>
              </a:xfrm>
              <a:custGeom>
                <a:avLst/>
                <a:gdLst>
                  <a:gd name="T0" fmla="*/ 3 w 3"/>
                  <a:gd name="T1" fmla="*/ 0 h 2"/>
                  <a:gd name="T2" fmla="*/ 0 w 3"/>
                  <a:gd name="T3" fmla="*/ 2 h 2"/>
                  <a:gd name="T4" fmla="*/ 0 w 3"/>
                  <a:gd name="T5" fmla="*/ 2 h 2"/>
                  <a:gd name="T6" fmla="*/ 0 w 3"/>
                  <a:gd name="T7" fmla="*/ 2 h 2"/>
                  <a:gd name="T8" fmla="*/ 3 w 3"/>
                  <a:gd name="T9" fmla="*/ 0 h 2"/>
                  <a:gd name="T10" fmla="*/ 3 w 3"/>
                  <a:gd name="T11" fmla="*/ 0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lnTo>
                      <a:pt x="0" y="2"/>
                    </a:lnTo>
                    <a:lnTo>
                      <a:pt x="0" y="2"/>
                    </a:lnTo>
                    <a:lnTo>
                      <a:pt x="0" y="2"/>
                    </a:lnTo>
                    <a:lnTo>
                      <a:pt x="3" y="0"/>
                    </a:lnTo>
                    <a:lnTo>
                      <a:pt x="3" y="0"/>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7" name="Freeform 315"/>
              <p:cNvSpPr>
                <a:spLocks noEditPoints="1"/>
              </p:cNvSpPr>
              <p:nvPr/>
            </p:nvSpPr>
            <p:spPr bwMode="auto">
              <a:xfrm>
                <a:off x="4362450" y="2940050"/>
                <a:ext cx="4763" cy="3175"/>
              </a:xfrm>
              <a:custGeom>
                <a:avLst/>
                <a:gdLst>
                  <a:gd name="T0" fmla="*/ 0 w 3"/>
                  <a:gd name="T1" fmla="*/ 2 h 2"/>
                  <a:gd name="T2" fmla="*/ 0 w 3"/>
                  <a:gd name="T3" fmla="*/ 2 h 2"/>
                  <a:gd name="T4" fmla="*/ 0 w 3"/>
                  <a:gd name="T5" fmla="*/ 2 h 2"/>
                  <a:gd name="T6" fmla="*/ 3 w 3"/>
                  <a:gd name="T7" fmla="*/ 0 h 2"/>
                  <a:gd name="T8" fmla="*/ 3 w 3"/>
                  <a:gd name="T9" fmla="*/ 0 h 2"/>
                  <a:gd name="T10" fmla="*/ 3 w 3"/>
                  <a:gd name="T11" fmla="*/ 0 h 2"/>
                  <a:gd name="T12" fmla="*/ 0 w 3"/>
                  <a:gd name="T13" fmla="*/ 2 h 2"/>
                  <a:gd name="T14" fmla="*/ 0 w 3"/>
                  <a:gd name="T15" fmla="*/ 2 h 2"/>
                  <a:gd name="T16" fmla="*/ 3 w 3"/>
                  <a:gd name="T17" fmla="*/ 0 h 2"/>
                  <a:gd name="T18" fmla="*/ 3 w 3"/>
                  <a:gd name="T19" fmla="*/ 0 h 2"/>
                  <a:gd name="T20" fmla="*/ 0 w 3"/>
                  <a:gd name="T21" fmla="*/ 2 h 2"/>
                  <a:gd name="T22" fmla="*/ 0 w 3"/>
                  <a:gd name="T23" fmla="*/ 2 h 2"/>
                  <a:gd name="T24" fmla="*/ 0 w 3"/>
                  <a:gd name="T25" fmla="*/ 2 h 2"/>
                  <a:gd name="T26" fmla="*/ 3 w 3"/>
                  <a:gd name="T27" fmla="*/ 0 h 2"/>
                  <a:gd name="T28" fmla="*/ 3 w 3"/>
                  <a:gd name="T29" fmla="*/ 0 h 2"/>
                  <a:gd name="T30" fmla="*/ 3 w 3"/>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
                    <a:moveTo>
                      <a:pt x="0" y="2"/>
                    </a:moveTo>
                    <a:lnTo>
                      <a:pt x="0" y="2"/>
                    </a:lnTo>
                    <a:lnTo>
                      <a:pt x="0" y="2"/>
                    </a:lnTo>
                    <a:lnTo>
                      <a:pt x="3" y="0"/>
                    </a:lnTo>
                    <a:lnTo>
                      <a:pt x="3" y="0"/>
                    </a:lnTo>
                    <a:lnTo>
                      <a:pt x="3" y="0"/>
                    </a:lnTo>
                    <a:lnTo>
                      <a:pt x="0" y="2"/>
                    </a:lnTo>
                    <a:lnTo>
                      <a:pt x="0" y="2"/>
                    </a:lnTo>
                    <a:close/>
                    <a:moveTo>
                      <a:pt x="3" y="0"/>
                    </a:moveTo>
                    <a:lnTo>
                      <a:pt x="3" y="0"/>
                    </a:lnTo>
                    <a:lnTo>
                      <a:pt x="0" y="2"/>
                    </a:lnTo>
                    <a:lnTo>
                      <a:pt x="0" y="2"/>
                    </a:lnTo>
                    <a:lnTo>
                      <a:pt x="0" y="2"/>
                    </a:lnTo>
                    <a:lnTo>
                      <a:pt x="3" y="0"/>
                    </a:lnTo>
                    <a:lnTo>
                      <a:pt x="3"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8" name="Freeform 316"/>
              <p:cNvSpPr>
                <a:spLocks/>
              </p:cNvSpPr>
              <p:nvPr/>
            </p:nvSpPr>
            <p:spPr bwMode="auto">
              <a:xfrm>
                <a:off x="4359275" y="2935288"/>
                <a:ext cx="7938" cy="4763"/>
              </a:xfrm>
              <a:custGeom>
                <a:avLst/>
                <a:gdLst>
                  <a:gd name="T0" fmla="*/ 5 w 5"/>
                  <a:gd name="T1" fmla="*/ 0 h 3"/>
                  <a:gd name="T2" fmla="*/ 0 w 5"/>
                  <a:gd name="T3" fmla="*/ 3 h 3"/>
                  <a:gd name="T4" fmla="*/ 0 w 5"/>
                  <a:gd name="T5" fmla="*/ 3 h 3"/>
                  <a:gd name="T6" fmla="*/ 0 w 5"/>
                  <a:gd name="T7" fmla="*/ 3 h 3"/>
                  <a:gd name="T8" fmla="*/ 2 w 5"/>
                  <a:gd name="T9" fmla="*/ 0 h 3"/>
                  <a:gd name="T10" fmla="*/ 5 w 5"/>
                  <a:gd name="T11" fmla="*/ 0 h 3"/>
                  <a:gd name="T12" fmla="*/ 5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5" y="0"/>
                    </a:moveTo>
                    <a:lnTo>
                      <a:pt x="0" y="3"/>
                    </a:lnTo>
                    <a:lnTo>
                      <a:pt x="0" y="3"/>
                    </a:lnTo>
                    <a:lnTo>
                      <a:pt x="0" y="3"/>
                    </a:lnTo>
                    <a:lnTo>
                      <a:pt x="2"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09" name="Freeform 317"/>
              <p:cNvSpPr>
                <a:spLocks noEditPoints="1"/>
              </p:cNvSpPr>
              <p:nvPr/>
            </p:nvSpPr>
            <p:spPr bwMode="auto">
              <a:xfrm>
                <a:off x="4359275" y="2935288"/>
                <a:ext cx="7938" cy="4763"/>
              </a:xfrm>
              <a:custGeom>
                <a:avLst/>
                <a:gdLst>
                  <a:gd name="T0" fmla="*/ 0 w 5"/>
                  <a:gd name="T1" fmla="*/ 3 h 3"/>
                  <a:gd name="T2" fmla="*/ 0 w 5"/>
                  <a:gd name="T3" fmla="*/ 3 h 3"/>
                  <a:gd name="T4" fmla="*/ 0 w 5"/>
                  <a:gd name="T5" fmla="*/ 3 h 3"/>
                  <a:gd name="T6" fmla="*/ 2 w 5"/>
                  <a:gd name="T7" fmla="*/ 0 h 3"/>
                  <a:gd name="T8" fmla="*/ 5 w 5"/>
                  <a:gd name="T9" fmla="*/ 0 h 3"/>
                  <a:gd name="T10" fmla="*/ 5 w 5"/>
                  <a:gd name="T11" fmla="*/ 0 h 3"/>
                  <a:gd name="T12" fmla="*/ 5 w 5"/>
                  <a:gd name="T13" fmla="*/ 0 h 3"/>
                  <a:gd name="T14" fmla="*/ 0 w 5"/>
                  <a:gd name="T15" fmla="*/ 3 h 3"/>
                  <a:gd name="T16" fmla="*/ 0 w 5"/>
                  <a:gd name="T17" fmla="*/ 3 h 3"/>
                  <a:gd name="T18" fmla="*/ 5 w 5"/>
                  <a:gd name="T19" fmla="*/ 0 h 3"/>
                  <a:gd name="T20" fmla="*/ 2 w 5"/>
                  <a:gd name="T21" fmla="*/ 0 h 3"/>
                  <a:gd name="T22" fmla="*/ 0 w 5"/>
                  <a:gd name="T23" fmla="*/ 3 h 3"/>
                  <a:gd name="T24" fmla="*/ 0 w 5"/>
                  <a:gd name="T25" fmla="*/ 3 h 3"/>
                  <a:gd name="T26" fmla="*/ 0 w 5"/>
                  <a:gd name="T27" fmla="*/ 3 h 3"/>
                  <a:gd name="T28" fmla="*/ 5 w 5"/>
                  <a:gd name="T29" fmla="*/ 0 h 3"/>
                  <a:gd name="T30" fmla="*/ 5 w 5"/>
                  <a:gd name="T31" fmla="*/ 0 h 3"/>
                  <a:gd name="T32" fmla="*/ 5 w 5"/>
                  <a:gd name="T33" fmla="*/ 0 h 3"/>
                  <a:gd name="T34" fmla="*/ 5 w 5"/>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3">
                    <a:moveTo>
                      <a:pt x="0" y="3"/>
                    </a:moveTo>
                    <a:lnTo>
                      <a:pt x="0" y="3"/>
                    </a:lnTo>
                    <a:lnTo>
                      <a:pt x="0" y="3"/>
                    </a:lnTo>
                    <a:lnTo>
                      <a:pt x="2" y="0"/>
                    </a:lnTo>
                    <a:lnTo>
                      <a:pt x="5" y="0"/>
                    </a:lnTo>
                    <a:lnTo>
                      <a:pt x="5" y="0"/>
                    </a:lnTo>
                    <a:lnTo>
                      <a:pt x="5" y="0"/>
                    </a:lnTo>
                    <a:lnTo>
                      <a:pt x="0" y="3"/>
                    </a:lnTo>
                    <a:lnTo>
                      <a:pt x="0" y="3"/>
                    </a:lnTo>
                    <a:close/>
                    <a:moveTo>
                      <a:pt x="5" y="0"/>
                    </a:moveTo>
                    <a:lnTo>
                      <a:pt x="2" y="0"/>
                    </a:lnTo>
                    <a:lnTo>
                      <a:pt x="0" y="3"/>
                    </a:lnTo>
                    <a:lnTo>
                      <a:pt x="0" y="3"/>
                    </a:lnTo>
                    <a:lnTo>
                      <a:pt x="0" y="3"/>
                    </a:lnTo>
                    <a:lnTo>
                      <a:pt x="5" y="0"/>
                    </a:lnTo>
                    <a:lnTo>
                      <a:pt x="5" y="0"/>
                    </a:lnTo>
                    <a:lnTo>
                      <a:pt x="5"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0" name="Freeform 318"/>
              <p:cNvSpPr>
                <a:spLocks/>
              </p:cNvSpPr>
              <p:nvPr/>
            </p:nvSpPr>
            <p:spPr bwMode="auto">
              <a:xfrm>
                <a:off x="4359275" y="2935288"/>
                <a:ext cx="7938" cy="7938"/>
              </a:xfrm>
              <a:custGeom>
                <a:avLst/>
                <a:gdLst>
                  <a:gd name="T0" fmla="*/ 5 w 5"/>
                  <a:gd name="T1" fmla="*/ 3 h 5"/>
                  <a:gd name="T2" fmla="*/ 2 w 5"/>
                  <a:gd name="T3" fmla="*/ 5 h 5"/>
                  <a:gd name="T4" fmla="*/ 0 w 5"/>
                  <a:gd name="T5" fmla="*/ 3 h 5"/>
                  <a:gd name="T6" fmla="*/ 2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lnTo>
                      <a:pt x="2" y="5"/>
                    </a:lnTo>
                    <a:lnTo>
                      <a:pt x="0" y="3"/>
                    </a:lnTo>
                    <a:lnTo>
                      <a:pt x="2" y="0"/>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1" name="Freeform 319"/>
              <p:cNvSpPr>
                <a:spLocks noEditPoints="1"/>
              </p:cNvSpPr>
              <p:nvPr/>
            </p:nvSpPr>
            <p:spPr bwMode="auto">
              <a:xfrm>
                <a:off x="4359275" y="2935288"/>
                <a:ext cx="7938" cy="7938"/>
              </a:xfrm>
              <a:custGeom>
                <a:avLst/>
                <a:gdLst>
                  <a:gd name="T0" fmla="*/ 2 w 5"/>
                  <a:gd name="T1" fmla="*/ 5 h 5"/>
                  <a:gd name="T2" fmla="*/ 2 w 5"/>
                  <a:gd name="T3" fmla="*/ 5 h 5"/>
                  <a:gd name="T4" fmla="*/ 0 w 5"/>
                  <a:gd name="T5" fmla="*/ 3 h 5"/>
                  <a:gd name="T6" fmla="*/ 2 w 5"/>
                  <a:gd name="T7" fmla="*/ 0 h 5"/>
                  <a:gd name="T8" fmla="*/ 5 w 5"/>
                  <a:gd name="T9" fmla="*/ 0 h 5"/>
                  <a:gd name="T10" fmla="*/ 5 w 5"/>
                  <a:gd name="T11" fmla="*/ 3 h 5"/>
                  <a:gd name="T12" fmla="*/ 5 w 5"/>
                  <a:gd name="T13" fmla="*/ 3 h 5"/>
                  <a:gd name="T14" fmla="*/ 2 w 5"/>
                  <a:gd name="T15" fmla="*/ 5 h 5"/>
                  <a:gd name="T16" fmla="*/ 0 w 5"/>
                  <a:gd name="T17" fmla="*/ 3 h 5"/>
                  <a:gd name="T18" fmla="*/ 2 w 5"/>
                  <a:gd name="T19" fmla="*/ 5 h 5"/>
                  <a:gd name="T20" fmla="*/ 5 w 5"/>
                  <a:gd name="T21" fmla="*/ 3 h 5"/>
                  <a:gd name="T22" fmla="*/ 2 w 5"/>
                  <a:gd name="T23" fmla="*/ 0 h 5"/>
                  <a:gd name="T24" fmla="*/ 0 w 5"/>
                  <a:gd name="T2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2" y="5"/>
                    </a:moveTo>
                    <a:lnTo>
                      <a:pt x="2" y="5"/>
                    </a:lnTo>
                    <a:lnTo>
                      <a:pt x="0" y="3"/>
                    </a:lnTo>
                    <a:lnTo>
                      <a:pt x="2" y="0"/>
                    </a:lnTo>
                    <a:lnTo>
                      <a:pt x="5" y="0"/>
                    </a:lnTo>
                    <a:lnTo>
                      <a:pt x="5" y="3"/>
                    </a:lnTo>
                    <a:lnTo>
                      <a:pt x="5" y="3"/>
                    </a:lnTo>
                    <a:lnTo>
                      <a:pt x="2" y="5"/>
                    </a:lnTo>
                    <a:close/>
                    <a:moveTo>
                      <a:pt x="0" y="3"/>
                    </a:moveTo>
                    <a:lnTo>
                      <a:pt x="2" y="5"/>
                    </a:lnTo>
                    <a:lnTo>
                      <a:pt x="5" y="3"/>
                    </a:lnTo>
                    <a:lnTo>
                      <a:pt x="2"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2" name="Freeform 320"/>
              <p:cNvSpPr>
                <a:spLocks/>
              </p:cNvSpPr>
              <p:nvPr/>
            </p:nvSpPr>
            <p:spPr bwMode="auto">
              <a:xfrm>
                <a:off x="4362450" y="2940050"/>
                <a:ext cx="4763" cy="3175"/>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3" name="Freeform 321"/>
              <p:cNvSpPr>
                <a:spLocks noEditPoints="1"/>
              </p:cNvSpPr>
              <p:nvPr/>
            </p:nvSpPr>
            <p:spPr bwMode="auto">
              <a:xfrm>
                <a:off x="4362450" y="2940050"/>
                <a:ext cx="4763" cy="3175"/>
              </a:xfrm>
              <a:custGeom>
                <a:avLst/>
                <a:gdLst>
                  <a:gd name="T0" fmla="*/ 0 w 1"/>
                  <a:gd name="T1" fmla="*/ 1 h 1"/>
                  <a:gd name="T2" fmla="*/ 0 w 1"/>
                  <a:gd name="T3" fmla="*/ 1 h 1"/>
                  <a:gd name="T4" fmla="*/ 0 w 1"/>
                  <a:gd name="T5" fmla="*/ 1 h 1"/>
                  <a:gd name="T6" fmla="*/ 0 w 1"/>
                  <a:gd name="T7" fmla="*/ 0 h 1"/>
                  <a:gd name="T8" fmla="*/ 0 w 1"/>
                  <a:gd name="T9" fmla="*/ 0 h 1"/>
                  <a:gd name="T10" fmla="*/ 1 w 1"/>
                  <a:gd name="T11" fmla="*/ 0 h 1"/>
                  <a:gd name="T12" fmla="*/ 1 w 1"/>
                  <a:gd name="T13" fmla="*/ 0 h 1"/>
                  <a:gd name="T14" fmla="*/ 1 w 1"/>
                  <a:gd name="T15" fmla="*/ 0 h 1"/>
                  <a:gd name="T16" fmla="*/ 0 w 1"/>
                  <a:gd name="T17" fmla="*/ 1 h 1"/>
                  <a:gd name="T18" fmla="*/ 0 w 1"/>
                  <a:gd name="T19" fmla="*/ 0 h 1"/>
                  <a:gd name="T20" fmla="*/ 0 w 1"/>
                  <a:gd name="T21" fmla="*/ 1 h 1"/>
                  <a:gd name="T22" fmla="*/ 1 w 1"/>
                  <a:gd name="T23" fmla="*/ 0 h 1"/>
                  <a:gd name="T24" fmla="*/ 0 w 1"/>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1">
                    <a:moveTo>
                      <a:pt x="0" y="1"/>
                    </a:moveTo>
                    <a:cubicBezTo>
                      <a:pt x="0" y="1"/>
                      <a:pt x="0" y="1"/>
                      <a:pt x="0" y="1"/>
                    </a:cubicBezTo>
                    <a:cubicBezTo>
                      <a:pt x="0" y="1"/>
                      <a:pt x="0" y="1"/>
                      <a:pt x="0" y="1"/>
                    </a:cubicBezTo>
                    <a:cubicBezTo>
                      <a:pt x="0" y="0"/>
                      <a:pt x="0" y="0"/>
                      <a:pt x="0" y="0"/>
                    </a:cubicBezTo>
                    <a:cubicBezTo>
                      <a:pt x="0" y="0"/>
                      <a:pt x="0" y="0"/>
                      <a:pt x="0" y="0"/>
                    </a:cubicBezTo>
                    <a:cubicBezTo>
                      <a:pt x="0" y="0"/>
                      <a:pt x="0" y="0"/>
                      <a:pt x="1" y="0"/>
                    </a:cubicBezTo>
                    <a:cubicBezTo>
                      <a:pt x="1" y="0"/>
                      <a:pt x="1" y="0"/>
                      <a:pt x="1" y="0"/>
                    </a:cubicBezTo>
                    <a:cubicBezTo>
                      <a:pt x="1" y="0"/>
                      <a:pt x="1" y="0"/>
                      <a:pt x="1" y="0"/>
                    </a:cubicBezTo>
                    <a:cubicBezTo>
                      <a:pt x="0" y="1"/>
                      <a:pt x="0" y="1"/>
                      <a:pt x="0" y="1"/>
                    </a:cubicBezTo>
                    <a:close/>
                    <a:moveTo>
                      <a:pt x="0" y="0"/>
                    </a:moveTo>
                    <a:cubicBezTo>
                      <a:pt x="0" y="1"/>
                      <a:pt x="0" y="1"/>
                      <a:pt x="0" y="1"/>
                    </a:cubicBezTo>
                    <a:cubicBezTo>
                      <a:pt x="1" y="0"/>
                      <a:pt x="1" y="0"/>
                      <a:pt x="1" y="0"/>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4" name="Freeform 322"/>
              <p:cNvSpPr>
                <a:spLocks/>
              </p:cNvSpPr>
              <p:nvPr/>
            </p:nvSpPr>
            <p:spPr bwMode="auto">
              <a:xfrm>
                <a:off x="4362450" y="2940050"/>
                <a:ext cx="4763" cy="3175"/>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5" name="Freeform 323"/>
              <p:cNvSpPr>
                <a:spLocks noEditPoints="1"/>
              </p:cNvSpPr>
              <p:nvPr/>
            </p:nvSpPr>
            <p:spPr bwMode="auto">
              <a:xfrm>
                <a:off x="4362450" y="2940050"/>
                <a:ext cx="4763" cy="3175"/>
              </a:xfrm>
              <a:custGeom>
                <a:avLst/>
                <a:gdLst>
                  <a:gd name="T0" fmla="*/ 0 w 3"/>
                  <a:gd name="T1" fmla="*/ 2 h 2"/>
                  <a:gd name="T2" fmla="*/ 0 w 3"/>
                  <a:gd name="T3" fmla="*/ 2 h 2"/>
                  <a:gd name="T4" fmla="*/ 0 w 3"/>
                  <a:gd name="T5" fmla="*/ 2 h 2"/>
                  <a:gd name="T6" fmla="*/ 0 w 3"/>
                  <a:gd name="T7" fmla="*/ 0 h 2"/>
                  <a:gd name="T8" fmla="*/ 0 w 3"/>
                  <a:gd name="T9" fmla="*/ 0 h 2"/>
                  <a:gd name="T10" fmla="*/ 0 w 3"/>
                  <a:gd name="T11" fmla="*/ 0 h 2"/>
                  <a:gd name="T12" fmla="*/ 3 w 3"/>
                  <a:gd name="T13" fmla="*/ 0 h 2"/>
                  <a:gd name="T14" fmla="*/ 3 w 3"/>
                  <a:gd name="T15" fmla="*/ 0 h 2"/>
                  <a:gd name="T16" fmla="*/ 0 w 3"/>
                  <a:gd name="T17" fmla="*/ 2 h 2"/>
                  <a:gd name="T18" fmla="*/ 0 w 3"/>
                  <a:gd name="T19" fmla="*/ 2 h 2"/>
                  <a:gd name="T20" fmla="*/ 0 w 3"/>
                  <a:gd name="T21" fmla="*/ 0 h 2"/>
                  <a:gd name="T22" fmla="*/ 0 w 3"/>
                  <a:gd name="T23" fmla="*/ 2 h 2"/>
                  <a:gd name="T24" fmla="*/ 3 w 3"/>
                  <a:gd name="T25" fmla="*/ 0 h 2"/>
                  <a:gd name="T26" fmla="*/ 0 w 3"/>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
                    <a:moveTo>
                      <a:pt x="0" y="2"/>
                    </a:moveTo>
                    <a:lnTo>
                      <a:pt x="0" y="2"/>
                    </a:lnTo>
                    <a:lnTo>
                      <a:pt x="0" y="2"/>
                    </a:lnTo>
                    <a:lnTo>
                      <a:pt x="0" y="0"/>
                    </a:lnTo>
                    <a:lnTo>
                      <a:pt x="0" y="0"/>
                    </a:lnTo>
                    <a:lnTo>
                      <a:pt x="0" y="0"/>
                    </a:lnTo>
                    <a:lnTo>
                      <a:pt x="3" y="0"/>
                    </a:lnTo>
                    <a:lnTo>
                      <a:pt x="3" y="0"/>
                    </a:lnTo>
                    <a:lnTo>
                      <a:pt x="0" y="2"/>
                    </a:lnTo>
                    <a:lnTo>
                      <a:pt x="0" y="2"/>
                    </a:lnTo>
                    <a:close/>
                    <a:moveTo>
                      <a:pt x="0" y="0"/>
                    </a:moveTo>
                    <a:lnTo>
                      <a:pt x="0" y="2"/>
                    </a:lnTo>
                    <a:lnTo>
                      <a:pt x="3"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6" name="Freeform 324"/>
              <p:cNvSpPr>
                <a:spLocks/>
              </p:cNvSpPr>
              <p:nvPr/>
            </p:nvSpPr>
            <p:spPr bwMode="auto">
              <a:xfrm>
                <a:off x="4356100" y="2935288"/>
                <a:ext cx="3175" cy="4763"/>
              </a:xfrm>
              <a:custGeom>
                <a:avLst/>
                <a:gdLst>
                  <a:gd name="T0" fmla="*/ 2 w 2"/>
                  <a:gd name="T1" fmla="*/ 0 h 3"/>
                  <a:gd name="T2" fmla="*/ 2 w 2"/>
                  <a:gd name="T3" fmla="*/ 0 h 3"/>
                  <a:gd name="T4" fmla="*/ 2 w 2"/>
                  <a:gd name="T5" fmla="*/ 0 h 3"/>
                  <a:gd name="T6" fmla="*/ 2 w 2"/>
                  <a:gd name="T7" fmla="*/ 0 h 3"/>
                  <a:gd name="T8" fmla="*/ 2 w 2"/>
                  <a:gd name="T9" fmla="*/ 3 h 3"/>
                  <a:gd name="T10" fmla="*/ 2 w 2"/>
                  <a:gd name="T11" fmla="*/ 3 h 3"/>
                  <a:gd name="T12" fmla="*/ 0 w 2"/>
                  <a:gd name="T13" fmla="*/ 3 h 3"/>
                  <a:gd name="T14" fmla="*/ 0 w 2"/>
                  <a:gd name="T15" fmla="*/ 3 h 3"/>
                  <a:gd name="T16" fmla="*/ 2 w 2"/>
                  <a:gd name="T17" fmla="*/ 3 h 3"/>
                  <a:gd name="T18" fmla="*/ 2 w 2"/>
                  <a:gd name="T19" fmla="*/ 3 h 3"/>
                  <a:gd name="T20" fmla="*/ 2 w 2"/>
                  <a:gd name="T21" fmla="*/ 3 h 3"/>
                  <a:gd name="T22" fmla="*/ 2 w 2"/>
                  <a:gd name="T23" fmla="*/ 0 h 3"/>
                  <a:gd name="T24" fmla="*/ 2 w 2"/>
                  <a:gd name="T25" fmla="*/ 0 h 3"/>
                  <a:gd name="T26" fmla="*/ 2 w 2"/>
                  <a:gd name="T27" fmla="*/ 0 h 3"/>
                  <a:gd name="T28" fmla="*/ 2 w 2"/>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3">
                    <a:moveTo>
                      <a:pt x="2" y="0"/>
                    </a:moveTo>
                    <a:lnTo>
                      <a:pt x="2" y="0"/>
                    </a:lnTo>
                    <a:lnTo>
                      <a:pt x="2" y="0"/>
                    </a:lnTo>
                    <a:lnTo>
                      <a:pt x="2" y="0"/>
                    </a:lnTo>
                    <a:lnTo>
                      <a:pt x="2" y="3"/>
                    </a:lnTo>
                    <a:lnTo>
                      <a:pt x="2" y="3"/>
                    </a:lnTo>
                    <a:lnTo>
                      <a:pt x="0" y="3"/>
                    </a:lnTo>
                    <a:lnTo>
                      <a:pt x="0" y="3"/>
                    </a:lnTo>
                    <a:lnTo>
                      <a:pt x="2" y="3"/>
                    </a:lnTo>
                    <a:lnTo>
                      <a:pt x="2" y="3"/>
                    </a:lnTo>
                    <a:lnTo>
                      <a:pt x="2" y="3"/>
                    </a:lnTo>
                    <a:lnTo>
                      <a:pt x="2"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7" name="Freeform 325"/>
              <p:cNvSpPr>
                <a:spLocks noEditPoints="1"/>
              </p:cNvSpPr>
              <p:nvPr/>
            </p:nvSpPr>
            <p:spPr bwMode="auto">
              <a:xfrm>
                <a:off x="4356100" y="2935288"/>
                <a:ext cx="3175" cy="4763"/>
              </a:xfrm>
              <a:custGeom>
                <a:avLst/>
                <a:gdLst>
                  <a:gd name="T0" fmla="*/ 2 w 2"/>
                  <a:gd name="T1" fmla="*/ 3 h 3"/>
                  <a:gd name="T2" fmla="*/ 2 w 2"/>
                  <a:gd name="T3" fmla="*/ 3 h 3"/>
                  <a:gd name="T4" fmla="*/ 0 w 2"/>
                  <a:gd name="T5" fmla="*/ 3 h 3"/>
                  <a:gd name="T6" fmla="*/ 0 w 2"/>
                  <a:gd name="T7" fmla="*/ 3 h 3"/>
                  <a:gd name="T8" fmla="*/ 0 w 2"/>
                  <a:gd name="T9" fmla="*/ 3 h 3"/>
                  <a:gd name="T10" fmla="*/ 2 w 2"/>
                  <a:gd name="T11" fmla="*/ 3 h 3"/>
                  <a:gd name="T12" fmla="*/ 2 w 2"/>
                  <a:gd name="T13" fmla="*/ 3 h 3"/>
                  <a:gd name="T14" fmla="*/ 2 w 2"/>
                  <a:gd name="T15" fmla="*/ 3 h 3"/>
                  <a:gd name="T16" fmla="*/ 2 w 2"/>
                  <a:gd name="T17" fmla="*/ 3 h 3"/>
                  <a:gd name="T18" fmla="*/ 2 w 2"/>
                  <a:gd name="T19" fmla="*/ 3 h 3"/>
                  <a:gd name="T20" fmla="*/ 2 w 2"/>
                  <a:gd name="T21" fmla="*/ 0 h 3"/>
                  <a:gd name="T22" fmla="*/ 2 w 2"/>
                  <a:gd name="T23" fmla="*/ 0 h 3"/>
                  <a:gd name="T24" fmla="*/ 2 w 2"/>
                  <a:gd name="T25" fmla="*/ 0 h 3"/>
                  <a:gd name="T26" fmla="*/ 2 w 2"/>
                  <a:gd name="T27" fmla="*/ 0 h 3"/>
                  <a:gd name="T28" fmla="*/ 2 w 2"/>
                  <a:gd name="T29" fmla="*/ 0 h 3"/>
                  <a:gd name="T30" fmla="*/ 2 w 2"/>
                  <a:gd name="T31" fmla="*/ 0 h 3"/>
                  <a:gd name="T32" fmla="*/ 2 w 2"/>
                  <a:gd name="T33" fmla="*/ 0 h 3"/>
                  <a:gd name="T34" fmla="*/ 2 w 2"/>
                  <a:gd name="T35" fmla="*/ 0 h 3"/>
                  <a:gd name="T36" fmla="*/ 2 w 2"/>
                  <a:gd name="T37" fmla="*/ 0 h 3"/>
                  <a:gd name="T38" fmla="*/ 2 w 2"/>
                  <a:gd name="T39" fmla="*/ 0 h 3"/>
                  <a:gd name="T40" fmla="*/ 2 w 2"/>
                  <a:gd name="T41" fmla="*/ 0 h 3"/>
                  <a:gd name="T42" fmla="*/ 2 w 2"/>
                  <a:gd name="T43" fmla="*/ 3 h 3"/>
                  <a:gd name="T44" fmla="*/ 2 w 2"/>
                  <a:gd name="T45" fmla="*/ 3 h 3"/>
                  <a:gd name="T46" fmla="*/ 2 w 2"/>
                  <a:gd name="T47" fmla="*/ 3 h 3"/>
                  <a:gd name="T48" fmla="*/ 0 w 2"/>
                  <a:gd name="T49" fmla="*/ 3 h 3"/>
                  <a:gd name="T50" fmla="*/ 2 w 2"/>
                  <a:gd name="T51" fmla="*/ 3 h 3"/>
                  <a:gd name="T52" fmla="*/ 2 w 2"/>
                  <a:gd name="T53" fmla="*/ 0 h 3"/>
                  <a:gd name="T54" fmla="*/ 2 w 2"/>
                  <a:gd name="T55" fmla="*/ 0 h 3"/>
                  <a:gd name="T56" fmla="*/ 2 w 2"/>
                  <a:gd name="T57" fmla="*/ 0 h 3"/>
                  <a:gd name="T58" fmla="*/ 2 w 2"/>
                  <a:gd name="T59" fmla="*/ 0 h 3"/>
                  <a:gd name="T60" fmla="*/ 2 w 2"/>
                  <a:gd name="T61" fmla="*/ 0 h 3"/>
                  <a:gd name="T62" fmla="*/ 2 w 2"/>
                  <a:gd name="T63" fmla="*/ 3 h 3"/>
                  <a:gd name="T64" fmla="*/ 2 w 2"/>
                  <a:gd name="T65" fmla="*/ 3 h 3"/>
                  <a:gd name="T66" fmla="*/ 2 w 2"/>
                  <a:gd name="T67" fmla="*/ 0 h 3"/>
                  <a:gd name="T68" fmla="*/ 2 w 2"/>
                  <a:gd name="T69" fmla="*/ 0 h 3"/>
                  <a:gd name="T70" fmla="*/ 2 w 2"/>
                  <a:gd name="T71" fmla="*/ 3 h 3"/>
                  <a:gd name="T72" fmla="*/ 2 w 2"/>
                  <a:gd name="T73" fmla="*/ 3 h 3"/>
                  <a:gd name="T74" fmla="*/ 2 w 2"/>
                  <a:gd name="T75" fmla="*/ 3 h 3"/>
                  <a:gd name="T76" fmla="*/ 2 w 2"/>
                  <a:gd name="T77" fmla="*/ 3 h 3"/>
                  <a:gd name="T78" fmla="*/ 2 w 2"/>
                  <a:gd name="T79" fmla="*/ 3 h 3"/>
                  <a:gd name="T80" fmla="*/ 2 w 2"/>
                  <a:gd name="T81" fmla="*/ 3 h 3"/>
                  <a:gd name="T82" fmla="*/ 0 w 2"/>
                  <a:gd name="T8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 h="3">
                    <a:moveTo>
                      <a:pt x="2" y="3"/>
                    </a:moveTo>
                    <a:lnTo>
                      <a:pt x="2" y="3"/>
                    </a:lnTo>
                    <a:lnTo>
                      <a:pt x="0" y="3"/>
                    </a:lnTo>
                    <a:lnTo>
                      <a:pt x="0" y="3"/>
                    </a:lnTo>
                    <a:lnTo>
                      <a:pt x="0" y="3"/>
                    </a:lnTo>
                    <a:lnTo>
                      <a:pt x="2" y="3"/>
                    </a:lnTo>
                    <a:lnTo>
                      <a:pt x="2" y="3"/>
                    </a:lnTo>
                    <a:lnTo>
                      <a:pt x="2" y="3"/>
                    </a:lnTo>
                    <a:lnTo>
                      <a:pt x="2" y="3"/>
                    </a:lnTo>
                    <a:lnTo>
                      <a:pt x="2" y="3"/>
                    </a:lnTo>
                    <a:lnTo>
                      <a:pt x="2" y="0"/>
                    </a:lnTo>
                    <a:lnTo>
                      <a:pt x="2" y="0"/>
                    </a:lnTo>
                    <a:lnTo>
                      <a:pt x="2" y="0"/>
                    </a:lnTo>
                    <a:lnTo>
                      <a:pt x="2" y="0"/>
                    </a:lnTo>
                    <a:lnTo>
                      <a:pt x="2" y="0"/>
                    </a:lnTo>
                    <a:lnTo>
                      <a:pt x="2" y="0"/>
                    </a:lnTo>
                    <a:lnTo>
                      <a:pt x="2" y="0"/>
                    </a:lnTo>
                    <a:lnTo>
                      <a:pt x="2" y="0"/>
                    </a:lnTo>
                    <a:lnTo>
                      <a:pt x="2" y="0"/>
                    </a:lnTo>
                    <a:lnTo>
                      <a:pt x="2" y="0"/>
                    </a:lnTo>
                    <a:lnTo>
                      <a:pt x="2" y="0"/>
                    </a:lnTo>
                    <a:lnTo>
                      <a:pt x="2" y="3"/>
                    </a:lnTo>
                    <a:lnTo>
                      <a:pt x="2" y="3"/>
                    </a:lnTo>
                    <a:lnTo>
                      <a:pt x="2" y="3"/>
                    </a:lnTo>
                    <a:close/>
                    <a:moveTo>
                      <a:pt x="0" y="3"/>
                    </a:moveTo>
                    <a:lnTo>
                      <a:pt x="2" y="3"/>
                    </a:lnTo>
                    <a:lnTo>
                      <a:pt x="2" y="0"/>
                    </a:lnTo>
                    <a:lnTo>
                      <a:pt x="2" y="0"/>
                    </a:lnTo>
                    <a:lnTo>
                      <a:pt x="2" y="0"/>
                    </a:lnTo>
                    <a:lnTo>
                      <a:pt x="2" y="0"/>
                    </a:lnTo>
                    <a:lnTo>
                      <a:pt x="2" y="0"/>
                    </a:lnTo>
                    <a:lnTo>
                      <a:pt x="2" y="3"/>
                    </a:lnTo>
                    <a:lnTo>
                      <a:pt x="2" y="3"/>
                    </a:lnTo>
                    <a:lnTo>
                      <a:pt x="2" y="0"/>
                    </a:lnTo>
                    <a:lnTo>
                      <a:pt x="2" y="0"/>
                    </a:lnTo>
                    <a:lnTo>
                      <a:pt x="2" y="3"/>
                    </a:lnTo>
                    <a:lnTo>
                      <a:pt x="2" y="3"/>
                    </a:lnTo>
                    <a:lnTo>
                      <a:pt x="2" y="3"/>
                    </a:lnTo>
                    <a:lnTo>
                      <a:pt x="2" y="3"/>
                    </a:lnTo>
                    <a:lnTo>
                      <a:pt x="2" y="3"/>
                    </a:lnTo>
                    <a:lnTo>
                      <a:pt x="2"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8" name="Rectangle 326"/>
              <p:cNvSpPr>
                <a:spLocks noChangeArrowheads="1"/>
              </p:cNvSpPr>
              <p:nvPr/>
            </p:nvSpPr>
            <p:spPr bwMode="auto">
              <a:xfrm>
                <a:off x="4359275" y="2940050"/>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19" name="Freeform 327"/>
              <p:cNvSpPr>
                <a:spLocks noEditPoints="1"/>
              </p:cNvSpPr>
              <p:nvPr/>
            </p:nvSpPr>
            <p:spPr bwMode="auto">
              <a:xfrm>
                <a:off x="4359275" y="294005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0" name="Freeform 328"/>
              <p:cNvSpPr>
                <a:spLocks/>
              </p:cNvSpPr>
              <p:nvPr/>
            </p:nvSpPr>
            <p:spPr bwMode="auto">
              <a:xfrm>
                <a:off x="4359275" y="2932113"/>
                <a:ext cx="0" cy="3175"/>
              </a:xfrm>
              <a:custGeom>
                <a:avLst/>
                <a:gdLst>
                  <a:gd name="T0" fmla="*/ 2 h 2"/>
                  <a:gd name="T1" fmla="*/ 2 h 2"/>
                  <a:gd name="T2" fmla="*/ 0 h 2"/>
                  <a:gd name="T3" fmla="*/ 2 h 2"/>
                  <a:gd name="T4" fmla="*/ 2 h 2"/>
                  <a:gd name="T5" fmla="*/ 2 h 2"/>
                  <a:gd name="T6" fmla="*/ 2 h 2"/>
                  <a:gd name="T7" fmla="*/ 2 h 2"/>
                  <a:gd name="T8" fmla="*/ 2 h 2"/>
                  <a:gd name="T9" fmla="*/ 2 h 2"/>
                  <a:gd name="T10" fmla="*/ 2 h 2"/>
                  <a:gd name="T11" fmla="*/ 2 h 2"/>
                  <a:gd name="T12" fmla="*/ 2 h 2"/>
                  <a:gd name="T13" fmla="*/ 2 h 2"/>
                  <a:gd name="T14"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2">
                    <a:moveTo>
                      <a:pt x="0" y="2"/>
                    </a:moveTo>
                    <a:lnTo>
                      <a:pt x="0" y="2"/>
                    </a:lnTo>
                    <a:lnTo>
                      <a:pt x="0" y="0"/>
                    </a:lnTo>
                    <a:lnTo>
                      <a:pt x="0" y="2"/>
                    </a:lnTo>
                    <a:lnTo>
                      <a:pt x="0" y="2"/>
                    </a:lnTo>
                    <a:lnTo>
                      <a:pt x="0" y="2"/>
                    </a:lnTo>
                    <a:lnTo>
                      <a:pt x="0" y="2"/>
                    </a:lnTo>
                    <a:lnTo>
                      <a:pt x="0" y="2"/>
                    </a:lnTo>
                    <a:lnTo>
                      <a:pt x="0" y="2"/>
                    </a:lnTo>
                    <a:lnTo>
                      <a:pt x="0" y="2"/>
                    </a:lnTo>
                    <a:lnTo>
                      <a:pt x="0" y="2"/>
                    </a:lnTo>
                    <a:lnTo>
                      <a:pt x="0" y="2"/>
                    </a:lnTo>
                    <a:lnTo>
                      <a:pt x="0" y="2"/>
                    </a:lnTo>
                    <a:lnTo>
                      <a:pt x="0" y="2"/>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1" name="Freeform 329"/>
              <p:cNvSpPr>
                <a:spLocks noEditPoints="1"/>
              </p:cNvSpPr>
              <p:nvPr/>
            </p:nvSpPr>
            <p:spPr bwMode="auto">
              <a:xfrm>
                <a:off x="4359275" y="2932113"/>
                <a:ext cx="0" cy="3175"/>
              </a:xfrm>
              <a:custGeom>
                <a:avLst/>
                <a:gdLst>
                  <a:gd name="T0" fmla="*/ 2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2 h 2"/>
                  <a:gd name="T17" fmla="*/ 2 h 2"/>
                  <a:gd name="T18" fmla="*/ 2 h 2"/>
                  <a:gd name="T19" fmla="*/ 2 h 2"/>
                  <a:gd name="T20" fmla="*/ 0 h 2"/>
                  <a:gd name="T21" fmla="*/ 0 h 2"/>
                  <a:gd name="T22" fmla="*/ 2 h 2"/>
                  <a:gd name="T23" fmla="*/ 2 h 2"/>
                  <a:gd name="T24" fmla="*/ 2 h 2"/>
                  <a:gd name="T25" fmla="*/ 2 h 2"/>
                  <a:gd name="T26" fmla="*/ 2 h 2"/>
                  <a:gd name="T27" fmla="*/ 2 h 2"/>
                  <a:gd name="T28" fmla="*/ 2 h 2"/>
                  <a:gd name="T29" fmla="*/ 2 h 2"/>
                  <a:gd name="T30" fmla="*/ 2 h 2"/>
                  <a:gd name="T31" fmla="*/ 2 h 2"/>
                  <a:gd name="T32" fmla="*/ 2 h 2"/>
                  <a:gd name="T33" fmla="*/ 2 h 2"/>
                  <a:gd name="T34" fmla="*/ 2 h 2"/>
                  <a:gd name="T35" fmla="*/ 2 h 2"/>
                  <a:gd name="T36" fmla="*/ 2 h 2"/>
                  <a:gd name="T37" fmla="*/ 2 h 2"/>
                  <a:gd name="T38" fmla="*/ 2 h 2"/>
                  <a:gd name="T39" fmla="*/ 2 h 2"/>
                  <a:gd name="T40" fmla="*/ 2 h 2"/>
                  <a:gd name="T41" fmla="*/ 2 h 2"/>
                  <a:gd name="T42" fmla="*/ 2 h 2"/>
                  <a:gd name="T43" fmla="*/ 2 h 2"/>
                  <a:gd name="T44" fmla="*/ 2 h 2"/>
                  <a:gd name="T45"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 ang="0">
                    <a:pos x="0" y="T42"/>
                  </a:cxn>
                  <a:cxn ang="0">
                    <a:pos x="0" y="T43"/>
                  </a:cxn>
                  <a:cxn ang="0">
                    <a:pos x="0" y="T44"/>
                  </a:cxn>
                  <a:cxn ang="0">
                    <a:pos x="0" y="T45"/>
                  </a:cxn>
                </a:cxnLst>
                <a:rect l="0" t="0" r="r" b="b"/>
                <a:pathLst>
                  <a:path h="2">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2"/>
                    </a:lnTo>
                    <a:lnTo>
                      <a:pt x="0" y="2"/>
                    </a:lnTo>
                    <a:lnTo>
                      <a:pt x="0" y="2"/>
                    </a:lnTo>
                    <a:lnTo>
                      <a:pt x="0" y="2"/>
                    </a:lnTo>
                    <a:lnTo>
                      <a:pt x="0" y="2"/>
                    </a:lnTo>
                    <a:close/>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2" name="Freeform 330"/>
              <p:cNvSpPr>
                <a:spLocks/>
              </p:cNvSpPr>
              <p:nvPr/>
            </p:nvSpPr>
            <p:spPr bwMode="auto">
              <a:xfrm>
                <a:off x="4359275" y="2935288"/>
                <a:ext cx="3175" cy="4763"/>
              </a:xfrm>
              <a:custGeom>
                <a:avLst/>
                <a:gdLst>
                  <a:gd name="T0" fmla="*/ 2 w 2"/>
                  <a:gd name="T1" fmla="*/ 0 h 3"/>
                  <a:gd name="T2" fmla="*/ 0 w 2"/>
                  <a:gd name="T3" fmla="*/ 3 h 3"/>
                  <a:gd name="T4" fmla="*/ 0 w 2"/>
                  <a:gd name="T5" fmla="*/ 0 h 3"/>
                  <a:gd name="T6" fmla="*/ 0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0" y="3"/>
                    </a:lnTo>
                    <a:lnTo>
                      <a:pt x="0" y="0"/>
                    </a:lnTo>
                    <a:lnTo>
                      <a:pt x="0"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3" name="Freeform 331"/>
              <p:cNvSpPr>
                <a:spLocks noEditPoints="1"/>
              </p:cNvSpPr>
              <p:nvPr/>
            </p:nvSpPr>
            <p:spPr bwMode="auto">
              <a:xfrm>
                <a:off x="4359275" y="2935288"/>
                <a:ext cx="3175" cy="4763"/>
              </a:xfrm>
              <a:custGeom>
                <a:avLst/>
                <a:gdLst>
                  <a:gd name="T0" fmla="*/ 0 w 2"/>
                  <a:gd name="T1" fmla="*/ 3 h 3"/>
                  <a:gd name="T2" fmla="*/ 0 w 2"/>
                  <a:gd name="T3" fmla="*/ 3 h 3"/>
                  <a:gd name="T4" fmla="*/ 0 w 2"/>
                  <a:gd name="T5" fmla="*/ 0 h 3"/>
                  <a:gd name="T6" fmla="*/ 0 w 2"/>
                  <a:gd name="T7" fmla="*/ 0 h 3"/>
                  <a:gd name="T8" fmla="*/ 0 w 2"/>
                  <a:gd name="T9" fmla="*/ 0 h 3"/>
                  <a:gd name="T10" fmla="*/ 0 w 2"/>
                  <a:gd name="T11" fmla="*/ 0 h 3"/>
                  <a:gd name="T12" fmla="*/ 2 w 2"/>
                  <a:gd name="T13" fmla="*/ 0 h 3"/>
                  <a:gd name="T14" fmla="*/ 2 w 2"/>
                  <a:gd name="T15" fmla="*/ 0 h 3"/>
                  <a:gd name="T16" fmla="*/ 2 w 2"/>
                  <a:gd name="T17" fmla="*/ 0 h 3"/>
                  <a:gd name="T18" fmla="*/ 0 w 2"/>
                  <a:gd name="T19" fmla="*/ 3 h 3"/>
                  <a:gd name="T20" fmla="*/ 0 w 2"/>
                  <a:gd name="T21" fmla="*/ 3 h 3"/>
                  <a:gd name="T22" fmla="*/ 0 w 2"/>
                  <a:gd name="T23" fmla="*/ 0 h 3"/>
                  <a:gd name="T24" fmla="*/ 0 w 2"/>
                  <a:gd name="T25" fmla="*/ 3 h 3"/>
                  <a:gd name="T26" fmla="*/ 2 w 2"/>
                  <a:gd name="T27" fmla="*/ 0 h 3"/>
                  <a:gd name="T28" fmla="*/ 0 w 2"/>
                  <a:gd name="T29" fmla="*/ 0 h 3"/>
                  <a:gd name="T30" fmla="*/ 0 w 2"/>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3">
                    <a:moveTo>
                      <a:pt x="0" y="3"/>
                    </a:moveTo>
                    <a:lnTo>
                      <a:pt x="0" y="3"/>
                    </a:lnTo>
                    <a:lnTo>
                      <a:pt x="0" y="0"/>
                    </a:lnTo>
                    <a:lnTo>
                      <a:pt x="0" y="0"/>
                    </a:lnTo>
                    <a:lnTo>
                      <a:pt x="0" y="0"/>
                    </a:lnTo>
                    <a:lnTo>
                      <a:pt x="0" y="0"/>
                    </a:lnTo>
                    <a:lnTo>
                      <a:pt x="2" y="0"/>
                    </a:lnTo>
                    <a:lnTo>
                      <a:pt x="2" y="0"/>
                    </a:lnTo>
                    <a:lnTo>
                      <a:pt x="2" y="0"/>
                    </a:lnTo>
                    <a:lnTo>
                      <a:pt x="0" y="3"/>
                    </a:lnTo>
                    <a:lnTo>
                      <a:pt x="0" y="3"/>
                    </a:lnTo>
                    <a:close/>
                    <a:moveTo>
                      <a:pt x="0" y="0"/>
                    </a:moveTo>
                    <a:lnTo>
                      <a:pt x="0" y="3"/>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4" name="Freeform 332"/>
              <p:cNvSpPr>
                <a:spLocks/>
              </p:cNvSpPr>
              <p:nvPr/>
            </p:nvSpPr>
            <p:spPr bwMode="auto">
              <a:xfrm>
                <a:off x="4359275" y="294005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5" name="Freeform 333"/>
              <p:cNvSpPr>
                <a:spLocks/>
              </p:cNvSpPr>
              <p:nvPr/>
            </p:nvSpPr>
            <p:spPr bwMode="auto">
              <a:xfrm>
                <a:off x="4359275" y="29352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6" name="Freeform 334"/>
              <p:cNvSpPr>
                <a:spLocks/>
              </p:cNvSpPr>
              <p:nvPr/>
            </p:nvSpPr>
            <p:spPr bwMode="auto">
              <a:xfrm>
                <a:off x="4359275" y="2932113"/>
                <a:ext cx="3175" cy="3175"/>
              </a:xfrm>
              <a:custGeom>
                <a:avLst/>
                <a:gdLst>
                  <a:gd name="T0" fmla="*/ 2 w 2"/>
                  <a:gd name="T1" fmla="*/ 2 h 2"/>
                  <a:gd name="T2" fmla="*/ 2 w 2"/>
                  <a:gd name="T3" fmla="*/ 2 h 2"/>
                  <a:gd name="T4" fmla="*/ 0 w 2"/>
                  <a:gd name="T5" fmla="*/ 2 h 2"/>
                  <a:gd name="T6" fmla="*/ 2 w 2"/>
                  <a:gd name="T7" fmla="*/ 2 h 2"/>
                  <a:gd name="T8" fmla="*/ 2 w 2"/>
                  <a:gd name="T9" fmla="*/ 2 h 2"/>
                  <a:gd name="T10" fmla="*/ 2 w 2"/>
                  <a:gd name="T11" fmla="*/ 2 h 2"/>
                  <a:gd name="T12" fmla="*/ 2 w 2"/>
                  <a:gd name="T13" fmla="*/ 0 h 2"/>
                  <a:gd name="T14" fmla="*/ 2 w 2"/>
                  <a:gd name="T15" fmla="*/ 0 h 2"/>
                  <a:gd name="T16" fmla="*/ 2 w 2"/>
                  <a:gd name="T17" fmla="*/ 0 h 2"/>
                  <a:gd name="T18" fmla="*/ 2 w 2"/>
                  <a:gd name="T19" fmla="*/ 2 h 2"/>
                  <a:gd name="T20" fmla="*/ 2 w 2"/>
                  <a:gd name="T21" fmla="*/ 2 h 2"/>
                  <a:gd name="T22" fmla="*/ 2 w 2"/>
                  <a:gd name="T23" fmla="*/ 2 h 2"/>
                  <a:gd name="T24" fmla="*/ 2 w 2"/>
                  <a:gd name="T25" fmla="*/ 2 h 2"/>
                  <a:gd name="T26" fmla="*/ 2 w 2"/>
                  <a:gd name="T27" fmla="*/ 2 h 2"/>
                  <a:gd name="T28" fmla="*/ 2 w 2"/>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2" y="2"/>
                    </a:moveTo>
                    <a:lnTo>
                      <a:pt x="2" y="2"/>
                    </a:lnTo>
                    <a:lnTo>
                      <a:pt x="0" y="2"/>
                    </a:lnTo>
                    <a:lnTo>
                      <a:pt x="2" y="2"/>
                    </a:lnTo>
                    <a:lnTo>
                      <a:pt x="2" y="2"/>
                    </a:lnTo>
                    <a:lnTo>
                      <a:pt x="2" y="2"/>
                    </a:lnTo>
                    <a:lnTo>
                      <a:pt x="2" y="0"/>
                    </a:lnTo>
                    <a:lnTo>
                      <a:pt x="2" y="0"/>
                    </a:lnTo>
                    <a:lnTo>
                      <a:pt x="2" y="0"/>
                    </a:lnTo>
                    <a:lnTo>
                      <a:pt x="2" y="2"/>
                    </a:lnTo>
                    <a:lnTo>
                      <a:pt x="2" y="2"/>
                    </a:lnTo>
                    <a:lnTo>
                      <a:pt x="2" y="2"/>
                    </a:lnTo>
                    <a:lnTo>
                      <a:pt x="2" y="2"/>
                    </a:lnTo>
                    <a:lnTo>
                      <a:pt x="2"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7" name="Freeform 335"/>
              <p:cNvSpPr>
                <a:spLocks noEditPoints="1"/>
              </p:cNvSpPr>
              <p:nvPr/>
            </p:nvSpPr>
            <p:spPr bwMode="auto">
              <a:xfrm>
                <a:off x="4359275" y="2932113"/>
                <a:ext cx="3175" cy="3175"/>
              </a:xfrm>
              <a:custGeom>
                <a:avLst/>
                <a:gdLst>
                  <a:gd name="T0" fmla="*/ 2 w 2"/>
                  <a:gd name="T1" fmla="*/ 2 h 2"/>
                  <a:gd name="T2" fmla="*/ 2 w 2"/>
                  <a:gd name="T3" fmla="*/ 2 h 2"/>
                  <a:gd name="T4" fmla="*/ 0 w 2"/>
                  <a:gd name="T5" fmla="*/ 2 h 2"/>
                  <a:gd name="T6" fmla="*/ 0 w 2"/>
                  <a:gd name="T7" fmla="*/ 2 h 2"/>
                  <a:gd name="T8" fmla="*/ 2 w 2"/>
                  <a:gd name="T9" fmla="*/ 2 h 2"/>
                  <a:gd name="T10" fmla="*/ 2 w 2"/>
                  <a:gd name="T11" fmla="*/ 2 h 2"/>
                  <a:gd name="T12" fmla="*/ 2 w 2"/>
                  <a:gd name="T13" fmla="*/ 2 h 2"/>
                  <a:gd name="T14" fmla="*/ 2 w 2"/>
                  <a:gd name="T15" fmla="*/ 2 h 2"/>
                  <a:gd name="T16" fmla="*/ 2 w 2"/>
                  <a:gd name="T17" fmla="*/ 2 h 2"/>
                  <a:gd name="T18" fmla="*/ 2 w 2"/>
                  <a:gd name="T19" fmla="*/ 2 h 2"/>
                  <a:gd name="T20" fmla="*/ 2 w 2"/>
                  <a:gd name="T21" fmla="*/ 2 h 2"/>
                  <a:gd name="T22" fmla="*/ 2 w 2"/>
                  <a:gd name="T23" fmla="*/ 2 h 2"/>
                  <a:gd name="T24" fmla="*/ 2 w 2"/>
                  <a:gd name="T25" fmla="*/ 2 h 2"/>
                  <a:gd name="T26" fmla="*/ 2 w 2"/>
                  <a:gd name="T27" fmla="*/ 2 h 2"/>
                  <a:gd name="T28" fmla="*/ 2 w 2"/>
                  <a:gd name="T29" fmla="*/ 2 h 2"/>
                  <a:gd name="T30" fmla="*/ 2 w 2"/>
                  <a:gd name="T31" fmla="*/ 2 h 2"/>
                  <a:gd name="T32" fmla="*/ 2 w 2"/>
                  <a:gd name="T33" fmla="*/ 2 h 2"/>
                  <a:gd name="T34" fmla="*/ 2 w 2"/>
                  <a:gd name="T35" fmla="*/ 0 h 2"/>
                  <a:gd name="T36" fmla="*/ 2 w 2"/>
                  <a:gd name="T37" fmla="*/ 0 h 2"/>
                  <a:gd name="T38" fmla="*/ 2 w 2"/>
                  <a:gd name="T39" fmla="*/ 0 h 2"/>
                  <a:gd name="T40" fmla="*/ 2 w 2"/>
                  <a:gd name="T41" fmla="*/ 0 h 2"/>
                  <a:gd name="T42" fmla="*/ 2 w 2"/>
                  <a:gd name="T43" fmla="*/ 0 h 2"/>
                  <a:gd name="T44" fmla="*/ 2 w 2"/>
                  <a:gd name="T45" fmla="*/ 2 h 2"/>
                  <a:gd name="T46" fmla="*/ 2 w 2"/>
                  <a:gd name="T47" fmla="*/ 2 h 2"/>
                  <a:gd name="T48" fmla="*/ 2 w 2"/>
                  <a:gd name="T49" fmla="*/ 2 h 2"/>
                  <a:gd name="T50" fmla="*/ 2 w 2"/>
                  <a:gd name="T51" fmla="*/ 2 h 2"/>
                  <a:gd name="T52" fmla="*/ 2 w 2"/>
                  <a:gd name="T53" fmla="*/ 2 h 2"/>
                  <a:gd name="T54" fmla="*/ 0 w 2"/>
                  <a:gd name="T55" fmla="*/ 2 h 2"/>
                  <a:gd name="T56" fmla="*/ 2 w 2"/>
                  <a:gd name="T57" fmla="*/ 2 h 2"/>
                  <a:gd name="T58" fmla="*/ 2 w 2"/>
                  <a:gd name="T59" fmla="*/ 2 h 2"/>
                  <a:gd name="T60" fmla="*/ 2 w 2"/>
                  <a:gd name="T61" fmla="*/ 0 h 2"/>
                  <a:gd name="T62" fmla="*/ 2 w 2"/>
                  <a:gd name="T63" fmla="*/ 0 h 2"/>
                  <a:gd name="T64" fmla="*/ 2 w 2"/>
                  <a:gd name="T65" fmla="*/ 2 h 2"/>
                  <a:gd name="T66" fmla="*/ 2 w 2"/>
                  <a:gd name="T67" fmla="*/ 2 h 2"/>
                  <a:gd name="T68" fmla="*/ 2 w 2"/>
                  <a:gd name="T69" fmla="*/ 2 h 2"/>
                  <a:gd name="T70" fmla="*/ 2 w 2"/>
                  <a:gd name="T71" fmla="*/ 2 h 2"/>
                  <a:gd name="T72" fmla="*/ 2 w 2"/>
                  <a:gd name="T73" fmla="*/ 2 h 2"/>
                  <a:gd name="T74" fmla="*/ 2 w 2"/>
                  <a:gd name="T75" fmla="*/ 2 h 2"/>
                  <a:gd name="T76" fmla="*/ 2 w 2"/>
                  <a:gd name="T77" fmla="*/ 2 h 2"/>
                  <a:gd name="T78" fmla="*/ 2 w 2"/>
                  <a:gd name="T79" fmla="*/ 2 h 2"/>
                  <a:gd name="T80" fmla="*/ 2 w 2"/>
                  <a:gd name="T81" fmla="*/ 2 h 2"/>
                  <a:gd name="T82" fmla="*/ 2 w 2"/>
                  <a:gd name="T83" fmla="*/ 2 h 2"/>
                  <a:gd name="T84" fmla="*/ 2 w 2"/>
                  <a:gd name="T85" fmla="*/ 2 h 2"/>
                  <a:gd name="T86" fmla="*/ 2 w 2"/>
                  <a:gd name="T87" fmla="*/ 2 h 2"/>
                  <a:gd name="T88" fmla="*/ 2 w 2"/>
                  <a:gd name="T89" fmla="*/ 2 h 2"/>
                  <a:gd name="T90" fmla="*/ 2 w 2"/>
                  <a:gd name="T91" fmla="*/ 2 h 2"/>
                  <a:gd name="T92" fmla="*/ 0 w 2"/>
                  <a:gd name="T9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 h="2">
                    <a:moveTo>
                      <a:pt x="2" y="2"/>
                    </a:moveTo>
                    <a:lnTo>
                      <a:pt x="2" y="2"/>
                    </a:lnTo>
                    <a:lnTo>
                      <a:pt x="0" y="2"/>
                    </a:lnTo>
                    <a:lnTo>
                      <a:pt x="0"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2" y="2"/>
                    </a:lnTo>
                    <a:lnTo>
                      <a:pt x="2" y="2"/>
                    </a:lnTo>
                    <a:lnTo>
                      <a:pt x="2" y="2"/>
                    </a:lnTo>
                    <a:lnTo>
                      <a:pt x="2" y="2"/>
                    </a:lnTo>
                    <a:lnTo>
                      <a:pt x="2" y="2"/>
                    </a:lnTo>
                    <a:close/>
                    <a:moveTo>
                      <a:pt x="0" y="2"/>
                    </a:moveTo>
                    <a:lnTo>
                      <a:pt x="2" y="2"/>
                    </a:lnTo>
                    <a:lnTo>
                      <a:pt x="2" y="2"/>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8" name="Rectangle 336"/>
              <p:cNvSpPr>
                <a:spLocks noChangeArrowheads="1"/>
              </p:cNvSpPr>
              <p:nvPr/>
            </p:nvSpPr>
            <p:spPr bwMode="auto">
              <a:xfrm>
                <a:off x="4362450" y="2935288"/>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29" name="Freeform 337"/>
              <p:cNvSpPr>
                <a:spLocks noEditPoints="1"/>
              </p:cNvSpPr>
              <p:nvPr/>
            </p:nvSpPr>
            <p:spPr bwMode="auto">
              <a:xfrm>
                <a:off x="4362450" y="293528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0" name="Freeform 338"/>
              <p:cNvSpPr>
                <a:spLocks/>
              </p:cNvSpPr>
              <p:nvPr/>
            </p:nvSpPr>
            <p:spPr bwMode="auto">
              <a:xfrm>
                <a:off x="4362450" y="29352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1" name="Freeform 339"/>
              <p:cNvSpPr>
                <a:spLocks/>
              </p:cNvSpPr>
              <p:nvPr/>
            </p:nvSpPr>
            <p:spPr bwMode="auto">
              <a:xfrm>
                <a:off x="4397375" y="2935288"/>
                <a:ext cx="7938" cy="4763"/>
              </a:xfrm>
              <a:custGeom>
                <a:avLst/>
                <a:gdLst>
                  <a:gd name="T0" fmla="*/ 0 w 5"/>
                  <a:gd name="T1" fmla="*/ 0 h 3"/>
                  <a:gd name="T2" fmla="*/ 5 w 5"/>
                  <a:gd name="T3" fmla="*/ 3 h 3"/>
                  <a:gd name="T4" fmla="*/ 5 w 5"/>
                  <a:gd name="T5" fmla="*/ 3 h 3"/>
                  <a:gd name="T6" fmla="*/ 5 w 5"/>
                  <a:gd name="T7" fmla="*/ 3 h 3"/>
                  <a:gd name="T8" fmla="*/ 0 w 5"/>
                  <a:gd name="T9" fmla="*/ 0 h 3"/>
                  <a:gd name="T10" fmla="*/ 0 w 5"/>
                  <a:gd name="T11" fmla="*/ 0 h 3"/>
                  <a:gd name="T12" fmla="*/ 0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0" y="0"/>
                    </a:moveTo>
                    <a:lnTo>
                      <a:pt x="5" y="3"/>
                    </a:lnTo>
                    <a:lnTo>
                      <a:pt x="5" y="3"/>
                    </a:lnTo>
                    <a:lnTo>
                      <a:pt x="5" y="3"/>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2" name="Freeform 340"/>
              <p:cNvSpPr>
                <a:spLocks noEditPoints="1"/>
              </p:cNvSpPr>
              <p:nvPr/>
            </p:nvSpPr>
            <p:spPr bwMode="auto">
              <a:xfrm>
                <a:off x="4397375" y="2935288"/>
                <a:ext cx="7938" cy="4763"/>
              </a:xfrm>
              <a:custGeom>
                <a:avLst/>
                <a:gdLst>
                  <a:gd name="T0" fmla="*/ 5 w 5"/>
                  <a:gd name="T1" fmla="*/ 3 h 3"/>
                  <a:gd name="T2" fmla="*/ 5 w 5"/>
                  <a:gd name="T3" fmla="*/ 3 h 3"/>
                  <a:gd name="T4" fmla="*/ 0 w 5"/>
                  <a:gd name="T5" fmla="*/ 0 h 3"/>
                  <a:gd name="T6" fmla="*/ 0 w 5"/>
                  <a:gd name="T7" fmla="*/ 0 h 3"/>
                  <a:gd name="T8" fmla="*/ 0 w 5"/>
                  <a:gd name="T9" fmla="*/ 0 h 3"/>
                  <a:gd name="T10" fmla="*/ 5 w 5"/>
                  <a:gd name="T11" fmla="*/ 3 h 3"/>
                  <a:gd name="T12" fmla="*/ 5 w 5"/>
                  <a:gd name="T13" fmla="*/ 3 h 3"/>
                  <a:gd name="T14" fmla="*/ 5 w 5"/>
                  <a:gd name="T15" fmla="*/ 3 h 3"/>
                  <a:gd name="T16" fmla="*/ 0 w 5"/>
                  <a:gd name="T17" fmla="*/ 0 h 3"/>
                  <a:gd name="T18" fmla="*/ 0 w 5"/>
                  <a:gd name="T19" fmla="*/ 0 h 3"/>
                  <a:gd name="T20" fmla="*/ 0 w 5"/>
                  <a:gd name="T21" fmla="*/ 0 h 3"/>
                  <a:gd name="T22" fmla="*/ 5 w 5"/>
                  <a:gd name="T23" fmla="*/ 3 h 3"/>
                  <a:gd name="T24" fmla="*/ 5 w 5"/>
                  <a:gd name="T25" fmla="*/ 3 h 3"/>
                  <a:gd name="T26" fmla="*/ 5 w 5"/>
                  <a:gd name="T27" fmla="*/ 3 h 3"/>
                  <a:gd name="T28" fmla="*/ 0 w 5"/>
                  <a:gd name="T29" fmla="*/ 0 h 3"/>
                  <a:gd name="T30" fmla="*/ 0 w 5"/>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3">
                    <a:moveTo>
                      <a:pt x="5" y="3"/>
                    </a:moveTo>
                    <a:lnTo>
                      <a:pt x="5" y="3"/>
                    </a:lnTo>
                    <a:lnTo>
                      <a:pt x="0" y="0"/>
                    </a:lnTo>
                    <a:lnTo>
                      <a:pt x="0" y="0"/>
                    </a:lnTo>
                    <a:lnTo>
                      <a:pt x="0" y="0"/>
                    </a:lnTo>
                    <a:lnTo>
                      <a:pt x="5" y="3"/>
                    </a:lnTo>
                    <a:lnTo>
                      <a:pt x="5" y="3"/>
                    </a:lnTo>
                    <a:lnTo>
                      <a:pt x="5" y="3"/>
                    </a:lnTo>
                    <a:close/>
                    <a:moveTo>
                      <a:pt x="0" y="0"/>
                    </a:moveTo>
                    <a:lnTo>
                      <a:pt x="0" y="0"/>
                    </a:lnTo>
                    <a:lnTo>
                      <a:pt x="0" y="0"/>
                    </a:lnTo>
                    <a:lnTo>
                      <a:pt x="5" y="3"/>
                    </a:lnTo>
                    <a:lnTo>
                      <a:pt x="5" y="3"/>
                    </a:lnTo>
                    <a:lnTo>
                      <a:pt x="5" y="3"/>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3" name="Freeform 341"/>
              <p:cNvSpPr>
                <a:spLocks/>
              </p:cNvSpPr>
              <p:nvPr/>
            </p:nvSpPr>
            <p:spPr bwMode="auto">
              <a:xfrm>
                <a:off x="4394200" y="2940050"/>
                <a:ext cx="6350" cy="3175"/>
              </a:xfrm>
              <a:custGeom>
                <a:avLst/>
                <a:gdLst>
                  <a:gd name="T0" fmla="*/ 0 w 4"/>
                  <a:gd name="T1" fmla="*/ 0 h 2"/>
                  <a:gd name="T2" fmla="*/ 4 w 4"/>
                  <a:gd name="T3" fmla="*/ 2 h 2"/>
                  <a:gd name="T4" fmla="*/ 4 w 4"/>
                  <a:gd name="T5" fmla="*/ 2 h 2"/>
                  <a:gd name="T6" fmla="*/ 4 w 4"/>
                  <a:gd name="T7" fmla="*/ 2 h 2"/>
                  <a:gd name="T8" fmla="*/ 2 w 4"/>
                  <a:gd name="T9" fmla="*/ 0 h 2"/>
                  <a:gd name="T10" fmla="*/ 0 w 4"/>
                  <a:gd name="T11" fmla="*/ 0 h 2"/>
                  <a:gd name="T12" fmla="*/ 0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0" y="0"/>
                    </a:moveTo>
                    <a:lnTo>
                      <a:pt x="4" y="2"/>
                    </a:lnTo>
                    <a:lnTo>
                      <a:pt x="4" y="2"/>
                    </a:lnTo>
                    <a:lnTo>
                      <a:pt x="4" y="2"/>
                    </a:lnTo>
                    <a:lnTo>
                      <a:pt x="2"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4" name="Freeform 342"/>
              <p:cNvSpPr>
                <a:spLocks noEditPoints="1"/>
              </p:cNvSpPr>
              <p:nvPr/>
            </p:nvSpPr>
            <p:spPr bwMode="auto">
              <a:xfrm>
                <a:off x="4394200" y="2940050"/>
                <a:ext cx="6350" cy="3175"/>
              </a:xfrm>
              <a:custGeom>
                <a:avLst/>
                <a:gdLst>
                  <a:gd name="T0" fmla="*/ 4 w 4"/>
                  <a:gd name="T1" fmla="*/ 2 h 2"/>
                  <a:gd name="T2" fmla="*/ 4 w 4"/>
                  <a:gd name="T3" fmla="*/ 2 h 2"/>
                  <a:gd name="T4" fmla="*/ 0 w 4"/>
                  <a:gd name="T5" fmla="*/ 0 h 2"/>
                  <a:gd name="T6" fmla="*/ 0 w 4"/>
                  <a:gd name="T7" fmla="*/ 0 h 2"/>
                  <a:gd name="T8" fmla="*/ 2 w 4"/>
                  <a:gd name="T9" fmla="*/ 0 h 2"/>
                  <a:gd name="T10" fmla="*/ 4 w 4"/>
                  <a:gd name="T11" fmla="*/ 2 h 2"/>
                  <a:gd name="T12" fmla="*/ 4 w 4"/>
                  <a:gd name="T13" fmla="*/ 2 h 2"/>
                  <a:gd name="T14" fmla="*/ 4 w 4"/>
                  <a:gd name="T15" fmla="*/ 2 h 2"/>
                  <a:gd name="T16" fmla="*/ 2 w 4"/>
                  <a:gd name="T17" fmla="*/ 0 h 2"/>
                  <a:gd name="T18" fmla="*/ 2 w 4"/>
                  <a:gd name="T19" fmla="*/ 0 h 2"/>
                  <a:gd name="T20" fmla="*/ 2 w 4"/>
                  <a:gd name="T21" fmla="*/ 0 h 2"/>
                  <a:gd name="T22" fmla="*/ 4 w 4"/>
                  <a:gd name="T23" fmla="*/ 2 h 2"/>
                  <a:gd name="T24" fmla="*/ 4 w 4"/>
                  <a:gd name="T25" fmla="*/ 2 h 2"/>
                  <a:gd name="T26" fmla="*/ 4 w 4"/>
                  <a:gd name="T27" fmla="*/ 2 h 2"/>
                  <a:gd name="T28" fmla="*/ 4 w 4"/>
                  <a:gd name="T29" fmla="*/ 2 h 2"/>
                  <a:gd name="T30" fmla="*/ 2 w 4"/>
                  <a:gd name="T31" fmla="*/ 0 h 2"/>
                  <a:gd name="T32" fmla="*/ 2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2"/>
                    </a:moveTo>
                    <a:lnTo>
                      <a:pt x="4" y="2"/>
                    </a:lnTo>
                    <a:lnTo>
                      <a:pt x="0" y="0"/>
                    </a:lnTo>
                    <a:lnTo>
                      <a:pt x="0" y="0"/>
                    </a:lnTo>
                    <a:lnTo>
                      <a:pt x="2" y="0"/>
                    </a:lnTo>
                    <a:lnTo>
                      <a:pt x="4" y="2"/>
                    </a:lnTo>
                    <a:lnTo>
                      <a:pt x="4" y="2"/>
                    </a:lnTo>
                    <a:lnTo>
                      <a:pt x="4" y="2"/>
                    </a:lnTo>
                    <a:close/>
                    <a:moveTo>
                      <a:pt x="2" y="0"/>
                    </a:moveTo>
                    <a:lnTo>
                      <a:pt x="2" y="0"/>
                    </a:lnTo>
                    <a:lnTo>
                      <a:pt x="2" y="0"/>
                    </a:lnTo>
                    <a:lnTo>
                      <a:pt x="4" y="2"/>
                    </a:lnTo>
                    <a:lnTo>
                      <a:pt x="4" y="2"/>
                    </a:lnTo>
                    <a:lnTo>
                      <a:pt x="4" y="2"/>
                    </a:lnTo>
                    <a:lnTo>
                      <a:pt x="4" y="2"/>
                    </a:lnTo>
                    <a:lnTo>
                      <a:pt x="2"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5" name="Freeform 343"/>
              <p:cNvSpPr>
                <a:spLocks/>
              </p:cNvSpPr>
              <p:nvPr/>
            </p:nvSpPr>
            <p:spPr bwMode="auto">
              <a:xfrm>
                <a:off x="4397375" y="2935288"/>
                <a:ext cx="7938" cy="4763"/>
              </a:xfrm>
              <a:custGeom>
                <a:avLst/>
                <a:gdLst>
                  <a:gd name="T0" fmla="*/ 0 w 5"/>
                  <a:gd name="T1" fmla="*/ 0 h 3"/>
                  <a:gd name="T2" fmla="*/ 5 w 5"/>
                  <a:gd name="T3" fmla="*/ 3 h 3"/>
                  <a:gd name="T4" fmla="*/ 5 w 5"/>
                  <a:gd name="T5" fmla="*/ 3 h 3"/>
                  <a:gd name="T6" fmla="*/ 5 w 5"/>
                  <a:gd name="T7" fmla="*/ 3 h 3"/>
                  <a:gd name="T8" fmla="*/ 0 w 5"/>
                  <a:gd name="T9" fmla="*/ 0 h 3"/>
                  <a:gd name="T10" fmla="*/ 0 w 5"/>
                  <a:gd name="T11" fmla="*/ 0 h 3"/>
                  <a:gd name="T12" fmla="*/ 0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0" y="0"/>
                    </a:moveTo>
                    <a:lnTo>
                      <a:pt x="5" y="3"/>
                    </a:lnTo>
                    <a:lnTo>
                      <a:pt x="5" y="3"/>
                    </a:lnTo>
                    <a:lnTo>
                      <a:pt x="5" y="3"/>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6" name="Freeform 344"/>
              <p:cNvSpPr>
                <a:spLocks noEditPoints="1"/>
              </p:cNvSpPr>
              <p:nvPr/>
            </p:nvSpPr>
            <p:spPr bwMode="auto">
              <a:xfrm>
                <a:off x="4397375" y="2935288"/>
                <a:ext cx="7938" cy="4763"/>
              </a:xfrm>
              <a:custGeom>
                <a:avLst/>
                <a:gdLst>
                  <a:gd name="T0" fmla="*/ 5 w 5"/>
                  <a:gd name="T1" fmla="*/ 3 h 3"/>
                  <a:gd name="T2" fmla="*/ 5 w 5"/>
                  <a:gd name="T3" fmla="*/ 3 h 3"/>
                  <a:gd name="T4" fmla="*/ 0 w 5"/>
                  <a:gd name="T5" fmla="*/ 0 h 3"/>
                  <a:gd name="T6" fmla="*/ 0 w 5"/>
                  <a:gd name="T7" fmla="*/ 0 h 3"/>
                  <a:gd name="T8" fmla="*/ 0 w 5"/>
                  <a:gd name="T9" fmla="*/ 0 h 3"/>
                  <a:gd name="T10" fmla="*/ 0 w 5"/>
                  <a:gd name="T11" fmla="*/ 0 h 3"/>
                  <a:gd name="T12" fmla="*/ 5 w 5"/>
                  <a:gd name="T13" fmla="*/ 3 h 3"/>
                  <a:gd name="T14" fmla="*/ 5 w 5"/>
                  <a:gd name="T15" fmla="*/ 3 h 3"/>
                  <a:gd name="T16" fmla="*/ 5 w 5"/>
                  <a:gd name="T17" fmla="*/ 3 h 3"/>
                  <a:gd name="T18" fmla="*/ 0 w 5"/>
                  <a:gd name="T19" fmla="*/ 0 h 3"/>
                  <a:gd name="T20" fmla="*/ 0 w 5"/>
                  <a:gd name="T21" fmla="*/ 0 h 3"/>
                  <a:gd name="T22" fmla="*/ 0 w 5"/>
                  <a:gd name="T23" fmla="*/ 0 h 3"/>
                  <a:gd name="T24" fmla="*/ 0 w 5"/>
                  <a:gd name="T25" fmla="*/ 0 h 3"/>
                  <a:gd name="T26" fmla="*/ 5 w 5"/>
                  <a:gd name="T27" fmla="*/ 3 h 3"/>
                  <a:gd name="T28" fmla="*/ 5 w 5"/>
                  <a:gd name="T29" fmla="*/ 3 h 3"/>
                  <a:gd name="T30" fmla="*/ 5 w 5"/>
                  <a:gd name="T31" fmla="*/ 3 h 3"/>
                  <a:gd name="T32" fmla="*/ 0 w 5"/>
                  <a:gd name="T33" fmla="*/ 0 h 3"/>
                  <a:gd name="T34" fmla="*/ 0 w 5"/>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3">
                    <a:moveTo>
                      <a:pt x="5" y="3"/>
                    </a:moveTo>
                    <a:lnTo>
                      <a:pt x="5" y="3"/>
                    </a:lnTo>
                    <a:lnTo>
                      <a:pt x="0" y="0"/>
                    </a:lnTo>
                    <a:lnTo>
                      <a:pt x="0" y="0"/>
                    </a:lnTo>
                    <a:lnTo>
                      <a:pt x="0" y="0"/>
                    </a:lnTo>
                    <a:lnTo>
                      <a:pt x="0" y="0"/>
                    </a:lnTo>
                    <a:lnTo>
                      <a:pt x="5" y="3"/>
                    </a:lnTo>
                    <a:lnTo>
                      <a:pt x="5" y="3"/>
                    </a:lnTo>
                    <a:lnTo>
                      <a:pt x="5" y="3"/>
                    </a:lnTo>
                    <a:close/>
                    <a:moveTo>
                      <a:pt x="0" y="0"/>
                    </a:moveTo>
                    <a:lnTo>
                      <a:pt x="0" y="0"/>
                    </a:lnTo>
                    <a:lnTo>
                      <a:pt x="0" y="0"/>
                    </a:lnTo>
                    <a:lnTo>
                      <a:pt x="0" y="0"/>
                    </a:lnTo>
                    <a:lnTo>
                      <a:pt x="5" y="3"/>
                    </a:lnTo>
                    <a:lnTo>
                      <a:pt x="5" y="3"/>
                    </a:lnTo>
                    <a:lnTo>
                      <a:pt x="5" y="3"/>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7" name="Freeform 345"/>
              <p:cNvSpPr>
                <a:spLocks/>
              </p:cNvSpPr>
              <p:nvPr/>
            </p:nvSpPr>
            <p:spPr bwMode="auto">
              <a:xfrm>
                <a:off x="4397375" y="2935288"/>
                <a:ext cx="7938" cy="7938"/>
              </a:xfrm>
              <a:custGeom>
                <a:avLst/>
                <a:gdLst>
                  <a:gd name="T0" fmla="*/ 0 w 5"/>
                  <a:gd name="T1" fmla="*/ 3 h 5"/>
                  <a:gd name="T2" fmla="*/ 2 w 5"/>
                  <a:gd name="T3" fmla="*/ 5 h 5"/>
                  <a:gd name="T4" fmla="*/ 5 w 5"/>
                  <a:gd name="T5" fmla="*/ 3 h 5"/>
                  <a:gd name="T6" fmla="*/ 0 w 5"/>
                  <a:gd name="T7" fmla="*/ 0 h 5"/>
                  <a:gd name="T8" fmla="*/ 0 w 5"/>
                  <a:gd name="T9" fmla="*/ 3 h 5"/>
                </a:gdLst>
                <a:ahLst/>
                <a:cxnLst>
                  <a:cxn ang="0">
                    <a:pos x="T0" y="T1"/>
                  </a:cxn>
                  <a:cxn ang="0">
                    <a:pos x="T2" y="T3"/>
                  </a:cxn>
                  <a:cxn ang="0">
                    <a:pos x="T4" y="T5"/>
                  </a:cxn>
                  <a:cxn ang="0">
                    <a:pos x="T6" y="T7"/>
                  </a:cxn>
                  <a:cxn ang="0">
                    <a:pos x="T8" y="T9"/>
                  </a:cxn>
                </a:cxnLst>
                <a:rect l="0" t="0" r="r" b="b"/>
                <a:pathLst>
                  <a:path w="5" h="5">
                    <a:moveTo>
                      <a:pt x="0" y="3"/>
                    </a:moveTo>
                    <a:lnTo>
                      <a:pt x="2" y="5"/>
                    </a:lnTo>
                    <a:lnTo>
                      <a:pt x="5" y="3"/>
                    </a:lnTo>
                    <a:lnTo>
                      <a:pt x="0" y="0"/>
                    </a:lnTo>
                    <a:lnTo>
                      <a:pt x="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8" name="Freeform 346"/>
              <p:cNvSpPr>
                <a:spLocks noEditPoints="1"/>
              </p:cNvSpPr>
              <p:nvPr/>
            </p:nvSpPr>
            <p:spPr bwMode="auto">
              <a:xfrm>
                <a:off x="4397375" y="2935288"/>
                <a:ext cx="7938" cy="7938"/>
              </a:xfrm>
              <a:custGeom>
                <a:avLst/>
                <a:gdLst>
                  <a:gd name="T0" fmla="*/ 2 w 5"/>
                  <a:gd name="T1" fmla="*/ 5 h 5"/>
                  <a:gd name="T2" fmla="*/ 2 w 5"/>
                  <a:gd name="T3" fmla="*/ 5 h 5"/>
                  <a:gd name="T4" fmla="*/ 0 w 5"/>
                  <a:gd name="T5" fmla="*/ 3 h 5"/>
                  <a:gd name="T6" fmla="*/ 0 w 5"/>
                  <a:gd name="T7" fmla="*/ 3 h 5"/>
                  <a:gd name="T8" fmla="*/ 0 w 5"/>
                  <a:gd name="T9" fmla="*/ 0 h 5"/>
                  <a:gd name="T10" fmla="*/ 5 w 5"/>
                  <a:gd name="T11" fmla="*/ 3 h 5"/>
                  <a:gd name="T12" fmla="*/ 5 w 5"/>
                  <a:gd name="T13" fmla="*/ 3 h 5"/>
                  <a:gd name="T14" fmla="*/ 2 w 5"/>
                  <a:gd name="T15" fmla="*/ 5 h 5"/>
                  <a:gd name="T16" fmla="*/ 0 w 5"/>
                  <a:gd name="T17" fmla="*/ 3 h 5"/>
                  <a:gd name="T18" fmla="*/ 2 w 5"/>
                  <a:gd name="T19" fmla="*/ 5 h 5"/>
                  <a:gd name="T20" fmla="*/ 5 w 5"/>
                  <a:gd name="T21" fmla="*/ 3 h 5"/>
                  <a:gd name="T22" fmla="*/ 0 w 5"/>
                  <a:gd name="T23" fmla="*/ 0 h 5"/>
                  <a:gd name="T24" fmla="*/ 0 w 5"/>
                  <a:gd name="T2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2" y="5"/>
                    </a:moveTo>
                    <a:lnTo>
                      <a:pt x="2" y="5"/>
                    </a:lnTo>
                    <a:lnTo>
                      <a:pt x="0" y="3"/>
                    </a:lnTo>
                    <a:lnTo>
                      <a:pt x="0" y="3"/>
                    </a:lnTo>
                    <a:lnTo>
                      <a:pt x="0" y="0"/>
                    </a:lnTo>
                    <a:lnTo>
                      <a:pt x="5" y="3"/>
                    </a:lnTo>
                    <a:lnTo>
                      <a:pt x="5" y="3"/>
                    </a:lnTo>
                    <a:lnTo>
                      <a:pt x="2" y="5"/>
                    </a:lnTo>
                    <a:close/>
                    <a:moveTo>
                      <a:pt x="0" y="3"/>
                    </a:moveTo>
                    <a:lnTo>
                      <a:pt x="2" y="5"/>
                    </a:lnTo>
                    <a:lnTo>
                      <a:pt x="5" y="3"/>
                    </a:lnTo>
                    <a:lnTo>
                      <a:pt x="0"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39" name="Freeform 347"/>
              <p:cNvSpPr>
                <a:spLocks/>
              </p:cNvSpPr>
              <p:nvPr/>
            </p:nvSpPr>
            <p:spPr bwMode="auto">
              <a:xfrm>
                <a:off x="4397375" y="2940050"/>
                <a:ext cx="3175" cy="3175"/>
              </a:xfrm>
              <a:custGeom>
                <a:avLst/>
                <a:gdLst>
                  <a:gd name="T0" fmla="*/ 0 w 2"/>
                  <a:gd name="T1" fmla="*/ 0 h 2"/>
                  <a:gd name="T2" fmla="*/ 2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2" y="0"/>
                    </a:lnTo>
                    <a:lnTo>
                      <a:pt x="2" y="2"/>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0" name="Freeform 348"/>
              <p:cNvSpPr>
                <a:spLocks noEditPoints="1"/>
              </p:cNvSpPr>
              <p:nvPr/>
            </p:nvSpPr>
            <p:spPr bwMode="auto">
              <a:xfrm>
                <a:off x="4397375" y="2940050"/>
                <a:ext cx="3175" cy="3175"/>
              </a:xfrm>
              <a:custGeom>
                <a:avLst/>
                <a:gdLst>
                  <a:gd name="T0" fmla="*/ 1 w 1"/>
                  <a:gd name="T1" fmla="*/ 1 h 1"/>
                  <a:gd name="T2" fmla="*/ 1 w 1"/>
                  <a:gd name="T3" fmla="*/ 1 h 1"/>
                  <a:gd name="T4" fmla="*/ 0 w 1"/>
                  <a:gd name="T5" fmla="*/ 0 h 1"/>
                  <a:gd name="T6" fmla="*/ 0 w 1"/>
                  <a:gd name="T7" fmla="*/ 0 h 1"/>
                  <a:gd name="T8" fmla="*/ 0 w 1"/>
                  <a:gd name="T9" fmla="*/ 0 h 1"/>
                  <a:gd name="T10" fmla="*/ 1 w 1"/>
                  <a:gd name="T11" fmla="*/ 0 h 1"/>
                  <a:gd name="T12" fmla="*/ 1 w 1"/>
                  <a:gd name="T13" fmla="*/ 0 h 1"/>
                  <a:gd name="T14" fmla="*/ 1 w 1"/>
                  <a:gd name="T15" fmla="*/ 1 h 1"/>
                  <a:gd name="T16" fmla="*/ 1 w 1"/>
                  <a:gd name="T17" fmla="*/ 1 h 1"/>
                  <a:gd name="T18" fmla="*/ 0 w 1"/>
                  <a:gd name="T19" fmla="*/ 0 h 1"/>
                  <a:gd name="T20" fmla="*/ 1 w 1"/>
                  <a:gd name="T21" fmla="*/ 1 h 1"/>
                  <a:gd name="T22" fmla="*/ 1 w 1"/>
                  <a:gd name="T23" fmla="*/ 0 h 1"/>
                  <a:gd name="T24" fmla="*/ 0 w 1"/>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1">
                    <a:moveTo>
                      <a:pt x="1" y="1"/>
                    </a:moveTo>
                    <a:cubicBezTo>
                      <a:pt x="1" y="1"/>
                      <a:pt x="1" y="1"/>
                      <a:pt x="1" y="1"/>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1"/>
                    </a:cubicBezTo>
                    <a:cubicBezTo>
                      <a:pt x="1" y="1"/>
                      <a:pt x="1" y="1"/>
                      <a:pt x="1" y="1"/>
                    </a:cubicBezTo>
                    <a:close/>
                    <a:moveTo>
                      <a:pt x="0" y="0"/>
                    </a:moveTo>
                    <a:cubicBezTo>
                      <a:pt x="1" y="1"/>
                      <a:pt x="1" y="1"/>
                      <a:pt x="1" y="1"/>
                    </a:cubicBezTo>
                    <a:cubicBezTo>
                      <a:pt x="1" y="0"/>
                      <a:pt x="1" y="0"/>
                      <a:pt x="1" y="0"/>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1" name="Freeform 349"/>
              <p:cNvSpPr>
                <a:spLocks/>
              </p:cNvSpPr>
              <p:nvPr/>
            </p:nvSpPr>
            <p:spPr bwMode="auto">
              <a:xfrm>
                <a:off x="4397375" y="2940050"/>
                <a:ext cx="3175" cy="3175"/>
              </a:xfrm>
              <a:custGeom>
                <a:avLst/>
                <a:gdLst>
                  <a:gd name="T0" fmla="*/ 0 w 2"/>
                  <a:gd name="T1" fmla="*/ 0 h 2"/>
                  <a:gd name="T2" fmla="*/ 2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2" y="0"/>
                    </a:lnTo>
                    <a:lnTo>
                      <a:pt x="2" y="2"/>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2" name="Freeform 350"/>
              <p:cNvSpPr>
                <a:spLocks noEditPoints="1"/>
              </p:cNvSpPr>
              <p:nvPr/>
            </p:nvSpPr>
            <p:spPr bwMode="auto">
              <a:xfrm>
                <a:off x="4397375" y="2940050"/>
                <a:ext cx="3175" cy="3175"/>
              </a:xfrm>
              <a:custGeom>
                <a:avLst/>
                <a:gdLst>
                  <a:gd name="T0" fmla="*/ 2 w 2"/>
                  <a:gd name="T1" fmla="*/ 2 h 2"/>
                  <a:gd name="T2" fmla="*/ 2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0 h 2"/>
                  <a:gd name="T22" fmla="*/ 2 w 2"/>
                  <a:gd name="T23" fmla="*/ 2 h 2"/>
                  <a:gd name="T24" fmla="*/ 2 w 2"/>
                  <a:gd name="T25" fmla="*/ 0 h 2"/>
                  <a:gd name="T26" fmla="*/ 0 w 2"/>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2" y="2"/>
                    </a:moveTo>
                    <a:lnTo>
                      <a:pt x="2" y="2"/>
                    </a:lnTo>
                    <a:lnTo>
                      <a:pt x="0" y="0"/>
                    </a:lnTo>
                    <a:lnTo>
                      <a:pt x="0" y="0"/>
                    </a:lnTo>
                    <a:lnTo>
                      <a:pt x="2" y="0"/>
                    </a:lnTo>
                    <a:lnTo>
                      <a:pt x="2" y="0"/>
                    </a:lnTo>
                    <a:lnTo>
                      <a:pt x="2" y="0"/>
                    </a:lnTo>
                    <a:lnTo>
                      <a:pt x="2" y="2"/>
                    </a:lnTo>
                    <a:lnTo>
                      <a:pt x="2" y="2"/>
                    </a:lnTo>
                    <a:lnTo>
                      <a:pt x="2" y="2"/>
                    </a:lnTo>
                    <a:close/>
                    <a:moveTo>
                      <a:pt x="0" y="0"/>
                    </a:moveTo>
                    <a:lnTo>
                      <a:pt x="2" y="2"/>
                    </a:lnTo>
                    <a:lnTo>
                      <a:pt x="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3" name="Freeform 351"/>
              <p:cNvSpPr>
                <a:spLocks/>
              </p:cNvSpPr>
              <p:nvPr/>
            </p:nvSpPr>
            <p:spPr bwMode="auto">
              <a:xfrm>
                <a:off x="4405313" y="2935288"/>
                <a:ext cx="0" cy="4763"/>
              </a:xfrm>
              <a:custGeom>
                <a:avLst/>
                <a:gdLst>
                  <a:gd name="T0" fmla="*/ 0 h 3"/>
                  <a:gd name="T1" fmla="*/ 0 h 3"/>
                  <a:gd name="T2" fmla="*/ 0 h 3"/>
                  <a:gd name="T3" fmla="*/ 0 h 3"/>
                  <a:gd name="T4" fmla="*/ 3 h 3"/>
                  <a:gd name="T5" fmla="*/ 3 h 3"/>
                  <a:gd name="T6" fmla="*/ 3 h 3"/>
                  <a:gd name="T7" fmla="*/ 3 h 3"/>
                  <a:gd name="T8" fmla="*/ 3 h 3"/>
                  <a:gd name="T9" fmla="*/ 3 h 3"/>
                  <a:gd name="T10" fmla="*/ 3 h 3"/>
                  <a:gd name="T11" fmla="*/ 0 h 3"/>
                  <a:gd name="T12" fmla="*/ 0 h 3"/>
                  <a:gd name="T13" fmla="*/ 0 h 3"/>
                  <a:gd name="T14"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3">
                    <a:moveTo>
                      <a:pt x="0" y="0"/>
                    </a:moveTo>
                    <a:lnTo>
                      <a:pt x="0" y="0"/>
                    </a:lnTo>
                    <a:lnTo>
                      <a:pt x="0" y="0"/>
                    </a:lnTo>
                    <a:lnTo>
                      <a:pt x="0" y="0"/>
                    </a:lnTo>
                    <a:lnTo>
                      <a:pt x="0" y="3"/>
                    </a:lnTo>
                    <a:lnTo>
                      <a:pt x="0" y="3"/>
                    </a:lnTo>
                    <a:lnTo>
                      <a:pt x="0" y="3"/>
                    </a:lnTo>
                    <a:lnTo>
                      <a:pt x="0" y="3"/>
                    </a:lnTo>
                    <a:lnTo>
                      <a:pt x="0" y="3"/>
                    </a:lnTo>
                    <a:lnTo>
                      <a:pt x="0" y="3"/>
                    </a:lnTo>
                    <a:lnTo>
                      <a:pt x="0" y="3"/>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4" name="Freeform 352"/>
              <p:cNvSpPr>
                <a:spLocks noEditPoints="1"/>
              </p:cNvSpPr>
              <p:nvPr/>
            </p:nvSpPr>
            <p:spPr bwMode="auto">
              <a:xfrm>
                <a:off x="4405313" y="2935288"/>
                <a:ext cx="0" cy="4763"/>
              </a:xfrm>
              <a:custGeom>
                <a:avLst/>
                <a:gdLst>
                  <a:gd name="T0" fmla="*/ 3 h 3"/>
                  <a:gd name="T1" fmla="*/ 3 h 3"/>
                  <a:gd name="T2" fmla="*/ 3 h 3"/>
                  <a:gd name="T3" fmla="*/ 0 h 3"/>
                  <a:gd name="T4" fmla="*/ 0 h 3"/>
                  <a:gd name="T5" fmla="*/ 0 h 3"/>
                  <a:gd name="T6" fmla="*/ 0 h 3"/>
                  <a:gd name="T7" fmla="*/ 0 h 3"/>
                  <a:gd name="T8" fmla="*/ 0 h 3"/>
                  <a:gd name="T9" fmla="*/ 0 h 3"/>
                  <a:gd name="T10" fmla="*/ 0 h 3"/>
                  <a:gd name="T11" fmla="*/ 0 h 3"/>
                  <a:gd name="T12" fmla="*/ 0 h 3"/>
                  <a:gd name="T13" fmla="*/ 0 h 3"/>
                  <a:gd name="T14" fmla="*/ 3 h 3"/>
                  <a:gd name="T15" fmla="*/ 3 h 3"/>
                  <a:gd name="T16" fmla="*/ 3 h 3"/>
                  <a:gd name="T17" fmla="*/ 3 h 3"/>
                  <a:gd name="T18" fmla="*/ 3 h 3"/>
                  <a:gd name="T19" fmla="*/ 3 h 3"/>
                  <a:gd name="T20" fmla="*/ 3 h 3"/>
                  <a:gd name="T21" fmla="*/ 3 h 3"/>
                  <a:gd name="T22" fmla="*/ 3 h 3"/>
                  <a:gd name="T23" fmla="*/ 3 h 3"/>
                  <a:gd name="T24" fmla="*/ 0 h 3"/>
                  <a:gd name="T25" fmla="*/ 3 h 3"/>
                  <a:gd name="T26" fmla="*/ 3 h 3"/>
                  <a:gd name="T27" fmla="*/ 3 h 3"/>
                  <a:gd name="T28" fmla="*/ 3 h 3"/>
                  <a:gd name="T29" fmla="*/ 3 h 3"/>
                  <a:gd name="T30" fmla="*/ 3 h 3"/>
                  <a:gd name="T31" fmla="*/ 3 h 3"/>
                  <a:gd name="T32" fmla="*/ 3 h 3"/>
                  <a:gd name="T33" fmla="*/ 0 h 3"/>
                  <a:gd name="T34" fmla="*/ 0 h 3"/>
                  <a:gd name="T35" fmla="*/ 3 h 3"/>
                  <a:gd name="T36" fmla="*/ 3 h 3"/>
                  <a:gd name="T37" fmla="*/ 0 h 3"/>
                  <a:gd name="T38" fmla="*/ 0 h 3"/>
                  <a:gd name="T39" fmla="*/ 0 h 3"/>
                  <a:gd name="T40" fmla="*/ 0 h 3"/>
                  <a:gd name="T41"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Lst>
                <a:rect l="0" t="0" r="r" b="b"/>
                <a:pathLst>
                  <a:path h="3">
                    <a:moveTo>
                      <a:pt x="0" y="3"/>
                    </a:moveTo>
                    <a:lnTo>
                      <a:pt x="0" y="3"/>
                    </a:lnTo>
                    <a:lnTo>
                      <a:pt x="0" y="3"/>
                    </a:lnTo>
                    <a:lnTo>
                      <a:pt x="0" y="0"/>
                    </a:lnTo>
                    <a:lnTo>
                      <a:pt x="0" y="0"/>
                    </a:lnTo>
                    <a:lnTo>
                      <a:pt x="0" y="0"/>
                    </a:lnTo>
                    <a:lnTo>
                      <a:pt x="0" y="0"/>
                    </a:lnTo>
                    <a:lnTo>
                      <a:pt x="0" y="0"/>
                    </a:lnTo>
                    <a:lnTo>
                      <a:pt x="0" y="0"/>
                    </a:lnTo>
                    <a:lnTo>
                      <a:pt x="0" y="0"/>
                    </a:lnTo>
                    <a:lnTo>
                      <a:pt x="0" y="0"/>
                    </a:lnTo>
                    <a:lnTo>
                      <a:pt x="0" y="0"/>
                    </a:lnTo>
                    <a:lnTo>
                      <a:pt x="0" y="0"/>
                    </a:lnTo>
                    <a:lnTo>
                      <a:pt x="0" y="0"/>
                    </a:lnTo>
                    <a:lnTo>
                      <a:pt x="0" y="3"/>
                    </a:lnTo>
                    <a:lnTo>
                      <a:pt x="0" y="3"/>
                    </a:lnTo>
                    <a:lnTo>
                      <a:pt x="0" y="3"/>
                    </a:lnTo>
                    <a:lnTo>
                      <a:pt x="0" y="3"/>
                    </a:lnTo>
                    <a:lnTo>
                      <a:pt x="0" y="3"/>
                    </a:lnTo>
                    <a:lnTo>
                      <a:pt x="0" y="3"/>
                    </a:lnTo>
                    <a:lnTo>
                      <a:pt x="0" y="3"/>
                    </a:lnTo>
                    <a:lnTo>
                      <a:pt x="0" y="3"/>
                    </a:lnTo>
                    <a:lnTo>
                      <a:pt x="0" y="3"/>
                    </a:lnTo>
                    <a:lnTo>
                      <a:pt x="0" y="3"/>
                    </a:lnTo>
                    <a:close/>
                    <a:moveTo>
                      <a:pt x="0" y="0"/>
                    </a:moveTo>
                    <a:lnTo>
                      <a:pt x="0" y="3"/>
                    </a:lnTo>
                    <a:lnTo>
                      <a:pt x="0" y="3"/>
                    </a:lnTo>
                    <a:lnTo>
                      <a:pt x="0" y="3"/>
                    </a:lnTo>
                    <a:lnTo>
                      <a:pt x="0" y="3"/>
                    </a:lnTo>
                    <a:lnTo>
                      <a:pt x="0" y="3"/>
                    </a:lnTo>
                    <a:lnTo>
                      <a:pt x="0" y="3"/>
                    </a:lnTo>
                    <a:lnTo>
                      <a:pt x="0" y="3"/>
                    </a:lnTo>
                    <a:lnTo>
                      <a:pt x="0" y="3"/>
                    </a:lnTo>
                    <a:lnTo>
                      <a:pt x="0" y="0"/>
                    </a:lnTo>
                    <a:lnTo>
                      <a:pt x="0" y="0"/>
                    </a:lnTo>
                    <a:lnTo>
                      <a:pt x="0" y="3"/>
                    </a:lnTo>
                    <a:lnTo>
                      <a:pt x="0" y="3"/>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5" name="Freeform 353"/>
              <p:cNvSpPr>
                <a:spLocks/>
              </p:cNvSpPr>
              <p:nvPr/>
            </p:nvSpPr>
            <p:spPr bwMode="auto">
              <a:xfrm>
                <a:off x="4400550" y="2940050"/>
                <a:ext cx="4763" cy="0"/>
              </a:xfrm>
              <a:custGeom>
                <a:avLst/>
                <a:gdLst>
                  <a:gd name="T0" fmla="*/ 0 w 3"/>
                  <a:gd name="T1" fmla="*/ 3 w 3"/>
                  <a:gd name="T2" fmla="*/ 3 w 3"/>
                  <a:gd name="T3" fmla="*/ 3 w 3"/>
                  <a:gd name="T4" fmla="*/ 0 w 3"/>
                </a:gdLst>
                <a:ahLst/>
                <a:cxnLst>
                  <a:cxn ang="0">
                    <a:pos x="T0" y="0"/>
                  </a:cxn>
                  <a:cxn ang="0">
                    <a:pos x="T1" y="0"/>
                  </a:cxn>
                  <a:cxn ang="0">
                    <a:pos x="T2" y="0"/>
                  </a:cxn>
                  <a:cxn ang="0">
                    <a:pos x="T3" y="0"/>
                  </a:cxn>
                  <a:cxn ang="0">
                    <a:pos x="T4" y="0"/>
                  </a:cxn>
                </a:cxnLst>
                <a:rect l="0" t="0" r="r" b="b"/>
                <a:pathLst>
                  <a:path w="3">
                    <a:moveTo>
                      <a:pt x="0" y="0"/>
                    </a:moveTo>
                    <a:lnTo>
                      <a:pt x="3" y="0"/>
                    </a:lnTo>
                    <a:lnTo>
                      <a:pt x="3" y="0"/>
                    </a:lnTo>
                    <a:lnTo>
                      <a:pt x="3"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6" name="Freeform 354"/>
              <p:cNvSpPr>
                <a:spLocks noEditPoints="1"/>
              </p:cNvSpPr>
              <p:nvPr/>
            </p:nvSpPr>
            <p:spPr bwMode="auto">
              <a:xfrm>
                <a:off x="4400550" y="2940050"/>
                <a:ext cx="4763" cy="0"/>
              </a:xfrm>
              <a:custGeom>
                <a:avLst/>
                <a:gdLst>
                  <a:gd name="T0" fmla="*/ 3 w 3"/>
                  <a:gd name="T1" fmla="*/ 3 w 3"/>
                  <a:gd name="T2" fmla="*/ 0 w 3"/>
                  <a:gd name="T3" fmla="*/ 0 w 3"/>
                  <a:gd name="T4" fmla="*/ 0 w 3"/>
                  <a:gd name="T5" fmla="*/ 3 w 3"/>
                  <a:gd name="T6" fmla="*/ 3 w 3"/>
                  <a:gd name="T7" fmla="*/ 3 w 3"/>
                  <a:gd name="T8" fmla="*/ 3 w 3"/>
                  <a:gd name="T9" fmla="*/ 3 w 3"/>
                  <a:gd name="T10" fmla="*/ 3 w 3"/>
                  <a:gd name="T11" fmla="*/ 3 w 3"/>
                  <a:gd name="T12" fmla="*/ 3 w 3"/>
                  <a:gd name="T13" fmla="*/ 3 w 3"/>
                  <a:gd name="T14" fmla="*/ 3 w 3"/>
                  <a:gd name="T15"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Lst>
                <a:rect l="0" t="0" r="r" b="b"/>
                <a:pathLst>
                  <a:path w="3">
                    <a:moveTo>
                      <a:pt x="3" y="0"/>
                    </a:moveTo>
                    <a:lnTo>
                      <a:pt x="3" y="0"/>
                    </a:lnTo>
                    <a:lnTo>
                      <a:pt x="0" y="0"/>
                    </a:lnTo>
                    <a:lnTo>
                      <a:pt x="0" y="0"/>
                    </a:lnTo>
                    <a:lnTo>
                      <a:pt x="0" y="0"/>
                    </a:lnTo>
                    <a:lnTo>
                      <a:pt x="3" y="0"/>
                    </a:lnTo>
                    <a:lnTo>
                      <a:pt x="3" y="0"/>
                    </a:lnTo>
                    <a:lnTo>
                      <a:pt x="3" y="0"/>
                    </a:lnTo>
                    <a:lnTo>
                      <a:pt x="3" y="0"/>
                    </a:lnTo>
                    <a:lnTo>
                      <a:pt x="3" y="0"/>
                    </a:lnTo>
                    <a:lnTo>
                      <a:pt x="3" y="0"/>
                    </a:lnTo>
                    <a:close/>
                    <a:moveTo>
                      <a:pt x="3" y="0"/>
                    </a:moveTo>
                    <a:lnTo>
                      <a:pt x="3" y="0"/>
                    </a:lnTo>
                    <a:lnTo>
                      <a:pt x="3" y="0"/>
                    </a:lnTo>
                    <a:lnTo>
                      <a:pt x="3"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7" name="Freeform 355"/>
              <p:cNvSpPr>
                <a:spLocks/>
              </p:cNvSpPr>
              <p:nvPr/>
            </p:nvSpPr>
            <p:spPr bwMode="auto">
              <a:xfrm>
                <a:off x="4400550" y="2932113"/>
                <a:ext cx="4763" cy="3175"/>
              </a:xfrm>
              <a:custGeom>
                <a:avLst/>
                <a:gdLst>
                  <a:gd name="T0" fmla="*/ 3 w 3"/>
                  <a:gd name="T1" fmla="*/ 2 h 2"/>
                  <a:gd name="T2" fmla="*/ 3 w 3"/>
                  <a:gd name="T3" fmla="*/ 2 h 2"/>
                  <a:gd name="T4" fmla="*/ 3 w 3"/>
                  <a:gd name="T5" fmla="*/ 0 h 2"/>
                  <a:gd name="T6" fmla="*/ 3 w 3"/>
                  <a:gd name="T7" fmla="*/ 2 h 2"/>
                  <a:gd name="T8" fmla="*/ 0 w 3"/>
                  <a:gd name="T9" fmla="*/ 2 h 2"/>
                  <a:gd name="T10" fmla="*/ 3 w 3"/>
                  <a:gd name="T11" fmla="*/ 2 h 2"/>
                  <a:gd name="T12" fmla="*/ 3 w 3"/>
                  <a:gd name="T13" fmla="*/ 2 h 2"/>
                  <a:gd name="T14" fmla="*/ 3 w 3"/>
                  <a:gd name="T15" fmla="*/ 2 h 2"/>
                  <a:gd name="T16" fmla="*/ 3 w 3"/>
                  <a:gd name="T17" fmla="*/ 2 h 2"/>
                  <a:gd name="T18" fmla="*/ 3 w 3"/>
                  <a:gd name="T19" fmla="*/ 2 h 2"/>
                  <a:gd name="T20" fmla="*/ 3 w 3"/>
                  <a:gd name="T21" fmla="*/ 2 h 2"/>
                  <a:gd name="T22" fmla="*/ 3 w 3"/>
                  <a:gd name="T23" fmla="*/ 2 h 2"/>
                  <a:gd name="T24" fmla="*/ 3 w 3"/>
                  <a:gd name="T25" fmla="*/ 2 h 2"/>
                  <a:gd name="T26" fmla="*/ 3 w 3"/>
                  <a:gd name="T27" fmla="*/ 2 h 2"/>
                  <a:gd name="T28" fmla="*/ 3 w 3"/>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3" y="2"/>
                    </a:moveTo>
                    <a:lnTo>
                      <a:pt x="3" y="2"/>
                    </a:lnTo>
                    <a:lnTo>
                      <a:pt x="3" y="0"/>
                    </a:lnTo>
                    <a:lnTo>
                      <a:pt x="3" y="2"/>
                    </a:lnTo>
                    <a:lnTo>
                      <a:pt x="0" y="2"/>
                    </a:lnTo>
                    <a:lnTo>
                      <a:pt x="3" y="2"/>
                    </a:lnTo>
                    <a:lnTo>
                      <a:pt x="3" y="2"/>
                    </a:lnTo>
                    <a:lnTo>
                      <a:pt x="3" y="2"/>
                    </a:lnTo>
                    <a:lnTo>
                      <a:pt x="3" y="2"/>
                    </a:lnTo>
                    <a:lnTo>
                      <a:pt x="3" y="2"/>
                    </a:lnTo>
                    <a:lnTo>
                      <a:pt x="3" y="2"/>
                    </a:lnTo>
                    <a:lnTo>
                      <a:pt x="3" y="2"/>
                    </a:lnTo>
                    <a:lnTo>
                      <a:pt x="3" y="2"/>
                    </a:lnTo>
                    <a:lnTo>
                      <a:pt x="3" y="2"/>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8" name="Freeform 356"/>
              <p:cNvSpPr>
                <a:spLocks noEditPoints="1"/>
              </p:cNvSpPr>
              <p:nvPr/>
            </p:nvSpPr>
            <p:spPr bwMode="auto">
              <a:xfrm>
                <a:off x="4400550" y="2932113"/>
                <a:ext cx="4763" cy="3175"/>
              </a:xfrm>
              <a:custGeom>
                <a:avLst/>
                <a:gdLst>
                  <a:gd name="T0" fmla="*/ 3 w 3"/>
                  <a:gd name="T1" fmla="*/ 2 h 2"/>
                  <a:gd name="T2" fmla="*/ 3 w 3"/>
                  <a:gd name="T3" fmla="*/ 2 h 2"/>
                  <a:gd name="T4" fmla="*/ 0 w 3"/>
                  <a:gd name="T5" fmla="*/ 2 h 2"/>
                  <a:gd name="T6" fmla="*/ 0 w 3"/>
                  <a:gd name="T7" fmla="*/ 2 h 2"/>
                  <a:gd name="T8" fmla="*/ 0 w 3"/>
                  <a:gd name="T9" fmla="*/ 2 h 2"/>
                  <a:gd name="T10" fmla="*/ 3 w 3"/>
                  <a:gd name="T11" fmla="*/ 0 h 2"/>
                  <a:gd name="T12" fmla="*/ 3 w 3"/>
                  <a:gd name="T13" fmla="*/ 0 h 2"/>
                  <a:gd name="T14" fmla="*/ 3 w 3"/>
                  <a:gd name="T15" fmla="*/ 2 h 2"/>
                  <a:gd name="T16" fmla="*/ 3 w 3"/>
                  <a:gd name="T17" fmla="*/ 2 h 2"/>
                  <a:gd name="T18" fmla="*/ 3 w 3"/>
                  <a:gd name="T19" fmla="*/ 2 h 2"/>
                  <a:gd name="T20" fmla="*/ 3 w 3"/>
                  <a:gd name="T21" fmla="*/ 2 h 2"/>
                  <a:gd name="T22" fmla="*/ 3 w 3"/>
                  <a:gd name="T23" fmla="*/ 2 h 2"/>
                  <a:gd name="T24" fmla="*/ 3 w 3"/>
                  <a:gd name="T25" fmla="*/ 2 h 2"/>
                  <a:gd name="T26" fmla="*/ 3 w 3"/>
                  <a:gd name="T27" fmla="*/ 2 h 2"/>
                  <a:gd name="T28" fmla="*/ 3 w 3"/>
                  <a:gd name="T29" fmla="*/ 2 h 2"/>
                  <a:gd name="T30" fmla="*/ 3 w 3"/>
                  <a:gd name="T31" fmla="*/ 2 h 2"/>
                  <a:gd name="T32" fmla="*/ 3 w 3"/>
                  <a:gd name="T33" fmla="*/ 2 h 2"/>
                  <a:gd name="T34" fmla="*/ 3 w 3"/>
                  <a:gd name="T35" fmla="*/ 2 h 2"/>
                  <a:gd name="T36" fmla="*/ 3 w 3"/>
                  <a:gd name="T37" fmla="*/ 2 h 2"/>
                  <a:gd name="T38" fmla="*/ 3 w 3"/>
                  <a:gd name="T39" fmla="*/ 2 h 2"/>
                  <a:gd name="T40" fmla="*/ 3 w 3"/>
                  <a:gd name="T41" fmla="*/ 2 h 2"/>
                  <a:gd name="T42" fmla="*/ 3 w 3"/>
                  <a:gd name="T43" fmla="*/ 2 h 2"/>
                  <a:gd name="T44" fmla="*/ 3 w 3"/>
                  <a:gd name="T45" fmla="*/ 2 h 2"/>
                  <a:gd name="T46" fmla="*/ 3 w 3"/>
                  <a:gd name="T47" fmla="*/ 2 h 2"/>
                  <a:gd name="T48" fmla="*/ 3 w 3"/>
                  <a:gd name="T49" fmla="*/ 2 h 2"/>
                  <a:gd name="T50" fmla="*/ 3 w 3"/>
                  <a:gd name="T51" fmla="*/ 2 h 2"/>
                  <a:gd name="T52" fmla="*/ 3 w 3"/>
                  <a:gd name="T53" fmla="*/ 2 h 2"/>
                  <a:gd name="T54" fmla="*/ 3 w 3"/>
                  <a:gd name="T55" fmla="*/ 2 h 2"/>
                  <a:gd name="T56" fmla="*/ 3 w 3"/>
                  <a:gd name="T57" fmla="*/ 2 h 2"/>
                  <a:gd name="T58" fmla="*/ 3 w 3"/>
                  <a:gd name="T59" fmla="*/ 2 h 2"/>
                  <a:gd name="T60" fmla="*/ 3 w 3"/>
                  <a:gd name="T61" fmla="*/ 2 h 2"/>
                  <a:gd name="T62" fmla="*/ 3 w 3"/>
                  <a:gd name="T63" fmla="*/ 2 h 2"/>
                  <a:gd name="T64" fmla="*/ 3 w 3"/>
                  <a:gd name="T65" fmla="*/ 2 h 2"/>
                  <a:gd name="T66" fmla="*/ 3 w 3"/>
                  <a:gd name="T67" fmla="*/ 2 h 2"/>
                  <a:gd name="T68" fmla="*/ 3 w 3"/>
                  <a:gd name="T69" fmla="*/ 2 h 2"/>
                  <a:gd name="T70" fmla="*/ 3 w 3"/>
                  <a:gd name="T71" fmla="*/ 2 h 2"/>
                  <a:gd name="T72" fmla="*/ 3 w 3"/>
                  <a:gd name="T73" fmla="*/ 2 h 2"/>
                  <a:gd name="T74" fmla="*/ 3 w 3"/>
                  <a:gd name="T75" fmla="*/ 2 h 2"/>
                  <a:gd name="T76" fmla="*/ 3 w 3"/>
                  <a:gd name="T77" fmla="*/ 2 h 2"/>
                  <a:gd name="T78" fmla="*/ 3 w 3"/>
                  <a:gd name="T79" fmla="*/ 2 h 2"/>
                  <a:gd name="T80" fmla="*/ 3 w 3"/>
                  <a:gd name="T81" fmla="*/ 2 h 2"/>
                  <a:gd name="T82" fmla="*/ 3 w 3"/>
                  <a:gd name="T83" fmla="*/ 2 h 2"/>
                  <a:gd name="T84" fmla="*/ 3 w 3"/>
                  <a:gd name="T85" fmla="*/ 2 h 2"/>
                  <a:gd name="T86" fmla="*/ 3 w 3"/>
                  <a:gd name="T87" fmla="*/ 2 h 2"/>
                  <a:gd name="T88" fmla="*/ 3 w 3"/>
                  <a:gd name="T89" fmla="*/ 2 h 2"/>
                  <a:gd name="T90" fmla="*/ 3 w 3"/>
                  <a:gd name="T9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 h="2">
                    <a:moveTo>
                      <a:pt x="3" y="2"/>
                    </a:moveTo>
                    <a:lnTo>
                      <a:pt x="3" y="2"/>
                    </a:lnTo>
                    <a:lnTo>
                      <a:pt x="0" y="2"/>
                    </a:lnTo>
                    <a:lnTo>
                      <a:pt x="0" y="2"/>
                    </a:lnTo>
                    <a:lnTo>
                      <a:pt x="0" y="2"/>
                    </a:lnTo>
                    <a:lnTo>
                      <a:pt x="3" y="0"/>
                    </a:lnTo>
                    <a:lnTo>
                      <a:pt x="3" y="0"/>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close/>
                    <a:moveTo>
                      <a:pt x="3" y="2"/>
                    </a:move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49" name="Freeform 357"/>
              <p:cNvSpPr>
                <a:spLocks/>
              </p:cNvSpPr>
              <p:nvPr/>
            </p:nvSpPr>
            <p:spPr bwMode="auto">
              <a:xfrm>
                <a:off x="4400550" y="2935288"/>
                <a:ext cx="4763" cy="4763"/>
              </a:xfrm>
              <a:custGeom>
                <a:avLst/>
                <a:gdLst>
                  <a:gd name="T0" fmla="*/ 0 w 3"/>
                  <a:gd name="T1" fmla="*/ 0 h 3"/>
                  <a:gd name="T2" fmla="*/ 0 w 3"/>
                  <a:gd name="T3" fmla="*/ 3 h 3"/>
                  <a:gd name="T4" fmla="*/ 3 w 3"/>
                  <a:gd name="T5" fmla="*/ 0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3" y="0"/>
                    </a:lnTo>
                    <a:lnTo>
                      <a:pt x="3"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0" name="Freeform 358"/>
              <p:cNvSpPr>
                <a:spLocks noEditPoints="1"/>
              </p:cNvSpPr>
              <p:nvPr/>
            </p:nvSpPr>
            <p:spPr bwMode="auto">
              <a:xfrm>
                <a:off x="4400550" y="2935288"/>
                <a:ext cx="4763" cy="4763"/>
              </a:xfrm>
              <a:custGeom>
                <a:avLst/>
                <a:gdLst>
                  <a:gd name="T0" fmla="*/ 0 w 3"/>
                  <a:gd name="T1" fmla="*/ 3 h 3"/>
                  <a:gd name="T2" fmla="*/ 0 w 3"/>
                  <a:gd name="T3" fmla="*/ 3 h 3"/>
                  <a:gd name="T4" fmla="*/ 0 w 3"/>
                  <a:gd name="T5" fmla="*/ 0 h 3"/>
                  <a:gd name="T6" fmla="*/ 0 w 3"/>
                  <a:gd name="T7" fmla="*/ 0 h 3"/>
                  <a:gd name="T8" fmla="*/ 0 w 3"/>
                  <a:gd name="T9" fmla="*/ 0 h 3"/>
                  <a:gd name="T10" fmla="*/ 3 w 3"/>
                  <a:gd name="T11" fmla="*/ 0 h 3"/>
                  <a:gd name="T12" fmla="*/ 3 w 3"/>
                  <a:gd name="T13" fmla="*/ 0 h 3"/>
                  <a:gd name="T14" fmla="*/ 3 w 3"/>
                  <a:gd name="T15" fmla="*/ 0 h 3"/>
                  <a:gd name="T16" fmla="*/ 3 w 3"/>
                  <a:gd name="T17" fmla="*/ 0 h 3"/>
                  <a:gd name="T18" fmla="*/ 0 w 3"/>
                  <a:gd name="T19" fmla="*/ 3 h 3"/>
                  <a:gd name="T20" fmla="*/ 0 w 3"/>
                  <a:gd name="T21" fmla="*/ 3 h 3"/>
                  <a:gd name="T22" fmla="*/ 0 w 3"/>
                  <a:gd name="T23" fmla="*/ 0 h 3"/>
                  <a:gd name="T24" fmla="*/ 0 w 3"/>
                  <a:gd name="T25" fmla="*/ 3 h 3"/>
                  <a:gd name="T26" fmla="*/ 3 w 3"/>
                  <a:gd name="T27" fmla="*/ 0 h 3"/>
                  <a:gd name="T28" fmla="*/ 3 w 3"/>
                  <a:gd name="T29" fmla="*/ 0 h 3"/>
                  <a:gd name="T30" fmla="*/ 0 w 3"/>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3">
                    <a:moveTo>
                      <a:pt x="0" y="3"/>
                    </a:moveTo>
                    <a:lnTo>
                      <a:pt x="0" y="3"/>
                    </a:lnTo>
                    <a:lnTo>
                      <a:pt x="0" y="0"/>
                    </a:lnTo>
                    <a:lnTo>
                      <a:pt x="0" y="0"/>
                    </a:lnTo>
                    <a:lnTo>
                      <a:pt x="0" y="0"/>
                    </a:lnTo>
                    <a:lnTo>
                      <a:pt x="3" y="0"/>
                    </a:lnTo>
                    <a:lnTo>
                      <a:pt x="3" y="0"/>
                    </a:lnTo>
                    <a:lnTo>
                      <a:pt x="3" y="0"/>
                    </a:lnTo>
                    <a:lnTo>
                      <a:pt x="3" y="0"/>
                    </a:lnTo>
                    <a:lnTo>
                      <a:pt x="0" y="3"/>
                    </a:lnTo>
                    <a:lnTo>
                      <a:pt x="0" y="3"/>
                    </a:lnTo>
                    <a:close/>
                    <a:moveTo>
                      <a:pt x="0" y="0"/>
                    </a:moveTo>
                    <a:lnTo>
                      <a:pt x="0" y="3"/>
                    </a:lnTo>
                    <a:lnTo>
                      <a:pt x="3" y="0"/>
                    </a:lnTo>
                    <a:lnTo>
                      <a:pt x="3"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1" name="Freeform 359"/>
              <p:cNvSpPr>
                <a:spLocks/>
              </p:cNvSpPr>
              <p:nvPr/>
            </p:nvSpPr>
            <p:spPr bwMode="auto">
              <a:xfrm>
                <a:off x="4405313" y="294005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2" name="Freeform 360"/>
              <p:cNvSpPr>
                <a:spLocks/>
              </p:cNvSpPr>
              <p:nvPr/>
            </p:nvSpPr>
            <p:spPr bwMode="auto">
              <a:xfrm>
                <a:off x="4400550" y="2935288"/>
                <a:ext cx="4763" cy="0"/>
              </a:xfrm>
              <a:custGeom>
                <a:avLst/>
                <a:gdLst>
                  <a:gd name="T0" fmla="*/ 3 w 3"/>
                  <a:gd name="T1" fmla="*/ 3 w 3"/>
                  <a:gd name="T2" fmla="*/ 3 w 3"/>
                  <a:gd name="T3" fmla="*/ 3 w 3"/>
                  <a:gd name="T4" fmla="*/ 0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3" y="0"/>
                    </a:lnTo>
                    <a:lnTo>
                      <a:pt x="3" y="0"/>
                    </a:lnTo>
                    <a:lnTo>
                      <a:pt x="0"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3" name="Freeform 361"/>
              <p:cNvSpPr>
                <a:spLocks/>
              </p:cNvSpPr>
              <p:nvPr/>
            </p:nvSpPr>
            <p:spPr bwMode="auto">
              <a:xfrm>
                <a:off x="4400550" y="2932113"/>
                <a:ext cx="0" cy="3175"/>
              </a:xfrm>
              <a:custGeom>
                <a:avLst/>
                <a:gdLst>
                  <a:gd name="T0" fmla="*/ 2 h 2"/>
                  <a:gd name="T1" fmla="*/ 2 h 2"/>
                  <a:gd name="T2" fmla="*/ 2 h 2"/>
                  <a:gd name="T3" fmla="*/ 2 h 2"/>
                  <a:gd name="T4" fmla="*/ 2 h 2"/>
                  <a:gd name="T5" fmla="*/ 2 h 2"/>
                  <a:gd name="T6" fmla="*/ 0 h 2"/>
                  <a:gd name="T7" fmla="*/ 0 h 2"/>
                  <a:gd name="T8" fmla="*/ 0 h 2"/>
                  <a:gd name="T9" fmla="*/ 2 h 2"/>
                  <a:gd name="T10" fmla="*/ 2 h 2"/>
                  <a:gd name="T11" fmla="*/ 2 h 2"/>
                  <a:gd name="T12" fmla="*/ 2 h 2"/>
                  <a:gd name="T13" fmla="*/ 2 h 2"/>
                  <a:gd name="T14"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2">
                    <a:moveTo>
                      <a:pt x="0" y="2"/>
                    </a:moveTo>
                    <a:lnTo>
                      <a:pt x="0" y="2"/>
                    </a:lnTo>
                    <a:lnTo>
                      <a:pt x="0" y="2"/>
                    </a:lnTo>
                    <a:lnTo>
                      <a:pt x="0" y="2"/>
                    </a:lnTo>
                    <a:lnTo>
                      <a:pt x="0" y="2"/>
                    </a:lnTo>
                    <a:lnTo>
                      <a:pt x="0" y="2"/>
                    </a:lnTo>
                    <a:lnTo>
                      <a:pt x="0" y="0"/>
                    </a:lnTo>
                    <a:lnTo>
                      <a:pt x="0" y="0"/>
                    </a:lnTo>
                    <a:lnTo>
                      <a:pt x="0" y="0"/>
                    </a:lnTo>
                    <a:lnTo>
                      <a:pt x="0" y="2"/>
                    </a:lnTo>
                    <a:lnTo>
                      <a:pt x="0" y="2"/>
                    </a:lnTo>
                    <a:lnTo>
                      <a:pt x="0" y="2"/>
                    </a:lnTo>
                    <a:lnTo>
                      <a:pt x="0" y="2"/>
                    </a:lnTo>
                    <a:lnTo>
                      <a:pt x="0" y="2"/>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4" name="Freeform 362"/>
              <p:cNvSpPr>
                <a:spLocks noEditPoints="1"/>
              </p:cNvSpPr>
              <p:nvPr/>
            </p:nvSpPr>
            <p:spPr bwMode="auto">
              <a:xfrm>
                <a:off x="4400550" y="2932113"/>
                <a:ext cx="0" cy="3175"/>
              </a:xfrm>
              <a:custGeom>
                <a:avLst/>
                <a:gdLst>
                  <a:gd name="T0" fmla="*/ 2 h 2"/>
                  <a:gd name="T1" fmla="*/ 2 h 2"/>
                  <a:gd name="T2" fmla="*/ 2 h 2"/>
                  <a:gd name="T3" fmla="*/ 2 h 2"/>
                  <a:gd name="T4" fmla="*/ 2 h 2"/>
                  <a:gd name="T5" fmla="*/ 0 h 2"/>
                  <a:gd name="T6" fmla="*/ 0 h 2"/>
                  <a:gd name="T7" fmla="*/ 0 h 2"/>
                  <a:gd name="T8" fmla="*/ 0 h 2"/>
                  <a:gd name="T9" fmla="*/ 0 h 2"/>
                  <a:gd name="T10" fmla="*/ 2 h 2"/>
                  <a:gd name="T11" fmla="*/ 2 h 2"/>
                  <a:gd name="T12" fmla="*/ 2 h 2"/>
                  <a:gd name="T13" fmla="*/ 2 h 2"/>
                  <a:gd name="T14" fmla="*/ 2 h 2"/>
                  <a:gd name="T15" fmla="*/ 2 h 2"/>
                  <a:gd name="T16" fmla="*/ 2 h 2"/>
                  <a:gd name="T17" fmla="*/ 2 h 2"/>
                  <a:gd name="T18" fmla="*/ 2 h 2"/>
                  <a:gd name="T19" fmla="*/ 2 h 2"/>
                  <a:gd name="T20" fmla="*/ 2 h 2"/>
                  <a:gd name="T21" fmla="*/ 2 h 2"/>
                  <a:gd name="T22" fmla="*/ 2 h 2"/>
                  <a:gd name="T23" fmla="*/ 2 h 2"/>
                  <a:gd name="T24" fmla="*/ 2 h 2"/>
                  <a:gd name="T25" fmla="*/ 2 h 2"/>
                  <a:gd name="T26" fmla="*/ 2 h 2"/>
                  <a:gd name="T27" fmla="*/ 2 h 2"/>
                  <a:gd name="T28" fmla="*/ 2 h 2"/>
                  <a:gd name="T29" fmla="*/ 2 h 2"/>
                  <a:gd name="T30" fmla="*/ 2 h 2"/>
                  <a:gd name="T31" fmla="*/ 2 h 2"/>
                  <a:gd name="T32" fmla="*/ 2 h 2"/>
                  <a:gd name="T33" fmla="*/ 2 h 2"/>
                  <a:gd name="T34" fmla="*/ 2 h 2"/>
                  <a:gd name="T35" fmla="*/ 2 h 2"/>
                  <a:gd name="T36" fmla="*/ 2 h 2"/>
                  <a:gd name="T37" fmla="*/ 2 h 2"/>
                  <a:gd name="T38" fmla="*/ 2 h 2"/>
                  <a:gd name="T39" fmla="*/ 2 h 2"/>
                  <a:gd name="T40" fmla="*/ 2 h 2"/>
                  <a:gd name="T41" fmla="*/ 2 h 2"/>
                  <a:gd name="T42" fmla="*/ 2 h 2"/>
                  <a:gd name="T43" fmla="*/ 2 h 2"/>
                  <a:gd name="T44" fmla="*/ 0 h 2"/>
                  <a:gd name="T45" fmla="*/ 0 h 2"/>
                  <a:gd name="T46"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 ang="0">
                    <a:pos x="0" y="T41"/>
                  </a:cxn>
                  <a:cxn ang="0">
                    <a:pos x="0" y="T42"/>
                  </a:cxn>
                  <a:cxn ang="0">
                    <a:pos x="0" y="T43"/>
                  </a:cxn>
                  <a:cxn ang="0">
                    <a:pos x="0" y="T44"/>
                  </a:cxn>
                  <a:cxn ang="0">
                    <a:pos x="0" y="T45"/>
                  </a:cxn>
                  <a:cxn ang="0">
                    <a:pos x="0" y="T46"/>
                  </a:cxn>
                </a:cxnLst>
                <a:rect l="0" t="0" r="r" b="b"/>
                <a:pathLst>
                  <a:path h="2">
                    <a:moveTo>
                      <a:pt x="0" y="2"/>
                    </a:moveTo>
                    <a:lnTo>
                      <a:pt x="0"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close/>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5" name="Freeform 363"/>
              <p:cNvSpPr>
                <a:spLocks/>
              </p:cNvSpPr>
              <p:nvPr/>
            </p:nvSpPr>
            <p:spPr bwMode="auto">
              <a:xfrm>
                <a:off x="4397375" y="2935288"/>
                <a:ext cx="3175" cy="0"/>
              </a:xfrm>
              <a:custGeom>
                <a:avLst/>
                <a:gdLst>
                  <a:gd name="T0" fmla="*/ 2 w 2"/>
                  <a:gd name="T1" fmla="*/ 0 w 2"/>
                  <a:gd name="T2" fmla="*/ 2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6" name="Freeform 364"/>
              <p:cNvSpPr>
                <a:spLocks noEditPoints="1"/>
              </p:cNvSpPr>
              <p:nvPr/>
            </p:nvSpPr>
            <p:spPr bwMode="auto">
              <a:xfrm>
                <a:off x="4397375" y="2935288"/>
                <a:ext cx="3175" cy="0"/>
              </a:xfrm>
              <a:custGeom>
                <a:avLst/>
                <a:gdLst>
                  <a:gd name="T0" fmla="*/ 2 w 2"/>
                  <a:gd name="T1" fmla="*/ 2 w 2"/>
                  <a:gd name="T2" fmla="*/ 0 w 2"/>
                  <a:gd name="T3" fmla="*/ 0 w 2"/>
                  <a:gd name="T4" fmla="*/ 0 w 2"/>
                  <a:gd name="T5" fmla="*/ 2 w 2"/>
                  <a:gd name="T6" fmla="*/ 2 w 2"/>
                  <a:gd name="T7" fmla="*/ 2 w 2"/>
                  <a:gd name="T8" fmla="*/ 2 w 2"/>
                  <a:gd name="T9" fmla="*/ 2 w 2"/>
                  <a:gd name="T10" fmla="*/ 2 w 2"/>
                  <a:gd name="T11" fmla="*/ 2 w 2"/>
                  <a:gd name="T12" fmla="*/ 2 w 2"/>
                  <a:gd name="T13" fmla="*/ 2 w 2"/>
                  <a:gd name="T14" fmla="*/ 2 w 2"/>
                  <a:gd name="T15"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Lst>
                <a:rect l="0" t="0" r="r" b="b"/>
                <a:pathLst>
                  <a:path w="2">
                    <a:moveTo>
                      <a:pt x="2" y="0"/>
                    </a:moveTo>
                    <a:lnTo>
                      <a:pt x="2" y="0"/>
                    </a:lnTo>
                    <a:lnTo>
                      <a:pt x="0" y="0"/>
                    </a:lnTo>
                    <a:lnTo>
                      <a:pt x="0" y="0"/>
                    </a:lnTo>
                    <a:lnTo>
                      <a:pt x="0" y="0"/>
                    </a:lnTo>
                    <a:lnTo>
                      <a:pt x="2" y="0"/>
                    </a:lnTo>
                    <a:lnTo>
                      <a:pt x="2" y="0"/>
                    </a:lnTo>
                    <a:lnTo>
                      <a:pt x="2" y="0"/>
                    </a:lnTo>
                    <a:lnTo>
                      <a:pt x="2" y="0"/>
                    </a:lnTo>
                    <a:lnTo>
                      <a:pt x="2" y="0"/>
                    </a:lnTo>
                    <a:lnTo>
                      <a:pt x="2" y="0"/>
                    </a:lnTo>
                    <a:close/>
                    <a:moveTo>
                      <a:pt x="2" y="0"/>
                    </a:moveTo>
                    <a:lnTo>
                      <a:pt x="2" y="0"/>
                    </a:lnTo>
                    <a:lnTo>
                      <a:pt x="2" y="0"/>
                    </a:lnTo>
                    <a:lnTo>
                      <a:pt x="2"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7" name="Freeform 365"/>
              <p:cNvSpPr>
                <a:spLocks/>
              </p:cNvSpPr>
              <p:nvPr/>
            </p:nvSpPr>
            <p:spPr bwMode="auto">
              <a:xfrm>
                <a:off x="4400550" y="29352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8" name="Freeform 366"/>
              <p:cNvSpPr>
                <a:spLocks/>
              </p:cNvSpPr>
              <p:nvPr/>
            </p:nvSpPr>
            <p:spPr bwMode="auto">
              <a:xfrm>
                <a:off x="4400550" y="2913063"/>
                <a:ext cx="7938" cy="3175"/>
              </a:xfrm>
              <a:custGeom>
                <a:avLst/>
                <a:gdLst>
                  <a:gd name="T0" fmla="*/ 5 w 5"/>
                  <a:gd name="T1" fmla="*/ 2 h 2"/>
                  <a:gd name="T2" fmla="*/ 0 w 5"/>
                  <a:gd name="T3" fmla="*/ 2 h 2"/>
                  <a:gd name="T4" fmla="*/ 0 w 5"/>
                  <a:gd name="T5" fmla="*/ 2 h 2"/>
                  <a:gd name="T6" fmla="*/ 0 w 5"/>
                  <a:gd name="T7" fmla="*/ 0 h 2"/>
                  <a:gd name="T8" fmla="*/ 5 w 5"/>
                  <a:gd name="T9" fmla="*/ 0 h 2"/>
                  <a:gd name="T10" fmla="*/ 5 w 5"/>
                  <a:gd name="T11" fmla="*/ 2 h 2"/>
                  <a:gd name="T12" fmla="*/ 5 w 5"/>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5" y="2"/>
                    </a:moveTo>
                    <a:lnTo>
                      <a:pt x="0" y="2"/>
                    </a:lnTo>
                    <a:lnTo>
                      <a:pt x="0" y="2"/>
                    </a:lnTo>
                    <a:lnTo>
                      <a:pt x="0" y="0"/>
                    </a:lnTo>
                    <a:lnTo>
                      <a:pt x="5" y="0"/>
                    </a:lnTo>
                    <a:lnTo>
                      <a:pt x="5" y="2"/>
                    </a:lnTo>
                    <a:lnTo>
                      <a:pt x="5"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59" name="Freeform 367"/>
              <p:cNvSpPr>
                <a:spLocks noEditPoints="1"/>
              </p:cNvSpPr>
              <p:nvPr/>
            </p:nvSpPr>
            <p:spPr bwMode="auto">
              <a:xfrm>
                <a:off x="4400550" y="2913063"/>
                <a:ext cx="7938" cy="3175"/>
              </a:xfrm>
              <a:custGeom>
                <a:avLst/>
                <a:gdLst>
                  <a:gd name="T0" fmla="*/ 5 w 5"/>
                  <a:gd name="T1" fmla="*/ 2 h 2"/>
                  <a:gd name="T2" fmla="*/ 0 w 5"/>
                  <a:gd name="T3" fmla="*/ 2 h 2"/>
                  <a:gd name="T4" fmla="*/ 0 w 5"/>
                  <a:gd name="T5" fmla="*/ 2 h 2"/>
                  <a:gd name="T6" fmla="*/ 0 w 5"/>
                  <a:gd name="T7" fmla="*/ 0 h 2"/>
                  <a:gd name="T8" fmla="*/ 5 w 5"/>
                  <a:gd name="T9" fmla="*/ 0 h 2"/>
                  <a:gd name="T10" fmla="*/ 5 w 5"/>
                  <a:gd name="T11" fmla="*/ 2 h 2"/>
                  <a:gd name="T12" fmla="*/ 5 w 5"/>
                  <a:gd name="T13" fmla="*/ 2 h 2"/>
                  <a:gd name="T14" fmla="*/ 0 w 5"/>
                  <a:gd name="T15" fmla="*/ 2 h 2"/>
                  <a:gd name="T16" fmla="*/ 0 w 5"/>
                  <a:gd name="T17" fmla="*/ 2 h 2"/>
                  <a:gd name="T18" fmla="*/ 0 w 5"/>
                  <a:gd name="T19" fmla="*/ 2 h 2"/>
                  <a:gd name="T20" fmla="*/ 5 w 5"/>
                  <a:gd name="T21" fmla="*/ 2 h 2"/>
                  <a:gd name="T22" fmla="*/ 5 w 5"/>
                  <a:gd name="T23" fmla="*/ 2 h 2"/>
                  <a:gd name="T24" fmla="*/ 5 w 5"/>
                  <a:gd name="T25" fmla="*/ 2 h 2"/>
                  <a:gd name="T26" fmla="*/ 0 w 5"/>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5" y="2"/>
                    </a:moveTo>
                    <a:lnTo>
                      <a:pt x="0" y="2"/>
                    </a:lnTo>
                    <a:lnTo>
                      <a:pt x="0" y="2"/>
                    </a:lnTo>
                    <a:lnTo>
                      <a:pt x="0" y="0"/>
                    </a:lnTo>
                    <a:lnTo>
                      <a:pt x="5" y="0"/>
                    </a:lnTo>
                    <a:lnTo>
                      <a:pt x="5" y="2"/>
                    </a:lnTo>
                    <a:lnTo>
                      <a:pt x="5" y="2"/>
                    </a:lnTo>
                    <a:close/>
                    <a:moveTo>
                      <a:pt x="0" y="2"/>
                    </a:moveTo>
                    <a:lnTo>
                      <a:pt x="0" y="2"/>
                    </a:lnTo>
                    <a:lnTo>
                      <a:pt x="0" y="2"/>
                    </a:lnTo>
                    <a:lnTo>
                      <a:pt x="5" y="2"/>
                    </a:lnTo>
                    <a:lnTo>
                      <a:pt x="5" y="2"/>
                    </a:lnTo>
                    <a:lnTo>
                      <a:pt x="5"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0" name="Freeform 368"/>
              <p:cNvSpPr>
                <a:spLocks/>
              </p:cNvSpPr>
              <p:nvPr/>
            </p:nvSpPr>
            <p:spPr bwMode="auto">
              <a:xfrm>
                <a:off x="4400550" y="2921000"/>
                <a:ext cx="7938" cy="0"/>
              </a:xfrm>
              <a:custGeom>
                <a:avLst/>
                <a:gdLst>
                  <a:gd name="T0" fmla="*/ 5 w 5"/>
                  <a:gd name="T1" fmla="*/ 0 w 5"/>
                  <a:gd name="T2" fmla="*/ 0 w 5"/>
                  <a:gd name="T3" fmla="*/ 0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0" y="0"/>
                    </a:lnTo>
                    <a:lnTo>
                      <a:pt x="5"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1" name="Freeform 369"/>
              <p:cNvSpPr>
                <a:spLocks noEditPoints="1"/>
              </p:cNvSpPr>
              <p:nvPr/>
            </p:nvSpPr>
            <p:spPr bwMode="auto">
              <a:xfrm>
                <a:off x="4400550" y="2921000"/>
                <a:ext cx="7938" cy="0"/>
              </a:xfrm>
              <a:custGeom>
                <a:avLst/>
                <a:gdLst>
                  <a:gd name="T0" fmla="*/ 5 w 5"/>
                  <a:gd name="T1" fmla="*/ 0 w 5"/>
                  <a:gd name="T2" fmla="*/ 0 w 5"/>
                  <a:gd name="T3" fmla="*/ 0 w 5"/>
                  <a:gd name="T4" fmla="*/ 5 w 5"/>
                  <a:gd name="T5" fmla="*/ 5 w 5"/>
                  <a:gd name="T6" fmla="*/ 5 w 5"/>
                  <a:gd name="T7" fmla="*/ 0 w 5"/>
                  <a:gd name="T8" fmla="*/ 0 w 5"/>
                  <a:gd name="T9" fmla="*/ 0 w 5"/>
                  <a:gd name="T10" fmla="*/ 5 w 5"/>
                  <a:gd name="T11" fmla="*/ 5 w 5"/>
                  <a:gd name="T12" fmla="*/ 5 w 5"/>
                  <a:gd name="T13"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5">
                    <a:moveTo>
                      <a:pt x="5" y="0"/>
                    </a:moveTo>
                    <a:lnTo>
                      <a:pt x="0" y="0"/>
                    </a:lnTo>
                    <a:lnTo>
                      <a:pt x="0" y="0"/>
                    </a:lnTo>
                    <a:lnTo>
                      <a:pt x="0" y="0"/>
                    </a:lnTo>
                    <a:lnTo>
                      <a:pt x="5" y="0"/>
                    </a:lnTo>
                    <a:lnTo>
                      <a:pt x="5" y="0"/>
                    </a:lnTo>
                    <a:lnTo>
                      <a:pt x="5" y="0"/>
                    </a:lnTo>
                    <a:close/>
                    <a:moveTo>
                      <a:pt x="0" y="0"/>
                    </a:moveTo>
                    <a:lnTo>
                      <a:pt x="0" y="0"/>
                    </a:lnTo>
                    <a:lnTo>
                      <a:pt x="0" y="0"/>
                    </a:lnTo>
                    <a:lnTo>
                      <a:pt x="5" y="0"/>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2" name="Freeform 370"/>
              <p:cNvSpPr>
                <a:spLocks/>
              </p:cNvSpPr>
              <p:nvPr/>
            </p:nvSpPr>
            <p:spPr bwMode="auto">
              <a:xfrm>
                <a:off x="4400550" y="2916238"/>
                <a:ext cx="7938" cy="0"/>
              </a:xfrm>
              <a:custGeom>
                <a:avLst/>
                <a:gdLst>
                  <a:gd name="T0" fmla="*/ 5 w 5"/>
                  <a:gd name="T1" fmla="*/ 0 w 5"/>
                  <a:gd name="T2" fmla="*/ 0 w 5"/>
                  <a:gd name="T3" fmla="*/ 0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0" y="0"/>
                    </a:lnTo>
                    <a:lnTo>
                      <a:pt x="5" y="0"/>
                    </a:lnTo>
                    <a:lnTo>
                      <a:pt x="5" y="0"/>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3" name="Freeform 371"/>
              <p:cNvSpPr>
                <a:spLocks noEditPoints="1"/>
              </p:cNvSpPr>
              <p:nvPr/>
            </p:nvSpPr>
            <p:spPr bwMode="auto">
              <a:xfrm>
                <a:off x="4400550" y="2916238"/>
                <a:ext cx="7938" cy="0"/>
              </a:xfrm>
              <a:custGeom>
                <a:avLst/>
                <a:gdLst>
                  <a:gd name="T0" fmla="*/ 5 w 5"/>
                  <a:gd name="T1" fmla="*/ 0 w 5"/>
                  <a:gd name="T2" fmla="*/ 0 w 5"/>
                  <a:gd name="T3" fmla="*/ 0 w 5"/>
                  <a:gd name="T4" fmla="*/ 5 w 5"/>
                  <a:gd name="T5" fmla="*/ 5 w 5"/>
                  <a:gd name="T6" fmla="*/ 5 w 5"/>
                  <a:gd name="T7" fmla="*/ 0 w 5"/>
                  <a:gd name="T8" fmla="*/ 0 w 5"/>
                  <a:gd name="T9" fmla="*/ 0 w 5"/>
                  <a:gd name="T10" fmla="*/ 5 w 5"/>
                  <a:gd name="T11" fmla="*/ 5 w 5"/>
                  <a:gd name="T12" fmla="*/ 5 w 5"/>
                  <a:gd name="T13"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5">
                    <a:moveTo>
                      <a:pt x="5" y="0"/>
                    </a:moveTo>
                    <a:lnTo>
                      <a:pt x="0" y="0"/>
                    </a:lnTo>
                    <a:lnTo>
                      <a:pt x="0" y="0"/>
                    </a:lnTo>
                    <a:lnTo>
                      <a:pt x="0" y="0"/>
                    </a:lnTo>
                    <a:lnTo>
                      <a:pt x="5" y="0"/>
                    </a:lnTo>
                    <a:lnTo>
                      <a:pt x="5" y="0"/>
                    </a:lnTo>
                    <a:lnTo>
                      <a:pt x="5" y="0"/>
                    </a:lnTo>
                    <a:close/>
                    <a:moveTo>
                      <a:pt x="0" y="0"/>
                    </a:moveTo>
                    <a:lnTo>
                      <a:pt x="0" y="0"/>
                    </a:lnTo>
                    <a:lnTo>
                      <a:pt x="0" y="0"/>
                    </a:lnTo>
                    <a:lnTo>
                      <a:pt x="5" y="0"/>
                    </a:lnTo>
                    <a:lnTo>
                      <a:pt x="5" y="0"/>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4" name="Rectangle 372"/>
              <p:cNvSpPr>
                <a:spLocks noChangeArrowheads="1"/>
              </p:cNvSpPr>
              <p:nvPr/>
            </p:nvSpPr>
            <p:spPr bwMode="auto">
              <a:xfrm>
                <a:off x="4400550" y="2916238"/>
                <a:ext cx="7938" cy="476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5" name="Freeform 373"/>
              <p:cNvSpPr>
                <a:spLocks noEditPoints="1"/>
              </p:cNvSpPr>
              <p:nvPr/>
            </p:nvSpPr>
            <p:spPr bwMode="auto">
              <a:xfrm>
                <a:off x="4400550" y="2916238"/>
                <a:ext cx="7938" cy="4763"/>
              </a:xfrm>
              <a:custGeom>
                <a:avLst/>
                <a:gdLst>
                  <a:gd name="T0" fmla="*/ 5 w 5"/>
                  <a:gd name="T1" fmla="*/ 3 h 3"/>
                  <a:gd name="T2" fmla="*/ 0 w 5"/>
                  <a:gd name="T3" fmla="*/ 3 h 3"/>
                  <a:gd name="T4" fmla="*/ 0 w 5"/>
                  <a:gd name="T5" fmla="*/ 3 h 3"/>
                  <a:gd name="T6" fmla="*/ 0 w 5"/>
                  <a:gd name="T7" fmla="*/ 0 h 3"/>
                  <a:gd name="T8" fmla="*/ 5 w 5"/>
                  <a:gd name="T9" fmla="*/ 0 h 3"/>
                  <a:gd name="T10" fmla="*/ 5 w 5"/>
                  <a:gd name="T11" fmla="*/ 3 h 3"/>
                  <a:gd name="T12" fmla="*/ 0 w 5"/>
                  <a:gd name="T13" fmla="*/ 3 h 3"/>
                  <a:gd name="T14" fmla="*/ 5 w 5"/>
                  <a:gd name="T15" fmla="*/ 3 h 3"/>
                  <a:gd name="T16" fmla="*/ 5 w 5"/>
                  <a:gd name="T17" fmla="*/ 0 h 3"/>
                  <a:gd name="T18" fmla="*/ 0 w 5"/>
                  <a:gd name="T19" fmla="*/ 0 h 3"/>
                  <a:gd name="T20" fmla="*/ 0 w 5"/>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5" y="3"/>
                    </a:moveTo>
                    <a:lnTo>
                      <a:pt x="0" y="3"/>
                    </a:lnTo>
                    <a:lnTo>
                      <a:pt x="0" y="3"/>
                    </a:lnTo>
                    <a:lnTo>
                      <a:pt x="0" y="0"/>
                    </a:lnTo>
                    <a:lnTo>
                      <a:pt x="5" y="0"/>
                    </a:lnTo>
                    <a:lnTo>
                      <a:pt x="5" y="3"/>
                    </a:lnTo>
                    <a:close/>
                    <a:moveTo>
                      <a:pt x="0" y="3"/>
                    </a:moveTo>
                    <a:lnTo>
                      <a:pt x="5" y="3"/>
                    </a:lnTo>
                    <a:lnTo>
                      <a:pt x="5" y="0"/>
                    </a:lnTo>
                    <a:lnTo>
                      <a:pt x="0"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6" name="Freeform 374"/>
              <p:cNvSpPr>
                <a:spLocks/>
              </p:cNvSpPr>
              <p:nvPr/>
            </p:nvSpPr>
            <p:spPr bwMode="auto">
              <a:xfrm>
                <a:off x="4405313" y="291623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1"/>
                    </a:cubicBez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7" name="Freeform 375"/>
              <p:cNvSpPr>
                <a:spLocks noEditPoints="1"/>
              </p:cNvSpPr>
              <p:nvPr/>
            </p:nvSpPr>
            <p:spPr bwMode="auto">
              <a:xfrm>
                <a:off x="4405313" y="2916238"/>
                <a:ext cx="3175" cy="4763"/>
              </a:xfrm>
              <a:custGeom>
                <a:avLst/>
                <a:gdLst>
                  <a:gd name="T0" fmla="*/ 1 w 1"/>
                  <a:gd name="T1" fmla="*/ 1 h 1"/>
                  <a:gd name="T2" fmla="*/ 0 w 1"/>
                  <a:gd name="T3" fmla="*/ 1 h 1"/>
                  <a:gd name="T4" fmla="*/ 0 w 1"/>
                  <a:gd name="T5" fmla="*/ 1 h 1"/>
                  <a:gd name="T6" fmla="*/ 0 w 1"/>
                  <a:gd name="T7" fmla="*/ 0 h 1"/>
                  <a:gd name="T8" fmla="*/ 0 w 1"/>
                  <a:gd name="T9" fmla="*/ 0 h 1"/>
                  <a:gd name="T10" fmla="*/ 1 w 1"/>
                  <a:gd name="T11" fmla="*/ 1 h 1"/>
                  <a:gd name="T12" fmla="*/ 0 w 1"/>
                  <a:gd name="T13" fmla="*/ 1 h 1"/>
                  <a:gd name="T14" fmla="*/ 1 w 1"/>
                  <a:gd name="T15" fmla="*/ 1 h 1"/>
                  <a:gd name="T16" fmla="*/ 0 w 1"/>
                  <a:gd name="T17" fmla="*/ 0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0" y="1"/>
                      <a:pt x="0" y="1"/>
                      <a:pt x="0" y="1"/>
                    </a:cubicBezTo>
                    <a:cubicBezTo>
                      <a:pt x="0" y="1"/>
                      <a:pt x="0" y="1"/>
                      <a:pt x="0" y="1"/>
                    </a:cubicBezTo>
                    <a:cubicBezTo>
                      <a:pt x="0" y="0"/>
                      <a:pt x="0" y="0"/>
                      <a:pt x="0" y="0"/>
                    </a:cubicBezTo>
                    <a:cubicBezTo>
                      <a:pt x="0" y="0"/>
                      <a:pt x="0" y="0"/>
                      <a:pt x="0" y="0"/>
                    </a:cubicBezTo>
                    <a:cubicBezTo>
                      <a:pt x="0" y="0"/>
                      <a:pt x="1" y="0"/>
                      <a:pt x="1" y="1"/>
                    </a:cubicBezTo>
                    <a:close/>
                    <a:moveTo>
                      <a:pt x="0" y="1"/>
                    </a:moveTo>
                    <a:cubicBezTo>
                      <a:pt x="1" y="1"/>
                      <a:pt x="1" y="1"/>
                      <a:pt x="1" y="1"/>
                    </a:cubicBezTo>
                    <a:cubicBezTo>
                      <a:pt x="1" y="0"/>
                      <a:pt x="0" y="0"/>
                      <a:pt x="0" y="0"/>
                    </a:cubicBezTo>
                    <a:cubicBezTo>
                      <a:pt x="0" y="0"/>
                      <a:pt x="0"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8" name="Freeform 376"/>
              <p:cNvSpPr>
                <a:spLocks/>
              </p:cNvSpPr>
              <p:nvPr/>
            </p:nvSpPr>
            <p:spPr bwMode="auto">
              <a:xfrm>
                <a:off x="4405313" y="2916238"/>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69" name="Freeform 377"/>
              <p:cNvSpPr>
                <a:spLocks noEditPoints="1"/>
              </p:cNvSpPr>
              <p:nvPr/>
            </p:nvSpPr>
            <p:spPr bwMode="auto">
              <a:xfrm>
                <a:off x="4405313" y="2916238"/>
                <a:ext cx="0" cy="4763"/>
              </a:xfrm>
              <a:custGeom>
                <a:avLst/>
                <a:gdLst>
                  <a:gd name="T0" fmla="*/ 3 h 3"/>
                  <a:gd name="T1" fmla="*/ 3 h 3"/>
                  <a:gd name="T2" fmla="*/ 3 h 3"/>
                  <a:gd name="T3" fmla="*/ 0 h 3"/>
                  <a:gd name="T4" fmla="*/ 0 h 3"/>
                  <a:gd name="T5" fmla="*/ 3 h 3"/>
                  <a:gd name="T6" fmla="*/ 3 h 3"/>
                  <a:gd name="T7" fmla="*/ 3 h 3"/>
                  <a:gd name="T8" fmla="*/ 3 h 3"/>
                  <a:gd name="T9" fmla="*/ 0 h 3"/>
                  <a:gd name="T10"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3"/>
                    </a:moveTo>
                    <a:lnTo>
                      <a:pt x="0" y="3"/>
                    </a:lnTo>
                    <a:lnTo>
                      <a:pt x="0" y="3"/>
                    </a:lnTo>
                    <a:lnTo>
                      <a:pt x="0" y="0"/>
                    </a:lnTo>
                    <a:lnTo>
                      <a:pt x="0" y="0"/>
                    </a:lnTo>
                    <a:lnTo>
                      <a:pt x="0" y="3"/>
                    </a:lnTo>
                    <a:lnTo>
                      <a:pt x="0" y="3"/>
                    </a:lnTo>
                    <a:close/>
                    <a:moveTo>
                      <a:pt x="0" y="3"/>
                    </a:moveTo>
                    <a:lnTo>
                      <a:pt x="0" y="3"/>
                    </a:lnTo>
                    <a:lnTo>
                      <a:pt x="0"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0" name="Freeform 378"/>
              <p:cNvSpPr>
                <a:spLocks/>
              </p:cNvSpPr>
              <p:nvPr/>
            </p:nvSpPr>
            <p:spPr bwMode="auto">
              <a:xfrm>
                <a:off x="4400550" y="2913063"/>
                <a:ext cx="4763" cy="0"/>
              </a:xfrm>
              <a:custGeom>
                <a:avLst/>
                <a:gdLst>
                  <a:gd name="T0" fmla="*/ 3 w 3"/>
                  <a:gd name="T1" fmla="*/ 3 w 3"/>
                  <a:gd name="T2" fmla="*/ 3 w 3"/>
                  <a:gd name="T3" fmla="*/ 3 w 3"/>
                  <a:gd name="T4" fmla="*/ 3 w 3"/>
                  <a:gd name="T5" fmla="*/ 0 w 3"/>
                  <a:gd name="T6" fmla="*/ 0 w 3"/>
                  <a:gd name="T7" fmla="*/ 0 w 3"/>
                  <a:gd name="T8" fmla="*/ 0 w 3"/>
                  <a:gd name="T9" fmla="*/ 0 w 3"/>
                  <a:gd name="T10" fmla="*/ 0 w 3"/>
                  <a:gd name="T11" fmla="*/ 0 w 3"/>
                  <a:gd name="T12" fmla="*/ 3 w 3"/>
                  <a:gd name="T13" fmla="*/ 3 w 3"/>
                  <a:gd name="T14"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3">
                    <a:moveTo>
                      <a:pt x="3" y="0"/>
                    </a:moveTo>
                    <a:lnTo>
                      <a:pt x="3" y="0"/>
                    </a:lnTo>
                    <a:lnTo>
                      <a:pt x="3" y="0"/>
                    </a:lnTo>
                    <a:lnTo>
                      <a:pt x="3" y="0"/>
                    </a:lnTo>
                    <a:lnTo>
                      <a:pt x="3" y="0"/>
                    </a:lnTo>
                    <a:lnTo>
                      <a:pt x="0" y="0"/>
                    </a:lnTo>
                    <a:lnTo>
                      <a:pt x="0" y="0"/>
                    </a:lnTo>
                    <a:lnTo>
                      <a:pt x="0" y="0"/>
                    </a:lnTo>
                    <a:lnTo>
                      <a:pt x="0" y="0"/>
                    </a:lnTo>
                    <a:lnTo>
                      <a:pt x="0" y="0"/>
                    </a:lnTo>
                    <a:lnTo>
                      <a:pt x="0" y="0"/>
                    </a:lnTo>
                    <a:lnTo>
                      <a:pt x="0" y="0"/>
                    </a:lnTo>
                    <a:lnTo>
                      <a:pt x="3" y="0"/>
                    </a:lnTo>
                    <a:lnTo>
                      <a:pt x="3" y="0"/>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1" name="Freeform 379"/>
              <p:cNvSpPr>
                <a:spLocks noEditPoints="1"/>
              </p:cNvSpPr>
              <p:nvPr/>
            </p:nvSpPr>
            <p:spPr bwMode="auto">
              <a:xfrm>
                <a:off x="4400550" y="2913063"/>
                <a:ext cx="4763" cy="0"/>
              </a:xfrm>
              <a:custGeom>
                <a:avLst/>
                <a:gdLst>
                  <a:gd name="T0" fmla="*/ 3 w 3"/>
                  <a:gd name="T1" fmla="*/ 0 w 3"/>
                  <a:gd name="T2" fmla="*/ 0 w 3"/>
                  <a:gd name="T3" fmla="*/ 0 w 3"/>
                  <a:gd name="T4" fmla="*/ 0 w 3"/>
                  <a:gd name="T5" fmla="*/ 0 w 3"/>
                  <a:gd name="T6" fmla="*/ 0 w 3"/>
                  <a:gd name="T7" fmla="*/ 0 w 3"/>
                  <a:gd name="T8" fmla="*/ 0 w 3"/>
                  <a:gd name="T9" fmla="*/ 0 w 3"/>
                  <a:gd name="T10" fmla="*/ 0 w 3"/>
                  <a:gd name="T11" fmla="*/ 3 w 3"/>
                  <a:gd name="T12" fmla="*/ 3 w 3"/>
                  <a:gd name="T13" fmla="*/ 3 w 3"/>
                  <a:gd name="T14" fmla="*/ 3 w 3"/>
                  <a:gd name="T15" fmla="*/ 3 w 3"/>
                  <a:gd name="T16" fmla="*/ 3 w 3"/>
                  <a:gd name="T17" fmla="*/ 3 w 3"/>
                  <a:gd name="T18" fmla="*/ 3 w 3"/>
                  <a:gd name="T19" fmla="*/ 3 w 3"/>
                  <a:gd name="T20" fmla="*/ 3 w 3"/>
                  <a:gd name="T21" fmla="*/ 0 w 3"/>
                  <a:gd name="T22" fmla="*/ 3 w 3"/>
                  <a:gd name="T23" fmla="*/ 3 w 3"/>
                  <a:gd name="T24" fmla="*/ 3 w 3"/>
                  <a:gd name="T25" fmla="*/ 3 w 3"/>
                  <a:gd name="T26" fmla="*/ 3 w 3"/>
                  <a:gd name="T27" fmla="*/ 3 w 3"/>
                  <a:gd name="T28" fmla="*/ 3 w 3"/>
                  <a:gd name="T29" fmla="*/ 3 w 3"/>
                  <a:gd name="T30" fmla="*/ 0 w 3"/>
                  <a:gd name="T31" fmla="*/ 0 w 3"/>
                  <a:gd name="T32" fmla="*/ 0 w 3"/>
                  <a:gd name="T33" fmla="*/ 0 w 3"/>
                  <a:gd name="T34" fmla="*/ 0 w 3"/>
                  <a:gd name="T35" fmla="*/ 0 w 3"/>
                  <a:gd name="T36" fmla="*/ 0 w 3"/>
                  <a:gd name="T37"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3">
                    <a:moveTo>
                      <a:pt x="3" y="0"/>
                    </a:moveTo>
                    <a:lnTo>
                      <a:pt x="0" y="0"/>
                    </a:lnTo>
                    <a:lnTo>
                      <a:pt x="0" y="0"/>
                    </a:lnTo>
                    <a:lnTo>
                      <a:pt x="0" y="0"/>
                    </a:lnTo>
                    <a:lnTo>
                      <a:pt x="0" y="0"/>
                    </a:lnTo>
                    <a:lnTo>
                      <a:pt x="0" y="0"/>
                    </a:lnTo>
                    <a:lnTo>
                      <a:pt x="0" y="0"/>
                    </a:lnTo>
                    <a:lnTo>
                      <a:pt x="0" y="0"/>
                    </a:lnTo>
                    <a:lnTo>
                      <a:pt x="0" y="0"/>
                    </a:lnTo>
                    <a:lnTo>
                      <a:pt x="0" y="0"/>
                    </a:lnTo>
                    <a:lnTo>
                      <a:pt x="0" y="0"/>
                    </a:lnTo>
                    <a:lnTo>
                      <a:pt x="3" y="0"/>
                    </a:lnTo>
                    <a:lnTo>
                      <a:pt x="3" y="0"/>
                    </a:lnTo>
                    <a:lnTo>
                      <a:pt x="3" y="0"/>
                    </a:lnTo>
                    <a:lnTo>
                      <a:pt x="3" y="0"/>
                    </a:lnTo>
                    <a:lnTo>
                      <a:pt x="3" y="0"/>
                    </a:lnTo>
                    <a:lnTo>
                      <a:pt x="3" y="0"/>
                    </a:lnTo>
                    <a:lnTo>
                      <a:pt x="3" y="0"/>
                    </a:lnTo>
                    <a:lnTo>
                      <a:pt x="3" y="0"/>
                    </a:lnTo>
                    <a:lnTo>
                      <a:pt x="3" y="0"/>
                    </a:lnTo>
                    <a:lnTo>
                      <a:pt x="3" y="0"/>
                    </a:lnTo>
                    <a:close/>
                    <a:moveTo>
                      <a:pt x="0" y="0"/>
                    </a:moveTo>
                    <a:lnTo>
                      <a:pt x="3" y="0"/>
                    </a:lnTo>
                    <a:lnTo>
                      <a:pt x="3" y="0"/>
                    </a:lnTo>
                    <a:lnTo>
                      <a:pt x="3" y="0"/>
                    </a:lnTo>
                    <a:lnTo>
                      <a:pt x="3" y="0"/>
                    </a:lnTo>
                    <a:lnTo>
                      <a:pt x="3" y="0"/>
                    </a:lnTo>
                    <a:lnTo>
                      <a:pt x="3" y="0"/>
                    </a:lnTo>
                    <a:lnTo>
                      <a:pt x="3" y="0"/>
                    </a:lnTo>
                    <a:lnTo>
                      <a:pt x="3" y="0"/>
                    </a:lnTo>
                    <a:lnTo>
                      <a:pt x="0" y="0"/>
                    </a:ln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2" name="Rectangle 380"/>
              <p:cNvSpPr>
                <a:spLocks noChangeArrowheads="1"/>
              </p:cNvSpPr>
              <p:nvPr/>
            </p:nvSpPr>
            <p:spPr bwMode="auto">
              <a:xfrm>
                <a:off x="4400550" y="2913063"/>
                <a:ext cx="4763"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3" name="Freeform 381"/>
              <p:cNvSpPr>
                <a:spLocks noEditPoints="1"/>
              </p:cNvSpPr>
              <p:nvPr/>
            </p:nvSpPr>
            <p:spPr bwMode="auto">
              <a:xfrm>
                <a:off x="4400550" y="2913063"/>
                <a:ext cx="4763" cy="3175"/>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0 w 3"/>
                  <a:gd name="T13" fmla="*/ 0 h 2"/>
                  <a:gd name="T14" fmla="*/ 3 w 3"/>
                  <a:gd name="T15" fmla="*/ 0 h 2"/>
                  <a:gd name="T16" fmla="*/ 3 w 3"/>
                  <a:gd name="T17" fmla="*/ 0 h 2"/>
                  <a:gd name="T18" fmla="*/ 3 w 3"/>
                  <a:gd name="T19" fmla="*/ 0 h 2"/>
                  <a:gd name="T20" fmla="*/ 3 w 3"/>
                  <a:gd name="T21" fmla="*/ 0 h 2"/>
                  <a:gd name="T22" fmla="*/ 3 w 3"/>
                  <a:gd name="T23" fmla="*/ 2 h 2"/>
                  <a:gd name="T24" fmla="*/ 0 w 3"/>
                  <a:gd name="T25" fmla="*/ 0 h 2"/>
                  <a:gd name="T26" fmla="*/ 3 w 3"/>
                  <a:gd name="T27" fmla="*/ 0 h 2"/>
                  <a:gd name="T28" fmla="*/ 3 w 3"/>
                  <a:gd name="T29" fmla="*/ 0 h 2"/>
                  <a:gd name="T30" fmla="*/ 0 w 3"/>
                  <a:gd name="T31" fmla="*/ 0 h 2"/>
                  <a:gd name="T32" fmla="*/ 0 w 3"/>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3" y="2"/>
                    </a:moveTo>
                    <a:lnTo>
                      <a:pt x="3" y="2"/>
                    </a:lnTo>
                    <a:lnTo>
                      <a:pt x="0" y="2"/>
                    </a:lnTo>
                    <a:lnTo>
                      <a:pt x="0" y="2"/>
                    </a:lnTo>
                    <a:lnTo>
                      <a:pt x="0" y="0"/>
                    </a:lnTo>
                    <a:lnTo>
                      <a:pt x="0" y="0"/>
                    </a:lnTo>
                    <a:lnTo>
                      <a:pt x="0" y="0"/>
                    </a:lnTo>
                    <a:lnTo>
                      <a:pt x="3" y="0"/>
                    </a:lnTo>
                    <a:lnTo>
                      <a:pt x="3" y="0"/>
                    </a:lnTo>
                    <a:lnTo>
                      <a:pt x="3" y="0"/>
                    </a:lnTo>
                    <a:lnTo>
                      <a:pt x="3" y="0"/>
                    </a:lnTo>
                    <a:lnTo>
                      <a:pt x="3" y="2"/>
                    </a:lnTo>
                    <a:close/>
                    <a:moveTo>
                      <a:pt x="0" y="0"/>
                    </a:moveTo>
                    <a:lnTo>
                      <a:pt x="3" y="0"/>
                    </a:lnTo>
                    <a:lnTo>
                      <a:pt x="3"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4" name="Freeform 382"/>
              <p:cNvSpPr>
                <a:spLocks/>
              </p:cNvSpPr>
              <p:nvPr/>
            </p:nvSpPr>
            <p:spPr bwMode="auto">
              <a:xfrm>
                <a:off x="4405313" y="2909888"/>
                <a:ext cx="0" cy="3175"/>
              </a:xfrm>
              <a:custGeom>
                <a:avLst/>
                <a:gdLst>
                  <a:gd name="T0" fmla="*/ 0 h 2"/>
                  <a:gd name="T1" fmla="*/ 0 h 2"/>
                  <a:gd name="T2" fmla="*/ 0 h 2"/>
                  <a:gd name="T3" fmla="*/ 0 h 2"/>
                  <a:gd name="T4" fmla="*/ 2 h 2"/>
                  <a:gd name="T5" fmla="*/ 2 h 2"/>
                  <a:gd name="T6" fmla="*/ 0 h 2"/>
                  <a:gd name="T7" fmla="*/ 0 h 2"/>
                  <a:gd name="T8" fmla="*/ 0 h 2"/>
                  <a:gd name="T9" fmla="*/ 0 h 2"/>
                  <a:gd name="T10" fmla="*/ 0 h 2"/>
                  <a:gd name="T11" fmla="*/ 0 h 2"/>
                  <a:gd name="T12" fmla="*/ 0 h 2"/>
                  <a:gd name="T13" fmla="*/ 0 h 2"/>
                  <a:gd name="T14"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2">
                    <a:moveTo>
                      <a:pt x="0" y="0"/>
                    </a:moveTo>
                    <a:lnTo>
                      <a:pt x="0" y="0"/>
                    </a:lnTo>
                    <a:lnTo>
                      <a:pt x="0" y="0"/>
                    </a:lnTo>
                    <a:lnTo>
                      <a:pt x="0" y="0"/>
                    </a:lnTo>
                    <a:lnTo>
                      <a:pt x="0" y="2"/>
                    </a:lnTo>
                    <a:lnTo>
                      <a:pt x="0" y="2"/>
                    </a:lnTo>
                    <a:lnTo>
                      <a:pt x="0" y="0"/>
                    </a:lnTo>
                    <a:lnTo>
                      <a:pt x="0" y="0"/>
                    </a:lnTo>
                    <a:lnTo>
                      <a:pt x="0" y="0"/>
                    </a:lnTo>
                    <a:lnTo>
                      <a:pt x="0" y="0"/>
                    </a:lnTo>
                    <a:lnTo>
                      <a:pt x="0" y="0"/>
                    </a:lnTo>
                    <a:lnTo>
                      <a:pt x="0" y="0"/>
                    </a:lnTo>
                    <a:lnTo>
                      <a:pt x="0" y="0"/>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5" name="Freeform 383"/>
              <p:cNvSpPr>
                <a:spLocks noEditPoints="1"/>
              </p:cNvSpPr>
              <p:nvPr/>
            </p:nvSpPr>
            <p:spPr bwMode="auto">
              <a:xfrm>
                <a:off x="4405313" y="2909888"/>
                <a:ext cx="0" cy="3175"/>
              </a:xfrm>
              <a:custGeom>
                <a:avLst/>
                <a:gdLst>
                  <a:gd name="T0" fmla="*/ 2 h 2"/>
                  <a:gd name="T1" fmla="*/ 2 h 2"/>
                  <a:gd name="T2" fmla="*/ 2 h 2"/>
                  <a:gd name="T3" fmla="*/ 0 h 2"/>
                  <a:gd name="T4" fmla="*/ 0 h 2"/>
                  <a:gd name="T5" fmla="*/ 0 h 2"/>
                  <a:gd name="T6" fmla="*/ 0 h 2"/>
                  <a:gd name="T7" fmla="*/ 0 h 2"/>
                  <a:gd name="T8" fmla="*/ 0 h 2"/>
                  <a:gd name="T9" fmla="*/ 0 h 2"/>
                  <a:gd name="T10" fmla="*/ 0 h 2"/>
                  <a:gd name="T11" fmla="*/ 0 h 2"/>
                  <a:gd name="T12" fmla="*/ 0 h 2"/>
                  <a:gd name="T13" fmla="*/ 0 h 2"/>
                  <a:gd name="T14" fmla="*/ 0 h 2"/>
                  <a:gd name="T15" fmla="*/ 0 h 2"/>
                  <a:gd name="T16" fmla="*/ 0 h 2"/>
                  <a:gd name="T17" fmla="*/ 0 h 2"/>
                  <a:gd name="T18" fmla="*/ 0 h 2"/>
                  <a:gd name="T19" fmla="*/ 2 h 2"/>
                  <a:gd name="T20" fmla="*/ 2 h 2"/>
                  <a:gd name="T21" fmla="*/ 2 h 2"/>
                  <a:gd name="T22" fmla="*/ 2 h 2"/>
                  <a:gd name="T23" fmla="*/ 0 h 2"/>
                  <a:gd name="T24" fmla="*/ 0 h 2"/>
                  <a:gd name="T25" fmla="*/ 0 h 2"/>
                  <a:gd name="T26" fmla="*/ 0 h 2"/>
                  <a:gd name="T27" fmla="*/ 0 h 2"/>
                  <a:gd name="T28" fmla="*/ 0 h 2"/>
                  <a:gd name="T29" fmla="*/ 0 h 2"/>
                  <a:gd name="T30" fmla="*/ 0 h 2"/>
                  <a:gd name="T31" fmla="*/ 0 h 2"/>
                  <a:gd name="T32" fmla="*/ 0 h 2"/>
                  <a:gd name="T33" fmla="*/ 0 h 2"/>
                  <a:gd name="T34" fmla="*/ 0 h 2"/>
                  <a:gd name="T35" fmla="*/ 0 h 2"/>
                  <a:gd name="T36" fmla="*/ 0 h 2"/>
                  <a:gd name="T37"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Lst>
                <a:rect l="0" t="0" r="r" b="b"/>
                <a:pathLst>
                  <a:path h="2">
                    <a:moveTo>
                      <a:pt x="0" y="2"/>
                    </a:move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close/>
                    <a:moveTo>
                      <a:pt x="0" y="2"/>
                    </a:move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6" name="Rectangle 384"/>
              <p:cNvSpPr>
                <a:spLocks noChangeArrowheads="1"/>
              </p:cNvSpPr>
              <p:nvPr/>
            </p:nvSpPr>
            <p:spPr bwMode="auto">
              <a:xfrm>
                <a:off x="4405313" y="2913063"/>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7" name="Freeform 385"/>
              <p:cNvSpPr>
                <a:spLocks noEditPoints="1"/>
              </p:cNvSpPr>
              <p:nvPr/>
            </p:nvSpPr>
            <p:spPr bwMode="auto">
              <a:xfrm>
                <a:off x="4405313" y="2913063"/>
                <a:ext cx="0" cy="3175"/>
              </a:xfrm>
              <a:custGeom>
                <a:avLst/>
                <a:gdLst>
                  <a:gd name="T0" fmla="*/ 2 h 2"/>
                  <a:gd name="T1" fmla="*/ 2 h 2"/>
                  <a:gd name="T2" fmla="*/ 2 h 2"/>
                  <a:gd name="T3" fmla="*/ 2 h 2"/>
                  <a:gd name="T4" fmla="*/ 0 h 2"/>
                  <a:gd name="T5" fmla="*/ 0 h 2"/>
                  <a:gd name="T6" fmla="*/ 0 h 2"/>
                  <a:gd name="T7" fmla="*/ 0 h 2"/>
                  <a:gd name="T8" fmla="*/ 0 h 2"/>
                  <a:gd name="T9" fmla="*/ 0 h 2"/>
                  <a:gd name="T10" fmla="*/ 0 h 2"/>
                  <a:gd name="T11" fmla="*/ 2 h 2"/>
                  <a:gd name="T12" fmla="*/ 0 h 2"/>
                  <a:gd name="T13" fmla="*/ 0 h 2"/>
                  <a:gd name="T14" fmla="*/ 0 h 2"/>
                  <a:gd name="T15" fmla="*/ 0 h 2"/>
                  <a:gd name="T16"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2">
                    <a:moveTo>
                      <a:pt x="0" y="2"/>
                    </a:moveTo>
                    <a:lnTo>
                      <a:pt x="0" y="2"/>
                    </a:lnTo>
                    <a:lnTo>
                      <a:pt x="0" y="2"/>
                    </a:lnTo>
                    <a:lnTo>
                      <a:pt x="0" y="2"/>
                    </a:lnTo>
                    <a:lnTo>
                      <a:pt x="0" y="0"/>
                    </a:lnTo>
                    <a:lnTo>
                      <a:pt x="0" y="0"/>
                    </a:lnTo>
                    <a:lnTo>
                      <a:pt x="0" y="0"/>
                    </a:lnTo>
                    <a:lnTo>
                      <a:pt x="0" y="0"/>
                    </a:lnTo>
                    <a:lnTo>
                      <a:pt x="0" y="0"/>
                    </a:lnTo>
                    <a:lnTo>
                      <a:pt x="0" y="0"/>
                    </a:lnTo>
                    <a:lnTo>
                      <a:pt x="0" y="0"/>
                    </a:lnTo>
                    <a:lnTo>
                      <a:pt x="0" y="2"/>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8" name="Freeform 386"/>
              <p:cNvSpPr>
                <a:spLocks/>
              </p:cNvSpPr>
              <p:nvPr/>
            </p:nvSpPr>
            <p:spPr bwMode="auto">
              <a:xfrm>
                <a:off x="4400550" y="2913063"/>
                <a:ext cx="4763" cy="0"/>
              </a:xfrm>
              <a:custGeom>
                <a:avLst/>
                <a:gdLst>
                  <a:gd name="T0" fmla="*/ 3 w 3"/>
                  <a:gd name="T1" fmla="*/ 0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0" y="0"/>
                    </a:lnTo>
                    <a:lnTo>
                      <a:pt x="0" y="0"/>
                    </a:lnTo>
                    <a:lnTo>
                      <a:pt x="0" y="0"/>
                    </a:lnTo>
                    <a:lnTo>
                      <a:pt x="3"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79" name="Freeform 387"/>
              <p:cNvSpPr>
                <a:spLocks/>
              </p:cNvSpPr>
              <p:nvPr/>
            </p:nvSpPr>
            <p:spPr bwMode="auto">
              <a:xfrm>
                <a:off x="4405313" y="2913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0" name="Freeform 388"/>
              <p:cNvSpPr>
                <a:spLocks/>
              </p:cNvSpPr>
              <p:nvPr/>
            </p:nvSpPr>
            <p:spPr bwMode="auto">
              <a:xfrm>
                <a:off x="4405313" y="2913063"/>
                <a:ext cx="3175" cy="0"/>
              </a:xfrm>
              <a:custGeom>
                <a:avLst/>
                <a:gdLst>
                  <a:gd name="T0" fmla="*/ 2 w 2"/>
                  <a:gd name="T1" fmla="*/ 2 w 2"/>
                  <a:gd name="T2" fmla="*/ 0 w 2"/>
                  <a:gd name="T3" fmla="*/ 0 w 2"/>
                  <a:gd name="T4" fmla="*/ 0 w 2"/>
                  <a:gd name="T5" fmla="*/ 2 w 2"/>
                  <a:gd name="T6" fmla="*/ 2 w 2"/>
                  <a:gd name="T7" fmla="*/ 2 w 2"/>
                  <a:gd name="T8" fmla="*/ 2 w 2"/>
                  <a:gd name="T9" fmla="*/ 2 w 2"/>
                  <a:gd name="T10" fmla="*/ 2 w 2"/>
                  <a:gd name="T11" fmla="*/ 2 w 2"/>
                  <a:gd name="T12" fmla="*/ 2 w 2"/>
                  <a:gd name="T13" fmla="*/ 2 w 2"/>
                  <a:gd name="T14"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2" y="0"/>
                    </a:moveTo>
                    <a:lnTo>
                      <a:pt x="2" y="0"/>
                    </a:ln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1" name="Freeform 389"/>
              <p:cNvSpPr>
                <a:spLocks noEditPoints="1"/>
              </p:cNvSpPr>
              <p:nvPr/>
            </p:nvSpPr>
            <p:spPr bwMode="auto">
              <a:xfrm>
                <a:off x="4405313" y="2913063"/>
                <a:ext cx="3175" cy="0"/>
              </a:xfrm>
              <a:custGeom>
                <a:avLst/>
                <a:gdLst>
                  <a:gd name="T0" fmla="*/ 2 w 2"/>
                  <a:gd name="T1" fmla="*/ 0 w 2"/>
                  <a:gd name="T2" fmla="*/ 0 w 2"/>
                  <a:gd name="T3" fmla="*/ 0 w 2"/>
                  <a:gd name="T4" fmla="*/ 0 w 2"/>
                  <a:gd name="T5" fmla="*/ 2 w 2"/>
                  <a:gd name="T6" fmla="*/ 2 w 2"/>
                  <a:gd name="T7" fmla="*/ 2 w 2"/>
                  <a:gd name="T8" fmla="*/ 2 w 2"/>
                  <a:gd name="T9" fmla="*/ 2 w 2"/>
                  <a:gd name="T10" fmla="*/ 2 w 2"/>
                  <a:gd name="T11" fmla="*/ 2 w 2"/>
                  <a:gd name="T12" fmla="*/ 2 w 2"/>
                  <a:gd name="T13" fmla="*/ 2 w 2"/>
                  <a:gd name="T14" fmla="*/ 2 w 2"/>
                  <a:gd name="T15" fmla="*/ 2 w 2"/>
                  <a:gd name="T16" fmla="*/ 2 w 2"/>
                  <a:gd name="T17" fmla="*/ 2 w 2"/>
                  <a:gd name="T18" fmla="*/ 2 w 2"/>
                  <a:gd name="T19" fmla="*/ 2 w 2"/>
                  <a:gd name="T20" fmla="*/ 2 w 2"/>
                  <a:gd name="T21" fmla="*/ 2 w 2"/>
                  <a:gd name="T22" fmla="*/ 2 w 2"/>
                  <a:gd name="T23" fmla="*/ 2 w 2"/>
                  <a:gd name="T24" fmla="*/ 2 w 2"/>
                  <a:gd name="T25" fmla="*/ 2 w 2"/>
                  <a:gd name="T26" fmla="*/ 2 w 2"/>
                  <a:gd name="T27" fmla="*/ 2 w 2"/>
                  <a:gd name="T28" fmla="*/ 2 w 2"/>
                  <a:gd name="T29" fmla="*/ 2 w 2"/>
                  <a:gd name="T30" fmla="*/ 2 w 2"/>
                  <a:gd name="T31" fmla="*/ 2 w 2"/>
                  <a:gd name="T32" fmla="*/ 2 w 2"/>
                  <a:gd name="T33" fmla="*/ 2 w 2"/>
                  <a:gd name="T34" fmla="*/ 2 w 2"/>
                  <a:gd name="T35" fmla="*/ 2 w 2"/>
                  <a:gd name="T36" fmla="*/ 2 w 2"/>
                  <a:gd name="T37"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Lst>
                <a:rect l="0" t="0" r="r" b="b"/>
                <a:pathLst>
                  <a:path w="2">
                    <a:moveTo>
                      <a:pt x="2" y="0"/>
                    </a:moveTo>
                    <a:lnTo>
                      <a:pt x="0" y="0"/>
                    </a:ln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close/>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2" name="Rectangle 390"/>
              <p:cNvSpPr>
                <a:spLocks noChangeArrowheads="1"/>
              </p:cNvSpPr>
              <p:nvPr/>
            </p:nvSpPr>
            <p:spPr bwMode="auto">
              <a:xfrm>
                <a:off x="4408488" y="2913063"/>
                <a:ext cx="1588" cy="15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3" name="Freeform 391"/>
              <p:cNvSpPr>
                <a:spLocks noEditPoints="1"/>
              </p:cNvSpPr>
              <p:nvPr/>
            </p:nvSpPr>
            <p:spPr bwMode="auto">
              <a:xfrm>
                <a:off x="4408488" y="2913063"/>
                <a:ext cx="0" cy="3175"/>
              </a:xfrm>
              <a:custGeom>
                <a:avLst/>
                <a:gdLst>
                  <a:gd name="T0" fmla="*/ 2 h 2"/>
                  <a:gd name="T1" fmla="*/ 2 h 2"/>
                  <a:gd name="T2" fmla="*/ 2 h 2"/>
                  <a:gd name="T3" fmla="*/ 0 h 2"/>
                  <a:gd name="T4" fmla="*/ 0 h 2"/>
                  <a:gd name="T5" fmla="*/ 0 h 2"/>
                  <a:gd name="T6" fmla="*/ 0 h 2"/>
                  <a:gd name="T7" fmla="*/ 0 h 2"/>
                  <a:gd name="T8" fmla="*/ 0 h 2"/>
                  <a:gd name="T9" fmla="*/ 2 h 2"/>
                  <a:gd name="T10" fmla="*/ 2 h 2"/>
                  <a:gd name="T11" fmla="*/ 0 h 2"/>
                  <a:gd name="T12" fmla="*/ 0 h 2"/>
                  <a:gd name="T13" fmla="*/ 0 h 2"/>
                  <a:gd name="T14" fmla="*/ 0 h 2"/>
                  <a:gd name="T15"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Lst>
                <a:rect l="0" t="0" r="r" b="b"/>
                <a:pathLst>
                  <a:path h="2">
                    <a:moveTo>
                      <a:pt x="0" y="2"/>
                    </a:moveTo>
                    <a:lnTo>
                      <a:pt x="0" y="2"/>
                    </a:lnTo>
                    <a:lnTo>
                      <a:pt x="0" y="2"/>
                    </a:lnTo>
                    <a:lnTo>
                      <a:pt x="0" y="0"/>
                    </a:lnTo>
                    <a:lnTo>
                      <a:pt x="0" y="0"/>
                    </a:lnTo>
                    <a:lnTo>
                      <a:pt x="0" y="0"/>
                    </a:lnTo>
                    <a:lnTo>
                      <a:pt x="0" y="0"/>
                    </a:lnTo>
                    <a:lnTo>
                      <a:pt x="0" y="0"/>
                    </a:lnTo>
                    <a:lnTo>
                      <a:pt x="0" y="0"/>
                    </a:lnTo>
                    <a:lnTo>
                      <a:pt x="0" y="2"/>
                    </a:lnTo>
                    <a:lnTo>
                      <a:pt x="0" y="2"/>
                    </a:lnTo>
                    <a:close/>
                    <a:moveTo>
                      <a:pt x="0" y="0"/>
                    </a:move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4" name="Freeform 392"/>
              <p:cNvSpPr>
                <a:spLocks/>
              </p:cNvSpPr>
              <p:nvPr/>
            </p:nvSpPr>
            <p:spPr bwMode="auto">
              <a:xfrm>
                <a:off x="4408488" y="2913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5" name="Freeform 393"/>
              <p:cNvSpPr>
                <a:spLocks/>
              </p:cNvSpPr>
              <p:nvPr/>
            </p:nvSpPr>
            <p:spPr bwMode="auto">
              <a:xfrm>
                <a:off x="4378325" y="2913063"/>
                <a:ext cx="7938" cy="11113"/>
              </a:xfrm>
              <a:custGeom>
                <a:avLst/>
                <a:gdLst>
                  <a:gd name="T0" fmla="*/ 1 w 2"/>
                  <a:gd name="T1" fmla="*/ 3 h 3"/>
                  <a:gd name="T2" fmla="*/ 0 w 2"/>
                  <a:gd name="T3" fmla="*/ 2 h 3"/>
                  <a:gd name="T4" fmla="*/ 0 w 2"/>
                  <a:gd name="T5" fmla="*/ 0 h 3"/>
                  <a:gd name="T6" fmla="*/ 2 w 2"/>
                  <a:gd name="T7" fmla="*/ 0 h 3"/>
                  <a:gd name="T8" fmla="*/ 2 w 2"/>
                  <a:gd name="T9" fmla="*/ 2 h 3"/>
                  <a:gd name="T10" fmla="*/ 1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1" y="3"/>
                    </a:moveTo>
                    <a:cubicBezTo>
                      <a:pt x="0" y="3"/>
                      <a:pt x="0" y="3"/>
                      <a:pt x="0" y="2"/>
                    </a:cubicBezTo>
                    <a:cubicBezTo>
                      <a:pt x="0" y="0"/>
                      <a:pt x="0" y="0"/>
                      <a:pt x="0" y="0"/>
                    </a:cubicBezTo>
                    <a:cubicBezTo>
                      <a:pt x="2" y="0"/>
                      <a:pt x="2" y="0"/>
                      <a:pt x="2" y="0"/>
                    </a:cubicBezTo>
                    <a:cubicBezTo>
                      <a:pt x="2" y="2"/>
                      <a:pt x="2" y="2"/>
                      <a:pt x="2" y="2"/>
                    </a:cubicBezTo>
                    <a:cubicBezTo>
                      <a:pt x="2" y="3"/>
                      <a:pt x="2" y="3"/>
                      <a:pt x="1" y="3"/>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6" name="Rectangle 394"/>
              <p:cNvSpPr>
                <a:spLocks noChangeArrowheads="1"/>
              </p:cNvSpPr>
              <p:nvPr/>
            </p:nvSpPr>
            <p:spPr bwMode="auto">
              <a:xfrm>
                <a:off x="4381500" y="2921000"/>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7" name="Freeform 395"/>
              <p:cNvSpPr>
                <a:spLocks/>
              </p:cNvSpPr>
              <p:nvPr/>
            </p:nvSpPr>
            <p:spPr bwMode="auto">
              <a:xfrm>
                <a:off x="4378325" y="2916238"/>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8" name="Freeform 396"/>
              <p:cNvSpPr>
                <a:spLocks/>
              </p:cNvSpPr>
              <p:nvPr/>
            </p:nvSpPr>
            <p:spPr bwMode="auto">
              <a:xfrm>
                <a:off x="4378325" y="2921000"/>
                <a:ext cx="3175" cy="0"/>
              </a:xfrm>
              <a:custGeom>
                <a:avLst/>
                <a:gdLst>
                  <a:gd name="T0" fmla="*/ 0 w 2"/>
                  <a:gd name="T1" fmla="*/ 2 w 2"/>
                  <a:gd name="T2" fmla="*/ 0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2" y="0"/>
                    </a:lnTo>
                    <a:lnTo>
                      <a:pt x="0"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89" name="Freeform 397"/>
              <p:cNvSpPr>
                <a:spLocks/>
              </p:cNvSpPr>
              <p:nvPr/>
            </p:nvSpPr>
            <p:spPr bwMode="auto">
              <a:xfrm>
                <a:off x="4381500" y="2921000"/>
                <a:ext cx="4763" cy="0"/>
              </a:xfrm>
              <a:custGeom>
                <a:avLst/>
                <a:gdLst>
                  <a:gd name="T0" fmla="*/ 0 w 3"/>
                  <a:gd name="T1" fmla="*/ 0 w 3"/>
                  <a:gd name="T2" fmla="*/ 3 w 3"/>
                  <a:gd name="T3" fmla="*/ 0 w 3"/>
                  <a:gd name="T4" fmla="*/ 0 w 3"/>
                </a:gdLst>
                <a:ahLst/>
                <a:cxnLst>
                  <a:cxn ang="0">
                    <a:pos x="T0" y="0"/>
                  </a:cxn>
                  <a:cxn ang="0">
                    <a:pos x="T1" y="0"/>
                  </a:cxn>
                  <a:cxn ang="0">
                    <a:pos x="T2" y="0"/>
                  </a:cxn>
                  <a:cxn ang="0">
                    <a:pos x="T3" y="0"/>
                  </a:cxn>
                  <a:cxn ang="0">
                    <a:pos x="T4" y="0"/>
                  </a:cxn>
                </a:cxnLst>
                <a:rect l="0" t="0" r="r" b="b"/>
                <a:pathLst>
                  <a:path w="3">
                    <a:moveTo>
                      <a:pt x="0" y="0"/>
                    </a:moveTo>
                    <a:lnTo>
                      <a:pt x="0" y="0"/>
                    </a:lnTo>
                    <a:lnTo>
                      <a:pt x="3"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0" name="Freeform 398"/>
              <p:cNvSpPr>
                <a:spLocks/>
              </p:cNvSpPr>
              <p:nvPr/>
            </p:nvSpPr>
            <p:spPr bwMode="auto">
              <a:xfrm>
                <a:off x="4381500" y="2916238"/>
                <a:ext cx="4763" cy="0"/>
              </a:xfrm>
              <a:custGeom>
                <a:avLst/>
                <a:gdLst>
                  <a:gd name="T0" fmla="*/ 0 w 3"/>
                  <a:gd name="T1" fmla="*/ 0 w 3"/>
                  <a:gd name="T2" fmla="*/ 0 w 3"/>
                  <a:gd name="T3" fmla="*/ 3 w 3"/>
                  <a:gd name="T4" fmla="*/ 0 w 3"/>
                </a:gdLst>
                <a:ahLst/>
                <a:cxnLst>
                  <a:cxn ang="0">
                    <a:pos x="T0" y="0"/>
                  </a:cxn>
                  <a:cxn ang="0">
                    <a:pos x="T1" y="0"/>
                  </a:cxn>
                  <a:cxn ang="0">
                    <a:pos x="T2" y="0"/>
                  </a:cxn>
                  <a:cxn ang="0">
                    <a:pos x="T3" y="0"/>
                  </a:cxn>
                  <a:cxn ang="0">
                    <a:pos x="T4" y="0"/>
                  </a:cxn>
                </a:cxnLst>
                <a:rect l="0" t="0" r="r" b="b"/>
                <a:pathLst>
                  <a:path w="3">
                    <a:moveTo>
                      <a:pt x="0" y="0"/>
                    </a:moveTo>
                    <a:lnTo>
                      <a:pt x="0" y="0"/>
                    </a:lnTo>
                    <a:lnTo>
                      <a:pt x="0" y="0"/>
                    </a:lnTo>
                    <a:lnTo>
                      <a:pt x="3"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1" name="Freeform 399"/>
              <p:cNvSpPr>
                <a:spLocks/>
              </p:cNvSpPr>
              <p:nvPr/>
            </p:nvSpPr>
            <p:spPr bwMode="auto">
              <a:xfrm>
                <a:off x="4389438" y="2913063"/>
                <a:ext cx="7938" cy="11113"/>
              </a:xfrm>
              <a:custGeom>
                <a:avLst/>
                <a:gdLst>
                  <a:gd name="T0" fmla="*/ 1 w 2"/>
                  <a:gd name="T1" fmla="*/ 3 h 3"/>
                  <a:gd name="T2" fmla="*/ 0 w 2"/>
                  <a:gd name="T3" fmla="*/ 2 h 3"/>
                  <a:gd name="T4" fmla="*/ 0 w 2"/>
                  <a:gd name="T5" fmla="*/ 0 h 3"/>
                  <a:gd name="T6" fmla="*/ 2 w 2"/>
                  <a:gd name="T7" fmla="*/ 0 h 3"/>
                  <a:gd name="T8" fmla="*/ 2 w 2"/>
                  <a:gd name="T9" fmla="*/ 2 h 3"/>
                  <a:gd name="T10" fmla="*/ 1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1" y="3"/>
                    </a:moveTo>
                    <a:cubicBezTo>
                      <a:pt x="0" y="3"/>
                      <a:pt x="0" y="3"/>
                      <a:pt x="0" y="2"/>
                    </a:cubicBezTo>
                    <a:cubicBezTo>
                      <a:pt x="0" y="0"/>
                      <a:pt x="0" y="0"/>
                      <a:pt x="0" y="0"/>
                    </a:cubicBezTo>
                    <a:cubicBezTo>
                      <a:pt x="2" y="0"/>
                      <a:pt x="2" y="0"/>
                      <a:pt x="2" y="0"/>
                    </a:cubicBezTo>
                    <a:cubicBezTo>
                      <a:pt x="2" y="2"/>
                      <a:pt x="2" y="2"/>
                      <a:pt x="2" y="2"/>
                    </a:cubicBezTo>
                    <a:cubicBezTo>
                      <a:pt x="2" y="3"/>
                      <a:pt x="1" y="3"/>
                      <a:pt x="1" y="3"/>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2" name="Rectangle 400"/>
              <p:cNvSpPr>
                <a:spLocks noChangeArrowheads="1"/>
              </p:cNvSpPr>
              <p:nvPr/>
            </p:nvSpPr>
            <p:spPr bwMode="auto">
              <a:xfrm>
                <a:off x="4394200" y="2921000"/>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3" name="Rectangle 401"/>
              <p:cNvSpPr>
                <a:spLocks noChangeArrowheads="1"/>
              </p:cNvSpPr>
              <p:nvPr/>
            </p:nvSpPr>
            <p:spPr bwMode="auto">
              <a:xfrm>
                <a:off x="4389438" y="2916238"/>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4" name="Rectangle 402"/>
              <p:cNvSpPr>
                <a:spLocks noChangeArrowheads="1"/>
              </p:cNvSpPr>
              <p:nvPr/>
            </p:nvSpPr>
            <p:spPr bwMode="auto">
              <a:xfrm>
                <a:off x="4389438" y="2921000"/>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5" name="Rectangle 403"/>
              <p:cNvSpPr>
                <a:spLocks noChangeArrowheads="1"/>
              </p:cNvSpPr>
              <p:nvPr/>
            </p:nvSpPr>
            <p:spPr bwMode="auto">
              <a:xfrm>
                <a:off x="4394200" y="2921000"/>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6" name="Rectangle 404"/>
              <p:cNvSpPr>
                <a:spLocks noChangeArrowheads="1"/>
              </p:cNvSpPr>
              <p:nvPr/>
            </p:nvSpPr>
            <p:spPr bwMode="auto">
              <a:xfrm>
                <a:off x="4394200" y="2916238"/>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97" name="Freeform 405"/>
              <p:cNvSpPr>
                <a:spLocks/>
              </p:cNvSpPr>
              <p:nvPr/>
            </p:nvSpPr>
            <p:spPr bwMode="auto">
              <a:xfrm>
                <a:off x="4367213" y="2913063"/>
                <a:ext cx="7938" cy="11113"/>
              </a:xfrm>
              <a:custGeom>
                <a:avLst/>
                <a:gdLst>
                  <a:gd name="T0" fmla="*/ 1 w 2"/>
                  <a:gd name="T1" fmla="*/ 3 h 3"/>
                  <a:gd name="T2" fmla="*/ 0 w 2"/>
                  <a:gd name="T3" fmla="*/ 2 h 3"/>
                  <a:gd name="T4" fmla="*/ 0 w 2"/>
                  <a:gd name="T5" fmla="*/ 0 h 3"/>
                  <a:gd name="T6" fmla="*/ 2 w 2"/>
                  <a:gd name="T7" fmla="*/ 0 h 3"/>
                  <a:gd name="T8" fmla="*/ 2 w 2"/>
                  <a:gd name="T9" fmla="*/ 2 h 3"/>
                  <a:gd name="T10" fmla="*/ 1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1" y="3"/>
                    </a:moveTo>
                    <a:cubicBezTo>
                      <a:pt x="0" y="3"/>
                      <a:pt x="0" y="3"/>
                      <a:pt x="0" y="2"/>
                    </a:cubicBezTo>
                    <a:cubicBezTo>
                      <a:pt x="0" y="0"/>
                      <a:pt x="0" y="0"/>
                      <a:pt x="0" y="0"/>
                    </a:cubicBezTo>
                    <a:cubicBezTo>
                      <a:pt x="2" y="0"/>
                      <a:pt x="2" y="0"/>
                      <a:pt x="2" y="0"/>
                    </a:cubicBezTo>
                    <a:cubicBezTo>
                      <a:pt x="2" y="2"/>
                      <a:pt x="2" y="2"/>
                      <a:pt x="2" y="2"/>
                    </a:cubicBezTo>
                    <a:cubicBezTo>
                      <a:pt x="2" y="3"/>
                      <a:pt x="2" y="3"/>
                      <a:pt x="1" y="3"/>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 name="Rectangle 407"/>
              <p:cNvSpPr>
                <a:spLocks noChangeArrowheads="1"/>
              </p:cNvSpPr>
              <p:nvPr/>
            </p:nvSpPr>
            <p:spPr bwMode="auto">
              <a:xfrm>
                <a:off x="4370388" y="2921000"/>
                <a:ext cx="1588" cy="15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 name="Freeform 408"/>
              <p:cNvSpPr>
                <a:spLocks/>
              </p:cNvSpPr>
              <p:nvPr/>
            </p:nvSpPr>
            <p:spPr bwMode="auto">
              <a:xfrm>
                <a:off x="4367213" y="2916238"/>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 name="Freeform 409"/>
              <p:cNvSpPr>
                <a:spLocks/>
              </p:cNvSpPr>
              <p:nvPr/>
            </p:nvSpPr>
            <p:spPr bwMode="auto">
              <a:xfrm>
                <a:off x="4367213" y="2921000"/>
                <a:ext cx="3175" cy="0"/>
              </a:xfrm>
              <a:custGeom>
                <a:avLst/>
                <a:gdLst>
                  <a:gd name="T0" fmla="*/ 0 w 2"/>
                  <a:gd name="T1" fmla="*/ 2 w 2"/>
                  <a:gd name="T2" fmla="*/ 0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2" y="0"/>
                    </a:lnTo>
                    <a:lnTo>
                      <a:pt x="0"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 name="Freeform 410"/>
              <p:cNvSpPr>
                <a:spLocks/>
              </p:cNvSpPr>
              <p:nvPr/>
            </p:nvSpPr>
            <p:spPr bwMode="auto">
              <a:xfrm>
                <a:off x="4370388" y="2921000"/>
                <a:ext cx="4763" cy="0"/>
              </a:xfrm>
              <a:custGeom>
                <a:avLst/>
                <a:gdLst>
                  <a:gd name="T0" fmla="*/ 0 w 3"/>
                  <a:gd name="T1" fmla="*/ 0 w 3"/>
                  <a:gd name="T2" fmla="*/ 3 w 3"/>
                  <a:gd name="T3" fmla="*/ 0 w 3"/>
                  <a:gd name="T4" fmla="*/ 0 w 3"/>
                </a:gdLst>
                <a:ahLst/>
                <a:cxnLst>
                  <a:cxn ang="0">
                    <a:pos x="T0" y="0"/>
                  </a:cxn>
                  <a:cxn ang="0">
                    <a:pos x="T1" y="0"/>
                  </a:cxn>
                  <a:cxn ang="0">
                    <a:pos x="T2" y="0"/>
                  </a:cxn>
                  <a:cxn ang="0">
                    <a:pos x="T3" y="0"/>
                  </a:cxn>
                  <a:cxn ang="0">
                    <a:pos x="T4" y="0"/>
                  </a:cxn>
                </a:cxnLst>
                <a:rect l="0" t="0" r="r" b="b"/>
                <a:pathLst>
                  <a:path w="3">
                    <a:moveTo>
                      <a:pt x="0" y="0"/>
                    </a:moveTo>
                    <a:lnTo>
                      <a:pt x="0" y="0"/>
                    </a:lnTo>
                    <a:lnTo>
                      <a:pt x="3"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 name="Freeform 411"/>
              <p:cNvSpPr>
                <a:spLocks/>
              </p:cNvSpPr>
              <p:nvPr/>
            </p:nvSpPr>
            <p:spPr bwMode="auto">
              <a:xfrm>
                <a:off x="4370388" y="2916238"/>
                <a:ext cx="4763" cy="0"/>
              </a:xfrm>
              <a:custGeom>
                <a:avLst/>
                <a:gdLst>
                  <a:gd name="T0" fmla="*/ 0 w 3"/>
                  <a:gd name="T1" fmla="*/ 0 w 3"/>
                  <a:gd name="T2" fmla="*/ 0 w 3"/>
                  <a:gd name="T3" fmla="*/ 3 w 3"/>
                  <a:gd name="T4" fmla="*/ 0 w 3"/>
                </a:gdLst>
                <a:ahLst/>
                <a:cxnLst>
                  <a:cxn ang="0">
                    <a:pos x="T0" y="0"/>
                  </a:cxn>
                  <a:cxn ang="0">
                    <a:pos x="T1" y="0"/>
                  </a:cxn>
                  <a:cxn ang="0">
                    <a:pos x="T2" y="0"/>
                  </a:cxn>
                  <a:cxn ang="0">
                    <a:pos x="T3" y="0"/>
                  </a:cxn>
                  <a:cxn ang="0">
                    <a:pos x="T4" y="0"/>
                  </a:cxn>
                </a:cxnLst>
                <a:rect l="0" t="0" r="r" b="b"/>
                <a:pathLst>
                  <a:path w="3">
                    <a:moveTo>
                      <a:pt x="0" y="0"/>
                    </a:moveTo>
                    <a:lnTo>
                      <a:pt x="0" y="0"/>
                    </a:lnTo>
                    <a:lnTo>
                      <a:pt x="0" y="0"/>
                    </a:lnTo>
                    <a:lnTo>
                      <a:pt x="3"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 name="Freeform 412"/>
              <p:cNvSpPr>
                <a:spLocks/>
              </p:cNvSpPr>
              <p:nvPr/>
            </p:nvSpPr>
            <p:spPr bwMode="auto">
              <a:xfrm>
                <a:off x="4378325" y="2928938"/>
                <a:ext cx="7938" cy="11112"/>
              </a:xfrm>
              <a:custGeom>
                <a:avLst/>
                <a:gdLst>
                  <a:gd name="T0" fmla="*/ 1 w 2"/>
                  <a:gd name="T1" fmla="*/ 3 h 3"/>
                  <a:gd name="T2" fmla="*/ 0 w 2"/>
                  <a:gd name="T3" fmla="*/ 2 h 3"/>
                  <a:gd name="T4" fmla="*/ 0 w 2"/>
                  <a:gd name="T5" fmla="*/ 0 h 3"/>
                  <a:gd name="T6" fmla="*/ 2 w 2"/>
                  <a:gd name="T7" fmla="*/ 0 h 3"/>
                  <a:gd name="T8" fmla="*/ 2 w 2"/>
                  <a:gd name="T9" fmla="*/ 2 h 3"/>
                  <a:gd name="T10" fmla="*/ 1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1" y="3"/>
                    </a:moveTo>
                    <a:cubicBezTo>
                      <a:pt x="0" y="3"/>
                      <a:pt x="0" y="2"/>
                      <a:pt x="0" y="2"/>
                    </a:cubicBezTo>
                    <a:cubicBezTo>
                      <a:pt x="0" y="0"/>
                      <a:pt x="0" y="0"/>
                      <a:pt x="0" y="0"/>
                    </a:cubicBezTo>
                    <a:cubicBezTo>
                      <a:pt x="2" y="0"/>
                      <a:pt x="2" y="0"/>
                      <a:pt x="2" y="0"/>
                    </a:cubicBezTo>
                    <a:cubicBezTo>
                      <a:pt x="2" y="2"/>
                      <a:pt x="2" y="2"/>
                      <a:pt x="2" y="2"/>
                    </a:cubicBezTo>
                    <a:cubicBezTo>
                      <a:pt x="2" y="2"/>
                      <a:pt x="2" y="3"/>
                      <a:pt x="1" y="3"/>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 name="Freeform 413"/>
              <p:cNvSpPr>
                <a:spLocks/>
              </p:cNvSpPr>
              <p:nvPr/>
            </p:nvSpPr>
            <p:spPr bwMode="auto">
              <a:xfrm>
                <a:off x="4381500" y="2932113"/>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 name="Freeform 414"/>
              <p:cNvSpPr>
                <a:spLocks/>
              </p:cNvSpPr>
              <p:nvPr/>
            </p:nvSpPr>
            <p:spPr bwMode="auto">
              <a:xfrm>
                <a:off x="4378325" y="2932113"/>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 name="Freeform 415"/>
              <p:cNvSpPr>
                <a:spLocks/>
              </p:cNvSpPr>
              <p:nvPr/>
            </p:nvSpPr>
            <p:spPr bwMode="auto">
              <a:xfrm>
                <a:off x="4378325" y="2935288"/>
                <a:ext cx="3175" cy="0"/>
              </a:xfrm>
              <a:custGeom>
                <a:avLst/>
                <a:gdLst>
                  <a:gd name="T0" fmla="*/ 0 w 2"/>
                  <a:gd name="T1" fmla="*/ 2 w 2"/>
                  <a:gd name="T2" fmla="*/ 0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2" y="0"/>
                    </a:lnTo>
                    <a:lnTo>
                      <a:pt x="0"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 name="Freeform 416"/>
              <p:cNvSpPr>
                <a:spLocks/>
              </p:cNvSpPr>
              <p:nvPr/>
            </p:nvSpPr>
            <p:spPr bwMode="auto">
              <a:xfrm>
                <a:off x="4381500" y="2935288"/>
                <a:ext cx="4763" cy="0"/>
              </a:xfrm>
              <a:custGeom>
                <a:avLst/>
                <a:gdLst>
                  <a:gd name="T0" fmla="*/ 0 w 3"/>
                  <a:gd name="T1" fmla="*/ 0 w 3"/>
                  <a:gd name="T2" fmla="*/ 3 w 3"/>
                  <a:gd name="T3" fmla="*/ 0 w 3"/>
                  <a:gd name="T4" fmla="*/ 0 w 3"/>
                </a:gdLst>
                <a:ahLst/>
                <a:cxnLst>
                  <a:cxn ang="0">
                    <a:pos x="T0" y="0"/>
                  </a:cxn>
                  <a:cxn ang="0">
                    <a:pos x="T1" y="0"/>
                  </a:cxn>
                  <a:cxn ang="0">
                    <a:pos x="T2" y="0"/>
                  </a:cxn>
                  <a:cxn ang="0">
                    <a:pos x="T3" y="0"/>
                  </a:cxn>
                  <a:cxn ang="0">
                    <a:pos x="T4" y="0"/>
                  </a:cxn>
                </a:cxnLst>
                <a:rect l="0" t="0" r="r" b="b"/>
                <a:pathLst>
                  <a:path w="3">
                    <a:moveTo>
                      <a:pt x="0" y="0"/>
                    </a:moveTo>
                    <a:lnTo>
                      <a:pt x="0" y="0"/>
                    </a:lnTo>
                    <a:lnTo>
                      <a:pt x="3"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 name="Freeform 417"/>
              <p:cNvSpPr>
                <a:spLocks/>
              </p:cNvSpPr>
              <p:nvPr/>
            </p:nvSpPr>
            <p:spPr bwMode="auto">
              <a:xfrm>
                <a:off x="4381500" y="2932113"/>
                <a:ext cx="4763" cy="0"/>
              </a:xfrm>
              <a:custGeom>
                <a:avLst/>
                <a:gdLst>
                  <a:gd name="T0" fmla="*/ 0 w 3"/>
                  <a:gd name="T1" fmla="*/ 0 w 3"/>
                  <a:gd name="T2" fmla="*/ 0 w 3"/>
                  <a:gd name="T3" fmla="*/ 3 w 3"/>
                  <a:gd name="T4" fmla="*/ 0 w 3"/>
                </a:gdLst>
                <a:ahLst/>
                <a:cxnLst>
                  <a:cxn ang="0">
                    <a:pos x="T0" y="0"/>
                  </a:cxn>
                  <a:cxn ang="0">
                    <a:pos x="T1" y="0"/>
                  </a:cxn>
                  <a:cxn ang="0">
                    <a:pos x="T2" y="0"/>
                  </a:cxn>
                  <a:cxn ang="0">
                    <a:pos x="T3" y="0"/>
                  </a:cxn>
                  <a:cxn ang="0">
                    <a:pos x="T4" y="0"/>
                  </a:cxn>
                </a:cxnLst>
                <a:rect l="0" t="0" r="r" b="b"/>
                <a:pathLst>
                  <a:path w="3">
                    <a:moveTo>
                      <a:pt x="0" y="0"/>
                    </a:moveTo>
                    <a:lnTo>
                      <a:pt x="0" y="0"/>
                    </a:lnTo>
                    <a:lnTo>
                      <a:pt x="0" y="0"/>
                    </a:lnTo>
                    <a:lnTo>
                      <a:pt x="3"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 name="Freeform 418"/>
              <p:cNvSpPr>
                <a:spLocks/>
              </p:cNvSpPr>
              <p:nvPr/>
            </p:nvSpPr>
            <p:spPr bwMode="auto">
              <a:xfrm>
                <a:off x="4378325" y="2901950"/>
                <a:ext cx="7938" cy="11112"/>
              </a:xfrm>
              <a:custGeom>
                <a:avLst/>
                <a:gdLst>
                  <a:gd name="T0" fmla="*/ 1 w 2"/>
                  <a:gd name="T1" fmla="*/ 3 h 3"/>
                  <a:gd name="T2" fmla="*/ 0 w 2"/>
                  <a:gd name="T3" fmla="*/ 2 h 3"/>
                  <a:gd name="T4" fmla="*/ 0 w 2"/>
                  <a:gd name="T5" fmla="*/ 0 h 3"/>
                  <a:gd name="T6" fmla="*/ 2 w 2"/>
                  <a:gd name="T7" fmla="*/ 0 h 3"/>
                  <a:gd name="T8" fmla="*/ 2 w 2"/>
                  <a:gd name="T9" fmla="*/ 2 h 3"/>
                  <a:gd name="T10" fmla="*/ 1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1" y="3"/>
                    </a:moveTo>
                    <a:cubicBezTo>
                      <a:pt x="0" y="3"/>
                      <a:pt x="0" y="2"/>
                      <a:pt x="0" y="2"/>
                    </a:cubicBezTo>
                    <a:cubicBezTo>
                      <a:pt x="0" y="0"/>
                      <a:pt x="0" y="0"/>
                      <a:pt x="0" y="0"/>
                    </a:cubicBezTo>
                    <a:cubicBezTo>
                      <a:pt x="2" y="0"/>
                      <a:pt x="2" y="0"/>
                      <a:pt x="2" y="0"/>
                    </a:cubicBezTo>
                    <a:cubicBezTo>
                      <a:pt x="2" y="2"/>
                      <a:pt x="2" y="2"/>
                      <a:pt x="2" y="2"/>
                    </a:cubicBezTo>
                    <a:cubicBezTo>
                      <a:pt x="2" y="2"/>
                      <a:pt x="2" y="3"/>
                      <a:pt x="1" y="3"/>
                    </a:cubicBezTo>
                    <a:close/>
                  </a:path>
                </a:pathLst>
              </a:custGeom>
              <a:solidFill>
                <a:srgbClr val="003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 name="Rectangle 419"/>
              <p:cNvSpPr>
                <a:spLocks noChangeArrowheads="1"/>
              </p:cNvSpPr>
              <p:nvPr/>
            </p:nvSpPr>
            <p:spPr bwMode="auto">
              <a:xfrm>
                <a:off x="4381500" y="2905125"/>
                <a:ext cx="1588" cy="15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 name="Freeform 420"/>
              <p:cNvSpPr>
                <a:spLocks/>
              </p:cNvSpPr>
              <p:nvPr/>
            </p:nvSpPr>
            <p:spPr bwMode="auto">
              <a:xfrm>
                <a:off x="4378325" y="2901950"/>
                <a:ext cx="3175" cy="3175"/>
              </a:xfrm>
              <a:custGeom>
                <a:avLst/>
                <a:gdLst>
                  <a:gd name="T0" fmla="*/ 2 w 2"/>
                  <a:gd name="T1" fmla="*/ 2 h 2"/>
                  <a:gd name="T2" fmla="*/ 0 w 2"/>
                  <a:gd name="T3" fmla="*/ 2 h 2"/>
                  <a:gd name="T4" fmla="*/ 0 w 2"/>
                  <a:gd name="T5" fmla="*/ 2 h 2"/>
                  <a:gd name="T6" fmla="*/ 0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2"/>
                    </a:lnTo>
                    <a:lnTo>
                      <a:pt x="0" y="2"/>
                    </a:lnTo>
                    <a:lnTo>
                      <a:pt x="0" y="0"/>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 name="Freeform 421"/>
              <p:cNvSpPr>
                <a:spLocks/>
              </p:cNvSpPr>
              <p:nvPr/>
            </p:nvSpPr>
            <p:spPr bwMode="auto">
              <a:xfrm>
                <a:off x="4378325" y="2905125"/>
                <a:ext cx="3175" cy="4762"/>
              </a:xfrm>
              <a:custGeom>
                <a:avLst/>
                <a:gdLst>
                  <a:gd name="T0" fmla="*/ 0 w 2"/>
                  <a:gd name="T1" fmla="*/ 0 h 3"/>
                  <a:gd name="T2" fmla="*/ 2 w 2"/>
                  <a:gd name="T3" fmla="*/ 3 h 3"/>
                  <a:gd name="T4" fmla="*/ 0 w 2"/>
                  <a:gd name="T5" fmla="*/ 3 h 3"/>
                  <a:gd name="T6" fmla="*/ 0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lnTo>
                      <a:pt x="2" y="3"/>
                    </a:lnTo>
                    <a:lnTo>
                      <a:pt x="0" y="3"/>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 name="Freeform 422"/>
              <p:cNvSpPr>
                <a:spLocks/>
              </p:cNvSpPr>
              <p:nvPr/>
            </p:nvSpPr>
            <p:spPr bwMode="auto">
              <a:xfrm>
                <a:off x="4381500" y="2905125"/>
                <a:ext cx="4763" cy="4762"/>
              </a:xfrm>
              <a:custGeom>
                <a:avLst/>
                <a:gdLst>
                  <a:gd name="T0" fmla="*/ 0 w 3"/>
                  <a:gd name="T1" fmla="*/ 3 h 3"/>
                  <a:gd name="T2" fmla="*/ 0 w 3"/>
                  <a:gd name="T3" fmla="*/ 0 h 3"/>
                  <a:gd name="T4" fmla="*/ 3 w 3"/>
                  <a:gd name="T5" fmla="*/ 3 h 3"/>
                  <a:gd name="T6" fmla="*/ 0 w 3"/>
                  <a:gd name="T7" fmla="*/ 3 h 3"/>
                  <a:gd name="T8" fmla="*/ 0 w 3"/>
                  <a:gd name="T9" fmla="*/ 3 h 3"/>
                </a:gdLst>
                <a:ahLst/>
                <a:cxnLst>
                  <a:cxn ang="0">
                    <a:pos x="T0" y="T1"/>
                  </a:cxn>
                  <a:cxn ang="0">
                    <a:pos x="T2" y="T3"/>
                  </a:cxn>
                  <a:cxn ang="0">
                    <a:pos x="T4" y="T5"/>
                  </a:cxn>
                  <a:cxn ang="0">
                    <a:pos x="T6" y="T7"/>
                  </a:cxn>
                  <a:cxn ang="0">
                    <a:pos x="T8" y="T9"/>
                  </a:cxn>
                </a:cxnLst>
                <a:rect l="0" t="0" r="r" b="b"/>
                <a:pathLst>
                  <a:path w="3" h="3">
                    <a:moveTo>
                      <a:pt x="0" y="3"/>
                    </a:moveTo>
                    <a:lnTo>
                      <a:pt x="0" y="0"/>
                    </a:lnTo>
                    <a:lnTo>
                      <a:pt x="3" y="3"/>
                    </a:lnTo>
                    <a:lnTo>
                      <a:pt x="0"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 name="Freeform 423"/>
              <p:cNvSpPr>
                <a:spLocks/>
              </p:cNvSpPr>
              <p:nvPr/>
            </p:nvSpPr>
            <p:spPr bwMode="auto">
              <a:xfrm>
                <a:off x="4381500" y="2901950"/>
                <a:ext cx="4763" cy="3175"/>
              </a:xfrm>
              <a:custGeom>
                <a:avLst/>
                <a:gdLst>
                  <a:gd name="T0" fmla="*/ 0 w 3"/>
                  <a:gd name="T1" fmla="*/ 2 h 2"/>
                  <a:gd name="T2" fmla="*/ 0 w 3"/>
                  <a:gd name="T3" fmla="*/ 2 h 2"/>
                  <a:gd name="T4" fmla="*/ 0 w 3"/>
                  <a:gd name="T5" fmla="*/ 0 h 2"/>
                  <a:gd name="T6" fmla="*/ 3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lnTo>
                      <a:pt x="0" y="2"/>
                    </a:lnTo>
                    <a:lnTo>
                      <a:pt x="0" y="0"/>
                    </a:lnTo>
                    <a:lnTo>
                      <a:pt x="3"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20" name="Group 42919"/>
            <p:cNvGrpSpPr/>
            <p:nvPr/>
          </p:nvGrpSpPr>
          <p:grpSpPr>
            <a:xfrm>
              <a:off x="4256088" y="2401888"/>
              <a:ext cx="296863" cy="198437"/>
              <a:chOff x="4256088" y="2401888"/>
              <a:chExt cx="296863" cy="198437"/>
            </a:xfrm>
          </p:grpSpPr>
          <p:sp>
            <p:nvSpPr>
              <p:cNvPr id="26" name="Rectangle 424"/>
              <p:cNvSpPr>
                <a:spLocks noChangeArrowheads="1"/>
              </p:cNvSpPr>
              <p:nvPr/>
            </p:nvSpPr>
            <p:spPr bwMode="auto">
              <a:xfrm>
                <a:off x="4260850" y="2406650"/>
                <a:ext cx="288925" cy="952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 name="Rectangle 425"/>
              <p:cNvSpPr>
                <a:spLocks noChangeArrowheads="1"/>
              </p:cNvSpPr>
              <p:nvPr/>
            </p:nvSpPr>
            <p:spPr bwMode="auto">
              <a:xfrm>
                <a:off x="4260850" y="2501900"/>
                <a:ext cx="288925" cy="95250"/>
              </a:xfrm>
              <a:prstGeom prst="rect">
                <a:avLst/>
              </a:prstGeom>
              <a:solidFill>
                <a:srgbClr val="DC14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 name="Freeform 426"/>
              <p:cNvSpPr>
                <a:spLocks/>
              </p:cNvSpPr>
              <p:nvPr/>
            </p:nvSpPr>
            <p:spPr bwMode="auto">
              <a:xfrm>
                <a:off x="4256088" y="2401888"/>
                <a:ext cx="296863" cy="198437"/>
              </a:xfrm>
              <a:custGeom>
                <a:avLst/>
                <a:gdLst>
                  <a:gd name="T0" fmla="*/ 185 w 187"/>
                  <a:gd name="T1" fmla="*/ 123 h 125"/>
                  <a:gd name="T2" fmla="*/ 185 w 187"/>
                  <a:gd name="T3" fmla="*/ 120 h 125"/>
                  <a:gd name="T4" fmla="*/ 5 w 187"/>
                  <a:gd name="T5" fmla="*/ 120 h 125"/>
                  <a:gd name="T6" fmla="*/ 5 w 187"/>
                  <a:gd name="T7" fmla="*/ 5 h 125"/>
                  <a:gd name="T8" fmla="*/ 183 w 187"/>
                  <a:gd name="T9" fmla="*/ 5 h 125"/>
                  <a:gd name="T10" fmla="*/ 183 w 187"/>
                  <a:gd name="T11" fmla="*/ 123 h 125"/>
                  <a:gd name="T12" fmla="*/ 185 w 187"/>
                  <a:gd name="T13" fmla="*/ 123 h 125"/>
                  <a:gd name="T14" fmla="*/ 185 w 187"/>
                  <a:gd name="T15" fmla="*/ 120 h 125"/>
                  <a:gd name="T16" fmla="*/ 185 w 187"/>
                  <a:gd name="T17" fmla="*/ 123 h 125"/>
                  <a:gd name="T18" fmla="*/ 187 w 187"/>
                  <a:gd name="T19" fmla="*/ 123 h 125"/>
                  <a:gd name="T20" fmla="*/ 187 w 187"/>
                  <a:gd name="T21" fmla="*/ 0 h 125"/>
                  <a:gd name="T22" fmla="*/ 0 w 187"/>
                  <a:gd name="T23" fmla="*/ 0 h 125"/>
                  <a:gd name="T24" fmla="*/ 0 w 187"/>
                  <a:gd name="T25" fmla="*/ 125 h 125"/>
                  <a:gd name="T26" fmla="*/ 187 w 187"/>
                  <a:gd name="T27" fmla="*/ 125 h 125"/>
                  <a:gd name="T28" fmla="*/ 187 w 187"/>
                  <a:gd name="T29" fmla="*/ 123 h 125"/>
                  <a:gd name="T30" fmla="*/ 185 w 187"/>
                  <a:gd name="T31"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5">
                    <a:moveTo>
                      <a:pt x="185" y="123"/>
                    </a:moveTo>
                    <a:lnTo>
                      <a:pt x="185" y="120"/>
                    </a:lnTo>
                    <a:lnTo>
                      <a:pt x="5" y="120"/>
                    </a:lnTo>
                    <a:lnTo>
                      <a:pt x="5" y="5"/>
                    </a:lnTo>
                    <a:lnTo>
                      <a:pt x="183" y="5"/>
                    </a:lnTo>
                    <a:lnTo>
                      <a:pt x="183" y="123"/>
                    </a:lnTo>
                    <a:lnTo>
                      <a:pt x="185" y="123"/>
                    </a:lnTo>
                    <a:lnTo>
                      <a:pt x="185" y="120"/>
                    </a:lnTo>
                    <a:lnTo>
                      <a:pt x="185" y="123"/>
                    </a:lnTo>
                    <a:lnTo>
                      <a:pt x="187" y="123"/>
                    </a:lnTo>
                    <a:lnTo>
                      <a:pt x="187" y="0"/>
                    </a:lnTo>
                    <a:lnTo>
                      <a:pt x="0" y="0"/>
                    </a:lnTo>
                    <a:lnTo>
                      <a:pt x="0" y="125"/>
                    </a:lnTo>
                    <a:lnTo>
                      <a:pt x="187" y="125"/>
                    </a:lnTo>
                    <a:lnTo>
                      <a:pt x="187" y="123"/>
                    </a:lnTo>
                    <a:lnTo>
                      <a:pt x="185" y="12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0" name="Group 42909"/>
            <p:cNvGrpSpPr/>
            <p:nvPr/>
          </p:nvGrpSpPr>
          <p:grpSpPr>
            <a:xfrm>
              <a:off x="2292350" y="6178550"/>
              <a:ext cx="284163" cy="195262"/>
              <a:chOff x="2292350" y="6178550"/>
              <a:chExt cx="284163" cy="195262"/>
            </a:xfrm>
          </p:grpSpPr>
          <p:sp>
            <p:nvSpPr>
              <p:cNvPr id="29" name="Rectangle 427"/>
              <p:cNvSpPr>
                <a:spLocks noChangeArrowheads="1"/>
              </p:cNvSpPr>
              <p:nvPr/>
            </p:nvSpPr>
            <p:spPr bwMode="auto">
              <a:xfrm>
                <a:off x="2292350" y="6308725"/>
                <a:ext cx="284163" cy="65087"/>
              </a:xfrm>
              <a:prstGeom prst="rect">
                <a:avLst/>
              </a:prstGeom>
              <a:solidFill>
                <a:srgbClr val="2146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 name="Rectangle 428"/>
              <p:cNvSpPr>
                <a:spLocks noChangeArrowheads="1"/>
              </p:cNvSpPr>
              <p:nvPr/>
            </p:nvSpPr>
            <p:spPr bwMode="auto">
              <a:xfrm>
                <a:off x="2292350" y="6178550"/>
                <a:ext cx="284163" cy="65087"/>
              </a:xfrm>
              <a:prstGeom prst="rect">
                <a:avLst/>
              </a:prstGeom>
              <a:solidFill>
                <a:srgbClr val="AE1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 name="Rectangle 429"/>
              <p:cNvSpPr>
                <a:spLocks noChangeArrowheads="1"/>
              </p:cNvSpPr>
              <p:nvPr/>
            </p:nvSpPr>
            <p:spPr bwMode="auto">
              <a:xfrm>
                <a:off x="2292350" y="6243638"/>
                <a:ext cx="284163" cy="650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1" name="Group 42910"/>
            <p:cNvGrpSpPr/>
            <p:nvPr/>
          </p:nvGrpSpPr>
          <p:grpSpPr>
            <a:xfrm>
              <a:off x="2287588" y="5756275"/>
              <a:ext cx="293688" cy="201612"/>
              <a:chOff x="2287588" y="5756275"/>
              <a:chExt cx="293688" cy="201612"/>
            </a:xfrm>
          </p:grpSpPr>
          <p:sp>
            <p:nvSpPr>
              <p:cNvPr id="32" name="Rectangle 430"/>
              <p:cNvSpPr>
                <a:spLocks noChangeArrowheads="1"/>
              </p:cNvSpPr>
              <p:nvPr/>
            </p:nvSpPr>
            <p:spPr bwMode="auto">
              <a:xfrm>
                <a:off x="2292350" y="5759450"/>
                <a:ext cx="139700" cy="1952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 name="Rectangle 431"/>
              <p:cNvSpPr>
                <a:spLocks noChangeArrowheads="1"/>
              </p:cNvSpPr>
              <p:nvPr/>
            </p:nvSpPr>
            <p:spPr bwMode="auto">
              <a:xfrm>
                <a:off x="2432050" y="5759450"/>
                <a:ext cx="144463" cy="195262"/>
              </a:xfrm>
              <a:prstGeom prst="rect">
                <a:avLst/>
              </a:prstGeom>
              <a:solidFill>
                <a:srgbClr val="CF14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 name="Freeform 432"/>
              <p:cNvSpPr>
                <a:spLocks/>
              </p:cNvSpPr>
              <p:nvPr/>
            </p:nvSpPr>
            <p:spPr bwMode="auto">
              <a:xfrm>
                <a:off x="2303463" y="5775325"/>
                <a:ext cx="52388" cy="49212"/>
              </a:xfrm>
              <a:custGeom>
                <a:avLst/>
                <a:gdLst>
                  <a:gd name="T0" fmla="*/ 10 w 14"/>
                  <a:gd name="T1" fmla="*/ 5 h 13"/>
                  <a:gd name="T2" fmla="*/ 9 w 14"/>
                  <a:gd name="T3" fmla="*/ 4 h 13"/>
                  <a:gd name="T4" fmla="*/ 9 w 14"/>
                  <a:gd name="T5" fmla="*/ 0 h 13"/>
                  <a:gd name="T6" fmla="*/ 5 w 14"/>
                  <a:gd name="T7" fmla="*/ 0 h 13"/>
                  <a:gd name="T8" fmla="*/ 5 w 14"/>
                  <a:gd name="T9" fmla="*/ 4 h 13"/>
                  <a:gd name="T10" fmla="*/ 4 w 14"/>
                  <a:gd name="T11" fmla="*/ 5 h 13"/>
                  <a:gd name="T12" fmla="*/ 0 w 14"/>
                  <a:gd name="T13" fmla="*/ 5 h 13"/>
                  <a:gd name="T14" fmla="*/ 0 w 14"/>
                  <a:gd name="T15" fmla="*/ 8 h 13"/>
                  <a:gd name="T16" fmla="*/ 4 w 14"/>
                  <a:gd name="T17" fmla="*/ 8 h 13"/>
                  <a:gd name="T18" fmla="*/ 5 w 14"/>
                  <a:gd name="T19" fmla="*/ 9 h 13"/>
                  <a:gd name="T20" fmla="*/ 5 w 14"/>
                  <a:gd name="T21" fmla="*/ 13 h 13"/>
                  <a:gd name="T22" fmla="*/ 9 w 14"/>
                  <a:gd name="T23" fmla="*/ 13 h 13"/>
                  <a:gd name="T24" fmla="*/ 9 w 14"/>
                  <a:gd name="T25" fmla="*/ 9 h 13"/>
                  <a:gd name="T26" fmla="*/ 10 w 14"/>
                  <a:gd name="T27" fmla="*/ 8 h 13"/>
                  <a:gd name="T28" fmla="*/ 14 w 14"/>
                  <a:gd name="T29" fmla="*/ 8 h 13"/>
                  <a:gd name="T30" fmla="*/ 14 w 14"/>
                  <a:gd name="T31" fmla="*/ 5 h 13"/>
                  <a:gd name="T32" fmla="*/ 10 w 14"/>
                  <a:gd name="T3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3">
                    <a:moveTo>
                      <a:pt x="10" y="5"/>
                    </a:moveTo>
                    <a:cubicBezTo>
                      <a:pt x="10" y="4"/>
                      <a:pt x="9" y="4"/>
                      <a:pt x="9" y="4"/>
                    </a:cubicBezTo>
                    <a:cubicBezTo>
                      <a:pt x="9" y="0"/>
                      <a:pt x="9" y="0"/>
                      <a:pt x="9" y="0"/>
                    </a:cubicBezTo>
                    <a:cubicBezTo>
                      <a:pt x="5" y="0"/>
                      <a:pt x="5" y="0"/>
                      <a:pt x="5" y="0"/>
                    </a:cubicBezTo>
                    <a:cubicBezTo>
                      <a:pt x="5" y="4"/>
                      <a:pt x="5" y="4"/>
                      <a:pt x="5" y="4"/>
                    </a:cubicBezTo>
                    <a:cubicBezTo>
                      <a:pt x="5" y="4"/>
                      <a:pt x="4" y="4"/>
                      <a:pt x="4" y="5"/>
                    </a:cubicBezTo>
                    <a:cubicBezTo>
                      <a:pt x="0" y="5"/>
                      <a:pt x="0" y="5"/>
                      <a:pt x="0" y="5"/>
                    </a:cubicBezTo>
                    <a:cubicBezTo>
                      <a:pt x="0" y="8"/>
                      <a:pt x="0" y="8"/>
                      <a:pt x="0" y="8"/>
                    </a:cubicBezTo>
                    <a:cubicBezTo>
                      <a:pt x="4" y="8"/>
                      <a:pt x="4" y="8"/>
                      <a:pt x="4" y="8"/>
                    </a:cubicBezTo>
                    <a:cubicBezTo>
                      <a:pt x="4" y="9"/>
                      <a:pt x="5" y="9"/>
                      <a:pt x="5" y="9"/>
                    </a:cubicBezTo>
                    <a:cubicBezTo>
                      <a:pt x="5" y="13"/>
                      <a:pt x="5" y="13"/>
                      <a:pt x="5" y="13"/>
                    </a:cubicBezTo>
                    <a:cubicBezTo>
                      <a:pt x="9" y="13"/>
                      <a:pt x="9" y="13"/>
                      <a:pt x="9" y="13"/>
                    </a:cubicBezTo>
                    <a:cubicBezTo>
                      <a:pt x="9" y="9"/>
                      <a:pt x="9" y="9"/>
                      <a:pt x="9" y="9"/>
                    </a:cubicBezTo>
                    <a:cubicBezTo>
                      <a:pt x="9" y="9"/>
                      <a:pt x="10" y="9"/>
                      <a:pt x="10" y="8"/>
                    </a:cubicBezTo>
                    <a:cubicBezTo>
                      <a:pt x="14" y="8"/>
                      <a:pt x="14" y="8"/>
                      <a:pt x="14" y="8"/>
                    </a:cubicBezTo>
                    <a:cubicBezTo>
                      <a:pt x="14" y="5"/>
                      <a:pt x="14" y="5"/>
                      <a:pt x="14" y="5"/>
                    </a:cubicBezTo>
                    <a:lnTo>
                      <a:pt x="10" y="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 name="Freeform 433"/>
              <p:cNvSpPr>
                <a:spLocks noEditPoints="1"/>
              </p:cNvSpPr>
              <p:nvPr/>
            </p:nvSpPr>
            <p:spPr bwMode="auto">
              <a:xfrm>
                <a:off x="2303463" y="5775325"/>
                <a:ext cx="52388" cy="49212"/>
              </a:xfrm>
              <a:custGeom>
                <a:avLst/>
                <a:gdLst>
                  <a:gd name="T0" fmla="*/ 9 w 14"/>
                  <a:gd name="T1" fmla="*/ 13 h 13"/>
                  <a:gd name="T2" fmla="*/ 5 w 14"/>
                  <a:gd name="T3" fmla="*/ 13 h 13"/>
                  <a:gd name="T4" fmla="*/ 5 w 14"/>
                  <a:gd name="T5" fmla="*/ 9 h 13"/>
                  <a:gd name="T6" fmla="*/ 4 w 14"/>
                  <a:gd name="T7" fmla="*/ 9 h 13"/>
                  <a:gd name="T8" fmla="*/ 0 w 14"/>
                  <a:gd name="T9" fmla="*/ 9 h 13"/>
                  <a:gd name="T10" fmla="*/ 0 w 14"/>
                  <a:gd name="T11" fmla="*/ 5 h 13"/>
                  <a:gd name="T12" fmla="*/ 4 w 14"/>
                  <a:gd name="T13" fmla="*/ 5 h 13"/>
                  <a:gd name="T14" fmla="*/ 5 w 14"/>
                  <a:gd name="T15" fmla="*/ 4 h 13"/>
                  <a:gd name="T16" fmla="*/ 5 w 14"/>
                  <a:gd name="T17" fmla="*/ 0 h 13"/>
                  <a:gd name="T18" fmla="*/ 9 w 14"/>
                  <a:gd name="T19" fmla="*/ 0 h 13"/>
                  <a:gd name="T20" fmla="*/ 9 w 14"/>
                  <a:gd name="T21" fmla="*/ 4 h 13"/>
                  <a:gd name="T22" fmla="*/ 10 w 14"/>
                  <a:gd name="T23" fmla="*/ 5 h 13"/>
                  <a:gd name="T24" fmla="*/ 14 w 14"/>
                  <a:gd name="T25" fmla="*/ 5 h 13"/>
                  <a:gd name="T26" fmla="*/ 14 w 14"/>
                  <a:gd name="T27" fmla="*/ 9 h 13"/>
                  <a:gd name="T28" fmla="*/ 10 w 14"/>
                  <a:gd name="T29" fmla="*/ 9 h 13"/>
                  <a:gd name="T30" fmla="*/ 9 w 14"/>
                  <a:gd name="T31" fmla="*/ 9 h 13"/>
                  <a:gd name="T32" fmla="*/ 9 w 14"/>
                  <a:gd name="T33" fmla="*/ 13 h 13"/>
                  <a:gd name="T34" fmla="*/ 5 w 14"/>
                  <a:gd name="T35" fmla="*/ 13 h 13"/>
                  <a:gd name="T36" fmla="*/ 9 w 14"/>
                  <a:gd name="T37" fmla="*/ 13 h 13"/>
                  <a:gd name="T38" fmla="*/ 9 w 14"/>
                  <a:gd name="T39" fmla="*/ 9 h 13"/>
                  <a:gd name="T40" fmla="*/ 9 w 14"/>
                  <a:gd name="T41" fmla="*/ 9 h 13"/>
                  <a:gd name="T42" fmla="*/ 10 w 14"/>
                  <a:gd name="T43" fmla="*/ 8 h 13"/>
                  <a:gd name="T44" fmla="*/ 10 w 14"/>
                  <a:gd name="T45" fmla="*/ 8 h 13"/>
                  <a:gd name="T46" fmla="*/ 13 w 14"/>
                  <a:gd name="T47" fmla="*/ 8 h 13"/>
                  <a:gd name="T48" fmla="*/ 13 w 14"/>
                  <a:gd name="T49" fmla="*/ 5 h 13"/>
                  <a:gd name="T50" fmla="*/ 10 w 14"/>
                  <a:gd name="T51" fmla="*/ 5 h 13"/>
                  <a:gd name="T52" fmla="*/ 10 w 14"/>
                  <a:gd name="T53" fmla="*/ 5 h 13"/>
                  <a:gd name="T54" fmla="*/ 9 w 14"/>
                  <a:gd name="T55" fmla="*/ 4 h 13"/>
                  <a:gd name="T56" fmla="*/ 9 w 14"/>
                  <a:gd name="T57" fmla="*/ 4 h 13"/>
                  <a:gd name="T58" fmla="*/ 9 w 14"/>
                  <a:gd name="T59" fmla="*/ 0 h 13"/>
                  <a:gd name="T60" fmla="*/ 5 w 14"/>
                  <a:gd name="T61" fmla="*/ 0 h 13"/>
                  <a:gd name="T62" fmla="*/ 5 w 14"/>
                  <a:gd name="T63" fmla="*/ 4 h 13"/>
                  <a:gd name="T64" fmla="*/ 5 w 14"/>
                  <a:gd name="T65" fmla="*/ 4 h 13"/>
                  <a:gd name="T66" fmla="*/ 5 w 14"/>
                  <a:gd name="T67" fmla="*/ 5 h 13"/>
                  <a:gd name="T68" fmla="*/ 5 w 14"/>
                  <a:gd name="T69" fmla="*/ 5 h 13"/>
                  <a:gd name="T70" fmla="*/ 1 w 14"/>
                  <a:gd name="T71" fmla="*/ 5 h 13"/>
                  <a:gd name="T72" fmla="*/ 1 w 14"/>
                  <a:gd name="T73" fmla="*/ 8 h 13"/>
                  <a:gd name="T74" fmla="*/ 5 w 14"/>
                  <a:gd name="T75" fmla="*/ 8 h 13"/>
                  <a:gd name="T76" fmla="*/ 5 w 14"/>
                  <a:gd name="T77" fmla="*/ 8 h 13"/>
                  <a:gd name="T78" fmla="*/ 5 w 14"/>
                  <a:gd name="T79" fmla="*/ 9 h 13"/>
                  <a:gd name="T80" fmla="*/ 5 w 14"/>
                  <a:gd name="T81" fmla="*/ 9 h 13"/>
                  <a:gd name="T82" fmla="*/ 5 w 14"/>
                  <a:gd name="T8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 h="13">
                    <a:moveTo>
                      <a:pt x="9" y="13"/>
                    </a:moveTo>
                    <a:cubicBezTo>
                      <a:pt x="5" y="13"/>
                      <a:pt x="5" y="13"/>
                      <a:pt x="5" y="13"/>
                    </a:cubicBezTo>
                    <a:cubicBezTo>
                      <a:pt x="5" y="9"/>
                      <a:pt x="5" y="9"/>
                      <a:pt x="5" y="9"/>
                    </a:cubicBezTo>
                    <a:cubicBezTo>
                      <a:pt x="5" y="9"/>
                      <a:pt x="4" y="9"/>
                      <a:pt x="4" y="9"/>
                    </a:cubicBezTo>
                    <a:cubicBezTo>
                      <a:pt x="0" y="9"/>
                      <a:pt x="0" y="9"/>
                      <a:pt x="0" y="9"/>
                    </a:cubicBezTo>
                    <a:cubicBezTo>
                      <a:pt x="0" y="5"/>
                      <a:pt x="0" y="5"/>
                      <a:pt x="0" y="5"/>
                    </a:cubicBezTo>
                    <a:cubicBezTo>
                      <a:pt x="4" y="5"/>
                      <a:pt x="4" y="5"/>
                      <a:pt x="4" y="5"/>
                    </a:cubicBezTo>
                    <a:cubicBezTo>
                      <a:pt x="4" y="4"/>
                      <a:pt x="5" y="4"/>
                      <a:pt x="5" y="4"/>
                    </a:cubicBezTo>
                    <a:cubicBezTo>
                      <a:pt x="5" y="0"/>
                      <a:pt x="5" y="0"/>
                      <a:pt x="5" y="0"/>
                    </a:cubicBezTo>
                    <a:cubicBezTo>
                      <a:pt x="9" y="0"/>
                      <a:pt x="9" y="0"/>
                      <a:pt x="9" y="0"/>
                    </a:cubicBezTo>
                    <a:cubicBezTo>
                      <a:pt x="9" y="4"/>
                      <a:pt x="9" y="4"/>
                      <a:pt x="9" y="4"/>
                    </a:cubicBezTo>
                    <a:cubicBezTo>
                      <a:pt x="9" y="4"/>
                      <a:pt x="10" y="4"/>
                      <a:pt x="10" y="5"/>
                    </a:cubicBezTo>
                    <a:cubicBezTo>
                      <a:pt x="14" y="5"/>
                      <a:pt x="14" y="5"/>
                      <a:pt x="14" y="5"/>
                    </a:cubicBezTo>
                    <a:cubicBezTo>
                      <a:pt x="14" y="9"/>
                      <a:pt x="14" y="9"/>
                      <a:pt x="14" y="9"/>
                    </a:cubicBezTo>
                    <a:cubicBezTo>
                      <a:pt x="10" y="9"/>
                      <a:pt x="10" y="9"/>
                      <a:pt x="10" y="9"/>
                    </a:cubicBezTo>
                    <a:cubicBezTo>
                      <a:pt x="10" y="9"/>
                      <a:pt x="9" y="9"/>
                      <a:pt x="9" y="9"/>
                    </a:cubicBezTo>
                    <a:lnTo>
                      <a:pt x="9" y="13"/>
                    </a:lnTo>
                    <a:close/>
                    <a:moveTo>
                      <a:pt x="5" y="13"/>
                    </a:moveTo>
                    <a:cubicBezTo>
                      <a:pt x="9" y="13"/>
                      <a:pt x="9" y="13"/>
                      <a:pt x="9" y="13"/>
                    </a:cubicBezTo>
                    <a:cubicBezTo>
                      <a:pt x="9" y="9"/>
                      <a:pt x="9" y="9"/>
                      <a:pt x="9" y="9"/>
                    </a:cubicBezTo>
                    <a:cubicBezTo>
                      <a:pt x="9" y="9"/>
                      <a:pt x="9" y="9"/>
                      <a:pt x="9" y="9"/>
                    </a:cubicBezTo>
                    <a:cubicBezTo>
                      <a:pt x="10" y="8"/>
                      <a:pt x="10" y="8"/>
                      <a:pt x="10" y="8"/>
                    </a:cubicBezTo>
                    <a:cubicBezTo>
                      <a:pt x="10" y="8"/>
                      <a:pt x="10" y="8"/>
                      <a:pt x="10" y="8"/>
                    </a:cubicBezTo>
                    <a:cubicBezTo>
                      <a:pt x="13" y="8"/>
                      <a:pt x="13" y="8"/>
                      <a:pt x="13" y="8"/>
                    </a:cubicBezTo>
                    <a:cubicBezTo>
                      <a:pt x="13" y="5"/>
                      <a:pt x="13" y="5"/>
                      <a:pt x="13" y="5"/>
                    </a:cubicBezTo>
                    <a:cubicBezTo>
                      <a:pt x="10" y="5"/>
                      <a:pt x="10" y="5"/>
                      <a:pt x="10" y="5"/>
                    </a:cubicBezTo>
                    <a:cubicBezTo>
                      <a:pt x="10" y="5"/>
                      <a:pt x="10" y="5"/>
                      <a:pt x="10" y="5"/>
                    </a:cubicBezTo>
                    <a:cubicBezTo>
                      <a:pt x="9" y="4"/>
                      <a:pt x="9" y="4"/>
                      <a:pt x="9" y="4"/>
                    </a:cubicBezTo>
                    <a:cubicBezTo>
                      <a:pt x="9" y="4"/>
                      <a:pt x="9" y="4"/>
                      <a:pt x="9" y="4"/>
                    </a:cubicBezTo>
                    <a:cubicBezTo>
                      <a:pt x="9" y="0"/>
                      <a:pt x="9" y="0"/>
                      <a:pt x="9" y="0"/>
                    </a:cubicBezTo>
                    <a:cubicBezTo>
                      <a:pt x="5" y="0"/>
                      <a:pt x="5" y="0"/>
                      <a:pt x="5" y="0"/>
                    </a:cubicBezTo>
                    <a:cubicBezTo>
                      <a:pt x="5" y="4"/>
                      <a:pt x="5" y="4"/>
                      <a:pt x="5" y="4"/>
                    </a:cubicBezTo>
                    <a:cubicBezTo>
                      <a:pt x="5" y="4"/>
                      <a:pt x="5" y="4"/>
                      <a:pt x="5" y="4"/>
                    </a:cubicBezTo>
                    <a:cubicBezTo>
                      <a:pt x="5" y="5"/>
                      <a:pt x="5" y="5"/>
                      <a:pt x="5" y="5"/>
                    </a:cubicBezTo>
                    <a:cubicBezTo>
                      <a:pt x="5" y="5"/>
                      <a:pt x="5" y="5"/>
                      <a:pt x="5" y="5"/>
                    </a:cubicBezTo>
                    <a:cubicBezTo>
                      <a:pt x="1" y="5"/>
                      <a:pt x="1" y="5"/>
                      <a:pt x="1" y="5"/>
                    </a:cubicBezTo>
                    <a:cubicBezTo>
                      <a:pt x="1" y="8"/>
                      <a:pt x="1" y="8"/>
                      <a:pt x="1" y="8"/>
                    </a:cubicBezTo>
                    <a:cubicBezTo>
                      <a:pt x="5" y="8"/>
                      <a:pt x="5" y="8"/>
                      <a:pt x="5" y="8"/>
                    </a:cubicBezTo>
                    <a:cubicBezTo>
                      <a:pt x="5" y="8"/>
                      <a:pt x="5" y="8"/>
                      <a:pt x="5" y="8"/>
                    </a:cubicBezTo>
                    <a:cubicBezTo>
                      <a:pt x="5" y="9"/>
                      <a:pt x="5" y="9"/>
                      <a:pt x="5" y="9"/>
                    </a:cubicBezTo>
                    <a:cubicBezTo>
                      <a:pt x="5" y="9"/>
                      <a:pt x="5" y="9"/>
                      <a:pt x="5" y="9"/>
                    </a:cubicBezTo>
                    <a:lnTo>
                      <a:pt x="5" y="13"/>
                    </a:ln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 name="Freeform 434"/>
              <p:cNvSpPr>
                <a:spLocks noEditPoints="1"/>
              </p:cNvSpPr>
              <p:nvPr/>
            </p:nvSpPr>
            <p:spPr bwMode="auto">
              <a:xfrm>
                <a:off x="2317750" y="5789613"/>
                <a:ext cx="23813" cy="19050"/>
              </a:xfrm>
              <a:custGeom>
                <a:avLst/>
                <a:gdLst>
                  <a:gd name="T0" fmla="*/ 3 w 6"/>
                  <a:gd name="T1" fmla="*/ 5 h 5"/>
                  <a:gd name="T2" fmla="*/ 0 w 6"/>
                  <a:gd name="T3" fmla="*/ 3 h 5"/>
                  <a:gd name="T4" fmla="*/ 3 w 6"/>
                  <a:gd name="T5" fmla="*/ 0 h 5"/>
                  <a:gd name="T6" fmla="*/ 6 w 6"/>
                  <a:gd name="T7" fmla="*/ 3 h 5"/>
                  <a:gd name="T8" fmla="*/ 3 w 6"/>
                  <a:gd name="T9" fmla="*/ 5 h 5"/>
                  <a:gd name="T10" fmla="*/ 3 w 6"/>
                  <a:gd name="T11" fmla="*/ 0 h 5"/>
                  <a:gd name="T12" fmla="*/ 1 w 6"/>
                  <a:gd name="T13" fmla="*/ 3 h 5"/>
                  <a:gd name="T14" fmla="*/ 3 w 6"/>
                  <a:gd name="T15" fmla="*/ 5 h 5"/>
                  <a:gd name="T16" fmla="*/ 6 w 6"/>
                  <a:gd name="T17" fmla="*/ 3 h 5"/>
                  <a:gd name="T18" fmla="*/ 3 w 6"/>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2" y="5"/>
                      <a:pt x="0" y="4"/>
                      <a:pt x="0" y="3"/>
                    </a:cubicBezTo>
                    <a:cubicBezTo>
                      <a:pt x="0" y="1"/>
                      <a:pt x="2" y="0"/>
                      <a:pt x="3" y="0"/>
                    </a:cubicBezTo>
                    <a:cubicBezTo>
                      <a:pt x="4" y="0"/>
                      <a:pt x="6" y="1"/>
                      <a:pt x="6" y="3"/>
                    </a:cubicBezTo>
                    <a:cubicBezTo>
                      <a:pt x="6" y="4"/>
                      <a:pt x="4" y="5"/>
                      <a:pt x="3" y="5"/>
                    </a:cubicBezTo>
                    <a:close/>
                    <a:moveTo>
                      <a:pt x="3" y="0"/>
                    </a:moveTo>
                    <a:cubicBezTo>
                      <a:pt x="2" y="0"/>
                      <a:pt x="1" y="1"/>
                      <a:pt x="1" y="3"/>
                    </a:cubicBezTo>
                    <a:cubicBezTo>
                      <a:pt x="1" y="4"/>
                      <a:pt x="2" y="5"/>
                      <a:pt x="3" y="5"/>
                    </a:cubicBezTo>
                    <a:cubicBezTo>
                      <a:pt x="4" y="5"/>
                      <a:pt x="6" y="4"/>
                      <a:pt x="6" y="3"/>
                    </a:cubicBezTo>
                    <a:cubicBezTo>
                      <a:pt x="6" y="1"/>
                      <a:pt x="4" y="0"/>
                      <a:pt x="3" y="0"/>
                    </a:cubicBezTo>
                    <a:close/>
                  </a:path>
                </a:pathLst>
              </a:custGeom>
              <a:solidFill>
                <a:srgbClr val="9687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 name="Freeform 435"/>
              <p:cNvSpPr>
                <a:spLocks noEditPoints="1"/>
              </p:cNvSpPr>
              <p:nvPr/>
            </p:nvSpPr>
            <p:spPr bwMode="auto">
              <a:xfrm>
                <a:off x="2322513" y="5794375"/>
                <a:ext cx="14288" cy="11112"/>
              </a:xfrm>
              <a:custGeom>
                <a:avLst/>
                <a:gdLst>
                  <a:gd name="T0" fmla="*/ 2 w 4"/>
                  <a:gd name="T1" fmla="*/ 3 h 3"/>
                  <a:gd name="T2" fmla="*/ 0 w 4"/>
                  <a:gd name="T3" fmla="*/ 2 h 3"/>
                  <a:gd name="T4" fmla="*/ 2 w 4"/>
                  <a:gd name="T5" fmla="*/ 0 h 3"/>
                  <a:gd name="T6" fmla="*/ 4 w 4"/>
                  <a:gd name="T7" fmla="*/ 2 h 3"/>
                  <a:gd name="T8" fmla="*/ 2 w 4"/>
                  <a:gd name="T9" fmla="*/ 3 h 3"/>
                  <a:gd name="T10" fmla="*/ 2 w 4"/>
                  <a:gd name="T11" fmla="*/ 0 h 3"/>
                  <a:gd name="T12" fmla="*/ 0 w 4"/>
                  <a:gd name="T13" fmla="*/ 2 h 3"/>
                  <a:gd name="T14" fmla="*/ 2 w 4"/>
                  <a:gd name="T15" fmla="*/ 3 h 3"/>
                  <a:gd name="T16" fmla="*/ 4 w 4"/>
                  <a:gd name="T17" fmla="*/ 2 h 3"/>
                  <a:gd name="T18" fmla="*/ 2 w 4"/>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2" y="3"/>
                    </a:moveTo>
                    <a:cubicBezTo>
                      <a:pt x="1" y="3"/>
                      <a:pt x="0" y="3"/>
                      <a:pt x="0" y="2"/>
                    </a:cubicBezTo>
                    <a:cubicBezTo>
                      <a:pt x="0" y="0"/>
                      <a:pt x="1" y="0"/>
                      <a:pt x="2" y="0"/>
                    </a:cubicBezTo>
                    <a:cubicBezTo>
                      <a:pt x="3" y="0"/>
                      <a:pt x="4" y="0"/>
                      <a:pt x="4" y="2"/>
                    </a:cubicBezTo>
                    <a:cubicBezTo>
                      <a:pt x="4" y="3"/>
                      <a:pt x="3" y="3"/>
                      <a:pt x="2" y="3"/>
                    </a:cubicBezTo>
                    <a:close/>
                    <a:moveTo>
                      <a:pt x="2" y="0"/>
                    </a:moveTo>
                    <a:cubicBezTo>
                      <a:pt x="1" y="0"/>
                      <a:pt x="0" y="1"/>
                      <a:pt x="0" y="2"/>
                    </a:cubicBezTo>
                    <a:cubicBezTo>
                      <a:pt x="0" y="3"/>
                      <a:pt x="1" y="3"/>
                      <a:pt x="2" y="3"/>
                    </a:cubicBezTo>
                    <a:cubicBezTo>
                      <a:pt x="3" y="3"/>
                      <a:pt x="4" y="3"/>
                      <a:pt x="4" y="2"/>
                    </a:cubicBezTo>
                    <a:cubicBezTo>
                      <a:pt x="4" y="1"/>
                      <a:pt x="3" y="0"/>
                      <a:pt x="2" y="0"/>
                    </a:cubicBezTo>
                    <a:close/>
                  </a:path>
                </a:pathLst>
              </a:custGeom>
              <a:solidFill>
                <a:srgbClr val="9687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 name="Freeform 436"/>
              <p:cNvSpPr>
                <a:spLocks/>
              </p:cNvSpPr>
              <p:nvPr/>
            </p:nvSpPr>
            <p:spPr bwMode="auto">
              <a:xfrm>
                <a:off x="2287588" y="5756275"/>
                <a:ext cx="293688" cy="201612"/>
              </a:xfrm>
              <a:custGeom>
                <a:avLst/>
                <a:gdLst>
                  <a:gd name="T0" fmla="*/ 182 w 185"/>
                  <a:gd name="T1" fmla="*/ 125 h 127"/>
                  <a:gd name="T2" fmla="*/ 182 w 185"/>
                  <a:gd name="T3" fmla="*/ 122 h 127"/>
                  <a:gd name="T4" fmla="*/ 3 w 185"/>
                  <a:gd name="T5" fmla="*/ 122 h 127"/>
                  <a:gd name="T6" fmla="*/ 3 w 185"/>
                  <a:gd name="T7" fmla="*/ 5 h 127"/>
                  <a:gd name="T8" fmla="*/ 180 w 185"/>
                  <a:gd name="T9" fmla="*/ 5 h 127"/>
                  <a:gd name="T10" fmla="*/ 180 w 185"/>
                  <a:gd name="T11" fmla="*/ 125 h 127"/>
                  <a:gd name="T12" fmla="*/ 182 w 185"/>
                  <a:gd name="T13" fmla="*/ 125 h 127"/>
                  <a:gd name="T14" fmla="*/ 182 w 185"/>
                  <a:gd name="T15" fmla="*/ 122 h 127"/>
                  <a:gd name="T16" fmla="*/ 182 w 185"/>
                  <a:gd name="T17" fmla="*/ 125 h 127"/>
                  <a:gd name="T18" fmla="*/ 185 w 185"/>
                  <a:gd name="T19" fmla="*/ 125 h 127"/>
                  <a:gd name="T20" fmla="*/ 185 w 185"/>
                  <a:gd name="T21" fmla="*/ 0 h 127"/>
                  <a:gd name="T22" fmla="*/ 0 w 185"/>
                  <a:gd name="T23" fmla="*/ 0 h 127"/>
                  <a:gd name="T24" fmla="*/ 0 w 185"/>
                  <a:gd name="T25" fmla="*/ 127 h 127"/>
                  <a:gd name="T26" fmla="*/ 185 w 185"/>
                  <a:gd name="T27" fmla="*/ 127 h 127"/>
                  <a:gd name="T28" fmla="*/ 185 w 185"/>
                  <a:gd name="T29" fmla="*/ 125 h 127"/>
                  <a:gd name="T30" fmla="*/ 182 w 185"/>
                  <a:gd name="T31" fmla="*/ 12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5" h="127">
                    <a:moveTo>
                      <a:pt x="182" y="125"/>
                    </a:moveTo>
                    <a:lnTo>
                      <a:pt x="182" y="122"/>
                    </a:lnTo>
                    <a:lnTo>
                      <a:pt x="3" y="122"/>
                    </a:lnTo>
                    <a:lnTo>
                      <a:pt x="3" y="5"/>
                    </a:lnTo>
                    <a:lnTo>
                      <a:pt x="180" y="5"/>
                    </a:lnTo>
                    <a:lnTo>
                      <a:pt x="180" y="125"/>
                    </a:lnTo>
                    <a:lnTo>
                      <a:pt x="182" y="125"/>
                    </a:lnTo>
                    <a:lnTo>
                      <a:pt x="182" y="122"/>
                    </a:lnTo>
                    <a:lnTo>
                      <a:pt x="182" y="125"/>
                    </a:lnTo>
                    <a:lnTo>
                      <a:pt x="185" y="125"/>
                    </a:lnTo>
                    <a:lnTo>
                      <a:pt x="185" y="0"/>
                    </a:lnTo>
                    <a:lnTo>
                      <a:pt x="0" y="0"/>
                    </a:lnTo>
                    <a:lnTo>
                      <a:pt x="0" y="127"/>
                    </a:lnTo>
                    <a:lnTo>
                      <a:pt x="185" y="127"/>
                    </a:lnTo>
                    <a:lnTo>
                      <a:pt x="185" y="125"/>
                    </a:lnTo>
                    <a:lnTo>
                      <a:pt x="182" y="125"/>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2" name="Group 42911"/>
            <p:cNvGrpSpPr/>
            <p:nvPr/>
          </p:nvGrpSpPr>
          <p:grpSpPr>
            <a:xfrm>
              <a:off x="2292350" y="5340350"/>
              <a:ext cx="284163" cy="190500"/>
              <a:chOff x="2292350" y="5340350"/>
              <a:chExt cx="284163" cy="190500"/>
            </a:xfrm>
          </p:grpSpPr>
          <p:sp>
            <p:nvSpPr>
              <p:cNvPr id="39" name="Rectangle 437"/>
              <p:cNvSpPr>
                <a:spLocks noChangeArrowheads="1"/>
              </p:cNvSpPr>
              <p:nvPr/>
            </p:nvSpPr>
            <p:spPr bwMode="auto">
              <a:xfrm>
                <a:off x="2292350" y="5470525"/>
                <a:ext cx="284163" cy="60325"/>
              </a:xfrm>
              <a:prstGeom prst="rect">
                <a:avLst/>
              </a:prstGeom>
              <a:solidFill>
                <a:srgbClr val="00A1D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 name="Rectangle 438"/>
              <p:cNvSpPr>
                <a:spLocks noChangeArrowheads="1"/>
              </p:cNvSpPr>
              <p:nvPr/>
            </p:nvSpPr>
            <p:spPr bwMode="auto">
              <a:xfrm>
                <a:off x="2292350" y="5340350"/>
                <a:ext cx="284163" cy="65087"/>
              </a:xfrm>
              <a:prstGeom prst="rect">
                <a:avLst/>
              </a:prstGeom>
              <a:solidFill>
                <a:srgbClr val="ED29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 name="Rectangle 439"/>
              <p:cNvSpPr>
                <a:spLocks noChangeArrowheads="1"/>
              </p:cNvSpPr>
              <p:nvPr/>
            </p:nvSpPr>
            <p:spPr bwMode="auto">
              <a:xfrm>
                <a:off x="2292350" y="5405438"/>
                <a:ext cx="284163" cy="650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3" name="Group 42912"/>
            <p:cNvGrpSpPr/>
            <p:nvPr/>
          </p:nvGrpSpPr>
          <p:grpSpPr>
            <a:xfrm>
              <a:off x="2287588" y="4918075"/>
              <a:ext cx="293688" cy="198437"/>
              <a:chOff x="2287588" y="4918075"/>
              <a:chExt cx="293688" cy="198437"/>
            </a:xfrm>
          </p:grpSpPr>
          <p:sp>
            <p:nvSpPr>
              <p:cNvPr id="42" name="Rectangle 440"/>
              <p:cNvSpPr>
                <a:spLocks noChangeArrowheads="1"/>
              </p:cNvSpPr>
              <p:nvPr/>
            </p:nvSpPr>
            <p:spPr bwMode="auto">
              <a:xfrm>
                <a:off x="2292350" y="5051425"/>
                <a:ext cx="284163" cy="60325"/>
              </a:xfrm>
              <a:prstGeom prst="rect">
                <a:avLst/>
              </a:prstGeom>
              <a:solidFill>
                <a:srgbClr val="C127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 name="Rectangle 441"/>
              <p:cNvSpPr>
                <a:spLocks noChangeArrowheads="1"/>
              </p:cNvSpPr>
              <p:nvPr/>
            </p:nvSpPr>
            <p:spPr bwMode="auto">
              <a:xfrm>
                <a:off x="2292350" y="4921250"/>
                <a:ext cx="284163" cy="65087"/>
              </a:xfrm>
              <a:prstGeom prst="rect">
                <a:avLst/>
              </a:prstGeom>
              <a:solidFill>
                <a:srgbClr val="FDB9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 name="Rectangle 442"/>
              <p:cNvSpPr>
                <a:spLocks noChangeArrowheads="1"/>
              </p:cNvSpPr>
              <p:nvPr/>
            </p:nvSpPr>
            <p:spPr bwMode="auto">
              <a:xfrm>
                <a:off x="2292350" y="4986338"/>
                <a:ext cx="284163" cy="65087"/>
              </a:xfrm>
              <a:prstGeom prst="rect">
                <a:avLst/>
              </a:prstGeom>
              <a:solidFill>
                <a:srgbClr val="006A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 name="Freeform 443"/>
              <p:cNvSpPr>
                <a:spLocks/>
              </p:cNvSpPr>
              <p:nvPr/>
            </p:nvSpPr>
            <p:spPr bwMode="auto">
              <a:xfrm>
                <a:off x="2287588" y="4918075"/>
                <a:ext cx="293688" cy="198437"/>
              </a:xfrm>
              <a:custGeom>
                <a:avLst/>
                <a:gdLst>
                  <a:gd name="T0" fmla="*/ 182 w 185"/>
                  <a:gd name="T1" fmla="*/ 122 h 125"/>
                  <a:gd name="T2" fmla="*/ 182 w 185"/>
                  <a:gd name="T3" fmla="*/ 120 h 125"/>
                  <a:gd name="T4" fmla="*/ 3 w 185"/>
                  <a:gd name="T5" fmla="*/ 120 h 125"/>
                  <a:gd name="T6" fmla="*/ 3 w 185"/>
                  <a:gd name="T7" fmla="*/ 5 h 125"/>
                  <a:gd name="T8" fmla="*/ 180 w 185"/>
                  <a:gd name="T9" fmla="*/ 5 h 125"/>
                  <a:gd name="T10" fmla="*/ 180 w 185"/>
                  <a:gd name="T11" fmla="*/ 122 h 125"/>
                  <a:gd name="T12" fmla="*/ 182 w 185"/>
                  <a:gd name="T13" fmla="*/ 122 h 125"/>
                  <a:gd name="T14" fmla="*/ 182 w 185"/>
                  <a:gd name="T15" fmla="*/ 120 h 125"/>
                  <a:gd name="T16" fmla="*/ 182 w 185"/>
                  <a:gd name="T17" fmla="*/ 122 h 125"/>
                  <a:gd name="T18" fmla="*/ 185 w 185"/>
                  <a:gd name="T19" fmla="*/ 122 h 125"/>
                  <a:gd name="T20" fmla="*/ 185 w 185"/>
                  <a:gd name="T21" fmla="*/ 0 h 125"/>
                  <a:gd name="T22" fmla="*/ 0 w 185"/>
                  <a:gd name="T23" fmla="*/ 0 h 125"/>
                  <a:gd name="T24" fmla="*/ 0 w 185"/>
                  <a:gd name="T25" fmla="*/ 125 h 125"/>
                  <a:gd name="T26" fmla="*/ 185 w 185"/>
                  <a:gd name="T27" fmla="*/ 125 h 125"/>
                  <a:gd name="T28" fmla="*/ 185 w 185"/>
                  <a:gd name="T29" fmla="*/ 122 h 125"/>
                  <a:gd name="T30" fmla="*/ 182 w 185"/>
                  <a:gd name="T31" fmla="*/ 12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5" h="125">
                    <a:moveTo>
                      <a:pt x="182" y="122"/>
                    </a:moveTo>
                    <a:lnTo>
                      <a:pt x="182" y="120"/>
                    </a:lnTo>
                    <a:lnTo>
                      <a:pt x="3" y="120"/>
                    </a:lnTo>
                    <a:lnTo>
                      <a:pt x="3" y="5"/>
                    </a:lnTo>
                    <a:lnTo>
                      <a:pt x="180" y="5"/>
                    </a:lnTo>
                    <a:lnTo>
                      <a:pt x="180" y="122"/>
                    </a:lnTo>
                    <a:lnTo>
                      <a:pt x="182" y="122"/>
                    </a:lnTo>
                    <a:lnTo>
                      <a:pt x="182" y="120"/>
                    </a:lnTo>
                    <a:lnTo>
                      <a:pt x="182" y="122"/>
                    </a:lnTo>
                    <a:lnTo>
                      <a:pt x="185" y="122"/>
                    </a:lnTo>
                    <a:lnTo>
                      <a:pt x="185" y="0"/>
                    </a:lnTo>
                    <a:lnTo>
                      <a:pt x="0" y="0"/>
                    </a:lnTo>
                    <a:lnTo>
                      <a:pt x="0" y="125"/>
                    </a:lnTo>
                    <a:lnTo>
                      <a:pt x="185" y="125"/>
                    </a:lnTo>
                    <a:lnTo>
                      <a:pt x="185" y="122"/>
                    </a:lnTo>
                    <a:lnTo>
                      <a:pt x="182" y="1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4" name="Group 42913"/>
            <p:cNvGrpSpPr/>
            <p:nvPr/>
          </p:nvGrpSpPr>
          <p:grpSpPr>
            <a:xfrm>
              <a:off x="2292350" y="4502150"/>
              <a:ext cx="284163" cy="190500"/>
              <a:chOff x="2292350" y="4502150"/>
              <a:chExt cx="284163" cy="190500"/>
            </a:xfrm>
          </p:grpSpPr>
          <p:sp>
            <p:nvSpPr>
              <p:cNvPr id="46" name="Rectangle 444"/>
              <p:cNvSpPr>
                <a:spLocks noChangeArrowheads="1"/>
              </p:cNvSpPr>
              <p:nvPr/>
            </p:nvSpPr>
            <p:spPr bwMode="auto">
              <a:xfrm>
                <a:off x="2292350" y="4502150"/>
                <a:ext cx="284163" cy="190500"/>
              </a:xfrm>
              <a:prstGeom prst="rect">
                <a:avLst/>
              </a:prstGeom>
              <a:solidFill>
                <a:srgbClr val="9E30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 name="Rectangle 445"/>
              <p:cNvSpPr>
                <a:spLocks noChangeArrowheads="1"/>
              </p:cNvSpPr>
              <p:nvPr/>
            </p:nvSpPr>
            <p:spPr bwMode="auto">
              <a:xfrm>
                <a:off x="2292350" y="4581525"/>
                <a:ext cx="284163" cy="317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5" name="Group 42914"/>
            <p:cNvGrpSpPr/>
            <p:nvPr/>
          </p:nvGrpSpPr>
          <p:grpSpPr>
            <a:xfrm>
              <a:off x="2292350" y="4083050"/>
              <a:ext cx="284163" cy="190500"/>
              <a:chOff x="2292350" y="4083050"/>
              <a:chExt cx="284163" cy="190500"/>
            </a:xfrm>
          </p:grpSpPr>
          <p:sp>
            <p:nvSpPr>
              <p:cNvPr id="48" name="Rectangle 446"/>
              <p:cNvSpPr>
                <a:spLocks noChangeArrowheads="1"/>
              </p:cNvSpPr>
              <p:nvPr/>
            </p:nvSpPr>
            <p:spPr bwMode="auto">
              <a:xfrm>
                <a:off x="2481263" y="4083050"/>
                <a:ext cx="95250" cy="190500"/>
              </a:xfrm>
              <a:prstGeom prst="rect">
                <a:avLst/>
              </a:prstGeom>
              <a:solidFill>
                <a:srgbClr val="FF88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 name="Rectangle 447"/>
              <p:cNvSpPr>
                <a:spLocks noChangeArrowheads="1"/>
              </p:cNvSpPr>
              <p:nvPr/>
            </p:nvSpPr>
            <p:spPr bwMode="auto">
              <a:xfrm>
                <a:off x="2292350" y="4083050"/>
                <a:ext cx="95250" cy="190500"/>
              </a:xfrm>
              <a:prstGeom prst="rect">
                <a:avLst/>
              </a:prstGeom>
              <a:solidFill>
                <a:srgbClr val="169B6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 name="Rectangle 448"/>
              <p:cNvSpPr>
                <a:spLocks noChangeArrowheads="1"/>
              </p:cNvSpPr>
              <p:nvPr/>
            </p:nvSpPr>
            <p:spPr bwMode="auto">
              <a:xfrm>
                <a:off x="2387600" y="4083050"/>
                <a:ext cx="93663" cy="1905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6" name="Group 42915"/>
            <p:cNvGrpSpPr/>
            <p:nvPr/>
          </p:nvGrpSpPr>
          <p:grpSpPr>
            <a:xfrm>
              <a:off x="2292350" y="3663950"/>
              <a:ext cx="284163" cy="190500"/>
              <a:chOff x="2292350" y="3663950"/>
              <a:chExt cx="284163" cy="190500"/>
            </a:xfrm>
          </p:grpSpPr>
          <p:sp>
            <p:nvSpPr>
              <p:cNvPr id="51" name="Rectangle 449"/>
              <p:cNvSpPr>
                <a:spLocks noChangeArrowheads="1"/>
              </p:cNvSpPr>
              <p:nvPr/>
            </p:nvSpPr>
            <p:spPr bwMode="auto">
              <a:xfrm>
                <a:off x="2481263" y="3663950"/>
                <a:ext cx="95250" cy="190500"/>
              </a:xfrm>
              <a:prstGeom prst="rect">
                <a:avLst/>
              </a:prstGeom>
              <a:solidFill>
                <a:srgbClr val="CE2B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 name="Rectangle 450"/>
              <p:cNvSpPr>
                <a:spLocks noChangeArrowheads="1"/>
              </p:cNvSpPr>
              <p:nvPr/>
            </p:nvSpPr>
            <p:spPr bwMode="auto">
              <a:xfrm>
                <a:off x="2292350" y="3663950"/>
                <a:ext cx="95250" cy="190500"/>
              </a:xfrm>
              <a:prstGeom prst="rect">
                <a:avLst/>
              </a:prstGeom>
              <a:solidFill>
                <a:srgbClr val="0092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 name="Rectangle 451"/>
              <p:cNvSpPr>
                <a:spLocks noChangeArrowheads="1"/>
              </p:cNvSpPr>
              <p:nvPr/>
            </p:nvSpPr>
            <p:spPr bwMode="auto">
              <a:xfrm>
                <a:off x="2387600" y="3663950"/>
                <a:ext cx="93663" cy="1905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7" name="Group 42916"/>
            <p:cNvGrpSpPr/>
            <p:nvPr/>
          </p:nvGrpSpPr>
          <p:grpSpPr>
            <a:xfrm>
              <a:off x="2287588" y="3240088"/>
              <a:ext cx="293688" cy="198437"/>
              <a:chOff x="2287588" y="3240088"/>
              <a:chExt cx="293688" cy="198437"/>
            </a:xfrm>
          </p:grpSpPr>
          <p:sp>
            <p:nvSpPr>
              <p:cNvPr id="54" name="Rectangle 452"/>
              <p:cNvSpPr>
                <a:spLocks noChangeArrowheads="1"/>
              </p:cNvSpPr>
              <p:nvPr/>
            </p:nvSpPr>
            <p:spPr bwMode="auto">
              <a:xfrm>
                <a:off x="2292350" y="3370263"/>
                <a:ext cx="284163" cy="65087"/>
              </a:xfrm>
              <a:prstGeom prst="rect">
                <a:avLst/>
              </a:prstGeom>
              <a:solidFill>
                <a:srgbClr val="436F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 name="Rectangle 453"/>
              <p:cNvSpPr>
                <a:spLocks noChangeArrowheads="1"/>
              </p:cNvSpPr>
              <p:nvPr/>
            </p:nvSpPr>
            <p:spPr bwMode="auto">
              <a:xfrm>
                <a:off x="2292350" y="3244850"/>
                <a:ext cx="284163" cy="60325"/>
              </a:xfrm>
              <a:prstGeom prst="rect">
                <a:avLst/>
              </a:prstGeom>
              <a:solidFill>
                <a:srgbClr val="CD2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 name="Rectangle 454"/>
              <p:cNvSpPr>
                <a:spLocks noChangeArrowheads="1"/>
              </p:cNvSpPr>
              <p:nvPr/>
            </p:nvSpPr>
            <p:spPr bwMode="auto">
              <a:xfrm>
                <a:off x="2292350" y="3305175"/>
                <a:ext cx="284163" cy="650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 name="Freeform 455"/>
              <p:cNvSpPr>
                <a:spLocks/>
              </p:cNvSpPr>
              <p:nvPr/>
            </p:nvSpPr>
            <p:spPr bwMode="auto">
              <a:xfrm>
                <a:off x="2287588" y="3240088"/>
                <a:ext cx="293688" cy="198437"/>
              </a:xfrm>
              <a:custGeom>
                <a:avLst/>
                <a:gdLst>
                  <a:gd name="T0" fmla="*/ 182 w 185"/>
                  <a:gd name="T1" fmla="*/ 123 h 125"/>
                  <a:gd name="T2" fmla="*/ 182 w 185"/>
                  <a:gd name="T3" fmla="*/ 121 h 125"/>
                  <a:gd name="T4" fmla="*/ 3 w 185"/>
                  <a:gd name="T5" fmla="*/ 121 h 125"/>
                  <a:gd name="T6" fmla="*/ 3 w 185"/>
                  <a:gd name="T7" fmla="*/ 5 h 125"/>
                  <a:gd name="T8" fmla="*/ 180 w 185"/>
                  <a:gd name="T9" fmla="*/ 5 h 125"/>
                  <a:gd name="T10" fmla="*/ 180 w 185"/>
                  <a:gd name="T11" fmla="*/ 123 h 125"/>
                  <a:gd name="T12" fmla="*/ 182 w 185"/>
                  <a:gd name="T13" fmla="*/ 123 h 125"/>
                  <a:gd name="T14" fmla="*/ 182 w 185"/>
                  <a:gd name="T15" fmla="*/ 121 h 125"/>
                  <a:gd name="T16" fmla="*/ 182 w 185"/>
                  <a:gd name="T17" fmla="*/ 123 h 125"/>
                  <a:gd name="T18" fmla="*/ 185 w 185"/>
                  <a:gd name="T19" fmla="*/ 123 h 125"/>
                  <a:gd name="T20" fmla="*/ 185 w 185"/>
                  <a:gd name="T21" fmla="*/ 0 h 125"/>
                  <a:gd name="T22" fmla="*/ 0 w 185"/>
                  <a:gd name="T23" fmla="*/ 0 h 125"/>
                  <a:gd name="T24" fmla="*/ 0 w 185"/>
                  <a:gd name="T25" fmla="*/ 125 h 125"/>
                  <a:gd name="T26" fmla="*/ 185 w 185"/>
                  <a:gd name="T27" fmla="*/ 125 h 125"/>
                  <a:gd name="T28" fmla="*/ 185 w 185"/>
                  <a:gd name="T29" fmla="*/ 123 h 125"/>
                  <a:gd name="T30" fmla="*/ 182 w 185"/>
                  <a:gd name="T31"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5" h="125">
                    <a:moveTo>
                      <a:pt x="182" y="123"/>
                    </a:moveTo>
                    <a:lnTo>
                      <a:pt x="182" y="121"/>
                    </a:lnTo>
                    <a:lnTo>
                      <a:pt x="3" y="121"/>
                    </a:lnTo>
                    <a:lnTo>
                      <a:pt x="3" y="5"/>
                    </a:lnTo>
                    <a:lnTo>
                      <a:pt x="180" y="5"/>
                    </a:lnTo>
                    <a:lnTo>
                      <a:pt x="180" y="123"/>
                    </a:lnTo>
                    <a:lnTo>
                      <a:pt x="182" y="123"/>
                    </a:lnTo>
                    <a:lnTo>
                      <a:pt x="182" y="121"/>
                    </a:lnTo>
                    <a:lnTo>
                      <a:pt x="182" y="123"/>
                    </a:lnTo>
                    <a:lnTo>
                      <a:pt x="185" y="123"/>
                    </a:lnTo>
                    <a:lnTo>
                      <a:pt x="185" y="0"/>
                    </a:lnTo>
                    <a:lnTo>
                      <a:pt x="0" y="0"/>
                    </a:lnTo>
                    <a:lnTo>
                      <a:pt x="0" y="125"/>
                    </a:lnTo>
                    <a:lnTo>
                      <a:pt x="185" y="125"/>
                    </a:lnTo>
                    <a:lnTo>
                      <a:pt x="185" y="123"/>
                    </a:lnTo>
                    <a:lnTo>
                      <a:pt x="182" y="12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8" name="Group 42917"/>
            <p:cNvGrpSpPr/>
            <p:nvPr/>
          </p:nvGrpSpPr>
          <p:grpSpPr>
            <a:xfrm>
              <a:off x="2292350" y="2825750"/>
              <a:ext cx="284163" cy="190500"/>
              <a:chOff x="2292350" y="2825750"/>
              <a:chExt cx="284163" cy="190500"/>
            </a:xfrm>
          </p:grpSpPr>
          <p:sp>
            <p:nvSpPr>
              <p:cNvPr id="58" name="Rectangle 456"/>
              <p:cNvSpPr>
                <a:spLocks noChangeArrowheads="1"/>
              </p:cNvSpPr>
              <p:nvPr/>
            </p:nvSpPr>
            <p:spPr bwMode="auto">
              <a:xfrm>
                <a:off x="2292350" y="2932113"/>
                <a:ext cx="284163" cy="190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 name="Rectangle 457"/>
              <p:cNvSpPr>
                <a:spLocks noChangeArrowheads="1"/>
              </p:cNvSpPr>
              <p:nvPr/>
            </p:nvSpPr>
            <p:spPr bwMode="auto">
              <a:xfrm>
                <a:off x="2292350" y="2951163"/>
                <a:ext cx="284163" cy="22225"/>
              </a:xfrm>
              <a:prstGeom prst="rect">
                <a:avLst/>
              </a:prstGeom>
              <a:solidFill>
                <a:srgbClr val="165FA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 name="Rectangle 458"/>
              <p:cNvSpPr>
                <a:spLocks noChangeArrowheads="1"/>
              </p:cNvSpPr>
              <p:nvPr/>
            </p:nvSpPr>
            <p:spPr bwMode="auto">
              <a:xfrm>
                <a:off x="2292350" y="2992438"/>
                <a:ext cx="284163" cy="23812"/>
              </a:xfrm>
              <a:prstGeom prst="rect">
                <a:avLst/>
              </a:prstGeom>
              <a:solidFill>
                <a:srgbClr val="165FA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 name="Rectangle 459"/>
              <p:cNvSpPr>
                <a:spLocks noChangeArrowheads="1"/>
              </p:cNvSpPr>
              <p:nvPr/>
            </p:nvSpPr>
            <p:spPr bwMode="auto">
              <a:xfrm>
                <a:off x="2292350" y="2973388"/>
                <a:ext cx="284163" cy="190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 name="Rectangle 460"/>
              <p:cNvSpPr>
                <a:spLocks noChangeArrowheads="1"/>
              </p:cNvSpPr>
              <p:nvPr/>
            </p:nvSpPr>
            <p:spPr bwMode="auto">
              <a:xfrm>
                <a:off x="2292350" y="2825750"/>
                <a:ext cx="284163" cy="19050"/>
              </a:xfrm>
              <a:prstGeom prst="rect">
                <a:avLst/>
              </a:prstGeom>
              <a:solidFill>
                <a:srgbClr val="165FA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 name="Rectangle 461"/>
              <p:cNvSpPr>
                <a:spLocks noChangeArrowheads="1"/>
              </p:cNvSpPr>
              <p:nvPr/>
            </p:nvSpPr>
            <p:spPr bwMode="auto">
              <a:xfrm>
                <a:off x="2292350" y="2909888"/>
                <a:ext cx="284163" cy="22225"/>
              </a:xfrm>
              <a:prstGeom prst="rect">
                <a:avLst/>
              </a:prstGeom>
              <a:solidFill>
                <a:srgbClr val="165FA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 name="Rectangle 462"/>
              <p:cNvSpPr>
                <a:spLocks noChangeArrowheads="1"/>
              </p:cNvSpPr>
              <p:nvPr/>
            </p:nvSpPr>
            <p:spPr bwMode="auto">
              <a:xfrm>
                <a:off x="2292350" y="2844800"/>
                <a:ext cx="284163" cy="222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 name="Rectangle 463"/>
              <p:cNvSpPr>
                <a:spLocks noChangeArrowheads="1"/>
              </p:cNvSpPr>
              <p:nvPr/>
            </p:nvSpPr>
            <p:spPr bwMode="auto">
              <a:xfrm>
                <a:off x="2292350" y="2867025"/>
                <a:ext cx="284163" cy="19050"/>
              </a:xfrm>
              <a:prstGeom prst="rect">
                <a:avLst/>
              </a:prstGeom>
              <a:solidFill>
                <a:srgbClr val="165FA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Rectangle 464"/>
              <p:cNvSpPr>
                <a:spLocks noChangeArrowheads="1"/>
              </p:cNvSpPr>
              <p:nvPr/>
            </p:nvSpPr>
            <p:spPr bwMode="auto">
              <a:xfrm>
                <a:off x="2292350" y="2886075"/>
                <a:ext cx="284163" cy="238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Rectangle 465"/>
              <p:cNvSpPr>
                <a:spLocks noChangeArrowheads="1"/>
              </p:cNvSpPr>
              <p:nvPr/>
            </p:nvSpPr>
            <p:spPr bwMode="auto">
              <a:xfrm>
                <a:off x="2292350" y="2825750"/>
                <a:ext cx="106363" cy="106362"/>
              </a:xfrm>
              <a:prstGeom prst="rect">
                <a:avLst/>
              </a:prstGeom>
              <a:solidFill>
                <a:srgbClr val="165FA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Rectangle 466"/>
              <p:cNvSpPr>
                <a:spLocks noChangeArrowheads="1"/>
              </p:cNvSpPr>
              <p:nvPr/>
            </p:nvSpPr>
            <p:spPr bwMode="auto">
              <a:xfrm>
                <a:off x="2292350" y="2867025"/>
                <a:ext cx="106363" cy="190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Rectangle 467"/>
              <p:cNvSpPr>
                <a:spLocks noChangeArrowheads="1"/>
              </p:cNvSpPr>
              <p:nvPr/>
            </p:nvSpPr>
            <p:spPr bwMode="auto">
              <a:xfrm>
                <a:off x="2333625" y="2825750"/>
                <a:ext cx="19050" cy="1063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19" name="Group 42918"/>
            <p:cNvGrpSpPr/>
            <p:nvPr/>
          </p:nvGrpSpPr>
          <p:grpSpPr>
            <a:xfrm>
              <a:off x="2292350" y="2406650"/>
              <a:ext cx="284163" cy="190500"/>
              <a:chOff x="2292350" y="2406650"/>
              <a:chExt cx="284163" cy="190500"/>
            </a:xfrm>
          </p:grpSpPr>
          <p:sp>
            <p:nvSpPr>
              <p:cNvPr id="70" name="Rectangle 468"/>
              <p:cNvSpPr>
                <a:spLocks noChangeArrowheads="1"/>
              </p:cNvSpPr>
              <p:nvPr/>
            </p:nvSpPr>
            <p:spPr bwMode="auto">
              <a:xfrm>
                <a:off x="2292350" y="2532063"/>
                <a:ext cx="284163" cy="65087"/>
              </a:xfrm>
              <a:prstGeom prst="rect">
                <a:avLst/>
              </a:prstGeom>
              <a:solidFill>
                <a:srgbClr val="FFCE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Rectangle 469"/>
              <p:cNvSpPr>
                <a:spLocks noChangeArrowheads="1"/>
              </p:cNvSpPr>
              <p:nvPr/>
            </p:nvSpPr>
            <p:spPr bwMode="auto">
              <a:xfrm>
                <a:off x="2292350" y="2406650"/>
                <a:ext cx="284163" cy="603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Rectangle 470"/>
              <p:cNvSpPr>
                <a:spLocks noChangeArrowheads="1"/>
              </p:cNvSpPr>
              <p:nvPr/>
            </p:nvSpPr>
            <p:spPr bwMode="auto">
              <a:xfrm>
                <a:off x="2292350" y="2466975"/>
                <a:ext cx="284163" cy="65087"/>
              </a:xfrm>
              <a:prstGeom prst="rect">
                <a:avLst/>
              </a:prstGeom>
              <a:solidFill>
                <a:srgbClr val="D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9" name="Group 42908"/>
            <p:cNvGrpSpPr/>
            <p:nvPr/>
          </p:nvGrpSpPr>
          <p:grpSpPr>
            <a:xfrm>
              <a:off x="596900" y="6178550"/>
              <a:ext cx="288925" cy="195262"/>
              <a:chOff x="596900" y="6178550"/>
              <a:chExt cx="288925" cy="195262"/>
            </a:xfrm>
          </p:grpSpPr>
          <p:sp>
            <p:nvSpPr>
              <p:cNvPr id="73" name="Rectangle 471"/>
              <p:cNvSpPr>
                <a:spLocks noChangeArrowheads="1"/>
              </p:cNvSpPr>
              <p:nvPr/>
            </p:nvSpPr>
            <p:spPr bwMode="auto">
              <a:xfrm>
                <a:off x="787400" y="6178550"/>
                <a:ext cx="98425" cy="195262"/>
              </a:xfrm>
              <a:prstGeom prst="rect">
                <a:avLst/>
              </a:prstGeom>
              <a:solidFill>
                <a:srgbClr val="ED29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Rectangle 472"/>
              <p:cNvSpPr>
                <a:spLocks noChangeArrowheads="1"/>
              </p:cNvSpPr>
              <p:nvPr/>
            </p:nvSpPr>
            <p:spPr bwMode="auto">
              <a:xfrm>
                <a:off x="596900" y="6178550"/>
                <a:ext cx="95250" cy="195262"/>
              </a:xfrm>
              <a:prstGeom prst="rect">
                <a:avLst/>
              </a:prstGeom>
              <a:solidFill>
                <a:srgbClr val="0023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Rectangle 473"/>
              <p:cNvSpPr>
                <a:spLocks noChangeArrowheads="1"/>
              </p:cNvSpPr>
              <p:nvPr/>
            </p:nvSpPr>
            <p:spPr bwMode="auto">
              <a:xfrm>
                <a:off x="692150" y="6178550"/>
                <a:ext cx="95250" cy="1952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8" name="Group 42907"/>
            <p:cNvGrpSpPr/>
            <p:nvPr/>
          </p:nvGrpSpPr>
          <p:grpSpPr>
            <a:xfrm>
              <a:off x="593725" y="5756275"/>
              <a:ext cx="296863" cy="201612"/>
              <a:chOff x="593725" y="5756275"/>
              <a:chExt cx="296863" cy="201612"/>
            </a:xfrm>
          </p:grpSpPr>
          <p:sp>
            <p:nvSpPr>
              <p:cNvPr id="76" name="Rectangle 474"/>
              <p:cNvSpPr>
                <a:spLocks noChangeArrowheads="1"/>
              </p:cNvSpPr>
              <p:nvPr/>
            </p:nvSpPr>
            <p:spPr bwMode="auto">
              <a:xfrm>
                <a:off x="596900" y="5759450"/>
                <a:ext cx="288925" cy="1952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 name="Rectangle 475"/>
              <p:cNvSpPr>
                <a:spLocks noChangeArrowheads="1"/>
              </p:cNvSpPr>
              <p:nvPr/>
            </p:nvSpPr>
            <p:spPr bwMode="auto">
              <a:xfrm>
                <a:off x="596900" y="5835650"/>
                <a:ext cx="288925" cy="42862"/>
              </a:xfrm>
              <a:prstGeom prst="rect">
                <a:avLst/>
              </a:prstGeom>
              <a:solidFill>
                <a:srgbClr val="0035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Rectangle 476"/>
              <p:cNvSpPr>
                <a:spLocks noChangeArrowheads="1"/>
              </p:cNvSpPr>
              <p:nvPr/>
            </p:nvSpPr>
            <p:spPr bwMode="auto">
              <a:xfrm>
                <a:off x="669925" y="5759450"/>
                <a:ext cx="46038" cy="195262"/>
              </a:xfrm>
              <a:prstGeom prst="rect">
                <a:avLst/>
              </a:prstGeom>
              <a:solidFill>
                <a:srgbClr val="0035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477"/>
              <p:cNvSpPr>
                <a:spLocks/>
              </p:cNvSpPr>
              <p:nvPr/>
            </p:nvSpPr>
            <p:spPr bwMode="auto">
              <a:xfrm>
                <a:off x="593725" y="5756275"/>
                <a:ext cx="296863" cy="201612"/>
              </a:xfrm>
              <a:custGeom>
                <a:avLst/>
                <a:gdLst>
                  <a:gd name="T0" fmla="*/ 184 w 187"/>
                  <a:gd name="T1" fmla="*/ 125 h 127"/>
                  <a:gd name="T2" fmla="*/ 184 w 187"/>
                  <a:gd name="T3" fmla="*/ 122 h 127"/>
                  <a:gd name="T4" fmla="*/ 5 w 187"/>
                  <a:gd name="T5" fmla="*/ 122 h 127"/>
                  <a:gd name="T6" fmla="*/ 5 w 187"/>
                  <a:gd name="T7" fmla="*/ 5 h 127"/>
                  <a:gd name="T8" fmla="*/ 182 w 187"/>
                  <a:gd name="T9" fmla="*/ 5 h 127"/>
                  <a:gd name="T10" fmla="*/ 182 w 187"/>
                  <a:gd name="T11" fmla="*/ 125 h 127"/>
                  <a:gd name="T12" fmla="*/ 184 w 187"/>
                  <a:gd name="T13" fmla="*/ 125 h 127"/>
                  <a:gd name="T14" fmla="*/ 184 w 187"/>
                  <a:gd name="T15" fmla="*/ 122 h 127"/>
                  <a:gd name="T16" fmla="*/ 184 w 187"/>
                  <a:gd name="T17" fmla="*/ 125 h 127"/>
                  <a:gd name="T18" fmla="*/ 187 w 187"/>
                  <a:gd name="T19" fmla="*/ 125 h 127"/>
                  <a:gd name="T20" fmla="*/ 187 w 187"/>
                  <a:gd name="T21" fmla="*/ 0 h 127"/>
                  <a:gd name="T22" fmla="*/ 0 w 187"/>
                  <a:gd name="T23" fmla="*/ 0 h 127"/>
                  <a:gd name="T24" fmla="*/ 0 w 187"/>
                  <a:gd name="T25" fmla="*/ 127 h 127"/>
                  <a:gd name="T26" fmla="*/ 187 w 187"/>
                  <a:gd name="T27" fmla="*/ 127 h 127"/>
                  <a:gd name="T28" fmla="*/ 187 w 187"/>
                  <a:gd name="T29" fmla="*/ 125 h 127"/>
                  <a:gd name="T30" fmla="*/ 184 w 187"/>
                  <a:gd name="T31" fmla="*/ 12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7">
                    <a:moveTo>
                      <a:pt x="184" y="125"/>
                    </a:moveTo>
                    <a:lnTo>
                      <a:pt x="184" y="122"/>
                    </a:lnTo>
                    <a:lnTo>
                      <a:pt x="5" y="122"/>
                    </a:lnTo>
                    <a:lnTo>
                      <a:pt x="5" y="5"/>
                    </a:lnTo>
                    <a:lnTo>
                      <a:pt x="182" y="5"/>
                    </a:lnTo>
                    <a:lnTo>
                      <a:pt x="182" y="125"/>
                    </a:lnTo>
                    <a:lnTo>
                      <a:pt x="184" y="125"/>
                    </a:lnTo>
                    <a:lnTo>
                      <a:pt x="184" y="122"/>
                    </a:lnTo>
                    <a:lnTo>
                      <a:pt x="184" y="125"/>
                    </a:lnTo>
                    <a:lnTo>
                      <a:pt x="187" y="125"/>
                    </a:lnTo>
                    <a:lnTo>
                      <a:pt x="187" y="0"/>
                    </a:lnTo>
                    <a:lnTo>
                      <a:pt x="0" y="0"/>
                    </a:lnTo>
                    <a:lnTo>
                      <a:pt x="0" y="127"/>
                    </a:lnTo>
                    <a:lnTo>
                      <a:pt x="187" y="127"/>
                    </a:lnTo>
                    <a:lnTo>
                      <a:pt x="187" y="125"/>
                    </a:lnTo>
                    <a:lnTo>
                      <a:pt x="184" y="125"/>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7" name="Group 42906"/>
            <p:cNvGrpSpPr/>
            <p:nvPr/>
          </p:nvGrpSpPr>
          <p:grpSpPr>
            <a:xfrm>
              <a:off x="593725" y="5337175"/>
              <a:ext cx="296863" cy="198437"/>
              <a:chOff x="593725" y="5337175"/>
              <a:chExt cx="296863" cy="198437"/>
            </a:xfrm>
          </p:grpSpPr>
          <p:sp>
            <p:nvSpPr>
              <p:cNvPr id="80" name="Rectangle 478"/>
              <p:cNvSpPr>
                <a:spLocks noChangeArrowheads="1"/>
              </p:cNvSpPr>
              <p:nvPr/>
            </p:nvSpPr>
            <p:spPr bwMode="auto">
              <a:xfrm>
                <a:off x="596900" y="5470525"/>
                <a:ext cx="288925" cy="603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 name="Rectangle 479"/>
              <p:cNvSpPr>
                <a:spLocks noChangeArrowheads="1"/>
              </p:cNvSpPr>
              <p:nvPr/>
            </p:nvSpPr>
            <p:spPr bwMode="auto">
              <a:xfrm>
                <a:off x="596900" y="5340350"/>
                <a:ext cx="288925" cy="650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Rectangle 480"/>
              <p:cNvSpPr>
                <a:spLocks noChangeArrowheads="1"/>
              </p:cNvSpPr>
              <p:nvPr/>
            </p:nvSpPr>
            <p:spPr bwMode="auto">
              <a:xfrm>
                <a:off x="596900" y="5405438"/>
                <a:ext cx="288925" cy="65087"/>
              </a:xfrm>
              <a:prstGeom prst="rect">
                <a:avLst/>
              </a:prstGeom>
              <a:solidFill>
                <a:srgbClr val="0072C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481"/>
              <p:cNvSpPr>
                <a:spLocks/>
              </p:cNvSpPr>
              <p:nvPr/>
            </p:nvSpPr>
            <p:spPr bwMode="auto">
              <a:xfrm>
                <a:off x="593725" y="5337175"/>
                <a:ext cx="296863" cy="198437"/>
              </a:xfrm>
              <a:custGeom>
                <a:avLst/>
                <a:gdLst>
                  <a:gd name="T0" fmla="*/ 184 w 187"/>
                  <a:gd name="T1" fmla="*/ 122 h 125"/>
                  <a:gd name="T2" fmla="*/ 184 w 187"/>
                  <a:gd name="T3" fmla="*/ 120 h 125"/>
                  <a:gd name="T4" fmla="*/ 5 w 187"/>
                  <a:gd name="T5" fmla="*/ 120 h 125"/>
                  <a:gd name="T6" fmla="*/ 5 w 187"/>
                  <a:gd name="T7" fmla="*/ 5 h 125"/>
                  <a:gd name="T8" fmla="*/ 182 w 187"/>
                  <a:gd name="T9" fmla="*/ 5 h 125"/>
                  <a:gd name="T10" fmla="*/ 182 w 187"/>
                  <a:gd name="T11" fmla="*/ 122 h 125"/>
                  <a:gd name="T12" fmla="*/ 184 w 187"/>
                  <a:gd name="T13" fmla="*/ 122 h 125"/>
                  <a:gd name="T14" fmla="*/ 184 w 187"/>
                  <a:gd name="T15" fmla="*/ 120 h 125"/>
                  <a:gd name="T16" fmla="*/ 184 w 187"/>
                  <a:gd name="T17" fmla="*/ 122 h 125"/>
                  <a:gd name="T18" fmla="*/ 187 w 187"/>
                  <a:gd name="T19" fmla="*/ 122 h 125"/>
                  <a:gd name="T20" fmla="*/ 187 w 187"/>
                  <a:gd name="T21" fmla="*/ 0 h 125"/>
                  <a:gd name="T22" fmla="*/ 0 w 187"/>
                  <a:gd name="T23" fmla="*/ 0 h 125"/>
                  <a:gd name="T24" fmla="*/ 0 w 187"/>
                  <a:gd name="T25" fmla="*/ 125 h 125"/>
                  <a:gd name="T26" fmla="*/ 187 w 187"/>
                  <a:gd name="T27" fmla="*/ 125 h 125"/>
                  <a:gd name="T28" fmla="*/ 187 w 187"/>
                  <a:gd name="T29" fmla="*/ 122 h 125"/>
                  <a:gd name="T30" fmla="*/ 184 w 187"/>
                  <a:gd name="T31" fmla="*/ 12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5">
                    <a:moveTo>
                      <a:pt x="184" y="122"/>
                    </a:moveTo>
                    <a:lnTo>
                      <a:pt x="184" y="120"/>
                    </a:lnTo>
                    <a:lnTo>
                      <a:pt x="5" y="120"/>
                    </a:lnTo>
                    <a:lnTo>
                      <a:pt x="5" y="5"/>
                    </a:lnTo>
                    <a:lnTo>
                      <a:pt x="182" y="5"/>
                    </a:lnTo>
                    <a:lnTo>
                      <a:pt x="182" y="122"/>
                    </a:lnTo>
                    <a:lnTo>
                      <a:pt x="184" y="122"/>
                    </a:lnTo>
                    <a:lnTo>
                      <a:pt x="184" y="120"/>
                    </a:lnTo>
                    <a:lnTo>
                      <a:pt x="184" y="122"/>
                    </a:lnTo>
                    <a:lnTo>
                      <a:pt x="187" y="122"/>
                    </a:lnTo>
                    <a:lnTo>
                      <a:pt x="187" y="0"/>
                    </a:lnTo>
                    <a:lnTo>
                      <a:pt x="0" y="0"/>
                    </a:lnTo>
                    <a:lnTo>
                      <a:pt x="0" y="125"/>
                    </a:lnTo>
                    <a:lnTo>
                      <a:pt x="187" y="125"/>
                    </a:lnTo>
                    <a:lnTo>
                      <a:pt x="187" y="122"/>
                    </a:lnTo>
                    <a:lnTo>
                      <a:pt x="184" y="1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6" name="Group 42905"/>
            <p:cNvGrpSpPr/>
            <p:nvPr/>
          </p:nvGrpSpPr>
          <p:grpSpPr>
            <a:xfrm>
              <a:off x="596900" y="4921250"/>
              <a:ext cx="288925" cy="190500"/>
              <a:chOff x="596900" y="4921250"/>
              <a:chExt cx="288925" cy="190500"/>
            </a:xfrm>
          </p:grpSpPr>
          <p:sp>
            <p:nvSpPr>
              <p:cNvPr id="84" name="Rectangle 482"/>
              <p:cNvSpPr>
                <a:spLocks noChangeArrowheads="1"/>
              </p:cNvSpPr>
              <p:nvPr/>
            </p:nvSpPr>
            <p:spPr bwMode="auto">
              <a:xfrm>
                <a:off x="596900" y="4921250"/>
                <a:ext cx="288925" cy="190500"/>
              </a:xfrm>
              <a:prstGeom prst="rect">
                <a:avLst/>
              </a:prstGeom>
              <a:solidFill>
                <a:srgbClr val="C60C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Rectangle 483"/>
              <p:cNvSpPr>
                <a:spLocks noChangeArrowheads="1"/>
              </p:cNvSpPr>
              <p:nvPr/>
            </p:nvSpPr>
            <p:spPr bwMode="auto">
              <a:xfrm>
                <a:off x="596900" y="5008563"/>
                <a:ext cx="288925" cy="15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Rectangle 484"/>
              <p:cNvSpPr>
                <a:spLocks noChangeArrowheads="1"/>
              </p:cNvSpPr>
              <p:nvPr/>
            </p:nvSpPr>
            <p:spPr bwMode="auto">
              <a:xfrm>
                <a:off x="684213" y="4921250"/>
                <a:ext cx="15875" cy="1905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5" name="Group 42904"/>
            <p:cNvGrpSpPr/>
            <p:nvPr/>
          </p:nvGrpSpPr>
          <p:grpSpPr>
            <a:xfrm>
              <a:off x="593725" y="4498975"/>
              <a:ext cx="296863" cy="196850"/>
              <a:chOff x="593725" y="4498975"/>
              <a:chExt cx="296863" cy="196850"/>
            </a:xfrm>
          </p:grpSpPr>
          <p:sp>
            <p:nvSpPr>
              <p:cNvPr id="87" name="Rectangle 485"/>
              <p:cNvSpPr>
                <a:spLocks noChangeArrowheads="1"/>
              </p:cNvSpPr>
              <p:nvPr/>
            </p:nvSpPr>
            <p:spPr bwMode="auto">
              <a:xfrm>
                <a:off x="596900" y="4502150"/>
                <a:ext cx="288925" cy="952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 name="Rectangle 486"/>
              <p:cNvSpPr>
                <a:spLocks noChangeArrowheads="1"/>
              </p:cNvSpPr>
              <p:nvPr/>
            </p:nvSpPr>
            <p:spPr bwMode="auto">
              <a:xfrm>
                <a:off x="596900" y="4597400"/>
                <a:ext cx="288925" cy="95250"/>
              </a:xfrm>
              <a:prstGeom prst="rect">
                <a:avLst/>
              </a:prstGeom>
              <a:solidFill>
                <a:srgbClr val="D7141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 name="Freeform 487"/>
              <p:cNvSpPr>
                <a:spLocks/>
              </p:cNvSpPr>
              <p:nvPr/>
            </p:nvSpPr>
            <p:spPr bwMode="auto">
              <a:xfrm>
                <a:off x="596900" y="4502150"/>
                <a:ext cx="130175" cy="190500"/>
              </a:xfrm>
              <a:custGeom>
                <a:avLst/>
                <a:gdLst>
                  <a:gd name="T0" fmla="*/ 0 w 82"/>
                  <a:gd name="T1" fmla="*/ 0 h 120"/>
                  <a:gd name="T2" fmla="*/ 82 w 82"/>
                  <a:gd name="T3" fmla="*/ 60 h 120"/>
                  <a:gd name="T4" fmla="*/ 0 w 82"/>
                  <a:gd name="T5" fmla="*/ 120 h 120"/>
                  <a:gd name="T6" fmla="*/ 0 w 82"/>
                  <a:gd name="T7" fmla="*/ 0 h 120"/>
                </a:gdLst>
                <a:ahLst/>
                <a:cxnLst>
                  <a:cxn ang="0">
                    <a:pos x="T0" y="T1"/>
                  </a:cxn>
                  <a:cxn ang="0">
                    <a:pos x="T2" y="T3"/>
                  </a:cxn>
                  <a:cxn ang="0">
                    <a:pos x="T4" y="T5"/>
                  </a:cxn>
                  <a:cxn ang="0">
                    <a:pos x="T6" y="T7"/>
                  </a:cxn>
                </a:cxnLst>
                <a:rect l="0" t="0" r="r" b="b"/>
                <a:pathLst>
                  <a:path w="82" h="120">
                    <a:moveTo>
                      <a:pt x="0" y="0"/>
                    </a:moveTo>
                    <a:lnTo>
                      <a:pt x="82" y="60"/>
                    </a:lnTo>
                    <a:lnTo>
                      <a:pt x="0" y="120"/>
                    </a:lnTo>
                    <a:lnTo>
                      <a:pt x="0" y="0"/>
                    </a:lnTo>
                    <a:close/>
                  </a:path>
                </a:pathLst>
              </a:custGeom>
              <a:solidFill>
                <a:srgbClr val="1145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 name="Freeform 488"/>
              <p:cNvSpPr>
                <a:spLocks/>
              </p:cNvSpPr>
              <p:nvPr/>
            </p:nvSpPr>
            <p:spPr bwMode="auto">
              <a:xfrm>
                <a:off x="593725" y="4498975"/>
                <a:ext cx="296863" cy="196850"/>
              </a:xfrm>
              <a:custGeom>
                <a:avLst/>
                <a:gdLst>
                  <a:gd name="T0" fmla="*/ 184 w 187"/>
                  <a:gd name="T1" fmla="*/ 122 h 124"/>
                  <a:gd name="T2" fmla="*/ 184 w 187"/>
                  <a:gd name="T3" fmla="*/ 120 h 124"/>
                  <a:gd name="T4" fmla="*/ 5 w 187"/>
                  <a:gd name="T5" fmla="*/ 120 h 124"/>
                  <a:gd name="T6" fmla="*/ 5 w 187"/>
                  <a:gd name="T7" fmla="*/ 4 h 124"/>
                  <a:gd name="T8" fmla="*/ 182 w 187"/>
                  <a:gd name="T9" fmla="*/ 4 h 124"/>
                  <a:gd name="T10" fmla="*/ 182 w 187"/>
                  <a:gd name="T11" fmla="*/ 122 h 124"/>
                  <a:gd name="T12" fmla="*/ 184 w 187"/>
                  <a:gd name="T13" fmla="*/ 122 h 124"/>
                  <a:gd name="T14" fmla="*/ 184 w 187"/>
                  <a:gd name="T15" fmla="*/ 120 h 124"/>
                  <a:gd name="T16" fmla="*/ 184 w 187"/>
                  <a:gd name="T17" fmla="*/ 122 h 124"/>
                  <a:gd name="T18" fmla="*/ 187 w 187"/>
                  <a:gd name="T19" fmla="*/ 122 h 124"/>
                  <a:gd name="T20" fmla="*/ 187 w 187"/>
                  <a:gd name="T21" fmla="*/ 0 h 124"/>
                  <a:gd name="T22" fmla="*/ 0 w 187"/>
                  <a:gd name="T23" fmla="*/ 0 h 124"/>
                  <a:gd name="T24" fmla="*/ 0 w 187"/>
                  <a:gd name="T25" fmla="*/ 124 h 124"/>
                  <a:gd name="T26" fmla="*/ 187 w 187"/>
                  <a:gd name="T27" fmla="*/ 124 h 124"/>
                  <a:gd name="T28" fmla="*/ 187 w 187"/>
                  <a:gd name="T29" fmla="*/ 122 h 124"/>
                  <a:gd name="T30" fmla="*/ 184 w 187"/>
                  <a:gd name="T31" fmla="*/ 12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4">
                    <a:moveTo>
                      <a:pt x="184" y="122"/>
                    </a:moveTo>
                    <a:lnTo>
                      <a:pt x="184" y="120"/>
                    </a:lnTo>
                    <a:lnTo>
                      <a:pt x="5" y="120"/>
                    </a:lnTo>
                    <a:lnTo>
                      <a:pt x="5" y="4"/>
                    </a:lnTo>
                    <a:lnTo>
                      <a:pt x="182" y="4"/>
                    </a:lnTo>
                    <a:lnTo>
                      <a:pt x="182" y="122"/>
                    </a:lnTo>
                    <a:lnTo>
                      <a:pt x="184" y="122"/>
                    </a:lnTo>
                    <a:lnTo>
                      <a:pt x="184" y="120"/>
                    </a:lnTo>
                    <a:lnTo>
                      <a:pt x="184" y="122"/>
                    </a:lnTo>
                    <a:lnTo>
                      <a:pt x="187" y="122"/>
                    </a:lnTo>
                    <a:lnTo>
                      <a:pt x="187" y="0"/>
                    </a:lnTo>
                    <a:lnTo>
                      <a:pt x="0" y="0"/>
                    </a:lnTo>
                    <a:lnTo>
                      <a:pt x="0" y="124"/>
                    </a:lnTo>
                    <a:lnTo>
                      <a:pt x="187" y="124"/>
                    </a:lnTo>
                    <a:lnTo>
                      <a:pt x="187" y="122"/>
                    </a:lnTo>
                    <a:lnTo>
                      <a:pt x="184" y="1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0" name="Group 42899"/>
            <p:cNvGrpSpPr/>
            <p:nvPr/>
          </p:nvGrpSpPr>
          <p:grpSpPr>
            <a:xfrm>
              <a:off x="593725" y="4079875"/>
              <a:ext cx="296863" cy="196850"/>
              <a:chOff x="593725" y="4079875"/>
              <a:chExt cx="296863" cy="196850"/>
            </a:xfrm>
          </p:grpSpPr>
          <p:sp>
            <p:nvSpPr>
              <p:cNvPr id="91" name="Rectangle 489"/>
              <p:cNvSpPr>
                <a:spLocks noChangeArrowheads="1"/>
              </p:cNvSpPr>
              <p:nvPr/>
            </p:nvSpPr>
            <p:spPr bwMode="auto">
              <a:xfrm>
                <a:off x="596900" y="4083050"/>
                <a:ext cx="288925" cy="1905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 name="Freeform 490"/>
              <p:cNvSpPr>
                <a:spLocks/>
              </p:cNvSpPr>
              <p:nvPr/>
            </p:nvSpPr>
            <p:spPr bwMode="auto">
              <a:xfrm>
                <a:off x="593725" y="4079875"/>
                <a:ext cx="296863" cy="196850"/>
              </a:xfrm>
              <a:custGeom>
                <a:avLst/>
                <a:gdLst>
                  <a:gd name="T0" fmla="*/ 184 w 187"/>
                  <a:gd name="T1" fmla="*/ 122 h 124"/>
                  <a:gd name="T2" fmla="*/ 184 w 187"/>
                  <a:gd name="T3" fmla="*/ 120 h 124"/>
                  <a:gd name="T4" fmla="*/ 5 w 187"/>
                  <a:gd name="T5" fmla="*/ 120 h 124"/>
                  <a:gd name="T6" fmla="*/ 5 w 187"/>
                  <a:gd name="T7" fmla="*/ 4 h 124"/>
                  <a:gd name="T8" fmla="*/ 182 w 187"/>
                  <a:gd name="T9" fmla="*/ 4 h 124"/>
                  <a:gd name="T10" fmla="*/ 182 w 187"/>
                  <a:gd name="T11" fmla="*/ 122 h 124"/>
                  <a:gd name="T12" fmla="*/ 184 w 187"/>
                  <a:gd name="T13" fmla="*/ 122 h 124"/>
                  <a:gd name="T14" fmla="*/ 184 w 187"/>
                  <a:gd name="T15" fmla="*/ 120 h 124"/>
                  <a:gd name="T16" fmla="*/ 184 w 187"/>
                  <a:gd name="T17" fmla="*/ 122 h 124"/>
                  <a:gd name="T18" fmla="*/ 187 w 187"/>
                  <a:gd name="T19" fmla="*/ 122 h 124"/>
                  <a:gd name="T20" fmla="*/ 187 w 187"/>
                  <a:gd name="T21" fmla="*/ 0 h 124"/>
                  <a:gd name="T22" fmla="*/ 0 w 187"/>
                  <a:gd name="T23" fmla="*/ 0 h 124"/>
                  <a:gd name="T24" fmla="*/ 0 w 187"/>
                  <a:gd name="T25" fmla="*/ 124 h 124"/>
                  <a:gd name="T26" fmla="*/ 187 w 187"/>
                  <a:gd name="T27" fmla="*/ 124 h 124"/>
                  <a:gd name="T28" fmla="*/ 187 w 187"/>
                  <a:gd name="T29" fmla="*/ 122 h 124"/>
                  <a:gd name="T30" fmla="*/ 184 w 187"/>
                  <a:gd name="T31" fmla="*/ 12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4">
                    <a:moveTo>
                      <a:pt x="184" y="122"/>
                    </a:moveTo>
                    <a:lnTo>
                      <a:pt x="184" y="120"/>
                    </a:lnTo>
                    <a:lnTo>
                      <a:pt x="5" y="120"/>
                    </a:lnTo>
                    <a:lnTo>
                      <a:pt x="5" y="4"/>
                    </a:lnTo>
                    <a:lnTo>
                      <a:pt x="182" y="4"/>
                    </a:lnTo>
                    <a:lnTo>
                      <a:pt x="182" y="122"/>
                    </a:lnTo>
                    <a:lnTo>
                      <a:pt x="184" y="122"/>
                    </a:lnTo>
                    <a:lnTo>
                      <a:pt x="184" y="120"/>
                    </a:lnTo>
                    <a:lnTo>
                      <a:pt x="184" y="122"/>
                    </a:lnTo>
                    <a:lnTo>
                      <a:pt x="187" y="122"/>
                    </a:lnTo>
                    <a:lnTo>
                      <a:pt x="187" y="0"/>
                    </a:lnTo>
                    <a:lnTo>
                      <a:pt x="0" y="0"/>
                    </a:lnTo>
                    <a:lnTo>
                      <a:pt x="0" y="124"/>
                    </a:lnTo>
                    <a:lnTo>
                      <a:pt x="187" y="124"/>
                    </a:lnTo>
                    <a:lnTo>
                      <a:pt x="187" y="122"/>
                    </a:lnTo>
                    <a:lnTo>
                      <a:pt x="184" y="1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 name="Freeform 491"/>
              <p:cNvSpPr>
                <a:spLocks/>
              </p:cNvSpPr>
              <p:nvPr/>
            </p:nvSpPr>
            <p:spPr bwMode="auto">
              <a:xfrm>
                <a:off x="669925" y="4205288"/>
                <a:ext cx="14288" cy="14287"/>
              </a:xfrm>
              <a:custGeom>
                <a:avLst/>
                <a:gdLst>
                  <a:gd name="T0" fmla="*/ 3 w 4"/>
                  <a:gd name="T1" fmla="*/ 1 h 4"/>
                  <a:gd name="T2" fmla="*/ 3 w 4"/>
                  <a:gd name="T3" fmla="*/ 4 h 4"/>
                  <a:gd name="T4" fmla="*/ 1 w 4"/>
                  <a:gd name="T5" fmla="*/ 3 h 4"/>
                  <a:gd name="T6" fmla="*/ 0 w 4"/>
                  <a:gd name="T7" fmla="*/ 0 h 4"/>
                  <a:gd name="T8" fmla="*/ 3 w 4"/>
                  <a:gd name="T9" fmla="*/ 1 h 4"/>
                </a:gdLst>
                <a:ahLst/>
                <a:cxnLst>
                  <a:cxn ang="0">
                    <a:pos x="T0" y="T1"/>
                  </a:cxn>
                  <a:cxn ang="0">
                    <a:pos x="T2" y="T3"/>
                  </a:cxn>
                  <a:cxn ang="0">
                    <a:pos x="T4" y="T5"/>
                  </a:cxn>
                  <a:cxn ang="0">
                    <a:pos x="T6" y="T7"/>
                  </a:cxn>
                  <a:cxn ang="0">
                    <a:pos x="T8" y="T9"/>
                  </a:cxn>
                </a:cxnLst>
                <a:rect l="0" t="0" r="r" b="b"/>
                <a:pathLst>
                  <a:path w="4" h="4">
                    <a:moveTo>
                      <a:pt x="3" y="1"/>
                    </a:moveTo>
                    <a:cubicBezTo>
                      <a:pt x="4" y="2"/>
                      <a:pt x="3" y="4"/>
                      <a:pt x="3" y="4"/>
                    </a:cubicBezTo>
                    <a:cubicBezTo>
                      <a:pt x="3" y="4"/>
                      <a:pt x="2" y="4"/>
                      <a:pt x="1" y="3"/>
                    </a:cubicBezTo>
                    <a:cubicBezTo>
                      <a:pt x="0" y="2"/>
                      <a:pt x="0" y="0"/>
                      <a:pt x="0" y="0"/>
                    </a:cubicBezTo>
                    <a:cubicBezTo>
                      <a:pt x="0" y="0"/>
                      <a:pt x="2" y="0"/>
                      <a:pt x="3"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 name="Freeform 492"/>
              <p:cNvSpPr>
                <a:spLocks/>
              </p:cNvSpPr>
              <p:nvPr/>
            </p:nvSpPr>
            <p:spPr bwMode="auto">
              <a:xfrm>
                <a:off x="684213" y="4219575"/>
                <a:ext cx="7938" cy="7937"/>
              </a:xfrm>
              <a:custGeom>
                <a:avLst/>
                <a:gdLst>
                  <a:gd name="T0" fmla="*/ 1 w 2"/>
                  <a:gd name="T1" fmla="*/ 1 h 2"/>
                  <a:gd name="T2" fmla="*/ 2 w 2"/>
                  <a:gd name="T3" fmla="*/ 2 h 2"/>
                  <a:gd name="T4" fmla="*/ 1 w 2"/>
                  <a:gd name="T5" fmla="*/ 2 h 2"/>
                  <a:gd name="T6" fmla="*/ 0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2"/>
                      <a:pt x="2" y="2"/>
                      <a:pt x="2" y="2"/>
                    </a:cubicBezTo>
                    <a:cubicBezTo>
                      <a:pt x="2" y="2"/>
                      <a:pt x="1" y="2"/>
                      <a:pt x="1" y="2"/>
                    </a:cubicBezTo>
                    <a:cubicBezTo>
                      <a:pt x="0" y="1"/>
                      <a:pt x="0" y="0"/>
                      <a:pt x="0" y="0"/>
                    </a:cubicBezTo>
                    <a:cubicBezTo>
                      <a:pt x="0" y="0"/>
                      <a:pt x="1" y="0"/>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5" name="Freeform 493"/>
              <p:cNvSpPr>
                <a:spLocks/>
              </p:cNvSpPr>
              <p:nvPr/>
            </p:nvSpPr>
            <p:spPr bwMode="auto">
              <a:xfrm>
                <a:off x="696913" y="4232275"/>
                <a:ext cx="11113" cy="6350"/>
              </a:xfrm>
              <a:custGeom>
                <a:avLst/>
                <a:gdLst>
                  <a:gd name="T0" fmla="*/ 2 w 3"/>
                  <a:gd name="T1" fmla="*/ 1 h 2"/>
                  <a:gd name="T2" fmla="*/ 3 w 3"/>
                  <a:gd name="T3" fmla="*/ 2 h 2"/>
                  <a:gd name="T4" fmla="*/ 2 w 3"/>
                  <a:gd name="T5" fmla="*/ 2 h 2"/>
                  <a:gd name="T6" fmla="*/ 0 w 3"/>
                  <a:gd name="T7" fmla="*/ 0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2"/>
                      <a:pt x="3" y="2"/>
                    </a:cubicBezTo>
                    <a:cubicBezTo>
                      <a:pt x="3" y="2"/>
                      <a:pt x="2" y="2"/>
                      <a:pt x="2" y="2"/>
                    </a:cubicBezTo>
                    <a:cubicBezTo>
                      <a:pt x="1" y="1"/>
                      <a:pt x="0" y="0"/>
                      <a:pt x="0" y="0"/>
                    </a:cubicBezTo>
                    <a:cubicBezTo>
                      <a:pt x="0" y="0"/>
                      <a:pt x="1" y="0"/>
                      <a:pt x="2"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6" name="Freeform 494"/>
              <p:cNvSpPr>
                <a:spLocks/>
              </p:cNvSpPr>
              <p:nvPr/>
            </p:nvSpPr>
            <p:spPr bwMode="auto">
              <a:xfrm>
                <a:off x="715963" y="4238625"/>
                <a:ext cx="11113" cy="7937"/>
              </a:xfrm>
              <a:custGeom>
                <a:avLst/>
                <a:gdLst>
                  <a:gd name="T0" fmla="*/ 1 w 3"/>
                  <a:gd name="T1" fmla="*/ 0 h 2"/>
                  <a:gd name="T2" fmla="*/ 3 w 3"/>
                  <a:gd name="T3" fmla="*/ 1 h 2"/>
                  <a:gd name="T4" fmla="*/ 1 w 3"/>
                  <a:gd name="T5" fmla="*/ 2 h 2"/>
                  <a:gd name="T6" fmla="*/ 0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1"/>
                      <a:pt x="3" y="1"/>
                      <a:pt x="3" y="1"/>
                    </a:cubicBezTo>
                    <a:cubicBezTo>
                      <a:pt x="3" y="1"/>
                      <a:pt x="2" y="2"/>
                      <a:pt x="1" y="2"/>
                    </a:cubicBezTo>
                    <a:cubicBezTo>
                      <a:pt x="0" y="1"/>
                      <a:pt x="0" y="1"/>
                      <a:pt x="0" y="1"/>
                    </a:cubicBezTo>
                    <a:cubicBezTo>
                      <a:pt x="0" y="1"/>
                      <a:pt x="0"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7" name="Oval 495"/>
              <p:cNvSpPr>
                <a:spLocks noChangeArrowheads="1"/>
              </p:cNvSpPr>
              <p:nvPr/>
            </p:nvSpPr>
            <p:spPr bwMode="auto">
              <a:xfrm>
                <a:off x="719138" y="4246563"/>
                <a:ext cx="15875" cy="4762"/>
              </a:xfrm>
              <a:prstGeom prst="ellipse">
                <a:avLst/>
              </a:pr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8" name="Freeform 496"/>
              <p:cNvSpPr>
                <a:spLocks/>
              </p:cNvSpPr>
              <p:nvPr/>
            </p:nvSpPr>
            <p:spPr bwMode="auto">
              <a:xfrm>
                <a:off x="700088" y="4238625"/>
                <a:ext cx="11113" cy="7937"/>
              </a:xfrm>
              <a:custGeom>
                <a:avLst/>
                <a:gdLst>
                  <a:gd name="T0" fmla="*/ 1 w 3"/>
                  <a:gd name="T1" fmla="*/ 0 h 2"/>
                  <a:gd name="T2" fmla="*/ 3 w 3"/>
                  <a:gd name="T3" fmla="*/ 1 h 2"/>
                  <a:gd name="T4" fmla="*/ 1 w 3"/>
                  <a:gd name="T5" fmla="*/ 1 h 2"/>
                  <a:gd name="T6" fmla="*/ 0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1"/>
                      <a:pt x="3" y="1"/>
                    </a:cubicBezTo>
                    <a:cubicBezTo>
                      <a:pt x="3" y="1"/>
                      <a:pt x="2" y="2"/>
                      <a:pt x="1" y="1"/>
                    </a:cubicBezTo>
                    <a:cubicBezTo>
                      <a:pt x="0" y="1"/>
                      <a:pt x="0" y="1"/>
                      <a:pt x="0" y="1"/>
                    </a:cubicBezTo>
                    <a:cubicBezTo>
                      <a:pt x="0" y="1"/>
                      <a:pt x="1"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9" name="Freeform 497"/>
              <p:cNvSpPr>
                <a:spLocks/>
              </p:cNvSpPr>
              <p:nvPr/>
            </p:nvSpPr>
            <p:spPr bwMode="auto">
              <a:xfrm>
                <a:off x="681038" y="4232275"/>
                <a:ext cx="15875" cy="3175"/>
              </a:xfrm>
              <a:custGeom>
                <a:avLst/>
                <a:gdLst>
                  <a:gd name="T0" fmla="*/ 2 w 4"/>
                  <a:gd name="T1" fmla="*/ 0 h 1"/>
                  <a:gd name="T2" fmla="*/ 4 w 4"/>
                  <a:gd name="T3" fmla="*/ 1 h 1"/>
                  <a:gd name="T4" fmla="*/ 2 w 4"/>
                  <a:gd name="T5" fmla="*/ 1 h 1"/>
                  <a:gd name="T6" fmla="*/ 0 w 4"/>
                  <a:gd name="T7" fmla="*/ 0 h 1"/>
                  <a:gd name="T8" fmla="*/ 2 w 4"/>
                  <a:gd name="T9" fmla="*/ 0 h 1"/>
                </a:gdLst>
                <a:ahLst/>
                <a:cxnLst>
                  <a:cxn ang="0">
                    <a:pos x="T0" y="T1"/>
                  </a:cxn>
                  <a:cxn ang="0">
                    <a:pos x="T2" y="T3"/>
                  </a:cxn>
                  <a:cxn ang="0">
                    <a:pos x="T4" y="T5"/>
                  </a:cxn>
                  <a:cxn ang="0">
                    <a:pos x="T6" y="T7"/>
                  </a:cxn>
                  <a:cxn ang="0">
                    <a:pos x="T8" y="T9"/>
                  </a:cxn>
                </a:cxnLst>
                <a:rect l="0" t="0" r="r" b="b"/>
                <a:pathLst>
                  <a:path w="4" h="1">
                    <a:moveTo>
                      <a:pt x="2" y="0"/>
                    </a:moveTo>
                    <a:cubicBezTo>
                      <a:pt x="3" y="0"/>
                      <a:pt x="4" y="1"/>
                      <a:pt x="4" y="1"/>
                    </a:cubicBezTo>
                    <a:cubicBezTo>
                      <a:pt x="4" y="1"/>
                      <a:pt x="3" y="1"/>
                      <a:pt x="2" y="1"/>
                    </a:cubicBezTo>
                    <a:cubicBezTo>
                      <a:pt x="1" y="1"/>
                      <a:pt x="0" y="0"/>
                      <a:pt x="0" y="0"/>
                    </a:cubicBezTo>
                    <a:cubicBezTo>
                      <a:pt x="0" y="0"/>
                      <a:pt x="1" y="0"/>
                      <a:pt x="2"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0" name="Freeform 498"/>
              <p:cNvSpPr>
                <a:spLocks/>
              </p:cNvSpPr>
              <p:nvPr/>
            </p:nvSpPr>
            <p:spPr bwMode="auto">
              <a:xfrm>
                <a:off x="669925" y="4216400"/>
                <a:ext cx="11113" cy="7937"/>
              </a:xfrm>
              <a:custGeom>
                <a:avLst/>
                <a:gdLst>
                  <a:gd name="T0" fmla="*/ 2 w 3"/>
                  <a:gd name="T1" fmla="*/ 1 h 2"/>
                  <a:gd name="T2" fmla="*/ 3 w 3"/>
                  <a:gd name="T3" fmla="*/ 2 h 2"/>
                  <a:gd name="T4" fmla="*/ 2 w 3"/>
                  <a:gd name="T5" fmla="*/ 2 h 2"/>
                  <a:gd name="T6" fmla="*/ 0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2"/>
                      <a:pt x="3" y="2"/>
                    </a:cubicBezTo>
                    <a:cubicBezTo>
                      <a:pt x="3" y="2"/>
                      <a:pt x="3" y="2"/>
                      <a:pt x="2" y="2"/>
                    </a:cubicBezTo>
                    <a:cubicBezTo>
                      <a:pt x="1" y="1"/>
                      <a:pt x="0" y="1"/>
                      <a:pt x="0" y="1"/>
                    </a:cubicBezTo>
                    <a:cubicBezTo>
                      <a:pt x="0" y="1"/>
                      <a:pt x="1" y="0"/>
                      <a:pt x="2"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1" name="Freeform 499"/>
              <p:cNvSpPr>
                <a:spLocks/>
              </p:cNvSpPr>
              <p:nvPr/>
            </p:nvSpPr>
            <p:spPr bwMode="auto">
              <a:xfrm>
                <a:off x="684213" y="4208463"/>
                <a:ext cx="4763" cy="11112"/>
              </a:xfrm>
              <a:custGeom>
                <a:avLst/>
                <a:gdLst>
                  <a:gd name="T0" fmla="*/ 1 w 1"/>
                  <a:gd name="T1" fmla="*/ 1 h 3"/>
                  <a:gd name="T2" fmla="*/ 1 w 1"/>
                  <a:gd name="T3" fmla="*/ 3 h 3"/>
                  <a:gd name="T4" fmla="*/ 0 w 1"/>
                  <a:gd name="T5" fmla="*/ 1 h 3"/>
                  <a:gd name="T6" fmla="*/ 0 w 1"/>
                  <a:gd name="T7" fmla="*/ 0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1" y="2"/>
                      <a:pt x="1" y="3"/>
                      <a:pt x="1" y="3"/>
                    </a:cubicBezTo>
                    <a:cubicBezTo>
                      <a:pt x="1" y="3"/>
                      <a:pt x="0" y="2"/>
                      <a:pt x="0" y="1"/>
                    </a:cubicBezTo>
                    <a:cubicBezTo>
                      <a:pt x="0" y="1"/>
                      <a:pt x="0" y="0"/>
                      <a:pt x="0" y="0"/>
                    </a:cubicBezTo>
                    <a:cubicBezTo>
                      <a:pt x="0" y="0"/>
                      <a:pt x="1" y="0"/>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 name="Oval 500"/>
              <p:cNvSpPr>
                <a:spLocks noChangeArrowheads="1"/>
              </p:cNvSpPr>
              <p:nvPr/>
            </p:nvSpPr>
            <p:spPr bwMode="auto">
              <a:xfrm>
                <a:off x="681038" y="4227513"/>
                <a:ext cx="7938" cy="1587"/>
              </a:xfrm>
              <a:prstGeom prst="ellipse">
                <a:avLst/>
              </a:pr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 name="Freeform 501"/>
              <p:cNvSpPr>
                <a:spLocks/>
              </p:cNvSpPr>
              <p:nvPr/>
            </p:nvSpPr>
            <p:spPr bwMode="auto">
              <a:xfrm>
                <a:off x="700088" y="4227513"/>
                <a:ext cx="3175" cy="476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1" y="1"/>
                      <a:pt x="0" y="1"/>
                      <a:pt x="0" y="1"/>
                    </a:cubicBezTo>
                    <a:cubicBezTo>
                      <a:pt x="0" y="0"/>
                      <a:pt x="0" y="0"/>
                      <a:pt x="0" y="0"/>
                    </a:cubicBezTo>
                    <a:cubicBezTo>
                      <a:pt x="0" y="0"/>
                      <a:pt x="0"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4" name="Freeform 502"/>
              <p:cNvSpPr>
                <a:spLocks/>
              </p:cNvSpPr>
              <p:nvPr/>
            </p:nvSpPr>
            <p:spPr bwMode="auto">
              <a:xfrm>
                <a:off x="719138" y="4232275"/>
                <a:ext cx="3175" cy="6350"/>
              </a:xfrm>
              <a:custGeom>
                <a:avLst/>
                <a:gdLst>
                  <a:gd name="T0" fmla="*/ 0 w 1"/>
                  <a:gd name="T1" fmla="*/ 1 h 2"/>
                  <a:gd name="T2" fmla="*/ 1 w 1"/>
                  <a:gd name="T3" fmla="*/ 2 h 2"/>
                  <a:gd name="T4" fmla="*/ 0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1"/>
                      <a:pt x="1" y="2"/>
                      <a:pt x="1" y="2"/>
                    </a:cubicBezTo>
                    <a:cubicBezTo>
                      <a:pt x="1" y="2"/>
                      <a:pt x="0" y="2"/>
                      <a:pt x="0" y="1"/>
                    </a:cubicBezTo>
                    <a:cubicBezTo>
                      <a:pt x="0" y="1"/>
                      <a:pt x="0" y="0"/>
                      <a:pt x="0" y="0"/>
                    </a:cubicBezTo>
                    <a:cubicBezTo>
                      <a:pt x="0" y="0"/>
                      <a:pt x="0" y="1"/>
                      <a:pt x="0"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5" name="Oval 503"/>
              <p:cNvSpPr>
                <a:spLocks noChangeArrowheads="1"/>
              </p:cNvSpPr>
              <p:nvPr/>
            </p:nvSpPr>
            <p:spPr bwMode="auto">
              <a:xfrm>
                <a:off x="696913" y="4235450"/>
                <a:ext cx="3175" cy="3175"/>
              </a:xfrm>
              <a:prstGeom prst="ellipse">
                <a:avLst/>
              </a:pr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6" name="Freeform 504"/>
              <p:cNvSpPr>
                <a:spLocks/>
              </p:cNvSpPr>
              <p:nvPr/>
            </p:nvSpPr>
            <p:spPr bwMode="auto">
              <a:xfrm>
                <a:off x="711200" y="4246563"/>
                <a:ext cx="7938" cy="0"/>
              </a:xfrm>
              <a:custGeom>
                <a:avLst/>
                <a:gdLst>
                  <a:gd name="T0" fmla="*/ 1 w 2"/>
                  <a:gd name="T1" fmla="*/ 2 w 2"/>
                  <a:gd name="T2" fmla="*/ 1 w 2"/>
                  <a:gd name="T3" fmla="*/ 0 w 2"/>
                  <a:gd name="T4" fmla="*/ 1 w 2"/>
                </a:gdLst>
                <a:ahLst/>
                <a:cxnLst>
                  <a:cxn ang="0">
                    <a:pos x="T0" y="0"/>
                  </a:cxn>
                  <a:cxn ang="0">
                    <a:pos x="T1" y="0"/>
                  </a:cxn>
                  <a:cxn ang="0">
                    <a:pos x="T2" y="0"/>
                  </a:cxn>
                  <a:cxn ang="0">
                    <a:pos x="T3" y="0"/>
                  </a:cxn>
                  <a:cxn ang="0">
                    <a:pos x="T4" y="0"/>
                  </a:cxn>
                </a:cxnLst>
                <a:rect l="0" t="0" r="r" b="b"/>
                <a:pathLst>
                  <a:path w="2">
                    <a:moveTo>
                      <a:pt x="1" y="0"/>
                    </a:moveTo>
                    <a:cubicBezTo>
                      <a:pt x="2" y="0"/>
                      <a:pt x="2" y="0"/>
                      <a:pt x="2" y="0"/>
                    </a:cubicBezTo>
                    <a:cubicBezTo>
                      <a:pt x="2" y="0"/>
                      <a:pt x="1" y="0"/>
                      <a:pt x="1" y="0"/>
                    </a:cubicBezTo>
                    <a:cubicBezTo>
                      <a:pt x="1" y="0"/>
                      <a:pt x="0" y="0"/>
                      <a:pt x="0" y="0"/>
                    </a:cubicBezTo>
                    <a:cubicBezTo>
                      <a:pt x="0" y="0"/>
                      <a:pt x="1"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7" name="Freeform 505"/>
              <p:cNvSpPr>
                <a:spLocks/>
              </p:cNvSpPr>
              <p:nvPr/>
            </p:nvSpPr>
            <p:spPr bwMode="auto">
              <a:xfrm>
                <a:off x="692150" y="4216400"/>
                <a:ext cx="7938" cy="11112"/>
              </a:xfrm>
              <a:custGeom>
                <a:avLst/>
                <a:gdLst>
                  <a:gd name="T0" fmla="*/ 1 w 2"/>
                  <a:gd name="T1" fmla="*/ 1 h 3"/>
                  <a:gd name="T2" fmla="*/ 2 w 2"/>
                  <a:gd name="T3" fmla="*/ 3 h 3"/>
                  <a:gd name="T4" fmla="*/ 0 w 2"/>
                  <a:gd name="T5" fmla="*/ 2 h 3"/>
                  <a:gd name="T6" fmla="*/ 0 w 2"/>
                  <a:gd name="T7" fmla="*/ 0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2" y="2"/>
                      <a:pt x="2" y="3"/>
                      <a:pt x="2" y="3"/>
                    </a:cubicBezTo>
                    <a:cubicBezTo>
                      <a:pt x="2" y="3"/>
                      <a:pt x="1" y="3"/>
                      <a:pt x="0" y="2"/>
                    </a:cubicBezTo>
                    <a:cubicBezTo>
                      <a:pt x="0" y="1"/>
                      <a:pt x="0" y="0"/>
                      <a:pt x="0" y="0"/>
                    </a:cubicBezTo>
                    <a:cubicBezTo>
                      <a:pt x="0" y="0"/>
                      <a:pt x="1" y="1"/>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8" name="Freeform 506"/>
              <p:cNvSpPr>
                <a:spLocks/>
              </p:cNvSpPr>
              <p:nvPr/>
            </p:nvSpPr>
            <p:spPr bwMode="auto">
              <a:xfrm>
                <a:off x="708025" y="4227513"/>
                <a:ext cx="7938" cy="7937"/>
              </a:xfrm>
              <a:custGeom>
                <a:avLst/>
                <a:gdLst>
                  <a:gd name="T0" fmla="*/ 1 w 2"/>
                  <a:gd name="T1" fmla="*/ 1 h 2"/>
                  <a:gd name="T2" fmla="*/ 2 w 2"/>
                  <a:gd name="T3" fmla="*/ 2 h 2"/>
                  <a:gd name="T4" fmla="*/ 1 w 2"/>
                  <a:gd name="T5" fmla="*/ 2 h 2"/>
                  <a:gd name="T6" fmla="*/ 0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2"/>
                      <a:pt x="2" y="2"/>
                      <a:pt x="2" y="2"/>
                    </a:cubicBezTo>
                    <a:cubicBezTo>
                      <a:pt x="2" y="2"/>
                      <a:pt x="1" y="2"/>
                      <a:pt x="1" y="2"/>
                    </a:cubicBezTo>
                    <a:cubicBezTo>
                      <a:pt x="0" y="1"/>
                      <a:pt x="0" y="0"/>
                      <a:pt x="0" y="0"/>
                    </a:cubicBezTo>
                    <a:cubicBezTo>
                      <a:pt x="0" y="0"/>
                      <a:pt x="0" y="0"/>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 name="Freeform 507"/>
              <p:cNvSpPr>
                <a:spLocks/>
              </p:cNvSpPr>
              <p:nvPr/>
            </p:nvSpPr>
            <p:spPr bwMode="auto">
              <a:xfrm>
                <a:off x="727075" y="4238625"/>
                <a:ext cx="7938" cy="7937"/>
              </a:xfrm>
              <a:custGeom>
                <a:avLst/>
                <a:gdLst>
                  <a:gd name="T0" fmla="*/ 1 w 2"/>
                  <a:gd name="T1" fmla="*/ 0 h 2"/>
                  <a:gd name="T2" fmla="*/ 2 w 2"/>
                  <a:gd name="T3" fmla="*/ 2 h 2"/>
                  <a:gd name="T4" fmla="*/ 0 w 2"/>
                  <a:gd name="T5" fmla="*/ 1 h 2"/>
                  <a:gd name="T6" fmla="*/ 0 w 2"/>
                  <a:gd name="T7" fmla="*/ 0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2" y="1"/>
                      <a:pt x="2" y="2"/>
                      <a:pt x="2" y="2"/>
                    </a:cubicBezTo>
                    <a:cubicBezTo>
                      <a:pt x="2" y="2"/>
                      <a:pt x="1" y="2"/>
                      <a:pt x="0" y="1"/>
                    </a:cubicBezTo>
                    <a:cubicBezTo>
                      <a:pt x="0" y="1"/>
                      <a:pt x="0" y="0"/>
                      <a:pt x="0" y="0"/>
                    </a:cubicBezTo>
                    <a:cubicBezTo>
                      <a:pt x="0" y="0"/>
                      <a:pt x="1"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 name="Freeform 508"/>
              <p:cNvSpPr>
                <a:spLocks/>
              </p:cNvSpPr>
              <p:nvPr/>
            </p:nvSpPr>
            <p:spPr bwMode="auto">
              <a:xfrm>
                <a:off x="738188" y="4246563"/>
                <a:ext cx="15875" cy="11112"/>
              </a:xfrm>
              <a:custGeom>
                <a:avLst/>
                <a:gdLst>
                  <a:gd name="T0" fmla="*/ 0 w 4"/>
                  <a:gd name="T1" fmla="*/ 1 h 3"/>
                  <a:gd name="T2" fmla="*/ 3 w 4"/>
                  <a:gd name="T3" fmla="*/ 3 h 3"/>
                  <a:gd name="T4" fmla="*/ 4 w 4"/>
                  <a:gd name="T5" fmla="*/ 2 h 3"/>
                  <a:gd name="T6" fmla="*/ 0 w 4"/>
                  <a:gd name="T7" fmla="*/ 0 h 3"/>
                  <a:gd name="T8" fmla="*/ 0 w 4"/>
                  <a:gd name="T9" fmla="*/ 1 h 3"/>
                </a:gdLst>
                <a:ahLst/>
                <a:cxnLst>
                  <a:cxn ang="0">
                    <a:pos x="T0" y="T1"/>
                  </a:cxn>
                  <a:cxn ang="0">
                    <a:pos x="T2" y="T3"/>
                  </a:cxn>
                  <a:cxn ang="0">
                    <a:pos x="T4" y="T5"/>
                  </a:cxn>
                  <a:cxn ang="0">
                    <a:pos x="T6" y="T7"/>
                  </a:cxn>
                  <a:cxn ang="0">
                    <a:pos x="T8" y="T9"/>
                  </a:cxn>
                </a:cxnLst>
                <a:rect l="0" t="0" r="r" b="b"/>
                <a:pathLst>
                  <a:path w="4" h="3">
                    <a:moveTo>
                      <a:pt x="0" y="1"/>
                    </a:moveTo>
                    <a:cubicBezTo>
                      <a:pt x="0" y="1"/>
                      <a:pt x="2" y="2"/>
                      <a:pt x="3" y="3"/>
                    </a:cubicBezTo>
                    <a:cubicBezTo>
                      <a:pt x="4" y="2"/>
                      <a:pt x="4" y="2"/>
                      <a:pt x="4" y="2"/>
                    </a:cubicBezTo>
                    <a:cubicBezTo>
                      <a:pt x="4" y="2"/>
                      <a:pt x="1" y="0"/>
                      <a:pt x="0" y="0"/>
                    </a:cubicBezTo>
                    <a:lnTo>
                      <a:pt x="0" y="1"/>
                    </a:ln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 name="Freeform 509"/>
              <p:cNvSpPr>
                <a:spLocks/>
              </p:cNvSpPr>
              <p:nvPr/>
            </p:nvSpPr>
            <p:spPr bwMode="auto">
              <a:xfrm>
                <a:off x="803275" y="4205288"/>
                <a:ext cx="11113" cy="14287"/>
              </a:xfrm>
              <a:custGeom>
                <a:avLst/>
                <a:gdLst>
                  <a:gd name="T0" fmla="*/ 1 w 3"/>
                  <a:gd name="T1" fmla="*/ 1 h 4"/>
                  <a:gd name="T2" fmla="*/ 0 w 3"/>
                  <a:gd name="T3" fmla="*/ 4 h 4"/>
                  <a:gd name="T4" fmla="*/ 2 w 3"/>
                  <a:gd name="T5" fmla="*/ 3 h 4"/>
                  <a:gd name="T6" fmla="*/ 3 w 3"/>
                  <a:gd name="T7" fmla="*/ 0 h 4"/>
                  <a:gd name="T8" fmla="*/ 1 w 3"/>
                  <a:gd name="T9" fmla="*/ 1 h 4"/>
                </a:gdLst>
                <a:ahLst/>
                <a:cxnLst>
                  <a:cxn ang="0">
                    <a:pos x="T0" y="T1"/>
                  </a:cxn>
                  <a:cxn ang="0">
                    <a:pos x="T2" y="T3"/>
                  </a:cxn>
                  <a:cxn ang="0">
                    <a:pos x="T4" y="T5"/>
                  </a:cxn>
                  <a:cxn ang="0">
                    <a:pos x="T6" y="T7"/>
                  </a:cxn>
                  <a:cxn ang="0">
                    <a:pos x="T8" y="T9"/>
                  </a:cxn>
                </a:cxnLst>
                <a:rect l="0" t="0" r="r" b="b"/>
                <a:pathLst>
                  <a:path w="3" h="4">
                    <a:moveTo>
                      <a:pt x="1" y="1"/>
                    </a:moveTo>
                    <a:cubicBezTo>
                      <a:pt x="0" y="2"/>
                      <a:pt x="0" y="4"/>
                      <a:pt x="0" y="4"/>
                    </a:cubicBezTo>
                    <a:cubicBezTo>
                      <a:pt x="0" y="4"/>
                      <a:pt x="2" y="4"/>
                      <a:pt x="2" y="3"/>
                    </a:cubicBezTo>
                    <a:cubicBezTo>
                      <a:pt x="3" y="2"/>
                      <a:pt x="3" y="0"/>
                      <a:pt x="3" y="0"/>
                    </a:cubicBezTo>
                    <a:cubicBezTo>
                      <a:pt x="3" y="0"/>
                      <a:pt x="2" y="0"/>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2" name="Freeform 510"/>
              <p:cNvSpPr>
                <a:spLocks/>
              </p:cNvSpPr>
              <p:nvPr/>
            </p:nvSpPr>
            <p:spPr bwMode="auto">
              <a:xfrm>
                <a:off x="792163" y="4219575"/>
                <a:ext cx="11113" cy="7937"/>
              </a:xfrm>
              <a:custGeom>
                <a:avLst/>
                <a:gdLst>
                  <a:gd name="T0" fmla="*/ 1 w 3"/>
                  <a:gd name="T1" fmla="*/ 1 h 2"/>
                  <a:gd name="T2" fmla="*/ 0 w 3"/>
                  <a:gd name="T3" fmla="*/ 2 h 2"/>
                  <a:gd name="T4" fmla="*/ 2 w 3"/>
                  <a:gd name="T5" fmla="*/ 2 h 2"/>
                  <a:gd name="T6" fmla="*/ 3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1" y="2"/>
                      <a:pt x="0" y="2"/>
                      <a:pt x="0" y="2"/>
                    </a:cubicBezTo>
                    <a:cubicBezTo>
                      <a:pt x="0" y="2"/>
                      <a:pt x="1" y="2"/>
                      <a:pt x="2" y="2"/>
                    </a:cubicBezTo>
                    <a:cubicBezTo>
                      <a:pt x="3" y="1"/>
                      <a:pt x="3" y="0"/>
                      <a:pt x="3" y="0"/>
                    </a:cubicBezTo>
                    <a:cubicBezTo>
                      <a:pt x="3" y="0"/>
                      <a:pt x="2" y="0"/>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3" name="Freeform 511"/>
              <p:cNvSpPr>
                <a:spLocks/>
              </p:cNvSpPr>
              <p:nvPr/>
            </p:nvSpPr>
            <p:spPr bwMode="auto">
              <a:xfrm>
                <a:off x="776288" y="4232275"/>
                <a:ext cx="11113" cy="6350"/>
              </a:xfrm>
              <a:custGeom>
                <a:avLst/>
                <a:gdLst>
                  <a:gd name="T0" fmla="*/ 2 w 3"/>
                  <a:gd name="T1" fmla="*/ 1 h 2"/>
                  <a:gd name="T2" fmla="*/ 0 w 3"/>
                  <a:gd name="T3" fmla="*/ 2 h 2"/>
                  <a:gd name="T4" fmla="*/ 2 w 3"/>
                  <a:gd name="T5" fmla="*/ 2 h 2"/>
                  <a:gd name="T6" fmla="*/ 3 w 3"/>
                  <a:gd name="T7" fmla="*/ 0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1"/>
                      <a:pt x="0" y="2"/>
                      <a:pt x="0" y="2"/>
                    </a:cubicBezTo>
                    <a:cubicBezTo>
                      <a:pt x="0" y="2"/>
                      <a:pt x="1" y="2"/>
                      <a:pt x="2" y="2"/>
                    </a:cubicBezTo>
                    <a:cubicBezTo>
                      <a:pt x="3" y="1"/>
                      <a:pt x="3" y="0"/>
                      <a:pt x="3" y="0"/>
                    </a:cubicBezTo>
                    <a:cubicBezTo>
                      <a:pt x="3" y="0"/>
                      <a:pt x="2" y="0"/>
                      <a:pt x="2"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4" name="Freeform 512"/>
              <p:cNvSpPr>
                <a:spLocks/>
              </p:cNvSpPr>
              <p:nvPr/>
            </p:nvSpPr>
            <p:spPr bwMode="auto">
              <a:xfrm>
                <a:off x="760413" y="4238625"/>
                <a:ext cx="12700" cy="7937"/>
              </a:xfrm>
              <a:custGeom>
                <a:avLst/>
                <a:gdLst>
                  <a:gd name="T0" fmla="*/ 1 w 3"/>
                  <a:gd name="T1" fmla="*/ 0 h 2"/>
                  <a:gd name="T2" fmla="*/ 0 w 3"/>
                  <a:gd name="T3" fmla="*/ 1 h 2"/>
                  <a:gd name="T4" fmla="*/ 2 w 3"/>
                  <a:gd name="T5" fmla="*/ 2 h 2"/>
                  <a:gd name="T6" fmla="*/ 3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0" y="1"/>
                      <a:pt x="0" y="1"/>
                      <a:pt x="0" y="1"/>
                    </a:cubicBezTo>
                    <a:cubicBezTo>
                      <a:pt x="0" y="1"/>
                      <a:pt x="1" y="2"/>
                      <a:pt x="2" y="2"/>
                    </a:cubicBezTo>
                    <a:cubicBezTo>
                      <a:pt x="2" y="1"/>
                      <a:pt x="3" y="1"/>
                      <a:pt x="3" y="1"/>
                    </a:cubicBezTo>
                    <a:cubicBezTo>
                      <a:pt x="3" y="1"/>
                      <a:pt x="2"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513"/>
              <p:cNvSpPr>
                <a:spLocks/>
              </p:cNvSpPr>
              <p:nvPr/>
            </p:nvSpPr>
            <p:spPr bwMode="auto">
              <a:xfrm>
                <a:off x="754063" y="4246563"/>
                <a:ext cx="11113" cy="4762"/>
              </a:xfrm>
              <a:custGeom>
                <a:avLst/>
                <a:gdLst>
                  <a:gd name="T0" fmla="*/ 2 w 3"/>
                  <a:gd name="T1" fmla="*/ 0 h 1"/>
                  <a:gd name="T2" fmla="*/ 0 w 3"/>
                  <a:gd name="T3" fmla="*/ 1 h 1"/>
                  <a:gd name="T4" fmla="*/ 2 w 3"/>
                  <a:gd name="T5" fmla="*/ 1 h 1"/>
                  <a:gd name="T6" fmla="*/ 3 w 3"/>
                  <a:gd name="T7" fmla="*/ 1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1" y="0"/>
                      <a:pt x="0" y="1"/>
                      <a:pt x="0" y="1"/>
                    </a:cubicBezTo>
                    <a:cubicBezTo>
                      <a:pt x="0" y="1"/>
                      <a:pt x="1" y="1"/>
                      <a:pt x="2" y="1"/>
                    </a:cubicBezTo>
                    <a:cubicBezTo>
                      <a:pt x="2" y="1"/>
                      <a:pt x="3" y="1"/>
                      <a:pt x="3" y="1"/>
                    </a:cubicBezTo>
                    <a:cubicBezTo>
                      <a:pt x="3" y="1"/>
                      <a:pt x="3" y="0"/>
                      <a:pt x="2"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6" name="Freeform 514"/>
              <p:cNvSpPr>
                <a:spLocks/>
              </p:cNvSpPr>
              <p:nvPr/>
            </p:nvSpPr>
            <p:spPr bwMode="auto">
              <a:xfrm>
                <a:off x="776288" y="4238625"/>
                <a:ext cx="11113" cy="7937"/>
              </a:xfrm>
              <a:custGeom>
                <a:avLst/>
                <a:gdLst>
                  <a:gd name="T0" fmla="*/ 1 w 3"/>
                  <a:gd name="T1" fmla="*/ 0 h 2"/>
                  <a:gd name="T2" fmla="*/ 0 w 3"/>
                  <a:gd name="T3" fmla="*/ 1 h 2"/>
                  <a:gd name="T4" fmla="*/ 1 w 3"/>
                  <a:gd name="T5" fmla="*/ 1 h 2"/>
                  <a:gd name="T6" fmla="*/ 3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0" y="0"/>
                      <a:pt x="0" y="1"/>
                      <a:pt x="0" y="1"/>
                    </a:cubicBezTo>
                    <a:cubicBezTo>
                      <a:pt x="0" y="1"/>
                      <a:pt x="0" y="2"/>
                      <a:pt x="1" y="1"/>
                    </a:cubicBezTo>
                    <a:cubicBezTo>
                      <a:pt x="2" y="1"/>
                      <a:pt x="3" y="1"/>
                      <a:pt x="3" y="1"/>
                    </a:cubicBezTo>
                    <a:cubicBezTo>
                      <a:pt x="3" y="1"/>
                      <a:pt x="2"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7" name="Freeform 515"/>
              <p:cNvSpPr>
                <a:spLocks/>
              </p:cNvSpPr>
              <p:nvPr/>
            </p:nvSpPr>
            <p:spPr bwMode="auto">
              <a:xfrm>
                <a:off x="792163" y="4232275"/>
                <a:ext cx="11113" cy="3175"/>
              </a:xfrm>
              <a:custGeom>
                <a:avLst/>
                <a:gdLst>
                  <a:gd name="T0" fmla="*/ 2 w 3"/>
                  <a:gd name="T1" fmla="*/ 0 h 1"/>
                  <a:gd name="T2" fmla="*/ 0 w 3"/>
                  <a:gd name="T3" fmla="*/ 1 h 1"/>
                  <a:gd name="T4" fmla="*/ 2 w 3"/>
                  <a:gd name="T5" fmla="*/ 1 h 1"/>
                  <a:gd name="T6" fmla="*/ 3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1" y="0"/>
                      <a:pt x="0" y="1"/>
                      <a:pt x="0" y="1"/>
                    </a:cubicBezTo>
                    <a:cubicBezTo>
                      <a:pt x="0" y="1"/>
                      <a:pt x="1" y="1"/>
                      <a:pt x="2" y="1"/>
                    </a:cubicBezTo>
                    <a:cubicBezTo>
                      <a:pt x="3" y="1"/>
                      <a:pt x="3" y="0"/>
                      <a:pt x="3" y="0"/>
                    </a:cubicBezTo>
                    <a:cubicBezTo>
                      <a:pt x="3" y="0"/>
                      <a:pt x="2" y="0"/>
                      <a:pt x="2"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8" name="Freeform 516"/>
              <p:cNvSpPr>
                <a:spLocks/>
              </p:cNvSpPr>
              <p:nvPr/>
            </p:nvSpPr>
            <p:spPr bwMode="auto">
              <a:xfrm>
                <a:off x="803275" y="4216400"/>
                <a:ext cx="11113" cy="7937"/>
              </a:xfrm>
              <a:custGeom>
                <a:avLst/>
                <a:gdLst>
                  <a:gd name="T0" fmla="*/ 1 w 3"/>
                  <a:gd name="T1" fmla="*/ 1 h 2"/>
                  <a:gd name="T2" fmla="*/ 0 w 3"/>
                  <a:gd name="T3" fmla="*/ 2 h 2"/>
                  <a:gd name="T4" fmla="*/ 2 w 3"/>
                  <a:gd name="T5" fmla="*/ 2 h 2"/>
                  <a:gd name="T6" fmla="*/ 3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1" y="1"/>
                      <a:pt x="0" y="2"/>
                      <a:pt x="0" y="2"/>
                    </a:cubicBezTo>
                    <a:cubicBezTo>
                      <a:pt x="0" y="2"/>
                      <a:pt x="1" y="2"/>
                      <a:pt x="2" y="2"/>
                    </a:cubicBezTo>
                    <a:cubicBezTo>
                      <a:pt x="3" y="1"/>
                      <a:pt x="3" y="1"/>
                      <a:pt x="3" y="1"/>
                    </a:cubicBezTo>
                    <a:cubicBezTo>
                      <a:pt x="3" y="1"/>
                      <a:pt x="2" y="0"/>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9" name="Freeform 517"/>
              <p:cNvSpPr>
                <a:spLocks/>
              </p:cNvSpPr>
              <p:nvPr/>
            </p:nvSpPr>
            <p:spPr bwMode="auto">
              <a:xfrm>
                <a:off x="798513" y="4208463"/>
                <a:ext cx="4763" cy="11112"/>
              </a:xfrm>
              <a:custGeom>
                <a:avLst/>
                <a:gdLst>
                  <a:gd name="T0" fmla="*/ 0 w 1"/>
                  <a:gd name="T1" fmla="*/ 1 h 3"/>
                  <a:gd name="T2" fmla="*/ 0 w 1"/>
                  <a:gd name="T3" fmla="*/ 3 h 3"/>
                  <a:gd name="T4" fmla="*/ 1 w 1"/>
                  <a:gd name="T5" fmla="*/ 1 h 3"/>
                  <a:gd name="T6" fmla="*/ 1 w 1"/>
                  <a:gd name="T7" fmla="*/ 0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2"/>
                      <a:pt x="0" y="3"/>
                      <a:pt x="0" y="3"/>
                    </a:cubicBezTo>
                    <a:cubicBezTo>
                      <a:pt x="0" y="3"/>
                      <a:pt x="1" y="2"/>
                      <a:pt x="1" y="1"/>
                    </a:cubicBezTo>
                    <a:cubicBezTo>
                      <a:pt x="1" y="1"/>
                      <a:pt x="1" y="0"/>
                      <a:pt x="1" y="0"/>
                    </a:cubicBezTo>
                    <a:cubicBezTo>
                      <a:pt x="1" y="0"/>
                      <a:pt x="0" y="0"/>
                      <a:pt x="0"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518"/>
              <p:cNvSpPr>
                <a:spLocks/>
              </p:cNvSpPr>
              <p:nvPr/>
            </p:nvSpPr>
            <p:spPr bwMode="auto">
              <a:xfrm>
                <a:off x="798513" y="4227513"/>
                <a:ext cx="7938" cy="0"/>
              </a:xfrm>
              <a:custGeom>
                <a:avLst/>
                <a:gdLst>
                  <a:gd name="T0" fmla="*/ 1 w 2"/>
                  <a:gd name="T1" fmla="*/ 0 w 2"/>
                  <a:gd name="T2" fmla="*/ 1 w 2"/>
                  <a:gd name="T3" fmla="*/ 2 w 2"/>
                  <a:gd name="T4" fmla="*/ 1 w 2"/>
                </a:gdLst>
                <a:ahLst/>
                <a:cxnLst>
                  <a:cxn ang="0">
                    <a:pos x="T0" y="0"/>
                  </a:cxn>
                  <a:cxn ang="0">
                    <a:pos x="T1" y="0"/>
                  </a:cxn>
                  <a:cxn ang="0">
                    <a:pos x="T2" y="0"/>
                  </a:cxn>
                  <a:cxn ang="0">
                    <a:pos x="T3" y="0"/>
                  </a:cxn>
                  <a:cxn ang="0">
                    <a:pos x="T4" y="0"/>
                  </a:cxn>
                </a:cxnLst>
                <a:rect l="0" t="0" r="r" b="b"/>
                <a:pathLst>
                  <a:path w="2">
                    <a:moveTo>
                      <a:pt x="1" y="0"/>
                    </a:moveTo>
                    <a:cubicBezTo>
                      <a:pt x="0" y="0"/>
                      <a:pt x="0" y="0"/>
                      <a:pt x="0" y="0"/>
                    </a:cubicBezTo>
                    <a:cubicBezTo>
                      <a:pt x="0" y="0"/>
                      <a:pt x="1" y="0"/>
                      <a:pt x="1" y="0"/>
                    </a:cubicBezTo>
                    <a:cubicBezTo>
                      <a:pt x="1" y="0"/>
                      <a:pt x="2" y="0"/>
                      <a:pt x="2" y="0"/>
                    </a:cubicBezTo>
                    <a:cubicBezTo>
                      <a:pt x="2" y="0"/>
                      <a:pt x="1" y="0"/>
                      <a:pt x="1"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519"/>
              <p:cNvSpPr>
                <a:spLocks/>
              </p:cNvSpPr>
              <p:nvPr/>
            </p:nvSpPr>
            <p:spPr bwMode="auto">
              <a:xfrm>
                <a:off x="784225" y="4227513"/>
                <a:ext cx="3175" cy="4762"/>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0"/>
                      <a:pt x="1" y="0"/>
                      <a:pt x="1" y="0"/>
                    </a:cubicBezTo>
                    <a:cubicBezTo>
                      <a:pt x="1" y="0"/>
                      <a:pt x="0" y="0"/>
                      <a:pt x="0"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520"/>
              <p:cNvSpPr>
                <a:spLocks/>
              </p:cNvSpPr>
              <p:nvPr/>
            </p:nvSpPr>
            <p:spPr bwMode="auto">
              <a:xfrm>
                <a:off x="765175" y="4232275"/>
                <a:ext cx="3175" cy="6350"/>
              </a:xfrm>
              <a:custGeom>
                <a:avLst/>
                <a:gdLst>
                  <a:gd name="T0" fmla="*/ 0 w 1"/>
                  <a:gd name="T1" fmla="*/ 1 h 2"/>
                  <a:gd name="T2" fmla="*/ 0 w 1"/>
                  <a:gd name="T3" fmla="*/ 2 h 2"/>
                  <a:gd name="T4" fmla="*/ 1 w 1"/>
                  <a:gd name="T5" fmla="*/ 1 h 2"/>
                  <a:gd name="T6" fmla="*/ 1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2"/>
                      <a:pt x="0" y="2"/>
                    </a:cubicBezTo>
                    <a:cubicBezTo>
                      <a:pt x="0" y="2"/>
                      <a:pt x="0" y="2"/>
                      <a:pt x="1" y="1"/>
                    </a:cubicBezTo>
                    <a:cubicBezTo>
                      <a:pt x="1" y="1"/>
                      <a:pt x="1" y="0"/>
                      <a:pt x="1" y="0"/>
                    </a:cubicBezTo>
                    <a:cubicBezTo>
                      <a:pt x="1" y="0"/>
                      <a:pt x="0" y="1"/>
                      <a:pt x="0"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3" name="Oval 521"/>
              <p:cNvSpPr>
                <a:spLocks noChangeArrowheads="1"/>
              </p:cNvSpPr>
              <p:nvPr/>
            </p:nvSpPr>
            <p:spPr bwMode="auto">
              <a:xfrm>
                <a:off x="784225" y="4235450"/>
                <a:ext cx="7938" cy="3175"/>
              </a:xfrm>
              <a:prstGeom prst="ellipse">
                <a:avLst/>
              </a:pr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Oval 522"/>
              <p:cNvSpPr>
                <a:spLocks noChangeArrowheads="1"/>
              </p:cNvSpPr>
              <p:nvPr/>
            </p:nvSpPr>
            <p:spPr bwMode="auto">
              <a:xfrm>
                <a:off x="768350" y="4246563"/>
                <a:ext cx="4763" cy="1587"/>
              </a:xfrm>
              <a:prstGeom prst="ellipse">
                <a:avLst/>
              </a:pr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523"/>
              <p:cNvSpPr>
                <a:spLocks/>
              </p:cNvSpPr>
              <p:nvPr/>
            </p:nvSpPr>
            <p:spPr bwMode="auto">
              <a:xfrm>
                <a:off x="787400" y="4216400"/>
                <a:ext cx="7938" cy="11112"/>
              </a:xfrm>
              <a:custGeom>
                <a:avLst/>
                <a:gdLst>
                  <a:gd name="T0" fmla="*/ 1 w 2"/>
                  <a:gd name="T1" fmla="*/ 1 h 3"/>
                  <a:gd name="T2" fmla="*/ 0 w 2"/>
                  <a:gd name="T3" fmla="*/ 3 h 3"/>
                  <a:gd name="T4" fmla="*/ 2 w 2"/>
                  <a:gd name="T5" fmla="*/ 2 h 3"/>
                  <a:gd name="T6" fmla="*/ 2 w 2"/>
                  <a:gd name="T7" fmla="*/ 0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0" y="2"/>
                      <a:pt x="0" y="3"/>
                      <a:pt x="0" y="3"/>
                    </a:cubicBezTo>
                    <a:cubicBezTo>
                      <a:pt x="0" y="3"/>
                      <a:pt x="1" y="3"/>
                      <a:pt x="2" y="2"/>
                    </a:cubicBezTo>
                    <a:cubicBezTo>
                      <a:pt x="2" y="1"/>
                      <a:pt x="2" y="0"/>
                      <a:pt x="2" y="0"/>
                    </a:cubicBezTo>
                    <a:cubicBezTo>
                      <a:pt x="2" y="0"/>
                      <a:pt x="1" y="1"/>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524"/>
              <p:cNvSpPr>
                <a:spLocks/>
              </p:cNvSpPr>
              <p:nvPr/>
            </p:nvSpPr>
            <p:spPr bwMode="auto">
              <a:xfrm>
                <a:off x="768350" y="4227513"/>
                <a:ext cx="11113" cy="7937"/>
              </a:xfrm>
              <a:custGeom>
                <a:avLst/>
                <a:gdLst>
                  <a:gd name="T0" fmla="*/ 1 w 3"/>
                  <a:gd name="T1" fmla="*/ 1 h 2"/>
                  <a:gd name="T2" fmla="*/ 0 w 3"/>
                  <a:gd name="T3" fmla="*/ 2 h 2"/>
                  <a:gd name="T4" fmla="*/ 2 w 3"/>
                  <a:gd name="T5" fmla="*/ 2 h 2"/>
                  <a:gd name="T6" fmla="*/ 3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1" y="2"/>
                      <a:pt x="0" y="2"/>
                      <a:pt x="0" y="2"/>
                    </a:cubicBezTo>
                    <a:cubicBezTo>
                      <a:pt x="0" y="2"/>
                      <a:pt x="1" y="2"/>
                      <a:pt x="2" y="2"/>
                    </a:cubicBezTo>
                    <a:cubicBezTo>
                      <a:pt x="3" y="1"/>
                      <a:pt x="3" y="0"/>
                      <a:pt x="3" y="0"/>
                    </a:cubicBezTo>
                    <a:cubicBezTo>
                      <a:pt x="3" y="0"/>
                      <a:pt x="2" y="0"/>
                      <a:pt x="1" y="1"/>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525"/>
              <p:cNvSpPr>
                <a:spLocks/>
              </p:cNvSpPr>
              <p:nvPr/>
            </p:nvSpPr>
            <p:spPr bwMode="auto">
              <a:xfrm>
                <a:off x="754063" y="4238625"/>
                <a:ext cx="6350" cy="7937"/>
              </a:xfrm>
              <a:custGeom>
                <a:avLst/>
                <a:gdLst>
                  <a:gd name="T0" fmla="*/ 0 w 2"/>
                  <a:gd name="T1" fmla="*/ 0 h 2"/>
                  <a:gd name="T2" fmla="*/ 0 w 2"/>
                  <a:gd name="T3" fmla="*/ 2 h 2"/>
                  <a:gd name="T4" fmla="*/ 1 w 2"/>
                  <a:gd name="T5" fmla="*/ 1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1"/>
                    </a:cubicBezTo>
                    <a:cubicBezTo>
                      <a:pt x="2" y="1"/>
                      <a:pt x="2" y="0"/>
                      <a:pt x="2" y="0"/>
                    </a:cubicBezTo>
                    <a:cubicBezTo>
                      <a:pt x="2" y="0"/>
                      <a:pt x="1" y="0"/>
                      <a:pt x="0" y="0"/>
                    </a:cubicBez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526"/>
              <p:cNvSpPr>
                <a:spLocks/>
              </p:cNvSpPr>
              <p:nvPr/>
            </p:nvSpPr>
            <p:spPr bwMode="auto">
              <a:xfrm>
                <a:off x="735013" y="4246563"/>
                <a:ext cx="14288" cy="11112"/>
              </a:xfrm>
              <a:custGeom>
                <a:avLst/>
                <a:gdLst>
                  <a:gd name="T0" fmla="*/ 4 w 4"/>
                  <a:gd name="T1" fmla="*/ 1 h 3"/>
                  <a:gd name="T2" fmla="*/ 1 w 4"/>
                  <a:gd name="T3" fmla="*/ 3 h 3"/>
                  <a:gd name="T4" fmla="*/ 0 w 4"/>
                  <a:gd name="T5" fmla="*/ 2 h 3"/>
                  <a:gd name="T6" fmla="*/ 4 w 4"/>
                  <a:gd name="T7" fmla="*/ 0 h 3"/>
                  <a:gd name="T8" fmla="*/ 4 w 4"/>
                  <a:gd name="T9" fmla="*/ 1 h 3"/>
                </a:gdLst>
                <a:ahLst/>
                <a:cxnLst>
                  <a:cxn ang="0">
                    <a:pos x="T0" y="T1"/>
                  </a:cxn>
                  <a:cxn ang="0">
                    <a:pos x="T2" y="T3"/>
                  </a:cxn>
                  <a:cxn ang="0">
                    <a:pos x="T4" y="T5"/>
                  </a:cxn>
                  <a:cxn ang="0">
                    <a:pos x="T6" y="T7"/>
                  </a:cxn>
                  <a:cxn ang="0">
                    <a:pos x="T8" y="T9"/>
                  </a:cxn>
                </a:cxnLst>
                <a:rect l="0" t="0" r="r" b="b"/>
                <a:pathLst>
                  <a:path w="4" h="3">
                    <a:moveTo>
                      <a:pt x="4" y="1"/>
                    </a:moveTo>
                    <a:cubicBezTo>
                      <a:pt x="3" y="1"/>
                      <a:pt x="1" y="2"/>
                      <a:pt x="1" y="3"/>
                    </a:cubicBezTo>
                    <a:cubicBezTo>
                      <a:pt x="0" y="2"/>
                      <a:pt x="0" y="2"/>
                      <a:pt x="0" y="2"/>
                    </a:cubicBezTo>
                    <a:cubicBezTo>
                      <a:pt x="0" y="2"/>
                      <a:pt x="3" y="0"/>
                      <a:pt x="4" y="0"/>
                    </a:cubicBezTo>
                    <a:lnTo>
                      <a:pt x="4" y="1"/>
                    </a:lnTo>
                    <a:close/>
                  </a:path>
                </a:pathLst>
              </a:custGeom>
              <a:solidFill>
                <a:srgbClr val="4E5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527"/>
              <p:cNvSpPr>
                <a:spLocks/>
              </p:cNvSpPr>
              <p:nvPr/>
            </p:nvSpPr>
            <p:spPr bwMode="auto">
              <a:xfrm>
                <a:off x="665163" y="4098925"/>
                <a:ext cx="179388" cy="106362"/>
              </a:xfrm>
              <a:custGeom>
                <a:avLst/>
                <a:gdLst>
                  <a:gd name="T0" fmla="*/ 6 w 47"/>
                  <a:gd name="T1" fmla="*/ 13 h 28"/>
                  <a:gd name="T2" fmla="*/ 8 w 47"/>
                  <a:gd name="T3" fmla="*/ 13 h 28"/>
                  <a:gd name="T4" fmla="*/ 13 w 47"/>
                  <a:gd name="T5" fmla="*/ 13 h 28"/>
                  <a:gd name="T6" fmla="*/ 13 w 47"/>
                  <a:gd name="T7" fmla="*/ 8 h 28"/>
                  <a:gd name="T8" fmla="*/ 14 w 47"/>
                  <a:gd name="T9" fmla="*/ 8 h 28"/>
                  <a:gd name="T10" fmla="*/ 17 w 47"/>
                  <a:gd name="T11" fmla="*/ 8 h 28"/>
                  <a:gd name="T12" fmla="*/ 18 w 47"/>
                  <a:gd name="T13" fmla="*/ 9 h 28"/>
                  <a:gd name="T14" fmla="*/ 20 w 47"/>
                  <a:gd name="T15" fmla="*/ 9 h 28"/>
                  <a:gd name="T16" fmla="*/ 22 w 47"/>
                  <a:gd name="T17" fmla="*/ 9 h 28"/>
                  <a:gd name="T18" fmla="*/ 25 w 47"/>
                  <a:gd name="T19" fmla="*/ 9 h 28"/>
                  <a:gd name="T20" fmla="*/ 27 w 47"/>
                  <a:gd name="T21" fmla="*/ 9 h 28"/>
                  <a:gd name="T22" fmla="*/ 30 w 47"/>
                  <a:gd name="T23" fmla="*/ 7 h 28"/>
                  <a:gd name="T24" fmla="*/ 32 w 47"/>
                  <a:gd name="T25" fmla="*/ 7 h 28"/>
                  <a:gd name="T26" fmla="*/ 34 w 47"/>
                  <a:gd name="T27" fmla="*/ 7 h 28"/>
                  <a:gd name="T28" fmla="*/ 36 w 47"/>
                  <a:gd name="T29" fmla="*/ 5 h 28"/>
                  <a:gd name="T30" fmla="*/ 38 w 47"/>
                  <a:gd name="T31" fmla="*/ 4 h 28"/>
                  <a:gd name="T32" fmla="*/ 41 w 47"/>
                  <a:gd name="T33" fmla="*/ 3 h 28"/>
                  <a:gd name="T34" fmla="*/ 42 w 47"/>
                  <a:gd name="T35" fmla="*/ 2 h 28"/>
                  <a:gd name="T36" fmla="*/ 44 w 47"/>
                  <a:gd name="T37" fmla="*/ 1 h 28"/>
                  <a:gd name="T38" fmla="*/ 47 w 47"/>
                  <a:gd name="T39" fmla="*/ 0 h 28"/>
                  <a:gd name="T40" fmla="*/ 46 w 47"/>
                  <a:gd name="T41" fmla="*/ 1 h 28"/>
                  <a:gd name="T42" fmla="*/ 43 w 47"/>
                  <a:gd name="T43" fmla="*/ 3 h 28"/>
                  <a:gd name="T44" fmla="*/ 41 w 47"/>
                  <a:gd name="T45" fmla="*/ 5 h 28"/>
                  <a:gd name="T46" fmla="*/ 40 w 47"/>
                  <a:gd name="T47" fmla="*/ 6 h 28"/>
                  <a:gd name="T48" fmla="*/ 38 w 47"/>
                  <a:gd name="T49" fmla="*/ 7 h 28"/>
                  <a:gd name="T50" fmla="*/ 36 w 47"/>
                  <a:gd name="T51" fmla="*/ 10 h 28"/>
                  <a:gd name="T52" fmla="*/ 35 w 47"/>
                  <a:gd name="T53" fmla="*/ 10 h 28"/>
                  <a:gd name="T54" fmla="*/ 33 w 47"/>
                  <a:gd name="T55" fmla="*/ 11 h 28"/>
                  <a:gd name="T56" fmla="*/ 33 w 47"/>
                  <a:gd name="T57" fmla="*/ 13 h 28"/>
                  <a:gd name="T58" fmla="*/ 35 w 47"/>
                  <a:gd name="T59" fmla="*/ 16 h 28"/>
                  <a:gd name="T60" fmla="*/ 36 w 47"/>
                  <a:gd name="T61" fmla="*/ 18 h 28"/>
                  <a:gd name="T62" fmla="*/ 36 w 47"/>
                  <a:gd name="T63" fmla="*/ 18 h 28"/>
                  <a:gd name="T64" fmla="*/ 34 w 47"/>
                  <a:gd name="T65" fmla="*/ 18 h 28"/>
                  <a:gd name="T66" fmla="*/ 32 w 47"/>
                  <a:gd name="T67" fmla="*/ 19 h 28"/>
                  <a:gd name="T68" fmla="*/ 30 w 47"/>
                  <a:gd name="T69" fmla="*/ 18 h 28"/>
                  <a:gd name="T70" fmla="*/ 28 w 47"/>
                  <a:gd name="T71" fmla="*/ 18 h 28"/>
                  <a:gd name="T72" fmla="*/ 27 w 47"/>
                  <a:gd name="T73" fmla="*/ 21 h 28"/>
                  <a:gd name="T74" fmla="*/ 25 w 47"/>
                  <a:gd name="T75" fmla="*/ 23 h 28"/>
                  <a:gd name="T76" fmla="*/ 24 w 47"/>
                  <a:gd name="T77" fmla="*/ 23 h 28"/>
                  <a:gd name="T78" fmla="*/ 22 w 47"/>
                  <a:gd name="T79" fmla="*/ 24 h 28"/>
                  <a:gd name="T80" fmla="*/ 20 w 47"/>
                  <a:gd name="T81" fmla="*/ 25 h 28"/>
                  <a:gd name="T82" fmla="*/ 18 w 47"/>
                  <a:gd name="T83" fmla="*/ 25 h 28"/>
                  <a:gd name="T84" fmla="*/ 15 w 47"/>
                  <a:gd name="T85" fmla="*/ 27 h 28"/>
                  <a:gd name="T86" fmla="*/ 15 w 47"/>
                  <a:gd name="T87" fmla="*/ 28 h 28"/>
                  <a:gd name="T88" fmla="*/ 13 w 47"/>
                  <a:gd name="T89" fmla="*/ 28 h 28"/>
                  <a:gd name="T90" fmla="*/ 13 w 47"/>
                  <a:gd name="T91" fmla="*/ 27 h 28"/>
                  <a:gd name="T92" fmla="*/ 11 w 47"/>
                  <a:gd name="T93" fmla="*/ 26 h 28"/>
                  <a:gd name="T94" fmla="*/ 8 w 47"/>
                  <a:gd name="T95" fmla="*/ 26 h 28"/>
                  <a:gd name="T96" fmla="*/ 5 w 47"/>
                  <a:gd name="T97" fmla="*/ 25 h 28"/>
                  <a:gd name="T98" fmla="*/ 3 w 47"/>
                  <a:gd name="T99" fmla="*/ 24 h 28"/>
                  <a:gd name="T100" fmla="*/ 2 w 47"/>
                  <a:gd name="T101" fmla="*/ 23 h 28"/>
                  <a:gd name="T102" fmla="*/ 2 w 47"/>
                  <a:gd name="T103" fmla="*/ 21 h 28"/>
                  <a:gd name="T104" fmla="*/ 1 w 47"/>
                  <a:gd name="T105" fmla="*/ 20 h 28"/>
                  <a:gd name="T106" fmla="*/ 0 w 47"/>
                  <a:gd name="T107" fmla="*/ 17 h 28"/>
                  <a:gd name="T108" fmla="*/ 1 w 47"/>
                  <a:gd name="T109" fmla="*/ 16 h 28"/>
                  <a:gd name="T110" fmla="*/ 2 w 47"/>
                  <a:gd name="T11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 h="28">
                    <a:moveTo>
                      <a:pt x="4" y="16"/>
                    </a:moveTo>
                    <a:cubicBezTo>
                      <a:pt x="4" y="16"/>
                      <a:pt x="4" y="16"/>
                      <a:pt x="4" y="16"/>
                    </a:cubicBezTo>
                    <a:cubicBezTo>
                      <a:pt x="4" y="15"/>
                      <a:pt x="4" y="15"/>
                      <a:pt x="4" y="15"/>
                    </a:cubicBezTo>
                    <a:cubicBezTo>
                      <a:pt x="5" y="15"/>
                      <a:pt x="5" y="15"/>
                      <a:pt x="5" y="15"/>
                    </a:cubicBezTo>
                    <a:cubicBezTo>
                      <a:pt x="5" y="14"/>
                      <a:pt x="5" y="14"/>
                      <a:pt x="5" y="14"/>
                    </a:cubicBezTo>
                    <a:cubicBezTo>
                      <a:pt x="5" y="14"/>
                      <a:pt x="5" y="14"/>
                      <a:pt x="5" y="14"/>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10" y="14"/>
                      <a:pt x="10" y="14"/>
                      <a:pt x="10" y="14"/>
                    </a:cubicBezTo>
                    <a:cubicBezTo>
                      <a:pt x="10" y="14"/>
                      <a:pt x="10" y="14"/>
                      <a:pt x="11" y="14"/>
                    </a:cubicBezTo>
                    <a:cubicBezTo>
                      <a:pt x="12" y="14"/>
                      <a:pt x="12" y="14"/>
                      <a:pt x="12" y="14"/>
                    </a:cubicBezTo>
                    <a:cubicBezTo>
                      <a:pt x="13" y="13"/>
                      <a:pt x="13" y="13"/>
                      <a:pt x="13" y="13"/>
                    </a:cubicBezTo>
                    <a:cubicBezTo>
                      <a:pt x="13" y="12"/>
                      <a:pt x="13" y="12"/>
                      <a:pt x="13" y="12"/>
                    </a:cubicBezTo>
                    <a:cubicBezTo>
                      <a:pt x="13" y="12"/>
                      <a:pt x="13" y="12"/>
                      <a:pt x="13" y="12"/>
                    </a:cubicBezTo>
                    <a:cubicBezTo>
                      <a:pt x="13" y="11"/>
                      <a:pt x="13" y="11"/>
                      <a:pt x="13" y="11"/>
                    </a:cubicBezTo>
                    <a:cubicBezTo>
                      <a:pt x="13" y="10"/>
                      <a:pt x="13" y="10"/>
                      <a:pt x="13" y="10"/>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9"/>
                      <a:pt x="15" y="9"/>
                      <a:pt x="15" y="9"/>
                    </a:cubicBezTo>
                    <a:cubicBezTo>
                      <a:pt x="15" y="9"/>
                      <a:pt x="15" y="9"/>
                      <a:pt x="15" y="9"/>
                    </a:cubicBezTo>
                    <a:cubicBezTo>
                      <a:pt x="16" y="9"/>
                      <a:pt x="16" y="9"/>
                      <a:pt x="16" y="9"/>
                    </a:cubicBezTo>
                    <a:cubicBezTo>
                      <a:pt x="16" y="9"/>
                      <a:pt x="16" y="9"/>
                      <a:pt x="16" y="9"/>
                    </a:cubicBezTo>
                    <a:cubicBezTo>
                      <a:pt x="17" y="9"/>
                      <a:pt x="17" y="9"/>
                      <a:pt x="17" y="9"/>
                    </a:cubicBezTo>
                    <a:cubicBezTo>
                      <a:pt x="17" y="8"/>
                      <a:pt x="17" y="8"/>
                      <a:pt x="17" y="8"/>
                    </a:cubicBezTo>
                    <a:cubicBezTo>
                      <a:pt x="17" y="9"/>
                      <a:pt x="17" y="9"/>
                      <a:pt x="17" y="9"/>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1" y="9"/>
                      <a:pt x="21" y="9"/>
                      <a:pt x="21" y="9"/>
                    </a:cubicBezTo>
                    <a:cubicBezTo>
                      <a:pt x="21" y="9"/>
                      <a:pt x="21" y="9"/>
                      <a:pt x="21" y="9"/>
                    </a:cubicBezTo>
                    <a:cubicBezTo>
                      <a:pt x="22" y="9"/>
                      <a:pt x="22" y="9"/>
                      <a:pt x="22" y="9"/>
                    </a:cubicBezTo>
                    <a:cubicBezTo>
                      <a:pt x="22" y="9"/>
                      <a:pt x="22" y="9"/>
                      <a:pt x="22" y="9"/>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5" y="9"/>
                      <a:pt x="25" y="9"/>
                      <a:pt x="25" y="9"/>
                    </a:cubicBezTo>
                    <a:cubicBezTo>
                      <a:pt x="25" y="9"/>
                      <a:pt x="25" y="9"/>
                      <a:pt x="25" y="9"/>
                    </a:cubicBezTo>
                    <a:cubicBezTo>
                      <a:pt x="26" y="9"/>
                      <a:pt x="26" y="9"/>
                      <a:pt x="26" y="9"/>
                    </a:cubicBezTo>
                    <a:cubicBezTo>
                      <a:pt x="26" y="9"/>
                      <a:pt x="26" y="9"/>
                      <a:pt x="26"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8"/>
                      <a:pt x="28" y="8"/>
                      <a:pt x="28" y="8"/>
                    </a:cubicBezTo>
                    <a:cubicBezTo>
                      <a:pt x="29" y="8"/>
                      <a:pt x="29" y="8"/>
                      <a:pt x="29" y="8"/>
                    </a:cubicBezTo>
                    <a:cubicBezTo>
                      <a:pt x="29" y="8"/>
                      <a:pt x="29" y="8"/>
                      <a:pt x="29" y="8"/>
                    </a:cubicBezTo>
                    <a:cubicBezTo>
                      <a:pt x="29" y="8"/>
                      <a:pt x="29" y="8"/>
                      <a:pt x="29" y="8"/>
                    </a:cubicBezTo>
                    <a:cubicBezTo>
                      <a:pt x="29" y="8"/>
                      <a:pt x="29" y="8"/>
                      <a:pt x="29" y="8"/>
                    </a:cubicBezTo>
                    <a:cubicBezTo>
                      <a:pt x="29" y="8"/>
                      <a:pt x="30" y="7"/>
                      <a:pt x="30" y="7"/>
                    </a:cubicBezTo>
                    <a:cubicBezTo>
                      <a:pt x="31" y="7"/>
                      <a:pt x="31" y="7"/>
                      <a:pt x="31" y="7"/>
                    </a:cubicBezTo>
                    <a:cubicBezTo>
                      <a:pt x="31" y="7"/>
                      <a:pt x="31" y="7"/>
                      <a:pt x="31" y="7"/>
                    </a:cubicBezTo>
                    <a:cubicBezTo>
                      <a:pt x="31" y="7"/>
                      <a:pt x="31" y="7"/>
                      <a:pt x="31" y="7"/>
                    </a:cubicBezTo>
                    <a:cubicBezTo>
                      <a:pt x="31" y="7"/>
                      <a:pt x="31" y="7"/>
                      <a:pt x="31" y="7"/>
                    </a:cubicBezTo>
                    <a:cubicBezTo>
                      <a:pt x="32" y="7"/>
                      <a:pt x="32" y="7"/>
                      <a:pt x="32" y="7"/>
                    </a:cubicBezTo>
                    <a:cubicBezTo>
                      <a:pt x="32" y="7"/>
                      <a:pt x="32" y="7"/>
                      <a:pt x="32" y="7"/>
                    </a:cubicBezTo>
                    <a:cubicBezTo>
                      <a:pt x="32" y="7"/>
                      <a:pt x="32" y="7"/>
                      <a:pt x="32"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4" y="7"/>
                      <a:pt x="34" y="7"/>
                      <a:pt x="34" y="7"/>
                    </a:cubicBezTo>
                    <a:cubicBezTo>
                      <a:pt x="34" y="7"/>
                      <a:pt x="34" y="7"/>
                      <a:pt x="34" y="7"/>
                    </a:cubicBezTo>
                    <a:cubicBezTo>
                      <a:pt x="34" y="7"/>
                      <a:pt x="34" y="7"/>
                      <a:pt x="34" y="7"/>
                    </a:cubicBezTo>
                    <a:cubicBezTo>
                      <a:pt x="35" y="6"/>
                      <a:pt x="35" y="6"/>
                      <a:pt x="35" y="6"/>
                    </a:cubicBezTo>
                    <a:cubicBezTo>
                      <a:pt x="35" y="6"/>
                      <a:pt x="35" y="6"/>
                      <a:pt x="35" y="6"/>
                    </a:cubicBezTo>
                    <a:cubicBezTo>
                      <a:pt x="35" y="6"/>
                      <a:pt x="35" y="6"/>
                      <a:pt x="35" y="6"/>
                    </a:cubicBezTo>
                    <a:cubicBezTo>
                      <a:pt x="36" y="6"/>
                      <a:pt x="36" y="6"/>
                      <a:pt x="36" y="6"/>
                    </a:cubicBezTo>
                    <a:cubicBezTo>
                      <a:pt x="36" y="6"/>
                      <a:pt x="36" y="6"/>
                      <a:pt x="36" y="6"/>
                    </a:cubicBezTo>
                    <a:cubicBezTo>
                      <a:pt x="36" y="5"/>
                      <a:pt x="36" y="5"/>
                      <a:pt x="36" y="5"/>
                    </a:cubicBezTo>
                    <a:cubicBezTo>
                      <a:pt x="37" y="5"/>
                      <a:pt x="37" y="5"/>
                      <a:pt x="37" y="5"/>
                    </a:cubicBezTo>
                    <a:cubicBezTo>
                      <a:pt x="37" y="5"/>
                      <a:pt x="37" y="5"/>
                      <a:pt x="37" y="5"/>
                    </a:cubicBezTo>
                    <a:cubicBezTo>
                      <a:pt x="37" y="5"/>
                      <a:pt x="37" y="5"/>
                      <a:pt x="37"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9" y="4"/>
                      <a:pt x="39" y="4"/>
                      <a:pt x="39" y="4"/>
                    </a:cubicBezTo>
                    <a:cubicBezTo>
                      <a:pt x="39" y="4"/>
                      <a:pt x="39" y="4"/>
                      <a:pt x="39" y="4"/>
                    </a:cubicBezTo>
                    <a:cubicBezTo>
                      <a:pt x="40" y="3"/>
                      <a:pt x="40" y="3"/>
                      <a:pt x="40" y="3"/>
                    </a:cubicBezTo>
                    <a:cubicBezTo>
                      <a:pt x="41" y="3"/>
                      <a:pt x="41" y="3"/>
                      <a:pt x="41" y="3"/>
                    </a:cubicBezTo>
                    <a:cubicBezTo>
                      <a:pt x="41" y="3"/>
                      <a:pt x="41" y="3"/>
                      <a:pt x="41" y="3"/>
                    </a:cubicBezTo>
                    <a:cubicBezTo>
                      <a:pt x="41" y="3"/>
                      <a:pt x="41" y="3"/>
                      <a:pt x="41" y="3"/>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3" y="2"/>
                      <a:pt x="43" y="2"/>
                      <a:pt x="43" y="2"/>
                    </a:cubicBezTo>
                    <a:cubicBezTo>
                      <a:pt x="43" y="2"/>
                      <a:pt x="43" y="2"/>
                      <a:pt x="43" y="2"/>
                    </a:cubicBezTo>
                    <a:cubicBezTo>
                      <a:pt x="43" y="2"/>
                      <a:pt x="43" y="2"/>
                      <a:pt x="43" y="2"/>
                    </a:cubicBezTo>
                    <a:cubicBezTo>
                      <a:pt x="43" y="1"/>
                      <a:pt x="43" y="1"/>
                      <a:pt x="43" y="1"/>
                    </a:cubicBezTo>
                    <a:cubicBezTo>
                      <a:pt x="43" y="1"/>
                      <a:pt x="43" y="1"/>
                      <a:pt x="43" y="1"/>
                    </a:cubicBezTo>
                    <a:cubicBezTo>
                      <a:pt x="44" y="1"/>
                      <a:pt x="44" y="1"/>
                      <a:pt x="44" y="1"/>
                    </a:cubicBezTo>
                    <a:cubicBezTo>
                      <a:pt x="44" y="1"/>
                      <a:pt x="44" y="1"/>
                      <a:pt x="44" y="1"/>
                    </a:cubicBezTo>
                    <a:cubicBezTo>
                      <a:pt x="45" y="1"/>
                      <a:pt x="45" y="1"/>
                      <a:pt x="45" y="1"/>
                    </a:cubicBezTo>
                    <a:cubicBezTo>
                      <a:pt x="45" y="1"/>
                      <a:pt x="45" y="1"/>
                      <a:pt x="45" y="1"/>
                    </a:cubicBezTo>
                    <a:cubicBezTo>
                      <a:pt x="45" y="1"/>
                      <a:pt x="45" y="1"/>
                      <a:pt x="45" y="1"/>
                    </a:cubicBezTo>
                    <a:cubicBezTo>
                      <a:pt x="46" y="0"/>
                      <a:pt x="46" y="0"/>
                      <a:pt x="46" y="0"/>
                    </a:cubicBezTo>
                    <a:cubicBezTo>
                      <a:pt x="46" y="0"/>
                      <a:pt x="46" y="0"/>
                      <a:pt x="46" y="0"/>
                    </a:cubicBezTo>
                    <a:cubicBezTo>
                      <a:pt x="46" y="0"/>
                      <a:pt x="46" y="0"/>
                      <a:pt x="46" y="0"/>
                    </a:cubicBezTo>
                    <a:cubicBezTo>
                      <a:pt x="47" y="0"/>
                      <a:pt x="47" y="0"/>
                      <a:pt x="47" y="0"/>
                    </a:cubicBezTo>
                    <a:cubicBezTo>
                      <a:pt x="47" y="0"/>
                      <a:pt x="47" y="0"/>
                      <a:pt x="47" y="0"/>
                    </a:cubicBezTo>
                    <a:cubicBezTo>
                      <a:pt x="47" y="0"/>
                      <a:pt x="47" y="0"/>
                      <a:pt x="47" y="0"/>
                    </a:cubicBezTo>
                    <a:cubicBezTo>
                      <a:pt x="46" y="1"/>
                      <a:pt x="46" y="1"/>
                      <a:pt x="46" y="1"/>
                    </a:cubicBezTo>
                    <a:cubicBezTo>
                      <a:pt x="47" y="1"/>
                      <a:pt x="47" y="1"/>
                      <a:pt x="47" y="1"/>
                    </a:cubicBezTo>
                    <a:cubicBezTo>
                      <a:pt x="46" y="1"/>
                      <a:pt x="46" y="1"/>
                      <a:pt x="46" y="1"/>
                    </a:cubicBezTo>
                    <a:cubicBezTo>
                      <a:pt x="46" y="1"/>
                      <a:pt x="46" y="1"/>
                      <a:pt x="46" y="1"/>
                    </a:cubicBezTo>
                    <a:cubicBezTo>
                      <a:pt x="46" y="1"/>
                      <a:pt x="46" y="1"/>
                      <a:pt x="46" y="1"/>
                    </a:cubicBezTo>
                    <a:cubicBezTo>
                      <a:pt x="46" y="2"/>
                      <a:pt x="46" y="2"/>
                      <a:pt x="46" y="2"/>
                    </a:cubicBezTo>
                    <a:cubicBezTo>
                      <a:pt x="45" y="2"/>
                      <a:pt x="45" y="2"/>
                      <a:pt x="45" y="2"/>
                    </a:cubicBezTo>
                    <a:cubicBezTo>
                      <a:pt x="45" y="2"/>
                      <a:pt x="45" y="2"/>
                      <a:pt x="45" y="2"/>
                    </a:cubicBezTo>
                    <a:cubicBezTo>
                      <a:pt x="45" y="2"/>
                      <a:pt x="45" y="2"/>
                      <a:pt x="45" y="2"/>
                    </a:cubicBezTo>
                    <a:cubicBezTo>
                      <a:pt x="44" y="2"/>
                      <a:pt x="44" y="2"/>
                      <a:pt x="44" y="2"/>
                    </a:cubicBezTo>
                    <a:cubicBezTo>
                      <a:pt x="43" y="3"/>
                      <a:pt x="43" y="3"/>
                      <a:pt x="43" y="3"/>
                    </a:cubicBezTo>
                    <a:cubicBezTo>
                      <a:pt x="43" y="3"/>
                      <a:pt x="43" y="3"/>
                      <a:pt x="43" y="3"/>
                    </a:cubicBezTo>
                    <a:cubicBezTo>
                      <a:pt x="43" y="3"/>
                      <a:pt x="43" y="3"/>
                      <a:pt x="43" y="3"/>
                    </a:cubicBezTo>
                    <a:cubicBezTo>
                      <a:pt x="43" y="4"/>
                      <a:pt x="43" y="4"/>
                      <a:pt x="43" y="4"/>
                    </a:cubicBezTo>
                    <a:cubicBezTo>
                      <a:pt x="43" y="4"/>
                      <a:pt x="43" y="4"/>
                      <a:pt x="43" y="4"/>
                    </a:cubicBezTo>
                    <a:cubicBezTo>
                      <a:pt x="43" y="4"/>
                      <a:pt x="43" y="4"/>
                      <a:pt x="43" y="4"/>
                    </a:cubicBezTo>
                    <a:cubicBezTo>
                      <a:pt x="42" y="4"/>
                      <a:pt x="42" y="4"/>
                      <a:pt x="42" y="4"/>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8" y="7"/>
                      <a:pt x="38" y="7"/>
                      <a:pt x="38" y="7"/>
                    </a:cubicBezTo>
                    <a:cubicBezTo>
                      <a:pt x="38" y="7"/>
                      <a:pt x="38" y="7"/>
                      <a:pt x="38" y="7"/>
                    </a:cubicBezTo>
                    <a:cubicBezTo>
                      <a:pt x="38" y="7"/>
                      <a:pt x="38" y="7"/>
                      <a:pt x="38" y="7"/>
                    </a:cubicBezTo>
                    <a:cubicBezTo>
                      <a:pt x="38" y="7"/>
                      <a:pt x="38" y="7"/>
                      <a:pt x="38" y="7"/>
                    </a:cubicBezTo>
                    <a:cubicBezTo>
                      <a:pt x="37" y="7"/>
                      <a:pt x="37" y="7"/>
                      <a:pt x="37" y="7"/>
                    </a:cubicBezTo>
                    <a:cubicBezTo>
                      <a:pt x="37" y="8"/>
                      <a:pt x="37" y="8"/>
                      <a:pt x="37" y="8"/>
                    </a:cubicBezTo>
                    <a:cubicBezTo>
                      <a:pt x="36" y="8"/>
                      <a:pt x="36" y="8"/>
                      <a:pt x="36" y="8"/>
                    </a:cubicBezTo>
                    <a:cubicBezTo>
                      <a:pt x="36" y="9"/>
                      <a:pt x="36" y="9"/>
                      <a:pt x="36" y="9"/>
                    </a:cubicBezTo>
                    <a:cubicBezTo>
                      <a:pt x="36" y="10"/>
                      <a:pt x="36" y="10"/>
                      <a:pt x="36" y="10"/>
                    </a:cubicBezTo>
                    <a:cubicBezTo>
                      <a:pt x="36" y="9"/>
                      <a:pt x="36" y="9"/>
                      <a:pt x="36" y="9"/>
                    </a:cubicBezTo>
                    <a:cubicBezTo>
                      <a:pt x="36" y="10"/>
                      <a:pt x="36" y="10"/>
                      <a:pt x="36" y="10"/>
                    </a:cubicBezTo>
                    <a:cubicBezTo>
                      <a:pt x="35" y="10"/>
                      <a:pt x="35" y="10"/>
                      <a:pt x="35" y="10"/>
                    </a:cubicBezTo>
                    <a:cubicBezTo>
                      <a:pt x="35" y="10"/>
                      <a:pt x="35" y="10"/>
                      <a:pt x="35" y="10"/>
                    </a:cubicBezTo>
                    <a:cubicBezTo>
                      <a:pt x="35" y="10"/>
                      <a:pt x="35" y="10"/>
                      <a:pt x="35" y="10"/>
                    </a:cubicBezTo>
                    <a:cubicBezTo>
                      <a:pt x="35" y="9"/>
                      <a:pt x="35" y="9"/>
                      <a:pt x="35" y="9"/>
                    </a:cubicBezTo>
                    <a:cubicBezTo>
                      <a:pt x="35" y="10"/>
                      <a:pt x="35" y="10"/>
                      <a:pt x="35"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3" y="11"/>
                      <a:pt x="33" y="11"/>
                      <a:pt x="33" y="11"/>
                    </a:cubicBezTo>
                    <a:cubicBezTo>
                      <a:pt x="33" y="11"/>
                      <a:pt x="33" y="11"/>
                      <a:pt x="33" y="11"/>
                    </a:cubicBezTo>
                    <a:cubicBezTo>
                      <a:pt x="33" y="11"/>
                      <a:pt x="33" y="11"/>
                      <a:pt x="33" y="11"/>
                    </a:cubicBezTo>
                    <a:cubicBezTo>
                      <a:pt x="33" y="12"/>
                      <a:pt x="33" y="12"/>
                      <a:pt x="33" y="12"/>
                    </a:cubicBezTo>
                    <a:cubicBezTo>
                      <a:pt x="33" y="12"/>
                      <a:pt x="33" y="12"/>
                      <a:pt x="33" y="12"/>
                    </a:cubicBezTo>
                    <a:cubicBezTo>
                      <a:pt x="33" y="12"/>
                      <a:pt x="33" y="12"/>
                      <a:pt x="33" y="12"/>
                    </a:cubicBezTo>
                    <a:cubicBezTo>
                      <a:pt x="33" y="12"/>
                      <a:pt x="33" y="12"/>
                      <a:pt x="33" y="12"/>
                    </a:cubicBezTo>
                    <a:cubicBezTo>
                      <a:pt x="33" y="13"/>
                      <a:pt x="33" y="13"/>
                      <a:pt x="33" y="13"/>
                    </a:cubicBezTo>
                    <a:cubicBezTo>
                      <a:pt x="33" y="13"/>
                      <a:pt x="33" y="13"/>
                      <a:pt x="33" y="13"/>
                    </a:cubicBezTo>
                    <a:cubicBezTo>
                      <a:pt x="33" y="13"/>
                      <a:pt x="33" y="13"/>
                      <a:pt x="33" y="13"/>
                    </a:cubicBezTo>
                    <a:cubicBezTo>
                      <a:pt x="33" y="14"/>
                      <a:pt x="33" y="14"/>
                      <a:pt x="33" y="14"/>
                    </a:cubicBezTo>
                    <a:cubicBezTo>
                      <a:pt x="33" y="14"/>
                      <a:pt x="33" y="14"/>
                      <a:pt x="33" y="14"/>
                    </a:cubicBezTo>
                    <a:cubicBezTo>
                      <a:pt x="34" y="15"/>
                      <a:pt x="34" y="15"/>
                      <a:pt x="34" y="15"/>
                    </a:cubicBezTo>
                    <a:cubicBezTo>
                      <a:pt x="34" y="15"/>
                      <a:pt x="34" y="15"/>
                      <a:pt x="34" y="15"/>
                    </a:cubicBezTo>
                    <a:cubicBezTo>
                      <a:pt x="34" y="15"/>
                      <a:pt x="34" y="15"/>
                      <a:pt x="34" y="15"/>
                    </a:cubicBezTo>
                    <a:cubicBezTo>
                      <a:pt x="35" y="16"/>
                      <a:pt x="35" y="16"/>
                      <a:pt x="35" y="16"/>
                    </a:cubicBezTo>
                    <a:cubicBezTo>
                      <a:pt x="35" y="16"/>
                      <a:pt x="35" y="16"/>
                      <a:pt x="35" y="16"/>
                    </a:cubicBezTo>
                    <a:cubicBezTo>
                      <a:pt x="35" y="17"/>
                      <a:pt x="35" y="17"/>
                      <a:pt x="35" y="17"/>
                    </a:cubicBezTo>
                    <a:cubicBezTo>
                      <a:pt x="36" y="17"/>
                      <a:pt x="36" y="17"/>
                      <a:pt x="36" y="17"/>
                    </a:cubicBezTo>
                    <a:cubicBezTo>
                      <a:pt x="36" y="17"/>
                      <a:pt x="36" y="17"/>
                      <a:pt x="36" y="17"/>
                    </a:cubicBezTo>
                    <a:cubicBezTo>
                      <a:pt x="36" y="17"/>
                      <a:pt x="36" y="17"/>
                      <a:pt x="36" y="17"/>
                    </a:cubicBezTo>
                    <a:cubicBezTo>
                      <a:pt x="36" y="17"/>
                      <a:pt x="36" y="17"/>
                      <a:pt x="36" y="17"/>
                    </a:cubicBezTo>
                    <a:cubicBezTo>
                      <a:pt x="36" y="18"/>
                      <a:pt x="36" y="18"/>
                      <a:pt x="36" y="18"/>
                    </a:cubicBezTo>
                    <a:cubicBezTo>
                      <a:pt x="36" y="18"/>
                      <a:pt x="36" y="18"/>
                      <a:pt x="36" y="18"/>
                    </a:cubicBezTo>
                    <a:cubicBezTo>
                      <a:pt x="36" y="18"/>
                      <a:pt x="36" y="18"/>
                      <a:pt x="36" y="18"/>
                    </a:cubicBezTo>
                    <a:cubicBezTo>
                      <a:pt x="37" y="19"/>
                      <a:pt x="37" y="19"/>
                      <a:pt x="37"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5" y="18"/>
                      <a:pt x="35" y="18"/>
                      <a:pt x="35" y="18"/>
                    </a:cubicBezTo>
                    <a:cubicBezTo>
                      <a:pt x="35" y="18"/>
                      <a:pt x="35" y="18"/>
                      <a:pt x="35" y="18"/>
                    </a:cubicBezTo>
                    <a:cubicBezTo>
                      <a:pt x="35" y="18"/>
                      <a:pt x="35" y="18"/>
                      <a:pt x="35" y="18"/>
                    </a:cubicBezTo>
                    <a:cubicBezTo>
                      <a:pt x="34" y="18"/>
                      <a:pt x="34" y="18"/>
                      <a:pt x="34" y="18"/>
                    </a:cubicBezTo>
                    <a:cubicBezTo>
                      <a:pt x="34" y="18"/>
                      <a:pt x="34" y="18"/>
                      <a:pt x="34" y="18"/>
                    </a:cubicBezTo>
                    <a:cubicBezTo>
                      <a:pt x="34" y="18"/>
                      <a:pt x="34" y="18"/>
                      <a:pt x="34" y="18"/>
                    </a:cubicBezTo>
                    <a:cubicBezTo>
                      <a:pt x="33" y="18"/>
                      <a:pt x="33" y="18"/>
                      <a:pt x="33" y="18"/>
                    </a:cubicBezTo>
                    <a:cubicBezTo>
                      <a:pt x="33" y="18"/>
                      <a:pt x="33" y="18"/>
                      <a:pt x="33" y="18"/>
                    </a:cubicBezTo>
                    <a:cubicBezTo>
                      <a:pt x="33" y="18"/>
                      <a:pt x="33" y="18"/>
                      <a:pt x="33" y="18"/>
                    </a:cubicBezTo>
                    <a:cubicBezTo>
                      <a:pt x="32" y="19"/>
                      <a:pt x="32" y="19"/>
                      <a:pt x="32" y="19"/>
                    </a:cubicBezTo>
                    <a:cubicBezTo>
                      <a:pt x="32" y="19"/>
                      <a:pt x="32" y="19"/>
                      <a:pt x="32" y="19"/>
                    </a:cubicBezTo>
                    <a:cubicBezTo>
                      <a:pt x="32" y="19"/>
                      <a:pt x="32" y="19"/>
                      <a:pt x="32" y="19"/>
                    </a:cubicBezTo>
                    <a:cubicBezTo>
                      <a:pt x="32" y="19"/>
                      <a:pt x="32" y="19"/>
                      <a:pt x="32" y="19"/>
                    </a:cubicBezTo>
                    <a:cubicBezTo>
                      <a:pt x="31" y="19"/>
                      <a:pt x="31" y="19"/>
                      <a:pt x="31" y="19"/>
                    </a:cubicBezTo>
                    <a:cubicBezTo>
                      <a:pt x="31" y="18"/>
                      <a:pt x="31" y="18"/>
                      <a:pt x="31" y="18"/>
                    </a:cubicBezTo>
                    <a:cubicBezTo>
                      <a:pt x="31" y="18"/>
                      <a:pt x="31" y="18"/>
                      <a:pt x="31"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29" y="18"/>
                      <a:pt x="29" y="18"/>
                      <a:pt x="29" y="18"/>
                    </a:cubicBezTo>
                    <a:cubicBezTo>
                      <a:pt x="29" y="18"/>
                      <a:pt x="29" y="18"/>
                      <a:pt x="29" y="18"/>
                    </a:cubicBezTo>
                    <a:cubicBezTo>
                      <a:pt x="29" y="18"/>
                      <a:pt x="29" y="18"/>
                      <a:pt x="29" y="18"/>
                    </a:cubicBezTo>
                    <a:cubicBezTo>
                      <a:pt x="29" y="18"/>
                      <a:pt x="29" y="18"/>
                      <a:pt x="29" y="18"/>
                    </a:cubicBezTo>
                    <a:cubicBezTo>
                      <a:pt x="28" y="18"/>
                      <a:pt x="28" y="18"/>
                      <a:pt x="28" y="18"/>
                    </a:cubicBezTo>
                    <a:cubicBezTo>
                      <a:pt x="28" y="19"/>
                      <a:pt x="28" y="19"/>
                      <a:pt x="28" y="19"/>
                    </a:cubicBezTo>
                    <a:cubicBezTo>
                      <a:pt x="28" y="19"/>
                      <a:pt x="28" y="19"/>
                      <a:pt x="28" y="19"/>
                    </a:cubicBezTo>
                    <a:cubicBezTo>
                      <a:pt x="27" y="19"/>
                      <a:pt x="27" y="19"/>
                      <a:pt x="27" y="19"/>
                    </a:cubicBezTo>
                    <a:cubicBezTo>
                      <a:pt x="27" y="19"/>
                      <a:pt x="27" y="19"/>
                      <a:pt x="27" y="19"/>
                    </a:cubicBezTo>
                    <a:cubicBezTo>
                      <a:pt x="27" y="20"/>
                      <a:pt x="27" y="20"/>
                      <a:pt x="27" y="20"/>
                    </a:cubicBezTo>
                    <a:cubicBezTo>
                      <a:pt x="27" y="20"/>
                      <a:pt x="27" y="20"/>
                      <a:pt x="27" y="20"/>
                    </a:cubicBezTo>
                    <a:cubicBezTo>
                      <a:pt x="27" y="21"/>
                      <a:pt x="27" y="21"/>
                      <a:pt x="27" y="21"/>
                    </a:cubicBezTo>
                    <a:cubicBezTo>
                      <a:pt x="27" y="22"/>
                      <a:pt x="27" y="22"/>
                      <a:pt x="27" y="22"/>
                    </a:cubicBezTo>
                    <a:cubicBezTo>
                      <a:pt x="27" y="22"/>
                      <a:pt x="27" y="22"/>
                      <a:pt x="27" y="22"/>
                    </a:cubicBezTo>
                    <a:cubicBezTo>
                      <a:pt x="27" y="22"/>
                      <a:pt x="27" y="22"/>
                      <a:pt x="27" y="22"/>
                    </a:cubicBezTo>
                    <a:cubicBezTo>
                      <a:pt x="26" y="22"/>
                      <a:pt x="26" y="22"/>
                      <a:pt x="26" y="22"/>
                    </a:cubicBezTo>
                    <a:cubicBezTo>
                      <a:pt x="26" y="22"/>
                      <a:pt x="26" y="22"/>
                      <a:pt x="26" y="22"/>
                    </a:cubicBezTo>
                    <a:cubicBezTo>
                      <a:pt x="26" y="22"/>
                      <a:pt x="26" y="22"/>
                      <a:pt x="26" y="22"/>
                    </a:cubicBezTo>
                    <a:cubicBezTo>
                      <a:pt x="25" y="23"/>
                      <a:pt x="25" y="23"/>
                      <a:pt x="25" y="23"/>
                    </a:cubicBezTo>
                    <a:cubicBezTo>
                      <a:pt x="25" y="23"/>
                      <a:pt x="25" y="23"/>
                      <a:pt x="25" y="23"/>
                    </a:cubicBezTo>
                    <a:cubicBezTo>
                      <a:pt x="25" y="23"/>
                      <a:pt x="25" y="23"/>
                      <a:pt x="25"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3" y="23"/>
                      <a:pt x="23" y="23"/>
                      <a:pt x="23" y="23"/>
                    </a:cubicBezTo>
                    <a:cubicBezTo>
                      <a:pt x="23" y="23"/>
                      <a:pt x="23" y="23"/>
                      <a:pt x="23" y="23"/>
                    </a:cubicBezTo>
                    <a:cubicBezTo>
                      <a:pt x="23" y="24"/>
                      <a:pt x="23" y="24"/>
                      <a:pt x="23" y="24"/>
                    </a:cubicBezTo>
                    <a:cubicBezTo>
                      <a:pt x="23" y="24"/>
                      <a:pt x="23" y="24"/>
                      <a:pt x="23" y="24"/>
                    </a:cubicBezTo>
                    <a:cubicBezTo>
                      <a:pt x="22" y="24"/>
                      <a:pt x="22" y="24"/>
                      <a:pt x="22" y="24"/>
                    </a:cubicBezTo>
                    <a:cubicBezTo>
                      <a:pt x="22" y="24"/>
                      <a:pt x="22" y="24"/>
                      <a:pt x="22" y="24"/>
                    </a:cubicBezTo>
                    <a:cubicBezTo>
                      <a:pt x="22" y="24"/>
                      <a:pt x="22" y="24"/>
                      <a:pt x="22" y="24"/>
                    </a:cubicBezTo>
                    <a:cubicBezTo>
                      <a:pt x="21" y="24"/>
                      <a:pt x="21" y="24"/>
                      <a:pt x="21" y="24"/>
                    </a:cubicBezTo>
                    <a:cubicBezTo>
                      <a:pt x="21" y="25"/>
                      <a:pt x="21" y="25"/>
                      <a:pt x="21" y="25"/>
                    </a:cubicBezTo>
                    <a:cubicBezTo>
                      <a:pt x="21" y="25"/>
                      <a:pt x="21" y="25"/>
                      <a:pt x="21" y="25"/>
                    </a:cubicBezTo>
                    <a:cubicBezTo>
                      <a:pt x="21" y="25"/>
                      <a:pt x="21" y="25"/>
                      <a:pt x="21" y="25"/>
                    </a:cubicBezTo>
                    <a:cubicBezTo>
                      <a:pt x="20" y="25"/>
                      <a:pt x="20" y="25"/>
                      <a:pt x="20" y="25"/>
                    </a:cubicBezTo>
                    <a:cubicBezTo>
                      <a:pt x="20" y="25"/>
                      <a:pt x="20" y="25"/>
                      <a:pt x="20" y="25"/>
                    </a:cubicBezTo>
                    <a:cubicBezTo>
                      <a:pt x="20" y="25"/>
                      <a:pt x="20" y="25"/>
                      <a:pt x="20" y="25"/>
                    </a:cubicBezTo>
                    <a:cubicBezTo>
                      <a:pt x="19" y="25"/>
                      <a:pt x="19" y="25"/>
                      <a:pt x="19"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8" y="25"/>
                      <a:pt x="18" y="25"/>
                      <a:pt x="18" y="25"/>
                    </a:cubicBezTo>
                    <a:cubicBezTo>
                      <a:pt x="17" y="25"/>
                      <a:pt x="17" y="25"/>
                      <a:pt x="17" y="25"/>
                    </a:cubicBezTo>
                    <a:cubicBezTo>
                      <a:pt x="16" y="25"/>
                      <a:pt x="16" y="25"/>
                      <a:pt x="16" y="25"/>
                    </a:cubicBezTo>
                    <a:cubicBezTo>
                      <a:pt x="16" y="25"/>
                      <a:pt x="15" y="26"/>
                      <a:pt x="15" y="26"/>
                    </a:cubicBezTo>
                    <a:cubicBezTo>
                      <a:pt x="15" y="26"/>
                      <a:pt x="15" y="26"/>
                      <a:pt x="15" y="26"/>
                    </a:cubicBezTo>
                    <a:cubicBezTo>
                      <a:pt x="14" y="27"/>
                      <a:pt x="14" y="27"/>
                      <a:pt x="14" y="27"/>
                    </a:cubicBezTo>
                    <a:cubicBezTo>
                      <a:pt x="15" y="27"/>
                      <a:pt x="15" y="27"/>
                      <a:pt x="15" y="27"/>
                    </a:cubicBezTo>
                    <a:cubicBezTo>
                      <a:pt x="15" y="27"/>
                      <a:pt x="15" y="27"/>
                      <a:pt x="15" y="27"/>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7"/>
                      <a:pt x="13" y="27"/>
                      <a:pt x="13" y="27"/>
                    </a:cubicBezTo>
                    <a:cubicBezTo>
                      <a:pt x="13" y="27"/>
                      <a:pt x="13" y="27"/>
                      <a:pt x="13" y="27"/>
                    </a:cubicBezTo>
                    <a:cubicBezTo>
                      <a:pt x="13" y="27"/>
                      <a:pt x="13" y="27"/>
                      <a:pt x="13" y="27"/>
                    </a:cubicBezTo>
                    <a:cubicBezTo>
                      <a:pt x="12" y="26"/>
                      <a:pt x="12" y="26"/>
                      <a:pt x="12" y="26"/>
                    </a:cubicBezTo>
                    <a:cubicBezTo>
                      <a:pt x="12" y="26"/>
                      <a:pt x="12" y="26"/>
                      <a:pt x="12" y="26"/>
                    </a:cubicBezTo>
                    <a:cubicBezTo>
                      <a:pt x="12" y="26"/>
                      <a:pt x="12" y="26"/>
                      <a:pt x="12" y="26"/>
                    </a:cubicBezTo>
                    <a:cubicBezTo>
                      <a:pt x="11" y="26"/>
                      <a:pt x="11" y="26"/>
                      <a:pt x="11" y="26"/>
                    </a:cubicBezTo>
                    <a:cubicBezTo>
                      <a:pt x="11" y="26"/>
                      <a:pt x="11" y="26"/>
                      <a:pt x="11" y="26"/>
                    </a:cubicBezTo>
                    <a:cubicBezTo>
                      <a:pt x="11" y="26"/>
                      <a:pt x="11" y="26"/>
                      <a:pt x="11" y="26"/>
                    </a:cubicBezTo>
                    <a:cubicBezTo>
                      <a:pt x="11" y="26"/>
                      <a:pt x="11" y="26"/>
                      <a:pt x="11" y="26"/>
                    </a:cubicBezTo>
                    <a:cubicBezTo>
                      <a:pt x="10" y="26"/>
                      <a:pt x="10" y="26"/>
                      <a:pt x="10" y="26"/>
                    </a:cubicBezTo>
                    <a:cubicBezTo>
                      <a:pt x="10" y="26"/>
                      <a:pt x="10" y="26"/>
                      <a:pt x="10" y="26"/>
                    </a:cubicBezTo>
                    <a:cubicBezTo>
                      <a:pt x="9" y="26"/>
                      <a:pt x="9" y="26"/>
                      <a:pt x="9" y="26"/>
                    </a:cubicBezTo>
                    <a:cubicBezTo>
                      <a:pt x="9" y="26"/>
                      <a:pt x="9" y="26"/>
                      <a:pt x="9" y="26"/>
                    </a:cubicBezTo>
                    <a:cubicBezTo>
                      <a:pt x="9" y="26"/>
                      <a:pt x="9" y="26"/>
                      <a:pt x="9" y="26"/>
                    </a:cubicBezTo>
                    <a:cubicBezTo>
                      <a:pt x="9" y="26"/>
                      <a:pt x="9" y="26"/>
                      <a:pt x="9" y="26"/>
                    </a:cubicBezTo>
                    <a:cubicBezTo>
                      <a:pt x="8" y="26"/>
                      <a:pt x="8" y="26"/>
                      <a:pt x="8" y="26"/>
                    </a:cubicBezTo>
                    <a:cubicBezTo>
                      <a:pt x="8" y="26"/>
                      <a:pt x="8" y="26"/>
                      <a:pt x="8" y="26"/>
                    </a:cubicBezTo>
                    <a:cubicBezTo>
                      <a:pt x="7" y="26"/>
                      <a:pt x="7" y="26"/>
                      <a:pt x="7" y="26"/>
                    </a:cubicBezTo>
                    <a:cubicBezTo>
                      <a:pt x="7" y="26"/>
                      <a:pt x="7" y="26"/>
                      <a:pt x="7" y="26"/>
                    </a:cubicBezTo>
                    <a:cubicBezTo>
                      <a:pt x="7" y="26"/>
                      <a:pt x="7" y="26"/>
                      <a:pt x="7" y="26"/>
                    </a:cubicBezTo>
                    <a:cubicBezTo>
                      <a:pt x="6" y="26"/>
                      <a:pt x="6" y="26"/>
                      <a:pt x="6" y="26"/>
                    </a:cubicBezTo>
                    <a:cubicBezTo>
                      <a:pt x="6" y="25"/>
                      <a:pt x="6" y="25"/>
                      <a:pt x="6"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2"/>
                      <a:pt x="2" y="22"/>
                      <a:pt x="2" y="22"/>
                    </a:cubicBezTo>
                    <a:cubicBezTo>
                      <a:pt x="2" y="22"/>
                      <a:pt x="2" y="22"/>
                      <a:pt x="2" y="22"/>
                    </a:cubicBezTo>
                    <a:cubicBezTo>
                      <a:pt x="2" y="22"/>
                      <a:pt x="2" y="22"/>
                      <a:pt x="2" y="22"/>
                    </a:cubicBezTo>
                    <a:cubicBezTo>
                      <a:pt x="2" y="21"/>
                      <a:pt x="2" y="21"/>
                      <a:pt x="2" y="21"/>
                    </a:cubicBezTo>
                    <a:cubicBezTo>
                      <a:pt x="2" y="21"/>
                      <a:pt x="2" y="21"/>
                      <a:pt x="2"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0"/>
                      <a:pt x="1" y="20"/>
                      <a:pt x="1" y="20"/>
                    </a:cubicBezTo>
                    <a:cubicBezTo>
                      <a:pt x="1" y="20"/>
                      <a:pt x="1" y="20"/>
                      <a:pt x="1" y="20"/>
                    </a:cubicBezTo>
                    <a:cubicBezTo>
                      <a:pt x="1" y="20"/>
                      <a:pt x="1" y="20"/>
                      <a:pt x="1" y="20"/>
                    </a:cubicBezTo>
                    <a:cubicBezTo>
                      <a:pt x="1" y="20"/>
                      <a:pt x="1" y="20"/>
                      <a:pt x="1" y="20"/>
                    </a:cubicBezTo>
                    <a:cubicBezTo>
                      <a:pt x="1" y="19"/>
                      <a:pt x="1" y="19"/>
                      <a:pt x="1" y="19"/>
                    </a:cubicBezTo>
                    <a:cubicBezTo>
                      <a:pt x="1" y="19"/>
                      <a:pt x="1" y="19"/>
                      <a:pt x="1" y="19"/>
                    </a:cubicBezTo>
                    <a:cubicBezTo>
                      <a:pt x="1" y="18"/>
                      <a:pt x="1" y="18"/>
                      <a:pt x="1" y="18"/>
                    </a:cubicBezTo>
                    <a:cubicBezTo>
                      <a:pt x="0" y="17"/>
                      <a:pt x="0" y="17"/>
                      <a:pt x="0" y="17"/>
                    </a:cubicBezTo>
                    <a:cubicBezTo>
                      <a:pt x="0" y="17"/>
                      <a:pt x="0" y="17"/>
                      <a:pt x="0" y="17"/>
                    </a:cubicBezTo>
                    <a:cubicBezTo>
                      <a:pt x="0" y="17"/>
                      <a:pt x="0" y="17"/>
                      <a:pt x="0" y="17"/>
                    </a:cubicBezTo>
                    <a:cubicBezTo>
                      <a:pt x="0" y="16"/>
                      <a:pt x="0" y="16"/>
                      <a:pt x="0" y="16"/>
                    </a:cubicBezTo>
                    <a:cubicBezTo>
                      <a:pt x="0" y="16"/>
                      <a:pt x="0" y="16"/>
                      <a:pt x="0" y="16"/>
                    </a:cubicBezTo>
                    <a:cubicBezTo>
                      <a:pt x="0" y="15"/>
                      <a:pt x="0" y="15"/>
                      <a:pt x="0" y="15"/>
                    </a:cubicBezTo>
                    <a:cubicBezTo>
                      <a:pt x="0" y="15"/>
                      <a:pt x="0" y="15"/>
                      <a:pt x="0" y="15"/>
                    </a:cubicBezTo>
                    <a:cubicBezTo>
                      <a:pt x="1" y="16"/>
                      <a:pt x="1" y="16"/>
                      <a:pt x="1" y="16"/>
                    </a:cubicBezTo>
                    <a:cubicBezTo>
                      <a:pt x="1" y="16"/>
                      <a:pt x="1" y="16"/>
                      <a:pt x="1" y="16"/>
                    </a:cubicBezTo>
                    <a:cubicBezTo>
                      <a:pt x="1" y="16"/>
                      <a:pt x="1" y="16"/>
                      <a:pt x="1" y="16"/>
                    </a:cubicBezTo>
                    <a:cubicBezTo>
                      <a:pt x="2" y="16"/>
                      <a:pt x="2" y="16"/>
                      <a:pt x="2" y="16"/>
                    </a:cubicBezTo>
                    <a:cubicBezTo>
                      <a:pt x="2" y="17"/>
                      <a:pt x="2" y="17"/>
                      <a:pt x="2" y="17"/>
                    </a:cubicBezTo>
                    <a:cubicBezTo>
                      <a:pt x="2" y="16"/>
                      <a:pt x="2" y="16"/>
                      <a:pt x="2" y="16"/>
                    </a:cubicBezTo>
                    <a:cubicBezTo>
                      <a:pt x="2" y="17"/>
                      <a:pt x="2" y="17"/>
                      <a:pt x="2" y="17"/>
                    </a:cubicBezTo>
                    <a:cubicBezTo>
                      <a:pt x="2" y="16"/>
                      <a:pt x="2" y="16"/>
                      <a:pt x="2" y="16"/>
                    </a:cubicBezTo>
                    <a:cubicBezTo>
                      <a:pt x="3" y="16"/>
                      <a:pt x="3" y="16"/>
                      <a:pt x="3" y="16"/>
                    </a:cubicBezTo>
                    <a:cubicBezTo>
                      <a:pt x="4" y="16"/>
                      <a:pt x="4" y="16"/>
                      <a:pt x="4" y="16"/>
                    </a:cubicBezTo>
                    <a:cubicBezTo>
                      <a:pt x="4" y="16"/>
                      <a:pt x="4" y="16"/>
                      <a:pt x="4" y="16"/>
                    </a:cubicBezTo>
                  </a:path>
                </a:pathLst>
              </a:custGeom>
              <a:solidFill>
                <a:srgbClr val="D57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4" name="Group 42903"/>
            <p:cNvGrpSpPr/>
            <p:nvPr/>
          </p:nvGrpSpPr>
          <p:grpSpPr>
            <a:xfrm>
              <a:off x="593725" y="3240088"/>
              <a:ext cx="296863" cy="198437"/>
              <a:chOff x="593725" y="3240088"/>
              <a:chExt cx="296863" cy="198437"/>
            </a:xfrm>
          </p:grpSpPr>
          <p:sp>
            <p:nvSpPr>
              <p:cNvPr id="136" name="Rectangle 537"/>
              <p:cNvSpPr>
                <a:spLocks noChangeArrowheads="1"/>
              </p:cNvSpPr>
              <p:nvPr/>
            </p:nvSpPr>
            <p:spPr bwMode="auto">
              <a:xfrm>
                <a:off x="596900" y="3370263"/>
                <a:ext cx="288925" cy="65087"/>
              </a:xfrm>
              <a:prstGeom prst="rect">
                <a:avLst/>
              </a:prstGeom>
              <a:solidFill>
                <a:srgbClr val="D6261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7" name="Rectangle 538"/>
              <p:cNvSpPr>
                <a:spLocks noChangeArrowheads="1"/>
              </p:cNvSpPr>
              <p:nvPr/>
            </p:nvSpPr>
            <p:spPr bwMode="auto">
              <a:xfrm>
                <a:off x="596900" y="3244850"/>
                <a:ext cx="288925" cy="603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8" name="Rectangle 539"/>
              <p:cNvSpPr>
                <a:spLocks noChangeArrowheads="1"/>
              </p:cNvSpPr>
              <p:nvPr/>
            </p:nvSpPr>
            <p:spPr bwMode="auto">
              <a:xfrm>
                <a:off x="596900" y="3305175"/>
                <a:ext cx="288925" cy="65087"/>
              </a:xfrm>
              <a:prstGeom prst="rect">
                <a:avLst/>
              </a:prstGeom>
              <a:solidFill>
                <a:srgbClr val="00966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9" name="Freeform 540"/>
              <p:cNvSpPr>
                <a:spLocks/>
              </p:cNvSpPr>
              <p:nvPr/>
            </p:nvSpPr>
            <p:spPr bwMode="auto">
              <a:xfrm>
                <a:off x="593725" y="3240088"/>
                <a:ext cx="296863" cy="198437"/>
              </a:xfrm>
              <a:custGeom>
                <a:avLst/>
                <a:gdLst>
                  <a:gd name="T0" fmla="*/ 184 w 187"/>
                  <a:gd name="T1" fmla="*/ 123 h 125"/>
                  <a:gd name="T2" fmla="*/ 184 w 187"/>
                  <a:gd name="T3" fmla="*/ 121 h 125"/>
                  <a:gd name="T4" fmla="*/ 5 w 187"/>
                  <a:gd name="T5" fmla="*/ 121 h 125"/>
                  <a:gd name="T6" fmla="*/ 5 w 187"/>
                  <a:gd name="T7" fmla="*/ 5 h 125"/>
                  <a:gd name="T8" fmla="*/ 182 w 187"/>
                  <a:gd name="T9" fmla="*/ 5 h 125"/>
                  <a:gd name="T10" fmla="*/ 182 w 187"/>
                  <a:gd name="T11" fmla="*/ 123 h 125"/>
                  <a:gd name="T12" fmla="*/ 184 w 187"/>
                  <a:gd name="T13" fmla="*/ 123 h 125"/>
                  <a:gd name="T14" fmla="*/ 184 w 187"/>
                  <a:gd name="T15" fmla="*/ 121 h 125"/>
                  <a:gd name="T16" fmla="*/ 184 w 187"/>
                  <a:gd name="T17" fmla="*/ 123 h 125"/>
                  <a:gd name="T18" fmla="*/ 187 w 187"/>
                  <a:gd name="T19" fmla="*/ 123 h 125"/>
                  <a:gd name="T20" fmla="*/ 187 w 187"/>
                  <a:gd name="T21" fmla="*/ 0 h 125"/>
                  <a:gd name="T22" fmla="*/ 0 w 187"/>
                  <a:gd name="T23" fmla="*/ 0 h 125"/>
                  <a:gd name="T24" fmla="*/ 0 w 187"/>
                  <a:gd name="T25" fmla="*/ 125 h 125"/>
                  <a:gd name="T26" fmla="*/ 187 w 187"/>
                  <a:gd name="T27" fmla="*/ 125 h 125"/>
                  <a:gd name="T28" fmla="*/ 187 w 187"/>
                  <a:gd name="T29" fmla="*/ 123 h 125"/>
                  <a:gd name="T30" fmla="*/ 184 w 187"/>
                  <a:gd name="T31"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125">
                    <a:moveTo>
                      <a:pt x="184" y="123"/>
                    </a:moveTo>
                    <a:lnTo>
                      <a:pt x="184" y="121"/>
                    </a:lnTo>
                    <a:lnTo>
                      <a:pt x="5" y="121"/>
                    </a:lnTo>
                    <a:lnTo>
                      <a:pt x="5" y="5"/>
                    </a:lnTo>
                    <a:lnTo>
                      <a:pt x="182" y="5"/>
                    </a:lnTo>
                    <a:lnTo>
                      <a:pt x="182" y="123"/>
                    </a:lnTo>
                    <a:lnTo>
                      <a:pt x="184" y="123"/>
                    </a:lnTo>
                    <a:lnTo>
                      <a:pt x="184" y="121"/>
                    </a:lnTo>
                    <a:lnTo>
                      <a:pt x="184" y="123"/>
                    </a:lnTo>
                    <a:lnTo>
                      <a:pt x="187" y="123"/>
                    </a:lnTo>
                    <a:lnTo>
                      <a:pt x="187" y="0"/>
                    </a:lnTo>
                    <a:lnTo>
                      <a:pt x="0" y="0"/>
                    </a:lnTo>
                    <a:lnTo>
                      <a:pt x="0" y="125"/>
                    </a:lnTo>
                    <a:lnTo>
                      <a:pt x="187" y="125"/>
                    </a:lnTo>
                    <a:lnTo>
                      <a:pt x="187" y="123"/>
                    </a:lnTo>
                    <a:lnTo>
                      <a:pt x="184" y="12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3" name="Group 42902"/>
            <p:cNvGrpSpPr/>
            <p:nvPr/>
          </p:nvGrpSpPr>
          <p:grpSpPr>
            <a:xfrm>
              <a:off x="596900" y="2825750"/>
              <a:ext cx="288925" cy="190500"/>
              <a:chOff x="596900" y="2825750"/>
              <a:chExt cx="288925" cy="190500"/>
            </a:xfrm>
          </p:grpSpPr>
          <p:sp>
            <p:nvSpPr>
              <p:cNvPr id="140" name="Rectangle 541"/>
              <p:cNvSpPr>
                <a:spLocks noChangeArrowheads="1"/>
              </p:cNvSpPr>
              <p:nvPr/>
            </p:nvSpPr>
            <p:spPr bwMode="auto">
              <a:xfrm>
                <a:off x="787400" y="2825750"/>
                <a:ext cx="98425" cy="190500"/>
              </a:xfrm>
              <a:prstGeom prst="rect">
                <a:avLst/>
              </a:prstGeom>
              <a:solidFill>
                <a:srgbClr val="ED29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1" name="Rectangle 542"/>
              <p:cNvSpPr>
                <a:spLocks noChangeArrowheads="1"/>
              </p:cNvSpPr>
              <p:nvPr/>
            </p:nvSpPr>
            <p:spPr bwMode="auto">
              <a:xfrm>
                <a:off x="596900" y="2825750"/>
                <a:ext cx="95250" cy="1905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2" name="Rectangle 543"/>
              <p:cNvSpPr>
                <a:spLocks noChangeArrowheads="1"/>
              </p:cNvSpPr>
              <p:nvPr/>
            </p:nvSpPr>
            <p:spPr bwMode="auto">
              <a:xfrm>
                <a:off x="692150" y="2825750"/>
                <a:ext cx="95250" cy="190500"/>
              </a:xfrm>
              <a:prstGeom prst="rect">
                <a:avLst/>
              </a:prstGeom>
              <a:solidFill>
                <a:srgbClr val="FAE0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902" name="Group 42901"/>
            <p:cNvGrpSpPr/>
            <p:nvPr/>
          </p:nvGrpSpPr>
          <p:grpSpPr>
            <a:xfrm>
              <a:off x="596900" y="2406650"/>
              <a:ext cx="288925" cy="190500"/>
              <a:chOff x="596900" y="2406650"/>
              <a:chExt cx="288925" cy="190500"/>
            </a:xfrm>
          </p:grpSpPr>
          <p:sp>
            <p:nvSpPr>
              <p:cNvPr id="143" name="Rectangle 544"/>
              <p:cNvSpPr>
                <a:spLocks noChangeArrowheads="1"/>
              </p:cNvSpPr>
              <p:nvPr/>
            </p:nvSpPr>
            <p:spPr bwMode="auto">
              <a:xfrm>
                <a:off x="596900" y="2532063"/>
                <a:ext cx="288925" cy="65087"/>
              </a:xfrm>
              <a:prstGeom prst="rect">
                <a:avLst/>
              </a:prstGeom>
              <a:solidFill>
                <a:srgbClr val="ED29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4" name="Rectangle 545"/>
              <p:cNvSpPr>
                <a:spLocks noChangeArrowheads="1"/>
              </p:cNvSpPr>
              <p:nvPr/>
            </p:nvSpPr>
            <p:spPr bwMode="auto">
              <a:xfrm>
                <a:off x="596900" y="2406650"/>
                <a:ext cx="288925" cy="60325"/>
              </a:xfrm>
              <a:prstGeom prst="rect">
                <a:avLst/>
              </a:prstGeom>
              <a:solidFill>
                <a:srgbClr val="ED29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5" name="Rectangle 546"/>
              <p:cNvSpPr>
                <a:spLocks noChangeArrowheads="1"/>
              </p:cNvSpPr>
              <p:nvPr/>
            </p:nvSpPr>
            <p:spPr bwMode="auto">
              <a:xfrm>
                <a:off x="596900" y="2466975"/>
                <a:ext cx="288925" cy="650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pic>
          <p:nvPicPr>
            <p:cNvPr id="42901" name="Picture 42900"/>
            <p:cNvPicPr>
              <a:picLocks noChangeAspect="1"/>
            </p:cNvPicPr>
            <p:nvPr/>
          </p:nvPicPr>
          <p:blipFill>
            <a:blip r:embed="rId2"/>
            <a:stretch>
              <a:fillRect/>
            </a:stretch>
          </p:blipFill>
          <p:spPr>
            <a:xfrm>
              <a:off x="587826" y="3666628"/>
              <a:ext cx="308660" cy="205830"/>
            </a:xfrm>
            <a:prstGeom prst="rect">
              <a:avLst/>
            </a:prstGeom>
          </p:spPr>
        </p:pic>
      </p:grpSp>
      <p:grpSp>
        <p:nvGrpSpPr>
          <p:cNvPr id="42899" name="Flag of EUROPEAN UNION"/>
          <p:cNvGrpSpPr/>
          <p:nvPr/>
        </p:nvGrpSpPr>
        <p:grpSpPr>
          <a:xfrm>
            <a:off x="936625" y="935038"/>
            <a:ext cx="1427163" cy="952500"/>
            <a:chOff x="936625" y="935038"/>
            <a:chExt cx="1427163" cy="952500"/>
          </a:xfrm>
        </p:grpSpPr>
        <p:sp>
          <p:nvSpPr>
            <p:cNvPr id="146" name="Rectangle 547"/>
            <p:cNvSpPr>
              <a:spLocks noChangeArrowheads="1"/>
            </p:cNvSpPr>
            <p:nvPr/>
          </p:nvSpPr>
          <p:spPr bwMode="auto">
            <a:xfrm>
              <a:off x="936625" y="935038"/>
              <a:ext cx="1427163" cy="952500"/>
            </a:xfrm>
            <a:prstGeom prst="rect">
              <a:avLst/>
            </a:prstGeom>
            <a:solidFill>
              <a:srgbClr val="00339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7" name="Freeform 548"/>
            <p:cNvSpPr>
              <a:spLocks/>
            </p:cNvSpPr>
            <p:nvPr/>
          </p:nvSpPr>
          <p:spPr bwMode="auto">
            <a:xfrm>
              <a:off x="1598613" y="1038225"/>
              <a:ext cx="95250" cy="92075"/>
            </a:xfrm>
            <a:custGeom>
              <a:avLst/>
              <a:gdLst>
                <a:gd name="T0" fmla="*/ 29 w 60"/>
                <a:gd name="T1" fmla="*/ 0 h 58"/>
                <a:gd name="T2" fmla="*/ 36 w 60"/>
                <a:gd name="T3" fmla="*/ 22 h 58"/>
                <a:gd name="T4" fmla="*/ 60 w 60"/>
                <a:gd name="T5" fmla="*/ 22 h 58"/>
                <a:gd name="T6" fmla="*/ 41 w 60"/>
                <a:gd name="T7" fmla="*/ 36 h 58"/>
                <a:gd name="T8" fmla="*/ 48 w 60"/>
                <a:gd name="T9" fmla="*/ 58 h 58"/>
                <a:gd name="T10" fmla="*/ 29 w 60"/>
                <a:gd name="T11" fmla="*/ 46 h 58"/>
                <a:gd name="T12" fmla="*/ 10 w 60"/>
                <a:gd name="T13" fmla="*/ 58 h 58"/>
                <a:gd name="T14" fmla="*/ 17 w 60"/>
                <a:gd name="T15" fmla="*/ 36 h 58"/>
                <a:gd name="T16" fmla="*/ 0 w 60"/>
                <a:gd name="T17" fmla="*/ 22 h 58"/>
                <a:gd name="T18" fmla="*/ 22 w 60"/>
                <a:gd name="T19" fmla="*/ 22 h 58"/>
                <a:gd name="T20" fmla="*/ 29 w 60"/>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8">
                  <a:moveTo>
                    <a:pt x="29" y="0"/>
                  </a:moveTo>
                  <a:lnTo>
                    <a:pt x="36" y="22"/>
                  </a:lnTo>
                  <a:lnTo>
                    <a:pt x="60" y="22"/>
                  </a:lnTo>
                  <a:lnTo>
                    <a:pt x="41" y="36"/>
                  </a:lnTo>
                  <a:lnTo>
                    <a:pt x="48" y="58"/>
                  </a:lnTo>
                  <a:lnTo>
                    <a:pt x="29" y="46"/>
                  </a:lnTo>
                  <a:lnTo>
                    <a:pt x="10" y="58"/>
                  </a:lnTo>
                  <a:lnTo>
                    <a:pt x="17" y="36"/>
                  </a:lnTo>
                  <a:lnTo>
                    <a:pt x="0" y="22"/>
                  </a:lnTo>
                  <a:lnTo>
                    <a:pt x="22" y="22"/>
                  </a:lnTo>
                  <a:lnTo>
                    <a:pt x="29"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8" name="Freeform 549"/>
            <p:cNvSpPr>
              <a:spLocks/>
            </p:cNvSpPr>
            <p:nvPr/>
          </p:nvSpPr>
          <p:spPr bwMode="auto">
            <a:xfrm>
              <a:off x="1435100" y="1084263"/>
              <a:ext cx="95250" cy="90487"/>
            </a:xfrm>
            <a:custGeom>
              <a:avLst/>
              <a:gdLst>
                <a:gd name="T0" fmla="*/ 31 w 60"/>
                <a:gd name="T1" fmla="*/ 0 h 57"/>
                <a:gd name="T2" fmla="*/ 38 w 60"/>
                <a:gd name="T3" fmla="*/ 21 h 57"/>
                <a:gd name="T4" fmla="*/ 60 w 60"/>
                <a:gd name="T5" fmla="*/ 21 h 57"/>
                <a:gd name="T6" fmla="*/ 43 w 60"/>
                <a:gd name="T7" fmla="*/ 36 h 57"/>
                <a:gd name="T8" fmla="*/ 48 w 60"/>
                <a:gd name="T9" fmla="*/ 57 h 57"/>
                <a:gd name="T10" fmla="*/ 31 w 60"/>
                <a:gd name="T11" fmla="*/ 45 h 57"/>
                <a:gd name="T12" fmla="*/ 12 w 60"/>
                <a:gd name="T13" fmla="*/ 57 h 57"/>
                <a:gd name="T14" fmla="*/ 17 w 60"/>
                <a:gd name="T15" fmla="*/ 36 h 57"/>
                <a:gd name="T16" fmla="*/ 0 w 60"/>
                <a:gd name="T17" fmla="*/ 21 h 57"/>
                <a:gd name="T18" fmla="*/ 21 w 60"/>
                <a:gd name="T19" fmla="*/ 21 h 57"/>
                <a:gd name="T20" fmla="*/ 31 w 60"/>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7">
                  <a:moveTo>
                    <a:pt x="31" y="0"/>
                  </a:moveTo>
                  <a:lnTo>
                    <a:pt x="38" y="21"/>
                  </a:lnTo>
                  <a:lnTo>
                    <a:pt x="60" y="21"/>
                  </a:lnTo>
                  <a:lnTo>
                    <a:pt x="43" y="36"/>
                  </a:lnTo>
                  <a:lnTo>
                    <a:pt x="48" y="57"/>
                  </a:lnTo>
                  <a:lnTo>
                    <a:pt x="31" y="45"/>
                  </a:lnTo>
                  <a:lnTo>
                    <a:pt x="12" y="57"/>
                  </a:lnTo>
                  <a:lnTo>
                    <a:pt x="17" y="36"/>
                  </a:lnTo>
                  <a:lnTo>
                    <a:pt x="0" y="21"/>
                  </a:lnTo>
                  <a:lnTo>
                    <a:pt x="21" y="21"/>
                  </a:lnTo>
                  <a:lnTo>
                    <a:pt x="31"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9" name="Freeform 550"/>
            <p:cNvSpPr>
              <a:spLocks/>
            </p:cNvSpPr>
            <p:nvPr/>
          </p:nvSpPr>
          <p:spPr bwMode="auto">
            <a:xfrm>
              <a:off x="1317625" y="1206500"/>
              <a:ext cx="93663" cy="87312"/>
            </a:xfrm>
            <a:custGeom>
              <a:avLst/>
              <a:gdLst>
                <a:gd name="T0" fmla="*/ 31 w 59"/>
                <a:gd name="T1" fmla="*/ 0 h 55"/>
                <a:gd name="T2" fmla="*/ 38 w 59"/>
                <a:gd name="T3" fmla="*/ 19 h 55"/>
                <a:gd name="T4" fmla="*/ 59 w 59"/>
                <a:gd name="T5" fmla="*/ 21 h 55"/>
                <a:gd name="T6" fmla="*/ 43 w 59"/>
                <a:gd name="T7" fmla="*/ 33 h 55"/>
                <a:gd name="T8" fmla="*/ 47 w 59"/>
                <a:gd name="T9" fmla="*/ 55 h 55"/>
                <a:gd name="T10" fmla="*/ 31 w 59"/>
                <a:gd name="T11" fmla="*/ 43 h 55"/>
                <a:gd name="T12" fmla="*/ 12 w 59"/>
                <a:gd name="T13" fmla="*/ 55 h 55"/>
                <a:gd name="T14" fmla="*/ 16 w 59"/>
                <a:gd name="T15" fmla="*/ 33 h 55"/>
                <a:gd name="T16" fmla="*/ 0 w 59"/>
                <a:gd name="T17" fmla="*/ 21 h 55"/>
                <a:gd name="T18" fmla="*/ 21 w 59"/>
                <a:gd name="T19" fmla="*/ 19 h 55"/>
                <a:gd name="T20" fmla="*/ 31 w 59"/>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55">
                  <a:moveTo>
                    <a:pt x="31" y="0"/>
                  </a:moveTo>
                  <a:lnTo>
                    <a:pt x="38" y="19"/>
                  </a:lnTo>
                  <a:lnTo>
                    <a:pt x="59" y="21"/>
                  </a:lnTo>
                  <a:lnTo>
                    <a:pt x="43" y="33"/>
                  </a:lnTo>
                  <a:lnTo>
                    <a:pt x="47" y="55"/>
                  </a:lnTo>
                  <a:lnTo>
                    <a:pt x="31" y="43"/>
                  </a:lnTo>
                  <a:lnTo>
                    <a:pt x="12" y="55"/>
                  </a:lnTo>
                  <a:lnTo>
                    <a:pt x="16" y="33"/>
                  </a:lnTo>
                  <a:lnTo>
                    <a:pt x="0" y="21"/>
                  </a:lnTo>
                  <a:lnTo>
                    <a:pt x="21" y="19"/>
                  </a:lnTo>
                  <a:lnTo>
                    <a:pt x="31"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0" name="Freeform 551"/>
            <p:cNvSpPr>
              <a:spLocks/>
            </p:cNvSpPr>
            <p:nvPr/>
          </p:nvSpPr>
          <p:spPr bwMode="auto">
            <a:xfrm>
              <a:off x="1274763" y="1365250"/>
              <a:ext cx="95250" cy="92075"/>
            </a:xfrm>
            <a:custGeom>
              <a:avLst/>
              <a:gdLst>
                <a:gd name="T0" fmla="*/ 29 w 60"/>
                <a:gd name="T1" fmla="*/ 0 h 58"/>
                <a:gd name="T2" fmla="*/ 39 w 60"/>
                <a:gd name="T3" fmla="*/ 22 h 58"/>
                <a:gd name="T4" fmla="*/ 60 w 60"/>
                <a:gd name="T5" fmla="*/ 22 h 58"/>
                <a:gd name="T6" fmla="*/ 43 w 60"/>
                <a:gd name="T7" fmla="*/ 36 h 58"/>
                <a:gd name="T8" fmla="*/ 48 w 60"/>
                <a:gd name="T9" fmla="*/ 58 h 58"/>
                <a:gd name="T10" fmla="*/ 29 w 60"/>
                <a:gd name="T11" fmla="*/ 46 h 58"/>
                <a:gd name="T12" fmla="*/ 12 w 60"/>
                <a:gd name="T13" fmla="*/ 58 h 58"/>
                <a:gd name="T14" fmla="*/ 17 w 60"/>
                <a:gd name="T15" fmla="*/ 36 h 58"/>
                <a:gd name="T16" fmla="*/ 0 w 60"/>
                <a:gd name="T17" fmla="*/ 22 h 58"/>
                <a:gd name="T18" fmla="*/ 22 w 60"/>
                <a:gd name="T19" fmla="*/ 22 h 58"/>
                <a:gd name="T20" fmla="*/ 29 w 60"/>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8">
                  <a:moveTo>
                    <a:pt x="29" y="0"/>
                  </a:moveTo>
                  <a:lnTo>
                    <a:pt x="39" y="22"/>
                  </a:lnTo>
                  <a:lnTo>
                    <a:pt x="60" y="22"/>
                  </a:lnTo>
                  <a:lnTo>
                    <a:pt x="43" y="36"/>
                  </a:lnTo>
                  <a:lnTo>
                    <a:pt x="48" y="58"/>
                  </a:lnTo>
                  <a:lnTo>
                    <a:pt x="29" y="46"/>
                  </a:lnTo>
                  <a:lnTo>
                    <a:pt x="12" y="58"/>
                  </a:lnTo>
                  <a:lnTo>
                    <a:pt x="17" y="36"/>
                  </a:lnTo>
                  <a:lnTo>
                    <a:pt x="0" y="22"/>
                  </a:lnTo>
                  <a:lnTo>
                    <a:pt x="22" y="22"/>
                  </a:lnTo>
                  <a:lnTo>
                    <a:pt x="29"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1" name="Freeform 552"/>
            <p:cNvSpPr>
              <a:spLocks/>
            </p:cNvSpPr>
            <p:nvPr/>
          </p:nvSpPr>
          <p:spPr bwMode="auto">
            <a:xfrm>
              <a:off x="1320800" y="1530350"/>
              <a:ext cx="95250" cy="90487"/>
            </a:xfrm>
            <a:custGeom>
              <a:avLst/>
              <a:gdLst>
                <a:gd name="T0" fmla="*/ 29 w 60"/>
                <a:gd name="T1" fmla="*/ 0 h 57"/>
                <a:gd name="T2" fmla="*/ 38 w 60"/>
                <a:gd name="T3" fmla="*/ 21 h 57"/>
                <a:gd name="T4" fmla="*/ 60 w 60"/>
                <a:gd name="T5" fmla="*/ 21 h 57"/>
                <a:gd name="T6" fmla="*/ 43 w 60"/>
                <a:gd name="T7" fmla="*/ 36 h 57"/>
                <a:gd name="T8" fmla="*/ 48 w 60"/>
                <a:gd name="T9" fmla="*/ 57 h 57"/>
                <a:gd name="T10" fmla="*/ 29 w 60"/>
                <a:gd name="T11" fmla="*/ 45 h 57"/>
                <a:gd name="T12" fmla="*/ 12 w 60"/>
                <a:gd name="T13" fmla="*/ 57 h 57"/>
                <a:gd name="T14" fmla="*/ 17 w 60"/>
                <a:gd name="T15" fmla="*/ 36 h 57"/>
                <a:gd name="T16" fmla="*/ 0 w 60"/>
                <a:gd name="T17" fmla="*/ 21 h 57"/>
                <a:gd name="T18" fmla="*/ 22 w 60"/>
                <a:gd name="T19" fmla="*/ 21 h 57"/>
                <a:gd name="T20" fmla="*/ 29 w 60"/>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7">
                  <a:moveTo>
                    <a:pt x="29" y="0"/>
                  </a:moveTo>
                  <a:lnTo>
                    <a:pt x="38" y="21"/>
                  </a:lnTo>
                  <a:lnTo>
                    <a:pt x="60" y="21"/>
                  </a:lnTo>
                  <a:lnTo>
                    <a:pt x="43" y="36"/>
                  </a:lnTo>
                  <a:lnTo>
                    <a:pt x="48" y="57"/>
                  </a:lnTo>
                  <a:lnTo>
                    <a:pt x="29" y="45"/>
                  </a:lnTo>
                  <a:lnTo>
                    <a:pt x="12" y="57"/>
                  </a:lnTo>
                  <a:lnTo>
                    <a:pt x="17" y="36"/>
                  </a:lnTo>
                  <a:lnTo>
                    <a:pt x="0" y="21"/>
                  </a:lnTo>
                  <a:lnTo>
                    <a:pt x="22" y="21"/>
                  </a:lnTo>
                  <a:lnTo>
                    <a:pt x="29"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2" name="Freeform 553"/>
            <p:cNvSpPr>
              <a:spLocks/>
            </p:cNvSpPr>
            <p:nvPr/>
          </p:nvSpPr>
          <p:spPr bwMode="auto">
            <a:xfrm>
              <a:off x="1438275" y="1647825"/>
              <a:ext cx="95250" cy="92075"/>
            </a:xfrm>
            <a:custGeom>
              <a:avLst/>
              <a:gdLst>
                <a:gd name="T0" fmla="*/ 31 w 60"/>
                <a:gd name="T1" fmla="*/ 0 h 58"/>
                <a:gd name="T2" fmla="*/ 39 w 60"/>
                <a:gd name="T3" fmla="*/ 22 h 58"/>
                <a:gd name="T4" fmla="*/ 60 w 60"/>
                <a:gd name="T5" fmla="*/ 22 h 58"/>
                <a:gd name="T6" fmla="*/ 43 w 60"/>
                <a:gd name="T7" fmla="*/ 36 h 58"/>
                <a:gd name="T8" fmla="*/ 51 w 60"/>
                <a:gd name="T9" fmla="*/ 58 h 58"/>
                <a:gd name="T10" fmla="*/ 31 w 60"/>
                <a:gd name="T11" fmla="*/ 46 h 58"/>
                <a:gd name="T12" fmla="*/ 12 w 60"/>
                <a:gd name="T13" fmla="*/ 58 h 58"/>
                <a:gd name="T14" fmla="*/ 19 w 60"/>
                <a:gd name="T15" fmla="*/ 36 h 58"/>
                <a:gd name="T16" fmla="*/ 0 w 60"/>
                <a:gd name="T17" fmla="*/ 22 h 58"/>
                <a:gd name="T18" fmla="*/ 24 w 60"/>
                <a:gd name="T19" fmla="*/ 22 h 58"/>
                <a:gd name="T20" fmla="*/ 31 w 60"/>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8">
                  <a:moveTo>
                    <a:pt x="31" y="0"/>
                  </a:moveTo>
                  <a:lnTo>
                    <a:pt x="39" y="22"/>
                  </a:lnTo>
                  <a:lnTo>
                    <a:pt x="60" y="22"/>
                  </a:lnTo>
                  <a:lnTo>
                    <a:pt x="43" y="36"/>
                  </a:lnTo>
                  <a:lnTo>
                    <a:pt x="51" y="58"/>
                  </a:lnTo>
                  <a:lnTo>
                    <a:pt x="31" y="46"/>
                  </a:lnTo>
                  <a:lnTo>
                    <a:pt x="12" y="58"/>
                  </a:lnTo>
                  <a:lnTo>
                    <a:pt x="19" y="36"/>
                  </a:lnTo>
                  <a:lnTo>
                    <a:pt x="0" y="22"/>
                  </a:lnTo>
                  <a:lnTo>
                    <a:pt x="24" y="22"/>
                  </a:lnTo>
                  <a:lnTo>
                    <a:pt x="31"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3" name="Freeform 554"/>
            <p:cNvSpPr>
              <a:spLocks/>
            </p:cNvSpPr>
            <p:nvPr/>
          </p:nvSpPr>
          <p:spPr bwMode="auto">
            <a:xfrm>
              <a:off x="1601788" y="1689100"/>
              <a:ext cx="95250" cy="92075"/>
            </a:xfrm>
            <a:custGeom>
              <a:avLst/>
              <a:gdLst>
                <a:gd name="T0" fmla="*/ 32 w 60"/>
                <a:gd name="T1" fmla="*/ 0 h 58"/>
                <a:gd name="T2" fmla="*/ 39 w 60"/>
                <a:gd name="T3" fmla="*/ 22 h 58"/>
                <a:gd name="T4" fmla="*/ 60 w 60"/>
                <a:gd name="T5" fmla="*/ 22 h 58"/>
                <a:gd name="T6" fmla="*/ 44 w 60"/>
                <a:gd name="T7" fmla="*/ 36 h 58"/>
                <a:gd name="T8" fmla="*/ 51 w 60"/>
                <a:gd name="T9" fmla="*/ 58 h 58"/>
                <a:gd name="T10" fmla="*/ 32 w 60"/>
                <a:gd name="T11" fmla="*/ 46 h 58"/>
                <a:gd name="T12" fmla="*/ 12 w 60"/>
                <a:gd name="T13" fmla="*/ 58 h 58"/>
                <a:gd name="T14" fmla="*/ 20 w 60"/>
                <a:gd name="T15" fmla="*/ 36 h 58"/>
                <a:gd name="T16" fmla="*/ 0 w 60"/>
                <a:gd name="T17" fmla="*/ 22 h 58"/>
                <a:gd name="T18" fmla="*/ 24 w 60"/>
                <a:gd name="T19" fmla="*/ 22 h 58"/>
                <a:gd name="T20" fmla="*/ 32 w 60"/>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8">
                  <a:moveTo>
                    <a:pt x="32" y="0"/>
                  </a:moveTo>
                  <a:lnTo>
                    <a:pt x="39" y="22"/>
                  </a:lnTo>
                  <a:lnTo>
                    <a:pt x="60" y="22"/>
                  </a:lnTo>
                  <a:lnTo>
                    <a:pt x="44" y="36"/>
                  </a:lnTo>
                  <a:lnTo>
                    <a:pt x="51" y="58"/>
                  </a:lnTo>
                  <a:lnTo>
                    <a:pt x="32" y="46"/>
                  </a:lnTo>
                  <a:lnTo>
                    <a:pt x="12" y="58"/>
                  </a:lnTo>
                  <a:lnTo>
                    <a:pt x="20" y="36"/>
                  </a:lnTo>
                  <a:lnTo>
                    <a:pt x="0" y="22"/>
                  </a:lnTo>
                  <a:lnTo>
                    <a:pt x="24" y="22"/>
                  </a:lnTo>
                  <a:lnTo>
                    <a:pt x="32"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4" name="Freeform 555"/>
            <p:cNvSpPr>
              <a:spLocks/>
            </p:cNvSpPr>
            <p:nvPr/>
          </p:nvSpPr>
          <p:spPr bwMode="auto">
            <a:xfrm>
              <a:off x="1766888" y="1644650"/>
              <a:ext cx="95250" cy="90487"/>
            </a:xfrm>
            <a:custGeom>
              <a:avLst/>
              <a:gdLst>
                <a:gd name="T0" fmla="*/ 28 w 60"/>
                <a:gd name="T1" fmla="*/ 0 h 57"/>
                <a:gd name="T2" fmla="*/ 38 w 60"/>
                <a:gd name="T3" fmla="*/ 21 h 57"/>
                <a:gd name="T4" fmla="*/ 60 w 60"/>
                <a:gd name="T5" fmla="*/ 21 h 57"/>
                <a:gd name="T6" fmla="*/ 43 w 60"/>
                <a:gd name="T7" fmla="*/ 36 h 57"/>
                <a:gd name="T8" fmla="*/ 48 w 60"/>
                <a:gd name="T9" fmla="*/ 57 h 57"/>
                <a:gd name="T10" fmla="*/ 28 w 60"/>
                <a:gd name="T11" fmla="*/ 45 h 57"/>
                <a:gd name="T12" fmla="*/ 12 w 60"/>
                <a:gd name="T13" fmla="*/ 57 h 57"/>
                <a:gd name="T14" fmla="*/ 16 w 60"/>
                <a:gd name="T15" fmla="*/ 36 h 57"/>
                <a:gd name="T16" fmla="*/ 0 w 60"/>
                <a:gd name="T17" fmla="*/ 21 h 57"/>
                <a:gd name="T18" fmla="*/ 21 w 60"/>
                <a:gd name="T19" fmla="*/ 21 h 57"/>
                <a:gd name="T20" fmla="*/ 28 w 60"/>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7">
                  <a:moveTo>
                    <a:pt x="28" y="0"/>
                  </a:moveTo>
                  <a:lnTo>
                    <a:pt x="38" y="21"/>
                  </a:lnTo>
                  <a:lnTo>
                    <a:pt x="60" y="21"/>
                  </a:lnTo>
                  <a:lnTo>
                    <a:pt x="43" y="36"/>
                  </a:lnTo>
                  <a:lnTo>
                    <a:pt x="48" y="57"/>
                  </a:lnTo>
                  <a:lnTo>
                    <a:pt x="28" y="45"/>
                  </a:lnTo>
                  <a:lnTo>
                    <a:pt x="12" y="57"/>
                  </a:lnTo>
                  <a:lnTo>
                    <a:pt x="16" y="36"/>
                  </a:lnTo>
                  <a:lnTo>
                    <a:pt x="0" y="21"/>
                  </a:lnTo>
                  <a:lnTo>
                    <a:pt x="21" y="21"/>
                  </a:lnTo>
                  <a:lnTo>
                    <a:pt x="28"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5" name="Freeform 556"/>
            <p:cNvSpPr>
              <a:spLocks/>
            </p:cNvSpPr>
            <p:nvPr/>
          </p:nvSpPr>
          <p:spPr bwMode="auto">
            <a:xfrm>
              <a:off x="1884363" y="1525588"/>
              <a:ext cx="95250" cy="87312"/>
            </a:xfrm>
            <a:custGeom>
              <a:avLst/>
              <a:gdLst>
                <a:gd name="T0" fmla="*/ 29 w 60"/>
                <a:gd name="T1" fmla="*/ 0 h 55"/>
                <a:gd name="T2" fmla="*/ 38 w 60"/>
                <a:gd name="T3" fmla="*/ 19 h 55"/>
                <a:gd name="T4" fmla="*/ 60 w 60"/>
                <a:gd name="T5" fmla="*/ 22 h 55"/>
                <a:gd name="T6" fmla="*/ 43 w 60"/>
                <a:gd name="T7" fmla="*/ 36 h 55"/>
                <a:gd name="T8" fmla="*/ 48 w 60"/>
                <a:gd name="T9" fmla="*/ 55 h 55"/>
                <a:gd name="T10" fmla="*/ 29 w 60"/>
                <a:gd name="T11" fmla="*/ 43 h 55"/>
                <a:gd name="T12" fmla="*/ 12 w 60"/>
                <a:gd name="T13" fmla="*/ 55 h 55"/>
                <a:gd name="T14" fmla="*/ 17 w 60"/>
                <a:gd name="T15" fmla="*/ 36 h 55"/>
                <a:gd name="T16" fmla="*/ 0 w 60"/>
                <a:gd name="T17" fmla="*/ 22 h 55"/>
                <a:gd name="T18" fmla="*/ 21 w 60"/>
                <a:gd name="T19" fmla="*/ 19 h 55"/>
                <a:gd name="T20" fmla="*/ 29 w 6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5">
                  <a:moveTo>
                    <a:pt x="29" y="0"/>
                  </a:moveTo>
                  <a:lnTo>
                    <a:pt x="38" y="19"/>
                  </a:lnTo>
                  <a:lnTo>
                    <a:pt x="60" y="22"/>
                  </a:lnTo>
                  <a:lnTo>
                    <a:pt x="43" y="36"/>
                  </a:lnTo>
                  <a:lnTo>
                    <a:pt x="48" y="55"/>
                  </a:lnTo>
                  <a:lnTo>
                    <a:pt x="29" y="43"/>
                  </a:lnTo>
                  <a:lnTo>
                    <a:pt x="12" y="55"/>
                  </a:lnTo>
                  <a:lnTo>
                    <a:pt x="17" y="36"/>
                  </a:lnTo>
                  <a:lnTo>
                    <a:pt x="0" y="22"/>
                  </a:lnTo>
                  <a:lnTo>
                    <a:pt x="21" y="19"/>
                  </a:lnTo>
                  <a:lnTo>
                    <a:pt x="29"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557"/>
            <p:cNvSpPr>
              <a:spLocks/>
            </p:cNvSpPr>
            <p:nvPr/>
          </p:nvSpPr>
          <p:spPr bwMode="auto">
            <a:xfrm>
              <a:off x="1925638" y="1362075"/>
              <a:ext cx="95250" cy="92075"/>
            </a:xfrm>
            <a:custGeom>
              <a:avLst/>
              <a:gdLst>
                <a:gd name="T0" fmla="*/ 31 w 60"/>
                <a:gd name="T1" fmla="*/ 0 h 58"/>
                <a:gd name="T2" fmla="*/ 39 w 60"/>
                <a:gd name="T3" fmla="*/ 22 h 58"/>
                <a:gd name="T4" fmla="*/ 60 w 60"/>
                <a:gd name="T5" fmla="*/ 22 h 58"/>
                <a:gd name="T6" fmla="*/ 43 w 60"/>
                <a:gd name="T7" fmla="*/ 36 h 58"/>
                <a:gd name="T8" fmla="*/ 48 w 60"/>
                <a:gd name="T9" fmla="*/ 58 h 58"/>
                <a:gd name="T10" fmla="*/ 31 w 60"/>
                <a:gd name="T11" fmla="*/ 43 h 58"/>
                <a:gd name="T12" fmla="*/ 12 w 60"/>
                <a:gd name="T13" fmla="*/ 58 h 58"/>
                <a:gd name="T14" fmla="*/ 17 w 60"/>
                <a:gd name="T15" fmla="*/ 36 h 58"/>
                <a:gd name="T16" fmla="*/ 0 w 60"/>
                <a:gd name="T17" fmla="*/ 22 h 58"/>
                <a:gd name="T18" fmla="*/ 22 w 60"/>
                <a:gd name="T19" fmla="*/ 22 h 58"/>
                <a:gd name="T20" fmla="*/ 31 w 60"/>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8">
                  <a:moveTo>
                    <a:pt x="31" y="0"/>
                  </a:moveTo>
                  <a:lnTo>
                    <a:pt x="39" y="22"/>
                  </a:lnTo>
                  <a:lnTo>
                    <a:pt x="60" y="22"/>
                  </a:lnTo>
                  <a:lnTo>
                    <a:pt x="43" y="36"/>
                  </a:lnTo>
                  <a:lnTo>
                    <a:pt x="48" y="58"/>
                  </a:lnTo>
                  <a:lnTo>
                    <a:pt x="31" y="43"/>
                  </a:lnTo>
                  <a:lnTo>
                    <a:pt x="12" y="58"/>
                  </a:lnTo>
                  <a:lnTo>
                    <a:pt x="17" y="36"/>
                  </a:lnTo>
                  <a:lnTo>
                    <a:pt x="0" y="22"/>
                  </a:lnTo>
                  <a:lnTo>
                    <a:pt x="22" y="22"/>
                  </a:lnTo>
                  <a:lnTo>
                    <a:pt x="31"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558"/>
            <p:cNvSpPr>
              <a:spLocks/>
            </p:cNvSpPr>
            <p:nvPr/>
          </p:nvSpPr>
          <p:spPr bwMode="auto">
            <a:xfrm>
              <a:off x="1881188" y="1198563"/>
              <a:ext cx="93663" cy="90487"/>
            </a:xfrm>
            <a:custGeom>
              <a:avLst/>
              <a:gdLst>
                <a:gd name="T0" fmla="*/ 31 w 59"/>
                <a:gd name="T1" fmla="*/ 0 h 57"/>
                <a:gd name="T2" fmla="*/ 38 w 59"/>
                <a:gd name="T3" fmla="*/ 21 h 57"/>
                <a:gd name="T4" fmla="*/ 59 w 59"/>
                <a:gd name="T5" fmla="*/ 21 h 57"/>
                <a:gd name="T6" fmla="*/ 43 w 59"/>
                <a:gd name="T7" fmla="*/ 36 h 57"/>
                <a:gd name="T8" fmla="*/ 47 w 59"/>
                <a:gd name="T9" fmla="*/ 57 h 57"/>
                <a:gd name="T10" fmla="*/ 31 w 59"/>
                <a:gd name="T11" fmla="*/ 45 h 57"/>
                <a:gd name="T12" fmla="*/ 12 w 59"/>
                <a:gd name="T13" fmla="*/ 57 h 57"/>
                <a:gd name="T14" fmla="*/ 16 w 59"/>
                <a:gd name="T15" fmla="*/ 36 h 57"/>
                <a:gd name="T16" fmla="*/ 0 w 59"/>
                <a:gd name="T17" fmla="*/ 21 h 57"/>
                <a:gd name="T18" fmla="*/ 21 w 59"/>
                <a:gd name="T19" fmla="*/ 21 h 57"/>
                <a:gd name="T20" fmla="*/ 31 w 59"/>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57">
                  <a:moveTo>
                    <a:pt x="31" y="0"/>
                  </a:moveTo>
                  <a:lnTo>
                    <a:pt x="38" y="21"/>
                  </a:lnTo>
                  <a:lnTo>
                    <a:pt x="59" y="21"/>
                  </a:lnTo>
                  <a:lnTo>
                    <a:pt x="43" y="36"/>
                  </a:lnTo>
                  <a:lnTo>
                    <a:pt x="47" y="57"/>
                  </a:lnTo>
                  <a:lnTo>
                    <a:pt x="31" y="45"/>
                  </a:lnTo>
                  <a:lnTo>
                    <a:pt x="12" y="57"/>
                  </a:lnTo>
                  <a:lnTo>
                    <a:pt x="16" y="36"/>
                  </a:lnTo>
                  <a:lnTo>
                    <a:pt x="0" y="21"/>
                  </a:lnTo>
                  <a:lnTo>
                    <a:pt x="21" y="21"/>
                  </a:lnTo>
                  <a:lnTo>
                    <a:pt x="31"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559"/>
            <p:cNvSpPr>
              <a:spLocks/>
            </p:cNvSpPr>
            <p:nvPr/>
          </p:nvSpPr>
          <p:spPr bwMode="auto">
            <a:xfrm>
              <a:off x="1762125" y="1079500"/>
              <a:ext cx="95250" cy="92075"/>
            </a:xfrm>
            <a:custGeom>
              <a:avLst/>
              <a:gdLst>
                <a:gd name="T0" fmla="*/ 29 w 60"/>
                <a:gd name="T1" fmla="*/ 0 h 58"/>
                <a:gd name="T2" fmla="*/ 36 w 60"/>
                <a:gd name="T3" fmla="*/ 22 h 58"/>
                <a:gd name="T4" fmla="*/ 60 w 60"/>
                <a:gd name="T5" fmla="*/ 22 h 58"/>
                <a:gd name="T6" fmla="*/ 41 w 60"/>
                <a:gd name="T7" fmla="*/ 36 h 58"/>
                <a:gd name="T8" fmla="*/ 48 w 60"/>
                <a:gd name="T9" fmla="*/ 58 h 58"/>
                <a:gd name="T10" fmla="*/ 29 w 60"/>
                <a:gd name="T11" fmla="*/ 46 h 58"/>
                <a:gd name="T12" fmla="*/ 10 w 60"/>
                <a:gd name="T13" fmla="*/ 58 h 58"/>
                <a:gd name="T14" fmla="*/ 17 w 60"/>
                <a:gd name="T15" fmla="*/ 36 h 58"/>
                <a:gd name="T16" fmla="*/ 0 w 60"/>
                <a:gd name="T17" fmla="*/ 22 h 58"/>
                <a:gd name="T18" fmla="*/ 22 w 60"/>
                <a:gd name="T19" fmla="*/ 22 h 58"/>
                <a:gd name="T20" fmla="*/ 29 w 60"/>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8">
                  <a:moveTo>
                    <a:pt x="29" y="0"/>
                  </a:moveTo>
                  <a:lnTo>
                    <a:pt x="36" y="22"/>
                  </a:lnTo>
                  <a:lnTo>
                    <a:pt x="60" y="22"/>
                  </a:lnTo>
                  <a:lnTo>
                    <a:pt x="41" y="36"/>
                  </a:lnTo>
                  <a:lnTo>
                    <a:pt x="48" y="58"/>
                  </a:lnTo>
                  <a:lnTo>
                    <a:pt x="29" y="46"/>
                  </a:lnTo>
                  <a:lnTo>
                    <a:pt x="10" y="58"/>
                  </a:lnTo>
                  <a:lnTo>
                    <a:pt x="17" y="36"/>
                  </a:lnTo>
                  <a:lnTo>
                    <a:pt x="0" y="22"/>
                  </a:lnTo>
                  <a:lnTo>
                    <a:pt x="22" y="22"/>
                  </a:lnTo>
                  <a:lnTo>
                    <a:pt x="29"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42933" name="Freeform 563"/>
          <p:cNvSpPr>
            <a:spLocks noEditPoints="1"/>
          </p:cNvSpPr>
          <p:nvPr/>
        </p:nvSpPr>
        <p:spPr bwMode="auto">
          <a:xfrm>
            <a:off x="9150350" y="1532413"/>
            <a:ext cx="1009650" cy="2317750"/>
          </a:xfrm>
          <a:custGeom>
            <a:avLst/>
            <a:gdLst>
              <a:gd name="T0" fmla="*/ 245 w 255"/>
              <a:gd name="T1" fmla="*/ 164 h 586"/>
              <a:gd name="T2" fmla="*/ 235 w 255"/>
              <a:gd name="T3" fmla="*/ 166 h 586"/>
              <a:gd name="T4" fmla="*/ 221 w 255"/>
              <a:gd name="T5" fmla="*/ 166 h 586"/>
              <a:gd name="T6" fmla="*/ 216 w 255"/>
              <a:gd name="T7" fmla="*/ 174 h 586"/>
              <a:gd name="T8" fmla="*/ 210 w 255"/>
              <a:gd name="T9" fmla="*/ 178 h 586"/>
              <a:gd name="T10" fmla="*/ 204 w 255"/>
              <a:gd name="T11" fmla="*/ 195 h 586"/>
              <a:gd name="T12" fmla="*/ 193 w 255"/>
              <a:gd name="T13" fmla="*/ 212 h 586"/>
              <a:gd name="T14" fmla="*/ 201 w 255"/>
              <a:gd name="T15" fmla="*/ 222 h 586"/>
              <a:gd name="T16" fmla="*/ 199 w 255"/>
              <a:gd name="T17" fmla="*/ 233 h 586"/>
              <a:gd name="T18" fmla="*/ 187 w 255"/>
              <a:gd name="T19" fmla="*/ 258 h 586"/>
              <a:gd name="T20" fmla="*/ 173 w 255"/>
              <a:gd name="T21" fmla="*/ 266 h 586"/>
              <a:gd name="T22" fmla="*/ 157 w 255"/>
              <a:gd name="T23" fmla="*/ 278 h 586"/>
              <a:gd name="T24" fmla="*/ 145 w 255"/>
              <a:gd name="T25" fmla="*/ 289 h 586"/>
              <a:gd name="T26" fmla="*/ 138 w 255"/>
              <a:gd name="T27" fmla="*/ 301 h 586"/>
              <a:gd name="T28" fmla="*/ 131 w 255"/>
              <a:gd name="T29" fmla="*/ 314 h 586"/>
              <a:gd name="T30" fmla="*/ 123 w 255"/>
              <a:gd name="T31" fmla="*/ 321 h 586"/>
              <a:gd name="T32" fmla="*/ 121 w 255"/>
              <a:gd name="T33" fmla="*/ 342 h 586"/>
              <a:gd name="T34" fmla="*/ 118 w 255"/>
              <a:gd name="T35" fmla="*/ 356 h 586"/>
              <a:gd name="T36" fmla="*/ 118 w 255"/>
              <a:gd name="T37" fmla="*/ 389 h 586"/>
              <a:gd name="T38" fmla="*/ 136 w 255"/>
              <a:gd name="T39" fmla="*/ 397 h 586"/>
              <a:gd name="T40" fmla="*/ 143 w 255"/>
              <a:gd name="T41" fmla="*/ 403 h 586"/>
              <a:gd name="T42" fmla="*/ 150 w 255"/>
              <a:gd name="T43" fmla="*/ 424 h 586"/>
              <a:gd name="T44" fmla="*/ 125 w 255"/>
              <a:gd name="T45" fmla="*/ 434 h 586"/>
              <a:gd name="T46" fmla="*/ 100 w 255"/>
              <a:gd name="T47" fmla="*/ 434 h 586"/>
              <a:gd name="T48" fmla="*/ 121 w 255"/>
              <a:gd name="T49" fmla="*/ 444 h 586"/>
              <a:gd name="T50" fmla="*/ 139 w 255"/>
              <a:gd name="T51" fmla="*/ 441 h 586"/>
              <a:gd name="T52" fmla="*/ 128 w 255"/>
              <a:gd name="T53" fmla="*/ 449 h 586"/>
              <a:gd name="T54" fmla="*/ 102 w 255"/>
              <a:gd name="T55" fmla="*/ 467 h 586"/>
              <a:gd name="T56" fmla="*/ 111 w 255"/>
              <a:gd name="T57" fmla="*/ 483 h 586"/>
              <a:gd name="T58" fmla="*/ 104 w 255"/>
              <a:gd name="T59" fmla="*/ 495 h 586"/>
              <a:gd name="T60" fmla="*/ 107 w 255"/>
              <a:gd name="T61" fmla="*/ 514 h 586"/>
              <a:gd name="T62" fmla="*/ 102 w 255"/>
              <a:gd name="T63" fmla="*/ 537 h 586"/>
              <a:gd name="T64" fmla="*/ 91 w 255"/>
              <a:gd name="T65" fmla="*/ 559 h 586"/>
              <a:gd name="T66" fmla="*/ 70 w 255"/>
              <a:gd name="T67" fmla="*/ 563 h 586"/>
              <a:gd name="T68" fmla="*/ 45 w 255"/>
              <a:gd name="T69" fmla="*/ 585 h 586"/>
              <a:gd name="T70" fmla="*/ 26 w 255"/>
              <a:gd name="T71" fmla="*/ 553 h 586"/>
              <a:gd name="T72" fmla="*/ 23 w 255"/>
              <a:gd name="T73" fmla="*/ 530 h 586"/>
              <a:gd name="T74" fmla="*/ 12 w 255"/>
              <a:gd name="T75" fmla="*/ 501 h 586"/>
              <a:gd name="T76" fmla="*/ 5 w 255"/>
              <a:gd name="T77" fmla="*/ 481 h 586"/>
              <a:gd name="T78" fmla="*/ 7 w 255"/>
              <a:gd name="T79" fmla="*/ 458 h 586"/>
              <a:gd name="T80" fmla="*/ 27 w 255"/>
              <a:gd name="T81" fmla="*/ 406 h 586"/>
              <a:gd name="T82" fmla="*/ 23 w 255"/>
              <a:gd name="T83" fmla="*/ 350 h 586"/>
              <a:gd name="T84" fmla="*/ 20 w 255"/>
              <a:gd name="T85" fmla="*/ 289 h 586"/>
              <a:gd name="T86" fmla="*/ 54 w 255"/>
              <a:gd name="T87" fmla="*/ 248 h 586"/>
              <a:gd name="T88" fmla="*/ 65 w 255"/>
              <a:gd name="T89" fmla="*/ 189 h 586"/>
              <a:gd name="T90" fmla="*/ 84 w 255"/>
              <a:gd name="T91" fmla="*/ 131 h 586"/>
              <a:gd name="T92" fmla="*/ 117 w 255"/>
              <a:gd name="T93" fmla="*/ 55 h 586"/>
              <a:gd name="T94" fmla="*/ 137 w 255"/>
              <a:gd name="T95" fmla="*/ 28 h 586"/>
              <a:gd name="T96" fmla="*/ 175 w 255"/>
              <a:gd name="T97" fmla="*/ 29 h 586"/>
              <a:gd name="T98" fmla="*/ 191 w 255"/>
              <a:gd name="T99" fmla="*/ 8 h 586"/>
              <a:gd name="T100" fmla="*/ 215 w 255"/>
              <a:gd name="T101" fmla="*/ 31 h 586"/>
              <a:gd name="T102" fmla="*/ 243 w 255"/>
              <a:gd name="T103" fmla="*/ 57 h 586"/>
              <a:gd name="T104" fmla="*/ 244 w 255"/>
              <a:gd name="T105" fmla="*/ 94 h 586"/>
              <a:gd name="T106" fmla="*/ 243 w 255"/>
              <a:gd name="T107" fmla="*/ 136 h 586"/>
              <a:gd name="T108" fmla="*/ 105 w 255"/>
              <a:gd name="T109" fmla="*/ 555 h 586"/>
              <a:gd name="T110" fmla="*/ 107 w 255"/>
              <a:gd name="T111" fmla="*/ 532 h 586"/>
              <a:gd name="T112" fmla="*/ 149 w 255"/>
              <a:gd name="T113" fmla="*/ 511 h 586"/>
              <a:gd name="T114" fmla="*/ 159 w 255"/>
              <a:gd name="T115" fmla="*/ 493 h 586"/>
              <a:gd name="T116" fmla="*/ 137 w 255"/>
              <a:gd name="T117" fmla="*/ 50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5" h="586">
                <a:moveTo>
                  <a:pt x="254" y="163"/>
                </a:moveTo>
                <a:cubicBezTo>
                  <a:pt x="255" y="164"/>
                  <a:pt x="255" y="165"/>
                  <a:pt x="255" y="167"/>
                </a:cubicBezTo>
                <a:cubicBezTo>
                  <a:pt x="254" y="166"/>
                  <a:pt x="253" y="165"/>
                  <a:pt x="252" y="166"/>
                </a:cubicBezTo>
                <a:cubicBezTo>
                  <a:pt x="251" y="166"/>
                  <a:pt x="250" y="166"/>
                  <a:pt x="250" y="166"/>
                </a:cubicBezTo>
                <a:cubicBezTo>
                  <a:pt x="250" y="167"/>
                  <a:pt x="250" y="167"/>
                  <a:pt x="250" y="168"/>
                </a:cubicBezTo>
                <a:cubicBezTo>
                  <a:pt x="250" y="166"/>
                  <a:pt x="248" y="167"/>
                  <a:pt x="248" y="166"/>
                </a:cubicBezTo>
                <a:cubicBezTo>
                  <a:pt x="247" y="166"/>
                  <a:pt x="247" y="165"/>
                  <a:pt x="247" y="165"/>
                </a:cubicBezTo>
                <a:cubicBezTo>
                  <a:pt x="246" y="164"/>
                  <a:pt x="246" y="164"/>
                  <a:pt x="245" y="164"/>
                </a:cubicBezTo>
                <a:cubicBezTo>
                  <a:pt x="244" y="165"/>
                  <a:pt x="244" y="166"/>
                  <a:pt x="243" y="166"/>
                </a:cubicBezTo>
                <a:cubicBezTo>
                  <a:pt x="243" y="165"/>
                  <a:pt x="242" y="165"/>
                  <a:pt x="241" y="165"/>
                </a:cubicBezTo>
                <a:cubicBezTo>
                  <a:pt x="241" y="164"/>
                  <a:pt x="240" y="164"/>
                  <a:pt x="240" y="164"/>
                </a:cubicBezTo>
                <a:cubicBezTo>
                  <a:pt x="240" y="165"/>
                  <a:pt x="240" y="166"/>
                  <a:pt x="240" y="167"/>
                </a:cubicBezTo>
                <a:cubicBezTo>
                  <a:pt x="239" y="166"/>
                  <a:pt x="238" y="166"/>
                  <a:pt x="238" y="165"/>
                </a:cubicBezTo>
                <a:cubicBezTo>
                  <a:pt x="238" y="165"/>
                  <a:pt x="238" y="166"/>
                  <a:pt x="237" y="166"/>
                </a:cubicBezTo>
                <a:cubicBezTo>
                  <a:pt x="237" y="165"/>
                  <a:pt x="236" y="164"/>
                  <a:pt x="236" y="164"/>
                </a:cubicBezTo>
                <a:cubicBezTo>
                  <a:pt x="235" y="165"/>
                  <a:pt x="235" y="166"/>
                  <a:pt x="235" y="166"/>
                </a:cubicBezTo>
                <a:cubicBezTo>
                  <a:pt x="235" y="168"/>
                  <a:pt x="234" y="170"/>
                  <a:pt x="233" y="170"/>
                </a:cubicBezTo>
                <a:cubicBezTo>
                  <a:pt x="233" y="169"/>
                  <a:pt x="233" y="168"/>
                  <a:pt x="233" y="167"/>
                </a:cubicBezTo>
                <a:cubicBezTo>
                  <a:pt x="232" y="166"/>
                  <a:pt x="231" y="166"/>
                  <a:pt x="230" y="166"/>
                </a:cubicBezTo>
                <a:cubicBezTo>
                  <a:pt x="228" y="164"/>
                  <a:pt x="227" y="161"/>
                  <a:pt x="225" y="160"/>
                </a:cubicBezTo>
                <a:cubicBezTo>
                  <a:pt x="225" y="162"/>
                  <a:pt x="226" y="165"/>
                  <a:pt x="225" y="167"/>
                </a:cubicBezTo>
                <a:cubicBezTo>
                  <a:pt x="224" y="167"/>
                  <a:pt x="224" y="165"/>
                  <a:pt x="224" y="165"/>
                </a:cubicBezTo>
                <a:cubicBezTo>
                  <a:pt x="223" y="165"/>
                  <a:pt x="222" y="166"/>
                  <a:pt x="222" y="166"/>
                </a:cubicBezTo>
                <a:cubicBezTo>
                  <a:pt x="222" y="166"/>
                  <a:pt x="222" y="166"/>
                  <a:pt x="221" y="166"/>
                </a:cubicBezTo>
                <a:cubicBezTo>
                  <a:pt x="221" y="165"/>
                  <a:pt x="222" y="164"/>
                  <a:pt x="221" y="164"/>
                </a:cubicBezTo>
                <a:cubicBezTo>
                  <a:pt x="220" y="162"/>
                  <a:pt x="218" y="163"/>
                  <a:pt x="218" y="165"/>
                </a:cubicBezTo>
                <a:cubicBezTo>
                  <a:pt x="218" y="166"/>
                  <a:pt x="219" y="167"/>
                  <a:pt x="218" y="168"/>
                </a:cubicBezTo>
                <a:cubicBezTo>
                  <a:pt x="218" y="168"/>
                  <a:pt x="217" y="168"/>
                  <a:pt x="216" y="168"/>
                </a:cubicBezTo>
                <a:cubicBezTo>
                  <a:pt x="218" y="169"/>
                  <a:pt x="218" y="169"/>
                  <a:pt x="218" y="170"/>
                </a:cubicBezTo>
                <a:cubicBezTo>
                  <a:pt x="218" y="171"/>
                  <a:pt x="217" y="171"/>
                  <a:pt x="217" y="171"/>
                </a:cubicBezTo>
                <a:cubicBezTo>
                  <a:pt x="218" y="172"/>
                  <a:pt x="218" y="172"/>
                  <a:pt x="218" y="172"/>
                </a:cubicBezTo>
                <a:cubicBezTo>
                  <a:pt x="219" y="174"/>
                  <a:pt x="217" y="174"/>
                  <a:pt x="216" y="174"/>
                </a:cubicBezTo>
                <a:cubicBezTo>
                  <a:pt x="216" y="174"/>
                  <a:pt x="221" y="175"/>
                  <a:pt x="220" y="177"/>
                </a:cubicBezTo>
                <a:cubicBezTo>
                  <a:pt x="217" y="177"/>
                  <a:pt x="214" y="175"/>
                  <a:pt x="213" y="173"/>
                </a:cubicBezTo>
                <a:cubicBezTo>
                  <a:pt x="211" y="172"/>
                  <a:pt x="210" y="169"/>
                  <a:pt x="207" y="169"/>
                </a:cubicBezTo>
                <a:cubicBezTo>
                  <a:pt x="208" y="170"/>
                  <a:pt x="208" y="170"/>
                  <a:pt x="209" y="171"/>
                </a:cubicBezTo>
                <a:cubicBezTo>
                  <a:pt x="210" y="172"/>
                  <a:pt x="210" y="173"/>
                  <a:pt x="210" y="174"/>
                </a:cubicBezTo>
                <a:cubicBezTo>
                  <a:pt x="212" y="176"/>
                  <a:pt x="213" y="176"/>
                  <a:pt x="215" y="178"/>
                </a:cubicBezTo>
                <a:cubicBezTo>
                  <a:pt x="214" y="178"/>
                  <a:pt x="213" y="179"/>
                  <a:pt x="212" y="179"/>
                </a:cubicBezTo>
                <a:cubicBezTo>
                  <a:pt x="212" y="179"/>
                  <a:pt x="211" y="178"/>
                  <a:pt x="210" y="178"/>
                </a:cubicBezTo>
                <a:cubicBezTo>
                  <a:pt x="210" y="180"/>
                  <a:pt x="213" y="180"/>
                  <a:pt x="213" y="182"/>
                </a:cubicBezTo>
                <a:cubicBezTo>
                  <a:pt x="212" y="183"/>
                  <a:pt x="211" y="182"/>
                  <a:pt x="211" y="184"/>
                </a:cubicBezTo>
                <a:cubicBezTo>
                  <a:pt x="208" y="185"/>
                  <a:pt x="206" y="183"/>
                  <a:pt x="204" y="184"/>
                </a:cubicBezTo>
                <a:cubicBezTo>
                  <a:pt x="203" y="185"/>
                  <a:pt x="203" y="186"/>
                  <a:pt x="202" y="186"/>
                </a:cubicBezTo>
                <a:cubicBezTo>
                  <a:pt x="201" y="187"/>
                  <a:pt x="199" y="186"/>
                  <a:pt x="199" y="186"/>
                </a:cubicBezTo>
                <a:cubicBezTo>
                  <a:pt x="196" y="188"/>
                  <a:pt x="200" y="188"/>
                  <a:pt x="201" y="190"/>
                </a:cubicBezTo>
                <a:cubicBezTo>
                  <a:pt x="202" y="191"/>
                  <a:pt x="202" y="192"/>
                  <a:pt x="203" y="192"/>
                </a:cubicBezTo>
                <a:cubicBezTo>
                  <a:pt x="203" y="193"/>
                  <a:pt x="204" y="194"/>
                  <a:pt x="204" y="195"/>
                </a:cubicBezTo>
                <a:cubicBezTo>
                  <a:pt x="205" y="196"/>
                  <a:pt x="204" y="196"/>
                  <a:pt x="204" y="196"/>
                </a:cubicBezTo>
                <a:cubicBezTo>
                  <a:pt x="204" y="197"/>
                  <a:pt x="204" y="198"/>
                  <a:pt x="204" y="199"/>
                </a:cubicBezTo>
                <a:cubicBezTo>
                  <a:pt x="204" y="201"/>
                  <a:pt x="203" y="201"/>
                  <a:pt x="201" y="201"/>
                </a:cubicBezTo>
                <a:cubicBezTo>
                  <a:pt x="201" y="202"/>
                  <a:pt x="201" y="202"/>
                  <a:pt x="202" y="203"/>
                </a:cubicBezTo>
                <a:cubicBezTo>
                  <a:pt x="200" y="203"/>
                  <a:pt x="200" y="204"/>
                  <a:pt x="200" y="205"/>
                </a:cubicBezTo>
                <a:cubicBezTo>
                  <a:pt x="198" y="206"/>
                  <a:pt x="198" y="205"/>
                  <a:pt x="197" y="207"/>
                </a:cubicBezTo>
                <a:cubicBezTo>
                  <a:pt x="196" y="208"/>
                  <a:pt x="196" y="210"/>
                  <a:pt x="195" y="211"/>
                </a:cubicBezTo>
                <a:cubicBezTo>
                  <a:pt x="194" y="211"/>
                  <a:pt x="192" y="211"/>
                  <a:pt x="193" y="212"/>
                </a:cubicBezTo>
                <a:cubicBezTo>
                  <a:pt x="194" y="213"/>
                  <a:pt x="196" y="213"/>
                  <a:pt x="197" y="213"/>
                </a:cubicBezTo>
                <a:cubicBezTo>
                  <a:pt x="197" y="213"/>
                  <a:pt x="199" y="213"/>
                  <a:pt x="199" y="214"/>
                </a:cubicBezTo>
                <a:cubicBezTo>
                  <a:pt x="199" y="214"/>
                  <a:pt x="198" y="215"/>
                  <a:pt x="198" y="215"/>
                </a:cubicBezTo>
                <a:cubicBezTo>
                  <a:pt x="198" y="216"/>
                  <a:pt x="199" y="217"/>
                  <a:pt x="199" y="218"/>
                </a:cubicBezTo>
                <a:cubicBezTo>
                  <a:pt x="197" y="218"/>
                  <a:pt x="196" y="216"/>
                  <a:pt x="196" y="215"/>
                </a:cubicBezTo>
                <a:cubicBezTo>
                  <a:pt x="193" y="217"/>
                  <a:pt x="196" y="219"/>
                  <a:pt x="197" y="220"/>
                </a:cubicBezTo>
                <a:cubicBezTo>
                  <a:pt x="198" y="221"/>
                  <a:pt x="198" y="222"/>
                  <a:pt x="199" y="223"/>
                </a:cubicBezTo>
                <a:cubicBezTo>
                  <a:pt x="200" y="222"/>
                  <a:pt x="200" y="221"/>
                  <a:pt x="201" y="222"/>
                </a:cubicBezTo>
                <a:cubicBezTo>
                  <a:pt x="202" y="222"/>
                  <a:pt x="203" y="224"/>
                  <a:pt x="202" y="225"/>
                </a:cubicBezTo>
                <a:cubicBezTo>
                  <a:pt x="202" y="225"/>
                  <a:pt x="201" y="225"/>
                  <a:pt x="201" y="225"/>
                </a:cubicBezTo>
                <a:cubicBezTo>
                  <a:pt x="200" y="226"/>
                  <a:pt x="201" y="226"/>
                  <a:pt x="201" y="226"/>
                </a:cubicBezTo>
                <a:cubicBezTo>
                  <a:pt x="202" y="226"/>
                  <a:pt x="202" y="225"/>
                  <a:pt x="203" y="227"/>
                </a:cubicBezTo>
                <a:cubicBezTo>
                  <a:pt x="203" y="227"/>
                  <a:pt x="202" y="228"/>
                  <a:pt x="203" y="228"/>
                </a:cubicBezTo>
                <a:cubicBezTo>
                  <a:pt x="203" y="228"/>
                  <a:pt x="203" y="228"/>
                  <a:pt x="204" y="227"/>
                </a:cubicBezTo>
                <a:cubicBezTo>
                  <a:pt x="206" y="227"/>
                  <a:pt x="202" y="231"/>
                  <a:pt x="202" y="231"/>
                </a:cubicBezTo>
                <a:cubicBezTo>
                  <a:pt x="201" y="233"/>
                  <a:pt x="200" y="236"/>
                  <a:pt x="199" y="233"/>
                </a:cubicBezTo>
                <a:cubicBezTo>
                  <a:pt x="198" y="233"/>
                  <a:pt x="199" y="234"/>
                  <a:pt x="198" y="234"/>
                </a:cubicBezTo>
                <a:cubicBezTo>
                  <a:pt x="198" y="235"/>
                  <a:pt x="197" y="235"/>
                  <a:pt x="197" y="236"/>
                </a:cubicBezTo>
                <a:cubicBezTo>
                  <a:pt x="196" y="237"/>
                  <a:pt x="196" y="238"/>
                  <a:pt x="195" y="238"/>
                </a:cubicBezTo>
                <a:cubicBezTo>
                  <a:pt x="194" y="239"/>
                  <a:pt x="194" y="240"/>
                  <a:pt x="193" y="241"/>
                </a:cubicBezTo>
                <a:cubicBezTo>
                  <a:pt x="192" y="243"/>
                  <a:pt x="191" y="243"/>
                  <a:pt x="191" y="245"/>
                </a:cubicBezTo>
                <a:cubicBezTo>
                  <a:pt x="190" y="248"/>
                  <a:pt x="189" y="251"/>
                  <a:pt x="188" y="253"/>
                </a:cubicBezTo>
                <a:cubicBezTo>
                  <a:pt x="187" y="254"/>
                  <a:pt x="187" y="255"/>
                  <a:pt x="187" y="256"/>
                </a:cubicBezTo>
                <a:cubicBezTo>
                  <a:pt x="187" y="257"/>
                  <a:pt x="187" y="257"/>
                  <a:pt x="187" y="258"/>
                </a:cubicBezTo>
                <a:cubicBezTo>
                  <a:pt x="186" y="258"/>
                  <a:pt x="186" y="257"/>
                  <a:pt x="186" y="257"/>
                </a:cubicBezTo>
                <a:cubicBezTo>
                  <a:pt x="184" y="257"/>
                  <a:pt x="184" y="258"/>
                  <a:pt x="184" y="258"/>
                </a:cubicBezTo>
                <a:cubicBezTo>
                  <a:pt x="183" y="258"/>
                  <a:pt x="182" y="258"/>
                  <a:pt x="181" y="259"/>
                </a:cubicBezTo>
                <a:cubicBezTo>
                  <a:pt x="181" y="260"/>
                  <a:pt x="182" y="264"/>
                  <a:pt x="180" y="262"/>
                </a:cubicBezTo>
                <a:cubicBezTo>
                  <a:pt x="179" y="262"/>
                  <a:pt x="180" y="260"/>
                  <a:pt x="179" y="260"/>
                </a:cubicBezTo>
                <a:cubicBezTo>
                  <a:pt x="178" y="261"/>
                  <a:pt x="178" y="262"/>
                  <a:pt x="178" y="263"/>
                </a:cubicBezTo>
                <a:cubicBezTo>
                  <a:pt x="177" y="265"/>
                  <a:pt x="177" y="264"/>
                  <a:pt x="175" y="264"/>
                </a:cubicBezTo>
                <a:cubicBezTo>
                  <a:pt x="174" y="263"/>
                  <a:pt x="172" y="264"/>
                  <a:pt x="173" y="266"/>
                </a:cubicBezTo>
                <a:cubicBezTo>
                  <a:pt x="172" y="264"/>
                  <a:pt x="170" y="267"/>
                  <a:pt x="169" y="269"/>
                </a:cubicBezTo>
                <a:cubicBezTo>
                  <a:pt x="168" y="271"/>
                  <a:pt x="167" y="276"/>
                  <a:pt x="165" y="271"/>
                </a:cubicBezTo>
                <a:cubicBezTo>
                  <a:pt x="165" y="270"/>
                  <a:pt x="164" y="267"/>
                  <a:pt x="162" y="267"/>
                </a:cubicBezTo>
                <a:cubicBezTo>
                  <a:pt x="161" y="268"/>
                  <a:pt x="164" y="273"/>
                  <a:pt x="164" y="274"/>
                </a:cubicBezTo>
                <a:cubicBezTo>
                  <a:pt x="162" y="275"/>
                  <a:pt x="161" y="272"/>
                  <a:pt x="160" y="273"/>
                </a:cubicBezTo>
                <a:cubicBezTo>
                  <a:pt x="160" y="273"/>
                  <a:pt x="159" y="272"/>
                  <a:pt x="159" y="272"/>
                </a:cubicBezTo>
                <a:cubicBezTo>
                  <a:pt x="157" y="273"/>
                  <a:pt x="160" y="276"/>
                  <a:pt x="159" y="278"/>
                </a:cubicBezTo>
                <a:cubicBezTo>
                  <a:pt x="158" y="278"/>
                  <a:pt x="158" y="278"/>
                  <a:pt x="157" y="278"/>
                </a:cubicBezTo>
                <a:cubicBezTo>
                  <a:pt x="156" y="279"/>
                  <a:pt x="156" y="281"/>
                  <a:pt x="156" y="282"/>
                </a:cubicBezTo>
                <a:cubicBezTo>
                  <a:pt x="154" y="282"/>
                  <a:pt x="155" y="285"/>
                  <a:pt x="154" y="284"/>
                </a:cubicBezTo>
                <a:cubicBezTo>
                  <a:pt x="152" y="284"/>
                  <a:pt x="153" y="281"/>
                  <a:pt x="151" y="281"/>
                </a:cubicBezTo>
                <a:cubicBezTo>
                  <a:pt x="149" y="281"/>
                  <a:pt x="148" y="282"/>
                  <a:pt x="149" y="283"/>
                </a:cubicBezTo>
                <a:cubicBezTo>
                  <a:pt x="150" y="283"/>
                  <a:pt x="153" y="283"/>
                  <a:pt x="151" y="284"/>
                </a:cubicBezTo>
                <a:cubicBezTo>
                  <a:pt x="150" y="285"/>
                  <a:pt x="148" y="284"/>
                  <a:pt x="147" y="284"/>
                </a:cubicBezTo>
                <a:cubicBezTo>
                  <a:pt x="146" y="284"/>
                  <a:pt x="146" y="286"/>
                  <a:pt x="146" y="287"/>
                </a:cubicBezTo>
                <a:cubicBezTo>
                  <a:pt x="146" y="287"/>
                  <a:pt x="145" y="288"/>
                  <a:pt x="145" y="289"/>
                </a:cubicBezTo>
                <a:cubicBezTo>
                  <a:pt x="144" y="290"/>
                  <a:pt x="144" y="290"/>
                  <a:pt x="143" y="291"/>
                </a:cubicBezTo>
                <a:cubicBezTo>
                  <a:pt x="142" y="291"/>
                  <a:pt x="141" y="291"/>
                  <a:pt x="140" y="292"/>
                </a:cubicBezTo>
                <a:cubicBezTo>
                  <a:pt x="141" y="292"/>
                  <a:pt x="143" y="293"/>
                  <a:pt x="145" y="293"/>
                </a:cubicBezTo>
                <a:cubicBezTo>
                  <a:pt x="144" y="295"/>
                  <a:pt x="140" y="293"/>
                  <a:pt x="142" y="296"/>
                </a:cubicBezTo>
                <a:cubicBezTo>
                  <a:pt x="143" y="297"/>
                  <a:pt x="145" y="297"/>
                  <a:pt x="144" y="299"/>
                </a:cubicBezTo>
                <a:cubicBezTo>
                  <a:pt x="143" y="299"/>
                  <a:pt x="141" y="300"/>
                  <a:pt x="141" y="300"/>
                </a:cubicBezTo>
                <a:cubicBezTo>
                  <a:pt x="140" y="300"/>
                  <a:pt x="140" y="298"/>
                  <a:pt x="139" y="298"/>
                </a:cubicBezTo>
                <a:cubicBezTo>
                  <a:pt x="138" y="298"/>
                  <a:pt x="138" y="300"/>
                  <a:pt x="138" y="301"/>
                </a:cubicBezTo>
                <a:cubicBezTo>
                  <a:pt x="137" y="303"/>
                  <a:pt x="136" y="300"/>
                  <a:pt x="135" y="299"/>
                </a:cubicBezTo>
                <a:cubicBezTo>
                  <a:pt x="132" y="301"/>
                  <a:pt x="131" y="294"/>
                  <a:pt x="129" y="293"/>
                </a:cubicBezTo>
                <a:cubicBezTo>
                  <a:pt x="128" y="295"/>
                  <a:pt x="130" y="298"/>
                  <a:pt x="132" y="300"/>
                </a:cubicBezTo>
                <a:cubicBezTo>
                  <a:pt x="133" y="301"/>
                  <a:pt x="135" y="304"/>
                  <a:pt x="134" y="306"/>
                </a:cubicBezTo>
                <a:cubicBezTo>
                  <a:pt x="134" y="306"/>
                  <a:pt x="133" y="306"/>
                  <a:pt x="133" y="307"/>
                </a:cubicBezTo>
                <a:cubicBezTo>
                  <a:pt x="132" y="308"/>
                  <a:pt x="133" y="308"/>
                  <a:pt x="133" y="309"/>
                </a:cubicBezTo>
                <a:cubicBezTo>
                  <a:pt x="134" y="310"/>
                  <a:pt x="134" y="310"/>
                  <a:pt x="133" y="311"/>
                </a:cubicBezTo>
                <a:cubicBezTo>
                  <a:pt x="132" y="312"/>
                  <a:pt x="132" y="313"/>
                  <a:pt x="131" y="314"/>
                </a:cubicBezTo>
                <a:cubicBezTo>
                  <a:pt x="130" y="314"/>
                  <a:pt x="130" y="314"/>
                  <a:pt x="129" y="314"/>
                </a:cubicBezTo>
                <a:cubicBezTo>
                  <a:pt x="128" y="314"/>
                  <a:pt x="128" y="314"/>
                  <a:pt x="128" y="315"/>
                </a:cubicBezTo>
                <a:cubicBezTo>
                  <a:pt x="127" y="315"/>
                  <a:pt x="128" y="316"/>
                  <a:pt x="127" y="316"/>
                </a:cubicBezTo>
                <a:cubicBezTo>
                  <a:pt x="127" y="316"/>
                  <a:pt x="126" y="316"/>
                  <a:pt x="126" y="315"/>
                </a:cubicBezTo>
                <a:cubicBezTo>
                  <a:pt x="125" y="315"/>
                  <a:pt x="124" y="313"/>
                  <a:pt x="123" y="313"/>
                </a:cubicBezTo>
                <a:cubicBezTo>
                  <a:pt x="120" y="313"/>
                  <a:pt x="121" y="314"/>
                  <a:pt x="121" y="316"/>
                </a:cubicBezTo>
                <a:cubicBezTo>
                  <a:pt x="122" y="317"/>
                  <a:pt x="121" y="319"/>
                  <a:pt x="122" y="321"/>
                </a:cubicBezTo>
                <a:cubicBezTo>
                  <a:pt x="122" y="321"/>
                  <a:pt x="123" y="321"/>
                  <a:pt x="123" y="321"/>
                </a:cubicBezTo>
                <a:cubicBezTo>
                  <a:pt x="123" y="322"/>
                  <a:pt x="123" y="323"/>
                  <a:pt x="123" y="323"/>
                </a:cubicBezTo>
                <a:cubicBezTo>
                  <a:pt x="124" y="324"/>
                  <a:pt x="126" y="324"/>
                  <a:pt x="126" y="325"/>
                </a:cubicBezTo>
                <a:cubicBezTo>
                  <a:pt x="126" y="326"/>
                  <a:pt x="125" y="326"/>
                  <a:pt x="125" y="327"/>
                </a:cubicBezTo>
                <a:cubicBezTo>
                  <a:pt x="124" y="328"/>
                  <a:pt x="124" y="328"/>
                  <a:pt x="124" y="329"/>
                </a:cubicBezTo>
                <a:cubicBezTo>
                  <a:pt x="124" y="331"/>
                  <a:pt x="124" y="333"/>
                  <a:pt x="123" y="335"/>
                </a:cubicBezTo>
                <a:cubicBezTo>
                  <a:pt x="122" y="336"/>
                  <a:pt x="121" y="337"/>
                  <a:pt x="121" y="337"/>
                </a:cubicBezTo>
                <a:cubicBezTo>
                  <a:pt x="121" y="339"/>
                  <a:pt x="121" y="338"/>
                  <a:pt x="121" y="340"/>
                </a:cubicBezTo>
                <a:cubicBezTo>
                  <a:pt x="121" y="340"/>
                  <a:pt x="121" y="341"/>
                  <a:pt x="121" y="342"/>
                </a:cubicBezTo>
                <a:cubicBezTo>
                  <a:pt x="121" y="342"/>
                  <a:pt x="122" y="342"/>
                  <a:pt x="122" y="343"/>
                </a:cubicBezTo>
                <a:cubicBezTo>
                  <a:pt x="122" y="343"/>
                  <a:pt x="122" y="344"/>
                  <a:pt x="122" y="344"/>
                </a:cubicBezTo>
                <a:cubicBezTo>
                  <a:pt x="122" y="346"/>
                  <a:pt x="123" y="345"/>
                  <a:pt x="124" y="347"/>
                </a:cubicBezTo>
                <a:cubicBezTo>
                  <a:pt x="125" y="348"/>
                  <a:pt x="124" y="350"/>
                  <a:pt x="123" y="349"/>
                </a:cubicBezTo>
                <a:cubicBezTo>
                  <a:pt x="122" y="349"/>
                  <a:pt x="121" y="347"/>
                  <a:pt x="120" y="346"/>
                </a:cubicBezTo>
                <a:cubicBezTo>
                  <a:pt x="118" y="346"/>
                  <a:pt x="120" y="348"/>
                  <a:pt x="119" y="349"/>
                </a:cubicBezTo>
                <a:cubicBezTo>
                  <a:pt x="117" y="349"/>
                  <a:pt x="119" y="353"/>
                  <a:pt x="117" y="351"/>
                </a:cubicBezTo>
                <a:cubicBezTo>
                  <a:pt x="115" y="353"/>
                  <a:pt x="117" y="354"/>
                  <a:pt x="118" y="356"/>
                </a:cubicBezTo>
                <a:cubicBezTo>
                  <a:pt x="119" y="358"/>
                  <a:pt x="116" y="359"/>
                  <a:pt x="118" y="361"/>
                </a:cubicBezTo>
                <a:cubicBezTo>
                  <a:pt x="120" y="363"/>
                  <a:pt x="118" y="363"/>
                  <a:pt x="118" y="366"/>
                </a:cubicBezTo>
                <a:cubicBezTo>
                  <a:pt x="118" y="366"/>
                  <a:pt x="118" y="367"/>
                  <a:pt x="118" y="368"/>
                </a:cubicBezTo>
                <a:cubicBezTo>
                  <a:pt x="118" y="369"/>
                  <a:pt x="117" y="370"/>
                  <a:pt x="118" y="371"/>
                </a:cubicBezTo>
                <a:cubicBezTo>
                  <a:pt x="118" y="373"/>
                  <a:pt x="118" y="374"/>
                  <a:pt x="118" y="376"/>
                </a:cubicBezTo>
                <a:cubicBezTo>
                  <a:pt x="118" y="378"/>
                  <a:pt x="119" y="379"/>
                  <a:pt x="120" y="381"/>
                </a:cubicBezTo>
                <a:cubicBezTo>
                  <a:pt x="120" y="382"/>
                  <a:pt x="121" y="386"/>
                  <a:pt x="120" y="386"/>
                </a:cubicBezTo>
                <a:cubicBezTo>
                  <a:pt x="120" y="387"/>
                  <a:pt x="118" y="387"/>
                  <a:pt x="118" y="389"/>
                </a:cubicBezTo>
                <a:cubicBezTo>
                  <a:pt x="118" y="390"/>
                  <a:pt x="121" y="391"/>
                  <a:pt x="122" y="391"/>
                </a:cubicBezTo>
                <a:cubicBezTo>
                  <a:pt x="123" y="391"/>
                  <a:pt x="124" y="389"/>
                  <a:pt x="126" y="391"/>
                </a:cubicBezTo>
                <a:cubicBezTo>
                  <a:pt x="128" y="392"/>
                  <a:pt x="127" y="393"/>
                  <a:pt x="127" y="394"/>
                </a:cubicBezTo>
                <a:cubicBezTo>
                  <a:pt x="127" y="396"/>
                  <a:pt x="128" y="397"/>
                  <a:pt x="129" y="396"/>
                </a:cubicBezTo>
                <a:cubicBezTo>
                  <a:pt x="130" y="395"/>
                  <a:pt x="129" y="393"/>
                  <a:pt x="130" y="393"/>
                </a:cubicBezTo>
                <a:cubicBezTo>
                  <a:pt x="132" y="391"/>
                  <a:pt x="133" y="392"/>
                  <a:pt x="134" y="393"/>
                </a:cubicBezTo>
                <a:cubicBezTo>
                  <a:pt x="134" y="394"/>
                  <a:pt x="133" y="395"/>
                  <a:pt x="134" y="396"/>
                </a:cubicBezTo>
                <a:cubicBezTo>
                  <a:pt x="134" y="396"/>
                  <a:pt x="135" y="397"/>
                  <a:pt x="136" y="397"/>
                </a:cubicBezTo>
                <a:cubicBezTo>
                  <a:pt x="137" y="398"/>
                  <a:pt x="137" y="399"/>
                  <a:pt x="138" y="400"/>
                </a:cubicBezTo>
                <a:cubicBezTo>
                  <a:pt x="138" y="400"/>
                  <a:pt x="138" y="400"/>
                  <a:pt x="138" y="401"/>
                </a:cubicBezTo>
                <a:cubicBezTo>
                  <a:pt x="138" y="401"/>
                  <a:pt x="138" y="402"/>
                  <a:pt x="138" y="402"/>
                </a:cubicBezTo>
                <a:cubicBezTo>
                  <a:pt x="141" y="403"/>
                  <a:pt x="141" y="400"/>
                  <a:pt x="141" y="399"/>
                </a:cubicBezTo>
                <a:cubicBezTo>
                  <a:pt x="141" y="397"/>
                  <a:pt x="141" y="394"/>
                  <a:pt x="142" y="396"/>
                </a:cubicBezTo>
                <a:cubicBezTo>
                  <a:pt x="143" y="398"/>
                  <a:pt x="143" y="400"/>
                  <a:pt x="144" y="401"/>
                </a:cubicBezTo>
                <a:cubicBezTo>
                  <a:pt x="144" y="402"/>
                  <a:pt x="145" y="402"/>
                  <a:pt x="145" y="403"/>
                </a:cubicBezTo>
                <a:cubicBezTo>
                  <a:pt x="145" y="404"/>
                  <a:pt x="144" y="403"/>
                  <a:pt x="143" y="403"/>
                </a:cubicBezTo>
                <a:cubicBezTo>
                  <a:pt x="142" y="405"/>
                  <a:pt x="146" y="405"/>
                  <a:pt x="145" y="406"/>
                </a:cubicBezTo>
                <a:cubicBezTo>
                  <a:pt x="145" y="407"/>
                  <a:pt x="142" y="405"/>
                  <a:pt x="143" y="408"/>
                </a:cubicBezTo>
                <a:cubicBezTo>
                  <a:pt x="143" y="408"/>
                  <a:pt x="144" y="408"/>
                  <a:pt x="145" y="409"/>
                </a:cubicBezTo>
                <a:cubicBezTo>
                  <a:pt x="145" y="410"/>
                  <a:pt x="145" y="411"/>
                  <a:pt x="145" y="412"/>
                </a:cubicBezTo>
                <a:cubicBezTo>
                  <a:pt x="146" y="413"/>
                  <a:pt x="146" y="411"/>
                  <a:pt x="147" y="410"/>
                </a:cubicBezTo>
                <a:cubicBezTo>
                  <a:pt x="150" y="410"/>
                  <a:pt x="150" y="417"/>
                  <a:pt x="153" y="419"/>
                </a:cubicBezTo>
                <a:cubicBezTo>
                  <a:pt x="154" y="420"/>
                  <a:pt x="156" y="421"/>
                  <a:pt x="154" y="422"/>
                </a:cubicBezTo>
                <a:cubicBezTo>
                  <a:pt x="152" y="423"/>
                  <a:pt x="150" y="422"/>
                  <a:pt x="150" y="424"/>
                </a:cubicBezTo>
                <a:cubicBezTo>
                  <a:pt x="150" y="426"/>
                  <a:pt x="154" y="423"/>
                  <a:pt x="155" y="424"/>
                </a:cubicBezTo>
                <a:cubicBezTo>
                  <a:pt x="156" y="426"/>
                  <a:pt x="152" y="426"/>
                  <a:pt x="151" y="426"/>
                </a:cubicBezTo>
                <a:cubicBezTo>
                  <a:pt x="149" y="427"/>
                  <a:pt x="148" y="429"/>
                  <a:pt x="147" y="430"/>
                </a:cubicBezTo>
                <a:cubicBezTo>
                  <a:pt x="145" y="431"/>
                  <a:pt x="144" y="435"/>
                  <a:pt x="142" y="435"/>
                </a:cubicBezTo>
                <a:cubicBezTo>
                  <a:pt x="140" y="436"/>
                  <a:pt x="140" y="437"/>
                  <a:pt x="139" y="438"/>
                </a:cubicBezTo>
                <a:cubicBezTo>
                  <a:pt x="138" y="440"/>
                  <a:pt x="136" y="440"/>
                  <a:pt x="134" y="440"/>
                </a:cubicBezTo>
                <a:cubicBezTo>
                  <a:pt x="130" y="441"/>
                  <a:pt x="130" y="436"/>
                  <a:pt x="127" y="435"/>
                </a:cubicBezTo>
                <a:cubicBezTo>
                  <a:pt x="126" y="434"/>
                  <a:pt x="126" y="434"/>
                  <a:pt x="125" y="434"/>
                </a:cubicBezTo>
                <a:cubicBezTo>
                  <a:pt x="125" y="434"/>
                  <a:pt x="124" y="433"/>
                  <a:pt x="124" y="433"/>
                </a:cubicBezTo>
                <a:cubicBezTo>
                  <a:pt x="122" y="432"/>
                  <a:pt x="122" y="434"/>
                  <a:pt x="120" y="435"/>
                </a:cubicBezTo>
                <a:cubicBezTo>
                  <a:pt x="119" y="435"/>
                  <a:pt x="117" y="434"/>
                  <a:pt x="116" y="433"/>
                </a:cubicBezTo>
                <a:cubicBezTo>
                  <a:pt x="114" y="432"/>
                  <a:pt x="115" y="431"/>
                  <a:pt x="113" y="432"/>
                </a:cubicBezTo>
                <a:cubicBezTo>
                  <a:pt x="111" y="429"/>
                  <a:pt x="110" y="433"/>
                  <a:pt x="108" y="432"/>
                </a:cubicBezTo>
                <a:cubicBezTo>
                  <a:pt x="106" y="432"/>
                  <a:pt x="104" y="429"/>
                  <a:pt x="104" y="432"/>
                </a:cubicBezTo>
                <a:cubicBezTo>
                  <a:pt x="104" y="433"/>
                  <a:pt x="104" y="433"/>
                  <a:pt x="103" y="434"/>
                </a:cubicBezTo>
                <a:cubicBezTo>
                  <a:pt x="103" y="434"/>
                  <a:pt x="101" y="434"/>
                  <a:pt x="100" y="434"/>
                </a:cubicBezTo>
                <a:cubicBezTo>
                  <a:pt x="99" y="435"/>
                  <a:pt x="96" y="433"/>
                  <a:pt x="95" y="434"/>
                </a:cubicBezTo>
                <a:cubicBezTo>
                  <a:pt x="93" y="435"/>
                  <a:pt x="99" y="436"/>
                  <a:pt x="100" y="437"/>
                </a:cubicBezTo>
                <a:cubicBezTo>
                  <a:pt x="102" y="437"/>
                  <a:pt x="105" y="435"/>
                  <a:pt x="108" y="437"/>
                </a:cubicBezTo>
                <a:cubicBezTo>
                  <a:pt x="108" y="437"/>
                  <a:pt x="111" y="441"/>
                  <a:pt x="112" y="439"/>
                </a:cubicBezTo>
                <a:cubicBezTo>
                  <a:pt x="112" y="437"/>
                  <a:pt x="109" y="437"/>
                  <a:pt x="109" y="435"/>
                </a:cubicBezTo>
                <a:cubicBezTo>
                  <a:pt x="112" y="434"/>
                  <a:pt x="114" y="438"/>
                  <a:pt x="116" y="440"/>
                </a:cubicBezTo>
                <a:cubicBezTo>
                  <a:pt x="117" y="440"/>
                  <a:pt x="118" y="440"/>
                  <a:pt x="119" y="441"/>
                </a:cubicBezTo>
                <a:cubicBezTo>
                  <a:pt x="120" y="442"/>
                  <a:pt x="120" y="443"/>
                  <a:pt x="121" y="444"/>
                </a:cubicBezTo>
                <a:cubicBezTo>
                  <a:pt x="122" y="443"/>
                  <a:pt x="121" y="442"/>
                  <a:pt x="123" y="442"/>
                </a:cubicBezTo>
                <a:cubicBezTo>
                  <a:pt x="124" y="442"/>
                  <a:pt x="124" y="444"/>
                  <a:pt x="126" y="444"/>
                </a:cubicBezTo>
                <a:cubicBezTo>
                  <a:pt x="127" y="444"/>
                  <a:pt x="127" y="443"/>
                  <a:pt x="128" y="443"/>
                </a:cubicBezTo>
                <a:cubicBezTo>
                  <a:pt x="130" y="444"/>
                  <a:pt x="130" y="444"/>
                  <a:pt x="131" y="443"/>
                </a:cubicBezTo>
                <a:cubicBezTo>
                  <a:pt x="132" y="442"/>
                  <a:pt x="132" y="442"/>
                  <a:pt x="133" y="441"/>
                </a:cubicBezTo>
                <a:cubicBezTo>
                  <a:pt x="134" y="441"/>
                  <a:pt x="135" y="441"/>
                  <a:pt x="136" y="441"/>
                </a:cubicBezTo>
                <a:cubicBezTo>
                  <a:pt x="137" y="442"/>
                  <a:pt x="137" y="442"/>
                  <a:pt x="137" y="442"/>
                </a:cubicBezTo>
                <a:cubicBezTo>
                  <a:pt x="138" y="442"/>
                  <a:pt x="138" y="441"/>
                  <a:pt x="139" y="441"/>
                </a:cubicBezTo>
                <a:cubicBezTo>
                  <a:pt x="139" y="442"/>
                  <a:pt x="139" y="443"/>
                  <a:pt x="139" y="444"/>
                </a:cubicBezTo>
                <a:cubicBezTo>
                  <a:pt x="140" y="445"/>
                  <a:pt x="141" y="445"/>
                  <a:pt x="141" y="447"/>
                </a:cubicBezTo>
                <a:cubicBezTo>
                  <a:pt x="142" y="448"/>
                  <a:pt x="141" y="449"/>
                  <a:pt x="140" y="450"/>
                </a:cubicBezTo>
                <a:cubicBezTo>
                  <a:pt x="139" y="451"/>
                  <a:pt x="137" y="451"/>
                  <a:pt x="136" y="452"/>
                </a:cubicBezTo>
                <a:cubicBezTo>
                  <a:pt x="135" y="453"/>
                  <a:pt x="134" y="454"/>
                  <a:pt x="133" y="455"/>
                </a:cubicBezTo>
                <a:cubicBezTo>
                  <a:pt x="133" y="455"/>
                  <a:pt x="133" y="457"/>
                  <a:pt x="131" y="457"/>
                </a:cubicBezTo>
                <a:cubicBezTo>
                  <a:pt x="130" y="457"/>
                  <a:pt x="130" y="456"/>
                  <a:pt x="130" y="455"/>
                </a:cubicBezTo>
                <a:cubicBezTo>
                  <a:pt x="129" y="453"/>
                  <a:pt x="130" y="450"/>
                  <a:pt x="128" y="449"/>
                </a:cubicBezTo>
                <a:cubicBezTo>
                  <a:pt x="126" y="450"/>
                  <a:pt x="126" y="453"/>
                  <a:pt x="126" y="455"/>
                </a:cubicBezTo>
                <a:cubicBezTo>
                  <a:pt x="126" y="456"/>
                  <a:pt x="127" y="456"/>
                  <a:pt x="127" y="457"/>
                </a:cubicBezTo>
                <a:cubicBezTo>
                  <a:pt x="126" y="459"/>
                  <a:pt x="126" y="458"/>
                  <a:pt x="125" y="459"/>
                </a:cubicBezTo>
                <a:cubicBezTo>
                  <a:pt x="123" y="461"/>
                  <a:pt x="120" y="466"/>
                  <a:pt x="116" y="463"/>
                </a:cubicBezTo>
                <a:cubicBezTo>
                  <a:pt x="115" y="464"/>
                  <a:pt x="116" y="465"/>
                  <a:pt x="116" y="466"/>
                </a:cubicBezTo>
                <a:cubicBezTo>
                  <a:pt x="115" y="467"/>
                  <a:pt x="115" y="467"/>
                  <a:pt x="114" y="467"/>
                </a:cubicBezTo>
                <a:cubicBezTo>
                  <a:pt x="112" y="469"/>
                  <a:pt x="112" y="468"/>
                  <a:pt x="109" y="468"/>
                </a:cubicBezTo>
                <a:cubicBezTo>
                  <a:pt x="107" y="467"/>
                  <a:pt x="104" y="467"/>
                  <a:pt x="102" y="467"/>
                </a:cubicBezTo>
                <a:cubicBezTo>
                  <a:pt x="100" y="467"/>
                  <a:pt x="98" y="467"/>
                  <a:pt x="100" y="468"/>
                </a:cubicBezTo>
                <a:cubicBezTo>
                  <a:pt x="102" y="469"/>
                  <a:pt x="105" y="468"/>
                  <a:pt x="107" y="469"/>
                </a:cubicBezTo>
                <a:cubicBezTo>
                  <a:pt x="108" y="469"/>
                  <a:pt x="111" y="471"/>
                  <a:pt x="112" y="472"/>
                </a:cubicBezTo>
                <a:cubicBezTo>
                  <a:pt x="115" y="477"/>
                  <a:pt x="105" y="473"/>
                  <a:pt x="104" y="474"/>
                </a:cubicBezTo>
                <a:cubicBezTo>
                  <a:pt x="104" y="474"/>
                  <a:pt x="109" y="477"/>
                  <a:pt x="109" y="478"/>
                </a:cubicBezTo>
                <a:cubicBezTo>
                  <a:pt x="110" y="477"/>
                  <a:pt x="112" y="477"/>
                  <a:pt x="112" y="479"/>
                </a:cubicBezTo>
                <a:cubicBezTo>
                  <a:pt x="112" y="481"/>
                  <a:pt x="111" y="480"/>
                  <a:pt x="109" y="480"/>
                </a:cubicBezTo>
                <a:cubicBezTo>
                  <a:pt x="109" y="481"/>
                  <a:pt x="111" y="482"/>
                  <a:pt x="111" y="483"/>
                </a:cubicBezTo>
                <a:cubicBezTo>
                  <a:pt x="111" y="484"/>
                  <a:pt x="111" y="485"/>
                  <a:pt x="111" y="486"/>
                </a:cubicBezTo>
                <a:cubicBezTo>
                  <a:pt x="109" y="486"/>
                  <a:pt x="108" y="483"/>
                  <a:pt x="107" y="484"/>
                </a:cubicBezTo>
                <a:cubicBezTo>
                  <a:pt x="107" y="485"/>
                  <a:pt x="109" y="488"/>
                  <a:pt x="109" y="489"/>
                </a:cubicBezTo>
                <a:cubicBezTo>
                  <a:pt x="109" y="491"/>
                  <a:pt x="108" y="491"/>
                  <a:pt x="108" y="492"/>
                </a:cubicBezTo>
                <a:cubicBezTo>
                  <a:pt x="109" y="493"/>
                  <a:pt x="110" y="494"/>
                  <a:pt x="109" y="495"/>
                </a:cubicBezTo>
                <a:cubicBezTo>
                  <a:pt x="107" y="497"/>
                  <a:pt x="106" y="493"/>
                  <a:pt x="105" y="492"/>
                </a:cubicBezTo>
                <a:cubicBezTo>
                  <a:pt x="105" y="493"/>
                  <a:pt x="105" y="494"/>
                  <a:pt x="105" y="495"/>
                </a:cubicBezTo>
                <a:cubicBezTo>
                  <a:pt x="105" y="495"/>
                  <a:pt x="104" y="495"/>
                  <a:pt x="104" y="495"/>
                </a:cubicBezTo>
                <a:cubicBezTo>
                  <a:pt x="103" y="497"/>
                  <a:pt x="106" y="498"/>
                  <a:pt x="107" y="499"/>
                </a:cubicBezTo>
                <a:cubicBezTo>
                  <a:pt x="107" y="499"/>
                  <a:pt x="108" y="502"/>
                  <a:pt x="108" y="502"/>
                </a:cubicBezTo>
                <a:cubicBezTo>
                  <a:pt x="108" y="503"/>
                  <a:pt x="107" y="502"/>
                  <a:pt x="107" y="503"/>
                </a:cubicBezTo>
                <a:cubicBezTo>
                  <a:pt x="107" y="504"/>
                  <a:pt x="107" y="504"/>
                  <a:pt x="106" y="505"/>
                </a:cubicBezTo>
                <a:cubicBezTo>
                  <a:pt x="106" y="506"/>
                  <a:pt x="105" y="505"/>
                  <a:pt x="104" y="506"/>
                </a:cubicBezTo>
                <a:cubicBezTo>
                  <a:pt x="104" y="508"/>
                  <a:pt x="106" y="507"/>
                  <a:pt x="107" y="508"/>
                </a:cubicBezTo>
                <a:cubicBezTo>
                  <a:pt x="108" y="509"/>
                  <a:pt x="108" y="510"/>
                  <a:pt x="108" y="512"/>
                </a:cubicBezTo>
                <a:cubicBezTo>
                  <a:pt x="108" y="513"/>
                  <a:pt x="107" y="513"/>
                  <a:pt x="107" y="514"/>
                </a:cubicBezTo>
                <a:cubicBezTo>
                  <a:pt x="106" y="515"/>
                  <a:pt x="106" y="516"/>
                  <a:pt x="106" y="516"/>
                </a:cubicBezTo>
                <a:cubicBezTo>
                  <a:pt x="105" y="518"/>
                  <a:pt x="103" y="520"/>
                  <a:pt x="104" y="522"/>
                </a:cubicBezTo>
                <a:cubicBezTo>
                  <a:pt x="104" y="523"/>
                  <a:pt x="108" y="527"/>
                  <a:pt x="105" y="527"/>
                </a:cubicBezTo>
                <a:cubicBezTo>
                  <a:pt x="104" y="528"/>
                  <a:pt x="104" y="530"/>
                  <a:pt x="103" y="532"/>
                </a:cubicBezTo>
                <a:cubicBezTo>
                  <a:pt x="103" y="533"/>
                  <a:pt x="103" y="534"/>
                  <a:pt x="103" y="535"/>
                </a:cubicBezTo>
                <a:cubicBezTo>
                  <a:pt x="103" y="535"/>
                  <a:pt x="103" y="535"/>
                  <a:pt x="103" y="536"/>
                </a:cubicBezTo>
                <a:cubicBezTo>
                  <a:pt x="103" y="536"/>
                  <a:pt x="103" y="536"/>
                  <a:pt x="103" y="536"/>
                </a:cubicBezTo>
                <a:cubicBezTo>
                  <a:pt x="102" y="536"/>
                  <a:pt x="102" y="537"/>
                  <a:pt x="102" y="537"/>
                </a:cubicBezTo>
                <a:cubicBezTo>
                  <a:pt x="102" y="538"/>
                  <a:pt x="103" y="539"/>
                  <a:pt x="102" y="540"/>
                </a:cubicBezTo>
                <a:cubicBezTo>
                  <a:pt x="101" y="541"/>
                  <a:pt x="100" y="540"/>
                  <a:pt x="99" y="542"/>
                </a:cubicBezTo>
                <a:cubicBezTo>
                  <a:pt x="99" y="543"/>
                  <a:pt x="99" y="544"/>
                  <a:pt x="98" y="545"/>
                </a:cubicBezTo>
                <a:cubicBezTo>
                  <a:pt x="98" y="545"/>
                  <a:pt x="97" y="546"/>
                  <a:pt x="97" y="547"/>
                </a:cubicBezTo>
                <a:cubicBezTo>
                  <a:pt x="97" y="547"/>
                  <a:pt x="97" y="549"/>
                  <a:pt x="97" y="550"/>
                </a:cubicBezTo>
                <a:cubicBezTo>
                  <a:pt x="97" y="551"/>
                  <a:pt x="96" y="552"/>
                  <a:pt x="96" y="553"/>
                </a:cubicBezTo>
                <a:cubicBezTo>
                  <a:pt x="95" y="555"/>
                  <a:pt x="95" y="556"/>
                  <a:pt x="94" y="558"/>
                </a:cubicBezTo>
                <a:cubicBezTo>
                  <a:pt x="93" y="559"/>
                  <a:pt x="91" y="562"/>
                  <a:pt x="91" y="559"/>
                </a:cubicBezTo>
                <a:cubicBezTo>
                  <a:pt x="90" y="558"/>
                  <a:pt x="85" y="555"/>
                  <a:pt x="85" y="557"/>
                </a:cubicBezTo>
                <a:cubicBezTo>
                  <a:pt x="84" y="557"/>
                  <a:pt x="83" y="557"/>
                  <a:pt x="83" y="557"/>
                </a:cubicBezTo>
                <a:cubicBezTo>
                  <a:pt x="82" y="558"/>
                  <a:pt x="82" y="558"/>
                  <a:pt x="81" y="558"/>
                </a:cubicBezTo>
                <a:cubicBezTo>
                  <a:pt x="81" y="558"/>
                  <a:pt x="80" y="558"/>
                  <a:pt x="80" y="558"/>
                </a:cubicBezTo>
                <a:cubicBezTo>
                  <a:pt x="79" y="557"/>
                  <a:pt x="78" y="558"/>
                  <a:pt x="77" y="558"/>
                </a:cubicBezTo>
                <a:cubicBezTo>
                  <a:pt x="76" y="558"/>
                  <a:pt x="75" y="558"/>
                  <a:pt x="73" y="558"/>
                </a:cubicBezTo>
                <a:cubicBezTo>
                  <a:pt x="72" y="558"/>
                  <a:pt x="70" y="558"/>
                  <a:pt x="68" y="558"/>
                </a:cubicBezTo>
                <a:cubicBezTo>
                  <a:pt x="68" y="559"/>
                  <a:pt x="72" y="561"/>
                  <a:pt x="70" y="563"/>
                </a:cubicBezTo>
                <a:cubicBezTo>
                  <a:pt x="69" y="564"/>
                  <a:pt x="67" y="561"/>
                  <a:pt x="65" y="562"/>
                </a:cubicBezTo>
                <a:cubicBezTo>
                  <a:pt x="65" y="562"/>
                  <a:pt x="65" y="562"/>
                  <a:pt x="65" y="563"/>
                </a:cubicBezTo>
                <a:cubicBezTo>
                  <a:pt x="63" y="565"/>
                  <a:pt x="59" y="569"/>
                  <a:pt x="60" y="573"/>
                </a:cubicBezTo>
                <a:cubicBezTo>
                  <a:pt x="60" y="575"/>
                  <a:pt x="63" y="578"/>
                  <a:pt x="63" y="580"/>
                </a:cubicBezTo>
                <a:cubicBezTo>
                  <a:pt x="62" y="581"/>
                  <a:pt x="61" y="583"/>
                  <a:pt x="60" y="584"/>
                </a:cubicBezTo>
                <a:cubicBezTo>
                  <a:pt x="58" y="586"/>
                  <a:pt x="57" y="584"/>
                  <a:pt x="55" y="583"/>
                </a:cubicBezTo>
                <a:cubicBezTo>
                  <a:pt x="54" y="583"/>
                  <a:pt x="53" y="583"/>
                  <a:pt x="51" y="584"/>
                </a:cubicBezTo>
                <a:cubicBezTo>
                  <a:pt x="49" y="584"/>
                  <a:pt x="47" y="584"/>
                  <a:pt x="45" y="585"/>
                </a:cubicBezTo>
                <a:cubicBezTo>
                  <a:pt x="43" y="586"/>
                  <a:pt x="38" y="586"/>
                  <a:pt x="36" y="583"/>
                </a:cubicBezTo>
                <a:cubicBezTo>
                  <a:pt x="35" y="582"/>
                  <a:pt x="35" y="579"/>
                  <a:pt x="35" y="578"/>
                </a:cubicBezTo>
                <a:cubicBezTo>
                  <a:pt x="36" y="576"/>
                  <a:pt x="37" y="576"/>
                  <a:pt x="37" y="574"/>
                </a:cubicBezTo>
                <a:cubicBezTo>
                  <a:pt x="37" y="573"/>
                  <a:pt x="36" y="573"/>
                  <a:pt x="35" y="572"/>
                </a:cubicBezTo>
                <a:cubicBezTo>
                  <a:pt x="35" y="571"/>
                  <a:pt x="35" y="570"/>
                  <a:pt x="35" y="569"/>
                </a:cubicBezTo>
                <a:cubicBezTo>
                  <a:pt x="34" y="568"/>
                  <a:pt x="33" y="567"/>
                  <a:pt x="32" y="565"/>
                </a:cubicBezTo>
                <a:cubicBezTo>
                  <a:pt x="31" y="563"/>
                  <a:pt x="30" y="561"/>
                  <a:pt x="29" y="559"/>
                </a:cubicBezTo>
                <a:cubicBezTo>
                  <a:pt x="28" y="557"/>
                  <a:pt x="27" y="555"/>
                  <a:pt x="26" y="553"/>
                </a:cubicBezTo>
                <a:cubicBezTo>
                  <a:pt x="28" y="553"/>
                  <a:pt x="29" y="555"/>
                  <a:pt x="31" y="555"/>
                </a:cubicBezTo>
                <a:cubicBezTo>
                  <a:pt x="32" y="555"/>
                  <a:pt x="34" y="554"/>
                  <a:pt x="32" y="553"/>
                </a:cubicBezTo>
                <a:cubicBezTo>
                  <a:pt x="31" y="552"/>
                  <a:pt x="27" y="548"/>
                  <a:pt x="30" y="547"/>
                </a:cubicBezTo>
                <a:cubicBezTo>
                  <a:pt x="32" y="546"/>
                  <a:pt x="34" y="549"/>
                  <a:pt x="35" y="545"/>
                </a:cubicBezTo>
                <a:cubicBezTo>
                  <a:pt x="35" y="545"/>
                  <a:pt x="35" y="542"/>
                  <a:pt x="34" y="542"/>
                </a:cubicBezTo>
                <a:cubicBezTo>
                  <a:pt x="34" y="540"/>
                  <a:pt x="33" y="541"/>
                  <a:pt x="32" y="540"/>
                </a:cubicBezTo>
                <a:cubicBezTo>
                  <a:pt x="29" y="540"/>
                  <a:pt x="29" y="537"/>
                  <a:pt x="28" y="535"/>
                </a:cubicBezTo>
                <a:cubicBezTo>
                  <a:pt x="27" y="532"/>
                  <a:pt x="24" y="532"/>
                  <a:pt x="23" y="530"/>
                </a:cubicBezTo>
                <a:cubicBezTo>
                  <a:pt x="22" y="529"/>
                  <a:pt x="22" y="528"/>
                  <a:pt x="22" y="526"/>
                </a:cubicBezTo>
                <a:cubicBezTo>
                  <a:pt x="22" y="525"/>
                  <a:pt x="21" y="524"/>
                  <a:pt x="20" y="523"/>
                </a:cubicBezTo>
                <a:cubicBezTo>
                  <a:pt x="19" y="520"/>
                  <a:pt x="19" y="517"/>
                  <a:pt x="18" y="514"/>
                </a:cubicBezTo>
                <a:cubicBezTo>
                  <a:pt x="18" y="513"/>
                  <a:pt x="18" y="511"/>
                  <a:pt x="17" y="512"/>
                </a:cubicBezTo>
                <a:cubicBezTo>
                  <a:pt x="16" y="512"/>
                  <a:pt x="16" y="514"/>
                  <a:pt x="16" y="515"/>
                </a:cubicBezTo>
                <a:cubicBezTo>
                  <a:pt x="15" y="513"/>
                  <a:pt x="15" y="511"/>
                  <a:pt x="15" y="508"/>
                </a:cubicBezTo>
                <a:cubicBezTo>
                  <a:pt x="14" y="506"/>
                  <a:pt x="14" y="504"/>
                  <a:pt x="13" y="502"/>
                </a:cubicBezTo>
                <a:cubicBezTo>
                  <a:pt x="12" y="502"/>
                  <a:pt x="12" y="503"/>
                  <a:pt x="12" y="501"/>
                </a:cubicBezTo>
                <a:cubicBezTo>
                  <a:pt x="12" y="500"/>
                  <a:pt x="12" y="500"/>
                  <a:pt x="12" y="499"/>
                </a:cubicBezTo>
                <a:cubicBezTo>
                  <a:pt x="12" y="498"/>
                  <a:pt x="9" y="497"/>
                  <a:pt x="11" y="496"/>
                </a:cubicBezTo>
                <a:cubicBezTo>
                  <a:pt x="11" y="494"/>
                  <a:pt x="12" y="493"/>
                  <a:pt x="12" y="491"/>
                </a:cubicBezTo>
                <a:cubicBezTo>
                  <a:pt x="12" y="490"/>
                  <a:pt x="12" y="489"/>
                  <a:pt x="12" y="487"/>
                </a:cubicBezTo>
                <a:cubicBezTo>
                  <a:pt x="13" y="485"/>
                  <a:pt x="14" y="482"/>
                  <a:pt x="13" y="480"/>
                </a:cubicBezTo>
                <a:cubicBezTo>
                  <a:pt x="12" y="476"/>
                  <a:pt x="10" y="481"/>
                  <a:pt x="9" y="482"/>
                </a:cubicBezTo>
                <a:cubicBezTo>
                  <a:pt x="6" y="484"/>
                  <a:pt x="8" y="478"/>
                  <a:pt x="7" y="478"/>
                </a:cubicBezTo>
                <a:cubicBezTo>
                  <a:pt x="7" y="478"/>
                  <a:pt x="5" y="481"/>
                  <a:pt x="5" y="481"/>
                </a:cubicBezTo>
                <a:cubicBezTo>
                  <a:pt x="4" y="480"/>
                  <a:pt x="4" y="478"/>
                  <a:pt x="4" y="477"/>
                </a:cubicBezTo>
                <a:cubicBezTo>
                  <a:pt x="2" y="479"/>
                  <a:pt x="0" y="477"/>
                  <a:pt x="1" y="475"/>
                </a:cubicBezTo>
                <a:cubicBezTo>
                  <a:pt x="2" y="472"/>
                  <a:pt x="2" y="469"/>
                  <a:pt x="1" y="466"/>
                </a:cubicBezTo>
                <a:cubicBezTo>
                  <a:pt x="1" y="465"/>
                  <a:pt x="1" y="463"/>
                  <a:pt x="1" y="462"/>
                </a:cubicBezTo>
                <a:cubicBezTo>
                  <a:pt x="1" y="460"/>
                  <a:pt x="0" y="459"/>
                  <a:pt x="0" y="457"/>
                </a:cubicBezTo>
                <a:cubicBezTo>
                  <a:pt x="0" y="455"/>
                  <a:pt x="0" y="451"/>
                  <a:pt x="2" y="450"/>
                </a:cubicBezTo>
                <a:cubicBezTo>
                  <a:pt x="1" y="450"/>
                  <a:pt x="1" y="450"/>
                  <a:pt x="1" y="450"/>
                </a:cubicBezTo>
                <a:cubicBezTo>
                  <a:pt x="7" y="450"/>
                  <a:pt x="3" y="457"/>
                  <a:pt x="7" y="458"/>
                </a:cubicBezTo>
                <a:cubicBezTo>
                  <a:pt x="10" y="460"/>
                  <a:pt x="11" y="451"/>
                  <a:pt x="11" y="449"/>
                </a:cubicBezTo>
                <a:cubicBezTo>
                  <a:pt x="12" y="446"/>
                  <a:pt x="13" y="444"/>
                  <a:pt x="12" y="441"/>
                </a:cubicBezTo>
                <a:cubicBezTo>
                  <a:pt x="12" y="438"/>
                  <a:pt x="11" y="435"/>
                  <a:pt x="11" y="432"/>
                </a:cubicBezTo>
                <a:cubicBezTo>
                  <a:pt x="11" y="430"/>
                  <a:pt x="13" y="430"/>
                  <a:pt x="14" y="428"/>
                </a:cubicBezTo>
                <a:cubicBezTo>
                  <a:pt x="16" y="426"/>
                  <a:pt x="13" y="424"/>
                  <a:pt x="14" y="422"/>
                </a:cubicBezTo>
                <a:cubicBezTo>
                  <a:pt x="15" y="419"/>
                  <a:pt x="18" y="420"/>
                  <a:pt x="20" y="419"/>
                </a:cubicBezTo>
                <a:cubicBezTo>
                  <a:pt x="22" y="418"/>
                  <a:pt x="24" y="416"/>
                  <a:pt x="25" y="414"/>
                </a:cubicBezTo>
                <a:cubicBezTo>
                  <a:pt x="27" y="412"/>
                  <a:pt x="27" y="409"/>
                  <a:pt x="27" y="406"/>
                </a:cubicBezTo>
                <a:cubicBezTo>
                  <a:pt x="27" y="403"/>
                  <a:pt x="28" y="401"/>
                  <a:pt x="28" y="398"/>
                </a:cubicBezTo>
                <a:cubicBezTo>
                  <a:pt x="28" y="393"/>
                  <a:pt x="24" y="388"/>
                  <a:pt x="23" y="383"/>
                </a:cubicBezTo>
                <a:cubicBezTo>
                  <a:pt x="23" y="381"/>
                  <a:pt x="21" y="377"/>
                  <a:pt x="23" y="375"/>
                </a:cubicBezTo>
                <a:cubicBezTo>
                  <a:pt x="24" y="374"/>
                  <a:pt x="28" y="374"/>
                  <a:pt x="30" y="374"/>
                </a:cubicBezTo>
                <a:cubicBezTo>
                  <a:pt x="31" y="373"/>
                  <a:pt x="31" y="371"/>
                  <a:pt x="32" y="369"/>
                </a:cubicBezTo>
                <a:cubicBezTo>
                  <a:pt x="33" y="367"/>
                  <a:pt x="33" y="366"/>
                  <a:pt x="33" y="363"/>
                </a:cubicBezTo>
                <a:cubicBezTo>
                  <a:pt x="33" y="360"/>
                  <a:pt x="31" y="355"/>
                  <a:pt x="28" y="353"/>
                </a:cubicBezTo>
                <a:cubicBezTo>
                  <a:pt x="26" y="352"/>
                  <a:pt x="24" y="352"/>
                  <a:pt x="23" y="350"/>
                </a:cubicBezTo>
                <a:cubicBezTo>
                  <a:pt x="21" y="349"/>
                  <a:pt x="20" y="346"/>
                  <a:pt x="20" y="344"/>
                </a:cubicBezTo>
                <a:cubicBezTo>
                  <a:pt x="20" y="341"/>
                  <a:pt x="21" y="339"/>
                  <a:pt x="21" y="336"/>
                </a:cubicBezTo>
                <a:cubicBezTo>
                  <a:pt x="22" y="334"/>
                  <a:pt x="22" y="331"/>
                  <a:pt x="22" y="328"/>
                </a:cubicBezTo>
                <a:cubicBezTo>
                  <a:pt x="23" y="323"/>
                  <a:pt x="21" y="319"/>
                  <a:pt x="20" y="314"/>
                </a:cubicBezTo>
                <a:cubicBezTo>
                  <a:pt x="19" y="312"/>
                  <a:pt x="18" y="310"/>
                  <a:pt x="19" y="308"/>
                </a:cubicBezTo>
                <a:cubicBezTo>
                  <a:pt x="19" y="305"/>
                  <a:pt x="20" y="303"/>
                  <a:pt x="19" y="300"/>
                </a:cubicBezTo>
                <a:cubicBezTo>
                  <a:pt x="18" y="298"/>
                  <a:pt x="18" y="297"/>
                  <a:pt x="19" y="295"/>
                </a:cubicBezTo>
                <a:cubicBezTo>
                  <a:pt x="20" y="293"/>
                  <a:pt x="21" y="292"/>
                  <a:pt x="20" y="289"/>
                </a:cubicBezTo>
                <a:cubicBezTo>
                  <a:pt x="18" y="285"/>
                  <a:pt x="15" y="281"/>
                  <a:pt x="18" y="276"/>
                </a:cubicBezTo>
                <a:cubicBezTo>
                  <a:pt x="19" y="274"/>
                  <a:pt x="21" y="273"/>
                  <a:pt x="21" y="270"/>
                </a:cubicBezTo>
                <a:cubicBezTo>
                  <a:pt x="21" y="268"/>
                  <a:pt x="20" y="267"/>
                  <a:pt x="22" y="264"/>
                </a:cubicBezTo>
                <a:cubicBezTo>
                  <a:pt x="24" y="261"/>
                  <a:pt x="26" y="256"/>
                  <a:pt x="28" y="253"/>
                </a:cubicBezTo>
                <a:cubicBezTo>
                  <a:pt x="31" y="249"/>
                  <a:pt x="36" y="246"/>
                  <a:pt x="40" y="245"/>
                </a:cubicBezTo>
                <a:cubicBezTo>
                  <a:pt x="42" y="245"/>
                  <a:pt x="45" y="245"/>
                  <a:pt x="47" y="246"/>
                </a:cubicBezTo>
                <a:cubicBezTo>
                  <a:pt x="48" y="246"/>
                  <a:pt x="49" y="246"/>
                  <a:pt x="50" y="246"/>
                </a:cubicBezTo>
                <a:cubicBezTo>
                  <a:pt x="51" y="247"/>
                  <a:pt x="53" y="248"/>
                  <a:pt x="54" y="248"/>
                </a:cubicBezTo>
                <a:cubicBezTo>
                  <a:pt x="58" y="248"/>
                  <a:pt x="59" y="240"/>
                  <a:pt x="59" y="237"/>
                </a:cubicBezTo>
                <a:cubicBezTo>
                  <a:pt x="59" y="235"/>
                  <a:pt x="59" y="233"/>
                  <a:pt x="59" y="231"/>
                </a:cubicBezTo>
                <a:cubicBezTo>
                  <a:pt x="58" y="228"/>
                  <a:pt x="57" y="228"/>
                  <a:pt x="55" y="227"/>
                </a:cubicBezTo>
                <a:cubicBezTo>
                  <a:pt x="52" y="225"/>
                  <a:pt x="47" y="222"/>
                  <a:pt x="50" y="218"/>
                </a:cubicBezTo>
                <a:cubicBezTo>
                  <a:pt x="51" y="217"/>
                  <a:pt x="53" y="215"/>
                  <a:pt x="54" y="214"/>
                </a:cubicBezTo>
                <a:cubicBezTo>
                  <a:pt x="55" y="212"/>
                  <a:pt x="56" y="209"/>
                  <a:pt x="57" y="207"/>
                </a:cubicBezTo>
                <a:cubicBezTo>
                  <a:pt x="59" y="203"/>
                  <a:pt x="62" y="199"/>
                  <a:pt x="63" y="195"/>
                </a:cubicBezTo>
                <a:cubicBezTo>
                  <a:pt x="63" y="192"/>
                  <a:pt x="64" y="191"/>
                  <a:pt x="65" y="189"/>
                </a:cubicBezTo>
                <a:cubicBezTo>
                  <a:pt x="66" y="186"/>
                  <a:pt x="66" y="184"/>
                  <a:pt x="66" y="181"/>
                </a:cubicBezTo>
                <a:cubicBezTo>
                  <a:pt x="66" y="179"/>
                  <a:pt x="66" y="176"/>
                  <a:pt x="66" y="173"/>
                </a:cubicBezTo>
                <a:cubicBezTo>
                  <a:pt x="66" y="171"/>
                  <a:pt x="68" y="169"/>
                  <a:pt x="68" y="166"/>
                </a:cubicBezTo>
                <a:cubicBezTo>
                  <a:pt x="69" y="162"/>
                  <a:pt x="67" y="158"/>
                  <a:pt x="66" y="154"/>
                </a:cubicBezTo>
                <a:cubicBezTo>
                  <a:pt x="65" y="148"/>
                  <a:pt x="70" y="150"/>
                  <a:pt x="74" y="149"/>
                </a:cubicBezTo>
                <a:cubicBezTo>
                  <a:pt x="76" y="149"/>
                  <a:pt x="78" y="147"/>
                  <a:pt x="80" y="146"/>
                </a:cubicBezTo>
                <a:cubicBezTo>
                  <a:pt x="81" y="145"/>
                  <a:pt x="83" y="144"/>
                  <a:pt x="84" y="143"/>
                </a:cubicBezTo>
                <a:cubicBezTo>
                  <a:pt x="86" y="139"/>
                  <a:pt x="82" y="135"/>
                  <a:pt x="84" y="131"/>
                </a:cubicBezTo>
                <a:cubicBezTo>
                  <a:pt x="85" y="129"/>
                  <a:pt x="87" y="128"/>
                  <a:pt x="88" y="127"/>
                </a:cubicBezTo>
                <a:cubicBezTo>
                  <a:pt x="90" y="125"/>
                  <a:pt x="90" y="122"/>
                  <a:pt x="91" y="120"/>
                </a:cubicBezTo>
                <a:cubicBezTo>
                  <a:pt x="92" y="115"/>
                  <a:pt x="95" y="111"/>
                  <a:pt x="99" y="108"/>
                </a:cubicBezTo>
                <a:cubicBezTo>
                  <a:pt x="102" y="106"/>
                  <a:pt x="104" y="103"/>
                  <a:pt x="103" y="98"/>
                </a:cubicBezTo>
                <a:cubicBezTo>
                  <a:pt x="103" y="93"/>
                  <a:pt x="98" y="91"/>
                  <a:pt x="97" y="86"/>
                </a:cubicBezTo>
                <a:cubicBezTo>
                  <a:pt x="96" y="81"/>
                  <a:pt x="101" y="82"/>
                  <a:pt x="104" y="79"/>
                </a:cubicBezTo>
                <a:cubicBezTo>
                  <a:pt x="107" y="76"/>
                  <a:pt x="107" y="70"/>
                  <a:pt x="108" y="65"/>
                </a:cubicBezTo>
                <a:cubicBezTo>
                  <a:pt x="109" y="61"/>
                  <a:pt x="114" y="58"/>
                  <a:pt x="117" y="55"/>
                </a:cubicBezTo>
                <a:cubicBezTo>
                  <a:pt x="118" y="54"/>
                  <a:pt x="119" y="51"/>
                  <a:pt x="121" y="51"/>
                </a:cubicBezTo>
                <a:cubicBezTo>
                  <a:pt x="122" y="51"/>
                  <a:pt x="125" y="53"/>
                  <a:pt x="126" y="54"/>
                </a:cubicBezTo>
                <a:cubicBezTo>
                  <a:pt x="128" y="55"/>
                  <a:pt x="130" y="57"/>
                  <a:pt x="132" y="57"/>
                </a:cubicBezTo>
                <a:cubicBezTo>
                  <a:pt x="133" y="57"/>
                  <a:pt x="133" y="55"/>
                  <a:pt x="134" y="54"/>
                </a:cubicBezTo>
                <a:cubicBezTo>
                  <a:pt x="135" y="52"/>
                  <a:pt x="136" y="50"/>
                  <a:pt x="137" y="48"/>
                </a:cubicBezTo>
                <a:cubicBezTo>
                  <a:pt x="138" y="46"/>
                  <a:pt x="137" y="43"/>
                  <a:pt x="137" y="41"/>
                </a:cubicBezTo>
                <a:cubicBezTo>
                  <a:pt x="137" y="38"/>
                  <a:pt x="137" y="36"/>
                  <a:pt x="137" y="34"/>
                </a:cubicBezTo>
                <a:cubicBezTo>
                  <a:pt x="137" y="32"/>
                  <a:pt x="136" y="29"/>
                  <a:pt x="137" y="28"/>
                </a:cubicBezTo>
                <a:cubicBezTo>
                  <a:pt x="138" y="26"/>
                  <a:pt x="140" y="25"/>
                  <a:pt x="141" y="25"/>
                </a:cubicBezTo>
                <a:cubicBezTo>
                  <a:pt x="143" y="25"/>
                  <a:pt x="144" y="27"/>
                  <a:pt x="146" y="28"/>
                </a:cubicBezTo>
                <a:cubicBezTo>
                  <a:pt x="148" y="29"/>
                  <a:pt x="149" y="29"/>
                  <a:pt x="151" y="29"/>
                </a:cubicBezTo>
                <a:cubicBezTo>
                  <a:pt x="154" y="29"/>
                  <a:pt x="156" y="30"/>
                  <a:pt x="159" y="31"/>
                </a:cubicBezTo>
                <a:cubicBezTo>
                  <a:pt x="161" y="31"/>
                  <a:pt x="163" y="32"/>
                  <a:pt x="165" y="33"/>
                </a:cubicBezTo>
                <a:cubicBezTo>
                  <a:pt x="167" y="34"/>
                  <a:pt x="170" y="36"/>
                  <a:pt x="172" y="37"/>
                </a:cubicBezTo>
                <a:cubicBezTo>
                  <a:pt x="174" y="37"/>
                  <a:pt x="175" y="34"/>
                  <a:pt x="176" y="33"/>
                </a:cubicBezTo>
                <a:cubicBezTo>
                  <a:pt x="177" y="31"/>
                  <a:pt x="177" y="30"/>
                  <a:pt x="175" y="29"/>
                </a:cubicBezTo>
                <a:cubicBezTo>
                  <a:pt x="174" y="29"/>
                  <a:pt x="171" y="28"/>
                  <a:pt x="172" y="26"/>
                </a:cubicBezTo>
                <a:cubicBezTo>
                  <a:pt x="172" y="25"/>
                  <a:pt x="175" y="24"/>
                  <a:pt x="176" y="23"/>
                </a:cubicBezTo>
                <a:cubicBezTo>
                  <a:pt x="179" y="21"/>
                  <a:pt x="180" y="15"/>
                  <a:pt x="180" y="11"/>
                </a:cubicBezTo>
                <a:cubicBezTo>
                  <a:pt x="180" y="9"/>
                  <a:pt x="180" y="7"/>
                  <a:pt x="178" y="5"/>
                </a:cubicBezTo>
                <a:cubicBezTo>
                  <a:pt x="177" y="3"/>
                  <a:pt x="175" y="3"/>
                  <a:pt x="176" y="0"/>
                </a:cubicBezTo>
                <a:cubicBezTo>
                  <a:pt x="181" y="1"/>
                  <a:pt x="185" y="0"/>
                  <a:pt x="190" y="3"/>
                </a:cubicBezTo>
                <a:cubicBezTo>
                  <a:pt x="192" y="4"/>
                  <a:pt x="192" y="5"/>
                  <a:pt x="191" y="7"/>
                </a:cubicBezTo>
                <a:cubicBezTo>
                  <a:pt x="190" y="8"/>
                  <a:pt x="190" y="7"/>
                  <a:pt x="191" y="8"/>
                </a:cubicBezTo>
                <a:cubicBezTo>
                  <a:pt x="192" y="9"/>
                  <a:pt x="194" y="9"/>
                  <a:pt x="195" y="10"/>
                </a:cubicBezTo>
                <a:cubicBezTo>
                  <a:pt x="196" y="11"/>
                  <a:pt x="196" y="13"/>
                  <a:pt x="197" y="14"/>
                </a:cubicBezTo>
                <a:cubicBezTo>
                  <a:pt x="198" y="16"/>
                  <a:pt x="200" y="16"/>
                  <a:pt x="201" y="18"/>
                </a:cubicBezTo>
                <a:cubicBezTo>
                  <a:pt x="202" y="19"/>
                  <a:pt x="201" y="19"/>
                  <a:pt x="202" y="20"/>
                </a:cubicBezTo>
                <a:cubicBezTo>
                  <a:pt x="203" y="20"/>
                  <a:pt x="204" y="20"/>
                  <a:pt x="204" y="21"/>
                </a:cubicBezTo>
                <a:cubicBezTo>
                  <a:pt x="206" y="22"/>
                  <a:pt x="206" y="24"/>
                  <a:pt x="207" y="25"/>
                </a:cubicBezTo>
                <a:cubicBezTo>
                  <a:pt x="209" y="26"/>
                  <a:pt x="211" y="25"/>
                  <a:pt x="212" y="28"/>
                </a:cubicBezTo>
                <a:cubicBezTo>
                  <a:pt x="213" y="30"/>
                  <a:pt x="213" y="31"/>
                  <a:pt x="215" y="31"/>
                </a:cubicBezTo>
                <a:cubicBezTo>
                  <a:pt x="218" y="31"/>
                  <a:pt x="218" y="31"/>
                  <a:pt x="221" y="32"/>
                </a:cubicBezTo>
                <a:cubicBezTo>
                  <a:pt x="222" y="33"/>
                  <a:pt x="224" y="33"/>
                  <a:pt x="225" y="34"/>
                </a:cubicBezTo>
                <a:cubicBezTo>
                  <a:pt x="227" y="36"/>
                  <a:pt x="229" y="37"/>
                  <a:pt x="231" y="39"/>
                </a:cubicBezTo>
                <a:cubicBezTo>
                  <a:pt x="232" y="40"/>
                  <a:pt x="233" y="41"/>
                  <a:pt x="234" y="43"/>
                </a:cubicBezTo>
                <a:cubicBezTo>
                  <a:pt x="235" y="45"/>
                  <a:pt x="235" y="47"/>
                  <a:pt x="235" y="50"/>
                </a:cubicBezTo>
                <a:cubicBezTo>
                  <a:pt x="236" y="49"/>
                  <a:pt x="237" y="50"/>
                  <a:pt x="238" y="49"/>
                </a:cubicBezTo>
                <a:cubicBezTo>
                  <a:pt x="239" y="51"/>
                  <a:pt x="239" y="52"/>
                  <a:pt x="240" y="54"/>
                </a:cubicBezTo>
                <a:cubicBezTo>
                  <a:pt x="241" y="55"/>
                  <a:pt x="242" y="56"/>
                  <a:pt x="243" y="57"/>
                </a:cubicBezTo>
                <a:cubicBezTo>
                  <a:pt x="245" y="59"/>
                  <a:pt x="244" y="60"/>
                  <a:pt x="243" y="61"/>
                </a:cubicBezTo>
                <a:cubicBezTo>
                  <a:pt x="241" y="63"/>
                  <a:pt x="241" y="64"/>
                  <a:pt x="241" y="66"/>
                </a:cubicBezTo>
                <a:cubicBezTo>
                  <a:pt x="241" y="68"/>
                  <a:pt x="241" y="71"/>
                  <a:pt x="242" y="72"/>
                </a:cubicBezTo>
                <a:cubicBezTo>
                  <a:pt x="242" y="74"/>
                  <a:pt x="244" y="75"/>
                  <a:pt x="243" y="76"/>
                </a:cubicBezTo>
                <a:cubicBezTo>
                  <a:pt x="243" y="79"/>
                  <a:pt x="239" y="82"/>
                  <a:pt x="242" y="84"/>
                </a:cubicBezTo>
                <a:cubicBezTo>
                  <a:pt x="243" y="85"/>
                  <a:pt x="245" y="84"/>
                  <a:pt x="246" y="86"/>
                </a:cubicBezTo>
                <a:cubicBezTo>
                  <a:pt x="246" y="87"/>
                  <a:pt x="247" y="89"/>
                  <a:pt x="247" y="90"/>
                </a:cubicBezTo>
                <a:cubicBezTo>
                  <a:pt x="247" y="92"/>
                  <a:pt x="245" y="92"/>
                  <a:pt x="244" y="94"/>
                </a:cubicBezTo>
                <a:cubicBezTo>
                  <a:pt x="243" y="95"/>
                  <a:pt x="244" y="95"/>
                  <a:pt x="244" y="96"/>
                </a:cubicBezTo>
                <a:cubicBezTo>
                  <a:pt x="244" y="97"/>
                  <a:pt x="243" y="97"/>
                  <a:pt x="243" y="98"/>
                </a:cubicBezTo>
                <a:cubicBezTo>
                  <a:pt x="243" y="100"/>
                  <a:pt x="244" y="101"/>
                  <a:pt x="244" y="103"/>
                </a:cubicBezTo>
                <a:cubicBezTo>
                  <a:pt x="245" y="105"/>
                  <a:pt x="245" y="107"/>
                  <a:pt x="247" y="108"/>
                </a:cubicBezTo>
                <a:cubicBezTo>
                  <a:pt x="249" y="111"/>
                  <a:pt x="251" y="113"/>
                  <a:pt x="251" y="117"/>
                </a:cubicBezTo>
                <a:cubicBezTo>
                  <a:pt x="247" y="119"/>
                  <a:pt x="249" y="124"/>
                  <a:pt x="249" y="128"/>
                </a:cubicBezTo>
                <a:cubicBezTo>
                  <a:pt x="249" y="130"/>
                  <a:pt x="248" y="131"/>
                  <a:pt x="247" y="132"/>
                </a:cubicBezTo>
                <a:cubicBezTo>
                  <a:pt x="245" y="133"/>
                  <a:pt x="243" y="134"/>
                  <a:pt x="243" y="136"/>
                </a:cubicBezTo>
                <a:cubicBezTo>
                  <a:pt x="246" y="136"/>
                  <a:pt x="245" y="142"/>
                  <a:pt x="245" y="143"/>
                </a:cubicBezTo>
                <a:cubicBezTo>
                  <a:pt x="245" y="145"/>
                  <a:pt x="245" y="146"/>
                  <a:pt x="246" y="147"/>
                </a:cubicBezTo>
                <a:cubicBezTo>
                  <a:pt x="247" y="148"/>
                  <a:pt x="248" y="148"/>
                  <a:pt x="248" y="148"/>
                </a:cubicBezTo>
                <a:cubicBezTo>
                  <a:pt x="249" y="149"/>
                  <a:pt x="249" y="150"/>
                  <a:pt x="250" y="151"/>
                </a:cubicBezTo>
                <a:cubicBezTo>
                  <a:pt x="250" y="153"/>
                  <a:pt x="252" y="155"/>
                  <a:pt x="252" y="157"/>
                </a:cubicBezTo>
                <a:cubicBezTo>
                  <a:pt x="253" y="159"/>
                  <a:pt x="253" y="161"/>
                  <a:pt x="254" y="163"/>
                </a:cubicBezTo>
                <a:close/>
                <a:moveTo>
                  <a:pt x="102" y="549"/>
                </a:moveTo>
                <a:cubicBezTo>
                  <a:pt x="101" y="551"/>
                  <a:pt x="103" y="558"/>
                  <a:pt x="105" y="555"/>
                </a:cubicBezTo>
                <a:cubicBezTo>
                  <a:pt x="106" y="553"/>
                  <a:pt x="106" y="549"/>
                  <a:pt x="107" y="548"/>
                </a:cubicBezTo>
                <a:cubicBezTo>
                  <a:pt x="107" y="545"/>
                  <a:pt x="108" y="543"/>
                  <a:pt x="109" y="540"/>
                </a:cubicBezTo>
                <a:cubicBezTo>
                  <a:pt x="110" y="536"/>
                  <a:pt x="111" y="532"/>
                  <a:pt x="112" y="528"/>
                </a:cubicBezTo>
                <a:cubicBezTo>
                  <a:pt x="112" y="526"/>
                  <a:pt x="113" y="524"/>
                  <a:pt x="114" y="522"/>
                </a:cubicBezTo>
                <a:cubicBezTo>
                  <a:pt x="115" y="520"/>
                  <a:pt x="116" y="517"/>
                  <a:pt x="116" y="515"/>
                </a:cubicBezTo>
                <a:cubicBezTo>
                  <a:pt x="113" y="516"/>
                  <a:pt x="113" y="518"/>
                  <a:pt x="112" y="521"/>
                </a:cubicBezTo>
                <a:cubicBezTo>
                  <a:pt x="112" y="524"/>
                  <a:pt x="111" y="527"/>
                  <a:pt x="110" y="530"/>
                </a:cubicBezTo>
                <a:cubicBezTo>
                  <a:pt x="109" y="531"/>
                  <a:pt x="108" y="531"/>
                  <a:pt x="107" y="532"/>
                </a:cubicBezTo>
                <a:cubicBezTo>
                  <a:pt x="106" y="534"/>
                  <a:pt x="106" y="535"/>
                  <a:pt x="106" y="537"/>
                </a:cubicBezTo>
                <a:cubicBezTo>
                  <a:pt x="105" y="540"/>
                  <a:pt x="103" y="544"/>
                  <a:pt x="103" y="547"/>
                </a:cubicBezTo>
                <a:cubicBezTo>
                  <a:pt x="102" y="548"/>
                  <a:pt x="102" y="549"/>
                  <a:pt x="102" y="549"/>
                </a:cubicBezTo>
                <a:close/>
                <a:moveTo>
                  <a:pt x="141" y="525"/>
                </a:moveTo>
                <a:cubicBezTo>
                  <a:pt x="141" y="522"/>
                  <a:pt x="145" y="521"/>
                  <a:pt x="147" y="519"/>
                </a:cubicBezTo>
                <a:cubicBezTo>
                  <a:pt x="148" y="518"/>
                  <a:pt x="147" y="518"/>
                  <a:pt x="147" y="517"/>
                </a:cubicBezTo>
                <a:cubicBezTo>
                  <a:pt x="147" y="515"/>
                  <a:pt x="149" y="515"/>
                  <a:pt x="151" y="514"/>
                </a:cubicBezTo>
                <a:cubicBezTo>
                  <a:pt x="154" y="513"/>
                  <a:pt x="150" y="513"/>
                  <a:pt x="149" y="511"/>
                </a:cubicBezTo>
                <a:cubicBezTo>
                  <a:pt x="148" y="510"/>
                  <a:pt x="149" y="509"/>
                  <a:pt x="149" y="508"/>
                </a:cubicBezTo>
                <a:cubicBezTo>
                  <a:pt x="150" y="507"/>
                  <a:pt x="149" y="507"/>
                  <a:pt x="149" y="506"/>
                </a:cubicBezTo>
                <a:cubicBezTo>
                  <a:pt x="149" y="505"/>
                  <a:pt x="149" y="504"/>
                  <a:pt x="149" y="503"/>
                </a:cubicBezTo>
                <a:cubicBezTo>
                  <a:pt x="150" y="502"/>
                  <a:pt x="151" y="502"/>
                  <a:pt x="152" y="501"/>
                </a:cubicBezTo>
                <a:cubicBezTo>
                  <a:pt x="153" y="500"/>
                  <a:pt x="152" y="499"/>
                  <a:pt x="153" y="499"/>
                </a:cubicBezTo>
                <a:cubicBezTo>
                  <a:pt x="153" y="498"/>
                  <a:pt x="154" y="498"/>
                  <a:pt x="155" y="498"/>
                </a:cubicBezTo>
                <a:cubicBezTo>
                  <a:pt x="156" y="497"/>
                  <a:pt x="156" y="496"/>
                  <a:pt x="157" y="495"/>
                </a:cubicBezTo>
                <a:cubicBezTo>
                  <a:pt x="157" y="495"/>
                  <a:pt x="159" y="494"/>
                  <a:pt x="159" y="493"/>
                </a:cubicBezTo>
                <a:cubicBezTo>
                  <a:pt x="159" y="492"/>
                  <a:pt x="157" y="492"/>
                  <a:pt x="156" y="492"/>
                </a:cubicBezTo>
                <a:cubicBezTo>
                  <a:pt x="156" y="492"/>
                  <a:pt x="151" y="498"/>
                  <a:pt x="151" y="495"/>
                </a:cubicBezTo>
                <a:cubicBezTo>
                  <a:pt x="150" y="495"/>
                  <a:pt x="151" y="497"/>
                  <a:pt x="150" y="498"/>
                </a:cubicBezTo>
                <a:cubicBezTo>
                  <a:pt x="149" y="498"/>
                  <a:pt x="148" y="495"/>
                  <a:pt x="148" y="494"/>
                </a:cubicBezTo>
                <a:cubicBezTo>
                  <a:pt x="147" y="494"/>
                  <a:pt x="147" y="496"/>
                  <a:pt x="146" y="496"/>
                </a:cubicBezTo>
                <a:cubicBezTo>
                  <a:pt x="146" y="497"/>
                  <a:pt x="146" y="497"/>
                  <a:pt x="145" y="498"/>
                </a:cubicBezTo>
                <a:cubicBezTo>
                  <a:pt x="143" y="499"/>
                  <a:pt x="142" y="500"/>
                  <a:pt x="141" y="503"/>
                </a:cubicBezTo>
                <a:cubicBezTo>
                  <a:pt x="139" y="505"/>
                  <a:pt x="137" y="506"/>
                  <a:pt x="137" y="508"/>
                </a:cubicBezTo>
                <a:cubicBezTo>
                  <a:pt x="136" y="511"/>
                  <a:pt x="137" y="513"/>
                  <a:pt x="137" y="515"/>
                </a:cubicBezTo>
                <a:cubicBezTo>
                  <a:pt x="137" y="516"/>
                  <a:pt x="137" y="517"/>
                  <a:pt x="137" y="518"/>
                </a:cubicBezTo>
                <a:cubicBezTo>
                  <a:pt x="137" y="519"/>
                  <a:pt x="137" y="520"/>
                  <a:pt x="137" y="521"/>
                </a:cubicBezTo>
                <a:cubicBezTo>
                  <a:pt x="138" y="524"/>
                  <a:pt x="138" y="525"/>
                  <a:pt x="137" y="528"/>
                </a:cubicBezTo>
                <a:cubicBezTo>
                  <a:pt x="137" y="529"/>
                  <a:pt x="136" y="532"/>
                  <a:pt x="139" y="531"/>
                </a:cubicBezTo>
                <a:cubicBezTo>
                  <a:pt x="140" y="530"/>
                  <a:pt x="141" y="526"/>
                  <a:pt x="141" y="525"/>
                </a:cubicBezTo>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34" name="Freeform 564"/>
          <p:cNvSpPr>
            <a:spLocks noEditPoints="1"/>
          </p:cNvSpPr>
          <p:nvPr/>
        </p:nvSpPr>
        <p:spPr bwMode="auto">
          <a:xfrm>
            <a:off x="9150350" y="1532413"/>
            <a:ext cx="1009650" cy="2317750"/>
          </a:xfrm>
          <a:custGeom>
            <a:avLst/>
            <a:gdLst>
              <a:gd name="T0" fmla="*/ 245 w 255"/>
              <a:gd name="T1" fmla="*/ 164 h 586"/>
              <a:gd name="T2" fmla="*/ 235 w 255"/>
              <a:gd name="T3" fmla="*/ 166 h 586"/>
              <a:gd name="T4" fmla="*/ 221 w 255"/>
              <a:gd name="T5" fmla="*/ 166 h 586"/>
              <a:gd name="T6" fmla="*/ 216 w 255"/>
              <a:gd name="T7" fmla="*/ 174 h 586"/>
              <a:gd name="T8" fmla="*/ 210 w 255"/>
              <a:gd name="T9" fmla="*/ 178 h 586"/>
              <a:gd name="T10" fmla="*/ 204 w 255"/>
              <a:gd name="T11" fmla="*/ 195 h 586"/>
              <a:gd name="T12" fmla="*/ 193 w 255"/>
              <a:gd name="T13" fmla="*/ 212 h 586"/>
              <a:gd name="T14" fmla="*/ 201 w 255"/>
              <a:gd name="T15" fmla="*/ 222 h 586"/>
              <a:gd name="T16" fmla="*/ 199 w 255"/>
              <a:gd name="T17" fmla="*/ 233 h 586"/>
              <a:gd name="T18" fmla="*/ 187 w 255"/>
              <a:gd name="T19" fmla="*/ 258 h 586"/>
              <a:gd name="T20" fmla="*/ 173 w 255"/>
              <a:gd name="T21" fmla="*/ 266 h 586"/>
              <a:gd name="T22" fmla="*/ 157 w 255"/>
              <a:gd name="T23" fmla="*/ 278 h 586"/>
              <a:gd name="T24" fmla="*/ 145 w 255"/>
              <a:gd name="T25" fmla="*/ 289 h 586"/>
              <a:gd name="T26" fmla="*/ 138 w 255"/>
              <a:gd name="T27" fmla="*/ 301 h 586"/>
              <a:gd name="T28" fmla="*/ 131 w 255"/>
              <a:gd name="T29" fmla="*/ 314 h 586"/>
              <a:gd name="T30" fmla="*/ 123 w 255"/>
              <a:gd name="T31" fmla="*/ 321 h 586"/>
              <a:gd name="T32" fmla="*/ 121 w 255"/>
              <a:gd name="T33" fmla="*/ 342 h 586"/>
              <a:gd name="T34" fmla="*/ 118 w 255"/>
              <a:gd name="T35" fmla="*/ 356 h 586"/>
              <a:gd name="T36" fmla="*/ 118 w 255"/>
              <a:gd name="T37" fmla="*/ 389 h 586"/>
              <a:gd name="T38" fmla="*/ 136 w 255"/>
              <a:gd name="T39" fmla="*/ 397 h 586"/>
              <a:gd name="T40" fmla="*/ 143 w 255"/>
              <a:gd name="T41" fmla="*/ 403 h 586"/>
              <a:gd name="T42" fmla="*/ 150 w 255"/>
              <a:gd name="T43" fmla="*/ 424 h 586"/>
              <a:gd name="T44" fmla="*/ 125 w 255"/>
              <a:gd name="T45" fmla="*/ 434 h 586"/>
              <a:gd name="T46" fmla="*/ 100 w 255"/>
              <a:gd name="T47" fmla="*/ 434 h 586"/>
              <a:gd name="T48" fmla="*/ 121 w 255"/>
              <a:gd name="T49" fmla="*/ 444 h 586"/>
              <a:gd name="T50" fmla="*/ 139 w 255"/>
              <a:gd name="T51" fmla="*/ 441 h 586"/>
              <a:gd name="T52" fmla="*/ 128 w 255"/>
              <a:gd name="T53" fmla="*/ 449 h 586"/>
              <a:gd name="T54" fmla="*/ 102 w 255"/>
              <a:gd name="T55" fmla="*/ 467 h 586"/>
              <a:gd name="T56" fmla="*/ 111 w 255"/>
              <a:gd name="T57" fmla="*/ 483 h 586"/>
              <a:gd name="T58" fmla="*/ 104 w 255"/>
              <a:gd name="T59" fmla="*/ 495 h 586"/>
              <a:gd name="T60" fmla="*/ 107 w 255"/>
              <a:gd name="T61" fmla="*/ 514 h 586"/>
              <a:gd name="T62" fmla="*/ 102 w 255"/>
              <a:gd name="T63" fmla="*/ 537 h 586"/>
              <a:gd name="T64" fmla="*/ 91 w 255"/>
              <a:gd name="T65" fmla="*/ 559 h 586"/>
              <a:gd name="T66" fmla="*/ 70 w 255"/>
              <a:gd name="T67" fmla="*/ 563 h 586"/>
              <a:gd name="T68" fmla="*/ 45 w 255"/>
              <a:gd name="T69" fmla="*/ 585 h 586"/>
              <a:gd name="T70" fmla="*/ 26 w 255"/>
              <a:gd name="T71" fmla="*/ 553 h 586"/>
              <a:gd name="T72" fmla="*/ 23 w 255"/>
              <a:gd name="T73" fmla="*/ 530 h 586"/>
              <a:gd name="T74" fmla="*/ 12 w 255"/>
              <a:gd name="T75" fmla="*/ 501 h 586"/>
              <a:gd name="T76" fmla="*/ 5 w 255"/>
              <a:gd name="T77" fmla="*/ 481 h 586"/>
              <a:gd name="T78" fmla="*/ 7 w 255"/>
              <a:gd name="T79" fmla="*/ 458 h 586"/>
              <a:gd name="T80" fmla="*/ 27 w 255"/>
              <a:gd name="T81" fmla="*/ 406 h 586"/>
              <a:gd name="T82" fmla="*/ 23 w 255"/>
              <a:gd name="T83" fmla="*/ 350 h 586"/>
              <a:gd name="T84" fmla="*/ 20 w 255"/>
              <a:gd name="T85" fmla="*/ 289 h 586"/>
              <a:gd name="T86" fmla="*/ 54 w 255"/>
              <a:gd name="T87" fmla="*/ 248 h 586"/>
              <a:gd name="T88" fmla="*/ 65 w 255"/>
              <a:gd name="T89" fmla="*/ 189 h 586"/>
              <a:gd name="T90" fmla="*/ 84 w 255"/>
              <a:gd name="T91" fmla="*/ 131 h 586"/>
              <a:gd name="T92" fmla="*/ 117 w 255"/>
              <a:gd name="T93" fmla="*/ 55 h 586"/>
              <a:gd name="T94" fmla="*/ 137 w 255"/>
              <a:gd name="T95" fmla="*/ 28 h 586"/>
              <a:gd name="T96" fmla="*/ 175 w 255"/>
              <a:gd name="T97" fmla="*/ 29 h 586"/>
              <a:gd name="T98" fmla="*/ 191 w 255"/>
              <a:gd name="T99" fmla="*/ 8 h 586"/>
              <a:gd name="T100" fmla="*/ 215 w 255"/>
              <a:gd name="T101" fmla="*/ 31 h 586"/>
              <a:gd name="T102" fmla="*/ 243 w 255"/>
              <a:gd name="T103" fmla="*/ 57 h 586"/>
              <a:gd name="T104" fmla="*/ 244 w 255"/>
              <a:gd name="T105" fmla="*/ 94 h 586"/>
              <a:gd name="T106" fmla="*/ 243 w 255"/>
              <a:gd name="T107" fmla="*/ 136 h 586"/>
              <a:gd name="T108" fmla="*/ 105 w 255"/>
              <a:gd name="T109" fmla="*/ 555 h 586"/>
              <a:gd name="T110" fmla="*/ 107 w 255"/>
              <a:gd name="T111" fmla="*/ 532 h 586"/>
              <a:gd name="T112" fmla="*/ 149 w 255"/>
              <a:gd name="T113" fmla="*/ 511 h 586"/>
              <a:gd name="T114" fmla="*/ 159 w 255"/>
              <a:gd name="T115" fmla="*/ 493 h 586"/>
              <a:gd name="T116" fmla="*/ 137 w 255"/>
              <a:gd name="T117" fmla="*/ 50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5" h="586">
                <a:moveTo>
                  <a:pt x="254" y="163"/>
                </a:moveTo>
                <a:cubicBezTo>
                  <a:pt x="255" y="164"/>
                  <a:pt x="255" y="165"/>
                  <a:pt x="255" y="167"/>
                </a:cubicBezTo>
                <a:cubicBezTo>
                  <a:pt x="254" y="166"/>
                  <a:pt x="253" y="165"/>
                  <a:pt x="252" y="166"/>
                </a:cubicBezTo>
                <a:cubicBezTo>
                  <a:pt x="251" y="166"/>
                  <a:pt x="250" y="166"/>
                  <a:pt x="250" y="166"/>
                </a:cubicBezTo>
                <a:cubicBezTo>
                  <a:pt x="250" y="167"/>
                  <a:pt x="250" y="167"/>
                  <a:pt x="250" y="168"/>
                </a:cubicBezTo>
                <a:cubicBezTo>
                  <a:pt x="250" y="166"/>
                  <a:pt x="248" y="167"/>
                  <a:pt x="248" y="166"/>
                </a:cubicBezTo>
                <a:cubicBezTo>
                  <a:pt x="247" y="166"/>
                  <a:pt x="247" y="165"/>
                  <a:pt x="247" y="165"/>
                </a:cubicBezTo>
                <a:cubicBezTo>
                  <a:pt x="246" y="164"/>
                  <a:pt x="246" y="164"/>
                  <a:pt x="245" y="164"/>
                </a:cubicBezTo>
                <a:cubicBezTo>
                  <a:pt x="244" y="165"/>
                  <a:pt x="244" y="166"/>
                  <a:pt x="243" y="166"/>
                </a:cubicBezTo>
                <a:cubicBezTo>
                  <a:pt x="243" y="165"/>
                  <a:pt x="242" y="165"/>
                  <a:pt x="241" y="165"/>
                </a:cubicBezTo>
                <a:cubicBezTo>
                  <a:pt x="241" y="164"/>
                  <a:pt x="240" y="164"/>
                  <a:pt x="240" y="164"/>
                </a:cubicBezTo>
                <a:cubicBezTo>
                  <a:pt x="240" y="165"/>
                  <a:pt x="240" y="166"/>
                  <a:pt x="240" y="167"/>
                </a:cubicBezTo>
                <a:cubicBezTo>
                  <a:pt x="239" y="166"/>
                  <a:pt x="238" y="166"/>
                  <a:pt x="238" y="165"/>
                </a:cubicBezTo>
                <a:cubicBezTo>
                  <a:pt x="238" y="165"/>
                  <a:pt x="238" y="166"/>
                  <a:pt x="237" y="166"/>
                </a:cubicBezTo>
                <a:cubicBezTo>
                  <a:pt x="237" y="165"/>
                  <a:pt x="236" y="164"/>
                  <a:pt x="236" y="164"/>
                </a:cubicBezTo>
                <a:cubicBezTo>
                  <a:pt x="235" y="165"/>
                  <a:pt x="235" y="166"/>
                  <a:pt x="235" y="166"/>
                </a:cubicBezTo>
                <a:cubicBezTo>
                  <a:pt x="235" y="168"/>
                  <a:pt x="234" y="170"/>
                  <a:pt x="233" y="170"/>
                </a:cubicBezTo>
                <a:cubicBezTo>
                  <a:pt x="233" y="169"/>
                  <a:pt x="233" y="168"/>
                  <a:pt x="233" y="167"/>
                </a:cubicBezTo>
                <a:cubicBezTo>
                  <a:pt x="232" y="166"/>
                  <a:pt x="231" y="166"/>
                  <a:pt x="230" y="166"/>
                </a:cubicBezTo>
                <a:cubicBezTo>
                  <a:pt x="228" y="164"/>
                  <a:pt x="227" y="161"/>
                  <a:pt x="225" y="160"/>
                </a:cubicBezTo>
                <a:cubicBezTo>
                  <a:pt x="225" y="162"/>
                  <a:pt x="226" y="165"/>
                  <a:pt x="225" y="167"/>
                </a:cubicBezTo>
                <a:cubicBezTo>
                  <a:pt x="224" y="167"/>
                  <a:pt x="224" y="165"/>
                  <a:pt x="224" y="165"/>
                </a:cubicBezTo>
                <a:cubicBezTo>
                  <a:pt x="223" y="165"/>
                  <a:pt x="222" y="166"/>
                  <a:pt x="222" y="166"/>
                </a:cubicBezTo>
                <a:cubicBezTo>
                  <a:pt x="222" y="166"/>
                  <a:pt x="222" y="166"/>
                  <a:pt x="221" y="166"/>
                </a:cubicBezTo>
                <a:cubicBezTo>
                  <a:pt x="221" y="165"/>
                  <a:pt x="222" y="164"/>
                  <a:pt x="221" y="164"/>
                </a:cubicBezTo>
                <a:cubicBezTo>
                  <a:pt x="220" y="162"/>
                  <a:pt x="218" y="163"/>
                  <a:pt x="218" y="165"/>
                </a:cubicBezTo>
                <a:cubicBezTo>
                  <a:pt x="218" y="166"/>
                  <a:pt x="219" y="167"/>
                  <a:pt x="218" y="168"/>
                </a:cubicBezTo>
                <a:cubicBezTo>
                  <a:pt x="218" y="168"/>
                  <a:pt x="217" y="168"/>
                  <a:pt x="216" y="168"/>
                </a:cubicBezTo>
                <a:cubicBezTo>
                  <a:pt x="218" y="169"/>
                  <a:pt x="218" y="169"/>
                  <a:pt x="218" y="170"/>
                </a:cubicBezTo>
                <a:cubicBezTo>
                  <a:pt x="218" y="171"/>
                  <a:pt x="217" y="171"/>
                  <a:pt x="217" y="171"/>
                </a:cubicBezTo>
                <a:cubicBezTo>
                  <a:pt x="218" y="172"/>
                  <a:pt x="218" y="172"/>
                  <a:pt x="218" y="172"/>
                </a:cubicBezTo>
                <a:cubicBezTo>
                  <a:pt x="219" y="174"/>
                  <a:pt x="217" y="174"/>
                  <a:pt x="216" y="174"/>
                </a:cubicBezTo>
                <a:cubicBezTo>
                  <a:pt x="216" y="174"/>
                  <a:pt x="221" y="175"/>
                  <a:pt x="220" y="177"/>
                </a:cubicBezTo>
                <a:cubicBezTo>
                  <a:pt x="217" y="177"/>
                  <a:pt x="214" y="175"/>
                  <a:pt x="213" y="173"/>
                </a:cubicBezTo>
                <a:cubicBezTo>
                  <a:pt x="211" y="172"/>
                  <a:pt x="210" y="169"/>
                  <a:pt x="207" y="169"/>
                </a:cubicBezTo>
                <a:cubicBezTo>
                  <a:pt x="208" y="170"/>
                  <a:pt x="208" y="170"/>
                  <a:pt x="209" y="171"/>
                </a:cubicBezTo>
                <a:cubicBezTo>
                  <a:pt x="210" y="172"/>
                  <a:pt x="210" y="173"/>
                  <a:pt x="210" y="174"/>
                </a:cubicBezTo>
                <a:cubicBezTo>
                  <a:pt x="212" y="176"/>
                  <a:pt x="213" y="176"/>
                  <a:pt x="215" y="178"/>
                </a:cubicBezTo>
                <a:cubicBezTo>
                  <a:pt x="214" y="178"/>
                  <a:pt x="213" y="179"/>
                  <a:pt x="212" y="179"/>
                </a:cubicBezTo>
                <a:cubicBezTo>
                  <a:pt x="212" y="179"/>
                  <a:pt x="211" y="178"/>
                  <a:pt x="210" y="178"/>
                </a:cubicBezTo>
                <a:cubicBezTo>
                  <a:pt x="210" y="180"/>
                  <a:pt x="213" y="180"/>
                  <a:pt x="213" y="182"/>
                </a:cubicBezTo>
                <a:cubicBezTo>
                  <a:pt x="212" y="183"/>
                  <a:pt x="211" y="182"/>
                  <a:pt x="211" y="184"/>
                </a:cubicBezTo>
                <a:cubicBezTo>
                  <a:pt x="208" y="185"/>
                  <a:pt x="206" y="183"/>
                  <a:pt x="204" y="184"/>
                </a:cubicBezTo>
                <a:cubicBezTo>
                  <a:pt x="203" y="185"/>
                  <a:pt x="203" y="186"/>
                  <a:pt x="202" y="186"/>
                </a:cubicBezTo>
                <a:cubicBezTo>
                  <a:pt x="201" y="187"/>
                  <a:pt x="199" y="186"/>
                  <a:pt x="199" y="186"/>
                </a:cubicBezTo>
                <a:cubicBezTo>
                  <a:pt x="196" y="188"/>
                  <a:pt x="200" y="188"/>
                  <a:pt x="201" y="190"/>
                </a:cubicBezTo>
                <a:cubicBezTo>
                  <a:pt x="202" y="191"/>
                  <a:pt x="202" y="192"/>
                  <a:pt x="203" y="192"/>
                </a:cubicBezTo>
                <a:cubicBezTo>
                  <a:pt x="203" y="193"/>
                  <a:pt x="204" y="194"/>
                  <a:pt x="204" y="195"/>
                </a:cubicBezTo>
                <a:cubicBezTo>
                  <a:pt x="205" y="196"/>
                  <a:pt x="204" y="196"/>
                  <a:pt x="204" y="196"/>
                </a:cubicBezTo>
                <a:cubicBezTo>
                  <a:pt x="204" y="197"/>
                  <a:pt x="204" y="198"/>
                  <a:pt x="204" y="199"/>
                </a:cubicBezTo>
                <a:cubicBezTo>
                  <a:pt x="204" y="201"/>
                  <a:pt x="203" y="201"/>
                  <a:pt x="201" y="201"/>
                </a:cubicBezTo>
                <a:cubicBezTo>
                  <a:pt x="201" y="202"/>
                  <a:pt x="201" y="202"/>
                  <a:pt x="202" y="203"/>
                </a:cubicBezTo>
                <a:cubicBezTo>
                  <a:pt x="200" y="203"/>
                  <a:pt x="200" y="204"/>
                  <a:pt x="200" y="205"/>
                </a:cubicBezTo>
                <a:cubicBezTo>
                  <a:pt x="198" y="206"/>
                  <a:pt x="198" y="205"/>
                  <a:pt x="197" y="207"/>
                </a:cubicBezTo>
                <a:cubicBezTo>
                  <a:pt x="196" y="208"/>
                  <a:pt x="196" y="210"/>
                  <a:pt x="195" y="211"/>
                </a:cubicBezTo>
                <a:cubicBezTo>
                  <a:pt x="194" y="211"/>
                  <a:pt x="192" y="211"/>
                  <a:pt x="193" y="212"/>
                </a:cubicBezTo>
                <a:cubicBezTo>
                  <a:pt x="194" y="213"/>
                  <a:pt x="196" y="213"/>
                  <a:pt x="197" y="213"/>
                </a:cubicBezTo>
                <a:cubicBezTo>
                  <a:pt x="197" y="213"/>
                  <a:pt x="199" y="213"/>
                  <a:pt x="199" y="214"/>
                </a:cubicBezTo>
                <a:cubicBezTo>
                  <a:pt x="199" y="214"/>
                  <a:pt x="198" y="215"/>
                  <a:pt x="198" y="215"/>
                </a:cubicBezTo>
                <a:cubicBezTo>
                  <a:pt x="198" y="216"/>
                  <a:pt x="199" y="217"/>
                  <a:pt x="199" y="218"/>
                </a:cubicBezTo>
                <a:cubicBezTo>
                  <a:pt x="197" y="218"/>
                  <a:pt x="196" y="216"/>
                  <a:pt x="196" y="215"/>
                </a:cubicBezTo>
                <a:cubicBezTo>
                  <a:pt x="193" y="217"/>
                  <a:pt x="196" y="219"/>
                  <a:pt x="197" y="220"/>
                </a:cubicBezTo>
                <a:cubicBezTo>
                  <a:pt x="198" y="221"/>
                  <a:pt x="198" y="222"/>
                  <a:pt x="199" y="223"/>
                </a:cubicBezTo>
                <a:cubicBezTo>
                  <a:pt x="200" y="222"/>
                  <a:pt x="200" y="221"/>
                  <a:pt x="201" y="222"/>
                </a:cubicBezTo>
                <a:cubicBezTo>
                  <a:pt x="202" y="222"/>
                  <a:pt x="203" y="224"/>
                  <a:pt x="202" y="225"/>
                </a:cubicBezTo>
                <a:cubicBezTo>
                  <a:pt x="202" y="225"/>
                  <a:pt x="201" y="225"/>
                  <a:pt x="201" y="225"/>
                </a:cubicBezTo>
                <a:cubicBezTo>
                  <a:pt x="200" y="226"/>
                  <a:pt x="201" y="226"/>
                  <a:pt x="201" y="226"/>
                </a:cubicBezTo>
                <a:cubicBezTo>
                  <a:pt x="202" y="226"/>
                  <a:pt x="202" y="225"/>
                  <a:pt x="203" y="227"/>
                </a:cubicBezTo>
                <a:cubicBezTo>
                  <a:pt x="203" y="227"/>
                  <a:pt x="202" y="228"/>
                  <a:pt x="203" y="228"/>
                </a:cubicBezTo>
                <a:cubicBezTo>
                  <a:pt x="203" y="228"/>
                  <a:pt x="203" y="228"/>
                  <a:pt x="204" y="227"/>
                </a:cubicBezTo>
                <a:cubicBezTo>
                  <a:pt x="206" y="227"/>
                  <a:pt x="202" y="231"/>
                  <a:pt x="202" y="231"/>
                </a:cubicBezTo>
                <a:cubicBezTo>
                  <a:pt x="201" y="233"/>
                  <a:pt x="200" y="236"/>
                  <a:pt x="199" y="233"/>
                </a:cubicBezTo>
                <a:cubicBezTo>
                  <a:pt x="198" y="233"/>
                  <a:pt x="199" y="234"/>
                  <a:pt x="198" y="234"/>
                </a:cubicBezTo>
                <a:cubicBezTo>
                  <a:pt x="198" y="235"/>
                  <a:pt x="197" y="235"/>
                  <a:pt x="197" y="236"/>
                </a:cubicBezTo>
                <a:cubicBezTo>
                  <a:pt x="196" y="237"/>
                  <a:pt x="196" y="238"/>
                  <a:pt x="195" y="238"/>
                </a:cubicBezTo>
                <a:cubicBezTo>
                  <a:pt x="194" y="239"/>
                  <a:pt x="194" y="240"/>
                  <a:pt x="193" y="241"/>
                </a:cubicBezTo>
                <a:cubicBezTo>
                  <a:pt x="192" y="243"/>
                  <a:pt x="191" y="243"/>
                  <a:pt x="191" y="245"/>
                </a:cubicBezTo>
                <a:cubicBezTo>
                  <a:pt x="190" y="248"/>
                  <a:pt x="189" y="251"/>
                  <a:pt x="188" y="253"/>
                </a:cubicBezTo>
                <a:cubicBezTo>
                  <a:pt x="187" y="254"/>
                  <a:pt x="187" y="255"/>
                  <a:pt x="187" y="256"/>
                </a:cubicBezTo>
                <a:cubicBezTo>
                  <a:pt x="187" y="257"/>
                  <a:pt x="187" y="257"/>
                  <a:pt x="187" y="258"/>
                </a:cubicBezTo>
                <a:cubicBezTo>
                  <a:pt x="186" y="258"/>
                  <a:pt x="186" y="257"/>
                  <a:pt x="186" y="257"/>
                </a:cubicBezTo>
                <a:cubicBezTo>
                  <a:pt x="184" y="257"/>
                  <a:pt x="184" y="258"/>
                  <a:pt x="184" y="258"/>
                </a:cubicBezTo>
                <a:cubicBezTo>
                  <a:pt x="183" y="258"/>
                  <a:pt x="182" y="258"/>
                  <a:pt x="181" y="259"/>
                </a:cubicBezTo>
                <a:cubicBezTo>
                  <a:pt x="181" y="260"/>
                  <a:pt x="182" y="264"/>
                  <a:pt x="180" y="262"/>
                </a:cubicBezTo>
                <a:cubicBezTo>
                  <a:pt x="179" y="262"/>
                  <a:pt x="180" y="260"/>
                  <a:pt x="179" y="260"/>
                </a:cubicBezTo>
                <a:cubicBezTo>
                  <a:pt x="178" y="261"/>
                  <a:pt x="178" y="262"/>
                  <a:pt x="178" y="263"/>
                </a:cubicBezTo>
                <a:cubicBezTo>
                  <a:pt x="177" y="265"/>
                  <a:pt x="177" y="264"/>
                  <a:pt x="175" y="264"/>
                </a:cubicBezTo>
                <a:cubicBezTo>
                  <a:pt x="174" y="263"/>
                  <a:pt x="172" y="264"/>
                  <a:pt x="173" y="266"/>
                </a:cubicBezTo>
                <a:cubicBezTo>
                  <a:pt x="172" y="264"/>
                  <a:pt x="170" y="267"/>
                  <a:pt x="169" y="269"/>
                </a:cubicBezTo>
                <a:cubicBezTo>
                  <a:pt x="168" y="271"/>
                  <a:pt x="167" y="276"/>
                  <a:pt x="165" y="271"/>
                </a:cubicBezTo>
                <a:cubicBezTo>
                  <a:pt x="165" y="270"/>
                  <a:pt x="164" y="267"/>
                  <a:pt x="162" y="267"/>
                </a:cubicBezTo>
                <a:cubicBezTo>
                  <a:pt x="161" y="268"/>
                  <a:pt x="164" y="273"/>
                  <a:pt x="164" y="274"/>
                </a:cubicBezTo>
                <a:cubicBezTo>
                  <a:pt x="162" y="275"/>
                  <a:pt x="161" y="272"/>
                  <a:pt x="160" y="273"/>
                </a:cubicBezTo>
                <a:cubicBezTo>
                  <a:pt x="160" y="273"/>
                  <a:pt x="159" y="272"/>
                  <a:pt x="159" y="272"/>
                </a:cubicBezTo>
                <a:cubicBezTo>
                  <a:pt x="157" y="273"/>
                  <a:pt x="160" y="276"/>
                  <a:pt x="159" y="278"/>
                </a:cubicBezTo>
                <a:cubicBezTo>
                  <a:pt x="158" y="278"/>
                  <a:pt x="158" y="278"/>
                  <a:pt x="157" y="278"/>
                </a:cubicBezTo>
                <a:cubicBezTo>
                  <a:pt x="156" y="279"/>
                  <a:pt x="156" y="281"/>
                  <a:pt x="156" y="282"/>
                </a:cubicBezTo>
                <a:cubicBezTo>
                  <a:pt x="154" y="282"/>
                  <a:pt x="155" y="285"/>
                  <a:pt x="154" y="284"/>
                </a:cubicBezTo>
                <a:cubicBezTo>
                  <a:pt x="152" y="284"/>
                  <a:pt x="153" y="281"/>
                  <a:pt x="151" y="281"/>
                </a:cubicBezTo>
                <a:cubicBezTo>
                  <a:pt x="149" y="281"/>
                  <a:pt x="148" y="282"/>
                  <a:pt x="149" y="283"/>
                </a:cubicBezTo>
                <a:cubicBezTo>
                  <a:pt x="150" y="283"/>
                  <a:pt x="153" y="283"/>
                  <a:pt x="151" y="284"/>
                </a:cubicBezTo>
                <a:cubicBezTo>
                  <a:pt x="150" y="285"/>
                  <a:pt x="148" y="284"/>
                  <a:pt x="147" y="284"/>
                </a:cubicBezTo>
                <a:cubicBezTo>
                  <a:pt x="146" y="284"/>
                  <a:pt x="146" y="286"/>
                  <a:pt x="146" y="287"/>
                </a:cubicBezTo>
                <a:cubicBezTo>
                  <a:pt x="146" y="287"/>
                  <a:pt x="145" y="288"/>
                  <a:pt x="145" y="289"/>
                </a:cubicBezTo>
                <a:cubicBezTo>
                  <a:pt x="144" y="290"/>
                  <a:pt x="144" y="290"/>
                  <a:pt x="143" y="291"/>
                </a:cubicBezTo>
                <a:cubicBezTo>
                  <a:pt x="142" y="291"/>
                  <a:pt x="141" y="291"/>
                  <a:pt x="140" y="292"/>
                </a:cubicBezTo>
                <a:cubicBezTo>
                  <a:pt x="141" y="292"/>
                  <a:pt x="143" y="293"/>
                  <a:pt x="145" y="293"/>
                </a:cubicBezTo>
                <a:cubicBezTo>
                  <a:pt x="144" y="295"/>
                  <a:pt x="140" y="293"/>
                  <a:pt x="142" y="296"/>
                </a:cubicBezTo>
                <a:cubicBezTo>
                  <a:pt x="143" y="297"/>
                  <a:pt x="145" y="297"/>
                  <a:pt x="144" y="299"/>
                </a:cubicBezTo>
                <a:cubicBezTo>
                  <a:pt x="143" y="299"/>
                  <a:pt x="141" y="300"/>
                  <a:pt x="141" y="300"/>
                </a:cubicBezTo>
                <a:cubicBezTo>
                  <a:pt x="140" y="300"/>
                  <a:pt x="140" y="298"/>
                  <a:pt x="139" y="298"/>
                </a:cubicBezTo>
                <a:cubicBezTo>
                  <a:pt x="138" y="298"/>
                  <a:pt x="138" y="300"/>
                  <a:pt x="138" y="301"/>
                </a:cubicBezTo>
                <a:cubicBezTo>
                  <a:pt x="137" y="303"/>
                  <a:pt x="136" y="300"/>
                  <a:pt x="135" y="299"/>
                </a:cubicBezTo>
                <a:cubicBezTo>
                  <a:pt x="132" y="301"/>
                  <a:pt x="131" y="294"/>
                  <a:pt x="129" y="293"/>
                </a:cubicBezTo>
                <a:cubicBezTo>
                  <a:pt x="128" y="295"/>
                  <a:pt x="130" y="298"/>
                  <a:pt x="132" y="300"/>
                </a:cubicBezTo>
                <a:cubicBezTo>
                  <a:pt x="133" y="301"/>
                  <a:pt x="135" y="304"/>
                  <a:pt x="134" y="306"/>
                </a:cubicBezTo>
                <a:cubicBezTo>
                  <a:pt x="134" y="306"/>
                  <a:pt x="133" y="306"/>
                  <a:pt x="133" y="307"/>
                </a:cubicBezTo>
                <a:cubicBezTo>
                  <a:pt x="132" y="308"/>
                  <a:pt x="133" y="308"/>
                  <a:pt x="133" y="309"/>
                </a:cubicBezTo>
                <a:cubicBezTo>
                  <a:pt x="134" y="310"/>
                  <a:pt x="134" y="310"/>
                  <a:pt x="133" y="311"/>
                </a:cubicBezTo>
                <a:cubicBezTo>
                  <a:pt x="132" y="312"/>
                  <a:pt x="132" y="313"/>
                  <a:pt x="131" y="314"/>
                </a:cubicBezTo>
                <a:cubicBezTo>
                  <a:pt x="130" y="314"/>
                  <a:pt x="130" y="314"/>
                  <a:pt x="129" y="314"/>
                </a:cubicBezTo>
                <a:cubicBezTo>
                  <a:pt x="128" y="314"/>
                  <a:pt x="128" y="314"/>
                  <a:pt x="128" y="315"/>
                </a:cubicBezTo>
                <a:cubicBezTo>
                  <a:pt x="127" y="315"/>
                  <a:pt x="128" y="316"/>
                  <a:pt x="127" y="316"/>
                </a:cubicBezTo>
                <a:cubicBezTo>
                  <a:pt x="127" y="316"/>
                  <a:pt x="126" y="316"/>
                  <a:pt x="126" y="315"/>
                </a:cubicBezTo>
                <a:cubicBezTo>
                  <a:pt x="125" y="315"/>
                  <a:pt x="124" y="313"/>
                  <a:pt x="123" y="313"/>
                </a:cubicBezTo>
                <a:cubicBezTo>
                  <a:pt x="120" y="313"/>
                  <a:pt x="121" y="314"/>
                  <a:pt x="121" y="316"/>
                </a:cubicBezTo>
                <a:cubicBezTo>
                  <a:pt x="122" y="317"/>
                  <a:pt x="121" y="319"/>
                  <a:pt x="122" y="321"/>
                </a:cubicBezTo>
                <a:cubicBezTo>
                  <a:pt x="122" y="321"/>
                  <a:pt x="123" y="321"/>
                  <a:pt x="123" y="321"/>
                </a:cubicBezTo>
                <a:cubicBezTo>
                  <a:pt x="123" y="322"/>
                  <a:pt x="123" y="323"/>
                  <a:pt x="123" y="323"/>
                </a:cubicBezTo>
                <a:cubicBezTo>
                  <a:pt x="124" y="324"/>
                  <a:pt x="126" y="324"/>
                  <a:pt x="126" y="325"/>
                </a:cubicBezTo>
                <a:cubicBezTo>
                  <a:pt x="126" y="326"/>
                  <a:pt x="125" y="326"/>
                  <a:pt x="125" y="327"/>
                </a:cubicBezTo>
                <a:cubicBezTo>
                  <a:pt x="124" y="328"/>
                  <a:pt x="124" y="328"/>
                  <a:pt x="124" y="329"/>
                </a:cubicBezTo>
                <a:cubicBezTo>
                  <a:pt x="124" y="331"/>
                  <a:pt x="124" y="333"/>
                  <a:pt x="123" y="335"/>
                </a:cubicBezTo>
                <a:cubicBezTo>
                  <a:pt x="122" y="336"/>
                  <a:pt x="121" y="337"/>
                  <a:pt x="121" y="337"/>
                </a:cubicBezTo>
                <a:cubicBezTo>
                  <a:pt x="121" y="339"/>
                  <a:pt x="121" y="338"/>
                  <a:pt x="121" y="340"/>
                </a:cubicBezTo>
                <a:cubicBezTo>
                  <a:pt x="121" y="340"/>
                  <a:pt x="121" y="341"/>
                  <a:pt x="121" y="342"/>
                </a:cubicBezTo>
                <a:cubicBezTo>
                  <a:pt x="121" y="342"/>
                  <a:pt x="122" y="342"/>
                  <a:pt x="122" y="343"/>
                </a:cubicBezTo>
                <a:cubicBezTo>
                  <a:pt x="122" y="343"/>
                  <a:pt x="122" y="344"/>
                  <a:pt x="122" y="344"/>
                </a:cubicBezTo>
                <a:cubicBezTo>
                  <a:pt x="122" y="346"/>
                  <a:pt x="123" y="345"/>
                  <a:pt x="124" y="347"/>
                </a:cubicBezTo>
                <a:cubicBezTo>
                  <a:pt x="125" y="348"/>
                  <a:pt x="124" y="350"/>
                  <a:pt x="123" y="349"/>
                </a:cubicBezTo>
                <a:cubicBezTo>
                  <a:pt x="122" y="349"/>
                  <a:pt x="121" y="347"/>
                  <a:pt x="120" y="346"/>
                </a:cubicBezTo>
                <a:cubicBezTo>
                  <a:pt x="118" y="346"/>
                  <a:pt x="120" y="348"/>
                  <a:pt x="119" y="349"/>
                </a:cubicBezTo>
                <a:cubicBezTo>
                  <a:pt x="117" y="349"/>
                  <a:pt x="119" y="353"/>
                  <a:pt x="117" y="351"/>
                </a:cubicBezTo>
                <a:cubicBezTo>
                  <a:pt x="115" y="353"/>
                  <a:pt x="117" y="354"/>
                  <a:pt x="118" y="356"/>
                </a:cubicBezTo>
                <a:cubicBezTo>
                  <a:pt x="119" y="358"/>
                  <a:pt x="116" y="359"/>
                  <a:pt x="118" y="361"/>
                </a:cubicBezTo>
                <a:cubicBezTo>
                  <a:pt x="120" y="363"/>
                  <a:pt x="118" y="363"/>
                  <a:pt x="118" y="366"/>
                </a:cubicBezTo>
                <a:cubicBezTo>
                  <a:pt x="118" y="366"/>
                  <a:pt x="118" y="367"/>
                  <a:pt x="118" y="368"/>
                </a:cubicBezTo>
                <a:cubicBezTo>
                  <a:pt x="118" y="369"/>
                  <a:pt x="117" y="370"/>
                  <a:pt x="118" y="371"/>
                </a:cubicBezTo>
                <a:cubicBezTo>
                  <a:pt x="118" y="373"/>
                  <a:pt x="118" y="374"/>
                  <a:pt x="118" y="376"/>
                </a:cubicBezTo>
                <a:cubicBezTo>
                  <a:pt x="118" y="378"/>
                  <a:pt x="119" y="379"/>
                  <a:pt x="120" y="381"/>
                </a:cubicBezTo>
                <a:cubicBezTo>
                  <a:pt x="120" y="382"/>
                  <a:pt x="121" y="386"/>
                  <a:pt x="120" y="386"/>
                </a:cubicBezTo>
                <a:cubicBezTo>
                  <a:pt x="120" y="387"/>
                  <a:pt x="118" y="387"/>
                  <a:pt x="118" y="389"/>
                </a:cubicBezTo>
                <a:cubicBezTo>
                  <a:pt x="118" y="390"/>
                  <a:pt x="121" y="391"/>
                  <a:pt x="122" y="391"/>
                </a:cubicBezTo>
                <a:cubicBezTo>
                  <a:pt x="123" y="391"/>
                  <a:pt x="124" y="389"/>
                  <a:pt x="126" y="391"/>
                </a:cubicBezTo>
                <a:cubicBezTo>
                  <a:pt x="128" y="392"/>
                  <a:pt x="127" y="393"/>
                  <a:pt x="127" y="394"/>
                </a:cubicBezTo>
                <a:cubicBezTo>
                  <a:pt x="127" y="396"/>
                  <a:pt x="128" y="397"/>
                  <a:pt x="129" y="396"/>
                </a:cubicBezTo>
                <a:cubicBezTo>
                  <a:pt x="130" y="395"/>
                  <a:pt x="129" y="393"/>
                  <a:pt x="130" y="393"/>
                </a:cubicBezTo>
                <a:cubicBezTo>
                  <a:pt x="132" y="391"/>
                  <a:pt x="133" y="392"/>
                  <a:pt x="134" y="393"/>
                </a:cubicBezTo>
                <a:cubicBezTo>
                  <a:pt x="134" y="394"/>
                  <a:pt x="133" y="395"/>
                  <a:pt x="134" y="396"/>
                </a:cubicBezTo>
                <a:cubicBezTo>
                  <a:pt x="134" y="396"/>
                  <a:pt x="135" y="397"/>
                  <a:pt x="136" y="397"/>
                </a:cubicBezTo>
                <a:cubicBezTo>
                  <a:pt x="137" y="398"/>
                  <a:pt x="137" y="399"/>
                  <a:pt x="138" y="400"/>
                </a:cubicBezTo>
                <a:cubicBezTo>
                  <a:pt x="138" y="400"/>
                  <a:pt x="138" y="400"/>
                  <a:pt x="138" y="401"/>
                </a:cubicBezTo>
                <a:cubicBezTo>
                  <a:pt x="138" y="401"/>
                  <a:pt x="138" y="402"/>
                  <a:pt x="138" y="402"/>
                </a:cubicBezTo>
                <a:cubicBezTo>
                  <a:pt x="141" y="403"/>
                  <a:pt x="141" y="400"/>
                  <a:pt x="141" y="399"/>
                </a:cubicBezTo>
                <a:cubicBezTo>
                  <a:pt x="141" y="397"/>
                  <a:pt x="141" y="394"/>
                  <a:pt x="142" y="396"/>
                </a:cubicBezTo>
                <a:cubicBezTo>
                  <a:pt x="143" y="398"/>
                  <a:pt x="143" y="400"/>
                  <a:pt x="144" y="401"/>
                </a:cubicBezTo>
                <a:cubicBezTo>
                  <a:pt x="144" y="402"/>
                  <a:pt x="145" y="402"/>
                  <a:pt x="145" y="403"/>
                </a:cubicBezTo>
                <a:cubicBezTo>
                  <a:pt x="145" y="404"/>
                  <a:pt x="144" y="403"/>
                  <a:pt x="143" y="403"/>
                </a:cubicBezTo>
                <a:cubicBezTo>
                  <a:pt x="142" y="405"/>
                  <a:pt x="146" y="405"/>
                  <a:pt x="145" y="406"/>
                </a:cubicBezTo>
                <a:cubicBezTo>
                  <a:pt x="145" y="407"/>
                  <a:pt x="142" y="405"/>
                  <a:pt x="143" y="408"/>
                </a:cubicBezTo>
                <a:cubicBezTo>
                  <a:pt x="143" y="408"/>
                  <a:pt x="144" y="408"/>
                  <a:pt x="145" y="409"/>
                </a:cubicBezTo>
                <a:cubicBezTo>
                  <a:pt x="145" y="410"/>
                  <a:pt x="145" y="411"/>
                  <a:pt x="145" y="412"/>
                </a:cubicBezTo>
                <a:cubicBezTo>
                  <a:pt x="146" y="413"/>
                  <a:pt x="146" y="411"/>
                  <a:pt x="147" y="410"/>
                </a:cubicBezTo>
                <a:cubicBezTo>
                  <a:pt x="150" y="410"/>
                  <a:pt x="150" y="417"/>
                  <a:pt x="153" y="419"/>
                </a:cubicBezTo>
                <a:cubicBezTo>
                  <a:pt x="154" y="420"/>
                  <a:pt x="156" y="421"/>
                  <a:pt x="154" y="422"/>
                </a:cubicBezTo>
                <a:cubicBezTo>
                  <a:pt x="152" y="423"/>
                  <a:pt x="150" y="422"/>
                  <a:pt x="150" y="424"/>
                </a:cubicBezTo>
                <a:cubicBezTo>
                  <a:pt x="150" y="426"/>
                  <a:pt x="154" y="423"/>
                  <a:pt x="155" y="424"/>
                </a:cubicBezTo>
                <a:cubicBezTo>
                  <a:pt x="156" y="426"/>
                  <a:pt x="152" y="426"/>
                  <a:pt x="151" y="426"/>
                </a:cubicBezTo>
                <a:cubicBezTo>
                  <a:pt x="149" y="427"/>
                  <a:pt x="148" y="429"/>
                  <a:pt x="147" y="430"/>
                </a:cubicBezTo>
                <a:cubicBezTo>
                  <a:pt x="145" y="431"/>
                  <a:pt x="144" y="435"/>
                  <a:pt x="142" y="435"/>
                </a:cubicBezTo>
                <a:cubicBezTo>
                  <a:pt x="140" y="436"/>
                  <a:pt x="140" y="437"/>
                  <a:pt x="139" y="438"/>
                </a:cubicBezTo>
                <a:cubicBezTo>
                  <a:pt x="138" y="440"/>
                  <a:pt x="136" y="440"/>
                  <a:pt x="134" y="440"/>
                </a:cubicBezTo>
                <a:cubicBezTo>
                  <a:pt x="130" y="441"/>
                  <a:pt x="130" y="436"/>
                  <a:pt x="127" y="435"/>
                </a:cubicBezTo>
                <a:cubicBezTo>
                  <a:pt x="126" y="434"/>
                  <a:pt x="126" y="434"/>
                  <a:pt x="125" y="434"/>
                </a:cubicBezTo>
                <a:cubicBezTo>
                  <a:pt x="125" y="434"/>
                  <a:pt x="124" y="433"/>
                  <a:pt x="124" y="433"/>
                </a:cubicBezTo>
                <a:cubicBezTo>
                  <a:pt x="122" y="432"/>
                  <a:pt x="122" y="434"/>
                  <a:pt x="120" y="435"/>
                </a:cubicBezTo>
                <a:cubicBezTo>
                  <a:pt x="119" y="435"/>
                  <a:pt x="117" y="434"/>
                  <a:pt x="116" y="433"/>
                </a:cubicBezTo>
                <a:cubicBezTo>
                  <a:pt x="114" y="432"/>
                  <a:pt x="115" y="431"/>
                  <a:pt x="113" y="432"/>
                </a:cubicBezTo>
                <a:cubicBezTo>
                  <a:pt x="111" y="429"/>
                  <a:pt x="110" y="433"/>
                  <a:pt x="108" y="432"/>
                </a:cubicBezTo>
                <a:cubicBezTo>
                  <a:pt x="106" y="432"/>
                  <a:pt x="104" y="429"/>
                  <a:pt x="104" y="432"/>
                </a:cubicBezTo>
                <a:cubicBezTo>
                  <a:pt x="104" y="433"/>
                  <a:pt x="104" y="433"/>
                  <a:pt x="103" y="434"/>
                </a:cubicBezTo>
                <a:cubicBezTo>
                  <a:pt x="103" y="434"/>
                  <a:pt x="101" y="434"/>
                  <a:pt x="100" y="434"/>
                </a:cubicBezTo>
                <a:cubicBezTo>
                  <a:pt x="99" y="435"/>
                  <a:pt x="96" y="433"/>
                  <a:pt x="95" y="434"/>
                </a:cubicBezTo>
                <a:cubicBezTo>
                  <a:pt x="93" y="435"/>
                  <a:pt x="99" y="436"/>
                  <a:pt x="100" y="437"/>
                </a:cubicBezTo>
                <a:cubicBezTo>
                  <a:pt x="102" y="437"/>
                  <a:pt x="105" y="435"/>
                  <a:pt x="108" y="437"/>
                </a:cubicBezTo>
                <a:cubicBezTo>
                  <a:pt x="108" y="437"/>
                  <a:pt x="111" y="441"/>
                  <a:pt x="112" y="439"/>
                </a:cubicBezTo>
                <a:cubicBezTo>
                  <a:pt x="112" y="437"/>
                  <a:pt x="109" y="437"/>
                  <a:pt x="109" y="435"/>
                </a:cubicBezTo>
                <a:cubicBezTo>
                  <a:pt x="112" y="434"/>
                  <a:pt x="114" y="438"/>
                  <a:pt x="116" y="440"/>
                </a:cubicBezTo>
                <a:cubicBezTo>
                  <a:pt x="117" y="440"/>
                  <a:pt x="118" y="440"/>
                  <a:pt x="119" y="441"/>
                </a:cubicBezTo>
                <a:cubicBezTo>
                  <a:pt x="120" y="442"/>
                  <a:pt x="120" y="443"/>
                  <a:pt x="121" y="444"/>
                </a:cubicBezTo>
                <a:cubicBezTo>
                  <a:pt x="122" y="443"/>
                  <a:pt x="121" y="442"/>
                  <a:pt x="123" y="442"/>
                </a:cubicBezTo>
                <a:cubicBezTo>
                  <a:pt x="124" y="442"/>
                  <a:pt x="124" y="444"/>
                  <a:pt x="126" y="444"/>
                </a:cubicBezTo>
                <a:cubicBezTo>
                  <a:pt x="127" y="444"/>
                  <a:pt x="127" y="443"/>
                  <a:pt x="128" y="443"/>
                </a:cubicBezTo>
                <a:cubicBezTo>
                  <a:pt x="130" y="444"/>
                  <a:pt x="130" y="444"/>
                  <a:pt x="131" y="443"/>
                </a:cubicBezTo>
                <a:cubicBezTo>
                  <a:pt x="132" y="442"/>
                  <a:pt x="132" y="442"/>
                  <a:pt x="133" y="441"/>
                </a:cubicBezTo>
                <a:cubicBezTo>
                  <a:pt x="134" y="441"/>
                  <a:pt x="135" y="441"/>
                  <a:pt x="136" y="441"/>
                </a:cubicBezTo>
                <a:cubicBezTo>
                  <a:pt x="137" y="442"/>
                  <a:pt x="137" y="442"/>
                  <a:pt x="137" y="442"/>
                </a:cubicBezTo>
                <a:cubicBezTo>
                  <a:pt x="138" y="442"/>
                  <a:pt x="138" y="441"/>
                  <a:pt x="139" y="441"/>
                </a:cubicBezTo>
                <a:cubicBezTo>
                  <a:pt x="139" y="442"/>
                  <a:pt x="139" y="443"/>
                  <a:pt x="139" y="444"/>
                </a:cubicBezTo>
                <a:cubicBezTo>
                  <a:pt x="140" y="445"/>
                  <a:pt x="141" y="445"/>
                  <a:pt x="141" y="447"/>
                </a:cubicBezTo>
                <a:cubicBezTo>
                  <a:pt x="142" y="448"/>
                  <a:pt x="141" y="449"/>
                  <a:pt x="140" y="450"/>
                </a:cubicBezTo>
                <a:cubicBezTo>
                  <a:pt x="139" y="451"/>
                  <a:pt x="137" y="451"/>
                  <a:pt x="136" y="452"/>
                </a:cubicBezTo>
                <a:cubicBezTo>
                  <a:pt x="135" y="453"/>
                  <a:pt x="134" y="454"/>
                  <a:pt x="133" y="455"/>
                </a:cubicBezTo>
                <a:cubicBezTo>
                  <a:pt x="133" y="455"/>
                  <a:pt x="133" y="457"/>
                  <a:pt x="131" y="457"/>
                </a:cubicBezTo>
                <a:cubicBezTo>
                  <a:pt x="130" y="457"/>
                  <a:pt x="130" y="456"/>
                  <a:pt x="130" y="455"/>
                </a:cubicBezTo>
                <a:cubicBezTo>
                  <a:pt x="129" y="453"/>
                  <a:pt x="130" y="450"/>
                  <a:pt x="128" y="449"/>
                </a:cubicBezTo>
                <a:cubicBezTo>
                  <a:pt x="126" y="450"/>
                  <a:pt x="126" y="453"/>
                  <a:pt x="126" y="455"/>
                </a:cubicBezTo>
                <a:cubicBezTo>
                  <a:pt x="126" y="456"/>
                  <a:pt x="127" y="456"/>
                  <a:pt x="127" y="457"/>
                </a:cubicBezTo>
                <a:cubicBezTo>
                  <a:pt x="126" y="459"/>
                  <a:pt x="126" y="458"/>
                  <a:pt x="125" y="459"/>
                </a:cubicBezTo>
                <a:cubicBezTo>
                  <a:pt x="123" y="461"/>
                  <a:pt x="120" y="466"/>
                  <a:pt x="116" y="463"/>
                </a:cubicBezTo>
                <a:cubicBezTo>
                  <a:pt x="115" y="464"/>
                  <a:pt x="116" y="465"/>
                  <a:pt x="116" y="466"/>
                </a:cubicBezTo>
                <a:cubicBezTo>
                  <a:pt x="115" y="467"/>
                  <a:pt x="115" y="467"/>
                  <a:pt x="114" y="467"/>
                </a:cubicBezTo>
                <a:cubicBezTo>
                  <a:pt x="112" y="469"/>
                  <a:pt x="112" y="468"/>
                  <a:pt x="109" y="468"/>
                </a:cubicBezTo>
                <a:cubicBezTo>
                  <a:pt x="107" y="467"/>
                  <a:pt x="104" y="467"/>
                  <a:pt x="102" y="467"/>
                </a:cubicBezTo>
                <a:cubicBezTo>
                  <a:pt x="100" y="467"/>
                  <a:pt x="98" y="467"/>
                  <a:pt x="100" y="468"/>
                </a:cubicBezTo>
                <a:cubicBezTo>
                  <a:pt x="102" y="469"/>
                  <a:pt x="105" y="468"/>
                  <a:pt x="107" y="469"/>
                </a:cubicBezTo>
                <a:cubicBezTo>
                  <a:pt x="108" y="469"/>
                  <a:pt x="111" y="471"/>
                  <a:pt x="112" y="472"/>
                </a:cubicBezTo>
                <a:cubicBezTo>
                  <a:pt x="115" y="477"/>
                  <a:pt x="105" y="473"/>
                  <a:pt x="104" y="474"/>
                </a:cubicBezTo>
                <a:cubicBezTo>
                  <a:pt x="104" y="474"/>
                  <a:pt x="109" y="477"/>
                  <a:pt x="109" y="478"/>
                </a:cubicBezTo>
                <a:cubicBezTo>
                  <a:pt x="110" y="477"/>
                  <a:pt x="112" y="477"/>
                  <a:pt x="112" y="479"/>
                </a:cubicBezTo>
                <a:cubicBezTo>
                  <a:pt x="112" y="481"/>
                  <a:pt x="111" y="480"/>
                  <a:pt x="109" y="480"/>
                </a:cubicBezTo>
                <a:cubicBezTo>
                  <a:pt x="109" y="481"/>
                  <a:pt x="111" y="482"/>
                  <a:pt x="111" y="483"/>
                </a:cubicBezTo>
                <a:cubicBezTo>
                  <a:pt x="111" y="484"/>
                  <a:pt x="111" y="485"/>
                  <a:pt x="111" y="486"/>
                </a:cubicBezTo>
                <a:cubicBezTo>
                  <a:pt x="109" y="486"/>
                  <a:pt x="108" y="483"/>
                  <a:pt x="107" y="484"/>
                </a:cubicBezTo>
                <a:cubicBezTo>
                  <a:pt x="107" y="485"/>
                  <a:pt x="109" y="488"/>
                  <a:pt x="109" y="489"/>
                </a:cubicBezTo>
                <a:cubicBezTo>
                  <a:pt x="109" y="491"/>
                  <a:pt x="108" y="491"/>
                  <a:pt x="108" y="492"/>
                </a:cubicBezTo>
                <a:cubicBezTo>
                  <a:pt x="109" y="493"/>
                  <a:pt x="110" y="494"/>
                  <a:pt x="109" y="495"/>
                </a:cubicBezTo>
                <a:cubicBezTo>
                  <a:pt x="107" y="497"/>
                  <a:pt x="106" y="493"/>
                  <a:pt x="105" y="492"/>
                </a:cubicBezTo>
                <a:cubicBezTo>
                  <a:pt x="105" y="493"/>
                  <a:pt x="105" y="494"/>
                  <a:pt x="105" y="495"/>
                </a:cubicBezTo>
                <a:cubicBezTo>
                  <a:pt x="105" y="495"/>
                  <a:pt x="104" y="495"/>
                  <a:pt x="104" y="495"/>
                </a:cubicBezTo>
                <a:cubicBezTo>
                  <a:pt x="103" y="497"/>
                  <a:pt x="106" y="498"/>
                  <a:pt x="107" y="499"/>
                </a:cubicBezTo>
                <a:cubicBezTo>
                  <a:pt x="107" y="499"/>
                  <a:pt x="108" y="502"/>
                  <a:pt x="108" y="502"/>
                </a:cubicBezTo>
                <a:cubicBezTo>
                  <a:pt x="108" y="503"/>
                  <a:pt x="107" y="502"/>
                  <a:pt x="107" y="503"/>
                </a:cubicBezTo>
                <a:cubicBezTo>
                  <a:pt x="107" y="504"/>
                  <a:pt x="107" y="504"/>
                  <a:pt x="106" y="505"/>
                </a:cubicBezTo>
                <a:cubicBezTo>
                  <a:pt x="106" y="506"/>
                  <a:pt x="105" y="505"/>
                  <a:pt x="104" y="506"/>
                </a:cubicBezTo>
                <a:cubicBezTo>
                  <a:pt x="104" y="508"/>
                  <a:pt x="106" y="507"/>
                  <a:pt x="107" y="508"/>
                </a:cubicBezTo>
                <a:cubicBezTo>
                  <a:pt x="108" y="509"/>
                  <a:pt x="108" y="510"/>
                  <a:pt x="108" y="512"/>
                </a:cubicBezTo>
                <a:cubicBezTo>
                  <a:pt x="108" y="513"/>
                  <a:pt x="107" y="513"/>
                  <a:pt x="107" y="514"/>
                </a:cubicBezTo>
                <a:cubicBezTo>
                  <a:pt x="106" y="515"/>
                  <a:pt x="106" y="516"/>
                  <a:pt x="106" y="516"/>
                </a:cubicBezTo>
                <a:cubicBezTo>
                  <a:pt x="105" y="518"/>
                  <a:pt x="103" y="520"/>
                  <a:pt x="104" y="522"/>
                </a:cubicBezTo>
                <a:cubicBezTo>
                  <a:pt x="104" y="523"/>
                  <a:pt x="108" y="527"/>
                  <a:pt x="105" y="527"/>
                </a:cubicBezTo>
                <a:cubicBezTo>
                  <a:pt x="104" y="528"/>
                  <a:pt x="104" y="530"/>
                  <a:pt x="103" y="532"/>
                </a:cubicBezTo>
                <a:cubicBezTo>
                  <a:pt x="103" y="533"/>
                  <a:pt x="103" y="534"/>
                  <a:pt x="103" y="535"/>
                </a:cubicBezTo>
                <a:cubicBezTo>
                  <a:pt x="103" y="535"/>
                  <a:pt x="103" y="535"/>
                  <a:pt x="103" y="536"/>
                </a:cubicBezTo>
                <a:cubicBezTo>
                  <a:pt x="103" y="536"/>
                  <a:pt x="103" y="536"/>
                  <a:pt x="103" y="536"/>
                </a:cubicBezTo>
                <a:cubicBezTo>
                  <a:pt x="102" y="536"/>
                  <a:pt x="102" y="537"/>
                  <a:pt x="102" y="537"/>
                </a:cubicBezTo>
                <a:cubicBezTo>
                  <a:pt x="102" y="538"/>
                  <a:pt x="103" y="539"/>
                  <a:pt x="102" y="540"/>
                </a:cubicBezTo>
                <a:cubicBezTo>
                  <a:pt x="101" y="541"/>
                  <a:pt x="100" y="540"/>
                  <a:pt x="99" y="542"/>
                </a:cubicBezTo>
                <a:cubicBezTo>
                  <a:pt x="99" y="543"/>
                  <a:pt x="99" y="544"/>
                  <a:pt x="98" y="545"/>
                </a:cubicBezTo>
                <a:cubicBezTo>
                  <a:pt x="98" y="545"/>
                  <a:pt x="97" y="546"/>
                  <a:pt x="97" y="547"/>
                </a:cubicBezTo>
                <a:cubicBezTo>
                  <a:pt x="97" y="547"/>
                  <a:pt x="97" y="549"/>
                  <a:pt x="97" y="550"/>
                </a:cubicBezTo>
                <a:cubicBezTo>
                  <a:pt x="97" y="551"/>
                  <a:pt x="96" y="552"/>
                  <a:pt x="96" y="553"/>
                </a:cubicBezTo>
                <a:cubicBezTo>
                  <a:pt x="95" y="555"/>
                  <a:pt x="95" y="556"/>
                  <a:pt x="94" y="558"/>
                </a:cubicBezTo>
                <a:cubicBezTo>
                  <a:pt x="93" y="559"/>
                  <a:pt x="91" y="562"/>
                  <a:pt x="91" y="559"/>
                </a:cubicBezTo>
                <a:cubicBezTo>
                  <a:pt x="90" y="558"/>
                  <a:pt x="85" y="555"/>
                  <a:pt x="85" y="557"/>
                </a:cubicBezTo>
                <a:cubicBezTo>
                  <a:pt x="84" y="557"/>
                  <a:pt x="83" y="557"/>
                  <a:pt x="83" y="557"/>
                </a:cubicBezTo>
                <a:cubicBezTo>
                  <a:pt x="82" y="558"/>
                  <a:pt x="82" y="558"/>
                  <a:pt x="81" y="558"/>
                </a:cubicBezTo>
                <a:cubicBezTo>
                  <a:pt x="81" y="558"/>
                  <a:pt x="80" y="558"/>
                  <a:pt x="80" y="558"/>
                </a:cubicBezTo>
                <a:cubicBezTo>
                  <a:pt x="79" y="557"/>
                  <a:pt x="78" y="558"/>
                  <a:pt x="77" y="558"/>
                </a:cubicBezTo>
                <a:cubicBezTo>
                  <a:pt x="76" y="558"/>
                  <a:pt x="75" y="558"/>
                  <a:pt x="73" y="558"/>
                </a:cubicBezTo>
                <a:cubicBezTo>
                  <a:pt x="72" y="558"/>
                  <a:pt x="70" y="558"/>
                  <a:pt x="68" y="558"/>
                </a:cubicBezTo>
                <a:cubicBezTo>
                  <a:pt x="68" y="559"/>
                  <a:pt x="72" y="561"/>
                  <a:pt x="70" y="563"/>
                </a:cubicBezTo>
                <a:cubicBezTo>
                  <a:pt x="69" y="564"/>
                  <a:pt x="67" y="561"/>
                  <a:pt x="65" y="562"/>
                </a:cubicBezTo>
                <a:cubicBezTo>
                  <a:pt x="65" y="562"/>
                  <a:pt x="65" y="562"/>
                  <a:pt x="65" y="563"/>
                </a:cubicBezTo>
                <a:cubicBezTo>
                  <a:pt x="63" y="565"/>
                  <a:pt x="59" y="569"/>
                  <a:pt x="60" y="573"/>
                </a:cubicBezTo>
                <a:cubicBezTo>
                  <a:pt x="60" y="575"/>
                  <a:pt x="63" y="578"/>
                  <a:pt x="63" y="580"/>
                </a:cubicBezTo>
                <a:cubicBezTo>
                  <a:pt x="62" y="581"/>
                  <a:pt x="61" y="583"/>
                  <a:pt x="60" y="584"/>
                </a:cubicBezTo>
                <a:cubicBezTo>
                  <a:pt x="58" y="586"/>
                  <a:pt x="57" y="584"/>
                  <a:pt x="55" y="583"/>
                </a:cubicBezTo>
                <a:cubicBezTo>
                  <a:pt x="54" y="583"/>
                  <a:pt x="53" y="583"/>
                  <a:pt x="51" y="584"/>
                </a:cubicBezTo>
                <a:cubicBezTo>
                  <a:pt x="49" y="584"/>
                  <a:pt x="47" y="584"/>
                  <a:pt x="45" y="585"/>
                </a:cubicBezTo>
                <a:cubicBezTo>
                  <a:pt x="43" y="586"/>
                  <a:pt x="38" y="586"/>
                  <a:pt x="36" y="583"/>
                </a:cubicBezTo>
                <a:cubicBezTo>
                  <a:pt x="35" y="582"/>
                  <a:pt x="35" y="579"/>
                  <a:pt x="35" y="578"/>
                </a:cubicBezTo>
                <a:cubicBezTo>
                  <a:pt x="36" y="576"/>
                  <a:pt x="37" y="576"/>
                  <a:pt x="37" y="574"/>
                </a:cubicBezTo>
                <a:cubicBezTo>
                  <a:pt x="37" y="573"/>
                  <a:pt x="36" y="573"/>
                  <a:pt x="35" y="572"/>
                </a:cubicBezTo>
                <a:cubicBezTo>
                  <a:pt x="35" y="571"/>
                  <a:pt x="35" y="570"/>
                  <a:pt x="35" y="569"/>
                </a:cubicBezTo>
                <a:cubicBezTo>
                  <a:pt x="34" y="568"/>
                  <a:pt x="33" y="567"/>
                  <a:pt x="32" y="565"/>
                </a:cubicBezTo>
                <a:cubicBezTo>
                  <a:pt x="31" y="563"/>
                  <a:pt x="30" y="561"/>
                  <a:pt x="29" y="559"/>
                </a:cubicBezTo>
                <a:cubicBezTo>
                  <a:pt x="28" y="557"/>
                  <a:pt x="27" y="555"/>
                  <a:pt x="26" y="553"/>
                </a:cubicBezTo>
                <a:cubicBezTo>
                  <a:pt x="28" y="553"/>
                  <a:pt x="29" y="555"/>
                  <a:pt x="31" y="555"/>
                </a:cubicBezTo>
                <a:cubicBezTo>
                  <a:pt x="32" y="555"/>
                  <a:pt x="34" y="554"/>
                  <a:pt x="32" y="553"/>
                </a:cubicBezTo>
                <a:cubicBezTo>
                  <a:pt x="31" y="552"/>
                  <a:pt x="27" y="548"/>
                  <a:pt x="30" y="547"/>
                </a:cubicBezTo>
                <a:cubicBezTo>
                  <a:pt x="32" y="546"/>
                  <a:pt x="34" y="549"/>
                  <a:pt x="35" y="545"/>
                </a:cubicBezTo>
                <a:cubicBezTo>
                  <a:pt x="35" y="545"/>
                  <a:pt x="35" y="542"/>
                  <a:pt x="34" y="542"/>
                </a:cubicBezTo>
                <a:cubicBezTo>
                  <a:pt x="34" y="540"/>
                  <a:pt x="33" y="541"/>
                  <a:pt x="32" y="540"/>
                </a:cubicBezTo>
                <a:cubicBezTo>
                  <a:pt x="29" y="540"/>
                  <a:pt x="29" y="537"/>
                  <a:pt x="28" y="535"/>
                </a:cubicBezTo>
                <a:cubicBezTo>
                  <a:pt x="27" y="532"/>
                  <a:pt x="24" y="532"/>
                  <a:pt x="23" y="530"/>
                </a:cubicBezTo>
                <a:cubicBezTo>
                  <a:pt x="22" y="529"/>
                  <a:pt x="22" y="528"/>
                  <a:pt x="22" y="526"/>
                </a:cubicBezTo>
                <a:cubicBezTo>
                  <a:pt x="22" y="525"/>
                  <a:pt x="21" y="524"/>
                  <a:pt x="20" y="523"/>
                </a:cubicBezTo>
                <a:cubicBezTo>
                  <a:pt x="19" y="520"/>
                  <a:pt x="19" y="517"/>
                  <a:pt x="18" y="514"/>
                </a:cubicBezTo>
                <a:cubicBezTo>
                  <a:pt x="18" y="513"/>
                  <a:pt x="18" y="511"/>
                  <a:pt x="17" y="512"/>
                </a:cubicBezTo>
                <a:cubicBezTo>
                  <a:pt x="16" y="512"/>
                  <a:pt x="16" y="514"/>
                  <a:pt x="16" y="515"/>
                </a:cubicBezTo>
                <a:cubicBezTo>
                  <a:pt x="15" y="513"/>
                  <a:pt x="15" y="511"/>
                  <a:pt x="15" y="508"/>
                </a:cubicBezTo>
                <a:cubicBezTo>
                  <a:pt x="14" y="506"/>
                  <a:pt x="14" y="504"/>
                  <a:pt x="13" y="502"/>
                </a:cubicBezTo>
                <a:cubicBezTo>
                  <a:pt x="12" y="502"/>
                  <a:pt x="12" y="503"/>
                  <a:pt x="12" y="501"/>
                </a:cubicBezTo>
                <a:cubicBezTo>
                  <a:pt x="12" y="500"/>
                  <a:pt x="12" y="500"/>
                  <a:pt x="12" y="499"/>
                </a:cubicBezTo>
                <a:cubicBezTo>
                  <a:pt x="12" y="498"/>
                  <a:pt x="9" y="497"/>
                  <a:pt x="11" y="496"/>
                </a:cubicBezTo>
                <a:cubicBezTo>
                  <a:pt x="11" y="494"/>
                  <a:pt x="12" y="493"/>
                  <a:pt x="12" y="491"/>
                </a:cubicBezTo>
                <a:cubicBezTo>
                  <a:pt x="12" y="490"/>
                  <a:pt x="12" y="489"/>
                  <a:pt x="12" y="487"/>
                </a:cubicBezTo>
                <a:cubicBezTo>
                  <a:pt x="13" y="485"/>
                  <a:pt x="14" y="482"/>
                  <a:pt x="13" y="480"/>
                </a:cubicBezTo>
                <a:cubicBezTo>
                  <a:pt x="12" y="476"/>
                  <a:pt x="10" y="481"/>
                  <a:pt x="9" y="482"/>
                </a:cubicBezTo>
                <a:cubicBezTo>
                  <a:pt x="6" y="484"/>
                  <a:pt x="8" y="478"/>
                  <a:pt x="7" y="478"/>
                </a:cubicBezTo>
                <a:cubicBezTo>
                  <a:pt x="7" y="478"/>
                  <a:pt x="5" y="481"/>
                  <a:pt x="5" y="481"/>
                </a:cubicBezTo>
                <a:cubicBezTo>
                  <a:pt x="4" y="480"/>
                  <a:pt x="4" y="478"/>
                  <a:pt x="4" y="477"/>
                </a:cubicBezTo>
                <a:cubicBezTo>
                  <a:pt x="2" y="479"/>
                  <a:pt x="0" y="477"/>
                  <a:pt x="1" y="475"/>
                </a:cubicBezTo>
                <a:cubicBezTo>
                  <a:pt x="2" y="472"/>
                  <a:pt x="2" y="469"/>
                  <a:pt x="1" y="466"/>
                </a:cubicBezTo>
                <a:cubicBezTo>
                  <a:pt x="1" y="465"/>
                  <a:pt x="1" y="463"/>
                  <a:pt x="1" y="462"/>
                </a:cubicBezTo>
                <a:cubicBezTo>
                  <a:pt x="1" y="460"/>
                  <a:pt x="0" y="459"/>
                  <a:pt x="0" y="457"/>
                </a:cubicBezTo>
                <a:cubicBezTo>
                  <a:pt x="0" y="455"/>
                  <a:pt x="0" y="451"/>
                  <a:pt x="2" y="450"/>
                </a:cubicBezTo>
                <a:cubicBezTo>
                  <a:pt x="1" y="450"/>
                  <a:pt x="1" y="450"/>
                  <a:pt x="1" y="450"/>
                </a:cubicBezTo>
                <a:cubicBezTo>
                  <a:pt x="7" y="450"/>
                  <a:pt x="3" y="457"/>
                  <a:pt x="7" y="458"/>
                </a:cubicBezTo>
                <a:cubicBezTo>
                  <a:pt x="10" y="460"/>
                  <a:pt x="11" y="451"/>
                  <a:pt x="11" y="449"/>
                </a:cubicBezTo>
                <a:cubicBezTo>
                  <a:pt x="12" y="446"/>
                  <a:pt x="13" y="444"/>
                  <a:pt x="12" y="441"/>
                </a:cubicBezTo>
                <a:cubicBezTo>
                  <a:pt x="12" y="438"/>
                  <a:pt x="11" y="435"/>
                  <a:pt x="11" y="432"/>
                </a:cubicBezTo>
                <a:cubicBezTo>
                  <a:pt x="11" y="430"/>
                  <a:pt x="13" y="430"/>
                  <a:pt x="14" y="428"/>
                </a:cubicBezTo>
                <a:cubicBezTo>
                  <a:pt x="16" y="426"/>
                  <a:pt x="13" y="424"/>
                  <a:pt x="14" y="422"/>
                </a:cubicBezTo>
                <a:cubicBezTo>
                  <a:pt x="15" y="419"/>
                  <a:pt x="18" y="420"/>
                  <a:pt x="20" y="419"/>
                </a:cubicBezTo>
                <a:cubicBezTo>
                  <a:pt x="22" y="418"/>
                  <a:pt x="24" y="416"/>
                  <a:pt x="25" y="414"/>
                </a:cubicBezTo>
                <a:cubicBezTo>
                  <a:pt x="27" y="412"/>
                  <a:pt x="27" y="409"/>
                  <a:pt x="27" y="406"/>
                </a:cubicBezTo>
                <a:cubicBezTo>
                  <a:pt x="27" y="403"/>
                  <a:pt x="28" y="401"/>
                  <a:pt x="28" y="398"/>
                </a:cubicBezTo>
                <a:cubicBezTo>
                  <a:pt x="28" y="393"/>
                  <a:pt x="24" y="388"/>
                  <a:pt x="23" y="383"/>
                </a:cubicBezTo>
                <a:cubicBezTo>
                  <a:pt x="23" y="381"/>
                  <a:pt x="21" y="377"/>
                  <a:pt x="23" y="375"/>
                </a:cubicBezTo>
                <a:cubicBezTo>
                  <a:pt x="24" y="374"/>
                  <a:pt x="28" y="374"/>
                  <a:pt x="30" y="374"/>
                </a:cubicBezTo>
                <a:cubicBezTo>
                  <a:pt x="31" y="373"/>
                  <a:pt x="31" y="371"/>
                  <a:pt x="32" y="369"/>
                </a:cubicBezTo>
                <a:cubicBezTo>
                  <a:pt x="33" y="367"/>
                  <a:pt x="33" y="366"/>
                  <a:pt x="33" y="363"/>
                </a:cubicBezTo>
                <a:cubicBezTo>
                  <a:pt x="33" y="360"/>
                  <a:pt x="31" y="355"/>
                  <a:pt x="28" y="353"/>
                </a:cubicBezTo>
                <a:cubicBezTo>
                  <a:pt x="26" y="352"/>
                  <a:pt x="24" y="352"/>
                  <a:pt x="23" y="350"/>
                </a:cubicBezTo>
                <a:cubicBezTo>
                  <a:pt x="21" y="349"/>
                  <a:pt x="20" y="346"/>
                  <a:pt x="20" y="344"/>
                </a:cubicBezTo>
                <a:cubicBezTo>
                  <a:pt x="20" y="341"/>
                  <a:pt x="21" y="339"/>
                  <a:pt x="21" y="336"/>
                </a:cubicBezTo>
                <a:cubicBezTo>
                  <a:pt x="22" y="334"/>
                  <a:pt x="22" y="331"/>
                  <a:pt x="22" y="328"/>
                </a:cubicBezTo>
                <a:cubicBezTo>
                  <a:pt x="23" y="323"/>
                  <a:pt x="21" y="319"/>
                  <a:pt x="20" y="314"/>
                </a:cubicBezTo>
                <a:cubicBezTo>
                  <a:pt x="19" y="312"/>
                  <a:pt x="18" y="310"/>
                  <a:pt x="19" y="308"/>
                </a:cubicBezTo>
                <a:cubicBezTo>
                  <a:pt x="19" y="305"/>
                  <a:pt x="20" y="303"/>
                  <a:pt x="19" y="300"/>
                </a:cubicBezTo>
                <a:cubicBezTo>
                  <a:pt x="18" y="298"/>
                  <a:pt x="18" y="297"/>
                  <a:pt x="19" y="295"/>
                </a:cubicBezTo>
                <a:cubicBezTo>
                  <a:pt x="20" y="293"/>
                  <a:pt x="21" y="292"/>
                  <a:pt x="20" y="289"/>
                </a:cubicBezTo>
                <a:cubicBezTo>
                  <a:pt x="18" y="285"/>
                  <a:pt x="15" y="281"/>
                  <a:pt x="18" y="276"/>
                </a:cubicBezTo>
                <a:cubicBezTo>
                  <a:pt x="19" y="274"/>
                  <a:pt x="21" y="273"/>
                  <a:pt x="21" y="270"/>
                </a:cubicBezTo>
                <a:cubicBezTo>
                  <a:pt x="21" y="268"/>
                  <a:pt x="20" y="267"/>
                  <a:pt x="22" y="264"/>
                </a:cubicBezTo>
                <a:cubicBezTo>
                  <a:pt x="24" y="261"/>
                  <a:pt x="26" y="256"/>
                  <a:pt x="28" y="253"/>
                </a:cubicBezTo>
                <a:cubicBezTo>
                  <a:pt x="31" y="249"/>
                  <a:pt x="36" y="246"/>
                  <a:pt x="40" y="245"/>
                </a:cubicBezTo>
                <a:cubicBezTo>
                  <a:pt x="42" y="245"/>
                  <a:pt x="45" y="245"/>
                  <a:pt x="47" y="246"/>
                </a:cubicBezTo>
                <a:cubicBezTo>
                  <a:pt x="48" y="246"/>
                  <a:pt x="49" y="246"/>
                  <a:pt x="50" y="246"/>
                </a:cubicBezTo>
                <a:cubicBezTo>
                  <a:pt x="51" y="247"/>
                  <a:pt x="53" y="248"/>
                  <a:pt x="54" y="248"/>
                </a:cubicBezTo>
                <a:cubicBezTo>
                  <a:pt x="58" y="248"/>
                  <a:pt x="59" y="240"/>
                  <a:pt x="59" y="237"/>
                </a:cubicBezTo>
                <a:cubicBezTo>
                  <a:pt x="59" y="235"/>
                  <a:pt x="59" y="233"/>
                  <a:pt x="59" y="231"/>
                </a:cubicBezTo>
                <a:cubicBezTo>
                  <a:pt x="58" y="228"/>
                  <a:pt x="57" y="228"/>
                  <a:pt x="55" y="227"/>
                </a:cubicBezTo>
                <a:cubicBezTo>
                  <a:pt x="52" y="225"/>
                  <a:pt x="47" y="222"/>
                  <a:pt x="50" y="218"/>
                </a:cubicBezTo>
                <a:cubicBezTo>
                  <a:pt x="51" y="217"/>
                  <a:pt x="53" y="215"/>
                  <a:pt x="54" y="214"/>
                </a:cubicBezTo>
                <a:cubicBezTo>
                  <a:pt x="55" y="212"/>
                  <a:pt x="56" y="209"/>
                  <a:pt x="57" y="207"/>
                </a:cubicBezTo>
                <a:cubicBezTo>
                  <a:pt x="59" y="203"/>
                  <a:pt x="62" y="199"/>
                  <a:pt x="63" y="195"/>
                </a:cubicBezTo>
                <a:cubicBezTo>
                  <a:pt x="63" y="192"/>
                  <a:pt x="64" y="191"/>
                  <a:pt x="65" y="189"/>
                </a:cubicBezTo>
                <a:cubicBezTo>
                  <a:pt x="66" y="186"/>
                  <a:pt x="66" y="184"/>
                  <a:pt x="66" y="181"/>
                </a:cubicBezTo>
                <a:cubicBezTo>
                  <a:pt x="66" y="179"/>
                  <a:pt x="66" y="176"/>
                  <a:pt x="66" y="173"/>
                </a:cubicBezTo>
                <a:cubicBezTo>
                  <a:pt x="66" y="171"/>
                  <a:pt x="68" y="169"/>
                  <a:pt x="68" y="166"/>
                </a:cubicBezTo>
                <a:cubicBezTo>
                  <a:pt x="69" y="162"/>
                  <a:pt x="67" y="158"/>
                  <a:pt x="66" y="154"/>
                </a:cubicBezTo>
                <a:cubicBezTo>
                  <a:pt x="65" y="148"/>
                  <a:pt x="70" y="150"/>
                  <a:pt x="74" y="149"/>
                </a:cubicBezTo>
                <a:cubicBezTo>
                  <a:pt x="76" y="149"/>
                  <a:pt x="78" y="147"/>
                  <a:pt x="80" y="146"/>
                </a:cubicBezTo>
                <a:cubicBezTo>
                  <a:pt x="81" y="145"/>
                  <a:pt x="83" y="144"/>
                  <a:pt x="84" y="143"/>
                </a:cubicBezTo>
                <a:cubicBezTo>
                  <a:pt x="86" y="139"/>
                  <a:pt x="82" y="135"/>
                  <a:pt x="84" y="131"/>
                </a:cubicBezTo>
                <a:cubicBezTo>
                  <a:pt x="85" y="129"/>
                  <a:pt x="87" y="128"/>
                  <a:pt x="88" y="127"/>
                </a:cubicBezTo>
                <a:cubicBezTo>
                  <a:pt x="90" y="125"/>
                  <a:pt x="90" y="122"/>
                  <a:pt x="91" y="120"/>
                </a:cubicBezTo>
                <a:cubicBezTo>
                  <a:pt x="92" y="115"/>
                  <a:pt x="95" y="111"/>
                  <a:pt x="99" y="108"/>
                </a:cubicBezTo>
                <a:cubicBezTo>
                  <a:pt x="102" y="106"/>
                  <a:pt x="104" y="103"/>
                  <a:pt x="103" y="98"/>
                </a:cubicBezTo>
                <a:cubicBezTo>
                  <a:pt x="103" y="93"/>
                  <a:pt x="98" y="91"/>
                  <a:pt x="97" y="86"/>
                </a:cubicBezTo>
                <a:cubicBezTo>
                  <a:pt x="96" y="81"/>
                  <a:pt x="101" y="82"/>
                  <a:pt x="104" y="79"/>
                </a:cubicBezTo>
                <a:cubicBezTo>
                  <a:pt x="107" y="76"/>
                  <a:pt x="107" y="70"/>
                  <a:pt x="108" y="65"/>
                </a:cubicBezTo>
                <a:cubicBezTo>
                  <a:pt x="109" y="61"/>
                  <a:pt x="114" y="58"/>
                  <a:pt x="117" y="55"/>
                </a:cubicBezTo>
                <a:cubicBezTo>
                  <a:pt x="118" y="54"/>
                  <a:pt x="119" y="51"/>
                  <a:pt x="121" y="51"/>
                </a:cubicBezTo>
                <a:cubicBezTo>
                  <a:pt x="122" y="51"/>
                  <a:pt x="125" y="53"/>
                  <a:pt x="126" y="54"/>
                </a:cubicBezTo>
                <a:cubicBezTo>
                  <a:pt x="128" y="55"/>
                  <a:pt x="130" y="57"/>
                  <a:pt x="132" y="57"/>
                </a:cubicBezTo>
                <a:cubicBezTo>
                  <a:pt x="133" y="57"/>
                  <a:pt x="133" y="55"/>
                  <a:pt x="134" y="54"/>
                </a:cubicBezTo>
                <a:cubicBezTo>
                  <a:pt x="135" y="52"/>
                  <a:pt x="136" y="50"/>
                  <a:pt x="137" y="48"/>
                </a:cubicBezTo>
                <a:cubicBezTo>
                  <a:pt x="138" y="46"/>
                  <a:pt x="137" y="43"/>
                  <a:pt x="137" y="41"/>
                </a:cubicBezTo>
                <a:cubicBezTo>
                  <a:pt x="137" y="38"/>
                  <a:pt x="137" y="36"/>
                  <a:pt x="137" y="34"/>
                </a:cubicBezTo>
                <a:cubicBezTo>
                  <a:pt x="137" y="32"/>
                  <a:pt x="136" y="29"/>
                  <a:pt x="137" y="28"/>
                </a:cubicBezTo>
                <a:cubicBezTo>
                  <a:pt x="138" y="26"/>
                  <a:pt x="140" y="25"/>
                  <a:pt x="141" y="25"/>
                </a:cubicBezTo>
                <a:cubicBezTo>
                  <a:pt x="143" y="25"/>
                  <a:pt x="144" y="27"/>
                  <a:pt x="146" y="28"/>
                </a:cubicBezTo>
                <a:cubicBezTo>
                  <a:pt x="148" y="29"/>
                  <a:pt x="149" y="29"/>
                  <a:pt x="151" y="29"/>
                </a:cubicBezTo>
                <a:cubicBezTo>
                  <a:pt x="154" y="29"/>
                  <a:pt x="156" y="30"/>
                  <a:pt x="159" y="31"/>
                </a:cubicBezTo>
                <a:cubicBezTo>
                  <a:pt x="161" y="31"/>
                  <a:pt x="163" y="32"/>
                  <a:pt x="165" y="33"/>
                </a:cubicBezTo>
                <a:cubicBezTo>
                  <a:pt x="167" y="34"/>
                  <a:pt x="170" y="36"/>
                  <a:pt x="172" y="37"/>
                </a:cubicBezTo>
                <a:cubicBezTo>
                  <a:pt x="174" y="37"/>
                  <a:pt x="175" y="34"/>
                  <a:pt x="176" y="33"/>
                </a:cubicBezTo>
                <a:cubicBezTo>
                  <a:pt x="177" y="31"/>
                  <a:pt x="177" y="30"/>
                  <a:pt x="175" y="29"/>
                </a:cubicBezTo>
                <a:cubicBezTo>
                  <a:pt x="174" y="29"/>
                  <a:pt x="171" y="28"/>
                  <a:pt x="172" y="26"/>
                </a:cubicBezTo>
                <a:cubicBezTo>
                  <a:pt x="172" y="25"/>
                  <a:pt x="175" y="24"/>
                  <a:pt x="176" y="23"/>
                </a:cubicBezTo>
                <a:cubicBezTo>
                  <a:pt x="179" y="21"/>
                  <a:pt x="180" y="15"/>
                  <a:pt x="180" y="11"/>
                </a:cubicBezTo>
                <a:cubicBezTo>
                  <a:pt x="180" y="9"/>
                  <a:pt x="180" y="7"/>
                  <a:pt x="178" y="5"/>
                </a:cubicBezTo>
                <a:cubicBezTo>
                  <a:pt x="177" y="3"/>
                  <a:pt x="175" y="3"/>
                  <a:pt x="176" y="0"/>
                </a:cubicBezTo>
                <a:cubicBezTo>
                  <a:pt x="181" y="1"/>
                  <a:pt x="185" y="0"/>
                  <a:pt x="190" y="3"/>
                </a:cubicBezTo>
                <a:cubicBezTo>
                  <a:pt x="192" y="4"/>
                  <a:pt x="192" y="5"/>
                  <a:pt x="191" y="7"/>
                </a:cubicBezTo>
                <a:cubicBezTo>
                  <a:pt x="190" y="8"/>
                  <a:pt x="190" y="7"/>
                  <a:pt x="191" y="8"/>
                </a:cubicBezTo>
                <a:cubicBezTo>
                  <a:pt x="192" y="9"/>
                  <a:pt x="194" y="9"/>
                  <a:pt x="195" y="10"/>
                </a:cubicBezTo>
                <a:cubicBezTo>
                  <a:pt x="196" y="11"/>
                  <a:pt x="196" y="13"/>
                  <a:pt x="197" y="14"/>
                </a:cubicBezTo>
                <a:cubicBezTo>
                  <a:pt x="198" y="16"/>
                  <a:pt x="200" y="16"/>
                  <a:pt x="201" y="18"/>
                </a:cubicBezTo>
                <a:cubicBezTo>
                  <a:pt x="202" y="19"/>
                  <a:pt x="201" y="19"/>
                  <a:pt x="202" y="20"/>
                </a:cubicBezTo>
                <a:cubicBezTo>
                  <a:pt x="203" y="20"/>
                  <a:pt x="204" y="20"/>
                  <a:pt x="204" y="21"/>
                </a:cubicBezTo>
                <a:cubicBezTo>
                  <a:pt x="206" y="22"/>
                  <a:pt x="206" y="24"/>
                  <a:pt x="207" y="25"/>
                </a:cubicBezTo>
                <a:cubicBezTo>
                  <a:pt x="209" y="26"/>
                  <a:pt x="211" y="25"/>
                  <a:pt x="212" y="28"/>
                </a:cubicBezTo>
                <a:cubicBezTo>
                  <a:pt x="213" y="30"/>
                  <a:pt x="213" y="31"/>
                  <a:pt x="215" y="31"/>
                </a:cubicBezTo>
                <a:cubicBezTo>
                  <a:pt x="218" y="31"/>
                  <a:pt x="218" y="31"/>
                  <a:pt x="221" y="32"/>
                </a:cubicBezTo>
                <a:cubicBezTo>
                  <a:pt x="222" y="33"/>
                  <a:pt x="224" y="33"/>
                  <a:pt x="225" y="34"/>
                </a:cubicBezTo>
                <a:cubicBezTo>
                  <a:pt x="227" y="36"/>
                  <a:pt x="229" y="37"/>
                  <a:pt x="231" y="39"/>
                </a:cubicBezTo>
                <a:cubicBezTo>
                  <a:pt x="232" y="40"/>
                  <a:pt x="233" y="41"/>
                  <a:pt x="234" y="43"/>
                </a:cubicBezTo>
                <a:cubicBezTo>
                  <a:pt x="235" y="45"/>
                  <a:pt x="235" y="47"/>
                  <a:pt x="235" y="50"/>
                </a:cubicBezTo>
                <a:cubicBezTo>
                  <a:pt x="236" y="49"/>
                  <a:pt x="237" y="50"/>
                  <a:pt x="238" y="49"/>
                </a:cubicBezTo>
                <a:cubicBezTo>
                  <a:pt x="239" y="51"/>
                  <a:pt x="239" y="52"/>
                  <a:pt x="240" y="54"/>
                </a:cubicBezTo>
                <a:cubicBezTo>
                  <a:pt x="241" y="55"/>
                  <a:pt x="242" y="56"/>
                  <a:pt x="243" y="57"/>
                </a:cubicBezTo>
                <a:cubicBezTo>
                  <a:pt x="245" y="59"/>
                  <a:pt x="244" y="60"/>
                  <a:pt x="243" y="61"/>
                </a:cubicBezTo>
                <a:cubicBezTo>
                  <a:pt x="241" y="63"/>
                  <a:pt x="241" y="64"/>
                  <a:pt x="241" y="66"/>
                </a:cubicBezTo>
                <a:cubicBezTo>
                  <a:pt x="241" y="68"/>
                  <a:pt x="241" y="71"/>
                  <a:pt x="242" y="72"/>
                </a:cubicBezTo>
                <a:cubicBezTo>
                  <a:pt x="242" y="74"/>
                  <a:pt x="244" y="75"/>
                  <a:pt x="243" y="76"/>
                </a:cubicBezTo>
                <a:cubicBezTo>
                  <a:pt x="243" y="79"/>
                  <a:pt x="239" y="82"/>
                  <a:pt x="242" y="84"/>
                </a:cubicBezTo>
                <a:cubicBezTo>
                  <a:pt x="243" y="85"/>
                  <a:pt x="245" y="84"/>
                  <a:pt x="246" y="86"/>
                </a:cubicBezTo>
                <a:cubicBezTo>
                  <a:pt x="246" y="87"/>
                  <a:pt x="247" y="89"/>
                  <a:pt x="247" y="90"/>
                </a:cubicBezTo>
                <a:cubicBezTo>
                  <a:pt x="247" y="92"/>
                  <a:pt x="245" y="92"/>
                  <a:pt x="244" y="94"/>
                </a:cubicBezTo>
                <a:cubicBezTo>
                  <a:pt x="243" y="95"/>
                  <a:pt x="244" y="95"/>
                  <a:pt x="244" y="96"/>
                </a:cubicBezTo>
                <a:cubicBezTo>
                  <a:pt x="244" y="97"/>
                  <a:pt x="243" y="97"/>
                  <a:pt x="243" y="98"/>
                </a:cubicBezTo>
                <a:cubicBezTo>
                  <a:pt x="243" y="100"/>
                  <a:pt x="244" y="101"/>
                  <a:pt x="244" y="103"/>
                </a:cubicBezTo>
                <a:cubicBezTo>
                  <a:pt x="245" y="105"/>
                  <a:pt x="245" y="107"/>
                  <a:pt x="247" y="108"/>
                </a:cubicBezTo>
                <a:cubicBezTo>
                  <a:pt x="249" y="111"/>
                  <a:pt x="251" y="113"/>
                  <a:pt x="251" y="117"/>
                </a:cubicBezTo>
                <a:cubicBezTo>
                  <a:pt x="247" y="119"/>
                  <a:pt x="249" y="124"/>
                  <a:pt x="249" y="128"/>
                </a:cubicBezTo>
                <a:cubicBezTo>
                  <a:pt x="249" y="130"/>
                  <a:pt x="248" y="131"/>
                  <a:pt x="247" y="132"/>
                </a:cubicBezTo>
                <a:cubicBezTo>
                  <a:pt x="245" y="133"/>
                  <a:pt x="243" y="134"/>
                  <a:pt x="243" y="136"/>
                </a:cubicBezTo>
                <a:cubicBezTo>
                  <a:pt x="246" y="136"/>
                  <a:pt x="245" y="142"/>
                  <a:pt x="245" y="143"/>
                </a:cubicBezTo>
                <a:cubicBezTo>
                  <a:pt x="245" y="145"/>
                  <a:pt x="245" y="146"/>
                  <a:pt x="246" y="147"/>
                </a:cubicBezTo>
                <a:cubicBezTo>
                  <a:pt x="247" y="148"/>
                  <a:pt x="248" y="148"/>
                  <a:pt x="248" y="148"/>
                </a:cubicBezTo>
                <a:cubicBezTo>
                  <a:pt x="249" y="149"/>
                  <a:pt x="249" y="150"/>
                  <a:pt x="250" y="151"/>
                </a:cubicBezTo>
                <a:cubicBezTo>
                  <a:pt x="250" y="153"/>
                  <a:pt x="252" y="155"/>
                  <a:pt x="252" y="157"/>
                </a:cubicBezTo>
                <a:cubicBezTo>
                  <a:pt x="253" y="159"/>
                  <a:pt x="253" y="161"/>
                  <a:pt x="254" y="163"/>
                </a:cubicBezTo>
                <a:close/>
                <a:moveTo>
                  <a:pt x="102" y="549"/>
                </a:moveTo>
                <a:cubicBezTo>
                  <a:pt x="101" y="551"/>
                  <a:pt x="103" y="558"/>
                  <a:pt x="105" y="555"/>
                </a:cubicBezTo>
                <a:cubicBezTo>
                  <a:pt x="106" y="553"/>
                  <a:pt x="106" y="549"/>
                  <a:pt x="107" y="548"/>
                </a:cubicBezTo>
                <a:cubicBezTo>
                  <a:pt x="107" y="545"/>
                  <a:pt x="108" y="543"/>
                  <a:pt x="109" y="540"/>
                </a:cubicBezTo>
                <a:cubicBezTo>
                  <a:pt x="110" y="536"/>
                  <a:pt x="111" y="532"/>
                  <a:pt x="112" y="528"/>
                </a:cubicBezTo>
                <a:cubicBezTo>
                  <a:pt x="112" y="526"/>
                  <a:pt x="113" y="524"/>
                  <a:pt x="114" y="522"/>
                </a:cubicBezTo>
                <a:cubicBezTo>
                  <a:pt x="115" y="520"/>
                  <a:pt x="116" y="517"/>
                  <a:pt x="116" y="515"/>
                </a:cubicBezTo>
                <a:cubicBezTo>
                  <a:pt x="113" y="516"/>
                  <a:pt x="113" y="518"/>
                  <a:pt x="112" y="521"/>
                </a:cubicBezTo>
                <a:cubicBezTo>
                  <a:pt x="112" y="524"/>
                  <a:pt x="111" y="527"/>
                  <a:pt x="110" y="530"/>
                </a:cubicBezTo>
                <a:cubicBezTo>
                  <a:pt x="109" y="531"/>
                  <a:pt x="108" y="531"/>
                  <a:pt x="107" y="532"/>
                </a:cubicBezTo>
                <a:cubicBezTo>
                  <a:pt x="106" y="534"/>
                  <a:pt x="106" y="535"/>
                  <a:pt x="106" y="537"/>
                </a:cubicBezTo>
                <a:cubicBezTo>
                  <a:pt x="105" y="540"/>
                  <a:pt x="103" y="544"/>
                  <a:pt x="103" y="547"/>
                </a:cubicBezTo>
                <a:cubicBezTo>
                  <a:pt x="102" y="548"/>
                  <a:pt x="102" y="549"/>
                  <a:pt x="102" y="549"/>
                </a:cubicBezTo>
                <a:close/>
                <a:moveTo>
                  <a:pt x="141" y="525"/>
                </a:moveTo>
                <a:cubicBezTo>
                  <a:pt x="141" y="522"/>
                  <a:pt x="145" y="521"/>
                  <a:pt x="147" y="519"/>
                </a:cubicBezTo>
                <a:cubicBezTo>
                  <a:pt x="148" y="518"/>
                  <a:pt x="147" y="518"/>
                  <a:pt x="147" y="517"/>
                </a:cubicBezTo>
                <a:cubicBezTo>
                  <a:pt x="147" y="515"/>
                  <a:pt x="149" y="515"/>
                  <a:pt x="151" y="514"/>
                </a:cubicBezTo>
                <a:cubicBezTo>
                  <a:pt x="154" y="513"/>
                  <a:pt x="150" y="513"/>
                  <a:pt x="149" y="511"/>
                </a:cubicBezTo>
                <a:cubicBezTo>
                  <a:pt x="148" y="510"/>
                  <a:pt x="149" y="509"/>
                  <a:pt x="149" y="508"/>
                </a:cubicBezTo>
                <a:cubicBezTo>
                  <a:pt x="150" y="507"/>
                  <a:pt x="149" y="507"/>
                  <a:pt x="149" y="506"/>
                </a:cubicBezTo>
                <a:cubicBezTo>
                  <a:pt x="149" y="505"/>
                  <a:pt x="149" y="504"/>
                  <a:pt x="149" y="503"/>
                </a:cubicBezTo>
                <a:cubicBezTo>
                  <a:pt x="150" y="502"/>
                  <a:pt x="151" y="502"/>
                  <a:pt x="152" y="501"/>
                </a:cubicBezTo>
                <a:cubicBezTo>
                  <a:pt x="153" y="500"/>
                  <a:pt x="152" y="499"/>
                  <a:pt x="153" y="499"/>
                </a:cubicBezTo>
                <a:cubicBezTo>
                  <a:pt x="153" y="498"/>
                  <a:pt x="154" y="498"/>
                  <a:pt x="155" y="498"/>
                </a:cubicBezTo>
                <a:cubicBezTo>
                  <a:pt x="156" y="497"/>
                  <a:pt x="156" y="496"/>
                  <a:pt x="157" y="495"/>
                </a:cubicBezTo>
                <a:cubicBezTo>
                  <a:pt x="157" y="495"/>
                  <a:pt x="159" y="494"/>
                  <a:pt x="159" y="493"/>
                </a:cubicBezTo>
                <a:cubicBezTo>
                  <a:pt x="159" y="492"/>
                  <a:pt x="157" y="492"/>
                  <a:pt x="156" y="492"/>
                </a:cubicBezTo>
                <a:cubicBezTo>
                  <a:pt x="156" y="492"/>
                  <a:pt x="151" y="498"/>
                  <a:pt x="151" y="495"/>
                </a:cubicBezTo>
                <a:cubicBezTo>
                  <a:pt x="150" y="495"/>
                  <a:pt x="151" y="497"/>
                  <a:pt x="150" y="498"/>
                </a:cubicBezTo>
                <a:cubicBezTo>
                  <a:pt x="149" y="498"/>
                  <a:pt x="148" y="495"/>
                  <a:pt x="148" y="494"/>
                </a:cubicBezTo>
                <a:cubicBezTo>
                  <a:pt x="147" y="494"/>
                  <a:pt x="147" y="496"/>
                  <a:pt x="146" y="496"/>
                </a:cubicBezTo>
                <a:cubicBezTo>
                  <a:pt x="146" y="497"/>
                  <a:pt x="146" y="497"/>
                  <a:pt x="145" y="498"/>
                </a:cubicBezTo>
                <a:cubicBezTo>
                  <a:pt x="143" y="499"/>
                  <a:pt x="142" y="500"/>
                  <a:pt x="141" y="503"/>
                </a:cubicBezTo>
                <a:cubicBezTo>
                  <a:pt x="139" y="505"/>
                  <a:pt x="137" y="506"/>
                  <a:pt x="137" y="508"/>
                </a:cubicBezTo>
                <a:cubicBezTo>
                  <a:pt x="136" y="511"/>
                  <a:pt x="137" y="513"/>
                  <a:pt x="137" y="515"/>
                </a:cubicBezTo>
                <a:cubicBezTo>
                  <a:pt x="137" y="516"/>
                  <a:pt x="137" y="517"/>
                  <a:pt x="137" y="518"/>
                </a:cubicBezTo>
                <a:cubicBezTo>
                  <a:pt x="137" y="519"/>
                  <a:pt x="137" y="520"/>
                  <a:pt x="137" y="521"/>
                </a:cubicBezTo>
                <a:cubicBezTo>
                  <a:pt x="138" y="524"/>
                  <a:pt x="138" y="525"/>
                  <a:pt x="137" y="528"/>
                </a:cubicBezTo>
                <a:cubicBezTo>
                  <a:pt x="137" y="529"/>
                  <a:pt x="136" y="532"/>
                  <a:pt x="139" y="531"/>
                </a:cubicBezTo>
                <a:cubicBezTo>
                  <a:pt x="140" y="530"/>
                  <a:pt x="141" y="526"/>
                  <a:pt x="141" y="525"/>
                </a:cubicBezTo>
              </a:path>
            </a:pathLst>
          </a:custGeom>
          <a:solidFill>
            <a:schemeClr val="bg2">
              <a:lumMod val="75000"/>
              <a:lumOff val="25000"/>
            </a:schemeClr>
          </a:solidFill>
          <a:ln w="7938" cap="rnd">
            <a:solidFill>
              <a:schemeClr val="bg2"/>
            </a:solidFill>
            <a:prstDash val="solid"/>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42935" name="Freeform 565"/>
          <p:cNvSpPr>
            <a:spLocks noEditPoints="1"/>
          </p:cNvSpPr>
          <p:nvPr/>
        </p:nvSpPr>
        <p:spPr bwMode="auto">
          <a:xfrm>
            <a:off x="7569200" y="5239226"/>
            <a:ext cx="1058863" cy="784225"/>
          </a:xfrm>
          <a:custGeom>
            <a:avLst/>
            <a:gdLst>
              <a:gd name="T0" fmla="*/ 230 w 268"/>
              <a:gd name="T1" fmla="*/ 59 h 198"/>
              <a:gd name="T2" fmla="*/ 197 w 268"/>
              <a:gd name="T3" fmla="*/ 83 h 198"/>
              <a:gd name="T4" fmla="*/ 176 w 268"/>
              <a:gd name="T5" fmla="*/ 113 h 198"/>
              <a:gd name="T6" fmla="*/ 183 w 268"/>
              <a:gd name="T7" fmla="*/ 135 h 198"/>
              <a:gd name="T8" fmla="*/ 168 w 268"/>
              <a:gd name="T9" fmla="*/ 151 h 198"/>
              <a:gd name="T10" fmla="*/ 157 w 268"/>
              <a:gd name="T11" fmla="*/ 160 h 198"/>
              <a:gd name="T12" fmla="*/ 139 w 268"/>
              <a:gd name="T13" fmla="*/ 181 h 198"/>
              <a:gd name="T14" fmla="*/ 116 w 268"/>
              <a:gd name="T15" fmla="*/ 181 h 198"/>
              <a:gd name="T16" fmla="*/ 89 w 268"/>
              <a:gd name="T17" fmla="*/ 186 h 198"/>
              <a:gd name="T18" fmla="*/ 72 w 268"/>
              <a:gd name="T19" fmla="*/ 198 h 198"/>
              <a:gd name="T20" fmla="*/ 60 w 268"/>
              <a:gd name="T21" fmla="*/ 186 h 198"/>
              <a:gd name="T22" fmla="*/ 49 w 268"/>
              <a:gd name="T23" fmla="*/ 171 h 198"/>
              <a:gd name="T24" fmla="*/ 35 w 268"/>
              <a:gd name="T25" fmla="*/ 159 h 198"/>
              <a:gd name="T26" fmla="*/ 46 w 268"/>
              <a:gd name="T27" fmla="*/ 144 h 198"/>
              <a:gd name="T28" fmla="*/ 40 w 268"/>
              <a:gd name="T29" fmla="*/ 135 h 198"/>
              <a:gd name="T30" fmla="*/ 45 w 268"/>
              <a:gd name="T31" fmla="*/ 122 h 198"/>
              <a:gd name="T32" fmla="*/ 39 w 268"/>
              <a:gd name="T33" fmla="*/ 117 h 198"/>
              <a:gd name="T34" fmla="*/ 44 w 268"/>
              <a:gd name="T35" fmla="*/ 107 h 198"/>
              <a:gd name="T36" fmla="*/ 45 w 268"/>
              <a:gd name="T37" fmla="*/ 95 h 198"/>
              <a:gd name="T38" fmla="*/ 48 w 268"/>
              <a:gd name="T39" fmla="*/ 87 h 198"/>
              <a:gd name="T40" fmla="*/ 48 w 268"/>
              <a:gd name="T41" fmla="*/ 81 h 198"/>
              <a:gd name="T42" fmla="*/ 49 w 268"/>
              <a:gd name="T43" fmla="*/ 71 h 198"/>
              <a:gd name="T44" fmla="*/ 53 w 268"/>
              <a:gd name="T45" fmla="*/ 55 h 198"/>
              <a:gd name="T46" fmla="*/ 50 w 268"/>
              <a:gd name="T47" fmla="*/ 49 h 198"/>
              <a:gd name="T48" fmla="*/ 43 w 268"/>
              <a:gd name="T49" fmla="*/ 49 h 198"/>
              <a:gd name="T50" fmla="*/ 37 w 268"/>
              <a:gd name="T51" fmla="*/ 52 h 198"/>
              <a:gd name="T52" fmla="*/ 27 w 268"/>
              <a:gd name="T53" fmla="*/ 49 h 198"/>
              <a:gd name="T54" fmla="*/ 22 w 268"/>
              <a:gd name="T55" fmla="*/ 46 h 198"/>
              <a:gd name="T56" fmla="*/ 9 w 268"/>
              <a:gd name="T57" fmla="*/ 44 h 198"/>
              <a:gd name="T58" fmla="*/ 9 w 268"/>
              <a:gd name="T59" fmla="*/ 36 h 198"/>
              <a:gd name="T60" fmla="*/ 5 w 268"/>
              <a:gd name="T61" fmla="*/ 30 h 198"/>
              <a:gd name="T62" fmla="*/ 3 w 268"/>
              <a:gd name="T63" fmla="*/ 26 h 198"/>
              <a:gd name="T64" fmla="*/ 3 w 268"/>
              <a:gd name="T65" fmla="*/ 17 h 198"/>
              <a:gd name="T66" fmla="*/ 10 w 268"/>
              <a:gd name="T67" fmla="*/ 12 h 198"/>
              <a:gd name="T68" fmla="*/ 20 w 268"/>
              <a:gd name="T69" fmla="*/ 9 h 198"/>
              <a:gd name="T70" fmla="*/ 30 w 268"/>
              <a:gd name="T71" fmla="*/ 1 h 198"/>
              <a:gd name="T72" fmla="*/ 44 w 268"/>
              <a:gd name="T73" fmla="*/ 7 h 198"/>
              <a:gd name="T74" fmla="*/ 67 w 268"/>
              <a:gd name="T75" fmla="*/ 3 h 198"/>
              <a:gd name="T76" fmla="*/ 83 w 268"/>
              <a:gd name="T77" fmla="*/ 8 h 198"/>
              <a:gd name="T78" fmla="*/ 114 w 268"/>
              <a:gd name="T79" fmla="*/ 8 h 198"/>
              <a:gd name="T80" fmla="*/ 123 w 268"/>
              <a:gd name="T81" fmla="*/ 11 h 198"/>
              <a:gd name="T82" fmla="*/ 131 w 268"/>
              <a:gd name="T83" fmla="*/ 10 h 198"/>
              <a:gd name="T84" fmla="*/ 147 w 268"/>
              <a:gd name="T85" fmla="*/ 11 h 198"/>
              <a:gd name="T86" fmla="*/ 153 w 268"/>
              <a:gd name="T87" fmla="*/ 19 h 198"/>
              <a:gd name="T88" fmla="*/ 168 w 268"/>
              <a:gd name="T89" fmla="*/ 23 h 198"/>
              <a:gd name="T90" fmla="*/ 184 w 268"/>
              <a:gd name="T91" fmla="*/ 29 h 198"/>
              <a:gd name="T92" fmla="*/ 200 w 268"/>
              <a:gd name="T93" fmla="*/ 26 h 198"/>
              <a:gd name="T94" fmla="*/ 211 w 268"/>
              <a:gd name="T95" fmla="*/ 36 h 198"/>
              <a:gd name="T96" fmla="*/ 223 w 268"/>
              <a:gd name="T97" fmla="*/ 37 h 198"/>
              <a:gd name="T98" fmla="*/ 234 w 268"/>
              <a:gd name="T99" fmla="*/ 38 h 198"/>
              <a:gd name="T100" fmla="*/ 243 w 268"/>
              <a:gd name="T101" fmla="*/ 36 h 198"/>
              <a:gd name="T102" fmla="*/ 244 w 268"/>
              <a:gd name="T103" fmla="*/ 42 h 198"/>
              <a:gd name="T104" fmla="*/ 213 w 268"/>
              <a:gd name="T105" fmla="*/ 121 h 198"/>
              <a:gd name="T106" fmla="*/ 210 w 268"/>
              <a:gd name="T107" fmla="*/ 128 h 198"/>
              <a:gd name="T108" fmla="*/ 235 w 268"/>
              <a:gd name="T109" fmla="*/ 112 h 198"/>
              <a:gd name="T110" fmla="*/ 246 w 268"/>
              <a:gd name="T111" fmla="*/ 114 h 198"/>
              <a:gd name="T112" fmla="*/ 244 w 268"/>
              <a:gd name="T113" fmla="*/ 103 h 198"/>
              <a:gd name="T114" fmla="*/ 234 w 268"/>
              <a:gd name="T115" fmla="*/ 104 h 198"/>
              <a:gd name="T116" fmla="*/ 258 w 268"/>
              <a:gd name="T117" fmla="*/ 101 h 198"/>
              <a:gd name="T118" fmla="*/ 257 w 268"/>
              <a:gd name="T119" fmla="*/ 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198">
                <a:moveTo>
                  <a:pt x="245" y="44"/>
                </a:moveTo>
                <a:cubicBezTo>
                  <a:pt x="247" y="46"/>
                  <a:pt x="246" y="49"/>
                  <a:pt x="245" y="50"/>
                </a:cubicBezTo>
                <a:cubicBezTo>
                  <a:pt x="243" y="52"/>
                  <a:pt x="240" y="54"/>
                  <a:pt x="238" y="55"/>
                </a:cubicBezTo>
                <a:cubicBezTo>
                  <a:pt x="236" y="57"/>
                  <a:pt x="233" y="57"/>
                  <a:pt x="230" y="59"/>
                </a:cubicBezTo>
                <a:cubicBezTo>
                  <a:pt x="227" y="60"/>
                  <a:pt x="226" y="63"/>
                  <a:pt x="224" y="65"/>
                </a:cubicBezTo>
                <a:cubicBezTo>
                  <a:pt x="220" y="68"/>
                  <a:pt x="215" y="69"/>
                  <a:pt x="210" y="70"/>
                </a:cubicBezTo>
                <a:cubicBezTo>
                  <a:pt x="204" y="71"/>
                  <a:pt x="198" y="72"/>
                  <a:pt x="196" y="78"/>
                </a:cubicBezTo>
                <a:cubicBezTo>
                  <a:pt x="199" y="79"/>
                  <a:pt x="200" y="81"/>
                  <a:pt x="197" y="83"/>
                </a:cubicBezTo>
                <a:cubicBezTo>
                  <a:pt x="195" y="85"/>
                  <a:pt x="192" y="85"/>
                  <a:pt x="191" y="88"/>
                </a:cubicBezTo>
                <a:cubicBezTo>
                  <a:pt x="189" y="90"/>
                  <a:pt x="187" y="93"/>
                  <a:pt x="185" y="95"/>
                </a:cubicBezTo>
                <a:cubicBezTo>
                  <a:pt x="183" y="98"/>
                  <a:pt x="181" y="101"/>
                  <a:pt x="179" y="104"/>
                </a:cubicBezTo>
                <a:cubicBezTo>
                  <a:pt x="177" y="107"/>
                  <a:pt x="175" y="110"/>
                  <a:pt x="176" y="113"/>
                </a:cubicBezTo>
                <a:cubicBezTo>
                  <a:pt x="176" y="115"/>
                  <a:pt x="177" y="116"/>
                  <a:pt x="177" y="118"/>
                </a:cubicBezTo>
                <a:cubicBezTo>
                  <a:pt x="177" y="120"/>
                  <a:pt x="177" y="122"/>
                  <a:pt x="178" y="123"/>
                </a:cubicBezTo>
                <a:cubicBezTo>
                  <a:pt x="179" y="126"/>
                  <a:pt x="183" y="126"/>
                  <a:pt x="185" y="129"/>
                </a:cubicBezTo>
                <a:cubicBezTo>
                  <a:pt x="187" y="132"/>
                  <a:pt x="183" y="132"/>
                  <a:pt x="183" y="135"/>
                </a:cubicBezTo>
                <a:cubicBezTo>
                  <a:pt x="181" y="135"/>
                  <a:pt x="179" y="137"/>
                  <a:pt x="177" y="138"/>
                </a:cubicBezTo>
                <a:cubicBezTo>
                  <a:pt x="174" y="139"/>
                  <a:pt x="171" y="141"/>
                  <a:pt x="172" y="145"/>
                </a:cubicBezTo>
                <a:cubicBezTo>
                  <a:pt x="169" y="144"/>
                  <a:pt x="168" y="147"/>
                  <a:pt x="168" y="149"/>
                </a:cubicBezTo>
                <a:cubicBezTo>
                  <a:pt x="168" y="149"/>
                  <a:pt x="168" y="150"/>
                  <a:pt x="168" y="151"/>
                </a:cubicBezTo>
                <a:cubicBezTo>
                  <a:pt x="167" y="152"/>
                  <a:pt x="166" y="153"/>
                  <a:pt x="166" y="154"/>
                </a:cubicBezTo>
                <a:cubicBezTo>
                  <a:pt x="166" y="156"/>
                  <a:pt x="168" y="157"/>
                  <a:pt x="168" y="158"/>
                </a:cubicBezTo>
                <a:cubicBezTo>
                  <a:pt x="168" y="161"/>
                  <a:pt x="165" y="161"/>
                  <a:pt x="163" y="161"/>
                </a:cubicBezTo>
                <a:cubicBezTo>
                  <a:pt x="161" y="161"/>
                  <a:pt x="159" y="160"/>
                  <a:pt x="157" y="160"/>
                </a:cubicBezTo>
                <a:cubicBezTo>
                  <a:pt x="154" y="161"/>
                  <a:pt x="152" y="163"/>
                  <a:pt x="150" y="165"/>
                </a:cubicBezTo>
                <a:cubicBezTo>
                  <a:pt x="149" y="166"/>
                  <a:pt x="147" y="168"/>
                  <a:pt x="146" y="170"/>
                </a:cubicBezTo>
                <a:cubicBezTo>
                  <a:pt x="145" y="172"/>
                  <a:pt x="144" y="175"/>
                  <a:pt x="142" y="177"/>
                </a:cubicBezTo>
                <a:cubicBezTo>
                  <a:pt x="142" y="178"/>
                  <a:pt x="140" y="180"/>
                  <a:pt x="139" y="181"/>
                </a:cubicBezTo>
                <a:cubicBezTo>
                  <a:pt x="138" y="181"/>
                  <a:pt x="136" y="178"/>
                  <a:pt x="134" y="178"/>
                </a:cubicBezTo>
                <a:cubicBezTo>
                  <a:pt x="132" y="179"/>
                  <a:pt x="132" y="179"/>
                  <a:pt x="131" y="180"/>
                </a:cubicBezTo>
                <a:cubicBezTo>
                  <a:pt x="129" y="183"/>
                  <a:pt x="127" y="181"/>
                  <a:pt x="124" y="181"/>
                </a:cubicBezTo>
                <a:cubicBezTo>
                  <a:pt x="122" y="180"/>
                  <a:pt x="119" y="181"/>
                  <a:pt x="116" y="181"/>
                </a:cubicBezTo>
                <a:cubicBezTo>
                  <a:pt x="113" y="182"/>
                  <a:pt x="111" y="180"/>
                  <a:pt x="109" y="180"/>
                </a:cubicBezTo>
                <a:cubicBezTo>
                  <a:pt x="106" y="180"/>
                  <a:pt x="104" y="180"/>
                  <a:pt x="101" y="181"/>
                </a:cubicBezTo>
                <a:cubicBezTo>
                  <a:pt x="99" y="181"/>
                  <a:pt x="96" y="181"/>
                  <a:pt x="95" y="182"/>
                </a:cubicBezTo>
                <a:cubicBezTo>
                  <a:pt x="93" y="183"/>
                  <a:pt x="92" y="185"/>
                  <a:pt x="89" y="186"/>
                </a:cubicBezTo>
                <a:cubicBezTo>
                  <a:pt x="86" y="187"/>
                  <a:pt x="83" y="186"/>
                  <a:pt x="81" y="187"/>
                </a:cubicBezTo>
                <a:cubicBezTo>
                  <a:pt x="79" y="188"/>
                  <a:pt x="78" y="189"/>
                  <a:pt x="78" y="192"/>
                </a:cubicBezTo>
                <a:cubicBezTo>
                  <a:pt x="77" y="193"/>
                  <a:pt x="78" y="196"/>
                  <a:pt x="76" y="194"/>
                </a:cubicBezTo>
                <a:cubicBezTo>
                  <a:pt x="74" y="196"/>
                  <a:pt x="75" y="198"/>
                  <a:pt x="72" y="198"/>
                </a:cubicBezTo>
                <a:cubicBezTo>
                  <a:pt x="70" y="198"/>
                  <a:pt x="69" y="197"/>
                  <a:pt x="68" y="196"/>
                </a:cubicBezTo>
                <a:cubicBezTo>
                  <a:pt x="66" y="195"/>
                  <a:pt x="64" y="195"/>
                  <a:pt x="63" y="193"/>
                </a:cubicBezTo>
                <a:cubicBezTo>
                  <a:pt x="61" y="192"/>
                  <a:pt x="59" y="188"/>
                  <a:pt x="59" y="186"/>
                </a:cubicBezTo>
                <a:cubicBezTo>
                  <a:pt x="59" y="186"/>
                  <a:pt x="59" y="186"/>
                  <a:pt x="60" y="186"/>
                </a:cubicBezTo>
                <a:cubicBezTo>
                  <a:pt x="61" y="184"/>
                  <a:pt x="56" y="183"/>
                  <a:pt x="56" y="180"/>
                </a:cubicBezTo>
                <a:cubicBezTo>
                  <a:pt x="56" y="179"/>
                  <a:pt x="57" y="179"/>
                  <a:pt x="56" y="177"/>
                </a:cubicBezTo>
                <a:cubicBezTo>
                  <a:pt x="56" y="176"/>
                  <a:pt x="54" y="175"/>
                  <a:pt x="53" y="174"/>
                </a:cubicBezTo>
                <a:cubicBezTo>
                  <a:pt x="52" y="173"/>
                  <a:pt x="50" y="172"/>
                  <a:pt x="49" y="171"/>
                </a:cubicBezTo>
                <a:cubicBezTo>
                  <a:pt x="48" y="171"/>
                  <a:pt x="47" y="170"/>
                  <a:pt x="46" y="169"/>
                </a:cubicBezTo>
                <a:cubicBezTo>
                  <a:pt x="44" y="168"/>
                  <a:pt x="39" y="169"/>
                  <a:pt x="36" y="169"/>
                </a:cubicBezTo>
                <a:cubicBezTo>
                  <a:pt x="36" y="167"/>
                  <a:pt x="36" y="164"/>
                  <a:pt x="36" y="162"/>
                </a:cubicBezTo>
                <a:cubicBezTo>
                  <a:pt x="35" y="160"/>
                  <a:pt x="35" y="161"/>
                  <a:pt x="35" y="159"/>
                </a:cubicBezTo>
                <a:cubicBezTo>
                  <a:pt x="36" y="157"/>
                  <a:pt x="37" y="156"/>
                  <a:pt x="38" y="154"/>
                </a:cubicBezTo>
                <a:cubicBezTo>
                  <a:pt x="39" y="153"/>
                  <a:pt x="39" y="150"/>
                  <a:pt x="40" y="150"/>
                </a:cubicBezTo>
                <a:cubicBezTo>
                  <a:pt x="42" y="148"/>
                  <a:pt x="45" y="149"/>
                  <a:pt x="46" y="146"/>
                </a:cubicBezTo>
                <a:cubicBezTo>
                  <a:pt x="46" y="146"/>
                  <a:pt x="46" y="145"/>
                  <a:pt x="46" y="144"/>
                </a:cubicBezTo>
                <a:cubicBezTo>
                  <a:pt x="45" y="144"/>
                  <a:pt x="45" y="145"/>
                  <a:pt x="44" y="145"/>
                </a:cubicBezTo>
                <a:cubicBezTo>
                  <a:pt x="42" y="145"/>
                  <a:pt x="41" y="143"/>
                  <a:pt x="40" y="141"/>
                </a:cubicBezTo>
                <a:cubicBezTo>
                  <a:pt x="39" y="139"/>
                  <a:pt x="38" y="138"/>
                  <a:pt x="38" y="136"/>
                </a:cubicBezTo>
                <a:cubicBezTo>
                  <a:pt x="39" y="136"/>
                  <a:pt x="39" y="135"/>
                  <a:pt x="40" y="135"/>
                </a:cubicBezTo>
                <a:cubicBezTo>
                  <a:pt x="40" y="134"/>
                  <a:pt x="39" y="133"/>
                  <a:pt x="39" y="133"/>
                </a:cubicBezTo>
                <a:cubicBezTo>
                  <a:pt x="40" y="130"/>
                  <a:pt x="41" y="130"/>
                  <a:pt x="43" y="129"/>
                </a:cubicBezTo>
                <a:cubicBezTo>
                  <a:pt x="44" y="128"/>
                  <a:pt x="45" y="126"/>
                  <a:pt x="45" y="125"/>
                </a:cubicBezTo>
                <a:cubicBezTo>
                  <a:pt x="45" y="124"/>
                  <a:pt x="46" y="122"/>
                  <a:pt x="45" y="122"/>
                </a:cubicBezTo>
                <a:cubicBezTo>
                  <a:pt x="44" y="121"/>
                  <a:pt x="44" y="122"/>
                  <a:pt x="43" y="122"/>
                </a:cubicBezTo>
                <a:cubicBezTo>
                  <a:pt x="42" y="121"/>
                  <a:pt x="43" y="122"/>
                  <a:pt x="42" y="121"/>
                </a:cubicBezTo>
                <a:cubicBezTo>
                  <a:pt x="41" y="121"/>
                  <a:pt x="40" y="119"/>
                  <a:pt x="40" y="119"/>
                </a:cubicBezTo>
                <a:cubicBezTo>
                  <a:pt x="39" y="118"/>
                  <a:pt x="39" y="117"/>
                  <a:pt x="39" y="117"/>
                </a:cubicBezTo>
                <a:cubicBezTo>
                  <a:pt x="39" y="116"/>
                  <a:pt x="39" y="116"/>
                  <a:pt x="39" y="115"/>
                </a:cubicBezTo>
                <a:cubicBezTo>
                  <a:pt x="39" y="115"/>
                  <a:pt x="39" y="114"/>
                  <a:pt x="39" y="114"/>
                </a:cubicBezTo>
                <a:cubicBezTo>
                  <a:pt x="38" y="112"/>
                  <a:pt x="33" y="110"/>
                  <a:pt x="35" y="107"/>
                </a:cubicBezTo>
                <a:cubicBezTo>
                  <a:pt x="37" y="105"/>
                  <a:pt x="42" y="108"/>
                  <a:pt x="44" y="107"/>
                </a:cubicBezTo>
                <a:cubicBezTo>
                  <a:pt x="45" y="106"/>
                  <a:pt x="45" y="106"/>
                  <a:pt x="45" y="105"/>
                </a:cubicBezTo>
                <a:cubicBezTo>
                  <a:pt x="45" y="104"/>
                  <a:pt x="46" y="103"/>
                  <a:pt x="46" y="103"/>
                </a:cubicBezTo>
                <a:cubicBezTo>
                  <a:pt x="47" y="102"/>
                  <a:pt x="47" y="100"/>
                  <a:pt x="47" y="99"/>
                </a:cubicBezTo>
                <a:cubicBezTo>
                  <a:pt x="47" y="97"/>
                  <a:pt x="45" y="96"/>
                  <a:pt x="45" y="95"/>
                </a:cubicBezTo>
                <a:cubicBezTo>
                  <a:pt x="44" y="94"/>
                  <a:pt x="46" y="93"/>
                  <a:pt x="46" y="93"/>
                </a:cubicBezTo>
                <a:cubicBezTo>
                  <a:pt x="47" y="92"/>
                  <a:pt x="48" y="92"/>
                  <a:pt x="49" y="91"/>
                </a:cubicBezTo>
                <a:cubicBezTo>
                  <a:pt x="49" y="90"/>
                  <a:pt x="48" y="90"/>
                  <a:pt x="48" y="89"/>
                </a:cubicBezTo>
                <a:cubicBezTo>
                  <a:pt x="48" y="88"/>
                  <a:pt x="48" y="88"/>
                  <a:pt x="48" y="87"/>
                </a:cubicBezTo>
                <a:cubicBezTo>
                  <a:pt x="48" y="86"/>
                  <a:pt x="49" y="86"/>
                  <a:pt x="48" y="85"/>
                </a:cubicBezTo>
                <a:cubicBezTo>
                  <a:pt x="48" y="85"/>
                  <a:pt x="48" y="85"/>
                  <a:pt x="48" y="84"/>
                </a:cubicBezTo>
                <a:cubicBezTo>
                  <a:pt x="48" y="83"/>
                  <a:pt x="49" y="83"/>
                  <a:pt x="49" y="82"/>
                </a:cubicBezTo>
                <a:cubicBezTo>
                  <a:pt x="49" y="81"/>
                  <a:pt x="48" y="82"/>
                  <a:pt x="48" y="81"/>
                </a:cubicBezTo>
                <a:cubicBezTo>
                  <a:pt x="48" y="80"/>
                  <a:pt x="49" y="78"/>
                  <a:pt x="48" y="77"/>
                </a:cubicBezTo>
                <a:cubicBezTo>
                  <a:pt x="48" y="76"/>
                  <a:pt x="45" y="74"/>
                  <a:pt x="46" y="72"/>
                </a:cubicBezTo>
                <a:cubicBezTo>
                  <a:pt x="47" y="72"/>
                  <a:pt x="48" y="72"/>
                  <a:pt x="48" y="72"/>
                </a:cubicBezTo>
                <a:cubicBezTo>
                  <a:pt x="49" y="72"/>
                  <a:pt x="49" y="72"/>
                  <a:pt x="49" y="71"/>
                </a:cubicBezTo>
                <a:cubicBezTo>
                  <a:pt x="50" y="70"/>
                  <a:pt x="51" y="68"/>
                  <a:pt x="52" y="67"/>
                </a:cubicBezTo>
                <a:cubicBezTo>
                  <a:pt x="54" y="66"/>
                  <a:pt x="55" y="65"/>
                  <a:pt x="57" y="64"/>
                </a:cubicBezTo>
                <a:cubicBezTo>
                  <a:pt x="58" y="62"/>
                  <a:pt x="60" y="60"/>
                  <a:pt x="60" y="59"/>
                </a:cubicBezTo>
                <a:cubicBezTo>
                  <a:pt x="59" y="54"/>
                  <a:pt x="54" y="58"/>
                  <a:pt x="53" y="55"/>
                </a:cubicBezTo>
                <a:cubicBezTo>
                  <a:pt x="53" y="53"/>
                  <a:pt x="54" y="52"/>
                  <a:pt x="54" y="51"/>
                </a:cubicBezTo>
                <a:cubicBezTo>
                  <a:pt x="54" y="50"/>
                  <a:pt x="53" y="49"/>
                  <a:pt x="53" y="49"/>
                </a:cubicBezTo>
                <a:cubicBezTo>
                  <a:pt x="53" y="48"/>
                  <a:pt x="52" y="49"/>
                  <a:pt x="52" y="49"/>
                </a:cubicBezTo>
                <a:cubicBezTo>
                  <a:pt x="51" y="49"/>
                  <a:pt x="51" y="49"/>
                  <a:pt x="50" y="49"/>
                </a:cubicBezTo>
                <a:cubicBezTo>
                  <a:pt x="49" y="48"/>
                  <a:pt x="49" y="48"/>
                  <a:pt x="48" y="48"/>
                </a:cubicBezTo>
                <a:cubicBezTo>
                  <a:pt x="48" y="49"/>
                  <a:pt x="47" y="49"/>
                  <a:pt x="47" y="49"/>
                </a:cubicBezTo>
                <a:cubicBezTo>
                  <a:pt x="46" y="49"/>
                  <a:pt x="46" y="48"/>
                  <a:pt x="45" y="48"/>
                </a:cubicBezTo>
                <a:cubicBezTo>
                  <a:pt x="45" y="48"/>
                  <a:pt x="44" y="49"/>
                  <a:pt x="43" y="49"/>
                </a:cubicBezTo>
                <a:cubicBezTo>
                  <a:pt x="43" y="47"/>
                  <a:pt x="41" y="48"/>
                  <a:pt x="41" y="48"/>
                </a:cubicBezTo>
                <a:cubicBezTo>
                  <a:pt x="41" y="49"/>
                  <a:pt x="41" y="50"/>
                  <a:pt x="41" y="50"/>
                </a:cubicBezTo>
                <a:cubicBezTo>
                  <a:pt x="40" y="51"/>
                  <a:pt x="40" y="51"/>
                  <a:pt x="39" y="51"/>
                </a:cubicBezTo>
                <a:cubicBezTo>
                  <a:pt x="39" y="51"/>
                  <a:pt x="36" y="52"/>
                  <a:pt x="37" y="52"/>
                </a:cubicBezTo>
                <a:cubicBezTo>
                  <a:pt x="36" y="52"/>
                  <a:pt x="34" y="50"/>
                  <a:pt x="34" y="52"/>
                </a:cubicBezTo>
                <a:cubicBezTo>
                  <a:pt x="33" y="53"/>
                  <a:pt x="33" y="51"/>
                  <a:pt x="33" y="51"/>
                </a:cubicBezTo>
                <a:cubicBezTo>
                  <a:pt x="32" y="51"/>
                  <a:pt x="31" y="50"/>
                  <a:pt x="30" y="50"/>
                </a:cubicBezTo>
                <a:cubicBezTo>
                  <a:pt x="29" y="52"/>
                  <a:pt x="28" y="50"/>
                  <a:pt x="27" y="49"/>
                </a:cubicBezTo>
                <a:cubicBezTo>
                  <a:pt x="27" y="49"/>
                  <a:pt x="25" y="52"/>
                  <a:pt x="24" y="52"/>
                </a:cubicBezTo>
                <a:cubicBezTo>
                  <a:pt x="23" y="53"/>
                  <a:pt x="22" y="52"/>
                  <a:pt x="21" y="51"/>
                </a:cubicBezTo>
                <a:cubicBezTo>
                  <a:pt x="21" y="49"/>
                  <a:pt x="22" y="49"/>
                  <a:pt x="23" y="47"/>
                </a:cubicBezTo>
                <a:cubicBezTo>
                  <a:pt x="25" y="45"/>
                  <a:pt x="23" y="47"/>
                  <a:pt x="22" y="46"/>
                </a:cubicBezTo>
                <a:cubicBezTo>
                  <a:pt x="20" y="45"/>
                  <a:pt x="22" y="43"/>
                  <a:pt x="20" y="43"/>
                </a:cubicBezTo>
                <a:cubicBezTo>
                  <a:pt x="19" y="43"/>
                  <a:pt x="18" y="45"/>
                  <a:pt x="16" y="45"/>
                </a:cubicBezTo>
                <a:cubicBezTo>
                  <a:pt x="13" y="46"/>
                  <a:pt x="11" y="48"/>
                  <a:pt x="8" y="51"/>
                </a:cubicBezTo>
                <a:cubicBezTo>
                  <a:pt x="8" y="49"/>
                  <a:pt x="8" y="46"/>
                  <a:pt x="9" y="44"/>
                </a:cubicBezTo>
                <a:cubicBezTo>
                  <a:pt x="10" y="42"/>
                  <a:pt x="12" y="41"/>
                  <a:pt x="13" y="39"/>
                </a:cubicBezTo>
                <a:cubicBezTo>
                  <a:pt x="12" y="38"/>
                  <a:pt x="9" y="42"/>
                  <a:pt x="9" y="40"/>
                </a:cubicBezTo>
                <a:cubicBezTo>
                  <a:pt x="8" y="39"/>
                  <a:pt x="13" y="37"/>
                  <a:pt x="12" y="36"/>
                </a:cubicBezTo>
                <a:cubicBezTo>
                  <a:pt x="12" y="36"/>
                  <a:pt x="9" y="37"/>
                  <a:pt x="9" y="36"/>
                </a:cubicBezTo>
                <a:cubicBezTo>
                  <a:pt x="7" y="35"/>
                  <a:pt x="9" y="34"/>
                  <a:pt x="9" y="33"/>
                </a:cubicBezTo>
                <a:cubicBezTo>
                  <a:pt x="10" y="31"/>
                  <a:pt x="11" y="30"/>
                  <a:pt x="9" y="30"/>
                </a:cubicBezTo>
                <a:cubicBezTo>
                  <a:pt x="8" y="31"/>
                  <a:pt x="6" y="33"/>
                  <a:pt x="6" y="34"/>
                </a:cubicBezTo>
                <a:cubicBezTo>
                  <a:pt x="5" y="33"/>
                  <a:pt x="5" y="30"/>
                  <a:pt x="5" y="30"/>
                </a:cubicBezTo>
                <a:cubicBezTo>
                  <a:pt x="5" y="28"/>
                  <a:pt x="8" y="28"/>
                  <a:pt x="8" y="26"/>
                </a:cubicBezTo>
                <a:cubicBezTo>
                  <a:pt x="7" y="26"/>
                  <a:pt x="6" y="26"/>
                  <a:pt x="6" y="26"/>
                </a:cubicBezTo>
                <a:cubicBezTo>
                  <a:pt x="5" y="26"/>
                  <a:pt x="5" y="27"/>
                  <a:pt x="4" y="27"/>
                </a:cubicBezTo>
                <a:cubicBezTo>
                  <a:pt x="3" y="27"/>
                  <a:pt x="3" y="27"/>
                  <a:pt x="3" y="26"/>
                </a:cubicBezTo>
                <a:cubicBezTo>
                  <a:pt x="3" y="25"/>
                  <a:pt x="3" y="24"/>
                  <a:pt x="3" y="23"/>
                </a:cubicBezTo>
                <a:cubicBezTo>
                  <a:pt x="2" y="22"/>
                  <a:pt x="2" y="24"/>
                  <a:pt x="1" y="22"/>
                </a:cubicBezTo>
                <a:cubicBezTo>
                  <a:pt x="0" y="21"/>
                  <a:pt x="1" y="20"/>
                  <a:pt x="1" y="19"/>
                </a:cubicBezTo>
                <a:cubicBezTo>
                  <a:pt x="2" y="18"/>
                  <a:pt x="2" y="18"/>
                  <a:pt x="3" y="17"/>
                </a:cubicBezTo>
                <a:cubicBezTo>
                  <a:pt x="3" y="17"/>
                  <a:pt x="3" y="16"/>
                  <a:pt x="3" y="16"/>
                </a:cubicBezTo>
                <a:cubicBezTo>
                  <a:pt x="4" y="14"/>
                  <a:pt x="4" y="15"/>
                  <a:pt x="5" y="15"/>
                </a:cubicBezTo>
                <a:cubicBezTo>
                  <a:pt x="6" y="14"/>
                  <a:pt x="6" y="13"/>
                  <a:pt x="7" y="12"/>
                </a:cubicBezTo>
                <a:cubicBezTo>
                  <a:pt x="8" y="11"/>
                  <a:pt x="9" y="12"/>
                  <a:pt x="10" y="12"/>
                </a:cubicBezTo>
                <a:cubicBezTo>
                  <a:pt x="12" y="12"/>
                  <a:pt x="13" y="12"/>
                  <a:pt x="15" y="11"/>
                </a:cubicBezTo>
                <a:cubicBezTo>
                  <a:pt x="16" y="11"/>
                  <a:pt x="18" y="10"/>
                  <a:pt x="20" y="11"/>
                </a:cubicBezTo>
                <a:cubicBezTo>
                  <a:pt x="20" y="11"/>
                  <a:pt x="21" y="12"/>
                  <a:pt x="21" y="11"/>
                </a:cubicBezTo>
                <a:cubicBezTo>
                  <a:pt x="21" y="10"/>
                  <a:pt x="20" y="9"/>
                  <a:pt x="20" y="9"/>
                </a:cubicBezTo>
                <a:cubicBezTo>
                  <a:pt x="20" y="7"/>
                  <a:pt x="20" y="6"/>
                  <a:pt x="21" y="5"/>
                </a:cubicBezTo>
                <a:cubicBezTo>
                  <a:pt x="23" y="4"/>
                  <a:pt x="25" y="0"/>
                  <a:pt x="28" y="0"/>
                </a:cubicBezTo>
                <a:cubicBezTo>
                  <a:pt x="28" y="1"/>
                  <a:pt x="27" y="2"/>
                  <a:pt x="28" y="2"/>
                </a:cubicBezTo>
                <a:cubicBezTo>
                  <a:pt x="28" y="3"/>
                  <a:pt x="29" y="2"/>
                  <a:pt x="30" y="1"/>
                </a:cubicBezTo>
                <a:cubicBezTo>
                  <a:pt x="32" y="0"/>
                  <a:pt x="32" y="2"/>
                  <a:pt x="34" y="1"/>
                </a:cubicBezTo>
                <a:cubicBezTo>
                  <a:pt x="36" y="1"/>
                  <a:pt x="36" y="2"/>
                  <a:pt x="38" y="3"/>
                </a:cubicBezTo>
                <a:cubicBezTo>
                  <a:pt x="40" y="5"/>
                  <a:pt x="41" y="5"/>
                  <a:pt x="44" y="5"/>
                </a:cubicBezTo>
                <a:cubicBezTo>
                  <a:pt x="44" y="5"/>
                  <a:pt x="44" y="7"/>
                  <a:pt x="44" y="7"/>
                </a:cubicBezTo>
                <a:cubicBezTo>
                  <a:pt x="45" y="6"/>
                  <a:pt x="45" y="6"/>
                  <a:pt x="46" y="5"/>
                </a:cubicBezTo>
                <a:cubicBezTo>
                  <a:pt x="47" y="5"/>
                  <a:pt x="50" y="5"/>
                  <a:pt x="51" y="5"/>
                </a:cubicBezTo>
                <a:cubicBezTo>
                  <a:pt x="55" y="5"/>
                  <a:pt x="60" y="6"/>
                  <a:pt x="64" y="5"/>
                </a:cubicBezTo>
                <a:cubicBezTo>
                  <a:pt x="65" y="5"/>
                  <a:pt x="66" y="4"/>
                  <a:pt x="67" y="3"/>
                </a:cubicBezTo>
                <a:cubicBezTo>
                  <a:pt x="68" y="3"/>
                  <a:pt x="68" y="3"/>
                  <a:pt x="70" y="4"/>
                </a:cubicBezTo>
                <a:cubicBezTo>
                  <a:pt x="71" y="5"/>
                  <a:pt x="71" y="5"/>
                  <a:pt x="73" y="6"/>
                </a:cubicBezTo>
                <a:cubicBezTo>
                  <a:pt x="75" y="6"/>
                  <a:pt x="75" y="5"/>
                  <a:pt x="76" y="7"/>
                </a:cubicBezTo>
                <a:cubicBezTo>
                  <a:pt x="78" y="6"/>
                  <a:pt x="81" y="7"/>
                  <a:pt x="83" y="8"/>
                </a:cubicBezTo>
                <a:cubicBezTo>
                  <a:pt x="85" y="8"/>
                  <a:pt x="88" y="9"/>
                  <a:pt x="90" y="9"/>
                </a:cubicBezTo>
                <a:cubicBezTo>
                  <a:pt x="96" y="11"/>
                  <a:pt x="101" y="8"/>
                  <a:pt x="107" y="7"/>
                </a:cubicBezTo>
                <a:cubicBezTo>
                  <a:pt x="107" y="10"/>
                  <a:pt x="110" y="7"/>
                  <a:pt x="112" y="7"/>
                </a:cubicBezTo>
                <a:cubicBezTo>
                  <a:pt x="113" y="6"/>
                  <a:pt x="113" y="7"/>
                  <a:pt x="114" y="8"/>
                </a:cubicBezTo>
                <a:cubicBezTo>
                  <a:pt x="115" y="8"/>
                  <a:pt x="114" y="9"/>
                  <a:pt x="116" y="9"/>
                </a:cubicBezTo>
                <a:cubicBezTo>
                  <a:pt x="116" y="9"/>
                  <a:pt x="117" y="9"/>
                  <a:pt x="118" y="9"/>
                </a:cubicBezTo>
                <a:cubicBezTo>
                  <a:pt x="119" y="9"/>
                  <a:pt x="120" y="10"/>
                  <a:pt x="120" y="10"/>
                </a:cubicBezTo>
                <a:cubicBezTo>
                  <a:pt x="121" y="11"/>
                  <a:pt x="122" y="11"/>
                  <a:pt x="123" y="11"/>
                </a:cubicBezTo>
                <a:cubicBezTo>
                  <a:pt x="124" y="10"/>
                  <a:pt x="123" y="9"/>
                  <a:pt x="124" y="9"/>
                </a:cubicBezTo>
                <a:cubicBezTo>
                  <a:pt x="125" y="8"/>
                  <a:pt x="128" y="8"/>
                  <a:pt x="129" y="9"/>
                </a:cubicBezTo>
                <a:cubicBezTo>
                  <a:pt x="129" y="9"/>
                  <a:pt x="129" y="10"/>
                  <a:pt x="130" y="10"/>
                </a:cubicBezTo>
                <a:cubicBezTo>
                  <a:pt x="130" y="10"/>
                  <a:pt x="131" y="10"/>
                  <a:pt x="131" y="10"/>
                </a:cubicBezTo>
                <a:cubicBezTo>
                  <a:pt x="132" y="10"/>
                  <a:pt x="133" y="10"/>
                  <a:pt x="133" y="11"/>
                </a:cubicBezTo>
                <a:cubicBezTo>
                  <a:pt x="136" y="12"/>
                  <a:pt x="137" y="12"/>
                  <a:pt x="139" y="12"/>
                </a:cubicBezTo>
                <a:cubicBezTo>
                  <a:pt x="142" y="12"/>
                  <a:pt x="144" y="11"/>
                  <a:pt x="146" y="10"/>
                </a:cubicBezTo>
                <a:cubicBezTo>
                  <a:pt x="147" y="11"/>
                  <a:pt x="147" y="11"/>
                  <a:pt x="147" y="11"/>
                </a:cubicBezTo>
                <a:cubicBezTo>
                  <a:pt x="147" y="12"/>
                  <a:pt x="149" y="13"/>
                  <a:pt x="150" y="14"/>
                </a:cubicBezTo>
                <a:cubicBezTo>
                  <a:pt x="151" y="14"/>
                  <a:pt x="151" y="13"/>
                  <a:pt x="153" y="13"/>
                </a:cubicBezTo>
                <a:cubicBezTo>
                  <a:pt x="154" y="13"/>
                  <a:pt x="155" y="15"/>
                  <a:pt x="154" y="16"/>
                </a:cubicBezTo>
                <a:cubicBezTo>
                  <a:pt x="154" y="17"/>
                  <a:pt x="152" y="18"/>
                  <a:pt x="153" y="19"/>
                </a:cubicBezTo>
                <a:cubicBezTo>
                  <a:pt x="154" y="21"/>
                  <a:pt x="155" y="20"/>
                  <a:pt x="156" y="20"/>
                </a:cubicBezTo>
                <a:cubicBezTo>
                  <a:pt x="158" y="19"/>
                  <a:pt x="158" y="20"/>
                  <a:pt x="160" y="21"/>
                </a:cubicBezTo>
                <a:cubicBezTo>
                  <a:pt x="161" y="22"/>
                  <a:pt x="162" y="22"/>
                  <a:pt x="164" y="22"/>
                </a:cubicBezTo>
                <a:cubicBezTo>
                  <a:pt x="166" y="22"/>
                  <a:pt x="167" y="22"/>
                  <a:pt x="168" y="23"/>
                </a:cubicBezTo>
                <a:cubicBezTo>
                  <a:pt x="169" y="25"/>
                  <a:pt x="170" y="28"/>
                  <a:pt x="173" y="27"/>
                </a:cubicBezTo>
                <a:cubicBezTo>
                  <a:pt x="174" y="26"/>
                  <a:pt x="175" y="25"/>
                  <a:pt x="176" y="25"/>
                </a:cubicBezTo>
                <a:cubicBezTo>
                  <a:pt x="178" y="25"/>
                  <a:pt x="178" y="27"/>
                  <a:pt x="179" y="28"/>
                </a:cubicBezTo>
                <a:cubicBezTo>
                  <a:pt x="181" y="29"/>
                  <a:pt x="182" y="29"/>
                  <a:pt x="184" y="29"/>
                </a:cubicBezTo>
                <a:cubicBezTo>
                  <a:pt x="185" y="28"/>
                  <a:pt x="186" y="29"/>
                  <a:pt x="188" y="29"/>
                </a:cubicBezTo>
                <a:cubicBezTo>
                  <a:pt x="188" y="29"/>
                  <a:pt x="189" y="29"/>
                  <a:pt x="190" y="29"/>
                </a:cubicBezTo>
                <a:cubicBezTo>
                  <a:pt x="192" y="29"/>
                  <a:pt x="193" y="29"/>
                  <a:pt x="195" y="28"/>
                </a:cubicBezTo>
                <a:cubicBezTo>
                  <a:pt x="195" y="24"/>
                  <a:pt x="197" y="25"/>
                  <a:pt x="200" y="26"/>
                </a:cubicBezTo>
                <a:cubicBezTo>
                  <a:pt x="201" y="27"/>
                  <a:pt x="202" y="27"/>
                  <a:pt x="204" y="27"/>
                </a:cubicBezTo>
                <a:cubicBezTo>
                  <a:pt x="205" y="28"/>
                  <a:pt x="206" y="29"/>
                  <a:pt x="209" y="29"/>
                </a:cubicBezTo>
                <a:cubicBezTo>
                  <a:pt x="209" y="30"/>
                  <a:pt x="209" y="30"/>
                  <a:pt x="210" y="31"/>
                </a:cubicBezTo>
                <a:cubicBezTo>
                  <a:pt x="210" y="32"/>
                  <a:pt x="208" y="36"/>
                  <a:pt x="211" y="36"/>
                </a:cubicBezTo>
                <a:cubicBezTo>
                  <a:pt x="212" y="37"/>
                  <a:pt x="215" y="35"/>
                  <a:pt x="216" y="34"/>
                </a:cubicBezTo>
                <a:cubicBezTo>
                  <a:pt x="217" y="36"/>
                  <a:pt x="220" y="35"/>
                  <a:pt x="220" y="36"/>
                </a:cubicBezTo>
                <a:cubicBezTo>
                  <a:pt x="221" y="36"/>
                  <a:pt x="220" y="38"/>
                  <a:pt x="221" y="38"/>
                </a:cubicBezTo>
                <a:cubicBezTo>
                  <a:pt x="222" y="38"/>
                  <a:pt x="222" y="38"/>
                  <a:pt x="223" y="37"/>
                </a:cubicBezTo>
                <a:cubicBezTo>
                  <a:pt x="223" y="37"/>
                  <a:pt x="224" y="37"/>
                  <a:pt x="225" y="36"/>
                </a:cubicBezTo>
                <a:cubicBezTo>
                  <a:pt x="226" y="36"/>
                  <a:pt x="227" y="36"/>
                  <a:pt x="228" y="36"/>
                </a:cubicBezTo>
                <a:cubicBezTo>
                  <a:pt x="230" y="37"/>
                  <a:pt x="230" y="39"/>
                  <a:pt x="232" y="39"/>
                </a:cubicBezTo>
                <a:cubicBezTo>
                  <a:pt x="233" y="38"/>
                  <a:pt x="233" y="38"/>
                  <a:pt x="234" y="38"/>
                </a:cubicBezTo>
                <a:cubicBezTo>
                  <a:pt x="234" y="37"/>
                  <a:pt x="234" y="37"/>
                  <a:pt x="235" y="37"/>
                </a:cubicBezTo>
                <a:cubicBezTo>
                  <a:pt x="235" y="37"/>
                  <a:pt x="236" y="37"/>
                  <a:pt x="237" y="37"/>
                </a:cubicBezTo>
                <a:cubicBezTo>
                  <a:pt x="238" y="36"/>
                  <a:pt x="238" y="35"/>
                  <a:pt x="240" y="35"/>
                </a:cubicBezTo>
                <a:cubicBezTo>
                  <a:pt x="241" y="35"/>
                  <a:pt x="242" y="36"/>
                  <a:pt x="243" y="36"/>
                </a:cubicBezTo>
                <a:cubicBezTo>
                  <a:pt x="244" y="36"/>
                  <a:pt x="244" y="35"/>
                  <a:pt x="245" y="36"/>
                </a:cubicBezTo>
                <a:cubicBezTo>
                  <a:pt x="245" y="37"/>
                  <a:pt x="246" y="38"/>
                  <a:pt x="246" y="38"/>
                </a:cubicBezTo>
                <a:cubicBezTo>
                  <a:pt x="247" y="39"/>
                  <a:pt x="247" y="38"/>
                  <a:pt x="248" y="40"/>
                </a:cubicBezTo>
                <a:cubicBezTo>
                  <a:pt x="247" y="41"/>
                  <a:pt x="245" y="41"/>
                  <a:pt x="244" y="42"/>
                </a:cubicBezTo>
                <a:cubicBezTo>
                  <a:pt x="242" y="43"/>
                  <a:pt x="244" y="43"/>
                  <a:pt x="245" y="44"/>
                </a:cubicBezTo>
                <a:cubicBezTo>
                  <a:pt x="246" y="45"/>
                  <a:pt x="245" y="44"/>
                  <a:pt x="245" y="44"/>
                </a:cubicBezTo>
                <a:close/>
                <a:moveTo>
                  <a:pt x="210" y="128"/>
                </a:moveTo>
                <a:cubicBezTo>
                  <a:pt x="210" y="126"/>
                  <a:pt x="216" y="122"/>
                  <a:pt x="213" y="121"/>
                </a:cubicBezTo>
                <a:cubicBezTo>
                  <a:pt x="212" y="121"/>
                  <a:pt x="209" y="122"/>
                  <a:pt x="209" y="122"/>
                </a:cubicBezTo>
                <a:cubicBezTo>
                  <a:pt x="207" y="123"/>
                  <a:pt x="208" y="125"/>
                  <a:pt x="206" y="125"/>
                </a:cubicBezTo>
                <a:cubicBezTo>
                  <a:pt x="206" y="126"/>
                  <a:pt x="206" y="126"/>
                  <a:pt x="206" y="127"/>
                </a:cubicBezTo>
                <a:cubicBezTo>
                  <a:pt x="208" y="128"/>
                  <a:pt x="209" y="129"/>
                  <a:pt x="210" y="128"/>
                </a:cubicBezTo>
                <a:cubicBezTo>
                  <a:pt x="210" y="126"/>
                  <a:pt x="209" y="129"/>
                  <a:pt x="210" y="128"/>
                </a:cubicBezTo>
                <a:close/>
                <a:moveTo>
                  <a:pt x="229" y="111"/>
                </a:moveTo>
                <a:cubicBezTo>
                  <a:pt x="231" y="112"/>
                  <a:pt x="230" y="112"/>
                  <a:pt x="232" y="111"/>
                </a:cubicBezTo>
                <a:cubicBezTo>
                  <a:pt x="233" y="111"/>
                  <a:pt x="234" y="110"/>
                  <a:pt x="235" y="112"/>
                </a:cubicBezTo>
                <a:cubicBezTo>
                  <a:pt x="236" y="113"/>
                  <a:pt x="235" y="114"/>
                  <a:pt x="237" y="115"/>
                </a:cubicBezTo>
                <a:cubicBezTo>
                  <a:pt x="238" y="115"/>
                  <a:pt x="239" y="115"/>
                  <a:pt x="241" y="116"/>
                </a:cubicBezTo>
                <a:cubicBezTo>
                  <a:pt x="242" y="117"/>
                  <a:pt x="241" y="118"/>
                  <a:pt x="243" y="117"/>
                </a:cubicBezTo>
                <a:cubicBezTo>
                  <a:pt x="244" y="116"/>
                  <a:pt x="245" y="115"/>
                  <a:pt x="246" y="114"/>
                </a:cubicBezTo>
                <a:cubicBezTo>
                  <a:pt x="247" y="112"/>
                  <a:pt x="247" y="111"/>
                  <a:pt x="248" y="109"/>
                </a:cubicBezTo>
                <a:cubicBezTo>
                  <a:pt x="249" y="108"/>
                  <a:pt x="251" y="107"/>
                  <a:pt x="250" y="106"/>
                </a:cubicBezTo>
                <a:cubicBezTo>
                  <a:pt x="248" y="103"/>
                  <a:pt x="244" y="107"/>
                  <a:pt x="243" y="104"/>
                </a:cubicBezTo>
                <a:cubicBezTo>
                  <a:pt x="243" y="104"/>
                  <a:pt x="244" y="103"/>
                  <a:pt x="244" y="103"/>
                </a:cubicBezTo>
                <a:cubicBezTo>
                  <a:pt x="244" y="102"/>
                  <a:pt x="243" y="102"/>
                  <a:pt x="243" y="102"/>
                </a:cubicBezTo>
                <a:cubicBezTo>
                  <a:pt x="243" y="101"/>
                  <a:pt x="245" y="101"/>
                  <a:pt x="243" y="100"/>
                </a:cubicBezTo>
                <a:cubicBezTo>
                  <a:pt x="242" y="100"/>
                  <a:pt x="240" y="101"/>
                  <a:pt x="239" y="101"/>
                </a:cubicBezTo>
                <a:cubicBezTo>
                  <a:pt x="237" y="102"/>
                  <a:pt x="236" y="103"/>
                  <a:pt x="234" y="104"/>
                </a:cubicBezTo>
                <a:cubicBezTo>
                  <a:pt x="232" y="106"/>
                  <a:pt x="228" y="108"/>
                  <a:pt x="228" y="111"/>
                </a:cubicBezTo>
                <a:cubicBezTo>
                  <a:pt x="228" y="111"/>
                  <a:pt x="229" y="111"/>
                  <a:pt x="229" y="111"/>
                </a:cubicBezTo>
                <a:close/>
                <a:moveTo>
                  <a:pt x="257" y="98"/>
                </a:moveTo>
                <a:cubicBezTo>
                  <a:pt x="257" y="99"/>
                  <a:pt x="257" y="100"/>
                  <a:pt x="258" y="101"/>
                </a:cubicBezTo>
                <a:cubicBezTo>
                  <a:pt x="258" y="101"/>
                  <a:pt x="260" y="101"/>
                  <a:pt x="261" y="101"/>
                </a:cubicBezTo>
                <a:cubicBezTo>
                  <a:pt x="262" y="102"/>
                  <a:pt x="265" y="104"/>
                  <a:pt x="266" y="103"/>
                </a:cubicBezTo>
                <a:cubicBezTo>
                  <a:pt x="268" y="102"/>
                  <a:pt x="266" y="100"/>
                  <a:pt x="265" y="99"/>
                </a:cubicBezTo>
                <a:cubicBezTo>
                  <a:pt x="263" y="97"/>
                  <a:pt x="260" y="98"/>
                  <a:pt x="257" y="98"/>
                </a:cubicBezTo>
                <a:cubicBezTo>
                  <a:pt x="257" y="99"/>
                  <a:pt x="260" y="97"/>
                  <a:pt x="257" y="98"/>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36" name="Freeform 566"/>
          <p:cNvSpPr>
            <a:spLocks/>
          </p:cNvSpPr>
          <p:nvPr/>
        </p:nvSpPr>
        <p:spPr bwMode="auto">
          <a:xfrm>
            <a:off x="9320213" y="4899501"/>
            <a:ext cx="246063" cy="169863"/>
          </a:xfrm>
          <a:custGeom>
            <a:avLst/>
            <a:gdLst>
              <a:gd name="T0" fmla="*/ 7 w 62"/>
              <a:gd name="T1" fmla="*/ 40 h 43"/>
              <a:gd name="T2" fmla="*/ 11 w 62"/>
              <a:gd name="T3" fmla="*/ 38 h 43"/>
              <a:gd name="T4" fmla="*/ 19 w 62"/>
              <a:gd name="T5" fmla="*/ 39 h 43"/>
              <a:gd name="T6" fmla="*/ 22 w 62"/>
              <a:gd name="T7" fmla="*/ 34 h 43"/>
              <a:gd name="T8" fmla="*/ 30 w 62"/>
              <a:gd name="T9" fmla="*/ 38 h 43"/>
              <a:gd name="T10" fmla="*/ 39 w 62"/>
              <a:gd name="T11" fmla="*/ 39 h 43"/>
              <a:gd name="T12" fmla="*/ 38 w 62"/>
              <a:gd name="T13" fmla="*/ 36 h 43"/>
              <a:gd name="T14" fmla="*/ 39 w 62"/>
              <a:gd name="T15" fmla="*/ 34 h 43"/>
              <a:gd name="T16" fmla="*/ 40 w 62"/>
              <a:gd name="T17" fmla="*/ 31 h 43"/>
              <a:gd name="T18" fmla="*/ 45 w 62"/>
              <a:gd name="T19" fmla="*/ 28 h 43"/>
              <a:gd name="T20" fmla="*/ 46 w 62"/>
              <a:gd name="T21" fmla="*/ 24 h 43"/>
              <a:gd name="T22" fmla="*/ 44 w 62"/>
              <a:gd name="T23" fmla="*/ 20 h 43"/>
              <a:gd name="T24" fmla="*/ 47 w 62"/>
              <a:gd name="T25" fmla="*/ 19 h 43"/>
              <a:gd name="T26" fmla="*/ 50 w 62"/>
              <a:gd name="T27" fmla="*/ 17 h 43"/>
              <a:gd name="T28" fmla="*/ 53 w 62"/>
              <a:gd name="T29" fmla="*/ 15 h 43"/>
              <a:gd name="T30" fmla="*/ 55 w 62"/>
              <a:gd name="T31" fmla="*/ 14 h 43"/>
              <a:gd name="T32" fmla="*/ 57 w 62"/>
              <a:gd name="T33" fmla="*/ 14 h 43"/>
              <a:gd name="T34" fmla="*/ 57 w 62"/>
              <a:gd name="T35" fmla="*/ 11 h 43"/>
              <a:gd name="T36" fmla="*/ 62 w 62"/>
              <a:gd name="T37" fmla="*/ 10 h 43"/>
              <a:gd name="T38" fmla="*/ 59 w 62"/>
              <a:gd name="T39" fmla="*/ 7 h 43"/>
              <a:gd name="T40" fmla="*/ 60 w 62"/>
              <a:gd name="T41" fmla="*/ 6 h 43"/>
              <a:gd name="T42" fmla="*/ 58 w 62"/>
              <a:gd name="T43" fmla="*/ 4 h 43"/>
              <a:gd name="T44" fmla="*/ 58 w 62"/>
              <a:gd name="T45" fmla="*/ 1 h 43"/>
              <a:gd name="T46" fmla="*/ 53 w 62"/>
              <a:gd name="T47" fmla="*/ 0 h 43"/>
              <a:gd name="T48" fmla="*/ 51 w 62"/>
              <a:gd name="T49" fmla="*/ 2 h 43"/>
              <a:gd name="T50" fmla="*/ 50 w 62"/>
              <a:gd name="T51" fmla="*/ 4 h 43"/>
              <a:gd name="T52" fmla="*/ 44 w 62"/>
              <a:gd name="T53" fmla="*/ 5 h 43"/>
              <a:gd name="T54" fmla="*/ 38 w 62"/>
              <a:gd name="T55" fmla="*/ 7 h 43"/>
              <a:gd name="T56" fmla="*/ 31 w 62"/>
              <a:gd name="T57" fmla="*/ 7 h 43"/>
              <a:gd name="T58" fmla="*/ 21 w 62"/>
              <a:gd name="T59" fmla="*/ 13 h 43"/>
              <a:gd name="T60" fmla="*/ 6 w 62"/>
              <a:gd name="T61" fmla="*/ 10 h 43"/>
              <a:gd name="T62" fmla="*/ 3 w 62"/>
              <a:gd name="T63" fmla="*/ 14 h 43"/>
              <a:gd name="T64" fmla="*/ 1 w 62"/>
              <a:gd name="T65" fmla="*/ 17 h 43"/>
              <a:gd name="T66" fmla="*/ 4 w 62"/>
              <a:gd name="T67" fmla="*/ 19 h 43"/>
              <a:gd name="T68" fmla="*/ 3 w 62"/>
              <a:gd name="T69" fmla="*/ 24 h 43"/>
              <a:gd name="T70" fmla="*/ 5 w 62"/>
              <a:gd name="T71" fmla="*/ 26 h 43"/>
              <a:gd name="T72" fmla="*/ 4 w 62"/>
              <a:gd name="T73" fmla="*/ 31 h 43"/>
              <a:gd name="T74" fmla="*/ 9 w 62"/>
              <a:gd name="T75" fmla="*/ 36 h 43"/>
              <a:gd name="T76" fmla="*/ 7 w 62"/>
              <a:gd name="T77" fmla="*/ 37 h 43"/>
              <a:gd name="T78" fmla="*/ 6 w 62"/>
              <a:gd name="T79" fmla="*/ 38 h 43"/>
              <a:gd name="T80" fmla="*/ 4 w 62"/>
              <a:gd name="T81" fmla="*/ 39 h 43"/>
              <a:gd name="T82" fmla="*/ 7 w 62"/>
              <a:gd name="T83"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 h="43">
                <a:moveTo>
                  <a:pt x="7" y="40"/>
                </a:moveTo>
                <a:cubicBezTo>
                  <a:pt x="9" y="41"/>
                  <a:pt x="12" y="41"/>
                  <a:pt x="11" y="38"/>
                </a:cubicBezTo>
                <a:cubicBezTo>
                  <a:pt x="14" y="38"/>
                  <a:pt x="16" y="40"/>
                  <a:pt x="19" y="39"/>
                </a:cubicBezTo>
                <a:cubicBezTo>
                  <a:pt x="21" y="38"/>
                  <a:pt x="22" y="36"/>
                  <a:pt x="22" y="34"/>
                </a:cubicBezTo>
                <a:cubicBezTo>
                  <a:pt x="24" y="34"/>
                  <a:pt x="29" y="41"/>
                  <a:pt x="30" y="38"/>
                </a:cubicBezTo>
                <a:cubicBezTo>
                  <a:pt x="32" y="39"/>
                  <a:pt x="38" y="43"/>
                  <a:pt x="39" y="39"/>
                </a:cubicBezTo>
                <a:cubicBezTo>
                  <a:pt x="39" y="38"/>
                  <a:pt x="37" y="37"/>
                  <a:pt x="38" y="36"/>
                </a:cubicBezTo>
                <a:cubicBezTo>
                  <a:pt x="38" y="35"/>
                  <a:pt x="40" y="35"/>
                  <a:pt x="39" y="34"/>
                </a:cubicBezTo>
                <a:cubicBezTo>
                  <a:pt x="36" y="33"/>
                  <a:pt x="39" y="32"/>
                  <a:pt x="40" y="31"/>
                </a:cubicBezTo>
                <a:cubicBezTo>
                  <a:pt x="42" y="30"/>
                  <a:pt x="44" y="31"/>
                  <a:pt x="45" y="28"/>
                </a:cubicBezTo>
                <a:cubicBezTo>
                  <a:pt x="45" y="27"/>
                  <a:pt x="46" y="25"/>
                  <a:pt x="46" y="24"/>
                </a:cubicBezTo>
                <a:cubicBezTo>
                  <a:pt x="45" y="22"/>
                  <a:pt x="43" y="21"/>
                  <a:pt x="44" y="20"/>
                </a:cubicBezTo>
                <a:cubicBezTo>
                  <a:pt x="45" y="19"/>
                  <a:pt x="46" y="19"/>
                  <a:pt x="47" y="19"/>
                </a:cubicBezTo>
                <a:cubicBezTo>
                  <a:pt x="48" y="18"/>
                  <a:pt x="49" y="18"/>
                  <a:pt x="50" y="17"/>
                </a:cubicBezTo>
                <a:cubicBezTo>
                  <a:pt x="52" y="16"/>
                  <a:pt x="52" y="16"/>
                  <a:pt x="53" y="15"/>
                </a:cubicBezTo>
                <a:cubicBezTo>
                  <a:pt x="54" y="14"/>
                  <a:pt x="54" y="15"/>
                  <a:pt x="55" y="14"/>
                </a:cubicBezTo>
                <a:cubicBezTo>
                  <a:pt x="56" y="14"/>
                  <a:pt x="56" y="15"/>
                  <a:pt x="57" y="14"/>
                </a:cubicBezTo>
                <a:cubicBezTo>
                  <a:pt x="57" y="13"/>
                  <a:pt x="57" y="12"/>
                  <a:pt x="57" y="11"/>
                </a:cubicBezTo>
                <a:cubicBezTo>
                  <a:pt x="58" y="8"/>
                  <a:pt x="60" y="11"/>
                  <a:pt x="62" y="10"/>
                </a:cubicBezTo>
                <a:cubicBezTo>
                  <a:pt x="61" y="8"/>
                  <a:pt x="60" y="8"/>
                  <a:pt x="59" y="7"/>
                </a:cubicBezTo>
                <a:cubicBezTo>
                  <a:pt x="59" y="7"/>
                  <a:pt x="60" y="6"/>
                  <a:pt x="60" y="6"/>
                </a:cubicBezTo>
                <a:cubicBezTo>
                  <a:pt x="59" y="4"/>
                  <a:pt x="59" y="5"/>
                  <a:pt x="58" y="4"/>
                </a:cubicBezTo>
                <a:cubicBezTo>
                  <a:pt x="57" y="3"/>
                  <a:pt x="58" y="3"/>
                  <a:pt x="58" y="1"/>
                </a:cubicBezTo>
                <a:cubicBezTo>
                  <a:pt x="58" y="0"/>
                  <a:pt x="55" y="0"/>
                  <a:pt x="53" y="0"/>
                </a:cubicBezTo>
                <a:cubicBezTo>
                  <a:pt x="52" y="0"/>
                  <a:pt x="51" y="1"/>
                  <a:pt x="51" y="2"/>
                </a:cubicBezTo>
                <a:cubicBezTo>
                  <a:pt x="50" y="3"/>
                  <a:pt x="51" y="4"/>
                  <a:pt x="50" y="4"/>
                </a:cubicBezTo>
                <a:cubicBezTo>
                  <a:pt x="49" y="6"/>
                  <a:pt x="46" y="5"/>
                  <a:pt x="44" y="5"/>
                </a:cubicBezTo>
                <a:cubicBezTo>
                  <a:pt x="41" y="6"/>
                  <a:pt x="41" y="7"/>
                  <a:pt x="38" y="7"/>
                </a:cubicBezTo>
                <a:cubicBezTo>
                  <a:pt x="35" y="6"/>
                  <a:pt x="33" y="6"/>
                  <a:pt x="31" y="7"/>
                </a:cubicBezTo>
                <a:cubicBezTo>
                  <a:pt x="27" y="9"/>
                  <a:pt x="26" y="14"/>
                  <a:pt x="21" y="13"/>
                </a:cubicBezTo>
                <a:cubicBezTo>
                  <a:pt x="15" y="12"/>
                  <a:pt x="11" y="10"/>
                  <a:pt x="6" y="10"/>
                </a:cubicBezTo>
                <a:cubicBezTo>
                  <a:pt x="10" y="11"/>
                  <a:pt x="4" y="13"/>
                  <a:pt x="3" y="14"/>
                </a:cubicBezTo>
                <a:cubicBezTo>
                  <a:pt x="2" y="15"/>
                  <a:pt x="0" y="16"/>
                  <a:pt x="1" y="17"/>
                </a:cubicBezTo>
                <a:cubicBezTo>
                  <a:pt x="1" y="19"/>
                  <a:pt x="3" y="18"/>
                  <a:pt x="4" y="19"/>
                </a:cubicBezTo>
                <a:cubicBezTo>
                  <a:pt x="8" y="20"/>
                  <a:pt x="3" y="22"/>
                  <a:pt x="3" y="24"/>
                </a:cubicBezTo>
                <a:cubicBezTo>
                  <a:pt x="3" y="26"/>
                  <a:pt x="5" y="25"/>
                  <a:pt x="5" y="26"/>
                </a:cubicBezTo>
                <a:cubicBezTo>
                  <a:pt x="6" y="28"/>
                  <a:pt x="5" y="29"/>
                  <a:pt x="4" y="31"/>
                </a:cubicBezTo>
                <a:cubicBezTo>
                  <a:pt x="6" y="30"/>
                  <a:pt x="12" y="34"/>
                  <a:pt x="9" y="36"/>
                </a:cubicBezTo>
                <a:cubicBezTo>
                  <a:pt x="9" y="36"/>
                  <a:pt x="8" y="36"/>
                  <a:pt x="7" y="37"/>
                </a:cubicBezTo>
                <a:cubicBezTo>
                  <a:pt x="6" y="37"/>
                  <a:pt x="6" y="38"/>
                  <a:pt x="6" y="38"/>
                </a:cubicBezTo>
                <a:cubicBezTo>
                  <a:pt x="5" y="39"/>
                  <a:pt x="4" y="38"/>
                  <a:pt x="4" y="39"/>
                </a:cubicBezTo>
                <a:cubicBezTo>
                  <a:pt x="5" y="40"/>
                  <a:pt x="6" y="40"/>
                  <a:pt x="7" y="40"/>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37" name="Freeform 567"/>
          <p:cNvSpPr>
            <a:spLocks/>
          </p:cNvSpPr>
          <p:nvPr/>
        </p:nvSpPr>
        <p:spPr bwMode="auto">
          <a:xfrm>
            <a:off x="9585325" y="4578826"/>
            <a:ext cx="442913" cy="217488"/>
          </a:xfrm>
          <a:custGeom>
            <a:avLst/>
            <a:gdLst>
              <a:gd name="T0" fmla="*/ 12 w 112"/>
              <a:gd name="T1" fmla="*/ 50 h 55"/>
              <a:gd name="T2" fmla="*/ 23 w 112"/>
              <a:gd name="T3" fmla="*/ 55 h 55"/>
              <a:gd name="T4" fmla="*/ 29 w 112"/>
              <a:gd name="T5" fmla="*/ 55 h 55"/>
              <a:gd name="T6" fmla="*/ 34 w 112"/>
              <a:gd name="T7" fmla="*/ 54 h 55"/>
              <a:gd name="T8" fmla="*/ 38 w 112"/>
              <a:gd name="T9" fmla="*/ 54 h 55"/>
              <a:gd name="T10" fmla="*/ 38 w 112"/>
              <a:gd name="T11" fmla="*/ 51 h 55"/>
              <a:gd name="T12" fmla="*/ 43 w 112"/>
              <a:gd name="T13" fmla="*/ 47 h 55"/>
              <a:gd name="T14" fmla="*/ 52 w 112"/>
              <a:gd name="T15" fmla="*/ 44 h 55"/>
              <a:gd name="T16" fmla="*/ 55 w 112"/>
              <a:gd name="T17" fmla="*/ 42 h 55"/>
              <a:gd name="T18" fmla="*/ 58 w 112"/>
              <a:gd name="T19" fmla="*/ 44 h 55"/>
              <a:gd name="T20" fmla="*/ 68 w 112"/>
              <a:gd name="T21" fmla="*/ 41 h 55"/>
              <a:gd name="T22" fmla="*/ 70 w 112"/>
              <a:gd name="T23" fmla="*/ 37 h 55"/>
              <a:gd name="T24" fmla="*/ 73 w 112"/>
              <a:gd name="T25" fmla="*/ 33 h 55"/>
              <a:gd name="T26" fmla="*/ 78 w 112"/>
              <a:gd name="T27" fmla="*/ 32 h 55"/>
              <a:gd name="T28" fmla="*/ 83 w 112"/>
              <a:gd name="T29" fmla="*/ 34 h 55"/>
              <a:gd name="T30" fmla="*/ 87 w 112"/>
              <a:gd name="T31" fmla="*/ 34 h 55"/>
              <a:gd name="T32" fmla="*/ 88 w 112"/>
              <a:gd name="T33" fmla="*/ 33 h 55"/>
              <a:gd name="T34" fmla="*/ 92 w 112"/>
              <a:gd name="T35" fmla="*/ 32 h 55"/>
              <a:gd name="T36" fmla="*/ 97 w 112"/>
              <a:gd name="T37" fmla="*/ 37 h 55"/>
              <a:gd name="T38" fmla="*/ 104 w 112"/>
              <a:gd name="T39" fmla="*/ 37 h 55"/>
              <a:gd name="T40" fmla="*/ 109 w 112"/>
              <a:gd name="T41" fmla="*/ 27 h 55"/>
              <a:gd name="T42" fmla="*/ 112 w 112"/>
              <a:gd name="T43" fmla="*/ 18 h 55"/>
              <a:gd name="T44" fmla="*/ 112 w 112"/>
              <a:gd name="T45" fmla="*/ 16 h 55"/>
              <a:gd name="T46" fmla="*/ 103 w 112"/>
              <a:gd name="T47" fmla="*/ 12 h 55"/>
              <a:gd name="T48" fmla="*/ 100 w 112"/>
              <a:gd name="T49" fmla="*/ 8 h 55"/>
              <a:gd name="T50" fmla="*/ 99 w 112"/>
              <a:gd name="T51" fmla="*/ 7 h 55"/>
              <a:gd name="T52" fmla="*/ 97 w 112"/>
              <a:gd name="T53" fmla="*/ 8 h 55"/>
              <a:gd name="T54" fmla="*/ 95 w 112"/>
              <a:gd name="T55" fmla="*/ 7 h 55"/>
              <a:gd name="T56" fmla="*/ 91 w 112"/>
              <a:gd name="T57" fmla="*/ 6 h 55"/>
              <a:gd name="T58" fmla="*/ 84 w 112"/>
              <a:gd name="T59" fmla="*/ 6 h 55"/>
              <a:gd name="T60" fmla="*/ 82 w 112"/>
              <a:gd name="T61" fmla="*/ 9 h 55"/>
              <a:gd name="T62" fmla="*/ 79 w 112"/>
              <a:gd name="T63" fmla="*/ 8 h 55"/>
              <a:gd name="T64" fmla="*/ 75 w 112"/>
              <a:gd name="T65" fmla="*/ 7 h 55"/>
              <a:gd name="T66" fmla="*/ 73 w 112"/>
              <a:gd name="T67" fmla="*/ 7 h 55"/>
              <a:gd name="T68" fmla="*/ 71 w 112"/>
              <a:gd name="T69" fmla="*/ 7 h 55"/>
              <a:gd name="T70" fmla="*/ 68 w 112"/>
              <a:gd name="T71" fmla="*/ 8 h 55"/>
              <a:gd name="T72" fmla="*/ 65 w 112"/>
              <a:gd name="T73" fmla="*/ 11 h 55"/>
              <a:gd name="T74" fmla="*/ 63 w 112"/>
              <a:gd name="T75" fmla="*/ 13 h 55"/>
              <a:gd name="T76" fmla="*/ 61 w 112"/>
              <a:gd name="T77" fmla="*/ 12 h 55"/>
              <a:gd name="T78" fmla="*/ 59 w 112"/>
              <a:gd name="T79" fmla="*/ 13 h 55"/>
              <a:gd name="T80" fmla="*/ 58 w 112"/>
              <a:gd name="T81" fmla="*/ 8 h 55"/>
              <a:gd name="T82" fmla="*/ 56 w 112"/>
              <a:gd name="T83" fmla="*/ 6 h 55"/>
              <a:gd name="T84" fmla="*/ 53 w 112"/>
              <a:gd name="T85" fmla="*/ 4 h 55"/>
              <a:gd name="T86" fmla="*/ 52 w 112"/>
              <a:gd name="T87" fmla="*/ 0 h 55"/>
              <a:gd name="T88" fmla="*/ 50 w 112"/>
              <a:gd name="T89" fmla="*/ 2 h 55"/>
              <a:gd name="T90" fmla="*/ 48 w 112"/>
              <a:gd name="T91" fmla="*/ 3 h 55"/>
              <a:gd name="T92" fmla="*/ 46 w 112"/>
              <a:gd name="T93" fmla="*/ 6 h 55"/>
              <a:gd name="T94" fmla="*/ 42 w 112"/>
              <a:gd name="T95" fmla="*/ 7 h 55"/>
              <a:gd name="T96" fmla="*/ 40 w 112"/>
              <a:gd name="T97" fmla="*/ 3 h 55"/>
              <a:gd name="T98" fmla="*/ 37 w 112"/>
              <a:gd name="T99" fmla="*/ 4 h 55"/>
              <a:gd name="T100" fmla="*/ 34 w 112"/>
              <a:gd name="T101" fmla="*/ 5 h 55"/>
              <a:gd name="T102" fmla="*/ 30 w 112"/>
              <a:gd name="T103" fmla="*/ 9 h 55"/>
              <a:gd name="T104" fmla="*/ 26 w 112"/>
              <a:gd name="T105" fmla="*/ 13 h 55"/>
              <a:gd name="T106" fmla="*/ 23 w 112"/>
              <a:gd name="T107" fmla="*/ 19 h 55"/>
              <a:gd name="T108" fmla="*/ 13 w 112"/>
              <a:gd name="T109" fmla="*/ 24 h 55"/>
              <a:gd name="T110" fmla="*/ 6 w 112"/>
              <a:gd name="T111" fmla="*/ 24 h 55"/>
              <a:gd name="T112" fmla="*/ 3 w 112"/>
              <a:gd name="T113" fmla="*/ 29 h 55"/>
              <a:gd name="T114" fmla="*/ 2 w 112"/>
              <a:gd name="T115" fmla="*/ 38 h 55"/>
              <a:gd name="T116" fmla="*/ 6 w 112"/>
              <a:gd name="T117" fmla="*/ 47 h 55"/>
              <a:gd name="T118" fmla="*/ 12 w 112"/>
              <a:gd name="T119" fmla="*/ 5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55">
                <a:moveTo>
                  <a:pt x="12" y="50"/>
                </a:moveTo>
                <a:cubicBezTo>
                  <a:pt x="16" y="53"/>
                  <a:pt x="18" y="55"/>
                  <a:pt x="23" y="55"/>
                </a:cubicBezTo>
                <a:cubicBezTo>
                  <a:pt x="25" y="55"/>
                  <a:pt x="27" y="55"/>
                  <a:pt x="29" y="55"/>
                </a:cubicBezTo>
                <a:cubicBezTo>
                  <a:pt x="31" y="55"/>
                  <a:pt x="32" y="54"/>
                  <a:pt x="34" y="54"/>
                </a:cubicBezTo>
                <a:cubicBezTo>
                  <a:pt x="36" y="54"/>
                  <a:pt x="37" y="55"/>
                  <a:pt x="38" y="54"/>
                </a:cubicBezTo>
                <a:cubicBezTo>
                  <a:pt x="40" y="53"/>
                  <a:pt x="39" y="53"/>
                  <a:pt x="38" y="51"/>
                </a:cubicBezTo>
                <a:cubicBezTo>
                  <a:pt x="37" y="48"/>
                  <a:pt x="40" y="47"/>
                  <a:pt x="43" y="47"/>
                </a:cubicBezTo>
                <a:cubicBezTo>
                  <a:pt x="46" y="46"/>
                  <a:pt x="50" y="46"/>
                  <a:pt x="52" y="44"/>
                </a:cubicBezTo>
                <a:cubicBezTo>
                  <a:pt x="53" y="44"/>
                  <a:pt x="54" y="42"/>
                  <a:pt x="55" y="42"/>
                </a:cubicBezTo>
                <a:cubicBezTo>
                  <a:pt x="56" y="41"/>
                  <a:pt x="57" y="43"/>
                  <a:pt x="58" y="44"/>
                </a:cubicBezTo>
                <a:cubicBezTo>
                  <a:pt x="61" y="45"/>
                  <a:pt x="65" y="42"/>
                  <a:pt x="68" y="41"/>
                </a:cubicBezTo>
                <a:cubicBezTo>
                  <a:pt x="69" y="40"/>
                  <a:pt x="69" y="39"/>
                  <a:pt x="70" y="37"/>
                </a:cubicBezTo>
                <a:cubicBezTo>
                  <a:pt x="70" y="36"/>
                  <a:pt x="72" y="35"/>
                  <a:pt x="73" y="33"/>
                </a:cubicBezTo>
                <a:cubicBezTo>
                  <a:pt x="75" y="33"/>
                  <a:pt x="76" y="32"/>
                  <a:pt x="78" y="32"/>
                </a:cubicBezTo>
                <a:cubicBezTo>
                  <a:pt x="80" y="32"/>
                  <a:pt x="81" y="33"/>
                  <a:pt x="83" y="34"/>
                </a:cubicBezTo>
                <a:cubicBezTo>
                  <a:pt x="84" y="34"/>
                  <a:pt x="86" y="34"/>
                  <a:pt x="87" y="34"/>
                </a:cubicBezTo>
                <a:cubicBezTo>
                  <a:pt x="88" y="33"/>
                  <a:pt x="88" y="33"/>
                  <a:pt x="88" y="33"/>
                </a:cubicBezTo>
                <a:cubicBezTo>
                  <a:pt x="89" y="32"/>
                  <a:pt x="91" y="32"/>
                  <a:pt x="92" y="32"/>
                </a:cubicBezTo>
                <a:cubicBezTo>
                  <a:pt x="93" y="34"/>
                  <a:pt x="95" y="35"/>
                  <a:pt x="97" y="37"/>
                </a:cubicBezTo>
                <a:cubicBezTo>
                  <a:pt x="99" y="39"/>
                  <a:pt x="101" y="37"/>
                  <a:pt x="104" y="37"/>
                </a:cubicBezTo>
                <a:cubicBezTo>
                  <a:pt x="104" y="33"/>
                  <a:pt x="107" y="30"/>
                  <a:pt x="109" y="27"/>
                </a:cubicBezTo>
                <a:cubicBezTo>
                  <a:pt x="110" y="24"/>
                  <a:pt x="110" y="20"/>
                  <a:pt x="112" y="18"/>
                </a:cubicBezTo>
                <a:cubicBezTo>
                  <a:pt x="112" y="17"/>
                  <a:pt x="112" y="17"/>
                  <a:pt x="112" y="16"/>
                </a:cubicBezTo>
                <a:cubicBezTo>
                  <a:pt x="109" y="16"/>
                  <a:pt x="105" y="14"/>
                  <a:pt x="103" y="12"/>
                </a:cubicBezTo>
                <a:cubicBezTo>
                  <a:pt x="102" y="11"/>
                  <a:pt x="101" y="9"/>
                  <a:pt x="100" y="8"/>
                </a:cubicBezTo>
                <a:cubicBezTo>
                  <a:pt x="100" y="8"/>
                  <a:pt x="99" y="7"/>
                  <a:pt x="99" y="7"/>
                </a:cubicBezTo>
                <a:cubicBezTo>
                  <a:pt x="98" y="7"/>
                  <a:pt x="98" y="8"/>
                  <a:pt x="97" y="8"/>
                </a:cubicBezTo>
                <a:cubicBezTo>
                  <a:pt x="96" y="8"/>
                  <a:pt x="96" y="8"/>
                  <a:pt x="95" y="7"/>
                </a:cubicBezTo>
                <a:cubicBezTo>
                  <a:pt x="94" y="6"/>
                  <a:pt x="93" y="6"/>
                  <a:pt x="91" y="6"/>
                </a:cubicBezTo>
                <a:cubicBezTo>
                  <a:pt x="89" y="6"/>
                  <a:pt x="85" y="5"/>
                  <a:pt x="84" y="6"/>
                </a:cubicBezTo>
                <a:cubicBezTo>
                  <a:pt x="83" y="7"/>
                  <a:pt x="83" y="8"/>
                  <a:pt x="82" y="9"/>
                </a:cubicBezTo>
                <a:cubicBezTo>
                  <a:pt x="81" y="9"/>
                  <a:pt x="80" y="9"/>
                  <a:pt x="79" y="8"/>
                </a:cubicBezTo>
                <a:cubicBezTo>
                  <a:pt x="78" y="8"/>
                  <a:pt x="77" y="7"/>
                  <a:pt x="75" y="7"/>
                </a:cubicBezTo>
                <a:cubicBezTo>
                  <a:pt x="75" y="7"/>
                  <a:pt x="74" y="7"/>
                  <a:pt x="73" y="7"/>
                </a:cubicBezTo>
                <a:cubicBezTo>
                  <a:pt x="73" y="7"/>
                  <a:pt x="72" y="7"/>
                  <a:pt x="71" y="7"/>
                </a:cubicBezTo>
                <a:cubicBezTo>
                  <a:pt x="70" y="6"/>
                  <a:pt x="69" y="7"/>
                  <a:pt x="68" y="8"/>
                </a:cubicBezTo>
                <a:cubicBezTo>
                  <a:pt x="67" y="9"/>
                  <a:pt x="66" y="9"/>
                  <a:pt x="65" y="11"/>
                </a:cubicBezTo>
                <a:cubicBezTo>
                  <a:pt x="64" y="12"/>
                  <a:pt x="64" y="12"/>
                  <a:pt x="63" y="13"/>
                </a:cubicBezTo>
                <a:cubicBezTo>
                  <a:pt x="62" y="13"/>
                  <a:pt x="61" y="12"/>
                  <a:pt x="61" y="12"/>
                </a:cubicBezTo>
                <a:cubicBezTo>
                  <a:pt x="60" y="12"/>
                  <a:pt x="59" y="13"/>
                  <a:pt x="59" y="13"/>
                </a:cubicBezTo>
                <a:cubicBezTo>
                  <a:pt x="58" y="11"/>
                  <a:pt x="59" y="10"/>
                  <a:pt x="58" y="8"/>
                </a:cubicBezTo>
                <a:cubicBezTo>
                  <a:pt x="58" y="7"/>
                  <a:pt x="57" y="7"/>
                  <a:pt x="56" y="6"/>
                </a:cubicBezTo>
                <a:cubicBezTo>
                  <a:pt x="55" y="6"/>
                  <a:pt x="54" y="5"/>
                  <a:pt x="53" y="4"/>
                </a:cubicBezTo>
                <a:cubicBezTo>
                  <a:pt x="52" y="3"/>
                  <a:pt x="53" y="2"/>
                  <a:pt x="52" y="0"/>
                </a:cubicBezTo>
                <a:cubicBezTo>
                  <a:pt x="52" y="1"/>
                  <a:pt x="51" y="2"/>
                  <a:pt x="50" y="2"/>
                </a:cubicBezTo>
                <a:cubicBezTo>
                  <a:pt x="50" y="3"/>
                  <a:pt x="49" y="2"/>
                  <a:pt x="48" y="3"/>
                </a:cubicBezTo>
                <a:cubicBezTo>
                  <a:pt x="46" y="3"/>
                  <a:pt x="46" y="4"/>
                  <a:pt x="46" y="6"/>
                </a:cubicBezTo>
                <a:cubicBezTo>
                  <a:pt x="45" y="7"/>
                  <a:pt x="44" y="8"/>
                  <a:pt x="42" y="7"/>
                </a:cubicBezTo>
                <a:cubicBezTo>
                  <a:pt x="40" y="6"/>
                  <a:pt x="41" y="5"/>
                  <a:pt x="40" y="3"/>
                </a:cubicBezTo>
                <a:cubicBezTo>
                  <a:pt x="39" y="3"/>
                  <a:pt x="38" y="4"/>
                  <a:pt x="37" y="4"/>
                </a:cubicBezTo>
                <a:cubicBezTo>
                  <a:pt x="36" y="4"/>
                  <a:pt x="35" y="4"/>
                  <a:pt x="34" y="5"/>
                </a:cubicBezTo>
                <a:cubicBezTo>
                  <a:pt x="32" y="5"/>
                  <a:pt x="32" y="8"/>
                  <a:pt x="30" y="9"/>
                </a:cubicBezTo>
                <a:cubicBezTo>
                  <a:pt x="28" y="11"/>
                  <a:pt x="27" y="10"/>
                  <a:pt x="26" y="13"/>
                </a:cubicBezTo>
                <a:cubicBezTo>
                  <a:pt x="25" y="15"/>
                  <a:pt x="25" y="17"/>
                  <a:pt x="23" y="19"/>
                </a:cubicBezTo>
                <a:cubicBezTo>
                  <a:pt x="20" y="21"/>
                  <a:pt x="17" y="24"/>
                  <a:pt x="13" y="24"/>
                </a:cubicBezTo>
                <a:cubicBezTo>
                  <a:pt x="11" y="24"/>
                  <a:pt x="8" y="22"/>
                  <a:pt x="6" y="24"/>
                </a:cubicBezTo>
                <a:cubicBezTo>
                  <a:pt x="4" y="25"/>
                  <a:pt x="5" y="28"/>
                  <a:pt x="3" y="29"/>
                </a:cubicBezTo>
                <a:cubicBezTo>
                  <a:pt x="3" y="33"/>
                  <a:pt x="0" y="35"/>
                  <a:pt x="2" y="38"/>
                </a:cubicBezTo>
                <a:cubicBezTo>
                  <a:pt x="4" y="42"/>
                  <a:pt x="5" y="44"/>
                  <a:pt x="6" y="47"/>
                </a:cubicBezTo>
                <a:cubicBezTo>
                  <a:pt x="8" y="48"/>
                  <a:pt x="10" y="49"/>
                  <a:pt x="12" y="50"/>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38" name="Freeform 568"/>
          <p:cNvSpPr>
            <a:spLocks/>
          </p:cNvSpPr>
          <p:nvPr/>
        </p:nvSpPr>
        <p:spPr bwMode="auto">
          <a:xfrm>
            <a:off x="9850438" y="4732813"/>
            <a:ext cx="736600" cy="519113"/>
          </a:xfrm>
          <a:custGeom>
            <a:avLst/>
            <a:gdLst>
              <a:gd name="T0" fmla="*/ 173 w 186"/>
              <a:gd name="T1" fmla="*/ 85 h 131"/>
              <a:gd name="T2" fmla="*/ 160 w 186"/>
              <a:gd name="T3" fmla="*/ 85 h 131"/>
              <a:gd name="T4" fmla="*/ 155 w 186"/>
              <a:gd name="T5" fmla="*/ 73 h 131"/>
              <a:gd name="T6" fmla="*/ 155 w 186"/>
              <a:gd name="T7" fmla="*/ 64 h 131"/>
              <a:gd name="T8" fmla="*/ 157 w 186"/>
              <a:gd name="T9" fmla="*/ 56 h 131"/>
              <a:gd name="T10" fmla="*/ 154 w 186"/>
              <a:gd name="T11" fmla="*/ 39 h 131"/>
              <a:gd name="T12" fmla="*/ 148 w 186"/>
              <a:gd name="T13" fmla="*/ 31 h 131"/>
              <a:gd name="T14" fmla="*/ 142 w 186"/>
              <a:gd name="T15" fmla="*/ 24 h 131"/>
              <a:gd name="T16" fmla="*/ 134 w 186"/>
              <a:gd name="T17" fmla="*/ 7 h 131"/>
              <a:gd name="T18" fmla="*/ 125 w 186"/>
              <a:gd name="T19" fmla="*/ 1 h 131"/>
              <a:gd name="T20" fmla="*/ 118 w 186"/>
              <a:gd name="T21" fmla="*/ 4 h 131"/>
              <a:gd name="T22" fmla="*/ 102 w 186"/>
              <a:gd name="T23" fmla="*/ 11 h 131"/>
              <a:gd name="T24" fmla="*/ 94 w 186"/>
              <a:gd name="T25" fmla="*/ 17 h 131"/>
              <a:gd name="T26" fmla="*/ 82 w 186"/>
              <a:gd name="T27" fmla="*/ 11 h 131"/>
              <a:gd name="T28" fmla="*/ 76 w 186"/>
              <a:gd name="T29" fmla="*/ 11 h 131"/>
              <a:gd name="T30" fmla="*/ 68 w 186"/>
              <a:gd name="T31" fmla="*/ 9 h 131"/>
              <a:gd name="T32" fmla="*/ 60 w 186"/>
              <a:gd name="T33" fmla="*/ 8 h 131"/>
              <a:gd name="T34" fmla="*/ 50 w 186"/>
              <a:gd name="T35" fmla="*/ 14 h 131"/>
              <a:gd name="T36" fmla="*/ 41 w 186"/>
              <a:gd name="T37" fmla="*/ 17 h 131"/>
              <a:gd name="T38" fmla="*/ 35 w 186"/>
              <a:gd name="T39" fmla="*/ 24 h 131"/>
              <a:gd name="T40" fmla="*/ 33 w 186"/>
              <a:gd name="T41" fmla="*/ 28 h 131"/>
              <a:gd name="T42" fmla="*/ 28 w 186"/>
              <a:gd name="T43" fmla="*/ 36 h 131"/>
              <a:gd name="T44" fmla="*/ 24 w 186"/>
              <a:gd name="T45" fmla="*/ 46 h 131"/>
              <a:gd name="T46" fmla="*/ 21 w 186"/>
              <a:gd name="T47" fmla="*/ 50 h 131"/>
              <a:gd name="T48" fmla="*/ 18 w 186"/>
              <a:gd name="T49" fmla="*/ 57 h 131"/>
              <a:gd name="T50" fmla="*/ 10 w 186"/>
              <a:gd name="T51" fmla="*/ 60 h 131"/>
              <a:gd name="T52" fmla="*/ 6 w 186"/>
              <a:gd name="T53" fmla="*/ 62 h 131"/>
              <a:gd name="T54" fmla="*/ 2 w 186"/>
              <a:gd name="T55" fmla="*/ 67 h 131"/>
              <a:gd name="T56" fmla="*/ 11 w 186"/>
              <a:gd name="T57" fmla="*/ 73 h 131"/>
              <a:gd name="T58" fmla="*/ 11 w 186"/>
              <a:gd name="T59" fmla="*/ 79 h 131"/>
              <a:gd name="T60" fmla="*/ 16 w 186"/>
              <a:gd name="T61" fmla="*/ 85 h 131"/>
              <a:gd name="T62" fmla="*/ 25 w 186"/>
              <a:gd name="T63" fmla="*/ 90 h 131"/>
              <a:gd name="T64" fmla="*/ 23 w 186"/>
              <a:gd name="T65" fmla="*/ 94 h 131"/>
              <a:gd name="T66" fmla="*/ 23 w 186"/>
              <a:gd name="T67" fmla="*/ 98 h 131"/>
              <a:gd name="T68" fmla="*/ 30 w 186"/>
              <a:gd name="T69" fmla="*/ 104 h 131"/>
              <a:gd name="T70" fmla="*/ 37 w 186"/>
              <a:gd name="T71" fmla="*/ 108 h 131"/>
              <a:gd name="T72" fmla="*/ 44 w 186"/>
              <a:gd name="T73" fmla="*/ 102 h 131"/>
              <a:gd name="T74" fmla="*/ 46 w 186"/>
              <a:gd name="T75" fmla="*/ 107 h 131"/>
              <a:gd name="T76" fmla="*/ 45 w 186"/>
              <a:gd name="T77" fmla="*/ 111 h 131"/>
              <a:gd name="T78" fmla="*/ 48 w 186"/>
              <a:gd name="T79" fmla="*/ 116 h 131"/>
              <a:gd name="T80" fmla="*/ 55 w 186"/>
              <a:gd name="T81" fmla="*/ 119 h 131"/>
              <a:gd name="T82" fmla="*/ 59 w 186"/>
              <a:gd name="T83" fmla="*/ 125 h 131"/>
              <a:gd name="T84" fmla="*/ 67 w 186"/>
              <a:gd name="T85" fmla="*/ 126 h 131"/>
              <a:gd name="T86" fmla="*/ 77 w 186"/>
              <a:gd name="T87" fmla="*/ 128 h 131"/>
              <a:gd name="T88" fmla="*/ 89 w 186"/>
              <a:gd name="T89" fmla="*/ 129 h 131"/>
              <a:gd name="T90" fmla="*/ 102 w 186"/>
              <a:gd name="T91" fmla="*/ 131 h 131"/>
              <a:gd name="T92" fmla="*/ 113 w 186"/>
              <a:gd name="T93" fmla="*/ 125 h 131"/>
              <a:gd name="T94" fmla="*/ 125 w 186"/>
              <a:gd name="T95" fmla="*/ 120 h 131"/>
              <a:gd name="T96" fmla="*/ 142 w 186"/>
              <a:gd name="T97" fmla="*/ 121 h 131"/>
              <a:gd name="T98" fmla="*/ 148 w 186"/>
              <a:gd name="T99" fmla="*/ 123 h 131"/>
              <a:gd name="T100" fmla="*/ 153 w 186"/>
              <a:gd name="T101" fmla="*/ 126 h 131"/>
              <a:gd name="T102" fmla="*/ 163 w 186"/>
              <a:gd name="T103" fmla="*/ 129 h 131"/>
              <a:gd name="T104" fmla="*/ 164 w 186"/>
              <a:gd name="T105" fmla="*/ 120 h 131"/>
              <a:gd name="T106" fmla="*/ 166 w 186"/>
              <a:gd name="T107" fmla="*/ 112 h 131"/>
              <a:gd name="T108" fmla="*/ 166 w 186"/>
              <a:gd name="T109" fmla="*/ 106 h 131"/>
              <a:gd name="T110" fmla="*/ 170 w 186"/>
              <a:gd name="T111" fmla="*/ 95 h 131"/>
              <a:gd name="T112" fmla="*/ 175 w 186"/>
              <a:gd name="T113" fmla="*/ 99 h 131"/>
              <a:gd name="T114" fmla="*/ 184 w 186"/>
              <a:gd name="T115" fmla="*/ 94 h 131"/>
              <a:gd name="T116" fmla="*/ 181 w 186"/>
              <a:gd name="T117"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6" h="131">
                <a:moveTo>
                  <a:pt x="181" y="83"/>
                </a:moveTo>
                <a:cubicBezTo>
                  <a:pt x="178" y="82"/>
                  <a:pt x="175" y="83"/>
                  <a:pt x="173" y="85"/>
                </a:cubicBezTo>
                <a:cubicBezTo>
                  <a:pt x="171" y="86"/>
                  <a:pt x="168" y="85"/>
                  <a:pt x="167" y="87"/>
                </a:cubicBezTo>
                <a:cubicBezTo>
                  <a:pt x="164" y="89"/>
                  <a:pt x="162" y="87"/>
                  <a:pt x="160" y="85"/>
                </a:cubicBezTo>
                <a:cubicBezTo>
                  <a:pt x="158" y="83"/>
                  <a:pt x="154" y="80"/>
                  <a:pt x="154" y="77"/>
                </a:cubicBezTo>
                <a:cubicBezTo>
                  <a:pt x="155" y="76"/>
                  <a:pt x="155" y="75"/>
                  <a:pt x="155" y="73"/>
                </a:cubicBezTo>
                <a:cubicBezTo>
                  <a:pt x="155" y="72"/>
                  <a:pt x="155" y="70"/>
                  <a:pt x="155" y="69"/>
                </a:cubicBezTo>
                <a:cubicBezTo>
                  <a:pt x="154" y="67"/>
                  <a:pt x="155" y="65"/>
                  <a:pt x="155" y="64"/>
                </a:cubicBezTo>
                <a:cubicBezTo>
                  <a:pt x="155" y="62"/>
                  <a:pt x="155" y="61"/>
                  <a:pt x="155" y="59"/>
                </a:cubicBezTo>
                <a:cubicBezTo>
                  <a:pt x="155" y="58"/>
                  <a:pt x="156" y="57"/>
                  <a:pt x="157" y="56"/>
                </a:cubicBezTo>
                <a:cubicBezTo>
                  <a:pt x="157" y="54"/>
                  <a:pt x="157" y="52"/>
                  <a:pt x="157" y="51"/>
                </a:cubicBezTo>
                <a:cubicBezTo>
                  <a:pt x="157" y="47"/>
                  <a:pt x="156" y="43"/>
                  <a:pt x="154" y="39"/>
                </a:cubicBezTo>
                <a:cubicBezTo>
                  <a:pt x="153" y="38"/>
                  <a:pt x="152" y="37"/>
                  <a:pt x="150" y="36"/>
                </a:cubicBezTo>
                <a:cubicBezTo>
                  <a:pt x="149" y="34"/>
                  <a:pt x="149" y="33"/>
                  <a:pt x="148" y="31"/>
                </a:cubicBezTo>
                <a:cubicBezTo>
                  <a:pt x="147" y="30"/>
                  <a:pt x="145" y="29"/>
                  <a:pt x="144" y="28"/>
                </a:cubicBezTo>
                <a:cubicBezTo>
                  <a:pt x="144" y="26"/>
                  <a:pt x="144" y="25"/>
                  <a:pt x="142" y="24"/>
                </a:cubicBezTo>
                <a:cubicBezTo>
                  <a:pt x="141" y="22"/>
                  <a:pt x="139" y="20"/>
                  <a:pt x="138" y="17"/>
                </a:cubicBezTo>
                <a:cubicBezTo>
                  <a:pt x="136" y="14"/>
                  <a:pt x="136" y="10"/>
                  <a:pt x="134" y="7"/>
                </a:cubicBezTo>
                <a:cubicBezTo>
                  <a:pt x="133" y="5"/>
                  <a:pt x="129" y="0"/>
                  <a:pt x="127" y="0"/>
                </a:cubicBezTo>
                <a:cubicBezTo>
                  <a:pt x="126" y="0"/>
                  <a:pt x="126" y="1"/>
                  <a:pt x="125" y="1"/>
                </a:cubicBezTo>
                <a:cubicBezTo>
                  <a:pt x="124" y="2"/>
                  <a:pt x="123" y="2"/>
                  <a:pt x="122" y="2"/>
                </a:cubicBezTo>
                <a:cubicBezTo>
                  <a:pt x="120" y="2"/>
                  <a:pt x="119" y="3"/>
                  <a:pt x="118" y="4"/>
                </a:cubicBezTo>
                <a:cubicBezTo>
                  <a:pt x="117" y="7"/>
                  <a:pt x="116" y="9"/>
                  <a:pt x="113" y="10"/>
                </a:cubicBezTo>
                <a:cubicBezTo>
                  <a:pt x="109" y="11"/>
                  <a:pt x="105" y="11"/>
                  <a:pt x="102" y="11"/>
                </a:cubicBezTo>
                <a:cubicBezTo>
                  <a:pt x="100" y="12"/>
                  <a:pt x="99" y="12"/>
                  <a:pt x="97" y="13"/>
                </a:cubicBezTo>
                <a:cubicBezTo>
                  <a:pt x="96" y="14"/>
                  <a:pt x="95" y="16"/>
                  <a:pt x="94" y="17"/>
                </a:cubicBezTo>
                <a:cubicBezTo>
                  <a:pt x="91" y="18"/>
                  <a:pt x="88" y="14"/>
                  <a:pt x="86" y="12"/>
                </a:cubicBezTo>
                <a:cubicBezTo>
                  <a:pt x="85" y="11"/>
                  <a:pt x="84" y="11"/>
                  <a:pt x="82" y="11"/>
                </a:cubicBezTo>
                <a:cubicBezTo>
                  <a:pt x="81" y="11"/>
                  <a:pt x="79" y="12"/>
                  <a:pt x="78" y="12"/>
                </a:cubicBezTo>
                <a:cubicBezTo>
                  <a:pt x="77" y="12"/>
                  <a:pt x="76" y="11"/>
                  <a:pt x="76" y="11"/>
                </a:cubicBezTo>
                <a:cubicBezTo>
                  <a:pt x="75" y="11"/>
                  <a:pt x="73" y="11"/>
                  <a:pt x="72" y="10"/>
                </a:cubicBezTo>
                <a:cubicBezTo>
                  <a:pt x="71" y="10"/>
                  <a:pt x="69" y="9"/>
                  <a:pt x="68" y="9"/>
                </a:cubicBezTo>
                <a:cubicBezTo>
                  <a:pt x="66" y="8"/>
                  <a:pt x="66" y="9"/>
                  <a:pt x="64" y="9"/>
                </a:cubicBezTo>
                <a:cubicBezTo>
                  <a:pt x="62" y="10"/>
                  <a:pt x="61" y="9"/>
                  <a:pt x="60" y="8"/>
                </a:cubicBezTo>
                <a:cubicBezTo>
                  <a:pt x="56" y="5"/>
                  <a:pt x="56" y="10"/>
                  <a:pt x="52" y="10"/>
                </a:cubicBezTo>
                <a:cubicBezTo>
                  <a:pt x="52" y="11"/>
                  <a:pt x="51" y="13"/>
                  <a:pt x="50" y="14"/>
                </a:cubicBezTo>
                <a:cubicBezTo>
                  <a:pt x="48" y="16"/>
                  <a:pt x="47" y="15"/>
                  <a:pt x="45" y="15"/>
                </a:cubicBezTo>
                <a:cubicBezTo>
                  <a:pt x="44" y="15"/>
                  <a:pt x="42" y="16"/>
                  <a:pt x="41" y="17"/>
                </a:cubicBezTo>
                <a:cubicBezTo>
                  <a:pt x="39" y="18"/>
                  <a:pt x="39" y="19"/>
                  <a:pt x="38" y="20"/>
                </a:cubicBezTo>
                <a:cubicBezTo>
                  <a:pt x="37" y="22"/>
                  <a:pt x="35" y="22"/>
                  <a:pt x="35" y="24"/>
                </a:cubicBezTo>
                <a:cubicBezTo>
                  <a:pt x="34" y="25"/>
                  <a:pt x="35" y="25"/>
                  <a:pt x="35" y="26"/>
                </a:cubicBezTo>
                <a:cubicBezTo>
                  <a:pt x="34" y="27"/>
                  <a:pt x="34" y="27"/>
                  <a:pt x="33" y="28"/>
                </a:cubicBezTo>
                <a:cubicBezTo>
                  <a:pt x="32" y="29"/>
                  <a:pt x="32" y="31"/>
                  <a:pt x="32" y="32"/>
                </a:cubicBezTo>
                <a:cubicBezTo>
                  <a:pt x="31" y="34"/>
                  <a:pt x="30" y="35"/>
                  <a:pt x="28" y="36"/>
                </a:cubicBezTo>
                <a:cubicBezTo>
                  <a:pt x="29" y="38"/>
                  <a:pt x="27" y="41"/>
                  <a:pt x="26" y="43"/>
                </a:cubicBezTo>
                <a:cubicBezTo>
                  <a:pt x="26" y="44"/>
                  <a:pt x="25" y="44"/>
                  <a:pt x="24" y="46"/>
                </a:cubicBezTo>
                <a:cubicBezTo>
                  <a:pt x="24" y="47"/>
                  <a:pt x="24" y="47"/>
                  <a:pt x="23" y="48"/>
                </a:cubicBezTo>
                <a:cubicBezTo>
                  <a:pt x="22" y="49"/>
                  <a:pt x="21" y="49"/>
                  <a:pt x="21" y="50"/>
                </a:cubicBezTo>
                <a:cubicBezTo>
                  <a:pt x="20" y="51"/>
                  <a:pt x="20" y="52"/>
                  <a:pt x="20" y="53"/>
                </a:cubicBezTo>
                <a:cubicBezTo>
                  <a:pt x="20" y="55"/>
                  <a:pt x="19" y="56"/>
                  <a:pt x="18" y="57"/>
                </a:cubicBezTo>
                <a:cubicBezTo>
                  <a:pt x="17" y="59"/>
                  <a:pt x="16" y="60"/>
                  <a:pt x="14" y="60"/>
                </a:cubicBezTo>
                <a:cubicBezTo>
                  <a:pt x="12" y="60"/>
                  <a:pt x="12" y="58"/>
                  <a:pt x="10" y="60"/>
                </a:cubicBezTo>
                <a:cubicBezTo>
                  <a:pt x="10" y="61"/>
                  <a:pt x="10" y="62"/>
                  <a:pt x="9" y="62"/>
                </a:cubicBezTo>
                <a:cubicBezTo>
                  <a:pt x="8" y="63"/>
                  <a:pt x="8" y="63"/>
                  <a:pt x="6" y="62"/>
                </a:cubicBezTo>
                <a:cubicBezTo>
                  <a:pt x="4" y="62"/>
                  <a:pt x="2" y="63"/>
                  <a:pt x="0" y="63"/>
                </a:cubicBezTo>
                <a:cubicBezTo>
                  <a:pt x="1" y="64"/>
                  <a:pt x="1" y="66"/>
                  <a:pt x="2" y="67"/>
                </a:cubicBezTo>
                <a:cubicBezTo>
                  <a:pt x="3" y="68"/>
                  <a:pt x="5" y="68"/>
                  <a:pt x="6" y="69"/>
                </a:cubicBezTo>
                <a:cubicBezTo>
                  <a:pt x="7" y="70"/>
                  <a:pt x="9" y="75"/>
                  <a:pt x="11" y="73"/>
                </a:cubicBezTo>
                <a:cubicBezTo>
                  <a:pt x="12" y="75"/>
                  <a:pt x="10" y="76"/>
                  <a:pt x="10" y="77"/>
                </a:cubicBezTo>
                <a:cubicBezTo>
                  <a:pt x="10" y="78"/>
                  <a:pt x="11" y="78"/>
                  <a:pt x="11" y="79"/>
                </a:cubicBezTo>
                <a:cubicBezTo>
                  <a:pt x="11" y="80"/>
                  <a:pt x="11" y="80"/>
                  <a:pt x="11" y="81"/>
                </a:cubicBezTo>
                <a:cubicBezTo>
                  <a:pt x="12" y="82"/>
                  <a:pt x="14" y="84"/>
                  <a:pt x="16" y="85"/>
                </a:cubicBezTo>
                <a:cubicBezTo>
                  <a:pt x="17" y="86"/>
                  <a:pt x="19" y="87"/>
                  <a:pt x="21" y="88"/>
                </a:cubicBezTo>
                <a:cubicBezTo>
                  <a:pt x="22" y="88"/>
                  <a:pt x="25" y="89"/>
                  <a:pt x="25" y="90"/>
                </a:cubicBezTo>
                <a:cubicBezTo>
                  <a:pt x="25" y="91"/>
                  <a:pt x="24" y="91"/>
                  <a:pt x="24" y="92"/>
                </a:cubicBezTo>
                <a:cubicBezTo>
                  <a:pt x="23" y="93"/>
                  <a:pt x="23" y="94"/>
                  <a:pt x="23" y="94"/>
                </a:cubicBezTo>
                <a:cubicBezTo>
                  <a:pt x="23" y="95"/>
                  <a:pt x="25" y="96"/>
                  <a:pt x="25" y="97"/>
                </a:cubicBezTo>
                <a:cubicBezTo>
                  <a:pt x="26" y="98"/>
                  <a:pt x="23" y="97"/>
                  <a:pt x="23" y="98"/>
                </a:cubicBezTo>
                <a:cubicBezTo>
                  <a:pt x="22" y="100"/>
                  <a:pt x="25" y="100"/>
                  <a:pt x="26" y="100"/>
                </a:cubicBezTo>
                <a:cubicBezTo>
                  <a:pt x="27" y="101"/>
                  <a:pt x="28" y="104"/>
                  <a:pt x="30" y="104"/>
                </a:cubicBezTo>
                <a:cubicBezTo>
                  <a:pt x="32" y="104"/>
                  <a:pt x="33" y="102"/>
                  <a:pt x="35" y="104"/>
                </a:cubicBezTo>
                <a:cubicBezTo>
                  <a:pt x="36" y="105"/>
                  <a:pt x="35" y="108"/>
                  <a:pt x="37" y="108"/>
                </a:cubicBezTo>
                <a:cubicBezTo>
                  <a:pt x="38" y="109"/>
                  <a:pt x="40" y="107"/>
                  <a:pt x="40" y="106"/>
                </a:cubicBezTo>
                <a:cubicBezTo>
                  <a:pt x="41" y="104"/>
                  <a:pt x="42" y="103"/>
                  <a:pt x="44" y="102"/>
                </a:cubicBezTo>
                <a:cubicBezTo>
                  <a:pt x="45" y="103"/>
                  <a:pt x="50" y="105"/>
                  <a:pt x="50" y="106"/>
                </a:cubicBezTo>
                <a:cubicBezTo>
                  <a:pt x="50" y="107"/>
                  <a:pt x="47" y="106"/>
                  <a:pt x="46" y="107"/>
                </a:cubicBezTo>
                <a:cubicBezTo>
                  <a:pt x="46" y="107"/>
                  <a:pt x="44" y="108"/>
                  <a:pt x="44" y="108"/>
                </a:cubicBezTo>
                <a:cubicBezTo>
                  <a:pt x="44" y="109"/>
                  <a:pt x="45" y="110"/>
                  <a:pt x="45" y="111"/>
                </a:cubicBezTo>
                <a:cubicBezTo>
                  <a:pt x="46" y="112"/>
                  <a:pt x="46" y="112"/>
                  <a:pt x="47" y="113"/>
                </a:cubicBezTo>
                <a:cubicBezTo>
                  <a:pt x="48" y="114"/>
                  <a:pt x="49" y="115"/>
                  <a:pt x="48" y="116"/>
                </a:cubicBezTo>
                <a:cubicBezTo>
                  <a:pt x="50" y="116"/>
                  <a:pt x="50" y="117"/>
                  <a:pt x="52" y="118"/>
                </a:cubicBezTo>
                <a:cubicBezTo>
                  <a:pt x="52" y="118"/>
                  <a:pt x="55" y="119"/>
                  <a:pt x="55" y="119"/>
                </a:cubicBezTo>
                <a:cubicBezTo>
                  <a:pt x="56" y="121"/>
                  <a:pt x="52" y="122"/>
                  <a:pt x="51" y="123"/>
                </a:cubicBezTo>
                <a:cubicBezTo>
                  <a:pt x="50" y="128"/>
                  <a:pt x="57" y="126"/>
                  <a:pt x="59" y="125"/>
                </a:cubicBezTo>
                <a:cubicBezTo>
                  <a:pt x="61" y="125"/>
                  <a:pt x="62" y="125"/>
                  <a:pt x="64" y="125"/>
                </a:cubicBezTo>
                <a:cubicBezTo>
                  <a:pt x="65" y="125"/>
                  <a:pt x="66" y="126"/>
                  <a:pt x="67" y="126"/>
                </a:cubicBezTo>
                <a:cubicBezTo>
                  <a:pt x="69" y="127"/>
                  <a:pt x="70" y="127"/>
                  <a:pt x="72" y="127"/>
                </a:cubicBezTo>
                <a:cubicBezTo>
                  <a:pt x="73" y="127"/>
                  <a:pt x="75" y="128"/>
                  <a:pt x="77" y="128"/>
                </a:cubicBezTo>
                <a:cubicBezTo>
                  <a:pt x="80" y="129"/>
                  <a:pt x="83" y="127"/>
                  <a:pt x="85" y="128"/>
                </a:cubicBezTo>
                <a:cubicBezTo>
                  <a:pt x="87" y="128"/>
                  <a:pt x="88" y="129"/>
                  <a:pt x="89" y="129"/>
                </a:cubicBezTo>
                <a:cubicBezTo>
                  <a:pt x="91" y="129"/>
                  <a:pt x="92" y="129"/>
                  <a:pt x="94" y="129"/>
                </a:cubicBezTo>
                <a:cubicBezTo>
                  <a:pt x="97" y="129"/>
                  <a:pt x="99" y="131"/>
                  <a:pt x="102" y="131"/>
                </a:cubicBezTo>
                <a:cubicBezTo>
                  <a:pt x="104" y="131"/>
                  <a:pt x="109" y="130"/>
                  <a:pt x="110" y="128"/>
                </a:cubicBezTo>
                <a:cubicBezTo>
                  <a:pt x="111" y="127"/>
                  <a:pt x="112" y="126"/>
                  <a:pt x="113" y="125"/>
                </a:cubicBezTo>
                <a:cubicBezTo>
                  <a:pt x="114" y="124"/>
                  <a:pt x="115" y="123"/>
                  <a:pt x="117" y="122"/>
                </a:cubicBezTo>
                <a:cubicBezTo>
                  <a:pt x="119" y="121"/>
                  <a:pt x="122" y="120"/>
                  <a:pt x="125" y="120"/>
                </a:cubicBezTo>
                <a:cubicBezTo>
                  <a:pt x="128" y="119"/>
                  <a:pt x="131" y="117"/>
                  <a:pt x="134" y="118"/>
                </a:cubicBezTo>
                <a:cubicBezTo>
                  <a:pt x="137" y="118"/>
                  <a:pt x="139" y="121"/>
                  <a:pt x="142" y="121"/>
                </a:cubicBezTo>
                <a:cubicBezTo>
                  <a:pt x="143" y="121"/>
                  <a:pt x="144" y="121"/>
                  <a:pt x="146" y="122"/>
                </a:cubicBezTo>
                <a:cubicBezTo>
                  <a:pt x="146" y="122"/>
                  <a:pt x="147" y="123"/>
                  <a:pt x="148" y="123"/>
                </a:cubicBezTo>
                <a:cubicBezTo>
                  <a:pt x="149" y="123"/>
                  <a:pt x="149" y="122"/>
                  <a:pt x="150" y="122"/>
                </a:cubicBezTo>
                <a:cubicBezTo>
                  <a:pt x="152" y="122"/>
                  <a:pt x="152" y="125"/>
                  <a:pt x="153" y="126"/>
                </a:cubicBezTo>
                <a:cubicBezTo>
                  <a:pt x="154" y="129"/>
                  <a:pt x="158" y="129"/>
                  <a:pt x="161" y="129"/>
                </a:cubicBezTo>
                <a:cubicBezTo>
                  <a:pt x="161" y="129"/>
                  <a:pt x="163" y="129"/>
                  <a:pt x="163" y="129"/>
                </a:cubicBezTo>
                <a:cubicBezTo>
                  <a:pt x="163" y="129"/>
                  <a:pt x="164" y="126"/>
                  <a:pt x="164" y="125"/>
                </a:cubicBezTo>
                <a:cubicBezTo>
                  <a:pt x="164" y="124"/>
                  <a:pt x="164" y="122"/>
                  <a:pt x="164" y="120"/>
                </a:cubicBezTo>
                <a:cubicBezTo>
                  <a:pt x="165" y="118"/>
                  <a:pt x="165" y="118"/>
                  <a:pt x="165" y="116"/>
                </a:cubicBezTo>
                <a:cubicBezTo>
                  <a:pt x="165" y="115"/>
                  <a:pt x="165" y="113"/>
                  <a:pt x="166" y="112"/>
                </a:cubicBezTo>
                <a:cubicBezTo>
                  <a:pt x="167" y="110"/>
                  <a:pt x="171" y="108"/>
                  <a:pt x="170" y="105"/>
                </a:cubicBezTo>
                <a:cubicBezTo>
                  <a:pt x="169" y="106"/>
                  <a:pt x="167" y="108"/>
                  <a:pt x="166" y="106"/>
                </a:cubicBezTo>
                <a:cubicBezTo>
                  <a:pt x="166" y="103"/>
                  <a:pt x="169" y="103"/>
                  <a:pt x="169" y="101"/>
                </a:cubicBezTo>
                <a:cubicBezTo>
                  <a:pt x="170" y="99"/>
                  <a:pt x="168" y="97"/>
                  <a:pt x="170" y="95"/>
                </a:cubicBezTo>
                <a:cubicBezTo>
                  <a:pt x="171" y="94"/>
                  <a:pt x="173" y="94"/>
                  <a:pt x="174" y="95"/>
                </a:cubicBezTo>
                <a:cubicBezTo>
                  <a:pt x="175" y="96"/>
                  <a:pt x="174" y="98"/>
                  <a:pt x="175" y="99"/>
                </a:cubicBezTo>
                <a:cubicBezTo>
                  <a:pt x="176" y="100"/>
                  <a:pt x="181" y="100"/>
                  <a:pt x="182" y="99"/>
                </a:cubicBezTo>
                <a:cubicBezTo>
                  <a:pt x="184" y="98"/>
                  <a:pt x="183" y="96"/>
                  <a:pt x="184" y="94"/>
                </a:cubicBezTo>
                <a:cubicBezTo>
                  <a:pt x="184" y="92"/>
                  <a:pt x="184" y="89"/>
                  <a:pt x="186" y="87"/>
                </a:cubicBezTo>
                <a:cubicBezTo>
                  <a:pt x="184" y="85"/>
                  <a:pt x="183" y="83"/>
                  <a:pt x="181" y="83"/>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39" name="Freeform 569"/>
          <p:cNvSpPr>
            <a:spLocks/>
          </p:cNvSpPr>
          <p:nvPr/>
        </p:nvSpPr>
        <p:spPr bwMode="auto">
          <a:xfrm>
            <a:off x="7553325" y="5409088"/>
            <a:ext cx="252413" cy="522288"/>
          </a:xfrm>
          <a:custGeom>
            <a:avLst/>
            <a:gdLst>
              <a:gd name="T0" fmla="*/ 40 w 64"/>
              <a:gd name="T1" fmla="*/ 119 h 132"/>
              <a:gd name="T2" fmla="*/ 42 w 64"/>
              <a:gd name="T3" fmla="*/ 111 h 132"/>
              <a:gd name="T4" fmla="*/ 50 w 64"/>
              <a:gd name="T5" fmla="*/ 103 h 132"/>
              <a:gd name="T6" fmla="*/ 48 w 64"/>
              <a:gd name="T7" fmla="*/ 102 h 132"/>
              <a:gd name="T8" fmla="*/ 42 w 64"/>
              <a:gd name="T9" fmla="*/ 93 h 132"/>
              <a:gd name="T10" fmla="*/ 43 w 64"/>
              <a:gd name="T11" fmla="*/ 90 h 132"/>
              <a:gd name="T12" fmla="*/ 49 w 64"/>
              <a:gd name="T13" fmla="*/ 82 h 132"/>
              <a:gd name="T14" fmla="*/ 47 w 64"/>
              <a:gd name="T15" fmla="*/ 79 h 132"/>
              <a:gd name="T16" fmla="*/ 44 w 64"/>
              <a:gd name="T17" fmla="*/ 76 h 132"/>
              <a:gd name="T18" fmla="*/ 43 w 64"/>
              <a:gd name="T19" fmla="*/ 72 h 132"/>
              <a:gd name="T20" fmla="*/ 39 w 64"/>
              <a:gd name="T21" fmla="*/ 64 h 132"/>
              <a:gd name="T22" fmla="*/ 49 w 64"/>
              <a:gd name="T23" fmla="*/ 62 h 132"/>
              <a:gd name="T24" fmla="*/ 51 w 64"/>
              <a:gd name="T25" fmla="*/ 56 h 132"/>
              <a:gd name="T26" fmla="*/ 50 w 64"/>
              <a:gd name="T27" fmla="*/ 50 h 132"/>
              <a:gd name="T28" fmla="*/ 52 w 64"/>
              <a:gd name="T29" fmla="*/ 46 h 132"/>
              <a:gd name="T30" fmla="*/ 52 w 64"/>
              <a:gd name="T31" fmla="*/ 42 h 132"/>
              <a:gd name="T32" fmla="*/ 53 w 64"/>
              <a:gd name="T33" fmla="*/ 39 h 132"/>
              <a:gd name="T34" fmla="*/ 52 w 64"/>
              <a:gd name="T35" fmla="*/ 34 h 132"/>
              <a:gd name="T36" fmla="*/ 52 w 64"/>
              <a:gd name="T37" fmla="*/ 29 h 132"/>
              <a:gd name="T38" fmla="*/ 56 w 64"/>
              <a:gd name="T39" fmla="*/ 24 h 132"/>
              <a:gd name="T40" fmla="*/ 64 w 64"/>
              <a:gd name="T41" fmla="*/ 16 h 132"/>
              <a:gd name="T42" fmla="*/ 58 w 64"/>
              <a:gd name="T43" fmla="*/ 8 h 132"/>
              <a:gd name="T44" fmla="*/ 56 w 64"/>
              <a:gd name="T45" fmla="*/ 6 h 132"/>
              <a:gd name="T46" fmla="*/ 52 w 64"/>
              <a:gd name="T47" fmla="*/ 5 h 132"/>
              <a:gd name="T48" fmla="*/ 49 w 64"/>
              <a:gd name="T49" fmla="*/ 5 h 132"/>
              <a:gd name="T50" fmla="*/ 45 w 64"/>
              <a:gd name="T51" fmla="*/ 5 h 132"/>
              <a:gd name="T52" fmla="*/ 43 w 64"/>
              <a:gd name="T53" fmla="*/ 8 h 132"/>
              <a:gd name="T54" fmla="*/ 38 w 64"/>
              <a:gd name="T55" fmla="*/ 9 h 132"/>
              <a:gd name="T56" fmla="*/ 34 w 64"/>
              <a:gd name="T57" fmla="*/ 7 h 132"/>
              <a:gd name="T58" fmla="*/ 28 w 64"/>
              <a:gd name="T59" fmla="*/ 9 h 132"/>
              <a:gd name="T60" fmla="*/ 27 w 64"/>
              <a:gd name="T61" fmla="*/ 4 h 132"/>
              <a:gd name="T62" fmla="*/ 24 w 64"/>
              <a:gd name="T63" fmla="*/ 0 h 132"/>
              <a:gd name="T64" fmla="*/ 12 w 64"/>
              <a:gd name="T65" fmla="*/ 8 h 132"/>
              <a:gd name="T66" fmla="*/ 13 w 64"/>
              <a:gd name="T67" fmla="*/ 12 h 132"/>
              <a:gd name="T68" fmla="*/ 15 w 64"/>
              <a:gd name="T69" fmla="*/ 23 h 132"/>
              <a:gd name="T70" fmla="*/ 16 w 64"/>
              <a:gd name="T71" fmla="*/ 38 h 132"/>
              <a:gd name="T72" fmla="*/ 8 w 64"/>
              <a:gd name="T73" fmla="*/ 66 h 132"/>
              <a:gd name="T74" fmla="*/ 3 w 64"/>
              <a:gd name="T75" fmla="*/ 75 h 132"/>
              <a:gd name="T76" fmla="*/ 1 w 64"/>
              <a:gd name="T77" fmla="*/ 88 h 132"/>
              <a:gd name="T78" fmla="*/ 5 w 64"/>
              <a:gd name="T79" fmla="*/ 96 h 132"/>
              <a:gd name="T80" fmla="*/ 13 w 64"/>
              <a:gd name="T81" fmla="*/ 98 h 132"/>
              <a:gd name="T82" fmla="*/ 12 w 64"/>
              <a:gd name="T83" fmla="*/ 121 h 132"/>
              <a:gd name="T84" fmla="*/ 10 w 64"/>
              <a:gd name="T85" fmla="*/ 131 h 132"/>
              <a:gd name="T86" fmla="*/ 24 w 64"/>
              <a:gd name="T87" fmla="*/ 129 h 132"/>
              <a:gd name="T88" fmla="*/ 35 w 64"/>
              <a:gd name="T89" fmla="*/ 131 h 132"/>
              <a:gd name="T90" fmla="*/ 48 w 64"/>
              <a:gd name="T91" fmla="*/ 12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 h="132">
                <a:moveTo>
                  <a:pt x="40" y="126"/>
                </a:moveTo>
                <a:cubicBezTo>
                  <a:pt x="40" y="124"/>
                  <a:pt x="40" y="121"/>
                  <a:pt x="40" y="119"/>
                </a:cubicBezTo>
                <a:cubicBezTo>
                  <a:pt x="39" y="117"/>
                  <a:pt x="39" y="118"/>
                  <a:pt x="39" y="116"/>
                </a:cubicBezTo>
                <a:cubicBezTo>
                  <a:pt x="40" y="114"/>
                  <a:pt x="41" y="113"/>
                  <a:pt x="42" y="111"/>
                </a:cubicBezTo>
                <a:cubicBezTo>
                  <a:pt x="43" y="110"/>
                  <a:pt x="43" y="107"/>
                  <a:pt x="44" y="107"/>
                </a:cubicBezTo>
                <a:cubicBezTo>
                  <a:pt x="46" y="105"/>
                  <a:pt x="49" y="106"/>
                  <a:pt x="50" y="103"/>
                </a:cubicBezTo>
                <a:cubicBezTo>
                  <a:pt x="50" y="103"/>
                  <a:pt x="50" y="102"/>
                  <a:pt x="50" y="101"/>
                </a:cubicBezTo>
                <a:cubicBezTo>
                  <a:pt x="49" y="101"/>
                  <a:pt x="49" y="102"/>
                  <a:pt x="48" y="102"/>
                </a:cubicBezTo>
                <a:cubicBezTo>
                  <a:pt x="46" y="102"/>
                  <a:pt x="45" y="100"/>
                  <a:pt x="44" y="98"/>
                </a:cubicBezTo>
                <a:cubicBezTo>
                  <a:pt x="43" y="96"/>
                  <a:pt x="42" y="95"/>
                  <a:pt x="42" y="93"/>
                </a:cubicBezTo>
                <a:cubicBezTo>
                  <a:pt x="43" y="93"/>
                  <a:pt x="43" y="92"/>
                  <a:pt x="44" y="92"/>
                </a:cubicBezTo>
                <a:cubicBezTo>
                  <a:pt x="44" y="91"/>
                  <a:pt x="43" y="90"/>
                  <a:pt x="43" y="90"/>
                </a:cubicBezTo>
                <a:cubicBezTo>
                  <a:pt x="44" y="87"/>
                  <a:pt x="45" y="87"/>
                  <a:pt x="47" y="86"/>
                </a:cubicBezTo>
                <a:cubicBezTo>
                  <a:pt x="48" y="85"/>
                  <a:pt x="49" y="83"/>
                  <a:pt x="49" y="82"/>
                </a:cubicBezTo>
                <a:cubicBezTo>
                  <a:pt x="49" y="81"/>
                  <a:pt x="50" y="79"/>
                  <a:pt x="49" y="79"/>
                </a:cubicBezTo>
                <a:cubicBezTo>
                  <a:pt x="48" y="78"/>
                  <a:pt x="48" y="79"/>
                  <a:pt x="47" y="79"/>
                </a:cubicBezTo>
                <a:cubicBezTo>
                  <a:pt x="46" y="78"/>
                  <a:pt x="47" y="79"/>
                  <a:pt x="46" y="78"/>
                </a:cubicBezTo>
                <a:cubicBezTo>
                  <a:pt x="45" y="78"/>
                  <a:pt x="44" y="76"/>
                  <a:pt x="44" y="76"/>
                </a:cubicBezTo>
                <a:cubicBezTo>
                  <a:pt x="43" y="75"/>
                  <a:pt x="43" y="74"/>
                  <a:pt x="43" y="74"/>
                </a:cubicBezTo>
                <a:cubicBezTo>
                  <a:pt x="43" y="73"/>
                  <a:pt x="43" y="73"/>
                  <a:pt x="43" y="72"/>
                </a:cubicBezTo>
                <a:cubicBezTo>
                  <a:pt x="43" y="72"/>
                  <a:pt x="43" y="71"/>
                  <a:pt x="43" y="71"/>
                </a:cubicBezTo>
                <a:cubicBezTo>
                  <a:pt x="42" y="69"/>
                  <a:pt x="37" y="67"/>
                  <a:pt x="39" y="64"/>
                </a:cubicBezTo>
                <a:cubicBezTo>
                  <a:pt x="41" y="62"/>
                  <a:pt x="46" y="65"/>
                  <a:pt x="48" y="64"/>
                </a:cubicBezTo>
                <a:cubicBezTo>
                  <a:pt x="49" y="63"/>
                  <a:pt x="49" y="63"/>
                  <a:pt x="49" y="62"/>
                </a:cubicBezTo>
                <a:cubicBezTo>
                  <a:pt x="49" y="61"/>
                  <a:pt x="50" y="60"/>
                  <a:pt x="50" y="60"/>
                </a:cubicBezTo>
                <a:cubicBezTo>
                  <a:pt x="51" y="59"/>
                  <a:pt x="51" y="57"/>
                  <a:pt x="51" y="56"/>
                </a:cubicBezTo>
                <a:cubicBezTo>
                  <a:pt x="51" y="54"/>
                  <a:pt x="49" y="53"/>
                  <a:pt x="49" y="52"/>
                </a:cubicBezTo>
                <a:cubicBezTo>
                  <a:pt x="48" y="51"/>
                  <a:pt x="50" y="50"/>
                  <a:pt x="50" y="50"/>
                </a:cubicBezTo>
                <a:cubicBezTo>
                  <a:pt x="51" y="49"/>
                  <a:pt x="52" y="49"/>
                  <a:pt x="53" y="48"/>
                </a:cubicBezTo>
                <a:cubicBezTo>
                  <a:pt x="53" y="47"/>
                  <a:pt x="52" y="47"/>
                  <a:pt x="52" y="46"/>
                </a:cubicBezTo>
                <a:cubicBezTo>
                  <a:pt x="52" y="45"/>
                  <a:pt x="52" y="45"/>
                  <a:pt x="52" y="44"/>
                </a:cubicBezTo>
                <a:cubicBezTo>
                  <a:pt x="52" y="43"/>
                  <a:pt x="53" y="43"/>
                  <a:pt x="52" y="42"/>
                </a:cubicBezTo>
                <a:cubicBezTo>
                  <a:pt x="52" y="42"/>
                  <a:pt x="52" y="42"/>
                  <a:pt x="52" y="41"/>
                </a:cubicBezTo>
                <a:cubicBezTo>
                  <a:pt x="52" y="40"/>
                  <a:pt x="53" y="40"/>
                  <a:pt x="53" y="39"/>
                </a:cubicBezTo>
                <a:cubicBezTo>
                  <a:pt x="53" y="38"/>
                  <a:pt x="52" y="39"/>
                  <a:pt x="52" y="38"/>
                </a:cubicBezTo>
                <a:cubicBezTo>
                  <a:pt x="52" y="37"/>
                  <a:pt x="53" y="35"/>
                  <a:pt x="52" y="34"/>
                </a:cubicBezTo>
                <a:cubicBezTo>
                  <a:pt x="52" y="33"/>
                  <a:pt x="49" y="31"/>
                  <a:pt x="50" y="29"/>
                </a:cubicBezTo>
                <a:cubicBezTo>
                  <a:pt x="51" y="29"/>
                  <a:pt x="52" y="29"/>
                  <a:pt x="52" y="29"/>
                </a:cubicBezTo>
                <a:cubicBezTo>
                  <a:pt x="53" y="29"/>
                  <a:pt x="53" y="29"/>
                  <a:pt x="53" y="28"/>
                </a:cubicBezTo>
                <a:cubicBezTo>
                  <a:pt x="54" y="27"/>
                  <a:pt x="55" y="25"/>
                  <a:pt x="56" y="24"/>
                </a:cubicBezTo>
                <a:cubicBezTo>
                  <a:pt x="58" y="23"/>
                  <a:pt x="59" y="22"/>
                  <a:pt x="61" y="21"/>
                </a:cubicBezTo>
                <a:cubicBezTo>
                  <a:pt x="62" y="19"/>
                  <a:pt x="64" y="17"/>
                  <a:pt x="64" y="16"/>
                </a:cubicBezTo>
                <a:cubicBezTo>
                  <a:pt x="63" y="11"/>
                  <a:pt x="58" y="15"/>
                  <a:pt x="57" y="12"/>
                </a:cubicBezTo>
                <a:cubicBezTo>
                  <a:pt x="57" y="10"/>
                  <a:pt x="58" y="9"/>
                  <a:pt x="58" y="8"/>
                </a:cubicBezTo>
                <a:cubicBezTo>
                  <a:pt x="58" y="7"/>
                  <a:pt x="57" y="6"/>
                  <a:pt x="57" y="6"/>
                </a:cubicBezTo>
                <a:cubicBezTo>
                  <a:pt x="57" y="5"/>
                  <a:pt x="56" y="6"/>
                  <a:pt x="56" y="6"/>
                </a:cubicBezTo>
                <a:cubicBezTo>
                  <a:pt x="55" y="6"/>
                  <a:pt x="55" y="6"/>
                  <a:pt x="54" y="6"/>
                </a:cubicBezTo>
                <a:cubicBezTo>
                  <a:pt x="53" y="5"/>
                  <a:pt x="53" y="5"/>
                  <a:pt x="52" y="5"/>
                </a:cubicBezTo>
                <a:cubicBezTo>
                  <a:pt x="52" y="6"/>
                  <a:pt x="51" y="6"/>
                  <a:pt x="51" y="6"/>
                </a:cubicBezTo>
                <a:cubicBezTo>
                  <a:pt x="50" y="6"/>
                  <a:pt x="50" y="5"/>
                  <a:pt x="49" y="5"/>
                </a:cubicBezTo>
                <a:cubicBezTo>
                  <a:pt x="49" y="5"/>
                  <a:pt x="48" y="6"/>
                  <a:pt x="47" y="6"/>
                </a:cubicBezTo>
                <a:cubicBezTo>
                  <a:pt x="47" y="4"/>
                  <a:pt x="45" y="5"/>
                  <a:pt x="45" y="5"/>
                </a:cubicBezTo>
                <a:cubicBezTo>
                  <a:pt x="45" y="6"/>
                  <a:pt x="45" y="7"/>
                  <a:pt x="45" y="7"/>
                </a:cubicBezTo>
                <a:cubicBezTo>
                  <a:pt x="44" y="8"/>
                  <a:pt x="44" y="8"/>
                  <a:pt x="43" y="8"/>
                </a:cubicBezTo>
                <a:cubicBezTo>
                  <a:pt x="43" y="8"/>
                  <a:pt x="40" y="9"/>
                  <a:pt x="41" y="9"/>
                </a:cubicBezTo>
                <a:cubicBezTo>
                  <a:pt x="40" y="9"/>
                  <a:pt x="38" y="7"/>
                  <a:pt x="38" y="9"/>
                </a:cubicBezTo>
                <a:cubicBezTo>
                  <a:pt x="37" y="10"/>
                  <a:pt x="37" y="8"/>
                  <a:pt x="37" y="8"/>
                </a:cubicBezTo>
                <a:cubicBezTo>
                  <a:pt x="36" y="8"/>
                  <a:pt x="35" y="7"/>
                  <a:pt x="34" y="7"/>
                </a:cubicBezTo>
                <a:cubicBezTo>
                  <a:pt x="33" y="9"/>
                  <a:pt x="32" y="7"/>
                  <a:pt x="31" y="6"/>
                </a:cubicBezTo>
                <a:cubicBezTo>
                  <a:pt x="31" y="6"/>
                  <a:pt x="29" y="9"/>
                  <a:pt x="28" y="9"/>
                </a:cubicBezTo>
                <a:cubicBezTo>
                  <a:pt x="27" y="10"/>
                  <a:pt x="26" y="9"/>
                  <a:pt x="25" y="8"/>
                </a:cubicBezTo>
                <a:cubicBezTo>
                  <a:pt x="25" y="6"/>
                  <a:pt x="26" y="6"/>
                  <a:pt x="27" y="4"/>
                </a:cubicBezTo>
                <a:cubicBezTo>
                  <a:pt x="29" y="2"/>
                  <a:pt x="27" y="4"/>
                  <a:pt x="26" y="3"/>
                </a:cubicBezTo>
                <a:cubicBezTo>
                  <a:pt x="24" y="2"/>
                  <a:pt x="26" y="0"/>
                  <a:pt x="24" y="0"/>
                </a:cubicBezTo>
                <a:cubicBezTo>
                  <a:pt x="23" y="0"/>
                  <a:pt x="22" y="2"/>
                  <a:pt x="20" y="2"/>
                </a:cubicBezTo>
                <a:cubicBezTo>
                  <a:pt x="17" y="3"/>
                  <a:pt x="15" y="5"/>
                  <a:pt x="12" y="8"/>
                </a:cubicBezTo>
                <a:cubicBezTo>
                  <a:pt x="12" y="8"/>
                  <a:pt x="12" y="9"/>
                  <a:pt x="12" y="9"/>
                </a:cubicBezTo>
                <a:cubicBezTo>
                  <a:pt x="13" y="10"/>
                  <a:pt x="13" y="11"/>
                  <a:pt x="13" y="12"/>
                </a:cubicBezTo>
                <a:cubicBezTo>
                  <a:pt x="14" y="13"/>
                  <a:pt x="13" y="14"/>
                  <a:pt x="13" y="15"/>
                </a:cubicBezTo>
                <a:cubicBezTo>
                  <a:pt x="13" y="18"/>
                  <a:pt x="14" y="21"/>
                  <a:pt x="15" y="23"/>
                </a:cubicBezTo>
                <a:cubicBezTo>
                  <a:pt x="15" y="26"/>
                  <a:pt x="17" y="28"/>
                  <a:pt x="17" y="31"/>
                </a:cubicBezTo>
                <a:cubicBezTo>
                  <a:pt x="16" y="33"/>
                  <a:pt x="16" y="36"/>
                  <a:pt x="16" y="38"/>
                </a:cubicBezTo>
                <a:cubicBezTo>
                  <a:pt x="15" y="42"/>
                  <a:pt x="12" y="47"/>
                  <a:pt x="12" y="52"/>
                </a:cubicBezTo>
                <a:cubicBezTo>
                  <a:pt x="12" y="56"/>
                  <a:pt x="9" y="61"/>
                  <a:pt x="8" y="66"/>
                </a:cubicBezTo>
                <a:cubicBezTo>
                  <a:pt x="7" y="68"/>
                  <a:pt x="6" y="69"/>
                  <a:pt x="5" y="71"/>
                </a:cubicBezTo>
                <a:cubicBezTo>
                  <a:pt x="2" y="72"/>
                  <a:pt x="3" y="72"/>
                  <a:pt x="3" y="75"/>
                </a:cubicBezTo>
                <a:cubicBezTo>
                  <a:pt x="3" y="77"/>
                  <a:pt x="2" y="80"/>
                  <a:pt x="1" y="83"/>
                </a:cubicBezTo>
                <a:cubicBezTo>
                  <a:pt x="1" y="84"/>
                  <a:pt x="0" y="87"/>
                  <a:pt x="1" y="88"/>
                </a:cubicBezTo>
                <a:cubicBezTo>
                  <a:pt x="2" y="90"/>
                  <a:pt x="4" y="90"/>
                  <a:pt x="5" y="91"/>
                </a:cubicBezTo>
                <a:cubicBezTo>
                  <a:pt x="7" y="92"/>
                  <a:pt x="6" y="94"/>
                  <a:pt x="5" y="96"/>
                </a:cubicBezTo>
                <a:cubicBezTo>
                  <a:pt x="7" y="96"/>
                  <a:pt x="8" y="94"/>
                  <a:pt x="11" y="95"/>
                </a:cubicBezTo>
                <a:cubicBezTo>
                  <a:pt x="12" y="95"/>
                  <a:pt x="12" y="97"/>
                  <a:pt x="13" y="98"/>
                </a:cubicBezTo>
                <a:cubicBezTo>
                  <a:pt x="15" y="102"/>
                  <a:pt x="12" y="105"/>
                  <a:pt x="13" y="109"/>
                </a:cubicBezTo>
                <a:cubicBezTo>
                  <a:pt x="14" y="113"/>
                  <a:pt x="13" y="117"/>
                  <a:pt x="12" y="121"/>
                </a:cubicBezTo>
                <a:cubicBezTo>
                  <a:pt x="12" y="123"/>
                  <a:pt x="12" y="125"/>
                  <a:pt x="11" y="127"/>
                </a:cubicBezTo>
                <a:cubicBezTo>
                  <a:pt x="11" y="128"/>
                  <a:pt x="9" y="130"/>
                  <a:pt x="10" y="131"/>
                </a:cubicBezTo>
                <a:cubicBezTo>
                  <a:pt x="13" y="131"/>
                  <a:pt x="15" y="128"/>
                  <a:pt x="19" y="128"/>
                </a:cubicBezTo>
                <a:cubicBezTo>
                  <a:pt x="20" y="128"/>
                  <a:pt x="22" y="129"/>
                  <a:pt x="24" y="129"/>
                </a:cubicBezTo>
                <a:cubicBezTo>
                  <a:pt x="25" y="129"/>
                  <a:pt x="26" y="129"/>
                  <a:pt x="28" y="130"/>
                </a:cubicBezTo>
                <a:cubicBezTo>
                  <a:pt x="30" y="131"/>
                  <a:pt x="32" y="132"/>
                  <a:pt x="35" y="131"/>
                </a:cubicBezTo>
                <a:cubicBezTo>
                  <a:pt x="37" y="129"/>
                  <a:pt x="38" y="126"/>
                  <a:pt x="41" y="126"/>
                </a:cubicBezTo>
                <a:cubicBezTo>
                  <a:pt x="43" y="126"/>
                  <a:pt x="46" y="125"/>
                  <a:pt x="48" y="126"/>
                </a:cubicBezTo>
                <a:cubicBezTo>
                  <a:pt x="46" y="125"/>
                  <a:pt x="43" y="126"/>
                  <a:pt x="40" y="126"/>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40" name="Freeform 570"/>
          <p:cNvSpPr>
            <a:spLocks noEditPoints="1"/>
          </p:cNvSpPr>
          <p:nvPr/>
        </p:nvSpPr>
        <p:spPr bwMode="auto">
          <a:xfrm>
            <a:off x="9380538" y="3918426"/>
            <a:ext cx="771525" cy="735013"/>
          </a:xfrm>
          <a:custGeom>
            <a:avLst/>
            <a:gdLst>
              <a:gd name="T0" fmla="*/ 2 w 195"/>
              <a:gd name="T1" fmla="*/ 33 h 186"/>
              <a:gd name="T2" fmla="*/ 5 w 195"/>
              <a:gd name="T3" fmla="*/ 31 h 186"/>
              <a:gd name="T4" fmla="*/ 17 w 195"/>
              <a:gd name="T5" fmla="*/ 127 h 186"/>
              <a:gd name="T6" fmla="*/ 24 w 195"/>
              <a:gd name="T7" fmla="*/ 131 h 186"/>
              <a:gd name="T8" fmla="*/ 33 w 195"/>
              <a:gd name="T9" fmla="*/ 134 h 186"/>
              <a:gd name="T10" fmla="*/ 41 w 195"/>
              <a:gd name="T11" fmla="*/ 136 h 186"/>
              <a:gd name="T12" fmla="*/ 40 w 195"/>
              <a:gd name="T13" fmla="*/ 142 h 186"/>
              <a:gd name="T14" fmla="*/ 46 w 195"/>
              <a:gd name="T15" fmla="*/ 148 h 186"/>
              <a:gd name="T16" fmla="*/ 54 w 195"/>
              <a:gd name="T17" fmla="*/ 149 h 186"/>
              <a:gd name="T18" fmla="*/ 54 w 195"/>
              <a:gd name="T19" fmla="*/ 142 h 186"/>
              <a:gd name="T20" fmla="*/ 64 w 195"/>
              <a:gd name="T21" fmla="*/ 147 h 186"/>
              <a:gd name="T22" fmla="*/ 68 w 195"/>
              <a:gd name="T23" fmla="*/ 151 h 186"/>
              <a:gd name="T24" fmla="*/ 73 w 195"/>
              <a:gd name="T25" fmla="*/ 156 h 186"/>
              <a:gd name="T26" fmla="*/ 83 w 195"/>
              <a:gd name="T27" fmla="*/ 157 h 186"/>
              <a:gd name="T28" fmla="*/ 90 w 195"/>
              <a:gd name="T29" fmla="*/ 166 h 186"/>
              <a:gd name="T30" fmla="*/ 97 w 195"/>
              <a:gd name="T31" fmla="*/ 174 h 186"/>
              <a:gd name="T32" fmla="*/ 102 w 195"/>
              <a:gd name="T33" fmla="*/ 169 h 186"/>
              <a:gd name="T34" fmla="*/ 105 w 195"/>
              <a:gd name="T35" fmla="*/ 171 h 186"/>
              <a:gd name="T36" fmla="*/ 110 w 195"/>
              <a:gd name="T37" fmla="*/ 175 h 186"/>
              <a:gd name="T38" fmla="*/ 113 w 195"/>
              <a:gd name="T39" fmla="*/ 179 h 186"/>
              <a:gd name="T40" fmla="*/ 117 w 195"/>
              <a:gd name="T41" fmla="*/ 178 h 186"/>
              <a:gd name="T42" fmla="*/ 124 w 195"/>
              <a:gd name="T43" fmla="*/ 174 h 186"/>
              <a:gd name="T44" fmla="*/ 130 w 195"/>
              <a:gd name="T45" fmla="*/ 175 h 186"/>
              <a:gd name="T46" fmla="*/ 137 w 195"/>
              <a:gd name="T47" fmla="*/ 173 h 186"/>
              <a:gd name="T48" fmla="*/ 146 w 195"/>
              <a:gd name="T49" fmla="*/ 173 h 186"/>
              <a:gd name="T50" fmla="*/ 151 w 195"/>
              <a:gd name="T51" fmla="*/ 175 h 186"/>
              <a:gd name="T52" fmla="*/ 162 w 195"/>
              <a:gd name="T53" fmla="*/ 183 h 186"/>
              <a:gd name="T54" fmla="*/ 169 w 195"/>
              <a:gd name="T55" fmla="*/ 186 h 186"/>
              <a:gd name="T56" fmla="*/ 167 w 195"/>
              <a:gd name="T57" fmla="*/ 179 h 186"/>
              <a:gd name="T58" fmla="*/ 167 w 195"/>
              <a:gd name="T59" fmla="*/ 167 h 186"/>
              <a:gd name="T60" fmla="*/ 178 w 195"/>
              <a:gd name="T61" fmla="*/ 153 h 186"/>
              <a:gd name="T62" fmla="*/ 188 w 195"/>
              <a:gd name="T63" fmla="*/ 144 h 186"/>
              <a:gd name="T64" fmla="*/ 194 w 195"/>
              <a:gd name="T65" fmla="*/ 133 h 186"/>
              <a:gd name="T66" fmla="*/ 193 w 195"/>
              <a:gd name="T67" fmla="*/ 127 h 186"/>
              <a:gd name="T68" fmla="*/ 187 w 195"/>
              <a:gd name="T69" fmla="*/ 116 h 186"/>
              <a:gd name="T70" fmla="*/ 185 w 195"/>
              <a:gd name="T71" fmla="*/ 106 h 186"/>
              <a:gd name="T72" fmla="*/ 178 w 195"/>
              <a:gd name="T73" fmla="*/ 85 h 186"/>
              <a:gd name="T74" fmla="*/ 192 w 195"/>
              <a:gd name="T75" fmla="*/ 71 h 186"/>
              <a:gd name="T76" fmla="*/ 190 w 195"/>
              <a:gd name="T77" fmla="*/ 52 h 186"/>
              <a:gd name="T78" fmla="*/ 183 w 195"/>
              <a:gd name="T79" fmla="*/ 31 h 186"/>
              <a:gd name="T80" fmla="*/ 175 w 195"/>
              <a:gd name="T81" fmla="*/ 19 h 186"/>
              <a:gd name="T82" fmla="*/ 168 w 195"/>
              <a:gd name="T83" fmla="*/ 16 h 186"/>
              <a:gd name="T84" fmla="*/ 139 w 195"/>
              <a:gd name="T85" fmla="*/ 16 h 186"/>
              <a:gd name="T86" fmla="*/ 108 w 195"/>
              <a:gd name="T87" fmla="*/ 13 h 186"/>
              <a:gd name="T88" fmla="*/ 90 w 195"/>
              <a:gd name="T89" fmla="*/ 15 h 186"/>
              <a:gd name="T90" fmla="*/ 84 w 195"/>
              <a:gd name="T91" fmla="*/ 2 h 186"/>
              <a:gd name="T92" fmla="*/ 92 w 195"/>
              <a:gd name="T93" fmla="*/ 8 h 186"/>
              <a:gd name="T94" fmla="*/ 80 w 195"/>
              <a:gd name="T95" fmla="*/ 0 h 186"/>
              <a:gd name="T96" fmla="*/ 55 w 195"/>
              <a:gd name="T97" fmla="*/ 8 h 186"/>
              <a:gd name="T98" fmla="*/ 39 w 195"/>
              <a:gd name="T99" fmla="*/ 20 h 186"/>
              <a:gd name="T100" fmla="*/ 22 w 195"/>
              <a:gd name="T101" fmla="*/ 25 h 186"/>
              <a:gd name="T102" fmla="*/ 7 w 195"/>
              <a:gd name="T103" fmla="*/ 30 h 186"/>
              <a:gd name="T104" fmla="*/ 9 w 195"/>
              <a:gd name="T105" fmla="*/ 39 h 186"/>
              <a:gd name="T106" fmla="*/ 8 w 195"/>
              <a:gd name="T107" fmla="*/ 39 h 186"/>
              <a:gd name="T108" fmla="*/ 5 w 195"/>
              <a:gd name="T109" fmla="*/ 46 h 186"/>
              <a:gd name="T110" fmla="*/ 4 w 195"/>
              <a:gd name="T111" fmla="*/ 61 h 186"/>
              <a:gd name="T112" fmla="*/ 9 w 195"/>
              <a:gd name="T113" fmla="*/ 74 h 186"/>
              <a:gd name="T114" fmla="*/ 11 w 195"/>
              <a:gd name="T115" fmla="*/ 86 h 186"/>
              <a:gd name="T116" fmla="*/ 12 w 195"/>
              <a:gd name="T117" fmla="*/ 93 h 186"/>
              <a:gd name="T118" fmla="*/ 11 w 195"/>
              <a:gd name="T119" fmla="*/ 98 h 186"/>
              <a:gd name="T120" fmla="*/ 14 w 195"/>
              <a:gd name="T121" fmla="*/ 110 h 186"/>
              <a:gd name="T122" fmla="*/ 16 w 195"/>
              <a:gd name="T123" fmla="*/ 123 h 186"/>
              <a:gd name="T124" fmla="*/ 17 w 195"/>
              <a:gd name="T125" fmla="*/ 1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5" h="186">
                <a:moveTo>
                  <a:pt x="5" y="34"/>
                </a:moveTo>
                <a:cubicBezTo>
                  <a:pt x="3" y="35"/>
                  <a:pt x="3" y="33"/>
                  <a:pt x="2" y="33"/>
                </a:cubicBezTo>
                <a:cubicBezTo>
                  <a:pt x="2" y="31"/>
                  <a:pt x="2" y="31"/>
                  <a:pt x="2" y="31"/>
                </a:cubicBezTo>
                <a:cubicBezTo>
                  <a:pt x="3" y="31"/>
                  <a:pt x="4" y="30"/>
                  <a:pt x="5" y="31"/>
                </a:cubicBezTo>
                <a:cubicBezTo>
                  <a:pt x="6" y="32"/>
                  <a:pt x="5" y="33"/>
                  <a:pt x="5" y="34"/>
                </a:cubicBezTo>
                <a:close/>
                <a:moveTo>
                  <a:pt x="17" y="127"/>
                </a:moveTo>
                <a:cubicBezTo>
                  <a:pt x="17" y="125"/>
                  <a:pt x="19" y="123"/>
                  <a:pt x="21" y="126"/>
                </a:cubicBezTo>
                <a:cubicBezTo>
                  <a:pt x="22" y="127"/>
                  <a:pt x="23" y="130"/>
                  <a:pt x="24" y="131"/>
                </a:cubicBezTo>
                <a:cubicBezTo>
                  <a:pt x="26" y="132"/>
                  <a:pt x="29" y="132"/>
                  <a:pt x="31" y="133"/>
                </a:cubicBezTo>
                <a:cubicBezTo>
                  <a:pt x="32" y="133"/>
                  <a:pt x="33" y="133"/>
                  <a:pt x="33" y="134"/>
                </a:cubicBezTo>
                <a:cubicBezTo>
                  <a:pt x="34" y="134"/>
                  <a:pt x="35" y="135"/>
                  <a:pt x="36" y="136"/>
                </a:cubicBezTo>
                <a:cubicBezTo>
                  <a:pt x="38" y="137"/>
                  <a:pt x="40" y="136"/>
                  <a:pt x="41" y="136"/>
                </a:cubicBezTo>
                <a:cubicBezTo>
                  <a:pt x="43" y="136"/>
                  <a:pt x="46" y="137"/>
                  <a:pt x="44" y="139"/>
                </a:cubicBezTo>
                <a:cubicBezTo>
                  <a:pt x="43" y="141"/>
                  <a:pt x="41" y="140"/>
                  <a:pt x="40" y="142"/>
                </a:cubicBezTo>
                <a:cubicBezTo>
                  <a:pt x="39" y="144"/>
                  <a:pt x="42" y="144"/>
                  <a:pt x="43" y="145"/>
                </a:cubicBezTo>
                <a:cubicBezTo>
                  <a:pt x="44" y="145"/>
                  <a:pt x="46" y="147"/>
                  <a:pt x="46" y="148"/>
                </a:cubicBezTo>
                <a:cubicBezTo>
                  <a:pt x="47" y="149"/>
                  <a:pt x="46" y="151"/>
                  <a:pt x="48" y="152"/>
                </a:cubicBezTo>
                <a:cubicBezTo>
                  <a:pt x="49" y="153"/>
                  <a:pt x="53" y="150"/>
                  <a:pt x="54" y="149"/>
                </a:cubicBezTo>
                <a:cubicBezTo>
                  <a:pt x="56" y="148"/>
                  <a:pt x="55" y="148"/>
                  <a:pt x="54" y="147"/>
                </a:cubicBezTo>
                <a:cubicBezTo>
                  <a:pt x="54" y="146"/>
                  <a:pt x="53" y="143"/>
                  <a:pt x="54" y="142"/>
                </a:cubicBezTo>
                <a:cubicBezTo>
                  <a:pt x="55" y="142"/>
                  <a:pt x="59" y="144"/>
                  <a:pt x="60" y="145"/>
                </a:cubicBezTo>
                <a:cubicBezTo>
                  <a:pt x="61" y="145"/>
                  <a:pt x="62" y="147"/>
                  <a:pt x="64" y="147"/>
                </a:cubicBezTo>
                <a:cubicBezTo>
                  <a:pt x="66" y="148"/>
                  <a:pt x="68" y="145"/>
                  <a:pt x="71" y="147"/>
                </a:cubicBezTo>
                <a:cubicBezTo>
                  <a:pt x="71" y="149"/>
                  <a:pt x="67" y="150"/>
                  <a:pt x="68" y="151"/>
                </a:cubicBezTo>
                <a:cubicBezTo>
                  <a:pt x="68" y="152"/>
                  <a:pt x="70" y="153"/>
                  <a:pt x="70" y="153"/>
                </a:cubicBezTo>
                <a:cubicBezTo>
                  <a:pt x="71" y="154"/>
                  <a:pt x="73" y="155"/>
                  <a:pt x="73" y="156"/>
                </a:cubicBezTo>
                <a:cubicBezTo>
                  <a:pt x="75" y="156"/>
                  <a:pt x="75" y="154"/>
                  <a:pt x="77" y="154"/>
                </a:cubicBezTo>
                <a:cubicBezTo>
                  <a:pt x="79" y="155"/>
                  <a:pt x="81" y="157"/>
                  <a:pt x="83" y="157"/>
                </a:cubicBezTo>
                <a:cubicBezTo>
                  <a:pt x="86" y="158"/>
                  <a:pt x="86" y="159"/>
                  <a:pt x="87" y="162"/>
                </a:cubicBezTo>
                <a:cubicBezTo>
                  <a:pt x="87" y="164"/>
                  <a:pt x="88" y="164"/>
                  <a:pt x="90" y="166"/>
                </a:cubicBezTo>
                <a:cubicBezTo>
                  <a:pt x="92" y="168"/>
                  <a:pt x="92" y="170"/>
                  <a:pt x="93" y="172"/>
                </a:cubicBezTo>
                <a:cubicBezTo>
                  <a:pt x="93" y="174"/>
                  <a:pt x="96" y="175"/>
                  <a:pt x="97" y="174"/>
                </a:cubicBezTo>
                <a:cubicBezTo>
                  <a:pt x="98" y="173"/>
                  <a:pt x="98" y="171"/>
                  <a:pt x="99" y="170"/>
                </a:cubicBezTo>
                <a:cubicBezTo>
                  <a:pt x="100" y="169"/>
                  <a:pt x="101" y="170"/>
                  <a:pt x="102" y="169"/>
                </a:cubicBezTo>
                <a:cubicBezTo>
                  <a:pt x="103" y="169"/>
                  <a:pt x="103" y="168"/>
                  <a:pt x="104" y="167"/>
                </a:cubicBezTo>
                <a:cubicBezTo>
                  <a:pt x="105" y="169"/>
                  <a:pt x="104" y="170"/>
                  <a:pt x="105" y="171"/>
                </a:cubicBezTo>
                <a:cubicBezTo>
                  <a:pt x="105" y="172"/>
                  <a:pt x="107" y="173"/>
                  <a:pt x="108" y="173"/>
                </a:cubicBezTo>
                <a:cubicBezTo>
                  <a:pt x="109" y="174"/>
                  <a:pt x="110" y="174"/>
                  <a:pt x="110" y="175"/>
                </a:cubicBezTo>
                <a:cubicBezTo>
                  <a:pt x="111" y="176"/>
                  <a:pt x="110" y="178"/>
                  <a:pt x="111" y="180"/>
                </a:cubicBezTo>
                <a:cubicBezTo>
                  <a:pt x="112" y="180"/>
                  <a:pt x="112" y="179"/>
                  <a:pt x="113" y="179"/>
                </a:cubicBezTo>
                <a:cubicBezTo>
                  <a:pt x="114" y="179"/>
                  <a:pt x="115" y="180"/>
                  <a:pt x="116" y="179"/>
                </a:cubicBezTo>
                <a:cubicBezTo>
                  <a:pt x="116" y="179"/>
                  <a:pt x="116" y="178"/>
                  <a:pt x="117" y="178"/>
                </a:cubicBezTo>
                <a:cubicBezTo>
                  <a:pt x="118" y="177"/>
                  <a:pt x="119" y="176"/>
                  <a:pt x="120" y="175"/>
                </a:cubicBezTo>
                <a:cubicBezTo>
                  <a:pt x="122" y="174"/>
                  <a:pt x="122" y="173"/>
                  <a:pt x="124" y="174"/>
                </a:cubicBezTo>
                <a:cubicBezTo>
                  <a:pt x="125" y="174"/>
                  <a:pt x="126" y="174"/>
                  <a:pt x="127" y="174"/>
                </a:cubicBezTo>
                <a:cubicBezTo>
                  <a:pt x="128" y="174"/>
                  <a:pt x="129" y="174"/>
                  <a:pt x="130" y="175"/>
                </a:cubicBezTo>
                <a:cubicBezTo>
                  <a:pt x="131" y="175"/>
                  <a:pt x="132" y="177"/>
                  <a:pt x="134" y="176"/>
                </a:cubicBezTo>
                <a:cubicBezTo>
                  <a:pt x="135" y="175"/>
                  <a:pt x="135" y="174"/>
                  <a:pt x="137" y="173"/>
                </a:cubicBezTo>
                <a:cubicBezTo>
                  <a:pt x="138" y="172"/>
                  <a:pt x="141" y="173"/>
                  <a:pt x="142" y="173"/>
                </a:cubicBezTo>
                <a:cubicBezTo>
                  <a:pt x="144" y="173"/>
                  <a:pt x="145" y="173"/>
                  <a:pt x="146" y="173"/>
                </a:cubicBezTo>
                <a:cubicBezTo>
                  <a:pt x="147" y="174"/>
                  <a:pt x="147" y="175"/>
                  <a:pt x="148" y="175"/>
                </a:cubicBezTo>
                <a:cubicBezTo>
                  <a:pt x="150" y="176"/>
                  <a:pt x="150" y="174"/>
                  <a:pt x="151" y="175"/>
                </a:cubicBezTo>
                <a:cubicBezTo>
                  <a:pt x="153" y="175"/>
                  <a:pt x="154" y="178"/>
                  <a:pt x="155" y="179"/>
                </a:cubicBezTo>
                <a:cubicBezTo>
                  <a:pt x="157" y="181"/>
                  <a:pt x="160" y="182"/>
                  <a:pt x="162" y="183"/>
                </a:cubicBezTo>
                <a:cubicBezTo>
                  <a:pt x="163" y="183"/>
                  <a:pt x="165" y="183"/>
                  <a:pt x="166" y="184"/>
                </a:cubicBezTo>
                <a:cubicBezTo>
                  <a:pt x="167" y="184"/>
                  <a:pt x="168" y="186"/>
                  <a:pt x="169" y="186"/>
                </a:cubicBezTo>
                <a:cubicBezTo>
                  <a:pt x="170" y="186"/>
                  <a:pt x="171" y="185"/>
                  <a:pt x="170" y="183"/>
                </a:cubicBezTo>
                <a:cubicBezTo>
                  <a:pt x="169" y="181"/>
                  <a:pt x="167" y="181"/>
                  <a:pt x="167" y="179"/>
                </a:cubicBezTo>
                <a:cubicBezTo>
                  <a:pt x="167" y="176"/>
                  <a:pt x="168" y="175"/>
                  <a:pt x="167" y="172"/>
                </a:cubicBezTo>
                <a:cubicBezTo>
                  <a:pt x="166" y="170"/>
                  <a:pt x="166" y="169"/>
                  <a:pt x="167" y="167"/>
                </a:cubicBezTo>
                <a:cubicBezTo>
                  <a:pt x="169" y="164"/>
                  <a:pt x="171" y="162"/>
                  <a:pt x="173" y="160"/>
                </a:cubicBezTo>
                <a:cubicBezTo>
                  <a:pt x="175" y="157"/>
                  <a:pt x="176" y="155"/>
                  <a:pt x="178" y="153"/>
                </a:cubicBezTo>
                <a:cubicBezTo>
                  <a:pt x="181" y="151"/>
                  <a:pt x="183" y="149"/>
                  <a:pt x="185" y="147"/>
                </a:cubicBezTo>
                <a:cubicBezTo>
                  <a:pt x="186" y="146"/>
                  <a:pt x="187" y="145"/>
                  <a:pt x="188" y="144"/>
                </a:cubicBezTo>
                <a:cubicBezTo>
                  <a:pt x="190" y="144"/>
                  <a:pt x="192" y="144"/>
                  <a:pt x="193" y="143"/>
                </a:cubicBezTo>
                <a:cubicBezTo>
                  <a:pt x="193" y="139"/>
                  <a:pt x="195" y="137"/>
                  <a:pt x="194" y="133"/>
                </a:cubicBezTo>
                <a:cubicBezTo>
                  <a:pt x="192" y="132"/>
                  <a:pt x="193" y="130"/>
                  <a:pt x="195" y="130"/>
                </a:cubicBezTo>
                <a:cubicBezTo>
                  <a:pt x="195" y="128"/>
                  <a:pt x="194" y="128"/>
                  <a:pt x="193" y="127"/>
                </a:cubicBezTo>
                <a:cubicBezTo>
                  <a:pt x="192" y="126"/>
                  <a:pt x="191" y="124"/>
                  <a:pt x="191" y="123"/>
                </a:cubicBezTo>
                <a:cubicBezTo>
                  <a:pt x="190" y="121"/>
                  <a:pt x="188" y="118"/>
                  <a:pt x="187" y="116"/>
                </a:cubicBezTo>
                <a:cubicBezTo>
                  <a:pt x="185" y="115"/>
                  <a:pt x="186" y="114"/>
                  <a:pt x="187" y="113"/>
                </a:cubicBezTo>
                <a:cubicBezTo>
                  <a:pt x="187" y="110"/>
                  <a:pt x="185" y="109"/>
                  <a:pt x="185" y="106"/>
                </a:cubicBezTo>
                <a:cubicBezTo>
                  <a:pt x="183" y="102"/>
                  <a:pt x="188" y="97"/>
                  <a:pt x="186" y="92"/>
                </a:cubicBezTo>
                <a:cubicBezTo>
                  <a:pt x="185" y="89"/>
                  <a:pt x="180" y="88"/>
                  <a:pt x="178" y="85"/>
                </a:cubicBezTo>
                <a:cubicBezTo>
                  <a:pt x="175" y="81"/>
                  <a:pt x="182" y="78"/>
                  <a:pt x="185" y="76"/>
                </a:cubicBezTo>
                <a:cubicBezTo>
                  <a:pt x="187" y="74"/>
                  <a:pt x="191" y="74"/>
                  <a:pt x="192" y="71"/>
                </a:cubicBezTo>
                <a:cubicBezTo>
                  <a:pt x="193" y="67"/>
                  <a:pt x="191" y="63"/>
                  <a:pt x="191" y="59"/>
                </a:cubicBezTo>
                <a:cubicBezTo>
                  <a:pt x="190" y="57"/>
                  <a:pt x="190" y="54"/>
                  <a:pt x="190" y="52"/>
                </a:cubicBezTo>
                <a:cubicBezTo>
                  <a:pt x="189" y="50"/>
                  <a:pt x="188" y="47"/>
                  <a:pt x="186" y="45"/>
                </a:cubicBezTo>
                <a:cubicBezTo>
                  <a:pt x="185" y="41"/>
                  <a:pt x="183" y="36"/>
                  <a:pt x="183" y="31"/>
                </a:cubicBezTo>
                <a:cubicBezTo>
                  <a:pt x="183" y="26"/>
                  <a:pt x="183" y="23"/>
                  <a:pt x="178" y="20"/>
                </a:cubicBezTo>
                <a:cubicBezTo>
                  <a:pt x="177" y="19"/>
                  <a:pt x="176" y="20"/>
                  <a:pt x="175" y="19"/>
                </a:cubicBezTo>
                <a:cubicBezTo>
                  <a:pt x="174" y="18"/>
                  <a:pt x="174" y="17"/>
                  <a:pt x="173" y="17"/>
                </a:cubicBezTo>
                <a:cubicBezTo>
                  <a:pt x="171" y="16"/>
                  <a:pt x="170" y="17"/>
                  <a:pt x="168" y="16"/>
                </a:cubicBezTo>
                <a:cubicBezTo>
                  <a:pt x="164" y="17"/>
                  <a:pt x="159" y="16"/>
                  <a:pt x="155" y="16"/>
                </a:cubicBezTo>
                <a:cubicBezTo>
                  <a:pt x="149" y="16"/>
                  <a:pt x="144" y="16"/>
                  <a:pt x="139" y="16"/>
                </a:cubicBezTo>
                <a:cubicBezTo>
                  <a:pt x="134" y="16"/>
                  <a:pt x="129" y="14"/>
                  <a:pt x="124" y="14"/>
                </a:cubicBezTo>
                <a:cubicBezTo>
                  <a:pt x="119" y="14"/>
                  <a:pt x="113" y="14"/>
                  <a:pt x="108" y="13"/>
                </a:cubicBezTo>
                <a:cubicBezTo>
                  <a:pt x="104" y="16"/>
                  <a:pt x="100" y="16"/>
                  <a:pt x="96" y="16"/>
                </a:cubicBezTo>
                <a:cubicBezTo>
                  <a:pt x="93" y="17"/>
                  <a:pt x="92" y="16"/>
                  <a:pt x="90" y="15"/>
                </a:cubicBezTo>
                <a:cubicBezTo>
                  <a:pt x="87" y="14"/>
                  <a:pt x="87" y="14"/>
                  <a:pt x="87" y="11"/>
                </a:cubicBezTo>
                <a:cubicBezTo>
                  <a:pt x="86" y="10"/>
                  <a:pt x="83" y="3"/>
                  <a:pt x="84" y="2"/>
                </a:cubicBezTo>
                <a:cubicBezTo>
                  <a:pt x="86" y="2"/>
                  <a:pt x="88" y="4"/>
                  <a:pt x="89" y="5"/>
                </a:cubicBezTo>
                <a:cubicBezTo>
                  <a:pt x="90" y="6"/>
                  <a:pt x="91" y="8"/>
                  <a:pt x="92" y="8"/>
                </a:cubicBezTo>
                <a:cubicBezTo>
                  <a:pt x="92" y="6"/>
                  <a:pt x="89" y="4"/>
                  <a:pt x="88" y="2"/>
                </a:cubicBezTo>
                <a:cubicBezTo>
                  <a:pt x="85" y="0"/>
                  <a:pt x="83" y="0"/>
                  <a:pt x="80" y="0"/>
                </a:cubicBezTo>
                <a:cubicBezTo>
                  <a:pt x="74" y="0"/>
                  <a:pt x="69" y="2"/>
                  <a:pt x="63" y="4"/>
                </a:cubicBezTo>
                <a:cubicBezTo>
                  <a:pt x="61" y="5"/>
                  <a:pt x="58" y="7"/>
                  <a:pt x="55" y="8"/>
                </a:cubicBezTo>
                <a:cubicBezTo>
                  <a:pt x="53" y="9"/>
                  <a:pt x="49" y="9"/>
                  <a:pt x="47" y="11"/>
                </a:cubicBezTo>
                <a:cubicBezTo>
                  <a:pt x="44" y="13"/>
                  <a:pt x="43" y="19"/>
                  <a:pt x="39" y="20"/>
                </a:cubicBezTo>
                <a:cubicBezTo>
                  <a:pt x="36" y="20"/>
                  <a:pt x="33" y="20"/>
                  <a:pt x="31" y="22"/>
                </a:cubicBezTo>
                <a:cubicBezTo>
                  <a:pt x="28" y="23"/>
                  <a:pt x="25" y="24"/>
                  <a:pt x="22" y="25"/>
                </a:cubicBezTo>
                <a:cubicBezTo>
                  <a:pt x="19" y="25"/>
                  <a:pt x="17" y="26"/>
                  <a:pt x="14" y="28"/>
                </a:cubicBezTo>
                <a:cubicBezTo>
                  <a:pt x="12" y="29"/>
                  <a:pt x="8" y="29"/>
                  <a:pt x="7" y="30"/>
                </a:cubicBezTo>
                <a:cubicBezTo>
                  <a:pt x="5" y="33"/>
                  <a:pt x="9" y="33"/>
                  <a:pt x="10" y="34"/>
                </a:cubicBezTo>
                <a:cubicBezTo>
                  <a:pt x="11" y="36"/>
                  <a:pt x="9" y="37"/>
                  <a:pt x="9" y="39"/>
                </a:cubicBezTo>
                <a:cubicBezTo>
                  <a:pt x="9" y="40"/>
                  <a:pt x="11" y="41"/>
                  <a:pt x="10" y="41"/>
                </a:cubicBezTo>
                <a:cubicBezTo>
                  <a:pt x="9" y="41"/>
                  <a:pt x="8" y="40"/>
                  <a:pt x="8" y="39"/>
                </a:cubicBezTo>
                <a:cubicBezTo>
                  <a:pt x="7" y="39"/>
                  <a:pt x="3" y="37"/>
                  <a:pt x="2" y="37"/>
                </a:cubicBezTo>
                <a:cubicBezTo>
                  <a:pt x="3" y="40"/>
                  <a:pt x="3" y="43"/>
                  <a:pt x="5" y="46"/>
                </a:cubicBezTo>
                <a:cubicBezTo>
                  <a:pt x="6" y="48"/>
                  <a:pt x="6" y="51"/>
                  <a:pt x="6" y="54"/>
                </a:cubicBezTo>
                <a:cubicBezTo>
                  <a:pt x="6" y="56"/>
                  <a:pt x="5" y="59"/>
                  <a:pt x="4" y="61"/>
                </a:cubicBezTo>
                <a:cubicBezTo>
                  <a:pt x="2" y="63"/>
                  <a:pt x="0" y="64"/>
                  <a:pt x="0" y="67"/>
                </a:cubicBezTo>
                <a:cubicBezTo>
                  <a:pt x="3" y="69"/>
                  <a:pt x="7" y="71"/>
                  <a:pt x="9" y="74"/>
                </a:cubicBezTo>
                <a:cubicBezTo>
                  <a:pt x="11" y="77"/>
                  <a:pt x="8" y="79"/>
                  <a:pt x="9" y="82"/>
                </a:cubicBezTo>
                <a:cubicBezTo>
                  <a:pt x="9" y="84"/>
                  <a:pt x="10" y="84"/>
                  <a:pt x="11" y="86"/>
                </a:cubicBezTo>
                <a:cubicBezTo>
                  <a:pt x="11" y="87"/>
                  <a:pt x="11" y="88"/>
                  <a:pt x="11" y="90"/>
                </a:cubicBezTo>
                <a:cubicBezTo>
                  <a:pt x="12" y="91"/>
                  <a:pt x="13" y="92"/>
                  <a:pt x="12" y="93"/>
                </a:cubicBezTo>
                <a:cubicBezTo>
                  <a:pt x="12" y="94"/>
                  <a:pt x="11" y="95"/>
                  <a:pt x="11" y="95"/>
                </a:cubicBezTo>
                <a:cubicBezTo>
                  <a:pt x="11" y="96"/>
                  <a:pt x="11" y="97"/>
                  <a:pt x="11" y="98"/>
                </a:cubicBezTo>
                <a:cubicBezTo>
                  <a:pt x="8" y="98"/>
                  <a:pt x="10" y="102"/>
                  <a:pt x="11" y="104"/>
                </a:cubicBezTo>
                <a:cubicBezTo>
                  <a:pt x="12" y="106"/>
                  <a:pt x="12" y="108"/>
                  <a:pt x="14" y="110"/>
                </a:cubicBezTo>
                <a:cubicBezTo>
                  <a:pt x="16" y="112"/>
                  <a:pt x="18" y="115"/>
                  <a:pt x="17" y="118"/>
                </a:cubicBezTo>
                <a:cubicBezTo>
                  <a:pt x="17" y="120"/>
                  <a:pt x="16" y="122"/>
                  <a:pt x="16" y="123"/>
                </a:cubicBezTo>
                <a:cubicBezTo>
                  <a:pt x="16" y="125"/>
                  <a:pt x="15" y="127"/>
                  <a:pt x="14" y="129"/>
                </a:cubicBezTo>
                <a:cubicBezTo>
                  <a:pt x="15" y="129"/>
                  <a:pt x="16" y="129"/>
                  <a:pt x="17" y="127"/>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41" name="Freeform 571"/>
          <p:cNvSpPr>
            <a:spLocks/>
          </p:cNvSpPr>
          <p:nvPr/>
        </p:nvSpPr>
        <p:spPr bwMode="auto">
          <a:xfrm>
            <a:off x="10353675" y="4713763"/>
            <a:ext cx="263525" cy="339725"/>
          </a:xfrm>
          <a:custGeom>
            <a:avLst/>
            <a:gdLst>
              <a:gd name="T0" fmla="*/ 35 w 67"/>
              <a:gd name="T1" fmla="*/ 82 h 86"/>
              <a:gd name="T2" fmla="*/ 40 w 67"/>
              <a:gd name="T3" fmla="*/ 73 h 86"/>
              <a:gd name="T4" fmla="*/ 44 w 67"/>
              <a:gd name="T5" fmla="*/ 71 h 86"/>
              <a:gd name="T6" fmla="*/ 44 w 67"/>
              <a:gd name="T7" fmla="*/ 65 h 86"/>
              <a:gd name="T8" fmla="*/ 48 w 67"/>
              <a:gd name="T9" fmla="*/ 57 h 86"/>
              <a:gd name="T10" fmla="*/ 51 w 67"/>
              <a:gd name="T11" fmla="*/ 59 h 86"/>
              <a:gd name="T12" fmla="*/ 57 w 67"/>
              <a:gd name="T13" fmla="*/ 61 h 86"/>
              <a:gd name="T14" fmla="*/ 61 w 67"/>
              <a:gd name="T15" fmla="*/ 61 h 86"/>
              <a:gd name="T16" fmla="*/ 63 w 67"/>
              <a:gd name="T17" fmla="*/ 57 h 86"/>
              <a:gd name="T18" fmla="*/ 60 w 67"/>
              <a:gd name="T19" fmla="*/ 47 h 86"/>
              <a:gd name="T20" fmla="*/ 56 w 67"/>
              <a:gd name="T21" fmla="*/ 42 h 86"/>
              <a:gd name="T22" fmla="*/ 55 w 67"/>
              <a:gd name="T23" fmla="*/ 39 h 86"/>
              <a:gd name="T24" fmla="*/ 54 w 67"/>
              <a:gd name="T25" fmla="*/ 34 h 86"/>
              <a:gd name="T26" fmla="*/ 49 w 67"/>
              <a:gd name="T27" fmla="*/ 30 h 86"/>
              <a:gd name="T28" fmla="*/ 49 w 67"/>
              <a:gd name="T29" fmla="*/ 23 h 86"/>
              <a:gd name="T30" fmla="*/ 49 w 67"/>
              <a:gd name="T31" fmla="*/ 20 h 86"/>
              <a:gd name="T32" fmla="*/ 46 w 67"/>
              <a:gd name="T33" fmla="*/ 16 h 86"/>
              <a:gd name="T34" fmla="*/ 41 w 67"/>
              <a:gd name="T35" fmla="*/ 11 h 86"/>
              <a:gd name="T36" fmla="*/ 35 w 67"/>
              <a:gd name="T37" fmla="*/ 11 h 86"/>
              <a:gd name="T38" fmla="*/ 32 w 67"/>
              <a:gd name="T39" fmla="*/ 10 h 86"/>
              <a:gd name="T40" fmla="*/ 29 w 67"/>
              <a:gd name="T41" fmla="*/ 7 h 86"/>
              <a:gd name="T42" fmla="*/ 28 w 67"/>
              <a:gd name="T43" fmla="*/ 7 h 86"/>
              <a:gd name="T44" fmla="*/ 24 w 67"/>
              <a:gd name="T45" fmla="*/ 4 h 86"/>
              <a:gd name="T46" fmla="*/ 19 w 67"/>
              <a:gd name="T47" fmla="*/ 1 h 86"/>
              <a:gd name="T48" fmla="*/ 14 w 67"/>
              <a:gd name="T49" fmla="*/ 1 h 86"/>
              <a:gd name="T50" fmla="*/ 11 w 67"/>
              <a:gd name="T51" fmla="*/ 3 h 86"/>
              <a:gd name="T52" fmla="*/ 6 w 67"/>
              <a:gd name="T53" fmla="*/ 3 h 86"/>
              <a:gd name="T54" fmla="*/ 0 w 67"/>
              <a:gd name="T55" fmla="*/ 6 h 86"/>
              <a:gd name="T56" fmla="*/ 10 w 67"/>
              <a:gd name="T57" fmla="*/ 20 h 86"/>
              <a:gd name="T58" fmla="*/ 16 w 67"/>
              <a:gd name="T59" fmla="*/ 29 h 86"/>
              <a:gd name="T60" fmla="*/ 22 w 67"/>
              <a:gd name="T61" fmla="*/ 38 h 86"/>
              <a:gd name="T62" fmla="*/ 30 w 67"/>
              <a:gd name="T63" fmla="*/ 55 h 86"/>
              <a:gd name="T64" fmla="*/ 28 w 67"/>
              <a:gd name="T65" fmla="*/ 65 h 86"/>
              <a:gd name="T66" fmla="*/ 28 w 67"/>
              <a:gd name="T67" fmla="*/ 81 h 86"/>
              <a:gd name="T68" fmla="*/ 35 w 67"/>
              <a:gd name="T69"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 h="86">
                <a:moveTo>
                  <a:pt x="35" y="85"/>
                </a:moveTo>
                <a:cubicBezTo>
                  <a:pt x="36" y="83"/>
                  <a:pt x="36" y="83"/>
                  <a:pt x="35" y="82"/>
                </a:cubicBezTo>
                <a:cubicBezTo>
                  <a:pt x="36" y="81"/>
                  <a:pt x="37" y="79"/>
                  <a:pt x="39" y="77"/>
                </a:cubicBezTo>
                <a:cubicBezTo>
                  <a:pt x="40" y="76"/>
                  <a:pt x="39" y="74"/>
                  <a:pt x="40" y="73"/>
                </a:cubicBezTo>
                <a:cubicBezTo>
                  <a:pt x="41" y="72"/>
                  <a:pt x="42" y="73"/>
                  <a:pt x="43" y="72"/>
                </a:cubicBezTo>
                <a:cubicBezTo>
                  <a:pt x="44" y="72"/>
                  <a:pt x="43" y="72"/>
                  <a:pt x="44" y="71"/>
                </a:cubicBezTo>
                <a:cubicBezTo>
                  <a:pt x="44" y="70"/>
                  <a:pt x="45" y="68"/>
                  <a:pt x="45" y="67"/>
                </a:cubicBezTo>
                <a:cubicBezTo>
                  <a:pt x="45" y="66"/>
                  <a:pt x="44" y="66"/>
                  <a:pt x="44" y="65"/>
                </a:cubicBezTo>
                <a:cubicBezTo>
                  <a:pt x="43" y="64"/>
                  <a:pt x="43" y="61"/>
                  <a:pt x="43" y="60"/>
                </a:cubicBezTo>
                <a:cubicBezTo>
                  <a:pt x="44" y="59"/>
                  <a:pt x="47" y="57"/>
                  <a:pt x="48" y="57"/>
                </a:cubicBezTo>
                <a:cubicBezTo>
                  <a:pt x="50" y="57"/>
                  <a:pt x="48" y="60"/>
                  <a:pt x="49" y="61"/>
                </a:cubicBezTo>
                <a:cubicBezTo>
                  <a:pt x="50" y="62"/>
                  <a:pt x="51" y="60"/>
                  <a:pt x="51" y="59"/>
                </a:cubicBezTo>
                <a:cubicBezTo>
                  <a:pt x="51" y="61"/>
                  <a:pt x="54" y="59"/>
                  <a:pt x="54" y="58"/>
                </a:cubicBezTo>
                <a:cubicBezTo>
                  <a:pt x="54" y="59"/>
                  <a:pt x="56" y="61"/>
                  <a:pt x="57" y="61"/>
                </a:cubicBezTo>
                <a:cubicBezTo>
                  <a:pt x="58" y="61"/>
                  <a:pt x="59" y="59"/>
                  <a:pt x="59" y="58"/>
                </a:cubicBezTo>
                <a:cubicBezTo>
                  <a:pt x="59" y="59"/>
                  <a:pt x="61" y="61"/>
                  <a:pt x="61" y="61"/>
                </a:cubicBezTo>
                <a:cubicBezTo>
                  <a:pt x="62" y="62"/>
                  <a:pt x="66" y="61"/>
                  <a:pt x="67" y="60"/>
                </a:cubicBezTo>
                <a:cubicBezTo>
                  <a:pt x="66" y="59"/>
                  <a:pt x="64" y="58"/>
                  <a:pt x="63" y="57"/>
                </a:cubicBezTo>
                <a:cubicBezTo>
                  <a:pt x="63" y="54"/>
                  <a:pt x="64" y="50"/>
                  <a:pt x="62" y="48"/>
                </a:cubicBezTo>
                <a:cubicBezTo>
                  <a:pt x="61" y="47"/>
                  <a:pt x="60" y="47"/>
                  <a:pt x="60" y="47"/>
                </a:cubicBezTo>
                <a:cubicBezTo>
                  <a:pt x="59" y="46"/>
                  <a:pt x="57" y="45"/>
                  <a:pt x="56" y="45"/>
                </a:cubicBezTo>
                <a:cubicBezTo>
                  <a:pt x="57" y="44"/>
                  <a:pt x="57" y="43"/>
                  <a:pt x="56" y="42"/>
                </a:cubicBezTo>
                <a:cubicBezTo>
                  <a:pt x="56" y="42"/>
                  <a:pt x="55" y="42"/>
                  <a:pt x="55" y="41"/>
                </a:cubicBezTo>
                <a:cubicBezTo>
                  <a:pt x="54" y="40"/>
                  <a:pt x="55" y="40"/>
                  <a:pt x="55" y="39"/>
                </a:cubicBezTo>
                <a:cubicBezTo>
                  <a:pt x="55" y="38"/>
                  <a:pt x="56" y="35"/>
                  <a:pt x="56" y="35"/>
                </a:cubicBezTo>
                <a:cubicBezTo>
                  <a:pt x="55" y="33"/>
                  <a:pt x="55" y="34"/>
                  <a:pt x="54" y="34"/>
                </a:cubicBezTo>
                <a:cubicBezTo>
                  <a:pt x="52" y="34"/>
                  <a:pt x="52" y="34"/>
                  <a:pt x="51" y="33"/>
                </a:cubicBezTo>
                <a:cubicBezTo>
                  <a:pt x="50" y="31"/>
                  <a:pt x="50" y="31"/>
                  <a:pt x="49" y="30"/>
                </a:cubicBezTo>
                <a:cubicBezTo>
                  <a:pt x="48" y="30"/>
                  <a:pt x="48" y="30"/>
                  <a:pt x="47" y="29"/>
                </a:cubicBezTo>
                <a:cubicBezTo>
                  <a:pt x="47" y="27"/>
                  <a:pt x="49" y="25"/>
                  <a:pt x="49" y="23"/>
                </a:cubicBezTo>
                <a:cubicBezTo>
                  <a:pt x="49" y="23"/>
                  <a:pt x="49" y="21"/>
                  <a:pt x="49" y="21"/>
                </a:cubicBezTo>
                <a:cubicBezTo>
                  <a:pt x="49" y="21"/>
                  <a:pt x="49" y="20"/>
                  <a:pt x="49" y="20"/>
                </a:cubicBezTo>
                <a:cubicBezTo>
                  <a:pt x="49" y="19"/>
                  <a:pt x="49" y="16"/>
                  <a:pt x="48" y="15"/>
                </a:cubicBezTo>
                <a:cubicBezTo>
                  <a:pt x="46" y="15"/>
                  <a:pt x="46" y="16"/>
                  <a:pt x="46" y="16"/>
                </a:cubicBezTo>
                <a:cubicBezTo>
                  <a:pt x="44" y="16"/>
                  <a:pt x="43" y="15"/>
                  <a:pt x="42" y="15"/>
                </a:cubicBezTo>
                <a:cubicBezTo>
                  <a:pt x="42" y="13"/>
                  <a:pt x="41" y="12"/>
                  <a:pt x="41" y="11"/>
                </a:cubicBezTo>
                <a:cubicBezTo>
                  <a:pt x="40" y="11"/>
                  <a:pt x="38" y="10"/>
                  <a:pt x="37" y="10"/>
                </a:cubicBezTo>
                <a:cubicBezTo>
                  <a:pt x="36" y="10"/>
                  <a:pt x="36" y="10"/>
                  <a:pt x="35" y="11"/>
                </a:cubicBezTo>
                <a:cubicBezTo>
                  <a:pt x="35" y="11"/>
                  <a:pt x="35" y="12"/>
                  <a:pt x="34" y="12"/>
                </a:cubicBezTo>
                <a:cubicBezTo>
                  <a:pt x="34" y="11"/>
                  <a:pt x="33" y="9"/>
                  <a:pt x="32" y="10"/>
                </a:cubicBezTo>
                <a:cubicBezTo>
                  <a:pt x="32" y="9"/>
                  <a:pt x="32" y="8"/>
                  <a:pt x="32" y="7"/>
                </a:cubicBezTo>
                <a:cubicBezTo>
                  <a:pt x="31" y="7"/>
                  <a:pt x="30" y="8"/>
                  <a:pt x="29" y="7"/>
                </a:cubicBezTo>
                <a:cubicBezTo>
                  <a:pt x="29" y="7"/>
                  <a:pt x="29" y="7"/>
                  <a:pt x="29" y="6"/>
                </a:cubicBezTo>
                <a:cubicBezTo>
                  <a:pt x="28" y="6"/>
                  <a:pt x="28" y="6"/>
                  <a:pt x="28" y="7"/>
                </a:cubicBezTo>
                <a:cubicBezTo>
                  <a:pt x="27" y="6"/>
                  <a:pt x="27" y="6"/>
                  <a:pt x="27" y="5"/>
                </a:cubicBezTo>
                <a:cubicBezTo>
                  <a:pt x="26" y="4"/>
                  <a:pt x="25" y="5"/>
                  <a:pt x="24" y="4"/>
                </a:cubicBezTo>
                <a:cubicBezTo>
                  <a:pt x="23" y="4"/>
                  <a:pt x="23" y="2"/>
                  <a:pt x="21" y="1"/>
                </a:cubicBezTo>
                <a:cubicBezTo>
                  <a:pt x="20" y="1"/>
                  <a:pt x="20" y="1"/>
                  <a:pt x="19" y="1"/>
                </a:cubicBezTo>
                <a:cubicBezTo>
                  <a:pt x="19" y="1"/>
                  <a:pt x="17" y="0"/>
                  <a:pt x="17" y="0"/>
                </a:cubicBezTo>
                <a:cubicBezTo>
                  <a:pt x="16" y="0"/>
                  <a:pt x="16" y="1"/>
                  <a:pt x="14" y="1"/>
                </a:cubicBezTo>
                <a:cubicBezTo>
                  <a:pt x="14" y="2"/>
                  <a:pt x="13" y="1"/>
                  <a:pt x="13" y="1"/>
                </a:cubicBezTo>
                <a:cubicBezTo>
                  <a:pt x="12" y="2"/>
                  <a:pt x="11" y="3"/>
                  <a:pt x="11" y="3"/>
                </a:cubicBezTo>
                <a:cubicBezTo>
                  <a:pt x="9" y="3"/>
                  <a:pt x="8" y="2"/>
                  <a:pt x="7" y="2"/>
                </a:cubicBezTo>
                <a:cubicBezTo>
                  <a:pt x="6" y="3"/>
                  <a:pt x="6" y="3"/>
                  <a:pt x="6" y="3"/>
                </a:cubicBezTo>
                <a:cubicBezTo>
                  <a:pt x="4" y="4"/>
                  <a:pt x="5" y="3"/>
                  <a:pt x="4" y="3"/>
                </a:cubicBezTo>
                <a:cubicBezTo>
                  <a:pt x="2" y="3"/>
                  <a:pt x="1" y="3"/>
                  <a:pt x="0" y="6"/>
                </a:cubicBezTo>
                <a:cubicBezTo>
                  <a:pt x="4" y="7"/>
                  <a:pt x="7" y="11"/>
                  <a:pt x="8" y="14"/>
                </a:cubicBezTo>
                <a:cubicBezTo>
                  <a:pt x="9" y="16"/>
                  <a:pt x="10" y="19"/>
                  <a:pt x="10" y="20"/>
                </a:cubicBezTo>
                <a:cubicBezTo>
                  <a:pt x="11" y="22"/>
                  <a:pt x="12" y="24"/>
                  <a:pt x="13" y="25"/>
                </a:cubicBezTo>
                <a:cubicBezTo>
                  <a:pt x="14" y="27"/>
                  <a:pt x="15" y="28"/>
                  <a:pt x="16" y="29"/>
                </a:cubicBezTo>
                <a:cubicBezTo>
                  <a:pt x="17" y="30"/>
                  <a:pt x="17" y="32"/>
                  <a:pt x="18" y="33"/>
                </a:cubicBezTo>
                <a:cubicBezTo>
                  <a:pt x="19" y="35"/>
                  <a:pt x="21" y="36"/>
                  <a:pt x="22" y="38"/>
                </a:cubicBezTo>
                <a:cubicBezTo>
                  <a:pt x="23" y="40"/>
                  <a:pt x="24" y="41"/>
                  <a:pt x="26" y="43"/>
                </a:cubicBezTo>
                <a:cubicBezTo>
                  <a:pt x="28" y="46"/>
                  <a:pt x="30" y="51"/>
                  <a:pt x="30" y="55"/>
                </a:cubicBezTo>
                <a:cubicBezTo>
                  <a:pt x="30" y="57"/>
                  <a:pt x="30" y="59"/>
                  <a:pt x="30" y="61"/>
                </a:cubicBezTo>
                <a:cubicBezTo>
                  <a:pt x="29" y="62"/>
                  <a:pt x="28" y="64"/>
                  <a:pt x="28" y="65"/>
                </a:cubicBezTo>
                <a:cubicBezTo>
                  <a:pt x="27" y="69"/>
                  <a:pt x="27" y="72"/>
                  <a:pt x="28" y="76"/>
                </a:cubicBezTo>
                <a:cubicBezTo>
                  <a:pt x="28" y="78"/>
                  <a:pt x="29" y="79"/>
                  <a:pt x="28" y="81"/>
                </a:cubicBezTo>
                <a:cubicBezTo>
                  <a:pt x="27" y="84"/>
                  <a:pt x="27" y="84"/>
                  <a:pt x="29" y="86"/>
                </a:cubicBezTo>
                <a:cubicBezTo>
                  <a:pt x="31" y="85"/>
                  <a:pt x="33" y="85"/>
                  <a:pt x="35" y="85"/>
                </a:cubicBezTo>
                <a:cubicBezTo>
                  <a:pt x="35" y="85"/>
                  <a:pt x="33" y="85"/>
                  <a:pt x="35" y="85"/>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42" name="Freeform 572"/>
          <p:cNvSpPr>
            <a:spLocks/>
          </p:cNvSpPr>
          <p:nvPr/>
        </p:nvSpPr>
        <p:spPr bwMode="auto">
          <a:xfrm>
            <a:off x="9269413" y="6291738"/>
            <a:ext cx="26988" cy="15875"/>
          </a:xfrm>
          <a:custGeom>
            <a:avLst/>
            <a:gdLst>
              <a:gd name="T0" fmla="*/ 1 w 7"/>
              <a:gd name="T1" fmla="*/ 2 h 4"/>
              <a:gd name="T2" fmla="*/ 1 w 7"/>
              <a:gd name="T3" fmla="*/ 1 h 4"/>
              <a:gd name="T4" fmla="*/ 1 w 7"/>
              <a:gd name="T5" fmla="*/ 1 h 4"/>
              <a:gd name="T6" fmla="*/ 0 w 7"/>
              <a:gd name="T7" fmla="*/ 0 h 4"/>
              <a:gd name="T8" fmla="*/ 1 w 7"/>
              <a:gd name="T9" fmla="*/ 0 h 4"/>
              <a:gd name="T10" fmla="*/ 1 w 7"/>
              <a:gd name="T11" fmla="*/ 0 h 4"/>
              <a:gd name="T12" fmla="*/ 2 w 7"/>
              <a:gd name="T13" fmla="*/ 0 h 4"/>
              <a:gd name="T14" fmla="*/ 2 w 7"/>
              <a:gd name="T15" fmla="*/ 0 h 4"/>
              <a:gd name="T16" fmla="*/ 3 w 7"/>
              <a:gd name="T17" fmla="*/ 0 h 4"/>
              <a:gd name="T18" fmla="*/ 3 w 7"/>
              <a:gd name="T19" fmla="*/ 0 h 4"/>
              <a:gd name="T20" fmla="*/ 4 w 7"/>
              <a:gd name="T21" fmla="*/ 0 h 4"/>
              <a:gd name="T22" fmla="*/ 5 w 7"/>
              <a:gd name="T23" fmla="*/ 1 h 4"/>
              <a:gd name="T24" fmla="*/ 5 w 7"/>
              <a:gd name="T25" fmla="*/ 1 h 4"/>
              <a:gd name="T26" fmla="*/ 5 w 7"/>
              <a:gd name="T27" fmla="*/ 1 h 4"/>
              <a:gd name="T28" fmla="*/ 6 w 7"/>
              <a:gd name="T29" fmla="*/ 1 h 4"/>
              <a:gd name="T30" fmla="*/ 6 w 7"/>
              <a:gd name="T31" fmla="*/ 1 h 4"/>
              <a:gd name="T32" fmla="*/ 6 w 7"/>
              <a:gd name="T33" fmla="*/ 2 h 4"/>
              <a:gd name="T34" fmla="*/ 7 w 7"/>
              <a:gd name="T35" fmla="*/ 2 h 4"/>
              <a:gd name="T36" fmla="*/ 7 w 7"/>
              <a:gd name="T37" fmla="*/ 3 h 4"/>
              <a:gd name="T38" fmla="*/ 6 w 7"/>
              <a:gd name="T39" fmla="*/ 3 h 4"/>
              <a:gd name="T40" fmla="*/ 5 w 7"/>
              <a:gd name="T41" fmla="*/ 3 h 4"/>
              <a:gd name="T42" fmla="*/ 5 w 7"/>
              <a:gd name="T43" fmla="*/ 3 h 4"/>
              <a:gd name="T44" fmla="*/ 5 w 7"/>
              <a:gd name="T45" fmla="*/ 3 h 4"/>
              <a:gd name="T46" fmla="*/ 4 w 7"/>
              <a:gd name="T47" fmla="*/ 3 h 4"/>
              <a:gd name="T48" fmla="*/ 4 w 7"/>
              <a:gd name="T49" fmla="*/ 3 h 4"/>
              <a:gd name="T50" fmla="*/ 3 w 7"/>
              <a:gd name="T51" fmla="*/ 3 h 4"/>
              <a:gd name="T52" fmla="*/ 2 w 7"/>
              <a:gd name="T53" fmla="*/ 3 h 4"/>
              <a:gd name="T54" fmla="*/ 2 w 7"/>
              <a:gd name="T55" fmla="*/ 3 h 4"/>
              <a:gd name="T56" fmla="*/ 2 w 7"/>
              <a:gd name="T57" fmla="*/ 3 h 4"/>
              <a:gd name="T58" fmla="*/ 2 w 7"/>
              <a:gd name="T59" fmla="*/ 3 h 4"/>
              <a:gd name="T60" fmla="*/ 1 w 7"/>
              <a:gd name="T6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4">
                <a:moveTo>
                  <a:pt x="1" y="2"/>
                </a:moveTo>
                <a:cubicBezTo>
                  <a:pt x="0" y="2"/>
                  <a:pt x="1" y="1"/>
                  <a:pt x="1" y="1"/>
                </a:cubicBezTo>
                <a:cubicBezTo>
                  <a:pt x="1" y="1"/>
                  <a:pt x="1" y="1"/>
                  <a:pt x="1" y="1"/>
                </a:cubicBezTo>
                <a:cubicBezTo>
                  <a:pt x="1" y="1"/>
                  <a:pt x="0" y="0"/>
                  <a:pt x="0" y="0"/>
                </a:cubicBezTo>
                <a:cubicBezTo>
                  <a:pt x="0" y="0"/>
                  <a:pt x="1" y="0"/>
                  <a:pt x="1" y="0"/>
                </a:cubicBezTo>
                <a:cubicBezTo>
                  <a:pt x="1" y="0"/>
                  <a:pt x="1" y="0"/>
                  <a:pt x="1" y="0"/>
                </a:cubicBezTo>
                <a:cubicBezTo>
                  <a:pt x="2" y="0"/>
                  <a:pt x="2" y="0"/>
                  <a:pt x="2" y="0"/>
                </a:cubicBezTo>
                <a:cubicBezTo>
                  <a:pt x="2" y="0"/>
                  <a:pt x="2" y="0"/>
                  <a:pt x="2" y="0"/>
                </a:cubicBezTo>
                <a:cubicBezTo>
                  <a:pt x="3" y="0"/>
                  <a:pt x="3" y="0"/>
                  <a:pt x="3" y="0"/>
                </a:cubicBezTo>
                <a:cubicBezTo>
                  <a:pt x="3" y="0"/>
                  <a:pt x="3" y="0"/>
                  <a:pt x="3" y="0"/>
                </a:cubicBezTo>
                <a:cubicBezTo>
                  <a:pt x="4" y="0"/>
                  <a:pt x="4" y="0"/>
                  <a:pt x="4" y="0"/>
                </a:cubicBezTo>
                <a:cubicBezTo>
                  <a:pt x="4" y="0"/>
                  <a:pt x="4" y="1"/>
                  <a:pt x="5" y="1"/>
                </a:cubicBezTo>
                <a:cubicBezTo>
                  <a:pt x="5" y="1"/>
                  <a:pt x="5" y="1"/>
                  <a:pt x="5" y="1"/>
                </a:cubicBezTo>
                <a:cubicBezTo>
                  <a:pt x="5" y="1"/>
                  <a:pt x="5" y="1"/>
                  <a:pt x="5" y="1"/>
                </a:cubicBezTo>
                <a:cubicBezTo>
                  <a:pt x="6" y="1"/>
                  <a:pt x="6" y="1"/>
                  <a:pt x="6" y="1"/>
                </a:cubicBezTo>
                <a:cubicBezTo>
                  <a:pt x="6" y="1"/>
                  <a:pt x="6" y="1"/>
                  <a:pt x="6" y="1"/>
                </a:cubicBezTo>
                <a:cubicBezTo>
                  <a:pt x="6" y="2"/>
                  <a:pt x="6" y="1"/>
                  <a:pt x="6" y="2"/>
                </a:cubicBezTo>
                <a:cubicBezTo>
                  <a:pt x="6" y="2"/>
                  <a:pt x="6" y="2"/>
                  <a:pt x="7" y="2"/>
                </a:cubicBezTo>
                <a:cubicBezTo>
                  <a:pt x="7" y="2"/>
                  <a:pt x="7" y="2"/>
                  <a:pt x="7" y="3"/>
                </a:cubicBezTo>
                <a:cubicBezTo>
                  <a:pt x="7" y="3"/>
                  <a:pt x="6" y="3"/>
                  <a:pt x="6" y="3"/>
                </a:cubicBezTo>
                <a:cubicBezTo>
                  <a:pt x="6" y="3"/>
                  <a:pt x="5" y="3"/>
                  <a:pt x="5" y="3"/>
                </a:cubicBezTo>
                <a:cubicBezTo>
                  <a:pt x="5" y="3"/>
                  <a:pt x="5" y="3"/>
                  <a:pt x="5" y="3"/>
                </a:cubicBezTo>
                <a:cubicBezTo>
                  <a:pt x="5" y="3"/>
                  <a:pt x="5" y="3"/>
                  <a:pt x="5" y="3"/>
                </a:cubicBezTo>
                <a:cubicBezTo>
                  <a:pt x="4" y="3"/>
                  <a:pt x="4" y="3"/>
                  <a:pt x="4" y="3"/>
                </a:cubicBezTo>
                <a:cubicBezTo>
                  <a:pt x="4" y="3"/>
                  <a:pt x="4" y="3"/>
                  <a:pt x="4" y="3"/>
                </a:cubicBezTo>
                <a:cubicBezTo>
                  <a:pt x="4" y="4"/>
                  <a:pt x="3" y="3"/>
                  <a:pt x="3" y="3"/>
                </a:cubicBezTo>
                <a:cubicBezTo>
                  <a:pt x="3" y="3"/>
                  <a:pt x="3" y="3"/>
                  <a:pt x="2" y="3"/>
                </a:cubicBezTo>
                <a:cubicBezTo>
                  <a:pt x="2" y="3"/>
                  <a:pt x="2" y="3"/>
                  <a:pt x="2" y="3"/>
                </a:cubicBezTo>
                <a:cubicBezTo>
                  <a:pt x="2" y="3"/>
                  <a:pt x="2" y="3"/>
                  <a:pt x="2" y="3"/>
                </a:cubicBezTo>
                <a:cubicBezTo>
                  <a:pt x="2" y="3"/>
                  <a:pt x="2" y="3"/>
                  <a:pt x="2" y="3"/>
                </a:cubicBezTo>
                <a:cubicBezTo>
                  <a:pt x="1" y="2"/>
                  <a:pt x="1" y="2"/>
                  <a:pt x="1" y="2"/>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43" name="Freeform 573"/>
          <p:cNvSpPr>
            <a:spLocks/>
          </p:cNvSpPr>
          <p:nvPr/>
        </p:nvSpPr>
        <p:spPr bwMode="auto">
          <a:xfrm>
            <a:off x="9293225" y="6304438"/>
            <a:ext cx="7938" cy="3175"/>
          </a:xfrm>
          <a:custGeom>
            <a:avLst/>
            <a:gdLst>
              <a:gd name="T0" fmla="*/ 1 w 2"/>
              <a:gd name="T1" fmla="*/ 1 h 1"/>
              <a:gd name="T2" fmla="*/ 0 w 2"/>
              <a:gd name="T3" fmla="*/ 0 h 1"/>
              <a:gd name="T4" fmla="*/ 0 w 2"/>
              <a:gd name="T5" fmla="*/ 0 h 1"/>
              <a:gd name="T6" fmla="*/ 1 w 2"/>
              <a:gd name="T7" fmla="*/ 0 h 1"/>
              <a:gd name="T8" fmla="*/ 1 w 2"/>
              <a:gd name="T9" fmla="*/ 0 h 1"/>
              <a:gd name="T10" fmla="*/ 1 w 2"/>
              <a:gd name="T11" fmla="*/ 0 h 1"/>
              <a:gd name="T12" fmla="*/ 1 w 2"/>
              <a:gd name="T13" fmla="*/ 0 h 1"/>
              <a:gd name="T14" fmla="*/ 1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2" y="0"/>
                  <a:pt x="1" y="1"/>
                </a:cubicBezTo>
                <a:cubicBezTo>
                  <a:pt x="1" y="1"/>
                  <a:pt x="1" y="1"/>
                  <a:pt x="1" y="1"/>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6" name="Freeform 574"/>
          <p:cNvSpPr>
            <a:spLocks/>
          </p:cNvSpPr>
          <p:nvPr/>
        </p:nvSpPr>
        <p:spPr bwMode="auto">
          <a:xfrm>
            <a:off x="9293225" y="6307613"/>
            <a:ext cx="42863" cy="42863"/>
          </a:xfrm>
          <a:custGeom>
            <a:avLst/>
            <a:gdLst>
              <a:gd name="T0" fmla="*/ 2 w 11"/>
              <a:gd name="T1" fmla="*/ 1 h 11"/>
              <a:gd name="T2" fmla="*/ 2 w 11"/>
              <a:gd name="T3" fmla="*/ 1 h 11"/>
              <a:gd name="T4" fmla="*/ 2 w 11"/>
              <a:gd name="T5" fmla="*/ 2 h 11"/>
              <a:gd name="T6" fmla="*/ 3 w 11"/>
              <a:gd name="T7" fmla="*/ 2 h 11"/>
              <a:gd name="T8" fmla="*/ 4 w 11"/>
              <a:gd name="T9" fmla="*/ 3 h 11"/>
              <a:gd name="T10" fmla="*/ 4 w 11"/>
              <a:gd name="T11" fmla="*/ 3 h 11"/>
              <a:gd name="T12" fmla="*/ 5 w 11"/>
              <a:gd name="T13" fmla="*/ 3 h 11"/>
              <a:gd name="T14" fmla="*/ 6 w 11"/>
              <a:gd name="T15" fmla="*/ 3 h 11"/>
              <a:gd name="T16" fmla="*/ 6 w 11"/>
              <a:gd name="T17" fmla="*/ 3 h 11"/>
              <a:gd name="T18" fmla="*/ 7 w 11"/>
              <a:gd name="T19" fmla="*/ 4 h 11"/>
              <a:gd name="T20" fmla="*/ 8 w 11"/>
              <a:gd name="T21" fmla="*/ 4 h 11"/>
              <a:gd name="T22" fmla="*/ 8 w 11"/>
              <a:gd name="T23" fmla="*/ 5 h 11"/>
              <a:gd name="T24" fmla="*/ 8 w 11"/>
              <a:gd name="T25" fmla="*/ 5 h 11"/>
              <a:gd name="T26" fmla="*/ 8 w 11"/>
              <a:gd name="T27" fmla="*/ 6 h 11"/>
              <a:gd name="T28" fmla="*/ 8 w 11"/>
              <a:gd name="T29" fmla="*/ 6 h 11"/>
              <a:gd name="T30" fmla="*/ 9 w 11"/>
              <a:gd name="T31" fmla="*/ 6 h 11"/>
              <a:gd name="T32" fmla="*/ 8 w 11"/>
              <a:gd name="T33" fmla="*/ 7 h 11"/>
              <a:gd name="T34" fmla="*/ 9 w 11"/>
              <a:gd name="T35" fmla="*/ 6 h 11"/>
              <a:gd name="T36" fmla="*/ 9 w 11"/>
              <a:gd name="T37" fmla="*/ 6 h 11"/>
              <a:gd name="T38" fmla="*/ 9 w 11"/>
              <a:gd name="T39" fmla="*/ 6 h 11"/>
              <a:gd name="T40" fmla="*/ 10 w 11"/>
              <a:gd name="T41" fmla="*/ 6 h 11"/>
              <a:gd name="T42" fmla="*/ 10 w 11"/>
              <a:gd name="T43" fmla="*/ 6 h 11"/>
              <a:gd name="T44" fmla="*/ 11 w 11"/>
              <a:gd name="T45" fmla="*/ 7 h 11"/>
              <a:gd name="T46" fmla="*/ 11 w 11"/>
              <a:gd name="T47" fmla="*/ 7 h 11"/>
              <a:gd name="T48" fmla="*/ 11 w 11"/>
              <a:gd name="T49" fmla="*/ 8 h 11"/>
              <a:gd name="T50" fmla="*/ 11 w 11"/>
              <a:gd name="T51" fmla="*/ 8 h 11"/>
              <a:gd name="T52" fmla="*/ 11 w 11"/>
              <a:gd name="T53" fmla="*/ 9 h 11"/>
              <a:gd name="T54" fmla="*/ 11 w 11"/>
              <a:gd name="T55" fmla="*/ 9 h 11"/>
              <a:gd name="T56" fmla="*/ 11 w 11"/>
              <a:gd name="T57" fmla="*/ 10 h 11"/>
              <a:gd name="T58" fmla="*/ 10 w 11"/>
              <a:gd name="T59" fmla="*/ 9 h 11"/>
              <a:gd name="T60" fmla="*/ 9 w 11"/>
              <a:gd name="T61" fmla="*/ 9 h 11"/>
              <a:gd name="T62" fmla="*/ 10 w 11"/>
              <a:gd name="T63" fmla="*/ 10 h 11"/>
              <a:gd name="T64" fmla="*/ 10 w 11"/>
              <a:gd name="T65" fmla="*/ 10 h 11"/>
              <a:gd name="T66" fmla="*/ 10 w 11"/>
              <a:gd name="T67" fmla="*/ 11 h 11"/>
              <a:gd name="T68" fmla="*/ 8 w 11"/>
              <a:gd name="T69" fmla="*/ 10 h 11"/>
              <a:gd name="T70" fmla="*/ 7 w 11"/>
              <a:gd name="T71" fmla="*/ 10 h 11"/>
              <a:gd name="T72" fmla="*/ 6 w 11"/>
              <a:gd name="T73" fmla="*/ 10 h 11"/>
              <a:gd name="T74" fmla="*/ 5 w 11"/>
              <a:gd name="T75" fmla="*/ 10 h 11"/>
              <a:gd name="T76" fmla="*/ 4 w 11"/>
              <a:gd name="T77" fmla="*/ 9 h 11"/>
              <a:gd name="T78" fmla="*/ 3 w 11"/>
              <a:gd name="T79" fmla="*/ 9 h 11"/>
              <a:gd name="T80" fmla="*/ 3 w 11"/>
              <a:gd name="T81" fmla="*/ 8 h 11"/>
              <a:gd name="T82" fmla="*/ 2 w 11"/>
              <a:gd name="T83" fmla="*/ 8 h 11"/>
              <a:gd name="T84" fmla="*/ 2 w 11"/>
              <a:gd name="T85" fmla="*/ 7 h 11"/>
              <a:gd name="T86" fmla="*/ 1 w 11"/>
              <a:gd name="T87" fmla="*/ 7 h 11"/>
              <a:gd name="T88" fmla="*/ 1 w 11"/>
              <a:gd name="T89" fmla="*/ 5 h 11"/>
              <a:gd name="T90" fmla="*/ 1 w 11"/>
              <a:gd name="T91" fmla="*/ 5 h 11"/>
              <a:gd name="T92" fmla="*/ 1 w 11"/>
              <a:gd name="T93" fmla="*/ 4 h 11"/>
              <a:gd name="T94" fmla="*/ 1 w 11"/>
              <a:gd name="T95" fmla="*/ 4 h 11"/>
              <a:gd name="T96" fmla="*/ 1 w 11"/>
              <a:gd name="T97" fmla="*/ 3 h 11"/>
              <a:gd name="T98" fmla="*/ 1 w 11"/>
              <a:gd name="T99" fmla="*/ 3 h 11"/>
              <a:gd name="T100" fmla="*/ 1 w 11"/>
              <a:gd name="T101" fmla="*/ 2 h 11"/>
              <a:gd name="T102" fmla="*/ 0 w 11"/>
              <a:gd name="T103" fmla="*/ 2 h 11"/>
              <a:gd name="T104" fmla="*/ 1 w 11"/>
              <a:gd name="T10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1">
                <a:moveTo>
                  <a:pt x="1" y="1"/>
                </a:moveTo>
                <a:cubicBezTo>
                  <a:pt x="1" y="1"/>
                  <a:pt x="1" y="1"/>
                  <a:pt x="2" y="1"/>
                </a:cubicBezTo>
                <a:cubicBezTo>
                  <a:pt x="2" y="1"/>
                  <a:pt x="2" y="1"/>
                  <a:pt x="2" y="1"/>
                </a:cubicBezTo>
                <a:cubicBezTo>
                  <a:pt x="2" y="1"/>
                  <a:pt x="2" y="1"/>
                  <a:pt x="2" y="1"/>
                </a:cubicBezTo>
                <a:cubicBezTo>
                  <a:pt x="2" y="1"/>
                  <a:pt x="2" y="0"/>
                  <a:pt x="2" y="0"/>
                </a:cubicBezTo>
                <a:cubicBezTo>
                  <a:pt x="2" y="0"/>
                  <a:pt x="2" y="0"/>
                  <a:pt x="3" y="0"/>
                </a:cubicBezTo>
                <a:cubicBezTo>
                  <a:pt x="3" y="1"/>
                  <a:pt x="3" y="1"/>
                  <a:pt x="3" y="1"/>
                </a:cubicBezTo>
                <a:cubicBezTo>
                  <a:pt x="3" y="1"/>
                  <a:pt x="2" y="1"/>
                  <a:pt x="2" y="1"/>
                </a:cubicBezTo>
                <a:cubicBezTo>
                  <a:pt x="2" y="1"/>
                  <a:pt x="2" y="1"/>
                  <a:pt x="2" y="1"/>
                </a:cubicBezTo>
                <a:cubicBezTo>
                  <a:pt x="2" y="1"/>
                  <a:pt x="2" y="1"/>
                  <a:pt x="2" y="1"/>
                </a:cubicBezTo>
                <a:cubicBezTo>
                  <a:pt x="2" y="2"/>
                  <a:pt x="1"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4" y="2"/>
                  <a:pt x="3" y="2"/>
                  <a:pt x="3" y="3"/>
                </a:cubicBezTo>
                <a:cubicBezTo>
                  <a:pt x="3" y="3"/>
                  <a:pt x="3" y="3"/>
                  <a:pt x="3" y="3"/>
                </a:cubicBezTo>
                <a:cubicBezTo>
                  <a:pt x="3" y="3"/>
                  <a:pt x="3" y="3"/>
                  <a:pt x="4" y="3"/>
                </a:cubicBezTo>
                <a:cubicBezTo>
                  <a:pt x="4" y="3"/>
                  <a:pt x="4" y="3"/>
                  <a:pt x="4" y="3"/>
                </a:cubicBezTo>
                <a:cubicBezTo>
                  <a:pt x="4" y="3"/>
                  <a:pt x="4" y="3"/>
                  <a:pt x="4" y="3"/>
                </a:cubicBezTo>
                <a:cubicBezTo>
                  <a:pt x="4" y="3"/>
                  <a:pt x="4" y="3"/>
                  <a:pt x="4" y="3"/>
                </a:cubicBezTo>
                <a:cubicBezTo>
                  <a:pt x="4" y="3"/>
                  <a:pt x="4" y="3"/>
                  <a:pt x="4" y="3"/>
                </a:cubicBezTo>
                <a:cubicBezTo>
                  <a:pt x="4" y="3"/>
                  <a:pt x="4" y="3"/>
                  <a:pt x="5" y="3"/>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7" y="4"/>
                  <a:pt x="7" y="4"/>
                  <a:pt x="7" y="4"/>
                </a:cubicBezTo>
                <a:cubicBezTo>
                  <a:pt x="7" y="3"/>
                  <a:pt x="7"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9" y="5"/>
                  <a:pt x="9" y="5"/>
                </a:cubicBezTo>
                <a:cubicBezTo>
                  <a:pt x="9" y="5"/>
                  <a:pt x="8" y="5"/>
                  <a:pt x="8" y="5"/>
                </a:cubicBezTo>
                <a:cubicBezTo>
                  <a:pt x="8" y="5"/>
                  <a:pt x="8" y="5"/>
                  <a:pt x="8" y="5"/>
                </a:cubicBezTo>
                <a:cubicBezTo>
                  <a:pt x="8" y="5"/>
                  <a:pt x="8" y="6"/>
                  <a:pt x="8" y="6"/>
                </a:cubicBezTo>
                <a:cubicBezTo>
                  <a:pt x="8" y="6"/>
                  <a:pt x="8" y="6"/>
                  <a:pt x="8" y="6"/>
                </a:cubicBezTo>
                <a:cubicBezTo>
                  <a:pt x="8" y="6"/>
                  <a:pt x="8" y="6"/>
                  <a:pt x="8" y="6"/>
                </a:cubicBezTo>
                <a:cubicBezTo>
                  <a:pt x="8" y="6"/>
                  <a:pt x="8" y="6"/>
                  <a:pt x="8" y="6"/>
                </a:cubicBezTo>
                <a:cubicBezTo>
                  <a:pt x="8" y="6"/>
                  <a:pt x="8" y="6"/>
                  <a:pt x="8" y="6"/>
                </a:cubicBezTo>
                <a:cubicBezTo>
                  <a:pt x="8" y="6"/>
                  <a:pt x="9" y="6"/>
                  <a:pt x="9" y="6"/>
                </a:cubicBezTo>
                <a:cubicBezTo>
                  <a:pt x="9" y="6"/>
                  <a:pt x="9" y="5"/>
                  <a:pt x="9" y="5"/>
                </a:cubicBezTo>
                <a:cubicBezTo>
                  <a:pt x="9" y="6"/>
                  <a:pt x="9" y="6"/>
                  <a:pt x="9" y="6"/>
                </a:cubicBezTo>
                <a:cubicBezTo>
                  <a:pt x="9" y="6"/>
                  <a:pt x="9" y="6"/>
                  <a:pt x="9"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6"/>
                  <a:pt x="8" y="6"/>
                </a:cubicBezTo>
                <a:cubicBezTo>
                  <a:pt x="8" y="6"/>
                  <a:pt x="9" y="6"/>
                  <a:pt x="9" y="6"/>
                </a:cubicBezTo>
                <a:cubicBezTo>
                  <a:pt x="9" y="6"/>
                  <a:pt x="9" y="7"/>
                  <a:pt x="9" y="7"/>
                </a:cubicBezTo>
                <a:cubicBezTo>
                  <a:pt x="9" y="7"/>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8"/>
                  <a:pt x="11" y="7"/>
                  <a:pt x="11" y="7"/>
                </a:cubicBezTo>
                <a:cubicBezTo>
                  <a:pt x="11" y="7"/>
                  <a:pt x="11" y="7"/>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10"/>
                  <a:pt x="11" y="10"/>
                </a:cubicBezTo>
                <a:cubicBezTo>
                  <a:pt x="11" y="10"/>
                  <a:pt x="11" y="10"/>
                  <a:pt x="11" y="10"/>
                </a:cubicBezTo>
                <a:cubicBezTo>
                  <a:pt x="11" y="10"/>
                  <a:pt x="11" y="10"/>
                  <a:pt x="11" y="10"/>
                </a:cubicBezTo>
                <a:cubicBezTo>
                  <a:pt x="11" y="10"/>
                  <a:pt x="11" y="10"/>
                  <a:pt x="11" y="10"/>
                </a:cubicBezTo>
                <a:cubicBezTo>
                  <a:pt x="11"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9" y="9"/>
                  <a:pt x="9" y="9"/>
                </a:cubicBezTo>
                <a:cubicBezTo>
                  <a:pt x="9" y="9"/>
                  <a:pt x="9" y="9"/>
                  <a:pt x="9" y="9"/>
                </a:cubicBezTo>
                <a:cubicBezTo>
                  <a:pt x="10" y="9"/>
                  <a:pt x="10" y="9"/>
                  <a:pt x="10" y="10"/>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8" y="10"/>
                  <a:pt x="8" y="10"/>
                </a:cubicBezTo>
                <a:cubicBezTo>
                  <a:pt x="8" y="10"/>
                  <a:pt x="8" y="10"/>
                  <a:pt x="8" y="10"/>
                </a:cubicBezTo>
                <a:cubicBezTo>
                  <a:pt x="8"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6" y="10"/>
                  <a:pt x="6" y="10"/>
                </a:cubicBezTo>
                <a:cubicBezTo>
                  <a:pt x="6" y="10"/>
                  <a:pt x="6" y="10"/>
                  <a:pt x="6" y="10"/>
                </a:cubicBezTo>
                <a:cubicBezTo>
                  <a:pt x="6" y="10"/>
                  <a:pt x="6" y="10"/>
                  <a:pt x="6" y="10"/>
                </a:cubicBezTo>
                <a:cubicBezTo>
                  <a:pt x="6" y="10"/>
                  <a:pt x="6" y="10"/>
                  <a:pt x="6" y="10"/>
                </a:cubicBezTo>
                <a:cubicBezTo>
                  <a:pt x="6" y="10"/>
                  <a:pt x="6" y="10"/>
                  <a:pt x="5" y="10"/>
                </a:cubicBezTo>
                <a:cubicBezTo>
                  <a:pt x="5" y="10"/>
                  <a:pt x="5" y="10"/>
                  <a:pt x="5" y="10"/>
                </a:cubicBezTo>
                <a:cubicBezTo>
                  <a:pt x="5" y="10"/>
                  <a:pt x="5" y="10"/>
                  <a:pt x="5" y="10"/>
                </a:cubicBezTo>
                <a:cubicBezTo>
                  <a:pt x="5" y="10"/>
                  <a:pt x="5" y="9"/>
                  <a:pt x="5" y="9"/>
                </a:cubicBezTo>
                <a:cubicBezTo>
                  <a:pt x="5" y="9"/>
                  <a:pt x="4" y="9"/>
                  <a:pt x="4" y="9"/>
                </a:cubicBezTo>
                <a:cubicBezTo>
                  <a:pt x="4" y="9"/>
                  <a:pt x="4" y="9"/>
                  <a:pt x="4" y="9"/>
                </a:cubicBezTo>
                <a:cubicBezTo>
                  <a:pt x="4" y="9"/>
                  <a:pt x="4" y="9"/>
                  <a:pt x="4" y="9"/>
                </a:cubicBezTo>
                <a:cubicBezTo>
                  <a:pt x="4" y="9"/>
                  <a:pt x="4" y="9"/>
                  <a:pt x="4" y="9"/>
                </a:cubicBezTo>
                <a:cubicBezTo>
                  <a:pt x="4" y="9"/>
                  <a:pt x="4" y="9"/>
                  <a:pt x="4" y="9"/>
                </a:cubicBezTo>
                <a:cubicBezTo>
                  <a:pt x="4" y="9"/>
                  <a:pt x="3" y="9"/>
                  <a:pt x="3" y="9"/>
                </a:cubicBezTo>
                <a:cubicBezTo>
                  <a:pt x="3" y="9"/>
                  <a:pt x="3" y="8"/>
                  <a:pt x="3" y="8"/>
                </a:cubicBezTo>
                <a:cubicBezTo>
                  <a:pt x="3" y="8"/>
                  <a:pt x="3" y="8"/>
                  <a:pt x="3" y="8"/>
                </a:cubicBezTo>
                <a:cubicBezTo>
                  <a:pt x="3" y="8"/>
                  <a:pt x="3" y="8"/>
                  <a:pt x="3" y="8"/>
                </a:cubicBezTo>
                <a:cubicBezTo>
                  <a:pt x="3" y="8"/>
                  <a:pt x="3" y="8"/>
                  <a:pt x="3" y="8"/>
                </a:cubicBezTo>
                <a:cubicBezTo>
                  <a:pt x="3" y="8"/>
                  <a:pt x="3" y="8"/>
                  <a:pt x="3" y="8"/>
                </a:cubicBezTo>
                <a:cubicBezTo>
                  <a:pt x="3" y="8"/>
                  <a:pt x="2" y="8"/>
                  <a:pt x="2" y="8"/>
                </a:cubicBezTo>
                <a:cubicBezTo>
                  <a:pt x="2" y="8"/>
                  <a:pt x="2" y="8"/>
                  <a:pt x="2" y="8"/>
                </a:cubicBezTo>
                <a:cubicBezTo>
                  <a:pt x="2" y="8"/>
                  <a:pt x="2" y="8"/>
                  <a:pt x="2" y="8"/>
                </a:cubicBezTo>
                <a:cubicBezTo>
                  <a:pt x="2" y="8"/>
                  <a:pt x="2" y="8"/>
                  <a:pt x="2" y="8"/>
                </a:cubicBezTo>
                <a:cubicBezTo>
                  <a:pt x="2" y="8"/>
                  <a:pt x="2" y="8"/>
                  <a:pt x="2" y="7"/>
                </a:cubicBezTo>
                <a:cubicBezTo>
                  <a:pt x="2" y="7"/>
                  <a:pt x="2" y="7"/>
                  <a:pt x="2" y="7"/>
                </a:cubicBezTo>
                <a:cubicBezTo>
                  <a:pt x="2" y="7"/>
                  <a:pt x="2" y="7"/>
                  <a:pt x="2" y="7"/>
                </a:cubicBezTo>
                <a:cubicBezTo>
                  <a:pt x="2" y="7"/>
                  <a:pt x="1" y="7"/>
                  <a:pt x="1" y="7"/>
                </a:cubicBezTo>
                <a:cubicBezTo>
                  <a:pt x="1" y="7"/>
                  <a:pt x="1" y="7"/>
                  <a:pt x="1" y="7"/>
                </a:cubicBezTo>
                <a:cubicBezTo>
                  <a:pt x="1" y="7"/>
                  <a:pt x="1" y="7"/>
                  <a:pt x="1" y="7"/>
                </a:cubicBezTo>
                <a:cubicBezTo>
                  <a:pt x="1" y="7"/>
                  <a:pt x="1" y="7"/>
                  <a:pt x="1" y="7"/>
                </a:cubicBezTo>
                <a:cubicBezTo>
                  <a:pt x="1" y="6"/>
                  <a:pt x="1" y="6"/>
                  <a:pt x="1" y="6"/>
                </a:cubicBezTo>
                <a:cubicBezTo>
                  <a:pt x="1" y="6"/>
                  <a:pt x="1" y="6"/>
                  <a:pt x="1" y="6"/>
                </a:cubicBezTo>
                <a:cubicBezTo>
                  <a:pt x="1" y="6"/>
                  <a:pt x="1" y="6"/>
                  <a:pt x="1" y="6"/>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4"/>
                </a:cubicBezTo>
                <a:cubicBezTo>
                  <a:pt x="1" y="4"/>
                  <a:pt x="1" y="5"/>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3"/>
                  <a:pt x="1" y="4"/>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0" y="2"/>
                </a:cubicBezTo>
                <a:cubicBezTo>
                  <a:pt x="0" y="2"/>
                  <a:pt x="0" y="2"/>
                  <a:pt x="0" y="2"/>
                </a:cubicBezTo>
                <a:cubicBezTo>
                  <a:pt x="0" y="2"/>
                  <a:pt x="0" y="2"/>
                  <a:pt x="0" y="1"/>
                </a:cubicBezTo>
                <a:cubicBezTo>
                  <a:pt x="0" y="1"/>
                  <a:pt x="0" y="1"/>
                  <a:pt x="1" y="1"/>
                </a:cubicBezTo>
                <a:cubicBezTo>
                  <a:pt x="1" y="1"/>
                  <a:pt x="1" y="1"/>
                  <a:pt x="1" y="1"/>
                </a:cubicBezTo>
                <a:cubicBezTo>
                  <a:pt x="1" y="1"/>
                  <a:pt x="1" y="1"/>
                  <a:pt x="1" y="1"/>
                </a:cubicBezTo>
                <a:cubicBezTo>
                  <a:pt x="1" y="1"/>
                  <a:pt x="1" y="1"/>
                  <a:pt x="1" y="1"/>
                </a:cubicBezTo>
                <a:cubicBezTo>
                  <a:pt x="1" y="1"/>
                  <a:pt x="1" y="1"/>
                  <a:pt x="1" y="1"/>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7" name="Freeform 575"/>
          <p:cNvSpPr>
            <a:spLocks noEditPoints="1"/>
          </p:cNvSpPr>
          <p:nvPr/>
        </p:nvSpPr>
        <p:spPr bwMode="auto">
          <a:xfrm>
            <a:off x="8545513" y="4080351"/>
            <a:ext cx="300038" cy="363538"/>
          </a:xfrm>
          <a:custGeom>
            <a:avLst/>
            <a:gdLst>
              <a:gd name="T0" fmla="*/ 51 w 76"/>
              <a:gd name="T1" fmla="*/ 92 h 92"/>
              <a:gd name="T2" fmla="*/ 46 w 76"/>
              <a:gd name="T3" fmla="*/ 87 h 92"/>
              <a:gd name="T4" fmla="*/ 47 w 76"/>
              <a:gd name="T5" fmla="*/ 78 h 92"/>
              <a:gd name="T6" fmla="*/ 43 w 76"/>
              <a:gd name="T7" fmla="*/ 76 h 92"/>
              <a:gd name="T8" fmla="*/ 36 w 76"/>
              <a:gd name="T9" fmla="*/ 73 h 92"/>
              <a:gd name="T10" fmla="*/ 33 w 76"/>
              <a:gd name="T11" fmla="*/ 69 h 92"/>
              <a:gd name="T12" fmla="*/ 29 w 76"/>
              <a:gd name="T13" fmla="*/ 68 h 92"/>
              <a:gd name="T14" fmla="*/ 23 w 76"/>
              <a:gd name="T15" fmla="*/ 69 h 92"/>
              <a:gd name="T16" fmla="*/ 19 w 76"/>
              <a:gd name="T17" fmla="*/ 74 h 92"/>
              <a:gd name="T18" fmla="*/ 16 w 76"/>
              <a:gd name="T19" fmla="*/ 75 h 92"/>
              <a:gd name="T20" fmla="*/ 7 w 76"/>
              <a:gd name="T21" fmla="*/ 75 h 92"/>
              <a:gd name="T22" fmla="*/ 1 w 76"/>
              <a:gd name="T23" fmla="*/ 76 h 92"/>
              <a:gd name="T24" fmla="*/ 4 w 76"/>
              <a:gd name="T25" fmla="*/ 71 h 92"/>
              <a:gd name="T26" fmla="*/ 13 w 76"/>
              <a:gd name="T27" fmla="*/ 72 h 92"/>
              <a:gd name="T28" fmla="*/ 16 w 76"/>
              <a:gd name="T29" fmla="*/ 72 h 92"/>
              <a:gd name="T30" fmla="*/ 14 w 76"/>
              <a:gd name="T31" fmla="*/ 66 h 92"/>
              <a:gd name="T32" fmla="*/ 7 w 76"/>
              <a:gd name="T33" fmla="*/ 62 h 92"/>
              <a:gd name="T34" fmla="*/ 15 w 76"/>
              <a:gd name="T35" fmla="*/ 64 h 92"/>
              <a:gd name="T36" fmla="*/ 14 w 76"/>
              <a:gd name="T37" fmla="*/ 59 h 92"/>
              <a:gd name="T38" fmla="*/ 14 w 76"/>
              <a:gd name="T39" fmla="*/ 57 h 92"/>
              <a:gd name="T40" fmla="*/ 17 w 76"/>
              <a:gd name="T41" fmla="*/ 51 h 92"/>
              <a:gd name="T42" fmla="*/ 23 w 76"/>
              <a:gd name="T43" fmla="*/ 43 h 92"/>
              <a:gd name="T44" fmla="*/ 28 w 76"/>
              <a:gd name="T45" fmla="*/ 22 h 92"/>
              <a:gd name="T46" fmla="*/ 35 w 76"/>
              <a:gd name="T47" fmla="*/ 21 h 92"/>
              <a:gd name="T48" fmla="*/ 40 w 76"/>
              <a:gd name="T49" fmla="*/ 18 h 92"/>
              <a:gd name="T50" fmla="*/ 49 w 76"/>
              <a:gd name="T51" fmla="*/ 9 h 92"/>
              <a:gd name="T52" fmla="*/ 68 w 76"/>
              <a:gd name="T53" fmla="*/ 6 h 92"/>
              <a:gd name="T54" fmla="*/ 74 w 76"/>
              <a:gd name="T55" fmla="*/ 12 h 92"/>
              <a:gd name="T56" fmla="*/ 75 w 76"/>
              <a:gd name="T57" fmla="*/ 14 h 92"/>
              <a:gd name="T58" fmla="*/ 74 w 76"/>
              <a:gd name="T59" fmla="*/ 24 h 92"/>
              <a:gd name="T60" fmla="*/ 69 w 76"/>
              <a:gd name="T61" fmla="*/ 32 h 92"/>
              <a:gd name="T62" fmla="*/ 72 w 76"/>
              <a:gd name="T63" fmla="*/ 40 h 92"/>
              <a:gd name="T64" fmla="*/ 68 w 76"/>
              <a:gd name="T65" fmla="*/ 48 h 92"/>
              <a:gd name="T66" fmla="*/ 67 w 76"/>
              <a:gd name="T67" fmla="*/ 52 h 92"/>
              <a:gd name="T68" fmla="*/ 60 w 76"/>
              <a:gd name="T69" fmla="*/ 57 h 92"/>
              <a:gd name="T70" fmla="*/ 51 w 76"/>
              <a:gd name="T71" fmla="*/ 59 h 92"/>
              <a:gd name="T72" fmla="*/ 56 w 76"/>
              <a:gd name="T73" fmla="*/ 73 h 92"/>
              <a:gd name="T74" fmla="*/ 53 w 76"/>
              <a:gd name="T75" fmla="*/ 80 h 92"/>
              <a:gd name="T76" fmla="*/ 50 w 76"/>
              <a:gd name="T77" fmla="*/ 83 h 92"/>
              <a:gd name="T78" fmla="*/ 52 w 76"/>
              <a:gd name="T79" fmla="*/ 91 h 92"/>
              <a:gd name="T80" fmla="*/ 7 w 76"/>
              <a:gd name="T81" fmla="*/ 70 h 92"/>
              <a:gd name="T82" fmla="*/ 12 w 76"/>
              <a:gd name="T83" fmla="*/ 69 h 92"/>
              <a:gd name="T84" fmla="*/ 14 w 76"/>
              <a:gd name="T85" fmla="*/ 68 h 92"/>
              <a:gd name="T86" fmla="*/ 10 w 76"/>
              <a:gd name="T87" fmla="*/ 65 h 92"/>
              <a:gd name="T88" fmla="*/ 2 w 76"/>
              <a:gd name="T89" fmla="*/ 67 h 92"/>
              <a:gd name="T90" fmla="*/ 32 w 76"/>
              <a:gd name="T91" fmla="*/ 14 h 92"/>
              <a:gd name="T92" fmla="*/ 30 w 76"/>
              <a:gd name="T93" fmla="*/ 18 h 92"/>
              <a:gd name="T94" fmla="*/ 28 w 76"/>
              <a:gd name="T95" fmla="*/ 19 h 92"/>
              <a:gd name="T96" fmla="*/ 26 w 76"/>
              <a:gd name="T97" fmla="*/ 18 h 92"/>
              <a:gd name="T98" fmla="*/ 32 w 76"/>
              <a:gd name="T99" fmla="*/ 10 h 92"/>
              <a:gd name="T100" fmla="*/ 32 w 76"/>
              <a:gd name="T101" fmla="*/ 11 h 92"/>
              <a:gd name="T102" fmla="*/ 32 w 76"/>
              <a:gd name="T103" fmla="*/ 14 h 92"/>
              <a:gd name="T104" fmla="*/ 48 w 76"/>
              <a:gd name="T105" fmla="*/ 6 h 92"/>
              <a:gd name="T106" fmla="*/ 44 w 76"/>
              <a:gd name="T107" fmla="*/ 5 h 92"/>
              <a:gd name="T108" fmla="*/ 40 w 76"/>
              <a:gd name="T109" fmla="*/ 8 h 92"/>
              <a:gd name="T110" fmla="*/ 59 w 76"/>
              <a:gd name="T111" fmla="*/ 4 h 92"/>
              <a:gd name="T112" fmla="*/ 55 w 76"/>
              <a:gd name="T113" fmla="*/ 4 h 92"/>
              <a:gd name="T114" fmla="*/ 62 w 76"/>
              <a:gd name="T115" fmla="*/ 2 h 92"/>
              <a:gd name="T116" fmla="*/ 62 w 76"/>
              <a:gd name="T117" fmla="*/ 2 h 92"/>
              <a:gd name="T118" fmla="*/ 65 w 76"/>
              <a:gd name="T119" fmla="*/ 1 h 92"/>
              <a:gd name="T120" fmla="*/ 67 w 76"/>
              <a:gd name="T12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 h="92">
                <a:moveTo>
                  <a:pt x="52" y="91"/>
                </a:moveTo>
                <a:cubicBezTo>
                  <a:pt x="52" y="91"/>
                  <a:pt x="51" y="91"/>
                  <a:pt x="51" y="92"/>
                </a:cubicBezTo>
                <a:cubicBezTo>
                  <a:pt x="50" y="91"/>
                  <a:pt x="49" y="92"/>
                  <a:pt x="47" y="91"/>
                </a:cubicBezTo>
                <a:cubicBezTo>
                  <a:pt x="45" y="91"/>
                  <a:pt x="45" y="89"/>
                  <a:pt x="46" y="87"/>
                </a:cubicBezTo>
                <a:cubicBezTo>
                  <a:pt x="47" y="86"/>
                  <a:pt x="47" y="84"/>
                  <a:pt x="48" y="82"/>
                </a:cubicBezTo>
                <a:cubicBezTo>
                  <a:pt x="49" y="80"/>
                  <a:pt x="49" y="79"/>
                  <a:pt x="47" y="78"/>
                </a:cubicBezTo>
                <a:cubicBezTo>
                  <a:pt x="46" y="78"/>
                  <a:pt x="45" y="78"/>
                  <a:pt x="45" y="77"/>
                </a:cubicBezTo>
                <a:cubicBezTo>
                  <a:pt x="44" y="77"/>
                  <a:pt x="44" y="76"/>
                  <a:pt x="43" y="76"/>
                </a:cubicBezTo>
                <a:cubicBezTo>
                  <a:pt x="41" y="75"/>
                  <a:pt x="41" y="76"/>
                  <a:pt x="39" y="76"/>
                </a:cubicBezTo>
                <a:cubicBezTo>
                  <a:pt x="37" y="76"/>
                  <a:pt x="37" y="75"/>
                  <a:pt x="36" y="73"/>
                </a:cubicBezTo>
                <a:cubicBezTo>
                  <a:pt x="35" y="73"/>
                  <a:pt x="34" y="73"/>
                  <a:pt x="34" y="72"/>
                </a:cubicBezTo>
                <a:cubicBezTo>
                  <a:pt x="33" y="71"/>
                  <a:pt x="34" y="70"/>
                  <a:pt x="33" y="69"/>
                </a:cubicBezTo>
                <a:cubicBezTo>
                  <a:pt x="32" y="70"/>
                  <a:pt x="32" y="72"/>
                  <a:pt x="30" y="71"/>
                </a:cubicBezTo>
                <a:cubicBezTo>
                  <a:pt x="28" y="71"/>
                  <a:pt x="30" y="69"/>
                  <a:pt x="29" y="68"/>
                </a:cubicBezTo>
                <a:cubicBezTo>
                  <a:pt x="27" y="69"/>
                  <a:pt x="27" y="70"/>
                  <a:pt x="25" y="71"/>
                </a:cubicBezTo>
                <a:cubicBezTo>
                  <a:pt x="23" y="71"/>
                  <a:pt x="24" y="69"/>
                  <a:pt x="23" y="69"/>
                </a:cubicBezTo>
                <a:cubicBezTo>
                  <a:pt x="21" y="69"/>
                  <a:pt x="21" y="71"/>
                  <a:pt x="21" y="72"/>
                </a:cubicBezTo>
                <a:cubicBezTo>
                  <a:pt x="21" y="73"/>
                  <a:pt x="20" y="73"/>
                  <a:pt x="19" y="74"/>
                </a:cubicBezTo>
                <a:cubicBezTo>
                  <a:pt x="18" y="74"/>
                  <a:pt x="19" y="73"/>
                  <a:pt x="18" y="73"/>
                </a:cubicBezTo>
                <a:cubicBezTo>
                  <a:pt x="17" y="73"/>
                  <a:pt x="16" y="75"/>
                  <a:pt x="16" y="75"/>
                </a:cubicBezTo>
                <a:cubicBezTo>
                  <a:pt x="14" y="77"/>
                  <a:pt x="11" y="78"/>
                  <a:pt x="9" y="77"/>
                </a:cubicBezTo>
                <a:cubicBezTo>
                  <a:pt x="8" y="76"/>
                  <a:pt x="8" y="75"/>
                  <a:pt x="7" y="75"/>
                </a:cubicBezTo>
                <a:cubicBezTo>
                  <a:pt x="5" y="75"/>
                  <a:pt x="5" y="75"/>
                  <a:pt x="4" y="76"/>
                </a:cubicBezTo>
                <a:cubicBezTo>
                  <a:pt x="3" y="76"/>
                  <a:pt x="2" y="77"/>
                  <a:pt x="1" y="76"/>
                </a:cubicBezTo>
                <a:cubicBezTo>
                  <a:pt x="0" y="75"/>
                  <a:pt x="0" y="73"/>
                  <a:pt x="0" y="72"/>
                </a:cubicBezTo>
                <a:cubicBezTo>
                  <a:pt x="1" y="72"/>
                  <a:pt x="3" y="71"/>
                  <a:pt x="4" y="71"/>
                </a:cubicBezTo>
                <a:cubicBezTo>
                  <a:pt x="5" y="71"/>
                  <a:pt x="6" y="72"/>
                  <a:pt x="7" y="72"/>
                </a:cubicBezTo>
                <a:cubicBezTo>
                  <a:pt x="10" y="73"/>
                  <a:pt x="10" y="73"/>
                  <a:pt x="13" y="72"/>
                </a:cubicBezTo>
                <a:cubicBezTo>
                  <a:pt x="14" y="71"/>
                  <a:pt x="13" y="71"/>
                  <a:pt x="14" y="72"/>
                </a:cubicBezTo>
                <a:cubicBezTo>
                  <a:pt x="15" y="72"/>
                  <a:pt x="15" y="73"/>
                  <a:pt x="16" y="72"/>
                </a:cubicBezTo>
                <a:cubicBezTo>
                  <a:pt x="17" y="72"/>
                  <a:pt x="19" y="69"/>
                  <a:pt x="19" y="69"/>
                </a:cubicBezTo>
                <a:cubicBezTo>
                  <a:pt x="19" y="68"/>
                  <a:pt x="15" y="67"/>
                  <a:pt x="14" y="66"/>
                </a:cubicBezTo>
                <a:cubicBezTo>
                  <a:pt x="13" y="65"/>
                  <a:pt x="11" y="62"/>
                  <a:pt x="9" y="62"/>
                </a:cubicBezTo>
                <a:cubicBezTo>
                  <a:pt x="8" y="62"/>
                  <a:pt x="7" y="64"/>
                  <a:pt x="7" y="62"/>
                </a:cubicBezTo>
                <a:cubicBezTo>
                  <a:pt x="7" y="61"/>
                  <a:pt x="8" y="61"/>
                  <a:pt x="9" y="61"/>
                </a:cubicBezTo>
                <a:cubicBezTo>
                  <a:pt x="11" y="60"/>
                  <a:pt x="14" y="62"/>
                  <a:pt x="15" y="64"/>
                </a:cubicBezTo>
                <a:cubicBezTo>
                  <a:pt x="17" y="63"/>
                  <a:pt x="15" y="62"/>
                  <a:pt x="15" y="61"/>
                </a:cubicBezTo>
                <a:cubicBezTo>
                  <a:pt x="14" y="61"/>
                  <a:pt x="14" y="60"/>
                  <a:pt x="14" y="59"/>
                </a:cubicBezTo>
                <a:cubicBezTo>
                  <a:pt x="13" y="59"/>
                  <a:pt x="11" y="59"/>
                  <a:pt x="11" y="59"/>
                </a:cubicBezTo>
                <a:cubicBezTo>
                  <a:pt x="10" y="57"/>
                  <a:pt x="13" y="58"/>
                  <a:pt x="14" y="57"/>
                </a:cubicBezTo>
                <a:cubicBezTo>
                  <a:pt x="15" y="56"/>
                  <a:pt x="13" y="54"/>
                  <a:pt x="14" y="53"/>
                </a:cubicBezTo>
                <a:cubicBezTo>
                  <a:pt x="15" y="52"/>
                  <a:pt x="16" y="52"/>
                  <a:pt x="17" y="51"/>
                </a:cubicBezTo>
                <a:cubicBezTo>
                  <a:pt x="17" y="50"/>
                  <a:pt x="18" y="50"/>
                  <a:pt x="19" y="49"/>
                </a:cubicBezTo>
                <a:cubicBezTo>
                  <a:pt x="20" y="47"/>
                  <a:pt x="22" y="45"/>
                  <a:pt x="23" y="43"/>
                </a:cubicBezTo>
                <a:cubicBezTo>
                  <a:pt x="25" y="38"/>
                  <a:pt x="25" y="32"/>
                  <a:pt x="26" y="28"/>
                </a:cubicBezTo>
                <a:cubicBezTo>
                  <a:pt x="26" y="26"/>
                  <a:pt x="26" y="23"/>
                  <a:pt x="28" y="22"/>
                </a:cubicBezTo>
                <a:cubicBezTo>
                  <a:pt x="29" y="21"/>
                  <a:pt x="29" y="23"/>
                  <a:pt x="30" y="23"/>
                </a:cubicBezTo>
                <a:cubicBezTo>
                  <a:pt x="31" y="23"/>
                  <a:pt x="34" y="22"/>
                  <a:pt x="35" y="21"/>
                </a:cubicBezTo>
                <a:cubicBezTo>
                  <a:pt x="36" y="21"/>
                  <a:pt x="36" y="20"/>
                  <a:pt x="37" y="19"/>
                </a:cubicBezTo>
                <a:cubicBezTo>
                  <a:pt x="38" y="19"/>
                  <a:pt x="39" y="18"/>
                  <a:pt x="40" y="18"/>
                </a:cubicBezTo>
                <a:cubicBezTo>
                  <a:pt x="41" y="17"/>
                  <a:pt x="41" y="14"/>
                  <a:pt x="42" y="13"/>
                </a:cubicBezTo>
                <a:cubicBezTo>
                  <a:pt x="44" y="11"/>
                  <a:pt x="47" y="10"/>
                  <a:pt x="49" y="9"/>
                </a:cubicBezTo>
                <a:cubicBezTo>
                  <a:pt x="53" y="7"/>
                  <a:pt x="58" y="7"/>
                  <a:pt x="62" y="6"/>
                </a:cubicBezTo>
                <a:cubicBezTo>
                  <a:pt x="64" y="6"/>
                  <a:pt x="67" y="5"/>
                  <a:pt x="68" y="6"/>
                </a:cubicBezTo>
                <a:cubicBezTo>
                  <a:pt x="70" y="7"/>
                  <a:pt x="69" y="9"/>
                  <a:pt x="71" y="10"/>
                </a:cubicBezTo>
                <a:cubicBezTo>
                  <a:pt x="73" y="10"/>
                  <a:pt x="74" y="11"/>
                  <a:pt x="74" y="12"/>
                </a:cubicBezTo>
                <a:cubicBezTo>
                  <a:pt x="75" y="12"/>
                  <a:pt x="75" y="12"/>
                  <a:pt x="75" y="12"/>
                </a:cubicBezTo>
                <a:cubicBezTo>
                  <a:pt x="75" y="13"/>
                  <a:pt x="75" y="13"/>
                  <a:pt x="75" y="14"/>
                </a:cubicBezTo>
                <a:cubicBezTo>
                  <a:pt x="76" y="15"/>
                  <a:pt x="75" y="16"/>
                  <a:pt x="75" y="18"/>
                </a:cubicBezTo>
                <a:cubicBezTo>
                  <a:pt x="75" y="20"/>
                  <a:pt x="75" y="22"/>
                  <a:pt x="74" y="24"/>
                </a:cubicBezTo>
                <a:cubicBezTo>
                  <a:pt x="73" y="26"/>
                  <a:pt x="72" y="28"/>
                  <a:pt x="72" y="30"/>
                </a:cubicBezTo>
                <a:cubicBezTo>
                  <a:pt x="72" y="32"/>
                  <a:pt x="71" y="32"/>
                  <a:pt x="69" y="32"/>
                </a:cubicBezTo>
                <a:cubicBezTo>
                  <a:pt x="66" y="32"/>
                  <a:pt x="66" y="33"/>
                  <a:pt x="66" y="35"/>
                </a:cubicBezTo>
                <a:cubicBezTo>
                  <a:pt x="65" y="41"/>
                  <a:pt x="71" y="36"/>
                  <a:pt x="72" y="40"/>
                </a:cubicBezTo>
                <a:cubicBezTo>
                  <a:pt x="72" y="40"/>
                  <a:pt x="72" y="43"/>
                  <a:pt x="72" y="44"/>
                </a:cubicBezTo>
                <a:cubicBezTo>
                  <a:pt x="72" y="46"/>
                  <a:pt x="70" y="47"/>
                  <a:pt x="68" y="48"/>
                </a:cubicBezTo>
                <a:cubicBezTo>
                  <a:pt x="68" y="49"/>
                  <a:pt x="66" y="49"/>
                  <a:pt x="66" y="50"/>
                </a:cubicBezTo>
                <a:cubicBezTo>
                  <a:pt x="66" y="51"/>
                  <a:pt x="66" y="51"/>
                  <a:pt x="67" y="52"/>
                </a:cubicBezTo>
                <a:cubicBezTo>
                  <a:pt x="68" y="54"/>
                  <a:pt x="67" y="55"/>
                  <a:pt x="65" y="55"/>
                </a:cubicBezTo>
                <a:cubicBezTo>
                  <a:pt x="64" y="56"/>
                  <a:pt x="61" y="57"/>
                  <a:pt x="60" y="57"/>
                </a:cubicBezTo>
                <a:cubicBezTo>
                  <a:pt x="58" y="57"/>
                  <a:pt x="56" y="56"/>
                  <a:pt x="54" y="57"/>
                </a:cubicBezTo>
                <a:cubicBezTo>
                  <a:pt x="53" y="57"/>
                  <a:pt x="51" y="58"/>
                  <a:pt x="51" y="59"/>
                </a:cubicBezTo>
                <a:cubicBezTo>
                  <a:pt x="51" y="62"/>
                  <a:pt x="54" y="64"/>
                  <a:pt x="55" y="67"/>
                </a:cubicBezTo>
                <a:cubicBezTo>
                  <a:pt x="55" y="69"/>
                  <a:pt x="57" y="71"/>
                  <a:pt x="56" y="73"/>
                </a:cubicBezTo>
                <a:cubicBezTo>
                  <a:pt x="55" y="75"/>
                  <a:pt x="53" y="75"/>
                  <a:pt x="53" y="77"/>
                </a:cubicBezTo>
                <a:cubicBezTo>
                  <a:pt x="53" y="79"/>
                  <a:pt x="56" y="78"/>
                  <a:pt x="53" y="80"/>
                </a:cubicBezTo>
                <a:cubicBezTo>
                  <a:pt x="53" y="81"/>
                  <a:pt x="52" y="82"/>
                  <a:pt x="52" y="82"/>
                </a:cubicBezTo>
                <a:cubicBezTo>
                  <a:pt x="51" y="82"/>
                  <a:pt x="50" y="82"/>
                  <a:pt x="50" y="83"/>
                </a:cubicBezTo>
                <a:cubicBezTo>
                  <a:pt x="49" y="85"/>
                  <a:pt x="52" y="85"/>
                  <a:pt x="53" y="85"/>
                </a:cubicBezTo>
                <a:cubicBezTo>
                  <a:pt x="55" y="87"/>
                  <a:pt x="52" y="89"/>
                  <a:pt x="52" y="91"/>
                </a:cubicBezTo>
                <a:close/>
                <a:moveTo>
                  <a:pt x="2" y="67"/>
                </a:moveTo>
                <a:cubicBezTo>
                  <a:pt x="2" y="69"/>
                  <a:pt x="5" y="69"/>
                  <a:pt x="7" y="70"/>
                </a:cubicBezTo>
                <a:cubicBezTo>
                  <a:pt x="8" y="70"/>
                  <a:pt x="8" y="71"/>
                  <a:pt x="9" y="71"/>
                </a:cubicBezTo>
                <a:cubicBezTo>
                  <a:pt x="11" y="72"/>
                  <a:pt x="11" y="71"/>
                  <a:pt x="12" y="69"/>
                </a:cubicBezTo>
                <a:cubicBezTo>
                  <a:pt x="13" y="69"/>
                  <a:pt x="14" y="70"/>
                  <a:pt x="14" y="70"/>
                </a:cubicBezTo>
                <a:cubicBezTo>
                  <a:pt x="14" y="69"/>
                  <a:pt x="14" y="68"/>
                  <a:pt x="14" y="68"/>
                </a:cubicBezTo>
                <a:cubicBezTo>
                  <a:pt x="13" y="67"/>
                  <a:pt x="12" y="68"/>
                  <a:pt x="11" y="67"/>
                </a:cubicBezTo>
                <a:cubicBezTo>
                  <a:pt x="10" y="67"/>
                  <a:pt x="11" y="66"/>
                  <a:pt x="10" y="65"/>
                </a:cubicBezTo>
                <a:cubicBezTo>
                  <a:pt x="9" y="64"/>
                  <a:pt x="6" y="66"/>
                  <a:pt x="4" y="65"/>
                </a:cubicBezTo>
                <a:cubicBezTo>
                  <a:pt x="3" y="65"/>
                  <a:pt x="2" y="66"/>
                  <a:pt x="2" y="67"/>
                </a:cubicBezTo>
                <a:close/>
                <a:moveTo>
                  <a:pt x="32" y="14"/>
                </a:moveTo>
                <a:cubicBezTo>
                  <a:pt x="32" y="14"/>
                  <a:pt x="32" y="14"/>
                  <a:pt x="32" y="14"/>
                </a:cubicBezTo>
                <a:cubicBezTo>
                  <a:pt x="33" y="14"/>
                  <a:pt x="33" y="14"/>
                  <a:pt x="33" y="14"/>
                </a:cubicBezTo>
                <a:cubicBezTo>
                  <a:pt x="32" y="16"/>
                  <a:pt x="31" y="17"/>
                  <a:pt x="30" y="18"/>
                </a:cubicBezTo>
                <a:cubicBezTo>
                  <a:pt x="29" y="19"/>
                  <a:pt x="29" y="19"/>
                  <a:pt x="29" y="19"/>
                </a:cubicBezTo>
                <a:cubicBezTo>
                  <a:pt x="28" y="19"/>
                  <a:pt x="28" y="19"/>
                  <a:pt x="28" y="19"/>
                </a:cubicBezTo>
                <a:cubicBezTo>
                  <a:pt x="27" y="19"/>
                  <a:pt x="27" y="19"/>
                  <a:pt x="27" y="19"/>
                </a:cubicBezTo>
                <a:cubicBezTo>
                  <a:pt x="26" y="18"/>
                  <a:pt x="26" y="18"/>
                  <a:pt x="26" y="18"/>
                </a:cubicBezTo>
                <a:cubicBezTo>
                  <a:pt x="27" y="15"/>
                  <a:pt x="28" y="14"/>
                  <a:pt x="30" y="13"/>
                </a:cubicBezTo>
                <a:cubicBezTo>
                  <a:pt x="30" y="12"/>
                  <a:pt x="31" y="10"/>
                  <a:pt x="32" y="10"/>
                </a:cubicBezTo>
                <a:cubicBezTo>
                  <a:pt x="32" y="11"/>
                  <a:pt x="32" y="11"/>
                  <a:pt x="32" y="11"/>
                </a:cubicBezTo>
                <a:cubicBezTo>
                  <a:pt x="32" y="11"/>
                  <a:pt x="32" y="11"/>
                  <a:pt x="32" y="11"/>
                </a:cubicBezTo>
                <a:cubicBezTo>
                  <a:pt x="33" y="12"/>
                  <a:pt x="33" y="13"/>
                  <a:pt x="33" y="14"/>
                </a:cubicBezTo>
                <a:lnTo>
                  <a:pt x="32" y="14"/>
                </a:lnTo>
                <a:close/>
                <a:moveTo>
                  <a:pt x="40" y="8"/>
                </a:moveTo>
                <a:cubicBezTo>
                  <a:pt x="43" y="7"/>
                  <a:pt x="45" y="6"/>
                  <a:pt x="48" y="6"/>
                </a:cubicBezTo>
                <a:cubicBezTo>
                  <a:pt x="49" y="6"/>
                  <a:pt x="52" y="6"/>
                  <a:pt x="50" y="5"/>
                </a:cubicBezTo>
                <a:cubicBezTo>
                  <a:pt x="48" y="4"/>
                  <a:pt x="45" y="5"/>
                  <a:pt x="44" y="5"/>
                </a:cubicBezTo>
                <a:cubicBezTo>
                  <a:pt x="42" y="6"/>
                  <a:pt x="36" y="6"/>
                  <a:pt x="36" y="9"/>
                </a:cubicBezTo>
                <a:cubicBezTo>
                  <a:pt x="37" y="10"/>
                  <a:pt x="39" y="8"/>
                  <a:pt x="40" y="8"/>
                </a:cubicBezTo>
                <a:close/>
                <a:moveTo>
                  <a:pt x="55" y="4"/>
                </a:moveTo>
                <a:cubicBezTo>
                  <a:pt x="52" y="6"/>
                  <a:pt x="58" y="5"/>
                  <a:pt x="59" y="4"/>
                </a:cubicBezTo>
                <a:cubicBezTo>
                  <a:pt x="59" y="3"/>
                  <a:pt x="55" y="4"/>
                  <a:pt x="55" y="4"/>
                </a:cubicBezTo>
                <a:cubicBezTo>
                  <a:pt x="55" y="4"/>
                  <a:pt x="55" y="4"/>
                  <a:pt x="55" y="4"/>
                </a:cubicBezTo>
                <a:cubicBezTo>
                  <a:pt x="55" y="4"/>
                  <a:pt x="55" y="4"/>
                  <a:pt x="55" y="4"/>
                </a:cubicBezTo>
                <a:close/>
                <a:moveTo>
                  <a:pt x="62" y="2"/>
                </a:moveTo>
                <a:cubicBezTo>
                  <a:pt x="60" y="2"/>
                  <a:pt x="61" y="3"/>
                  <a:pt x="63" y="3"/>
                </a:cubicBezTo>
                <a:cubicBezTo>
                  <a:pt x="63" y="2"/>
                  <a:pt x="62" y="2"/>
                  <a:pt x="62" y="2"/>
                </a:cubicBezTo>
                <a:moveTo>
                  <a:pt x="67" y="0"/>
                </a:moveTo>
                <a:cubicBezTo>
                  <a:pt x="66" y="0"/>
                  <a:pt x="65" y="0"/>
                  <a:pt x="65" y="1"/>
                </a:cubicBezTo>
                <a:cubicBezTo>
                  <a:pt x="65" y="1"/>
                  <a:pt x="67" y="2"/>
                  <a:pt x="68" y="1"/>
                </a:cubicBezTo>
                <a:cubicBezTo>
                  <a:pt x="67" y="1"/>
                  <a:pt x="67" y="0"/>
                  <a:pt x="67" y="0"/>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8" name="Freeform 576"/>
          <p:cNvSpPr>
            <a:spLocks/>
          </p:cNvSpPr>
          <p:nvPr/>
        </p:nvSpPr>
        <p:spPr bwMode="auto">
          <a:xfrm>
            <a:off x="8731250" y="4515326"/>
            <a:ext cx="60325" cy="87313"/>
          </a:xfrm>
          <a:custGeom>
            <a:avLst/>
            <a:gdLst>
              <a:gd name="T0" fmla="*/ 0 w 15"/>
              <a:gd name="T1" fmla="*/ 9 h 22"/>
              <a:gd name="T2" fmla="*/ 1 w 15"/>
              <a:gd name="T3" fmla="*/ 6 h 22"/>
              <a:gd name="T4" fmla="*/ 5 w 15"/>
              <a:gd name="T5" fmla="*/ 0 h 22"/>
              <a:gd name="T6" fmla="*/ 7 w 15"/>
              <a:gd name="T7" fmla="*/ 0 h 22"/>
              <a:gd name="T8" fmla="*/ 7 w 15"/>
              <a:gd name="T9" fmla="*/ 0 h 22"/>
              <a:gd name="T10" fmla="*/ 9 w 15"/>
              <a:gd name="T11" fmla="*/ 6 h 22"/>
              <a:gd name="T12" fmla="*/ 13 w 15"/>
              <a:gd name="T13" fmla="*/ 11 h 22"/>
              <a:gd name="T14" fmla="*/ 14 w 15"/>
              <a:gd name="T15" fmla="*/ 14 h 22"/>
              <a:gd name="T16" fmla="*/ 12 w 15"/>
              <a:gd name="T17" fmla="*/ 21 h 22"/>
              <a:gd name="T18" fmla="*/ 6 w 15"/>
              <a:gd name="T19" fmla="*/ 22 h 22"/>
              <a:gd name="T20" fmla="*/ 1 w 15"/>
              <a:gd name="T21" fmla="*/ 19 h 22"/>
              <a:gd name="T22" fmla="*/ 3 w 15"/>
              <a:gd name="T23" fmla="*/ 16 h 22"/>
              <a:gd name="T24" fmla="*/ 1 w 15"/>
              <a:gd name="T25" fmla="*/ 12 h 22"/>
              <a:gd name="T26" fmla="*/ 0 w 15"/>
              <a:gd name="T27" fmla="*/ 9 h 22"/>
              <a:gd name="T28" fmla="*/ 0 w 15"/>
              <a:gd name="T2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2">
                <a:moveTo>
                  <a:pt x="0" y="9"/>
                </a:moveTo>
                <a:cubicBezTo>
                  <a:pt x="0" y="8"/>
                  <a:pt x="0" y="7"/>
                  <a:pt x="1" y="6"/>
                </a:cubicBezTo>
                <a:cubicBezTo>
                  <a:pt x="2" y="4"/>
                  <a:pt x="3" y="2"/>
                  <a:pt x="5" y="0"/>
                </a:cubicBezTo>
                <a:cubicBezTo>
                  <a:pt x="6" y="0"/>
                  <a:pt x="7" y="0"/>
                  <a:pt x="7" y="0"/>
                </a:cubicBezTo>
                <a:cubicBezTo>
                  <a:pt x="7" y="0"/>
                  <a:pt x="7" y="0"/>
                  <a:pt x="7" y="0"/>
                </a:cubicBezTo>
                <a:cubicBezTo>
                  <a:pt x="8" y="2"/>
                  <a:pt x="8" y="4"/>
                  <a:pt x="9" y="6"/>
                </a:cubicBezTo>
                <a:cubicBezTo>
                  <a:pt x="10" y="8"/>
                  <a:pt x="12" y="9"/>
                  <a:pt x="13" y="11"/>
                </a:cubicBezTo>
                <a:cubicBezTo>
                  <a:pt x="15" y="12"/>
                  <a:pt x="15" y="12"/>
                  <a:pt x="14" y="14"/>
                </a:cubicBezTo>
                <a:cubicBezTo>
                  <a:pt x="13" y="17"/>
                  <a:pt x="12" y="18"/>
                  <a:pt x="12" y="21"/>
                </a:cubicBezTo>
                <a:cubicBezTo>
                  <a:pt x="10" y="21"/>
                  <a:pt x="8" y="22"/>
                  <a:pt x="6" y="22"/>
                </a:cubicBezTo>
                <a:cubicBezTo>
                  <a:pt x="4" y="21"/>
                  <a:pt x="3" y="20"/>
                  <a:pt x="1" y="19"/>
                </a:cubicBezTo>
                <a:cubicBezTo>
                  <a:pt x="2" y="18"/>
                  <a:pt x="3" y="17"/>
                  <a:pt x="3" y="16"/>
                </a:cubicBezTo>
                <a:cubicBezTo>
                  <a:pt x="3" y="14"/>
                  <a:pt x="2" y="13"/>
                  <a:pt x="1" y="12"/>
                </a:cubicBezTo>
                <a:cubicBezTo>
                  <a:pt x="1" y="11"/>
                  <a:pt x="0" y="10"/>
                  <a:pt x="0" y="9"/>
                </a:cubicBezTo>
                <a:cubicBezTo>
                  <a:pt x="0" y="8"/>
                  <a:pt x="0" y="10"/>
                  <a:pt x="0" y="9"/>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9" name="Freeform 577"/>
          <p:cNvSpPr>
            <a:spLocks/>
          </p:cNvSpPr>
          <p:nvPr/>
        </p:nvSpPr>
        <p:spPr bwMode="auto">
          <a:xfrm>
            <a:off x="9913938" y="3700938"/>
            <a:ext cx="447675" cy="347663"/>
          </a:xfrm>
          <a:custGeom>
            <a:avLst/>
            <a:gdLst>
              <a:gd name="T0" fmla="*/ 59 w 113"/>
              <a:gd name="T1" fmla="*/ 86 h 88"/>
              <a:gd name="T2" fmla="*/ 63 w 113"/>
              <a:gd name="T3" fmla="*/ 87 h 88"/>
              <a:gd name="T4" fmla="*/ 71 w 113"/>
              <a:gd name="T5" fmla="*/ 84 h 88"/>
              <a:gd name="T6" fmla="*/ 74 w 113"/>
              <a:gd name="T7" fmla="*/ 80 h 88"/>
              <a:gd name="T8" fmla="*/ 81 w 113"/>
              <a:gd name="T9" fmla="*/ 76 h 88"/>
              <a:gd name="T10" fmla="*/ 87 w 113"/>
              <a:gd name="T11" fmla="*/ 74 h 88"/>
              <a:gd name="T12" fmla="*/ 89 w 113"/>
              <a:gd name="T13" fmla="*/ 73 h 88"/>
              <a:gd name="T14" fmla="*/ 92 w 113"/>
              <a:gd name="T15" fmla="*/ 62 h 88"/>
              <a:gd name="T16" fmla="*/ 97 w 113"/>
              <a:gd name="T17" fmla="*/ 52 h 88"/>
              <a:gd name="T18" fmla="*/ 108 w 113"/>
              <a:gd name="T19" fmla="*/ 46 h 88"/>
              <a:gd name="T20" fmla="*/ 112 w 113"/>
              <a:gd name="T21" fmla="*/ 41 h 88"/>
              <a:gd name="T22" fmla="*/ 106 w 113"/>
              <a:gd name="T23" fmla="*/ 37 h 88"/>
              <a:gd name="T24" fmla="*/ 106 w 113"/>
              <a:gd name="T25" fmla="*/ 26 h 88"/>
              <a:gd name="T26" fmla="*/ 93 w 113"/>
              <a:gd name="T27" fmla="*/ 13 h 88"/>
              <a:gd name="T28" fmla="*/ 79 w 113"/>
              <a:gd name="T29" fmla="*/ 6 h 88"/>
              <a:gd name="T30" fmla="*/ 74 w 113"/>
              <a:gd name="T31" fmla="*/ 1 h 88"/>
              <a:gd name="T32" fmla="*/ 68 w 113"/>
              <a:gd name="T33" fmla="*/ 6 h 88"/>
              <a:gd name="T34" fmla="*/ 61 w 113"/>
              <a:gd name="T35" fmla="*/ 6 h 88"/>
              <a:gd name="T36" fmla="*/ 52 w 113"/>
              <a:gd name="T37" fmla="*/ 4 h 88"/>
              <a:gd name="T38" fmla="*/ 47 w 113"/>
              <a:gd name="T39" fmla="*/ 4 h 88"/>
              <a:gd name="T40" fmla="*/ 38 w 113"/>
              <a:gd name="T41" fmla="*/ 2 h 88"/>
              <a:gd name="T42" fmla="*/ 29 w 113"/>
              <a:gd name="T43" fmla="*/ 1 h 88"/>
              <a:gd name="T44" fmla="*/ 19 w 113"/>
              <a:gd name="T45" fmla="*/ 2 h 88"/>
              <a:gd name="T46" fmla="*/ 7 w 113"/>
              <a:gd name="T47" fmla="*/ 8 h 88"/>
              <a:gd name="T48" fmla="*/ 1 w 113"/>
              <a:gd name="T49" fmla="*/ 13 h 88"/>
              <a:gd name="T50" fmla="*/ 1 w 113"/>
              <a:gd name="T51" fmla="*/ 32 h 88"/>
              <a:gd name="T52" fmla="*/ 2 w 113"/>
              <a:gd name="T53" fmla="*/ 27 h 88"/>
              <a:gd name="T54" fmla="*/ 3 w 113"/>
              <a:gd name="T55" fmla="*/ 39 h 88"/>
              <a:gd name="T56" fmla="*/ 8 w 113"/>
              <a:gd name="T57" fmla="*/ 42 h 88"/>
              <a:gd name="T58" fmla="*/ 11 w 113"/>
              <a:gd name="T59" fmla="*/ 43 h 88"/>
              <a:gd name="T60" fmla="*/ 15 w 113"/>
              <a:gd name="T61" fmla="*/ 45 h 88"/>
              <a:gd name="T62" fmla="*/ 22 w 113"/>
              <a:gd name="T63" fmla="*/ 49 h 88"/>
              <a:gd name="T64" fmla="*/ 27 w 113"/>
              <a:gd name="T65" fmla="*/ 48 h 88"/>
              <a:gd name="T66" fmla="*/ 32 w 113"/>
              <a:gd name="T67" fmla="*/ 51 h 88"/>
              <a:gd name="T68" fmla="*/ 33 w 113"/>
              <a:gd name="T69" fmla="*/ 62 h 88"/>
              <a:gd name="T70" fmla="*/ 34 w 113"/>
              <a:gd name="T71" fmla="*/ 71 h 88"/>
              <a:gd name="T72" fmla="*/ 38 w 113"/>
              <a:gd name="T73" fmla="*/ 72 h 88"/>
              <a:gd name="T74" fmla="*/ 43 w 113"/>
              <a:gd name="T75" fmla="*/ 75 h 88"/>
              <a:gd name="T76" fmla="*/ 52 w 113"/>
              <a:gd name="T77" fmla="*/ 8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3" h="88">
                <a:moveTo>
                  <a:pt x="52" y="86"/>
                </a:moveTo>
                <a:cubicBezTo>
                  <a:pt x="54" y="86"/>
                  <a:pt x="56" y="86"/>
                  <a:pt x="59" y="86"/>
                </a:cubicBezTo>
                <a:cubicBezTo>
                  <a:pt x="60" y="85"/>
                  <a:pt x="61" y="85"/>
                  <a:pt x="62" y="85"/>
                </a:cubicBezTo>
                <a:cubicBezTo>
                  <a:pt x="62" y="86"/>
                  <a:pt x="63" y="86"/>
                  <a:pt x="63" y="87"/>
                </a:cubicBezTo>
                <a:cubicBezTo>
                  <a:pt x="65" y="88"/>
                  <a:pt x="67" y="86"/>
                  <a:pt x="68" y="85"/>
                </a:cubicBezTo>
                <a:cubicBezTo>
                  <a:pt x="69" y="85"/>
                  <a:pt x="70" y="84"/>
                  <a:pt x="71" y="84"/>
                </a:cubicBezTo>
                <a:cubicBezTo>
                  <a:pt x="72" y="84"/>
                  <a:pt x="73" y="85"/>
                  <a:pt x="74" y="84"/>
                </a:cubicBezTo>
                <a:cubicBezTo>
                  <a:pt x="75" y="83"/>
                  <a:pt x="73" y="81"/>
                  <a:pt x="74" y="80"/>
                </a:cubicBezTo>
                <a:cubicBezTo>
                  <a:pt x="75" y="79"/>
                  <a:pt x="76" y="79"/>
                  <a:pt x="77" y="79"/>
                </a:cubicBezTo>
                <a:cubicBezTo>
                  <a:pt x="79" y="78"/>
                  <a:pt x="82" y="79"/>
                  <a:pt x="81" y="76"/>
                </a:cubicBezTo>
                <a:cubicBezTo>
                  <a:pt x="82" y="75"/>
                  <a:pt x="83" y="76"/>
                  <a:pt x="84" y="76"/>
                </a:cubicBezTo>
                <a:cubicBezTo>
                  <a:pt x="86" y="76"/>
                  <a:pt x="86" y="75"/>
                  <a:pt x="87" y="74"/>
                </a:cubicBezTo>
                <a:cubicBezTo>
                  <a:pt x="88" y="75"/>
                  <a:pt x="88" y="80"/>
                  <a:pt x="91" y="78"/>
                </a:cubicBezTo>
                <a:cubicBezTo>
                  <a:pt x="94" y="77"/>
                  <a:pt x="90" y="74"/>
                  <a:pt x="89" y="73"/>
                </a:cubicBezTo>
                <a:cubicBezTo>
                  <a:pt x="88" y="71"/>
                  <a:pt x="91" y="68"/>
                  <a:pt x="92" y="66"/>
                </a:cubicBezTo>
                <a:cubicBezTo>
                  <a:pt x="92" y="64"/>
                  <a:pt x="92" y="63"/>
                  <a:pt x="92" y="62"/>
                </a:cubicBezTo>
                <a:cubicBezTo>
                  <a:pt x="92" y="60"/>
                  <a:pt x="92" y="58"/>
                  <a:pt x="92" y="57"/>
                </a:cubicBezTo>
                <a:cubicBezTo>
                  <a:pt x="93" y="54"/>
                  <a:pt x="95" y="53"/>
                  <a:pt x="97" y="52"/>
                </a:cubicBezTo>
                <a:cubicBezTo>
                  <a:pt x="101" y="51"/>
                  <a:pt x="100" y="49"/>
                  <a:pt x="102" y="47"/>
                </a:cubicBezTo>
                <a:cubicBezTo>
                  <a:pt x="104" y="44"/>
                  <a:pt x="105" y="46"/>
                  <a:pt x="108" y="46"/>
                </a:cubicBezTo>
                <a:cubicBezTo>
                  <a:pt x="111" y="46"/>
                  <a:pt x="109" y="44"/>
                  <a:pt x="111" y="42"/>
                </a:cubicBezTo>
                <a:cubicBezTo>
                  <a:pt x="111" y="42"/>
                  <a:pt x="112" y="42"/>
                  <a:pt x="112" y="41"/>
                </a:cubicBezTo>
                <a:cubicBezTo>
                  <a:pt x="113" y="40"/>
                  <a:pt x="111" y="40"/>
                  <a:pt x="111" y="40"/>
                </a:cubicBezTo>
                <a:cubicBezTo>
                  <a:pt x="109" y="39"/>
                  <a:pt x="106" y="40"/>
                  <a:pt x="106" y="37"/>
                </a:cubicBezTo>
                <a:cubicBezTo>
                  <a:pt x="106" y="35"/>
                  <a:pt x="108" y="33"/>
                  <a:pt x="108" y="31"/>
                </a:cubicBezTo>
                <a:cubicBezTo>
                  <a:pt x="110" y="27"/>
                  <a:pt x="109" y="27"/>
                  <a:pt x="106" y="26"/>
                </a:cubicBezTo>
                <a:cubicBezTo>
                  <a:pt x="103" y="24"/>
                  <a:pt x="102" y="22"/>
                  <a:pt x="100" y="20"/>
                </a:cubicBezTo>
                <a:cubicBezTo>
                  <a:pt x="98" y="17"/>
                  <a:pt x="95" y="16"/>
                  <a:pt x="93" y="13"/>
                </a:cubicBezTo>
                <a:cubicBezTo>
                  <a:pt x="91" y="11"/>
                  <a:pt x="90" y="10"/>
                  <a:pt x="87" y="9"/>
                </a:cubicBezTo>
                <a:cubicBezTo>
                  <a:pt x="84" y="9"/>
                  <a:pt x="81" y="9"/>
                  <a:pt x="79" y="6"/>
                </a:cubicBezTo>
                <a:cubicBezTo>
                  <a:pt x="78" y="5"/>
                  <a:pt x="77" y="4"/>
                  <a:pt x="76" y="2"/>
                </a:cubicBezTo>
                <a:cubicBezTo>
                  <a:pt x="76" y="1"/>
                  <a:pt x="76" y="0"/>
                  <a:pt x="74" y="1"/>
                </a:cubicBezTo>
                <a:cubicBezTo>
                  <a:pt x="73" y="1"/>
                  <a:pt x="72" y="3"/>
                  <a:pt x="71" y="3"/>
                </a:cubicBezTo>
                <a:cubicBezTo>
                  <a:pt x="70" y="4"/>
                  <a:pt x="69" y="5"/>
                  <a:pt x="68" y="6"/>
                </a:cubicBezTo>
                <a:cubicBezTo>
                  <a:pt x="66" y="6"/>
                  <a:pt x="65" y="6"/>
                  <a:pt x="64" y="6"/>
                </a:cubicBezTo>
                <a:cubicBezTo>
                  <a:pt x="63" y="7"/>
                  <a:pt x="62" y="8"/>
                  <a:pt x="61" y="6"/>
                </a:cubicBezTo>
                <a:cubicBezTo>
                  <a:pt x="59" y="6"/>
                  <a:pt x="59" y="4"/>
                  <a:pt x="57" y="4"/>
                </a:cubicBezTo>
                <a:cubicBezTo>
                  <a:pt x="55" y="4"/>
                  <a:pt x="54" y="5"/>
                  <a:pt x="52" y="4"/>
                </a:cubicBezTo>
                <a:cubicBezTo>
                  <a:pt x="52" y="3"/>
                  <a:pt x="51" y="4"/>
                  <a:pt x="50" y="4"/>
                </a:cubicBezTo>
                <a:cubicBezTo>
                  <a:pt x="49" y="4"/>
                  <a:pt x="49" y="5"/>
                  <a:pt x="47" y="4"/>
                </a:cubicBezTo>
                <a:cubicBezTo>
                  <a:pt x="45" y="2"/>
                  <a:pt x="44" y="3"/>
                  <a:pt x="42" y="4"/>
                </a:cubicBezTo>
                <a:cubicBezTo>
                  <a:pt x="40" y="5"/>
                  <a:pt x="40" y="4"/>
                  <a:pt x="38" y="2"/>
                </a:cubicBezTo>
                <a:cubicBezTo>
                  <a:pt x="36" y="0"/>
                  <a:pt x="35" y="4"/>
                  <a:pt x="32" y="3"/>
                </a:cubicBezTo>
                <a:cubicBezTo>
                  <a:pt x="31" y="3"/>
                  <a:pt x="30" y="2"/>
                  <a:pt x="29" y="1"/>
                </a:cubicBezTo>
                <a:cubicBezTo>
                  <a:pt x="27" y="1"/>
                  <a:pt x="25" y="2"/>
                  <a:pt x="24" y="1"/>
                </a:cubicBezTo>
                <a:cubicBezTo>
                  <a:pt x="22" y="1"/>
                  <a:pt x="21" y="1"/>
                  <a:pt x="19" y="2"/>
                </a:cubicBezTo>
                <a:cubicBezTo>
                  <a:pt x="18" y="2"/>
                  <a:pt x="17" y="3"/>
                  <a:pt x="15" y="4"/>
                </a:cubicBezTo>
                <a:cubicBezTo>
                  <a:pt x="12" y="5"/>
                  <a:pt x="9" y="6"/>
                  <a:pt x="7" y="8"/>
                </a:cubicBezTo>
                <a:cubicBezTo>
                  <a:pt x="5" y="9"/>
                  <a:pt x="5" y="9"/>
                  <a:pt x="4" y="11"/>
                </a:cubicBezTo>
                <a:cubicBezTo>
                  <a:pt x="3" y="12"/>
                  <a:pt x="3" y="13"/>
                  <a:pt x="1" y="13"/>
                </a:cubicBezTo>
                <a:cubicBezTo>
                  <a:pt x="1" y="16"/>
                  <a:pt x="1" y="19"/>
                  <a:pt x="1" y="23"/>
                </a:cubicBezTo>
                <a:cubicBezTo>
                  <a:pt x="1" y="26"/>
                  <a:pt x="1" y="29"/>
                  <a:pt x="1" y="32"/>
                </a:cubicBezTo>
                <a:cubicBezTo>
                  <a:pt x="1" y="34"/>
                  <a:pt x="2" y="35"/>
                  <a:pt x="2" y="33"/>
                </a:cubicBezTo>
                <a:cubicBezTo>
                  <a:pt x="2" y="31"/>
                  <a:pt x="0" y="28"/>
                  <a:pt x="2" y="27"/>
                </a:cubicBezTo>
                <a:cubicBezTo>
                  <a:pt x="3" y="29"/>
                  <a:pt x="4" y="31"/>
                  <a:pt x="4" y="33"/>
                </a:cubicBezTo>
                <a:cubicBezTo>
                  <a:pt x="4" y="35"/>
                  <a:pt x="3" y="37"/>
                  <a:pt x="3" y="39"/>
                </a:cubicBezTo>
                <a:cubicBezTo>
                  <a:pt x="5" y="39"/>
                  <a:pt x="5" y="39"/>
                  <a:pt x="5" y="40"/>
                </a:cubicBezTo>
                <a:cubicBezTo>
                  <a:pt x="7" y="40"/>
                  <a:pt x="7" y="41"/>
                  <a:pt x="8" y="42"/>
                </a:cubicBezTo>
                <a:cubicBezTo>
                  <a:pt x="9" y="43"/>
                  <a:pt x="9" y="43"/>
                  <a:pt x="10" y="44"/>
                </a:cubicBezTo>
                <a:cubicBezTo>
                  <a:pt x="11" y="43"/>
                  <a:pt x="11" y="43"/>
                  <a:pt x="11" y="43"/>
                </a:cubicBezTo>
                <a:cubicBezTo>
                  <a:pt x="11" y="43"/>
                  <a:pt x="12" y="43"/>
                  <a:pt x="12" y="44"/>
                </a:cubicBezTo>
                <a:cubicBezTo>
                  <a:pt x="13" y="44"/>
                  <a:pt x="14" y="44"/>
                  <a:pt x="15" y="45"/>
                </a:cubicBezTo>
                <a:cubicBezTo>
                  <a:pt x="16" y="46"/>
                  <a:pt x="18" y="47"/>
                  <a:pt x="19" y="47"/>
                </a:cubicBezTo>
                <a:cubicBezTo>
                  <a:pt x="20" y="49"/>
                  <a:pt x="19" y="49"/>
                  <a:pt x="22" y="49"/>
                </a:cubicBezTo>
                <a:cubicBezTo>
                  <a:pt x="22" y="49"/>
                  <a:pt x="22" y="49"/>
                  <a:pt x="22" y="48"/>
                </a:cubicBezTo>
                <a:cubicBezTo>
                  <a:pt x="24" y="47"/>
                  <a:pt x="25" y="48"/>
                  <a:pt x="27" y="48"/>
                </a:cubicBezTo>
                <a:cubicBezTo>
                  <a:pt x="28" y="48"/>
                  <a:pt x="29" y="48"/>
                  <a:pt x="30" y="48"/>
                </a:cubicBezTo>
                <a:cubicBezTo>
                  <a:pt x="31" y="49"/>
                  <a:pt x="31" y="50"/>
                  <a:pt x="32" y="51"/>
                </a:cubicBezTo>
                <a:cubicBezTo>
                  <a:pt x="33" y="52"/>
                  <a:pt x="34" y="52"/>
                  <a:pt x="35" y="54"/>
                </a:cubicBezTo>
                <a:cubicBezTo>
                  <a:pt x="37" y="57"/>
                  <a:pt x="34" y="59"/>
                  <a:pt x="33" y="62"/>
                </a:cubicBezTo>
                <a:cubicBezTo>
                  <a:pt x="32" y="64"/>
                  <a:pt x="32" y="65"/>
                  <a:pt x="32" y="67"/>
                </a:cubicBezTo>
                <a:cubicBezTo>
                  <a:pt x="32" y="69"/>
                  <a:pt x="34" y="70"/>
                  <a:pt x="34" y="71"/>
                </a:cubicBezTo>
                <a:cubicBezTo>
                  <a:pt x="33" y="71"/>
                  <a:pt x="33" y="71"/>
                  <a:pt x="33" y="71"/>
                </a:cubicBezTo>
                <a:cubicBezTo>
                  <a:pt x="35" y="72"/>
                  <a:pt x="36" y="71"/>
                  <a:pt x="38" y="72"/>
                </a:cubicBezTo>
                <a:cubicBezTo>
                  <a:pt x="39" y="72"/>
                  <a:pt x="39" y="73"/>
                  <a:pt x="40" y="74"/>
                </a:cubicBezTo>
                <a:cubicBezTo>
                  <a:pt x="41" y="74"/>
                  <a:pt x="42" y="74"/>
                  <a:pt x="43" y="75"/>
                </a:cubicBezTo>
                <a:cubicBezTo>
                  <a:pt x="47" y="77"/>
                  <a:pt x="48" y="81"/>
                  <a:pt x="48" y="86"/>
                </a:cubicBezTo>
                <a:cubicBezTo>
                  <a:pt x="49" y="86"/>
                  <a:pt x="50" y="86"/>
                  <a:pt x="52" y="86"/>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0" name="Freeform 578"/>
          <p:cNvSpPr>
            <a:spLocks/>
          </p:cNvSpPr>
          <p:nvPr/>
        </p:nvSpPr>
        <p:spPr bwMode="auto">
          <a:xfrm>
            <a:off x="9910763" y="3467576"/>
            <a:ext cx="557213" cy="339725"/>
          </a:xfrm>
          <a:custGeom>
            <a:avLst/>
            <a:gdLst>
              <a:gd name="T0" fmla="*/ 121 w 141"/>
              <a:gd name="T1" fmla="*/ 80 h 86"/>
              <a:gd name="T2" fmla="*/ 130 w 141"/>
              <a:gd name="T3" fmla="*/ 79 h 86"/>
              <a:gd name="T4" fmla="*/ 136 w 141"/>
              <a:gd name="T5" fmla="*/ 71 h 86"/>
              <a:gd name="T6" fmla="*/ 140 w 141"/>
              <a:gd name="T7" fmla="*/ 60 h 86"/>
              <a:gd name="T8" fmla="*/ 138 w 141"/>
              <a:gd name="T9" fmla="*/ 53 h 86"/>
              <a:gd name="T10" fmla="*/ 136 w 141"/>
              <a:gd name="T11" fmla="*/ 47 h 86"/>
              <a:gd name="T12" fmla="*/ 130 w 141"/>
              <a:gd name="T13" fmla="*/ 44 h 86"/>
              <a:gd name="T14" fmla="*/ 132 w 141"/>
              <a:gd name="T15" fmla="*/ 35 h 86"/>
              <a:gd name="T16" fmla="*/ 134 w 141"/>
              <a:gd name="T17" fmla="*/ 29 h 86"/>
              <a:gd name="T18" fmla="*/ 129 w 141"/>
              <a:gd name="T19" fmla="*/ 22 h 86"/>
              <a:gd name="T20" fmla="*/ 121 w 141"/>
              <a:gd name="T21" fmla="*/ 19 h 86"/>
              <a:gd name="T22" fmla="*/ 113 w 141"/>
              <a:gd name="T23" fmla="*/ 18 h 86"/>
              <a:gd name="T24" fmla="*/ 105 w 141"/>
              <a:gd name="T25" fmla="*/ 17 h 86"/>
              <a:gd name="T26" fmla="*/ 99 w 141"/>
              <a:gd name="T27" fmla="*/ 10 h 86"/>
              <a:gd name="T28" fmla="*/ 94 w 141"/>
              <a:gd name="T29" fmla="*/ 7 h 86"/>
              <a:gd name="T30" fmla="*/ 89 w 141"/>
              <a:gd name="T31" fmla="*/ 4 h 86"/>
              <a:gd name="T32" fmla="*/ 85 w 141"/>
              <a:gd name="T33" fmla="*/ 1 h 86"/>
              <a:gd name="T34" fmla="*/ 84 w 141"/>
              <a:gd name="T35" fmla="*/ 3 h 86"/>
              <a:gd name="T36" fmla="*/ 77 w 141"/>
              <a:gd name="T37" fmla="*/ 2 h 86"/>
              <a:gd name="T38" fmla="*/ 70 w 141"/>
              <a:gd name="T39" fmla="*/ 5 h 86"/>
              <a:gd name="T40" fmla="*/ 66 w 141"/>
              <a:gd name="T41" fmla="*/ 13 h 86"/>
              <a:gd name="T42" fmla="*/ 64 w 141"/>
              <a:gd name="T43" fmla="*/ 35 h 86"/>
              <a:gd name="T44" fmla="*/ 51 w 141"/>
              <a:gd name="T45" fmla="*/ 39 h 86"/>
              <a:gd name="T46" fmla="*/ 44 w 141"/>
              <a:gd name="T47" fmla="*/ 30 h 86"/>
              <a:gd name="T48" fmla="*/ 34 w 141"/>
              <a:gd name="T49" fmla="*/ 18 h 86"/>
              <a:gd name="T50" fmla="*/ 32 w 141"/>
              <a:gd name="T51" fmla="*/ 12 h 86"/>
              <a:gd name="T52" fmla="*/ 21 w 141"/>
              <a:gd name="T53" fmla="*/ 17 h 86"/>
              <a:gd name="T54" fmla="*/ 11 w 141"/>
              <a:gd name="T55" fmla="*/ 25 h 86"/>
              <a:gd name="T56" fmla="*/ 8 w 141"/>
              <a:gd name="T57" fmla="*/ 40 h 86"/>
              <a:gd name="T58" fmla="*/ 2 w 141"/>
              <a:gd name="T59" fmla="*/ 49 h 86"/>
              <a:gd name="T60" fmla="*/ 2 w 141"/>
              <a:gd name="T61" fmla="*/ 58 h 86"/>
              <a:gd name="T62" fmla="*/ 0 w 141"/>
              <a:gd name="T63" fmla="*/ 66 h 86"/>
              <a:gd name="T64" fmla="*/ 7 w 141"/>
              <a:gd name="T65" fmla="*/ 67 h 86"/>
              <a:gd name="T66" fmla="*/ 24 w 141"/>
              <a:gd name="T67" fmla="*/ 60 h 86"/>
              <a:gd name="T68" fmla="*/ 33 w 141"/>
              <a:gd name="T69" fmla="*/ 62 h 86"/>
              <a:gd name="T70" fmla="*/ 43 w 141"/>
              <a:gd name="T71" fmla="*/ 63 h 86"/>
              <a:gd name="T72" fmla="*/ 51 w 141"/>
              <a:gd name="T73" fmla="*/ 63 h 86"/>
              <a:gd name="T74" fmla="*/ 58 w 141"/>
              <a:gd name="T75" fmla="*/ 63 h 86"/>
              <a:gd name="T76" fmla="*/ 65 w 141"/>
              <a:gd name="T77" fmla="*/ 65 h 86"/>
              <a:gd name="T78" fmla="*/ 75 w 141"/>
              <a:gd name="T79" fmla="*/ 60 h 86"/>
              <a:gd name="T80" fmla="*/ 80 w 141"/>
              <a:gd name="T81" fmla="*/ 65 h 86"/>
              <a:gd name="T82" fmla="*/ 95 w 141"/>
              <a:gd name="T83" fmla="*/ 73 h 86"/>
              <a:gd name="T84" fmla="*/ 102 w 141"/>
              <a:gd name="T85" fmla="*/ 81 h 86"/>
              <a:gd name="T86" fmla="*/ 110 w 141"/>
              <a:gd name="T8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86">
                <a:moveTo>
                  <a:pt x="117" y="81"/>
                </a:moveTo>
                <a:cubicBezTo>
                  <a:pt x="118" y="80"/>
                  <a:pt x="119" y="80"/>
                  <a:pt x="121" y="80"/>
                </a:cubicBezTo>
                <a:cubicBezTo>
                  <a:pt x="122" y="81"/>
                  <a:pt x="124" y="82"/>
                  <a:pt x="124" y="80"/>
                </a:cubicBezTo>
                <a:cubicBezTo>
                  <a:pt x="127" y="80"/>
                  <a:pt x="129" y="84"/>
                  <a:pt x="130" y="79"/>
                </a:cubicBezTo>
                <a:cubicBezTo>
                  <a:pt x="131" y="77"/>
                  <a:pt x="131" y="76"/>
                  <a:pt x="133" y="75"/>
                </a:cubicBezTo>
                <a:cubicBezTo>
                  <a:pt x="134" y="74"/>
                  <a:pt x="135" y="72"/>
                  <a:pt x="136" y="71"/>
                </a:cubicBezTo>
                <a:cubicBezTo>
                  <a:pt x="139" y="69"/>
                  <a:pt x="141" y="70"/>
                  <a:pt x="141" y="65"/>
                </a:cubicBezTo>
                <a:cubicBezTo>
                  <a:pt x="141" y="64"/>
                  <a:pt x="141" y="62"/>
                  <a:pt x="140" y="60"/>
                </a:cubicBezTo>
                <a:cubicBezTo>
                  <a:pt x="140" y="59"/>
                  <a:pt x="140" y="56"/>
                  <a:pt x="139" y="54"/>
                </a:cubicBezTo>
                <a:cubicBezTo>
                  <a:pt x="138" y="54"/>
                  <a:pt x="138" y="54"/>
                  <a:pt x="138" y="53"/>
                </a:cubicBezTo>
                <a:cubicBezTo>
                  <a:pt x="137" y="52"/>
                  <a:pt x="138" y="51"/>
                  <a:pt x="137" y="49"/>
                </a:cubicBezTo>
                <a:cubicBezTo>
                  <a:pt x="135" y="48"/>
                  <a:pt x="136" y="49"/>
                  <a:pt x="136" y="47"/>
                </a:cubicBezTo>
                <a:cubicBezTo>
                  <a:pt x="135" y="46"/>
                  <a:pt x="135" y="44"/>
                  <a:pt x="134" y="44"/>
                </a:cubicBezTo>
                <a:cubicBezTo>
                  <a:pt x="133" y="43"/>
                  <a:pt x="131" y="45"/>
                  <a:pt x="130" y="44"/>
                </a:cubicBezTo>
                <a:cubicBezTo>
                  <a:pt x="131" y="43"/>
                  <a:pt x="132" y="41"/>
                  <a:pt x="132" y="40"/>
                </a:cubicBezTo>
                <a:cubicBezTo>
                  <a:pt x="133" y="38"/>
                  <a:pt x="132" y="37"/>
                  <a:pt x="132" y="35"/>
                </a:cubicBezTo>
                <a:cubicBezTo>
                  <a:pt x="132" y="34"/>
                  <a:pt x="133" y="34"/>
                  <a:pt x="134" y="33"/>
                </a:cubicBezTo>
                <a:cubicBezTo>
                  <a:pt x="135" y="32"/>
                  <a:pt x="135" y="30"/>
                  <a:pt x="134" y="29"/>
                </a:cubicBezTo>
                <a:cubicBezTo>
                  <a:pt x="134" y="27"/>
                  <a:pt x="132" y="26"/>
                  <a:pt x="131" y="26"/>
                </a:cubicBezTo>
                <a:cubicBezTo>
                  <a:pt x="129" y="25"/>
                  <a:pt x="129" y="24"/>
                  <a:pt x="129" y="22"/>
                </a:cubicBezTo>
                <a:cubicBezTo>
                  <a:pt x="128" y="21"/>
                  <a:pt x="128" y="20"/>
                  <a:pt x="126" y="20"/>
                </a:cubicBezTo>
                <a:cubicBezTo>
                  <a:pt x="124" y="20"/>
                  <a:pt x="123" y="20"/>
                  <a:pt x="121" y="19"/>
                </a:cubicBezTo>
                <a:cubicBezTo>
                  <a:pt x="120" y="19"/>
                  <a:pt x="119" y="18"/>
                  <a:pt x="118" y="17"/>
                </a:cubicBezTo>
                <a:cubicBezTo>
                  <a:pt x="116" y="16"/>
                  <a:pt x="115" y="17"/>
                  <a:pt x="113" y="18"/>
                </a:cubicBezTo>
                <a:cubicBezTo>
                  <a:pt x="113" y="19"/>
                  <a:pt x="110" y="20"/>
                  <a:pt x="109" y="20"/>
                </a:cubicBezTo>
                <a:cubicBezTo>
                  <a:pt x="108" y="20"/>
                  <a:pt x="106" y="18"/>
                  <a:pt x="105" y="17"/>
                </a:cubicBezTo>
                <a:cubicBezTo>
                  <a:pt x="103" y="16"/>
                  <a:pt x="103" y="15"/>
                  <a:pt x="102" y="13"/>
                </a:cubicBezTo>
                <a:cubicBezTo>
                  <a:pt x="101" y="12"/>
                  <a:pt x="100" y="12"/>
                  <a:pt x="99" y="10"/>
                </a:cubicBezTo>
                <a:cubicBezTo>
                  <a:pt x="98" y="8"/>
                  <a:pt x="99" y="8"/>
                  <a:pt x="96" y="8"/>
                </a:cubicBezTo>
                <a:cubicBezTo>
                  <a:pt x="95" y="8"/>
                  <a:pt x="95" y="8"/>
                  <a:pt x="94" y="7"/>
                </a:cubicBezTo>
                <a:cubicBezTo>
                  <a:pt x="93" y="7"/>
                  <a:pt x="93" y="6"/>
                  <a:pt x="93" y="5"/>
                </a:cubicBezTo>
                <a:cubicBezTo>
                  <a:pt x="92" y="7"/>
                  <a:pt x="89" y="4"/>
                  <a:pt x="89" y="4"/>
                </a:cubicBezTo>
                <a:cubicBezTo>
                  <a:pt x="88" y="3"/>
                  <a:pt x="88" y="2"/>
                  <a:pt x="87" y="2"/>
                </a:cubicBezTo>
                <a:cubicBezTo>
                  <a:pt x="86" y="1"/>
                  <a:pt x="86" y="1"/>
                  <a:pt x="85" y="1"/>
                </a:cubicBezTo>
                <a:cubicBezTo>
                  <a:pt x="85" y="1"/>
                  <a:pt x="85" y="0"/>
                  <a:pt x="85" y="0"/>
                </a:cubicBezTo>
                <a:cubicBezTo>
                  <a:pt x="84" y="1"/>
                  <a:pt x="85" y="2"/>
                  <a:pt x="84" y="3"/>
                </a:cubicBezTo>
                <a:cubicBezTo>
                  <a:pt x="82" y="4"/>
                  <a:pt x="82" y="1"/>
                  <a:pt x="81" y="0"/>
                </a:cubicBezTo>
                <a:cubicBezTo>
                  <a:pt x="80" y="0"/>
                  <a:pt x="79" y="2"/>
                  <a:pt x="77" y="2"/>
                </a:cubicBezTo>
                <a:cubicBezTo>
                  <a:pt x="76" y="3"/>
                  <a:pt x="75" y="3"/>
                  <a:pt x="73" y="4"/>
                </a:cubicBezTo>
                <a:cubicBezTo>
                  <a:pt x="73" y="4"/>
                  <a:pt x="71" y="4"/>
                  <a:pt x="70" y="5"/>
                </a:cubicBezTo>
                <a:cubicBezTo>
                  <a:pt x="68" y="6"/>
                  <a:pt x="68" y="8"/>
                  <a:pt x="65" y="7"/>
                </a:cubicBezTo>
                <a:cubicBezTo>
                  <a:pt x="64" y="9"/>
                  <a:pt x="65" y="12"/>
                  <a:pt x="66" y="13"/>
                </a:cubicBezTo>
                <a:cubicBezTo>
                  <a:pt x="66" y="15"/>
                  <a:pt x="66" y="18"/>
                  <a:pt x="66" y="21"/>
                </a:cubicBezTo>
                <a:cubicBezTo>
                  <a:pt x="67" y="26"/>
                  <a:pt x="68" y="31"/>
                  <a:pt x="64" y="35"/>
                </a:cubicBezTo>
                <a:cubicBezTo>
                  <a:pt x="62" y="37"/>
                  <a:pt x="59" y="38"/>
                  <a:pt x="57" y="38"/>
                </a:cubicBezTo>
                <a:cubicBezTo>
                  <a:pt x="55" y="39"/>
                  <a:pt x="53" y="41"/>
                  <a:pt x="51" y="39"/>
                </a:cubicBezTo>
                <a:cubicBezTo>
                  <a:pt x="49" y="38"/>
                  <a:pt x="48" y="37"/>
                  <a:pt x="46" y="36"/>
                </a:cubicBezTo>
                <a:cubicBezTo>
                  <a:pt x="44" y="35"/>
                  <a:pt x="45" y="32"/>
                  <a:pt x="44" y="30"/>
                </a:cubicBezTo>
                <a:cubicBezTo>
                  <a:pt x="43" y="27"/>
                  <a:pt x="42" y="26"/>
                  <a:pt x="40" y="24"/>
                </a:cubicBezTo>
                <a:cubicBezTo>
                  <a:pt x="38" y="22"/>
                  <a:pt x="36" y="20"/>
                  <a:pt x="34" y="18"/>
                </a:cubicBezTo>
                <a:cubicBezTo>
                  <a:pt x="33" y="17"/>
                  <a:pt x="32" y="17"/>
                  <a:pt x="32" y="16"/>
                </a:cubicBezTo>
                <a:cubicBezTo>
                  <a:pt x="31" y="15"/>
                  <a:pt x="32" y="13"/>
                  <a:pt x="32" y="12"/>
                </a:cubicBezTo>
                <a:cubicBezTo>
                  <a:pt x="31" y="10"/>
                  <a:pt x="29" y="13"/>
                  <a:pt x="27" y="14"/>
                </a:cubicBezTo>
                <a:cubicBezTo>
                  <a:pt x="25" y="15"/>
                  <a:pt x="23" y="16"/>
                  <a:pt x="21" y="17"/>
                </a:cubicBezTo>
                <a:cubicBezTo>
                  <a:pt x="17" y="18"/>
                  <a:pt x="16" y="17"/>
                  <a:pt x="13" y="20"/>
                </a:cubicBezTo>
                <a:cubicBezTo>
                  <a:pt x="12" y="21"/>
                  <a:pt x="11" y="23"/>
                  <a:pt x="11" y="25"/>
                </a:cubicBezTo>
                <a:cubicBezTo>
                  <a:pt x="10" y="27"/>
                  <a:pt x="8" y="29"/>
                  <a:pt x="8" y="31"/>
                </a:cubicBezTo>
                <a:cubicBezTo>
                  <a:pt x="8" y="34"/>
                  <a:pt x="9" y="37"/>
                  <a:pt x="8" y="40"/>
                </a:cubicBezTo>
                <a:cubicBezTo>
                  <a:pt x="6" y="42"/>
                  <a:pt x="3" y="43"/>
                  <a:pt x="2" y="45"/>
                </a:cubicBezTo>
                <a:cubicBezTo>
                  <a:pt x="1" y="46"/>
                  <a:pt x="2" y="48"/>
                  <a:pt x="2" y="49"/>
                </a:cubicBezTo>
                <a:cubicBezTo>
                  <a:pt x="2" y="51"/>
                  <a:pt x="1" y="53"/>
                  <a:pt x="1" y="54"/>
                </a:cubicBezTo>
                <a:cubicBezTo>
                  <a:pt x="1" y="56"/>
                  <a:pt x="2" y="57"/>
                  <a:pt x="2" y="58"/>
                </a:cubicBezTo>
                <a:cubicBezTo>
                  <a:pt x="2" y="61"/>
                  <a:pt x="2" y="60"/>
                  <a:pt x="0" y="60"/>
                </a:cubicBezTo>
                <a:cubicBezTo>
                  <a:pt x="0" y="62"/>
                  <a:pt x="0" y="64"/>
                  <a:pt x="0" y="66"/>
                </a:cubicBezTo>
                <a:cubicBezTo>
                  <a:pt x="0" y="68"/>
                  <a:pt x="2" y="69"/>
                  <a:pt x="2" y="72"/>
                </a:cubicBezTo>
                <a:cubicBezTo>
                  <a:pt x="5" y="72"/>
                  <a:pt x="5" y="68"/>
                  <a:pt x="7" y="67"/>
                </a:cubicBezTo>
                <a:cubicBezTo>
                  <a:pt x="10" y="65"/>
                  <a:pt x="12" y="64"/>
                  <a:pt x="16" y="63"/>
                </a:cubicBezTo>
                <a:cubicBezTo>
                  <a:pt x="19" y="62"/>
                  <a:pt x="21" y="60"/>
                  <a:pt x="24" y="60"/>
                </a:cubicBezTo>
                <a:cubicBezTo>
                  <a:pt x="26" y="60"/>
                  <a:pt x="28" y="60"/>
                  <a:pt x="30" y="60"/>
                </a:cubicBezTo>
                <a:cubicBezTo>
                  <a:pt x="31" y="61"/>
                  <a:pt x="32" y="62"/>
                  <a:pt x="33" y="62"/>
                </a:cubicBezTo>
                <a:cubicBezTo>
                  <a:pt x="36" y="63"/>
                  <a:pt x="37" y="59"/>
                  <a:pt x="39" y="61"/>
                </a:cubicBezTo>
                <a:cubicBezTo>
                  <a:pt x="41" y="62"/>
                  <a:pt x="41" y="65"/>
                  <a:pt x="43" y="63"/>
                </a:cubicBezTo>
                <a:cubicBezTo>
                  <a:pt x="45" y="62"/>
                  <a:pt x="45" y="61"/>
                  <a:pt x="48" y="62"/>
                </a:cubicBezTo>
                <a:cubicBezTo>
                  <a:pt x="49" y="63"/>
                  <a:pt x="49" y="64"/>
                  <a:pt x="51" y="63"/>
                </a:cubicBezTo>
                <a:cubicBezTo>
                  <a:pt x="52" y="63"/>
                  <a:pt x="53" y="61"/>
                  <a:pt x="53" y="63"/>
                </a:cubicBezTo>
                <a:cubicBezTo>
                  <a:pt x="55" y="64"/>
                  <a:pt x="56" y="63"/>
                  <a:pt x="58" y="63"/>
                </a:cubicBezTo>
                <a:cubicBezTo>
                  <a:pt x="59" y="63"/>
                  <a:pt x="60" y="64"/>
                  <a:pt x="61" y="65"/>
                </a:cubicBezTo>
                <a:cubicBezTo>
                  <a:pt x="63" y="66"/>
                  <a:pt x="63" y="66"/>
                  <a:pt x="65" y="65"/>
                </a:cubicBezTo>
                <a:cubicBezTo>
                  <a:pt x="66" y="65"/>
                  <a:pt x="67" y="65"/>
                  <a:pt x="68" y="65"/>
                </a:cubicBezTo>
                <a:cubicBezTo>
                  <a:pt x="71" y="64"/>
                  <a:pt x="73" y="61"/>
                  <a:pt x="75" y="60"/>
                </a:cubicBezTo>
                <a:cubicBezTo>
                  <a:pt x="77" y="59"/>
                  <a:pt x="76" y="60"/>
                  <a:pt x="77" y="61"/>
                </a:cubicBezTo>
                <a:cubicBezTo>
                  <a:pt x="78" y="63"/>
                  <a:pt x="79" y="64"/>
                  <a:pt x="80" y="65"/>
                </a:cubicBezTo>
                <a:cubicBezTo>
                  <a:pt x="82" y="68"/>
                  <a:pt x="85" y="68"/>
                  <a:pt x="88" y="68"/>
                </a:cubicBezTo>
                <a:cubicBezTo>
                  <a:pt x="92" y="69"/>
                  <a:pt x="93" y="71"/>
                  <a:pt x="95" y="73"/>
                </a:cubicBezTo>
                <a:cubicBezTo>
                  <a:pt x="96" y="74"/>
                  <a:pt x="98" y="75"/>
                  <a:pt x="99" y="76"/>
                </a:cubicBezTo>
                <a:cubicBezTo>
                  <a:pt x="101" y="78"/>
                  <a:pt x="101" y="79"/>
                  <a:pt x="102" y="81"/>
                </a:cubicBezTo>
                <a:cubicBezTo>
                  <a:pt x="103" y="82"/>
                  <a:pt x="104" y="83"/>
                  <a:pt x="106" y="84"/>
                </a:cubicBezTo>
                <a:cubicBezTo>
                  <a:pt x="107" y="85"/>
                  <a:pt x="109" y="85"/>
                  <a:pt x="110" y="86"/>
                </a:cubicBezTo>
                <a:cubicBezTo>
                  <a:pt x="113" y="85"/>
                  <a:pt x="115" y="84"/>
                  <a:pt x="117" y="81"/>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1" name="Freeform 579"/>
          <p:cNvSpPr>
            <a:spLocks noEditPoints="1"/>
          </p:cNvSpPr>
          <p:nvPr/>
        </p:nvSpPr>
        <p:spPr bwMode="auto">
          <a:xfrm>
            <a:off x="8799513" y="4875688"/>
            <a:ext cx="920750" cy="1087438"/>
          </a:xfrm>
          <a:custGeom>
            <a:avLst/>
            <a:gdLst>
              <a:gd name="T0" fmla="*/ 168 w 233"/>
              <a:gd name="T1" fmla="*/ 261 h 275"/>
              <a:gd name="T2" fmla="*/ 157 w 233"/>
              <a:gd name="T3" fmla="*/ 273 h 275"/>
              <a:gd name="T4" fmla="*/ 114 w 233"/>
              <a:gd name="T5" fmla="*/ 245 h 275"/>
              <a:gd name="T6" fmla="*/ 131 w 233"/>
              <a:gd name="T7" fmla="*/ 236 h 275"/>
              <a:gd name="T8" fmla="*/ 148 w 233"/>
              <a:gd name="T9" fmla="*/ 240 h 275"/>
              <a:gd name="T10" fmla="*/ 168 w 233"/>
              <a:gd name="T11" fmla="*/ 237 h 275"/>
              <a:gd name="T12" fmla="*/ 173 w 233"/>
              <a:gd name="T13" fmla="*/ 240 h 275"/>
              <a:gd name="T14" fmla="*/ 133 w 233"/>
              <a:gd name="T15" fmla="*/ 23 h 275"/>
              <a:gd name="T16" fmla="*/ 113 w 233"/>
              <a:gd name="T17" fmla="*/ 10 h 275"/>
              <a:gd name="T18" fmla="*/ 103 w 233"/>
              <a:gd name="T19" fmla="*/ 2 h 275"/>
              <a:gd name="T20" fmla="*/ 76 w 233"/>
              <a:gd name="T21" fmla="*/ 6 h 275"/>
              <a:gd name="T22" fmla="*/ 67 w 233"/>
              <a:gd name="T23" fmla="*/ 14 h 275"/>
              <a:gd name="T24" fmla="*/ 66 w 233"/>
              <a:gd name="T25" fmla="*/ 22 h 275"/>
              <a:gd name="T26" fmla="*/ 49 w 233"/>
              <a:gd name="T27" fmla="*/ 25 h 275"/>
              <a:gd name="T28" fmla="*/ 43 w 233"/>
              <a:gd name="T29" fmla="*/ 30 h 275"/>
              <a:gd name="T30" fmla="*/ 33 w 233"/>
              <a:gd name="T31" fmla="*/ 18 h 275"/>
              <a:gd name="T32" fmla="*/ 24 w 233"/>
              <a:gd name="T33" fmla="*/ 31 h 275"/>
              <a:gd name="T34" fmla="*/ 6 w 233"/>
              <a:gd name="T35" fmla="*/ 40 h 275"/>
              <a:gd name="T36" fmla="*/ 8 w 233"/>
              <a:gd name="T37" fmla="*/ 53 h 275"/>
              <a:gd name="T38" fmla="*/ 2 w 233"/>
              <a:gd name="T39" fmla="*/ 58 h 275"/>
              <a:gd name="T40" fmla="*/ 9 w 233"/>
              <a:gd name="T41" fmla="*/ 67 h 275"/>
              <a:gd name="T42" fmla="*/ 6 w 233"/>
              <a:gd name="T43" fmla="*/ 74 h 275"/>
              <a:gd name="T44" fmla="*/ 19 w 233"/>
              <a:gd name="T45" fmla="*/ 81 h 275"/>
              <a:gd name="T46" fmla="*/ 18 w 233"/>
              <a:gd name="T47" fmla="*/ 88 h 275"/>
              <a:gd name="T48" fmla="*/ 37 w 233"/>
              <a:gd name="T49" fmla="*/ 77 h 275"/>
              <a:gd name="T50" fmla="*/ 62 w 233"/>
              <a:gd name="T51" fmla="*/ 84 h 275"/>
              <a:gd name="T52" fmla="*/ 76 w 233"/>
              <a:gd name="T53" fmla="*/ 112 h 275"/>
              <a:gd name="T54" fmla="*/ 89 w 233"/>
              <a:gd name="T55" fmla="*/ 128 h 275"/>
              <a:gd name="T56" fmla="*/ 111 w 233"/>
              <a:gd name="T57" fmla="*/ 147 h 275"/>
              <a:gd name="T58" fmla="*/ 127 w 233"/>
              <a:gd name="T59" fmla="*/ 159 h 275"/>
              <a:gd name="T60" fmla="*/ 151 w 233"/>
              <a:gd name="T61" fmla="*/ 170 h 275"/>
              <a:gd name="T62" fmla="*/ 174 w 233"/>
              <a:gd name="T63" fmla="*/ 190 h 275"/>
              <a:gd name="T64" fmla="*/ 182 w 233"/>
              <a:gd name="T65" fmla="*/ 224 h 275"/>
              <a:gd name="T66" fmla="*/ 178 w 233"/>
              <a:gd name="T67" fmla="*/ 242 h 275"/>
              <a:gd name="T68" fmla="*/ 195 w 233"/>
              <a:gd name="T69" fmla="*/ 227 h 275"/>
              <a:gd name="T70" fmla="*/ 203 w 233"/>
              <a:gd name="T71" fmla="*/ 205 h 275"/>
              <a:gd name="T72" fmla="*/ 197 w 233"/>
              <a:gd name="T73" fmla="*/ 188 h 275"/>
              <a:gd name="T74" fmla="*/ 208 w 233"/>
              <a:gd name="T75" fmla="*/ 181 h 275"/>
              <a:gd name="T76" fmla="*/ 225 w 233"/>
              <a:gd name="T77" fmla="*/ 194 h 275"/>
              <a:gd name="T78" fmla="*/ 219 w 233"/>
              <a:gd name="T79" fmla="*/ 173 h 275"/>
              <a:gd name="T80" fmla="*/ 184 w 233"/>
              <a:gd name="T81" fmla="*/ 154 h 275"/>
              <a:gd name="T82" fmla="*/ 172 w 233"/>
              <a:gd name="T83" fmla="*/ 142 h 275"/>
              <a:gd name="T84" fmla="*/ 142 w 233"/>
              <a:gd name="T85" fmla="*/ 114 h 275"/>
              <a:gd name="T86" fmla="*/ 116 w 233"/>
              <a:gd name="T87" fmla="*/ 84 h 275"/>
              <a:gd name="T88" fmla="*/ 114 w 233"/>
              <a:gd name="T89" fmla="*/ 63 h 275"/>
              <a:gd name="T90" fmla="*/ 109 w 233"/>
              <a:gd name="T91" fmla="*/ 50 h 275"/>
              <a:gd name="T92" fmla="*/ 126 w 233"/>
              <a:gd name="T93" fmla="*/ 41 h 275"/>
              <a:gd name="T94" fmla="*/ 61 w 233"/>
              <a:gd name="T95" fmla="*/ 174 h 275"/>
              <a:gd name="T96" fmla="*/ 56 w 233"/>
              <a:gd name="T97" fmla="*/ 159 h 275"/>
              <a:gd name="T98" fmla="*/ 41 w 233"/>
              <a:gd name="T99" fmla="*/ 167 h 275"/>
              <a:gd name="T100" fmla="*/ 31 w 233"/>
              <a:gd name="T101" fmla="*/ 176 h 275"/>
              <a:gd name="T102" fmla="*/ 36 w 233"/>
              <a:gd name="T103" fmla="*/ 194 h 275"/>
              <a:gd name="T104" fmla="*/ 36 w 233"/>
              <a:gd name="T105" fmla="*/ 202 h 275"/>
              <a:gd name="T106" fmla="*/ 43 w 233"/>
              <a:gd name="T107" fmla="*/ 219 h 275"/>
              <a:gd name="T108" fmla="*/ 58 w 233"/>
              <a:gd name="T109" fmla="*/ 211 h 275"/>
              <a:gd name="T110" fmla="*/ 61 w 233"/>
              <a:gd name="T111" fmla="*/ 174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3" h="275">
                <a:moveTo>
                  <a:pt x="173" y="240"/>
                </a:moveTo>
                <a:cubicBezTo>
                  <a:pt x="173" y="243"/>
                  <a:pt x="170" y="245"/>
                  <a:pt x="168" y="248"/>
                </a:cubicBezTo>
                <a:cubicBezTo>
                  <a:pt x="167" y="251"/>
                  <a:pt x="166" y="255"/>
                  <a:pt x="166" y="258"/>
                </a:cubicBezTo>
                <a:cubicBezTo>
                  <a:pt x="167" y="259"/>
                  <a:pt x="168" y="259"/>
                  <a:pt x="168" y="259"/>
                </a:cubicBezTo>
                <a:cubicBezTo>
                  <a:pt x="169" y="260"/>
                  <a:pt x="168" y="260"/>
                  <a:pt x="168" y="261"/>
                </a:cubicBezTo>
                <a:cubicBezTo>
                  <a:pt x="169" y="263"/>
                  <a:pt x="170" y="264"/>
                  <a:pt x="171" y="265"/>
                </a:cubicBezTo>
                <a:cubicBezTo>
                  <a:pt x="169" y="267"/>
                  <a:pt x="168" y="268"/>
                  <a:pt x="167" y="270"/>
                </a:cubicBezTo>
                <a:cubicBezTo>
                  <a:pt x="167" y="270"/>
                  <a:pt x="167" y="274"/>
                  <a:pt x="166" y="274"/>
                </a:cubicBezTo>
                <a:cubicBezTo>
                  <a:pt x="165" y="275"/>
                  <a:pt x="163" y="273"/>
                  <a:pt x="162" y="273"/>
                </a:cubicBezTo>
                <a:cubicBezTo>
                  <a:pt x="161" y="272"/>
                  <a:pt x="159" y="273"/>
                  <a:pt x="157" y="273"/>
                </a:cubicBezTo>
                <a:cubicBezTo>
                  <a:pt x="153" y="272"/>
                  <a:pt x="153" y="268"/>
                  <a:pt x="150" y="266"/>
                </a:cubicBezTo>
                <a:cubicBezTo>
                  <a:pt x="147" y="264"/>
                  <a:pt x="143" y="264"/>
                  <a:pt x="140" y="262"/>
                </a:cubicBezTo>
                <a:cubicBezTo>
                  <a:pt x="136" y="260"/>
                  <a:pt x="132" y="258"/>
                  <a:pt x="129" y="255"/>
                </a:cubicBezTo>
                <a:cubicBezTo>
                  <a:pt x="126" y="253"/>
                  <a:pt x="122" y="253"/>
                  <a:pt x="119" y="251"/>
                </a:cubicBezTo>
                <a:cubicBezTo>
                  <a:pt x="116" y="250"/>
                  <a:pt x="114" y="249"/>
                  <a:pt x="114" y="245"/>
                </a:cubicBezTo>
                <a:cubicBezTo>
                  <a:pt x="114" y="244"/>
                  <a:pt x="115" y="242"/>
                  <a:pt x="116" y="241"/>
                </a:cubicBezTo>
                <a:cubicBezTo>
                  <a:pt x="117" y="240"/>
                  <a:pt x="118" y="240"/>
                  <a:pt x="118" y="239"/>
                </a:cubicBezTo>
                <a:cubicBezTo>
                  <a:pt x="119" y="239"/>
                  <a:pt x="119" y="238"/>
                  <a:pt x="120" y="237"/>
                </a:cubicBezTo>
                <a:cubicBezTo>
                  <a:pt x="122" y="239"/>
                  <a:pt x="122" y="242"/>
                  <a:pt x="125" y="240"/>
                </a:cubicBezTo>
                <a:cubicBezTo>
                  <a:pt x="127" y="239"/>
                  <a:pt x="128" y="234"/>
                  <a:pt x="131" y="236"/>
                </a:cubicBezTo>
                <a:cubicBezTo>
                  <a:pt x="132" y="236"/>
                  <a:pt x="132" y="238"/>
                  <a:pt x="133" y="238"/>
                </a:cubicBezTo>
                <a:cubicBezTo>
                  <a:pt x="134" y="239"/>
                  <a:pt x="135" y="239"/>
                  <a:pt x="136" y="240"/>
                </a:cubicBezTo>
                <a:cubicBezTo>
                  <a:pt x="137" y="241"/>
                  <a:pt x="137" y="242"/>
                  <a:pt x="139" y="242"/>
                </a:cubicBezTo>
                <a:cubicBezTo>
                  <a:pt x="141" y="242"/>
                  <a:pt x="142" y="242"/>
                  <a:pt x="144" y="241"/>
                </a:cubicBezTo>
                <a:cubicBezTo>
                  <a:pt x="145" y="241"/>
                  <a:pt x="146" y="240"/>
                  <a:pt x="148" y="240"/>
                </a:cubicBezTo>
                <a:cubicBezTo>
                  <a:pt x="149" y="241"/>
                  <a:pt x="151" y="242"/>
                  <a:pt x="152" y="241"/>
                </a:cubicBezTo>
                <a:cubicBezTo>
                  <a:pt x="154" y="241"/>
                  <a:pt x="155" y="240"/>
                  <a:pt x="156" y="239"/>
                </a:cubicBezTo>
                <a:cubicBezTo>
                  <a:pt x="158" y="239"/>
                  <a:pt x="159" y="238"/>
                  <a:pt x="161" y="238"/>
                </a:cubicBezTo>
                <a:cubicBezTo>
                  <a:pt x="163" y="237"/>
                  <a:pt x="164" y="238"/>
                  <a:pt x="166" y="238"/>
                </a:cubicBezTo>
                <a:cubicBezTo>
                  <a:pt x="168" y="238"/>
                  <a:pt x="168" y="237"/>
                  <a:pt x="168" y="237"/>
                </a:cubicBezTo>
                <a:cubicBezTo>
                  <a:pt x="169" y="236"/>
                  <a:pt x="169" y="236"/>
                  <a:pt x="169" y="235"/>
                </a:cubicBezTo>
                <a:cubicBezTo>
                  <a:pt x="170" y="235"/>
                  <a:pt x="170" y="236"/>
                  <a:pt x="170" y="236"/>
                </a:cubicBezTo>
                <a:cubicBezTo>
                  <a:pt x="171" y="236"/>
                  <a:pt x="171" y="236"/>
                  <a:pt x="172" y="236"/>
                </a:cubicBezTo>
                <a:cubicBezTo>
                  <a:pt x="173" y="236"/>
                  <a:pt x="173" y="235"/>
                  <a:pt x="174" y="235"/>
                </a:cubicBezTo>
                <a:cubicBezTo>
                  <a:pt x="175" y="237"/>
                  <a:pt x="174" y="240"/>
                  <a:pt x="173" y="240"/>
                </a:cubicBezTo>
                <a:cubicBezTo>
                  <a:pt x="173" y="242"/>
                  <a:pt x="174" y="240"/>
                  <a:pt x="173" y="240"/>
                </a:cubicBezTo>
                <a:close/>
                <a:moveTo>
                  <a:pt x="137" y="32"/>
                </a:moveTo>
                <a:cubicBezTo>
                  <a:pt x="137" y="31"/>
                  <a:pt x="135" y="32"/>
                  <a:pt x="135" y="30"/>
                </a:cubicBezTo>
                <a:cubicBezTo>
                  <a:pt x="135" y="28"/>
                  <a:pt x="137" y="28"/>
                  <a:pt x="138" y="27"/>
                </a:cubicBezTo>
                <a:cubicBezTo>
                  <a:pt x="139" y="24"/>
                  <a:pt x="134" y="25"/>
                  <a:pt x="133" y="23"/>
                </a:cubicBezTo>
                <a:cubicBezTo>
                  <a:pt x="131" y="20"/>
                  <a:pt x="144" y="17"/>
                  <a:pt x="136" y="15"/>
                </a:cubicBezTo>
                <a:cubicBezTo>
                  <a:pt x="133" y="15"/>
                  <a:pt x="130" y="14"/>
                  <a:pt x="127" y="14"/>
                </a:cubicBezTo>
                <a:cubicBezTo>
                  <a:pt x="125" y="14"/>
                  <a:pt x="124" y="13"/>
                  <a:pt x="123" y="13"/>
                </a:cubicBezTo>
                <a:cubicBezTo>
                  <a:pt x="121" y="12"/>
                  <a:pt x="119" y="12"/>
                  <a:pt x="117" y="12"/>
                </a:cubicBezTo>
                <a:cubicBezTo>
                  <a:pt x="116" y="12"/>
                  <a:pt x="115" y="11"/>
                  <a:pt x="113" y="10"/>
                </a:cubicBezTo>
                <a:cubicBezTo>
                  <a:pt x="113" y="10"/>
                  <a:pt x="112" y="9"/>
                  <a:pt x="111" y="9"/>
                </a:cubicBezTo>
                <a:cubicBezTo>
                  <a:pt x="111" y="8"/>
                  <a:pt x="111" y="7"/>
                  <a:pt x="110" y="6"/>
                </a:cubicBezTo>
                <a:cubicBezTo>
                  <a:pt x="110" y="5"/>
                  <a:pt x="108" y="6"/>
                  <a:pt x="108" y="4"/>
                </a:cubicBezTo>
                <a:cubicBezTo>
                  <a:pt x="107" y="2"/>
                  <a:pt x="109" y="1"/>
                  <a:pt x="109" y="0"/>
                </a:cubicBezTo>
                <a:cubicBezTo>
                  <a:pt x="107" y="0"/>
                  <a:pt x="105" y="2"/>
                  <a:pt x="103" y="2"/>
                </a:cubicBezTo>
                <a:cubicBezTo>
                  <a:pt x="100" y="3"/>
                  <a:pt x="98" y="2"/>
                  <a:pt x="96" y="3"/>
                </a:cubicBezTo>
                <a:cubicBezTo>
                  <a:pt x="94" y="3"/>
                  <a:pt x="91" y="2"/>
                  <a:pt x="90" y="3"/>
                </a:cubicBezTo>
                <a:cubicBezTo>
                  <a:pt x="88" y="4"/>
                  <a:pt x="87" y="6"/>
                  <a:pt x="87" y="8"/>
                </a:cubicBezTo>
                <a:cubicBezTo>
                  <a:pt x="85" y="10"/>
                  <a:pt x="83" y="8"/>
                  <a:pt x="81" y="7"/>
                </a:cubicBezTo>
                <a:cubicBezTo>
                  <a:pt x="79" y="6"/>
                  <a:pt x="78" y="5"/>
                  <a:pt x="76" y="6"/>
                </a:cubicBezTo>
                <a:cubicBezTo>
                  <a:pt x="75" y="8"/>
                  <a:pt x="74" y="9"/>
                  <a:pt x="74" y="11"/>
                </a:cubicBezTo>
                <a:cubicBezTo>
                  <a:pt x="75" y="13"/>
                  <a:pt x="76" y="14"/>
                  <a:pt x="75" y="15"/>
                </a:cubicBezTo>
                <a:cubicBezTo>
                  <a:pt x="74" y="16"/>
                  <a:pt x="72" y="15"/>
                  <a:pt x="71" y="15"/>
                </a:cubicBezTo>
                <a:cubicBezTo>
                  <a:pt x="71" y="15"/>
                  <a:pt x="71" y="14"/>
                  <a:pt x="70" y="13"/>
                </a:cubicBezTo>
                <a:cubicBezTo>
                  <a:pt x="69" y="13"/>
                  <a:pt x="68" y="13"/>
                  <a:pt x="67" y="14"/>
                </a:cubicBezTo>
                <a:cubicBezTo>
                  <a:pt x="67" y="15"/>
                  <a:pt x="67" y="16"/>
                  <a:pt x="67" y="17"/>
                </a:cubicBezTo>
                <a:cubicBezTo>
                  <a:pt x="67" y="18"/>
                  <a:pt x="68" y="18"/>
                  <a:pt x="68" y="19"/>
                </a:cubicBezTo>
                <a:cubicBezTo>
                  <a:pt x="69" y="20"/>
                  <a:pt x="68" y="21"/>
                  <a:pt x="69" y="22"/>
                </a:cubicBezTo>
                <a:cubicBezTo>
                  <a:pt x="69" y="22"/>
                  <a:pt x="69" y="23"/>
                  <a:pt x="69" y="23"/>
                </a:cubicBezTo>
                <a:cubicBezTo>
                  <a:pt x="69" y="27"/>
                  <a:pt x="67" y="23"/>
                  <a:pt x="66" y="22"/>
                </a:cubicBezTo>
                <a:cubicBezTo>
                  <a:pt x="65" y="21"/>
                  <a:pt x="65" y="20"/>
                  <a:pt x="63" y="20"/>
                </a:cubicBezTo>
                <a:cubicBezTo>
                  <a:pt x="59" y="21"/>
                  <a:pt x="58" y="24"/>
                  <a:pt x="56" y="19"/>
                </a:cubicBezTo>
                <a:cubicBezTo>
                  <a:pt x="55" y="18"/>
                  <a:pt x="54" y="16"/>
                  <a:pt x="52" y="17"/>
                </a:cubicBezTo>
                <a:cubicBezTo>
                  <a:pt x="51" y="19"/>
                  <a:pt x="52" y="22"/>
                  <a:pt x="51" y="23"/>
                </a:cubicBezTo>
                <a:cubicBezTo>
                  <a:pt x="51" y="24"/>
                  <a:pt x="50" y="25"/>
                  <a:pt x="49" y="25"/>
                </a:cubicBezTo>
                <a:cubicBezTo>
                  <a:pt x="49" y="26"/>
                  <a:pt x="48" y="27"/>
                  <a:pt x="48" y="28"/>
                </a:cubicBezTo>
                <a:cubicBezTo>
                  <a:pt x="47" y="30"/>
                  <a:pt x="46" y="30"/>
                  <a:pt x="47" y="32"/>
                </a:cubicBezTo>
                <a:cubicBezTo>
                  <a:pt x="47" y="33"/>
                  <a:pt x="50" y="34"/>
                  <a:pt x="47" y="35"/>
                </a:cubicBezTo>
                <a:cubicBezTo>
                  <a:pt x="45" y="36"/>
                  <a:pt x="45" y="33"/>
                  <a:pt x="44" y="32"/>
                </a:cubicBezTo>
                <a:cubicBezTo>
                  <a:pt x="43" y="31"/>
                  <a:pt x="43" y="32"/>
                  <a:pt x="43" y="30"/>
                </a:cubicBezTo>
                <a:cubicBezTo>
                  <a:pt x="43" y="29"/>
                  <a:pt x="43" y="29"/>
                  <a:pt x="43" y="28"/>
                </a:cubicBezTo>
                <a:cubicBezTo>
                  <a:pt x="42" y="27"/>
                  <a:pt x="41" y="27"/>
                  <a:pt x="40" y="27"/>
                </a:cubicBezTo>
                <a:cubicBezTo>
                  <a:pt x="39" y="27"/>
                  <a:pt x="39" y="26"/>
                  <a:pt x="38" y="26"/>
                </a:cubicBezTo>
                <a:cubicBezTo>
                  <a:pt x="37" y="24"/>
                  <a:pt x="36" y="24"/>
                  <a:pt x="35" y="22"/>
                </a:cubicBezTo>
                <a:cubicBezTo>
                  <a:pt x="35" y="20"/>
                  <a:pt x="35" y="18"/>
                  <a:pt x="33" y="18"/>
                </a:cubicBezTo>
                <a:cubicBezTo>
                  <a:pt x="32" y="20"/>
                  <a:pt x="33" y="21"/>
                  <a:pt x="31" y="22"/>
                </a:cubicBezTo>
                <a:cubicBezTo>
                  <a:pt x="30" y="22"/>
                  <a:pt x="29" y="22"/>
                  <a:pt x="29" y="23"/>
                </a:cubicBezTo>
                <a:cubicBezTo>
                  <a:pt x="28" y="24"/>
                  <a:pt x="30" y="24"/>
                  <a:pt x="30" y="25"/>
                </a:cubicBezTo>
                <a:cubicBezTo>
                  <a:pt x="31" y="27"/>
                  <a:pt x="29" y="27"/>
                  <a:pt x="28" y="28"/>
                </a:cubicBezTo>
                <a:cubicBezTo>
                  <a:pt x="26" y="30"/>
                  <a:pt x="27" y="31"/>
                  <a:pt x="24" y="31"/>
                </a:cubicBezTo>
                <a:cubicBezTo>
                  <a:pt x="24" y="35"/>
                  <a:pt x="19" y="31"/>
                  <a:pt x="18" y="31"/>
                </a:cubicBezTo>
                <a:cubicBezTo>
                  <a:pt x="16" y="31"/>
                  <a:pt x="15" y="33"/>
                  <a:pt x="14" y="33"/>
                </a:cubicBezTo>
                <a:cubicBezTo>
                  <a:pt x="12" y="34"/>
                  <a:pt x="10" y="33"/>
                  <a:pt x="8" y="33"/>
                </a:cubicBezTo>
                <a:cubicBezTo>
                  <a:pt x="8" y="35"/>
                  <a:pt x="5" y="34"/>
                  <a:pt x="4" y="36"/>
                </a:cubicBezTo>
                <a:cubicBezTo>
                  <a:pt x="3" y="38"/>
                  <a:pt x="4" y="39"/>
                  <a:pt x="6" y="40"/>
                </a:cubicBezTo>
                <a:cubicBezTo>
                  <a:pt x="7" y="41"/>
                  <a:pt x="7" y="43"/>
                  <a:pt x="8" y="45"/>
                </a:cubicBezTo>
                <a:cubicBezTo>
                  <a:pt x="9" y="45"/>
                  <a:pt x="10" y="46"/>
                  <a:pt x="10" y="47"/>
                </a:cubicBezTo>
                <a:cubicBezTo>
                  <a:pt x="11" y="48"/>
                  <a:pt x="10" y="49"/>
                  <a:pt x="10" y="50"/>
                </a:cubicBezTo>
                <a:cubicBezTo>
                  <a:pt x="10" y="50"/>
                  <a:pt x="10" y="52"/>
                  <a:pt x="10" y="52"/>
                </a:cubicBezTo>
                <a:cubicBezTo>
                  <a:pt x="9" y="53"/>
                  <a:pt x="9" y="52"/>
                  <a:pt x="8" y="53"/>
                </a:cubicBezTo>
                <a:cubicBezTo>
                  <a:pt x="7" y="53"/>
                  <a:pt x="6" y="54"/>
                  <a:pt x="5" y="55"/>
                </a:cubicBezTo>
                <a:cubicBezTo>
                  <a:pt x="4" y="55"/>
                  <a:pt x="5" y="55"/>
                  <a:pt x="4" y="55"/>
                </a:cubicBezTo>
                <a:cubicBezTo>
                  <a:pt x="3" y="55"/>
                  <a:pt x="1" y="54"/>
                  <a:pt x="0" y="56"/>
                </a:cubicBezTo>
                <a:cubicBezTo>
                  <a:pt x="0" y="56"/>
                  <a:pt x="1" y="57"/>
                  <a:pt x="1" y="58"/>
                </a:cubicBezTo>
                <a:cubicBezTo>
                  <a:pt x="1" y="58"/>
                  <a:pt x="2" y="58"/>
                  <a:pt x="2" y="58"/>
                </a:cubicBezTo>
                <a:cubicBezTo>
                  <a:pt x="3" y="59"/>
                  <a:pt x="3" y="59"/>
                  <a:pt x="3" y="60"/>
                </a:cubicBezTo>
                <a:cubicBezTo>
                  <a:pt x="3" y="61"/>
                  <a:pt x="3" y="61"/>
                  <a:pt x="4" y="62"/>
                </a:cubicBezTo>
                <a:cubicBezTo>
                  <a:pt x="5" y="63"/>
                  <a:pt x="6" y="62"/>
                  <a:pt x="7" y="63"/>
                </a:cubicBezTo>
                <a:cubicBezTo>
                  <a:pt x="8" y="63"/>
                  <a:pt x="8" y="64"/>
                  <a:pt x="8" y="65"/>
                </a:cubicBezTo>
                <a:cubicBezTo>
                  <a:pt x="8" y="66"/>
                  <a:pt x="9" y="66"/>
                  <a:pt x="9" y="67"/>
                </a:cubicBezTo>
                <a:cubicBezTo>
                  <a:pt x="9" y="67"/>
                  <a:pt x="8" y="67"/>
                  <a:pt x="8" y="67"/>
                </a:cubicBezTo>
                <a:cubicBezTo>
                  <a:pt x="8" y="67"/>
                  <a:pt x="7" y="67"/>
                  <a:pt x="7" y="67"/>
                </a:cubicBezTo>
                <a:cubicBezTo>
                  <a:pt x="7" y="68"/>
                  <a:pt x="7" y="68"/>
                  <a:pt x="7" y="68"/>
                </a:cubicBezTo>
                <a:cubicBezTo>
                  <a:pt x="7" y="69"/>
                  <a:pt x="6" y="70"/>
                  <a:pt x="5" y="71"/>
                </a:cubicBezTo>
                <a:cubicBezTo>
                  <a:pt x="4" y="73"/>
                  <a:pt x="6" y="72"/>
                  <a:pt x="6" y="74"/>
                </a:cubicBezTo>
                <a:cubicBezTo>
                  <a:pt x="6" y="74"/>
                  <a:pt x="5" y="75"/>
                  <a:pt x="5" y="76"/>
                </a:cubicBezTo>
                <a:cubicBezTo>
                  <a:pt x="5" y="76"/>
                  <a:pt x="7" y="78"/>
                  <a:pt x="7" y="78"/>
                </a:cubicBezTo>
                <a:cubicBezTo>
                  <a:pt x="8" y="79"/>
                  <a:pt x="8" y="79"/>
                  <a:pt x="10" y="79"/>
                </a:cubicBezTo>
                <a:cubicBezTo>
                  <a:pt x="11" y="80"/>
                  <a:pt x="13" y="83"/>
                  <a:pt x="15" y="83"/>
                </a:cubicBezTo>
                <a:cubicBezTo>
                  <a:pt x="17" y="83"/>
                  <a:pt x="18" y="81"/>
                  <a:pt x="19" y="81"/>
                </a:cubicBezTo>
                <a:cubicBezTo>
                  <a:pt x="19" y="81"/>
                  <a:pt x="20" y="81"/>
                  <a:pt x="21" y="81"/>
                </a:cubicBezTo>
                <a:cubicBezTo>
                  <a:pt x="21" y="81"/>
                  <a:pt x="21" y="82"/>
                  <a:pt x="21" y="82"/>
                </a:cubicBezTo>
                <a:cubicBezTo>
                  <a:pt x="21" y="83"/>
                  <a:pt x="21" y="83"/>
                  <a:pt x="21" y="84"/>
                </a:cubicBezTo>
                <a:cubicBezTo>
                  <a:pt x="21" y="85"/>
                  <a:pt x="21" y="85"/>
                  <a:pt x="20" y="86"/>
                </a:cubicBezTo>
                <a:cubicBezTo>
                  <a:pt x="20" y="87"/>
                  <a:pt x="19" y="87"/>
                  <a:pt x="18" y="88"/>
                </a:cubicBezTo>
                <a:cubicBezTo>
                  <a:pt x="17" y="89"/>
                  <a:pt x="18" y="90"/>
                  <a:pt x="17" y="92"/>
                </a:cubicBezTo>
                <a:cubicBezTo>
                  <a:pt x="20" y="92"/>
                  <a:pt x="25" y="92"/>
                  <a:pt x="27" y="90"/>
                </a:cubicBezTo>
                <a:cubicBezTo>
                  <a:pt x="30" y="88"/>
                  <a:pt x="30" y="85"/>
                  <a:pt x="31" y="83"/>
                </a:cubicBezTo>
                <a:cubicBezTo>
                  <a:pt x="32" y="82"/>
                  <a:pt x="34" y="82"/>
                  <a:pt x="35" y="81"/>
                </a:cubicBezTo>
                <a:cubicBezTo>
                  <a:pt x="36" y="80"/>
                  <a:pt x="36" y="79"/>
                  <a:pt x="37" y="77"/>
                </a:cubicBezTo>
                <a:cubicBezTo>
                  <a:pt x="38" y="77"/>
                  <a:pt x="40" y="75"/>
                  <a:pt x="41" y="75"/>
                </a:cubicBezTo>
                <a:cubicBezTo>
                  <a:pt x="43" y="74"/>
                  <a:pt x="45" y="75"/>
                  <a:pt x="47" y="75"/>
                </a:cubicBezTo>
                <a:cubicBezTo>
                  <a:pt x="48" y="76"/>
                  <a:pt x="49" y="77"/>
                  <a:pt x="51" y="77"/>
                </a:cubicBezTo>
                <a:cubicBezTo>
                  <a:pt x="52" y="77"/>
                  <a:pt x="52" y="76"/>
                  <a:pt x="54" y="77"/>
                </a:cubicBezTo>
                <a:cubicBezTo>
                  <a:pt x="57" y="79"/>
                  <a:pt x="59" y="82"/>
                  <a:pt x="62" y="84"/>
                </a:cubicBezTo>
                <a:cubicBezTo>
                  <a:pt x="65" y="85"/>
                  <a:pt x="68" y="85"/>
                  <a:pt x="70" y="88"/>
                </a:cubicBezTo>
                <a:cubicBezTo>
                  <a:pt x="73" y="91"/>
                  <a:pt x="71" y="96"/>
                  <a:pt x="73" y="99"/>
                </a:cubicBezTo>
                <a:cubicBezTo>
                  <a:pt x="73" y="101"/>
                  <a:pt x="75" y="102"/>
                  <a:pt x="76" y="104"/>
                </a:cubicBezTo>
                <a:cubicBezTo>
                  <a:pt x="76" y="105"/>
                  <a:pt x="76" y="107"/>
                  <a:pt x="76" y="108"/>
                </a:cubicBezTo>
                <a:cubicBezTo>
                  <a:pt x="76" y="109"/>
                  <a:pt x="76" y="112"/>
                  <a:pt x="76" y="112"/>
                </a:cubicBezTo>
                <a:cubicBezTo>
                  <a:pt x="77" y="114"/>
                  <a:pt x="79" y="113"/>
                  <a:pt x="80" y="114"/>
                </a:cubicBezTo>
                <a:cubicBezTo>
                  <a:pt x="81" y="115"/>
                  <a:pt x="80" y="116"/>
                  <a:pt x="81" y="118"/>
                </a:cubicBezTo>
                <a:cubicBezTo>
                  <a:pt x="81" y="119"/>
                  <a:pt x="84" y="119"/>
                  <a:pt x="85" y="120"/>
                </a:cubicBezTo>
                <a:cubicBezTo>
                  <a:pt x="86" y="121"/>
                  <a:pt x="87" y="122"/>
                  <a:pt x="88" y="124"/>
                </a:cubicBezTo>
                <a:cubicBezTo>
                  <a:pt x="90" y="126"/>
                  <a:pt x="88" y="126"/>
                  <a:pt x="89" y="128"/>
                </a:cubicBezTo>
                <a:cubicBezTo>
                  <a:pt x="89" y="130"/>
                  <a:pt x="90" y="129"/>
                  <a:pt x="91" y="129"/>
                </a:cubicBezTo>
                <a:cubicBezTo>
                  <a:pt x="93" y="129"/>
                  <a:pt x="94" y="129"/>
                  <a:pt x="96" y="130"/>
                </a:cubicBezTo>
                <a:cubicBezTo>
                  <a:pt x="99" y="132"/>
                  <a:pt x="99" y="135"/>
                  <a:pt x="102" y="138"/>
                </a:cubicBezTo>
                <a:cubicBezTo>
                  <a:pt x="104" y="140"/>
                  <a:pt x="108" y="140"/>
                  <a:pt x="109" y="143"/>
                </a:cubicBezTo>
                <a:cubicBezTo>
                  <a:pt x="110" y="144"/>
                  <a:pt x="110" y="146"/>
                  <a:pt x="111" y="147"/>
                </a:cubicBezTo>
                <a:cubicBezTo>
                  <a:pt x="112" y="148"/>
                  <a:pt x="114" y="149"/>
                  <a:pt x="115" y="151"/>
                </a:cubicBezTo>
                <a:cubicBezTo>
                  <a:pt x="116" y="152"/>
                  <a:pt x="117" y="154"/>
                  <a:pt x="119" y="154"/>
                </a:cubicBezTo>
                <a:cubicBezTo>
                  <a:pt x="120" y="155"/>
                  <a:pt x="121" y="155"/>
                  <a:pt x="122" y="155"/>
                </a:cubicBezTo>
                <a:cubicBezTo>
                  <a:pt x="124" y="156"/>
                  <a:pt x="124" y="156"/>
                  <a:pt x="125" y="158"/>
                </a:cubicBezTo>
                <a:cubicBezTo>
                  <a:pt x="126" y="159"/>
                  <a:pt x="125" y="159"/>
                  <a:pt x="127" y="159"/>
                </a:cubicBezTo>
                <a:cubicBezTo>
                  <a:pt x="129" y="158"/>
                  <a:pt x="130" y="158"/>
                  <a:pt x="132" y="159"/>
                </a:cubicBezTo>
                <a:cubicBezTo>
                  <a:pt x="133" y="159"/>
                  <a:pt x="133" y="159"/>
                  <a:pt x="134" y="160"/>
                </a:cubicBezTo>
                <a:cubicBezTo>
                  <a:pt x="135" y="160"/>
                  <a:pt x="136" y="159"/>
                  <a:pt x="137" y="159"/>
                </a:cubicBezTo>
                <a:cubicBezTo>
                  <a:pt x="142" y="160"/>
                  <a:pt x="143" y="164"/>
                  <a:pt x="144" y="168"/>
                </a:cubicBezTo>
                <a:cubicBezTo>
                  <a:pt x="146" y="172"/>
                  <a:pt x="149" y="169"/>
                  <a:pt x="151" y="170"/>
                </a:cubicBezTo>
                <a:cubicBezTo>
                  <a:pt x="156" y="172"/>
                  <a:pt x="150" y="174"/>
                  <a:pt x="151" y="175"/>
                </a:cubicBezTo>
                <a:cubicBezTo>
                  <a:pt x="154" y="175"/>
                  <a:pt x="158" y="173"/>
                  <a:pt x="161" y="175"/>
                </a:cubicBezTo>
                <a:cubicBezTo>
                  <a:pt x="163" y="176"/>
                  <a:pt x="164" y="180"/>
                  <a:pt x="163" y="182"/>
                </a:cubicBezTo>
                <a:cubicBezTo>
                  <a:pt x="163" y="186"/>
                  <a:pt x="164" y="186"/>
                  <a:pt x="167" y="188"/>
                </a:cubicBezTo>
                <a:cubicBezTo>
                  <a:pt x="169" y="189"/>
                  <a:pt x="172" y="193"/>
                  <a:pt x="174" y="190"/>
                </a:cubicBezTo>
                <a:cubicBezTo>
                  <a:pt x="179" y="188"/>
                  <a:pt x="181" y="199"/>
                  <a:pt x="181" y="202"/>
                </a:cubicBezTo>
                <a:cubicBezTo>
                  <a:pt x="182" y="204"/>
                  <a:pt x="183" y="205"/>
                  <a:pt x="184" y="207"/>
                </a:cubicBezTo>
                <a:cubicBezTo>
                  <a:pt x="184" y="209"/>
                  <a:pt x="184" y="212"/>
                  <a:pt x="185" y="214"/>
                </a:cubicBezTo>
                <a:cubicBezTo>
                  <a:pt x="186" y="216"/>
                  <a:pt x="190" y="220"/>
                  <a:pt x="187" y="223"/>
                </a:cubicBezTo>
                <a:cubicBezTo>
                  <a:pt x="186" y="224"/>
                  <a:pt x="184" y="223"/>
                  <a:pt x="182" y="224"/>
                </a:cubicBezTo>
                <a:cubicBezTo>
                  <a:pt x="182" y="224"/>
                  <a:pt x="181" y="225"/>
                  <a:pt x="180" y="226"/>
                </a:cubicBezTo>
                <a:cubicBezTo>
                  <a:pt x="180" y="227"/>
                  <a:pt x="181" y="227"/>
                  <a:pt x="181" y="227"/>
                </a:cubicBezTo>
                <a:cubicBezTo>
                  <a:pt x="182" y="229"/>
                  <a:pt x="182" y="230"/>
                  <a:pt x="181" y="232"/>
                </a:cubicBezTo>
                <a:cubicBezTo>
                  <a:pt x="180" y="235"/>
                  <a:pt x="179" y="234"/>
                  <a:pt x="176" y="235"/>
                </a:cubicBezTo>
                <a:cubicBezTo>
                  <a:pt x="177" y="237"/>
                  <a:pt x="177" y="240"/>
                  <a:pt x="178" y="242"/>
                </a:cubicBezTo>
                <a:cubicBezTo>
                  <a:pt x="179" y="244"/>
                  <a:pt x="181" y="244"/>
                  <a:pt x="183" y="243"/>
                </a:cubicBezTo>
                <a:cubicBezTo>
                  <a:pt x="184" y="243"/>
                  <a:pt x="184" y="244"/>
                  <a:pt x="185" y="242"/>
                </a:cubicBezTo>
                <a:cubicBezTo>
                  <a:pt x="186" y="241"/>
                  <a:pt x="186" y="239"/>
                  <a:pt x="187" y="238"/>
                </a:cubicBezTo>
                <a:cubicBezTo>
                  <a:pt x="188" y="236"/>
                  <a:pt x="190" y="235"/>
                  <a:pt x="192" y="233"/>
                </a:cubicBezTo>
                <a:cubicBezTo>
                  <a:pt x="194" y="232"/>
                  <a:pt x="195" y="230"/>
                  <a:pt x="195" y="227"/>
                </a:cubicBezTo>
                <a:cubicBezTo>
                  <a:pt x="195" y="224"/>
                  <a:pt x="194" y="222"/>
                  <a:pt x="197" y="220"/>
                </a:cubicBezTo>
                <a:cubicBezTo>
                  <a:pt x="199" y="219"/>
                  <a:pt x="201" y="219"/>
                  <a:pt x="203" y="219"/>
                </a:cubicBezTo>
                <a:cubicBezTo>
                  <a:pt x="205" y="219"/>
                  <a:pt x="207" y="220"/>
                  <a:pt x="207" y="217"/>
                </a:cubicBezTo>
                <a:cubicBezTo>
                  <a:pt x="207" y="214"/>
                  <a:pt x="206" y="211"/>
                  <a:pt x="206" y="208"/>
                </a:cubicBezTo>
                <a:cubicBezTo>
                  <a:pt x="206" y="206"/>
                  <a:pt x="206" y="206"/>
                  <a:pt x="203" y="205"/>
                </a:cubicBezTo>
                <a:cubicBezTo>
                  <a:pt x="201" y="203"/>
                  <a:pt x="200" y="202"/>
                  <a:pt x="197" y="201"/>
                </a:cubicBezTo>
                <a:cubicBezTo>
                  <a:pt x="195" y="201"/>
                  <a:pt x="192" y="200"/>
                  <a:pt x="193" y="197"/>
                </a:cubicBezTo>
                <a:cubicBezTo>
                  <a:pt x="193" y="196"/>
                  <a:pt x="194" y="195"/>
                  <a:pt x="195" y="194"/>
                </a:cubicBezTo>
                <a:cubicBezTo>
                  <a:pt x="196" y="192"/>
                  <a:pt x="195" y="192"/>
                  <a:pt x="195" y="191"/>
                </a:cubicBezTo>
                <a:cubicBezTo>
                  <a:pt x="195" y="190"/>
                  <a:pt x="196" y="189"/>
                  <a:pt x="197" y="188"/>
                </a:cubicBezTo>
                <a:cubicBezTo>
                  <a:pt x="197" y="187"/>
                  <a:pt x="198" y="186"/>
                  <a:pt x="198" y="184"/>
                </a:cubicBezTo>
                <a:cubicBezTo>
                  <a:pt x="199" y="183"/>
                  <a:pt x="200" y="182"/>
                  <a:pt x="201" y="182"/>
                </a:cubicBezTo>
                <a:cubicBezTo>
                  <a:pt x="202" y="181"/>
                  <a:pt x="202" y="179"/>
                  <a:pt x="203" y="179"/>
                </a:cubicBezTo>
                <a:cubicBezTo>
                  <a:pt x="204" y="177"/>
                  <a:pt x="207" y="178"/>
                  <a:pt x="209" y="179"/>
                </a:cubicBezTo>
                <a:cubicBezTo>
                  <a:pt x="208" y="180"/>
                  <a:pt x="207" y="179"/>
                  <a:pt x="208" y="181"/>
                </a:cubicBezTo>
                <a:cubicBezTo>
                  <a:pt x="208" y="181"/>
                  <a:pt x="210" y="182"/>
                  <a:pt x="210" y="182"/>
                </a:cubicBezTo>
                <a:cubicBezTo>
                  <a:pt x="212" y="183"/>
                  <a:pt x="215" y="183"/>
                  <a:pt x="217" y="183"/>
                </a:cubicBezTo>
                <a:cubicBezTo>
                  <a:pt x="218" y="184"/>
                  <a:pt x="220" y="183"/>
                  <a:pt x="221" y="184"/>
                </a:cubicBezTo>
                <a:cubicBezTo>
                  <a:pt x="222" y="185"/>
                  <a:pt x="222" y="187"/>
                  <a:pt x="222" y="187"/>
                </a:cubicBezTo>
                <a:cubicBezTo>
                  <a:pt x="223" y="190"/>
                  <a:pt x="224" y="192"/>
                  <a:pt x="225" y="194"/>
                </a:cubicBezTo>
                <a:cubicBezTo>
                  <a:pt x="227" y="195"/>
                  <a:pt x="229" y="197"/>
                  <a:pt x="230" y="196"/>
                </a:cubicBezTo>
                <a:cubicBezTo>
                  <a:pt x="231" y="195"/>
                  <a:pt x="231" y="193"/>
                  <a:pt x="232" y="192"/>
                </a:cubicBezTo>
                <a:cubicBezTo>
                  <a:pt x="232" y="191"/>
                  <a:pt x="233" y="190"/>
                  <a:pt x="233" y="189"/>
                </a:cubicBezTo>
                <a:cubicBezTo>
                  <a:pt x="232" y="183"/>
                  <a:pt x="227" y="181"/>
                  <a:pt x="224" y="177"/>
                </a:cubicBezTo>
                <a:cubicBezTo>
                  <a:pt x="223" y="175"/>
                  <a:pt x="222" y="174"/>
                  <a:pt x="219" y="173"/>
                </a:cubicBezTo>
                <a:cubicBezTo>
                  <a:pt x="217" y="172"/>
                  <a:pt x="215" y="172"/>
                  <a:pt x="213" y="170"/>
                </a:cubicBezTo>
                <a:cubicBezTo>
                  <a:pt x="210" y="168"/>
                  <a:pt x="208" y="166"/>
                  <a:pt x="206" y="164"/>
                </a:cubicBezTo>
                <a:cubicBezTo>
                  <a:pt x="203" y="163"/>
                  <a:pt x="201" y="162"/>
                  <a:pt x="198" y="161"/>
                </a:cubicBezTo>
                <a:cubicBezTo>
                  <a:pt x="196" y="160"/>
                  <a:pt x="193" y="159"/>
                  <a:pt x="191" y="158"/>
                </a:cubicBezTo>
                <a:cubicBezTo>
                  <a:pt x="189" y="157"/>
                  <a:pt x="186" y="156"/>
                  <a:pt x="184" y="154"/>
                </a:cubicBezTo>
                <a:cubicBezTo>
                  <a:pt x="182" y="153"/>
                  <a:pt x="181" y="150"/>
                  <a:pt x="182" y="148"/>
                </a:cubicBezTo>
                <a:cubicBezTo>
                  <a:pt x="184" y="147"/>
                  <a:pt x="186" y="147"/>
                  <a:pt x="187" y="146"/>
                </a:cubicBezTo>
                <a:cubicBezTo>
                  <a:pt x="189" y="145"/>
                  <a:pt x="187" y="142"/>
                  <a:pt x="186" y="142"/>
                </a:cubicBezTo>
                <a:cubicBezTo>
                  <a:pt x="185" y="141"/>
                  <a:pt x="182" y="142"/>
                  <a:pt x="181" y="142"/>
                </a:cubicBezTo>
                <a:cubicBezTo>
                  <a:pt x="178" y="142"/>
                  <a:pt x="175" y="142"/>
                  <a:pt x="172" y="142"/>
                </a:cubicBezTo>
                <a:cubicBezTo>
                  <a:pt x="168" y="142"/>
                  <a:pt x="166" y="141"/>
                  <a:pt x="163" y="139"/>
                </a:cubicBezTo>
                <a:cubicBezTo>
                  <a:pt x="162" y="138"/>
                  <a:pt x="160" y="138"/>
                  <a:pt x="160" y="137"/>
                </a:cubicBezTo>
                <a:cubicBezTo>
                  <a:pt x="159" y="136"/>
                  <a:pt x="159" y="135"/>
                  <a:pt x="158" y="134"/>
                </a:cubicBezTo>
                <a:cubicBezTo>
                  <a:pt x="155" y="133"/>
                  <a:pt x="153" y="131"/>
                  <a:pt x="151" y="129"/>
                </a:cubicBezTo>
                <a:cubicBezTo>
                  <a:pt x="147" y="125"/>
                  <a:pt x="144" y="120"/>
                  <a:pt x="142" y="114"/>
                </a:cubicBezTo>
                <a:cubicBezTo>
                  <a:pt x="141" y="111"/>
                  <a:pt x="140" y="108"/>
                  <a:pt x="140" y="106"/>
                </a:cubicBezTo>
                <a:cubicBezTo>
                  <a:pt x="139" y="103"/>
                  <a:pt x="139" y="100"/>
                  <a:pt x="136" y="98"/>
                </a:cubicBezTo>
                <a:cubicBezTo>
                  <a:pt x="134" y="96"/>
                  <a:pt x="131" y="95"/>
                  <a:pt x="129" y="93"/>
                </a:cubicBezTo>
                <a:cubicBezTo>
                  <a:pt x="127" y="91"/>
                  <a:pt x="125" y="89"/>
                  <a:pt x="123" y="88"/>
                </a:cubicBezTo>
                <a:cubicBezTo>
                  <a:pt x="121" y="86"/>
                  <a:pt x="118" y="86"/>
                  <a:pt x="116" y="84"/>
                </a:cubicBezTo>
                <a:cubicBezTo>
                  <a:pt x="114" y="82"/>
                  <a:pt x="112" y="80"/>
                  <a:pt x="112" y="77"/>
                </a:cubicBezTo>
                <a:cubicBezTo>
                  <a:pt x="111" y="74"/>
                  <a:pt x="111" y="71"/>
                  <a:pt x="111" y="68"/>
                </a:cubicBezTo>
                <a:cubicBezTo>
                  <a:pt x="110" y="66"/>
                  <a:pt x="110" y="64"/>
                  <a:pt x="112" y="64"/>
                </a:cubicBezTo>
                <a:cubicBezTo>
                  <a:pt x="112" y="63"/>
                  <a:pt x="113" y="62"/>
                  <a:pt x="113" y="62"/>
                </a:cubicBezTo>
                <a:cubicBezTo>
                  <a:pt x="114" y="62"/>
                  <a:pt x="114" y="63"/>
                  <a:pt x="114" y="63"/>
                </a:cubicBezTo>
                <a:cubicBezTo>
                  <a:pt x="116" y="62"/>
                  <a:pt x="116" y="59"/>
                  <a:pt x="114" y="58"/>
                </a:cubicBezTo>
                <a:cubicBezTo>
                  <a:pt x="113" y="57"/>
                  <a:pt x="112" y="57"/>
                  <a:pt x="112" y="56"/>
                </a:cubicBezTo>
                <a:cubicBezTo>
                  <a:pt x="111" y="55"/>
                  <a:pt x="111" y="53"/>
                  <a:pt x="111" y="53"/>
                </a:cubicBezTo>
                <a:cubicBezTo>
                  <a:pt x="110" y="53"/>
                  <a:pt x="109" y="54"/>
                  <a:pt x="109" y="53"/>
                </a:cubicBezTo>
                <a:cubicBezTo>
                  <a:pt x="108" y="53"/>
                  <a:pt x="109" y="50"/>
                  <a:pt x="109" y="50"/>
                </a:cubicBezTo>
                <a:cubicBezTo>
                  <a:pt x="110" y="47"/>
                  <a:pt x="112" y="43"/>
                  <a:pt x="115" y="44"/>
                </a:cubicBezTo>
                <a:cubicBezTo>
                  <a:pt x="115" y="44"/>
                  <a:pt x="114" y="45"/>
                  <a:pt x="114" y="46"/>
                </a:cubicBezTo>
                <a:cubicBezTo>
                  <a:pt x="116" y="46"/>
                  <a:pt x="119" y="44"/>
                  <a:pt x="120" y="43"/>
                </a:cubicBezTo>
                <a:cubicBezTo>
                  <a:pt x="121" y="42"/>
                  <a:pt x="123" y="42"/>
                  <a:pt x="124" y="41"/>
                </a:cubicBezTo>
                <a:cubicBezTo>
                  <a:pt x="124" y="41"/>
                  <a:pt x="126" y="41"/>
                  <a:pt x="126" y="41"/>
                </a:cubicBezTo>
                <a:cubicBezTo>
                  <a:pt x="128" y="40"/>
                  <a:pt x="126" y="38"/>
                  <a:pt x="129" y="38"/>
                </a:cubicBezTo>
                <a:cubicBezTo>
                  <a:pt x="130" y="38"/>
                  <a:pt x="133" y="38"/>
                  <a:pt x="132" y="40"/>
                </a:cubicBezTo>
                <a:cubicBezTo>
                  <a:pt x="134" y="39"/>
                  <a:pt x="135" y="37"/>
                  <a:pt x="136" y="37"/>
                </a:cubicBezTo>
                <a:cubicBezTo>
                  <a:pt x="137" y="35"/>
                  <a:pt x="138" y="34"/>
                  <a:pt x="137" y="32"/>
                </a:cubicBezTo>
                <a:close/>
                <a:moveTo>
                  <a:pt x="61" y="174"/>
                </a:moveTo>
                <a:cubicBezTo>
                  <a:pt x="61" y="172"/>
                  <a:pt x="61" y="170"/>
                  <a:pt x="60" y="169"/>
                </a:cubicBezTo>
                <a:cubicBezTo>
                  <a:pt x="59" y="168"/>
                  <a:pt x="59" y="168"/>
                  <a:pt x="58" y="168"/>
                </a:cubicBezTo>
                <a:cubicBezTo>
                  <a:pt x="58" y="167"/>
                  <a:pt x="59" y="166"/>
                  <a:pt x="59" y="165"/>
                </a:cubicBezTo>
                <a:cubicBezTo>
                  <a:pt x="57" y="165"/>
                  <a:pt x="58" y="162"/>
                  <a:pt x="56" y="163"/>
                </a:cubicBezTo>
                <a:cubicBezTo>
                  <a:pt x="56" y="162"/>
                  <a:pt x="58" y="160"/>
                  <a:pt x="56" y="159"/>
                </a:cubicBezTo>
                <a:cubicBezTo>
                  <a:pt x="55" y="159"/>
                  <a:pt x="55" y="161"/>
                  <a:pt x="54" y="161"/>
                </a:cubicBezTo>
                <a:cubicBezTo>
                  <a:pt x="54" y="160"/>
                  <a:pt x="52" y="159"/>
                  <a:pt x="51" y="159"/>
                </a:cubicBezTo>
                <a:cubicBezTo>
                  <a:pt x="50" y="159"/>
                  <a:pt x="49" y="161"/>
                  <a:pt x="48" y="162"/>
                </a:cubicBezTo>
                <a:cubicBezTo>
                  <a:pt x="47" y="163"/>
                  <a:pt x="46" y="164"/>
                  <a:pt x="45" y="166"/>
                </a:cubicBezTo>
                <a:cubicBezTo>
                  <a:pt x="44" y="167"/>
                  <a:pt x="42" y="169"/>
                  <a:pt x="41" y="167"/>
                </a:cubicBezTo>
                <a:cubicBezTo>
                  <a:pt x="39" y="169"/>
                  <a:pt x="36" y="171"/>
                  <a:pt x="33" y="169"/>
                </a:cubicBezTo>
                <a:cubicBezTo>
                  <a:pt x="31" y="166"/>
                  <a:pt x="35" y="164"/>
                  <a:pt x="34" y="162"/>
                </a:cubicBezTo>
                <a:cubicBezTo>
                  <a:pt x="31" y="163"/>
                  <a:pt x="31" y="166"/>
                  <a:pt x="31" y="168"/>
                </a:cubicBezTo>
                <a:cubicBezTo>
                  <a:pt x="31" y="170"/>
                  <a:pt x="30" y="171"/>
                  <a:pt x="31" y="172"/>
                </a:cubicBezTo>
                <a:cubicBezTo>
                  <a:pt x="31" y="173"/>
                  <a:pt x="30" y="176"/>
                  <a:pt x="31" y="176"/>
                </a:cubicBezTo>
                <a:cubicBezTo>
                  <a:pt x="32" y="175"/>
                  <a:pt x="34" y="177"/>
                  <a:pt x="35" y="178"/>
                </a:cubicBezTo>
                <a:cubicBezTo>
                  <a:pt x="35" y="180"/>
                  <a:pt x="34" y="182"/>
                  <a:pt x="36" y="182"/>
                </a:cubicBezTo>
                <a:cubicBezTo>
                  <a:pt x="37" y="185"/>
                  <a:pt x="37" y="187"/>
                  <a:pt x="36" y="189"/>
                </a:cubicBezTo>
                <a:cubicBezTo>
                  <a:pt x="36" y="190"/>
                  <a:pt x="35" y="190"/>
                  <a:pt x="35" y="191"/>
                </a:cubicBezTo>
                <a:cubicBezTo>
                  <a:pt x="34" y="192"/>
                  <a:pt x="35" y="194"/>
                  <a:pt x="36" y="194"/>
                </a:cubicBezTo>
                <a:cubicBezTo>
                  <a:pt x="36" y="194"/>
                  <a:pt x="36" y="194"/>
                  <a:pt x="37" y="194"/>
                </a:cubicBezTo>
                <a:cubicBezTo>
                  <a:pt x="37" y="194"/>
                  <a:pt x="38" y="195"/>
                  <a:pt x="38" y="195"/>
                </a:cubicBezTo>
                <a:cubicBezTo>
                  <a:pt x="38" y="196"/>
                  <a:pt x="37" y="197"/>
                  <a:pt x="37" y="198"/>
                </a:cubicBezTo>
                <a:cubicBezTo>
                  <a:pt x="37" y="198"/>
                  <a:pt x="36" y="198"/>
                  <a:pt x="36" y="198"/>
                </a:cubicBezTo>
                <a:cubicBezTo>
                  <a:pt x="36" y="199"/>
                  <a:pt x="36" y="201"/>
                  <a:pt x="36" y="202"/>
                </a:cubicBezTo>
                <a:cubicBezTo>
                  <a:pt x="35" y="203"/>
                  <a:pt x="35" y="203"/>
                  <a:pt x="35" y="205"/>
                </a:cubicBezTo>
                <a:cubicBezTo>
                  <a:pt x="34" y="206"/>
                  <a:pt x="34" y="210"/>
                  <a:pt x="35" y="212"/>
                </a:cubicBezTo>
                <a:cubicBezTo>
                  <a:pt x="35" y="214"/>
                  <a:pt x="37" y="215"/>
                  <a:pt x="38" y="216"/>
                </a:cubicBezTo>
                <a:cubicBezTo>
                  <a:pt x="39" y="217"/>
                  <a:pt x="39" y="220"/>
                  <a:pt x="40" y="219"/>
                </a:cubicBezTo>
                <a:cubicBezTo>
                  <a:pt x="41" y="218"/>
                  <a:pt x="42" y="219"/>
                  <a:pt x="43" y="219"/>
                </a:cubicBezTo>
                <a:cubicBezTo>
                  <a:pt x="44" y="219"/>
                  <a:pt x="44" y="219"/>
                  <a:pt x="45" y="218"/>
                </a:cubicBezTo>
                <a:cubicBezTo>
                  <a:pt x="48" y="216"/>
                  <a:pt x="47" y="213"/>
                  <a:pt x="48" y="210"/>
                </a:cubicBezTo>
                <a:cubicBezTo>
                  <a:pt x="49" y="210"/>
                  <a:pt x="51" y="212"/>
                  <a:pt x="51" y="211"/>
                </a:cubicBezTo>
                <a:cubicBezTo>
                  <a:pt x="54" y="211"/>
                  <a:pt x="54" y="213"/>
                  <a:pt x="56" y="214"/>
                </a:cubicBezTo>
                <a:cubicBezTo>
                  <a:pt x="58" y="214"/>
                  <a:pt x="57" y="213"/>
                  <a:pt x="58" y="211"/>
                </a:cubicBezTo>
                <a:cubicBezTo>
                  <a:pt x="58" y="210"/>
                  <a:pt x="59" y="209"/>
                  <a:pt x="59" y="208"/>
                </a:cubicBezTo>
                <a:cubicBezTo>
                  <a:pt x="59" y="205"/>
                  <a:pt x="59" y="203"/>
                  <a:pt x="59" y="201"/>
                </a:cubicBezTo>
                <a:cubicBezTo>
                  <a:pt x="60" y="197"/>
                  <a:pt x="62" y="192"/>
                  <a:pt x="60" y="188"/>
                </a:cubicBezTo>
                <a:cubicBezTo>
                  <a:pt x="58" y="183"/>
                  <a:pt x="62" y="183"/>
                  <a:pt x="62" y="180"/>
                </a:cubicBezTo>
                <a:cubicBezTo>
                  <a:pt x="63" y="178"/>
                  <a:pt x="62" y="175"/>
                  <a:pt x="61" y="174"/>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2" name="Freeform 580"/>
          <p:cNvSpPr>
            <a:spLocks/>
          </p:cNvSpPr>
          <p:nvPr/>
        </p:nvSpPr>
        <p:spPr bwMode="auto">
          <a:xfrm>
            <a:off x="7473950" y="3850163"/>
            <a:ext cx="352425" cy="506413"/>
          </a:xfrm>
          <a:custGeom>
            <a:avLst/>
            <a:gdLst>
              <a:gd name="T0" fmla="*/ 86 w 89"/>
              <a:gd name="T1" fmla="*/ 65 h 128"/>
              <a:gd name="T2" fmla="*/ 84 w 89"/>
              <a:gd name="T3" fmla="*/ 52 h 128"/>
              <a:gd name="T4" fmla="*/ 84 w 89"/>
              <a:gd name="T5" fmla="*/ 43 h 128"/>
              <a:gd name="T6" fmla="*/ 77 w 89"/>
              <a:gd name="T7" fmla="*/ 44 h 128"/>
              <a:gd name="T8" fmla="*/ 73 w 89"/>
              <a:gd name="T9" fmla="*/ 39 h 128"/>
              <a:gd name="T10" fmla="*/ 67 w 89"/>
              <a:gd name="T11" fmla="*/ 33 h 128"/>
              <a:gd name="T12" fmla="*/ 66 w 89"/>
              <a:gd name="T13" fmla="*/ 38 h 128"/>
              <a:gd name="T14" fmla="*/ 62 w 89"/>
              <a:gd name="T15" fmla="*/ 40 h 128"/>
              <a:gd name="T16" fmla="*/ 58 w 89"/>
              <a:gd name="T17" fmla="*/ 40 h 128"/>
              <a:gd name="T18" fmla="*/ 51 w 89"/>
              <a:gd name="T19" fmla="*/ 37 h 128"/>
              <a:gd name="T20" fmla="*/ 47 w 89"/>
              <a:gd name="T21" fmla="*/ 31 h 128"/>
              <a:gd name="T22" fmla="*/ 51 w 89"/>
              <a:gd name="T23" fmla="*/ 26 h 128"/>
              <a:gd name="T24" fmla="*/ 51 w 89"/>
              <a:gd name="T25" fmla="*/ 22 h 128"/>
              <a:gd name="T26" fmla="*/ 57 w 89"/>
              <a:gd name="T27" fmla="*/ 19 h 128"/>
              <a:gd name="T28" fmla="*/ 61 w 89"/>
              <a:gd name="T29" fmla="*/ 14 h 128"/>
              <a:gd name="T30" fmla="*/ 65 w 89"/>
              <a:gd name="T31" fmla="*/ 9 h 128"/>
              <a:gd name="T32" fmla="*/ 64 w 89"/>
              <a:gd name="T33" fmla="*/ 2 h 128"/>
              <a:gd name="T34" fmla="*/ 58 w 89"/>
              <a:gd name="T35" fmla="*/ 9 h 128"/>
              <a:gd name="T36" fmla="*/ 56 w 89"/>
              <a:gd name="T37" fmla="*/ 6 h 128"/>
              <a:gd name="T38" fmla="*/ 52 w 89"/>
              <a:gd name="T39" fmla="*/ 6 h 128"/>
              <a:gd name="T40" fmla="*/ 43 w 89"/>
              <a:gd name="T41" fmla="*/ 15 h 128"/>
              <a:gd name="T42" fmla="*/ 37 w 89"/>
              <a:gd name="T43" fmla="*/ 19 h 128"/>
              <a:gd name="T44" fmla="*/ 42 w 89"/>
              <a:gd name="T45" fmla="*/ 25 h 128"/>
              <a:gd name="T46" fmla="*/ 39 w 89"/>
              <a:gd name="T47" fmla="*/ 35 h 128"/>
              <a:gd name="T48" fmla="*/ 33 w 89"/>
              <a:gd name="T49" fmla="*/ 36 h 128"/>
              <a:gd name="T50" fmla="*/ 22 w 89"/>
              <a:gd name="T51" fmla="*/ 35 h 128"/>
              <a:gd name="T52" fmla="*/ 11 w 89"/>
              <a:gd name="T53" fmla="*/ 35 h 128"/>
              <a:gd name="T54" fmla="*/ 13 w 89"/>
              <a:gd name="T55" fmla="*/ 44 h 128"/>
              <a:gd name="T56" fmla="*/ 19 w 89"/>
              <a:gd name="T57" fmla="*/ 51 h 128"/>
              <a:gd name="T58" fmla="*/ 15 w 89"/>
              <a:gd name="T59" fmla="*/ 58 h 128"/>
              <a:gd name="T60" fmla="*/ 9 w 89"/>
              <a:gd name="T61" fmla="*/ 59 h 128"/>
              <a:gd name="T62" fmla="*/ 9 w 89"/>
              <a:gd name="T63" fmla="*/ 65 h 128"/>
              <a:gd name="T64" fmla="*/ 13 w 89"/>
              <a:gd name="T65" fmla="*/ 68 h 128"/>
              <a:gd name="T66" fmla="*/ 26 w 89"/>
              <a:gd name="T67" fmla="*/ 70 h 128"/>
              <a:gd name="T68" fmla="*/ 29 w 89"/>
              <a:gd name="T69" fmla="*/ 73 h 128"/>
              <a:gd name="T70" fmla="*/ 21 w 89"/>
              <a:gd name="T71" fmla="*/ 83 h 128"/>
              <a:gd name="T72" fmla="*/ 12 w 89"/>
              <a:gd name="T73" fmla="*/ 92 h 128"/>
              <a:gd name="T74" fmla="*/ 28 w 89"/>
              <a:gd name="T75" fmla="*/ 89 h 128"/>
              <a:gd name="T76" fmla="*/ 24 w 89"/>
              <a:gd name="T77" fmla="*/ 92 h 128"/>
              <a:gd name="T78" fmla="*/ 14 w 89"/>
              <a:gd name="T79" fmla="*/ 99 h 128"/>
              <a:gd name="T80" fmla="*/ 9 w 89"/>
              <a:gd name="T81" fmla="*/ 101 h 128"/>
              <a:gd name="T82" fmla="*/ 8 w 89"/>
              <a:gd name="T83" fmla="*/ 106 h 128"/>
              <a:gd name="T84" fmla="*/ 5 w 89"/>
              <a:gd name="T85" fmla="*/ 112 h 128"/>
              <a:gd name="T86" fmla="*/ 7 w 89"/>
              <a:gd name="T87" fmla="*/ 116 h 128"/>
              <a:gd name="T88" fmla="*/ 9 w 89"/>
              <a:gd name="T89" fmla="*/ 123 h 128"/>
              <a:gd name="T90" fmla="*/ 15 w 89"/>
              <a:gd name="T91" fmla="*/ 123 h 128"/>
              <a:gd name="T92" fmla="*/ 16 w 89"/>
              <a:gd name="T93" fmla="*/ 127 h 128"/>
              <a:gd name="T94" fmla="*/ 27 w 89"/>
              <a:gd name="T95" fmla="*/ 125 h 128"/>
              <a:gd name="T96" fmla="*/ 35 w 89"/>
              <a:gd name="T97" fmla="*/ 123 h 128"/>
              <a:gd name="T98" fmla="*/ 43 w 89"/>
              <a:gd name="T99" fmla="*/ 118 h 128"/>
              <a:gd name="T100" fmla="*/ 50 w 89"/>
              <a:gd name="T101" fmla="*/ 114 h 128"/>
              <a:gd name="T102" fmla="*/ 66 w 89"/>
              <a:gd name="T103" fmla="*/ 106 h 128"/>
              <a:gd name="T104" fmla="*/ 72 w 89"/>
              <a:gd name="T105" fmla="*/ 104 h 128"/>
              <a:gd name="T106" fmla="*/ 83 w 89"/>
              <a:gd name="T107" fmla="*/ 95 h 128"/>
              <a:gd name="T108" fmla="*/ 86 w 89"/>
              <a:gd name="T109"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128">
                <a:moveTo>
                  <a:pt x="87" y="74"/>
                </a:moveTo>
                <a:cubicBezTo>
                  <a:pt x="87" y="73"/>
                  <a:pt x="87" y="71"/>
                  <a:pt x="87" y="70"/>
                </a:cubicBezTo>
                <a:cubicBezTo>
                  <a:pt x="86" y="69"/>
                  <a:pt x="85" y="69"/>
                  <a:pt x="85" y="68"/>
                </a:cubicBezTo>
                <a:cubicBezTo>
                  <a:pt x="85" y="66"/>
                  <a:pt x="85" y="67"/>
                  <a:pt x="86" y="65"/>
                </a:cubicBezTo>
                <a:cubicBezTo>
                  <a:pt x="86" y="65"/>
                  <a:pt x="85" y="64"/>
                  <a:pt x="85" y="63"/>
                </a:cubicBezTo>
                <a:cubicBezTo>
                  <a:pt x="85" y="62"/>
                  <a:pt x="87" y="62"/>
                  <a:pt x="87" y="61"/>
                </a:cubicBezTo>
                <a:cubicBezTo>
                  <a:pt x="87" y="59"/>
                  <a:pt x="85" y="58"/>
                  <a:pt x="85" y="57"/>
                </a:cubicBezTo>
                <a:cubicBezTo>
                  <a:pt x="84" y="55"/>
                  <a:pt x="85" y="54"/>
                  <a:pt x="84" y="52"/>
                </a:cubicBezTo>
                <a:cubicBezTo>
                  <a:pt x="84" y="50"/>
                  <a:pt x="83" y="51"/>
                  <a:pt x="82" y="49"/>
                </a:cubicBezTo>
                <a:cubicBezTo>
                  <a:pt x="81" y="48"/>
                  <a:pt x="80" y="46"/>
                  <a:pt x="82" y="45"/>
                </a:cubicBezTo>
                <a:cubicBezTo>
                  <a:pt x="83" y="44"/>
                  <a:pt x="84" y="46"/>
                  <a:pt x="86" y="46"/>
                </a:cubicBezTo>
                <a:cubicBezTo>
                  <a:pt x="86" y="45"/>
                  <a:pt x="84" y="43"/>
                  <a:pt x="84" y="43"/>
                </a:cubicBezTo>
                <a:cubicBezTo>
                  <a:pt x="83" y="43"/>
                  <a:pt x="83" y="42"/>
                  <a:pt x="82" y="42"/>
                </a:cubicBezTo>
                <a:cubicBezTo>
                  <a:pt x="82" y="44"/>
                  <a:pt x="82" y="44"/>
                  <a:pt x="82" y="44"/>
                </a:cubicBezTo>
                <a:cubicBezTo>
                  <a:pt x="79" y="44"/>
                  <a:pt x="79" y="44"/>
                  <a:pt x="79" y="44"/>
                </a:cubicBezTo>
                <a:cubicBezTo>
                  <a:pt x="77" y="44"/>
                  <a:pt x="77" y="44"/>
                  <a:pt x="77" y="44"/>
                </a:cubicBezTo>
                <a:cubicBezTo>
                  <a:pt x="75" y="43"/>
                  <a:pt x="75" y="43"/>
                  <a:pt x="75" y="43"/>
                </a:cubicBezTo>
                <a:cubicBezTo>
                  <a:pt x="76" y="40"/>
                  <a:pt x="76" y="40"/>
                  <a:pt x="76" y="40"/>
                </a:cubicBezTo>
                <a:cubicBezTo>
                  <a:pt x="75" y="39"/>
                  <a:pt x="75" y="39"/>
                  <a:pt x="75" y="39"/>
                </a:cubicBezTo>
                <a:cubicBezTo>
                  <a:pt x="73" y="39"/>
                  <a:pt x="73" y="39"/>
                  <a:pt x="73" y="39"/>
                </a:cubicBezTo>
                <a:cubicBezTo>
                  <a:pt x="73" y="37"/>
                  <a:pt x="72" y="36"/>
                  <a:pt x="72" y="34"/>
                </a:cubicBezTo>
                <a:cubicBezTo>
                  <a:pt x="70" y="32"/>
                  <a:pt x="70" y="32"/>
                  <a:pt x="70" y="32"/>
                </a:cubicBezTo>
                <a:cubicBezTo>
                  <a:pt x="68" y="31"/>
                  <a:pt x="68" y="31"/>
                  <a:pt x="68" y="31"/>
                </a:cubicBezTo>
                <a:cubicBezTo>
                  <a:pt x="67" y="33"/>
                  <a:pt x="67" y="33"/>
                  <a:pt x="67" y="33"/>
                </a:cubicBezTo>
                <a:cubicBezTo>
                  <a:pt x="65" y="34"/>
                  <a:pt x="65" y="34"/>
                  <a:pt x="65" y="34"/>
                </a:cubicBezTo>
                <a:cubicBezTo>
                  <a:pt x="65" y="35"/>
                  <a:pt x="65" y="35"/>
                  <a:pt x="65" y="35"/>
                </a:cubicBezTo>
                <a:cubicBezTo>
                  <a:pt x="66" y="37"/>
                  <a:pt x="66" y="37"/>
                  <a:pt x="66" y="37"/>
                </a:cubicBezTo>
                <a:cubicBezTo>
                  <a:pt x="66" y="38"/>
                  <a:pt x="66" y="38"/>
                  <a:pt x="66" y="38"/>
                </a:cubicBezTo>
                <a:cubicBezTo>
                  <a:pt x="64" y="38"/>
                  <a:pt x="64" y="38"/>
                  <a:pt x="64" y="38"/>
                </a:cubicBezTo>
                <a:cubicBezTo>
                  <a:pt x="63" y="40"/>
                  <a:pt x="63" y="40"/>
                  <a:pt x="63" y="40"/>
                </a:cubicBezTo>
                <a:cubicBezTo>
                  <a:pt x="63" y="39"/>
                  <a:pt x="63" y="39"/>
                  <a:pt x="63" y="39"/>
                </a:cubicBezTo>
                <a:cubicBezTo>
                  <a:pt x="62" y="40"/>
                  <a:pt x="62" y="40"/>
                  <a:pt x="62" y="40"/>
                </a:cubicBezTo>
                <a:cubicBezTo>
                  <a:pt x="62" y="41"/>
                  <a:pt x="62" y="41"/>
                  <a:pt x="62" y="41"/>
                </a:cubicBezTo>
                <a:cubicBezTo>
                  <a:pt x="61" y="41"/>
                  <a:pt x="61" y="41"/>
                  <a:pt x="61" y="41"/>
                </a:cubicBezTo>
                <a:cubicBezTo>
                  <a:pt x="60" y="40"/>
                  <a:pt x="60" y="40"/>
                  <a:pt x="60" y="40"/>
                </a:cubicBezTo>
                <a:cubicBezTo>
                  <a:pt x="58" y="40"/>
                  <a:pt x="58" y="40"/>
                  <a:pt x="58" y="40"/>
                </a:cubicBezTo>
                <a:cubicBezTo>
                  <a:pt x="56" y="40"/>
                  <a:pt x="56" y="40"/>
                  <a:pt x="56" y="40"/>
                </a:cubicBezTo>
                <a:cubicBezTo>
                  <a:pt x="54" y="38"/>
                  <a:pt x="54" y="38"/>
                  <a:pt x="54" y="38"/>
                </a:cubicBezTo>
                <a:cubicBezTo>
                  <a:pt x="52" y="37"/>
                  <a:pt x="52" y="37"/>
                  <a:pt x="52" y="37"/>
                </a:cubicBezTo>
                <a:cubicBezTo>
                  <a:pt x="51" y="37"/>
                  <a:pt x="51" y="37"/>
                  <a:pt x="51" y="37"/>
                </a:cubicBezTo>
                <a:cubicBezTo>
                  <a:pt x="51" y="34"/>
                  <a:pt x="51" y="34"/>
                  <a:pt x="51" y="34"/>
                </a:cubicBezTo>
                <a:cubicBezTo>
                  <a:pt x="49" y="34"/>
                  <a:pt x="49" y="34"/>
                  <a:pt x="49" y="34"/>
                </a:cubicBezTo>
                <a:cubicBezTo>
                  <a:pt x="48" y="32"/>
                  <a:pt x="48" y="32"/>
                  <a:pt x="48" y="32"/>
                </a:cubicBezTo>
                <a:cubicBezTo>
                  <a:pt x="47" y="31"/>
                  <a:pt x="47" y="31"/>
                  <a:pt x="47" y="31"/>
                </a:cubicBezTo>
                <a:cubicBezTo>
                  <a:pt x="45" y="28"/>
                  <a:pt x="45" y="28"/>
                  <a:pt x="45" y="28"/>
                </a:cubicBezTo>
                <a:cubicBezTo>
                  <a:pt x="48" y="27"/>
                  <a:pt x="48" y="27"/>
                  <a:pt x="48" y="27"/>
                </a:cubicBezTo>
                <a:cubicBezTo>
                  <a:pt x="49" y="26"/>
                  <a:pt x="49" y="26"/>
                  <a:pt x="49" y="26"/>
                </a:cubicBezTo>
                <a:cubicBezTo>
                  <a:pt x="51" y="26"/>
                  <a:pt x="51" y="26"/>
                  <a:pt x="51" y="26"/>
                </a:cubicBezTo>
                <a:cubicBezTo>
                  <a:pt x="52" y="26"/>
                  <a:pt x="52" y="26"/>
                  <a:pt x="52" y="26"/>
                </a:cubicBezTo>
                <a:cubicBezTo>
                  <a:pt x="55" y="23"/>
                  <a:pt x="55" y="23"/>
                  <a:pt x="55" y="23"/>
                </a:cubicBezTo>
                <a:cubicBezTo>
                  <a:pt x="54" y="24"/>
                  <a:pt x="54" y="24"/>
                  <a:pt x="54" y="24"/>
                </a:cubicBezTo>
                <a:cubicBezTo>
                  <a:pt x="51" y="22"/>
                  <a:pt x="51" y="22"/>
                  <a:pt x="51" y="22"/>
                </a:cubicBezTo>
                <a:cubicBezTo>
                  <a:pt x="51" y="21"/>
                  <a:pt x="51" y="21"/>
                  <a:pt x="51" y="21"/>
                </a:cubicBezTo>
                <a:cubicBezTo>
                  <a:pt x="53" y="20"/>
                  <a:pt x="53" y="20"/>
                  <a:pt x="53" y="20"/>
                </a:cubicBezTo>
                <a:cubicBezTo>
                  <a:pt x="55" y="21"/>
                  <a:pt x="55" y="21"/>
                  <a:pt x="55" y="21"/>
                </a:cubicBezTo>
                <a:cubicBezTo>
                  <a:pt x="57" y="19"/>
                  <a:pt x="57" y="19"/>
                  <a:pt x="57" y="19"/>
                </a:cubicBezTo>
                <a:cubicBezTo>
                  <a:pt x="59" y="20"/>
                  <a:pt x="59" y="20"/>
                  <a:pt x="59" y="20"/>
                </a:cubicBezTo>
                <a:cubicBezTo>
                  <a:pt x="59" y="18"/>
                  <a:pt x="59" y="18"/>
                  <a:pt x="59" y="18"/>
                </a:cubicBezTo>
                <a:cubicBezTo>
                  <a:pt x="61" y="16"/>
                  <a:pt x="61" y="16"/>
                  <a:pt x="61" y="16"/>
                </a:cubicBezTo>
                <a:cubicBezTo>
                  <a:pt x="61" y="14"/>
                  <a:pt x="61" y="14"/>
                  <a:pt x="61" y="14"/>
                </a:cubicBezTo>
                <a:cubicBezTo>
                  <a:pt x="62" y="12"/>
                  <a:pt x="62" y="12"/>
                  <a:pt x="62" y="12"/>
                </a:cubicBezTo>
                <a:cubicBezTo>
                  <a:pt x="62" y="11"/>
                  <a:pt x="62" y="11"/>
                  <a:pt x="62" y="11"/>
                </a:cubicBezTo>
                <a:cubicBezTo>
                  <a:pt x="63" y="10"/>
                  <a:pt x="63" y="10"/>
                  <a:pt x="63" y="10"/>
                </a:cubicBezTo>
                <a:cubicBezTo>
                  <a:pt x="65" y="9"/>
                  <a:pt x="65" y="9"/>
                  <a:pt x="65" y="9"/>
                </a:cubicBezTo>
                <a:cubicBezTo>
                  <a:pt x="66" y="7"/>
                  <a:pt x="67" y="7"/>
                  <a:pt x="68" y="5"/>
                </a:cubicBezTo>
                <a:cubicBezTo>
                  <a:pt x="70" y="3"/>
                  <a:pt x="69" y="3"/>
                  <a:pt x="67" y="2"/>
                </a:cubicBezTo>
                <a:cubicBezTo>
                  <a:pt x="66" y="2"/>
                  <a:pt x="65" y="0"/>
                  <a:pt x="63" y="0"/>
                </a:cubicBezTo>
                <a:cubicBezTo>
                  <a:pt x="61" y="0"/>
                  <a:pt x="64" y="2"/>
                  <a:pt x="64" y="2"/>
                </a:cubicBezTo>
                <a:cubicBezTo>
                  <a:pt x="63" y="3"/>
                  <a:pt x="60" y="1"/>
                  <a:pt x="59" y="2"/>
                </a:cubicBezTo>
                <a:cubicBezTo>
                  <a:pt x="57" y="4"/>
                  <a:pt x="61" y="7"/>
                  <a:pt x="60" y="9"/>
                </a:cubicBezTo>
                <a:cubicBezTo>
                  <a:pt x="60" y="10"/>
                  <a:pt x="57" y="14"/>
                  <a:pt x="56" y="13"/>
                </a:cubicBezTo>
                <a:cubicBezTo>
                  <a:pt x="55" y="13"/>
                  <a:pt x="58" y="9"/>
                  <a:pt x="58" y="9"/>
                </a:cubicBezTo>
                <a:cubicBezTo>
                  <a:pt x="59" y="8"/>
                  <a:pt x="58" y="7"/>
                  <a:pt x="58" y="6"/>
                </a:cubicBezTo>
                <a:cubicBezTo>
                  <a:pt x="57" y="6"/>
                  <a:pt x="57" y="4"/>
                  <a:pt x="57" y="3"/>
                </a:cubicBezTo>
                <a:cubicBezTo>
                  <a:pt x="56" y="2"/>
                  <a:pt x="55" y="2"/>
                  <a:pt x="55" y="4"/>
                </a:cubicBezTo>
                <a:cubicBezTo>
                  <a:pt x="55" y="5"/>
                  <a:pt x="56" y="5"/>
                  <a:pt x="56" y="6"/>
                </a:cubicBezTo>
                <a:cubicBezTo>
                  <a:pt x="56" y="7"/>
                  <a:pt x="56" y="8"/>
                  <a:pt x="55" y="7"/>
                </a:cubicBezTo>
                <a:cubicBezTo>
                  <a:pt x="54" y="7"/>
                  <a:pt x="55" y="6"/>
                  <a:pt x="54" y="6"/>
                </a:cubicBezTo>
                <a:cubicBezTo>
                  <a:pt x="53" y="5"/>
                  <a:pt x="54" y="6"/>
                  <a:pt x="53" y="6"/>
                </a:cubicBezTo>
                <a:cubicBezTo>
                  <a:pt x="52" y="6"/>
                  <a:pt x="52" y="6"/>
                  <a:pt x="52" y="6"/>
                </a:cubicBezTo>
                <a:cubicBezTo>
                  <a:pt x="51" y="6"/>
                  <a:pt x="51" y="5"/>
                  <a:pt x="50" y="5"/>
                </a:cubicBezTo>
                <a:cubicBezTo>
                  <a:pt x="49" y="5"/>
                  <a:pt x="47" y="7"/>
                  <a:pt x="46" y="7"/>
                </a:cubicBezTo>
                <a:cubicBezTo>
                  <a:pt x="45" y="5"/>
                  <a:pt x="40" y="10"/>
                  <a:pt x="40" y="12"/>
                </a:cubicBezTo>
                <a:cubicBezTo>
                  <a:pt x="41" y="12"/>
                  <a:pt x="42" y="14"/>
                  <a:pt x="43" y="15"/>
                </a:cubicBezTo>
                <a:cubicBezTo>
                  <a:pt x="43" y="15"/>
                  <a:pt x="43" y="15"/>
                  <a:pt x="43" y="16"/>
                </a:cubicBezTo>
                <a:cubicBezTo>
                  <a:pt x="43" y="16"/>
                  <a:pt x="42" y="17"/>
                  <a:pt x="42" y="16"/>
                </a:cubicBezTo>
                <a:cubicBezTo>
                  <a:pt x="38" y="16"/>
                  <a:pt x="42" y="19"/>
                  <a:pt x="41" y="20"/>
                </a:cubicBezTo>
                <a:cubicBezTo>
                  <a:pt x="40" y="21"/>
                  <a:pt x="38" y="19"/>
                  <a:pt x="37" y="19"/>
                </a:cubicBezTo>
                <a:cubicBezTo>
                  <a:pt x="36" y="20"/>
                  <a:pt x="33" y="21"/>
                  <a:pt x="34" y="23"/>
                </a:cubicBezTo>
                <a:cubicBezTo>
                  <a:pt x="35" y="23"/>
                  <a:pt x="35" y="24"/>
                  <a:pt x="36" y="24"/>
                </a:cubicBezTo>
                <a:cubicBezTo>
                  <a:pt x="37" y="25"/>
                  <a:pt x="39" y="25"/>
                  <a:pt x="40" y="25"/>
                </a:cubicBezTo>
                <a:cubicBezTo>
                  <a:pt x="41" y="25"/>
                  <a:pt x="41" y="26"/>
                  <a:pt x="42" y="25"/>
                </a:cubicBezTo>
                <a:cubicBezTo>
                  <a:pt x="44" y="25"/>
                  <a:pt x="44" y="25"/>
                  <a:pt x="46" y="25"/>
                </a:cubicBezTo>
                <a:cubicBezTo>
                  <a:pt x="47" y="27"/>
                  <a:pt x="39" y="30"/>
                  <a:pt x="39" y="32"/>
                </a:cubicBezTo>
                <a:cubicBezTo>
                  <a:pt x="39" y="33"/>
                  <a:pt x="39" y="33"/>
                  <a:pt x="39" y="33"/>
                </a:cubicBezTo>
                <a:cubicBezTo>
                  <a:pt x="37" y="34"/>
                  <a:pt x="38" y="34"/>
                  <a:pt x="39" y="35"/>
                </a:cubicBezTo>
                <a:cubicBezTo>
                  <a:pt x="40" y="36"/>
                  <a:pt x="39" y="35"/>
                  <a:pt x="39" y="37"/>
                </a:cubicBezTo>
                <a:cubicBezTo>
                  <a:pt x="39" y="38"/>
                  <a:pt x="40" y="38"/>
                  <a:pt x="39" y="38"/>
                </a:cubicBezTo>
                <a:cubicBezTo>
                  <a:pt x="38" y="39"/>
                  <a:pt x="37" y="37"/>
                  <a:pt x="37" y="37"/>
                </a:cubicBezTo>
                <a:cubicBezTo>
                  <a:pt x="35" y="36"/>
                  <a:pt x="34" y="37"/>
                  <a:pt x="33" y="36"/>
                </a:cubicBezTo>
                <a:cubicBezTo>
                  <a:pt x="32" y="36"/>
                  <a:pt x="31" y="35"/>
                  <a:pt x="30" y="36"/>
                </a:cubicBezTo>
                <a:cubicBezTo>
                  <a:pt x="28" y="36"/>
                  <a:pt x="29" y="39"/>
                  <a:pt x="27" y="40"/>
                </a:cubicBezTo>
                <a:cubicBezTo>
                  <a:pt x="26" y="39"/>
                  <a:pt x="26" y="37"/>
                  <a:pt x="25" y="36"/>
                </a:cubicBezTo>
                <a:cubicBezTo>
                  <a:pt x="24" y="34"/>
                  <a:pt x="23" y="35"/>
                  <a:pt x="22" y="35"/>
                </a:cubicBezTo>
                <a:cubicBezTo>
                  <a:pt x="21" y="35"/>
                  <a:pt x="15" y="34"/>
                  <a:pt x="14" y="35"/>
                </a:cubicBezTo>
                <a:cubicBezTo>
                  <a:pt x="15" y="36"/>
                  <a:pt x="15" y="36"/>
                  <a:pt x="15" y="37"/>
                </a:cubicBezTo>
                <a:cubicBezTo>
                  <a:pt x="15" y="37"/>
                  <a:pt x="13" y="37"/>
                  <a:pt x="13" y="37"/>
                </a:cubicBezTo>
                <a:cubicBezTo>
                  <a:pt x="12" y="37"/>
                  <a:pt x="12" y="36"/>
                  <a:pt x="11" y="35"/>
                </a:cubicBezTo>
                <a:cubicBezTo>
                  <a:pt x="9" y="35"/>
                  <a:pt x="8" y="38"/>
                  <a:pt x="8" y="40"/>
                </a:cubicBezTo>
                <a:cubicBezTo>
                  <a:pt x="9" y="40"/>
                  <a:pt x="10" y="39"/>
                  <a:pt x="10" y="39"/>
                </a:cubicBezTo>
                <a:cubicBezTo>
                  <a:pt x="12" y="39"/>
                  <a:pt x="13" y="40"/>
                  <a:pt x="13" y="42"/>
                </a:cubicBezTo>
                <a:cubicBezTo>
                  <a:pt x="13" y="43"/>
                  <a:pt x="12" y="44"/>
                  <a:pt x="13" y="44"/>
                </a:cubicBezTo>
                <a:cubicBezTo>
                  <a:pt x="13" y="45"/>
                  <a:pt x="14" y="45"/>
                  <a:pt x="14" y="46"/>
                </a:cubicBezTo>
                <a:cubicBezTo>
                  <a:pt x="14" y="48"/>
                  <a:pt x="12" y="46"/>
                  <a:pt x="12" y="48"/>
                </a:cubicBezTo>
                <a:cubicBezTo>
                  <a:pt x="12" y="51"/>
                  <a:pt x="14" y="50"/>
                  <a:pt x="15" y="49"/>
                </a:cubicBezTo>
                <a:cubicBezTo>
                  <a:pt x="17" y="49"/>
                  <a:pt x="20" y="49"/>
                  <a:pt x="19" y="51"/>
                </a:cubicBezTo>
                <a:cubicBezTo>
                  <a:pt x="18" y="53"/>
                  <a:pt x="16" y="53"/>
                  <a:pt x="14" y="53"/>
                </a:cubicBezTo>
                <a:cubicBezTo>
                  <a:pt x="13" y="54"/>
                  <a:pt x="11" y="55"/>
                  <a:pt x="12" y="56"/>
                </a:cubicBezTo>
                <a:cubicBezTo>
                  <a:pt x="13" y="57"/>
                  <a:pt x="13" y="57"/>
                  <a:pt x="13" y="57"/>
                </a:cubicBezTo>
                <a:cubicBezTo>
                  <a:pt x="14" y="57"/>
                  <a:pt x="14" y="58"/>
                  <a:pt x="15" y="58"/>
                </a:cubicBezTo>
                <a:cubicBezTo>
                  <a:pt x="15" y="58"/>
                  <a:pt x="16" y="59"/>
                  <a:pt x="16" y="59"/>
                </a:cubicBezTo>
                <a:cubicBezTo>
                  <a:pt x="15" y="59"/>
                  <a:pt x="13" y="59"/>
                  <a:pt x="12" y="59"/>
                </a:cubicBezTo>
                <a:cubicBezTo>
                  <a:pt x="11" y="59"/>
                  <a:pt x="11" y="59"/>
                  <a:pt x="10" y="60"/>
                </a:cubicBezTo>
                <a:cubicBezTo>
                  <a:pt x="10" y="60"/>
                  <a:pt x="10" y="59"/>
                  <a:pt x="9" y="59"/>
                </a:cubicBezTo>
                <a:cubicBezTo>
                  <a:pt x="8" y="60"/>
                  <a:pt x="8" y="60"/>
                  <a:pt x="8" y="61"/>
                </a:cubicBezTo>
                <a:cubicBezTo>
                  <a:pt x="8" y="62"/>
                  <a:pt x="9" y="62"/>
                  <a:pt x="9" y="63"/>
                </a:cubicBezTo>
                <a:cubicBezTo>
                  <a:pt x="9" y="64"/>
                  <a:pt x="8" y="64"/>
                  <a:pt x="8" y="64"/>
                </a:cubicBezTo>
                <a:cubicBezTo>
                  <a:pt x="9" y="65"/>
                  <a:pt x="9" y="65"/>
                  <a:pt x="9" y="65"/>
                </a:cubicBezTo>
                <a:cubicBezTo>
                  <a:pt x="11" y="67"/>
                  <a:pt x="11" y="65"/>
                  <a:pt x="12" y="65"/>
                </a:cubicBezTo>
                <a:cubicBezTo>
                  <a:pt x="13" y="65"/>
                  <a:pt x="13" y="64"/>
                  <a:pt x="14" y="65"/>
                </a:cubicBezTo>
                <a:cubicBezTo>
                  <a:pt x="14" y="66"/>
                  <a:pt x="13" y="66"/>
                  <a:pt x="13" y="66"/>
                </a:cubicBezTo>
                <a:cubicBezTo>
                  <a:pt x="13" y="67"/>
                  <a:pt x="13" y="67"/>
                  <a:pt x="13" y="68"/>
                </a:cubicBezTo>
                <a:cubicBezTo>
                  <a:pt x="13" y="68"/>
                  <a:pt x="14" y="68"/>
                  <a:pt x="15" y="68"/>
                </a:cubicBezTo>
                <a:cubicBezTo>
                  <a:pt x="16" y="68"/>
                  <a:pt x="16" y="66"/>
                  <a:pt x="17" y="66"/>
                </a:cubicBezTo>
                <a:cubicBezTo>
                  <a:pt x="20" y="66"/>
                  <a:pt x="17" y="70"/>
                  <a:pt x="20" y="70"/>
                </a:cubicBezTo>
                <a:cubicBezTo>
                  <a:pt x="22" y="71"/>
                  <a:pt x="24" y="70"/>
                  <a:pt x="26" y="70"/>
                </a:cubicBezTo>
                <a:cubicBezTo>
                  <a:pt x="28" y="69"/>
                  <a:pt x="29" y="69"/>
                  <a:pt x="30" y="69"/>
                </a:cubicBezTo>
                <a:cubicBezTo>
                  <a:pt x="30" y="70"/>
                  <a:pt x="29" y="70"/>
                  <a:pt x="30" y="71"/>
                </a:cubicBezTo>
                <a:cubicBezTo>
                  <a:pt x="31" y="71"/>
                  <a:pt x="31" y="72"/>
                  <a:pt x="31" y="73"/>
                </a:cubicBezTo>
                <a:cubicBezTo>
                  <a:pt x="30" y="73"/>
                  <a:pt x="29" y="73"/>
                  <a:pt x="29" y="73"/>
                </a:cubicBezTo>
                <a:cubicBezTo>
                  <a:pt x="28" y="74"/>
                  <a:pt x="26" y="76"/>
                  <a:pt x="26" y="73"/>
                </a:cubicBezTo>
                <a:cubicBezTo>
                  <a:pt x="25" y="73"/>
                  <a:pt x="22" y="78"/>
                  <a:pt x="22" y="78"/>
                </a:cubicBezTo>
                <a:cubicBezTo>
                  <a:pt x="21" y="79"/>
                  <a:pt x="21" y="79"/>
                  <a:pt x="21" y="80"/>
                </a:cubicBezTo>
                <a:cubicBezTo>
                  <a:pt x="22" y="81"/>
                  <a:pt x="22" y="81"/>
                  <a:pt x="21" y="83"/>
                </a:cubicBezTo>
                <a:cubicBezTo>
                  <a:pt x="21" y="83"/>
                  <a:pt x="21" y="85"/>
                  <a:pt x="20" y="85"/>
                </a:cubicBezTo>
                <a:cubicBezTo>
                  <a:pt x="20" y="86"/>
                  <a:pt x="19" y="86"/>
                  <a:pt x="18" y="87"/>
                </a:cubicBezTo>
                <a:cubicBezTo>
                  <a:pt x="17" y="88"/>
                  <a:pt x="17" y="89"/>
                  <a:pt x="15" y="90"/>
                </a:cubicBezTo>
                <a:cubicBezTo>
                  <a:pt x="14" y="91"/>
                  <a:pt x="12" y="91"/>
                  <a:pt x="12" y="92"/>
                </a:cubicBezTo>
                <a:cubicBezTo>
                  <a:pt x="15" y="94"/>
                  <a:pt x="16" y="90"/>
                  <a:pt x="18" y="89"/>
                </a:cubicBezTo>
                <a:cubicBezTo>
                  <a:pt x="20" y="89"/>
                  <a:pt x="20" y="90"/>
                  <a:pt x="21" y="90"/>
                </a:cubicBezTo>
                <a:cubicBezTo>
                  <a:pt x="22" y="91"/>
                  <a:pt x="24" y="91"/>
                  <a:pt x="25" y="91"/>
                </a:cubicBezTo>
                <a:cubicBezTo>
                  <a:pt x="26" y="90"/>
                  <a:pt x="27" y="90"/>
                  <a:pt x="28" y="89"/>
                </a:cubicBezTo>
                <a:cubicBezTo>
                  <a:pt x="29" y="88"/>
                  <a:pt x="29" y="87"/>
                  <a:pt x="30" y="86"/>
                </a:cubicBezTo>
                <a:cubicBezTo>
                  <a:pt x="32" y="86"/>
                  <a:pt x="31" y="87"/>
                  <a:pt x="31" y="88"/>
                </a:cubicBezTo>
                <a:cubicBezTo>
                  <a:pt x="31" y="89"/>
                  <a:pt x="32" y="89"/>
                  <a:pt x="33" y="89"/>
                </a:cubicBezTo>
                <a:cubicBezTo>
                  <a:pt x="30" y="90"/>
                  <a:pt x="27" y="92"/>
                  <a:pt x="24" y="92"/>
                </a:cubicBezTo>
                <a:cubicBezTo>
                  <a:pt x="22" y="93"/>
                  <a:pt x="20" y="92"/>
                  <a:pt x="19" y="92"/>
                </a:cubicBezTo>
                <a:cubicBezTo>
                  <a:pt x="17" y="93"/>
                  <a:pt x="18" y="93"/>
                  <a:pt x="17" y="95"/>
                </a:cubicBezTo>
                <a:cubicBezTo>
                  <a:pt x="17" y="96"/>
                  <a:pt x="12" y="96"/>
                  <a:pt x="12" y="97"/>
                </a:cubicBezTo>
                <a:cubicBezTo>
                  <a:pt x="12" y="98"/>
                  <a:pt x="13" y="98"/>
                  <a:pt x="14" y="99"/>
                </a:cubicBezTo>
                <a:cubicBezTo>
                  <a:pt x="14" y="99"/>
                  <a:pt x="14" y="100"/>
                  <a:pt x="14" y="101"/>
                </a:cubicBezTo>
                <a:cubicBezTo>
                  <a:pt x="14" y="102"/>
                  <a:pt x="14" y="102"/>
                  <a:pt x="14" y="103"/>
                </a:cubicBezTo>
                <a:cubicBezTo>
                  <a:pt x="13" y="103"/>
                  <a:pt x="13" y="103"/>
                  <a:pt x="11" y="103"/>
                </a:cubicBezTo>
                <a:cubicBezTo>
                  <a:pt x="11" y="102"/>
                  <a:pt x="10" y="101"/>
                  <a:pt x="9" y="101"/>
                </a:cubicBezTo>
                <a:cubicBezTo>
                  <a:pt x="9" y="103"/>
                  <a:pt x="7" y="103"/>
                  <a:pt x="7" y="102"/>
                </a:cubicBezTo>
                <a:cubicBezTo>
                  <a:pt x="5" y="101"/>
                  <a:pt x="0" y="106"/>
                  <a:pt x="2" y="107"/>
                </a:cubicBezTo>
                <a:cubicBezTo>
                  <a:pt x="3" y="107"/>
                  <a:pt x="4" y="106"/>
                  <a:pt x="4" y="106"/>
                </a:cubicBezTo>
                <a:cubicBezTo>
                  <a:pt x="5" y="106"/>
                  <a:pt x="6" y="106"/>
                  <a:pt x="8" y="106"/>
                </a:cubicBezTo>
                <a:cubicBezTo>
                  <a:pt x="9" y="106"/>
                  <a:pt x="9" y="106"/>
                  <a:pt x="10" y="106"/>
                </a:cubicBezTo>
                <a:cubicBezTo>
                  <a:pt x="12" y="106"/>
                  <a:pt x="13" y="106"/>
                  <a:pt x="14" y="107"/>
                </a:cubicBezTo>
                <a:cubicBezTo>
                  <a:pt x="13" y="107"/>
                  <a:pt x="12" y="109"/>
                  <a:pt x="10" y="109"/>
                </a:cubicBezTo>
                <a:cubicBezTo>
                  <a:pt x="9" y="110"/>
                  <a:pt x="6" y="110"/>
                  <a:pt x="5" y="112"/>
                </a:cubicBezTo>
                <a:cubicBezTo>
                  <a:pt x="5" y="112"/>
                  <a:pt x="6" y="113"/>
                  <a:pt x="6" y="113"/>
                </a:cubicBezTo>
                <a:cubicBezTo>
                  <a:pt x="5" y="114"/>
                  <a:pt x="4" y="114"/>
                  <a:pt x="3" y="114"/>
                </a:cubicBezTo>
                <a:cubicBezTo>
                  <a:pt x="2" y="115"/>
                  <a:pt x="3" y="115"/>
                  <a:pt x="4" y="117"/>
                </a:cubicBezTo>
                <a:cubicBezTo>
                  <a:pt x="5" y="116"/>
                  <a:pt x="5" y="115"/>
                  <a:pt x="7" y="116"/>
                </a:cubicBezTo>
                <a:cubicBezTo>
                  <a:pt x="8" y="116"/>
                  <a:pt x="7" y="118"/>
                  <a:pt x="8" y="118"/>
                </a:cubicBezTo>
                <a:cubicBezTo>
                  <a:pt x="9" y="118"/>
                  <a:pt x="11" y="117"/>
                  <a:pt x="12" y="117"/>
                </a:cubicBezTo>
                <a:cubicBezTo>
                  <a:pt x="14" y="116"/>
                  <a:pt x="15" y="115"/>
                  <a:pt x="18" y="115"/>
                </a:cubicBezTo>
                <a:cubicBezTo>
                  <a:pt x="16" y="116"/>
                  <a:pt x="8" y="120"/>
                  <a:pt x="9" y="123"/>
                </a:cubicBezTo>
                <a:cubicBezTo>
                  <a:pt x="11" y="123"/>
                  <a:pt x="13" y="122"/>
                  <a:pt x="16" y="121"/>
                </a:cubicBezTo>
                <a:cubicBezTo>
                  <a:pt x="17" y="121"/>
                  <a:pt x="18" y="118"/>
                  <a:pt x="20" y="118"/>
                </a:cubicBezTo>
                <a:cubicBezTo>
                  <a:pt x="22" y="118"/>
                  <a:pt x="21" y="121"/>
                  <a:pt x="19" y="121"/>
                </a:cubicBezTo>
                <a:cubicBezTo>
                  <a:pt x="19" y="122"/>
                  <a:pt x="15" y="122"/>
                  <a:pt x="15" y="123"/>
                </a:cubicBezTo>
                <a:cubicBezTo>
                  <a:pt x="16" y="123"/>
                  <a:pt x="17" y="123"/>
                  <a:pt x="18" y="123"/>
                </a:cubicBezTo>
                <a:cubicBezTo>
                  <a:pt x="18" y="124"/>
                  <a:pt x="17" y="125"/>
                  <a:pt x="16" y="126"/>
                </a:cubicBezTo>
                <a:cubicBezTo>
                  <a:pt x="15" y="126"/>
                  <a:pt x="13" y="127"/>
                  <a:pt x="14" y="128"/>
                </a:cubicBezTo>
                <a:cubicBezTo>
                  <a:pt x="14" y="128"/>
                  <a:pt x="15" y="127"/>
                  <a:pt x="16" y="127"/>
                </a:cubicBezTo>
                <a:cubicBezTo>
                  <a:pt x="17" y="126"/>
                  <a:pt x="18" y="126"/>
                  <a:pt x="19" y="125"/>
                </a:cubicBezTo>
                <a:cubicBezTo>
                  <a:pt x="21" y="125"/>
                  <a:pt x="21" y="125"/>
                  <a:pt x="22" y="126"/>
                </a:cubicBezTo>
                <a:cubicBezTo>
                  <a:pt x="23" y="126"/>
                  <a:pt x="23" y="127"/>
                  <a:pt x="24" y="127"/>
                </a:cubicBezTo>
                <a:cubicBezTo>
                  <a:pt x="26" y="127"/>
                  <a:pt x="26" y="126"/>
                  <a:pt x="27" y="125"/>
                </a:cubicBezTo>
                <a:cubicBezTo>
                  <a:pt x="28" y="124"/>
                  <a:pt x="29" y="125"/>
                  <a:pt x="30" y="125"/>
                </a:cubicBezTo>
                <a:cubicBezTo>
                  <a:pt x="31" y="126"/>
                  <a:pt x="32" y="124"/>
                  <a:pt x="32" y="124"/>
                </a:cubicBezTo>
                <a:cubicBezTo>
                  <a:pt x="33" y="123"/>
                  <a:pt x="34" y="124"/>
                  <a:pt x="35" y="124"/>
                </a:cubicBezTo>
                <a:cubicBezTo>
                  <a:pt x="35" y="124"/>
                  <a:pt x="35" y="123"/>
                  <a:pt x="35" y="123"/>
                </a:cubicBezTo>
                <a:cubicBezTo>
                  <a:pt x="36" y="122"/>
                  <a:pt x="35" y="122"/>
                  <a:pt x="37" y="122"/>
                </a:cubicBezTo>
                <a:cubicBezTo>
                  <a:pt x="37" y="122"/>
                  <a:pt x="38" y="122"/>
                  <a:pt x="38" y="122"/>
                </a:cubicBezTo>
                <a:cubicBezTo>
                  <a:pt x="39" y="122"/>
                  <a:pt x="39" y="121"/>
                  <a:pt x="40" y="120"/>
                </a:cubicBezTo>
                <a:cubicBezTo>
                  <a:pt x="41" y="119"/>
                  <a:pt x="42" y="120"/>
                  <a:pt x="43" y="118"/>
                </a:cubicBezTo>
                <a:cubicBezTo>
                  <a:pt x="44" y="117"/>
                  <a:pt x="42" y="116"/>
                  <a:pt x="42" y="115"/>
                </a:cubicBezTo>
                <a:cubicBezTo>
                  <a:pt x="43" y="113"/>
                  <a:pt x="44" y="115"/>
                  <a:pt x="45" y="115"/>
                </a:cubicBezTo>
                <a:cubicBezTo>
                  <a:pt x="46" y="116"/>
                  <a:pt x="46" y="117"/>
                  <a:pt x="48" y="116"/>
                </a:cubicBezTo>
                <a:cubicBezTo>
                  <a:pt x="49" y="116"/>
                  <a:pt x="50" y="115"/>
                  <a:pt x="50" y="114"/>
                </a:cubicBezTo>
                <a:cubicBezTo>
                  <a:pt x="51" y="113"/>
                  <a:pt x="52" y="113"/>
                  <a:pt x="53" y="112"/>
                </a:cubicBezTo>
                <a:cubicBezTo>
                  <a:pt x="54" y="112"/>
                  <a:pt x="56" y="112"/>
                  <a:pt x="57" y="111"/>
                </a:cubicBezTo>
                <a:cubicBezTo>
                  <a:pt x="58" y="110"/>
                  <a:pt x="57" y="109"/>
                  <a:pt x="57" y="107"/>
                </a:cubicBezTo>
                <a:cubicBezTo>
                  <a:pt x="58" y="106"/>
                  <a:pt x="65" y="106"/>
                  <a:pt x="66" y="106"/>
                </a:cubicBezTo>
                <a:cubicBezTo>
                  <a:pt x="67" y="106"/>
                  <a:pt x="68" y="106"/>
                  <a:pt x="69" y="105"/>
                </a:cubicBezTo>
                <a:cubicBezTo>
                  <a:pt x="69" y="104"/>
                  <a:pt x="68" y="103"/>
                  <a:pt x="69" y="102"/>
                </a:cubicBezTo>
                <a:cubicBezTo>
                  <a:pt x="70" y="102"/>
                  <a:pt x="70" y="105"/>
                  <a:pt x="71" y="105"/>
                </a:cubicBezTo>
                <a:cubicBezTo>
                  <a:pt x="72" y="105"/>
                  <a:pt x="72" y="104"/>
                  <a:pt x="72" y="104"/>
                </a:cubicBezTo>
                <a:cubicBezTo>
                  <a:pt x="74" y="102"/>
                  <a:pt x="75" y="104"/>
                  <a:pt x="77" y="105"/>
                </a:cubicBezTo>
                <a:cubicBezTo>
                  <a:pt x="78" y="105"/>
                  <a:pt x="82" y="105"/>
                  <a:pt x="82" y="104"/>
                </a:cubicBezTo>
                <a:cubicBezTo>
                  <a:pt x="83" y="102"/>
                  <a:pt x="79" y="101"/>
                  <a:pt x="80" y="99"/>
                </a:cubicBezTo>
                <a:cubicBezTo>
                  <a:pt x="81" y="100"/>
                  <a:pt x="82" y="96"/>
                  <a:pt x="83" y="95"/>
                </a:cubicBezTo>
                <a:cubicBezTo>
                  <a:pt x="84" y="94"/>
                  <a:pt x="84" y="93"/>
                  <a:pt x="84" y="92"/>
                </a:cubicBezTo>
                <a:cubicBezTo>
                  <a:pt x="85" y="91"/>
                  <a:pt x="84" y="90"/>
                  <a:pt x="84" y="90"/>
                </a:cubicBezTo>
                <a:cubicBezTo>
                  <a:pt x="84" y="89"/>
                  <a:pt x="85" y="88"/>
                  <a:pt x="85" y="87"/>
                </a:cubicBezTo>
                <a:cubicBezTo>
                  <a:pt x="86" y="86"/>
                  <a:pt x="86" y="85"/>
                  <a:pt x="86" y="84"/>
                </a:cubicBezTo>
                <a:cubicBezTo>
                  <a:pt x="87" y="83"/>
                  <a:pt x="88" y="82"/>
                  <a:pt x="88" y="81"/>
                </a:cubicBezTo>
                <a:cubicBezTo>
                  <a:pt x="89" y="79"/>
                  <a:pt x="88" y="79"/>
                  <a:pt x="88" y="78"/>
                </a:cubicBezTo>
                <a:cubicBezTo>
                  <a:pt x="87" y="77"/>
                  <a:pt x="88" y="75"/>
                  <a:pt x="87" y="74"/>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3" name="Freeform 581"/>
          <p:cNvSpPr>
            <a:spLocks/>
          </p:cNvSpPr>
          <p:nvPr/>
        </p:nvSpPr>
        <p:spPr bwMode="auto">
          <a:xfrm>
            <a:off x="9529763" y="4705826"/>
            <a:ext cx="530225" cy="315913"/>
          </a:xfrm>
          <a:custGeom>
            <a:avLst/>
            <a:gdLst>
              <a:gd name="T0" fmla="*/ 23 w 134"/>
              <a:gd name="T1" fmla="*/ 70 h 80"/>
              <a:gd name="T2" fmla="*/ 28 w 134"/>
              <a:gd name="T3" fmla="*/ 76 h 80"/>
              <a:gd name="T4" fmla="*/ 47 w 134"/>
              <a:gd name="T5" fmla="*/ 78 h 80"/>
              <a:gd name="T6" fmla="*/ 57 w 134"/>
              <a:gd name="T7" fmla="*/ 74 h 80"/>
              <a:gd name="T8" fmla="*/ 65 w 134"/>
              <a:gd name="T9" fmla="*/ 72 h 80"/>
              <a:gd name="T10" fmla="*/ 71 w 134"/>
              <a:gd name="T11" fmla="*/ 69 h 80"/>
              <a:gd name="T12" fmla="*/ 83 w 134"/>
              <a:gd name="T13" fmla="*/ 70 h 80"/>
              <a:gd name="T14" fmla="*/ 89 w 134"/>
              <a:gd name="T15" fmla="*/ 70 h 80"/>
              <a:gd name="T16" fmla="*/ 97 w 134"/>
              <a:gd name="T17" fmla="*/ 66 h 80"/>
              <a:gd name="T18" fmla="*/ 101 w 134"/>
              <a:gd name="T19" fmla="*/ 59 h 80"/>
              <a:gd name="T20" fmla="*/ 105 w 134"/>
              <a:gd name="T21" fmla="*/ 54 h 80"/>
              <a:gd name="T22" fmla="*/ 109 w 134"/>
              <a:gd name="T23" fmla="*/ 43 h 80"/>
              <a:gd name="T24" fmla="*/ 113 w 134"/>
              <a:gd name="T25" fmla="*/ 36 h 80"/>
              <a:gd name="T26" fmla="*/ 117 w 134"/>
              <a:gd name="T27" fmla="*/ 30 h 80"/>
              <a:gd name="T28" fmla="*/ 121 w 134"/>
              <a:gd name="T29" fmla="*/ 24 h 80"/>
              <a:gd name="T30" fmla="*/ 124 w 134"/>
              <a:gd name="T31" fmla="*/ 23 h 80"/>
              <a:gd name="T32" fmla="*/ 133 w 134"/>
              <a:gd name="T33" fmla="*/ 16 h 80"/>
              <a:gd name="T34" fmla="*/ 129 w 134"/>
              <a:gd name="T35" fmla="*/ 14 h 80"/>
              <a:gd name="T36" fmla="*/ 123 w 134"/>
              <a:gd name="T37" fmla="*/ 9 h 80"/>
              <a:gd name="T38" fmla="*/ 118 w 134"/>
              <a:gd name="T39" fmla="*/ 4 h 80"/>
              <a:gd name="T40" fmla="*/ 111 w 134"/>
              <a:gd name="T41" fmla="*/ 5 h 80"/>
              <a:gd name="T42" fmla="*/ 102 w 134"/>
              <a:gd name="T43" fmla="*/ 0 h 80"/>
              <a:gd name="T44" fmla="*/ 97 w 134"/>
              <a:gd name="T45" fmla="*/ 2 h 80"/>
              <a:gd name="T46" fmla="*/ 87 w 134"/>
              <a:gd name="T47" fmla="*/ 1 h 80"/>
              <a:gd name="T48" fmla="*/ 81 w 134"/>
              <a:gd name="T49" fmla="*/ 9 h 80"/>
              <a:gd name="T50" fmla="*/ 68 w 134"/>
              <a:gd name="T51" fmla="*/ 11 h 80"/>
              <a:gd name="T52" fmla="*/ 54 w 134"/>
              <a:gd name="T53" fmla="*/ 15 h 80"/>
              <a:gd name="T54" fmla="*/ 48 w 134"/>
              <a:gd name="T55" fmla="*/ 22 h 80"/>
              <a:gd name="T56" fmla="*/ 30 w 134"/>
              <a:gd name="T57" fmla="*/ 21 h 80"/>
              <a:gd name="T58" fmla="*/ 18 w 134"/>
              <a:gd name="T59" fmla="*/ 25 h 80"/>
              <a:gd name="T60" fmla="*/ 10 w 134"/>
              <a:gd name="T61" fmla="*/ 24 h 80"/>
              <a:gd name="T62" fmla="*/ 12 w 134"/>
              <a:gd name="T63" fmla="*/ 31 h 80"/>
              <a:gd name="T64" fmla="*/ 8 w 134"/>
              <a:gd name="T65" fmla="*/ 36 h 80"/>
              <a:gd name="T66" fmla="*/ 8 w 134"/>
              <a:gd name="T67" fmla="*/ 42 h 80"/>
              <a:gd name="T68" fmla="*/ 0 w 134"/>
              <a:gd name="T69" fmla="*/ 49 h 80"/>
              <a:gd name="T70" fmla="*/ 5 w 134"/>
              <a:gd name="T71" fmla="*/ 53 h 80"/>
              <a:gd name="T72" fmla="*/ 6 w 134"/>
              <a:gd name="T73" fmla="*/ 56 h 80"/>
              <a:gd name="T74" fmla="*/ 8 w 134"/>
              <a:gd name="T75" fmla="*/ 5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4" h="80">
                <a:moveTo>
                  <a:pt x="17" y="65"/>
                </a:moveTo>
                <a:cubicBezTo>
                  <a:pt x="18" y="68"/>
                  <a:pt x="20" y="69"/>
                  <a:pt x="23" y="70"/>
                </a:cubicBezTo>
                <a:cubicBezTo>
                  <a:pt x="24" y="71"/>
                  <a:pt x="24" y="73"/>
                  <a:pt x="25" y="74"/>
                </a:cubicBezTo>
                <a:cubicBezTo>
                  <a:pt x="26" y="75"/>
                  <a:pt x="27" y="75"/>
                  <a:pt x="28" y="76"/>
                </a:cubicBezTo>
                <a:cubicBezTo>
                  <a:pt x="32" y="78"/>
                  <a:pt x="34" y="79"/>
                  <a:pt x="38" y="79"/>
                </a:cubicBezTo>
                <a:cubicBezTo>
                  <a:pt x="42" y="79"/>
                  <a:pt x="44" y="80"/>
                  <a:pt x="47" y="78"/>
                </a:cubicBezTo>
                <a:cubicBezTo>
                  <a:pt x="49" y="77"/>
                  <a:pt x="51" y="77"/>
                  <a:pt x="54" y="76"/>
                </a:cubicBezTo>
                <a:cubicBezTo>
                  <a:pt x="55" y="75"/>
                  <a:pt x="56" y="75"/>
                  <a:pt x="57" y="74"/>
                </a:cubicBezTo>
                <a:cubicBezTo>
                  <a:pt x="59" y="73"/>
                  <a:pt x="59" y="74"/>
                  <a:pt x="61" y="74"/>
                </a:cubicBezTo>
                <a:cubicBezTo>
                  <a:pt x="63" y="74"/>
                  <a:pt x="64" y="72"/>
                  <a:pt x="65" y="72"/>
                </a:cubicBezTo>
                <a:cubicBezTo>
                  <a:pt x="66" y="71"/>
                  <a:pt x="66" y="70"/>
                  <a:pt x="67" y="69"/>
                </a:cubicBezTo>
                <a:cubicBezTo>
                  <a:pt x="69" y="68"/>
                  <a:pt x="70" y="69"/>
                  <a:pt x="71" y="69"/>
                </a:cubicBezTo>
                <a:cubicBezTo>
                  <a:pt x="72" y="69"/>
                  <a:pt x="74" y="70"/>
                  <a:pt x="74" y="69"/>
                </a:cubicBezTo>
                <a:cubicBezTo>
                  <a:pt x="77" y="69"/>
                  <a:pt x="80" y="70"/>
                  <a:pt x="83" y="70"/>
                </a:cubicBezTo>
                <a:cubicBezTo>
                  <a:pt x="84" y="70"/>
                  <a:pt x="85" y="69"/>
                  <a:pt x="87" y="69"/>
                </a:cubicBezTo>
                <a:cubicBezTo>
                  <a:pt x="87" y="69"/>
                  <a:pt x="88" y="70"/>
                  <a:pt x="89" y="70"/>
                </a:cubicBezTo>
                <a:cubicBezTo>
                  <a:pt x="91" y="70"/>
                  <a:pt x="91" y="67"/>
                  <a:pt x="93" y="66"/>
                </a:cubicBezTo>
                <a:cubicBezTo>
                  <a:pt x="94" y="65"/>
                  <a:pt x="95" y="68"/>
                  <a:pt x="97" y="66"/>
                </a:cubicBezTo>
                <a:cubicBezTo>
                  <a:pt x="98" y="66"/>
                  <a:pt x="101" y="63"/>
                  <a:pt x="101" y="61"/>
                </a:cubicBezTo>
                <a:cubicBezTo>
                  <a:pt x="101" y="61"/>
                  <a:pt x="101" y="60"/>
                  <a:pt x="101" y="59"/>
                </a:cubicBezTo>
                <a:cubicBezTo>
                  <a:pt x="101" y="58"/>
                  <a:pt x="102" y="57"/>
                  <a:pt x="103" y="56"/>
                </a:cubicBezTo>
                <a:cubicBezTo>
                  <a:pt x="103" y="55"/>
                  <a:pt x="104" y="55"/>
                  <a:pt x="105" y="54"/>
                </a:cubicBezTo>
                <a:cubicBezTo>
                  <a:pt x="106" y="53"/>
                  <a:pt x="106" y="52"/>
                  <a:pt x="106" y="50"/>
                </a:cubicBezTo>
                <a:cubicBezTo>
                  <a:pt x="107" y="49"/>
                  <a:pt x="110" y="45"/>
                  <a:pt x="109" y="43"/>
                </a:cubicBezTo>
                <a:cubicBezTo>
                  <a:pt x="110" y="42"/>
                  <a:pt x="112" y="42"/>
                  <a:pt x="112" y="40"/>
                </a:cubicBezTo>
                <a:cubicBezTo>
                  <a:pt x="113" y="39"/>
                  <a:pt x="113" y="38"/>
                  <a:pt x="113" y="36"/>
                </a:cubicBezTo>
                <a:cubicBezTo>
                  <a:pt x="114" y="35"/>
                  <a:pt x="115" y="35"/>
                  <a:pt x="116" y="34"/>
                </a:cubicBezTo>
                <a:cubicBezTo>
                  <a:pt x="116" y="32"/>
                  <a:pt x="115" y="31"/>
                  <a:pt x="117" y="30"/>
                </a:cubicBezTo>
                <a:cubicBezTo>
                  <a:pt x="117" y="29"/>
                  <a:pt x="118" y="28"/>
                  <a:pt x="119" y="27"/>
                </a:cubicBezTo>
                <a:cubicBezTo>
                  <a:pt x="120" y="26"/>
                  <a:pt x="120" y="25"/>
                  <a:pt x="121" y="24"/>
                </a:cubicBezTo>
                <a:cubicBezTo>
                  <a:pt x="122" y="24"/>
                  <a:pt x="122" y="24"/>
                  <a:pt x="123" y="24"/>
                </a:cubicBezTo>
                <a:cubicBezTo>
                  <a:pt x="123" y="24"/>
                  <a:pt x="124" y="23"/>
                  <a:pt x="124" y="23"/>
                </a:cubicBezTo>
                <a:cubicBezTo>
                  <a:pt x="126" y="22"/>
                  <a:pt x="127" y="23"/>
                  <a:pt x="128" y="22"/>
                </a:cubicBezTo>
                <a:cubicBezTo>
                  <a:pt x="131" y="22"/>
                  <a:pt x="134" y="19"/>
                  <a:pt x="133" y="16"/>
                </a:cubicBezTo>
                <a:cubicBezTo>
                  <a:pt x="133" y="15"/>
                  <a:pt x="133" y="14"/>
                  <a:pt x="132" y="14"/>
                </a:cubicBezTo>
                <a:cubicBezTo>
                  <a:pt x="130" y="13"/>
                  <a:pt x="130" y="14"/>
                  <a:pt x="129" y="14"/>
                </a:cubicBezTo>
                <a:cubicBezTo>
                  <a:pt x="127" y="13"/>
                  <a:pt x="127" y="12"/>
                  <a:pt x="126" y="11"/>
                </a:cubicBezTo>
                <a:cubicBezTo>
                  <a:pt x="126" y="9"/>
                  <a:pt x="125" y="10"/>
                  <a:pt x="123" y="9"/>
                </a:cubicBezTo>
                <a:cubicBezTo>
                  <a:pt x="122" y="9"/>
                  <a:pt x="122" y="8"/>
                  <a:pt x="121" y="7"/>
                </a:cubicBezTo>
                <a:cubicBezTo>
                  <a:pt x="120" y="5"/>
                  <a:pt x="120" y="4"/>
                  <a:pt x="118" y="4"/>
                </a:cubicBezTo>
                <a:cubicBezTo>
                  <a:pt x="118" y="4"/>
                  <a:pt x="118" y="4"/>
                  <a:pt x="118" y="5"/>
                </a:cubicBezTo>
                <a:cubicBezTo>
                  <a:pt x="115" y="5"/>
                  <a:pt x="113" y="7"/>
                  <a:pt x="111" y="5"/>
                </a:cubicBezTo>
                <a:cubicBezTo>
                  <a:pt x="109" y="3"/>
                  <a:pt x="107" y="2"/>
                  <a:pt x="106" y="0"/>
                </a:cubicBezTo>
                <a:cubicBezTo>
                  <a:pt x="105" y="0"/>
                  <a:pt x="103" y="0"/>
                  <a:pt x="102" y="0"/>
                </a:cubicBezTo>
                <a:cubicBezTo>
                  <a:pt x="102" y="1"/>
                  <a:pt x="102" y="1"/>
                  <a:pt x="101" y="2"/>
                </a:cubicBezTo>
                <a:cubicBezTo>
                  <a:pt x="100" y="2"/>
                  <a:pt x="98" y="2"/>
                  <a:pt x="97" y="2"/>
                </a:cubicBezTo>
                <a:cubicBezTo>
                  <a:pt x="96" y="1"/>
                  <a:pt x="94" y="0"/>
                  <a:pt x="93" y="0"/>
                </a:cubicBezTo>
                <a:cubicBezTo>
                  <a:pt x="90" y="0"/>
                  <a:pt x="89" y="1"/>
                  <a:pt x="87" y="1"/>
                </a:cubicBezTo>
                <a:cubicBezTo>
                  <a:pt x="86" y="3"/>
                  <a:pt x="84" y="4"/>
                  <a:pt x="84" y="5"/>
                </a:cubicBezTo>
                <a:cubicBezTo>
                  <a:pt x="83" y="7"/>
                  <a:pt x="83" y="8"/>
                  <a:pt x="81" y="9"/>
                </a:cubicBezTo>
                <a:cubicBezTo>
                  <a:pt x="77" y="11"/>
                  <a:pt x="74" y="13"/>
                  <a:pt x="71" y="11"/>
                </a:cubicBezTo>
                <a:cubicBezTo>
                  <a:pt x="69" y="10"/>
                  <a:pt x="69" y="9"/>
                  <a:pt x="68" y="11"/>
                </a:cubicBezTo>
                <a:cubicBezTo>
                  <a:pt x="66" y="12"/>
                  <a:pt x="66" y="13"/>
                  <a:pt x="64" y="14"/>
                </a:cubicBezTo>
                <a:cubicBezTo>
                  <a:pt x="61" y="14"/>
                  <a:pt x="57" y="14"/>
                  <a:pt x="54" y="15"/>
                </a:cubicBezTo>
                <a:cubicBezTo>
                  <a:pt x="50" y="17"/>
                  <a:pt x="54" y="20"/>
                  <a:pt x="53" y="22"/>
                </a:cubicBezTo>
                <a:cubicBezTo>
                  <a:pt x="52" y="23"/>
                  <a:pt x="49" y="22"/>
                  <a:pt x="48" y="22"/>
                </a:cubicBezTo>
                <a:cubicBezTo>
                  <a:pt x="46" y="22"/>
                  <a:pt x="44" y="23"/>
                  <a:pt x="42" y="23"/>
                </a:cubicBezTo>
                <a:cubicBezTo>
                  <a:pt x="38" y="23"/>
                  <a:pt x="33" y="23"/>
                  <a:pt x="30" y="21"/>
                </a:cubicBezTo>
                <a:cubicBezTo>
                  <a:pt x="26" y="19"/>
                  <a:pt x="24" y="16"/>
                  <a:pt x="20" y="15"/>
                </a:cubicBezTo>
                <a:cubicBezTo>
                  <a:pt x="20" y="17"/>
                  <a:pt x="20" y="24"/>
                  <a:pt x="18" y="25"/>
                </a:cubicBezTo>
                <a:cubicBezTo>
                  <a:pt x="17" y="26"/>
                  <a:pt x="14" y="25"/>
                  <a:pt x="13" y="24"/>
                </a:cubicBezTo>
                <a:cubicBezTo>
                  <a:pt x="12" y="24"/>
                  <a:pt x="11" y="23"/>
                  <a:pt x="10" y="24"/>
                </a:cubicBezTo>
                <a:cubicBezTo>
                  <a:pt x="9" y="24"/>
                  <a:pt x="8" y="25"/>
                  <a:pt x="7" y="25"/>
                </a:cubicBezTo>
                <a:cubicBezTo>
                  <a:pt x="7" y="28"/>
                  <a:pt x="14" y="27"/>
                  <a:pt x="12" y="31"/>
                </a:cubicBezTo>
                <a:cubicBezTo>
                  <a:pt x="11" y="32"/>
                  <a:pt x="10" y="33"/>
                  <a:pt x="9" y="34"/>
                </a:cubicBezTo>
                <a:cubicBezTo>
                  <a:pt x="6" y="35"/>
                  <a:pt x="8" y="34"/>
                  <a:pt x="8" y="36"/>
                </a:cubicBezTo>
                <a:cubicBezTo>
                  <a:pt x="8" y="38"/>
                  <a:pt x="7" y="38"/>
                  <a:pt x="6" y="39"/>
                </a:cubicBezTo>
                <a:cubicBezTo>
                  <a:pt x="6" y="41"/>
                  <a:pt x="8" y="41"/>
                  <a:pt x="8" y="42"/>
                </a:cubicBezTo>
                <a:cubicBezTo>
                  <a:pt x="9" y="44"/>
                  <a:pt x="7" y="45"/>
                  <a:pt x="6" y="45"/>
                </a:cubicBezTo>
                <a:cubicBezTo>
                  <a:pt x="4" y="46"/>
                  <a:pt x="2" y="48"/>
                  <a:pt x="0" y="49"/>
                </a:cubicBezTo>
                <a:cubicBezTo>
                  <a:pt x="2" y="49"/>
                  <a:pt x="4" y="49"/>
                  <a:pt x="5" y="50"/>
                </a:cubicBezTo>
                <a:cubicBezTo>
                  <a:pt x="6" y="51"/>
                  <a:pt x="4" y="52"/>
                  <a:pt x="5" y="53"/>
                </a:cubicBezTo>
                <a:cubicBezTo>
                  <a:pt x="6" y="54"/>
                  <a:pt x="6" y="54"/>
                  <a:pt x="7" y="54"/>
                </a:cubicBezTo>
                <a:cubicBezTo>
                  <a:pt x="7" y="55"/>
                  <a:pt x="6" y="55"/>
                  <a:pt x="6" y="56"/>
                </a:cubicBezTo>
                <a:cubicBezTo>
                  <a:pt x="7" y="57"/>
                  <a:pt x="8" y="57"/>
                  <a:pt x="9" y="59"/>
                </a:cubicBezTo>
                <a:cubicBezTo>
                  <a:pt x="8" y="59"/>
                  <a:pt x="8" y="59"/>
                  <a:pt x="8" y="59"/>
                </a:cubicBezTo>
                <a:cubicBezTo>
                  <a:pt x="11" y="61"/>
                  <a:pt x="15" y="62"/>
                  <a:pt x="17" y="65"/>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4" name="Freeform 582"/>
          <p:cNvSpPr>
            <a:spLocks noEditPoints="1"/>
          </p:cNvSpPr>
          <p:nvPr/>
        </p:nvSpPr>
        <p:spPr bwMode="auto">
          <a:xfrm>
            <a:off x="7651750" y="3067526"/>
            <a:ext cx="798513" cy="1484313"/>
          </a:xfrm>
          <a:custGeom>
            <a:avLst/>
            <a:gdLst>
              <a:gd name="T0" fmla="*/ 170 w 202"/>
              <a:gd name="T1" fmla="*/ 269 h 375"/>
              <a:gd name="T2" fmla="*/ 155 w 202"/>
              <a:gd name="T3" fmla="*/ 231 h 375"/>
              <a:gd name="T4" fmla="*/ 107 w 202"/>
              <a:gd name="T5" fmla="*/ 171 h 375"/>
              <a:gd name="T6" fmla="*/ 103 w 202"/>
              <a:gd name="T7" fmla="*/ 158 h 375"/>
              <a:gd name="T8" fmla="*/ 100 w 202"/>
              <a:gd name="T9" fmla="*/ 115 h 375"/>
              <a:gd name="T10" fmla="*/ 79 w 202"/>
              <a:gd name="T11" fmla="*/ 114 h 375"/>
              <a:gd name="T12" fmla="*/ 96 w 202"/>
              <a:gd name="T13" fmla="*/ 88 h 375"/>
              <a:gd name="T14" fmla="*/ 69 w 202"/>
              <a:gd name="T15" fmla="*/ 85 h 375"/>
              <a:gd name="T16" fmla="*/ 54 w 202"/>
              <a:gd name="T17" fmla="*/ 95 h 375"/>
              <a:gd name="T18" fmla="*/ 49 w 202"/>
              <a:gd name="T19" fmla="*/ 106 h 375"/>
              <a:gd name="T20" fmla="*/ 45 w 202"/>
              <a:gd name="T21" fmla="*/ 125 h 375"/>
              <a:gd name="T22" fmla="*/ 48 w 202"/>
              <a:gd name="T23" fmla="*/ 133 h 375"/>
              <a:gd name="T24" fmla="*/ 45 w 202"/>
              <a:gd name="T25" fmla="*/ 147 h 375"/>
              <a:gd name="T26" fmla="*/ 56 w 202"/>
              <a:gd name="T27" fmla="*/ 156 h 375"/>
              <a:gd name="T28" fmla="*/ 44 w 202"/>
              <a:gd name="T29" fmla="*/ 186 h 375"/>
              <a:gd name="T30" fmla="*/ 60 w 202"/>
              <a:gd name="T31" fmla="*/ 163 h 375"/>
              <a:gd name="T32" fmla="*/ 62 w 202"/>
              <a:gd name="T33" fmla="*/ 172 h 375"/>
              <a:gd name="T34" fmla="*/ 58 w 202"/>
              <a:gd name="T35" fmla="*/ 208 h 375"/>
              <a:gd name="T36" fmla="*/ 70 w 202"/>
              <a:gd name="T37" fmla="*/ 209 h 375"/>
              <a:gd name="T38" fmla="*/ 92 w 202"/>
              <a:gd name="T39" fmla="*/ 209 h 375"/>
              <a:gd name="T40" fmla="*/ 98 w 202"/>
              <a:gd name="T41" fmla="*/ 242 h 375"/>
              <a:gd name="T42" fmla="*/ 76 w 202"/>
              <a:gd name="T43" fmla="*/ 265 h 375"/>
              <a:gd name="T44" fmla="*/ 64 w 202"/>
              <a:gd name="T45" fmla="*/ 275 h 375"/>
              <a:gd name="T46" fmla="*/ 59 w 202"/>
              <a:gd name="T47" fmla="*/ 306 h 375"/>
              <a:gd name="T48" fmla="*/ 56 w 202"/>
              <a:gd name="T49" fmla="*/ 320 h 375"/>
              <a:gd name="T50" fmla="*/ 80 w 202"/>
              <a:gd name="T51" fmla="*/ 320 h 375"/>
              <a:gd name="T52" fmla="*/ 71 w 202"/>
              <a:gd name="T53" fmla="*/ 335 h 375"/>
              <a:gd name="T54" fmla="*/ 40 w 202"/>
              <a:gd name="T55" fmla="*/ 372 h 375"/>
              <a:gd name="T56" fmla="*/ 71 w 202"/>
              <a:gd name="T57" fmla="*/ 361 h 375"/>
              <a:gd name="T58" fmla="*/ 97 w 202"/>
              <a:gd name="T59" fmla="*/ 350 h 375"/>
              <a:gd name="T60" fmla="*/ 140 w 202"/>
              <a:gd name="T61" fmla="*/ 348 h 375"/>
              <a:gd name="T62" fmla="*/ 196 w 202"/>
              <a:gd name="T63" fmla="*/ 334 h 375"/>
              <a:gd name="T64" fmla="*/ 180 w 202"/>
              <a:gd name="T65" fmla="*/ 315 h 375"/>
              <a:gd name="T66" fmla="*/ 131 w 202"/>
              <a:gd name="T67" fmla="*/ 352 h 375"/>
              <a:gd name="T68" fmla="*/ 108 w 202"/>
              <a:gd name="T69" fmla="*/ 68 h 375"/>
              <a:gd name="T70" fmla="*/ 97 w 202"/>
              <a:gd name="T71" fmla="*/ 60 h 375"/>
              <a:gd name="T72" fmla="*/ 40 w 202"/>
              <a:gd name="T73" fmla="*/ 125 h 375"/>
              <a:gd name="T74" fmla="*/ 35 w 202"/>
              <a:gd name="T75" fmla="*/ 155 h 375"/>
              <a:gd name="T76" fmla="*/ 136 w 202"/>
              <a:gd name="T77" fmla="*/ 23 h 375"/>
              <a:gd name="T78" fmla="*/ 141 w 202"/>
              <a:gd name="T79" fmla="*/ 0 h 375"/>
              <a:gd name="T80" fmla="*/ 26 w 202"/>
              <a:gd name="T81" fmla="*/ 94 h 375"/>
              <a:gd name="T82" fmla="*/ 100 w 202"/>
              <a:gd name="T83" fmla="*/ 74 h 375"/>
              <a:gd name="T84" fmla="*/ 109 w 202"/>
              <a:gd name="T85" fmla="*/ 62 h 375"/>
              <a:gd name="T86" fmla="*/ 38 w 202"/>
              <a:gd name="T87" fmla="*/ 123 h 375"/>
              <a:gd name="T88" fmla="*/ 30 w 202"/>
              <a:gd name="T89" fmla="*/ 125 h 375"/>
              <a:gd name="T90" fmla="*/ 52 w 202"/>
              <a:gd name="T91" fmla="*/ 187 h 375"/>
              <a:gd name="T92" fmla="*/ 34 w 202"/>
              <a:gd name="T93" fmla="*/ 178 h 375"/>
              <a:gd name="T94" fmla="*/ 43 w 202"/>
              <a:gd name="T95" fmla="*/ 153 h 375"/>
              <a:gd name="T96" fmla="*/ 35 w 202"/>
              <a:gd name="T97" fmla="*/ 161 h 375"/>
              <a:gd name="T98" fmla="*/ 132 w 202"/>
              <a:gd name="T99" fmla="*/ 32 h 375"/>
              <a:gd name="T100" fmla="*/ 134 w 202"/>
              <a:gd name="T101" fmla="*/ 13 h 375"/>
              <a:gd name="T102" fmla="*/ 130 w 202"/>
              <a:gd name="T103" fmla="*/ 18 h 375"/>
              <a:gd name="T104" fmla="*/ 17 w 202"/>
              <a:gd name="T105" fmla="*/ 125 h 375"/>
              <a:gd name="T106" fmla="*/ 21 w 202"/>
              <a:gd name="T107" fmla="*/ 115 h 375"/>
              <a:gd name="T108" fmla="*/ 29 w 202"/>
              <a:gd name="T109" fmla="*/ 101 h 375"/>
              <a:gd name="T110" fmla="*/ 40 w 202"/>
              <a:gd name="T111" fmla="*/ 92 h 375"/>
              <a:gd name="T112" fmla="*/ 25 w 202"/>
              <a:gd name="T113" fmla="*/ 101 h 375"/>
              <a:gd name="T114" fmla="*/ 75 w 202"/>
              <a:gd name="T115" fmla="*/ 230 h 375"/>
              <a:gd name="T116" fmla="*/ 2 w 202"/>
              <a:gd name="T117" fmla="*/ 229 h 375"/>
              <a:gd name="T118" fmla="*/ 27 w 202"/>
              <a:gd name="T119" fmla="*/ 232 h 375"/>
              <a:gd name="T120" fmla="*/ 54 w 202"/>
              <a:gd name="T121" fmla="*/ 227 h 375"/>
              <a:gd name="T122" fmla="*/ 46 w 202"/>
              <a:gd name="T123" fmla="*/ 20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2" h="375">
                <a:moveTo>
                  <a:pt x="145" y="346"/>
                </a:moveTo>
                <a:cubicBezTo>
                  <a:pt x="145" y="347"/>
                  <a:pt x="145" y="347"/>
                  <a:pt x="145" y="347"/>
                </a:cubicBezTo>
                <a:cubicBezTo>
                  <a:pt x="143" y="347"/>
                  <a:pt x="143" y="347"/>
                  <a:pt x="143" y="347"/>
                </a:cubicBezTo>
                <a:cubicBezTo>
                  <a:pt x="144" y="346"/>
                  <a:pt x="144" y="346"/>
                  <a:pt x="144" y="346"/>
                </a:cubicBezTo>
                <a:lnTo>
                  <a:pt x="145" y="346"/>
                </a:lnTo>
                <a:close/>
                <a:moveTo>
                  <a:pt x="182" y="324"/>
                </a:moveTo>
                <a:cubicBezTo>
                  <a:pt x="181" y="325"/>
                  <a:pt x="181" y="325"/>
                  <a:pt x="181" y="325"/>
                </a:cubicBezTo>
                <a:cubicBezTo>
                  <a:pt x="183" y="326"/>
                  <a:pt x="183" y="326"/>
                  <a:pt x="183" y="326"/>
                </a:cubicBezTo>
                <a:cubicBezTo>
                  <a:pt x="186" y="326"/>
                  <a:pt x="186" y="326"/>
                  <a:pt x="186" y="326"/>
                </a:cubicBezTo>
                <a:cubicBezTo>
                  <a:pt x="185" y="324"/>
                  <a:pt x="185" y="324"/>
                  <a:pt x="185" y="324"/>
                </a:cubicBezTo>
                <a:lnTo>
                  <a:pt x="182" y="324"/>
                </a:lnTo>
                <a:close/>
                <a:moveTo>
                  <a:pt x="199" y="295"/>
                </a:moveTo>
                <a:cubicBezTo>
                  <a:pt x="201" y="293"/>
                  <a:pt x="201" y="290"/>
                  <a:pt x="202" y="287"/>
                </a:cubicBezTo>
                <a:cubicBezTo>
                  <a:pt x="202" y="278"/>
                  <a:pt x="193" y="273"/>
                  <a:pt x="184" y="272"/>
                </a:cubicBezTo>
                <a:cubicBezTo>
                  <a:pt x="184" y="273"/>
                  <a:pt x="184" y="273"/>
                  <a:pt x="184" y="273"/>
                </a:cubicBezTo>
                <a:cubicBezTo>
                  <a:pt x="181" y="272"/>
                  <a:pt x="178" y="272"/>
                  <a:pt x="175" y="273"/>
                </a:cubicBezTo>
                <a:cubicBezTo>
                  <a:pt x="173" y="274"/>
                  <a:pt x="173" y="274"/>
                  <a:pt x="173" y="274"/>
                </a:cubicBezTo>
                <a:cubicBezTo>
                  <a:pt x="173" y="276"/>
                  <a:pt x="172" y="277"/>
                  <a:pt x="171" y="279"/>
                </a:cubicBezTo>
                <a:cubicBezTo>
                  <a:pt x="168" y="279"/>
                  <a:pt x="168" y="279"/>
                  <a:pt x="168" y="279"/>
                </a:cubicBezTo>
                <a:cubicBezTo>
                  <a:pt x="167" y="277"/>
                  <a:pt x="167" y="277"/>
                  <a:pt x="167" y="277"/>
                </a:cubicBezTo>
                <a:cubicBezTo>
                  <a:pt x="165" y="276"/>
                  <a:pt x="165" y="276"/>
                  <a:pt x="165" y="276"/>
                </a:cubicBezTo>
                <a:cubicBezTo>
                  <a:pt x="163" y="276"/>
                  <a:pt x="163" y="276"/>
                  <a:pt x="163" y="276"/>
                </a:cubicBezTo>
                <a:cubicBezTo>
                  <a:pt x="165" y="273"/>
                  <a:pt x="167" y="271"/>
                  <a:pt x="170" y="269"/>
                </a:cubicBezTo>
                <a:cubicBezTo>
                  <a:pt x="170" y="264"/>
                  <a:pt x="169" y="260"/>
                  <a:pt x="165" y="256"/>
                </a:cubicBezTo>
                <a:cubicBezTo>
                  <a:pt x="164" y="256"/>
                  <a:pt x="164" y="256"/>
                  <a:pt x="164" y="256"/>
                </a:cubicBezTo>
                <a:cubicBezTo>
                  <a:pt x="162" y="254"/>
                  <a:pt x="160" y="252"/>
                  <a:pt x="158" y="251"/>
                </a:cubicBezTo>
                <a:cubicBezTo>
                  <a:pt x="156" y="248"/>
                  <a:pt x="156" y="248"/>
                  <a:pt x="156" y="248"/>
                </a:cubicBezTo>
                <a:cubicBezTo>
                  <a:pt x="155" y="248"/>
                  <a:pt x="155" y="248"/>
                  <a:pt x="155" y="248"/>
                </a:cubicBezTo>
                <a:cubicBezTo>
                  <a:pt x="152" y="249"/>
                  <a:pt x="152" y="249"/>
                  <a:pt x="152" y="249"/>
                </a:cubicBezTo>
                <a:cubicBezTo>
                  <a:pt x="151" y="250"/>
                  <a:pt x="151" y="250"/>
                  <a:pt x="151" y="250"/>
                </a:cubicBezTo>
                <a:cubicBezTo>
                  <a:pt x="149" y="249"/>
                  <a:pt x="149" y="249"/>
                  <a:pt x="149" y="249"/>
                </a:cubicBezTo>
                <a:cubicBezTo>
                  <a:pt x="147" y="249"/>
                  <a:pt x="147" y="249"/>
                  <a:pt x="147" y="249"/>
                </a:cubicBezTo>
                <a:cubicBezTo>
                  <a:pt x="146" y="249"/>
                  <a:pt x="146" y="249"/>
                  <a:pt x="146" y="249"/>
                </a:cubicBezTo>
                <a:cubicBezTo>
                  <a:pt x="148" y="248"/>
                  <a:pt x="148" y="248"/>
                  <a:pt x="148" y="248"/>
                </a:cubicBezTo>
                <a:cubicBezTo>
                  <a:pt x="150" y="249"/>
                  <a:pt x="150" y="249"/>
                  <a:pt x="150" y="249"/>
                </a:cubicBezTo>
                <a:cubicBezTo>
                  <a:pt x="152" y="248"/>
                  <a:pt x="154" y="248"/>
                  <a:pt x="155" y="247"/>
                </a:cubicBezTo>
                <a:cubicBezTo>
                  <a:pt x="157" y="248"/>
                  <a:pt x="157" y="248"/>
                  <a:pt x="157" y="248"/>
                </a:cubicBezTo>
                <a:cubicBezTo>
                  <a:pt x="159" y="250"/>
                  <a:pt x="159" y="250"/>
                  <a:pt x="159" y="250"/>
                </a:cubicBezTo>
                <a:cubicBezTo>
                  <a:pt x="161" y="251"/>
                  <a:pt x="161" y="251"/>
                  <a:pt x="161" y="251"/>
                </a:cubicBezTo>
                <a:cubicBezTo>
                  <a:pt x="163" y="250"/>
                  <a:pt x="163" y="250"/>
                  <a:pt x="163" y="250"/>
                </a:cubicBezTo>
                <a:cubicBezTo>
                  <a:pt x="165" y="251"/>
                  <a:pt x="165" y="251"/>
                  <a:pt x="165" y="251"/>
                </a:cubicBezTo>
                <a:cubicBezTo>
                  <a:pt x="162" y="247"/>
                  <a:pt x="159" y="243"/>
                  <a:pt x="157" y="238"/>
                </a:cubicBezTo>
                <a:cubicBezTo>
                  <a:pt x="158" y="236"/>
                  <a:pt x="158" y="236"/>
                  <a:pt x="158" y="236"/>
                </a:cubicBezTo>
                <a:cubicBezTo>
                  <a:pt x="160" y="235"/>
                  <a:pt x="160" y="235"/>
                  <a:pt x="160" y="235"/>
                </a:cubicBezTo>
                <a:cubicBezTo>
                  <a:pt x="156" y="233"/>
                  <a:pt x="156" y="233"/>
                  <a:pt x="156" y="233"/>
                </a:cubicBezTo>
                <a:cubicBezTo>
                  <a:pt x="155" y="231"/>
                  <a:pt x="155" y="231"/>
                  <a:pt x="155" y="231"/>
                </a:cubicBezTo>
                <a:cubicBezTo>
                  <a:pt x="153" y="230"/>
                  <a:pt x="153" y="230"/>
                  <a:pt x="153" y="230"/>
                </a:cubicBezTo>
                <a:cubicBezTo>
                  <a:pt x="151" y="226"/>
                  <a:pt x="151" y="226"/>
                  <a:pt x="151" y="226"/>
                </a:cubicBezTo>
                <a:cubicBezTo>
                  <a:pt x="150" y="225"/>
                  <a:pt x="150" y="225"/>
                  <a:pt x="150" y="225"/>
                </a:cubicBezTo>
                <a:cubicBezTo>
                  <a:pt x="149" y="223"/>
                  <a:pt x="149" y="223"/>
                  <a:pt x="149" y="223"/>
                </a:cubicBezTo>
                <a:cubicBezTo>
                  <a:pt x="145" y="220"/>
                  <a:pt x="140" y="218"/>
                  <a:pt x="136" y="218"/>
                </a:cubicBezTo>
                <a:cubicBezTo>
                  <a:pt x="136" y="217"/>
                  <a:pt x="136" y="217"/>
                  <a:pt x="136" y="217"/>
                </a:cubicBezTo>
                <a:cubicBezTo>
                  <a:pt x="134" y="214"/>
                  <a:pt x="132" y="210"/>
                  <a:pt x="132" y="206"/>
                </a:cubicBezTo>
                <a:cubicBezTo>
                  <a:pt x="131" y="206"/>
                  <a:pt x="131" y="206"/>
                  <a:pt x="131" y="206"/>
                </a:cubicBezTo>
                <a:cubicBezTo>
                  <a:pt x="129" y="203"/>
                  <a:pt x="129" y="201"/>
                  <a:pt x="129" y="198"/>
                </a:cubicBezTo>
                <a:cubicBezTo>
                  <a:pt x="128" y="196"/>
                  <a:pt x="128" y="196"/>
                  <a:pt x="128" y="196"/>
                </a:cubicBezTo>
                <a:cubicBezTo>
                  <a:pt x="128" y="195"/>
                  <a:pt x="128" y="195"/>
                  <a:pt x="128" y="195"/>
                </a:cubicBezTo>
                <a:cubicBezTo>
                  <a:pt x="127" y="193"/>
                  <a:pt x="127" y="193"/>
                  <a:pt x="127" y="193"/>
                </a:cubicBezTo>
                <a:cubicBezTo>
                  <a:pt x="127" y="191"/>
                  <a:pt x="127" y="188"/>
                  <a:pt x="126" y="186"/>
                </a:cubicBezTo>
                <a:cubicBezTo>
                  <a:pt x="125" y="185"/>
                  <a:pt x="125" y="185"/>
                  <a:pt x="125" y="185"/>
                </a:cubicBezTo>
                <a:cubicBezTo>
                  <a:pt x="124" y="185"/>
                  <a:pt x="124" y="185"/>
                  <a:pt x="124" y="185"/>
                </a:cubicBezTo>
                <a:cubicBezTo>
                  <a:pt x="123" y="184"/>
                  <a:pt x="123" y="184"/>
                  <a:pt x="123" y="184"/>
                </a:cubicBezTo>
                <a:cubicBezTo>
                  <a:pt x="122" y="184"/>
                  <a:pt x="122" y="184"/>
                  <a:pt x="122" y="184"/>
                </a:cubicBezTo>
                <a:cubicBezTo>
                  <a:pt x="121" y="182"/>
                  <a:pt x="120" y="180"/>
                  <a:pt x="118" y="179"/>
                </a:cubicBezTo>
                <a:cubicBezTo>
                  <a:pt x="118" y="177"/>
                  <a:pt x="117" y="176"/>
                  <a:pt x="116" y="175"/>
                </a:cubicBezTo>
                <a:cubicBezTo>
                  <a:pt x="112" y="174"/>
                  <a:pt x="112" y="174"/>
                  <a:pt x="112" y="174"/>
                </a:cubicBezTo>
                <a:cubicBezTo>
                  <a:pt x="108" y="172"/>
                  <a:pt x="108" y="172"/>
                  <a:pt x="108" y="172"/>
                </a:cubicBezTo>
                <a:cubicBezTo>
                  <a:pt x="107" y="172"/>
                  <a:pt x="107" y="172"/>
                  <a:pt x="107" y="172"/>
                </a:cubicBezTo>
                <a:cubicBezTo>
                  <a:pt x="107" y="171"/>
                  <a:pt x="107" y="171"/>
                  <a:pt x="107" y="171"/>
                </a:cubicBezTo>
                <a:cubicBezTo>
                  <a:pt x="106" y="170"/>
                  <a:pt x="106" y="170"/>
                  <a:pt x="106" y="170"/>
                </a:cubicBezTo>
                <a:cubicBezTo>
                  <a:pt x="103" y="170"/>
                  <a:pt x="103" y="170"/>
                  <a:pt x="103" y="170"/>
                </a:cubicBezTo>
                <a:cubicBezTo>
                  <a:pt x="101" y="171"/>
                  <a:pt x="101" y="172"/>
                  <a:pt x="100" y="173"/>
                </a:cubicBezTo>
                <a:cubicBezTo>
                  <a:pt x="97" y="174"/>
                  <a:pt x="97" y="174"/>
                  <a:pt x="97" y="174"/>
                </a:cubicBezTo>
                <a:cubicBezTo>
                  <a:pt x="96" y="173"/>
                  <a:pt x="96" y="173"/>
                  <a:pt x="96" y="173"/>
                </a:cubicBezTo>
                <a:cubicBezTo>
                  <a:pt x="93" y="173"/>
                  <a:pt x="90" y="173"/>
                  <a:pt x="87" y="172"/>
                </a:cubicBezTo>
                <a:cubicBezTo>
                  <a:pt x="86" y="172"/>
                  <a:pt x="86" y="172"/>
                  <a:pt x="86" y="172"/>
                </a:cubicBezTo>
                <a:cubicBezTo>
                  <a:pt x="85" y="171"/>
                  <a:pt x="85" y="171"/>
                  <a:pt x="85" y="171"/>
                </a:cubicBezTo>
                <a:cubicBezTo>
                  <a:pt x="84" y="170"/>
                  <a:pt x="84" y="170"/>
                  <a:pt x="84" y="170"/>
                </a:cubicBezTo>
                <a:cubicBezTo>
                  <a:pt x="85" y="170"/>
                  <a:pt x="85" y="170"/>
                  <a:pt x="85" y="170"/>
                </a:cubicBezTo>
                <a:cubicBezTo>
                  <a:pt x="88" y="171"/>
                  <a:pt x="90" y="171"/>
                  <a:pt x="92" y="171"/>
                </a:cubicBezTo>
                <a:cubicBezTo>
                  <a:pt x="94" y="170"/>
                  <a:pt x="94" y="170"/>
                  <a:pt x="94" y="170"/>
                </a:cubicBezTo>
                <a:cubicBezTo>
                  <a:pt x="95" y="170"/>
                  <a:pt x="95" y="170"/>
                  <a:pt x="95" y="170"/>
                </a:cubicBezTo>
                <a:cubicBezTo>
                  <a:pt x="96" y="168"/>
                  <a:pt x="96" y="168"/>
                  <a:pt x="96" y="168"/>
                </a:cubicBezTo>
                <a:cubicBezTo>
                  <a:pt x="97" y="168"/>
                  <a:pt x="97" y="168"/>
                  <a:pt x="97" y="168"/>
                </a:cubicBezTo>
                <a:cubicBezTo>
                  <a:pt x="99" y="165"/>
                  <a:pt x="99" y="165"/>
                  <a:pt x="99" y="165"/>
                </a:cubicBezTo>
                <a:cubicBezTo>
                  <a:pt x="101" y="165"/>
                  <a:pt x="102" y="165"/>
                  <a:pt x="103" y="166"/>
                </a:cubicBezTo>
                <a:cubicBezTo>
                  <a:pt x="106" y="164"/>
                  <a:pt x="106" y="164"/>
                  <a:pt x="106" y="164"/>
                </a:cubicBezTo>
                <a:cubicBezTo>
                  <a:pt x="107" y="163"/>
                  <a:pt x="107" y="163"/>
                  <a:pt x="107" y="163"/>
                </a:cubicBezTo>
                <a:cubicBezTo>
                  <a:pt x="105" y="161"/>
                  <a:pt x="105" y="161"/>
                  <a:pt x="105" y="161"/>
                </a:cubicBezTo>
                <a:cubicBezTo>
                  <a:pt x="103" y="161"/>
                  <a:pt x="103" y="161"/>
                  <a:pt x="103" y="161"/>
                </a:cubicBezTo>
                <a:cubicBezTo>
                  <a:pt x="102" y="160"/>
                  <a:pt x="102" y="160"/>
                  <a:pt x="102" y="160"/>
                </a:cubicBezTo>
                <a:cubicBezTo>
                  <a:pt x="103" y="158"/>
                  <a:pt x="103" y="158"/>
                  <a:pt x="103" y="158"/>
                </a:cubicBezTo>
                <a:cubicBezTo>
                  <a:pt x="101" y="157"/>
                  <a:pt x="101" y="157"/>
                  <a:pt x="101" y="157"/>
                </a:cubicBezTo>
                <a:cubicBezTo>
                  <a:pt x="99" y="158"/>
                  <a:pt x="97" y="159"/>
                  <a:pt x="94" y="160"/>
                </a:cubicBezTo>
                <a:cubicBezTo>
                  <a:pt x="94" y="160"/>
                  <a:pt x="94" y="160"/>
                  <a:pt x="94" y="160"/>
                </a:cubicBezTo>
                <a:cubicBezTo>
                  <a:pt x="95" y="159"/>
                  <a:pt x="96" y="158"/>
                  <a:pt x="97" y="157"/>
                </a:cubicBezTo>
                <a:cubicBezTo>
                  <a:pt x="103" y="156"/>
                  <a:pt x="103" y="156"/>
                  <a:pt x="103" y="156"/>
                </a:cubicBezTo>
                <a:cubicBezTo>
                  <a:pt x="105" y="155"/>
                  <a:pt x="107" y="153"/>
                  <a:pt x="109" y="151"/>
                </a:cubicBezTo>
                <a:cubicBezTo>
                  <a:pt x="109" y="150"/>
                  <a:pt x="109" y="150"/>
                  <a:pt x="109" y="150"/>
                </a:cubicBezTo>
                <a:cubicBezTo>
                  <a:pt x="110" y="147"/>
                  <a:pt x="110" y="147"/>
                  <a:pt x="110" y="147"/>
                </a:cubicBezTo>
                <a:cubicBezTo>
                  <a:pt x="112" y="146"/>
                  <a:pt x="113" y="144"/>
                  <a:pt x="114" y="141"/>
                </a:cubicBezTo>
                <a:cubicBezTo>
                  <a:pt x="114" y="140"/>
                  <a:pt x="114" y="140"/>
                  <a:pt x="114" y="140"/>
                </a:cubicBezTo>
                <a:cubicBezTo>
                  <a:pt x="115" y="138"/>
                  <a:pt x="116" y="136"/>
                  <a:pt x="117" y="134"/>
                </a:cubicBezTo>
                <a:cubicBezTo>
                  <a:pt x="117" y="134"/>
                  <a:pt x="117" y="134"/>
                  <a:pt x="117" y="134"/>
                </a:cubicBezTo>
                <a:cubicBezTo>
                  <a:pt x="117" y="132"/>
                  <a:pt x="117" y="130"/>
                  <a:pt x="118" y="128"/>
                </a:cubicBezTo>
                <a:cubicBezTo>
                  <a:pt x="120" y="126"/>
                  <a:pt x="121" y="124"/>
                  <a:pt x="122" y="122"/>
                </a:cubicBezTo>
                <a:cubicBezTo>
                  <a:pt x="122" y="121"/>
                  <a:pt x="121" y="119"/>
                  <a:pt x="121" y="118"/>
                </a:cubicBezTo>
                <a:cubicBezTo>
                  <a:pt x="120" y="116"/>
                  <a:pt x="119" y="115"/>
                  <a:pt x="118" y="115"/>
                </a:cubicBezTo>
                <a:cubicBezTo>
                  <a:pt x="116" y="115"/>
                  <a:pt x="116" y="115"/>
                  <a:pt x="116" y="115"/>
                </a:cubicBezTo>
                <a:cubicBezTo>
                  <a:pt x="114" y="116"/>
                  <a:pt x="114" y="116"/>
                  <a:pt x="114" y="116"/>
                </a:cubicBezTo>
                <a:cubicBezTo>
                  <a:pt x="112" y="115"/>
                  <a:pt x="112" y="115"/>
                  <a:pt x="112" y="115"/>
                </a:cubicBezTo>
                <a:cubicBezTo>
                  <a:pt x="110" y="116"/>
                  <a:pt x="110" y="116"/>
                  <a:pt x="110" y="116"/>
                </a:cubicBezTo>
                <a:cubicBezTo>
                  <a:pt x="108" y="115"/>
                  <a:pt x="108" y="115"/>
                  <a:pt x="108" y="115"/>
                </a:cubicBezTo>
                <a:cubicBezTo>
                  <a:pt x="108" y="116"/>
                  <a:pt x="108" y="116"/>
                  <a:pt x="108" y="116"/>
                </a:cubicBezTo>
                <a:cubicBezTo>
                  <a:pt x="105" y="115"/>
                  <a:pt x="103" y="114"/>
                  <a:pt x="100" y="115"/>
                </a:cubicBezTo>
                <a:cubicBezTo>
                  <a:pt x="99" y="116"/>
                  <a:pt x="99" y="116"/>
                  <a:pt x="99" y="116"/>
                </a:cubicBezTo>
                <a:cubicBezTo>
                  <a:pt x="97" y="116"/>
                  <a:pt x="97" y="116"/>
                  <a:pt x="97" y="116"/>
                </a:cubicBezTo>
                <a:cubicBezTo>
                  <a:pt x="96" y="116"/>
                  <a:pt x="94" y="115"/>
                  <a:pt x="93" y="114"/>
                </a:cubicBezTo>
                <a:cubicBezTo>
                  <a:pt x="92" y="114"/>
                  <a:pt x="91" y="114"/>
                  <a:pt x="89" y="114"/>
                </a:cubicBezTo>
                <a:cubicBezTo>
                  <a:pt x="89" y="116"/>
                  <a:pt x="89" y="116"/>
                  <a:pt x="89" y="116"/>
                </a:cubicBezTo>
                <a:cubicBezTo>
                  <a:pt x="87" y="116"/>
                  <a:pt x="87" y="116"/>
                  <a:pt x="87" y="116"/>
                </a:cubicBezTo>
                <a:cubicBezTo>
                  <a:pt x="87" y="117"/>
                  <a:pt x="87" y="117"/>
                  <a:pt x="87" y="117"/>
                </a:cubicBezTo>
                <a:cubicBezTo>
                  <a:pt x="86" y="116"/>
                  <a:pt x="86" y="116"/>
                  <a:pt x="86" y="116"/>
                </a:cubicBezTo>
                <a:cubicBezTo>
                  <a:pt x="83" y="118"/>
                  <a:pt x="83" y="118"/>
                  <a:pt x="83" y="118"/>
                </a:cubicBezTo>
                <a:cubicBezTo>
                  <a:pt x="78" y="119"/>
                  <a:pt x="78" y="119"/>
                  <a:pt x="78" y="119"/>
                </a:cubicBezTo>
                <a:cubicBezTo>
                  <a:pt x="79" y="120"/>
                  <a:pt x="79" y="120"/>
                  <a:pt x="79" y="120"/>
                </a:cubicBezTo>
                <a:cubicBezTo>
                  <a:pt x="76" y="122"/>
                  <a:pt x="76" y="122"/>
                  <a:pt x="76" y="122"/>
                </a:cubicBezTo>
                <a:cubicBezTo>
                  <a:pt x="75" y="121"/>
                  <a:pt x="75" y="121"/>
                  <a:pt x="75" y="121"/>
                </a:cubicBezTo>
                <a:cubicBezTo>
                  <a:pt x="80" y="116"/>
                  <a:pt x="80" y="116"/>
                  <a:pt x="80" y="116"/>
                </a:cubicBezTo>
                <a:cubicBezTo>
                  <a:pt x="78" y="116"/>
                  <a:pt x="78" y="116"/>
                  <a:pt x="78" y="116"/>
                </a:cubicBezTo>
                <a:cubicBezTo>
                  <a:pt x="76" y="116"/>
                  <a:pt x="76" y="116"/>
                  <a:pt x="76" y="116"/>
                </a:cubicBezTo>
                <a:cubicBezTo>
                  <a:pt x="71" y="119"/>
                  <a:pt x="71" y="119"/>
                  <a:pt x="71" y="119"/>
                </a:cubicBezTo>
                <a:cubicBezTo>
                  <a:pt x="72" y="118"/>
                  <a:pt x="72" y="118"/>
                  <a:pt x="72" y="118"/>
                </a:cubicBezTo>
                <a:cubicBezTo>
                  <a:pt x="74" y="116"/>
                  <a:pt x="74" y="116"/>
                  <a:pt x="74" y="116"/>
                </a:cubicBezTo>
                <a:cubicBezTo>
                  <a:pt x="74" y="115"/>
                  <a:pt x="74" y="115"/>
                  <a:pt x="74" y="115"/>
                </a:cubicBezTo>
                <a:cubicBezTo>
                  <a:pt x="77" y="115"/>
                  <a:pt x="77" y="115"/>
                  <a:pt x="77" y="115"/>
                </a:cubicBezTo>
                <a:cubicBezTo>
                  <a:pt x="78" y="114"/>
                  <a:pt x="78" y="114"/>
                  <a:pt x="78" y="114"/>
                </a:cubicBezTo>
                <a:cubicBezTo>
                  <a:pt x="79" y="114"/>
                  <a:pt x="79" y="114"/>
                  <a:pt x="79" y="114"/>
                </a:cubicBezTo>
                <a:cubicBezTo>
                  <a:pt x="80" y="115"/>
                  <a:pt x="80" y="115"/>
                  <a:pt x="80" y="115"/>
                </a:cubicBezTo>
                <a:cubicBezTo>
                  <a:pt x="84" y="110"/>
                  <a:pt x="84" y="110"/>
                  <a:pt x="84" y="110"/>
                </a:cubicBezTo>
                <a:cubicBezTo>
                  <a:pt x="84" y="109"/>
                  <a:pt x="84" y="109"/>
                  <a:pt x="84" y="109"/>
                </a:cubicBezTo>
                <a:cubicBezTo>
                  <a:pt x="82" y="111"/>
                  <a:pt x="82" y="111"/>
                  <a:pt x="82" y="111"/>
                </a:cubicBezTo>
                <a:cubicBezTo>
                  <a:pt x="80" y="110"/>
                  <a:pt x="80" y="110"/>
                  <a:pt x="80" y="110"/>
                </a:cubicBezTo>
                <a:cubicBezTo>
                  <a:pt x="79" y="111"/>
                  <a:pt x="79" y="111"/>
                  <a:pt x="79" y="111"/>
                </a:cubicBezTo>
                <a:cubicBezTo>
                  <a:pt x="76" y="109"/>
                  <a:pt x="76" y="109"/>
                  <a:pt x="76" y="109"/>
                </a:cubicBezTo>
                <a:cubicBezTo>
                  <a:pt x="75" y="110"/>
                  <a:pt x="75" y="110"/>
                  <a:pt x="75" y="110"/>
                </a:cubicBezTo>
                <a:cubicBezTo>
                  <a:pt x="73" y="109"/>
                  <a:pt x="73" y="109"/>
                  <a:pt x="73" y="109"/>
                </a:cubicBezTo>
                <a:cubicBezTo>
                  <a:pt x="72" y="108"/>
                  <a:pt x="72" y="108"/>
                  <a:pt x="72" y="108"/>
                </a:cubicBezTo>
                <a:cubicBezTo>
                  <a:pt x="74" y="109"/>
                  <a:pt x="74" y="109"/>
                  <a:pt x="74" y="109"/>
                </a:cubicBezTo>
                <a:cubicBezTo>
                  <a:pt x="76" y="109"/>
                  <a:pt x="76" y="109"/>
                  <a:pt x="76" y="109"/>
                </a:cubicBezTo>
                <a:cubicBezTo>
                  <a:pt x="78" y="110"/>
                  <a:pt x="78" y="110"/>
                  <a:pt x="78" y="110"/>
                </a:cubicBezTo>
                <a:cubicBezTo>
                  <a:pt x="78" y="109"/>
                  <a:pt x="78" y="109"/>
                  <a:pt x="78" y="109"/>
                </a:cubicBezTo>
                <a:cubicBezTo>
                  <a:pt x="80" y="109"/>
                  <a:pt x="80" y="109"/>
                  <a:pt x="80" y="109"/>
                </a:cubicBezTo>
                <a:cubicBezTo>
                  <a:pt x="80" y="108"/>
                  <a:pt x="80" y="108"/>
                  <a:pt x="80" y="108"/>
                </a:cubicBezTo>
                <a:cubicBezTo>
                  <a:pt x="78" y="107"/>
                  <a:pt x="78" y="107"/>
                  <a:pt x="78" y="107"/>
                </a:cubicBezTo>
                <a:cubicBezTo>
                  <a:pt x="80" y="106"/>
                  <a:pt x="81" y="106"/>
                  <a:pt x="83" y="105"/>
                </a:cubicBezTo>
                <a:cubicBezTo>
                  <a:pt x="83" y="103"/>
                  <a:pt x="83" y="103"/>
                  <a:pt x="83" y="103"/>
                </a:cubicBezTo>
                <a:cubicBezTo>
                  <a:pt x="87" y="100"/>
                  <a:pt x="91" y="97"/>
                  <a:pt x="95" y="94"/>
                </a:cubicBezTo>
                <a:cubicBezTo>
                  <a:pt x="97" y="91"/>
                  <a:pt x="97" y="91"/>
                  <a:pt x="97" y="91"/>
                </a:cubicBezTo>
                <a:cubicBezTo>
                  <a:pt x="97" y="88"/>
                  <a:pt x="97" y="88"/>
                  <a:pt x="97" y="88"/>
                </a:cubicBezTo>
                <a:cubicBezTo>
                  <a:pt x="96" y="88"/>
                  <a:pt x="96" y="88"/>
                  <a:pt x="96" y="88"/>
                </a:cubicBezTo>
                <a:cubicBezTo>
                  <a:pt x="96" y="87"/>
                  <a:pt x="96" y="87"/>
                  <a:pt x="96" y="87"/>
                </a:cubicBezTo>
                <a:cubicBezTo>
                  <a:pt x="97" y="86"/>
                  <a:pt x="98" y="85"/>
                  <a:pt x="98" y="83"/>
                </a:cubicBezTo>
                <a:cubicBezTo>
                  <a:pt x="96" y="83"/>
                  <a:pt x="96" y="83"/>
                  <a:pt x="96" y="83"/>
                </a:cubicBezTo>
                <a:cubicBezTo>
                  <a:pt x="95" y="82"/>
                  <a:pt x="95" y="82"/>
                  <a:pt x="95" y="82"/>
                </a:cubicBezTo>
                <a:cubicBezTo>
                  <a:pt x="93" y="83"/>
                  <a:pt x="93" y="83"/>
                  <a:pt x="93" y="83"/>
                </a:cubicBezTo>
                <a:cubicBezTo>
                  <a:pt x="92" y="82"/>
                  <a:pt x="92" y="82"/>
                  <a:pt x="92" y="82"/>
                </a:cubicBezTo>
                <a:cubicBezTo>
                  <a:pt x="91" y="83"/>
                  <a:pt x="91" y="83"/>
                  <a:pt x="91" y="83"/>
                </a:cubicBezTo>
                <a:cubicBezTo>
                  <a:pt x="92" y="84"/>
                  <a:pt x="92" y="84"/>
                  <a:pt x="92" y="84"/>
                </a:cubicBezTo>
                <a:cubicBezTo>
                  <a:pt x="92" y="84"/>
                  <a:pt x="92" y="84"/>
                  <a:pt x="92" y="84"/>
                </a:cubicBezTo>
                <a:cubicBezTo>
                  <a:pt x="90" y="84"/>
                  <a:pt x="90" y="84"/>
                  <a:pt x="90" y="84"/>
                </a:cubicBezTo>
                <a:cubicBezTo>
                  <a:pt x="89" y="84"/>
                  <a:pt x="89" y="84"/>
                  <a:pt x="89" y="84"/>
                </a:cubicBezTo>
                <a:cubicBezTo>
                  <a:pt x="88" y="84"/>
                  <a:pt x="88" y="84"/>
                  <a:pt x="88" y="84"/>
                </a:cubicBezTo>
                <a:cubicBezTo>
                  <a:pt x="86" y="84"/>
                  <a:pt x="85" y="84"/>
                  <a:pt x="84" y="85"/>
                </a:cubicBezTo>
                <a:cubicBezTo>
                  <a:pt x="80" y="85"/>
                  <a:pt x="80" y="85"/>
                  <a:pt x="80" y="85"/>
                </a:cubicBezTo>
                <a:cubicBezTo>
                  <a:pt x="80" y="85"/>
                  <a:pt x="80" y="85"/>
                  <a:pt x="80" y="85"/>
                </a:cubicBezTo>
                <a:cubicBezTo>
                  <a:pt x="79" y="86"/>
                  <a:pt x="79" y="86"/>
                  <a:pt x="79" y="86"/>
                </a:cubicBezTo>
                <a:cubicBezTo>
                  <a:pt x="77" y="86"/>
                  <a:pt x="77" y="86"/>
                  <a:pt x="77" y="86"/>
                </a:cubicBezTo>
                <a:cubicBezTo>
                  <a:pt x="75" y="87"/>
                  <a:pt x="75" y="87"/>
                  <a:pt x="75" y="87"/>
                </a:cubicBezTo>
                <a:cubicBezTo>
                  <a:pt x="74" y="86"/>
                  <a:pt x="74" y="86"/>
                  <a:pt x="74" y="86"/>
                </a:cubicBezTo>
                <a:cubicBezTo>
                  <a:pt x="73" y="87"/>
                  <a:pt x="72" y="88"/>
                  <a:pt x="71" y="89"/>
                </a:cubicBezTo>
                <a:cubicBezTo>
                  <a:pt x="72" y="86"/>
                  <a:pt x="72" y="86"/>
                  <a:pt x="72" y="86"/>
                </a:cubicBezTo>
                <a:cubicBezTo>
                  <a:pt x="71" y="85"/>
                  <a:pt x="71" y="85"/>
                  <a:pt x="71" y="85"/>
                </a:cubicBezTo>
                <a:cubicBezTo>
                  <a:pt x="69" y="85"/>
                  <a:pt x="69" y="85"/>
                  <a:pt x="69" y="85"/>
                </a:cubicBezTo>
                <a:cubicBezTo>
                  <a:pt x="69" y="87"/>
                  <a:pt x="69" y="87"/>
                  <a:pt x="69" y="87"/>
                </a:cubicBezTo>
                <a:cubicBezTo>
                  <a:pt x="66" y="89"/>
                  <a:pt x="66" y="89"/>
                  <a:pt x="66" y="89"/>
                </a:cubicBezTo>
                <a:cubicBezTo>
                  <a:pt x="68" y="86"/>
                  <a:pt x="68" y="86"/>
                  <a:pt x="68" y="86"/>
                </a:cubicBezTo>
                <a:cubicBezTo>
                  <a:pt x="66" y="84"/>
                  <a:pt x="66" y="84"/>
                  <a:pt x="66" y="84"/>
                </a:cubicBezTo>
                <a:cubicBezTo>
                  <a:pt x="65" y="86"/>
                  <a:pt x="65" y="86"/>
                  <a:pt x="65" y="86"/>
                </a:cubicBezTo>
                <a:cubicBezTo>
                  <a:pt x="65" y="84"/>
                  <a:pt x="65" y="84"/>
                  <a:pt x="65" y="84"/>
                </a:cubicBezTo>
                <a:cubicBezTo>
                  <a:pt x="64" y="84"/>
                  <a:pt x="64" y="84"/>
                  <a:pt x="64" y="84"/>
                </a:cubicBezTo>
                <a:cubicBezTo>
                  <a:pt x="62" y="83"/>
                  <a:pt x="62" y="83"/>
                  <a:pt x="62" y="83"/>
                </a:cubicBezTo>
                <a:cubicBezTo>
                  <a:pt x="61" y="86"/>
                  <a:pt x="61" y="86"/>
                  <a:pt x="61" y="86"/>
                </a:cubicBezTo>
                <a:cubicBezTo>
                  <a:pt x="60" y="87"/>
                  <a:pt x="60" y="87"/>
                  <a:pt x="60" y="87"/>
                </a:cubicBezTo>
                <a:cubicBezTo>
                  <a:pt x="60" y="88"/>
                  <a:pt x="60" y="88"/>
                  <a:pt x="60" y="88"/>
                </a:cubicBezTo>
                <a:cubicBezTo>
                  <a:pt x="61" y="89"/>
                  <a:pt x="61" y="89"/>
                  <a:pt x="61" y="89"/>
                </a:cubicBezTo>
                <a:cubicBezTo>
                  <a:pt x="60" y="89"/>
                  <a:pt x="60" y="89"/>
                  <a:pt x="60" y="89"/>
                </a:cubicBezTo>
                <a:cubicBezTo>
                  <a:pt x="61" y="91"/>
                  <a:pt x="61" y="91"/>
                  <a:pt x="61" y="91"/>
                </a:cubicBezTo>
                <a:cubicBezTo>
                  <a:pt x="59" y="90"/>
                  <a:pt x="59" y="90"/>
                  <a:pt x="59" y="90"/>
                </a:cubicBezTo>
                <a:cubicBezTo>
                  <a:pt x="58" y="92"/>
                  <a:pt x="58" y="92"/>
                  <a:pt x="58" y="92"/>
                </a:cubicBezTo>
                <a:cubicBezTo>
                  <a:pt x="60" y="95"/>
                  <a:pt x="60" y="95"/>
                  <a:pt x="60" y="95"/>
                </a:cubicBezTo>
                <a:cubicBezTo>
                  <a:pt x="63" y="95"/>
                  <a:pt x="63" y="95"/>
                  <a:pt x="63" y="95"/>
                </a:cubicBezTo>
                <a:cubicBezTo>
                  <a:pt x="60" y="96"/>
                  <a:pt x="60" y="96"/>
                  <a:pt x="60" y="96"/>
                </a:cubicBezTo>
                <a:cubicBezTo>
                  <a:pt x="59" y="95"/>
                  <a:pt x="59" y="95"/>
                  <a:pt x="59" y="95"/>
                </a:cubicBezTo>
                <a:cubicBezTo>
                  <a:pt x="58" y="96"/>
                  <a:pt x="58" y="96"/>
                  <a:pt x="58" y="96"/>
                </a:cubicBezTo>
                <a:cubicBezTo>
                  <a:pt x="55" y="96"/>
                  <a:pt x="55" y="96"/>
                  <a:pt x="55" y="96"/>
                </a:cubicBezTo>
                <a:cubicBezTo>
                  <a:pt x="54" y="95"/>
                  <a:pt x="54" y="95"/>
                  <a:pt x="54" y="95"/>
                </a:cubicBezTo>
                <a:cubicBezTo>
                  <a:pt x="54" y="96"/>
                  <a:pt x="54" y="96"/>
                  <a:pt x="54" y="96"/>
                </a:cubicBezTo>
                <a:cubicBezTo>
                  <a:pt x="55" y="98"/>
                  <a:pt x="55" y="98"/>
                  <a:pt x="55" y="98"/>
                </a:cubicBezTo>
                <a:cubicBezTo>
                  <a:pt x="57" y="99"/>
                  <a:pt x="57" y="99"/>
                  <a:pt x="57" y="99"/>
                </a:cubicBezTo>
                <a:cubicBezTo>
                  <a:pt x="56" y="99"/>
                  <a:pt x="56" y="99"/>
                  <a:pt x="56" y="99"/>
                </a:cubicBezTo>
                <a:cubicBezTo>
                  <a:pt x="55" y="102"/>
                  <a:pt x="55" y="102"/>
                  <a:pt x="55" y="102"/>
                </a:cubicBezTo>
                <a:cubicBezTo>
                  <a:pt x="54" y="102"/>
                  <a:pt x="54" y="102"/>
                  <a:pt x="54" y="102"/>
                </a:cubicBezTo>
                <a:cubicBezTo>
                  <a:pt x="54" y="101"/>
                  <a:pt x="54" y="101"/>
                  <a:pt x="54" y="101"/>
                </a:cubicBezTo>
                <a:cubicBezTo>
                  <a:pt x="53" y="101"/>
                  <a:pt x="53" y="101"/>
                  <a:pt x="53" y="101"/>
                </a:cubicBezTo>
                <a:cubicBezTo>
                  <a:pt x="53" y="102"/>
                  <a:pt x="54" y="104"/>
                  <a:pt x="55" y="105"/>
                </a:cubicBezTo>
                <a:cubicBezTo>
                  <a:pt x="57" y="105"/>
                  <a:pt x="57" y="105"/>
                  <a:pt x="57" y="105"/>
                </a:cubicBezTo>
                <a:cubicBezTo>
                  <a:pt x="57" y="106"/>
                  <a:pt x="57" y="106"/>
                  <a:pt x="57" y="106"/>
                </a:cubicBezTo>
                <a:cubicBezTo>
                  <a:pt x="59" y="109"/>
                  <a:pt x="59" y="109"/>
                  <a:pt x="59" y="109"/>
                </a:cubicBezTo>
                <a:cubicBezTo>
                  <a:pt x="59" y="109"/>
                  <a:pt x="59" y="109"/>
                  <a:pt x="59" y="109"/>
                </a:cubicBezTo>
                <a:cubicBezTo>
                  <a:pt x="56" y="107"/>
                  <a:pt x="56" y="107"/>
                  <a:pt x="56" y="107"/>
                </a:cubicBezTo>
                <a:cubicBezTo>
                  <a:pt x="55" y="107"/>
                  <a:pt x="55" y="107"/>
                  <a:pt x="55" y="107"/>
                </a:cubicBezTo>
                <a:cubicBezTo>
                  <a:pt x="54" y="106"/>
                  <a:pt x="54" y="106"/>
                  <a:pt x="54" y="106"/>
                </a:cubicBezTo>
                <a:cubicBezTo>
                  <a:pt x="54" y="107"/>
                  <a:pt x="54" y="107"/>
                  <a:pt x="54" y="107"/>
                </a:cubicBezTo>
                <a:cubicBezTo>
                  <a:pt x="55" y="107"/>
                  <a:pt x="56" y="108"/>
                  <a:pt x="57" y="109"/>
                </a:cubicBezTo>
                <a:cubicBezTo>
                  <a:pt x="53" y="107"/>
                  <a:pt x="53" y="107"/>
                  <a:pt x="53" y="107"/>
                </a:cubicBezTo>
                <a:cubicBezTo>
                  <a:pt x="52" y="109"/>
                  <a:pt x="52" y="109"/>
                  <a:pt x="52" y="109"/>
                </a:cubicBezTo>
                <a:cubicBezTo>
                  <a:pt x="51" y="108"/>
                  <a:pt x="51" y="108"/>
                  <a:pt x="51" y="108"/>
                </a:cubicBezTo>
                <a:cubicBezTo>
                  <a:pt x="51" y="107"/>
                  <a:pt x="51" y="107"/>
                  <a:pt x="51" y="107"/>
                </a:cubicBezTo>
                <a:cubicBezTo>
                  <a:pt x="49" y="106"/>
                  <a:pt x="49" y="106"/>
                  <a:pt x="49" y="106"/>
                </a:cubicBezTo>
                <a:cubicBezTo>
                  <a:pt x="49" y="108"/>
                  <a:pt x="49" y="108"/>
                  <a:pt x="49" y="108"/>
                </a:cubicBezTo>
                <a:cubicBezTo>
                  <a:pt x="50" y="110"/>
                  <a:pt x="50" y="110"/>
                  <a:pt x="50" y="110"/>
                </a:cubicBezTo>
                <a:cubicBezTo>
                  <a:pt x="50" y="111"/>
                  <a:pt x="50" y="111"/>
                  <a:pt x="50" y="111"/>
                </a:cubicBezTo>
                <a:cubicBezTo>
                  <a:pt x="48" y="111"/>
                  <a:pt x="48" y="111"/>
                  <a:pt x="48" y="111"/>
                </a:cubicBezTo>
                <a:cubicBezTo>
                  <a:pt x="48" y="109"/>
                  <a:pt x="48" y="109"/>
                  <a:pt x="48" y="109"/>
                </a:cubicBezTo>
                <a:cubicBezTo>
                  <a:pt x="47" y="108"/>
                  <a:pt x="47" y="108"/>
                  <a:pt x="47" y="108"/>
                </a:cubicBezTo>
                <a:cubicBezTo>
                  <a:pt x="46" y="109"/>
                  <a:pt x="46" y="109"/>
                  <a:pt x="46" y="109"/>
                </a:cubicBezTo>
                <a:cubicBezTo>
                  <a:pt x="46" y="112"/>
                  <a:pt x="46" y="112"/>
                  <a:pt x="46" y="112"/>
                </a:cubicBezTo>
                <a:cubicBezTo>
                  <a:pt x="47" y="113"/>
                  <a:pt x="47" y="113"/>
                  <a:pt x="47" y="113"/>
                </a:cubicBezTo>
                <a:cubicBezTo>
                  <a:pt x="48" y="114"/>
                  <a:pt x="48" y="114"/>
                  <a:pt x="48" y="114"/>
                </a:cubicBezTo>
                <a:cubicBezTo>
                  <a:pt x="46" y="114"/>
                  <a:pt x="46" y="114"/>
                  <a:pt x="46" y="114"/>
                </a:cubicBezTo>
                <a:cubicBezTo>
                  <a:pt x="45" y="116"/>
                  <a:pt x="45" y="116"/>
                  <a:pt x="45" y="116"/>
                </a:cubicBezTo>
                <a:cubicBezTo>
                  <a:pt x="46" y="116"/>
                  <a:pt x="46" y="116"/>
                  <a:pt x="46" y="116"/>
                </a:cubicBezTo>
                <a:cubicBezTo>
                  <a:pt x="48" y="119"/>
                  <a:pt x="48" y="119"/>
                  <a:pt x="48" y="119"/>
                </a:cubicBezTo>
                <a:cubicBezTo>
                  <a:pt x="50" y="119"/>
                  <a:pt x="50" y="119"/>
                  <a:pt x="50" y="119"/>
                </a:cubicBezTo>
                <a:cubicBezTo>
                  <a:pt x="51" y="120"/>
                  <a:pt x="51" y="120"/>
                  <a:pt x="51" y="120"/>
                </a:cubicBezTo>
                <a:cubicBezTo>
                  <a:pt x="48" y="120"/>
                  <a:pt x="48" y="120"/>
                  <a:pt x="48" y="120"/>
                </a:cubicBezTo>
                <a:cubicBezTo>
                  <a:pt x="48" y="120"/>
                  <a:pt x="48" y="120"/>
                  <a:pt x="48" y="120"/>
                </a:cubicBezTo>
                <a:cubicBezTo>
                  <a:pt x="46" y="118"/>
                  <a:pt x="46" y="118"/>
                  <a:pt x="46" y="118"/>
                </a:cubicBezTo>
                <a:cubicBezTo>
                  <a:pt x="45" y="118"/>
                  <a:pt x="45" y="118"/>
                  <a:pt x="45" y="118"/>
                </a:cubicBezTo>
                <a:cubicBezTo>
                  <a:pt x="44" y="119"/>
                  <a:pt x="44" y="121"/>
                  <a:pt x="44" y="122"/>
                </a:cubicBezTo>
                <a:cubicBezTo>
                  <a:pt x="45" y="123"/>
                  <a:pt x="45" y="123"/>
                  <a:pt x="45" y="123"/>
                </a:cubicBezTo>
                <a:cubicBezTo>
                  <a:pt x="45" y="125"/>
                  <a:pt x="45" y="125"/>
                  <a:pt x="45" y="125"/>
                </a:cubicBezTo>
                <a:cubicBezTo>
                  <a:pt x="47" y="125"/>
                  <a:pt x="47" y="125"/>
                  <a:pt x="47" y="125"/>
                </a:cubicBezTo>
                <a:cubicBezTo>
                  <a:pt x="48" y="123"/>
                  <a:pt x="48" y="123"/>
                  <a:pt x="48" y="123"/>
                </a:cubicBezTo>
                <a:cubicBezTo>
                  <a:pt x="48" y="125"/>
                  <a:pt x="48" y="125"/>
                  <a:pt x="48" y="125"/>
                </a:cubicBezTo>
                <a:cubicBezTo>
                  <a:pt x="50" y="125"/>
                  <a:pt x="50" y="125"/>
                  <a:pt x="50" y="125"/>
                </a:cubicBezTo>
                <a:cubicBezTo>
                  <a:pt x="52" y="123"/>
                  <a:pt x="52" y="123"/>
                  <a:pt x="52" y="123"/>
                </a:cubicBezTo>
                <a:cubicBezTo>
                  <a:pt x="52" y="124"/>
                  <a:pt x="52" y="124"/>
                  <a:pt x="52" y="124"/>
                </a:cubicBezTo>
                <a:cubicBezTo>
                  <a:pt x="50" y="125"/>
                  <a:pt x="49" y="126"/>
                  <a:pt x="47" y="126"/>
                </a:cubicBezTo>
                <a:cubicBezTo>
                  <a:pt x="46" y="128"/>
                  <a:pt x="46" y="128"/>
                  <a:pt x="46" y="128"/>
                </a:cubicBezTo>
                <a:cubicBezTo>
                  <a:pt x="49" y="128"/>
                  <a:pt x="49" y="128"/>
                  <a:pt x="49" y="128"/>
                </a:cubicBezTo>
                <a:cubicBezTo>
                  <a:pt x="52" y="127"/>
                  <a:pt x="52" y="127"/>
                  <a:pt x="52" y="127"/>
                </a:cubicBezTo>
                <a:cubicBezTo>
                  <a:pt x="51" y="128"/>
                  <a:pt x="51" y="128"/>
                  <a:pt x="51" y="128"/>
                </a:cubicBezTo>
                <a:cubicBezTo>
                  <a:pt x="52" y="130"/>
                  <a:pt x="52" y="130"/>
                  <a:pt x="52" y="130"/>
                </a:cubicBezTo>
                <a:cubicBezTo>
                  <a:pt x="50" y="128"/>
                  <a:pt x="50" y="128"/>
                  <a:pt x="50" y="128"/>
                </a:cubicBezTo>
                <a:cubicBezTo>
                  <a:pt x="48" y="129"/>
                  <a:pt x="48" y="129"/>
                  <a:pt x="48" y="129"/>
                </a:cubicBezTo>
                <a:cubicBezTo>
                  <a:pt x="48" y="130"/>
                  <a:pt x="48" y="130"/>
                  <a:pt x="48" y="130"/>
                </a:cubicBezTo>
                <a:cubicBezTo>
                  <a:pt x="47" y="132"/>
                  <a:pt x="47" y="132"/>
                  <a:pt x="47" y="132"/>
                </a:cubicBezTo>
                <a:cubicBezTo>
                  <a:pt x="47" y="133"/>
                  <a:pt x="47" y="133"/>
                  <a:pt x="47" y="133"/>
                </a:cubicBezTo>
                <a:cubicBezTo>
                  <a:pt x="49" y="133"/>
                  <a:pt x="49" y="133"/>
                  <a:pt x="49" y="133"/>
                </a:cubicBezTo>
                <a:cubicBezTo>
                  <a:pt x="50" y="134"/>
                  <a:pt x="50" y="134"/>
                  <a:pt x="50" y="134"/>
                </a:cubicBezTo>
                <a:cubicBezTo>
                  <a:pt x="52" y="134"/>
                  <a:pt x="52" y="134"/>
                  <a:pt x="52" y="134"/>
                </a:cubicBezTo>
                <a:cubicBezTo>
                  <a:pt x="52" y="134"/>
                  <a:pt x="52" y="134"/>
                  <a:pt x="52" y="134"/>
                </a:cubicBezTo>
                <a:cubicBezTo>
                  <a:pt x="49" y="134"/>
                  <a:pt x="49" y="134"/>
                  <a:pt x="49" y="134"/>
                </a:cubicBezTo>
                <a:cubicBezTo>
                  <a:pt x="48" y="133"/>
                  <a:pt x="48" y="133"/>
                  <a:pt x="48" y="133"/>
                </a:cubicBezTo>
                <a:cubicBezTo>
                  <a:pt x="46" y="133"/>
                  <a:pt x="46" y="133"/>
                  <a:pt x="46" y="133"/>
                </a:cubicBezTo>
                <a:cubicBezTo>
                  <a:pt x="45" y="135"/>
                  <a:pt x="45" y="135"/>
                  <a:pt x="45" y="135"/>
                </a:cubicBezTo>
                <a:cubicBezTo>
                  <a:pt x="47" y="136"/>
                  <a:pt x="47" y="136"/>
                  <a:pt x="47" y="136"/>
                </a:cubicBezTo>
                <a:cubicBezTo>
                  <a:pt x="47" y="137"/>
                  <a:pt x="47" y="137"/>
                  <a:pt x="47" y="137"/>
                </a:cubicBezTo>
                <a:cubicBezTo>
                  <a:pt x="48" y="138"/>
                  <a:pt x="48" y="138"/>
                  <a:pt x="48" y="138"/>
                </a:cubicBezTo>
                <a:cubicBezTo>
                  <a:pt x="47" y="138"/>
                  <a:pt x="47" y="138"/>
                  <a:pt x="47" y="138"/>
                </a:cubicBezTo>
                <a:cubicBezTo>
                  <a:pt x="46" y="137"/>
                  <a:pt x="46" y="137"/>
                  <a:pt x="46" y="137"/>
                </a:cubicBezTo>
                <a:cubicBezTo>
                  <a:pt x="44" y="137"/>
                  <a:pt x="44" y="137"/>
                  <a:pt x="44" y="137"/>
                </a:cubicBezTo>
                <a:cubicBezTo>
                  <a:pt x="43" y="141"/>
                  <a:pt x="43" y="141"/>
                  <a:pt x="43" y="141"/>
                </a:cubicBezTo>
                <a:cubicBezTo>
                  <a:pt x="46" y="141"/>
                  <a:pt x="46" y="141"/>
                  <a:pt x="46" y="141"/>
                </a:cubicBezTo>
                <a:cubicBezTo>
                  <a:pt x="45" y="142"/>
                  <a:pt x="45" y="142"/>
                  <a:pt x="45" y="142"/>
                </a:cubicBezTo>
                <a:cubicBezTo>
                  <a:pt x="46" y="143"/>
                  <a:pt x="46" y="143"/>
                  <a:pt x="46" y="143"/>
                </a:cubicBezTo>
                <a:cubicBezTo>
                  <a:pt x="44" y="143"/>
                  <a:pt x="44" y="143"/>
                  <a:pt x="44" y="143"/>
                </a:cubicBezTo>
                <a:cubicBezTo>
                  <a:pt x="44" y="144"/>
                  <a:pt x="44" y="144"/>
                  <a:pt x="44" y="144"/>
                </a:cubicBezTo>
                <a:cubicBezTo>
                  <a:pt x="43" y="146"/>
                  <a:pt x="43" y="146"/>
                  <a:pt x="43" y="146"/>
                </a:cubicBezTo>
                <a:cubicBezTo>
                  <a:pt x="41" y="145"/>
                  <a:pt x="41" y="145"/>
                  <a:pt x="41" y="145"/>
                </a:cubicBezTo>
                <a:cubicBezTo>
                  <a:pt x="40" y="145"/>
                  <a:pt x="38" y="145"/>
                  <a:pt x="37" y="145"/>
                </a:cubicBezTo>
                <a:cubicBezTo>
                  <a:pt x="36" y="146"/>
                  <a:pt x="36" y="146"/>
                  <a:pt x="36" y="146"/>
                </a:cubicBezTo>
                <a:cubicBezTo>
                  <a:pt x="36" y="147"/>
                  <a:pt x="36" y="147"/>
                  <a:pt x="36" y="147"/>
                </a:cubicBezTo>
                <a:cubicBezTo>
                  <a:pt x="37" y="148"/>
                  <a:pt x="37" y="148"/>
                  <a:pt x="37" y="148"/>
                </a:cubicBezTo>
                <a:cubicBezTo>
                  <a:pt x="38" y="147"/>
                  <a:pt x="38" y="147"/>
                  <a:pt x="38" y="147"/>
                </a:cubicBezTo>
                <a:cubicBezTo>
                  <a:pt x="39" y="147"/>
                  <a:pt x="41" y="148"/>
                  <a:pt x="42" y="148"/>
                </a:cubicBezTo>
                <a:cubicBezTo>
                  <a:pt x="45" y="147"/>
                  <a:pt x="45" y="147"/>
                  <a:pt x="45" y="147"/>
                </a:cubicBezTo>
                <a:cubicBezTo>
                  <a:pt x="47" y="148"/>
                  <a:pt x="47" y="148"/>
                  <a:pt x="47" y="148"/>
                </a:cubicBezTo>
                <a:cubicBezTo>
                  <a:pt x="45" y="148"/>
                  <a:pt x="45" y="148"/>
                  <a:pt x="45" y="148"/>
                </a:cubicBezTo>
                <a:cubicBezTo>
                  <a:pt x="43" y="149"/>
                  <a:pt x="43" y="149"/>
                  <a:pt x="43" y="149"/>
                </a:cubicBezTo>
                <a:cubicBezTo>
                  <a:pt x="43" y="150"/>
                  <a:pt x="43" y="150"/>
                  <a:pt x="43" y="150"/>
                </a:cubicBezTo>
                <a:cubicBezTo>
                  <a:pt x="41" y="149"/>
                  <a:pt x="41" y="149"/>
                  <a:pt x="41" y="149"/>
                </a:cubicBezTo>
                <a:cubicBezTo>
                  <a:pt x="40" y="149"/>
                  <a:pt x="40" y="149"/>
                  <a:pt x="40" y="149"/>
                </a:cubicBezTo>
                <a:cubicBezTo>
                  <a:pt x="40" y="150"/>
                  <a:pt x="40" y="150"/>
                  <a:pt x="40" y="150"/>
                </a:cubicBezTo>
                <a:cubicBezTo>
                  <a:pt x="43" y="153"/>
                  <a:pt x="43" y="153"/>
                  <a:pt x="43" y="153"/>
                </a:cubicBezTo>
                <a:cubicBezTo>
                  <a:pt x="44" y="153"/>
                  <a:pt x="45" y="153"/>
                  <a:pt x="46" y="154"/>
                </a:cubicBezTo>
                <a:cubicBezTo>
                  <a:pt x="49" y="152"/>
                  <a:pt x="51" y="149"/>
                  <a:pt x="54" y="147"/>
                </a:cubicBezTo>
                <a:cubicBezTo>
                  <a:pt x="55" y="146"/>
                  <a:pt x="55" y="146"/>
                  <a:pt x="55" y="146"/>
                </a:cubicBezTo>
                <a:cubicBezTo>
                  <a:pt x="57" y="144"/>
                  <a:pt x="57" y="144"/>
                  <a:pt x="57" y="144"/>
                </a:cubicBezTo>
                <a:cubicBezTo>
                  <a:pt x="55" y="147"/>
                  <a:pt x="55" y="147"/>
                  <a:pt x="55" y="147"/>
                </a:cubicBezTo>
                <a:cubicBezTo>
                  <a:pt x="57" y="148"/>
                  <a:pt x="57" y="148"/>
                  <a:pt x="57" y="148"/>
                </a:cubicBezTo>
                <a:cubicBezTo>
                  <a:pt x="60" y="148"/>
                  <a:pt x="60" y="148"/>
                  <a:pt x="60" y="148"/>
                </a:cubicBezTo>
                <a:cubicBezTo>
                  <a:pt x="57" y="149"/>
                  <a:pt x="57" y="149"/>
                  <a:pt x="57" y="149"/>
                </a:cubicBezTo>
                <a:cubicBezTo>
                  <a:pt x="55" y="148"/>
                  <a:pt x="55" y="148"/>
                  <a:pt x="55" y="148"/>
                </a:cubicBezTo>
                <a:cubicBezTo>
                  <a:pt x="53" y="149"/>
                  <a:pt x="53" y="149"/>
                  <a:pt x="53" y="149"/>
                </a:cubicBezTo>
                <a:cubicBezTo>
                  <a:pt x="52" y="151"/>
                  <a:pt x="51" y="153"/>
                  <a:pt x="50" y="155"/>
                </a:cubicBezTo>
                <a:cubicBezTo>
                  <a:pt x="51" y="154"/>
                  <a:pt x="51" y="154"/>
                  <a:pt x="51" y="154"/>
                </a:cubicBezTo>
                <a:cubicBezTo>
                  <a:pt x="52" y="156"/>
                  <a:pt x="52" y="156"/>
                  <a:pt x="52" y="156"/>
                </a:cubicBezTo>
                <a:cubicBezTo>
                  <a:pt x="53" y="155"/>
                  <a:pt x="53" y="155"/>
                  <a:pt x="53" y="155"/>
                </a:cubicBezTo>
                <a:cubicBezTo>
                  <a:pt x="56" y="156"/>
                  <a:pt x="56" y="156"/>
                  <a:pt x="56" y="156"/>
                </a:cubicBezTo>
                <a:cubicBezTo>
                  <a:pt x="55" y="157"/>
                  <a:pt x="55" y="157"/>
                  <a:pt x="55" y="157"/>
                </a:cubicBezTo>
                <a:cubicBezTo>
                  <a:pt x="53" y="156"/>
                  <a:pt x="53" y="156"/>
                  <a:pt x="53" y="156"/>
                </a:cubicBezTo>
                <a:cubicBezTo>
                  <a:pt x="50" y="157"/>
                  <a:pt x="50" y="157"/>
                  <a:pt x="50" y="157"/>
                </a:cubicBezTo>
                <a:cubicBezTo>
                  <a:pt x="49" y="158"/>
                  <a:pt x="48" y="160"/>
                  <a:pt x="47" y="163"/>
                </a:cubicBezTo>
                <a:cubicBezTo>
                  <a:pt x="49" y="162"/>
                  <a:pt x="49" y="162"/>
                  <a:pt x="49" y="162"/>
                </a:cubicBezTo>
                <a:cubicBezTo>
                  <a:pt x="48" y="164"/>
                  <a:pt x="48" y="165"/>
                  <a:pt x="47" y="167"/>
                </a:cubicBezTo>
                <a:cubicBezTo>
                  <a:pt x="49" y="165"/>
                  <a:pt x="49" y="165"/>
                  <a:pt x="49" y="165"/>
                </a:cubicBezTo>
                <a:cubicBezTo>
                  <a:pt x="48" y="167"/>
                  <a:pt x="47" y="170"/>
                  <a:pt x="45" y="172"/>
                </a:cubicBezTo>
                <a:cubicBezTo>
                  <a:pt x="45" y="173"/>
                  <a:pt x="45" y="173"/>
                  <a:pt x="45" y="173"/>
                </a:cubicBezTo>
                <a:cubicBezTo>
                  <a:pt x="47" y="170"/>
                  <a:pt x="47" y="170"/>
                  <a:pt x="47" y="170"/>
                </a:cubicBezTo>
                <a:cubicBezTo>
                  <a:pt x="47" y="171"/>
                  <a:pt x="47" y="171"/>
                  <a:pt x="47" y="171"/>
                </a:cubicBezTo>
                <a:cubicBezTo>
                  <a:pt x="45" y="174"/>
                  <a:pt x="45" y="174"/>
                  <a:pt x="45" y="174"/>
                </a:cubicBezTo>
                <a:cubicBezTo>
                  <a:pt x="45" y="175"/>
                  <a:pt x="45" y="175"/>
                  <a:pt x="45" y="175"/>
                </a:cubicBezTo>
                <a:cubicBezTo>
                  <a:pt x="46" y="174"/>
                  <a:pt x="46" y="174"/>
                  <a:pt x="46" y="174"/>
                </a:cubicBezTo>
                <a:cubicBezTo>
                  <a:pt x="45" y="176"/>
                  <a:pt x="45" y="176"/>
                  <a:pt x="45" y="176"/>
                </a:cubicBezTo>
                <a:cubicBezTo>
                  <a:pt x="46" y="179"/>
                  <a:pt x="46" y="179"/>
                  <a:pt x="46" y="179"/>
                </a:cubicBezTo>
                <a:cubicBezTo>
                  <a:pt x="48" y="179"/>
                  <a:pt x="49" y="178"/>
                  <a:pt x="50" y="177"/>
                </a:cubicBezTo>
                <a:cubicBezTo>
                  <a:pt x="49" y="178"/>
                  <a:pt x="49" y="178"/>
                  <a:pt x="49" y="178"/>
                </a:cubicBezTo>
                <a:cubicBezTo>
                  <a:pt x="47" y="179"/>
                  <a:pt x="47" y="179"/>
                  <a:pt x="47" y="179"/>
                </a:cubicBezTo>
                <a:cubicBezTo>
                  <a:pt x="46" y="181"/>
                  <a:pt x="46" y="181"/>
                  <a:pt x="46" y="181"/>
                </a:cubicBezTo>
                <a:cubicBezTo>
                  <a:pt x="45" y="182"/>
                  <a:pt x="45" y="182"/>
                  <a:pt x="45" y="182"/>
                </a:cubicBezTo>
                <a:cubicBezTo>
                  <a:pt x="45" y="183"/>
                  <a:pt x="45" y="183"/>
                  <a:pt x="45" y="183"/>
                </a:cubicBezTo>
                <a:cubicBezTo>
                  <a:pt x="44" y="186"/>
                  <a:pt x="44" y="186"/>
                  <a:pt x="44" y="186"/>
                </a:cubicBezTo>
                <a:cubicBezTo>
                  <a:pt x="44" y="190"/>
                  <a:pt x="44" y="190"/>
                  <a:pt x="44" y="190"/>
                </a:cubicBezTo>
                <a:cubicBezTo>
                  <a:pt x="42" y="191"/>
                  <a:pt x="42" y="191"/>
                  <a:pt x="42" y="191"/>
                </a:cubicBezTo>
                <a:cubicBezTo>
                  <a:pt x="42" y="194"/>
                  <a:pt x="42" y="194"/>
                  <a:pt x="42" y="194"/>
                </a:cubicBezTo>
                <a:cubicBezTo>
                  <a:pt x="43" y="195"/>
                  <a:pt x="43" y="195"/>
                  <a:pt x="43" y="195"/>
                </a:cubicBezTo>
                <a:cubicBezTo>
                  <a:pt x="45" y="195"/>
                  <a:pt x="45" y="195"/>
                  <a:pt x="45" y="195"/>
                </a:cubicBezTo>
                <a:cubicBezTo>
                  <a:pt x="47" y="194"/>
                  <a:pt x="47" y="194"/>
                  <a:pt x="47" y="194"/>
                </a:cubicBezTo>
                <a:cubicBezTo>
                  <a:pt x="48" y="192"/>
                  <a:pt x="48" y="192"/>
                  <a:pt x="48" y="192"/>
                </a:cubicBezTo>
                <a:cubicBezTo>
                  <a:pt x="47" y="191"/>
                  <a:pt x="47" y="191"/>
                  <a:pt x="47" y="191"/>
                </a:cubicBezTo>
                <a:cubicBezTo>
                  <a:pt x="47" y="190"/>
                  <a:pt x="47" y="190"/>
                  <a:pt x="47" y="190"/>
                </a:cubicBezTo>
                <a:cubicBezTo>
                  <a:pt x="49" y="185"/>
                  <a:pt x="49" y="185"/>
                  <a:pt x="49" y="185"/>
                </a:cubicBezTo>
                <a:cubicBezTo>
                  <a:pt x="49" y="183"/>
                  <a:pt x="49" y="183"/>
                  <a:pt x="49" y="183"/>
                </a:cubicBezTo>
                <a:cubicBezTo>
                  <a:pt x="50" y="181"/>
                  <a:pt x="50" y="181"/>
                  <a:pt x="50" y="181"/>
                </a:cubicBezTo>
                <a:cubicBezTo>
                  <a:pt x="52" y="179"/>
                  <a:pt x="52" y="179"/>
                  <a:pt x="52" y="179"/>
                </a:cubicBezTo>
                <a:cubicBezTo>
                  <a:pt x="52" y="177"/>
                  <a:pt x="52" y="177"/>
                  <a:pt x="52" y="177"/>
                </a:cubicBezTo>
                <a:cubicBezTo>
                  <a:pt x="51" y="176"/>
                  <a:pt x="51" y="176"/>
                  <a:pt x="51" y="176"/>
                </a:cubicBezTo>
                <a:cubicBezTo>
                  <a:pt x="50" y="173"/>
                  <a:pt x="50" y="173"/>
                  <a:pt x="50" y="173"/>
                </a:cubicBezTo>
                <a:cubicBezTo>
                  <a:pt x="50" y="173"/>
                  <a:pt x="50" y="173"/>
                  <a:pt x="50" y="173"/>
                </a:cubicBezTo>
                <a:cubicBezTo>
                  <a:pt x="50" y="171"/>
                  <a:pt x="50" y="171"/>
                  <a:pt x="50" y="171"/>
                </a:cubicBezTo>
                <a:cubicBezTo>
                  <a:pt x="52" y="171"/>
                  <a:pt x="52" y="171"/>
                  <a:pt x="52" y="171"/>
                </a:cubicBezTo>
                <a:cubicBezTo>
                  <a:pt x="55" y="167"/>
                  <a:pt x="55" y="167"/>
                  <a:pt x="55" y="167"/>
                </a:cubicBezTo>
                <a:cubicBezTo>
                  <a:pt x="57" y="166"/>
                  <a:pt x="57" y="166"/>
                  <a:pt x="57" y="166"/>
                </a:cubicBezTo>
                <a:cubicBezTo>
                  <a:pt x="58" y="164"/>
                  <a:pt x="58" y="164"/>
                  <a:pt x="58" y="164"/>
                </a:cubicBezTo>
                <a:cubicBezTo>
                  <a:pt x="60" y="163"/>
                  <a:pt x="60" y="163"/>
                  <a:pt x="60" y="163"/>
                </a:cubicBezTo>
                <a:cubicBezTo>
                  <a:pt x="58" y="164"/>
                  <a:pt x="58" y="164"/>
                  <a:pt x="58" y="164"/>
                </a:cubicBezTo>
                <a:cubicBezTo>
                  <a:pt x="57" y="166"/>
                  <a:pt x="57" y="166"/>
                  <a:pt x="57" y="166"/>
                </a:cubicBezTo>
                <a:cubicBezTo>
                  <a:pt x="55" y="167"/>
                  <a:pt x="55" y="167"/>
                  <a:pt x="55" y="167"/>
                </a:cubicBezTo>
                <a:cubicBezTo>
                  <a:pt x="52" y="172"/>
                  <a:pt x="52" y="172"/>
                  <a:pt x="52" y="172"/>
                </a:cubicBezTo>
                <a:cubicBezTo>
                  <a:pt x="52" y="175"/>
                  <a:pt x="52" y="175"/>
                  <a:pt x="52" y="175"/>
                </a:cubicBezTo>
                <a:cubicBezTo>
                  <a:pt x="53" y="176"/>
                  <a:pt x="53" y="176"/>
                  <a:pt x="53" y="176"/>
                </a:cubicBezTo>
                <a:cubicBezTo>
                  <a:pt x="55" y="177"/>
                  <a:pt x="55" y="177"/>
                  <a:pt x="55" y="177"/>
                </a:cubicBezTo>
                <a:cubicBezTo>
                  <a:pt x="54" y="175"/>
                  <a:pt x="54" y="175"/>
                  <a:pt x="54" y="175"/>
                </a:cubicBezTo>
                <a:cubicBezTo>
                  <a:pt x="55" y="173"/>
                  <a:pt x="55" y="173"/>
                  <a:pt x="55" y="173"/>
                </a:cubicBezTo>
                <a:cubicBezTo>
                  <a:pt x="55" y="174"/>
                  <a:pt x="55" y="174"/>
                  <a:pt x="55" y="174"/>
                </a:cubicBezTo>
                <a:cubicBezTo>
                  <a:pt x="57" y="175"/>
                  <a:pt x="57" y="175"/>
                  <a:pt x="57" y="175"/>
                </a:cubicBezTo>
                <a:cubicBezTo>
                  <a:pt x="56" y="171"/>
                  <a:pt x="56" y="171"/>
                  <a:pt x="56" y="171"/>
                </a:cubicBezTo>
                <a:cubicBezTo>
                  <a:pt x="57" y="173"/>
                  <a:pt x="57" y="173"/>
                  <a:pt x="57" y="173"/>
                </a:cubicBezTo>
                <a:cubicBezTo>
                  <a:pt x="58" y="176"/>
                  <a:pt x="58" y="176"/>
                  <a:pt x="58" y="176"/>
                </a:cubicBezTo>
                <a:cubicBezTo>
                  <a:pt x="59" y="176"/>
                  <a:pt x="59" y="176"/>
                  <a:pt x="59" y="176"/>
                </a:cubicBezTo>
                <a:cubicBezTo>
                  <a:pt x="61" y="173"/>
                  <a:pt x="62" y="169"/>
                  <a:pt x="61" y="166"/>
                </a:cubicBezTo>
                <a:cubicBezTo>
                  <a:pt x="61" y="166"/>
                  <a:pt x="61" y="166"/>
                  <a:pt x="61" y="166"/>
                </a:cubicBezTo>
                <a:cubicBezTo>
                  <a:pt x="61" y="168"/>
                  <a:pt x="61" y="168"/>
                  <a:pt x="61" y="168"/>
                </a:cubicBezTo>
                <a:cubicBezTo>
                  <a:pt x="62" y="168"/>
                  <a:pt x="62" y="168"/>
                  <a:pt x="62" y="168"/>
                </a:cubicBezTo>
                <a:cubicBezTo>
                  <a:pt x="63" y="165"/>
                  <a:pt x="63" y="165"/>
                  <a:pt x="63" y="165"/>
                </a:cubicBezTo>
                <a:cubicBezTo>
                  <a:pt x="64" y="165"/>
                  <a:pt x="64" y="165"/>
                  <a:pt x="64" y="165"/>
                </a:cubicBezTo>
                <a:cubicBezTo>
                  <a:pt x="63" y="167"/>
                  <a:pt x="62" y="168"/>
                  <a:pt x="62" y="169"/>
                </a:cubicBezTo>
                <a:cubicBezTo>
                  <a:pt x="62" y="172"/>
                  <a:pt x="62" y="172"/>
                  <a:pt x="62" y="172"/>
                </a:cubicBezTo>
                <a:cubicBezTo>
                  <a:pt x="63" y="172"/>
                  <a:pt x="63" y="172"/>
                  <a:pt x="63" y="172"/>
                </a:cubicBezTo>
                <a:cubicBezTo>
                  <a:pt x="63" y="171"/>
                  <a:pt x="63" y="171"/>
                  <a:pt x="63" y="171"/>
                </a:cubicBezTo>
                <a:cubicBezTo>
                  <a:pt x="64" y="172"/>
                  <a:pt x="64" y="172"/>
                  <a:pt x="64" y="172"/>
                </a:cubicBezTo>
                <a:cubicBezTo>
                  <a:pt x="66" y="174"/>
                  <a:pt x="66" y="174"/>
                  <a:pt x="66" y="174"/>
                </a:cubicBezTo>
                <a:cubicBezTo>
                  <a:pt x="69" y="174"/>
                  <a:pt x="69" y="174"/>
                  <a:pt x="69" y="174"/>
                </a:cubicBezTo>
                <a:cubicBezTo>
                  <a:pt x="69" y="175"/>
                  <a:pt x="69" y="175"/>
                  <a:pt x="69" y="175"/>
                </a:cubicBezTo>
                <a:cubicBezTo>
                  <a:pt x="67" y="174"/>
                  <a:pt x="65" y="174"/>
                  <a:pt x="63" y="173"/>
                </a:cubicBezTo>
                <a:cubicBezTo>
                  <a:pt x="61" y="174"/>
                  <a:pt x="61" y="174"/>
                  <a:pt x="61" y="174"/>
                </a:cubicBezTo>
                <a:cubicBezTo>
                  <a:pt x="61" y="175"/>
                  <a:pt x="61" y="175"/>
                  <a:pt x="61" y="175"/>
                </a:cubicBezTo>
                <a:cubicBezTo>
                  <a:pt x="61" y="180"/>
                  <a:pt x="61" y="180"/>
                  <a:pt x="61" y="180"/>
                </a:cubicBezTo>
                <a:cubicBezTo>
                  <a:pt x="60" y="182"/>
                  <a:pt x="60" y="182"/>
                  <a:pt x="60" y="182"/>
                </a:cubicBezTo>
                <a:cubicBezTo>
                  <a:pt x="62" y="183"/>
                  <a:pt x="62" y="183"/>
                  <a:pt x="62" y="183"/>
                </a:cubicBezTo>
                <a:cubicBezTo>
                  <a:pt x="62" y="184"/>
                  <a:pt x="62" y="184"/>
                  <a:pt x="62" y="184"/>
                </a:cubicBezTo>
                <a:cubicBezTo>
                  <a:pt x="64" y="185"/>
                  <a:pt x="64" y="185"/>
                  <a:pt x="64" y="185"/>
                </a:cubicBezTo>
                <a:cubicBezTo>
                  <a:pt x="65" y="186"/>
                  <a:pt x="65" y="186"/>
                  <a:pt x="65" y="186"/>
                </a:cubicBezTo>
                <a:cubicBezTo>
                  <a:pt x="65" y="187"/>
                  <a:pt x="65" y="187"/>
                  <a:pt x="65" y="187"/>
                </a:cubicBezTo>
                <a:cubicBezTo>
                  <a:pt x="66" y="189"/>
                  <a:pt x="66" y="189"/>
                  <a:pt x="66" y="189"/>
                </a:cubicBezTo>
                <a:cubicBezTo>
                  <a:pt x="65" y="190"/>
                  <a:pt x="65" y="190"/>
                  <a:pt x="65" y="190"/>
                </a:cubicBezTo>
                <a:cubicBezTo>
                  <a:pt x="63" y="192"/>
                  <a:pt x="63" y="192"/>
                  <a:pt x="63" y="192"/>
                </a:cubicBezTo>
                <a:cubicBezTo>
                  <a:pt x="63" y="193"/>
                  <a:pt x="63" y="193"/>
                  <a:pt x="63" y="193"/>
                </a:cubicBezTo>
                <a:cubicBezTo>
                  <a:pt x="62" y="194"/>
                  <a:pt x="62" y="194"/>
                  <a:pt x="62" y="194"/>
                </a:cubicBezTo>
                <a:cubicBezTo>
                  <a:pt x="61" y="197"/>
                  <a:pt x="60" y="199"/>
                  <a:pt x="58" y="201"/>
                </a:cubicBezTo>
                <a:cubicBezTo>
                  <a:pt x="57" y="203"/>
                  <a:pt x="57" y="205"/>
                  <a:pt x="58" y="208"/>
                </a:cubicBezTo>
                <a:cubicBezTo>
                  <a:pt x="58" y="208"/>
                  <a:pt x="58" y="208"/>
                  <a:pt x="58" y="208"/>
                </a:cubicBezTo>
                <a:cubicBezTo>
                  <a:pt x="57" y="208"/>
                  <a:pt x="57" y="208"/>
                  <a:pt x="57" y="208"/>
                </a:cubicBezTo>
                <a:cubicBezTo>
                  <a:pt x="57" y="206"/>
                  <a:pt x="57" y="206"/>
                  <a:pt x="57" y="206"/>
                </a:cubicBezTo>
                <a:cubicBezTo>
                  <a:pt x="56" y="204"/>
                  <a:pt x="56" y="204"/>
                  <a:pt x="56" y="204"/>
                </a:cubicBezTo>
                <a:cubicBezTo>
                  <a:pt x="54" y="205"/>
                  <a:pt x="54" y="205"/>
                  <a:pt x="54" y="205"/>
                </a:cubicBezTo>
                <a:cubicBezTo>
                  <a:pt x="54" y="208"/>
                  <a:pt x="54" y="208"/>
                  <a:pt x="54" y="208"/>
                </a:cubicBezTo>
                <a:cubicBezTo>
                  <a:pt x="55" y="211"/>
                  <a:pt x="57" y="213"/>
                  <a:pt x="59" y="215"/>
                </a:cubicBezTo>
                <a:cubicBezTo>
                  <a:pt x="59" y="217"/>
                  <a:pt x="59" y="217"/>
                  <a:pt x="59" y="217"/>
                </a:cubicBezTo>
                <a:cubicBezTo>
                  <a:pt x="60" y="218"/>
                  <a:pt x="60" y="218"/>
                  <a:pt x="60" y="218"/>
                </a:cubicBezTo>
                <a:cubicBezTo>
                  <a:pt x="60" y="216"/>
                  <a:pt x="60" y="216"/>
                  <a:pt x="60" y="216"/>
                </a:cubicBezTo>
                <a:cubicBezTo>
                  <a:pt x="60" y="215"/>
                  <a:pt x="60" y="215"/>
                  <a:pt x="60" y="215"/>
                </a:cubicBezTo>
                <a:cubicBezTo>
                  <a:pt x="59" y="212"/>
                  <a:pt x="59" y="212"/>
                  <a:pt x="59" y="212"/>
                </a:cubicBezTo>
                <a:cubicBezTo>
                  <a:pt x="61" y="210"/>
                  <a:pt x="61" y="210"/>
                  <a:pt x="61" y="210"/>
                </a:cubicBezTo>
                <a:cubicBezTo>
                  <a:pt x="62" y="210"/>
                  <a:pt x="62" y="210"/>
                  <a:pt x="62" y="210"/>
                </a:cubicBezTo>
                <a:cubicBezTo>
                  <a:pt x="62" y="211"/>
                  <a:pt x="62" y="211"/>
                  <a:pt x="62" y="211"/>
                </a:cubicBezTo>
                <a:cubicBezTo>
                  <a:pt x="66" y="213"/>
                  <a:pt x="66" y="213"/>
                  <a:pt x="66" y="213"/>
                </a:cubicBezTo>
                <a:cubicBezTo>
                  <a:pt x="68" y="216"/>
                  <a:pt x="68" y="216"/>
                  <a:pt x="68" y="216"/>
                </a:cubicBezTo>
                <a:cubicBezTo>
                  <a:pt x="70" y="216"/>
                  <a:pt x="70" y="216"/>
                  <a:pt x="70" y="216"/>
                </a:cubicBezTo>
                <a:cubicBezTo>
                  <a:pt x="71" y="216"/>
                  <a:pt x="71" y="216"/>
                  <a:pt x="71" y="216"/>
                </a:cubicBezTo>
                <a:cubicBezTo>
                  <a:pt x="71" y="212"/>
                  <a:pt x="71" y="212"/>
                  <a:pt x="71" y="212"/>
                </a:cubicBezTo>
                <a:cubicBezTo>
                  <a:pt x="70" y="212"/>
                  <a:pt x="70" y="212"/>
                  <a:pt x="70" y="212"/>
                </a:cubicBezTo>
                <a:cubicBezTo>
                  <a:pt x="69" y="210"/>
                  <a:pt x="69" y="210"/>
                  <a:pt x="69" y="210"/>
                </a:cubicBezTo>
                <a:cubicBezTo>
                  <a:pt x="70" y="209"/>
                  <a:pt x="70" y="209"/>
                  <a:pt x="70" y="209"/>
                </a:cubicBezTo>
                <a:cubicBezTo>
                  <a:pt x="71" y="210"/>
                  <a:pt x="71" y="210"/>
                  <a:pt x="71" y="210"/>
                </a:cubicBezTo>
                <a:cubicBezTo>
                  <a:pt x="73" y="211"/>
                  <a:pt x="73" y="211"/>
                  <a:pt x="73" y="211"/>
                </a:cubicBezTo>
                <a:cubicBezTo>
                  <a:pt x="74" y="210"/>
                  <a:pt x="74" y="210"/>
                  <a:pt x="74" y="210"/>
                </a:cubicBezTo>
                <a:cubicBezTo>
                  <a:pt x="74" y="212"/>
                  <a:pt x="74" y="212"/>
                  <a:pt x="74" y="212"/>
                </a:cubicBezTo>
                <a:cubicBezTo>
                  <a:pt x="75" y="213"/>
                  <a:pt x="75" y="213"/>
                  <a:pt x="75" y="213"/>
                </a:cubicBezTo>
                <a:cubicBezTo>
                  <a:pt x="76" y="213"/>
                  <a:pt x="76" y="213"/>
                  <a:pt x="76" y="213"/>
                </a:cubicBezTo>
                <a:cubicBezTo>
                  <a:pt x="77" y="212"/>
                  <a:pt x="77" y="212"/>
                  <a:pt x="77" y="212"/>
                </a:cubicBezTo>
                <a:cubicBezTo>
                  <a:pt x="77" y="214"/>
                  <a:pt x="77" y="214"/>
                  <a:pt x="77" y="214"/>
                </a:cubicBezTo>
                <a:cubicBezTo>
                  <a:pt x="79" y="213"/>
                  <a:pt x="79" y="213"/>
                  <a:pt x="79" y="213"/>
                </a:cubicBezTo>
                <a:cubicBezTo>
                  <a:pt x="82" y="212"/>
                  <a:pt x="82" y="212"/>
                  <a:pt x="82" y="212"/>
                </a:cubicBezTo>
                <a:cubicBezTo>
                  <a:pt x="81" y="210"/>
                  <a:pt x="81" y="210"/>
                  <a:pt x="81" y="210"/>
                </a:cubicBezTo>
                <a:cubicBezTo>
                  <a:pt x="84" y="211"/>
                  <a:pt x="84" y="211"/>
                  <a:pt x="84" y="211"/>
                </a:cubicBezTo>
                <a:cubicBezTo>
                  <a:pt x="84" y="210"/>
                  <a:pt x="84" y="210"/>
                  <a:pt x="84" y="210"/>
                </a:cubicBezTo>
                <a:cubicBezTo>
                  <a:pt x="86" y="210"/>
                  <a:pt x="86" y="210"/>
                  <a:pt x="86" y="210"/>
                </a:cubicBezTo>
                <a:cubicBezTo>
                  <a:pt x="87" y="209"/>
                  <a:pt x="87" y="209"/>
                  <a:pt x="87" y="209"/>
                </a:cubicBezTo>
                <a:cubicBezTo>
                  <a:pt x="87" y="206"/>
                  <a:pt x="87" y="206"/>
                  <a:pt x="87" y="206"/>
                </a:cubicBezTo>
                <a:cubicBezTo>
                  <a:pt x="88" y="207"/>
                  <a:pt x="88" y="207"/>
                  <a:pt x="88" y="207"/>
                </a:cubicBezTo>
                <a:cubicBezTo>
                  <a:pt x="91" y="207"/>
                  <a:pt x="95" y="207"/>
                  <a:pt x="98" y="207"/>
                </a:cubicBezTo>
                <a:cubicBezTo>
                  <a:pt x="97" y="207"/>
                  <a:pt x="97" y="207"/>
                  <a:pt x="97" y="207"/>
                </a:cubicBezTo>
                <a:cubicBezTo>
                  <a:pt x="98" y="207"/>
                  <a:pt x="98" y="207"/>
                  <a:pt x="98" y="207"/>
                </a:cubicBezTo>
                <a:cubicBezTo>
                  <a:pt x="96" y="208"/>
                  <a:pt x="96" y="208"/>
                  <a:pt x="96" y="208"/>
                </a:cubicBezTo>
                <a:cubicBezTo>
                  <a:pt x="94" y="207"/>
                  <a:pt x="94" y="207"/>
                  <a:pt x="94" y="207"/>
                </a:cubicBezTo>
                <a:cubicBezTo>
                  <a:pt x="92" y="209"/>
                  <a:pt x="92" y="209"/>
                  <a:pt x="92" y="209"/>
                </a:cubicBezTo>
                <a:cubicBezTo>
                  <a:pt x="93" y="209"/>
                  <a:pt x="93" y="209"/>
                  <a:pt x="93" y="209"/>
                </a:cubicBezTo>
                <a:cubicBezTo>
                  <a:pt x="92" y="209"/>
                  <a:pt x="92" y="209"/>
                  <a:pt x="92" y="209"/>
                </a:cubicBezTo>
                <a:cubicBezTo>
                  <a:pt x="91" y="210"/>
                  <a:pt x="91" y="210"/>
                  <a:pt x="91" y="210"/>
                </a:cubicBezTo>
                <a:cubicBezTo>
                  <a:pt x="89" y="215"/>
                  <a:pt x="89" y="215"/>
                  <a:pt x="89" y="215"/>
                </a:cubicBezTo>
                <a:cubicBezTo>
                  <a:pt x="88" y="215"/>
                  <a:pt x="88" y="215"/>
                  <a:pt x="88" y="215"/>
                </a:cubicBezTo>
                <a:cubicBezTo>
                  <a:pt x="87" y="218"/>
                  <a:pt x="86" y="220"/>
                  <a:pt x="86" y="222"/>
                </a:cubicBezTo>
                <a:cubicBezTo>
                  <a:pt x="87" y="224"/>
                  <a:pt x="89" y="226"/>
                  <a:pt x="90" y="229"/>
                </a:cubicBezTo>
                <a:cubicBezTo>
                  <a:pt x="90" y="230"/>
                  <a:pt x="90" y="230"/>
                  <a:pt x="90" y="230"/>
                </a:cubicBezTo>
                <a:cubicBezTo>
                  <a:pt x="92" y="233"/>
                  <a:pt x="92" y="233"/>
                  <a:pt x="92" y="233"/>
                </a:cubicBezTo>
                <a:cubicBezTo>
                  <a:pt x="94" y="233"/>
                  <a:pt x="94" y="233"/>
                  <a:pt x="94" y="233"/>
                </a:cubicBezTo>
                <a:cubicBezTo>
                  <a:pt x="94" y="234"/>
                  <a:pt x="94" y="234"/>
                  <a:pt x="94" y="234"/>
                </a:cubicBezTo>
                <a:cubicBezTo>
                  <a:pt x="94" y="236"/>
                  <a:pt x="94" y="236"/>
                  <a:pt x="94" y="236"/>
                </a:cubicBezTo>
                <a:cubicBezTo>
                  <a:pt x="96" y="237"/>
                  <a:pt x="96" y="237"/>
                  <a:pt x="96" y="237"/>
                </a:cubicBezTo>
                <a:cubicBezTo>
                  <a:pt x="96" y="236"/>
                  <a:pt x="96" y="236"/>
                  <a:pt x="96" y="236"/>
                </a:cubicBezTo>
                <a:cubicBezTo>
                  <a:pt x="97" y="235"/>
                  <a:pt x="98" y="234"/>
                  <a:pt x="98" y="232"/>
                </a:cubicBezTo>
                <a:cubicBezTo>
                  <a:pt x="99" y="234"/>
                  <a:pt x="99" y="234"/>
                  <a:pt x="99" y="234"/>
                </a:cubicBezTo>
                <a:cubicBezTo>
                  <a:pt x="102" y="233"/>
                  <a:pt x="102" y="233"/>
                  <a:pt x="102" y="233"/>
                </a:cubicBezTo>
                <a:cubicBezTo>
                  <a:pt x="103" y="235"/>
                  <a:pt x="103" y="235"/>
                  <a:pt x="103" y="235"/>
                </a:cubicBezTo>
                <a:cubicBezTo>
                  <a:pt x="100" y="238"/>
                  <a:pt x="100" y="238"/>
                  <a:pt x="100" y="238"/>
                </a:cubicBezTo>
                <a:cubicBezTo>
                  <a:pt x="101" y="240"/>
                  <a:pt x="101" y="240"/>
                  <a:pt x="101" y="240"/>
                </a:cubicBezTo>
                <a:cubicBezTo>
                  <a:pt x="102" y="239"/>
                  <a:pt x="102" y="239"/>
                  <a:pt x="102" y="239"/>
                </a:cubicBezTo>
                <a:cubicBezTo>
                  <a:pt x="101" y="241"/>
                  <a:pt x="101" y="241"/>
                  <a:pt x="101" y="241"/>
                </a:cubicBezTo>
                <a:cubicBezTo>
                  <a:pt x="98" y="242"/>
                  <a:pt x="98" y="242"/>
                  <a:pt x="98" y="242"/>
                </a:cubicBezTo>
                <a:cubicBezTo>
                  <a:pt x="98" y="244"/>
                  <a:pt x="98" y="246"/>
                  <a:pt x="98" y="247"/>
                </a:cubicBezTo>
                <a:cubicBezTo>
                  <a:pt x="99" y="249"/>
                  <a:pt x="99" y="249"/>
                  <a:pt x="99" y="249"/>
                </a:cubicBezTo>
                <a:cubicBezTo>
                  <a:pt x="101" y="249"/>
                  <a:pt x="101" y="249"/>
                  <a:pt x="101" y="249"/>
                </a:cubicBezTo>
                <a:cubicBezTo>
                  <a:pt x="99" y="250"/>
                  <a:pt x="98" y="252"/>
                  <a:pt x="97" y="254"/>
                </a:cubicBezTo>
                <a:cubicBezTo>
                  <a:pt x="97" y="257"/>
                  <a:pt x="99" y="260"/>
                  <a:pt x="101" y="262"/>
                </a:cubicBezTo>
                <a:cubicBezTo>
                  <a:pt x="104" y="263"/>
                  <a:pt x="104" y="263"/>
                  <a:pt x="104" y="263"/>
                </a:cubicBezTo>
                <a:cubicBezTo>
                  <a:pt x="102" y="264"/>
                  <a:pt x="102" y="264"/>
                  <a:pt x="102" y="264"/>
                </a:cubicBezTo>
                <a:cubicBezTo>
                  <a:pt x="100" y="262"/>
                  <a:pt x="100" y="262"/>
                  <a:pt x="100" y="262"/>
                </a:cubicBezTo>
                <a:cubicBezTo>
                  <a:pt x="98" y="259"/>
                  <a:pt x="98" y="259"/>
                  <a:pt x="98" y="259"/>
                </a:cubicBezTo>
                <a:cubicBezTo>
                  <a:pt x="97" y="259"/>
                  <a:pt x="97" y="259"/>
                  <a:pt x="97" y="259"/>
                </a:cubicBezTo>
                <a:cubicBezTo>
                  <a:pt x="95" y="260"/>
                  <a:pt x="95" y="260"/>
                  <a:pt x="95" y="260"/>
                </a:cubicBezTo>
                <a:cubicBezTo>
                  <a:pt x="95" y="261"/>
                  <a:pt x="95" y="261"/>
                  <a:pt x="95" y="261"/>
                </a:cubicBezTo>
                <a:cubicBezTo>
                  <a:pt x="97" y="264"/>
                  <a:pt x="97" y="264"/>
                  <a:pt x="97" y="264"/>
                </a:cubicBezTo>
                <a:cubicBezTo>
                  <a:pt x="97" y="264"/>
                  <a:pt x="97" y="265"/>
                  <a:pt x="97" y="265"/>
                </a:cubicBezTo>
                <a:cubicBezTo>
                  <a:pt x="97" y="265"/>
                  <a:pt x="96" y="265"/>
                  <a:pt x="96" y="264"/>
                </a:cubicBezTo>
                <a:cubicBezTo>
                  <a:pt x="92" y="261"/>
                  <a:pt x="92" y="261"/>
                  <a:pt x="92" y="261"/>
                </a:cubicBezTo>
                <a:cubicBezTo>
                  <a:pt x="91" y="261"/>
                  <a:pt x="91" y="261"/>
                  <a:pt x="91" y="261"/>
                </a:cubicBezTo>
                <a:cubicBezTo>
                  <a:pt x="87" y="263"/>
                  <a:pt x="87" y="263"/>
                  <a:pt x="87" y="263"/>
                </a:cubicBezTo>
                <a:cubicBezTo>
                  <a:pt x="83" y="264"/>
                  <a:pt x="83" y="264"/>
                  <a:pt x="83" y="264"/>
                </a:cubicBezTo>
                <a:cubicBezTo>
                  <a:pt x="82" y="263"/>
                  <a:pt x="82" y="263"/>
                  <a:pt x="82" y="263"/>
                </a:cubicBezTo>
                <a:cubicBezTo>
                  <a:pt x="80" y="262"/>
                  <a:pt x="80" y="262"/>
                  <a:pt x="80" y="262"/>
                </a:cubicBezTo>
                <a:cubicBezTo>
                  <a:pt x="81" y="264"/>
                  <a:pt x="81" y="264"/>
                  <a:pt x="81" y="264"/>
                </a:cubicBezTo>
                <a:cubicBezTo>
                  <a:pt x="79" y="264"/>
                  <a:pt x="78" y="265"/>
                  <a:pt x="76" y="265"/>
                </a:cubicBezTo>
                <a:cubicBezTo>
                  <a:pt x="74" y="265"/>
                  <a:pt x="74" y="265"/>
                  <a:pt x="74" y="265"/>
                </a:cubicBezTo>
                <a:cubicBezTo>
                  <a:pt x="74" y="266"/>
                  <a:pt x="73" y="266"/>
                  <a:pt x="73" y="267"/>
                </a:cubicBezTo>
                <a:cubicBezTo>
                  <a:pt x="73" y="266"/>
                  <a:pt x="73" y="266"/>
                  <a:pt x="73" y="266"/>
                </a:cubicBezTo>
                <a:cubicBezTo>
                  <a:pt x="75" y="265"/>
                  <a:pt x="75" y="265"/>
                  <a:pt x="75" y="265"/>
                </a:cubicBezTo>
                <a:cubicBezTo>
                  <a:pt x="77" y="263"/>
                  <a:pt x="77" y="263"/>
                  <a:pt x="77" y="263"/>
                </a:cubicBezTo>
                <a:cubicBezTo>
                  <a:pt x="75" y="263"/>
                  <a:pt x="75" y="263"/>
                  <a:pt x="75" y="263"/>
                </a:cubicBezTo>
                <a:cubicBezTo>
                  <a:pt x="73" y="263"/>
                  <a:pt x="73" y="263"/>
                  <a:pt x="73" y="263"/>
                </a:cubicBezTo>
                <a:cubicBezTo>
                  <a:pt x="72" y="262"/>
                  <a:pt x="72" y="261"/>
                  <a:pt x="72" y="260"/>
                </a:cubicBezTo>
                <a:cubicBezTo>
                  <a:pt x="71" y="259"/>
                  <a:pt x="71" y="259"/>
                  <a:pt x="71" y="259"/>
                </a:cubicBezTo>
                <a:cubicBezTo>
                  <a:pt x="69" y="259"/>
                  <a:pt x="69" y="259"/>
                  <a:pt x="69" y="259"/>
                </a:cubicBezTo>
                <a:cubicBezTo>
                  <a:pt x="65" y="260"/>
                  <a:pt x="65" y="260"/>
                  <a:pt x="65" y="260"/>
                </a:cubicBezTo>
                <a:cubicBezTo>
                  <a:pt x="66" y="261"/>
                  <a:pt x="66" y="262"/>
                  <a:pt x="65" y="264"/>
                </a:cubicBezTo>
                <a:cubicBezTo>
                  <a:pt x="67" y="266"/>
                  <a:pt x="67" y="266"/>
                  <a:pt x="67" y="266"/>
                </a:cubicBezTo>
                <a:cubicBezTo>
                  <a:pt x="67" y="267"/>
                  <a:pt x="67" y="267"/>
                  <a:pt x="67" y="267"/>
                </a:cubicBezTo>
                <a:cubicBezTo>
                  <a:pt x="68" y="268"/>
                  <a:pt x="68" y="268"/>
                  <a:pt x="68" y="268"/>
                </a:cubicBezTo>
                <a:cubicBezTo>
                  <a:pt x="69" y="267"/>
                  <a:pt x="69" y="267"/>
                  <a:pt x="69" y="267"/>
                </a:cubicBezTo>
                <a:cubicBezTo>
                  <a:pt x="69" y="269"/>
                  <a:pt x="69" y="269"/>
                  <a:pt x="69" y="269"/>
                </a:cubicBezTo>
                <a:cubicBezTo>
                  <a:pt x="70" y="269"/>
                  <a:pt x="70" y="269"/>
                  <a:pt x="70" y="269"/>
                </a:cubicBezTo>
                <a:cubicBezTo>
                  <a:pt x="73" y="267"/>
                  <a:pt x="73" y="267"/>
                  <a:pt x="73" y="267"/>
                </a:cubicBezTo>
                <a:cubicBezTo>
                  <a:pt x="72" y="268"/>
                  <a:pt x="71" y="269"/>
                  <a:pt x="70" y="270"/>
                </a:cubicBezTo>
                <a:cubicBezTo>
                  <a:pt x="70" y="269"/>
                  <a:pt x="70" y="269"/>
                  <a:pt x="70" y="269"/>
                </a:cubicBezTo>
                <a:cubicBezTo>
                  <a:pt x="70" y="272"/>
                  <a:pt x="70" y="272"/>
                  <a:pt x="70" y="272"/>
                </a:cubicBezTo>
                <a:cubicBezTo>
                  <a:pt x="68" y="274"/>
                  <a:pt x="66" y="275"/>
                  <a:pt x="64" y="275"/>
                </a:cubicBezTo>
                <a:cubicBezTo>
                  <a:pt x="63" y="277"/>
                  <a:pt x="62" y="278"/>
                  <a:pt x="61" y="280"/>
                </a:cubicBezTo>
                <a:cubicBezTo>
                  <a:pt x="65" y="279"/>
                  <a:pt x="65" y="279"/>
                  <a:pt x="65" y="279"/>
                </a:cubicBezTo>
                <a:cubicBezTo>
                  <a:pt x="66" y="280"/>
                  <a:pt x="66" y="280"/>
                  <a:pt x="66" y="280"/>
                </a:cubicBezTo>
                <a:cubicBezTo>
                  <a:pt x="67" y="278"/>
                  <a:pt x="67" y="278"/>
                  <a:pt x="67" y="278"/>
                </a:cubicBezTo>
                <a:cubicBezTo>
                  <a:pt x="69" y="277"/>
                  <a:pt x="69" y="277"/>
                  <a:pt x="69" y="277"/>
                </a:cubicBezTo>
                <a:cubicBezTo>
                  <a:pt x="70" y="277"/>
                  <a:pt x="70" y="277"/>
                  <a:pt x="70" y="277"/>
                </a:cubicBezTo>
                <a:cubicBezTo>
                  <a:pt x="72" y="276"/>
                  <a:pt x="72" y="276"/>
                  <a:pt x="72" y="276"/>
                </a:cubicBezTo>
                <a:cubicBezTo>
                  <a:pt x="75" y="276"/>
                  <a:pt x="75" y="276"/>
                  <a:pt x="75" y="276"/>
                </a:cubicBezTo>
                <a:cubicBezTo>
                  <a:pt x="74" y="277"/>
                  <a:pt x="74" y="277"/>
                  <a:pt x="74" y="277"/>
                </a:cubicBezTo>
                <a:cubicBezTo>
                  <a:pt x="75" y="279"/>
                  <a:pt x="75" y="279"/>
                  <a:pt x="75" y="279"/>
                </a:cubicBezTo>
                <a:cubicBezTo>
                  <a:pt x="74" y="279"/>
                  <a:pt x="74" y="279"/>
                  <a:pt x="74" y="279"/>
                </a:cubicBezTo>
                <a:cubicBezTo>
                  <a:pt x="76" y="283"/>
                  <a:pt x="76" y="283"/>
                  <a:pt x="76" y="283"/>
                </a:cubicBezTo>
                <a:cubicBezTo>
                  <a:pt x="75" y="284"/>
                  <a:pt x="75" y="285"/>
                  <a:pt x="74" y="287"/>
                </a:cubicBezTo>
                <a:cubicBezTo>
                  <a:pt x="76" y="289"/>
                  <a:pt x="76" y="289"/>
                  <a:pt x="76" y="289"/>
                </a:cubicBezTo>
                <a:cubicBezTo>
                  <a:pt x="78" y="288"/>
                  <a:pt x="78" y="288"/>
                  <a:pt x="78" y="288"/>
                </a:cubicBezTo>
                <a:cubicBezTo>
                  <a:pt x="76" y="289"/>
                  <a:pt x="76" y="289"/>
                  <a:pt x="76" y="289"/>
                </a:cubicBezTo>
                <a:cubicBezTo>
                  <a:pt x="76" y="293"/>
                  <a:pt x="74" y="297"/>
                  <a:pt x="70" y="300"/>
                </a:cubicBezTo>
                <a:cubicBezTo>
                  <a:pt x="69" y="300"/>
                  <a:pt x="69" y="300"/>
                  <a:pt x="69" y="300"/>
                </a:cubicBezTo>
                <a:cubicBezTo>
                  <a:pt x="66" y="302"/>
                  <a:pt x="66" y="302"/>
                  <a:pt x="66" y="302"/>
                </a:cubicBezTo>
                <a:cubicBezTo>
                  <a:pt x="63" y="302"/>
                  <a:pt x="63" y="302"/>
                  <a:pt x="63" y="302"/>
                </a:cubicBezTo>
                <a:cubicBezTo>
                  <a:pt x="62" y="303"/>
                  <a:pt x="61" y="303"/>
                  <a:pt x="60" y="304"/>
                </a:cubicBezTo>
                <a:cubicBezTo>
                  <a:pt x="59" y="305"/>
                  <a:pt x="59" y="305"/>
                  <a:pt x="59" y="305"/>
                </a:cubicBezTo>
                <a:cubicBezTo>
                  <a:pt x="59" y="306"/>
                  <a:pt x="59" y="306"/>
                  <a:pt x="59" y="306"/>
                </a:cubicBezTo>
                <a:cubicBezTo>
                  <a:pt x="57" y="306"/>
                  <a:pt x="57" y="306"/>
                  <a:pt x="57" y="306"/>
                </a:cubicBezTo>
                <a:cubicBezTo>
                  <a:pt x="56" y="306"/>
                  <a:pt x="56" y="306"/>
                  <a:pt x="56" y="306"/>
                </a:cubicBezTo>
                <a:cubicBezTo>
                  <a:pt x="55" y="306"/>
                  <a:pt x="55" y="306"/>
                  <a:pt x="55" y="306"/>
                </a:cubicBezTo>
                <a:cubicBezTo>
                  <a:pt x="53" y="306"/>
                  <a:pt x="53" y="306"/>
                  <a:pt x="53" y="306"/>
                </a:cubicBezTo>
                <a:cubicBezTo>
                  <a:pt x="53" y="307"/>
                  <a:pt x="53" y="307"/>
                  <a:pt x="53" y="307"/>
                </a:cubicBezTo>
                <a:cubicBezTo>
                  <a:pt x="52" y="308"/>
                  <a:pt x="50" y="309"/>
                  <a:pt x="49" y="309"/>
                </a:cubicBezTo>
                <a:cubicBezTo>
                  <a:pt x="48" y="311"/>
                  <a:pt x="48" y="311"/>
                  <a:pt x="48" y="311"/>
                </a:cubicBezTo>
                <a:cubicBezTo>
                  <a:pt x="52" y="311"/>
                  <a:pt x="52" y="311"/>
                  <a:pt x="52" y="311"/>
                </a:cubicBezTo>
                <a:cubicBezTo>
                  <a:pt x="52" y="314"/>
                  <a:pt x="52" y="314"/>
                  <a:pt x="52" y="314"/>
                </a:cubicBezTo>
                <a:cubicBezTo>
                  <a:pt x="50" y="315"/>
                  <a:pt x="50" y="315"/>
                  <a:pt x="50" y="315"/>
                </a:cubicBezTo>
                <a:cubicBezTo>
                  <a:pt x="51" y="317"/>
                  <a:pt x="51" y="317"/>
                  <a:pt x="51" y="317"/>
                </a:cubicBezTo>
                <a:cubicBezTo>
                  <a:pt x="51" y="316"/>
                  <a:pt x="51" y="316"/>
                  <a:pt x="51" y="316"/>
                </a:cubicBezTo>
                <a:cubicBezTo>
                  <a:pt x="53" y="316"/>
                  <a:pt x="55" y="316"/>
                  <a:pt x="57" y="316"/>
                </a:cubicBezTo>
                <a:cubicBezTo>
                  <a:pt x="57" y="315"/>
                  <a:pt x="57" y="315"/>
                  <a:pt x="57" y="315"/>
                </a:cubicBezTo>
                <a:cubicBezTo>
                  <a:pt x="56" y="314"/>
                  <a:pt x="56" y="314"/>
                  <a:pt x="56" y="314"/>
                </a:cubicBezTo>
                <a:cubicBezTo>
                  <a:pt x="58" y="314"/>
                  <a:pt x="58" y="314"/>
                  <a:pt x="58" y="314"/>
                </a:cubicBezTo>
                <a:cubicBezTo>
                  <a:pt x="57" y="315"/>
                  <a:pt x="57" y="315"/>
                  <a:pt x="57" y="315"/>
                </a:cubicBezTo>
                <a:cubicBezTo>
                  <a:pt x="58" y="316"/>
                  <a:pt x="58" y="316"/>
                  <a:pt x="58" y="316"/>
                </a:cubicBezTo>
                <a:cubicBezTo>
                  <a:pt x="54" y="317"/>
                  <a:pt x="54" y="317"/>
                  <a:pt x="54" y="317"/>
                </a:cubicBezTo>
                <a:cubicBezTo>
                  <a:pt x="52" y="317"/>
                  <a:pt x="52" y="317"/>
                  <a:pt x="52" y="317"/>
                </a:cubicBezTo>
                <a:cubicBezTo>
                  <a:pt x="53" y="318"/>
                  <a:pt x="53" y="318"/>
                  <a:pt x="53" y="318"/>
                </a:cubicBezTo>
                <a:cubicBezTo>
                  <a:pt x="54" y="319"/>
                  <a:pt x="54" y="319"/>
                  <a:pt x="54" y="319"/>
                </a:cubicBezTo>
                <a:cubicBezTo>
                  <a:pt x="56" y="320"/>
                  <a:pt x="56" y="320"/>
                  <a:pt x="56" y="320"/>
                </a:cubicBezTo>
                <a:cubicBezTo>
                  <a:pt x="58" y="318"/>
                  <a:pt x="58" y="318"/>
                  <a:pt x="58" y="318"/>
                </a:cubicBezTo>
                <a:cubicBezTo>
                  <a:pt x="61" y="318"/>
                  <a:pt x="61" y="318"/>
                  <a:pt x="61" y="318"/>
                </a:cubicBezTo>
                <a:cubicBezTo>
                  <a:pt x="62" y="316"/>
                  <a:pt x="62" y="316"/>
                  <a:pt x="62" y="316"/>
                </a:cubicBezTo>
                <a:cubicBezTo>
                  <a:pt x="64" y="315"/>
                  <a:pt x="64" y="315"/>
                  <a:pt x="64" y="315"/>
                </a:cubicBezTo>
                <a:cubicBezTo>
                  <a:pt x="67" y="316"/>
                  <a:pt x="67" y="316"/>
                  <a:pt x="67" y="316"/>
                </a:cubicBezTo>
                <a:cubicBezTo>
                  <a:pt x="67" y="315"/>
                  <a:pt x="67" y="315"/>
                  <a:pt x="67" y="315"/>
                </a:cubicBezTo>
                <a:cubicBezTo>
                  <a:pt x="68" y="315"/>
                  <a:pt x="68" y="315"/>
                  <a:pt x="68" y="315"/>
                </a:cubicBezTo>
                <a:cubicBezTo>
                  <a:pt x="70" y="316"/>
                  <a:pt x="70" y="316"/>
                  <a:pt x="70" y="316"/>
                </a:cubicBezTo>
                <a:cubicBezTo>
                  <a:pt x="68" y="316"/>
                  <a:pt x="68" y="316"/>
                  <a:pt x="68" y="316"/>
                </a:cubicBezTo>
                <a:cubicBezTo>
                  <a:pt x="70" y="318"/>
                  <a:pt x="70" y="318"/>
                  <a:pt x="70" y="318"/>
                </a:cubicBezTo>
                <a:cubicBezTo>
                  <a:pt x="72" y="317"/>
                  <a:pt x="72" y="317"/>
                  <a:pt x="72" y="317"/>
                </a:cubicBezTo>
                <a:cubicBezTo>
                  <a:pt x="75" y="318"/>
                  <a:pt x="75" y="318"/>
                  <a:pt x="75" y="318"/>
                </a:cubicBezTo>
                <a:cubicBezTo>
                  <a:pt x="75" y="319"/>
                  <a:pt x="75" y="319"/>
                  <a:pt x="75" y="319"/>
                </a:cubicBezTo>
                <a:cubicBezTo>
                  <a:pt x="72" y="319"/>
                  <a:pt x="72" y="319"/>
                  <a:pt x="72" y="319"/>
                </a:cubicBezTo>
                <a:cubicBezTo>
                  <a:pt x="71" y="319"/>
                  <a:pt x="71" y="319"/>
                  <a:pt x="71" y="319"/>
                </a:cubicBezTo>
                <a:cubicBezTo>
                  <a:pt x="70" y="320"/>
                  <a:pt x="70" y="320"/>
                  <a:pt x="70" y="320"/>
                </a:cubicBezTo>
                <a:cubicBezTo>
                  <a:pt x="70" y="322"/>
                  <a:pt x="70" y="322"/>
                  <a:pt x="70" y="322"/>
                </a:cubicBezTo>
                <a:cubicBezTo>
                  <a:pt x="72" y="322"/>
                  <a:pt x="72" y="322"/>
                  <a:pt x="72" y="322"/>
                </a:cubicBezTo>
                <a:cubicBezTo>
                  <a:pt x="74" y="321"/>
                  <a:pt x="74" y="321"/>
                  <a:pt x="74" y="321"/>
                </a:cubicBezTo>
                <a:cubicBezTo>
                  <a:pt x="77" y="322"/>
                  <a:pt x="77" y="322"/>
                  <a:pt x="77" y="322"/>
                </a:cubicBezTo>
                <a:cubicBezTo>
                  <a:pt x="77" y="321"/>
                  <a:pt x="77" y="321"/>
                  <a:pt x="77" y="321"/>
                </a:cubicBezTo>
                <a:cubicBezTo>
                  <a:pt x="77" y="320"/>
                  <a:pt x="77" y="320"/>
                  <a:pt x="77" y="320"/>
                </a:cubicBezTo>
                <a:cubicBezTo>
                  <a:pt x="80" y="320"/>
                  <a:pt x="80" y="320"/>
                  <a:pt x="80" y="320"/>
                </a:cubicBezTo>
                <a:cubicBezTo>
                  <a:pt x="81" y="321"/>
                  <a:pt x="81" y="321"/>
                  <a:pt x="81" y="321"/>
                </a:cubicBezTo>
                <a:cubicBezTo>
                  <a:pt x="82" y="324"/>
                  <a:pt x="82" y="324"/>
                  <a:pt x="82" y="324"/>
                </a:cubicBezTo>
                <a:cubicBezTo>
                  <a:pt x="84" y="325"/>
                  <a:pt x="84" y="325"/>
                  <a:pt x="84" y="325"/>
                </a:cubicBezTo>
                <a:cubicBezTo>
                  <a:pt x="87" y="327"/>
                  <a:pt x="87" y="327"/>
                  <a:pt x="87" y="327"/>
                </a:cubicBezTo>
                <a:cubicBezTo>
                  <a:pt x="89" y="328"/>
                  <a:pt x="92" y="328"/>
                  <a:pt x="95" y="327"/>
                </a:cubicBezTo>
                <a:cubicBezTo>
                  <a:pt x="95" y="325"/>
                  <a:pt x="95" y="325"/>
                  <a:pt x="95" y="325"/>
                </a:cubicBezTo>
                <a:cubicBezTo>
                  <a:pt x="96" y="324"/>
                  <a:pt x="98" y="323"/>
                  <a:pt x="99" y="322"/>
                </a:cubicBezTo>
                <a:cubicBezTo>
                  <a:pt x="100" y="322"/>
                  <a:pt x="100" y="322"/>
                  <a:pt x="100" y="322"/>
                </a:cubicBezTo>
                <a:cubicBezTo>
                  <a:pt x="102" y="322"/>
                  <a:pt x="103" y="322"/>
                  <a:pt x="105" y="321"/>
                </a:cubicBezTo>
                <a:cubicBezTo>
                  <a:pt x="106" y="320"/>
                  <a:pt x="106" y="320"/>
                  <a:pt x="106" y="320"/>
                </a:cubicBezTo>
                <a:cubicBezTo>
                  <a:pt x="110" y="316"/>
                  <a:pt x="110" y="316"/>
                  <a:pt x="110" y="316"/>
                </a:cubicBezTo>
                <a:cubicBezTo>
                  <a:pt x="110" y="316"/>
                  <a:pt x="110" y="316"/>
                  <a:pt x="110" y="316"/>
                </a:cubicBezTo>
                <a:cubicBezTo>
                  <a:pt x="108" y="319"/>
                  <a:pt x="106" y="321"/>
                  <a:pt x="105" y="324"/>
                </a:cubicBezTo>
                <a:cubicBezTo>
                  <a:pt x="103" y="325"/>
                  <a:pt x="103" y="325"/>
                  <a:pt x="103" y="325"/>
                </a:cubicBezTo>
                <a:cubicBezTo>
                  <a:pt x="101" y="326"/>
                  <a:pt x="99" y="328"/>
                  <a:pt x="98" y="330"/>
                </a:cubicBezTo>
                <a:cubicBezTo>
                  <a:pt x="99" y="333"/>
                  <a:pt x="99" y="333"/>
                  <a:pt x="99" y="333"/>
                </a:cubicBezTo>
                <a:cubicBezTo>
                  <a:pt x="98" y="334"/>
                  <a:pt x="98" y="334"/>
                  <a:pt x="98" y="334"/>
                </a:cubicBezTo>
                <a:cubicBezTo>
                  <a:pt x="97" y="334"/>
                  <a:pt x="97" y="334"/>
                  <a:pt x="97" y="334"/>
                </a:cubicBezTo>
                <a:cubicBezTo>
                  <a:pt x="95" y="334"/>
                  <a:pt x="93" y="334"/>
                  <a:pt x="90" y="334"/>
                </a:cubicBezTo>
                <a:cubicBezTo>
                  <a:pt x="89" y="334"/>
                  <a:pt x="89" y="334"/>
                  <a:pt x="89" y="334"/>
                </a:cubicBezTo>
                <a:cubicBezTo>
                  <a:pt x="86" y="333"/>
                  <a:pt x="84" y="333"/>
                  <a:pt x="82" y="332"/>
                </a:cubicBezTo>
                <a:cubicBezTo>
                  <a:pt x="78" y="333"/>
                  <a:pt x="75" y="333"/>
                  <a:pt x="71" y="334"/>
                </a:cubicBezTo>
                <a:cubicBezTo>
                  <a:pt x="71" y="335"/>
                  <a:pt x="71" y="335"/>
                  <a:pt x="71" y="335"/>
                </a:cubicBezTo>
                <a:cubicBezTo>
                  <a:pt x="72" y="338"/>
                  <a:pt x="72" y="338"/>
                  <a:pt x="72" y="338"/>
                </a:cubicBezTo>
                <a:cubicBezTo>
                  <a:pt x="69" y="341"/>
                  <a:pt x="69" y="341"/>
                  <a:pt x="69" y="341"/>
                </a:cubicBezTo>
                <a:cubicBezTo>
                  <a:pt x="67" y="340"/>
                  <a:pt x="66" y="340"/>
                  <a:pt x="65" y="340"/>
                </a:cubicBezTo>
                <a:cubicBezTo>
                  <a:pt x="64" y="342"/>
                  <a:pt x="64" y="344"/>
                  <a:pt x="64" y="347"/>
                </a:cubicBezTo>
                <a:cubicBezTo>
                  <a:pt x="63" y="349"/>
                  <a:pt x="61" y="350"/>
                  <a:pt x="59" y="352"/>
                </a:cubicBezTo>
                <a:cubicBezTo>
                  <a:pt x="58" y="354"/>
                  <a:pt x="58" y="354"/>
                  <a:pt x="58" y="354"/>
                </a:cubicBezTo>
                <a:cubicBezTo>
                  <a:pt x="55" y="354"/>
                  <a:pt x="55" y="354"/>
                  <a:pt x="55" y="354"/>
                </a:cubicBezTo>
                <a:cubicBezTo>
                  <a:pt x="55" y="355"/>
                  <a:pt x="55" y="355"/>
                  <a:pt x="55" y="355"/>
                </a:cubicBezTo>
                <a:cubicBezTo>
                  <a:pt x="57" y="356"/>
                  <a:pt x="57" y="356"/>
                  <a:pt x="57" y="356"/>
                </a:cubicBezTo>
                <a:cubicBezTo>
                  <a:pt x="55" y="356"/>
                  <a:pt x="55" y="356"/>
                  <a:pt x="55" y="356"/>
                </a:cubicBezTo>
                <a:cubicBezTo>
                  <a:pt x="55" y="355"/>
                  <a:pt x="55" y="355"/>
                  <a:pt x="55" y="355"/>
                </a:cubicBezTo>
                <a:cubicBezTo>
                  <a:pt x="53" y="356"/>
                  <a:pt x="53" y="356"/>
                  <a:pt x="53" y="356"/>
                </a:cubicBezTo>
                <a:cubicBezTo>
                  <a:pt x="52" y="359"/>
                  <a:pt x="52" y="359"/>
                  <a:pt x="52" y="359"/>
                </a:cubicBezTo>
                <a:cubicBezTo>
                  <a:pt x="50" y="360"/>
                  <a:pt x="50" y="360"/>
                  <a:pt x="50" y="360"/>
                </a:cubicBezTo>
                <a:cubicBezTo>
                  <a:pt x="50" y="362"/>
                  <a:pt x="50" y="362"/>
                  <a:pt x="50" y="362"/>
                </a:cubicBezTo>
                <a:cubicBezTo>
                  <a:pt x="46" y="365"/>
                  <a:pt x="46" y="365"/>
                  <a:pt x="46" y="365"/>
                </a:cubicBezTo>
                <a:cubicBezTo>
                  <a:pt x="44" y="366"/>
                  <a:pt x="44" y="366"/>
                  <a:pt x="44" y="366"/>
                </a:cubicBezTo>
                <a:cubicBezTo>
                  <a:pt x="43" y="367"/>
                  <a:pt x="43" y="367"/>
                  <a:pt x="43" y="367"/>
                </a:cubicBezTo>
                <a:cubicBezTo>
                  <a:pt x="42" y="366"/>
                  <a:pt x="42" y="366"/>
                  <a:pt x="42" y="366"/>
                </a:cubicBezTo>
                <a:cubicBezTo>
                  <a:pt x="38" y="368"/>
                  <a:pt x="38" y="368"/>
                  <a:pt x="38" y="368"/>
                </a:cubicBezTo>
                <a:cubicBezTo>
                  <a:pt x="37" y="369"/>
                  <a:pt x="37" y="369"/>
                  <a:pt x="37" y="369"/>
                </a:cubicBezTo>
                <a:cubicBezTo>
                  <a:pt x="37" y="372"/>
                  <a:pt x="37" y="372"/>
                  <a:pt x="37" y="372"/>
                </a:cubicBezTo>
                <a:cubicBezTo>
                  <a:pt x="40" y="372"/>
                  <a:pt x="40" y="372"/>
                  <a:pt x="40" y="372"/>
                </a:cubicBezTo>
                <a:cubicBezTo>
                  <a:pt x="41" y="370"/>
                  <a:pt x="41" y="370"/>
                  <a:pt x="41" y="370"/>
                </a:cubicBezTo>
                <a:cubicBezTo>
                  <a:pt x="42" y="369"/>
                  <a:pt x="42" y="369"/>
                  <a:pt x="42" y="369"/>
                </a:cubicBezTo>
                <a:cubicBezTo>
                  <a:pt x="46" y="371"/>
                  <a:pt x="46" y="371"/>
                  <a:pt x="46" y="371"/>
                </a:cubicBezTo>
                <a:cubicBezTo>
                  <a:pt x="49" y="375"/>
                  <a:pt x="49" y="375"/>
                  <a:pt x="49" y="375"/>
                </a:cubicBezTo>
                <a:cubicBezTo>
                  <a:pt x="50" y="373"/>
                  <a:pt x="50" y="373"/>
                  <a:pt x="50" y="373"/>
                </a:cubicBezTo>
                <a:cubicBezTo>
                  <a:pt x="51" y="373"/>
                  <a:pt x="51" y="373"/>
                  <a:pt x="51" y="373"/>
                </a:cubicBezTo>
                <a:cubicBezTo>
                  <a:pt x="52" y="372"/>
                  <a:pt x="52" y="372"/>
                  <a:pt x="52" y="372"/>
                </a:cubicBezTo>
                <a:cubicBezTo>
                  <a:pt x="51" y="370"/>
                  <a:pt x="51" y="370"/>
                  <a:pt x="51" y="370"/>
                </a:cubicBezTo>
                <a:cubicBezTo>
                  <a:pt x="52" y="367"/>
                  <a:pt x="52" y="367"/>
                  <a:pt x="52" y="367"/>
                </a:cubicBezTo>
                <a:cubicBezTo>
                  <a:pt x="53" y="369"/>
                  <a:pt x="53" y="369"/>
                  <a:pt x="53" y="369"/>
                </a:cubicBezTo>
                <a:cubicBezTo>
                  <a:pt x="54" y="367"/>
                  <a:pt x="54" y="367"/>
                  <a:pt x="54" y="367"/>
                </a:cubicBezTo>
                <a:cubicBezTo>
                  <a:pt x="57" y="366"/>
                  <a:pt x="57" y="366"/>
                  <a:pt x="57" y="366"/>
                </a:cubicBezTo>
                <a:cubicBezTo>
                  <a:pt x="58" y="366"/>
                  <a:pt x="58" y="366"/>
                  <a:pt x="58" y="366"/>
                </a:cubicBezTo>
                <a:cubicBezTo>
                  <a:pt x="59" y="363"/>
                  <a:pt x="59" y="363"/>
                  <a:pt x="59" y="363"/>
                </a:cubicBezTo>
                <a:cubicBezTo>
                  <a:pt x="60" y="362"/>
                  <a:pt x="60" y="362"/>
                  <a:pt x="60" y="362"/>
                </a:cubicBezTo>
                <a:cubicBezTo>
                  <a:pt x="61" y="363"/>
                  <a:pt x="61" y="363"/>
                  <a:pt x="61" y="363"/>
                </a:cubicBezTo>
                <a:cubicBezTo>
                  <a:pt x="65" y="363"/>
                  <a:pt x="65" y="363"/>
                  <a:pt x="65" y="363"/>
                </a:cubicBezTo>
                <a:cubicBezTo>
                  <a:pt x="67" y="362"/>
                  <a:pt x="67" y="362"/>
                  <a:pt x="67" y="362"/>
                </a:cubicBezTo>
                <a:cubicBezTo>
                  <a:pt x="70" y="362"/>
                  <a:pt x="70" y="362"/>
                  <a:pt x="70" y="362"/>
                </a:cubicBezTo>
                <a:cubicBezTo>
                  <a:pt x="71" y="363"/>
                  <a:pt x="71" y="363"/>
                  <a:pt x="71" y="363"/>
                </a:cubicBezTo>
                <a:cubicBezTo>
                  <a:pt x="72" y="362"/>
                  <a:pt x="72" y="362"/>
                  <a:pt x="72" y="362"/>
                </a:cubicBezTo>
                <a:cubicBezTo>
                  <a:pt x="70" y="361"/>
                  <a:pt x="70" y="361"/>
                  <a:pt x="70" y="361"/>
                </a:cubicBezTo>
                <a:cubicBezTo>
                  <a:pt x="71" y="361"/>
                  <a:pt x="71" y="361"/>
                  <a:pt x="71" y="361"/>
                </a:cubicBezTo>
                <a:cubicBezTo>
                  <a:pt x="71" y="359"/>
                  <a:pt x="71" y="359"/>
                  <a:pt x="71" y="359"/>
                </a:cubicBezTo>
                <a:cubicBezTo>
                  <a:pt x="72" y="359"/>
                  <a:pt x="72" y="359"/>
                  <a:pt x="72" y="359"/>
                </a:cubicBezTo>
                <a:cubicBezTo>
                  <a:pt x="72" y="360"/>
                  <a:pt x="72" y="360"/>
                  <a:pt x="72" y="360"/>
                </a:cubicBezTo>
                <a:cubicBezTo>
                  <a:pt x="72" y="362"/>
                  <a:pt x="72" y="362"/>
                  <a:pt x="72" y="362"/>
                </a:cubicBezTo>
                <a:cubicBezTo>
                  <a:pt x="74" y="362"/>
                  <a:pt x="74" y="362"/>
                  <a:pt x="74" y="362"/>
                </a:cubicBezTo>
                <a:cubicBezTo>
                  <a:pt x="74" y="363"/>
                  <a:pt x="74" y="363"/>
                  <a:pt x="74" y="363"/>
                </a:cubicBezTo>
                <a:cubicBezTo>
                  <a:pt x="75" y="364"/>
                  <a:pt x="75" y="364"/>
                  <a:pt x="75" y="364"/>
                </a:cubicBezTo>
                <a:cubicBezTo>
                  <a:pt x="77" y="364"/>
                  <a:pt x="77" y="364"/>
                  <a:pt x="77" y="364"/>
                </a:cubicBezTo>
                <a:cubicBezTo>
                  <a:pt x="81" y="367"/>
                  <a:pt x="81" y="367"/>
                  <a:pt x="81" y="367"/>
                </a:cubicBezTo>
                <a:cubicBezTo>
                  <a:pt x="84" y="367"/>
                  <a:pt x="84" y="367"/>
                  <a:pt x="84" y="367"/>
                </a:cubicBezTo>
                <a:cubicBezTo>
                  <a:pt x="84" y="364"/>
                  <a:pt x="84" y="364"/>
                  <a:pt x="84" y="364"/>
                </a:cubicBezTo>
                <a:cubicBezTo>
                  <a:pt x="86" y="363"/>
                  <a:pt x="86" y="363"/>
                  <a:pt x="86" y="363"/>
                </a:cubicBezTo>
                <a:cubicBezTo>
                  <a:pt x="88" y="361"/>
                  <a:pt x="88" y="361"/>
                  <a:pt x="88" y="361"/>
                </a:cubicBezTo>
                <a:cubicBezTo>
                  <a:pt x="86" y="360"/>
                  <a:pt x="86" y="360"/>
                  <a:pt x="86" y="360"/>
                </a:cubicBezTo>
                <a:cubicBezTo>
                  <a:pt x="88" y="359"/>
                  <a:pt x="88" y="359"/>
                  <a:pt x="88" y="359"/>
                </a:cubicBezTo>
                <a:cubicBezTo>
                  <a:pt x="88" y="356"/>
                  <a:pt x="88" y="356"/>
                  <a:pt x="88" y="356"/>
                </a:cubicBezTo>
                <a:cubicBezTo>
                  <a:pt x="89" y="354"/>
                  <a:pt x="89" y="354"/>
                  <a:pt x="89" y="354"/>
                </a:cubicBezTo>
                <a:cubicBezTo>
                  <a:pt x="88" y="352"/>
                  <a:pt x="88" y="352"/>
                  <a:pt x="88" y="352"/>
                </a:cubicBezTo>
                <a:cubicBezTo>
                  <a:pt x="90" y="353"/>
                  <a:pt x="90" y="353"/>
                  <a:pt x="90" y="353"/>
                </a:cubicBezTo>
                <a:cubicBezTo>
                  <a:pt x="92" y="353"/>
                  <a:pt x="92" y="353"/>
                  <a:pt x="92" y="353"/>
                </a:cubicBezTo>
                <a:cubicBezTo>
                  <a:pt x="93" y="352"/>
                  <a:pt x="93" y="352"/>
                  <a:pt x="93" y="352"/>
                </a:cubicBezTo>
                <a:cubicBezTo>
                  <a:pt x="96" y="351"/>
                  <a:pt x="96" y="351"/>
                  <a:pt x="96" y="351"/>
                </a:cubicBezTo>
                <a:cubicBezTo>
                  <a:pt x="97" y="350"/>
                  <a:pt x="97" y="350"/>
                  <a:pt x="97" y="350"/>
                </a:cubicBezTo>
                <a:cubicBezTo>
                  <a:pt x="99" y="351"/>
                  <a:pt x="99" y="351"/>
                  <a:pt x="99" y="351"/>
                </a:cubicBezTo>
                <a:cubicBezTo>
                  <a:pt x="102" y="350"/>
                  <a:pt x="102" y="350"/>
                  <a:pt x="102" y="350"/>
                </a:cubicBezTo>
                <a:cubicBezTo>
                  <a:pt x="105" y="351"/>
                  <a:pt x="108" y="352"/>
                  <a:pt x="110" y="354"/>
                </a:cubicBezTo>
                <a:cubicBezTo>
                  <a:pt x="111" y="357"/>
                  <a:pt x="111" y="357"/>
                  <a:pt x="111" y="357"/>
                </a:cubicBezTo>
                <a:cubicBezTo>
                  <a:pt x="112" y="356"/>
                  <a:pt x="112" y="356"/>
                  <a:pt x="112" y="356"/>
                </a:cubicBezTo>
                <a:cubicBezTo>
                  <a:pt x="111" y="355"/>
                  <a:pt x="111" y="355"/>
                  <a:pt x="111" y="355"/>
                </a:cubicBezTo>
                <a:cubicBezTo>
                  <a:pt x="111" y="353"/>
                  <a:pt x="111" y="353"/>
                  <a:pt x="111" y="353"/>
                </a:cubicBezTo>
                <a:cubicBezTo>
                  <a:pt x="114" y="353"/>
                  <a:pt x="117" y="353"/>
                  <a:pt x="119" y="354"/>
                </a:cubicBezTo>
                <a:cubicBezTo>
                  <a:pt x="122" y="354"/>
                  <a:pt x="122" y="354"/>
                  <a:pt x="122" y="354"/>
                </a:cubicBezTo>
                <a:cubicBezTo>
                  <a:pt x="123" y="353"/>
                  <a:pt x="123" y="353"/>
                  <a:pt x="123" y="353"/>
                </a:cubicBezTo>
                <a:cubicBezTo>
                  <a:pt x="121" y="351"/>
                  <a:pt x="121" y="351"/>
                  <a:pt x="121" y="351"/>
                </a:cubicBezTo>
                <a:cubicBezTo>
                  <a:pt x="120" y="350"/>
                  <a:pt x="120" y="350"/>
                  <a:pt x="120" y="350"/>
                </a:cubicBezTo>
                <a:cubicBezTo>
                  <a:pt x="122" y="350"/>
                  <a:pt x="122" y="350"/>
                  <a:pt x="122" y="350"/>
                </a:cubicBezTo>
                <a:cubicBezTo>
                  <a:pt x="123" y="351"/>
                  <a:pt x="123" y="351"/>
                  <a:pt x="123" y="351"/>
                </a:cubicBezTo>
                <a:cubicBezTo>
                  <a:pt x="125" y="350"/>
                  <a:pt x="125" y="350"/>
                  <a:pt x="125" y="350"/>
                </a:cubicBezTo>
                <a:cubicBezTo>
                  <a:pt x="126" y="350"/>
                  <a:pt x="126" y="350"/>
                  <a:pt x="126" y="350"/>
                </a:cubicBezTo>
                <a:cubicBezTo>
                  <a:pt x="129" y="349"/>
                  <a:pt x="129" y="349"/>
                  <a:pt x="129" y="349"/>
                </a:cubicBezTo>
                <a:cubicBezTo>
                  <a:pt x="131" y="350"/>
                  <a:pt x="131" y="350"/>
                  <a:pt x="131" y="350"/>
                </a:cubicBezTo>
                <a:cubicBezTo>
                  <a:pt x="132" y="348"/>
                  <a:pt x="132" y="348"/>
                  <a:pt x="132" y="348"/>
                </a:cubicBezTo>
                <a:cubicBezTo>
                  <a:pt x="133" y="348"/>
                  <a:pt x="135" y="348"/>
                  <a:pt x="136" y="347"/>
                </a:cubicBezTo>
                <a:cubicBezTo>
                  <a:pt x="136" y="346"/>
                  <a:pt x="136" y="346"/>
                  <a:pt x="136" y="346"/>
                </a:cubicBezTo>
                <a:cubicBezTo>
                  <a:pt x="134" y="344"/>
                  <a:pt x="134" y="344"/>
                  <a:pt x="134" y="344"/>
                </a:cubicBezTo>
                <a:cubicBezTo>
                  <a:pt x="136" y="345"/>
                  <a:pt x="138" y="346"/>
                  <a:pt x="140" y="348"/>
                </a:cubicBezTo>
                <a:cubicBezTo>
                  <a:pt x="141" y="346"/>
                  <a:pt x="141" y="346"/>
                  <a:pt x="141" y="346"/>
                </a:cubicBezTo>
                <a:cubicBezTo>
                  <a:pt x="140" y="346"/>
                  <a:pt x="140" y="346"/>
                  <a:pt x="140" y="346"/>
                </a:cubicBezTo>
                <a:cubicBezTo>
                  <a:pt x="142" y="345"/>
                  <a:pt x="142" y="345"/>
                  <a:pt x="142" y="345"/>
                </a:cubicBezTo>
                <a:cubicBezTo>
                  <a:pt x="141" y="347"/>
                  <a:pt x="141" y="347"/>
                  <a:pt x="141" y="347"/>
                </a:cubicBezTo>
                <a:cubicBezTo>
                  <a:pt x="142" y="347"/>
                  <a:pt x="142" y="347"/>
                  <a:pt x="142" y="347"/>
                </a:cubicBezTo>
                <a:cubicBezTo>
                  <a:pt x="143" y="345"/>
                  <a:pt x="143" y="345"/>
                  <a:pt x="143" y="345"/>
                </a:cubicBezTo>
                <a:cubicBezTo>
                  <a:pt x="145" y="346"/>
                  <a:pt x="145" y="346"/>
                  <a:pt x="145" y="346"/>
                </a:cubicBezTo>
                <a:cubicBezTo>
                  <a:pt x="147" y="347"/>
                  <a:pt x="147" y="347"/>
                  <a:pt x="147" y="347"/>
                </a:cubicBezTo>
                <a:cubicBezTo>
                  <a:pt x="146" y="348"/>
                  <a:pt x="146" y="348"/>
                  <a:pt x="146" y="348"/>
                </a:cubicBezTo>
                <a:cubicBezTo>
                  <a:pt x="148" y="349"/>
                  <a:pt x="148" y="349"/>
                  <a:pt x="148" y="349"/>
                </a:cubicBezTo>
                <a:cubicBezTo>
                  <a:pt x="152" y="347"/>
                  <a:pt x="156" y="346"/>
                  <a:pt x="160" y="345"/>
                </a:cubicBezTo>
                <a:cubicBezTo>
                  <a:pt x="164" y="346"/>
                  <a:pt x="168" y="347"/>
                  <a:pt x="172" y="348"/>
                </a:cubicBezTo>
                <a:cubicBezTo>
                  <a:pt x="174" y="345"/>
                  <a:pt x="174" y="345"/>
                  <a:pt x="174" y="345"/>
                </a:cubicBezTo>
                <a:cubicBezTo>
                  <a:pt x="180" y="344"/>
                  <a:pt x="180" y="344"/>
                  <a:pt x="180" y="344"/>
                </a:cubicBezTo>
                <a:cubicBezTo>
                  <a:pt x="183" y="341"/>
                  <a:pt x="183" y="341"/>
                  <a:pt x="183" y="341"/>
                </a:cubicBezTo>
                <a:cubicBezTo>
                  <a:pt x="184" y="341"/>
                  <a:pt x="184" y="341"/>
                  <a:pt x="184" y="341"/>
                </a:cubicBezTo>
                <a:cubicBezTo>
                  <a:pt x="187" y="342"/>
                  <a:pt x="187" y="342"/>
                  <a:pt x="187" y="342"/>
                </a:cubicBezTo>
                <a:cubicBezTo>
                  <a:pt x="188" y="341"/>
                  <a:pt x="188" y="341"/>
                  <a:pt x="188" y="341"/>
                </a:cubicBezTo>
                <a:cubicBezTo>
                  <a:pt x="187" y="339"/>
                  <a:pt x="187" y="339"/>
                  <a:pt x="187" y="339"/>
                </a:cubicBezTo>
                <a:cubicBezTo>
                  <a:pt x="189" y="337"/>
                  <a:pt x="189" y="337"/>
                  <a:pt x="189" y="337"/>
                </a:cubicBezTo>
                <a:cubicBezTo>
                  <a:pt x="190" y="336"/>
                  <a:pt x="190" y="336"/>
                  <a:pt x="190" y="336"/>
                </a:cubicBezTo>
                <a:cubicBezTo>
                  <a:pt x="192" y="336"/>
                  <a:pt x="192" y="336"/>
                  <a:pt x="192" y="336"/>
                </a:cubicBezTo>
                <a:cubicBezTo>
                  <a:pt x="196" y="334"/>
                  <a:pt x="196" y="334"/>
                  <a:pt x="196" y="334"/>
                </a:cubicBezTo>
                <a:cubicBezTo>
                  <a:pt x="197" y="330"/>
                  <a:pt x="197" y="330"/>
                  <a:pt x="197" y="330"/>
                </a:cubicBezTo>
                <a:cubicBezTo>
                  <a:pt x="196" y="328"/>
                  <a:pt x="196" y="328"/>
                  <a:pt x="196" y="328"/>
                </a:cubicBezTo>
                <a:cubicBezTo>
                  <a:pt x="197" y="325"/>
                  <a:pt x="197" y="325"/>
                  <a:pt x="197" y="325"/>
                </a:cubicBezTo>
                <a:cubicBezTo>
                  <a:pt x="197" y="325"/>
                  <a:pt x="197" y="325"/>
                  <a:pt x="197" y="325"/>
                </a:cubicBezTo>
                <a:cubicBezTo>
                  <a:pt x="193" y="325"/>
                  <a:pt x="190" y="326"/>
                  <a:pt x="187" y="327"/>
                </a:cubicBezTo>
                <a:cubicBezTo>
                  <a:pt x="182" y="326"/>
                  <a:pt x="182" y="326"/>
                  <a:pt x="182" y="326"/>
                </a:cubicBezTo>
                <a:cubicBezTo>
                  <a:pt x="181" y="325"/>
                  <a:pt x="181" y="325"/>
                  <a:pt x="181" y="325"/>
                </a:cubicBezTo>
                <a:cubicBezTo>
                  <a:pt x="181" y="326"/>
                  <a:pt x="181" y="326"/>
                  <a:pt x="181" y="326"/>
                </a:cubicBezTo>
                <a:cubicBezTo>
                  <a:pt x="178" y="326"/>
                  <a:pt x="178" y="326"/>
                  <a:pt x="178" y="326"/>
                </a:cubicBezTo>
                <a:cubicBezTo>
                  <a:pt x="177" y="325"/>
                  <a:pt x="177" y="325"/>
                  <a:pt x="177" y="325"/>
                </a:cubicBezTo>
                <a:cubicBezTo>
                  <a:pt x="179" y="324"/>
                  <a:pt x="179" y="324"/>
                  <a:pt x="179" y="324"/>
                </a:cubicBezTo>
                <a:cubicBezTo>
                  <a:pt x="181" y="324"/>
                  <a:pt x="181" y="324"/>
                  <a:pt x="181" y="324"/>
                </a:cubicBezTo>
                <a:cubicBezTo>
                  <a:pt x="180" y="323"/>
                  <a:pt x="180" y="323"/>
                  <a:pt x="180" y="323"/>
                </a:cubicBezTo>
                <a:cubicBezTo>
                  <a:pt x="177" y="322"/>
                  <a:pt x="177" y="322"/>
                  <a:pt x="177" y="322"/>
                </a:cubicBezTo>
                <a:cubicBezTo>
                  <a:pt x="175" y="323"/>
                  <a:pt x="175" y="323"/>
                  <a:pt x="175" y="323"/>
                </a:cubicBezTo>
                <a:cubicBezTo>
                  <a:pt x="175" y="322"/>
                  <a:pt x="175" y="322"/>
                  <a:pt x="175" y="322"/>
                </a:cubicBezTo>
                <a:cubicBezTo>
                  <a:pt x="180" y="321"/>
                  <a:pt x="180" y="321"/>
                  <a:pt x="180" y="321"/>
                </a:cubicBezTo>
                <a:cubicBezTo>
                  <a:pt x="182" y="321"/>
                  <a:pt x="182" y="321"/>
                  <a:pt x="182" y="321"/>
                </a:cubicBezTo>
                <a:cubicBezTo>
                  <a:pt x="184" y="320"/>
                  <a:pt x="184" y="320"/>
                  <a:pt x="184" y="320"/>
                </a:cubicBezTo>
                <a:cubicBezTo>
                  <a:pt x="186" y="318"/>
                  <a:pt x="186" y="318"/>
                  <a:pt x="186" y="318"/>
                </a:cubicBezTo>
                <a:cubicBezTo>
                  <a:pt x="185" y="313"/>
                  <a:pt x="185" y="313"/>
                  <a:pt x="185" y="313"/>
                </a:cubicBezTo>
                <a:cubicBezTo>
                  <a:pt x="184" y="314"/>
                  <a:pt x="183" y="315"/>
                  <a:pt x="181" y="315"/>
                </a:cubicBezTo>
                <a:cubicBezTo>
                  <a:pt x="180" y="315"/>
                  <a:pt x="180" y="315"/>
                  <a:pt x="180" y="315"/>
                </a:cubicBezTo>
                <a:cubicBezTo>
                  <a:pt x="184" y="313"/>
                  <a:pt x="184" y="313"/>
                  <a:pt x="184" y="313"/>
                </a:cubicBezTo>
                <a:cubicBezTo>
                  <a:pt x="184" y="312"/>
                  <a:pt x="184" y="312"/>
                  <a:pt x="184" y="312"/>
                </a:cubicBezTo>
                <a:cubicBezTo>
                  <a:pt x="186" y="311"/>
                  <a:pt x="186" y="311"/>
                  <a:pt x="186" y="311"/>
                </a:cubicBezTo>
                <a:cubicBezTo>
                  <a:pt x="187" y="312"/>
                  <a:pt x="187" y="312"/>
                  <a:pt x="187" y="312"/>
                </a:cubicBezTo>
                <a:cubicBezTo>
                  <a:pt x="190" y="312"/>
                  <a:pt x="190" y="312"/>
                  <a:pt x="190" y="312"/>
                </a:cubicBezTo>
                <a:cubicBezTo>
                  <a:pt x="193" y="310"/>
                  <a:pt x="193" y="310"/>
                  <a:pt x="193" y="310"/>
                </a:cubicBezTo>
                <a:cubicBezTo>
                  <a:pt x="191" y="309"/>
                  <a:pt x="191" y="309"/>
                  <a:pt x="191" y="309"/>
                </a:cubicBezTo>
                <a:cubicBezTo>
                  <a:pt x="192" y="307"/>
                  <a:pt x="192" y="307"/>
                  <a:pt x="192" y="307"/>
                </a:cubicBezTo>
                <a:cubicBezTo>
                  <a:pt x="192" y="306"/>
                  <a:pt x="192" y="306"/>
                  <a:pt x="192" y="306"/>
                </a:cubicBezTo>
                <a:cubicBezTo>
                  <a:pt x="188" y="306"/>
                  <a:pt x="188" y="306"/>
                  <a:pt x="188" y="306"/>
                </a:cubicBezTo>
                <a:cubicBezTo>
                  <a:pt x="190" y="306"/>
                  <a:pt x="190" y="306"/>
                  <a:pt x="190" y="306"/>
                </a:cubicBezTo>
                <a:cubicBezTo>
                  <a:pt x="192" y="306"/>
                  <a:pt x="192" y="306"/>
                  <a:pt x="192" y="306"/>
                </a:cubicBezTo>
                <a:cubicBezTo>
                  <a:pt x="190" y="304"/>
                  <a:pt x="190" y="304"/>
                  <a:pt x="190" y="304"/>
                </a:cubicBezTo>
                <a:cubicBezTo>
                  <a:pt x="192" y="304"/>
                  <a:pt x="193" y="305"/>
                  <a:pt x="194" y="306"/>
                </a:cubicBezTo>
                <a:cubicBezTo>
                  <a:pt x="195" y="305"/>
                  <a:pt x="196" y="304"/>
                  <a:pt x="196" y="302"/>
                </a:cubicBezTo>
                <a:cubicBezTo>
                  <a:pt x="199" y="301"/>
                  <a:pt x="199" y="301"/>
                  <a:pt x="199" y="301"/>
                </a:cubicBezTo>
                <a:cubicBezTo>
                  <a:pt x="199" y="299"/>
                  <a:pt x="200" y="297"/>
                  <a:pt x="199" y="295"/>
                </a:cubicBezTo>
                <a:cubicBezTo>
                  <a:pt x="201" y="293"/>
                  <a:pt x="200" y="297"/>
                  <a:pt x="199" y="295"/>
                </a:cubicBezTo>
                <a:close/>
                <a:moveTo>
                  <a:pt x="137" y="348"/>
                </a:moveTo>
                <a:cubicBezTo>
                  <a:pt x="135" y="350"/>
                  <a:pt x="135" y="350"/>
                  <a:pt x="135" y="350"/>
                </a:cubicBezTo>
                <a:cubicBezTo>
                  <a:pt x="134" y="349"/>
                  <a:pt x="134" y="349"/>
                  <a:pt x="134" y="349"/>
                </a:cubicBezTo>
                <a:cubicBezTo>
                  <a:pt x="132" y="350"/>
                  <a:pt x="132" y="350"/>
                  <a:pt x="132" y="350"/>
                </a:cubicBezTo>
                <a:cubicBezTo>
                  <a:pt x="131" y="352"/>
                  <a:pt x="131" y="352"/>
                  <a:pt x="131" y="352"/>
                </a:cubicBezTo>
                <a:cubicBezTo>
                  <a:pt x="132" y="351"/>
                  <a:pt x="132" y="351"/>
                  <a:pt x="132" y="351"/>
                </a:cubicBezTo>
                <a:cubicBezTo>
                  <a:pt x="137" y="354"/>
                  <a:pt x="137" y="354"/>
                  <a:pt x="137" y="354"/>
                </a:cubicBezTo>
                <a:cubicBezTo>
                  <a:pt x="138" y="354"/>
                  <a:pt x="138" y="354"/>
                  <a:pt x="138" y="354"/>
                </a:cubicBezTo>
                <a:cubicBezTo>
                  <a:pt x="140" y="354"/>
                  <a:pt x="140" y="354"/>
                  <a:pt x="140" y="354"/>
                </a:cubicBezTo>
                <a:cubicBezTo>
                  <a:pt x="140" y="352"/>
                  <a:pt x="140" y="352"/>
                  <a:pt x="140" y="352"/>
                </a:cubicBezTo>
                <a:cubicBezTo>
                  <a:pt x="142" y="351"/>
                  <a:pt x="142" y="351"/>
                  <a:pt x="142" y="351"/>
                </a:cubicBezTo>
                <a:cubicBezTo>
                  <a:pt x="141" y="349"/>
                  <a:pt x="141" y="349"/>
                  <a:pt x="141" y="349"/>
                </a:cubicBezTo>
                <a:lnTo>
                  <a:pt x="137" y="348"/>
                </a:lnTo>
                <a:close/>
                <a:moveTo>
                  <a:pt x="65" y="265"/>
                </a:moveTo>
                <a:cubicBezTo>
                  <a:pt x="66" y="264"/>
                  <a:pt x="66" y="264"/>
                  <a:pt x="66" y="264"/>
                </a:cubicBezTo>
                <a:cubicBezTo>
                  <a:pt x="64" y="262"/>
                  <a:pt x="64" y="262"/>
                  <a:pt x="64" y="262"/>
                </a:cubicBezTo>
                <a:cubicBezTo>
                  <a:pt x="64" y="262"/>
                  <a:pt x="64" y="262"/>
                  <a:pt x="64" y="262"/>
                </a:cubicBezTo>
                <a:cubicBezTo>
                  <a:pt x="63" y="263"/>
                  <a:pt x="63" y="263"/>
                  <a:pt x="63" y="263"/>
                </a:cubicBezTo>
                <a:cubicBezTo>
                  <a:pt x="64" y="264"/>
                  <a:pt x="64" y="264"/>
                  <a:pt x="64" y="264"/>
                </a:cubicBezTo>
                <a:lnTo>
                  <a:pt x="65" y="265"/>
                </a:lnTo>
                <a:close/>
                <a:moveTo>
                  <a:pt x="98" y="77"/>
                </a:moveTo>
                <a:cubicBezTo>
                  <a:pt x="100" y="80"/>
                  <a:pt x="100" y="80"/>
                  <a:pt x="100" y="80"/>
                </a:cubicBezTo>
                <a:cubicBezTo>
                  <a:pt x="100" y="79"/>
                  <a:pt x="100" y="78"/>
                  <a:pt x="101" y="77"/>
                </a:cubicBezTo>
                <a:cubicBezTo>
                  <a:pt x="100" y="76"/>
                  <a:pt x="100" y="76"/>
                  <a:pt x="100" y="76"/>
                </a:cubicBezTo>
                <a:lnTo>
                  <a:pt x="98" y="77"/>
                </a:lnTo>
                <a:close/>
                <a:moveTo>
                  <a:pt x="105" y="66"/>
                </a:moveTo>
                <a:cubicBezTo>
                  <a:pt x="106" y="69"/>
                  <a:pt x="106" y="69"/>
                  <a:pt x="106" y="69"/>
                </a:cubicBezTo>
                <a:cubicBezTo>
                  <a:pt x="108" y="68"/>
                  <a:pt x="108" y="68"/>
                  <a:pt x="108" y="68"/>
                </a:cubicBezTo>
                <a:cubicBezTo>
                  <a:pt x="106" y="66"/>
                  <a:pt x="106" y="66"/>
                  <a:pt x="106" y="66"/>
                </a:cubicBezTo>
                <a:lnTo>
                  <a:pt x="105" y="66"/>
                </a:lnTo>
                <a:close/>
                <a:moveTo>
                  <a:pt x="99" y="66"/>
                </a:moveTo>
                <a:cubicBezTo>
                  <a:pt x="100" y="65"/>
                  <a:pt x="100" y="65"/>
                  <a:pt x="100" y="65"/>
                </a:cubicBezTo>
                <a:cubicBezTo>
                  <a:pt x="98" y="65"/>
                  <a:pt x="98" y="65"/>
                  <a:pt x="98" y="65"/>
                </a:cubicBezTo>
                <a:cubicBezTo>
                  <a:pt x="97" y="65"/>
                  <a:pt x="97" y="65"/>
                  <a:pt x="97" y="65"/>
                </a:cubicBezTo>
                <a:cubicBezTo>
                  <a:pt x="97" y="66"/>
                  <a:pt x="97" y="66"/>
                  <a:pt x="97" y="66"/>
                </a:cubicBezTo>
                <a:cubicBezTo>
                  <a:pt x="97" y="66"/>
                  <a:pt x="97" y="66"/>
                  <a:pt x="97" y="66"/>
                </a:cubicBezTo>
                <a:lnTo>
                  <a:pt x="99" y="66"/>
                </a:lnTo>
                <a:close/>
                <a:moveTo>
                  <a:pt x="104" y="66"/>
                </a:moveTo>
                <a:cubicBezTo>
                  <a:pt x="103" y="64"/>
                  <a:pt x="103" y="64"/>
                  <a:pt x="103" y="64"/>
                </a:cubicBezTo>
                <a:cubicBezTo>
                  <a:pt x="104" y="63"/>
                  <a:pt x="104" y="63"/>
                  <a:pt x="104" y="63"/>
                </a:cubicBezTo>
                <a:cubicBezTo>
                  <a:pt x="103" y="63"/>
                  <a:pt x="103" y="63"/>
                  <a:pt x="103" y="63"/>
                </a:cubicBezTo>
                <a:cubicBezTo>
                  <a:pt x="103" y="64"/>
                  <a:pt x="103" y="64"/>
                  <a:pt x="103" y="64"/>
                </a:cubicBezTo>
                <a:cubicBezTo>
                  <a:pt x="102" y="64"/>
                  <a:pt x="102" y="64"/>
                  <a:pt x="102" y="64"/>
                </a:cubicBezTo>
                <a:cubicBezTo>
                  <a:pt x="103" y="66"/>
                  <a:pt x="103" y="66"/>
                  <a:pt x="103" y="66"/>
                </a:cubicBezTo>
                <a:lnTo>
                  <a:pt x="104" y="66"/>
                </a:lnTo>
                <a:close/>
                <a:moveTo>
                  <a:pt x="99" y="61"/>
                </a:moveTo>
                <a:cubicBezTo>
                  <a:pt x="101" y="62"/>
                  <a:pt x="101" y="62"/>
                  <a:pt x="101" y="62"/>
                </a:cubicBezTo>
                <a:cubicBezTo>
                  <a:pt x="101" y="61"/>
                  <a:pt x="101" y="61"/>
                  <a:pt x="101" y="61"/>
                </a:cubicBezTo>
                <a:cubicBezTo>
                  <a:pt x="99" y="60"/>
                  <a:pt x="99" y="60"/>
                  <a:pt x="99" y="60"/>
                </a:cubicBezTo>
                <a:cubicBezTo>
                  <a:pt x="100" y="59"/>
                  <a:pt x="100" y="59"/>
                  <a:pt x="100" y="59"/>
                </a:cubicBezTo>
                <a:cubicBezTo>
                  <a:pt x="97" y="60"/>
                  <a:pt x="97" y="60"/>
                  <a:pt x="97" y="60"/>
                </a:cubicBezTo>
                <a:cubicBezTo>
                  <a:pt x="99" y="62"/>
                  <a:pt x="99" y="62"/>
                  <a:pt x="99" y="62"/>
                </a:cubicBezTo>
                <a:lnTo>
                  <a:pt x="99" y="61"/>
                </a:lnTo>
                <a:close/>
                <a:moveTo>
                  <a:pt x="36" y="138"/>
                </a:moveTo>
                <a:cubicBezTo>
                  <a:pt x="35" y="136"/>
                  <a:pt x="35" y="136"/>
                  <a:pt x="35" y="136"/>
                </a:cubicBezTo>
                <a:cubicBezTo>
                  <a:pt x="34" y="135"/>
                  <a:pt x="34" y="135"/>
                  <a:pt x="34" y="135"/>
                </a:cubicBezTo>
                <a:cubicBezTo>
                  <a:pt x="34" y="135"/>
                  <a:pt x="34" y="135"/>
                  <a:pt x="34" y="135"/>
                </a:cubicBezTo>
                <a:cubicBezTo>
                  <a:pt x="32" y="137"/>
                  <a:pt x="32" y="137"/>
                  <a:pt x="32" y="137"/>
                </a:cubicBezTo>
                <a:cubicBezTo>
                  <a:pt x="35" y="139"/>
                  <a:pt x="35" y="139"/>
                  <a:pt x="35" y="139"/>
                </a:cubicBezTo>
                <a:lnTo>
                  <a:pt x="36" y="138"/>
                </a:lnTo>
                <a:close/>
                <a:moveTo>
                  <a:pt x="42" y="128"/>
                </a:moveTo>
                <a:cubicBezTo>
                  <a:pt x="43" y="127"/>
                  <a:pt x="43" y="127"/>
                  <a:pt x="43" y="127"/>
                </a:cubicBezTo>
                <a:cubicBezTo>
                  <a:pt x="42" y="126"/>
                  <a:pt x="42" y="126"/>
                  <a:pt x="42" y="126"/>
                </a:cubicBezTo>
                <a:cubicBezTo>
                  <a:pt x="41" y="127"/>
                  <a:pt x="41" y="127"/>
                  <a:pt x="41" y="127"/>
                </a:cubicBezTo>
                <a:lnTo>
                  <a:pt x="42" y="128"/>
                </a:lnTo>
                <a:close/>
                <a:moveTo>
                  <a:pt x="40" y="125"/>
                </a:moveTo>
                <a:cubicBezTo>
                  <a:pt x="40" y="126"/>
                  <a:pt x="40" y="126"/>
                  <a:pt x="40" y="126"/>
                </a:cubicBezTo>
                <a:cubicBezTo>
                  <a:pt x="41" y="126"/>
                  <a:pt x="41" y="126"/>
                  <a:pt x="41" y="126"/>
                </a:cubicBezTo>
                <a:cubicBezTo>
                  <a:pt x="41" y="123"/>
                  <a:pt x="41" y="123"/>
                  <a:pt x="41" y="123"/>
                </a:cubicBezTo>
                <a:cubicBezTo>
                  <a:pt x="42" y="121"/>
                  <a:pt x="42" y="121"/>
                  <a:pt x="42" y="121"/>
                </a:cubicBezTo>
                <a:cubicBezTo>
                  <a:pt x="41" y="121"/>
                  <a:pt x="41" y="121"/>
                  <a:pt x="41" y="121"/>
                </a:cubicBezTo>
                <a:cubicBezTo>
                  <a:pt x="41" y="122"/>
                  <a:pt x="41" y="122"/>
                  <a:pt x="41" y="122"/>
                </a:cubicBezTo>
                <a:cubicBezTo>
                  <a:pt x="40" y="122"/>
                  <a:pt x="40" y="122"/>
                  <a:pt x="40" y="122"/>
                </a:cubicBezTo>
                <a:lnTo>
                  <a:pt x="40" y="125"/>
                </a:lnTo>
                <a:close/>
                <a:moveTo>
                  <a:pt x="56" y="179"/>
                </a:moveTo>
                <a:cubicBezTo>
                  <a:pt x="58" y="181"/>
                  <a:pt x="58" y="181"/>
                  <a:pt x="58" y="181"/>
                </a:cubicBezTo>
                <a:cubicBezTo>
                  <a:pt x="58" y="179"/>
                  <a:pt x="58" y="177"/>
                  <a:pt x="57" y="176"/>
                </a:cubicBezTo>
                <a:cubicBezTo>
                  <a:pt x="56" y="174"/>
                  <a:pt x="56" y="174"/>
                  <a:pt x="56" y="174"/>
                </a:cubicBezTo>
                <a:cubicBezTo>
                  <a:pt x="55" y="175"/>
                  <a:pt x="55" y="175"/>
                  <a:pt x="55" y="175"/>
                </a:cubicBezTo>
                <a:cubicBezTo>
                  <a:pt x="55" y="176"/>
                  <a:pt x="55" y="176"/>
                  <a:pt x="55" y="176"/>
                </a:cubicBezTo>
                <a:cubicBezTo>
                  <a:pt x="56" y="177"/>
                  <a:pt x="56" y="177"/>
                  <a:pt x="56" y="177"/>
                </a:cubicBezTo>
                <a:lnTo>
                  <a:pt x="56" y="179"/>
                </a:lnTo>
                <a:close/>
                <a:moveTo>
                  <a:pt x="34" y="170"/>
                </a:moveTo>
                <a:cubicBezTo>
                  <a:pt x="36" y="169"/>
                  <a:pt x="36" y="169"/>
                  <a:pt x="36" y="169"/>
                </a:cubicBezTo>
                <a:cubicBezTo>
                  <a:pt x="37" y="167"/>
                  <a:pt x="37" y="167"/>
                  <a:pt x="37" y="167"/>
                </a:cubicBezTo>
                <a:cubicBezTo>
                  <a:pt x="36" y="167"/>
                  <a:pt x="36" y="167"/>
                  <a:pt x="36" y="167"/>
                </a:cubicBezTo>
                <a:cubicBezTo>
                  <a:pt x="35" y="168"/>
                  <a:pt x="35" y="168"/>
                  <a:pt x="35" y="168"/>
                </a:cubicBezTo>
                <a:lnTo>
                  <a:pt x="34" y="170"/>
                </a:lnTo>
                <a:close/>
                <a:moveTo>
                  <a:pt x="46" y="164"/>
                </a:moveTo>
                <a:cubicBezTo>
                  <a:pt x="47" y="165"/>
                  <a:pt x="47" y="165"/>
                  <a:pt x="47" y="165"/>
                </a:cubicBezTo>
                <a:cubicBezTo>
                  <a:pt x="47" y="162"/>
                  <a:pt x="47" y="162"/>
                  <a:pt x="47" y="162"/>
                </a:cubicBezTo>
                <a:cubicBezTo>
                  <a:pt x="46" y="163"/>
                  <a:pt x="46" y="163"/>
                  <a:pt x="46" y="163"/>
                </a:cubicBezTo>
                <a:lnTo>
                  <a:pt x="46" y="164"/>
                </a:lnTo>
                <a:close/>
                <a:moveTo>
                  <a:pt x="37" y="155"/>
                </a:moveTo>
                <a:cubicBezTo>
                  <a:pt x="36" y="154"/>
                  <a:pt x="36" y="154"/>
                  <a:pt x="36" y="154"/>
                </a:cubicBezTo>
                <a:cubicBezTo>
                  <a:pt x="35" y="154"/>
                  <a:pt x="35" y="154"/>
                  <a:pt x="35" y="154"/>
                </a:cubicBezTo>
                <a:cubicBezTo>
                  <a:pt x="35" y="155"/>
                  <a:pt x="35" y="155"/>
                  <a:pt x="35" y="155"/>
                </a:cubicBezTo>
                <a:lnTo>
                  <a:pt x="37" y="155"/>
                </a:lnTo>
                <a:close/>
                <a:moveTo>
                  <a:pt x="21" y="155"/>
                </a:moveTo>
                <a:cubicBezTo>
                  <a:pt x="22" y="155"/>
                  <a:pt x="22" y="155"/>
                  <a:pt x="22" y="155"/>
                </a:cubicBezTo>
                <a:cubicBezTo>
                  <a:pt x="23" y="154"/>
                  <a:pt x="23" y="154"/>
                  <a:pt x="23" y="154"/>
                </a:cubicBezTo>
                <a:cubicBezTo>
                  <a:pt x="25" y="153"/>
                  <a:pt x="25" y="153"/>
                  <a:pt x="25" y="153"/>
                </a:cubicBezTo>
                <a:cubicBezTo>
                  <a:pt x="25" y="152"/>
                  <a:pt x="25" y="152"/>
                  <a:pt x="25" y="152"/>
                </a:cubicBezTo>
                <a:cubicBezTo>
                  <a:pt x="20" y="153"/>
                  <a:pt x="20" y="153"/>
                  <a:pt x="20" y="153"/>
                </a:cubicBezTo>
                <a:lnTo>
                  <a:pt x="21" y="155"/>
                </a:lnTo>
                <a:close/>
                <a:moveTo>
                  <a:pt x="31" y="149"/>
                </a:moveTo>
                <a:cubicBezTo>
                  <a:pt x="31" y="147"/>
                  <a:pt x="31" y="147"/>
                  <a:pt x="31" y="147"/>
                </a:cubicBezTo>
                <a:cubicBezTo>
                  <a:pt x="30" y="147"/>
                  <a:pt x="30" y="147"/>
                  <a:pt x="30" y="147"/>
                </a:cubicBezTo>
                <a:cubicBezTo>
                  <a:pt x="29" y="148"/>
                  <a:pt x="29" y="148"/>
                  <a:pt x="29" y="148"/>
                </a:cubicBezTo>
                <a:cubicBezTo>
                  <a:pt x="27" y="150"/>
                  <a:pt x="27" y="150"/>
                  <a:pt x="27" y="150"/>
                </a:cubicBezTo>
                <a:cubicBezTo>
                  <a:pt x="26" y="151"/>
                  <a:pt x="26" y="151"/>
                  <a:pt x="26" y="151"/>
                </a:cubicBezTo>
                <a:cubicBezTo>
                  <a:pt x="28" y="151"/>
                  <a:pt x="28" y="151"/>
                  <a:pt x="28" y="151"/>
                </a:cubicBezTo>
                <a:cubicBezTo>
                  <a:pt x="29" y="150"/>
                  <a:pt x="29" y="150"/>
                  <a:pt x="29" y="150"/>
                </a:cubicBezTo>
                <a:lnTo>
                  <a:pt x="31" y="149"/>
                </a:lnTo>
                <a:close/>
                <a:moveTo>
                  <a:pt x="133" y="26"/>
                </a:moveTo>
                <a:cubicBezTo>
                  <a:pt x="133" y="25"/>
                  <a:pt x="133" y="25"/>
                  <a:pt x="133" y="25"/>
                </a:cubicBezTo>
                <a:cubicBezTo>
                  <a:pt x="133" y="27"/>
                  <a:pt x="133" y="27"/>
                  <a:pt x="133" y="27"/>
                </a:cubicBezTo>
                <a:cubicBezTo>
                  <a:pt x="133" y="27"/>
                  <a:pt x="133" y="27"/>
                  <a:pt x="133" y="27"/>
                </a:cubicBezTo>
                <a:lnTo>
                  <a:pt x="133" y="26"/>
                </a:lnTo>
                <a:close/>
                <a:moveTo>
                  <a:pt x="136" y="23"/>
                </a:moveTo>
                <a:cubicBezTo>
                  <a:pt x="137" y="25"/>
                  <a:pt x="137" y="25"/>
                  <a:pt x="137" y="25"/>
                </a:cubicBezTo>
                <a:cubicBezTo>
                  <a:pt x="138" y="25"/>
                  <a:pt x="138" y="25"/>
                  <a:pt x="138" y="25"/>
                </a:cubicBezTo>
                <a:cubicBezTo>
                  <a:pt x="138" y="23"/>
                  <a:pt x="138" y="23"/>
                  <a:pt x="138" y="23"/>
                </a:cubicBezTo>
                <a:cubicBezTo>
                  <a:pt x="138" y="23"/>
                  <a:pt x="138" y="23"/>
                  <a:pt x="138" y="23"/>
                </a:cubicBezTo>
                <a:lnTo>
                  <a:pt x="136" y="23"/>
                </a:lnTo>
                <a:close/>
                <a:moveTo>
                  <a:pt x="139" y="17"/>
                </a:moveTo>
                <a:cubicBezTo>
                  <a:pt x="140" y="16"/>
                  <a:pt x="140" y="16"/>
                  <a:pt x="140" y="16"/>
                </a:cubicBezTo>
                <a:cubicBezTo>
                  <a:pt x="139" y="16"/>
                  <a:pt x="139" y="16"/>
                  <a:pt x="139" y="16"/>
                </a:cubicBezTo>
                <a:cubicBezTo>
                  <a:pt x="138" y="17"/>
                  <a:pt x="138" y="17"/>
                  <a:pt x="138" y="17"/>
                </a:cubicBezTo>
                <a:lnTo>
                  <a:pt x="139" y="17"/>
                </a:lnTo>
                <a:close/>
                <a:moveTo>
                  <a:pt x="141" y="7"/>
                </a:moveTo>
                <a:cubicBezTo>
                  <a:pt x="139" y="7"/>
                  <a:pt x="139" y="7"/>
                  <a:pt x="139" y="7"/>
                </a:cubicBezTo>
                <a:cubicBezTo>
                  <a:pt x="140" y="9"/>
                  <a:pt x="140" y="9"/>
                  <a:pt x="140" y="9"/>
                </a:cubicBezTo>
                <a:cubicBezTo>
                  <a:pt x="141" y="9"/>
                  <a:pt x="141" y="9"/>
                  <a:pt x="141" y="9"/>
                </a:cubicBezTo>
                <a:cubicBezTo>
                  <a:pt x="142" y="9"/>
                  <a:pt x="142" y="9"/>
                  <a:pt x="142" y="9"/>
                </a:cubicBezTo>
                <a:cubicBezTo>
                  <a:pt x="143" y="8"/>
                  <a:pt x="143" y="8"/>
                  <a:pt x="143" y="8"/>
                </a:cubicBezTo>
                <a:cubicBezTo>
                  <a:pt x="142" y="8"/>
                  <a:pt x="142" y="8"/>
                  <a:pt x="142" y="8"/>
                </a:cubicBezTo>
                <a:lnTo>
                  <a:pt x="141" y="7"/>
                </a:lnTo>
                <a:close/>
                <a:moveTo>
                  <a:pt x="141" y="4"/>
                </a:moveTo>
                <a:cubicBezTo>
                  <a:pt x="142" y="3"/>
                  <a:pt x="142" y="3"/>
                  <a:pt x="142" y="3"/>
                </a:cubicBezTo>
                <a:cubicBezTo>
                  <a:pt x="142" y="2"/>
                  <a:pt x="142" y="2"/>
                  <a:pt x="142" y="2"/>
                </a:cubicBezTo>
                <a:cubicBezTo>
                  <a:pt x="142" y="0"/>
                  <a:pt x="142" y="0"/>
                  <a:pt x="142" y="0"/>
                </a:cubicBezTo>
                <a:cubicBezTo>
                  <a:pt x="141" y="0"/>
                  <a:pt x="141" y="0"/>
                  <a:pt x="141" y="0"/>
                </a:cubicBezTo>
                <a:cubicBezTo>
                  <a:pt x="141" y="2"/>
                  <a:pt x="141" y="2"/>
                  <a:pt x="141" y="2"/>
                </a:cubicBezTo>
                <a:cubicBezTo>
                  <a:pt x="140" y="0"/>
                  <a:pt x="140" y="0"/>
                  <a:pt x="140" y="0"/>
                </a:cubicBezTo>
                <a:cubicBezTo>
                  <a:pt x="139" y="2"/>
                  <a:pt x="139" y="4"/>
                  <a:pt x="139" y="5"/>
                </a:cubicBezTo>
                <a:cubicBezTo>
                  <a:pt x="141" y="5"/>
                  <a:pt x="141" y="5"/>
                  <a:pt x="141" y="5"/>
                </a:cubicBezTo>
                <a:lnTo>
                  <a:pt x="141" y="4"/>
                </a:lnTo>
                <a:close/>
                <a:moveTo>
                  <a:pt x="11" y="135"/>
                </a:moveTo>
                <a:cubicBezTo>
                  <a:pt x="11" y="136"/>
                  <a:pt x="11" y="136"/>
                  <a:pt x="11" y="136"/>
                </a:cubicBezTo>
                <a:cubicBezTo>
                  <a:pt x="10" y="137"/>
                  <a:pt x="10" y="137"/>
                  <a:pt x="10" y="137"/>
                </a:cubicBezTo>
                <a:cubicBezTo>
                  <a:pt x="12" y="138"/>
                  <a:pt x="12" y="138"/>
                  <a:pt x="12" y="138"/>
                </a:cubicBezTo>
                <a:cubicBezTo>
                  <a:pt x="14" y="136"/>
                  <a:pt x="14" y="136"/>
                  <a:pt x="14" y="136"/>
                </a:cubicBezTo>
                <a:cubicBezTo>
                  <a:pt x="13" y="135"/>
                  <a:pt x="13" y="135"/>
                  <a:pt x="13" y="135"/>
                </a:cubicBezTo>
                <a:lnTo>
                  <a:pt x="11" y="135"/>
                </a:lnTo>
                <a:close/>
                <a:moveTo>
                  <a:pt x="17" y="120"/>
                </a:moveTo>
                <a:cubicBezTo>
                  <a:pt x="15" y="119"/>
                  <a:pt x="15" y="119"/>
                  <a:pt x="15" y="119"/>
                </a:cubicBezTo>
                <a:cubicBezTo>
                  <a:pt x="14" y="121"/>
                  <a:pt x="14" y="121"/>
                  <a:pt x="14" y="121"/>
                </a:cubicBezTo>
                <a:cubicBezTo>
                  <a:pt x="17" y="122"/>
                  <a:pt x="17" y="122"/>
                  <a:pt x="17" y="122"/>
                </a:cubicBezTo>
                <a:cubicBezTo>
                  <a:pt x="18" y="122"/>
                  <a:pt x="18" y="122"/>
                  <a:pt x="18" y="122"/>
                </a:cubicBezTo>
                <a:cubicBezTo>
                  <a:pt x="17" y="121"/>
                  <a:pt x="17" y="121"/>
                  <a:pt x="17" y="121"/>
                </a:cubicBezTo>
                <a:cubicBezTo>
                  <a:pt x="18" y="121"/>
                  <a:pt x="18" y="121"/>
                  <a:pt x="18" y="121"/>
                </a:cubicBezTo>
                <a:lnTo>
                  <a:pt x="17" y="120"/>
                </a:lnTo>
                <a:close/>
                <a:moveTo>
                  <a:pt x="28" y="96"/>
                </a:moveTo>
                <a:cubicBezTo>
                  <a:pt x="27" y="94"/>
                  <a:pt x="27" y="94"/>
                  <a:pt x="27" y="94"/>
                </a:cubicBezTo>
                <a:cubicBezTo>
                  <a:pt x="26" y="94"/>
                  <a:pt x="26" y="94"/>
                  <a:pt x="26" y="94"/>
                </a:cubicBezTo>
                <a:cubicBezTo>
                  <a:pt x="26" y="95"/>
                  <a:pt x="26" y="95"/>
                  <a:pt x="26" y="95"/>
                </a:cubicBezTo>
                <a:lnTo>
                  <a:pt x="28" y="96"/>
                </a:lnTo>
                <a:close/>
                <a:moveTo>
                  <a:pt x="93" y="78"/>
                </a:moveTo>
                <a:cubicBezTo>
                  <a:pt x="96" y="78"/>
                  <a:pt x="96" y="78"/>
                  <a:pt x="96" y="78"/>
                </a:cubicBezTo>
                <a:cubicBezTo>
                  <a:pt x="96" y="78"/>
                  <a:pt x="96" y="78"/>
                  <a:pt x="96" y="78"/>
                </a:cubicBezTo>
                <a:cubicBezTo>
                  <a:pt x="94" y="78"/>
                  <a:pt x="94" y="78"/>
                  <a:pt x="94" y="78"/>
                </a:cubicBezTo>
                <a:cubicBezTo>
                  <a:pt x="96" y="77"/>
                  <a:pt x="96" y="77"/>
                  <a:pt x="96" y="77"/>
                </a:cubicBezTo>
                <a:cubicBezTo>
                  <a:pt x="94" y="74"/>
                  <a:pt x="94" y="74"/>
                  <a:pt x="94" y="74"/>
                </a:cubicBezTo>
                <a:cubicBezTo>
                  <a:pt x="92" y="73"/>
                  <a:pt x="92" y="73"/>
                  <a:pt x="92" y="73"/>
                </a:cubicBezTo>
                <a:cubicBezTo>
                  <a:pt x="91" y="74"/>
                  <a:pt x="91" y="74"/>
                  <a:pt x="91" y="74"/>
                </a:cubicBezTo>
                <a:cubicBezTo>
                  <a:pt x="91" y="75"/>
                  <a:pt x="91" y="75"/>
                  <a:pt x="91" y="75"/>
                </a:cubicBezTo>
                <a:cubicBezTo>
                  <a:pt x="93" y="77"/>
                  <a:pt x="93" y="77"/>
                  <a:pt x="93" y="77"/>
                </a:cubicBezTo>
                <a:lnTo>
                  <a:pt x="93" y="78"/>
                </a:lnTo>
                <a:close/>
                <a:moveTo>
                  <a:pt x="94" y="72"/>
                </a:moveTo>
                <a:cubicBezTo>
                  <a:pt x="94" y="71"/>
                  <a:pt x="94" y="71"/>
                  <a:pt x="94" y="71"/>
                </a:cubicBezTo>
                <a:cubicBezTo>
                  <a:pt x="95" y="70"/>
                  <a:pt x="95" y="70"/>
                  <a:pt x="95" y="70"/>
                </a:cubicBezTo>
                <a:cubicBezTo>
                  <a:pt x="95" y="71"/>
                  <a:pt x="95" y="71"/>
                  <a:pt x="95" y="71"/>
                </a:cubicBezTo>
                <a:cubicBezTo>
                  <a:pt x="94" y="72"/>
                  <a:pt x="94" y="72"/>
                  <a:pt x="94" y="72"/>
                </a:cubicBezTo>
                <a:cubicBezTo>
                  <a:pt x="95" y="74"/>
                  <a:pt x="95" y="74"/>
                  <a:pt x="95" y="74"/>
                </a:cubicBezTo>
                <a:cubicBezTo>
                  <a:pt x="97" y="74"/>
                  <a:pt x="97" y="74"/>
                  <a:pt x="97" y="74"/>
                </a:cubicBezTo>
                <a:cubicBezTo>
                  <a:pt x="97" y="73"/>
                  <a:pt x="97" y="73"/>
                  <a:pt x="97" y="73"/>
                </a:cubicBezTo>
                <a:cubicBezTo>
                  <a:pt x="99" y="72"/>
                  <a:pt x="99" y="72"/>
                  <a:pt x="99" y="72"/>
                </a:cubicBezTo>
                <a:cubicBezTo>
                  <a:pt x="100" y="74"/>
                  <a:pt x="100" y="74"/>
                  <a:pt x="100" y="74"/>
                </a:cubicBezTo>
                <a:cubicBezTo>
                  <a:pt x="102" y="75"/>
                  <a:pt x="102" y="75"/>
                  <a:pt x="102" y="75"/>
                </a:cubicBezTo>
                <a:cubicBezTo>
                  <a:pt x="104" y="73"/>
                  <a:pt x="104" y="73"/>
                  <a:pt x="104" y="73"/>
                </a:cubicBezTo>
                <a:cubicBezTo>
                  <a:pt x="104" y="72"/>
                  <a:pt x="104" y="72"/>
                  <a:pt x="104" y="72"/>
                </a:cubicBezTo>
                <a:cubicBezTo>
                  <a:pt x="102" y="73"/>
                  <a:pt x="102" y="73"/>
                  <a:pt x="102" y="73"/>
                </a:cubicBezTo>
                <a:cubicBezTo>
                  <a:pt x="103" y="71"/>
                  <a:pt x="103" y="71"/>
                  <a:pt x="103" y="71"/>
                </a:cubicBezTo>
                <a:cubicBezTo>
                  <a:pt x="101" y="72"/>
                  <a:pt x="101" y="72"/>
                  <a:pt x="101" y="72"/>
                </a:cubicBezTo>
                <a:cubicBezTo>
                  <a:pt x="100" y="71"/>
                  <a:pt x="100" y="71"/>
                  <a:pt x="100" y="71"/>
                </a:cubicBezTo>
                <a:cubicBezTo>
                  <a:pt x="98" y="70"/>
                  <a:pt x="98" y="70"/>
                  <a:pt x="98" y="70"/>
                </a:cubicBezTo>
                <a:cubicBezTo>
                  <a:pt x="98" y="71"/>
                  <a:pt x="98" y="71"/>
                  <a:pt x="98" y="71"/>
                </a:cubicBezTo>
                <a:cubicBezTo>
                  <a:pt x="96" y="71"/>
                  <a:pt x="96" y="71"/>
                  <a:pt x="96" y="71"/>
                </a:cubicBezTo>
                <a:cubicBezTo>
                  <a:pt x="99" y="69"/>
                  <a:pt x="99" y="69"/>
                  <a:pt x="99" y="69"/>
                </a:cubicBezTo>
                <a:cubicBezTo>
                  <a:pt x="97" y="68"/>
                  <a:pt x="97" y="68"/>
                  <a:pt x="97" y="68"/>
                </a:cubicBezTo>
                <a:cubicBezTo>
                  <a:pt x="97" y="67"/>
                  <a:pt x="97" y="67"/>
                  <a:pt x="97" y="67"/>
                </a:cubicBezTo>
                <a:cubicBezTo>
                  <a:pt x="96" y="66"/>
                  <a:pt x="95" y="66"/>
                  <a:pt x="94" y="66"/>
                </a:cubicBezTo>
                <a:cubicBezTo>
                  <a:pt x="93" y="67"/>
                  <a:pt x="93" y="67"/>
                  <a:pt x="93" y="67"/>
                </a:cubicBezTo>
                <a:cubicBezTo>
                  <a:pt x="92" y="68"/>
                  <a:pt x="92" y="69"/>
                  <a:pt x="92" y="70"/>
                </a:cubicBezTo>
                <a:cubicBezTo>
                  <a:pt x="93" y="72"/>
                  <a:pt x="93" y="72"/>
                  <a:pt x="93" y="72"/>
                </a:cubicBezTo>
                <a:lnTo>
                  <a:pt x="94" y="72"/>
                </a:lnTo>
                <a:close/>
                <a:moveTo>
                  <a:pt x="105" y="64"/>
                </a:moveTo>
                <a:cubicBezTo>
                  <a:pt x="106" y="63"/>
                  <a:pt x="106" y="63"/>
                  <a:pt x="106" y="63"/>
                </a:cubicBezTo>
                <a:cubicBezTo>
                  <a:pt x="107" y="62"/>
                  <a:pt x="107" y="62"/>
                  <a:pt x="107" y="62"/>
                </a:cubicBezTo>
                <a:cubicBezTo>
                  <a:pt x="108" y="63"/>
                  <a:pt x="108" y="63"/>
                  <a:pt x="108" y="63"/>
                </a:cubicBezTo>
                <a:cubicBezTo>
                  <a:pt x="109" y="62"/>
                  <a:pt x="109" y="62"/>
                  <a:pt x="109" y="62"/>
                </a:cubicBezTo>
                <a:cubicBezTo>
                  <a:pt x="110" y="61"/>
                  <a:pt x="110" y="61"/>
                  <a:pt x="110" y="61"/>
                </a:cubicBezTo>
                <a:cubicBezTo>
                  <a:pt x="106" y="62"/>
                  <a:pt x="106" y="62"/>
                  <a:pt x="106" y="62"/>
                </a:cubicBezTo>
                <a:cubicBezTo>
                  <a:pt x="107" y="61"/>
                  <a:pt x="107" y="61"/>
                  <a:pt x="107" y="61"/>
                </a:cubicBezTo>
                <a:cubicBezTo>
                  <a:pt x="106" y="61"/>
                  <a:pt x="106" y="61"/>
                  <a:pt x="106" y="61"/>
                </a:cubicBezTo>
                <a:cubicBezTo>
                  <a:pt x="106" y="62"/>
                  <a:pt x="106" y="62"/>
                  <a:pt x="106" y="62"/>
                </a:cubicBezTo>
                <a:cubicBezTo>
                  <a:pt x="104" y="64"/>
                  <a:pt x="104" y="64"/>
                  <a:pt x="104" y="64"/>
                </a:cubicBezTo>
                <a:lnTo>
                  <a:pt x="105" y="64"/>
                </a:lnTo>
                <a:close/>
                <a:moveTo>
                  <a:pt x="40" y="136"/>
                </a:moveTo>
                <a:cubicBezTo>
                  <a:pt x="41" y="136"/>
                  <a:pt x="41" y="136"/>
                  <a:pt x="41" y="136"/>
                </a:cubicBezTo>
                <a:cubicBezTo>
                  <a:pt x="42" y="136"/>
                  <a:pt x="42" y="136"/>
                  <a:pt x="42" y="136"/>
                </a:cubicBezTo>
                <a:cubicBezTo>
                  <a:pt x="45" y="133"/>
                  <a:pt x="45" y="133"/>
                  <a:pt x="45" y="133"/>
                </a:cubicBezTo>
                <a:cubicBezTo>
                  <a:pt x="45" y="132"/>
                  <a:pt x="45" y="132"/>
                  <a:pt x="45" y="132"/>
                </a:cubicBezTo>
                <a:cubicBezTo>
                  <a:pt x="47" y="131"/>
                  <a:pt x="47" y="131"/>
                  <a:pt x="47" y="131"/>
                </a:cubicBezTo>
                <a:cubicBezTo>
                  <a:pt x="48" y="129"/>
                  <a:pt x="48" y="129"/>
                  <a:pt x="48" y="129"/>
                </a:cubicBezTo>
                <a:cubicBezTo>
                  <a:pt x="46" y="128"/>
                  <a:pt x="46" y="128"/>
                  <a:pt x="46" y="128"/>
                </a:cubicBezTo>
                <a:cubicBezTo>
                  <a:pt x="43" y="129"/>
                  <a:pt x="43" y="129"/>
                  <a:pt x="43" y="129"/>
                </a:cubicBezTo>
                <a:cubicBezTo>
                  <a:pt x="43" y="128"/>
                  <a:pt x="43" y="128"/>
                  <a:pt x="43" y="128"/>
                </a:cubicBezTo>
                <a:cubicBezTo>
                  <a:pt x="41" y="128"/>
                  <a:pt x="41" y="128"/>
                  <a:pt x="41" y="128"/>
                </a:cubicBezTo>
                <a:cubicBezTo>
                  <a:pt x="40" y="128"/>
                  <a:pt x="40" y="128"/>
                  <a:pt x="40" y="128"/>
                </a:cubicBezTo>
                <a:cubicBezTo>
                  <a:pt x="40" y="127"/>
                  <a:pt x="40" y="127"/>
                  <a:pt x="40" y="127"/>
                </a:cubicBezTo>
                <a:cubicBezTo>
                  <a:pt x="38" y="127"/>
                  <a:pt x="38" y="127"/>
                  <a:pt x="38" y="127"/>
                </a:cubicBezTo>
                <a:cubicBezTo>
                  <a:pt x="39" y="126"/>
                  <a:pt x="39" y="126"/>
                  <a:pt x="39" y="126"/>
                </a:cubicBezTo>
                <a:cubicBezTo>
                  <a:pt x="38" y="123"/>
                  <a:pt x="38" y="123"/>
                  <a:pt x="38" y="123"/>
                </a:cubicBezTo>
                <a:cubicBezTo>
                  <a:pt x="39" y="121"/>
                  <a:pt x="39" y="119"/>
                  <a:pt x="39" y="117"/>
                </a:cubicBezTo>
                <a:cubicBezTo>
                  <a:pt x="36" y="113"/>
                  <a:pt x="36" y="113"/>
                  <a:pt x="36" y="113"/>
                </a:cubicBezTo>
                <a:cubicBezTo>
                  <a:pt x="34" y="115"/>
                  <a:pt x="34" y="115"/>
                  <a:pt x="34" y="115"/>
                </a:cubicBezTo>
                <a:cubicBezTo>
                  <a:pt x="34" y="117"/>
                  <a:pt x="34" y="117"/>
                  <a:pt x="34" y="117"/>
                </a:cubicBezTo>
                <a:cubicBezTo>
                  <a:pt x="35" y="117"/>
                  <a:pt x="35" y="117"/>
                  <a:pt x="35" y="117"/>
                </a:cubicBezTo>
                <a:cubicBezTo>
                  <a:pt x="34" y="118"/>
                  <a:pt x="34" y="118"/>
                  <a:pt x="34" y="118"/>
                </a:cubicBezTo>
                <a:cubicBezTo>
                  <a:pt x="35" y="119"/>
                  <a:pt x="35" y="120"/>
                  <a:pt x="35" y="121"/>
                </a:cubicBezTo>
                <a:cubicBezTo>
                  <a:pt x="34" y="119"/>
                  <a:pt x="34" y="119"/>
                  <a:pt x="34" y="119"/>
                </a:cubicBezTo>
                <a:cubicBezTo>
                  <a:pt x="33" y="120"/>
                  <a:pt x="33" y="120"/>
                  <a:pt x="33" y="120"/>
                </a:cubicBezTo>
                <a:cubicBezTo>
                  <a:pt x="31" y="118"/>
                  <a:pt x="31" y="118"/>
                  <a:pt x="31" y="118"/>
                </a:cubicBezTo>
                <a:cubicBezTo>
                  <a:pt x="31" y="117"/>
                  <a:pt x="31" y="117"/>
                  <a:pt x="31" y="117"/>
                </a:cubicBezTo>
                <a:cubicBezTo>
                  <a:pt x="29" y="116"/>
                  <a:pt x="29" y="116"/>
                  <a:pt x="29" y="116"/>
                </a:cubicBezTo>
                <a:cubicBezTo>
                  <a:pt x="29" y="118"/>
                  <a:pt x="29" y="118"/>
                  <a:pt x="29" y="118"/>
                </a:cubicBezTo>
                <a:cubicBezTo>
                  <a:pt x="30" y="119"/>
                  <a:pt x="30" y="119"/>
                  <a:pt x="30" y="119"/>
                </a:cubicBezTo>
                <a:cubicBezTo>
                  <a:pt x="31" y="120"/>
                  <a:pt x="31" y="120"/>
                  <a:pt x="31" y="120"/>
                </a:cubicBezTo>
                <a:cubicBezTo>
                  <a:pt x="29" y="120"/>
                  <a:pt x="29" y="120"/>
                  <a:pt x="29" y="120"/>
                </a:cubicBezTo>
                <a:cubicBezTo>
                  <a:pt x="30" y="122"/>
                  <a:pt x="30" y="122"/>
                  <a:pt x="30" y="122"/>
                </a:cubicBezTo>
                <a:cubicBezTo>
                  <a:pt x="28" y="119"/>
                  <a:pt x="28" y="119"/>
                  <a:pt x="28" y="119"/>
                </a:cubicBezTo>
                <a:cubicBezTo>
                  <a:pt x="27" y="120"/>
                  <a:pt x="27" y="120"/>
                  <a:pt x="27" y="120"/>
                </a:cubicBezTo>
                <a:cubicBezTo>
                  <a:pt x="28" y="121"/>
                  <a:pt x="28" y="121"/>
                  <a:pt x="28" y="121"/>
                </a:cubicBezTo>
                <a:cubicBezTo>
                  <a:pt x="26" y="121"/>
                  <a:pt x="26" y="121"/>
                  <a:pt x="26" y="121"/>
                </a:cubicBezTo>
                <a:cubicBezTo>
                  <a:pt x="27" y="122"/>
                  <a:pt x="28" y="123"/>
                  <a:pt x="28" y="124"/>
                </a:cubicBezTo>
                <a:cubicBezTo>
                  <a:pt x="30" y="125"/>
                  <a:pt x="30" y="125"/>
                  <a:pt x="30" y="125"/>
                </a:cubicBezTo>
                <a:cubicBezTo>
                  <a:pt x="31" y="123"/>
                  <a:pt x="31" y="123"/>
                  <a:pt x="31" y="123"/>
                </a:cubicBezTo>
                <a:cubicBezTo>
                  <a:pt x="31" y="124"/>
                  <a:pt x="31" y="124"/>
                  <a:pt x="31" y="124"/>
                </a:cubicBezTo>
                <a:cubicBezTo>
                  <a:pt x="32" y="123"/>
                  <a:pt x="32" y="123"/>
                  <a:pt x="32" y="123"/>
                </a:cubicBezTo>
                <a:cubicBezTo>
                  <a:pt x="32" y="125"/>
                  <a:pt x="32" y="125"/>
                  <a:pt x="32" y="125"/>
                </a:cubicBezTo>
                <a:cubicBezTo>
                  <a:pt x="33" y="125"/>
                  <a:pt x="33" y="125"/>
                  <a:pt x="33" y="125"/>
                </a:cubicBezTo>
                <a:cubicBezTo>
                  <a:pt x="35" y="126"/>
                  <a:pt x="35" y="126"/>
                  <a:pt x="35" y="126"/>
                </a:cubicBezTo>
                <a:cubicBezTo>
                  <a:pt x="33" y="126"/>
                  <a:pt x="33" y="126"/>
                  <a:pt x="33" y="126"/>
                </a:cubicBezTo>
                <a:cubicBezTo>
                  <a:pt x="32" y="126"/>
                  <a:pt x="32" y="126"/>
                  <a:pt x="32" y="126"/>
                </a:cubicBezTo>
                <a:cubicBezTo>
                  <a:pt x="34" y="131"/>
                  <a:pt x="34" y="131"/>
                  <a:pt x="34" y="131"/>
                </a:cubicBezTo>
                <a:cubicBezTo>
                  <a:pt x="36" y="130"/>
                  <a:pt x="36" y="130"/>
                  <a:pt x="36" y="130"/>
                </a:cubicBezTo>
                <a:cubicBezTo>
                  <a:pt x="35" y="132"/>
                  <a:pt x="35" y="132"/>
                  <a:pt x="35" y="132"/>
                </a:cubicBezTo>
                <a:cubicBezTo>
                  <a:pt x="39" y="131"/>
                  <a:pt x="39" y="131"/>
                  <a:pt x="39" y="131"/>
                </a:cubicBezTo>
                <a:cubicBezTo>
                  <a:pt x="39" y="133"/>
                  <a:pt x="39" y="133"/>
                  <a:pt x="39" y="133"/>
                </a:cubicBezTo>
                <a:cubicBezTo>
                  <a:pt x="39" y="133"/>
                  <a:pt x="39" y="133"/>
                  <a:pt x="39" y="133"/>
                </a:cubicBezTo>
                <a:cubicBezTo>
                  <a:pt x="41" y="131"/>
                  <a:pt x="41" y="131"/>
                  <a:pt x="41" y="131"/>
                </a:cubicBezTo>
                <a:cubicBezTo>
                  <a:pt x="41" y="131"/>
                  <a:pt x="41" y="131"/>
                  <a:pt x="41" y="131"/>
                </a:cubicBezTo>
                <a:cubicBezTo>
                  <a:pt x="44" y="131"/>
                  <a:pt x="44" y="131"/>
                  <a:pt x="44" y="131"/>
                </a:cubicBezTo>
                <a:cubicBezTo>
                  <a:pt x="42" y="132"/>
                  <a:pt x="42" y="132"/>
                  <a:pt x="42" y="132"/>
                </a:cubicBezTo>
                <a:cubicBezTo>
                  <a:pt x="41" y="133"/>
                  <a:pt x="40" y="134"/>
                  <a:pt x="40" y="136"/>
                </a:cubicBezTo>
                <a:close/>
                <a:moveTo>
                  <a:pt x="52" y="182"/>
                </a:moveTo>
                <a:cubicBezTo>
                  <a:pt x="51" y="183"/>
                  <a:pt x="51" y="183"/>
                  <a:pt x="51" y="183"/>
                </a:cubicBezTo>
                <a:cubicBezTo>
                  <a:pt x="51" y="185"/>
                  <a:pt x="51" y="185"/>
                  <a:pt x="51" y="185"/>
                </a:cubicBezTo>
                <a:cubicBezTo>
                  <a:pt x="52" y="187"/>
                  <a:pt x="52" y="187"/>
                  <a:pt x="52" y="187"/>
                </a:cubicBezTo>
                <a:cubicBezTo>
                  <a:pt x="51" y="189"/>
                  <a:pt x="51" y="189"/>
                  <a:pt x="51" y="189"/>
                </a:cubicBezTo>
                <a:cubicBezTo>
                  <a:pt x="53" y="190"/>
                  <a:pt x="53" y="190"/>
                  <a:pt x="53" y="190"/>
                </a:cubicBezTo>
                <a:cubicBezTo>
                  <a:pt x="56" y="190"/>
                  <a:pt x="56" y="190"/>
                  <a:pt x="56" y="190"/>
                </a:cubicBezTo>
                <a:cubicBezTo>
                  <a:pt x="57" y="190"/>
                  <a:pt x="57" y="190"/>
                  <a:pt x="57" y="190"/>
                </a:cubicBezTo>
                <a:cubicBezTo>
                  <a:pt x="56" y="188"/>
                  <a:pt x="56" y="188"/>
                  <a:pt x="56" y="188"/>
                </a:cubicBezTo>
                <a:cubicBezTo>
                  <a:pt x="57" y="186"/>
                  <a:pt x="57" y="186"/>
                  <a:pt x="57" y="186"/>
                </a:cubicBezTo>
                <a:cubicBezTo>
                  <a:pt x="55" y="182"/>
                  <a:pt x="55" y="182"/>
                  <a:pt x="55" y="182"/>
                </a:cubicBezTo>
                <a:cubicBezTo>
                  <a:pt x="53" y="181"/>
                  <a:pt x="53" y="181"/>
                  <a:pt x="53" y="181"/>
                </a:cubicBezTo>
                <a:lnTo>
                  <a:pt x="52" y="182"/>
                </a:lnTo>
                <a:close/>
                <a:moveTo>
                  <a:pt x="38" y="179"/>
                </a:moveTo>
                <a:cubicBezTo>
                  <a:pt x="37" y="178"/>
                  <a:pt x="37" y="178"/>
                  <a:pt x="37" y="178"/>
                </a:cubicBezTo>
                <a:cubicBezTo>
                  <a:pt x="37" y="176"/>
                  <a:pt x="37" y="175"/>
                  <a:pt x="37" y="173"/>
                </a:cubicBezTo>
                <a:cubicBezTo>
                  <a:pt x="36" y="173"/>
                  <a:pt x="36" y="173"/>
                  <a:pt x="36" y="173"/>
                </a:cubicBezTo>
                <a:cubicBezTo>
                  <a:pt x="32" y="176"/>
                  <a:pt x="32" y="176"/>
                  <a:pt x="32" y="176"/>
                </a:cubicBezTo>
                <a:cubicBezTo>
                  <a:pt x="32" y="174"/>
                  <a:pt x="32" y="174"/>
                  <a:pt x="32" y="174"/>
                </a:cubicBezTo>
                <a:cubicBezTo>
                  <a:pt x="30" y="176"/>
                  <a:pt x="30" y="176"/>
                  <a:pt x="30" y="176"/>
                </a:cubicBezTo>
                <a:cubicBezTo>
                  <a:pt x="29" y="178"/>
                  <a:pt x="29" y="178"/>
                  <a:pt x="29" y="178"/>
                </a:cubicBezTo>
                <a:cubicBezTo>
                  <a:pt x="30" y="178"/>
                  <a:pt x="30" y="178"/>
                  <a:pt x="30" y="178"/>
                </a:cubicBezTo>
                <a:cubicBezTo>
                  <a:pt x="29" y="179"/>
                  <a:pt x="29" y="179"/>
                  <a:pt x="29" y="179"/>
                </a:cubicBezTo>
                <a:cubicBezTo>
                  <a:pt x="28" y="181"/>
                  <a:pt x="28" y="181"/>
                  <a:pt x="28" y="181"/>
                </a:cubicBezTo>
                <a:cubicBezTo>
                  <a:pt x="29" y="182"/>
                  <a:pt x="29" y="182"/>
                  <a:pt x="29" y="182"/>
                </a:cubicBezTo>
                <a:cubicBezTo>
                  <a:pt x="30" y="181"/>
                  <a:pt x="31" y="180"/>
                  <a:pt x="32" y="178"/>
                </a:cubicBezTo>
                <a:cubicBezTo>
                  <a:pt x="34" y="178"/>
                  <a:pt x="34" y="178"/>
                  <a:pt x="34" y="178"/>
                </a:cubicBezTo>
                <a:cubicBezTo>
                  <a:pt x="32" y="180"/>
                  <a:pt x="32" y="180"/>
                  <a:pt x="32" y="180"/>
                </a:cubicBezTo>
                <a:cubicBezTo>
                  <a:pt x="34" y="182"/>
                  <a:pt x="34" y="182"/>
                  <a:pt x="34" y="182"/>
                </a:cubicBezTo>
                <a:cubicBezTo>
                  <a:pt x="32" y="183"/>
                  <a:pt x="32" y="183"/>
                  <a:pt x="32" y="183"/>
                </a:cubicBezTo>
                <a:cubicBezTo>
                  <a:pt x="32" y="185"/>
                  <a:pt x="32" y="185"/>
                  <a:pt x="32" y="185"/>
                </a:cubicBezTo>
                <a:cubicBezTo>
                  <a:pt x="33" y="185"/>
                  <a:pt x="33" y="185"/>
                  <a:pt x="33" y="185"/>
                </a:cubicBezTo>
                <a:cubicBezTo>
                  <a:pt x="34" y="183"/>
                  <a:pt x="34" y="183"/>
                  <a:pt x="34" y="183"/>
                </a:cubicBezTo>
                <a:cubicBezTo>
                  <a:pt x="36" y="183"/>
                  <a:pt x="36" y="183"/>
                  <a:pt x="36" y="183"/>
                </a:cubicBezTo>
                <a:cubicBezTo>
                  <a:pt x="38" y="182"/>
                  <a:pt x="38" y="182"/>
                  <a:pt x="38" y="182"/>
                </a:cubicBezTo>
                <a:lnTo>
                  <a:pt x="38" y="179"/>
                </a:lnTo>
                <a:close/>
                <a:moveTo>
                  <a:pt x="38" y="177"/>
                </a:moveTo>
                <a:cubicBezTo>
                  <a:pt x="40" y="178"/>
                  <a:pt x="40" y="178"/>
                  <a:pt x="40" y="178"/>
                </a:cubicBezTo>
                <a:cubicBezTo>
                  <a:pt x="40" y="176"/>
                  <a:pt x="40" y="176"/>
                  <a:pt x="40" y="176"/>
                </a:cubicBezTo>
                <a:cubicBezTo>
                  <a:pt x="41" y="175"/>
                  <a:pt x="41" y="175"/>
                  <a:pt x="41" y="175"/>
                </a:cubicBezTo>
                <a:cubicBezTo>
                  <a:pt x="42" y="172"/>
                  <a:pt x="44" y="170"/>
                  <a:pt x="45" y="167"/>
                </a:cubicBezTo>
                <a:cubicBezTo>
                  <a:pt x="45" y="166"/>
                  <a:pt x="45" y="166"/>
                  <a:pt x="45" y="166"/>
                </a:cubicBezTo>
                <a:cubicBezTo>
                  <a:pt x="44" y="166"/>
                  <a:pt x="44" y="166"/>
                  <a:pt x="44" y="166"/>
                </a:cubicBezTo>
                <a:cubicBezTo>
                  <a:pt x="43" y="168"/>
                  <a:pt x="42" y="168"/>
                  <a:pt x="41" y="169"/>
                </a:cubicBezTo>
                <a:cubicBezTo>
                  <a:pt x="39" y="171"/>
                  <a:pt x="39" y="171"/>
                  <a:pt x="39" y="171"/>
                </a:cubicBezTo>
                <a:cubicBezTo>
                  <a:pt x="39" y="172"/>
                  <a:pt x="39" y="172"/>
                  <a:pt x="39" y="172"/>
                </a:cubicBezTo>
                <a:cubicBezTo>
                  <a:pt x="41" y="172"/>
                  <a:pt x="41" y="172"/>
                  <a:pt x="41" y="172"/>
                </a:cubicBezTo>
                <a:cubicBezTo>
                  <a:pt x="40" y="172"/>
                  <a:pt x="39" y="173"/>
                  <a:pt x="37" y="174"/>
                </a:cubicBezTo>
                <a:cubicBezTo>
                  <a:pt x="37" y="175"/>
                  <a:pt x="37" y="176"/>
                  <a:pt x="38" y="177"/>
                </a:cubicBezTo>
                <a:close/>
                <a:moveTo>
                  <a:pt x="43" y="153"/>
                </a:moveTo>
                <a:cubicBezTo>
                  <a:pt x="41" y="153"/>
                  <a:pt x="41" y="153"/>
                  <a:pt x="41" y="153"/>
                </a:cubicBezTo>
                <a:cubicBezTo>
                  <a:pt x="39" y="150"/>
                  <a:pt x="39" y="150"/>
                  <a:pt x="39" y="150"/>
                </a:cubicBezTo>
                <a:cubicBezTo>
                  <a:pt x="38" y="149"/>
                  <a:pt x="38" y="149"/>
                  <a:pt x="38" y="149"/>
                </a:cubicBezTo>
                <a:cubicBezTo>
                  <a:pt x="36" y="149"/>
                  <a:pt x="36" y="149"/>
                  <a:pt x="36" y="149"/>
                </a:cubicBezTo>
                <a:cubicBezTo>
                  <a:pt x="36" y="150"/>
                  <a:pt x="36" y="150"/>
                  <a:pt x="36" y="150"/>
                </a:cubicBezTo>
                <a:cubicBezTo>
                  <a:pt x="34" y="150"/>
                  <a:pt x="34" y="150"/>
                  <a:pt x="34" y="150"/>
                </a:cubicBezTo>
                <a:cubicBezTo>
                  <a:pt x="34" y="151"/>
                  <a:pt x="34" y="151"/>
                  <a:pt x="34" y="151"/>
                </a:cubicBezTo>
                <a:cubicBezTo>
                  <a:pt x="33" y="152"/>
                  <a:pt x="33" y="152"/>
                  <a:pt x="33" y="152"/>
                </a:cubicBezTo>
                <a:cubicBezTo>
                  <a:pt x="34" y="153"/>
                  <a:pt x="34" y="153"/>
                  <a:pt x="34" y="153"/>
                </a:cubicBezTo>
                <a:cubicBezTo>
                  <a:pt x="36" y="153"/>
                  <a:pt x="36" y="153"/>
                  <a:pt x="36" y="153"/>
                </a:cubicBezTo>
                <a:cubicBezTo>
                  <a:pt x="37" y="155"/>
                  <a:pt x="37" y="155"/>
                  <a:pt x="37" y="155"/>
                </a:cubicBezTo>
                <a:cubicBezTo>
                  <a:pt x="40" y="154"/>
                  <a:pt x="40" y="154"/>
                  <a:pt x="40" y="154"/>
                </a:cubicBezTo>
                <a:cubicBezTo>
                  <a:pt x="39" y="155"/>
                  <a:pt x="39" y="155"/>
                  <a:pt x="39" y="155"/>
                </a:cubicBezTo>
                <a:cubicBezTo>
                  <a:pt x="37" y="156"/>
                  <a:pt x="37" y="156"/>
                  <a:pt x="37" y="156"/>
                </a:cubicBezTo>
                <a:cubicBezTo>
                  <a:pt x="36" y="158"/>
                  <a:pt x="36" y="158"/>
                  <a:pt x="36" y="158"/>
                </a:cubicBezTo>
                <a:cubicBezTo>
                  <a:pt x="36" y="159"/>
                  <a:pt x="36" y="159"/>
                  <a:pt x="36" y="159"/>
                </a:cubicBezTo>
                <a:cubicBezTo>
                  <a:pt x="39" y="158"/>
                  <a:pt x="39" y="158"/>
                  <a:pt x="39" y="158"/>
                </a:cubicBezTo>
                <a:cubicBezTo>
                  <a:pt x="38" y="159"/>
                  <a:pt x="36" y="160"/>
                  <a:pt x="35" y="160"/>
                </a:cubicBezTo>
                <a:cubicBezTo>
                  <a:pt x="34" y="159"/>
                  <a:pt x="34" y="159"/>
                  <a:pt x="34" y="159"/>
                </a:cubicBezTo>
                <a:cubicBezTo>
                  <a:pt x="32" y="160"/>
                  <a:pt x="32" y="160"/>
                  <a:pt x="32" y="160"/>
                </a:cubicBezTo>
                <a:cubicBezTo>
                  <a:pt x="33" y="161"/>
                  <a:pt x="33" y="161"/>
                  <a:pt x="33" y="161"/>
                </a:cubicBezTo>
                <a:cubicBezTo>
                  <a:pt x="34" y="162"/>
                  <a:pt x="34" y="162"/>
                  <a:pt x="34" y="162"/>
                </a:cubicBezTo>
                <a:cubicBezTo>
                  <a:pt x="35" y="161"/>
                  <a:pt x="35" y="161"/>
                  <a:pt x="35" y="161"/>
                </a:cubicBezTo>
                <a:cubicBezTo>
                  <a:pt x="37" y="161"/>
                  <a:pt x="37" y="161"/>
                  <a:pt x="37" y="161"/>
                </a:cubicBezTo>
                <a:cubicBezTo>
                  <a:pt x="41" y="160"/>
                  <a:pt x="41" y="160"/>
                  <a:pt x="41" y="160"/>
                </a:cubicBezTo>
                <a:cubicBezTo>
                  <a:pt x="43" y="160"/>
                  <a:pt x="43" y="160"/>
                  <a:pt x="43" y="160"/>
                </a:cubicBezTo>
                <a:cubicBezTo>
                  <a:pt x="46" y="159"/>
                  <a:pt x="46" y="159"/>
                  <a:pt x="46" y="159"/>
                </a:cubicBezTo>
                <a:cubicBezTo>
                  <a:pt x="44" y="159"/>
                  <a:pt x="44" y="159"/>
                  <a:pt x="44" y="159"/>
                </a:cubicBezTo>
                <a:cubicBezTo>
                  <a:pt x="45" y="158"/>
                  <a:pt x="45" y="158"/>
                  <a:pt x="45" y="158"/>
                </a:cubicBezTo>
                <a:cubicBezTo>
                  <a:pt x="46" y="158"/>
                  <a:pt x="46" y="158"/>
                  <a:pt x="46" y="158"/>
                </a:cubicBezTo>
                <a:cubicBezTo>
                  <a:pt x="47" y="157"/>
                  <a:pt x="47" y="157"/>
                  <a:pt x="47" y="157"/>
                </a:cubicBezTo>
                <a:cubicBezTo>
                  <a:pt x="45" y="155"/>
                  <a:pt x="45" y="155"/>
                  <a:pt x="45" y="155"/>
                </a:cubicBezTo>
                <a:lnTo>
                  <a:pt x="43" y="153"/>
                </a:lnTo>
                <a:close/>
                <a:moveTo>
                  <a:pt x="128" y="22"/>
                </a:moveTo>
                <a:cubicBezTo>
                  <a:pt x="130" y="21"/>
                  <a:pt x="130" y="21"/>
                  <a:pt x="130" y="21"/>
                </a:cubicBezTo>
                <a:cubicBezTo>
                  <a:pt x="131" y="22"/>
                  <a:pt x="131" y="22"/>
                  <a:pt x="131" y="22"/>
                </a:cubicBezTo>
                <a:cubicBezTo>
                  <a:pt x="130" y="22"/>
                  <a:pt x="130" y="22"/>
                  <a:pt x="130" y="22"/>
                </a:cubicBezTo>
                <a:cubicBezTo>
                  <a:pt x="131" y="24"/>
                  <a:pt x="131" y="24"/>
                  <a:pt x="131" y="24"/>
                </a:cubicBezTo>
                <a:cubicBezTo>
                  <a:pt x="132" y="22"/>
                  <a:pt x="132" y="22"/>
                  <a:pt x="132" y="22"/>
                </a:cubicBezTo>
                <a:cubicBezTo>
                  <a:pt x="133" y="22"/>
                  <a:pt x="133" y="22"/>
                  <a:pt x="133" y="22"/>
                </a:cubicBezTo>
                <a:cubicBezTo>
                  <a:pt x="134" y="21"/>
                  <a:pt x="134" y="21"/>
                  <a:pt x="134" y="21"/>
                </a:cubicBezTo>
                <a:cubicBezTo>
                  <a:pt x="133" y="23"/>
                  <a:pt x="133" y="23"/>
                  <a:pt x="133" y="23"/>
                </a:cubicBezTo>
                <a:cubicBezTo>
                  <a:pt x="134" y="25"/>
                  <a:pt x="134" y="25"/>
                  <a:pt x="134" y="25"/>
                </a:cubicBezTo>
                <a:cubicBezTo>
                  <a:pt x="134" y="27"/>
                  <a:pt x="134" y="28"/>
                  <a:pt x="133" y="30"/>
                </a:cubicBezTo>
                <a:cubicBezTo>
                  <a:pt x="133" y="30"/>
                  <a:pt x="133" y="30"/>
                  <a:pt x="133" y="30"/>
                </a:cubicBezTo>
                <a:cubicBezTo>
                  <a:pt x="132" y="32"/>
                  <a:pt x="132" y="32"/>
                  <a:pt x="132" y="32"/>
                </a:cubicBezTo>
                <a:cubicBezTo>
                  <a:pt x="134" y="33"/>
                  <a:pt x="134" y="33"/>
                  <a:pt x="134" y="33"/>
                </a:cubicBezTo>
                <a:cubicBezTo>
                  <a:pt x="135" y="29"/>
                  <a:pt x="135" y="29"/>
                  <a:pt x="135" y="29"/>
                </a:cubicBezTo>
                <a:cubicBezTo>
                  <a:pt x="136" y="29"/>
                  <a:pt x="136" y="29"/>
                  <a:pt x="136" y="29"/>
                </a:cubicBezTo>
                <a:cubicBezTo>
                  <a:pt x="135" y="27"/>
                  <a:pt x="135" y="27"/>
                  <a:pt x="135" y="27"/>
                </a:cubicBezTo>
                <a:cubicBezTo>
                  <a:pt x="136" y="27"/>
                  <a:pt x="136" y="27"/>
                  <a:pt x="136" y="27"/>
                </a:cubicBezTo>
                <a:cubicBezTo>
                  <a:pt x="135" y="25"/>
                  <a:pt x="135" y="25"/>
                  <a:pt x="135" y="25"/>
                </a:cubicBezTo>
                <a:cubicBezTo>
                  <a:pt x="136" y="24"/>
                  <a:pt x="136" y="24"/>
                  <a:pt x="136" y="24"/>
                </a:cubicBezTo>
                <a:cubicBezTo>
                  <a:pt x="136" y="22"/>
                  <a:pt x="136" y="22"/>
                  <a:pt x="136" y="22"/>
                </a:cubicBezTo>
                <a:cubicBezTo>
                  <a:pt x="135" y="22"/>
                  <a:pt x="135" y="22"/>
                  <a:pt x="135" y="22"/>
                </a:cubicBezTo>
                <a:cubicBezTo>
                  <a:pt x="136" y="20"/>
                  <a:pt x="136" y="20"/>
                  <a:pt x="136" y="20"/>
                </a:cubicBezTo>
                <a:cubicBezTo>
                  <a:pt x="137" y="20"/>
                  <a:pt x="137" y="20"/>
                  <a:pt x="137" y="20"/>
                </a:cubicBezTo>
                <a:cubicBezTo>
                  <a:pt x="136" y="19"/>
                  <a:pt x="136" y="19"/>
                  <a:pt x="136" y="19"/>
                </a:cubicBezTo>
                <a:cubicBezTo>
                  <a:pt x="137" y="18"/>
                  <a:pt x="137" y="18"/>
                  <a:pt x="137" y="18"/>
                </a:cubicBezTo>
                <a:cubicBezTo>
                  <a:pt x="136" y="17"/>
                  <a:pt x="136" y="17"/>
                  <a:pt x="136" y="17"/>
                </a:cubicBezTo>
                <a:cubicBezTo>
                  <a:pt x="137" y="17"/>
                  <a:pt x="137" y="17"/>
                  <a:pt x="137" y="17"/>
                </a:cubicBezTo>
                <a:cubicBezTo>
                  <a:pt x="137" y="15"/>
                  <a:pt x="137" y="15"/>
                  <a:pt x="137" y="15"/>
                </a:cubicBezTo>
                <a:cubicBezTo>
                  <a:pt x="137" y="16"/>
                  <a:pt x="137" y="16"/>
                  <a:pt x="137" y="16"/>
                </a:cubicBezTo>
                <a:cubicBezTo>
                  <a:pt x="138" y="14"/>
                  <a:pt x="138" y="14"/>
                  <a:pt x="138" y="14"/>
                </a:cubicBezTo>
                <a:cubicBezTo>
                  <a:pt x="137" y="14"/>
                  <a:pt x="137" y="14"/>
                  <a:pt x="137" y="14"/>
                </a:cubicBezTo>
                <a:cubicBezTo>
                  <a:pt x="136" y="16"/>
                  <a:pt x="136" y="16"/>
                  <a:pt x="136" y="16"/>
                </a:cubicBezTo>
                <a:cubicBezTo>
                  <a:pt x="136" y="14"/>
                  <a:pt x="136" y="14"/>
                  <a:pt x="136" y="14"/>
                </a:cubicBezTo>
                <a:cubicBezTo>
                  <a:pt x="135" y="12"/>
                  <a:pt x="135" y="12"/>
                  <a:pt x="135" y="12"/>
                </a:cubicBezTo>
                <a:cubicBezTo>
                  <a:pt x="134" y="13"/>
                  <a:pt x="134" y="13"/>
                  <a:pt x="134" y="13"/>
                </a:cubicBezTo>
                <a:cubicBezTo>
                  <a:pt x="134" y="14"/>
                  <a:pt x="134" y="14"/>
                  <a:pt x="134" y="14"/>
                </a:cubicBezTo>
                <a:cubicBezTo>
                  <a:pt x="133" y="14"/>
                  <a:pt x="133" y="14"/>
                  <a:pt x="133" y="14"/>
                </a:cubicBezTo>
                <a:cubicBezTo>
                  <a:pt x="132" y="15"/>
                  <a:pt x="132" y="15"/>
                  <a:pt x="132" y="15"/>
                </a:cubicBezTo>
                <a:cubicBezTo>
                  <a:pt x="133" y="12"/>
                  <a:pt x="133" y="12"/>
                  <a:pt x="133" y="12"/>
                </a:cubicBezTo>
                <a:cubicBezTo>
                  <a:pt x="133" y="13"/>
                  <a:pt x="133" y="13"/>
                  <a:pt x="133" y="13"/>
                </a:cubicBezTo>
                <a:cubicBezTo>
                  <a:pt x="132" y="11"/>
                  <a:pt x="133" y="10"/>
                  <a:pt x="133" y="9"/>
                </a:cubicBezTo>
                <a:cubicBezTo>
                  <a:pt x="133" y="7"/>
                  <a:pt x="133" y="7"/>
                  <a:pt x="133" y="7"/>
                </a:cubicBezTo>
                <a:cubicBezTo>
                  <a:pt x="133" y="8"/>
                  <a:pt x="133" y="8"/>
                  <a:pt x="133" y="8"/>
                </a:cubicBezTo>
                <a:cubicBezTo>
                  <a:pt x="131" y="8"/>
                  <a:pt x="131" y="8"/>
                  <a:pt x="131" y="8"/>
                </a:cubicBezTo>
                <a:cubicBezTo>
                  <a:pt x="131" y="9"/>
                  <a:pt x="131" y="9"/>
                  <a:pt x="131" y="9"/>
                </a:cubicBezTo>
                <a:cubicBezTo>
                  <a:pt x="130" y="11"/>
                  <a:pt x="130" y="11"/>
                  <a:pt x="130" y="11"/>
                </a:cubicBezTo>
                <a:cubicBezTo>
                  <a:pt x="129" y="10"/>
                  <a:pt x="129" y="10"/>
                  <a:pt x="129" y="10"/>
                </a:cubicBezTo>
                <a:cubicBezTo>
                  <a:pt x="128" y="13"/>
                  <a:pt x="128" y="13"/>
                  <a:pt x="128" y="13"/>
                </a:cubicBezTo>
                <a:cubicBezTo>
                  <a:pt x="131" y="12"/>
                  <a:pt x="131" y="12"/>
                  <a:pt x="131" y="12"/>
                </a:cubicBezTo>
                <a:cubicBezTo>
                  <a:pt x="131" y="14"/>
                  <a:pt x="131" y="14"/>
                  <a:pt x="131" y="14"/>
                </a:cubicBezTo>
                <a:cubicBezTo>
                  <a:pt x="132" y="15"/>
                  <a:pt x="132" y="15"/>
                  <a:pt x="132" y="15"/>
                </a:cubicBezTo>
                <a:cubicBezTo>
                  <a:pt x="132" y="16"/>
                  <a:pt x="132" y="16"/>
                  <a:pt x="132" y="16"/>
                </a:cubicBezTo>
                <a:cubicBezTo>
                  <a:pt x="134" y="17"/>
                  <a:pt x="134" y="17"/>
                  <a:pt x="134" y="17"/>
                </a:cubicBezTo>
                <a:cubicBezTo>
                  <a:pt x="133" y="17"/>
                  <a:pt x="133" y="17"/>
                  <a:pt x="133" y="17"/>
                </a:cubicBezTo>
                <a:cubicBezTo>
                  <a:pt x="132" y="18"/>
                  <a:pt x="132" y="18"/>
                  <a:pt x="132" y="18"/>
                </a:cubicBezTo>
                <a:cubicBezTo>
                  <a:pt x="131" y="18"/>
                  <a:pt x="131" y="18"/>
                  <a:pt x="131" y="18"/>
                </a:cubicBezTo>
                <a:cubicBezTo>
                  <a:pt x="131" y="20"/>
                  <a:pt x="131" y="20"/>
                  <a:pt x="131" y="20"/>
                </a:cubicBezTo>
                <a:cubicBezTo>
                  <a:pt x="130" y="18"/>
                  <a:pt x="130" y="18"/>
                  <a:pt x="130" y="18"/>
                </a:cubicBezTo>
                <a:cubicBezTo>
                  <a:pt x="127" y="19"/>
                  <a:pt x="127" y="19"/>
                  <a:pt x="127" y="19"/>
                </a:cubicBezTo>
                <a:cubicBezTo>
                  <a:pt x="127" y="19"/>
                  <a:pt x="127" y="19"/>
                  <a:pt x="127" y="19"/>
                </a:cubicBezTo>
                <a:cubicBezTo>
                  <a:pt x="127" y="21"/>
                  <a:pt x="127" y="21"/>
                  <a:pt x="127" y="21"/>
                </a:cubicBezTo>
                <a:lnTo>
                  <a:pt x="128" y="22"/>
                </a:lnTo>
                <a:close/>
                <a:moveTo>
                  <a:pt x="138" y="12"/>
                </a:moveTo>
                <a:cubicBezTo>
                  <a:pt x="138" y="10"/>
                  <a:pt x="138" y="10"/>
                  <a:pt x="138" y="10"/>
                </a:cubicBezTo>
                <a:cubicBezTo>
                  <a:pt x="138" y="9"/>
                  <a:pt x="138" y="9"/>
                  <a:pt x="138" y="9"/>
                </a:cubicBezTo>
                <a:cubicBezTo>
                  <a:pt x="137" y="9"/>
                  <a:pt x="137" y="9"/>
                  <a:pt x="137" y="9"/>
                </a:cubicBezTo>
                <a:cubicBezTo>
                  <a:pt x="138" y="8"/>
                  <a:pt x="138" y="8"/>
                  <a:pt x="138" y="8"/>
                </a:cubicBezTo>
                <a:cubicBezTo>
                  <a:pt x="137" y="6"/>
                  <a:pt x="137" y="6"/>
                  <a:pt x="137" y="6"/>
                </a:cubicBezTo>
                <a:cubicBezTo>
                  <a:pt x="138" y="7"/>
                  <a:pt x="138" y="7"/>
                  <a:pt x="138" y="7"/>
                </a:cubicBezTo>
                <a:cubicBezTo>
                  <a:pt x="138" y="4"/>
                  <a:pt x="138" y="4"/>
                  <a:pt x="138" y="4"/>
                </a:cubicBezTo>
                <a:cubicBezTo>
                  <a:pt x="137" y="4"/>
                  <a:pt x="137" y="4"/>
                  <a:pt x="137" y="4"/>
                </a:cubicBezTo>
                <a:cubicBezTo>
                  <a:pt x="136" y="5"/>
                  <a:pt x="136" y="5"/>
                  <a:pt x="136" y="5"/>
                </a:cubicBezTo>
                <a:cubicBezTo>
                  <a:pt x="136" y="6"/>
                  <a:pt x="136" y="7"/>
                  <a:pt x="137" y="8"/>
                </a:cubicBezTo>
                <a:cubicBezTo>
                  <a:pt x="135" y="7"/>
                  <a:pt x="135" y="7"/>
                  <a:pt x="135" y="7"/>
                </a:cubicBezTo>
                <a:cubicBezTo>
                  <a:pt x="135" y="9"/>
                  <a:pt x="135" y="10"/>
                  <a:pt x="136" y="12"/>
                </a:cubicBezTo>
                <a:lnTo>
                  <a:pt x="138" y="12"/>
                </a:lnTo>
                <a:close/>
                <a:moveTo>
                  <a:pt x="18" y="126"/>
                </a:moveTo>
                <a:cubicBezTo>
                  <a:pt x="17" y="125"/>
                  <a:pt x="17" y="125"/>
                  <a:pt x="17" y="125"/>
                </a:cubicBezTo>
                <a:cubicBezTo>
                  <a:pt x="15" y="124"/>
                  <a:pt x="15" y="124"/>
                  <a:pt x="15" y="124"/>
                </a:cubicBezTo>
                <a:cubicBezTo>
                  <a:pt x="15" y="123"/>
                  <a:pt x="15" y="123"/>
                  <a:pt x="15" y="123"/>
                </a:cubicBezTo>
                <a:cubicBezTo>
                  <a:pt x="17" y="125"/>
                  <a:pt x="17" y="125"/>
                  <a:pt x="17" y="125"/>
                </a:cubicBezTo>
                <a:cubicBezTo>
                  <a:pt x="17" y="123"/>
                  <a:pt x="17" y="123"/>
                  <a:pt x="17" y="123"/>
                </a:cubicBezTo>
                <a:cubicBezTo>
                  <a:pt x="15" y="122"/>
                  <a:pt x="15" y="122"/>
                  <a:pt x="15" y="122"/>
                </a:cubicBezTo>
                <a:cubicBezTo>
                  <a:pt x="14" y="123"/>
                  <a:pt x="14" y="123"/>
                  <a:pt x="14" y="123"/>
                </a:cubicBezTo>
                <a:cubicBezTo>
                  <a:pt x="14" y="125"/>
                  <a:pt x="14" y="125"/>
                  <a:pt x="14" y="125"/>
                </a:cubicBezTo>
                <a:cubicBezTo>
                  <a:pt x="13" y="128"/>
                  <a:pt x="13" y="128"/>
                  <a:pt x="13" y="128"/>
                </a:cubicBezTo>
                <a:cubicBezTo>
                  <a:pt x="14" y="129"/>
                  <a:pt x="14" y="129"/>
                  <a:pt x="14" y="129"/>
                </a:cubicBezTo>
                <a:cubicBezTo>
                  <a:pt x="14" y="132"/>
                  <a:pt x="14" y="132"/>
                  <a:pt x="14" y="132"/>
                </a:cubicBezTo>
                <a:cubicBezTo>
                  <a:pt x="15" y="133"/>
                  <a:pt x="15" y="133"/>
                  <a:pt x="15" y="133"/>
                </a:cubicBezTo>
                <a:cubicBezTo>
                  <a:pt x="17" y="133"/>
                  <a:pt x="17" y="133"/>
                  <a:pt x="17" y="133"/>
                </a:cubicBezTo>
                <a:cubicBezTo>
                  <a:pt x="17" y="132"/>
                  <a:pt x="17" y="132"/>
                  <a:pt x="17" y="132"/>
                </a:cubicBezTo>
                <a:cubicBezTo>
                  <a:pt x="16" y="131"/>
                  <a:pt x="16" y="131"/>
                  <a:pt x="16" y="131"/>
                </a:cubicBezTo>
                <a:cubicBezTo>
                  <a:pt x="17" y="129"/>
                  <a:pt x="17" y="129"/>
                  <a:pt x="17" y="129"/>
                </a:cubicBezTo>
                <a:cubicBezTo>
                  <a:pt x="15" y="128"/>
                  <a:pt x="15" y="128"/>
                  <a:pt x="15" y="128"/>
                </a:cubicBezTo>
                <a:cubicBezTo>
                  <a:pt x="17" y="128"/>
                  <a:pt x="17" y="128"/>
                  <a:pt x="17" y="128"/>
                </a:cubicBezTo>
                <a:lnTo>
                  <a:pt x="18" y="126"/>
                </a:lnTo>
                <a:close/>
                <a:moveTo>
                  <a:pt x="16" y="118"/>
                </a:moveTo>
                <a:cubicBezTo>
                  <a:pt x="18" y="117"/>
                  <a:pt x="18" y="117"/>
                  <a:pt x="18" y="117"/>
                </a:cubicBezTo>
                <a:cubicBezTo>
                  <a:pt x="18" y="117"/>
                  <a:pt x="18" y="117"/>
                  <a:pt x="18" y="117"/>
                </a:cubicBezTo>
                <a:cubicBezTo>
                  <a:pt x="20" y="117"/>
                  <a:pt x="20" y="117"/>
                  <a:pt x="20" y="117"/>
                </a:cubicBezTo>
                <a:cubicBezTo>
                  <a:pt x="19" y="114"/>
                  <a:pt x="19" y="114"/>
                  <a:pt x="19" y="114"/>
                </a:cubicBezTo>
                <a:cubicBezTo>
                  <a:pt x="19" y="115"/>
                  <a:pt x="19" y="115"/>
                  <a:pt x="19" y="115"/>
                </a:cubicBezTo>
                <a:cubicBezTo>
                  <a:pt x="21" y="116"/>
                  <a:pt x="21" y="116"/>
                  <a:pt x="21" y="116"/>
                </a:cubicBezTo>
                <a:cubicBezTo>
                  <a:pt x="21" y="115"/>
                  <a:pt x="21" y="115"/>
                  <a:pt x="21" y="115"/>
                </a:cubicBezTo>
                <a:cubicBezTo>
                  <a:pt x="21" y="114"/>
                  <a:pt x="21" y="114"/>
                  <a:pt x="21" y="114"/>
                </a:cubicBezTo>
                <a:cubicBezTo>
                  <a:pt x="19" y="114"/>
                  <a:pt x="19" y="114"/>
                  <a:pt x="19" y="114"/>
                </a:cubicBezTo>
                <a:cubicBezTo>
                  <a:pt x="19" y="113"/>
                  <a:pt x="19" y="113"/>
                  <a:pt x="19" y="113"/>
                </a:cubicBezTo>
                <a:cubicBezTo>
                  <a:pt x="17" y="114"/>
                  <a:pt x="17" y="114"/>
                  <a:pt x="17" y="114"/>
                </a:cubicBezTo>
                <a:cubicBezTo>
                  <a:pt x="16" y="114"/>
                  <a:pt x="16" y="114"/>
                  <a:pt x="16" y="114"/>
                </a:cubicBezTo>
                <a:cubicBezTo>
                  <a:pt x="15" y="114"/>
                  <a:pt x="15" y="114"/>
                  <a:pt x="15" y="114"/>
                </a:cubicBezTo>
                <a:cubicBezTo>
                  <a:pt x="15" y="114"/>
                  <a:pt x="15" y="114"/>
                  <a:pt x="15" y="114"/>
                </a:cubicBezTo>
                <a:cubicBezTo>
                  <a:pt x="14" y="113"/>
                  <a:pt x="14" y="113"/>
                  <a:pt x="14" y="113"/>
                </a:cubicBezTo>
                <a:cubicBezTo>
                  <a:pt x="12" y="116"/>
                  <a:pt x="12" y="116"/>
                  <a:pt x="12" y="116"/>
                </a:cubicBezTo>
                <a:cubicBezTo>
                  <a:pt x="14" y="117"/>
                  <a:pt x="14" y="117"/>
                  <a:pt x="14" y="117"/>
                </a:cubicBezTo>
                <a:cubicBezTo>
                  <a:pt x="14" y="116"/>
                  <a:pt x="14" y="116"/>
                  <a:pt x="14" y="116"/>
                </a:cubicBezTo>
                <a:cubicBezTo>
                  <a:pt x="16" y="117"/>
                  <a:pt x="16" y="117"/>
                  <a:pt x="16" y="117"/>
                </a:cubicBezTo>
                <a:cubicBezTo>
                  <a:pt x="17" y="119"/>
                  <a:pt x="17" y="119"/>
                  <a:pt x="17" y="119"/>
                </a:cubicBezTo>
                <a:cubicBezTo>
                  <a:pt x="19" y="119"/>
                  <a:pt x="19" y="119"/>
                  <a:pt x="19" y="119"/>
                </a:cubicBezTo>
                <a:cubicBezTo>
                  <a:pt x="20" y="118"/>
                  <a:pt x="20" y="118"/>
                  <a:pt x="20" y="118"/>
                </a:cubicBezTo>
                <a:cubicBezTo>
                  <a:pt x="19" y="117"/>
                  <a:pt x="19" y="117"/>
                  <a:pt x="19" y="117"/>
                </a:cubicBezTo>
                <a:lnTo>
                  <a:pt x="16" y="118"/>
                </a:lnTo>
                <a:close/>
                <a:moveTo>
                  <a:pt x="27" y="107"/>
                </a:moveTo>
                <a:cubicBezTo>
                  <a:pt x="27" y="106"/>
                  <a:pt x="27" y="106"/>
                  <a:pt x="27" y="106"/>
                </a:cubicBezTo>
                <a:cubicBezTo>
                  <a:pt x="30" y="107"/>
                  <a:pt x="30" y="107"/>
                  <a:pt x="30" y="107"/>
                </a:cubicBezTo>
                <a:cubicBezTo>
                  <a:pt x="29" y="105"/>
                  <a:pt x="29" y="105"/>
                  <a:pt x="29" y="105"/>
                </a:cubicBezTo>
                <a:cubicBezTo>
                  <a:pt x="28" y="103"/>
                  <a:pt x="28" y="103"/>
                  <a:pt x="28" y="103"/>
                </a:cubicBezTo>
                <a:cubicBezTo>
                  <a:pt x="29" y="101"/>
                  <a:pt x="29" y="101"/>
                  <a:pt x="29" y="101"/>
                </a:cubicBezTo>
                <a:cubicBezTo>
                  <a:pt x="30" y="101"/>
                  <a:pt x="30" y="101"/>
                  <a:pt x="30" y="101"/>
                </a:cubicBezTo>
                <a:cubicBezTo>
                  <a:pt x="29" y="103"/>
                  <a:pt x="29" y="103"/>
                  <a:pt x="29" y="103"/>
                </a:cubicBezTo>
                <a:cubicBezTo>
                  <a:pt x="30" y="106"/>
                  <a:pt x="30" y="106"/>
                  <a:pt x="30" y="106"/>
                </a:cubicBezTo>
                <a:cubicBezTo>
                  <a:pt x="32" y="106"/>
                  <a:pt x="32" y="106"/>
                  <a:pt x="32" y="106"/>
                </a:cubicBezTo>
                <a:cubicBezTo>
                  <a:pt x="34" y="104"/>
                  <a:pt x="34" y="104"/>
                  <a:pt x="34" y="104"/>
                </a:cubicBezTo>
                <a:cubicBezTo>
                  <a:pt x="32" y="102"/>
                  <a:pt x="32" y="102"/>
                  <a:pt x="32" y="102"/>
                </a:cubicBezTo>
                <a:cubicBezTo>
                  <a:pt x="34" y="103"/>
                  <a:pt x="34" y="103"/>
                  <a:pt x="34" y="103"/>
                </a:cubicBezTo>
                <a:cubicBezTo>
                  <a:pt x="36" y="102"/>
                  <a:pt x="36" y="102"/>
                  <a:pt x="36" y="102"/>
                </a:cubicBezTo>
                <a:cubicBezTo>
                  <a:pt x="35" y="100"/>
                  <a:pt x="35" y="100"/>
                  <a:pt x="35" y="100"/>
                </a:cubicBezTo>
                <a:cubicBezTo>
                  <a:pt x="31" y="100"/>
                  <a:pt x="31" y="100"/>
                  <a:pt x="31" y="100"/>
                </a:cubicBezTo>
                <a:cubicBezTo>
                  <a:pt x="33" y="99"/>
                  <a:pt x="33" y="99"/>
                  <a:pt x="33" y="99"/>
                </a:cubicBezTo>
                <a:cubicBezTo>
                  <a:pt x="33" y="100"/>
                  <a:pt x="33" y="100"/>
                  <a:pt x="33" y="100"/>
                </a:cubicBezTo>
                <a:cubicBezTo>
                  <a:pt x="35" y="98"/>
                  <a:pt x="35" y="98"/>
                  <a:pt x="35" y="98"/>
                </a:cubicBezTo>
                <a:cubicBezTo>
                  <a:pt x="35" y="96"/>
                  <a:pt x="35" y="96"/>
                  <a:pt x="35" y="96"/>
                </a:cubicBezTo>
                <a:cubicBezTo>
                  <a:pt x="38" y="97"/>
                  <a:pt x="38" y="97"/>
                  <a:pt x="38" y="97"/>
                </a:cubicBezTo>
                <a:cubicBezTo>
                  <a:pt x="40" y="96"/>
                  <a:pt x="40" y="96"/>
                  <a:pt x="40" y="96"/>
                </a:cubicBezTo>
                <a:cubicBezTo>
                  <a:pt x="40" y="95"/>
                  <a:pt x="40" y="95"/>
                  <a:pt x="40" y="95"/>
                </a:cubicBezTo>
                <a:cubicBezTo>
                  <a:pt x="38" y="96"/>
                  <a:pt x="38" y="96"/>
                  <a:pt x="38" y="96"/>
                </a:cubicBezTo>
                <a:cubicBezTo>
                  <a:pt x="37" y="96"/>
                  <a:pt x="37" y="96"/>
                  <a:pt x="37" y="96"/>
                </a:cubicBezTo>
                <a:cubicBezTo>
                  <a:pt x="36" y="95"/>
                  <a:pt x="36" y="95"/>
                  <a:pt x="36" y="95"/>
                </a:cubicBezTo>
                <a:cubicBezTo>
                  <a:pt x="38" y="93"/>
                  <a:pt x="38" y="93"/>
                  <a:pt x="38" y="93"/>
                </a:cubicBezTo>
                <a:cubicBezTo>
                  <a:pt x="38" y="93"/>
                  <a:pt x="38" y="93"/>
                  <a:pt x="38" y="93"/>
                </a:cubicBezTo>
                <a:cubicBezTo>
                  <a:pt x="40" y="92"/>
                  <a:pt x="40" y="92"/>
                  <a:pt x="40" y="92"/>
                </a:cubicBezTo>
                <a:cubicBezTo>
                  <a:pt x="39" y="91"/>
                  <a:pt x="39" y="91"/>
                  <a:pt x="39" y="91"/>
                </a:cubicBezTo>
                <a:cubicBezTo>
                  <a:pt x="40" y="89"/>
                  <a:pt x="40" y="89"/>
                  <a:pt x="40" y="89"/>
                </a:cubicBezTo>
                <a:cubicBezTo>
                  <a:pt x="39" y="87"/>
                  <a:pt x="39" y="87"/>
                  <a:pt x="39" y="87"/>
                </a:cubicBezTo>
                <a:cubicBezTo>
                  <a:pt x="38" y="86"/>
                  <a:pt x="38" y="86"/>
                  <a:pt x="38" y="86"/>
                </a:cubicBezTo>
                <a:cubicBezTo>
                  <a:pt x="36" y="88"/>
                  <a:pt x="34" y="90"/>
                  <a:pt x="31" y="91"/>
                </a:cubicBezTo>
                <a:cubicBezTo>
                  <a:pt x="29" y="91"/>
                  <a:pt x="29" y="91"/>
                  <a:pt x="29" y="91"/>
                </a:cubicBezTo>
                <a:cubicBezTo>
                  <a:pt x="27" y="93"/>
                  <a:pt x="27" y="93"/>
                  <a:pt x="27" y="93"/>
                </a:cubicBezTo>
                <a:cubicBezTo>
                  <a:pt x="28" y="95"/>
                  <a:pt x="28" y="95"/>
                  <a:pt x="28" y="95"/>
                </a:cubicBezTo>
                <a:cubicBezTo>
                  <a:pt x="29" y="97"/>
                  <a:pt x="29" y="97"/>
                  <a:pt x="29" y="97"/>
                </a:cubicBezTo>
                <a:cubicBezTo>
                  <a:pt x="29" y="97"/>
                  <a:pt x="29" y="97"/>
                  <a:pt x="29" y="97"/>
                </a:cubicBezTo>
                <a:cubicBezTo>
                  <a:pt x="28" y="96"/>
                  <a:pt x="28" y="96"/>
                  <a:pt x="28" y="96"/>
                </a:cubicBezTo>
                <a:cubicBezTo>
                  <a:pt x="26" y="97"/>
                  <a:pt x="26" y="97"/>
                  <a:pt x="26" y="97"/>
                </a:cubicBezTo>
                <a:cubicBezTo>
                  <a:pt x="25" y="96"/>
                  <a:pt x="25" y="96"/>
                  <a:pt x="25" y="96"/>
                </a:cubicBezTo>
                <a:cubicBezTo>
                  <a:pt x="26" y="95"/>
                  <a:pt x="26" y="95"/>
                  <a:pt x="26" y="95"/>
                </a:cubicBezTo>
                <a:cubicBezTo>
                  <a:pt x="23" y="94"/>
                  <a:pt x="23" y="94"/>
                  <a:pt x="23" y="94"/>
                </a:cubicBezTo>
                <a:cubicBezTo>
                  <a:pt x="23" y="96"/>
                  <a:pt x="23" y="96"/>
                  <a:pt x="23" y="96"/>
                </a:cubicBezTo>
                <a:cubicBezTo>
                  <a:pt x="23" y="96"/>
                  <a:pt x="23" y="96"/>
                  <a:pt x="23" y="96"/>
                </a:cubicBezTo>
                <a:cubicBezTo>
                  <a:pt x="22" y="96"/>
                  <a:pt x="22" y="96"/>
                  <a:pt x="22" y="96"/>
                </a:cubicBezTo>
                <a:cubicBezTo>
                  <a:pt x="21" y="98"/>
                  <a:pt x="21" y="98"/>
                  <a:pt x="21" y="98"/>
                </a:cubicBezTo>
                <a:cubicBezTo>
                  <a:pt x="22" y="100"/>
                  <a:pt x="22" y="100"/>
                  <a:pt x="22" y="100"/>
                </a:cubicBezTo>
                <a:cubicBezTo>
                  <a:pt x="23" y="100"/>
                  <a:pt x="23" y="100"/>
                  <a:pt x="23" y="100"/>
                </a:cubicBezTo>
                <a:cubicBezTo>
                  <a:pt x="22" y="101"/>
                  <a:pt x="22" y="101"/>
                  <a:pt x="22" y="101"/>
                </a:cubicBezTo>
                <a:cubicBezTo>
                  <a:pt x="25" y="101"/>
                  <a:pt x="25" y="101"/>
                  <a:pt x="25" y="101"/>
                </a:cubicBezTo>
                <a:cubicBezTo>
                  <a:pt x="22" y="102"/>
                  <a:pt x="22" y="102"/>
                  <a:pt x="22" y="102"/>
                </a:cubicBezTo>
                <a:cubicBezTo>
                  <a:pt x="21" y="103"/>
                  <a:pt x="21" y="103"/>
                  <a:pt x="21" y="103"/>
                </a:cubicBezTo>
                <a:cubicBezTo>
                  <a:pt x="23" y="104"/>
                  <a:pt x="23" y="104"/>
                  <a:pt x="23" y="104"/>
                </a:cubicBezTo>
                <a:cubicBezTo>
                  <a:pt x="26" y="105"/>
                  <a:pt x="26" y="105"/>
                  <a:pt x="26" y="105"/>
                </a:cubicBezTo>
                <a:cubicBezTo>
                  <a:pt x="26" y="106"/>
                  <a:pt x="26" y="106"/>
                  <a:pt x="26" y="106"/>
                </a:cubicBezTo>
                <a:cubicBezTo>
                  <a:pt x="24" y="106"/>
                  <a:pt x="24" y="106"/>
                  <a:pt x="24" y="106"/>
                </a:cubicBezTo>
                <a:cubicBezTo>
                  <a:pt x="24" y="107"/>
                  <a:pt x="24" y="107"/>
                  <a:pt x="24" y="107"/>
                </a:cubicBezTo>
                <a:cubicBezTo>
                  <a:pt x="21" y="109"/>
                  <a:pt x="21" y="109"/>
                  <a:pt x="21" y="109"/>
                </a:cubicBezTo>
                <a:cubicBezTo>
                  <a:pt x="23" y="112"/>
                  <a:pt x="23" y="112"/>
                  <a:pt x="23" y="112"/>
                </a:cubicBezTo>
                <a:cubicBezTo>
                  <a:pt x="25" y="111"/>
                  <a:pt x="25" y="111"/>
                  <a:pt x="25" y="111"/>
                </a:cubicBezTo>
                <a:cubicBezTo>
                  <a:pt x="26" y="109"/>
                  <a:pt x="26" y="109"/>
                  <a:pt x="26" y="109"/>
                </a:cubicBezTo>
                <a:cubicBezTo>
                  <a:pt x="28" y="108"/>
                  <a:pt x="28" y="108"/>
                  <a:pt x="28" y="108"/>
                </a:cubicBezTo>
                <a:lnTo>
                  <a:pt x="27" y="107"/>
                </a:lnTo>
                <a:close/>
                <a:moveTo>
                  <a:pt x="70" y="235"/>
                </a:moveTo>
                <a:cubicBezTo>
                  <a:pt x="69" y="235"/>
                  <a:pt x="68" y="236"/>
                  <a:pt x="68" y="237"/>
                </a:cubicBezTo>
                <a:cubicBezTo>
                  <a:pt x="67" y="238"/>
                  <a:pt x="67" y="240"/>
                  <a:pt x="66" y="242"/>
                </a:cubicBezTo>
                <a:cubicBezTo>
                  <a:pt x="67" y="241"/>
                  <a:pt x="67" y="241"/>
                  <a:pt x="67" y="241"/>
                </a:cubicBezTo>
                <a:cubicBezTo>
                  <a:pt x="69" y="242"/>
                  <a:pt x="69" y="242"/>
                  <a:pt x="69" y="242"/>
                </a:cubicBezTo>
                <a:cubicBezTo>
                  <a:pt x="70" y="241"/>
                  <a:pt x="71" y="240"/>
                  <a:pt x="72" y="239"/>
                </a:cubicBezTo>
                <a:cubicBezTo>
                  <a:pt x="74" y="238"/>
                  <a:pt x="75" y="236"/>
                  <a:pt x="76" y="235"/>
                </a:cubicBezTo>
                <a:cubicBezTo>
                  <a:pt x="75" y="233"/>
                  <a:pt x="75" y="233"/>
                  <a:pt x="75" y="233"/>
                </a:cubicBezTo>
                <a:cubicBezTo>
                  <a:pt x="74" y="232"/>
                  <a:pt x="74" y="232"/>
                  <a:pt x="74" y="232"/>
                </a:cubicBezTo>
                <a:cubicBezTo>
                  <a:pt x="75" y="230"/>
                  <a:pt x="75" y="230"/>
                  <a:pt x="75" y="230"/>
                </a:cubicBezTo>
                <a:cubicBezTo>
                  <a:pt x="73" y="231"/>
                  <a:pt x="73" y="231"/>
                  <a:pt x="73" y="231"/>
                </a:cubicBezTo>
                <a:cubicBezTo>
                  <a:pt x="71" y="232"/>
                  <a:pt x="71" y="232"/>
                  <a:pt x="71" y="232"/>
                </a:cubicBezTo>
                <a:lnTo>
                  <a:pt x="70" y="235"/>
                </a:lnTo>
                <a:close/>
                <a:moveTo>
                  <a:pt x="18" y="208"/>
                </a:moveTo>
                <a:cubicBezTo>
                  <a:pt x="17" y="209"/>
                  <a:pt x="17" y="209"/>
                  <a:pt x="17" y="209"/>
                </a:cubicBezTo>
                <a:cubicBezTo>
                  <a:pt x="17" y="210"/>
                  <a:pt x="17" y="210"/>
                  <a:pt x="17" y="210"/>
                </a:cubicBezTo>
                <a:cubicBezTo>
                  <a:pt x="16" y="212"/>
                  <a:pt x="16" y="212"/>
                  <a:pt x="16" y="212"/>
                </a:cubicBezTo>
                <a:cubicBezTo>
                  <a:pt x="16" y="214"/>
                  <a:pt x="16" y="214"/>
                  <a:pt x="16" y="214"/>
                </a:cubicBezTo>
                <a:cubicBezTo>
                  <a:pt x="14" y="216"/>
                  <a:pt x="14" y="216"/>
                  <a:pt x="14" y="216"/>
                </a:cubicBezTo>
                <a:cubicBezTo>
                  <a:pt x="14" y="218"/>
                  <a:pt x="14" y="218"/>
                  <a:pt x="14" y="218"/>
                </a:cubicBezTo>
                <a:cubicBezTo>
                  <a:pt x="12" y="217"/>
                  <a:pt x="12" y="217"/>
                  <a:pt x="12" y="217"/>
                </a:cubicBezTo>
                <a:cubicBezTo>
                  <a:pt x="10" y="219"/>
                  <a:pt x="10" y="219"/>
                  <a:pt x="10" y="219"/>
                </a:cubicBezTo>
                <a:cubicBezTo>
                  <a:pt x="8" y="218"/>
                  <a:pt x="8" y="218"/>
                  <a:pt x="8" y="218"/>
                </a:cubicBezTo>
                <a:cubicBezTo>
                  <a:pt x="6" y="219"/>
                  <a:pt x="6" y="219"/>
                  <a:pt x="6" y="219"/>
                </a:cubicBezTo>
                <a:cubicBezTo>
                  <a:pt x="6" y="220"/>
                  <a:pt x="6" y="220"/>
                  <a:pt x="6" y="220"/>
                </a:cubicBezTo>
                <a:cubicBezTo>
                  <a:pt x="9" y="222"/>
                  <a:pt x="9" y="222"/>
                  <a:pt x="9" y="222"/>
                </a:cubicBezTo>
                <a:cubicBezTo>
                  <a:pt x="10" y="221"/>
                  <a:pt x="10" y="221"/>
                  <a:pt x="10" y="221"/>
                </a:cubicBezTo>
                <a:cubicBezTo>
                  <a:pt x="7" y="224"/>
                  <a:pt x="7" y="224"/>
                  <a:pt x="7" y="224"/>
                </a:cubicBezTo>
                <a:cubicBezTo>
                  <a:pt x="6" y="224"/>
                  <a:pt x="6" y="224"/>
                  <a:pt x="6" y="224"/>
                </a:cubicBezTo>
                <a:cubicBezTo>
                  <a:pt x="4" y="224"/>
                  <a:pt x="4" y="224"/>
                  <a:pt x="4" y="224"/>
                </a:cubicBezTo>
                <a:cubicBezTo>
                  <a:pt x="3" y="225"/>
                  <a:pt x="3" y="225"/>
                  <a:pt x="3" y="225"/>
                </a:cubicBezTo>
                <a:cubicBezTo>
                  <a:pt x="0" y="226"/>
                  <a:pt x="0" y="226"/>
                  <a:pt x="0" y="226"/>
                </a:cubicBezTo>
                <a:cubicBezTo>
                  <a:pt x="2" y="229"/>
                  <a:pt x="2" y="229"/>
                  <a:pt x="2" y="229"/>
                </a:cubicBezTo>
                <a:cubicBezTo>
                  <a:pt x="3" y="230"/>
                  <a:pt x="3" y="230"/>
                  <a:pt x="3" y="230"/>
                </a:cubicBezTo>
                <a:cubicBezTo>
                  <a:pt x="4" y="232"/>
                  <a:pt x="4" y="232"/>
                  <a:pt x="4" y="232"/>
                </a:cubicBezTo>
                <a:cubicBezTo>
                  <a:pt x="6" y="232"/>
                  <a:pt x="6" y="232"/>
                  <a:pt x="6" y="232"/>
                </a:cubicBezTo>
                <a:cubicBezTo>
                  <a:pt x="6" y="235"/>
                  <a:pt x="6" y="235"/>
                  <a:pt x="6" y="235"/>
                </a:cubicBezTo>
                <a:cubicBezTo>
                  <a:pt x="7" y="235"/>
                  <a:pt x="7" y="235"/>
                  <a:pt x="7" y="235"/>
                </a:cubicBezTo>
                <a:cubicBezTo>
                  <a:pt x="9" y="236"/>
                  <a:pt x="9" y="236"/>
                  <a:pt x="9" y="236"/>
                </a:cubicBezTo>
                <a:cubicBezTo>
                  <a:pt x="11" y="238"/>
                  <a:pt x="11" y="238"/>
                  <a:pt x="11" y="238"/>
                </a:cubicBezTo>
                <a:cubicBezTo>
                  <a:pt x="13" y="238"/>
                  <a:pt x="13" y="238"/>
                  <a:pt x="13" y="238"/>
                </a:cubicBezTo>
                <a:cubicBezTo>
                  <a:pt x="15" y="238"/>
                  <a:pt x="15" y="238"/>
                  <a:pt x="15" y="238"/>
                </a:cubicBezTo>
                <a:cubicBezTo>
                  <a:pt x="16" y="239"/>
                  <a:pt x="16" y="239"/>
                  <a:pt x="16" y="239"/>
                </a:cubicBezTo>
                <a:cubicBezTo>
                  <a:pt x="17" y="239"/>
                  <a:pt x="17" y="239"/>
                  <a:pt x="17" y="239"/>
                </a:cubicBezTo>
                <a:cubicBezTo>
                  <a:pt x="17" y="238"/>
                  <a:pt x="17" y="238"/>
                  <a:pt x="17" y="238"/>
                </a:cubicBezTo>
                <a:cubicBezTo>
                  <a:pt x="18" y="237"/>
                  <a:pt x="18" y="237"/>
                  <a:pt x="18" y="237"/>
                </a:cubicBezTo>
                <a:cubicBezTo>
                  <a:pt x="18" y="238"/>
                  <a:pt x="18" y="238"/>
                  <a:pt x="18" y="238"/>
                </a:cubicBezTo>
                <a:cubicBezTo>
                  <a:pt x="19" y="236"/>
                  <a:pt x="19" y="236"/>
                  <a:pt x="19" y="236"/>
                </a:cubicBezTo>
                <a:cubicBezTo>
                  <a:pt x="21" y="236"/>
                  <a:pt x="21" y="236"/>
                  <a:pt x="21" y="236"/>
                </a:cubicBezTo>
                <a:cubicBezTo>
                  <a:pt x="21" y="235"/>
                  <a:pt x="21" y="235"/>
                  <a:pt x="21" y="235"/>
                </a:cubicBezTo>
                <a:cubicBezTo>
                  <a:pt x="20" y="233"/>
                  <a:pt x="20" y="233"/>
                  <a:pt x="20" y="233"/>
                </a:cubicBezTo>
                <a:cubicBezTo>
                  <a:pt x="20" y="232"/>
                  <a:pt x="20" y="232"/>
                  <a:pt x="20" y="232"/>
                </a:cubicBezTo>
                <a:cubicBezTo>
                  <a:pt x="22" y="231"/>
                  <a:pt x="22" y="231"/>
                  <a:pt x="22" y="231"/>
                </a:cubicBezTo>
                <a:cubicBezTo>
                  <a:pt x="23" y="229"/>
                  <a:pt x="23" y="229"/>
                  <a:pt x="23" y="229"/>
                </a:cubicBezTo>
                <a:cubicBezTo>
                  <a:pt x="25" y="230"/>
                  <a:pt x="25" y="230"/>
                  <a:pt x="25" y="230"/>
                </a:cubicBezTo>
                <a:cubicBezTo>
                  <a:pt x="25" y="230"/>
                  <a:pt x="26" y="231"/>
                  <a:pt x="27" y="232"/>
                </a:cubicBezTo>
                <a:cubicBezTo>
                  <a:pt x="27" y="233"/>
                  <a:pt x="28" y="235"/>
                  <a:pt x="28" y="237"/>
                </a:cubicBezTo>
                <a:cubicBezTo>
                  <a:pt x="30" y="237"/>
                  <a:pt x="30" y="237"/>
                  <a:pt x="30" y="237"/>
                </a:cubicBezTo>
                <a:cubicBezTo>
                  <a:pt x="31" y="238"/>
                  <a:pt x="31" y="238"/>
                  <a:pt x="31" y="238"/>
                </a:cubicBezTo>
                <a:cubicBezTo>
                  <a:pt x="30" y="241"/>
                  <a:pt x="30" y="241"/>
                  <a:pt x="30" y="241"/>
                </a:cubicBezTo>
                <a:cubicBezTo>
                  <a:pt x="32" y="242"/>
                  <a:pt x="32" y="242"/>
                  <a:pt x="32" y="242"/>
                </a:cubicBezTo>
                <a:cubicBezTo>
                  <a:pt x="34" y="242"/>
                  <a:pt x="34" y="242"/>
                  <a:pt x="34" y="242"/>
                </a:cubicBezTo>
                <a:cubicBezTo>
                  <a:pt x="37" y="242"/>
                  <a:pt x="37" y="242"/>
                  <a:pt x="37" y="242"/>
                </a:cubicBezTo>
                <a:cubicBezTo>
                  <a:pt x="37" y="239"/>
                  <a:pt x="38" y="241"/>
                  <a:pt x="41" y="241"/>
                </a:cubicBezTo>
                <a:cubicBezTo>
                  <a:pt x="41" y="242"/>
                  <a:pt x="41" y="242"/>
                  <a:pt x="41" y="242"/>
                </a:cubicBezTo>
                <a:cubicBezTo>
                  <a:pt x="44" y="243"/>
                  <a:pt x="44" y="243"/>
                  <a:pt x="44" y="243"/>
                </a:cubicBezTo>
                <a:cubicBezTo>
                  <a:pt x="45" y="242"/>
                  <a:pt x="46" y="242"/>
                  <a:pt x="47" y="241"/>
                </a:cubicBezTo>
                <a:cubicBezTo>
                  <a:pt x="47" y="240"/>
                  <a:pt x="47" y="237"/>
                  <a:pt x="48" y="237"/>
                </a:cubicBezTo>
                <a:cubicBezTo>
                  <a:pt x="48" y="236"/>
                  <a:pt x="51" y="236"/>
                  <a:pt x="51" y="236"/>
                </a:cubicBezTo>
                <a:cubicBezTo>
                  <a:pt x="52" y="237"/>
                  <a:pt x="52" y="237"/>
                  <a:pt x="52" y="237"/>
                </a:cubicBezTo>
                <a:cubicBezTo>
                  <a:pt x="54" y="235"/>
                  <a:pt x="54" y="235"/>
                  <a:pt x="54" y="235"/>
                </a:cubicBezTo>
                <a:cubicBezTo>
                  <a:pt x="54" y="232"/>
                  <a:pt x="54" y="232"/>
                  <a:pt x="54" y="232"/>
                </a:cubicBezTo>
                <a:cubicBezTo>
                  <a:pt x="54" y="232"/>
                  <a:pt x="54" y="232"/>
                  <a:pt x="54" y="232"/>
                </a:cubicBezTo>
                <a:cubicBezTo>
                  <a:pt x="51" y="233"/>
                  <a:pt x="51" y="233"/>
                  <a:pt x="51" y="233"/>
                </a:cubicBezTo>
                <a:cubicBezTo>
                  <a:pt x="53" y="231"/>
                  <a:pt x="53" y="229"/>
                  <a:pt x="53" y="227"/>
                </a:cubicBezTo>
                <a:cubicBezTo>
                  <a:pt x="51" y="226"/>
                  <a:pt x="51" y="226"/>
                  <a:pt x="51" y="226"/>
                </a:cubicBezTo>
                <a:cubicBezTo>
                  <a:pt x="51" y="225"/>
                  <a:pt x="51" y="225"/>
                  <a:pt x="51" y="225"/>
                </a:cubicBezTo>
                <a:cubicBezTo>
                  <a:pt x="53" y="225"/>
                  <a:pt x="53" y="225"/>
                  <a:pt x="53" y="225"/>
                </a:cubicBezTo>
                <a:cubicBezTo>
                  <a:pt x="54" y="227"/>
                  <a:pt x="54" y="227"/>
                  <a:pt x="54" y="227"/>
                </a:cubicBezTo>
                <a:cubicBezTo>
                  <a:pt x="54" y="228"/>
                  <a:pt x="54" y="228"/>
                  <a:pt x="54" y="228"/>
                </a:cubicBezTo>
                <a:cubicBezTo>
                  <a:pt x="54" y="231"/>
                  <a:pt x="54" y="231"/>
                  <a:pt x="54" y="231"/>
                </a:cubicBezTo>
                <a:cubicBezTo>
                  <a:pt x="54" y="232"/>
                  <a:pt x="55" y="232"/>
                  <a:pt x="55" y="233"/>
                </a:cubicBezTo>
                <a:cubicBezTo>
                  <a:pt x="56" y="232"/>
                  <a:pt x="57" y="230"/>
                  <a:pt x="57" y="229"/>
                </a:cubicBezTo>
                <a:cubicBezTo>
                  <a:pt x="57" y="228"/>
                  <a:pt x="56" y="227"/>
                  <a:pt x="56" y="225"/>
                </a:cubicBezTo>
                <a:cubicBezTo>
                  <a:pt x="55" y="224"/>
                  <a:pt x="55" y="224"/>
                  <a:pt x="55" y="224"/>
                </a:cubicBezTo>
                <a:cubicBezTo>
                  <a:pt x="55" y="222"/>
                  <a:pt x="55" y="222"/>
                  <a:pt x="55" y="222"/>
                </a:cubicBezTo>
                <a:cubicBezTo>
                  <a:pt x="54" y="222"/>
                  <a:pt x="54" y="222"/>
                  <a:pt x="54" y="222"/>
                </a:cubicBezTo>
                <a:cubicBezTo>
                  <a:pt x="52" y="222"/>
                  <a:pt x="52" y="222"/>
                  <a:pt x="52" y="222"/>
                </a:cubicBezTo>
                <a:cubicBezTo>
                  <a:pt x="51" y="222"/>
                  <a:pt x="51" y="222"/>
                  <a:pt x="51" y="222"/>
                </a:cubicBezTo>
                <a:cubicBezTo>
                  <a:pt x="49" y="222"/>
                  <a:pt x="49" y="222"/>
                  <a:pt x="49" y="222"/>
                </a:cubicBezTo>
                <a:cubicBezTo>
                  <a:pt x="47" y="224"/>
                  <a:pt x="47" y="224"/>
                  <a:pt x="47" y="224"/>
                </a:cubicBezTo>
                <a:cubicBezTo>
                  <a:pt x="47" y="223"/>
                  <a:pt x="47" y="223"/>
                  <a:pt x="47" y="223"/>
                </a:cubicBezTo>
                <a:cubicBezTo>
                  <a:pt x="49" y="221"/>
                  <a:pt x="49" y="221"/>
                  <a:pt x="49" y="221"/>
                </a:cubicBezTo>
                <a:cubicBezTo>
                  <a:pt x="51" y="220"/>
                  <a:pt x="51" y="220"/>
                  <a:pt x="51" y="220"/>
                </a:cubicBezTo>
                <a:cubicBezTo>
                  <a:pt x="52" y="219"/>
                  <a:pt x="52" y="219"/>
                  <a:pt x="52" y="219"/>
                </a:cubicBezTo>
                <a:cubicBezTo>
                  <a:pt x="52" y="217"/>
                  <a:pt x="52" y="217"/>
                  <a:pt x="52" y="217"/>
                </a:cubicBezTo>
                <a:cubicBezTo>
                  <a:pt x="51" y="216"/>
                  <a:pt x="51" y="216"/>
                  <a:pt x="51" y="216"/>
                </a:cubicBezTo>
                <a:cubicBezTo>
                  <a:pt x="50" y="216"/>
                  <a:pt x="50" y="216"/>
                  <a:pt x="50" y="216"/>
                </a:cubicBezTo>
                <a:cubicBezTo>
                  <a:pt x="51" y="217"/>
                  <a:pt x="51" y="217"/>
                  <a:pt x="51" y="217"/>
                </a:cubicBezTo>
                <a:cubicBezTo>
                  <a:pt x="49" y="217"/>
                  <a:pt x="49" y="213"/>
                  <a:pt x="47" y="212"/>
                </a:cubicBezTo>
                <a:cubicBezTo>
                  <a:pt x="46" y="211"/>
                  <a:pt x="46" y="211"/>
                  <a:pt x="46" y="211"/>
                </a:cubicBezTo>
                <a:cubicBezTo>
                  <a:pt x="46" y="209"/>
                  <a:pt x="46" y="209"/>
                  <a:pt x="46" y="209"/>
                </a:cubicBezTo>
                <a:cubicBezTo>
                  <a:pt x="45" y="208"/>
                  <a:pt x="45" y="208"/>
                  <a:pt x="45" y="208"/>
                </a:cubicBezTo>
                <a:cubicBezTo>
                  <a:pt x="45" y="205"/>
                  <a:pt x="45" y="205"/>
                  <a:pt x="45" y="205"/>
                </a:cubicBezTo>
                <a:cubicBezTo>
                  <a:pt x="44" y="203"/>
                  <a:pt x="44" y="203"/>
                  <a:pt x="44" y="203"/>
                </a:cubicBezTo>
                <a:cubicBezTo>
                  <a:pt x="43" y="203"/>
                  <a:pt x="43" y="203"/>
                  <a:pt x="43" y="203"/>
                </a:cubicBezTo>
                <a:cubicBezTo>
                  <a:pt x="41" y="203"/>
                  <a:pt x="41" y="203"/>
                  <a:pt x="41" y="203"/>
                </a:cubicBezTo>
                <a:cubicBezTo>
                  <a:pt x="39" y="202"/>
                  <a:pt x="39" y="202"/>
                  <a:pt x="39" y="202"/>
                </a:cubicBezTo>
                <a:cubicBezTo>
                  <a:pt x="38" y="202"/>
                  <a:pt x="38" y="202"/>
                  <a:pt x="38" y="202"/>
                </a:cubicBezTo>
                <a:cubicBezTo>
                  <a:pt x="37" y="202"/>
                  <a:pt x="37" y="202"/>
                  <a:pt x="37" y="202"/>
                </a:cubicBezTo>
                <a:cubicBezTo>
                  <a:pt x="35" y="203"/>
                  <a:pt x="35" y="203"/>
                  <a:pt x="35" y="203"/>
                </a:cubicBezTo>
                <a:cubicBezTo>
                  <a:pt x="33" y="203"/>
                  <a:pt x="33" y="203"/>
                  <a:pt x="33" y="203"/>
                </a:cubicBezTo>
                <a:cubicBezTo>
                  <a:pt x="31" y="204"/>
                  <a:pt x="31" y="204"/>
                  <a:pt x="31" y="204"/>
                </a:cubicBezTo>
                <a:cubicBezTo>
                  <a:pt x="28" y="204"/>
                  <a:pt x="28" y="204"/>
                  <a:pt x="28" y="204"/>
                </a:cubicBezTo>
                <a:cubicBezTo>
                  <a:pt x="28" y="204"/>
                  <a:pt x="27" y="203"/>
                  <a:pt x="27" y="203"/>
                </a:cubicBezTo>
                <a:cubicBezTo>
                  <a:pt x="26" y="204"/>
                  <a:pt x="26" y="206"/>
                  <a:pt x="25" y="207"/>
                </a:cubicBezTo>
                <a:cubicBezTo>
                  <a:pt x="24" y="208"/>
                  <a:pt x="24" y="208"/>
                  <a:pt x="24" y="208"/>
                </a:cubicBezTo>
                <a:cubicBezTo>
                  <a:pt x="21" y="207"/>
                  <a:pt x="21" y="207"/>
                  <a:pt x="21" y="207"/>
                </a:cubicBezTo>
                <a:lnTo>
                  <a:pt x="18" y="208"/>
                </a:ln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5" name="Freeform 583"/>
          <p:cNvSpPr>
            <a:spLocks noEditPoints="1"/>
          </p:cNvSpPr>
          <p:nvPr/>
        </p:nvSpPr>
        <p:spPr bwMode="auto">
          <a:xfrm>
            <a:off x="9802813" y="5453538"/>
            <a:ext cx="668338" cy="684213"/>
          </a:xfrm>
          <a:custGeom>
            <a:avLst/>
            <a:gdLst>
              <a:gd name="T0" fmla="*/ 88 w 169"/>
              <a:gd name="T1" fmla="*/ 36 h 173"/>
              <a:gd name="T2" fmla="*/ 59 w 169"/>
              <a:gd name="T3" fmla="*/ 34 h 173"/>
              <a:gd name="T4" fmla="*/ 66 w 169"/>
              <a:gd name="T5" fmla="*/ 77 h 173"/>
              <a:gd name="T6" fmla="*/ 68 w 169"/>
              <a:gd name="T7" fmla="*/ 113 h 173"/>
              <a:gd name="T8" fmla="*/ 50 w 169"/>
              <a:gd name="T9" fmla="*/ 122 h 173"/>
              <a:gd name="T10" fmla="*/ 52 w 169"/>
              <a:gd name="T11" fmla="*/ 91 h 173"/>
              <a:gd name="T12" fmla="*/ 32 w 169"/>
              <a:gd name="T13" fmla="*/ 87 h 173"/>
              <a:gd name="T14" fmla="*/ 14 w 169"/>
              <a:gd name="T15" fmla="*/ 62 h 173"/>
              <a:gd name="T16" fmla="*/ 36 w 169"/>
              <a:gd name="T17" fmla="*/ 22 h 173"/>
              <a:gd name="T18" fmla="*/ 98 w 169"/>
              <a:gd name="T19" fmla="*/ 9 h 173"/>
              <a:gd name="T20" fmla="*/ 144 w 169"/>
              <a:gd name="T21" fmla="*/ 159 h 173"/>
              <a:gd name="T22" fmla="*/ 121 w 169"/>
              <a:gd name="T23" fmla="*/ 136 h 173"/>
              <a:gd name="T24" fmla="*/ 106 w 169"/>
              <a:gd name="T25" fmla="*/ 131 h 173"/>
              <a:gd name="T26" fmla="*/ 98 w 169"/>
              <a:gd name="T27" fmla="*/ 125 h 173"/>
              <a:gd name="T28" fmla="*/ 148 w 169"/>
              <a:gd name="T29" fmla="*/ 122 h 173"/>
              <a:gd name="T30" fmla="*/ 147 w 169"/>
              <a:gd name="T31" fmla="*/ 119 h 173"/>
              <a:gd name="T32" fmla="*/ 142 w 169"/>
              <a:gd name="T33" fmla="*/ 118 h 173"/>
              <a:gd name="T34" fmla="*/ 146 w 169"/>
              <a:gd name="T35" fmla="*/ 113 h 173"/>
              <a:gd name="T36" fmla="*/ 137 w 169"/>
              <a:gd name="T37" fmla="*/ 112 h 173"/>
              <a:gd name="T38" fmla="*/ 101 w 169"/>
              <a:gd name="T39" fmla="*/ 106 h 173"/>
              <a:gd name="T40" fmla="*/ 150 w 169"/>
              <a:gd name="T41" fmla="*/ 156 h 173"/>
              <a:gd name="T42" fmla="*/ 149 w 169"/>
              <a:gd name="T43" fmla="*/ 158 h 173"/>
              <a:gd name="T44" fmla="*/ 160 w 169"/>
              <a:gd name="T45" fmla="*/ 139 h 173"/>
              <a:gd name="T46" fmla="*/ 115 w 169"/>
              <a:gd name="T47" fmla="*/ 136 h 173"/>
              <a:gd name="T48" fmla="*/ 152 w 169"/>
              <a:gd name="T49" fmla="*/ 133 h 173"/>
              <a:gd name="T50" fmla="*/ 160 w 169"/>
              <a:gd name="T51" fmla="*/ 130 h 173"/>
              <a:gd name="T52" fmla="*/ 97 w 169"/>
              <a:gd name="T53" fmla="*/ 128 h 173"/>
              <a:gd name="T54" fmla="*/ 144 w 169"/>
              <a:gd name="T55" fmla="*/ 128 h 173"/>
              <a:gd name="T56" fmla="*/ 127 w 169"/>
              <a:gd name="T57" fmla="*/ 123 h 173"/>
              <a:gd name="T58" fmla="*/ 145 w 169"/>
              <a:gd name="T59" fmla="*/ 121 h 173"/>
              <a:gd name="T60" fmla="*/ 112 w 169"/>
              <a:gd name="T61" fmla="*/ 117 h 173"/>
              <a:gd name="T62" fmla="*/ 95 w 169"/>
              <a:gd name="T63" fmla="*/ 112 h 173"/>
              <a:gd name="T64" fmla="*/ 114 w 169"/>
              <a:gd name="T65" fmla="*/ 109 h 173"/>
              <a:gd name="T66" fmla="*/ 110 w 169"/>
              <a:gd name="T67" fmla="*/ 105 h 173"/>
              <a:gd name="T68" fmla="*/ 94 w 169"/>
              <a:gd name="T69" fmla="*/ 105 h 173"/>
              <a:gd name="T70" fmla="*/ 103 w 169"/>
              <a:gd name="T71" fmla="*/ 101 h 173"/>
              <a:gd name="T72" fmla="*/ 116 w 169"/>
              <a:gd name="T73" fmla="*/ 82 h 173"/>
              <a:gd name="T74" fmla="*/ 129 w 169"/>
              <a:gd name="T75" fmla="*/ 104 h 173"/>
              <a:gd name="T76" fmla="*/ 140 w 169"/>
              <a:gd name="T77" fmla="*/ 103 h 173"/>
              <a:gd name="T78" fmla="*/ 123 w 169"/>
              <a:gd name="T79" fmla="*/ 83 h 173"/>
              <a:gd name="T80" fmla="*/ 127 w 169"/>
              <a:gd name="T81" fmla="*/ 89 h 173"/>
              <a:gd name="T82" fmla="*/ 123 w 169"/>
              <a:gd name="T83" fmla="*/ 63 h 173"/>
              <a:gd name="T84" fmla="*/ 133 w 169"/>
              <a:gd name="T85" fmla="*/ 67 h 173"/>
              <a:gd name="T86" fmla="*/ 114 w 169"/>
              <a:gd name="T87" fmla="*/ 44 h 173"/>
              <a:gd name="T88" fmla="*/ 109 w 169"/>
              <a:gd name="T89" fmla="*/ 49 h 173"/>
              <a:gd name="T90" fmla="*/ 93 w 169"/>
              <a:gd name="T91" fmla="*/ 98 h 173"/>
              <a:gd name="T92" fmla="*/ 98 w 169"/>
              <a:gd name="T93" fmla="*/ 74 h 173"/>
              <a:gd name="T94" fmla="*/ 75 w 169"/>
              <a:gd name="T95" fmla="*/ 71 h 173"/>
              <a:gd name="T96" fmla="*/ 79 w 169"/>
              <a:gd name="T97" fmla="*/ 83 h 173"/>
              <a:gd name="T98" fmla="*/ 89 w 169"/>
              <a:gd name="T99" fmla="*/ 92 h 173"/>
              <a:gd name="T100" fmla="*/ 93 w 169"/>
              <a:gd name="T101" fmla="*/ 91 h 173"/>
              <a:gd name="T102" fmla="*/ 85 w 169"/>
              <a:gd name="T103" fmla="*/ 78 h 173"/>
              <a:gd name="T104" fmla="*/ 127 w 169"/>
              <a:gd name="T105" fmla="*/ 170 h 173"/>
              <a:gd name="T106" fmla="*/ 95 w 169"/>
              <a:gd name="T107" fmla="*/ 165 h 173"/>
              <a:gd name="T108" fmla="*/ 129 w 169"/>
              <a:gd name="T109" fmla="*/ 167 h 173"/>
              <a:gd name="T110" fmla="*/ 122 w 169"/>
              <a:gd name="T111" fmla="*/ 164 h 173"/>
              <a:gd name="T112" fmla="*/ 100 w 169"/>
              <a:gd name="T113" fmla="*/ 158 h 173"/>
              <a:gd name="T114" fmla="*/ 82 w 169"/>
              <a:gd name="T115" fmla="*/ 155 h 173"/>
              <a:gd name="T116" fmla="*/ 77 w 169"/>
              <a:gd name="T117" fmla="*/ 160 h 173"/>
              <a:gd name="T118" fmla="*/ 18 w 169"/>
              <a:gd name="T119" fmla="*/ 86 h 173"/>
              <a:gd name="T120" fmla="*/ 4 w 169"/>
              <a:gd name="T121" fmla="*/ 55 h 173"/>
              <a:gd name="T122" fmla="*/ 118 w 169"/>
              <a:gd name="T123" fmla="*/ 3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 h="173">
                <a:moveTo>
                  <a:pt x="127" y="26"/>
                </a:moveTo>
                <a:cubicBezTo>
                  <a:pt x="127" y="26"/>
                  <a:pt x="126" y="26"/>
                  <a:pt x="126" y="26"/>
                </a:cubicBezTo>
                <a:cubicBezTo>
                  <a:pt x="126" y="23"/>
                  <a:pt x="122" y="23"/>
                  <a:pt x="120" y="23"/>
                </a:cubicBezTo>
                <a:cubicBezTo>
                  <a:pt x="117" y="22"/>
                  <a:pt x="114" y="21"/>
                  <a:pt x="111" y="21"/>
                </a:cubicBezTo>
                <a:cubicBezTo>
                  <a:pt x="110" y="21"/>
                  <a:pt x="109" y="21"/>
                  <a:pt x="108" y="20"/>
                </a:cubicBezTo>
                <a:cubicBezTo>
                  <a:pt x="107" y="20"/>
                  <a:pt x="107" y="19"/>
                  <a:pt x="106" y="19"/>
                </a:cubicBezTo>
                <a:cubicBezTo>
                  <a:pt x="105" y="20"/>
                  <a:pt x="105" y="21"/>
                  <a:pt x="104" y="21"/>
                </a:cubicBezTo>
                <a:cubicBezTo>
                  <a:pt x="103" y="22"/>
                  <a:pt x="102" y="23"/>
                  <a:pt x="101" y="23"/>
                </a:cubicBezTo>
                <a:cubicBezTo>
                  <a:pt x="99" y="23"/>
                  <a:pt x="98" y="21"/>
                  <a:pt x="96" y="21"/>
                </a:cubicBezTo>
                <a:cubicBezTo>
                  <a:pt x="93" y="21"/>
                  <a:pt x="94" y="23"/>
                  <a:pt x="92" y="25"/>
                </a:cubicBezTo>
                <a:cubicBezTo>
                  <a:pt x="90" y="26"/>
                  <a:pt x="88" y="26"/>
                  <a:pt x="86" y="26"/>
                </a:cubicBezTo>
                <a:cubicBezTo>
                  <a:pt x="84" y="25"/>
                  <a:pt x="81" y="24"/>
                  <a:pt x="81" y="26"/>
                </a:cubicBezTo>
                <a:cubicBezTo>
                  <a:pt x="80" y="27"/>
                  <a:pt x="81" y="29"/>
                  <a:pt x="81" y="29"/>
                </a:cubicBezTo>
                <a:cubicBezTo>
                  <a:pt x="82" y="30"/>
                  <a:pt x="83" y="30"/>
                  <a:pt x="83" y="30"/>
                </a:cubicBezTo>
                <a:cubicBezTo>
                  <a:pt x="86" y="32"/>
                  <a:pt x="82" y="33"/>
                  <a:pt x="83" y="35"/>
                </a:cubicBezTo>
                <a:cubicBezTo>
                  <a:pt x="85" y="37"/>
                  <a:pt x="85" y="33"/>
                  <a:pt x="87" y="34"/>
                </a:cubicBezTo>
                <a:cubicBezTo>
                  <a:pt x="87" y="34"/>
                  <a:pt x="88" y="36"/>
                  <a:pt x="88" y="36"/>
                </a:cubicBezTo>
                <a:cubicBezTo>
                  <a:pt x="89" y="37"/>
                  <a:pt x="91" y="37"/>
                  <a:pt x="92" y="39"/>
                </a:cubicBezTo>
                <a:cubicBezTo>
                  <a:pt x="93" y="39"/>
                  <a:pt x="94" y="41"/>
                  <a:pt x="92" y="41"/>
                </a:cubicBezTo>
                <a:cubicBezTo>
                  <a:pt x="91" y="41"/>
                  <a:pt x="90" y="39"/>
                  <a:pt x="89" y="39"/>
                </a:cubicBezTo>
                <a:cubicBezTo>
                  <a:pt x="88" y="38"/>
                  <a:pt x="87" y="38"/>
                  <a:pt x="86" y="37"/>
                </a:cubicBezTo>
                <a:cubicBezTo>
                  <a:pt x="85" y="36"/>
                  <a:pt x="81" y="35"/>
                  <a:pt x="81" y="38"/>
                </a:cubicBezTo>
                <a:cubicBezTo>
                  <a:pt x="81" y="40"/>
                  <a:pt x="84" y="41"/>
                  <a:pt x="85" y="42"/>
                </a:cubicBezTo>
                <a:cubicBezTo>
                  <a:pt x="86" y="43"/>
                  <a:pt x="86" y="47"/>
                  <a:pt x="84" y="45"/>
                </a:cubicBezTo>
                <a:cubicBezTo>
                  <a:pt x="81" y="43"/>
                  <a:pt x="81" y="40"/>
                  <a:pt x="78" y="39"/>
                </a:cubicBezTo>
                <a:cubicBezTo>
                  <a:pt x="76" y="39"/>
                  <a:pt x="72" y="38"/>
                  <a:pt x="74" y="41"/>
                </a:cubicBezTo>
                <a:cubicBezTo>
                  <a:pt x="75" y="44"/>
                  <a:pt x="79" y="44"/>
                  <a:pt x="80" y="48"/>
                </a:cubicBezTo>
                <a:cubicBezTo>
                  <a:pt x="79" y="48"/>
                  <a:pt x="75" y="46"/>
                  <a:pt x="74" y="46"/>
                </a:cubicBezTo>
                <a:cubicBezTo>
                  <a:pt x="72" y="44"/>
                  <a:pt x="72" y="42"/>
                  <a:pt x="72" y="40"/>
                </a:cubicBezTo>
                <a:cubicBezTo>
                  <a:pt x="71" y="36"/>
                  <a:pt x="68" y="38"/>
                  <a:pt x="65" y="36"/>
                </a:cubicBezTo>
                <a:cubicBezTo>
                  <a:pt x="63" y="34"/>
                  <a:pt x="64" y="33"/>
                  <a:pt x="65" y="32"/>
                </a:cubicBezTo>
                <a:cubicBezTo>
                  <a:pt x="65" y="31"/>
                  <a:pt x="66" y="29"/>
                  <a:pt x="64" y="29"/>
                </a:cubicBezTo>
                <a:cubicBezTo>
                  <a:pt x="62" y="29"/>
                  <a:pt x="62" y="31"/>
                  <a:pt x="61" y="32"/>
                </a:cubicBezTo>
                <a:cubicBezTo>
                  <a:pt x="60" y="33"/>
                  <a:pt x="59" y="32"/>
                  <a:pt x="59" y="34"/>
                </a:cubicBezTo>
                <a:cubicBezTo>
                  <a:pt x="59" y="35"/>
                  <a:pt x="59" y="36"/>
                  <a:pt x="60" y="36"/>
                </a:cubicBezTo>
                <a:cubicBezTo>
                  <a:pt x="60" y="37"/>
                  <a:pt x="59" y="38"/>
                  <a:pt x="59" y="39"/>
                </a:cubicBezTo>
                <a:cubicBezTo>
                  <a:pt x="58" y="41"/>
                  <a:pt x="58" y="43"/>
                  <a:pt x="59" y="45"/>
                </a:cubicBezTo>
                <a:cubicBezTo>
                  <a:pt x="60" y="46"/>
                  <a:pt x="61" y="48"/>
                  <a:pt x="62" y="49"/>
                </a:cubicBezTo>
                <a:cubicBezTo>
                  <a:pt x="63" y="51"/>
                  <a:pt x="64" y="51"/>
                  <a:pt x="64" y="53"/>
                </a:cubicBezTo>
                <a:cubicBezTo>
                  <a:pt x="65" y="57"/>
                  <a:pt x="69" y="58"/>
                  <a:pt x="71" y="61"/>
                </a:cubicBezTo>
                <a:cubicBezTo>
                  <a:pt x="72" y="62"/>
                  <a:pt x="73" y="64"/>
                  <a:pt x="73" y="66"/>
                </a:cubicBezTo>
                <a:cubicBezTo>
                  <a:pt x="72" y="67"/>
                  <a:pt x="70" y="68"/>
                  <a:pt x="69" y="67"/>
                </a:cubicBezTo>
                <a:cubicBezTo>
                  <a:pt x="69" y="67"/>
                  <a:pt x="70" y="66"/>
                  <a:pt x="70" y="66"/>
                </a:cubicBezTo>
                <a:cubicBezTo>
                  <a:pt x="70" y="65"/>
                  <a:pt x="68" y="61"/>
                  <a:pt x="66" y="62"/>
                </a:cubicBezTo>
                <a:cubicBezTo>
                  <a:pt x="65" y="62"/>
                  <a:pt x="65" y="63"/>
                  <a:pt x="65" y="63"/>
                </a:cubicBezTo>
                <a:cubicBezTo>
                  <a:pt x="64" y="64"/>
                  <a:pt x="63" y="63"/>
                  <a:pt x="64" y="65"/>
                </a:cubicBezTo>
                <a:cubicBezTo>
                  <a:pt x="64" y="67"/>
                  <a:pt x="67" y="69"/>
                  <a:pt x="65" y="71"/>
                </a:cubicBezTo>
                <a:cubicBezTo>
                  <a:pt x="64" y="74"/>
                  <a:pt x="60" y="73"/>
                  <a:pt x="57" y="73"/>
                </a:cubicBezTo>
                <a:cubicBezTo>
                  <a:pt x="58" y="74"/>
                  <a:pt x="58" y="74"/>
                  <a:pt x="59" y="75"/>
                </a:cubicBezTo>
                <a:cubicBezTo>
                  <a:pt x="60" y="75"/>
                  <a:pt x="61" y="75"/>
                  <a:pt x="62" y="75"/>
                </a:cubicBezTo>
                <a:cubicBezTo>
                  <a:pt x="62" y="77"/>
                  <a:pt x="65" y="76"/>
                  <a:pt x="66" y="77"/>
                </a:cubicBezTo>
                <a:cubicBezTo>
                  <a:pt x="67" y="77"/>
                  <a:pt x="67" y="78"/>
                  <a:pt x="68" y="79"/>
                </a:cubicBezTo>
                <a:cubicBezTo>
                  <a:pt x="69" y="80"/>
                  <a:pt x="69" y="79"/>
                  <a:pt x="71" y="79"/>
                </a:cubicBezTo>
                <a:cubicBezTo>
                  <a:pt x="73" y="80"/>
                  <a:pt x="72" y="82"/>
                  <a:pt x="74" y="82"/>
                </a:cubicBezTo>
                <a:cubicBezTo>
                  <a:pt x="75" y="83"/>
                  <a:pt x="76" y="83"/>
                  <a:pt x="77" y="83"/>
                </a:cubicBezTo>
                <a:cubicBezTo>
                  <a:pt x="78" y="84"/>
                  <a:pt x="78" y="85"/>
                  <a:pt x="79" y="86"/>
                </a:cubicBezTo>
                <a:cubicBezTo>
                  <a:pt x="81" y="90"/>
                  <a:pt x="87" y="87"/>
                  <a:pt x="87" y="93"/>
                </a:cubicBezTo>
                <a:cubicBezTo>
                  <a:pt x="87" y="95"/>
                  <a:pt x="86" y="96"/>
                  <a:pt x="87" y="98"/>
                </a:cubicBezTo>
                <a:cubicBezTo>
                  <a:pt x="87" y="99"/>
                  <a:pt x="88" y="102"/>
                  <a:pt x="88" y="103"/>
                </a:cubicBezTo>
                <a:cubicBezTo>
                  <a:pt x="87" y="104"/>
                  <a:pt x="84" y="102"/>
                  <a:pt x="84" y="101"/>
                </a:cubicBezTo>
                <a:cubicBezTo>
                  <a:pt x="83" y="99"/>
                  <a:pt x="81" y="99"/>
                  <a:pt x="79" y="97"/>
                </a:cubicBezTo>
                <a:cubicBezTo>
                  <a:pt x="78" y="95"/>
                  <a:pt x="79" y="95"/>
                  <a:pt x="77" y="95"/>
                </a:cubicBezTo>
                <a:cubicBezTo>
                  <a:pt x="74" y="95"/>
                  <a:pt x="72" y="95"/>
                  <a:pt x="70" y="96"/>
                </a:cubicBezTo>
                <a:cubicBezTo>
                  <a:pt x="64" y="98"/>
                  <a:pt x="69" y="99"/>
                  <a:pt x="70" y="102"/>
                </a:cubicBezTo>
                <a:cubicBezTo>
                  <a:pt x="70" y="104"/>
                  <a:pt x="69" y="105"/>
                  <a:pt x="72" y="107"/>
                </a:cubicBezTo>
                <a:cubicBezTo>
                  <a:pt x="73" y="107"/>
                  <a:pt x="76" y="108"/>
                  <a:pt x="76" y="109"/>
                </a:cubicBezTo>
                <a:cubicBezTo>
                  <a:pt x="76" y="110"/>
                  <a:pt x="73" y="109"/>
                  <a:pt x="72" y="110"/>
                </a:cubicBezTo>
                <a:cubicBezTo>
                  <a:pt x="71" y="111"/>
                  <a:pt x="70" y="115"/>
                  <a:pt x="68" y="113"/>
                </a:cubicBezTo>
                <a:cubicBezTo>
                  <a:pt x="67" y="112"/>
                  <a:pt x="69" y="110"/>
                  <a:pt x="68" y="109"/>
                </a:cubicBezTo>
                <a:cubicBezTo>
                  <a:pt x="67" y="108"/>
                  <a:pt x="66" y="108"/>
                  <a:pt x="65" y="107"/>
                </a:cubicBezTo>
                <a:cubicBezTo>
                  <a:pt x="64" y="107"/>
                  <a:pt x="63" y="106"/>
                  <a:pt x="62" y="106"/>
                </a:cubicBezTo>
                <a:cubicBezTo>
                  <a:pt x="61" y="109"/>
                  <a:pt x="62" y="111"/>
                  <a:pt x="63" y="113"/>
                </a:cubicBezTo>
                <a:cubicBezTo>
                  <a:pt x="64" y="115"/>
                  <a:pt x="65" y="119"/>
                  <a:pt x="66" y="119"/>
                </a:cubicBezTo>
                <a:cubicBezTo>
                  <a:pt x="67" y="119"/>
                  <a:pt x="68" y="125"/>
                  <a:pt x="68" y="126"/>
                </a:cubicBezTo>
                <a:cubicBezTo>
                  <a:pt x="68" y="127"/>
                  <a:pt x="68" y="128"/>
                  <a:pt x="68" y="130"/>
                </a:cubicBezTo>
                <a:cubicBezTo>
                  <a:pt x="69" y="131"/>
                  <a:pt x="70" y="133"/>
                  <a:pt x="70" y="134"/>
                </a:cubicBezTo>
                <a:cubicBezTo>
                  <a:pt x="68" y="135"/>
                  <a:pt x="67" y="132"/>
                  <a:pt x="66" y="131"/>
                </a:cubicBezTo>
                <a:cubicBezTo>
                  <a:pt x="65" y="131"/>
                  <a:pt x="64" y="130"/>
                  <a:pt x="64" y="129"/>
                </a:cubicBezTo>
                <a:cubicBezTo>
                  <a:pt x="63" y="128"/>
                  <a:pt x="63" y="127"/>
                  <a:pt x="63" y="126"/>
                </a:cubicBezTo>
                <a:cubicBezTo>
                  <a:pt x="62" y="125"/>
                  <a:pt x="62" y="125"/>
                  <a:pt x="61" y="125"/>
                </a:cubicBezTo>
                <a:cubicBezTo>
                  <a:pt x="59" y="125"/>
                  <a:pt x="60" y="125"/>
                  <a:pt x="59" y="126"/>
                </a:cubicBezTo>
                <a:cubicBezTo>
                  <a:pt x="58" y="127"/>
                  <a:pt x="58" y="128"/>
                  <a:pt x="57" y="129"/>
                </a:cubicBezTo>
                <a:cubicBezTo>
                  <a:pt x="56" y="131"/>
                  <a:pt x="57" y="132"/>
                  <a:pt x="56" y="134"/>
                </a:cubicBezTo>
                <a:cubicBezTo>
                  <a:pt x="53" y="134"/>
                  <a:pt x="54" y="130"/>
                  <a:pt x="54" y="128"/>
                </a:cubicBezTo>
                <a:cubicBezTo>
                  <a:pt x="54" y="125"/>
                  <a:pt x="51" y="124"/>
                  <a:pt x="50" y="122"/>
                </a:cubicBezTo>
                <a:cubicBezTo>
                  <a:pt x="50" y="121"/>
                  <a:pt x="49" y="118"/>
                  <a:pt x="46" y="120"/>
                </a:cubicBezTo>
                <a:cubicBezTo>
                  <a:pt x="45" y="121"/>
                  <a:pt x="47" y="125"/>
                  <a:pt x="46" y="126"/>
                </a:cubicBezTo>
                <a:cubicBezTo>
                  <a:pt x="45" y="128"/>
                  <a:pt x="44" y="127"/>
                  <a:pt x="44" y="126"/>
                </a:cubicBezTo>
                <a:cubicBezTo>
                  <a:pt x="43" y="126"/>
                  <a:pt x="43" y="125"/>
                  <a:pt x="43" y="125"/>
                </a:cubicBezTo>
                <a:cubicBezTo>
                  <a:pt x="43" y="125"/>
                  <a:pt x="42" y="125"/>
                  <a:pt x="42" y="124"/>
                </a:cubicBezTo>
                <a:cubicBezTo>
                  <a:pt x="41" y="124"/>
                  <a:pt x="42" y="123"/>
                  <a:pt x="41" y="121"/>
                </a:cubicBezTo>
                <a:cubicBezTo>
                  <a:pt x="41" y="120"/>
                  <a:pt x="40" y="120"/>
                  <a:pt x="39" y="119"/>
                </a:cubicBezTo>
                <a:cubicBezTo>
                  <a:pt x="38" y="117"/>
                  <a:pt x="38" y="116"/>
                  <a:pt x="40" y="114"/>
                </a:cubicBezTo>
                <a:cubicBezTo>
                  <a:pt x="42" y="111"/>
                  <a:pt x="40" y="108"/>
                  <a:pt x="38" y="106"/>
                </a:cubicBezTo>
                <a:cubicBezTo>
                  <a:pt x="36" y="105"/>
                  <a:pt x="34" y="105"/>
                  <a:pt x="33" y="103"/>
                </a:cubicBezTo>
                <a:cubicBezTo>
                  <a:pt x="33" y="101"/>
                  <a:pt x="33" y="101"/>
                  <a:pt x="32" y="100"/>
                </a:cubicBezTo>
                <a:cubicBezTo>
                  <a:pt x="31" y="100"/>
                  <a:pt x="30" y="100"/>
                  <a:pt x="30" y="99"/>
                </a:cubicBezTo>
                <a:cubicBezTo>
                  <a:pt x="29" y="97"/>
                  <a:pt x="32" y="96"/>
                  <a:pt x="33" y="95"/>
                </a:cubicBezTo>
                <a:cubicBezTo>
                  <a:pt x="34" y="93"/>
                  <a:pt x="34" y="90"/>
                  <a:pt x="36" y="90"/>
                </a:cubicBezTo>
                <a:cubicBezTo>
                  <a:pt x="39" y="91"/>
                  <a:pt x="39" y="92"/>
                  <a:pt x="42" y="90"/>
                </a:cubicBezTo>
                <a:cubicBezTo>
                  <a:pt x="44" y="88"/>
                  <a:pt x="45" y="87"/>
                  <a:pt x="48" y="88"/>
                </a:cubicBezTo>
                <a:cubicBezTo>
                  <a:pt x="49" y="89"/>
                  <a:pt x="51" y="90"/>
                  <a:pt x="52" y="91"/>
                </a:cubicBezTo>
                <a:cubicBezTo>
                  <a:pt x="53" y="91"/>
                  <a:pt x="55" y="91"/>
                  <a:pt x="56" y="92"/>
                </a:cubicBezTo>
                <a:cubicBezTo>
                  <a:pt x="57" y="92"/>
                  <a:pt x="59" y="93"/>
                  <a:pt x="60" y="94"/>
                </a:cubicBezTo>
                <a:cubicBezTo>
                  <a:pt x="61" y="95"/>
                  <a:pt x="62" y="96"/>
                  <a:pt x="64" y="97"/>
                </a:cubicBezTo>
                <a:cubicBezTo>
                  <a:pt x="67" y="97"/>
                  <a:pt x="63" y="94"/>
                  <a:pt x="66" y="93"/>
                </a:cubicBezTo>
                <a:cubicBezTo>
                  <a:pt x="67" y="93"/>
                  <a:pt x="71" y="95"/>
                  <a:pt x="70" y="92"/>
                </a:cubicBezTo>
                <a:cubicBezTo>
                  <a:pt x="69" y="90"/>
                  <a:pt x="64" y="90"/>
                  <a:pt x="62" y="89"/>
                </a:cubicBezTo>
                <a:cubicBezTo>
                  <a:pt x="62" y="89"/>
                  <a:pt x="60" y="86"/>
                  <a:pt x="60" y="86"/>
                </a:cubicBezTo>
                <a:cubicBezTo>
                  <a:pt x="59" y="86"/>
                  <a:pt x="59" y="88"/>
                  <a:pt x="58" y="88"/>
                </a:cubicBezTo>
                <a:cubicBezTo>
                  <a:pt x="57" y="87"/>
                  <a:pt x="57" y="85"/>
                  <a:pt x="56" y="85"/>
                </a:cubicBezTo>
                <a:cubicBezTo>
                  <a:pt x="55" y="85"/>
                  <a:pt x="54" y="86"/>
                  <a:pt x="53" y="87"/>
                </a:cubicBezTo>
                <a:cubicBezTo>
                  <a:pt x="52" y="87"/>
                  <a:pt x="51" y="87"/>
                  <a:pt x="50" y="86"/>
                </a:cubicBezTo>
                <a:cubicBezTo>
                  <a:pt x="48" y="86"/>
                  <a:pt x="47" y="85"/>
                  <a:pt x="45" y="85"/>
                </a:cubicBezTo>
                <a:cubicBezTo>
                  <a:pt x="44" y="86"/>
                  <a:pt x="44" y="86"/>
                  <a:pt x="43" y="86"/>
                </a:cubicBezTo>
                <a:cubicBezTo>
                  <a:pt x="43" y="86"/>
                  <a:pt x="43" y="87"/>
                  <a:pt x="42" y="87"/>
                </a:cubicBezTo>
                <a:cubicBezTo>
                  <a:pt x="41" y="87"/>
                  <a:pt x="39" y="87"/>
                  <a:pt x="39" y="87"/>
                </a:cubicBezTo>
                <a:cubicBezTo>
                  <a:pt x="35" y="87"/>
                  <a:pt x="36" y="84"/>
                  <a:pt x="34" y="83"/>
                </a:cubicBezTo>
                <a:cubicBezTo>
                  <a:pt x="33" y="85"/>
                  <a:pt x="35" y="86"/>
                  <a:pt x="32" y="87"/>
                </a:cubicBezTo>
                <a:cubicBezTo>
                  <a:pt x="28" y="88"/>
                  <a:pt x="30" y="85"/>
                  <a:pt x="29" y="83"/>
                </a:cubicBezTo>
                <a:cubicBezTo>
                  <a:pt x="29" y="82"/>
                  <a:pt x="28" y="82"/>
                  <a:pt x="28" y="81"/>
                </a:cubicBezTo>
                <a:cubicBezTo>
                  <a:pt x="27" y="81"/>
                  <a:pt x="27" y="80"/>
                  <a:pt x="27" y="79"/>
                </a:cubicBezTo>
                <a:cubicBezTo>
                  <a:pt x="27" y="79"/>
                  <a:pt x="26" y="79"/>
                  <a:pt x="26" y="78"/>
                </a:cubicBezTo>
                <a:cubicBezTo>
                  <a:pt x="26" y="78"/>
                  <a:pt x="26" y="77"/>
                  <a:pt x="26" y="77"/>
                </a:cubicBezTo>
                <a:cubicBezTo>
                  <a:pt x="25" y="76"/>
                  <a:pt x="25" y="76"/>
                  <a:pt x="24" y="75"/>
                </a:cubicBezTo>
                <a:cubicBezTo>
                  <a:pt x="23" y="74"/>
                  <a:pt x="22" y="74"/>
                  <a:pt x="24" y="73"/>
                </a:cubicBezTo>
                <a:cubicBezTo>
                  <a:pt x="25" y="73"/>
                  <a:pt x="26" y="72"/>
                  <a:pt x="26" y="72"/>
                </a:cubicBezTo>
                <a:cubicBezTo>
                  <a:pt x="27" y="72"/>
                  <a:pt x="27" y="72"/>
                  <a:pt x="28" y="73"/>
                </a:cubicBezTo>
                <a:cubicBezTo>
                  <a:pt x="29" y="74"/>
                  <a:pt x="31" y="74"/>
                  <a:pt x="31" y="72"/>
                </a:cubicBezTo>
                <a:cubicBezTo>
                  <a:pt x="31" y="70"/>
                  <a:pt x="30" y="70"/>
                  <a:pt x="29" y="70"/>
                </a:cubicBezTo>
                <a:cubicBezTo>
                  <a:pt x="28" y="70"/>
                  <a:pt x="27" y="69"/>
                  <a:pt x="26" y="68"/>
                </a:cubicBezTo>
                <a:cubicBezTo>
                  <a:pt x="24" y="68"/>
                  <a:pt x="24" y="69"/>
                  <a:pt x="23" y="69"/>
                </a:cubicBezTo>
                <a:cubicBezTo>
                  <a:pt x="22" y="69"/>
                  <a:pt x="22" y="69"/>
                  <a:pt x="21" y="68"/>
                </a:cubicBezTo>
                <a:cubicBezTo>
                  <a:pt x="20" y="67"/>
                  <a:pt x="19" y="67"/>
                  <a:pt x="18" y="66"/>
                </a:cubicBezTo>
                <a:cubicBezTo>
                  <a:pt x="17" y="65"/>
                  <a:pt x="17" y="64"/>
                  <a:pt x="17" y="63"/>
                </a:cubicBezTo>
                <a:cubicBezTo>
                  <a:pt x="16" y="63"/>
                  <a:pt x="15" y="63"/>
                  <a:pt x="14" y="62"/>
                </a:cubicBezTo>
                <a:cubicBezTo>
                  <a:pt x="14" y="61"/>
                  <a:pt x="14" y="60"/>
                  <a:pt x="14" y="59"/>
                </a:cubicBezTo>
                <a:cubicBezTo>
                  <a:pt x="13" y="58"/>
                  <a:pt x="13" y="58"/>
                  <a:pt x="12" y="57"/>
                </a:cubicBezTo>
                <a:cubicBezTo>
                  <a:pt x="11" y="55"/>
                  <a:pt x="11" y="56"/>
                  <a:pt x="12" y="54"/>
                </a:cubicBezTo>
                <a:cubicBezTo>
                  <a:pt x="13" y="54"/>
                  <a:pt x="13" y="53"/>
                  <a:pt x="13" y="52"/>
                </a:cubicBezTo>
                <a:cubicBezTo>
                  <a:pt x="14" y="51"/>
                  <a:pt x="13" y="51"/>
                  <a:pt x="14" y="50"/>
                </a:cubicBezTo>
                <a:cubicBezTo>
                  <a:pt x="15" y="50"/>
                  <a:pt x="15" y="51"/>
                  <a:pt x="16" y="50"/>
                </a:cubicBezTo>
                <a:cubicBezTo>
                  <a:pt x="16" y="49"/>
                  <a:pt x="16" y="49"/>
                  <a:pt x="15" y="48"/>
                </a:cubicBezTo>
                <a:cubicBezTo>
                  <a:pt x="14" y="47"/>
                  <a:pt x="13" y="47"/>
                  <a:pt x="13" y="46"/>
                </a:cubicBezTo>
                <a:cubicBezTo>
                  <a:pt x="14" y="44"/>
                  <a:pt x="18" y="44"/>
                  <a:pt x="19" y="44"/>
                </a:cubicBezTo>
                <a:cubicBezTo>
                  <a:pt x="21" y="43"/>
                  <a:pt x="22" y="40"/>
                  <a:pt x="22" y="38"/>
                </a:cubicBezTo>
                <a:cubicBezTo>
                  <a:pt x="23" y="37"/>
                  <a:pt x="23" y="36"/>
                  <a:pt x="23" y="35"/>
                </a:cubicBezTo>
                <a:cubicBezTo>
                  <a:pt x="24" y="33"/>
                  <a:pt x="24" y="34"/>
                  <a:pt x="26" y="33"/>
                </a:cubicBezTo>
                <a:cubicBezTo>
                  <a:pt x="28" y="33"/>
                  <a:pt x="28" y="30"/>
                  <a:pt x="28" y="28"/>
                </a:cubicBezTo>
                <a:cubicBezTo>
                  <a:pt x="28" y="27"/>
                  <a:pt x="27" y="27"/>
                  <a:pt x="27" y="26"/>
                </a:cubicBezTo>
                <a:cubicBezTo>
                  <a:pt x="26" y="25"/>
                  <a:pt x="27" y="24"/>
                  <a:pt x="27" y="23"/>
                </a:cubicBezTo>
                <a:cubicBezTo>
                  <a:pt x="29" y="23"/>
                  <a:pt x="31" y="23"/>
                  <a:pt x="32" y="23"/>
                </a:cubicBezTo>
                <a:cubicBezTo>
                  <a:pt x="34" y="23"/>
                  <a:pt x="35" y="22"/>
                  <a:pt x="36" y="22"/>
                </a:cubicBezTo>
                <a:cubicBezTo>
                  <a:pt x="37" y="22"/>
                  <a:pt x="38" y="23"/>
                  <a:pt x="39" y="23"/>
                </a:cubicBezTo>
                <a:cubicBezTo>
                  <a:pt x="39" y="23"/>
                  <a:pt x="40" y="22"/>
                  <a:pt x="40" y="22"/>
                </a:cubicBezTo>
                <a:cubicBezTo>
                  <a:pt x="41" y="21"/>
                  <a:pt x="42" y="21"/>
                  <a:pt x="43" y="21"/>
                </a:cubicBezTo>
                <a:cubicBezTo>
                  <a:pt x="43" y="19"/>
                  <a:pt x="43" y="19"/>
                  <a:pt x="45" y="17"/>
                </a:cubicBezTo>
                <a:cubicBezTo>
                  <a:pt x="46" y="16"/>
                  <a:pt x="47" y="16"/>
                  <a:pt x="49" y="16"/>
                </a:cubicBezTo>
                <a:cubicBezTo>
                  <a:pt x="51" y="15"/>
                  <a:pt x="53" y="16"/>
                  <a:pt x="55" y="16"/>
                </a:cubicBezTo>
                <a:cubicBezTo>
                  <a:pt x="57" y="17"/>
                  <a:pt x="58" y="15"/>
                  <a:pt x="60" y="15"/>
                </a:cubicBezTo>
                <a:cubicBezTo>
                  <a:pt x="60" y="10"/>
                  <a:pt x="65" y="11"/>
                  <a:pt x="68" y="11"/>
                </a:cubicBezTo>
                <a:cubicBezTo>
                  <a:pt x="70" y="11"/>
                  <a:pt x="71" y="10"/>
                  <a:pt x="73" y="9"/>
                </a:cubicBezTo>
                <a:cubicBezTo>
                  <a:pt x="75" y="8"/>
                  <a:pt x="78" y="10"/>
                  <a:pt x="80" y="9"/>
                </a:cubicBezTo>
                <a:cubicBezTo>
                  <a:pt x="82" y="9"/>
                  <a:pt x="83" y="8"/>
                  <a:pt x="84" y="7"/>
                </a:cubicBezTo>
                <a:cubicBezTo>
                  <a:pt x="85" y="6"/>
                  <a:pt x="86" y="6"/>
                  <a:pt x="88" y="6"/>
                </a:cubicBezTo>
                <a:cubicBezTo>
                  <a:pt x="89" y="6"/>
                  <a:pt x="89" y="6"/>
                  <a:pt x="90" y="5"/>
                </a:cubicBezTo>
                <a:cubicBezTo>
                  <a:pt x="90" y="5"/>
                  <a:pt x="91" y="5"/>
                  <a:pt x="91" y="5"/>
                </a:cubicBezTo>
                <a:cubicBezTo>
                  <a:pt x="92" y="5"/>
                  <a:pt x="92" y="5"/>
                  <a:pt x="92" y="6"/>
                </a:cubicBezTo>
                <a:cubicBezTo>
                  <a:pt x="95" y="6"/>
                  <a:pt x="95" y="4"/>
                  <a:pt x="97" y="6"/>
                </a:cubicBezTo>
                <a:cubicBezTo>
                  <a:pt x="97" y="7"/>
                  <a:pt x="97" y="8"/>
                  <a:pt x="98" y="9"/>
                </a:cubicBezTo>
                <a:cubicBezTo>
                  <a:pt x="99" y="9"/>
                  <a:pt x="101" y="9"/>
                  <a:pt x="102" y="10"/>
                </a:cubicBezTo>
                <a:cubicBezTo>
                  <a:pt x="104" y="7"/>
                  <a:pt x="108" y="12"/>
                  <a:pt x="110" y="13"/>
                </a:cubicBezTo>
                <a:cubicBezTo>
                  <a:pt x="114" y="14"/>
                  <a:pt x="118" y="10"/>
                  <a:pt x="122" y="11"/>
                </a:cubicBezTo>
                <a:cubicBezTo>
                  <a:pt x="125" y="11"/>
                  <a:pt x="129" y="11"/>
                  <a:pt x="129" y="6"/>
                </a:cubicBezTo>
                <a:cubicBezTo>
                  <a:pt x="129" y="4"/>
                  <a:pt x="127" y="4"/>
                  <a:pt x="126" y="2"/>
                </a:cubicBezTo>
                <a:cubicBezTo>
                  <a:pt x="126" y="1"/>
                  <a:pt x="128" y="0"/>
                  <a:pt x="129" y="0"/>
                </a:cubicBezTo>
                <a:cubicBezTo>
                  <a:pt x="132" y="0"/>
                  <a:pt x="135" y="2"/>
                  <a:pt x="137" y="4"/>
                </a:cubicBezTo>
                <a:cubicBezTo>
                  <a:pt x="137" y="5"/>
                  <a:pt x="137" y="8"/>
                  <a:pt x="138" y="9"/>
                </a:cubicBezTo>
                <a:cubicBezTo>
                  <a:pt x="138" y="12"/>
                  <a:pt x="137" y="11"/>
                  <a:pt x="135" y="11"/>
                </a:cubicBezTo>
                <a:cubicBezTo>
                  <a:pt x="135" y="12"/>
                  <a:pt x="132" y="13"/>
                  <a:pt x="132" y="13"/>
                </a:cubicBezTo>
                <a:cubicBezTo>
                  <a:pt x="131" y="14"/>
                  <a:pt x="131" y="16"/>
                  <a:pt x="131" y="17"/>
                </a:cubicBezTo>
                <a:cubicBezTo>
                  <a:pt x="132" y="19"/>
                  <a:pt x="132" y="20"/>
                  <a:pt x="131" y="21"/>
                </a:cubicBezTo>
                <a:cubicBezTo>
                  <a:pt x="130" y="22"/>
                  <a:pt x="129" y="22"/>
                  <a:pt x="128" y="23"/>
                </a:cubicBezTo>
                <a:cubicBezTo>
                  <a:pt x="128" y="24"/>
                  <a:pt x="128" y="25"/>
                  <a:pt x="127" y="26"/>
                </a:cubicBezTo>
                <a:close/>
                <a:moveTo>
                  <a:pt x="146" y="158"/>
                </a:moveTo>
                <a:cubicBezTo>
                  <a:pt x="144" y="159"/>
                  <a:pt x="144" y="159"/>
                  <a:pt x="144" y="159"/>
                </a:cubicBezTo>
                <a:cubicBezTo>
                  <a:pt x="144" y="159"/>
                  <a:pt x="144" y="159"/>
                  <a:pt x="144" y="159"/>
                </a:cubicBezTo>
                <a:cubicBezTo>
                  <a:pt x="143" y="160"/>
                  <a:pt x="143" y="160"/>
                  <a:pt x="143" y="160"/>
                </a:cubicBezTo>
                <a:cubicBezTo>
                  <a:pt x="143" y="160"/>
                  <a:pt x="143" y="160"/>
                  <a:pt x="143" y="160"/>
                </a:cubicBezTo>
                <a:cubicBezTo>
                  <a:pt x="144" y="160"/>
                  <a:pt x="145" y="159"/>
                  <a:pt x="146" y="159"/>
                </a:cubicBezTo>
                <a:cubicBezTo>
                  <a:pt x="146" y="159"/>
                  <a:pt x="146" y="159"/>
                  <a:pt x="146" y="159"/>
                </a:cubicBezTo>
                <a:lnTo>
                  <a:pt x="146" y="158"/>
                </a:lnTo>
                <a:close/>
                <a:moveTo>
                  <a:pt x="157" y="138"/>
                </a:moveTo>
                <a:cubicBezTo>
                  <a:pt x="155" y="138"/>
                  <a:pt x="155" y="138"/>
                  <a:pt x="155" y="138"/>
                </a:cubicBezTo>
                <a:cubicBezTo>
                  <a:pt x="155" y="139"/>
                  <a:pt x="155" y="139"/>
                  <a:pt x="155" y="139"/>
                </a:cubicBezTo>
                <a:cubicBezTo>
                  <a:pt x="156" y="139"/>
                  <a:pt x="156" y="139"/>
                  <a:pt x="157" y="139"/>
                </a:cubicBezTo>
                <a:lnTo>
                  <a:pt x="157" y="138"/>
                </a:lnTo>
                <a:close/>
                <a:moveTo>
                  <a:pt x="158" y="137"/>
                </a:moveTo>
                <a:cubicBezTo>
                  <a:pt x="158" y="137"/>
                  <a:pt x="158" y="138"/>
                  <a:pt x="159" y="138"/>
                </a:cubicBezTo>
                <a:cubicBezTo>
                  <a:pt x="159" y="137"/>
                  <a:pt x="159" y="137"/>
                  <a:pt x="159" y="137"/>
                </a:cubicBezTo>
                <a:lnTo>
                  <a:pt x="158" y="137"/>
                </a:lnTo>
                <a:close/>
                <a:moveTo>
                  <a:pt x="122" y="135"/>
                </a:moveTo>
                <a:cubicBezTo>
                  <a:pt x="121" y="136"/>
                  <a:pt x="121" y="136"/>
                  <a:pt x="121" y="136"/>
                </a:cubicBezTo>
                <a:cubicBezTo>
                  <a:pt x="121" y="136"/>
                  <a:pt x="121" y="136"/>
                  <a:pt x="121" y="136"/>
                </a:cubicBezTo>
                <a:cubicBezTo>
                  <a:pt x="122" y="137"/>
                  <a:pt x="122" y="137"/>
                  <a:pt x="122" y="137"/>
                </a:cubicBezTo>
                <a:cubicBezTo>
                  <a:pt x="123" y="136"/>
                  <a:pt x="123" y="136"/>
                  <a:pt x="123" y="136"/>
                </a:cubicBezTo>
                <a:cubicBezTo>
                  <a:pt x="123" y="137"/>
                  <a:pt x="123" y="137"/>
                  <a:pt x="123" y="137"/>
                </a:cubicBezTo>
                <a:cubicBezTo>
                  <a:pt x="123" y="136"/>
                  <a:pt x="123" y="136"/>
                  <a:pt x="123" y="136"/>
                </a:cubicBezTo>
                <a:lnTo>
                  <a:pt x="122" y="135"/>
                </a:lnTo>
                <a:close/>
                <a:moveTo>
                  <a:pt x="149" y="130"/>
                </a:moveTo>
                <a:cubicBezTo>
                  <a:pt x="148" y="129"/>
                  <a:pt x="148" y="129"/>
                  <a:pt x="148" y="129"/>
                </a:cubicBezTo>
                <a:cubicBezTo>
                  <a:pt x="147" y="130"/>
                  <a:pt x="147" y="130"/>
                  <a:pt x="147" y="130"/>
                </a:cubicBezTo>
                <a:cubicBezTo>
                  <a:pt x="147" y="130"/>
                  <a:pt x="147" y="130"/>
                  <a:pt x="147" y="130"/>
                </a:cubicBezTo>
                <a:cubicBezTo>
                  <a:pt x="148" y="131"/>
                  <a:pt x="148" y="131"/>
                  <a:pt x="148" y="131"/>
                </a:cubicBezTo>
                <a:cubicBezTo>
                  <a:pt x="148" y="131"/>
                  <a:pt x="148" y="131"/>
                  <a:pt x="148" y="131"/>
                </a:cubicBezTo>
                <a:lnTo>
                  <a:pt x="149" y="130"/>
                </a:lnTo>
                <a:close/>
                <a:moveTo>
                  <a:pt x="106" y="130"/>
                </a:moveTo>
                <a:cubicBezTo>
                  <a:pt x="104" y="129"/>
                  <a:pt x="104" y="129"/>
                  <a:pt x="104" y="129"/>
                </a:cubicBezTo>
                <a:cubicBezTo>
                  <a:pt x="104" y="129"/>
                  <a:pt x="104" y="129"/>
                  <a:pt x="104" y="129"/>
                </a:cubicBezTo>
                <a:cubicBezTo>
                  <a:pt x="104" y="130"/>
                  <a:pt x="105" y="130"/>
                  <a:pt x="105" y="131"/>
                </a:cubicBezTo>
                <a:cubicBezTo>
                  <a:pt x="106" y="131"/>
                  <a:pt x="106" y="131"/>
                  <a:pt x="106" y="131"/>
                </a:cubicBezTo>
                <a:lnTo>
                  <a:pt x="106" y="130"/>
                </a:lnTo>
                <a:close/>
                <a:moveTo>
                  <a:pt x="110" y="128"/>
                </a:moveTo>
                <a:cubicBezTo>
                  <a:pt x="110" y="128"/>
                  <a:pt x="110" y="128"/>
                  <a:pt x="110" y="128"/>
                </a:cubicBezTo>
                <a:cubicBezTo>
                  <a:pt x="110" y="128"/>
                  <a:pt x="110" y="128"/>
                  <a:pt x="110" y="128"/>
                </a:cubicBezTo>
                <a:cubicBezTo>
                  <a:pt x="109" y="128"/>
                  <a:pt x="109" y="128"/>
                  <a:pt x="109" y="128"/>
                </a:cubicBezTo>
                <a:cubicBezTo>
                  <a:pt x="108" y="130"/>
                  <a:pt x="108" y="130"/>
                  <a:pt x="108" y="130"/>
                </a:cubicBezTo>
                <a:cubicBezTo>
                  <a:pt x="109" y="130"/>
                  <a:pt x="109" y="130"/>
                  <a:pt x="109" y="130"/>
                </a:cubicBezTo>
                <a:cubicBezTo>
                  <a:pt x="109" y="129"/>
                  <a:pt x="109" y="129"/>
                  <a:pt x="109" y="129"/>
                </a:cubicBezTo>
                <a:lnTo>
                  <a:pt x="110" y="128"/>
                </a:lnTo>
                <a:close/>
                <a:moveTo>
                  <a:pt x="101" y="126"/>
                </a:moveTo>
                <a:cubicBezTo>
                  <a:pt x="100" y="126"/>
                  <a:pt x="100" y="126"/>
                  <a:pt x="100" y="126"/>
                </a:cubicBezTo>
                <a:cubicBezTo>
                  <a:pt x="99" y="126"/>
                  <a:pt x="99" y="126"/>
                  <a:pt x="99" y="126"/>
                </a:cubicBezTo>
                <a:cubicBezTo>
                  <a:pt x="100" y="127"/>
                  <a:pt x="100" y="127"/>
                  <a:pt x="100" y="127"/>
                </a:cubicBezTo>
                <a:cubicBezTo>
                  <a:pt x="100" y="127"/>
                  <a:pt x="100" y="127"/>
                  <a:pt x="100" y="127"/>
                </a:cubicBezTo>
                <a:lnTo>
                  <a:pt x="101" y="126"/>
                </a:lnTo>
                <a:close/>
                <a:moveTo>
                  <a:pt x="99" y="125"/>
                </a:moveTo>
                <a:cubicBezTo>
                  <a:pt x="98" y="125"/>
                  <a:pt x="98" y="125"/>
                  <a:pt x="98" y="125"/>
                </a:cubicBezTo>
                <a:cubicBezTo>
                  <a:pt x="98" y="126"/>
                  <a:pt x="98" y="126"/>
                  <a:pt x="98" y="126"/>
                </a:cubicBezTo>
                <a:cubicBezTo>
                  <a:pt x="99" y="126"/>
                  <a:pt x="99" y="126"/>
                  <a:pt x="99" y="126"/>
                </a:cubicBezTo>
                <a:cubicBezTo>
                  <a:pt x="99" y="125"/>
                  <a:pt x="99" y="125"/>
                  <a:pt x="99" y="125"/>
                </a:cubicBezTo>
                <a:cubicBezTo>
                  <a:pt x="99" y="125"/>
                  <a:pt x="99" y="125"/>
                  <a:pt x="99" y="125"/>
                </a:cubicBezTo>
                <a:close/>
                <a:moveTo>
                  <a:pt x="116" y="125"/>
                </a:moveTo>
                <a:cubicBezTo>
                  <a:pt x="116" y="124"/>
                  <a:pt x="116" y="124"/>
                  <a:pt x="116" y="124"/>
                </a:cubicBezTo>
                <a:cubicBezTo>
                  <a:pt x="115" y="125"/>
                  <a:pt x="115" y="125"/>
                  <a:pt x="115" y="125"/>
                </a:cubicBezTo>
                <a:cubicBezTo>
                  <a:pt x="116" y="125"/>
                  <a:pt x="116" y="125"/>
                  <a:pt x="116" y="125"/>
                </a:cubicBezTo>
                <a:close/>
                <a:moveTo>
                  <a:pt x="120" y="123"/>
                </a:moveTo>
                <a:cubicBezTo>
                  <a:pt x="119" y="123"/>
                  <a:pt x="119" y="123"/>
                  <a:pt x="119" y="123"/>
                </a:cubicBezTo>
                <a:cubicBezTo>
                  <a:pt x="118" y="124"/>
                  <a:pt x="118" y="124"/>
                  <a:pt x="118" y="124"/>
                </a:cubicBezTo>
                <a:cubicBezTo>
                  <a:pt x="120" y="124"/>
                  <a:pt x="120" y="124"/>
                  <a:pt x="120" y="124"/>
                </a:cubicBezTo>
                <a:lnTo>
                  <a:pt x="120" y="123"/>
                </a:lnTo>
                <a:close/>
                <a:moveTo>
                  <a:pt x="147" y="121"/>
                </a:moveTo>
                <a:cubicBezTo>
                  <a:pt x="147" y="121"/>
                  <a:pt x="147" y="121"/>
                  <a:pt x="147" y="121"/>
                </a:cubicBezTo>
                <a:cubicBezTo>
                  <a:pt x="147" y="122"/>
                  <a:pt x="147" y="122"/>
                  <a:pt x="147" y="122"/>
                </a:cubicBezTo>
                <a:cubicBezTo>
                  <a:pt x="148" y="122"/>
                  <a:pt x="148" y="122"/>
                  <a:pt x="148" y="122"/>
                </a:cubicBezTo>
                <a:cubicBezTo>
                  <a:pt x="148" y="121"/>
                  <a:pt x="148" y="121"/>
                  <a:pt x="148" y="121"/>
                </a:cubicBezTo>
                <a:lnTo>
                  <a:pt x="147" y="121"/>
                </a:lnTo>
                <a:close/>
                <a:moveTo>
                  <a:pt x="108" y="122"/>
                </a:moveTo>
                <a:cubicBezTo>
                  <a:pt x="108" y="120"/>
                  <a:pt x="108" y="120"/>
                  <a:pt x="108" y="120"/>
                </a:cubicBezTo>
                <a:cubicBezTo>
                  <a:pt x="108" y="120"/>
                  <a:pt x="108" y="120"/>
                  <a:pt x="108" y="120"/>
                </a:cubicBezTo>
                <a:cubicBezTo>
                  <a:pt x="107" y="121"/>
                  <a:pt x="107" y="121"/>
                  <a:pt x="107" y="121"/>
                </a:cubicBezTo>
                <a:cubicBezTo>
                  <a:pt x="108" y="122"/>
                  <a:pt x="108" y="122"/>
                  <a:pt x="108" y="122"/>
                </a:cubicBezTo>
                <a:cubicBezTo>
                  <a:pt x="108" y="122"/>
                  <a:pt x="108" y="122"/>
                  <a:pt x="108" y="122"/>
                </a:cubicBezTo>
                <a:close/>
                <a:moveTo>
                  <a:pt x="100" y="120"/>
                </a:moveTo>
                <a:cubicBezTo>
                  <a:pt x="101" y="121"/>
                  <a:pt x="101" y="121"/>
                  <a:pt x="101" y="121"/>
                </a:cubicBezTo>
                <a:cubicBezTo>
                  <a:pt x="101" y="122"/>
                  <a:pt x="101" y="123"/>
                  <a:pt x="101" y="123"/>
                </a:cubicBezTo>
                <a:cubicBezTo>
                  <a:pt x="103" y="122"/>
                  <a:pt x="102" y="121"/>
                  <a:pt x="101" y="120"/>
                </a:cubicBezTo>
                <a:cubicBezTo>
                  <a:pt x="101" y="120"/>
                  <a:pt x="101" y="120"/>
                  <a:pt x="101" y="120"/>
                </a:cubicBezTo>
                <a:cubicBezTo>
                  <a:pt x="100" y="120"/>
                  <a:pt x="100" y="120"/>
                  <a:pt x="100" y="120"/>
                </a:cubicBezTo>
                <a:close/>
                <a:moveTo>
                  <a:pt x="146" y="118"/>
                </a:moveTo>
                <a:cubicBezTo>
                  <a:pt x="146" y="119"/>
                  <a:pt x="146" y="119"/>
                  <a:pt x="146" y="119"/>
                </a:cubicBezTo>
                <a:cubicBezTo>
                  <a:pt x="147" y="119"/>
                  <a:pt x="147" y="119"/>
                  <a:pt x="147" y="119"/>
                </a:cubicBezTo>
                <a:cubicBezTo>
                  <a:pt x="146" y="119"/>
                  <a:pt x="146" y="119"/>
                  <a:pt x="146" y="119"/>
                </a:cubicBezTo>
                <a:lnTo>
                  <a:pt x="146" y="118"/>
                </a:lnTo>
                <a:close/>
                <a:moveTo>
                  <a:pt x="123" y="117"/>
                </a:moveTo>
                <a:cubicBezTo>
                  <a:pt x="121" y="118"/>
                  <a:pt x="121" y="118"/>
                  <a:pt x="121" y="118"/>
                </a:cubicBezTo>
                <a:cubicBezTo>
                  <a:pt x="122" y="118"/>
                  <a:pt x="122" y="118"/>
                  <a:pt x="122" y="118"/>
                </a:cubicBezTo>
                <a:cubicBezTo>
                  <a:pt x="123" y="118"/>
                  <a:pt x="123" y="118"/>
                  <a:pt x="123" y="118"/>
                </a:cubicBezTo>
                <a:cubicBezTo>
                  <a:pt x="122" y="118"/>
                  <a:pt x="122" y="118"/>
                  <a:pt x="122" y="118"/>
                </a:cubicBezTo>
                <a:lnTo>
                  <a:pt x="123" y="117"/>
                </a:lnTo>
                <a:close/>
                <a:moveTo>
                  <a:pt x="141" y="115"/>
                </a:moveTo>
                <a:cubicBezTo>
                  <a:pt x="140" y="116"/>
                  <a:pt x="140" y="116"/>
                  <a:pt x="140" y="116"/>
                </a:cubicBezTo>
                <a:cubicBezTo>
                  <a:pt x="140" y="116"/>
                  <a:pt x="140" y="116"/>
                  <a:pt x="140" y="116"/>
                </a:cubicBezTo>
                <a:cubicBezTo>
                  <a:pt x="141" y="117"/>
                  <a:pt x="141" y="117"/>
                  <a:pt x="141" y="117"/>
                </a:cubicBezTo>
                <a:cubicBezTo>
                  <a:pt x="141" y="117"/>
                  <a:pt x="141" y="117"/>
                  <a:pt x="141" y="117"/>
                </a:cubicBezTo>
                <a:cubicBezTo>
                  <a:pt x="142" y="117"/>
                  <a:pt x="142" y="117"/>
                  <a:pt x="142" y="117"/>
                </a:cubicBezTo>
                <a:cubicBezTo>
                  <a:pt x="141" y="118"/>
                  <a:pt x="141" y="118"/>
                  <a:pt x="141" y="118"/>
                </a:cubicBezTo>
                <a:cubicBezTo>
                  <a:pt x="142" y="118"/>
                  <a:pt x="142" y="118"/>
                  <a:pt x="142" y="118"/>
                </a:cubicBezTo>
                <a:cubicBezTo>
                  <a:pt x="142" y="118"/>
                  <a:pt x="142" y="118"/>
                  <a:pt x="142" y="118"/>
                </a:cubicBezTo>
                <a:cubicBezTo>
                  <a:pt x="142" y="116"/>
                  <a:pt x="142" y="116"/>
                  <a:pt x="142" y="116"/>
                </a:cubicBezTo>
                <a:cubicBezTo>
                  <a:pt x="141" y="116"/>
                  <a:pt x="141" y="116"/>
                  <a:pt x="141" y="116"/>
                </a:cubicBezTo>
                <a:cubicBezTo>
                  <a:pt x="142" y="116"/>
                  <a:pt x="142" y="116"/>
                  <a:pt x="142" y="116"/>
                </a:cubicBezTo>
                <a:cubicBezTo>
                  <a:pt x="141" y="115"/>
                  <a:pt x="141" y="115"/>
                  <a:pt x="141" y="115"/>
                </a:cubicBezTo>
                <a:close/>
                <a:moveTo>
                  <a:pt x="96" y="116"/>
                </a:moveTo>
                <a:cubicBezTo>
                  <a:pt x="96" y="117"/>
                  <a:pt x="96" y="117"/>
                  <a:pt x="96" y="117"/>
                </a:cubicBezTo>
                <a:cubicBezTo>
                  <a:pt x="96" y="118"/>
                  <a:pt x="96" y="118"/>
                  <a:pt x="96" y="118"/>
                </a:cubicBezTo>
                <a:cubicBezTo>
                  <a:pt x="97" y="118"/>
                  <a:pt x="97" y="118"/>
                  <a:pt x="97" y="118"/>
                </a:cubicBezTo>
                <a:cubicBezTo>
                  <a:pt x="97" y="118"/>
                  <a:pt x="97" y="118"/>
                  <a:pt x="97" y="118"/>
                </a:cubicBezTo>
                <a:cubicBezTo>
                  <a:pt x="98" y="117"/>
                  <a:pt x="98" y="117"/>
                  <a:pt x="98" y="117"/>
                </a:cubicBezTo>
                <a:cubicBezTo>
                  <a:pt x="98" y="118"/>
                  <a:pt x="98" y="118"/>
                  <a:pt x="98" y="118"/>
                </a:cubicBezTo>
                <a:cubicBezTo>
                  <a:pt x="98" y="117"/>
                  <a:pt x="98" y="117"/>
                  <a:pt x="98" y="116"/>
                </a:cubicBezTo>
                <a:cubicBezTo>
                  <a:pt x="97" y="116"/>
                  <a:pt x="97" y="116"/>
                  <a:pt x="97" y="116"/>
                </a:cubicBezTo>
                <a:lnTo>
                  <a:pt x="96" y="116"/>
                </a:lnTo>
                <a:close/>
                <a:moveTo>
                  <a:pt x="146" y="113"/>
                </a:moveTo>
                <a:cubicBezTo>
                  <a:pt x="146" y="113"/>
                  <a:pt x="146" y="113"/>
                  <a:pt x="146" y="113"/>
                </a:cubicBezTo>
                <a:cubicBezTo>
                  <a:pt x="146" y="113"/>
                  <a:pt x="146" y="113"/>
                  <a:pt x="146" y="113"/>
                </a:cubicBezTo>
                <a:cubicBezTo>
                  <a:pt x="146" y="113"/>
                  <a:pt x="146" y="113"/>
                  <a:pt x="146" y="113"/>
                </a:cubicBezTo>
                <a:close/>
                <a:moveTo>
                  <a:pt x="139" y="113"/>
                </a:moveTo>
                <a:cubicBezTo>
                  <a:pt x="139" y="113"/>
                  <a:pt x="139" y="113"/>
                  <a:pt x="139" y="113"/>
                </a:cubicBezTo>
                <a:cubicBezTo>
                  <a:pt x="140" y="113"/>
                  <a:pt x="140" y="113"/>
                  <a:pt x="140" y="113"/>
                </a:cubicBezTo>
                <a:cubicBezTo>
                  <a:pt x="140" y="114"/>
                  <a:pt x="140" y="114"/>
                  <a:pt x="140" y="114"/>
                </a:cubicBezTo>
                <a:cubicBezTo>
                  <a:pt x="140" y="113"/>
                  <a:pt x="140" y="113"/>
                  <a:pt x="140" y="113"/>
                </a:cubicBezTo>
                <a:cubicBezTo>
                  <a:pt x="140" y="113"/>
                  <a:pt x="140" y="113"/>
                  <a:pt x="140" y="113"/>
                </a:cubicBezTo>
                <a:cubicBezTo>
                  <a:pt x="139" y="112"/>
                  <a:pt x="139" y="112"/>
                  <a:pt x="139" y="112"/>
                </a:cubicBezTo>
                <a:lnTo>
                  <a:pt x="139" y="113"/>
                </a:lnTo>
                <a:close/>
                <a:moveTo>
                  <a:pt x="136" y="111"/>
                </a:moveTo>
                <a:cubicBezTo>
                  <a:pt x="136" y="112"/>
                  <a:pt x="136" y="112"/>
                  <a:pt x="135" y="113"/>
                </a:cubicBezTo>
                <a:cubicBezTo>
                  <a:pt x="136" y="114"/>
                  <a:pt x="136" y="114"/>
                  <a:pt x="136" y="114"/>
                </a:cubicBezTo>
                <a:cubicBezTo>
                  <a:pt x="136" y="114"/>
                  <a:pt x="136" y="114"/>
                  <a:pt x="136" y="114"/>
                </a:cubicBezTo>
                <a:cubicBezTo>
                  <a:pt x="136" y="113"/>
                  <a:pt x="136" y="113"/>
                  <a:pt x="136" y="113"/>
                </a:cubicBezTo>
                <a:cubicBezTo>
                  <a:pt x="136" y="112"/>
                  <a:pt x="136" y="112"/>
                  <a:pt x="136" y="112"/>
                </a:cubicBezTo>
                <a:cubicBezTo>
                  <a:pt x="136" y="112"/>
                  <a:pt x="136" y="112"/>
                  <a:pt x="136" y="112"/>
                </a:cubicBezTo>
                <a:cubicBezTo>
                  <a:pt x="137" y="112"/>
                  <a:pt x="137" y="112"/>
                  <a:pt x="137" y="112"/>
                </a:cubicBezTo>
                <a:cubicBezTo>
                  <a:pt x="137" y="112"/>
                  <a:pt x="137" y="112"/>
                  <a:pt x="137" y="112"/>
                </a:cubicBezTo>
                <a:cubicBezTo>
                  <a:pt x="136" y="111"/>
                  <a:pt x="136" y="111"/>
                  <a:pt x="136" y="111"/>
                </a:cubicBezTo>
                <a:close/>
                <a:moveTo>
                  <a:pt x="139" y="110"/>
                </a:moveTo>
                <a:cubicBezTo>
                  <a:pt x="139" y="111"/>
                  <a:pt x="139" y="111"/>
                  <a:pt x="139" y="111"/>
                </a:cubicBezTo>
                <a:cubicBezTo>
                  <a:pt x="140" y="111"/>
                  <a:pt x="140" y="111"/>
                  <a:pt x="140" y="111"/>
                </a:cubicBezTo>
                <a:cubicBezTo>
                  <a:pt x="139" y="110"/>
                  <a:pt x="139" y="110"/>
                  <a:pt x="139" y="110"/>
                </a:cubicBezTo>
                <a:close/>
                <a:moveTo>
                  <a:pt x="143" y="109"/>
                </a:moveTo>
                <a:cubicBezTo>
                  <a:pt x="144" y="109"/>
                  <a:pt x="144" y="109"/>
                  <a:pt x="144" y="109"/>
                </a:cubicBezTo>
                <a:cubicBezTo>
                  <a:pt x="144" y="108"/>
                  <a:pt x="144" y="108"/>
                  <a:pt x="144" y="108"/>
                </a:cubicBezTo>
                <a:cubicBezTo>
                  <a:pt x="143" y="108"/>
                  <a:pt x="143" y="108"/>
                  <a:pt x="143" y="108"/>
                </a:cubicBezTo>
                <a:lnTo>
                  <a:pt x="143" y="109"/>
                </a:lnTo>
                <a:close/>
                <a:moveTo>
                  <a:pt x="134" y="106"/>
                </a:moveTo>
                <a:cubicBezTo>
                  <a:pt x="133" y="106"/>
                  <a:pt x="133" y="106"/>
                  <a:pt x="133" y="106"/>
                </a:cubicBezTo>
                <a:cubicBezTo>
                  <a:pt x="134" y="107"/>
                  <a:pt x="134" y="107"/>
                  <a:pt x="134" y="107"/>
                </a:cubicBezTo>
                <a:cubicBezTo>
                  <a:pt x="134" y="106"/>
                  <a:pt x="134" y="106"/>
                  <a:pt x="134" y="106"/>
                </a:cubicBezTo>
                <a:close/>
                <a:moveTo>
                  <a:pt x="102" y="106"/>
                </a:moveTo>
                <a:cubicBezTo>
                  <a:pt x="101" y="106"/>
                  <a:pt x="101" y="106"/>
                  <a:pt x="101" y="106"/>
                </a:cubicBezTo>
                <a:cubicBezTo>
                  <a:pt x="100" y="106"/>
                  <a:pt x="100" y="106"/>
                  <a:pt x="100" y="106"/>
                </a:cubicBezTo>
                <a:cubicBezTo>
                  <a:pt x="101" y="106"/>
                  <a:pt x="101" y="106"/>
                  <a:pt x="101" y="106"/>
                </a:cubicBezTo>
                <a:cubicBezTo>
                  <a:pt x="102" y="106"/>
                  <a:pt x="102" y="106"/>
                  <a:pt x="102" y="106"/>
                </a:cubicBezTo>
                <a:close/>
                <a:moveTo>
                  <a:pt x="135" y="105"/>
                </a:moveTo>
                <a:cubicBezTo>
                  <a:pt x="135" y="104"/>
                  <a:pt x="135" y="104"/>
                  <a:pt x="135" y="104"/>
                </a:cubicBezTo>
                <a:cubicBezTo>
                  <a:pt x="135" y="105"/>
                  <a:pt x="135" y="105"/>
                  <a:pt x="135" y="105"/>
                </a:cubicBezTo>
                <a:cubicBezTo>
                  <a:pt x="135" y="106"/>
                  <a:pt x="135" y="106"/>
                  <a:pt x="135" y="106"/>
                </a:cubicBezTo>
                <a:cubicBezTo>
                  <a:pt x="135" y="106"/>
                  <a:pt x="135" y="106"/>
                  <a:pt x="135" y="106"/>
                </a:cubicBezTo>
                <a:cubicBezTo>
                  <a:pt x="134" y="106"/>
                  <a:pt x="134" y="106"/>
                  <a:pt x="134" y="106"/>
                </a:cubicBezTo>
                <a:cubicBezTo>
                  <a:pt x="134" y="106"/>
                  <a:pt x="134" y="106"/>
                  <a:pt x="134" y="106"/>
                </a:cubicBezTo>
                <a:cubicBezTo>
                  <a:pt x="135" y="107"/>
                  <a:pt x="135" y="107"/>
                  <a:pt x="135" y="107"/>
                </a:cubicBezTo>
                <a:cubicBezTo>
                  <a:pt x="135" y="107"/>
                  <a:pt x="135" y="107"/>
                  <a:pt x="135" y="107"/>
                </a:cubicBezTo>
                <a:cubicBezTo>
                  <a:pt x="135" y="106"/>
                  <a:pt x="135" y="106"/>
                  <a:pt x="135" y="106"/>
                </a:cubicBezTo>
                <a:cubicBezTo>
                  <a:pt x="135" y="106"/>
                  <a:pt x="135" y="106"/>
                  <a:pt x="135" y="106"/>
                </a:cubicBezTo>
                <a:lnTo>
                  <a:pt x="135" y="105"/>
                </a:lnTo>
                <a:close/>
                <a:moveTo>
                  <a:pt x="150" y="157"/>
                </a:moveTo>
                <a:cubicBezTo>
                  <a:pt x="150" y="156"/>
                  <a:pt x="150" y="156"/>
                  <a:pt x="150" y="156"/>
                </a:cubicBezTo>
                <a:cubicBezTo>
                  <a:pt x="150" y="155"/>
                  <a:pt x="149" y="155"/>
                  <a:pt x="149" y="154"/>
                </a:cubicBezTo>
                <a:cubicBezTo>
                  <a:pt x="148" y="153"/>
                  <a:pt x="149" y="152"/>
                  <a:pt x="150" y="151"/>
                </a:cubicBezTo>
                <a:cubicBezTo>
                  <a:pt x="149" y="150"/>
                  <a:pt x="149" y="150"/>
                  <a:pt x="149" y="150"/>
                </a:cubicBezTo>
                <a:cubicBezTo>
                  <a:pt x="150" y="149"/>
                  <a:pt x="150" y="149"/>
                  <a:pt x="150" y="149"/>
                </a:cubicBezTo>
                <a:cubicBezTo>
                  <a:pt x="150" y="149"/>
                  <a:pt x="150" y="149"/>
                  <a:pt x="150" y="149"/>
                </a:cubicBezTo>
                <a:cubicBezTo>
                  <a:pt x="149" y="149"/>
                  <a:pt x="149" y="149"/>
                  <a:pt x="149" y="149"/>
                </a:cubicBezTo>
                <a:cubicBezTo>
                  <a:pt x="149" y="149"/>
                  <a:pt x="149" y="149"/>
                  <a:pt x="148" y="149"/>
                </a:cubicBezTo>
                <a:cubicBezTo>
                  <a:pt x="149" y="150"/>
                  <a:pt x="149" y="151"/>
                  <a:pt x="148" y="151"/>
                </a:cubicBezTo>
                <a:cubicBezTo>
                  <a:pt x="148" y="152"/>
                  <a:pt x="148" y="152"/>
                  <a:pt x="148" y="152"/>
                </a:cubicBezTo>
                <a:cubicBezTo>
                  <a:pt x="148" y="153"/>
                  <a:pt x="148" y="153"/>
                  <a:pt x="148" y="153"/>
                </a:cubicBezTo>
                <a:cubicBezTo>
                  <a:pt x="147" y="154"/>
                  <a:pt x="147" y="154"/>
                  <a:pt x="147" y="154"/>
                </a:cubicBezTo>
                <a:cubicBezTo>
                  <a:pt x="147" y="155"/>
                  <a:pt x="147" y="155"/>
                  <a:pt x="147" y="155"/>
                </a:cubicBezTo>
                <a:cubicBezTo>
                  <a:pt x="148" y="155"/>
                  <a:pt x="148" y="156"/>
                  <a:pt x="148" y="157"/>
                </a:cubicBezTo>
                <a:cubicBezTo>
                  <a:pt x="147" y="158"/>
                  <a:pt x="147" y="158"/>
                  <a:pt x="147" y="158"/>
                </a:cubicBezTo>
                <a:cubicBezTo>
                  <a:pt x="148" y="158"/>
                  <a:pt x="148" y="158"/>
                  <a:pt x="148" y="158"/>
                </a:cubicBezTo>
                <a:cubicBezTo>
                  <a:pt x="149" y="159"/>
                  <a:pt x="149" y="159"/>
                  <a:pt x="149" y="159"/>
                </a:cubicBezTo>
                <a:cubicBezTo>
                  <a:pt x="149" y="158"/>
                  <a:pt x="149" y="158"/>
                  <a:pt x="149" y="158"/>
                </a:cubicBezTo>
                <a:cubicBezTo>
                  <a:pt x="150" y="157"/>
                  <a:pt x="150" y="157"/>
                  <a:pt x="150" y="157"/>
                </a:cubicBezTo>
                <a:cubicBezTo>
                  <a:pt x="150" y="157"/>
                  <a:pt x="150" y="157"/>
                  <a:pt x="150" y="157"/>
                </a:cubicBezTo>
                <a:close/>
                <a:moveTo>
                  <a:pt x="166" y="139"/>
                </a:moveTo>
                <a:cubicBezTo>
                  <a:pt x="167" y="139"/>
                  <a:pt x="167" y="139"/>
                  <a:pt x="167" y="139"/>
                </a:cubicBezTo>
                <a:cubicBezTo>
                  <a:pt x="167" y="138"/>
                  <a:pt x="167" y="138"/>
                  <a:pt x="167" y="138"/>
                </a:cubicBezTo>
                <a:cubicBezTo>
                  <a:pt x="167" y="138"/>
                  <a:pt x="167" y="138"/>
                  <a:pt x="167" y="138"/>
                </a:cubicBezTo>
                <a:cubicBezTo>
                  <a:pt x="167" y="137"/>
                  <a:pt x="167" y="137"/>
                  <a:pt x="167" y="137"/>
                </a:cubicBezTo>
                <a:cubicBezTo>
                  <a:pt x="168" y="136"/>
                  <a:pt x="168" y="136"/>
                  <a:pt x="168" y="136"/>
                </a:cubicBezTo>
                <a:cubicBezTo>
                  <a:pt x="168" y="135"/>
                  <a:pt x="168" y="135"/>
                  <a:pt x="168" y="135"/>
                </a:cubicBezTo>
                <a:cubicBezTo>
                  <a:pt x="169" y="135"/>
                  <a:pt x="169" y="135"/>
                  <a:pt x="169" y="135"/>
                </a:cubicBezTo>
                <a:cubicBezTo>
                  <a:pt x="168" y="133"/>
                  <a:pt x="168" y="133"/>
                  <a:pt x="168" y="133"/>
                </a:cubicBezTo>
                <a:cubicBezTo>
                  <a:pt x="169" y="133"/>
                  <a:pt x="169" y="133"/>
                  <a:pt x="169" y="133"/>
                </a:cubicBezTo>
                <a:cubicBezTo>
                  <a:pt x="168" y="133"/>
                  <a:pt x="168" y="133"/>
                  <a:pt x="168" y="133"/>
                </a:cubicBezTo>
                <a:cubicBezTo>
                  <a:pt x="167" y="133"/>
                  <a:pt x="167" y="133"/>
                  <a:pt x="167" y="133"/>
                </a:cubicBezTo>
                <a:cubicBezTo>
                  <a:pt x="166" y="133"/>
                  <a:pt x="164" y="135"/>
                  <a:pt x="162" y="136"/>
                </a:cubicBezTo>
                <a:cubicBezTo>
                  <a:pt x="161" y="137"/>
                  <a:pt x="161" y="137"/>
                  <a:pt x="161" y="137"/>
                </a:cubicBezTo>
                <a:cubicBezTo>
                  <a:pt x="160" y="137"/>
                  <a:pt x="160" y="138"/>
                  <a:pt x="160" y="139"/>
                </a:cubicBezTo>
                <a:cubicBezTo>
                  <a:pt x="158" y="140"/>
                  <a:pt x="158" y="140"/>
                  <a:pt x="158" y="140"/>
                </a:cubicBezTo>
                <a:cubicBezTo>
                  <a:pt x="159" y="141"/>
                  <a:pt x="159" y="141"/>
                  <a:pt x="159" y="141"/>
                </a:cubicBezTo>
                <a:cubicBezTo>
                  <a:pt x="159" y="141"/>
                  <a:pt x="159" y="141"/>
                  <a:pt x="159" y="141"/>
                </a:cubicBezTo>
                <a:cubicBezTo>
                  <a:pt x="160" y="142"/>
                  <a:pt x="160" y="144"/>
                  <a:pt x="159" y="145"/>
                </a:cubicBezTo>
                <a:cubicBezTo>
                  <a:pt x="159" y="146"/>
                  <a:pt x="159" y="146"/>
                  <a:pt x="159" y="146"/>
                </a:cubicBezTo>
                <a:cubicBezTo>
                  <a:pt x="161" y="148"/>
                  <a:pt x="163" y="143"/>
                  <a:pt x="164" y="142"/>
                </a:cubicBezTo>
                <a:cubicBezTo>
                  <a:pt x="165" y="142"/>
                  <a:pt x="165" y="142"/>
                  <a:pt x="165" y="142"/>
                </a:cubicBezTo>
                <a:cubicBezTo>
                  <a:pt x="166" y="142"/>
                  <a:pt x="166" y="142"/>
                  <a:pt x="166" y="142"/>
                </a:cubicBezTo>
                <a:cubicBezTo>
                  <a:pt x="166" y="142"/>
                  <a:pt x="166" y="142"/>
                  <a:pt x="166" y="142"/>
                </a:cubicBezTo>
                <a:cubicBezTo>
                  <a:pt x="166" y="141"/>
                  <a:pt x="166" y="141"/>
                  <a:pt x="166" y="141"/>
                </a:cubicBezTo>
                <a:cubicBezTo>
                  <a:pt x="165" y="141"/>
                  <a:pt x="165" y="141"/>
                  <a:pt x="165" y="141"/>
                </a:cubicBezTo>
                <a:lnTo>
                  <a:pt x="166" y="139"/>
                </a:lnTo>
                <a:close/>
                <a:moveTo>
                  <a:pt x="114" y="134"/>
                </a:moveTo>
                <a:cubicBezTo>
                  <a:pt x="114" y="134"/>
                  <a:pt x="114" y="134"/>
                  <a:pt x="114" y="134"/>
                </a:cubicBezTo>
                <a:cubicBezTo>
                  <a:pt x="115" y="134"/>
                  <a:pt x="115" y="134"/>
                  <a:pt x="115" y="134"/>
                </a:cubicBezTo>
                <a:cubicBezTo>
                  <a:pt x="115" y="136"/>
                  <a:pt x="115" y="136"/>
                  <a:pt x="115" y="136"/>
                </a:cubicBezTo>
                <a:cubicBezTo>
                  <a:pt x="115" y="136"/>
                  <a:pt x="115" y="136"/>
                  <a:pt x="115" y="136"/>
                </a:cubicBezTo>
                <a:cubicBezTo>
                  <a:pt x="114" y="137"/>
                  <a:pt x="114" y="137"/>
                  <a:pt x="114" y="137"/>
                </a:cubicBezTo>
                <a:cubicBezTo>
                  <a:pt x="115" y="137"/>
                  <a:pt x="115" y="137"/>
                  <a:pt x="115" y="137"/>
                </a:cubicBezTo>
                <a:cubicBezTo>
                  <a:pt x="116" y="137"/>
                  <a:pt x="116" y="137"/>
                  <a:pt x="116" y="137"/>
                </a:cubicBezTo>
                <a:cubicBezTo>
                  <a:pt x="116" y="136"/>
                  <a:pt x="116" y="136"/>
                  <a:pt x="116" y="136"/>
                </a:cubicBezTo>
                <a:cubicBezTo>
                  <a:pt x="116" y="135"/>
                  <a:pt x="116" y="135"/>
                  <a:pt x="116" y="135"/>
                </a:cubicBezTo>
                <a:cubicBezTo>
                  <a:pt x="115" y="134"/>
                  <a:pt x="115" y="134"/>
                  <a:pt x="115" y="134"/>
                </a:cubicBezTo>
                <a:lnTo>
                  <a:pt x="114" y="134"/>
                </a:lnTo>
                <a:close/>
                <a:moveTo>
                  <a:pt x="151" y="133"/>
                </a:moveTo>
                <a:cubicBezTo>
                  <a:pt x="151" y="134"/>
                  <a:pt x="151" y="134"/>
                  <a:pt x="151" y="134"/>
                </a:cubicBezTo>
                <a:cubicBezTo>
                  <a:pt x="151" y="134"/>
                  <a:pt x="151" y="134"/>
                  <a:pt x="151" y="134"/>
                </a:cubicBezTo>
                <a:cubicBezTo>
                  <a:pt x="151" y="134"/>
                  <a:pt x="151" y="134"/>
                  <a:pt x="151" y="134"/>
                </a:cubicBezTo>
                <a:cubicBezTo>
                  <a:pt x="152" y="135"/>
                  <a:pt x="152" y="135"/>
                  <a:pt x="152" y="135"/>
                </a:cubicBezTo>
                <a:cubicBezTo>
                  <a:pt x="153" y="135"/>
                  <a:pt x="153" y="135"/>
                  <a:pt x="153" y="135"/>
                </a:cubicBezTo>
                <a:cubicBezTo>
                  <a:pt x="153" y="134"/>
                  <a:pt x="153" y="134"/>
                  <a:pt x="153" y="134"/>
                </a:cubicBezTo>
                <a:cubicBezTo>
                  <a:pt x="152" y="134"/>
                  <a:pt x="152" y="134"/>
                  <a:pt x="152" y="134"/>
                </a:cubicBezTo>
                <a:cubicBezTo>
                  <a:pt x="152" y="133"/>
                  <a:pt x="152" y="133"/>
                  <a:pt x="152" y="133"/>
                </a:cubicBezTo>
                <a:cubicBezTo>
                  <a:pt x="152" y="133"/>
                  <a:pt x="152" y="133"/>
                  <a:pt x="152" y="133"/>
                </a:cubicBezTo>
                <a:cubicBezTo>
                  <a:pt x="151" y="133"/>
                  <a:pt x="151" y="133"/>
                  <a:pt x="151" y="133"/>
                </a:cubicBezTo>
                <a:close/>
                <a:moveTo>
                  <a:pt x="131" y="130"/>
                </a:moveTo>
                <a:cubicBezTo>
                  <a:pt x="131" y="130"/>
                  <a:pt x="131" y="130"/>
                  <a:pt x="131" y="130"/>
                </a:cubicBezTo>
                <a:cubicBezTo>
                  <a:pt x="131" y="132"/>
                  <a:pt x="131" y="132"/>
                  <a:pt x="131" y="132"/>
                </a:cubicBezTo>
                <a:cubicBezTo>
                  <a:pt x="132" y="132"/>
                  <a:pt x="132" y="132"/>
                  <a:pt x="132" y="132"/>
                </a:cubicBezTo>
                <a:cubicBezTo>
                  <a:pt x="133" y="132"/>
                  <a:pt x="133" y="132"/>
                  <a:pt x="133" y="132"/>
                </a:cubicBezTo>
                <a:cubicBezTo>
                  <a:pt x="133" y="132"/>
                  <a:pt x="133" y="132"/>
                  <a:pt x="133" y="132"/>
                </a:cubicBezTo>
                <a:cubicBezTo>
                  <a:pt x="133" y="131"/>
                  <a:pt x="133" y="131"/>
                  <a:pt x="133" y="131"/>
                </a:cubicBezTo>
                <a:cubicBezTo>
                  <a:pt x="134" y="131"/>
                  <a:pt x="134" y="131"/>
                  <a:pt x="134" y="131"/>
                </a:cubicBezTo>
                <a:cubicBezTo>
                  <a:pt x="135" y="130"/>
                  <a:pt x="135" y="130"/>
                  <a:pt x="135" y="130"/>
                </a:cubicBezTo>
                <a:cubicBezTo>
                  <a:pt x="133" y="129"/>
                  <a:pt x="133" y="129"/>
                  <a:pt x="133" y="129"/>
                </a:cubicBezTo>
                <a:cubicBezTo>
                  <a:pt x="133" y="129"/>
                  <a:pt x="133" y="129"/>
                  <a:pt x="133" y="129"/>
                </a:cubicBezTo>
                <a:cubicBezTo>
                  <a:pt x="133" y="130"/>
                  <a:pt x="133" y="130"/>
                  <a:pt x="134" y="130"/>
                </a:cubicBezTo>
                <a:cubicBezTo>
                  <a:pt x="133" y="130"/>
                  <a:pt x="133" y="130"/>
                  <a:pt x="133" y="130"/>
                </a:cubicBezTo>
                <a:cubicBezTo>
                  <a:pt x="132" y="131"/>
                  <a:pt x="132" y="131"/>
                  <a:pt x="132" y="131"/>
                </a:cubicBezTo>
                <a:lnTo>
                  <a:pt x="131" y="130"/>
                </a:lnTo>
                <a:close/>
                <a:moveTo>
                  <a:pt x="160" y="130"/>
                </a:moveTo>
                <a:cubicBezTo>
                  <a:pt x="160" y="130"/>
                  <a:pt x="160" y="130"/>
                  <a:pt x="160" y="130"/>
                </a:cubicBezTo>
                <a:cubicBezTo>
                  <a:pt x="161" y="131"/>
                  <a:pt x="161" y="131"/>
                  <a:pt x="161" y="131"/>
                </a:cubicBezTo>
                <a:cubicBezTo>
                  <a:pt x="161" y="131"/>
                  <a:pt x="161" y="131"/>
                  <a:pt x="161" y="131"/>
                </a:cubicBezTo>
                <a:cubicBezTo>
                  <a:pt x="162" y="131"/>
                  <a:pt x="162" y="131"/>
                  <a:pt x="162" y="131"/>
                </a:cubicBezTo>
                <a:cubicBezTo>
                  <a:pt x="161" y="129"/>
                  <a:pt x="161" y="129"/>
                  <a:pt x="161" y="129"/>
                </a:cubicBezTo>
                <a:cubicBezTo>
                  <a:pt x="161" y="129"/>
                  <a:pt x="161" y="129"/>
                  <a:pt x="161" y="129"/>
                </a:cubicBezTo>
                <a:cubicBezTo>
                  <a:pt x="160" y="129"/>
                  <a:pt x="160" y="129"/>
                  <a:pt x="160" y="129"/>
                </a:cubicBezTo>
                <a:cubicBezTo>
                  <a:pt x="161" y="128"/>
                  <a:pt x="161" y="128"/>
                  <a:pt x="161" y="128"/>
                </a:cubicBezTo>
                <a:cubicBezTo>
                  <a:pt x="161" y="128"/>
                  <a:pt x="161" y="128"/>
                  <a:pt x="161" y="128"/>
                </a:cubicBezTo>
                <a:cubicBezTo>
                  <a:pt x="160" y="128"/>
                  <a:pt x="160" y="128"/>
                  <a:pt x="160" y="128"/>
                </a:cubicBezTo>
                <a:cubicBezTo>
                  <a:pt x="159" y="130"/>
                  <a:pt x="159" y="130"/>
                  <a:pt x="159" y="130"/>
                </a:cubicBezTo>
                <a:lnTo>
                  <a:pt x="160" y="130"/>
                </a:lnTo>
                <a:close/>
                <a:moveTo>
                  <a:pt x="97" y="129"/>
                </a:moveTo>
                <a:cubicBezTo>
                  <a:pt x="99" y="129"/>
                  <a:pt x="98" y="128"/>
                  <a:pt x="98" y="127"/>
                </a:cubicBezTo>
                <a:cubicBezTo>
                  <a:pt x="97" y="127"/>
                  <a:pt x="97" y="127"/>
                  <a:pt x="96" y="127"/>
                </a:cubicBezTo>
                <a:cubicBezTo>
                  <a:pt x="96" y="127"/>
                  <a:pt x="96" y="128"/>
                  <a:pt x="97" y="128"/>
                </a:cubicBezTo>
                <a:cubicBezTo>
                  <a:pt x="97" y="128"/>
                  <a:pt x="97" y="128"/>
                  <a:pt x="97" y="128"/>
                </a:cubicBezTo>
                <a:cubicBezTo>
                  <a:pt x="96" y="128"/>
                  <a:pt x="96" y="128"/>
                  <a:pt x="96" y="128"/>
                </a:cubicBezTo>
                <a:cubicBezTo>
                  <a:pt x="95" y="127"/>
                  <a:pt x="95" y="127"/>
                  <a:pt x="95" y="127"/>
                </a:cubicBezTo>
                <a:cubicBezTo>
                  <a:pt x="95" y="127"/>
                  <a:pt x="95" y="127"/>
                  <a:pt x="95" y="127"/>
                </a:cubicBezTo>
                <a:cubicBezTo>
                  <a:pt x="94" y="128"/>
                  <a:pt x="94" y="128"/>
                  <a:pt x="94" y="128"/>
                </a:cubicBezTo>
                <a:cubicBezTo>
                  <a:pt x="94" y="130"/>
                  <a:pt x="94" y="130"/>
                  <a:pt x="94" y="130"/>
                </a:cubicBezTo>
                <a:cubicBezTo>
                  <a:pt x="95" y="129"/>
                  <a:pt x="96" y="129"/>
                  <a:pt x="97" y="129"/>
                </a:cubicBezTo>
                <a:close/>
                <a:moveTo>
                  <a:pt x="113" y="126"/>
                </a:moveTo>
                <a:cubicBezTo>
                  <a:pt x="112" y="127"/>
                  <a:pt x="112" y="127"/>
                  <a:pt x="112" y="127"/>
                </a:cubicBezTo>
                <a:cubicBezTo>
                  <a:pt x="111" y="128"/>
                  <a:pt x="113" y="129"/>
                  <a:pt x="114" y="129"/>
                </a:cubicBezTo>
                <a:cubicBezTo>
                  <a:pt x="114" y="129"/>
                  <a:pt x="114" y="129"/>
                  <a:pt x="114" y="129"/>
                </a:cubicBezTo>
                <a:cubicBezTo>
                  <a:pt x="114" y="128"/>
                  <a:pt x="114" y="128"/>
                  <a:pt x="114" y="128"/>
                </a:cubicBezTo>
                <a:cubicBezTo>
                  <a:pt x="115" y="128"/>
                  <a:pt x="115" y="128"/>
                  <a:pt x="115" y="128"/>
                </a:cubicBezTo>
                <a:cubicBezTo>
                  <a:pt x="114" y="127"/>
                  <a:pt x="114" y="127"/>
                  <a:pt x="114" y="127"/>
                </a:cubicBezTo>
                <a:cubicBezTo>
                  <a:pt x="113" y="127"/>
                  <a:pt x="113" y="127"/>
                  <a:pt x="113" y="127"/>
                </a:cubicBezTo>
                <a:lnTo>
                  <a:pt x="113" y="126"/>
                </a:lnTo>
                <a:close/>
                <a:moveTo>
                  <a:pt x="144" y="128"/>
                </a:moveTo>
                <a:cubicBezTo>
                  <a:pt x="144" y="128"/>
                  <a:pt x="144" y="128"/>
                  <a:pt x="144" y="128"/>
                </a:cubicBezTo>
                <a:cubicBezTo>
                  <a:pt x="144" y="127"/>
                  <a:pt x="144" y="127"/>
                  <a:pt x="144" y="127"/>
                </a:cubicBezTo>
                <a:cubicBezTo>
                  <a:pt x="144" y="127"/>
                  <a:pt x="144" y="127"/>
                  <a:pt x="144" y="127"/>
                </a:cubicBezTo>
                <a:cubicBezTo>
                  <a:pt x="144" y="126"/>
                  <a:pt x="144" y="126"/>
                  <a:pt x="144" y="126"/>
                </a:cubicBezTo>
                <a:cubicBezTo>
                  <a:pt x="146" y="126"/>
                  <a:pt x="146" y="126"/>
                  <a:pt x="146" y="126"/>
                </a:cubicBezTo>
                <a:cubicBezTo>
                  <a:pt x="147" y="126"/>
                  <a:pt x="147" y="126"/>
                  <a:pt x="147" y="126"/>
                </a:cubicBezTo>
                <a:cubicBezTo>
                  <a:pt x="148" y="125"/>
                  <a:pt x="149" y="124"/>
                  <a:pt x="151" y="123"/>
                </a:cubicBezTo>
                <a:cubicBezTo>
                  <a:pt x="151" y="123"/>
                  <a:pt x="151" y="123"/>
                  <a:pt x="151" y="123"/>
                </a:cubicBezTo>
                <a:cubicBezTo>
                  <a:pt x="150" y="123"/>
                  <a:pt x="150" y="123"/>
                  <a:pt x="150" y="123"/>
                </a:cubicBezTo>
                <a:cubicBezTo>
                  <a:pt x="149" y="121"/>
                  <a:pt x="145" y="124"/>
                  <a:pt x="144" y="126"/>
                </a:cubicBezTo>
                <a:cubicBezTo>
                  <a:pt x="144" y="125"/>
                  <a:pt x="144" y="125"/>
                  <a:pt x="144" y="125"/>
                </a:cubicBezTo>
                <a:cubicBezTo>
                  <a:pt x="143" y="126"/>
                  <a:pt x="143" y="126"/>
                  <a:pt x="143" y="126"/>
                </a:cubicBezTo>
                <a:cubicBezTo>
                  <a:pt x="143" y="127"/>
                  <a:pt x="143" y="127"/>
                  <a:pt x="143" y="127"/>
                </a:cubicBezTo>
                <a:lnTo>
                  <a:pt x="144" y="128"/>
                </a:lnTo>
                <a:close/>
                <a:moveTo>
                  <a:pt x="121" y="126"/>
                </a:moveTo>
                <a:cubicBezTo>
                  <a:pt x="121" y="126"/>
                  <a:pt x="121" y="126"/>
                  <a:pt x="121" y="126"/>
                </a:cubicBezTo>
                <a:cubicBezTo>
                  <a:pt x="124" y="126"/>
                  <a:pt x="124" y="124"/>
                  <a:pt x="126" y="123"/>
                </a:cubicBezTo>
                <a:cubicBezTo>
                  <a:pt x="126" y="123"/>
                  <a:pt x="127" y="123"/>
                  <a:pt x="127" y="123"/>
                </a:cubicBezTo>
                <a:cubicBezTo>
                  <a:pt x="127" y="123"/>
                  <a:pt x="126" y="123"/>
                  <a:pt x="126" y="122"/>
                </a:cubicBezTo>
                <a:cubicBezTo>
                  <a:pt x="125" y="123"/>
                  <a:pt x="125" y="123"/>
                  <a:pt x="125" y="123"/>
                </a:cubicBezTo>
                <a:cubicBezTo>
                  <a:pt x="125" y="123"/>
                  <a:pt x="125" y="123"/>
                  <a:pt x="125" y="123"/>
                </a:cubicBezTo>
                <a:cubicBezTo>
                  <a:pt x="123" y="124"/>
                  <a:pt x="123" y="124"/>
                  <a:pt x="123" y="124"/>
                </a:cubicBezTo>
                <a:cubicBezTo>
                  <a:pt x="123" y="125"/>
                  <a:pt x="123" y="125"/>
                  <a:pt x="123" y="125"/>
                </a:cubicBezTo>
                <a:cubicBezTo>
                  <a:pt x="123" y="125"/>
                  <a:pt x="123" y="125"/>
                  <a:pt x="123" y="125"/>
                </a:cubicBezTo>
                <a:cubicBezTo>
                  <a:pt x="122" y="126"/>
                  <a:pt x="122" y="126"/>
                  <a:pt x="122" y="126"/>
                </a:cubicBezTo>
                <a:cubicBezTo>
                  <a:pt x="122" y="125"/>
                  <a:pt x="122" y="125"/>
                  <a:pt x="122" y="125"/>
                </a:cubicBezTo>
                <a:lnTo>
                  <a:pt x="121" y="126"/>
                </a:lnTo>
                <a:close/>
                <a:moveTo>
                  <a:pt x="144" y="120"/>
                </a:moveTo>
                <a:cubicBezTo>
                  <a:pt x="143" y="121"/>
                  <a:pt x="143" y="121"/>
                  <a:pt x="143" y="121"/>
                </a:cubicBezTo>
                <a:cubicBezTo>
                  <a:pt x="143" y="121"/>
                  <a:pt x="143" y="121"/>
                  <a:pt x="143" y="121"/>
                </a:cubicBezTo>
                <a:cubicBezTo>
                  <a:pt x="143" y="121"/>
                  <a:pt x="143" y="121"/>
                  <a:pt x="143" y="121"/>
                </a:cubicBezTo>
                <a:cubicBezTo>
                  <a:pt x="144" y="122"/>
                  <a:pt x="144" y="122"/>
                  <a:pt x="144" y="122"/>
                </a:cubicBezTo>
                <a:cubicBezTo>
                  <a:pt x="144" y="122"/>
                  <a:pt x="144" y="122"/>
                  <a:pt x="144" y="122"/>
                </a:cubicBezTo>
                <a:cubicBezTo>
                  <a:pt x="144" y="121"/>
                  <a:pt x="144" y="121"/>
                  <a:pt x="144" y="121"/>
                </a:cubicBezTo>
                <a:cubicBezTo>
                  <a:pt x="145" y="121"/>
                  <a:pt x="145" y="121"/>
                  <a:pt x="145" y="121"/>
                </a:cubicBezTo>
                <a:cubicBezTo>
                  <a:pt x="145" y="121"/>
                  <a:pt x="145" y="121"/>
                  <a:pt x="145" y="121"/>
                </a:cubicBezTo>
                <a:cubicBezTo>
                  <a:pt x="145" y="120"/>
                  <a:pt x="145" y="120"/>
                  <a:pt x="145" y="120"/>
                </a:cubicBezTo>
                <a:cubicBezTo>
                  <a:pt x="145" y="120"/>
                  <a:pt x="145" y="120"/>
                  <a:pt x="145" y="120"/>
                </a:cubicBezTo>
                <a:cubicBezTo>
                  <a:pt x="144" y="119"/>
                  <a:pt x="144" y="119"/>
                  <a:pt x="144" y="119"/>
                </a:cubicBezTo>
                <a:cubicBezTo>
                  <a:pt x="144" y="119"/>
                  <a:pt x="144" y="119"/>
                  <a:pt x="144" y="119"/>
                </a:cubicBezTo>
                <a:cubicBezTo>
                  <a:pt x="143" y="118"/>
                  <a:pt x="143" y="118"/>
                  <a:pt x="143" y="118"/>
                </a:cubicBezTo>
                <a:cubicBezTo>
                  <a:pt x="142" y="118"/>
                  <a:pt x="142" y="118"/>
                  <a:pt x="142" y="118"/>
                </a:cubicBezTo>
                <a:cubicBezTo>
                  <a:pt x="143" y="119"/>
                  <a:pt x="143" y="119"/>
                  <a:pt x="143" y="119"/>
                </a:cubicBezTo>
                <a:cubicBezTo>
                  <a:pt x="143" y="119"/>
                  <a:pt x="143" y="119"/>
                  <a:pt x="143" y="119"/>
                </a:cubicBezTo>
                <a:lnTo>
                  <a:pt x="144" y="120"/>
                </a:lnTo>
                <a:close/>
                <a:moveTo>
                  <a:pt x="110" y="119"/>
                </a:moveTo>
                <a:cubicBezTo>
                  <a:pt x="109" y="119"/>
                  <a:pt x="109" y="119"/>
                  <a:pt x="109" y="119"/>
                </a:cubicBezTo>
                <a:cubicBezTo>
                  <a:pt x="109" y="121"/>
                  <a:pt x="109" y="121"/>
                  <a:pt x="109" y="121"/>
                </a:cubicBezTo>
                <a:cubicBezTo>
                  <a:pt x="110" y="121"/>
                  <a:pt x="110" y="121"/>
                  <a:pt x="110" y="121"/>
                </a:cubicBezTo>
                <a:cubicBezTo>
                  <a:pt x="111" y="121"/>
                  <a:pt x="112" y="120"/>
                  <a:pt x="112" y="120"/>
                </a:cubicBezTo>
                <a:cubicBezTo>
                  <a:pt x="112" y="119"/>
                  <a:pt x="112" y="118"/>
                  <a:pt x="112" y="117"/>
                </a:cubicBezTo>
                <a:cubicBezTo>
                  <a:pt x="112" y="117"/>
                  <a:pt x="112" y="117"/>
                  <a:pt x="112" y="117"/>
                </a:cubicBezTo>
                <a:cubicBezTo>
                  <a:pt x="112" y="118"/>
                  <a:pt x="112" y="118"/>
                  <a:pt x="112" y="118"/>
                </a:cubicBezTo>
                <a:cubicBezTo>
                  <a:pt x="111" y="118"/>
                  <a:pt x="111" y="118"/>
                  <a:pt x="111" y="118"/>
                </a:cubicBezTo>
                <a:cubicBezTo>
                  <a:pt x="111" y="117"/>
                  <a:pt x="111" y="117"/>
                  <a:pt x="111" y="117"/>
                </a:cubicBezTo>
                <a:cubicBezTo>
                  <a:pt x="111" y="117"/>
                  <a:pt x="110" y="118"/>
                  <a:pt x="109" y="119"/>
                </a:cubicBezTo>
                <a:lnTo>
                  <a:pt x="110" y="119"/>
                </a:lnTo>
                <a:close/>
                <a:moveTo>
                  <a:pt x="114" y="121"/>
                </a:moveTo>
                <a:cubicBezTo>
                  <a:pt x="115" y="122"/>
                  <a:pt x="115" y="122"/>
                  <a:pt x="115" y="122"/>
                </a:cubicBezTo>
                <a:cubicBezTo>
                  <a:pt x="115" y="122"/>
                  <a:pt x="115" y="122"/>
                  <a:pt x="115" y="123"/>
                </a:cubicBezTo>
                <a:cubicBezTo>
                  <a:pt x="118" y="122"/>
                  <a:pt x="119" y="119"/>
                  <a:pt x="118" y="116"/>
                </a:cubicBezTo>
                <a:cubicBezTo>
                  <a:pt x="117" y="116"/>
                  <a:pt x="117" y="116"/>
                  <a:pt x="117" y="116"/>
                </a:cubicBezTo>
                <a:cubicBezTo>
                  <a:pt x="115" y="116"/>
                  <a:pt x="114" y="118"/>
                  <a:pt x="113" y="119"/>
                </a:cubicBezTo>
                <a:cubicBezTo>
                  <a:pt x="114" y="120"/>
                  <a:pt x="114" y="120"/>
                  <a:pt x="114" y="120"/>
                </a:cubicBezTo>
                <a:lnTo>
                  <a:pt x="114" y="121"/>
                </a:lnTo>
                <a:close/>
                <a:moveTo>
                  <a:pt x="95" y="111"/>
                </a:moveTo>
                <a:cubicBezTo>
                  <a:pt x="95" y="111"/>
                  <a:pt x="95" y="111"/>
                  <a:pt x="95" y="111"/>
                </a:cubicBezTo>
                <a:cubicBezTo>
                  <a:pt x="96" y="112"/>
                  <a:pt x="96" y="112"/>
                  <a:pt x="96" y="112"/>
                </a:cubicBezTo>
                <a:cubicBezTo>
                  <a:pt x="95" y="112"/>
                  <a:pt x="95" y="112"/>
                  <a:pt x="95" y="112"/>
                </a:cubicBezTo>
                <a:cubicBezTo>
                  <a:pt x="95" y="113"/>
                  <a:pt x="95" y="113"/>
                  <a:pt x="95" y="113"/>
                </a:cubicBezTo>
                <a:cubicBezTo>
                  <a:pt x="95" y="113"/>
                  <a:pt x="96" y="113"/>
                  <a:pt x="96" y="112"/>
                </a:cubicBezTo>
                <a:cubicBezTo>
                  <a:pt x="96" y="112"/>
                  <a:pt x="96" y="112"/>
                  <a:pt x="96" y="112"/>
                </a:cubicBezTo>
                <a:cubicBezTo>
                  <a:pt x="97" y="111"/>
                  <a:pt x="97" y="111"/>
                  <a:pt x="97" y="111"/>
                </a:cubicBezTo>
                <a:cubicBezTo>
                  <a:pt x="97" y="111"/>
                  <a:pt x="97" y="111"/>
                  <a:pt x="97" y="111"/>
                </a:cubicBezTo>
                <a:cubicBezTo>
                  <a:pt x="96" y="110"/>
                  <a:pt x="96" y="110"/>
                  <a:pt x="96" y="110"/>
                </a:cubicBezTo>
                <a:cubicBezTo>
                  <a:pt x="96" y="109"/>
                  <a:pt x="96" y="109"/>
                  <a:pt x="96" y="109"/>
                </a:cubicBezTo>
                <a:cubicBezTo>
                  <a:pt x="96" y="109"/>
                  <a:pt x="96" y="109"/>
                  <a:pt x="96" y="109"/>
                </a:cubicBezTo>
                <a:cubicBezTo>
                  <a:pt x="95" y="110"/>
                  <a:pt x="95" y="110"/>
                  <a:pt x="95" y="110"/>
                </a:cubicBezTo>
                <a:lnTo>
                  <a:pt x="95" y="111"/>
                </a:lnTo>
                <a:close/>
                <a:moveTo>
                  <a:pt x="112" y="111"/>
                </a:moveTo>
                <a:cubicBezTo>
                  <a:pt x="114" y="111"/>
                  <a:pt x="114" y="111"/>
                  <a:pt x="114" y="111"/>
                </a:cubicBezTo>
                <a:cubicBezTo>
                  <a:pt x="114" y="110"/>
                  <a:pt x="114" y="110"/>
                  <a:pt x="114" y="110"/>
                </a:cubicBezTo>
                <a:cubicBezTo>
                  <a:pt x="115" y="110"/>
                  <a:pt x="115" y="110"/>
                  <a:pt x="115" y="110"/>
                </a:cubicBezTo>
                <a:cubicBezTo>
                  <a:pt x="115" y="109"/>
                  <a:pt x="115" y="109"/>
                  <a:pt x="115" y="109"/>
                </a:cubicBezTo>
                <a:cubicBezTo>
                  <a:pt x="114" y="109"/>
                  <a:pt x="114" y="109"/>
                  <a:pt x="114" y="109"/>
                </a:cubicBezTo>
                <a:cubicBezTo>
                  <a:pt x="114" y="109"/>
                  <a:pt x="114" y="109"/>
                  <a:pt x="114" y="109"/>
                </a:cubicBezTo>
                <a:cubicBezTo>
                  <a:pt x="113" y="108"/>
                  <a:pt x="113" y="108"/>
                  <a:pt x="113" y="108"/>
                </a:cubicBezTo>
                <a:cubicBezTo>
                  <a:pt x="113" y="109"/>
                  <a:pt x="113" y="109"/>
                  <a:pt x="113" y="109"/>
                </a:cubicBezTo>
                <a:cubicBezTo>
                  <a:pt x="113" y="110"/>
                  <a:pt x="113" y="110"/>
                  <a:pt x="113" y="110"/>
                </a:cubicBezTo>
                <a:lnTo>
                  <a:pt x="112" y="111"/>
                </a:lnTo>
                <a:close/>
                <a:moveTo>
                  <a:pt x="106" y="110"/>
                </a:moveTo>
                <a:cubicBezTo>
                  <a:pt x="105" y="109"/>
                  <a:pt x="105" y="109"/>
                  <a:pt x="105" y="109"/>
                </a:cubicBezTo>
                <a:cubicBezTo>
                  <a:pt x="105" y="108"/>
                  <a:pt x="105" y="108"/>
                  <a:pt x="105" y="108"/>
                </a:cubicBezTo>
                <a:cubicBezTo>
                  <a:pt x="105" y="110"/>
                  <a:pt x="105" y="110"/>
                  <a:pt x="105" y="110"/>
                </a:cubicBezTo>
                <a:cubicBezTo>
                  <a:pt x="104" y="111"/>
                  <a:pt x="104" y="111"/>
                  <a:pt x="104" y="111"/>
                </a:cubicBezTo>
                <a:cubicBezTo>
                  <a:pt x="105" y="111"/>
                  <a:pt x="105" y="111"/>
                  <a:pt x="105" y="111"/>
                </a:cubicBezTo>
                <a:cubicBezTo>
                  <a:pt x="105" y="112"/>
                  <a:pt x="105" y="112"/>
                  <a:pt x="105" y="112"/>
                </a:cubicBezTo>
                <a:cubicBezTo>
                  <a:pt x="106" y="111"/>
                  <a:pt x="106" y="111"/>
                  <a:pt x="106" y="111"/>
                </a:cubicBezTo>
                <a:cubicBezTo>
                  <a:pt x="106" y="110"/>
                  <a:pt x="106" y="110"/>
                  <a:pt x="106" y="110"/>
                </a:cubicBezTo>
                <a:close/>
                <a:moveTo>
                  <a:pt x="111" y="108"/>
                </a:moveTo>
                <a:cubicBezTo>
                  <a:pt x="112" y="106"/>
                  <a:pt x="112" y="106"/>
                  <a:pt x="112" y="106"/>
                </a:cubicBezTo>
                <a:cubicBezTo>
                  <a:pt x="111" y="106"/>
                  <a:pt x="111" y="106"/>
                  <a:pt x="111" y="106"/>
                </a:cubicBezTo>
                <a:cubicBezTo>
                  <a:pt x="110" y="105"/>
                  <a:pt x="110" y="105"/>
                  <a:pt x="110" y="105"/>
                </a:cubicBezTo>
                <a:cubicBezTo>
                  <a:pt x="109" y="105"/>
                  <a:pt x="109" y="105"/>
                  <a:pt x="109" y="105"/>
                </a:cubicBezTo>
                <a:cubicBezTo>
                  <a:pt x="109" y="105"/>
                  <a:pt x="109" y="105"/>
                  <a:pt x="109" y="105"/>
                </a:cubicBezTo>
                <a:cubicBezTo>
                  <a:pt x="108" y="105"/>
                  <a:pt x="108" y="105"/>
                  <a:pt x="108" y="105"/>
                </a:cubicBezTo>
                <a:cubicBezTo>
                  <a:pt x="108" y="105"/>
                  <a:pt x="108" y="105"/>
                  <a:pt x="108" y="105"/>
                </a:cubicBezTo>
                <a:cubicBezTo>
                  <a:pt x="108" y="104"/>
                  <a:pt x="108" y="104"/>
                  <a:pt x="108" y="104"/>
                </a:cubicBezTo>
                <a:cubicBezTo>
                  <a:pt x="106" y="104"/>
                  <a:pt x="106" y="104"/>
                  <a:pt x="106" y="104"/>
                </a:cubicBezTo>
                <a:cubicBezTo>
                  <a:pt x="106" y="106"/>
                  <a:pt x="108" y="106"/>
                  <a:pt x="109" y="107"/>
                </a:cubicBezTo>
                <a:cubicBezTo>
                  <a:pt x="109" y="108"/>
                  <a:pt x="110" y="108"/>
                  <a:pt x="111" y="108"/>
                </a:cubicBezTo>
                <a:close/>
                <a:moveTo>
                  <a:pt x="94" y="105"/>
                </a:moveTo>
                <a:cubicBezTo>
                  <a:pt x="93" y="106"/>
                  <a:pt x="93" y="106"/>
                  <a:pt x="93" y="106"/>
                </a:cubicBezTo>
                <a:cubicBezTo>
                  <a:pt x="93" y="108"/>
                  <a:pt x="93" y="108"/>
                  <a:pt x="93" y="108"/>
                </a:cubicBezTo>
                <a:cubicBezTo>
                  <a:pt x="94" y="108"/>
                  <a:pt x="94" y="108"/>
                  <a:pt x="94" y="108"/>
                </a:cubicBezTo>
                <a:cubicBezTo>
                  <a:pt x="95" y="106"/>
                  <a:pt x="95" y="106"/>
                  <a:pt x="95" y="106"/>
                </a:cubicBezTo>
                <a:cubicBezTo>
                  <a:pt x="95" y="105"/>
                  <a:pt x="95" y="105"/>
                  <a:pt x="95" y="105"/>
                </a:cubicBezTo>
                <a:cubicBezTo>
                  <a:pt x="95" y="104"/>
                  <a:pt x="95" y="104"/>
                  <a:pt x="95" y="104"/>
                </a:cubicBezTo>
                <a:cubicBezTo>
                  <a:pt x="94" y="104"/>
                  <a:pt x="94" y="104"/>
                  <a:pt x="94" y="104"/>
                </a:cubicBezTo>
                <a:cubicBezTo>
                  <a:pt x="94" y="105"/>
                  <a:pt x="94" y="105"/>
                  <a:pt x="94" y="105"/>
                </a:cubicBezTo>
                <a:close/>
                <a:moveTo>
                  <a:pt x="106" y="104"/>
                </a:moveTo>
                <a:cubicBezTo>
                  <a:pt x="107" y="102"/>
                  <a:pt x="107" y="102"/>
                  <a:pt x="107" y="102"/>
                </a:cubicBezTo>
                <a:cubicBezTo>
                  <a:pt x="106" y="102"/>
                  <a:pt x="106" y="102"/>
                  <a:pt x="106" y="102"/>
                </a:cubicBezTo>
                <a:cubicBezTo>
                  <a:pt x="106" y="101"/>
                  <a:pt x="106" y="101"/>
                  <a:pt x="106" y="101"/>
                </a:cubicBezTo>
                <a:cubicBezTo>
                  <a:pt x="106" y="100"/>
                  <a:pt x="106" y="100"/>
                  <a:pt x="106" y="100"/>
                </a:cubicBezTo>
                <a:cubicBezTo>
                  <a:pt x="106" y="99"/>
                  <a:pt x="106" y="99"/>
                  <a:pt x="106" y="99"/>
                </a:cubicBezTo>
                <a:cubicBezTo>
                  <a:pt x="106" y="99"/>
                  <a:pt x="106" y="99"/>
                  <a:pt x="106" y="99"/>
                </a:cubicBezTo>
                <a:cubicBezTo>
                  <a:pt x="104" y="99"/>
                  <a:pt x="104" y="99"/>
                  <a:pt x="104" y="99"/>
                </a:cubicBezTo>
                <a:cubicBezTo>
                  <a:pt x="104" y="99"/>
                  <a:pt x="104" y="99"/>
                  <a:pt x="104" y="99"/>
                </a:cubicBezTo>
                <a:cubicBezTo>
                  <a:pt x="103" y="97"/>
                  <a:pt x="103" y="97"/>
                  <a:pt x="103" y="97"/>
                </a:cubicBezTo>
                <a:cubicBezTo>
                  <a:pt x="103" y="97"/>
                  <a:pt x="103" y="97"/>
                  <a:pt x="103" y="97"/>
                </a:cubicBezTo>
                <a:cubicBezTo>
                  <a:pt x="103" y="97"/>
                  <a:pt x="103" y="97"/>
                  <a:pt x="103" y="97"/>
                </a:cubicBezTo>
                <a:cubicBezTo>
                  <a:pt x="102" y="97"/>
                  <a:pt x="102" y="97"/>
                  <a:pt x="102" y="97"/>
                </a:cubicBezTo>
                <a:cubicBezTo>
                  <a:pt x="101" y="97"/>
                  <a:pt x="101" y="97"/>
                  <a:pt x="101" y="97"/>
                </a:cubicBezTo>
                <a:cubicBezTo>
                  <a:pt x="101" y="98"/>
                  <a:pt x="101" y="98"/>
                  <a:pt x="101" y="98"/>
                </a:cubicBezTo>
                <a:cubicBezTo>
                  <a:pt x="101" y="99"/>
                  <a:pt x="102" y="99"/>
                  <a:pt x="103" y="100"/>
                </a:cubicBezTo>
                <a:cubicBezTo>
                  <a:pt x="103" y="101"/>
                  <a:pt x="103" y="101"/>
                  <a:pt x="103" y="101"/>
                </a:cubicBezTo>
                <a:cubicBezTo>
                  <a:pt x="103" y="101"/>
                  <a:pt x="103" y="101"/>
                  <a:pt x="103" y="101"/>
                </a:cubicBezTo>
                <a:cubicBezTo>
                  <a:pt x="104" y="102"/>
                  <a:pt x="104" y="102"/>
                  <a:pt x="104" y="102"/>
                </a:cubicBezTo>
                <a:cubicBezTo>
                  <a:pt x="105" y="102"/>
                  <a:pt x="105" y="102"/>
                  <a:pt x="105" y="102"/>
                </a:cubicBezTo>
                <a:cubicBezTo>
                  <a:pt x="105" y="103"/>
                  <a:pt x="105" y="103"/>
                  <a:pt x="105" y="103"/>
                </a:cubicBezTo>
                <a:cubicBezTo>
                  <a:pt x="106" y="104"/>
                  <a:pt x="106" y="104"/>
                  <a:pt x="106" y="104"/>
                </a:cubicBezTo>
                <a:close/>
                <a:moveTo>
                  <a:pt x="130" y="82"/>
                </a:moveTo>
                <a:cubicBezTo>
                  <a:pt x="130" y="82"/>
                  <a:pt x="130" y="82"/>
                  <a:pt x="130" y="82"/>
                </a:cubicBezTo>
                <a:cubicBezTo>
                  <a:pt x="130" y="82"/>
                  <a:pt x="130" y="82"/>
                  <a:pt x="130" y="82"/>
                </a:cubicBezTo>
                <a:cubicBezTo>
                  <a:pt x="130" y="83"/>
                  <a:pt x="130" y="83"/>
                  <a:pt x="130" y="83"/>
                </a:cubicBezTo>
                <a:lnTo>
                  <a:pt x="130" y="82"/>
                </a:lnTo>
                <a:close/>
                <a:moveTo>
                  <a:pt x="128" y="81"/>
                </a:moveTo>
                <a:cubicBezTo>
                  <a:pt x="129" y="82"/>
                  <a:pt x="129" y="82"/>
                  <a:pt x="129" y="82"/>
                </a:cubicBezTo>
                <a:cubicBezTo>
                  <a:pt x="130" y="82"/>
                  <a:pt x="130" y="82"/>
                  <a:pt x="130" y="82"/>
                </a:cubicBezTo>
                <a:cubicBezTo>
                  <a:pt x="130" y="82"/>
                  <a:pt x="130" y="82"/>
                  <a:pt x="130" y="82"/>
                </a:cubicBezTo>
                <a:cubicBezTo>
                  <a:pt x="129" y="82"/>
                  <a:pt x="129" y="82"/>
                  <a:pt x="129" y="82"/>
                </a:cubicBezTo>
                <a:lnTo>
                  <a:pt x="128" y="81"/>
                </a:lnTo>
                <a:close/>
                <a:moveTo>
                  <a:pt x="116" y="82"/>
                </a:moveTo>
                <a:cubicBezTo>
                  <a:pt x="115" y="81"/>
                  <a:pt x="115" y="81"/>
                  <a:pt x="115" y="81"/>
                </a:cubicBezTo>
                <a:cubicBezTo>
                  <a:pt x="115" y="82"/>
                  <a:pt x="115" y="82"/>
                  <a:pt x="115" y="82"/>
                </a:cubicBezTo>
                <a:cubicBezTo>
                  <a:pt x="116" y="82"/>
                  <a:pt x="116" y="82"/>
                  <a:pt x="116" y="82"/>
                </a:cubicBezTo>
                <a:close/>
                <a:moveTo>
                  <a:pt x="116" y="80"/>
                </a:moveTo>
                <a:cubicBezTo>
                  <a:pt x="116" y="81"/>
                  <a:pt x="116" y="81"/>
                  <a:pt x="116" y="81"/>
                </a:cubicBezTo>
                <a:cubicBezTo>
                  <a:pt x="116" y="82"/>
                  <a:pt x="116" y="82"/>
                  <a:pt x="116" y="82"/>
                </a:cubicBezTo>
                <a:cubicBezTo>
                  <a:pt x="117" y="82"/>
                  <a:pt x="117" y="82"/>
                  <a:pt x="117" y="82"/>
                </a:cubicBezTo>
                <a:cubicBezTo>
                  <a:pt x="118" y="81"/>
                  <a:pt x="118" y="81"/>
                  <a:pt x="118" y="81"/>
                </a:cubicBezTo>
                <a:cubicBezTo>
                  <a:pt x="117" y="80"/>
                  <a:pt x="117" y="80"/>
                  <a:pt x="117" y="80"/>
                </a:cubicBezTo>
                <a:lnTo>
                  <a:pt x="116" y="80"/>
                </a:lnTo>
                <a:close/>
                <a:moveTo>
                  <a:pt x="106" y="57"/>
                </a:moveTo>
                <a:cubicBezTo>
                  <a:pt x="106" y="56"/>
                  <a:pt x="106" y="56"/>
                  <a:pt x="106" y="56"/>
                </a:cubicBezTo>
                <a:cubicBezTo>
                  <a:pt x="105" y="57"/>
                  <a:pt x="105" y="58"/>
                  <a:pt x="105" y="59"/>
                </a:cubicBezTo>
                <a:cubicBezTo>
                  <a:pt x="106" y="58"/>
                  <a:pt x="106" y="57"/>
                  <a:pt x="106" y="57"/>
                </a:cubicBezTo>
                <a:close/>
                <a:moveTo>
                  <a:pt x="125" y="107"/>
                </a:moveTo>
                <a:cubicBezTo>
                  <a:pt x="128" y="107"/>
                  <a:pt x="131" y="105"/>
                  <a:pt x="132" y="103"/>
                </a:cubicBezTo>
                <a:cubicBezTo>
                  <a:pt x="131" y="103"/>
                  <a:pt x="130" y="104"/>
                  <a:pt x="129" y="104"/>
                </a:cubicBezTo>
                <a:cubicBezTo>
                  <a:pt x="127" y="104"/>
                  <a:pt x="126" y="104"/>
                  <a:pt x="125" y="106"/>
                </a:cubicBezTo>
                <a:lnTo>
                  <a:pt x="125" y="107"/>
                </a:lnTo>
                <a:close/>
                <a:moveTo>
                  <a:pt x="145" y="102"/>
                </a:moveTo>
                <a:cubicBezTo>
                  <a:pt x="145" y="100"/>
                  <a:pt x="145" y="100"/>
                  <a:pt x="145" y="100"/>
                </a:cubicBezTo>
                <a:cubicBezTo>
                  <a:pt x="146" y="100"/>
                  <a:pt x="146" y="100"/>
                  <a:pt x="146" y="100"/>
                </a:cubicBezTo>
                <a:cubicBezTo>
                  <a:pt x="143" y="100"/>
                  <a:pt x="143" y="100"/>
                  <a:pt x="143" y="100"/>
                </a:cubicBezTo>
                <a:cubicBezTo>
                  <a:pt x="144" y="101"/>
                  <a:pt x="144" y="101"/>
                  <a:pt x="144" y="101"/>
                </a:cubicBezTo>
                <a:cubicBezTo>
                  <a:pt x="141" y="100"/>
                  <a:pt x="141" y="99"/>
                  <a:pt x="138" y="100"/>
                </a:cubicBezTo>
                <a:cubicBezTo>
                  <a:pt x="137" y="100"/>
                  <a:pt x="137" y="100"/>
                  <a:pt x="137" y="100"/>
                </a:cubicBezTo>
                <a:cubicBezTo>
                  <a:pt x="137" y="101"/>
                  <a:pt x="137" y="101"/>
                  <a:pt x="137" y="101"/>
                </a:cubicBezTo>
                <a:cubicBezTo>
                  <a:pt x="136" y="101"/>
                  <a:pt x="136" y="101"/>
                  <a:pt x="136" y="101"/>
                </a:cubicBezTo>
                <a:cubicBezTo>
                  <a:pt x="136" y="103"/>
                  <a:pt x="136" y="103"/>
                  <a:pt x="136" y="103"/>
                </a:cubicBezTo>
                <a:cubicBezTo>
                  <a:pt x="137" y="103"/>
                  <a:pt x="137" y="103"/>
                  <a:pt x="137" y="103"/>
                </a:cubicBezTo>
                <a:cubicBezTo>
                  <a:pt x="138" y="102"/>
                  <a:pt x="138" y="102"/>
                  <a:pt x="138" y="102"/>
                </a:cubicBezTo>
                <a:cubicBezTo>
                  <a:pt x="139" y="102"/>
                  <a:pt x="139" y="102"/>
                  <a:pt x="139" y="102"/>
                </a:cubicBezTo>
                <a:cubicBezTo>
                  <a:pt x="140" y="102"/>
                  <a:pt x="140" y="102"/>
                  <a:pt x="140" y="102"/>
                </a:cubicBezTo>
                <a:cubicBezTo>
                  <a:pt x="140" y="103"/>
                  <a:pt x="140" y="103"/>
                  <a:pt x="140" y="103"/>
                </a:cubicBezTo>
                <a:cubicBezTo>
                  <a:pt x="142" y="104"/>
                  <a:pt x="143" y="102"/>
                  <a:pt x="144" y="102"/>
                </a:cubicBezTo>
                <a:lnTo>
                  <a:pt x="145" y="102"/>
                </a:lnTo>
                <a:close/>
                <a:moveTo>
                  <a:pt x="128" y="83"/>
                </a:moveTo>
                <a:cubicBezTo>
                  <a:pt x="127" y="83"/>
                  <a:pt x="127" y="83"/>
                  <a:pt x="127" y="83"/>
                </a:cubicBezTo>
                <a:cubicBezTo>
                  <a:pt x="127" y="83"/>
                  <a:pt x="127" y="83"/>
                  <a:pt x="127" y="83"/>
                </a:cubicBezTo>
                <a:cubicBezTo>
                  <a:pt x="128" y="82"/>
                  <a:pt x="128" y="82"/>
                  <a:pt x="128" y="82"/>
                </a:cubicBezTo>
                <a:cubicBezTo>
                  <a:pt x="128" y="81"/>
                  <a:pt x="128" y="81"/>
                  <a:pt x="128" y="81"/>
                </a:cubicBezTo>
                <a:cubicBezTo>
                  <a:pt x="127" y="81"/>
                  <a:pt x="127" y="81"/>
                  <a:pt x="127" y="81"/>
                </a:cubicBezTo>
                <a:cubicBezTo>
                  <a:pt x="127" y="81"/>
                  <a:pt x="127" y="81"/>
                  <a:pt x="127" y="81"/>
                </a:cubicBezTo>
                <a:cubicBezTo>
                  <a:pt x="127" y="81"/>
                  <a:pt x="127" y="81"/>
                  <a:pt x="127" y="81"/>
                </a:cubicBezTo>
                <a:cubicBezTo>
                  <a:pt x="126" y="80"/>
                  <a:pt x="126" y="80"/>
                  <a:pt x="126" y="80"/>
                </a:cubicBezTo>
                <a:cubicBezTo>
                  <a:pt x="126" y="80"/>
                  <a:pt x="126" y="80"/>
                  <a:pt x="126" y="80"/>
                </a:cubicBezTo>
                <a:cubicBezTo>
                  <a:pt x="125" y="80"/>
                  <a:pt x="125" y="80"/>
                  <a:pt x="125" y="80"/>
                </a:cubicBezTo>
                <a:cubicBezTo>
                  <a:pt x="122" y="81"/>
                  <a:pt x="122" y="81"/>
                  <a:pt x="122" y="81"/>
                </a:cubicBezTo>
                <a:cubicBezTo>
                  <a:pt x="122" y="81"/>
                  <a:pt x="122" y="81"/>
                  <a:pt x="122" y="81"/>
                </a:cubicBezTo>
                <a:cubicBezTo>
                  <a:pt x="122" y="82"/>
                  <a:pt x="122" y="82"/>
                  <a:pt x="122" y="82"/>
                </a:cubicBezTo>
                <a:cubicBezTo>
                  <a:pt x="123" y="83"/>
                  <a:pt x="123" y="83"/>
                  <a:pt x="123" y="83"/>
                </a:cubicBezTo>
                <a:cubicBezTo>
                  <a:pt x="124" y="83"/>
                  <a:pt x="124" y="83"/>
                  <a:pt x="124" y="83"/>
                </a:cubicBezTo>
                <a:cubicBezTo>
                  <a:pt x="124" y="84"/>
                  <a:pt x="124" y="84"/>
                  <a:pt x="124" y="84"/>
                </a:cubicBezTo>
                <a:cubicBezTo>
                  <a:pt x="124" y="85"/>
                  <a:pt x="124" y="85"/>
                  <a:pt x="124" y="85"/>
                </a:cubicBezTo>
                <a:cubicBezTo>
                  <a:pt x="125" y="85"/>
                  <a:pt x="125" y="85"/>
                  <a:pt x="125" y="85"/>
                </a:cubicBezTo>
                <a:cubicBezTo>
                  <a:pt x="125" y="86"/>
                  <a:pt x="125" y="86"/>
                  <a:pt x="125" y="86"/>
                </a:cubicBezTo>
                <a:cubicBezTo>
                  <a:pt x="124" y="87"/>
                  <a:pt x="124" y="87"/>
                  <a:pt x="124" y="87"/>
                </a:cubicBezTo>
                <a:cubicBezTo>
                  <a:pt x="124" y="87"/>
                  <a:pt x="124" y="87"/>
                  <a:pt x="124" y="87"/>
                </a:cubicBezTo>
                <a:cubicBezTo>
                  <a:pt x="124" y="87"/>
                  <a:pt x="124" y="87"/>
                  <a:pt x="124" y="87"/>
                </a:cubicBezTo>
                <a:cubicBezTo>
                  <a:pt x="123" y="88"/>
                  <a:pt x="123" y="88"/>
                  <a:pt x="123" y="88"/>
                </a:cubicBezTo>
                <a:cubicBezTo>
                  <a:pt x="122" y="89"/>
                  <a:pt x="122" y="89"/>
                  <a:pt x="122" y="89"/>
                </a:cubicBezTo>
                <a:cubicBezTo>
                  <a:pt x="123" y="89"/>
                  <a:pt x="123" y="89"/>
                  <a:pt x="123" y="89"/>
                </a:cubicBezTo>
                <a:cubicBezTo>
                  <a:pt x="123" y="90"/>
                  <a:pt x="123" y="90"/>
                  <a:pt x="123" y="90"/>
                </a:cubicBezTo>
                <a:cubicBezTo>
                  <a:pt x="124" y="90"/>
                  <a:pt x="124" y="90"/>
                  <a:pt x="124" y="91"/>
                </a:cubicBezTo>
                <a:cubicBezTo>
                  <a:pt x="125" y="91"/>
                  <a:pt x="125" y="91"/>
                  <a:pt x="125" y="91"/>
                </a:cubicBezTo>
                <a:cubicBezTo>
                  <a:pt x="125" y="91"/>
                  <a:pt x="125" y="91"/>
                  <a:pt x="125" y="91"/>
                </a:cubicBezTo>
                <a:cubicBezTo>
                  <a:pt x="126" y="90"/>
                  <a:pt x="126" y="90"/>
                  <a:pt x="126" y="90"/>
                </a:cubicBezTo>
                <a:cubicBezTo>
                  <a:pt x="127" y="89"/>
                  <a:pt x="127" y="89"/>
                  <a:pt x="127" y="89"/>
                </a:cubicBezTo>
                <a:cubicBezTo>
                  <a:pt x="127" y="88"/>
                  <a:pt x="127" y="88"/>
                  <a:pt x="127" y="88"/>
                </a:cubicBezTo>
                <a:cubicBezTo>
                  <a:pt x="127" y="88"/>
                  <a:pt x="127" y="88"/>
                  <a:pt x="127" y="88"/>
                </a:cubicBezTo>
                <a:cubicBezTo>
                  <a:pt x="128" y="87"/>
                  <a:pt x="128" y="87"/>
                  <a:pt x="128" y="87"/>
                </a:cubicBezTo>
                <a:cubicBezTo>
                  <a:pt x="128" y="86"/>
                  <a:pt x="128" y="86"/>
                  <a:pt x="128" y="86"/>
                </a:cubicBezTo>
                <a:cubicBezTo>
                  <a:pt x="127" y="85"/>
                  <a:pt x="127" y="84"/>
                  <a:pt x="128" y="83"/>
                </a:cubicBezTo>
                <a:close/>
                <a:moveTo>
                  <a:pt x="135" y="67"/>
                </a:moveTo>
                <a:cubicBezTo>
                  <a:pt x="135" y="67"/>
                  <a:pt x="135" y="67"/>
                  <a:pt x="135" y="67"/>
                </a:cubicBezTo>
                <a:cubicBezTo>
                  <a:pt x="134" y="66"/>
                  <a:pt x="134" y="66"/>
                  <a:pt x="134" y="66"/>
                </a:cubicBezTo>
                <a:cubicBezTo>
                  <a:pt x="134" y="65"/>
                  <a:pt x="133" y="64"/>
                  <a:pt x="133" y="64"/>
                </a:cubicBezTo>
                <a:cubicBezTo>
                  <a:pt x="132" y="63"/>
                  <a:pt x="131" y="63"/>
                  <a:pt x="132" y="61"/>
                </a:cubicBezTo>
                <a:cubicBezTo>
                  <a:pt x="131" y="61"/>
                  <a:pt x="131" y="61"/>
                  <a:pt x="131" y="61"/>
                </a:cubicBezTo>
                <a:cubicBezTo>
                  <a:pt x="131" y="61"/>
                  <a:pt x="131" y="60"/>
                  <a:pt x="131" y="60"/>
                </a:cubicBezTo>
                <a:cubicBezTo>
                  <a:pt x="130" y="60"/>
                  <a:pt x="129" y="60"/>
                  <a:pt x="127" y="60"/>
                </a:cubicBezTo>
                <a:cubicBezTo>
                  <a:pt x="128" y="61"/>
                  <a:pt x="128" y="61"/>
                  <a:pt x="128" y="61"/>
                </a:cubicBezTo>
                <a:cubicBezTo>
                  <a:pt x="127" y="62"/>
                  <a:pt x="126" y="62"/>
                  <a:pt x="125" y="63"/>
                </a:cubicBezTo>
                <a:cubicBezTo>
                  <a:pt x="125" y="62"/>
                  <a:pt x="125" y="62"/>
                  <a:pt x="125" y="62"/>
                </a:cubicBezTo>
                <a:cubicBezTo>
                  <a:pt x="125" y="63"/>
                  <a:pt x="124" y="63"/>
                  <a:pt x="123" y="63"/>
                </a:cubicBezTo>
                <a:cubicBezTo>
                  <a:pt x="123" y="63"/>
                  <a:pt x="123" y="63"/>
                  <a:pt x="123" y="63"/>
                </a:cubicBezTo>
                <a:cubicBezTo>
                  <a:pt x="122" y="63"/>
                  <a:pt x="122" y="63"/>
                  <a:pt x="122" y="63"/>
                </a:cubicBezTo>
                <a:cubicBezTo>
                  <a:pt x="122" y="65"/>
                  <a:pt x="122" y="65"/>
                  <a:pt x="122" y="65"/>
                </a:cubicBezTo>
                <a:cubicBezTo>
                  <a:pt x="121" y="66"/>
                  <a:pt x="123" y="67"/>
                  <a:pt x="124" y="67"/>
                </a:cubicBezTo>
                <a:cubicBezTo>
                  <a:pt x="126" y="68"/>
                  <a:pt x="127" y="67"/>
                  <a:pt x="128" y="65"/>
                </a:cubicBezTo>
                <a:cubicBezTo>
                  <a:pt x="128" y="65"/>
                  <a:pt x="128" y="65"/>
                  <a:pt x="128" y="65"/>
                </a:cubicBezTo>
                <a:cubicBezTo>
                  <a:pt x="129" y="65"/>
                  <a:pt x="129" y="65"/>
                  <a:pt x="129" y="65"/>
                </a:cubicBezTo>
                <a:cubicBezTo>
                  <a:pt x="130" y="65"/>
                  <a:pt x="130" y="65"/>
                  <a:pt x="130" y="65"/>
                </a:cubicBezTo>
                <a:cubicBezTo>
                  <a:pt x="129" y="67"/>
                  <a:pt x="129" y="67"/>
                  <a:pt x="129" y="67"/>
                </a:cubicBezTo>
                <a:cubicBezTo>
                  <a:pt x="128" y="67"/>
                  <a:pt x="128" y="67"/>
                  <a:pt x="128" y="67"/>
                </a:cubicBezTo>
                <a:cubicBezTo>
                  <a:pt x="127" y="67"/>
                  <a:pt x="127" y="67"/>
                  <a:pt x="127" y="67"/>
                </a:cubicBezTo>
                <a:cubicBezTo>
                  <a:pt x="127" y="68"/>
                  <a:pt x="127" y="68"/>
                  <a:pt x="127" y="68"/>
                </a:cubicBezTo>
                <a:cubicBezTo>
                  <a:pt x="126" y="68"/>
                  <a:pt x="126" y="68"/>
                  <a:pt x="126" y="68"/>
                </a:cubicBezTo>
                <a:cubicBezTo>
                  <a:pt x="128" y="69"/>
                  <a:pt x="128" y="70"/>
                  <a:pt x="130" y="70"/>
                </a:cubicBezTo>
                <a:cubicBezTo>
                  <a:pt x="132" y="70"/>
                  <a:pt x="133" y="71"/>
                  <a:pt x="135" y="70"/>
                </a:cubicBezTo>
                <a:cubicBezTo>
                  <a:pt x="135" y="69"/>
                  <a:pt x="134" y="68"/>
                  <a:pt x="133" y="67"/>
                </a:cubicBezTo>
                <a:cubicBezTo>
                  <a:pt x="133" y="67"/>
                  <a:pt x="133" y="67"/>
                  <a:pt x="133" y="67"/>
                </a:cubicBezTo>
                <a:cubicBezTo>
                  <a:pt x="134" y="67"/>
                  <a:pt x="134" y="67"/>
                  <a:pt x="134" y="67"/>
                </a:cubicBezTo>
                <a:cubicBezTo>
                  <a:pt x="134" y="68"/>
                  <a:pt x="134" y="68"/>
                  <a:pt x="134" y="68"/>
                </a:cubicBezTo>
                <a:cubicBezTo>
                  <a:pt x="134" y="69"/>
                  <a:pt x="134" y="69"/>
                  <a:pt x="134" y="69"/>
                </a:cubicBezTo>
                <a:cubicBezTo>
                  <a:pt x="135" y="69"/>
                  <a:pt x="135" y="69"/>
                  <a:pt x="135" y="69"/>
                </a:cubicBezTo>
                <a:cubicBezTo>
                  <a:pt x="136" y="69"/>
                  <a:pt x="136" y="69"/>
                  <a:pt x="136" y="69"/>
                </a:cubicBezTo>
                <a:cubicBezTo>
                  <a:pt x="136" y="68"/>
                  <a:pt x="136" y="68"/>
                  <a:pt x="136" y="68"/>
                </a:cubicBezTo>
                <a:cubicBezTo>
                  <a:pt x="135" y="68"/>
                  <a:pt x="135" y="68"/>
                  <a:pt x="135" y="68"/>
                </a:cubicBezTo>
                <a:lnTo>
                  <a:pt x="135" y="67"/>
                </a:lnTo>
                <a:close/>
                <a:moveTo>
                  <a:pt x="112" y="50"/>
                </a:moveTo>
                <a:cubicBezTo>
                  <a:pt x="112" y="50"/>
                  <a:pt x="112" y="50"/>
                  <a:pt x="112" y="50"/>
                </a:cubicBezTo>
                <a:cubicBezTo>
                  <a:pt x="112" y="49"/>
                  <a:pt x="112" y="49"/>
                  <a:pt x="112" y="49"/>
                </a:cubicBezTo>
                <a:cubicBezTo>
                  <a:pt x="112" y="48"/>
                  <a:pt x="112" y="48"/>
                  <a:pt x="112" y="48"/>
                </a:cubicBezTo>
                <a:cubicBezTo>
                  <a:pt x="112" y="48"/>
                  <a:pt x="112" y="48"/>
                  <a:pt x="112" y="48"/>
                </a:cubicBezTo>
                <a:cubicBezTo>
                  <a:pt x="112" y="47"/>
                  <a:pt x="112" y="47"/>
                  <a:pt x="112" y="47"/>
                </a:cubicBezTo>
                <a:cubicBezTo>
                  <a:pt x="113" y="47"/>
                  <a:pt x="113" y="47"/>
                  <a:pt x="113" y="47"/>
                </a:cubicBezTo>
                <a:cubicBezTo>
                  <a:pt x="113" y="46"/>
                  <a:pt x="113" y="46"/>
                  <a:pt x="114" y="45"/>
                </a:cubicBezTo>
                <a:cubicBezTo>
                  <a:pt x="114" y="44"/>
                  <a:pt x="114" y="44"/>
                  <a:pt x="114" y="44"/>
                </a:cubicBezTo>
                <a:cubicBezTo>
                  <a:pt x="112" y="44"/>
                  <a:pt x="112" y="46"/>
                  <a:pt x="111" y="46"/>
                </a:cubicBezTo>
                <a:cubicBezTo>
                  <a:pt x="111" y="46"/>
                  <a:pt x="111" y="46"/>
                  <a:pt x="111" y="46"/>
                </a:cubicBezTo>
                <a:cubicBezTo>
                  <a:pt x="110" y="45"/>
                  <a:pt x="110" y="45"/>
                  <a:pt x="110" y="45"/>
                </a:cubicBezTo>
                <a:cubicBezTo>
                  <a:pt x="110" y="45"/>
                  <a:pt x="110" y="45"/>
                  <a:pt x="110" y="45"/>
                </a:cubicBezTo>
                <a:cubicBezTo>
                  <a:pt x="108" y="45"/>
                  <a:pt x="108" y="45"/>
                  <a:pt x="108" y="45"/>
                </a:cubicBezTo>
                <a:cubicBezTo>
                  <a:pt x="108" y="45"/>
                  <a:pt x="108" y="45"/>
                  <a:pt x="108" y="45"/>
                </a:cubicBezTo>
                <a:cubicBezTo>
                  <a:pt x="106" y="45"/>
                  <a:pt x="106" y="45"/>
                  <a:pt x="106" y="45"/>
                </a:cubicBezTo>
                <a:cubicBezTo>
                  <a:pt x="106" y="46"/>
                  <a:pt x="106" y="46"/>
                  <a:pt x="106" y="46"/>
                </a:cubicBezTo>
                <a:cubicBezTo>
                  <a:pt x="106" y="47"/>
                  <a:pt x="106" y="47"/>
                  <a:pt x="106" y="47"/>
                </a:cubicBezTo>
                <a:cubicBezTo>
                  <a:pt x="107" y="47"/>
                  <a:pt x="107" y="47"/>
                  <a:pt x="107" y="47"/>
                </a:cubicBezTo>
                <a:cubicBezTo>
                  <a:pt x="106" y="49"/>
                  <a:pt x="106" y="49"/>
                  <a:pt x="106" y="49"/>
                </a:cubicBezTo>
                <a:cubicBezTo>
                  <a:pt x="107" y="49"/>
                  <a:pt x="107" y="49"/>
                  <a:pt x="107" y="49"/>
                </a:cubicBezTo>
                <a:cubicBezTo>
                  <a:pt x="106" y="49"/>
                  <a:pt x="106" y="49"/>
                  <a:pt x="106" y="49"/>
                </a:cubicBezTo>
                <a:cubicBezTo>
                  <a:pt x="108" y="49"/>
                  <a:pt x="108" y="49"/>
                  <a:pt x="108" y="49"/>
                </a:cubicBezTo>
                <a:cubicBezTo>
                  <a:pt x="108" y="49"/>
                  <a:pt x="108" y="49"/>
                  <a:pt x="108" y="49"/>
                </a:cubicBezTo>
                <a:cubicBezTo>
                  <a:pt x="109" y="49"/>
                  <a:pt x="109" y="49"/>
                  <a:pt x="109" y="49"/>
                </a:cubicBezTo>
                <a:cubicBezTo>
                  <a:pt x="109" y="49"/>
                  <a:pt x="109" y="49"/>
                  <a:pt x="109" y="49"/>
                </a:cubicBezTo>
                <a:cubicBezTo>
                  <a:pt x="108" y="50"/>
                  <a:pt x="108" y="50"/>
                  <a:pt x="108" y="50"/>
                </a:cubicBezTo>
                <a:cubicBezTo>
                  <a:pt x="109" y="50"/>
                  <a:pt x="109" y="50"/>
                  <a:pt x="109" y="50"/>
                </a:cubicBezTo>
                <a:cubicBezTo>
                  <a:pt x="109" y="50"/>
                  <a:pt x="109" y="50"/>
                  <a:pt x="109" y="50"/>
                </a:cubicBezTo>
                <a:cubicBezTo>
                  <a:pt x="109" y="49"/>
                  <a:pt x="109" y="49"/>
                  <a:pt x="109" y="49"/>
                </a:cubicBezTo>
                <a:cubicBezTo>
                  <a:pt x="109" y="48"/>
                  <a:pt x="109" y="48"/>
                  <a:pt x="109" y="48"/>
                </a:cubicBezTo>
                <a:cubicBezTo>
                  <a:pt x="110" y="48"/>
                  <a:pt x="110" y="48"/>
                  <a:pt x="110" y="48"/>
                </a:cubicBezTo>
                <a:cubicBezTo>
                  <a:pt x="109" y="48"/>
                  <a:pt x="109" y="48"/>
                  <a:pt x="109" y="48"/>
                </a:cubicBezTo>
                <a:cubicBezTo>
                  <a:pt x="110" y="47"/>
                  <a:pt x="110" y="47"/>
                  <a:pt x="110" y="47"/>
                </a:cubicBezTo>
                <a:cubicBezTo>
                  <a:pt x="110" y="47"/>
                  <a:pt x="110" y="47"/>
                  <a:pt x="110" y="47"/>
                </a:cubicBezTo>
                <a:cubicBezTo>
                  <a:pt x="111" y="48"/>
                  <a:pt x="111" y="48"/>
                  <a:pt x="111" y="48"/>
                </a:cubicBezTo>
                <a:cubicBezTo>
                  <a:pt x="110" y="49"/>
                  <a:pt x="110" y="49"/>
                  <a:pt x="110" y="49"/>
                </a:cubicBezTo>
                <a:cubicBezTo>
                  <a:pt x="111" y="49"/>
                  <a:pt x="111" y="49"/>
                  <a:pt x="111" y="49"/>
                </a:cubicBezTo>
                <a:cubicBezTo>
                  <a:pt x="111" y="50"/>
                  <a:pt x="111" y="50"/>
                  <a:pt x="111" y="50"/>
                </a:cubicBezTo>
                <a:lnTo>
                  <a:pt x="112" y="50"/>
                </a:lnTo>
                <a:close/>
                <a:moveTo>
                  <a:pt x="93" y="97"/>
                </a:moveTo>
                <a:cubicBezTo>
                  <a:pt x="93" y="98"/>
                  <a:pt x="93" y="98"/>
                  <a:pt x="93" y="98"/>
                </a:cubicBezTo>
                <a:cubicBezTo>
                  <a:pt x="93" y="98"/>
                  <a:pt x="93" y="98"/>
                  <a:pt x="93" y="98"/>
                </a:cubicBezTo>
                <a:cubicBezTo>
                  <a:pt x="93" y="98"/>
                  <a:pt x="93" y="98"/>
                  <a:pt x="93" y="98"/>
                </a:cubicBezTo>
                <a:cubicBezTo>
                  <a:pt x="94" y="98"/>
                  <a:pt x="94" y="98"/>
                  <a:pt x="94" y="98"/>
                </a:cubicBezTo>
                <a:lnTo>
                  <a:pt x="93" y="97"/>
                </a:lnTo>
                <a:close/>
                <a:moveTo>
                  <a:pt x="94" y="74"/>
                </a:moveTo>
                <a:cubicBezTo>
                  <a:pt x="94" y="75"/>
                  <a:pt x="94" y="75"/>
                  <a:pt x="94" y="75"/>
                </a:cubicBezTo>
                <a:cubicBezTo>
                  <a:pt x="94" y="75"/>
                  <a:pt x="94" y="75"/>
                  <a:pt x="94" y="75"/>
                </a:cubicBezTo>
                <a:cubicBezTo>
                  <a:pt x="94" y="75"/>
                  <a:pt x="94" y="75"/>
                  <a:pt x="94" y="75"/>
                </a:cubicBezTo>
                <a:lnTo>
                  <a:pt x="94" y="74"/>
                </a:lnTo>
                <a:close/>
                <a:moveTo>
                  <a:pt x="97" y="76"/>
                </a:moveTo>
                <a:cubicBezTo>
                  <a:pt x="98" y="77"/>
                  <a:pt x="98" y="77"/>
                  <a:pt x="98" y="77"/>
                </a:cubicBezTo>
                <a:cubicBezTo>
                  <a:pt x="98" y="76"/>
                  <a:pt x="98" y="76"/>
                  <a:pt x="98" y="76"/>
                </a:cubicBezTo>
                <a:cubicBezTo>
                  <a:pt x="98" y="76"/>
                  <a:pt x="98" y="76"/>
                  <a:pt x="98" y="76"/>
                </a:cubicBezTo>
                <a:cubicBezTo>
                  <a:pt x="99" y="76"/>
                  <a:pt x="99" y="76"/>
                  <a:pt x="99" y="76"/>
                </a:cubicBezTo>
                <a:cubicBezTo>
                  <a:pt x="99" y="76"/>
                  <a:pt x="99" y="76"/>
                  <a:pt x="99" y="76"/>
                </a:cubicBezTo>
                <a:cubicBezTo>
                  <a:pt x="100" y="76"/>
                  <a:pt x="100" y="76"/>
                  <a:pt x="100" y="76"/>
                </a:cubicBezTo>
                <a:cubicBezTo>
                  <a:pt x="100" y="75"/>
                  <a:pt x="99" y="74"/>
                  <a:pt x="98" y="74"/>
                </a:cubicBezTo>
                <a:cubicBezTo>
                  <a:pt x="98" y="74"/>
                  <a:pt x="98" y="74"/>
                  <a:pt x="98" y="74"/>
                </a:cubicBezTo>
                <a:cubicBezTo>
                  <a:pt x="98" y="72"/>
                  <a:pt x="98" y="72"/>
                  <a:pt x="98" y="72"/>
                </a:cubicBezTo>
                <a:cubicBezTo>
                  <a:pt x="96" y="71"/>
                  <a:pt x="96" y="71"/>
                  <a:pt x="96" y="71"/>
                </a:cubicBezTo>
                <a:cubicBezTo>
                  <a:pt x="96" y="72"/>
                  <a:pt x="96" y="72"/>
                  <a:pt x="96" y="72"/>
                </a:cubicBezTo>
                <a:cubicBezTo>
                  <a:pt x="96" y="73"/>
                  <a:pt x="96" y="73"/>
                  <a:pt x="96" y="73"/>
                </a:cubicBezTo>
                <a:cubicBezTo>
                  <a:pt x="95" y="74"/>
                  <a:pt x="95" y="74"/>
                  <a:pt x="95" y="74"/>
                </a:cubicBezTo>
                <a:cubicBezTo>
                  <a:pt x="96" y="74"/>
                  <a:pt x="96" y="74"/>
                  <a:pt x="96" y="74"/>
                </a:cubicBezTo>
                <a:cubicBezTo>
                  <a:pt x="97" y="75"/>
                  <a:pt x="97" y="75"/>
                  <a:pt x="97" y="75"/>
                </a:cubicBezTo>
                <a:cubicBezTo>
                  <a:pt x="98" y="75"/>
                  <a:pt x="98" y="75"/>
                  <a:pt x="98" y="75"/>
                </a:cubicBezTo>
                <a:cubicBezTo>
                  <a:pt x="98" y="75"/>
                  <a:pt x="98" y="75"/>
                  <a:pt x="98" y="75"/>
                </a:cubicBezTo>
                <a:lnTo>
                  <a:pt x="97" y="76"/>
                </a:lnTo>
                <a:close/>
                <a:moveTo>
                  <a:pt x="81" y="77"/>
                </a:moveTo>
                <a:cubicBezTo>
                  <a:pt x="80" y="76"/>
                  <a:pt x="80" y="76"/>
                  <a:pt x="80" y="76"/>
                </a:cubicBezTo>
                <a:cubicBezTo>
                  <a:pt x="80" y="76"/>
                  <a:pt x="80" y="76"/>
                  <a:pt x="80" y="76"/>
                </a:cubicBezTo>
                <a:cubicBezTo>
                  <a:pt x="78" y="76"/>
                  <a:pt x="78" y="76"/>
                  <a:pt x="78" y="76"/>
                </a:cubicBezTo>
                <a:cubicBezTo>
                  <a:pt x="78" y="76"/>
                  <a:pt x="78" y="76"/>
                  <a:pt x="78" y="76"/>
                </a:cubicBezTo>
                <a:cubicBezTo>
                  <a:pt x="76" y="75"/>
                  <a:pt x="75" y="74"/>
                  <a:pt x="75" y="72"/>
                </a:cubicBezTo>
                <a:cubicBezTo>
                  <a:pt x="75" y="71"/>
                  <a:pt x="75" y="71"/>
                  <a:pt x="75" y="71"/>
                </a:cubicBezTo>
                <a:cubicBezTo>
                  <a:pt x="75" y="69"/>
                  <a:pt x="72" y="70"/>
                  <a:pt x="71" y="70"/>
                </a:cubicBezTo>
                <a:cubicBezTo>
                  <a:pt x="70" y="70"/>
                  <a:pt x="70" y="70"/>
                  <a:pt x="70" y="70"/>
                </a:cubicBezTo>
                <a:cubicBezTo>
                  <a:pt x="69" y="71"/>
                  <a:pt x="69" y="71"/>
                  <a:pt x="69" y="71"/>
                </a:cubicBezTo>
                <a:cubicBezTo>
                  <a:pt x="69" y="72"/>
                  <a:pt x="69" y="72"/>
                  <a:pt x="69" y="72"/>
                </a:cubicBezTo>
                <a:cubicBezTo>
                  <a:pt x="68" y="72"/>
                  <a:pt x="68" y="72"/>
                  <a:pt x="68" y="72"/>
                </a:cubicBezTo>
                <a:cubicBezTo>
                  <a:pt x="68" y="73"/>
                  <a:pt x="66" y="73"/>
                  <a:pt x="65" y="74"/>
                </a:cubicBezTo>
                <a:cubicBezTo>
                  <a:pt x="64" y="75"/>
                  <a:pt x="64" y="75"/>
                  <a:pt x="64" y="75"/>
                </a:cubicBezTo>
                <a:cubicBezTo>
                  <a:pt x="65" y="74"/>
                  <a:pt x="66" y="74"/>
                  <a:pt x="67" y="74"/>
                </a:cubicBezTo>
                <a:cubicBezTo>
                  <a:pt x="67" y="74"/>
                  <a:pt x="67" y="73"/>
                  <a:pt x="67" y="73"/>
                </a:cubicBezTo>
                <a:cubicBezTo>
                  <a:pt x="68" y="73"/>
                  <a:pt x="68" y="74"/>
                  <a:pt x="69" y="74"/>
                </a:cubicBezTo>
                <a:cubicBezTo>
                  <a:pt x="71" y="74"/>
                  <a:pt x="72" y="75"/>
                  <a:pt x="73" y="76"/>
                </a:cubicBezTo>
                <a:cubicBezTo>
                  <a:pt x="74" y="77"/>
                  <a:pt x="75" y="78"/>
                  <a:pt x="76" y="78"/>
                </a:cubicBezTo>
                <a:cubicBezTo>
                  <a:pt x="76" y="79"/>
                  <a:pt x="76" y="79"/>
                  <a:pt x="76" y="79"/>
                </a:cubicBezTo>
                <a:cubicBezTo>
                  <a:pt x="77" y="79"/>
                  <a:pt x="77" y="79"/>
                  <a:pt x="77" y="79"/>
                </a:cubicBezTo>
                <a:cubicBezTo>
                  <a:pt x="76" y="80"/>
                  <a:pt x="77" y="81"/>
                  <a:pt x="78" y="81"/>
                </a:cubicBezTo>
                <a:cubicBezTo>
                  <a:pt x="79" y="82"/>
                  <a:pt x="79" y="82"/>
                  <a:pt x="79" y="82"/>
                </a:cubicBezTo>
                <a:cubicBezTo>
                  <a:pt x="79" y="83"/>
                  <a:pt x="79" y="83"/>
                  <a:pt x="79" y="83"/>
                </a:cubicBezTo>
                <a:cubicBezTo>
                  <a:pt x="78" y="84"/>
                  <a:pt x="78" y="84"/>
                  <a:pt x="78" y="84"/>
                </a:cubicBezTo>
                <a:cubicBezTo>
                  <a:pt x="79" y="84"/>
                  <a:pt x="79" y="84"/>
                  <a:pt x="79" y="84"/>
                </a:cubicBezTo>
                <a:cubicBezTo>
                  <a:pt x="79" y="85"/>
                  <a:pt x="79" y="85"/>
                  <a:pt x="79" y="85"/>
                </a:cubicBezTo>
                <a:cubicBezTo>
                  <a:pt x="80" y="85"/>
                  <a:pt x="80" y="85"/>
                  <a:pt x="80" y="85"/>
                </a:cubicBezTo>
                <a:cubicBezTo>
                  <a:pt x="81" y="84"/>
                  <a:pt x="84" y="85"/>
                  <a:pt x="86" y="85"/>
                </a:cubicBezTo>
                <a:cubicBezTo>
                  <a:pt x="87" y="86"/>
                  <a:pt x="87" y="86"/>
                  <a:pt x="87" y="86"/>
                </a:cubicBezTo>
                <a:cubicBezTo>
                  <a:pt x="87" y="86"/>
                  <a:pt x="87" y="86"/>
                  <a:pt x="87" y="86"/>
                </a:cubicBezTo>
                <a:cubicBezTo>
                  <a:pt x="87" y="86"/>
                  <a:pt x="86" y="87"/>
                  <a:pt x="86" y="87"/>
                </a:cubicBezTo>
                <a:cubicBezTo>
                  <a:pt x="87" y="87"/>
                  <a:pt x="87" y="87"/>
                  <a:pt x="88" y="87"/>
                </a:cubicBezTo>
                <a:cubicBezTo>
                  <a:pt x="88" y="88"/>
                  <a:pt x="88" y="88"/>
                  <a:pt x="88" y="88"/>
                </a:cubicBezTo>
                <a:cubicBezTo>
                  <a:pt x="88" y="88"/>
                  <a:pt x="88" y="88"/>
                  <a:pt x="88" y="88"/>
                </a:cubicBezTo>
                <a:cubicBezTo>
                  <a:pt x="88" y="88"/>
                  <a:pt x="88" y="88"/>
                  <a:pt x="88" y="88"/>
                </a:cubicBezTo>
                <a:cubicBezTo>
                  <a:pt x="89" y="88"/>
                  <a:pt x="89" y="88"/>
                  <a:pt x="89" y="88"/>
                </a:cubicBezTo>
                <a:cubicBezTo>
                  <a:pt x="88" y="89"/>
                  <a:pt x="88" y="89"/>
                  <a:pt x="88" y="89"/>
                </a:cubicBezTo>
                <a:cubicBezTo>
                  <a:pt x="89" y="89"/>
                  <a:pt x="89" y="89"/>
                  <a:pt x="89" y="89"/>
                </a:cubicBezTo>
                <a:cubicBezTo>
                  <a:pt x="89" y="90"/>
                  <a:pt x="89" y="90"/>
                  <a:pt x="89" y="90"/>
                </a:cubicBezTo>
                <a:cubicBezTo>
                  <a:pt x="89" y="92"/>
                  <a:pt x="89" y="92"/>
                  <a:pt x="89" y="92"/>
                </a:cubicBezTo>
                <a:cubicBezTo>
                  <a:pt x="90" y="92"/>
                  <a:pt x="90" y="92"/>
                  <a:pt x="90" y="92"/>
                </a:cubicBezTo>
                <a:cubicBezTo>
                  <a:pt x="90" y="92"/>
                  <a:pt x="90" y="92"/>
                  <a:pt x="90" y="92"/>
                </a:cubicBezTo>
                <a:cubicBezTo>
                  <a:pt x="91" y="92"/>
                  <a:pt x="91" y="92"/>
                  <a:pt x="91" y="92"/>
                </a:cubicBezTo>
                <a:cubicBezTo>
                  <a:pt x="91" y="93"/>
                  <a:pt x="91" y="93"/>
                  <a:pt x="91" y="93"/>
                </a:cubicBezTo>
                <a:cubicBezTo>
                  <a:pt x="91" y="93"/>
                  <a:pt x="91" y="93"/>
                  <a:pt x="91" y="93"/>
                </a:cubicBezTo>
                <a:cubicBezTo>
                  <a:pt x="92" y="94"/>
                  <a:pt x="92" y="94"/>
                  <a:pt x="92" y="94"/>
                </a:cubicBezTo>
                <a:cubicBezTo>
                  <a:pt x="91" y="94"/>
                  <a:pt x="92" y="95"/>
                  <a:pt x="92" y="95"/>
                </a:cubicBezTo>
                <a:cubicBezTo>
                  <a:pt x="93" y="95"/>
                  <a:pt x="93" y="95"/>
                  <a:pt x="93" y="95"/>
                </a:cubicBezTo>
                <a:cubicBezTo>
                  <a:pt x="93" y="95"/>
                  <a:pt x="93" y="95"/>
                  <a:pt x="93" y="95"/>
                </a:cubicBezTo>
                <a:cubicBezTo>
                  <a:pt x="94" y="94"/>
                  <a:pt x="94" y="94"/>
                  <a:pt x="94" y="94"/>
                </a:cubicBezTo>
                <a:cubicBezTo>
                  <a:pt x="94" y="94"/>
                  <a:pt x="94" y="94"/>
                  <a:pt x="94" y="94"/>
                </a:cubicBezTo>
                <a:cubicBezTo>
                  <a:pt x="94" y="96"/>
                  <a:pt x="94" y="96"/>
                  <a:pt x="94" y="96"/>
                </a:cubicBezTo>
                <a:cubicBezTo>
                  <a:pt x="95" y="96"/>
                  <a:pt x="95" y="96"/>
                  <a:pt x="95" y="96"/>
                </a:cubicBezTo>
                <a:cubicBezTo>
                  <a:pt x="96" y="95"/>
                  <a:pt x="96" y="94"/>
                  <a:pt x="97" y="93"/>
                </a:cubicBezTo>
                <a:cubicBezTo>
                  <a:pt x="96" y="93"/>
                  <a:pt x="96" y="93"/>
                  <a:pt x="96" y="93"/>
                </a:cubicBezTo>
                <a:cubicBezTo>
                  <a:pt x="96" y="92"/>
                  <a:pt x="96" y="91"/>
                  <a:pt x="96" y="91"/>
                </a:cubicBezTo>
                <a:cubicBezTo>
                  <a:pt x="95" y="91"/>
                  <a:pt x="94" y="92"/>
                  <a:pt x="93" y="91"/>
                </a:cubicBezTo>
                <a:cubicBezTo>
                  <a:pt x="92" y="91"/>
                  <a:pt x="92" y="91"/>
                  <a:pt x="92" y="91"/>
                </a:cubicBezTo>
                <a:cubicBezTo>
                  <a:pt x="92" y="90"/>
                  <a:pt x="92" y="90"/>
                  <a:pt x="92" y="90"/>
                </a:cubicBezTo>
                <a:cubicBezTo>
                  <a:pt x="91" y="89"/>
                  <a:pt x="91" y="89"/>
                  <a:pt x="91" y="89"/>
                </a:cubicBezTo>
                <a:cubicBezTo>
                  <a:pt x="90" y="89"/>
                  <a:pt x="90" y="89"/>
                  <a:pt x="90" y="89"/>
                </a:cubicBezTo>
                <a:cubicBezTo>
                  <a:pt x="90" y="88"/>
                  <a:pt x="90" y="88"/>
                  <a:pt x="90" y="88"/>
                </a:cubicBezTo>
                <a:cubicBezTo>
                  <a:pt x="90" y="88"/>
                  <a:pt x="90" y="88"/>
                  <a:pt x="90" y="88"/>
                </a:cubicBezTo>
                <a:cubicBezTo>
                  <a:pt x="90" y="87"/>
                  <a:pt x="90" y="87"/>
                  <a:pt x="90" y="87"/>
                </a:cubicBezTo>
                <a:cubicBezTo>
                  <a:pt x="89" y="86"/>
                  <a:pt x="89" y="86"/>
                  <a:pt x="89" y="86"/>
                </a:cubicBezTo>
                <a:cubicBezTo>
                  <a:pt x="89" y="85"/>
                  <a:pt x="89" y="85"/>
                  <a:pt x="89" y="85"/>
                </a:cubicBezTo>
                <a:cubicBezTo>
                  <a:pt x="89" y="85"/>
                  <a:pt x="89" y="85"/>
                  <a:pt x="89" y="85"/>
                </a:cubicBezTo>
                <a:cubicBezTo>
                  <a:pt x="89" y="84"/>
                  <a:pt x="89" y="83"/>
                  <a:pt x="89" y="82"/>
                </a:cubicBezTo>
                <a:cubicBezTo>
                  <a:pt x="90" y="82"/>
                  <a:pt x="90" y="82"/>
                  <a:pt x="90" y="82"/>
                </a:cubicBezTo>
                <a:cubicBezTo>
                  <a:pt x="89" y="81"/>
                  <a:pt x="89" y="81"/>
                  <a:pt x="88" y="80"/>
                </a:cubicBezTo>
                <a:cubicBezTo>
                  <a:pt x="88" y="80"/>
                  <a:pt x="88" y="80"/>
                  <a:pt x="88" y="80"/>
                </a:cubicBezTo>
                <a:cubicBezTo>
                  <a:pt x="88" y="79"/>
                  <a:pt x="88" y="79"/>
                  <a:pt x="88" y="79"/>
                </a:cubicBezTo>
                <a:cubicBezTo>
                  <a:pt x="88" y="78"/>
                  <a:pt x="87" y="78"/>
                  <a:pt x="86" y="78"/>
                </a:cubicBezTo>
                <a:cubicBezTo>
                  <a:pt x="85" y="78"/>
                  <a:pt x="85" y="78"/>
                  <a:pt x="85" y="78"/>
                </a:cubicBezTo>
                <a:cubicBezTo>
                  <a:pt x="85" y="79"/>
                  <a:pt x="82" y="78"/>
                  <a:pt x="81" y="77"/>
                </a:cubicBezTo>
                <a:close/>
                <a:moveTo>
                  <a:pt x="88" y="173"/>
                </a:moveTo>
                <a:cubicBezTo>
                  <a:pt x="89" y="172"/>
                  <a:pt x="89" y="172"/>
                  <a:pt x="89" y="172"/>
                </a:cubicBezTo>
                <a:cubicBezTo>
                  <a:pt x="88" y="172"/>
                  <a:pt x="88" y="172"/>
                  <a:pt x="88" y="172"/>
                </a:cubicBezTo>
                <a:cubicBezTo>
                  <a:pt x="87" y="172"/>
                  <a:pt x="87" y="172"/>
                  <a:pt x="87" y="172"/>
                </a:cubicBezTo>
                <a:cubicBezTo>
                  <a:pt x="88" y="173"/>
                  <a:pt x="88" y="173"/>
                  <a:pt x="88" y="173"/>
                </a:cubicBezTo>
                <a:cubicBezTo>
                  <a:pt x="89" y="173"/>
                  <a:pt x="89" y="173"/>
                  <a:pt x="89" y="173"/>
                </a:cubicBezTo>
                <a:lnTo>
                  <a:pt x="88" y="173"/>
                </a:lnTo>
                <a:close/>
                <a:moveTo>
                  <a:pt x="118" y="171"/>
                </a:moveTo>
                <a:cubicBezTo>
                  <a:pt x="118" y="171"/>
                  <a:pt x="118" y="171"/>
                  <a:pt x="118" y="171"/>
                </a:cubicBezTo>
                <a:cubicBezTo>
                  <a:pt x="119" y="172"/>
                  <a:pt x="119" y="172"/>
                  <a:pt x="119" y="172"/>
                </a:cubicBezTo>
                <a:cubicBezTo>
                  <a:pt x="119" y="171"/>
                  <a:pt x="119" y="171"/>
                  <a:pt x="119" y="171"/>
                </a:cubicBezTo>
                <a:lnTo>
                  <a:pt x="118" y="171"/>
                </a:lnTo>
                <a:close/>
                <a:moveTo>
                  <a:pt x="127" y="170"/>
                </a:moveTo>
                <a:cubicBezTo>
                  <a:pt x="127" y="169"/>
                  <a:pt x="127" y="169"/>
                  <a:pt x="127" y="169"/>
                </a:cubicBezTo>
                <a:cubicBezTo>
                  <a:pt x="127" y="170"/>
                  <a:pt x="127" y="170"/>
                  <a:pt x="127" y="170"/>
                </a:cubicBezTo>
                <a:cubicBezTo>
                  <a:pt x="127" y="170"/>
                  <a:pt x="127" y="170"/>
                  <a:pt x="127" y="170"/>
                </a:cubicBezTo>
                <a:close/>
                <a:moveTo>
                  <a:pt x="109" y="157"/>
                </a:moveTo>
                <a:cubicBezTo>
                  <a:pt x="109" y="158"/>
                  <a:pt x="109" y="158"/>
                  <a:pt x="109" y="158"/>
                </a:cubicBezTo>
                <a:cubicBezTo>
                  <a:pt x="110" y="158"/>
                  <a:pt x="110" y="158"/>
                  <a:pt x="110" y="158"/>
                </a:cubicBezTo>
                <a:cubicBezTo>
                  <a:pt x="110" y="158"/>
                  <a:pt x="110" y="158"/>
                  <a:pt x="110" y="158"/>
                </a:cubicBezTo>
                <a:lnTo>
                  <a:pt x="109" y="157"/>
                </a:lnTo>
                <a:close/>
                <a:moveTo>
                  <a:pt x="77" y="161"/>
                </a:moveTo>
                <a:cubicBezTo>
                  <a:pt x="77" y="162"/>
                  <a:pt x="78" y="162"/>
                  <a:pt x="78" y="162"/>
                </a:cubicBezTo>
                <a:cubicBezTo>
                  <a:pt x="78" y="163"/>
                  <a:pt x="78" y="163"/>
                  <a:pt x="78" y="163"/>
                </a:cubicBezTo>
                <a:cubicBezTo>
                  <a:pt x="80" y="163"/>
                  <a:pt x="80" y="163"/>
                  <a:pt x="80" y="163"/>
                </a:cubicBezTo>
                <a:cubicBezTo>
                  <a:pt x="80" y="163"/>
                  <a:pt x="80" y="163"/>
                  <a:pt x="80" y="163"/>
                </a:cubicBezTo>
                <a:cubicBezTo>
                  <a:pt x="81" y="163"/>
                  <a:pt x="81" y="163"/>
                  <a:pt x="81" y="163"/>
                </a:cubicBezTo>
                <a:cubicBezTo>
                  <a:pt x="82" y="163"/>
                  <a:pt x="82" y="163"/>
                  <a:pt x="82" y="163"/>
                </a:cubicBezTo>
                <a:cubicBezTo>
                  <a:pt x="83" y="162"/>
                  <a:pt x="85" y="163"/>
                  <a:pt x="86" y="163"/>
                </a:cubicBezTo>
                <a:cubicBezTo>
                  <a:pt x="87" y="164"/>
                  <a:pt x="89" y="164"/>
                  <a:pt x="90" y="164"/>
                </a:cubicBezTo>
                <a:cubicBezTo>
                  <a:pt x="91" y="164"/>
                  <a:pt x="93" y="164"/>
                  <a:pt x="94" y="164"/>
                </a:cubicBezTo>
                <a:cubicBezTo>
                  <a:pt x="94" y="164"/>
                  <a:pt x="94" y="164"/>
                  <a:pt x="94" y="164"/>
                </a:cubicBezTo>
                <a:cubicBezTo>
                  <a:pt x="95" y="165"/>
                  <a:pt x="95" y="165"/>
                  <a:pt x="95" y="165"/>
                </a:cubicBezTo>
                <a:cubicBezTo>
                  <a:pt x="96" y="165"/>
                  <a:pt x="96" y="165"/>
                  <a:pt x="97" y="166"/>
                </a:cubicBezTo>
                <a:cubicBezTo>
                  <a:pt x="98" y="166"/>
                  <a:pt x="98" y="166"/>
                  <a:pt x="100" y="166"/>
                </a:cubicBezTo>
                <a:cubicBezTo>
                  <a:pt x="100" y="167"/>
                  <a:pt x="100" y="167"/>
                  <a:pt x="100" y="167"/>
                </a:cubicBezTo>
                <a:cubicBezTo>
                  <a:pt x="101" y="168"/>
                  <a:pt x="100" y="169"/>
                  <a:pt x="101" y="170"/>
                </a:cubicBezTo>
                <a:cubicBezTo>
                  <a:pt x="100" y="170"/>
                  <a:pt x="100" y="170"/>
                  <a:pt x="100" y="170"/>
                </a:cubicBezTo>
                <a:cubicBezTo>
                  <a:pt x="102" y="170"/>
                  <a:pt x="104" y="170"/>
                  <a:pt x="106" y="170"/>
                </a:cubicBezTo>
                <a:cubicBezTo>
                  <a:pt x="107" y="170"/>
                  <a:pt x="107" y="170"/>
                  <a:pt x="107" y="170"/>
                </a:cubicBezTo>
                <a:cubicBezTo>
                  <a:pt x="107" y="170"/>
                  <a:pt x="107" y="170"/>
                  <a:pt x="107" y="170"/>
                </a:cubicBezTo>
                <a:cubicBezTo>
                  <a:pt x="108" y="170"/>
                  <a:pt x="108" y="170"/>
                  <a:pt x="108" y="170"/>
                </a:cubicBezTo>
                <a:cubicBezTo>
                  <a:pt x="109" y="170"/>
                  <a:pt x="109" y="169"/>
                  <a:pt x="110" y="169"/>
                </a:cubicBezTo>
                <a:cubicBezTo>
                  <a:pt x="112" y="169"/>
                  <a:pt x="113" y="169"/>
                  <a:pt x="114" y="169"/>
                </a:cubicBezTo>
                <a:cubicBezTo>
                  <a:pt x="117" y="169"/>
                  <a:pt x="120" y="168"/>
                  <a:pt x="123" y="167"/>
                </a:cubicBezTo>
                <a:cubicBezTo>
                  <a:pt x="124" y="168"/>
                  <a:pt x="124" y="168"/>
                  <a:pt x="124" y="168"/>
                </a:cubicBezTo>
                <a:cubicBezTo>
                  <a:pt x="124" y="167"/>
                  <a:pt x="124" y="167"/>
                  <a:pt x="124" y="167"/>
                </a:cubicBezTo>
                <a:cubicBezTo>
                  <a:pt x="125" y="168"/>
                  <a:pt x="125" y="168"/>
                  <a:pt x="125" y="168"/>
                </a:cubicBezTo>
                <a:cubicBezTo>
                  <a:pt x="126" y="168"/>
                  <a:pt x="126" y="168"/>
                  <a:pt x="126" y="168"/>
                </a:cubicBezTo>
                <a:cubicBezTo>
                  <a:pt x="127" y="169"/>
                  <a:pt x="128" y="168"/>
                  <a:pt x="129" y="167"/>
                </a:cubicBezTo>
                <a:cubicBezTo>
                  <a:pt x="130" y="165"/>
                  <a:pt x="130" y="165"/>
                  <a:pt x="130" y="165"/>
                </a:cubicBezTo>
                <a:cubicBezTo>
                  <a:pt x="130" y="164"/>
                  <a:pt x="130" y="164"/>
                  <a:pt x="130" y="164"/>
                </a:cubicBezTo>
                <a:cubicBezTo>
                  <a:pt x="130" y="163"/>
                  <a:pt x="130" y="163"/>
                  <a:pt x="130" y="163"/>
                </a:cubicBezTo>
                <a:cubicBezTo>
                  <a:pt x="130" y="163"/>
                  <a:pt x="130" y="164"/>
                  <a:pt x="130" y="164"/>
                </a:cubicBezTo>
                <a:cubicBezTo>
                  <a:pt x="130" y="163"/>
                  <a:pt x="129" y="162"/>
                  <a:pt x="129" y="162"/>
                </a:cubicBezTo>
                <a:cubicBezTo>
                  <a:pt x="130" y="161"/>
                  <a:pt x="130" y="161"/>
                  <a:pt x="130" y="161"/>
                </a:cubicBezTo>
                <a:cubicBezTo>
                  <a:pt x="130" y="160"/>
                  <a:pt x="130" y="160"/>
                  <a:pt x="130" y="160"/>
                </a:cubicBezTo>
                <a:cubicBezTo>
                  <a:pt x="130" y="160"/>
                  <a:pt x="130" y="160"/>
                  <a:pt x="130" y="160"/>
                </a:cubicBezTo>
                <a:cubicBezTo>
                  <a:pt x="130" y="161"/>
                  <a:pt x="130" y="161"/>
                  <a:pt x="130" y="161"/>
                </a:cubicBezTo>
                <a:cubicBezTo>
                  <a:pt x="129" y="161"/>
                  <a:pt x="129" y="161"/>
                  <a:pt x="129" y="161"/>
                </a:cubicBezTo>
                <a:cubicBezTo>
                  <a:pt x="128" y="163"/>
                  <a:pt x="128" y="163"/>
                  <a:pt x="128" y="163"/>
                </a:cubicBezTo>
                <a:cubicBezTo>
                  <a:pt x="128" y="163"/>
                  <a:pt x="128" y="163"/>
                  <a:pt x="128" y="163"/>
                </a:cubicBezTo>
                <a:cubicBezTo>
                  <a:pt x="127" y="163"/>
                  <a:pt x="127" y="163"/>
                  <a:pt x="127" y="163"/>
                </a:cubicBezTo>
                <a:cubicBezTo>
                  <a:pt x="126" y="163"/>
                  <a:pt x="126" y="163"/>
                  <a:pt x="126" y="163"/>
                </a:cubicBezTo>
                <a:cubicBezTo>
                  <a:pt x="126" y="163"/>
                  <a:pt x="126" y="163"/>
                  <a:pt x="126" y="163"/>
                </a:cubicBezTo>
                <a:cubicBezTo>
                  <a:pt x="125" y="162"/>
                  <a:pt x="125" y="163"/>
                  <a:pt x="124" y="163"/>
                </a:cubicBezTo>
                <a:cubicBezTo>
                  <a:pt x="122" y="164"/>
                  <a:pt x="122" y="164"/>
                  <a:pt x="122" y="164"/>
                </a:cubicBezTo>
                <a:cubicBezTo>
                  <a:pt x="122" y="164"/>
                  <a:pt x="122" y="164"/>
                  <a:pt x="122" y="164"/>
                </a:cubicBezTo>
                <a:cubicBezTo>
                  <a:pt x="121" y="165"/>
                  <a:pt x="121" y="165"/>
                  <a:pt x="121" y="165"/>
                </a:cubicBezTo>
                <a:cubicBezTo>
                  <a:pt x="121" y="166"/>
                  <a:pt x="120" y="166"/>
                  <a:pt x="119" y="165"/>
                </a:cubicBezTo>
                <a:cubicBezTo>
                  <a:pt x="118" y="164"/>
                  <a:pt x="119" y="163"/>
                  <a:pt x="120" y="162"/>
                </a:cubicBezTo>
                <a:cubicBezTo>
                  <a:pt x="119" y="161"/>
                  <a:pt x="119" y="161"/>
                  <a:pt x="119" y="161"/>
                </a:cubicBezTo>
                <a:cubicBezTo>
                  <a:pt x="119" y="162"/>
                  <a:pt x="119" y="162"/>
                  <a:pt x="119" y="162"/>
                </a:cubicBezTo>
                <a:cubicBezTo>
                  <a:pt x="119" y="161"/>
                  <a:pt x="119" y="161"/>
                  <a:pt x="119" y="161"/>
                </a:cubicBezTo>
                <a:cubicBezTo>
                  <a:pt x="119" y="161"/>
                  <a:pt x="119" y="161"/>
                  <a:pt x="120" y="160"/>
                </a:cubicBezTo>
                <a:cubicBezTo>
                  <a:pt x="118" y="160"/>
                  <a:pt x="118" y="160"/>
                  <a:pt x="117" y="160"/>
                </a:cubicBezTo>
                <a:cubicBezTo>
                  <a:pt x="115" y="161"/>
                  <a:pt x="114" y="161"/>
                  <a:pt x="113" y="161"/>
                </a:cubicBezTo>
                <a:cubicBezTo>
                  <a:pt x="112" y="160"/>
                  <a:pt x="112" y="160"/>
                  <a:pt x="112" y="160"/>
                </a:cubicBezTo>
                <a:cubicBezTo>
                  <a:pt x="111" y="161"/>
                  <a:pt x="110" y="160"/>
                  <a:pt x="109" y="160"/>
                </a:cubicBezTo>
                <a:cubicBezTo>
                  <a:pt x="108" y="160"/>
                  <a:pt x="107" y="160"/>
                  <a:pt x="106" y="160"/>
                </a:cubicBezTo>
                <a:cubicBezTo>
                  <a:pt x="106" y="159"/>
                  <a:pt x="106" y="158"/>
                  <a:pt x="105" y="158"/>
                </a:cubicBezTo>
                <a:cubicBezTo>
                  <a:pt x="104" y="159"/>
                  <a:pt x="104" y="159"/>
                  <a:pt x="104" y="159"/>
                </a:cubicBezTo>
                <a:cubicBezTo>
                  <a:pt x="103" y="158"/>
                  <a:pt x="103" y="158"/>
                  <a:pt x="103" y="158"/>
                </a:cubicBezTo>
                <a:cubicBezTo>
                  <a:pt x="102" y="159"/>
                  <a:pt x="101" y="158"/>
                  <a:pt x="100" y="158"/>
                </a:cubicBezTo>
                <a:cubicBezTo>
                  <a:pt x="98" y="158"/>
                  <a:pt x="97" y="159"/>
                  <a:pt x="95" y="160"/>
                </a:cubicBezTo>
                <a:cubicBezTo>
                  <a:pt x="94" y="160"/>
                  <a:pt x="94" y="160"/>
                  <a:pt x="94" y="160"/>
                </a:cubicBezTo>
                <a:cubicBezTo>
                  <a:pt x="93" y="160"/>
                  <a:pt x="93" y="160"/>
                  <a:pt x="93" y="160"/>
                </a:cubicBezTo>
                <a:cubicBezTo>
                  <a:pt x="91" y="160"/>
                  <a:pt x="91" y="160"/>
                  <a:pt x="91" y="160"/>
                </a:cubicBezTo>
                <a:cubicBezTo>
                  <a:pt x="91" y="159"/>
                  <a:pt x="91" y="158"/>
                  <a:pt x="91" y="157"/>
                </a:cubicBezTo>
                <a:cubicBezTo>
                  <a:pt x="90" y="158"/>
                  <a:pt x="90" y="158"/>
                  <a:pt x="90" y="158"/>
                </a:cubicBezTo>
                <a:cubicBezTo>
                  <a:pt x="88" y="157"/>
                  <a:pt x="88" y="157"/>
                  <a:pt x="88" y="157"/>
                </a:cubicBezTo>
                <a:cubicBezTo>
                  <a:pt x="88" y="156"/>
                  <a:pt x="89" y="156"/>
                  <a:pt x="90" y="156"/>
                </a:cubicBezTo>
                <a:cubicBezTo>
                  <a:pt x="90" y="156"/>
                  <a:pt x="90" y="156"/>
                  <a:pt x="90" y="156"/>
                </a:cubicBezTo>
                <a:cubicBezTo>
                  <a:pt x="90" y="154"/>
                  <a:pt x="90" y="154"/>
                  <a:pt x="90" y="154"/>
                </a:cubicBezTo>
                <a:cubicBezTo>
                  <a:pt x="89" y="154"/>
                  <a:pt x="89" y="154"/>
                  <a:pt x="89" y="154"/>
                </a:cubicBezTo>
                <a:cubicBezTo>
                  <a:pt x="88" y="154"/>
                  <a:pt x="88" y="154"/>
                  <a:pt x="88" y="154"/>
                </a:cubicBezTo>
                <a:cubicBezTo>
                  <a:pt x="88" y="154"/>
                  <a:pt x="88" y="154"/>
                  <a:pt x="88" y="154"/>
                </a:cubicBezTo>
                <a:cubicBezTo>
                  <a:pt x="88" y="155"/>
                  <a:pt x="88" y="155"/>
                  <a:pt x="88" y="155"/>
                </a:cubicBezTo>
                <a:cubicBezTo>
                  <a:pt x="87" y="155"/>
                  <a:pt x="87" y="155"/>
                  <a:pt x="87" y="155"/>
                </a:cubicBezTo>
                <a:cubicBezTo>
                  <a:pt x="87" y="157"/>
                  <a:pt x="84" y="156"/>
                  <a:pt x="83" y="156"/>
                </a:cubicBezTo>
                <a:cubicBezTo>
                  <a:pt x="82" y="155"/>
                  <a:pt x="82" y="155"/>
                  <a:pt x="82" y="155"/>
                </a:cubicBezTo>
                <a:cubicBezTo>
                  <a:pt x="82" y="153"/>
                  <a:pt x="82" y="153"/>
                  <a:pt x="82" y="153"/>
                </a:cubicBezTo>
                <a:cubicBezTo>
                  <a:pt x="82" y="152"/>
                  <a:pt x="82" y="152"/>
                  <a:pt x="82" y="152"/>
                </a:cubicBezTo>
                <a:cubicBezTo>
                  <a:pt x="81" y="152"/>
                  <a:pt x="81" y="152"/>
                  <a:pt x="81" y="152"/>
                </a:cubicBezTo>
                <a:cubicBezTo>
                  <a:pt x="81" y="153"/>
                  <a:pt x="81" y="153"/>
                  <a:pt x="81" y="153"/>
                </a:cubicBezTo>
                <a:cubicBezTo>
                  <a:pt x="81" y="154"/>
                  <a:pt x="81" y="154"/>
                  <a:pt x="81" y="154"/>
                </a:cubicBezTo>
                <a:cubicBezTo>
                  <a:pt x="81" y="154"/>
                  <a:pt x="81" y="154"/>
                  <a:pt x="81" y="154"/>
                </a:cubicBezTo>
                <a:cubicBezTo>
                  <a:pt x="81" y="155"/>
                  <a:pt x="81" y="155"/>
                  <a:pt x="81" y="155"/>
                </a:cubicBezTo>
                <a:cubicBezTo>
                  <a:pt x="81" y="156"/>
                  <a:pt x="81" y="156"/>
                  <a:pt x="81" y="156"/>
                </a:cubicBezTo>
                <a:cubicBezTo>
                  <a:pt x="80" y="157"/>
                  <a:pt x="80" y="157"/>
                  <a:pt x="80" y="157"/>
                </a:cubicBezTo>
                <a:cubicBezTo>
                  <a:pt x="79" y="156"/>
                  <a:pt x="79" y="156"/>
                  <a:pt x="79" y="156"/>
                </a:cubicBezTo>
                <a:cubicBezTo>
                  <a:pt x="79" y="155"/>
                  <a:pt x="79" y="155"/>
                  <a:pt x="79" y="155"/>
                </a:cubicBezTo>
                <a:cubicBezTo>
                  <a:pt x="79" y="155"/>
                  <a:pt x="79" y="154"/>
                  <a:pt x="79" y="154"/>
                </a:cubicBezTo>
                <a:cubicBezTo>
                  <a:pt x="78" y="154"/>
                  <a:pt x="78" y="155"/>
                  <a:pt x="78" y="156"/>
                </a:cubicBezTo>
                <a:cubicBezTo>
                  <a:pt x="78" y="157"/>
                  <a:pt x="78" y="157"/>
                  <a:pt x="78" y="157"/>
                </a:cubicBezTo>
                <a:cubicBezTo>
                  <a:pt x="78" y="158"/>
                  <a:pt x="78" y="158"/>
                  <a:pt x="78" y="158"/>
                </a:cubicBezTo>
                <a:cubicBezTo>
                  <a:pt x="78" y="158"/>
                  <a:pt x="78" y="158"/>
                  <a:pt x="78" y="158"/>
                </a:cubicBezTo>
                <a:cubicBezTo>
                  <a:pt x="77" y="160"/>
                  <a:pt x="77" y="160"/>
                  <a:pt x="77" y="160"/>
                </a:cubicBezTo>
                <a:cubicBezTo>
                  <a:pt x="78" y="161"/>
                  <a:pt x="78" y="161"/>
                  <a:pt x="78" y="161"/>
                </a:cubicBezTo>
                <a:cubicBezTo>
                  <a:pt x="77" y="161"/>
                  <a:pt x="77" y="161"/>
                  <a:pt x="77" y="161"/>
                </a:cubicBezTo>
                <a:close/>
                <a:moveTo>
                  <a:pt x="21" y="98"/>
                </a:moveTo>
                <a:cubicBezTo>
                  <a:pt x="19" y="99"/>
                  <a:pt x="22" y="103"/>
                  <a:pt x="23" y="104"/>
                </a:cubicBezTo>
                <a:cubicBezTo>
                  <a:pt x="25" y="104"/>
                  <a:pt x="24" y="103"/>
                  <a:pt x="25" y="102"/>
                </a:cubicBezTo>
                <a:cubicBezTo>
                  <a:pt x="26" y="102"/>
                  <a:pt x="26" y="103"/>
                  <a:pt x="27" y="102"/>
                </a:cubicBezTo>
                <a:cubicBezTo>
                  <a:pt x="27" y="102"/>
                  <a:pt x="27" y="102"/>
                  <a:pt x="27" y="102"/>
                </a:cubicBezTo>
                <a:cubicBezTo>
                  <a:pt x="25" y="100"/>
                  <a:pt x="23" y="100"/>
                  <a:pt x="22" y="97"/>
                </a:cubicBezTo>
                <a:cubicBezTo>
                  <a:pt x="22" y="98"/>
                  <a:pt x="21" y="98"/>
                  <a:pt x="21" y="98"/>
                </a:cubicBezTo>
                <a:close/>
                <a:moveTo>
                  <a:pt x="18" y="92"/>
                </a:moveTo>
                <a:cubicBezTo>
                  <a:pt x="18" y="95"/>
                  <a:pt x="20" y="93"/>
                  <a:pt x="21" y="93"/>
                </a:cubicBezTo>
                <a:cubicBezTo>
                  <a:pt x="22" y="93"/>
                  <a:pt x="24" y="95"/>
                  <a:pt x="24" y="92"/>
                </a:cubicBezTo>
                <a:cubicBezTo>
                  <a:pt x="23" y="91"/>
                  <a:pt x="21" y="90"/>
                  <a:pt x="21" y="89"/>
                </a:cubicBezTo>
                <a:cubicBezTo>
                  <a:pt x="20" y="88"/>
                  <a:pt x="20" y="88"/>
                  <a:pt x="20" y="87"/>
                </a:cubicBezTo>
                <a:cubicBezTo>
                  <a:pt x="21" y="86"/>
                  <a:pt x="21" y="87"/>
                  <a:pt x="22" y="87"/>
                </a:cubicBezTo>
                <a:cubicBezTo>
                  <a:pt x="22" y="87"/>
                  <a:pt x="23" y="82"/>
                  <a:pt x="20" y="83"/>
                </a:cubicBezTo>
                <a:cubicBezTo>
                  <a:pt x="19" y="84"/>
                  <a:pt x="19" y="85"/>
                  <a:pt x="18" y="86"/>
                </a:cubicBezTo>
                <a:cubicBezTo>
                  <a:pt x="18" y="87"/>
                  <a:pt x="18" y="86"/>
                  <a:pt x="17" y="86"/>
                </a:cubicBezTo>
                <a:cubicBezTo>
                  <a:pt x="16" y="86"/>
                  <a:pt x="16" y="85"/>
                  <a:pt x="15" y="87"/>
                </a:cubicBezTo>
                <a:cubicBezTo>
                  <a:pt x="15" y="87"/>
                  <a:pt x="14" y="89"/>
                  <a:pt x="14" y="89"/>
                </a:cubicBezTo>
                <a:cubicBezTo>
                  <a:pt x="14" y="90"/>
                  <a:pt x="14" y="90"/>
                  <a:pt x="15" y="91"/>
                </a:cubicBezTo>
                <a:cubicBezTo>
                  <a:pt x="16" y="91"/>
                  <a:pt x="17" y="91"/>
                  <a:pt x="18" y="92"/>
                </a:cubicBezTo>
                <a:cubicBezTo>
                  <a:pt x="18" y="93"/>
                  <a:pt x="17" y="92"/>
                  <a:pt x="18" y="92"/>
                </a:cubicBezTo>
                <a:close/>
                <a:moveTo>
                  <a:pt x="19" y="79"/>
                </a:moveTo>
                <a:cubicBezTo>
                  <a:pt x="19" y="79"/>
                  <a:pt x="18" y="80"/>
                  <a:pt x="19" y="81"/>
                </a:cubicBezTo>
                <a:cubicBezTo>
                  <a:pt x="20" y="82"/>
                  <a:pt x="20" y="80"/>
                  <a:pt x="21" y="80"/>
                </a:cubicBezTo>
                <a:cubicBezTo>
                  <a:pt x="22" y="80"/>
                  <a:pt x="23" y="81"/>
                  <a:pt x="23" y="81"/>
                </a:cubicBezTo>
                <a:cubicBezTo>
                  <a:pt x="24" y="80"/>
                  <a:pt x="22" y="78"/>
                  <a:pt x="22" y="78"/>
                </a:cubicBezTo>
                <a:cubicBezTo>
                  <a:pt x="22" y="77"/>
                  <a:pt x="22" y="75"/>
                  <a:pt x="20" y="76"/>
                </a:cubicBezTo>
                <a:cubicBezTo>
                  <a:pt x="20" y="76"/>
                  <a:pt x="19" y="78"/>
                  <a:pt x="19" y="79"/>
                </a:cubicBezTo>
                <a:cubicBezTo>
                  <a:pt x="19" y="79"/>
                  <a:pt x="19" y="78"/>
                  <a:pt x="19" y="79"/>
                </a:cubicBezTo>
                <a:close/>
                <a:moveTo>
                  <a:pt x="4" y="50"/>
                </a:moveTo>
                <a:cubicBezTo>
                  <a:pt x="3" y="50"/>
                  <a:pt x="0" y="50"/>
                  <a:pt x="1" y="52"/>
                </a:cubicBezTo>
                <a:cubicBezTo>
                  <a:pt x="1" y="53"/>
                  <a:pt x="4" y="54"/>
                  <a:pt x="4" y="55"/>
                </a:cubicBezTo>
                <a:cubicBezTo>
                  <a:pt x="5" y="57"/>
                  <a:pt x="5" y="58"/>
                  <a:pt x="6" y="60"/>
                </a:cubicBezTo>
                <a:cubicBezTo>
                  <a:pt x="7" y="60"/>
                  <a:pt x="10" y="62"/>
                  <a:pt x="10" y="61"/>
                </a:cubicBezTo>
                <a:cubicBezTo>
                  <a:pt x="11" y="60"/>
                  <a:pt x="8" y="59"/>
                  <a:pt x="8" y="58"/>
                </a:cubicBezTo>
                <a:cubicBezTo>
                  <a:pt x="7" y="57"/>
                  <a:pt x="5" y="55"/>
                  <a:pt x="5" y="54"/>
                </a:cubicBezTo>
                <a:cubicBezTo>
                  <a:pt x="5" y="52"/>
                  <a:pt x="6" y="53"/>
                  <a:pt x="6" y="52"/>
                </a:cubicBezTo>
                <a:cubicBezTo>
                  <a:pt x="7" y="49"/>
                  <a:pt x="4" y="50"/>
                  <a:pt x="4" y="50"/>
                </a:cubicBezTo>
                <a:cubicBezTo>
                  <a:pt x="3" y="50"/>
                  <a:pt x="4" y="50"/>
                  <a:pt x="4" y="50"/>
                </a:cubicBezTo>
                <a:close/>
                <a:moveTo>
                  <a:pt x="97" y="26"/>
                </a:moveTo>
                <a:cubicBezTo>
                  <a:pt x="97" y="27"/>
                  <a:pt x="96" y="27"/>
                  <a:pt x="96" y="27"/>
                </a:cubicBezTo>
                <a:cubicBezTo>
                  <a:pt x="96" y="28"/>
                  <a:pt x="97" y="28"/>
                  <a:pt x="97" y="29"/>
                </a:cubicBezTo>
                <a:cubicBezTo>
                  <a:pt x="98" y="30"/>
                  <a:pt x="99" y="31"/>
                  <a:pt x="101" y="30"/>
                </a:cubicBezTo>
                <a:cubicBezTo>
                  <a:pt x="103" y="28"/>
                  <a:pt x="101" y="24"/>
                  <a:pt x="98" y="25"/>
                </a:cubicBezTo>
                <a:cubicBezTo>
                  <a:pt x="98" y="26"/>
                  <a:pt x="98" y="26"/>
                  <a:pt x="97" y="26"/>
                </a:cubicBezTo>
                <a:cubicBezTo>
                  <a:pt x="97" y="27"/>
                  <a:pt x="98" y="26"/>
                  <a:pt x="97" y="26"/>
                </a:cubicBezTo>
                <a:close/>
                <a:moveTo>
                  <a:pt x="116" y="32"/>
                </a:moveTo>
                <a:cubicBezTo>
                  <a:pt x="116" y="31"/>
                  <a:pt x="115" y="32"/>
                  <a:pt x="114" y="32"/>
                </a:cubicBezTo>
                <a:cubicBezTo>
                  <a:pt x="114" y="33"/>
                  <a:pt x="117" y="35"/>
                  <a:pt x="118" y="35"/>
                </a:cubicBezTo>
                <a:cubicBezTo>
                  <a:pt x="121" y="35"/>
                  <a:pt x="118" y="32"/>
                  <a:pt x="116" y="32"/>
                </a:cubicBezTo>
                <a:cubicBezTo>
                  <a:pt x="116" y="31"/>
                  <a:pt x="118" y="32"/>
                  <a:pt x="116" y="32"/>
                </a:cubicBezTo>
                <a:close/>
                <a:moveTo>
                  <a:pt x="64" y="136"/>
                </a:moveTo>
                <a:cubicBezTo>
                  <a:pt x="64" y="138"/>
                  <a:pt x="65" y="139"/>
                  <a:pt x="65" y="140"/>
                </a:cubicBezTo>
                <a:cubicBezTo>
                  <a:pt x="66" y="141"/>
                  <a:pt x="66" y="141"/>
                  <a:pt x="68" y="140"/>
                </a:cubicBezTo>
                <a:cubicBezTo>
                  <a:pt x="68" y="140"/>
                  <a:pt x="69" y="139"/>
                  <a:pt x="69" y="138"/>
                </a:cubicBezTo>
                <a:cubicBezTo>
                  <a:pt x="68" y="137"/>
                  <a:pt x="66" y="137"/>
                  <a:pt x="66" y="135"/>
                </a:cubicBezTo>
                <a:cubicBezTo>
                  <a:pt x="65" y="135"/>
                  <a:pt x="65" y="136"/>
                  <a:pt x="64" y="136"/>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6" name="Freeform 584"/>
          <p:cNvSpPr>
            <a:spLocks noEditPoints="1"/>
          </p:cNvSpPr>
          <p:nvPr/>
        </p:nvSpPr>
        <p:spPr bwMode="auto">
          <a:xfrm>
            <a:off x="8728075" y="3910488"/>
            <a:ext cx="723900" cy="941388"/>
          </a:xfrm>
          <a:custGeom>
            <a:avLst/>
            <a:gdLst>
              <a:gd name="T0" fmla="*/ 151 w 183"/>
              <a:gd name="T1" fmla="*/ 21 h 238"/>
              <a:gd name="T2" fmla="*/ 147 w 183"/>
              <a:gd name="T3" fmla="*/ 14 h 238"/>
              <a:gd name="T4" fmla="*/ 150 w 183"/>
              <a:gd name="T5" fmla="*/ 8 h 238"/>
              <a:gd name="T6" fmla="*/ 154 w 183"/>
              <a:gd name="T7" fmla="*/ 14 h 238"/>
              <a:gd name="T8" fmla="*/ 132 w 183"/>
              <a:gd name="T9" fmla="*/ 17 h 238"/>
              <a:gd name="T10" fmla="*/ 162 w 183"/>
              <a:gd name="T11" fmla="*/ 31 h 238"/>
              <a:gd name="T12" fmla="*/ 167 w 183"/>
              <a:gd name="T13" fmla="*/ 33 h 238"/>
              <a:gd name="T14" fmla="*/ 54 w 183"/>
              <a:gd name="T15" fmla="*/ 226 h 238"/>
              <a:gd name="T16" fmla="*/ 86 w 183"/>
              <a:gd name="T17" fmla="*/ 234 h 238"/>
              <a:gd name="T18" fmla="*/ 97 w 183"/>
              <a:gd name="T19" fmla="*/ 230 h 238"/>
              <a:gd name="T20" fmla="*/ 126 w 183"/>
              <a:gd name="T21" fmla="*/ 228 h 238"/>
              <a:gd name="T22" fmla="*/ 144 w 183"/>
              <a:gd name="T23" fmla="*/ 227 h 238"/>
              <a:gd name="T24" fmla="*/ 156 w 183"/>
              <a:gd name="T25" fmla="*/ 201 h 238"/>
              <a:gd name="T26" fmla="*/ 147 w 183"/>
              <a:gd name="T27" fmla="*/ 185 h 238"/>
              <a:gd name="T28" fmla="*/ 132 w 183"/>
              <a:gd name="T29" fmla="*/ 167 h 238"/>
              <a:gd name="T30" fmla="*/ 129 w 183"/>
              <a:gd name="T31" fmla="*/ 151 h 238"/>
              <a:gd name="T32" fmla="*/ 152 w 183"/>
              <a:gd name="T33" fmla="*/ 137 h 238"/>
              <a:gd name="T34" fmla="*/ 174 w 183"/>
              <a:gd name="T35" fmla="*/ 129 h 238"/>
              <a:gd name="T36" fmla="*/ 175 w 183"/>
              <a:gd name="T37" fmla="*/ 104 h 238"/>
              <a:gd name="T38" fmla="*/ 176 w 183"/>
              <a:gd name="T39" fmla="*/ 88 h 238"/>
              <a:gd name="T40" fmla="*/ 171 w 183"/>
              <a:gd name="T41" fmla="*/ 56 h 238"/>
              <a:gd name="T42" fmla="*/ 159 w 183"/>
              <a:gd name="T43" fmla="*/ 31 h 238"/>
              <a:gd name="T44" fmla="*/ 150 w 183"/>
              <a:gd name="T45" fmla="*/ 25 h 238"/>
              <a:gd name="T46" fmla="*/ 141 w 183"/>
              <a:gd name="T47" fmla="*/ 18 h 238"/>
              <a:gd name="T48" fmla="*/ 130 w 183"/>
              <a:gd name="T49" fmla="*/ 21 h 238"/>
              <a:gd name="T50" fmla="*/ 116 w 183"/>
              <a:gd name="T51" fmla="*/ 29 h 238"/>
              <a:gd name="T52" fmla="*/ 109 w 183"/>
              <a:gd name="T53" fmla="*/ 32 h 238"/>
              <a:gd name="T54" fmla="*/ 100 w 183"/>
              <a:gd name="T55" fmla="*/ 30 h 238"/>
              <a:gd name="T56" fmla="*/ 106 w 183"/>
              <a:gd name="T57" fmla="*/ 13 h 238"/>
              <a:gd name="T58" fmla="*/ 102 w 183"/>
              <a:gd name="T59" fmla="*/ 19 h 238"/>
              <a:gd name="T60" fmla="*/ 87 w 183"/>
              <a:gd name="T61" fmla="*/ 19 h 238"/>
              <a:gd name="T62" fmla="*/ 83 w 183"/>
              <a:gd name="T63" fmla="*/ 8 h 238"/>
              <a:gd name="T64" fmla="*/ 78 w 183"/>
              <a:gd name="T65" fmla="*/ 3 h 238"/>
              <a:gd name="T66" fmla="*/ 59 w 183"/>
              <a:gd name="T67" fmla="*/ 5 h 238"/>
              <a:gd name="T68" fmla="*/ 59 w 183"/>
              <a:gd name="T69" fmla="*/ 17 h 238"/>
              <a:gd name="T70" fmla="*/ 64 w 183"/>
              <a:gd name="T71" fmla="*/ 26 h 238"/>
              <a:gd name="T72" fmla="*/ 68 w 183"/>
              <a:gd name="T73" fmla="*/ 34 h 238"/>
              <a:gd name="T74" fmla="*/ 81 w 183"/>
              <a:gd name="T75" fmla="*/ 46 h 238"/>
              <a:gd name="T76" fmla="*/ 56 w 183"/>
              <a:gd name="T77" fmla="*/ 37 h 238"/>
              <a:gd name="T78" fmla="*/ 51 w 183"/>
              <a:gd name="T79" fmla="*/ 43 h 238"/>
              <a:gd name="T80" fmla="*/ 46 w 183"/>
              <a:gd name="T81" fmla="*/ 40 h 238"/>
              <a:gd name="T82" fmla="*/ 29 w 183"/>
              <a:gd name="T83" fmla="*/ 46 h 238"/>
              <a:gd name="T84" fmla="*/ 29 w 183"/>
              <a:gd name="T85" fmla="*/ 55 h 238"/>
              <a:gd name="T86" fmla="*/ 20 w 183"/>
              <a:gd name="T87" fmla="*/ 75 h 238"/>
              <a:gd name="T88" fmla="*/ 20 w 183"/>
              <a:gd name="T89" fmla="*/ 94 h 238"/>
              <a:gd name="T90" fmla="*/ 8 w 183"/>
              <a:gd name="T91" fmla="*/ 109 h 238"/>
              <a:gd name="T92" fmla="*/ 6 w 183"/>
              <a:gd name="T93" fmla="*/ 125 h 238"/>
              <a:gd name="T94" fmla="*/ 11 w 183"/>
              <a:gd name="T95" fmla="*/ 142 h 238"/>
              <a:gd name="T96" fmla="*/ 9 w 183"/>
              <a:gd name="T97" fmla="*/ 153 h 238"/>
              <a:gd name="T98" fmla="*/ 6 w 183"/>
              <a:gd name="T99" fmla="*/ 175 h 238"/>
              <a:gd name="T100" fmla="*/ 24 w 183"/>
              <a:gd name="T101" fmla="*/ 183 h 238"/>
              <a:gd name="T102" fmla="*/ 46 w 183"/>
              <a:gd name="T103" fmla="*/ 188 h 238"/>
              <a:gd name="T104" fmla="*/ 42 w 183"/>
              <a:gd name="T105" fmla="*/ 202 h 238"/>
              <a:gd name="T106" fmla="*/ 36 w 183"/>
              <a:gd name="T107" fmla="*/ 227 h 238"/>
              <a:gd name="T108" fmla="*/ 25 w 183"/>
              <a:gd name="T109" fmla="*/ 41 h 238"/>
              <a:gd name="T110" fmla="*/ 35 w 183"/>
              <a:gd name="T111" fmla="*/ 39 h 238"/>
              <a:gd name="T112" fmla="*/ 43 w 183"/>
              <a:gd name="T113" fmla="*/ 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3" h="238">
                <a:moveTo>
                  <a:pt x="154" y="14"/>
                </a:moveTo>
                <a:cubicBezTo>
                  <a:pt x="154" y="17"/>
                  <a:pt x="158" y="17"/>
                  <a:pt x="158" y="19"/>
                </a:cubicBezTo>
                <a:cubicBezTo>
                  <a:pt x="158" y="19"/>
                  <a:pt x="157" y="21"/>
                  <a:pt x="157" y="21"/>
                </a:cubicBezTo>
                <a:cubicBezTo>
                  <a:pt x="156" y="21"/>
                  <a:pt x="156" y="19"/>
                  <a:pt x="156" y="19"/>
                </a:cubicBezTo>
                <a:cubicBezTo>
                  <a:pt x="154" y="17"/>
                  <a:pt x="152" y="20"/>
                  <a:pt x="151" y="21"/>
                </a:cubicBezTo>
                <a:cubicBezTo>
                  <a:pt x="149" y="22"/>
                  <a:pt x="147" y="22"/>
                  <a:pt x="146" y="20"/>
                </a:cubicBezTo>
                <a:cubicBezTo>
                  <a:pt x="146" y="18"/>
                  <a:pt x="148" y="18"/>
                  <a:pt x="148" y="17"/>
                </a:cubicBezTo>
                <a:cubicBezTo>
                  <a:pt x="148" y="17"/>
                  <a:pt x="147" y="16"/>
                  <a:pt x="147" y="16"/>
                </a:cubicBezTo>
                <a:cubicBezTo>
                  <a:pt x="147" y="16"/>
                  <a:pt x="147" y="15"/>
                  <a:pt x="147" y="15"/>
                </a:cubicBezTo>
                <a:cubicBezTo>
                  <a:pt x="147" y="14"/>
                  <a:pt x="148" y="14"/>
                  <a:pt x="147" y="14"/>
                </a:cubicBezTo>
                <a:cubicBezTo>
                  <a:pt x="147" y="12"/>
                  <a:pt x="146" y="13"/>
                  <a:pt x="147" y="12"/>
                </a:cubicBezTo>
                <a:cubicBezTo>
                  <a:pt x="147" y="12"/>
                  <a:pt x="148" y="11"/>
                  <a:pt x="148" y="11"/>
                </a:cubicBezTo>
                <a:cubicBezTo>
                  <a:pt x="150" y="11"/>
                  <a:pt x="149" y="12"/>
                  <a:pt x="149" y="10"/>
                </a:cubicBezTo>
                <a:cubicBezTo>
                  <a:pt x="149" y="10"/>
                  <a:pt x="149" y="7"/>
                  <a:pt x="150" y="7"/>
                </a:cubicBezTo>
                <a:cubicBezTo>
                  <a:pt x="150" y="7"/>
                  <a:pt x="150" y="8"/>
                  <a:pt x="150" y="8"/>
                </a:cubicBezTo>
                <a:cubicBezTo>
                  <a:pt x="152" y="8"/>
                  <a:pt x="151" y="11"/>
                  <a:pt x="151" y="13"/>
                </a:cubicBezTo>
                <a:cubicBezTo>
                  <a:pt x="151" y="13"/>
                  <a:pt x="151" y="15"/>
                  <a:pt x="152" y="14"/>
                </a:cubicBezTo>
                <a:cubicBezTo>
                  <a:pt x="154" y="14"/>
                  <a:pt x="153" y="12"/>
                  <a:pt x="153" y="11"/>
                </a:cubicBezTo>
                <a:cubicBezTo>
                  <a:pt x="154" y="10"/>
                  <a:pt x="156" y="11"/>
                  <a:pt x="156" y="12"/>
                </a:cubicBezTo>
                <a:cubicBezTo>
                  <a:pt x="157" y="12"/>
                  <a:pt x="155" y="15"/>
                  <a:pt x="154" y="14"/>
                </a:cubicBezTo>
                <a:cubicBezTo>
                  <a:pt x="154" y="15"/>
                  <a:pt x="155" y="15"/>
                  <a:pt x="154" y="14"/>
                </a:cubicBezTo>
                <a:close/>
                <a:moveTo>
                  <a:pt x="134" y="17"/>
                </a:moveTo>
                <a:cubicBezTo>
                  <a:pt x="136" y="16"/>
                  <a:pt x="137" y="17"/>
                  <a:pt x="139" y="17"/>
                </a:cubicBezTo>
                <a:cubicBezTo>
                  <a:pt x="140" y="17"/>
                  <a:pt x="142" y="16"/>
                  <a:pt x="140" y="15"/>
                </a:cubicBezTo>
                <a:cubicBezTo>
                  <a:pt x="139" y="14"/>
                  <a:pt x="131" y="15"/>
                  <a:pt x="132" y="17"/>
                </a:cubicBezTo>
                <a:cubicBezTo>
                  <a:pt x="133" y="18"/>
                  <a:pt x="134" y="17"/>
                  <a:pt x="134" y="17"/>
                </a:cubicBezTo>
                <a:close/>
                <a:moveTo>
                  <a:pt x="167" y="33"/>
                </a:moveTo>
                <a:cubicBezTo>
                  <a:pt x="166" y="33"/>
                  <a:pt x="165" y="31"/>
                  <a:pt x="165" y="30"/>
                </a:cubicBezTo>
                <a:cubicBezTo>
                  <a:pt x="163" y="29"/>
                  <a:pt x="162" y="28"/>
                  <a:pt x="161" y="26"/>
                </a:cubicBezTo>
                <a:cubicBezTo>
                  <a:pt x="159" y="27"/>
                  <a:pt x="161" y="30"/>
                  <a:pt x="162" y="31"/>
                </a:cubicBezTo>
                <a:cubicBezTo>
                  <a:pt x="162" y="33"/>
                  <a:pt x="163" y="32"/>
                  <a:pt x="161" y="33"/>
                </a:cubicBezTo>
                <a:cubicBezTo>
                  <a:pt x="160" y="34"/>
                  <a:pt x="159" y="35"/>
                  <a:pt x="161" y="36"/>
                </a:cubicBezTo>
                <a:cubicBezTo>
                  <a:pt x="163" y="37"/>
                  <a:pt x="164" y="33"/>
                  <a:pt x="167" y="35"/>
                </a:cubicBezTo>
                <a:cubicBezTo>
                  <a:pt x="167" y="33"/>
                  <a:pt x="167" y="33"/>
                  <a:pt x="167" y="33"/>
                </a:cubicBezTo>
                <a:cubicBezTo>
                  <a:pt x="167" y="33"/>
                  <a:pt x="167" y="33"/>
                  <a:pt x="167" y="33"/>
                </a:cubicBezTo>
                <a:close/>
                <a:moveTo>
                  <a:pt x="40" y="230"/>
                </a:moveTo>
                <a:cubicBezTo>
                  <a:pt x="42" y="230"/>
                  <a:pt x="43" y="230"/>
                  <a:pt x="44" y="230"/>
                </a:cubicBezTo>
                <a:cubicBezTo>
                  <a:pt x="46" y="230"/>
                  <a:pt x="47" y="229"/>
                  <a:pt x="48" y="229"/>
                </a:cubicBezTo>
                <a:cubicBezTo>
                  <a:pt x="51" y="228"/>
                  <a:pt x="54" y="230"/>
                  <a:pt x="56" y="229"/>
                </a:cubicBezTo>
                <a:cubicBezTo>
                  <a:pt x="57" y="227"/>
                  <a:pt x="54" y="227"/>
                  <a:pt x="54" y="226"/>
                </a:cubicBezTo>
                <a:cubicBezTo>
                  <a:pt x="53" y="221"/>
                  <a:pt x="58" y="225"/>
                  <a:pt x="59" y="226"/>
                </a:cubicBezTo>
                <a:cubicBezTo>
                  <a:pt x="63" y="228"/>
                  <a:pt x="67" y="226"/>
                  <a:pt x="70" y="228"/>
                </a:cubicBezTo>
                <a:cubicBezTo>
                  <a:pt x="72" y="229"/>
                  <a:pt x="74" y="230"/>
                  <a:pt x="76" y="231"/>
                </a:cubicBezTo>
                <a:cubicBezTo>
                  <a:pt x="78" y="231"/>
                  <a:pt x="80" y="231"/>
                  <a:pt x="82" y="231"/>
                </a:cubicBezTo>
                <a:cubicBezTo>
                  <a:pt x="84" y="232"/>
                  <a:pt x="85" y="233"/>
                  <a:pt x="86" y="234"/>
                </a:cubicBezTo>
                <a:cubicBezTo>
                  <a:pt x="86" y="235"/>
                  <a:pt x="87" y="235"/>
                  <a:pt x="87" y="236"/>
                </a:cubicBezTo>
                <a:cubicBezTo>
                  <a:pt x="88" y="236"/>
                  <a:pt x="88" y="237"/>
                  <a:pt x="88" y="237"/>
                </a:cubicBezTo>
                <a:cubicBezTo>
                  <a:pt x="89" y="238"/>
                  <a:pt x="91" y="237"/>
                  <a:pt x="92" y="236"/>
                </a:cubicBezTo>
                <a:cubicBezTo>
                  <a:pt x="93" y="235"/>
                  <a:pt x="92" y="234"/>
                  <a:pt x="92" y="232"/>
                </a:cubicBezTo>
                <a:cubicBezTo>
                  <a:pt x="92" y="229"/>
                  <a:pt x="95" y="230"/>
                  <a:pt x="97" y="230"/>
                </a:cubicBezTo>
                <a:cubicBezTo>
                  <a:pt x="100" y="230"/>
                  <a:pt x="101" y="231"/>
                  <a:pt x="103" y="234"/>
                </a:cubicBezTo>
                <a:cubicBezTo>
                  <a:pt x="104" y="234"/>
                  <a:pt x="106" y="234"/>
                  <a:pt x="107" y="234"/>
                </a:cubicBezTo>
                <a:cubicBezTo>
                  <a:pt x="109" y="234"/>
                  <a:pt x="110" y="233"/>
                  <a:pt x="112" y="232"/>
                </a:cubicBezTo>
                <a:cubicBezTo>
                  <a:pt x="115" y="231"/>
                  <a:pt x="119" y="229"/>
                  <a:pt x="122" y="229"/>
                </a:cubicBezTo>
                <a:cubicBezTo>
                  <a:pt x="123" y="229"/>
                  <a:pt x="125" y="229"/>
                  <a:pt x="126" y="228"/>
                </a:cubicBezTo>
                <a:cubicBezTo>
                  <a:pt x="128" y="228"/>
                  <a:pt x="127" y="226"/>
                  <a:pt x="129" y="226"/>
                </a:cubicBezTo>
                <a:cubicBezTo>
                  <a:pt x="131" y="226"/>
                  <a:pt x="135" y="230"/>
                  <a:pt x="136" y="227"/>
                </a:cubicBezTo>
                <a:cubicBezTo>
                  <a:pt x="138" y="227"/>
                  <a:pt x="138" y="227"/>
                  <a:pt x="139" y="228"/>
                </a:cubicBezTo>
                <a:cubicBezTo>
                  <a:pt x="140" y="229"/>
                  <a:pt x="140" y="231"/>
                  <a:pt x="141" y="231"/>
                </a:cubicBezTo>
                <a:cubicBezTo>
                  <a:pt x="143" y="233"/>
                  <a:pt x="145" y="229"/>
                  <a:pt x="144" y="227"/>
                </a:cubicBezTo>
                <a:cubicBezTo>
                  <a:pt x="143" y="225"/>
                  <a:pt x="142" y="226"/>
                  <a:pt x="142" y="224"/>
                </a:cubicBezTo>
                <a:cubicBezTo>
                  <a:pt x="142" y="222"/>
                  <a:pt x="141" y="220"/>
                  <a:pt x="140" y="218"/>
                </a:cubicBezTo>
                <a:cubicBezTo>
                  <a:pt x="139" y="216"/>
                  <a:pt x="136" y="214"/>
                  <a:pt x="140" y="212"/>
                </a:cubicBezTo>
                <a:cubicBezTo>
                  <a:pt x="143" y="210"/>
                  <a:pt x="148" y="210"/>
                  <a:pt x="150" y="207"/>
                </a:cubicBezTo>
                <a:cubicBezTo>
                  <a:pt x="152" y="204"/>
                  <a:pt x="150" y="200"/>
                  <a:pt x="156" y="201"/>
                </a:cubicBezTo>
                <a:cubicBezTo>
                  <a:pt x="159" y="201"/>
                  <a:pt x="159" y="198"/>
                  <a:pt x="158" y="196"/>
                </a:cubicBezTo>
                <a:cubicBezTo>
                  <a:pt x="158" y="194"/>
                  <a:pt x="157" y="193"/>
                  <a:pt x="156" y="191"/>
                </a:cubicBezTo>
                <a:cubicBezTo>
                  <a:pt x="155" y="190"/>
                  <a:pt x="153" y="190"/>
                  <a:pt x="151" y="188"/>
                </a:cubicBezTo>
                <a:cubicBezTo>
                  <a:pt x="150" y="187"/>
                  <a:pt x="150" y="186"/>
                  <a:pt x="149" y="185"/>
                </a:cubicBezTo>
                <a:cubicBezTo>
                  <a:pt x="148" y="185"/>
                  <a:pt x="148" y="185"/>
                  <a:pt x="147" y="185"/>
                </a:cubicBezTo>
                <a:cubicBezTo>
                  <a:pt x="146" y="185"/>
                  <a:pt x="146" y="185"/>
                  <a:pt x="145" y="184"/>
                </a:cubicBezTo>
                <a:cubicBezTo>
                  <a:pt x="144" y="182"/>
                  <a:pt x="144" y="178"/>
                  <a:pt x="141" y="178"/>
                </a:cubicBezTo>
                <a:cubicBezTo>
                  <a:pt x="139" y="178"/>
                  <a:pt x="139" y="178"/>
                  <a:pt x="137" y="176"/>
                </a:cubicBezTo>
                <a:cubicBezTo>
                  <a:pt x="136" y="175"/>
                  <a:pt x="135" y="173"/>
                  <a:pt x="135" y="171"/>
                </a:cubicBezTo>
                <a:cubicBezTo>
                  <a:pt x="134" y="170"/>
                  <a:pt x="132" y="168"/>
                  <a:pt x="132" y="167"/>
                </a:cubicBezTo>
                <a:cubicBezTo>
                  <a:pt x="131" y="165"/>
                  <a:pt x="133" y="164"/>
                  <a:pt x="133" y="163"/>
                </a:cubicBezTo>
                <a:cubicBezTo>
                  <a:pt x="135" y="159"/>
                  <a:pt x="130" y="158"/>
                  <a:pt x="128" y="156"/>
                </a:cubicBezTo>
                <a:cubicBezTo>
                  <a:pt x="128" y="155"/>
                  <a:pt x="127" y="153"/>
                  <a:pt x="126" y="152"/>
                </a:cubicBezTo>
                <a:cubicBezTo>
                  <a:pt x="126" y="151"/>
                  <a:pt x="123" y="148"/>
                  <a:pt x="126" y="149"/>
                </a:cubicBezTo>
                <a:cubicBezTo>
                  <a:pt x="128" y="149"/>
                  <a:pt x="127" y="154"/>
                  <a:pt x="129" y="151"/>
                </a:cubicBezTo>
                <a:cubicBezTo>
                  <a:pt x="132" y="149"/>
                  <a:pt x="131" y="146"/>
                  <a:pt x="134" y="146"/>
                </a:cubicBezTo>
                <a:cubicBezTo>
                  <a:pt x="136" y="145"/>
                  <a:pt x="138" y="146"/>
                  <a:pt x="140" y="145"/>
                </a:cubicBezTo>
                <a:cubicBezTo>
                  <a:pt x="141" y="144"/>
                  <a:pt x="143" y="143"/>
                  <a:pt x="144" y="142"/>
                </a:cubicBezTo>
                <a:cubicBezTo>
                  <a:pt x="146" y="141"/>
                  <a:pt x="147" y="140"/>
                  <a:pt x="149" y="139"/>
                </a:cubicBezTo>
                <a:cubicBezTo>
                  <a:pt x="150" y="139"/>
                  <a:pt x="151" y="138"/>
                  <a:pt x="152" y="137"/>
                </a:cubicBezTo>
                <a:cubicBezTo>
                  <a:pt x="154" y="136"/>
                  <a:pt x="156" y="136"/>
                  <a:pt x="158" y="135"/>
                </a:cubicBezTo>
                <a:cubicBezTo>
                  <a:pt x="160" y="134"/>
                  <a:pt x="163" y="133"/>
                  <a:pt x="165" y="132"/>
                </a:cubicBezTo>
                <a:cubicBezTo>
                  <a:pt x="165" y="132"/>
                  <a:pt x="169" y="131"/>
                  <a:pt x="169" y="130"/>
                </a:cubicBezTo>
                <a:cubicBezTo>
                  <a:pt x="170" y="128"/>
                  <a:pt x="167" y="127"/>
                  <a:pt x="167" y="126"/>
                </a:cubicBezTo>
                <a:cubicBezTo>
                  <a:pt x="170" y="126"/>
                  <a:pt x="173" y="126"/>
                  <a:pt x="174" y="129"/>
                </a:cubicBezTo>
                <a:cubicBezTo>
                  <a:pt x="175" y="130"/>
                  <a:pt x="176" y="133"/>
                  <a:pt x="178" y="132"/>
                </a:cubicBezTo>
                <a:cubicBezTo>
                  <a:pt x="181" y="131"/>
                  <a:pt x="181" y="124"/>
                  <a:pt x="182" y="121"/>
                </a:cubicBezTo>
                <a:cubicBezTo>
                  <a:pt x="183" y="119"/>
                  <a:pt x="182" y="115"/>
                  <a:pt x="181" y="113"/>
                </a:cubicBezTo>
                <a:cubicBezTo>
                  <a:pt x="180" y="112"/>
                  <a:pt x="178" y="112"/>
                  <a:pt x="177" y="109"/>
                </a:cubicBezTo>
                <a:cubicBezTo>
                  <a:pt x="177" y="107"/>
                  <a:pt x="176" y="106"/>
                  <a:pt x="175" y="104"/>
                </a:cubicBezTo>
                <a:cubicBezTo>
                  <a:pt x="174" y="103"/>
                  <a:pt x="173" y="100"/>
                  <a:pt x="176" y="100"/>
                </a:cubicBezTo>
                <a:cubicBezTo>
                  <a:pt x="176" y="99"/>
                  <a:pt x="176" y="98"/>
                  <a:pt x="176" y="97"/>
                </a:cubicBezTo>
                <a:cubicBezTo>
                  <a:pt x="176" y="97"/>
                  <a:pt x="177" y="96"/>
                  <a:pt x="177" y="95"/>
                </a:cubicBezTo>
                <a:cubicBezTo>
                  <a:pt x="178" y="94"/>
                  <a:pt x="177" y="93"/>
                  <a:pt x="176" y="92"/>
                </a:cubicBezTo>
                <a:cubicBezTo>
                  <a:pt x="176" y="90"/>
                  <a:pt x="176" y="89"/>
                  <a:pt x="176" y="88"/>
                </a:cubicBezTo>
                <a:cubicBezTo>
                  <a:pt x="175" y="86"/>
                  <a:pt x="174" y="86"/>
                  <a:pt x="174" y="84"/>
                </a:cubicBezTo>
                <a:cubicBezTo>
                  <a:pt x="173" y="81"/>
                  <a:pt x="176" y="79"/>
                  <a:pt x="174" y="76"/>
                </a:cubicBezTo>
                <a:cubicBezTo>
                  <a:pt x="172" y="73"/>
                  <a:pt x="168" y="71"/>
                  <a:pt x="165" y="69"/>
                </a:cubicBezTo>
                <a:cubicBezTo>
                  <a:pt x="165" y="66"/>
                  <a:pt x="167" y="65"/>
                  <a:pt x="168" y="63"/>
                </a:cubicBezTo>
                <a:cubicBezTo>
                  <a:pt x="170" y="61"/>
                  <a:pt x="171" y="58"/>
                  <a:pt x="171" y="56"/>
                </a:cubicBezTo>
                <a:cubicBezTo>
                  <a:pt x="171" y="53"/>
                  <a:pt x="171" y="50"/>
                  <a:pt x="170" y="48"/>
                </a:cubicBezTo>
                <a:cubicBezTo>
                  <a:pt x="169" y="45"/>
                  <a:pt x="168" y="42"/>
                  <a:pt x="167" y="39"/>
                </a:cubicBezTo>
                <a:cubicBezTo>
                  <a:pt x="165" y="40"/>
                  <a:pt x="159" y="37"/>
                  <a:pt x="159" y="35"/>
                </a:cubicBezTo>
                <a:cubicBezTo>
                  <a:pt x="159" y="34"/>
                  <a:pt x="160" y="33"/>
                  <a:pt x="160" y="32"/>
                </a:cubicBezTo>
                <a:cubicBezTo>
                  <a:pt x="160" y="32"/>
                  <a:pt x="160" y="31"/>
                  <a:pt x="159" y="31"/>
                </a:cubicBezTo>
                <a:cubicBezTo>
                  <a:pt x="159" y="30"/>
                  <a:pt x="158" y="30"/>
                  <a:pt x="158" y="29"/>
                </a:cubicBezTo>
                <a:cubicBezTo>
                  <a:pt x="158" y="28"/>
                  <a:pt x="159" y="26"/>
                  <a:pt x="158" y="26"/>
                </a:cubicBezTo>
                <a:cubicBezTo>
                  <a:pt x="158" y="26"/>
                  <a:pt x="155" y="26"/>
                  <a:pt x="155" y="26"/>
                </a:cubicBezTo>
                <a:cubicBezTo>
                  <a:pt x="154" y="26"/>
                  <a:pt x="153" y="28"/>
                  <a:pt x="152" y="27"/>
                </a:cubicBezTo>
                <a:cubicBezTo>
                  <a:pt x="152" y="26"/>
                  <a:pt x="151" y="26"/>
                  <a:pt x="150" y="25"/>
                </a:cubicBezTo>
                <a:cubicBezTo>
                  <a:pt x="149" y="24"/>
                  <a:pt x="149" y="23"/>
                  <a:pt x="148" y="22"/>
                </a:cubicBezTo>
                <a:cubicBezTo>
                  <a:pt x="147" y="22"/>
                  <a:pt x="146" y="22"/>
                  <a:pt x="146" y="21"/>
                </a:cubicBezTo>
                <a:cubicBezTo>
                  <a:pt x="145" y="21"/>
                  <a:pt x="145" y="20"/>
                  <a:pt x="145" y="20"/>
                </a:cubicBezTo>
                <a:cubicBezTo>
                  <a:pt x="145" y="19"/>
                  <a:pt x="144" y="18"/>
                  <a:pt x="144" y="18"/>
                </a:cubicBezTo>
                <a:cubicBezTo>
                  <a:pt x="142" y="16"/>
                  <a:pt x="143" y="17"/>
                  <a:pt x="141" y="18"/>
                </a:cubicBezTo>
                <a:cubicBezTo>
                  <a:pt x="140" y="19"/>
                  <a:pt x="140" y="18"/>
                  <a:pt x="139" y="18"/>
                </a:cubicBezTo>
                <a:cubicBezTo>
                  <a:pt x="137" y="18"/>
                  <a:pt x="136" y="18"/>
                  <a:pt x="135" y="19"/>
                </a:cubicBezTo>
                <a:cubicBezTo>
                  <a:pt x="133" y="19"/>
                  <a:pt x="133" y="21"/>
                  <a:pt x="132" y="22"/>
                </a:cubicBezTo>
                <a:cubicBezTo>
                  <a:pt x="132" y="21"/>
                  <a:pt x="131" y="21"/>
                  <a:pt x="131" y="20"/>
                </a:cubicBezTo>
                <a:cubicBezTo>
                  <a:pt x="131" y="20"/>
                  <a:pt x="130" y="21"/>
                  <a:pt x="130" y="21"/>
                </a:cubicBezTo>
                <a:cubicBezTo>
                  <a:pt x="128" y="22"/>
                  <a:pt x="128" y="22"/>
                  <a:pt x="127" y="23"/>
                </a:cubicBezTo>
                <a:cubicBezTo>
                  <a:pt x="127" y="25"/>
                  <a:pt x="126" y="26"/>
                  <a:pt x="125" y="27"/>
                </a:cubicBezTo>
                <a:cubicBezTo>
                  <a:pt x="125" y="26"/>
                  <a:pt x="125" y="26"/>
                  <a:pt x="125" y="25"/>
                </a:cubicBezTo>
                <a:cubicBezTo>
                  <a:pt x="123" y="26"/>
                  <a:pt x="120" y="25"/>
                  <a:pt x="119" y="25"/>
                </a:cubicBezTo>
                <a:cubicBezTo>
                  <a:pt x="117" y="26"/>
                  <a:pt x="117" y="27"/>
                  <a:pt x="116" y="29"/>
                </a:cubicBezTo>
                <a:cubicBezTo>
                  <a:pt x="115" y="30"/>
                  <a:pt x="115" y="30"/>
                  <a:pt x="114" y="30"/>
                </a:cubicBezTo>
                <a:cubicBezTo>
                  <a:pt x="113" y="31"/>
                  <a:pt x="114" y="32"/>
                  <a:pt x="113" y="33"/>
                </a:cubicBezTo>
                <a:cubicBezTo>
                  <a:pt x="112" y="34"/>
                  <a:pt x="113" y="33"/>
                  <a:pt x="111" y="32"/>
                </a:cubicBezTo>
                <a:cubicBezTo>
                  <a:pt x="111" y="32"/>
                  <a:pt x="110" y="32"/>
                  <a:pt x="110" y="32"/>
                </a:cubicBezTo>
                <a:cubicBezTo>
                  <a:pt x="110" y="32"/>
                  <a:pt x="109" y="32"/>
                  <a:pt x="109" y="32"/>
                </a:cubicBezTo>
                <a:cubicBezTo>
                  <a:pt x="109" y="32"/>
                  <a:pt x="109" y="32"/>
                  <a:pt x="109" y="32"/>
                </a:cubicBezTo>
                <a:cubicBezTo>
                  <a:pt x="108" y="31"/>
                  <a:pt x="108" y="31"/>
                  <a:pt x="108" y="30"/>
                </a:cubicBezTo>
                <a:cubicBezTo>
                  <a:pt x="107" y="30"/>
                  <a:pt x="106" y="30"/>
                  <a:pt x="106" y="30"/>
                </a:cubicBezTo>
                <a:cubicBezTo>
                  <a:pt x="105" y="31"/>
                  <a:pt x="103" y="32"/>
                  <a:pt x="102" y="32"/>
                </a:cubicBezTo>
                <a:cubicBezTo>
                  <a:pt x="102" y="32"/>
                  <a:pt x="100" y="30"/>
                  <a:pt x="100" y="30"/>
                </a:cubicBezTo>
                <a:cubicBezTo>
                  <a:pt x="98" y="27"/>
                  <a:pt x="104" y="26"/>
                  <a:pt x="105" y="24"/>
                </a:cubicBezTo>
                <a:cubicBezTo>
                  <a:pt x="106" y="22"/>
                  <a:pt x="105" y="20"/>
                  <a:pt x="106" y="18"/>
                </a:cubicBezTo>
                <a:cubicBezTo>
                  <a:pt x="107" y="16"/>
                  <a:pt x="108" y="17"/>
                  <a:pt x="109" y="16"/>
                </a:cubicBezTo>
                <a:cubicBezTo>
                  <a:pt x="110" y="16"/>
                  <a:pt x="110" y="16"/>
                  <a:pt x="109" y="14"/>
                </a:cubicBezTo>
                <a:cubicBezTo>
                  <a:pt x="108" y="13"/>
                  <a:pt x="107" y="12"/>
                  <a:pt x="106" y="13"/>
                </a:cubicBezTo>
                <a:cubicBezTo>
                  <a:pt x="105" y="13"/>
                  <a:pt x="104" y="14"/>
                  <a:pt x="104" y="14"/>
                </a:cubicBezTo>
                <a:cubicBezTo>
                  <a:pt x="104" y="16"/>
                  <a:pt x="105" y="15"/>
                  <a:pt x="105" y="15"/>
                </a:cubicBezTo>
                <a:cubicBezTo>
                  <a:pt x="105" y="16"/>
                  <a:pt x="108" y="18"/>
                  <a:pt x="105" y="18"/>
                </a:cubicBezTo>
                <a:cubicBezTo>
                  <a:pt x="105" y="18"/>
                  <a:pt x="105" y="18"/>
                  <a:pt x="105" y="18"/>
                </a:cubicBezTo>
                <a:cubicBezTo>
                  <a:pt x="104" y="18"/>
                  <a:pt x="103" y="18"/>
                  <a:pt x="102" y="19"/>
                </a:cubicBezTo>
                <a:cubicBezTo>
                  <a:pt x="101" y="19"/>
                  <a:pt x="101" y="19"/>
                  <a:pt x="100" y="19"/>
                </a:cubicBezTo>
                <a:cubicBezTo>
                  <a:pt x="100" y="19"/>
                  <a:pt x="100" y="20"/>
                  <a:pt x="100" y="20"/>
                </a:cubicBezTo>
                <a:cubicBezTo>
                  <a:pt x="98" y="21"/>
                  <a:pt x="97" y="19"/>
                  <a:pt x="95" y="18"/>
                </a:cubicBezTo>
                <a:cubicBezTo>
                  <a:pt x="94" y="17"/>
                  <a:pt x="92" y="15"/>
                  <a:pt x="90" y="16"/>
                </a:cubicBezTo>
                <a:cubicBezTo>
                  <a:pt x="89" y="17"/>
                  <a:pt x="88" y="20"/>
                  <a:pt x="87" y="19"/>
                </a:cubicBezTo>
                <a:cubicBezTo>
                  <a:pt x="86" y="19"/>
                  <a:pt x="90" y="15"/>
                  <a:pt x="87" y="14"/>
                </a:cubicBezTo>
                <a:cubicBezTo>
                  <a:pt x="86" y="14"/>
                  <a:pt x="84" y="15"/>
                  <a:pt x="83" y="15"/>
                </a:cubicBezTo>
                <a:cubicBezTo>
                  <a:pt x="82" y="15"/>
                  <a:pt x="81" y="15"/>
                  <a:pt x="82" y="14"/>
                </a:cubicBezTo>
                <a:cubicBezTo>
                  <a:pt x="85" y="12"/>
                  <a:pt x="85" y="12"/>
                  <a:pt x="85" y="9"/>
                </a:cubicBezTo>
                <a:cubicBezTo>
                  <a:pt x="84" y="9"/>
                  <a:pt x="83" y="9"/>
                  <a:pt x="83" y="8"/>
                </a:cubicBezTo>
                <a:cubicBezTo>
                  <a:pt x="83" y="7"/>
                  <a:pt x="84" y="7"/>
                  <a:pt x="84" y="7"/>
                </a:cubicBezTo>
                <a:cubicBezTo>
                  <a:pt x="84" y="6"/>
                  <a:pt x="84" y="4"/>
                  <a:pt x="83" y="4"/>
                </a:cubicBezTo>
                <a:cubicBezTo>
                  <a:pt x="82" y="4"/>
                  <a:pt x="83" y="4"/>
                  <a:pt x="82" y="4"/>
                </a:cubicBezTo>
                <a:cubicBezTo>
                  <a:pt x="81" y="5"/>
                  <a:pt x="82" y="5"/>
                  <a:pt x="80" y="5"/>
                </a:cubicBezTo>
                <a:cubicBezTo>
                  <a:pt x="80" y="4"/>
                  <a:pt x="79" y="4"/>
                  <a:pt x="78" y="3"/>
                </a:cubicBezTo>
                <a:cubicBezTo>
                  <a:pt x="77" y="3"/>
                  <a:pt x="76" y="3"/>
                  <a:pt x="74" y="3"/>
                </a:cubicBezTo>
                <a:cubicBezTo>
                  <a:pt x="73" y="3"/>
                  <a:pt x="72" y="4"/>
                  <a:pt x="71" y="4"/>
                </a:cubicBezTo>
                <a:cubicBezTo>
                  <a:pt x="69" y="4"/>
                  <a:pt x="69" y="3"/>
                  <a:pt x="68" y="2"/>
                </a:cubicBezTo>
                <a:cubicBezTo>
                  <a:pt x="66" y="0"/>
                  <a:pt x="61" y="0"/>
                  <a:pt x="58" y="0"/>
                </a:cubicBezTo>
                <a:cubicBezTo>
                  <a:pt x="58" y="1"/>
                  <a:pt x="59" y="4"/>
                  <a:pt x="59" y="5"/>
                </a:cubicBezTo>
                <a:cubicBezTo>
                  <a:pt x="59" y="7"/>
                  <a:pt x="60" y="7"/>
                  <a:pt x="61" y="8"/>
                </a:cubicBezTo>
                <a:cubicBezTo>
                  <a:pt x="62" y="9"/>
                  <a:pt x="61" y="10"/>
                  <a:pt x="62" y="10"/>
                </a:cubicBezTo>
                <a:cubicBezTo>
                  <a:pt x="62" y="11"/>
                  <a:pt x="63" y="11"/>
                  <a:pt x="64" y="12"/>
                </a:cubicBezTo>
                <a:cubicBezTo>
                  <a:pt x="65" y="13"/>
                  <a:pt x="66" y="14"/>
                  <a:pt x="64" y="16"/>
                </a:cubicBezTo>
                <a:cubicBezTo>
                  <a:pt x="62" y="17"/>
                  <a:pt x="61" y="16"/>
                  <a:pt x="59" y="17"/>
                </a:cubicBezTo>
                <a:cubicBezTo>
                  <a:pt x="59" y="17"/>
                  <a:pt x="58" y="17"/>
                  <a:pt x="58" y="17"/>
                </a:cubicBezTo>
                <a:cubicBezTo>
                  <a:pt x="58" y="17"/>
                  <a:pt x="57" y="19"/>
                  <a:pt x="57" y="19"/>
                </a:cubicBezTo>
                <a:cubicBezTo>
                  <a:pt x="57" y="23"/>
                  <a:pt x="62" y="20"/>
                  <a:pt x="64" y="20"/>
                </a:cubicBezTo>
                <a:cubicBezTo>
                  <a:pt x="64" y="23"/>
                  <a:pt x="60" y="22"/>
                  <a:pt x="61" y="25"/>
                </a:cubicBezTo>
                <a:cubicBezTo>
                  <a:pt x="62" y="27"/>
                  <a:pt x="63" y="25"/>
                  <a:pt x="64" y="26"/>
                </a:cubicBezTo>
                <a:cubicBezTo>
                  <a:pt x="65" y="27"/>
                  <a:pt x="66" y="28"/>
                  <a:pt x="65" y="29"/>
                </a:cubicBezTo>
                <a:cubicBezTo>
                  <a:pt x="65" y="30"/>
                  <a:pt x="65" y="29"/>
                  <a:pt x="64" y="29"/>
                </a:cubicBezTo>
                <a:cubicBezTo>
                  <a:pt x="63" y="29"/>
                  <a:pt x="64" y="28"/>
                  <a:pt x="63" y="29"/>
                </a:cubicBezTo>
                <a:cubicBezTo>
                  <a:pt x="62" y="29"/>
                  <a:pt x="62" y="31"/>
                  <a:pt x="63" y="31"/>
                </a:cubicBezTo>
                <a:cubicBezTo>
                  <a:pt x="64" y="34"/>
                  <a:pt x="66" y="34"/>
                  <a:pt x="68" y="34"/>
                </a:cubicBezTo>
                <a:cubicBezTo>
                  <a:pt x="70" y="34"/>
                  <a:pt x="71" y="35"/>
                  <a:pt x="72" y="36"/>
                </a:cubicBezTo>
                <a:cubicBezTo>
                  <a:pt x="74" y="38"/>
                  <a:pt x="75" y="39"/>
                  <a:pt x="76" y="41"/>
                </a:cubicBezTo>
                <a:cubicBezTo>
                  <a:pt x="76" y="42"/>
                  <a:pt x="76" y="42"/>
                  <a:pt x="77" y="43"/>
                </a:cubicBezTo>
                <a:cubicBezTo>
                  <a:pt x="78" y="44"/>
                  <a:pt x="78" y="44"/>
                  <a:pt x="79" y="44"/>
                </a:cubicBezTo>
                <a:cubicBezTo>
                  <a:pt x="80" y="45"/>
                  <a:pt x="83" y="46"/>
                  <a:pt x="81" y="46"/>
                </a:cubicBezTo>
                <a:cubicBezTo>
                  <a:pt x="79" y="47"/>
                  <a:pt x="77" y="45"/>
                  <a:pt x="76" y="44"/>
                </a:cubicBezTo>
                <a:cubicBezTo>
                  <a:pt x="73" y="41"/>
                  <a:pt x="72" y="35"/>
                  <a:pt x="67" y="35"/>
                </a:cubicBezTo>
                <a:cubicBezTo>
                  <a:pt x="64" y="35"/>
                  <a:pt x="62" y="37"/>
                  <a:pt x="60" y="36"/>
                </a:cubicBezTo>
                <a:cubicBezTo>
                  <a:pt x="59" y="35"/>
                  <a:pt x="59" y="34"/>
                  <a:pt x="57" y="35"/>
                </a:cubicBezTo>
                <a:cubicBezTo>
                  <a:pt x="56" y="35"/>
                  <a:pt x="56" y="37"/>
                  <a:pt x="56" y="37"/>
                </a:cubicBezTo>
                <a:cubicBezTo>
                  <a:pt x="55" y="39"/>
                  <a:pt x="55" y="40"/>
                  <a:pt x="55" y="43"/>
                </a:cubicBezTo>
                <a:cubicBezTo>
                  <a:pt x="55" y="44"/>
                  <a:pt x="57" y="47"/>
                  <a:pt x="56" y="47"/>
                </a:cubicBezTo>
                <a:cubicBezTo>
                  <a:pt x="55" y="46"/>
                  <a:pt x="55" y="46"/>
                  <a:pt x="55" y="45"/>
                </a:cubicBezTo>
                <a:cubicBezTo>
                  <a:pt x="54" y="45"/>
                  <a:pt x="53" y="45"/>
                  <a:pt x="53" y="44"/>
                </a:cubicBezTo>
                <a:cubicBezTo>
                  <a:pt x="52" y="44"/>
                  <a:pt x="52" y="42"/>
                  <a:pt x="51" y="43"/>
                </a:cubicBezTo>
                <a:cubicBezTo>
                  <a:pt x="49" y="44"/>
                  <a:pt x="54" y="50"/>
                  <a:pt x="50" y="50"/>
                </a:cubicBezTo>
                <a:cubicBezTo>
                  <a:pt x="49" y="50"/>
                  <a:pt x="46" y="48"/>
                  <a:pt x="46" y="48"/>
                </a:cubicBezTo>
                <a:cubicBezTo>
                  <a:pt x="46" y="46"/>
                  <a:pt x="49" y="47"/>
                  <a:pt x="48" y="45"/>
                </a:cubicBezTo>
                <a:cubicBezTo>
                  <a:pt x="48" y="44"/>
                  <a:pt x="47" y="43"/>
                  <a:pt x="46" y="42"/>
                </a:cubicBezTo>
                <a:cubicBezTo>
                  <a:pt x="46" y="42"/>
                  <a:pt x="46" y="41"/>
                  <a:pt x="46" y="40"/>
                </a:cubicBezTo>
                <a:cubicBezTo>
                  <a:pt x="45" y="39"/>
                  <a:pt x="42" y="40"/>
                  <a:pt x="41" y="40"/>
                </a:cubicBezTo>
                <a:cubicBezTo>
                  <a:pt x="40" y="41"/>
                  <a:pt x="38" y="41"/>
                  <a:pt x="37" y="41"/>
                </a:cubicBezTo>
                <a:cubicBezTo>
                  <a:pt x="34" y="41"/>
                  <a:pt x="32" y="41"/>
                  <a:pt x="30" y="42"/>
                </a:cubicBezTo>
                <a:cubicBezTo>
                  <a:pt x="29" y="42"/>
                  <a:pt x="27" y="43"/>
                  <a:pt x="28" y="45"/>
                </a:cubicBezTo>
                <a:cubicBezTo>
                  <a:pt x="28" y="45"/>
                  <a:pt x="29" y="45"/>
                  <a:pt x="29" y="46"/>
                </a:cubicBezTo>
                <a:cubicBezTo>
                  <a:pt x="29" y="47"/>
                  <a:pt x="27" y="47"/>
                  <a:pt x="27" y="47"/>
                </a:cubicBezTo>
                <a:cubicBezTo>
                  <a:pt x="26" y="48"/>
                  <a:pt x="26" y="51"/>
                  <a:pt x="27" y="52"/>
                </a:cubicBezTo>
                <a:cubicBezTo>
                  <a:pt x="28" y="52"/>
                  <a:pt x="30" y="52"/>
                  <a:pt x="31" y="52"/>
                </a:cubicBezTo>
                <a:cubicBezTo>
                  <a:pt x="33" y="52"/>
                  <a:pt x="32" y="52"/>
                  <a:pt x="31" y="53"/>
                </a:cubicBezTo>
                <a:cubicBezTo>
                  <a:pt x="31" y="54"/>
                  <a:pt x="31" y="55"/>
                  <a:pt x="29" y="55"/>
                </a:cubicBezTo>
                <a:cubicBezTo>
                  <a:pt x="29" y="57"/>
                  <a:pt x="29" y="60"/>
                  <a:pt x="29" y="62"/>
                </a:cubicBezTo>
                <a:cubicBezTo>
                  <a:pt x="30" y="65"/>
                  <a:pt x="28" y="66"/>
                  <a:pt x="27" y="68"/>
                </a:cubicBezTo>
                <a:cubicBezTo>
                  <a:pt x="27" y="69"/>
                  <a:pt x="26" y="70"/>
                  <a:pt x="26" y="72"/>
                </a:cubicBezTo>
                <a:cubicBezTo>
                  <a:pt x="26" y="72"/>
                  <a:pt x="26" y="74"/>
                  <a:pt x="26" y="74"/>
                </a:cubicBezTo>
                <a:cubicBezTo>
                  <a:pt x="25" y="76"/>
                  <a:pt x="22" y="74"/>
                  <a:pt x="20" y="75"/>
                </a:cubicBezTo>
                <a:cubicBezTo>
                  <a:pt x="20" y="76"/>
                  <a:pt x="19" y="79"/>
                  <a:pt x="20" y="80"/>
                </a:cubicBezTo>
                <a:cubicBezTo>
                  <a:pt x="21" y="83"/>
                  <a:pt x="23" y="81"/>
                  <a:pt x="25" y="82"/>
                </a:cubicBezTo>
                <a:cubicBezTo>
                  <a:pt x="27" y="82"/>
                  <a:pt x="26" y="84"/>
                  <a:pt x="26" y="85"/>
                </a:cubicBezTo>
                <a:cubicBezTo>
                  <a:pt x="26" y="88"/>
                  <a:pt x="25" y="88"/>
                  <a:pt x="23" y="90"/>
                </a:cubicBezTo>
                <a:cubicBezTo>
                  <a:pt x="22" y="91"/>
                  <a:pt x="20" y="93"/>
                  <a:pt x="20" y="94"/>
                </a:cubicBezTo>
                <a:cubicBezTo>
                  <a:pt x="20" y="96"/>
                  <a:pt x="23" y="97"/>
                  <a:pt x="20" y="98"/>
                </a:cubicBezTo>
                <a:cubicBezTo>
                  <a:pt x="18" y="99"/>
                  <a:pt x="16" y="100"/>
                  <a:pt x="14" y="100"/>
                </a:cubicBezTo>
                <a:cubicBezTo>
                  <a:pt x="12" y="101"/>
                  <a:pt x="11" y="99"/>
                  <a:pt x="8" y="100"/>
                </a:cubicBezTo>
                <a:cubicBezTo>
                  <a:pt x="7" y="100"/>
                  <a:pt x="5" y="101"/>
                  <a:pt x="5" y="102"/>
                </a:cubicBezTo>
                <a:cubicBezTo>
                  <a:pt x="4" y="105"/>
                  <a:pt x="7" y="107"/>
                  <a:pt x="8" y="109"/>
                </a:cubicBezTo>
                <a:cubicBezTo>
                  <a:pt x="9" y="111"/>
                  <a:pt x="11" y="114"/>
                  <a:pt x="10" y="116"/>
                </a:cubicBezTo>
                <a:cubicBezTo>
                  <a:pt x="9" y="117"/>
                  <a:pt x="7" y="118"/>
                  <a:pt x="7" y="120"/>
                </a:cubicBezTo>
                <a:cubicBezTo>
                  <a:pt x="7" y="121"/>
                  <a:pt x="9" y="121"/>
                  <a:pt x="8" y="123"/>
                </a:cubicBezTo>
                <a:cubicBezTo>
                  <a:pt x="8" y="123"/>
                  <a:pt x="7" y="123"/>
                  <a:pt x="6" y="124"/>
                </a:cubicBezTo>
                <a:cubicBezTo>
                  <a:pt x="6" y="124"/>
                  <a:pt x="6" y="125"/>
                  <a:pt x="6" y="125"/>
                </a:cubicBezTo>
                <a:cubicBezTo>
                  <a:pt x="6" y="125"/>
                  <a:pt x="4" y="126"/>
                  <a:pt x="4" y="126"/>
                </a:cubicBezTo>
                <a:cubicBezTo>
                  <a:pt x="3" y="128"/>
                  <a:pt x="6" y="127"/>
                  <a:pt x="7" y="129"/>
                </a:cubicBezTo>
                <a:cubicBezTo>
                  <a:pt x="8" y="130"/>
                  <a:pt x="6" y="133"/>
                  <a:pt x="5" y="135"/>
                </a:cubicBezTo>
                <a:cubicBezTo>
                  <a:pt x="7" y="135"/>
                  <a:pt x="9" y="137"/>
                  <a:pt x="10" y="139"/>
                </a:cubicBezTo>
                <a:cubicBezTo>
                  <a:pt x="10" y="140"/>
                  <a:pt x="10" y="141"/>
                  <a:pt x="11" y="142"/>
                </a:cubicBezTo>
                <a:cubicBezTo>
                  <a:pt x="11" y="143"/>
                  <a:pt x="12" y="143"/>
                  <a:pt x="13" y="145"/>
                </a:cubicBezTo>
                <a:cubicBezTo>
                  <a:pt x="13" y="146"/>
                  <a:pt x="13" y="147"/>
                  <a:pt x="12" y="148"/>
                </a:cubicBezTo>
                <a:cubicBezTo>
                  <a:pt x="12" y="148"/>
                  <a:pt x="11" y="149"/>
                  <a:pt x="11" y="149"/>
                </a:cubicBezTo>
                <a:cubicBezTo>
                  <a:pt x="11" y="150"/>
                  <a:pt x="10" y="150"/>
                  <a:pt x="10" y="151"/>
                </a:cubicBezTo>
                <a:cubicBezTo>
                  <a:pt x="10" y="152"/>
                  <a:pt x="10" y="152"/>
                  <a:pt x="9" y="153"/>
                </a:cubicBezTo>
                <a:cubicBezTo>
                  <a:pt x="7" y="154"/>
                  <a:pt x="6" y="153"/>
                  <a:pt x="4" y="155"/>
                </a:cubicBezTo>
                <a:cubicBezTo>
                  <a:pt x="3" y="156"/>
                  <a:pt x="2" y="158"/>
                  <a:pt x="1" y="160"/>
                </a:cubicBezTo>
                <a:cubicBezTo>
                  <a:pt x="0" y="163"/>
                  <a:pt x="1" y="164"/>
                  <a:pt x="3" y="166"/>
                </a:cubicBezTo>
                <a:cubicBezTo>
                  <a:pt x="4" y="168"/>
                  <a:pt x="4" y="170"/>
                  <a:pt x="2" y="172"/>
                </a:cubicBezTo>
                <a:cubicBezTo>
                  <a:pt x="4" y="173"/>
                  <a:pt x="5" y="174"/>
                  <a:pt x="6" y="175"/>
                </a:cubicBezTo>
                <a:cubicBezTo>
                  <a:pt x="8" y="175"/>
                  <a:pt x="10" y="174"/>
                  <a:pt x="11" y="174"/>
                </a:cubicBezTo>
                <a:cubicBezTo>
                  <a:pt x="13" y="174"/>
                  <a:pt x="15" y="174"/>
                  <a:pt x="16" y="175"/>
                </a:cubicBezTo>
                <a:cubicBezTo>
                  <a:pt x="17" y="176"/>
                  <a:pt x="17" y="177"/>
                  <a:pt x="18" y="178"/>
                </a:cubicBezTo>
                <a:cubicBezTo>
                  <a:pt x="18" y="179"/>
                  <a:pt x="19" y="181"/>
                  <a:pt x="20" y="182"/>
                </a:cubicBezTo>
                <a:cubicBezTo>
                  <a:pt x="21" y="183"/>
                  <a:pt x="23" y="183"/>
                  <a:pt x="24" y="183"/>
                </a:cubicBezTo>
                <a:cubicBezTo>
                  <a:pt x="26" y="184"/>
                  <a:pt x="27" y="185"/>
                  <a:pt x="29" y="184"/>
                </a:cubicBezTo>
                <a:cubicBezTo>
                  <a:pt x="30" y="184"/>
                  <a:pt x="34" y="184"/>
                  <a:pt x="34" y="183"/>
                </a:cubicBezTo>
                <a:cubicBezTo>
                  <a:pt x="35" y="184"/>
                  <a:pt x="36" y="185"/>
                  <a:pt x="37" y="186"/>
                </a:cubicBezTo>
                <a:cubicBezTo>
                  <a:pt x="39" y="187"/>
                  <a:pt x="40" y="187"/>
                  <a:pt x="42" y="187"/>
                </a:cubicBezTo>
                <a:cubicBezTo>
                  <a:pt x="43" y="186"/>
                  <a:pt x="44" y="187"/>
                  <a:pt x="46" y="188"/>
                </a:cubicBezTo>
                <a:cubicBezTo>
                  <a:pt x="46" y="188"/>
                  <a:pt x="49" y="188"/>
                  <a:pt x="49" y="189"/>
                </a:cubicBezTo>
                <a:cubicBezTo>
                  <a:pt x="49" y="190"/>
                  <a:pt x="48" y="191"/>
                  <a:pt x="48" y="192"/>
                </a:cubicBezTo>
                <a:cubicBezTo>
                  <a:pt x="47" y="194"/>
                  <a:pt x="46" y="194"/>
                  <a:pt x="45" y="196"/>
                </a:cubicBezTo>
                <a:cubicBezTo>
                  <a:pt x="44" y="197"/>
                  <a:pt x="42" y="198"/>
                  <a:pt x="42" y="199"/>
                </a:cubicBezTo>
                <a:cubicBezTo>
                  <a:pt x="41" y="200"/>
                  <a:pt x="42" y="201"/>
                  <a:pt x="42" y="202"/>
                </a:cubicBezTo>
                <a:cubicBezTo>
                  <a:pt x="42" y="203"/>
                  <a:pt x="41" y="203"/>
                  <a:pt x="41" y="204"/>
                </a:cubicBezTo>
                <a:cubicBezTo>
                  <a:pt x="40" y="205"/>
                  <a:pt x="40" y="206"/>
                  <a:pt x="40" y="208"/>
                </a:cubicBezTo>
                <a:cubicBezTo>
                  <a:pt x="40" y="210"/>
                  <a:pt x="36" y="214"/>
                  <a:pt x="37" y="216"/>
                </a:cubicBezTo>
                <a:cubicBezTo>
                  <a:pt x="39" y="217"/>
                  <a:pt x="36" y="222"/>
                  <a:pt x="36" y="223"/>
                </a:cubicBezTo>
                <a:cubicBezTo>
                  <a:pt x="36" y="224"/>
                  <a:pt x="36" y="226"/>
                  <a:pt x="36" y="227"/>
                </a:cubicBezTo>
                <a:cubicBezTo>
                  <a:pt x="36" y="227"/>
                  <a:pt x="39" y="229"/>
                  <a:pt x="38" y="230"/>
                </a:cubicBezTo>
                <a:cubicBezTo>
                  <a:pt x="38" y="230"/>
                  <a:pt x="38" y="230"/>
                  <a:pt x="38" y="230"/>
                </a:cubicBezTo>
                <a:cubicBezTo>
                  <a:pt x="39" y="230"/>
                  <a:pt x="39" y="230"/>
                  <a:pt x="40" y="230"/>
                </a:cubicBezTo>
                <a:close/>
                <a:moveTo>
                  <a:pt x="26" y="40"/>
                </a:moveTo>
                <a:cubicBezTo>
                  <a:pt x="25" y="40"/>
                  <a:pt x="24" y="41"/>
                  <a:pt x="25" y="41"/>
                </a:cubicBezTo>
                <a:cubicBezTo>
                  <a:pt x="26" y="41"/>
                  <a:pt x="28" y="41"/>
                  <a:pt x="28" y="41"/>
                </a:cubicBezTo>
                <a:cubicBezTo>
                  <a:pt x="28" y="40"/>
                  <a:pt x="26" y="40"/>
                  <a:pt x="26" y="40"/>
                </a:cubicBezTo>
                <a:cubicBezTo>
                  <a:pt x="25" y="40"/>
                  <a:pt x="26" y="40"/>
                  <a:pt x="26" y="40"/>
                </a:cubicBezTo>
                <a:close/>
                <a:moveTo>
                  <a:pt x="32" y="40"/>
                </a:moveTo>
                <a:cubicBezTo>
                  <a:pt x="33" y="40"/>
                  <a:pt x="36" y="40"/>
                  <a:pt x="35" y="39"/>
                </a:cubicBezTo>
                <a:cubicBezTo>
                  <a:pt x="33" y="39"/>
                  <a:pt x="31" y="39"/>
                  <a:pt x="29" y="40"/>
                </a:cubicBezTo>
                <a:cubicBezTo>
                  <a:pt x="30" y="40"/>
                  <a:pt x="32" y="40"/>
                  <a:pt x="32" y="40"/>
                </a:cubicBezTo>
                <a:close/>
                <a:moveTo>
                  <a:pt x="39" y="38"/>
                </a:moveTo>
                <a:cubicBezTo>
                  <a:pt x="39" y="38"/>
                  <a:pt x="37" y="38"/>
                  <a:pt x="37" y="39"/>
                </a:cubicBezTo>
                <a:cubicBezTo>
                  <a:pt x="38" y="39"/>
                  <a:pt x="42" y="38"/>
                  <a:pt x="43" y="38"/>
                </a:cubicBezTo>
                <a:cubicBezTo>
                  <a:pt x="42" y="37"/>
                  <a:pt x="40" y="38"/>
                  <a:pt x="39" y="38"/>
                </a:cubicBezTo>
                <a:cubicBezTo>
                  <a:pt x="39" y="38"/>
                  <a:pt x="40" y="38"/>
                  <a:pt x="39" y="38"/>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7" name="Freeform 585"/>
          <p:cNvSpPr>
            <a:spLocks noEditPoints="1"/>
          </p:cNvSpPr>
          <p:nvPr/>
        </p:nvSpPr>
        <p:spPr bwMode="auto">
          <a:xfrm>
            <a:off x="9794875" y="1303813"/>
            <a:ext cx="933450" cy="1901825"/>
          </a:xfrm>
          <a:custGeom>
            <a:avLst/>
            <a:gdLst>
              <a:gd name="T0" fmla="*/ 148 w 236"/>
              <a:gd name="T1" fmla="*/ 452 h 481"/>
              <a:gd name="T2" fmla="*/ 134 w 236"/>
              <a:gd name="T3" fmla="*/ 459 h 481"/>
              <a:gd name="T4" fmla="*/ 125 w 236"/>
              <a:gd name="T5" fmla="*/ 463 h 481"/>
              <a:gd name="T6" fmla="*/ 100 w 236"/>
              <a:gd name="T7" fmla="*/ 467 h 481"/>
              <a:gd name="T8" fmla="*/ 80 w 236"/>
              <a:gd name="T9" fmla="*/ 474 h 481"/>
              <a:gd name="T10" fmla="*/ 70 w 236"/>
              <a:gd name="T11" fmla="*/ 475 h 481"/>
              <a:gd name="T12" fmla="*/ 62 w 236"/>
              <a:gd name="T13" fmla="*/ 463 h 481"/>
              <a:gd name="T14" fmla="*/ 47 w 236"/>
              <a:gd name="T15" fmla="*/ 453 h 481"/>
              <a:gd name="T16" fmla="*/ 38 w 236"/>
              <a:gd name="T17" fmla="*/ 445 h 481"/>
              <a:gd name="T18" fmla="*/ 40 w 236"/>
              <a:gd name="T19" fmla="*/ 425 h 481"/>
              <a:gd name="T20" fmla="*/ 40 w 236"/>
              <a:gd name="T21" fmla="*/ 414 h 481"/>
              <a:gd name="T22" fmla="*/ 38 w 236"/>
              <a:gd name="T23" fmla="*/ 400 h 481"/>
              <a:gd name="T24" fmla="*/ 36 w 236"/>
              <a:gd name="T25" fmla="*/ 379 h 481"/>
              <a:gd name="T26" fmla="*/ 32 w 236"/>
              <a:gd name="T27" fmla="*/ 360 h 481"/>
              <a:gd name="T28" fmla="*/ 39 w 236"/>
              <a:gd name="T29" fmla="*/ 341 h 481"/>
              <a:gd name="T30" fmla="*/ 56 w 236"/>
              <a:gd name="T31" fmla="*/ 330 h 481"/>
              <a:gd name="T32" fmla="*/ 69 w 236"/>
              <a:gd name="T33" fmla="*/ 315 h 481"/>
              <a:gd name="T34" fmla="*/ 87 w 236"/>
              <a:gd name="T35" fmla="*/ 295 h 481"/>
              <a:gd name="T36" fmla="*/ 95 w 236"/>
              <a:gd name="T37" fmla="*/ 282 h 481"/>
              <a:gd name="T38" fmla="*/ 108 w 236"/>
              <a:gd name="T39" fmla="*/ 265 h 481"/>
              <a:gd name="T40" fmla="*/ 112 w 236"/>
              <a:gd name="T41" fmla="*/ 253 h 481"/>
              <a:gd name="T42" fmla="*/ 110 w 236"/>
              <a:gd name="T43" fmla="*/ 235 h 481"/>
              <a:gd name="T44" fmla="*/ 102 w 236"/>
              <a:gd name="T45" fmla="*/ 218 h 481"/>
              <a:gd name="T46" fmla="*/ 90 w 236"/>
              <a:gd name="T47" fmla="*/ 217 h 481"/>
              <a:gd name="T48" fmla="*/ 83 w 236"/>
              <a:gd name="T49" fmla="*/ 190 h 481"/>
              <a:gd name="T50" fmla="*/ 81 w 236"/>
              <a:gd name="T51" fmla="*/ 152 h 481"/>
              <a:gd name="T52" fmla="*/ 80 w 236"/>
              <a:gd name="T53" fmla="*/ 119 h 481"/>
              <a:gd name="T54" fmla="*/ 59 w 236"/>
              <a:gd name="T55" fmla="*/ 91 h 481"/>
              <a:gd name="T56" fmla="*/ 35 w 236"/>
              <a:gd name="T57" fmla="*/ 74 h 481"/>
              <a:gd name="T58" fmla="*/ 32 w 236"/>
              <a:gd name="T59" fmla="*/ 56 h 481"/>
              <a:gd name="T60" fmla="*/ 52 w 236"/>
              <a:gd name="T61" fmla="*/ 62 h 481"/>
              <a:gd name="T62" fmla="*/ 80 w 236"/>
              <a:gd name="T63" fmla="*/ 78 h 481"/>
              <a:gd name="T64" fmla="*/ 107 w 236"/>
              <a:gd name="T65" fmla="*/ 83 h 481"/>
              <a:gd name="T66" fmla="*/ 123 w 236"/>
              <a:gd name="T67" fmla="*/ 58 h 481"/>
              <a:gd name="T68" fmla="*/ 132 w 236"/>
              <a:gd name="T69" fmla="*/ 19 h 481"/>
              <a:gd name="T70" fmla="*/ 166 w 236"/>
              <a:gd name="T71" fmla="*/ 5 h 481"/>
              <a:gd name="T72" fmla="*/ 192 w 236"/>
              <a:gd name="T73" fmla="*/ 35 h 481"/>
              <a:gd name="T74" fmla="*/ 178 w 236"/>
              <a:gd name="T75" fmla="*/ 99 h 481"/>
              <a:gd name="T76" fmla="*/ 204 w 236"/>
              <a:gd name="T77" fmla="*/ 140 h 481"/>
              <a:gd name="T78" fmla="*/ 198 w 236"/>
              <a:gd name="T79" fmla="*/ 199 h 481"/>
              <a:gd name="T80" fmla="*/ 202 w 236"/>
              <a:gd name="T81" fmla="*/ 234 h 481"/>
              <a:gd name="T82" fmla="*/ 199 w 236"/>
              <a:gd name="T83" fmla="*/ 257 h 481"/>
              <a:gd name="T84" fmla="*/ 205 w 236"/>
              <a:gd name="T85" fmla="*/ 284 h 481"/>
              <a:gd name="T86" fmla="*/ 216 w 236"/>
              <a:gd name="T87" fmla="*/ 298 h 481"/>
              <a:gd name="T88" fmla="*/ 216 w 236"/>
              <a:gd name="T89" fmla="*/ 331 h 481"/>
              <a:gd name="T90" fmla="*/ 234 w 236"/>
              <a:gd name="T91" fmla="*/ 359 h 481"/>
              <a:gd name="T92" fmla="*/ 203 w 236"/>
              <a:gd name="T93" fmla="*/ 406 h 481"/>
              <a:gd name="T94" fmla="*/ 179 w 236"/>
              <a:gd name="T95" fmla="*/ 434 h 481"/>
              <a:gd name="T96" fmla="*/ 2 w 236"/>
              <a:gd name="T97" fmla="*/ 464 h 481"/>
              <a:gd name="T98" fmla="*/ 11 w 236"/>
              <a:gd name="T99" fmla="*/ 469 h 481"/>
              <a:gd name="T100" fmla="*/ 15 w 236"/>
              <a:gd name="T101" fmla="*/ 462 h 481"/>
              <a:gd name="T102" fmla="*/ 57 w 236"/>
              <a:gd name="T103" fmla="*/ 471 h 481"/>
              <a:gd name="T104" fmla="*/ 58 w 236"/>
              <a:gd name="T105" fmla="*/ 468 h 481"/>
              <a:gd name="T106" fmla="*/ 106 w 236"/>
              <a:gd name="T107" fmla="*/ 260 h 481"/>
              <a:gd name="T108" fmla="*/ 35 w 236"/>
              <a:gd name="T109" fmla="*/ 34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6" h="481">
                <a:moveTo>
                  <a:pt x="163" y="452"/>
                </a:moveTo>
                <a:cubicBezTo>
                  <a:pt x="162" y="450"/>
                  <a:pt x="162" y="451"/>
                  <a:pt x="161" y="452"/>
                </a:cubicBezTo>
                <a:cubicBezTo>
                  <a:pt x="161" y="452"/>
                  <a:pt x="160" y="455"/>
                  <a:pt x="160" y="453"/>
                </a:cubicBezTo>
                <a:cubicBezTo>
                  <a:pt x="158" y="454"/>
                  <a:pt x="159" y="454"/>
                  <a:pt x="157" y="454"/>
                </a:cubicBezTo>
                <a:cubicBezTo>
                  <a:pt x="156" y="454"/>
                  <a:pt x="156" y="455"/>
                  <a:pt x="156" y="455"/>
                </a:cubicBezTo>
                <a:cubicBezTo>
                  <a:pt x="155" y="455"/>
                  <a:pt x="154" y="454"/>
                  <a:pt x="153" y="454"/>
                </a:cubicBezTo>
                <a:cubicBezTo>
                  <a:pt x="152" y="453"/>
                  <a:pt x="150" y="452"/>
                  <a:pt x="148" y="452"/>
                </a:cubicBezTo>
                <a:cubicBezTo>
                  <a:pt x="147" y="453"/>
                  <a:pt x="146" y="454"/>
                  <a:pt x="146" y="456"/>
                </a:cubicBezTo>
                <a:cubicBezTo>
                  <a:pt x="145" y="455"/>
                  <a:pt x="144" y="456"/>
                  <a:pt x="143" y="456"/>
                </a:cubicBezTo>
                <a:cubicBezTo>
                  <a:pt x="143" y="454"/>
                  <a:pt x="141" y="457"/>
                  <a:pt x="140" y="457"/>
                </a:cubicBezTo>
                <a:cubicBezTo>
                  <a:pt x="140" y="457"/>
                  <a:pt x="139" y="456"/>
                  <a:pt x="138" y="456"/>
                </a:cubicBezTo>
                <a:cubicBezTo>
                  <a:pt x="138" y="457"/>
                  <a:pt x="138" y="458"/>
                  <a:pt x="137" y="458"/>
                </a:cubicBezTo>
                <a:cubicBezTo>
                  <a:pt x="137" y="458"/>
                  <a:pt x="137" y="457"/>
                  <a:pt x="136" y="456"/>
                </a:cubicBezTo>
                <a:cubicBezTo>
                  <a:pt x="135" y="456"/>
                  <a:pt x="134" y="458"/>
                  <a:pt x="134" y="459"/>
                </a:cubicBezTo>
                <a:cubicBezTo>
                  <a:pt x="134" y="458"/>
                  <a:pt x="133" y="457"/>
                  <a:pt x="132" y="457"/>
                </a:cubicBezTo>
                <a:cubicBezTo>
                  <a:pt x="131" y="457"/>
                  <a:pt x="131" y="458"/>
                  <a:pt x="129" y="458"/>
                </a:cubicBezTo>
                <a:cubicBezTo>
                  <a:pt x="128" y="457"/>
                  <a:pt x="127" y="455"/>
                  <a:pt x="126" y="455"/>
                </a:cubicBezTo>
                <a:cubicBezTo>
                  <a:pt x="125" y="456"/>
                  <a:pt x="129" y="460"/>
                  <a:pt x="129" y="461"/>
                </a:cubicBezTo>
                <a:cubicBezTo>
                  <a:pt x="128" y="461"/>
                  <a:pt x="128" y="460"/>
                  <a:pt x="127" y="459"/>
                </a:cubicBezTo>
                <a:cubicBezTo>
                  <a:pt x="126" y="459"/>
                  <a:pt x="125" y="458"/>
                  <a:pt x="124" y="458"/>
                </a:cubicBezTo>
                <a:cubicBezTo>
                  <a:pt x="123" y="459"/>
                  <a:pt x="126" y="462"/>
                  <a:pt x="125" y="463"/>
                </a:cubicBezTo>
                <a:cubicBezTo>
                  <a:pt x="124" y="463"/>
                  <a:pt x="123" y="462"/>
                  <a:pt x="122" y="462"/>
                </a:cubicBezTo>
                <a:cubicBezTo>
                  <a:pt x="121" y="463"/>
                  <a:pt x="120" y="464"/>
                  <a:pt x="119" y="465"/>
                </a:cubicBezTo>
                <a:cubicBezTo>
                  <a:pt x="118" y="465"/>
                  <a:pt x="117" y="464"/>
                  <a:pt x="115" y="464"/>
                </a:cubicBezTo>
                <a:cubicBezTo>
                  <a:pt x="113" y="464"/>
                  <a:pt x="111" y="467"/>
                  <a:pt x="108" y="465"/>
                </a:cubicBezTo>
                <a:cubicBezTo>
                  <a:pt x="108" y="466"/>
                  <a:pt x="108" y="466"/>
                  <a:pt x="108" y="467"/>
                </a:cubicBezTo>
                <a:cubicBezTo>
                  <a:pt x="106" y="467"/>
                  <a:pt x="104" y="469"/>
                  <a:pt x="104" y="466"/>
                </a:cubicBezTo>
                <a:cubicBezTo>
                  <a:pt x="103" y="467"/>
                  <a:pt x="101" y="469"/>
                  <a:pt x="100" y="467"/>
                </a:cubicBezTo>
                <a:cubicBezTo>
                  <a:pt x="99" y="468"/>
                  <a:pt x="98" y="475"/>
                  <a:pt x="97" y="472"/>
                </a:cubicBezTo>
                <a:cubicBezTo>
                  <a:pt x="93" y="474"/>
                  <a:pt x="96" y="471"/>
                  <a:pt x="94" y="470"/>
                </a:cubicBezTo>
                <a:cubicBezTo>
                  <a:pt x="93" y="470"/>
                  <a:pt x="92" y="473"/>
                  <a:pt x="90" y="472"/>
                </a:cubicBezTo>
                <a:cubicBezTo>
                  <a:pt x="90" y="473"/>
                  <a:pt x="88" y="472"/>
                  <a:pt x="87" y="473"/>
                </a:cubicBezTo>
                <a:cubicBezTo>
                  <a:pt x="86" y="474"/>
                  <a:pt x="87" y="475"/>
                  <a:pt x="85" y="475"/>
                </a:cubicBezTo>
                <a:cubicBezTo>
                  <a:pt x="84" y="475"/>
                  <a:pt x="83" y="474"/>
                  <a:pt x="82" y="474"/>
                </a:cubicBezTo>
                <a:cubicBezTo>
                  <a:pt x="81" y="474"/>
                  <a:pt x="80" y="475"/>
                  <a:pt x="80" y="474"/>
                </a:cubicBezTo>
                <a:cubicBezTo>
                  <a:pt x="78" y="474"/>
                  <a:pt x="79" y="473"/>
                  <a:pt x="79" y="471"/>
                </a:cubicBezTo>
                <a:cubicBezTo>
                  <a:pt x="78" y="472"/>
                  <a:pt x="77" y="473"/>
                  <a:pt x="76" y="474"/>
                </a:cubicBezTo>
                <a:cubicBezTo>
                  <a:pt x="75" y="476"/>
                  <a:pt x="74" y="476"/>
                  <a:pt x="73" y="478"/>
                </a:cubicBezTo>
                <a:cubicBezTo>
                  <a:pt x="72" y="480"/>
                  <a:pt x="72" y="480"/>
                  <a:pt x="70" y="480"/>
                </a:cubicBezTo>
                <a:cubicBezTo>
                  <a:pt x="69" y="480"/>
                  <a:pt x="67" y="481"/>
                  <a:pt x="67" y="480"/>
                </a:cubicBezTo>
                <a:cubicBezTo>
                  <a:pt x="65" y="479"/>
                  <a:pt x="71" y="478"/>
                  <a:pt x="71" y="477"/>
                </a:cubicBezTo>
                <a:cubicBezTo>
                  <a:pt x="72" y="476"/>
                  <a:pt x="71" y="476"/>
                  <a:pt x="70" y="475"/>
                </a:cubicBezTo>
                <a:cubicBezTo>
                  <a:pt x="70" y="474"/>
                  <a:pt x="72" y="474"/>
                  <a:pt x="73" y="473"/>
                </a:cubicBezTo>
                <a:cubicBezTo>
                  <a:pt x="73" y="472"/>
                  <a:pt x="70" y="473"/>
                  <a:pt x="70" y="472"/>
                </a:cubicBezTo>
                <a:cubicBezTo>
                  <a:pt x="69" y="471"/>
                  <a:pt x="69" y="467"/>
                  <a:pt x="67" y="470"/>
                </a:cubicBezTo>
                <a:cubicBezTo>
                  <a:pt x="66" y="468"/>
                  <a:pt x="66" y="466"/>
                  <a:pt x="67" y="464"/>
                </a:cubicBezTo>
                <a:cubicBezTo>
                  <a:pt x="67" y="463"/>
                  <a:pt x="70" y="462"/>
                  <a:pt x="69" y="460"/>
                </a:cubicBezTo>
                <a:cubicBezTo>
                  <a:pt x="67" y="462"/>
                  <a:pt x="65" y="463"/>
                  <a:pt x="63" y="464"/>
                </a:cubicBezTo>
                <a:cubicBezTo>
                  <a:pt x="61" y="465"/>
                  <a:pt x="59" y="464"/>
                  <a:pt x="62" y="463"/>
                </a:cubicBezTo>
                <a:cubicBezTo>
                  <a:pt x="61" y="463"/>
                  <a:pt x="59" y="464"/>
                  <a:pt x="58" y="463"/>
                </a:cubicBezTo>
                <a:cubicBezTo>
                  <a:pt x="57" y="461"/>
                  <a:pt x="61" y="460"/>
                  <a:pt x="60" y="458"/>
                </a:cubicBezTo>
                <a:cubicBezTo>
                  <a:pt x="59" y="458"/>
                  <a:pt x="58" y="458"/>
                  <a:pt x="57" y="458"/>
                </a:cubicBezTo>
                <a:cubicBezTo>
                  <a:pt x="56" y="458"/>
                  <a:pt x="55" y="459"/>
                  <a:pt x="53" y="459"/>
                </a:cubicBezTo>
                <a:cubicBezTo>
                  <a:pt x="54" y="458"/>
                  <a:pt x="53" y="457"/>
                  <a:pt x="52" y="456"/>
                </a:cubicBezTo>
                <a:cubicBezTo>
                  <a:pt x="51" y="455"/>
                  <a:pt x="51" y="456"/>
                  <a:pt x="49" y="456"/>
                </a:cubicBezTo>
                <a:cubicBezTo>
                  <a:pt x="48" y="455"/>
                  <a:pt x="48" y="453"/>
                  <a:pt x="47" y="453"/>
                </a:cubicBezTo>
                <a:cubicBezTo>
                  <a:pt x="46" y="452"/>
                  <a:pt x="46" y="453"/>
                  <a:pt x="46" y="452"/>
                </a:cubicBezTo>
                <a:cubicBezTo>
                  <a:pt x="46" y="450"/>
                  <a:pt x="44" y="447"/>
                  <a:pt x="42" y="450"/>
                </a:cubicBezTo>
                <a:cubicBezTo>
                  <a:pt x="41" y="452"/>
                  <a:pt x="42" y="454"/>
                  <a:pt x="39" y="454"/>
                </a:cubicBezTo>
                <a:cubicBezTo>
                  <a:pt x="39" y="453"/>
                  <a:pt x="39" y="452"/>
                  <a:pt x="39" y="451"/>
                </a:cubicBezTo>
                <a:cubicBezTo>
                  <a:pt x="39" y="450"/>
                  <a:pt x="37" y="450"/>
                  <a:pt x="37" y="448"/>
                </a:cubicBezTo>
                <a:cubicBezTo>
                  <a:pt x="37" y="448"/>
                  <a:pt x="36" y="448"/>
                  <a:pt x="36" y="448"/>
                </a:cubicBezTo>
                <a:cubicBezTo>
                  <a:pt x="36" y="446"/>
                  <a:pt x="38" y="447"/>
                  <a:pt x="38" y="445"/>
                </a:cubicBezTo>
                <a:cubicBezTo>
                  <a:pt x="38" y="443"/>
                  <a:pt x="36" y="443"/>
                  <a:pt x="36" y="441"/>
                </a:cubicBezTo>
                <a:cubicBezTo>
                  <a:pt x="36" y="440"/>
                  <a:pt x="37" y="439"/>
                  <a:pt x="37" y="438"/>
                </a:cubicBezTo>
                <a:cubicBezTo>
                  <a:pt x="37" y="437"/>
                  <a:pt x="36" y="437"/>
                  <a:pt x="36" y="436"/>
                </a:cubicBezTo>
                <a:cubicBezTo>
                  <a:pt x="35" y="435"/>
                  <a:pt x="35" y="434"/>
                  <a:pt x="35" y="433"/>
                </a:cubicBezTo>
                <a:cubicBezTo>
                  <a:pt x="35" y="431"/>
                  <a:pt x="38" y="432"/>
                  <a:pt x="38" y="430"/>
                </a:cubicBezTo>
                <a:cubicBezTo>
                  <a:pt x="38" y="429"/>
                  <a:pt x="35" y="426"/>
                  <a:pt x="37" y="426"/>
                </a:cubicBezTo>
                <a:cubicBezTo>
                  <a:pt x="37" y="427"/>
                  <a:pt x="40" y="426"/>
                  <a:pt x="40" y="425"/>
                </a:cubicBezTo>
                <a:cubicBezTo>
                  <a:pt x="39" y="425"/>
                  <a:pt x="39" y="424"/>
                  <a:pt x="39" y="423"/>
                </a:cubicBezTo>
                <a:cubicBezTo>
                  <a:pt x="39" y="423"/>
                  <a:pt x="40" y="423"/>
                  <a:pt x="40" y="423"/>
                </a:cubicBezTo>
                <a:cubicBezTo>
                  <a:pt x="40" y="422"/>
                  <a:pt x="40" y="422"/>
                  <a:pt x="40" y="422"/>
                </a:cubicBezTo>
                <a:cubicBezTo>
                  <a:pt x="40" y="421"/>
                  <a:pt x="40" y="420"/>
                  <a:pt x="40" y="419"/>
                </a:cubicBezTo>
                <a:cubicBezTo>
                  <a:pt x="40" y="419"/>
                  <a:pt x="37" y="416"/>
                  <a:pt x="40" y="417"/>
                </a:cubicBezTo>
                <a:cubicBezTo>
                  <a:pt x="39" y="416"/>
                  <a:pt x="38" y="416"/>
                  <a:pt x="38" y="415"/>
                </a:cubicBezTo>
                <a:cubicBezTo>
                  <a:pt x="38" y="413"/>
                  <a:pt x="40" y="415"/>
                  <a:pt x="40" y="414"/>
                </a:cubicBezTo>
                <a:cubicBezTo>
                  <a:pt x="41" y="413"/>
                  <a:pt x="40" y="413"/>
                  <a:pt x="39" y="413"/>
                </a:cubicBezTo>
                <a:cubicBezTo>
                  <a:pt x="39" y="411"/>
                  <a:pt x="40" y="409"/>
                  <a:pt x="41" y="411"/>
                </a:cubicBezTo>
                <a:cubicBezTo>
                  <a:pt x="42" y="411"/>
                  <a:pt x="41" y="409"/>
                  <a:pt x="41" y="409"/>
                </a:cubicBezTo>
                <a:cubicBezTo>
                  <a:pt x="40" y="408"/>
                  <a:pt x="40" y="409"/>
                  <a:pt x="39" y="409"/>
                </a:cubicBezTo>
                <a:cubicBezTo>
                  <a:pt x="39" y="408"/>
                  <a:pt x="39" y="408"/>
                  <a:pt x="39" y="408"/>
                </a:cubicBezTo>
                <a:cubicBezTo>
                  <a:pt x="40" y="406"/>
                  <a:pt x="41" y="406"/>
                  <a:pt x="40" y="405"/>
                </a:cubicBezTo>
                <a:cubicBezTo>
                  <a:pt x="39" y="403"/>
                  <a:pt x="39" y="401"/>
                  <a:pt x="38" y="400"/>
                </a:cubicBezTo>
                <a:cubicBezTo>
                  <a:pt x="38" y="398"/>
                  <a:pt x="37" y="397"/>
                  <a:pt x="36" y="396"/>
                </a:cubicBezTo>
                <a:cubicBezTo>
                  <a:pt x="36" y="395"/>
                  <a:pt x="33" y="393"/>
                  <a:pt x="35" y="392"/>
                </a:cubicBezTo>
                <a:cubicBezTo>
                  <a:pt x="35" y="392"/>
                  <a:pt x="35" y="392"/>
                  <a:pt x="34" y="392"/>
                </a:cubicBezTo>
                <a:cubicBezTo>
                  <a:pt x="35" y="390"/>
                  <a:pt x="35" y="389"/>
                  <a:pt x="35" y="387"/>
                </a:cubicBezTo>
                <a:cubicBezTo>
                  <a:pt x="36" y="385"/>
                  <a:pt x="37" y="384"/>
                  <a:pt x="36" y="382"/>
                </a:cubicBezTo>
                <a:cubicBezTo>
                  <a:pt x="36" y="382"/>
                  <a:pt x="35" y="383"/>
                  <a:pt x="35" y="383"/>
                </a:cubicBezTo>
                <a:cubicBezTo>
                  <a:pt x="35" y="382"/>
                  <a:pt x="36" y="380"/>
                  <a:pt x="36" y="379"/>
                </a:cubicBezTo>
                <a:cubicBezTo>
                  <a:pt x="35" y="378"/>
                  <a:pt x="34" y="378"/>
                  <a:pt x="34" y="377"/>
                </a:cubicBezTo>
                <a:cubicBezTo>
                  <a:pt x="31" y="380"/>
                  <a:pt x="32" y="374"/>
                  <a:pt x="32" y="372"/>
                </a:cubicBezTo>
                <a:cubicBezTo>
                  <a:pt x="32" y="372"/>
                  <a:pt x="33" y="368"/>
                  <a:pt x="33" y="368"/>
                </a:cubicBezTo>
                <a:cubicBezTo>
                  <a:pt x="32" y="367"/>
                  <a:pt x="31" y="368"/>
                  <a:pt x="30" y="368"/>
                </a:cubicBezTo>
                <a:cubicBezTo>
                  <a:pt x="30" y="367"/>
                  <a:pt x="30" y="365"/>
                  <a:pt x="30" y="365"/>
                </a:cubicBezTo>
                <a:cubicBezTo>
                  <a:pt x="31" y="364"/>
                  <a:pt x="32" y="364"/>
                  <a:pt x="32" y="364"/>
                </a:cubicBezTo>
                <a:cubicBezTo>
                  <a:pt x="33" y="362"/>
                  <a:pt x="30" y="361"/>
                  <a:pt x="32" y="360"/>
                </a:cubicBezTo>
                <a:cubicBezTo>
                  <a:pt x="34" y="361"/>
                  <a:pt x="33" y="357"/>
                  <a:pt x="34" y="356"/>
                </a:cubicBezTo>
                <a:cubicBezTo>
                  <a:pt x="37" y="357"/>
                  <a:pt x="37" y="356"/>
                  <a:pt x="38" y="354"/>
                </a:cubicBezTo>
                <a:cubicBezTo>
                  <a:pt x="38" y="353"/>
                  <a:pt x="38" y="352"/>
                  <a:pt x="38" y="351"/>
                </a:cubicBezTo>
                <a:cubicBezTo>
                  <a:pt x="39" y="350"/>
                  <a:pt x="38" y="349"/>
                  <a:pt x="38" y="348"/>
                </a:cubicBezTo>
                <a:cubicBezTo>
                  <a:pt x="39" y="349"/>
                  <a:pt x="42" y="350"/>
                  <a:pt x="43" y="349"/>
                </a:cubicBezTo>
                <a:cubicBezTo>
                  <a:pt x="41" y="348"/>
                  <a:pt x="41" y="346"/>
                  <a:pt x="40" y="345"/>
                </a:cubicBezTo>
                <a:cubicBezTo>
                  <a:pt x="40" y="344"/>
                  <a:pt x="39" y="341"/>
                  <a:pt x="39" y="341"/>
                </a:cubicBezTo>
                <a:cubicBezTo>
                  <a:pt x="40" y="339"/>
                  <a:pt x="41" y="341"/>
                  <a:pt x="42" y="341"/>
                </a:cubicBezTo>
                <a:cubicBezTo>
                  <a:pt x="44" y="341"/>
                  <a:pt x="45" y="340"/>
                  <a:pt x="46" y="339"/>
                </a:cubicBezTo>
                <a:cubicBezTo>
                  <a:pt x="46" y="341"/>
                  <a:pt x="46" y="343"/>
                  <a:pt x="47" y="344"/>
                </a:cubicBezTo>
                <a:cubicBezTo>
                  <a:pt x="49" y="346"/>
                  <a:pt x="49" y="344"/>
                  <a:pt x="49" y="342"/>
                </a:cubicBezTo>
                <a:cubicBezTo>
                  <a:pt x="50" y="339"/>
                  <a:pt x="56" y="340"/>
                  <a:pt x="56" y="336"/>
                </a:cubicBezTo>
                <a:cubicBezTo>
                  <a:pt x="55" y="334"/>
                  <a:pt x="53" y="332"/>
                  <a:pt x="53" y="331"/>
                </a:cubicBezTo>
                <a:cubicBezTo>
                  <a:pt x="53" y="329"/>
                  <a:pt x="55" y="329"/>
                  <a:pt x="56" y="330"/>
                </a:cubicBezTo>
                <a:cubicBezTo>
                  <a:pt x="57" y="331"/>
                  <a:pt x="57" y="332"/>
                  <a:pt x="57" y="330"/>
                </a:cubicBezTo>
                <a:cubicBezTo>
                  <a:pt x="58" y="328"/>
                  <a:pt x="58" y="327"/>
                  <a:pt x="59" y="325"/>
                </a:cubicBezTo>
                <a:cubicBezTo>
                  <a:pt x="59" y="323"/>
                  <a:pt x="60" y="322"/>
                  <a:pt x="61" y="320"/>
                </a:cubicBezTo>
                <a:cubicBezTo>
                  <a:pt x="61" y="320"/>
                  <a:pt x="62" y="320"/>
                  <a:pt x="62" y="320"/>
                </a:cubicBezTo>
                <a:cubicBezTo>
                  <a:pt x="63" y="322"/>
                  <a:pt x="63" y="323"/>
                  <a:pt x="65" y="322"/>
                </a:cubicBezTo>
                <a:cubicBezTo>
                  <a:pt x="66" y="321"/>
                  <a:pt x="66" y="319"/>
                  <a:pt x="66" y="318"/>
                </a:cubicBezTo>
                <a:cubicBezTo>
                  <a:pt x="67" y="318"/>
                  <a:pt x="69" y="316"/>
                  <a:pt x="69" y="315"/>
                </a:cubicBezTo>
                <a:cubicBezTo>
                  <a:pt x="70" y="314"/>
                  <a:pt x="70" y="313"/>
                  <a:pt x="72" y="313"/>
                </a:cubicBezTo>
                <a:cubicBezTo>
                  <a:pt x="72" y="312"/>
                  <a:pt x="75" y="311"/>
                  <a:pt x="76" y="311"/>
                </a:cubicBezTo>
                <a:cubicBezTo>
                  <a:pt x="77" y="309"/>
                  <a:pt x="75" y="306"/>
                  <a:pt x="76" y="304"/>
                </a:cubicBezTo>
                <a:cubicBezTo>
                  <a:pt x="78" y="305"/>
                  <a:pt x="78" y="306"/>
                  <a:pt x="80" y="305"/>
                </a:cubicBezTo>
                <a:cubicBezTo>
                  <a:pt x="80" y="304"/>
                  <a:pt x="80" y="303"/>
                  <a:pt x="80" y="302"/>
                </a:cubicBezTo>
                <a:cubicBezTo>
                  <a:pt x="81" y="300"/>
                  <a:pt x="82" y="298"/>
                  <a:pt x="84" y="297"/>
                </a:cubicBezTo>
                <a:cubicBezTo>
                  <a:pt x="85" y="296"/>
                  <a:pt x="86" y="296"/>
                  <a:pt x="87" y="295"/>
                </a:cubicBezTo>
                <a:cubicBezTo>
                  <a:pt x="87" y="294"/>
                  <a:pt x="87" y="293"/>
                  <a:pt x="87" y="292"/>
                </a:cubicBezTo>
                <a:cubicBezTo>
                  <a:pt x="87" y="290"/>
                  <a:pt x="89" y="289"/>
                  <a:pt x="90" y="288"/>
                </a:cubicBezTo>
                <a:cubicBezTo>
                  <a:pt x="90" y="287"/>
                  <a:pt x="90" y="287"/>
                  <a:pt x="90" y="287"/>
                </a:cubicBezTo>
                <a:cubicBezTo>
                  <a:pt x="91" y="286"/>
                  <a:pt x="91" y="287"/>
                  <a:pt x="91" y="287"/>
                </a:cubicBezTo>
                <a:cubicBezTo>
                  <a:pt x="92" y="286"/>
                  <a:pt x="93" y="285"/>
                  <a:pt x="93" y="284"/>
                </a:cubicBezTo>
                <a:cubicBezTo>
                  <a:pt x="93" y="284"/>
                  <a:pt x="93" y="284"/>
                  <a:pt x="94" y="284"/>
                </a:cubicBezTo>
                <a:cubicBezTo>
                  <a:pt x="94" y="283"/>
                  <a:pt x="95" y="283"/>
                  <a:pt x="95" y="282"/>
                </a:cubicBezTo>
                <a:cubicBezTo>
                  <a:pt x="95" y="282"/>
                  <a:pt x="95" y="282"/>
                  <a:pt x="95" y="282"/>
                </a:cubicBezTo>
                <a:cubicBezTo>
                  <a:pt x="96" y="280"/>
                  <a:pt x="95" y="278"/>
                  <a:pt x="96" y="276"/>
                </a:cubicBezTo>
                <a:cubicBezTo>
                  <a:pt x="97" y="275"/>
                  <a:pt x="98" y="275"/>
                  <a:pt x="99" y="274"/>
                </a:cubicBezTo>
                <a:cubicBezTo>
                  <a:pt x="99" y="273"/>
                  <a:pt x="99" y="272"/>
                  <a:pt x="100" y="271"/>
                </a:cubicBezTo>
                <a:cubicBezTo>
                  <a:pt x="100" y="271"/>
                  <a:pt x="101" y="269"/>
                  <a:pt x="101" y="271"/>
                </a:cubicBezTo>
                <a:cubicBezTo>
                  <a:pt x="102" y="270"/>
                  <a:pt x="102" y="269"/>
                  <a:pt x="102" y="268"/>
                </a:cubicBezTo>
                <a:cubicBezTo>
                  <a:pt x="104" y="269"/>
                  <a:pt x="107" y="265"/>
                  <a:pt x="108" y="265"/>
                </a:cubicBezTo>
                <a:cubicBezTo>
                  <a:pt x="110" y="265"/>
                  <a:pt x="111" y="269"/>
                  <a:pt x="113" y="269"/>
                </a:cubicBezTo>
                <a:cubicBezTo>
                  <a:pt x="116" y="269"/>
                  <a:pt x="113" y="265"/>
                  <a:pt x="112" y="264"/>
                </a:cubicBezTo>
                <a:cubicBezTo>
                  <a:pt x="112" y="263"/>
                  <a:pt x="111" y="263"/>
                  <a:pt x="112" y="262"/>
                </a:cubicBezTo>
                <a:cubicBezTo>
                  <a:pt x="114" y="261"/>
                  <a:pt x="115" y="263"/>
                  <a:pt x="116" y="263"/>
                </a:cubicBezTo>
                <a:cubicBezTo>
                  <a:pt x="116" y="262"/>
                  <a:pt x="116" y="261"/>
                  <a:pt x="116" y="261"/>
                </a:cubicBezTo>
                <a:cubicBezTo>
                  <a:pt x="116" y="259"/>
                  <a:pt x="115" y="258"/>
                  <a:pt x="114" y="257"/>
                </a:cubicBezTo>
                <a:cubicBezTo>
                  <a:pt x="113" y="255"/>
                  <a:pt x="111" y="256"/>
                  <a:pt x="112" y="253"/>
                </a:cubicBezTo>
                <a:cubicBezTo>
                  <a:pt x="113" y="252"/>
                  <a:pt x="113" y="252"/>
                  <a:pt x="113" y="250"/>
                </a:cubicBezTo>
                <a:cubicBezTo>
                  <a:pt x="113" y="249"/>
                  <a:pt x="113" y="249"/>
                  <a:pt x="113" y="248"/>
                </a:cubicBezTo>
                <a:cubicBezTo>
                  <a:pt x="113" y="247"/>
                  <a:pt x="114" y="246"/>
                  <a:pt x="113" y="245"/>
                </a:cubicBezTo>
                <a:cubicBezTo>
                  <a:pt x="113" y="244"/>
                  <a:pt x="112" y="244"/>
                  <a:pt x="113" y="243"/>
                </a:cubicBezTo>
                <a:cubicBezTo>
                  <a:pt x="114" y="241"/>
                  <a:pt x="116" y="241"/>
                  <a:pt x="114" y="238"/>
                </a:cubicBezTo>
                <a:cubicBezTo>
                  <a:pt x="114" y="237"/>
                  <a:pt x="113" y="236"/>
                  <a:pt x="112" y="235"/>
                </a:cubicBezTo>
                <a:cubicBezTo>
                  <a:pt x="112" y="235"/>
                  <a:pt x="110" y="235"/>
                  <a:pt x="110" y="235"/>
                </a:cubicBezTo>
                <a:cubicBezTo>
                  <a:pt x="110" y="235"/>
                  <a:pt x="110" y="234"/>
                  <a:pt x="110" y="233"/>
                </a:cubicBezTo>
                <a:cubicBezTo>
                  <a:pt x="109" y="232"/>
                  <a:pt x="108" y="232"/>
                  <a:pt x="107" y="232"/>
                </a:cubicBezTo>
                <a:cubicBezTo>
                  <a:pt x="106" y="231"/>
                  <a:pt x="106" y="230"/>
                  <a:pt x="104" y="230"/>
                </a:cubicBezTo>
                <a:cubicBezTo>
                  <a:pt x="104" y="230"/>
                  <a:pt x="103" y="231"/>
                  <a:pt x="102" y="232"/>
                </a:cubicBezTo>
                <a:cubicBezTo>
                  <a:pt x="102" y="229"/>
                  <a:pt x="100" y="228"/>
                  <a:pt x="99" y="226"/>
                </a:cubicBezTo>
                <a:cubicBezTo>
                  <a:pt x="99" y="224"/>
                  <a:pt x="99" y="223"/>
                  <a:pt x="100" y="222"/>
                </a:cubicBezTo>
                <a:cubicBezTo>
                  <a:pt x="100" y="220"/>
                  <a:pt x="101" y="219"/>
                  <a:pt x="102" y="218"/>
                </a:cubicBezTo>
                <a:cubicBezTo>
                  <a:pt x="99" y="220"/>
                  <a:pt x="99" y="222"/>
                  <a:pt x="98" y="225"/>
                </a:cubicBezTo>
                <a:cubicBezTo>
                  <a:pt x="97" y="224"/>
                  <a:pt x="97" y="224"/>
                  <a:pt x="96" y="224"/>
                </a:cubicBezTo>
                <a:cubicBezTo>
                  <a:pt x="96" y="224"/>
                  <a:pt x="96" y="225"/>
                  <a:pt x="96" y="226"/>
                </a:cubicBezTo>
                <a:cubicBezTo>
                  <a:pt x="96" y="225"/>
                  <a:pt x="95" y="224"/>
                  <a:pt x="94" y="224"/>
                </a:cubicBezTo>
                <a:cubicBezTo>
                  <a:pt x="93" y="224"/>
                  <a:pt x="93" y="225"/>
                  <a:pt x="93" y="225"/>
                </a:cubicBezTo>
                <a:cubicBezTo>
                  <a:pt x="92" y="225"/>
                  <a:pt x="92" y="225"/>
                  <a:pt x="92" y="225"/>
                </a:cubicBezTo>
                <a:cubicBezTo>
                  <a:pt x="92" y="222"/>
                  <a:pt x="90" y="220"/>
                  <a:pt x="90" y="217"/>
                </a:cubicBezTo>
                <a:cubicBezTo>
                  <a:pt x="89" y="215"/>
                  <a:pt x="89" y="214"/>
                  <a:pt x="89" y="213"/>
                </a:cubicBezTo>
                <a:cubicBezTo>
                  <a:pt x="88" y="212"/>
                  <a:pt x="87" y="211"/>
                  <a:pt x="87" y="209"/>
                </a:cubicBezTo>
                <a:cubicBezTo>
                  <a:pt x="86" y="208"/>
                  <a:pt x="86" y="207"/>
                  <a:pt x="85" y="206"/>
                </a:cubicBezTo>
                <a:cubicBezTo>
                  <a:pt x="85" y="206"/>
                  <a:pt x="84" y="206"/>
                  <a:pt x="83" y="205"/>
                </a:cubicBezTo>
                <a:cubicBezTo>
                  <a:pt x="82" y="204"/>
                  <a:pt x="82" y="203"/>
                  <a:pt x="82" y="201"/>
                </a:cubicBezTo>
                <a:cubicBezTo>
                  <a:pt x="82" y="200"/>
                  <a:pt x="83" y="194"/>
                  <a:pt x="80" y="194"/>
                </a:cubicBezTo>
                <a:cubicBezTo>
                  <a:pt x="80" y="192"/>
                  <a:pt x="82" y="191"/>
                  <a:pt x="83" y="190"/>
                </a:cubicBezTo>
                <a:cubicBezTo>
                  <a:pt x="85" y="189"/>
                  <a:pt x="86" y="188"/>
                  <a:pt x="86" y="186"/>
                </a:cubicBezTo>
                <a:cubicBezTo>
                  <a:pt x="86" y="182"/>
                  <a:pt x="84" y="177"/>
                  <a:pt x="88" y="175"/>
                </a:cubicBezTo>
                <a:cubicBezTo>
                  <a:pt x="88" y="172"/>
                  <a:pt x="86" y="169"/>
                  <a:pt x="84" y="167"/>
                </a:cubicBezTo>
                <a:cubicBezTo>
                  <a:pt x="82" y="165"/>
                  <a:pt x="82" y="163"/>
                  <a:pt x="81" y="161"/>
                </a:cubicBezTo>
                <a:cubicBezTo>
                  <a:pt x="81" y="159"/>
                  <a:pt x="80" y="158"/>
                  <a:pt x="80" y="156"/>
                </a:cubicBezTo>
                <a:cubicBezTo>
                  <a:pt x="80" y="156"/>
                  <a:pt x="81" y="154"/>
                  <a:pt x="81" y="154"/>
                </a:cubicBezTo>
                <a:cubicBezTo>
                  <a:pt x="81" y="153"/>
                  <a:pt x="80" y="153"/>
                  <a:pt x="81" y="152"/>
                </a:cubicBezTo>
                <a:cubicBezTo>
                  <a:pt x="82" y="151"/>
                  <a:pt x="84" y="150"/>
                  <a:pt x="84" y="148"/>
                </a:cubicBezTo>
                <a:cubicBezTo>
                  <a:pt x="84" y="148"/>
                  <a:pt x="83" y="145"/>
                  <a:pt x="83" y="144"/>
                </a:cubicBezTo>
                <a:cubicBezTo>
                  <a:pt x="82" y="142"/>
                  <a:pt x="80" y="144"/>
                  <a:pt x="79" y="142"/>
                </a:cubicBezTo>
                <a:cubicBezTo>
                  <a:pt x="76" y="140"/>
                  <a:pt x="80" y="137"/>
                  <a:pt x="80" y="135"/>
                </a:cubicBezTo>
                <a:cubicBezTo>
                  <a:pt x="81" y="133"/>
                  <a:pt x="79" y="132"/>
                  <a:pt x="79" y="130"/>
                </a:cubicBezTo>
                <a:cubicBezTo>
                  <a:pt x="78" y="129"/>
                  <a:pt x="78" y="127"/>
                  <a:pt x="78" y="125"/>
                </a:cubicBezTo>
                <a:cubicBezTo>
                  <a:pt x="78" y="123"/>
                  <a:pt x="78" y="121"/>
                  <a:pt x="80" y="119"/>
                </a:cubicBezTo>
                <a:cubicBezTo>
                  <a:pt x="81" y="118"/>
                  <a:pt x="82" y="117"/>
                  <a:pt x="80" y="115"/>
                </a:cubicBezTo>
                <a:cubicBezTo>
                  <a:pt x="79" y="114"/>
                  <a:pt x="78" y="113"/>
                  <a:pt x="77" y="112"/>
                </a:cubicBezTo>
                <a:cubicBezTo>
                  <a:pt x="76" y="110"/>
                  <a:pt x="76" y="109"/>
                  <a:pt x="75" y="107"/>
                </a:cubicBezTo>
                <a:cubicBezTo>
                  <a:pt x="74" y="108"/>
                  <a:pt x="73" y="107"/>
                  <a:pt x="72" y="108"/>
                </a:cubicBezTo>
                <a:cubicBezTo>
                  <a:pt x="72" y="106"/>
                  <a:pt x="72" y="104"/>
                  <a:pt x="71" y="102"/>
                </a:cubicBezTo>
                <a:cubicBezTo>
                  <a:pt x="71" y="100"/>
                  <a:pt x="70" y="99"/>
                  <a:pt x="68" y="98"/>
                </a:cubicBezTo>
                <a:cubicBezTo>
                  <a:pt x="65" y="95"/>
                  <a:pt x="63" y="93"/>
                  <a:pt x="59" y="91"/>
                </a:cubicBezTo>
                <a:cubicBezTo>
                  <a:pt x="58" y="91"/>
                  <a:pt x="56" y="89"/>
                  <a:pt x="55" y="89"/>
                </a:cubicBezTo>
                <a:cubicBezTo>
                  <a:pt x="53" y="89"/>
                  <a:pt x="51" y="90"/>
                  <a:pt x="50" y="88"/>
                </a:cubicBezTo>
                <a:cubicBezTo>
                  <a:pt x="49" y="87"/>
                  <a:pt x="49" y="85"/>
                  <a:pt x="47" y="84"/>
                </a:cubicBezTo>
                <a:cubicBezTo>
                  <a:pt x="46" y="83"/>
                  <a:pt x="44" y="83"/>
                  <a:pt x="43" y="82"/>
                </a:cubicBezTo>
                <a:cubicBezTo>
                  <a:pt x="42" y="80"/>
                  <a:pt x="42" y="79"/>
                  <a:pt x="40" y="78"/>
                </a:cubicBezTo>
                <a:cubicBezTo>
                  <a:pt x="38" y="77"/>
                  <a:pt x="39" y="76"/>
                  <a:pt x="38" y="75"/>
                </a:cubicBezTo>
                <a:cubicBezTo>
                  <a:pt x="37" y="74"/>
                  <a:pt x="36" y="74"/>
                  <a:pt x="35" y="74"/>
                </a:cubicBezTo>
                <a:cubicBezTo>
                  <a:pt x="35" y="73"/>
                  <a:pt x="34" y="72"/>
                  <a:pt x="34" y="72"/>
                </a:cubicBezTo>
                <a:cubicBezTo>
                  <a:pt x="33" y="70"/>
                  <a:pt x="33" y="69"/>
                  <a:pt x="31" y="68"/>
                </a:cubicBezTo>
                <a:cubicBezTo>
                  <a:pt x="30" y="67"/>
                  <a:pt x="27" y="67"/>
                  <a:pt x="28" y="65"/>
                </a:cubicBezTo>
                <a:cubicBezTo>
                  <a:pt x="28" y="63"/>
                  <a:pt x="29" y="63"/>
                  <a:pt x="28" y="62"/>
                </a:cubicBezTo>
                <a:cubicBezTo>
                  <a:pt x="27" y="61"/>
                  <a:pt x="24" y="59"/>
                  <a:pt x="22" y="59"/>
                </a:cubicBezTo>
                <a:cubicBezTo>
                  <a:pt x="23" y="56"/>
                  <a:pt x="24" y="55"/>
                  <a:pt x="27" y="57"/>
                </a:cubicBezTo>
                <a:cubicBezTo>
                  <a:pt x="29" y="58"/>
                  <a:pt x="32" y="60"/>
                  <a:pt x="32" y="56"/>
                </a:cubicBezTo>
                <a:cubicBezTo>
                  <a:pt x="32" y="54"/>
                  <a:pt x="30" y="51"/>
                  <a:pt x="31" y="48"/>
                </a:cubicBezTo>
                <a:cubicBezTo>
                  <a:pt x="32" y="47"/>
                  <a:pt x="34" y="46"/>
                  <a:pt x="35" y="45"/>
                </a:cubicBezTo>
                <a:cubicBezTo>
                  <a:pt x="37" y="45"/>
                  <a:pt x="38" y="45"/>
                  <a:pt x="39" y="46"/>
                </a:cubicBezTo>
                <a:cubicBezTo>
                  <a:pt x="40" y="46"/>
                  <a:pt x="41" y="45"/>
                  <a:pt x="42" y="46"/>
                </a:cubicBezTo>
                <a:cubicBezTo>
                  <a:pt x="43" y="47"/>
                  <a:pt x="43" y="49"/>
                  <a:pt x="44" y="51"/>
                </a:cubicBezTo>
                <a:cubicBezTo>
                  <a:pt x="45" y="53"/>
                  <a:pt x="47" y="56"/>
                  <a:pt x="49" y="59"/>
                </a:cubicBezTo>
                <a:cubicBezTo>
                  <a:pt x="50" y="60"/>
                  <a:pt x="51" y="61"/>
                  <a:pt x="52" y="62"/>
                </a:cubicBezTo>
                <a:cubicBezTo>
                  <a:pt x="53" y="63"/>
                  <a:pt x="53" y="65"/>
                  <a:pt x="53" y="66"/>
                </a:cubicBezTo>
                <a:cubicBezTo>
                  <a:pt x="55" y="70"/>
                  <a:pt x="58" y="72"/>
                  <a:pt x="57" y="76"/>
                </a:cubicBezTo>
                <a:cubicBezTo>
                  <a:pt x="59" y="76"/>
                  <a:pt x="60" y="75"/>
                  <a:pt x="62" y="76"/>
                </a:cubicBezTo>
                <a:cubicBezTo>
                  <a:pt x="64" y="77"/>
                  <a:pt x="65" y="78"/>
                  <a:pt x="67" y="78"/>
                </a:cubicBezTo>
                <a:cubicBezTo>
                  <a:pt x="69" y="78"/>
                  <a:pt x="69" y="78"/>
                  <a:pt x="71" y="79"/>
                </a:cubicBezTo>
                <a:cubicBezTo>
                  <a:pt x="72" y="81"/>
                  <a:pt x="73" y="81"/>
                  <a:pt x="75" y="80"/>
                </a:cubicBezTo>
                <a:cubicBezTo>
                  <a:pt x="76" y="79"/>
                  <a:pt x="78" y="78"/>
                  <a:pt x="80" y="78"/>
                </a:cubicBezTo>
                <a:cubicBezTo>
                  <a:pt x="82" y="77"/>
                  <a:pt x="83" y="76"/>
                  <a:pt x="84" y="74"/>
                </a:cubicBezTo>
                <a:cubicBezTo>
                  <a:pt x="84" y="73"/>
                  <a:pt x="85" y="72"/>
                  <a:pt x="86" y="72"/>
                </a:cubicBezTo>
                <a:cubicBezTo>
                  <a:pt x="88" y="72"/>
                  <a:pt x="90" y="73"/>
                  <a:pt x="92" y="74"/>
                </a:cubicBezTo>
                <a:cubicBezTo>
                  <a:pt x="93" y="75"/>
                  <a:pt x="94" y="76"/>
                  <a:pt x="96" y="77"/>
                </a:cubicBezTo>
                <a:cubicBezTo>
                  <a:pt x="98" y="78"/>
                  <a:pt x="100" y="78"/>
                  <a:pt x="101" y="79"/>
                </a:cubicBezTo>
                <a:cubicBezTo>
                  <a:pt x="103" y="80"/>
                  <a:pt x="103" y="81"/>
                  <a:pt x="104" y="83"/>
                </a:cubicBezTo>
                <a:cubicBezTo>
                  <a:pt x="105" y="84"/>
                  <a:pt x="105" y="84"/>
                  <a:pt x="107" y="83"/>
                </a:cubicBezTo>
                <a:cubicBezTo>
                  <a:pt x="108" y="82"/>
                  <a:pt x="109" y="81"/>
                  <a:pt x="110" y="80"/>
                </a:cubicBezTo>
                <a:cubicBezTo>
                  <a:pt x="111" y="79"/>
                  <a:pt x="111" y="78"/>
                  <a:pt x="110" y="76"/>
                </a:cubicBezTo>
                <a:cubicBezTo>
                  <a:pt x="110" y="71"/>
                  <a:pt x="114" y="68"/>
                  <a:pt x="117" y="66"/>
                </a:cubicBezTo>
                <a:cubicBezTo>
                  <a:pt x="118" y="69"/>
                  <a:pt x="121" y="67"/>
                  <a:pt x="121" y="66"/>
                </a:cubicBezTo>
                <a:cubicBezTo>
                  <a:pt x="122" y="65"/>
                  <a:pt x="122" y="64"/>
                  <a:pt x="122" y="63"/>
                </a:cubicBezTo>
                <a:cubicBezTo>
                  <a:pt x="122" y="62"/>
                  <a:pt x="123" y="61"/>
                  <a:pt x="123" y="60"/>
                </a:cubicBezTo>
                <a:cubicBezTo>
                  <a:pt x="123" y="59"/>
                  <a:pt x="123" y="59"/>
                  <a:pt x="123" y="58"/>
                </a:cubicBezTo>
                <a:cubicBezTo>
                  <a:pt x="123" y="57"/>
                  <a:pt x="123" y="56"/>
                  <a:pt x="123" y="54"/>
                </a:cubicBezTo>
                <a:cubicBezTo>
                  <a:pt x="123" y="52"/>
                  <a:pt x="122" y="50"/>
                  <a:pt x="123" y="47"/>
                </a:cubicBezTo>
                <a:cubicBezTo>
                  <a:pt x="123" y="45"/>
                  <a:pt x="124" y="43"/>
                  <a:pt x="125" y="41"/>
                </a:cubicBezTo>
                <a:cubicBezTo>
                  <a:pt x="125" y="39"/>
                  <a:pt x="124" y="37"/>
                  <a:pt x="125" y="35"/>
                </a:cubicBezTo>
                <a:cubicBezTo>
                  <a:pt x="125" y="32"/>
                  <a:pt x="127" y="31"/>
                  <a:pt x="127" y="28"/>
                </a:cubicBezTo>
                <a:cubicBezTo>
                  <a:pt x="127" y="26"/>
                  <a:pt x="126" y="24"/>
                  <a:pt x="128" y="22"/>
                </a:cubicBezTo>
                <a:cubicBezTo>
                  <a:pt x="129" y="21"/>
                  <a:pt x="131" y="21"/>
                  <a:pt x="132" y="19"/>
                </a:cubicBezTo>
                <a:cubicBezTo>
                  <a:pt x="134" y="18"/>
                  <a:pt x="134" y="15"/>
                  <a:pt x="135" y="14"/>
                </a:cubicBezTo>
                <a:cubicBezTo>
                  <a:pt x="137" y="10"/>
                  <a:pt x="139" y="8"/>
                  <a:pt x="144" y="8"/>
                </a:cubicBezTo>
                <a:cubicBezTo>
                  <a:pt x="146" y="9"/>
                  <a:pt x="148" y="10"/>
                  <a:pt x="150" y="10"/>
                </a:cubicBezTo>
                <a:cubicBezTo>
                  <a:pt x="152" y="10"/>
                  <a:pt x="153" y="8"/>
                  <a:pt x="154" y="7"/>
                </a:cubicBezTo>
                <a:cubicBezTo>
                  <a:pt x="156" y="5"/>
                  <a:pt x="157" y="3"/>
                  <a:pt x="159" y="2"/>
                </a:cubicBezTo>
                <a:cubicBezTo>
                  <a:pt x="160" y="0"/>
                  <a:pt x="162" y="2"/>
                  <a:pt x="164" y="0"/>
                </a:cubicBezTo>
                <a:cubicBezTo>
                  <a:pt x="165" y="2"/>
                  <a:pt x="165" y="4"/>
                  <a:pt x="166" y="5"/>
                </a:cubicBezTo>
                <a:cubicBezTo>
                  <a:pt x="167" y="6"/>
                  <a:pt x="168" y="7"/>
                  <a:pt x="169" y="8"/>
                </a:cubicBezTo>
                <a:cubicBezTo>
                  <a:pt x="170" y="9"/>
                  <a:pt x="170" y="10"/>
                  <a:pt x="172" y="11"/>
                </a:cubicBezTo>
                <a:cubicBezTo>
                  <a:pt x="172" y="12"/>
                  <a:pt x="173" y="12"/>
                  <a:pt x="173" y="12"/>
                </a:cubicBezTo>
                <a:cubicBezTo>
                  <a:pt x="174" y="13"/>
                  <a:pt x="173" y="14"/>
                  <a:pt x="174" y="14"/>
                </a:cubicBezTo>
                <a:cubicBezTo>
                  <a:pt x="175" y="17"/>
                  <a:pt x="180" y="18"/>
                  <a:pt x="182" y="20"/>
                </a:cubicBezTo>
                <a:cubicBezTo>
                  <a:pt x="185" y="21"/>
                  <a:pt x="188" y="23"/>
                  <a:pt x="189" y="26"/>
                </a:cubicBezTo>
                <a:cubicBezTo>
                  <a:pt x="190" y="29"/>
                  <a:pt x="192" y="32"/>
                  <a:pt x="192" y="35"/>
                </a:cubicBezTo>
                <a:cubicBezTo>
                  <a:pt x="192" y="38"/>
                  <a:pt x="189" y="41"/>
                  <a:pt x="188" y="43"/>
                </a:cubicBezTo>
                <a:cubicBezTo>
                  <a:pt x="186" y="47"/>
                  <a:pt x="178" y="55"/>
                  <a:pt x="185" y="58"/>
                </a:cubicBezTo>
                <a:cubicBezTo>
                  <a:pt x="182" y="61"/>
                  <a:pt x="179" y="63"/>
                  <a:pt x="176" y="66"/>
                </a:cubicBezTo>
                <a:cubicBezTo>
                  <a:pt x="172" y="68"/>
                  <a:pt x="179" y="67"/>
                  <a:pt x="181" y="68"/>
                </a:cubicBezTo>
                <a:cubicBezTo>
                  <a:pt x="183" y="70"/>
                  <a:pt x="181" y="74"/>
                  <a:pt x="180" y="76"/>
                </a:cubicBezTo>
                <a:cubicBezTo>
                  <a:pt x="178" y="80"/>
                  <a:pt x="175" y="84"/>
                  <a:pt x="176" y="88"/>
                </a:cubicBezTo>
                <a:cubicBezTo>
                  <a:pt x="176" y="92"/>
                  <a:pt x="177" y="95"/>
                  <a:pt x="178" y="99"/>
                </a:cubicBezTo>
                <a:cubicBezTo>
                  <a:pt x="179" y="104"/>
                  <a:pt x="182" y="105"/>
                  <a:pt x="186" y="106"/>
                </a:cubicBezTo>
                <a:cubicBezTo>
                  <a:pt x="189" y="108"/>
                  <a:pt x="192" y="110"/>
                  <a:pt x="194" y="113"/>
                </a:cubicBezTo>
                <a:cubicBezTo>
                  <a:pt x="195" y="115"/>
                  <a:pt x="196" y="117"/>
                  <a:pt x="197" y="119"/>
                </a:cubicBezTo>
                <a:cubicBezTo>
                  <a:pt x="198" y="121"/>
                  <a:pt x="199" y="123"/>
                  <a:pt x="200" y="125"/>
                </a:cubicBezTo>
                <a:cubicBezTo>
                  <a:pt x="201" y="126"/>
                  <a:pt x="203" y="127"/>
                  <a:pt x="204" y="129"/>
                </a:cubicBezTo>
                <a:cubicBezTo>
                  <a:pt x="205" y="131"/>
                  <a:pt x="205" y="132"/>
                  <a:pt x="205" y="134"/>
                </a:cubicBezTo>
                <a:cubicBezTo>
                  <a:pt x="205" y="136"/>
                  <a:pt x="205" y="138"/>
                  <a:pt x="204" y="140"/>
                </a:cubicBezTo>
                <a:cubicBezTo>
                  <a:pt x="203" y="142"/>
                  <a:pt x="202" y="143"/>
                  <a:pt x="200" y="144"/>
                </a:cubicBezTo>
                <a:cubicBezTo>
                  <a:pt x="198" y="147"/>
                  <a:pt x="196" y="150"/>
                  <a:pt x="194" y="153"/>
                </a:cubicBezTo>
                <a:cubicBezTo>
                  <a:pt x="192" y="157"/>
                  <a:pt x="189" y="162"/>
                  <a:pt x="188" y="166"/>
                </a:cubicBezTo>
                <a:cubicBezTo>
                  <a:pt x="187" y="171"/>
                  <a:pt x="188" y="174"/>
                  <a:pt x="191" y="178"/>
                </a:cubicBezTo>
                <a:cubicBezTo>
                  <a:pt x="192" y="179"/>
                  <a:pt x="192" y="181"/>
                  <a:pt x="193" y="183"/>
                </a:cubicBezTo>
                <a:cubicBezTo>
                  <a:pt x="194" y="185"/>
                  <a:pt x="195" y="187"/>
                  <a:pt x="196" y="188"/>
                </a:cubicBezTo>
                <a:cubicBezTo>
                  <a:pt x="197" y="192"/>
                  <a:pt x="196" y="195"/>
                  <a:pt x="198" y="199"/>
                </a:cubicBezTo>
                <a:cubicBezTo>
                  <a:pt x="199" y="202"/>
                  <a:pt x="203" y="205"/>
                  <a:pt x="204" y="208"/>
                </a:cubicBezTo>
                <a:cubicBezTo>
                  <a:pt x="204" y="211"/>
                  <a:pt x="204" y="213"/>
                  <a:pt x="205" y="215"/>
                </a:cubicBezTo>
                <a:cubicBezTo>
                  <a:pt x="206" y="217"/>
                  <a:pt x="207" y="219"/>
                  <a:pt x="207" y="222"/>
                </a:cubicBezTo>
                <a:cubicBezTo>
                  <a:pt x="207" y="224"/>
                  <a:pt x="208" y="226"/>
                  <a:pt x="208" y="227"/>
                </a:cubicBezTo>
                <a:cubicBezTo>
                  <a:pt x="208" y="230"/>
                  <a:pt x="208" y="230"/>
                  <a:pt x="206" y="230"/>
                </a:cubicBezTo>
                <a:cubicBezTo>
                  <a:pt x="204" y="229"/>
                  <a:pt x="203" y="229"/>
                  <a:pt x="201" y="230"/>
                </a:cubicBezTo>
                <a:cubicBezTo>
                  <a:pt x="199" y="232"/>
                  <a:pt x="202" y="232"/>
                  <a:pt x="202" y="234"/>
                </a:cubicBezTo>
                <a:cubicBezTo>
                  <a:pt x="202" y="235"/>
                  <a:pt x="202" y="235"/>
                  <a:pt x="201" y="236"/>
                </a:cubicBezTo>
                <a:cubicBezTo>
                  <a:pt x="201" y="237"/>
                  <a:pt x="200" y="238"/>
                  <a:pt x="200" y="239"/>
                </a:cubicBezTo>
                <a:cubicBezTo>
                  <a:pt x="200" y="242"/>
                  <a:pt x="200" y="245"/>
                  <a:pt x="199" y="247"/>
                </a:cubicBezTo>
                <a:cubicBezTo>
                  <a:pt x="198" y="248"/>
                  <a:pt x="197" y="250"/>
                  <a:pt x="199" y="251"/>
                </a:cubicBezTo>
                <a:cubicBezTo>
                  <a:pt x="202" y="252"/>
                  <a:pt x="203" y="251"/>
                  <a:pt x="202" y="255"/>
                </a:cubicBezTo>
                <a:cubicBezTo>
                  <a:pt x="202" y="256"/>
                  <a:pt x="202" y="256"/>
                  <a:pt x="202" y="257"/>
                </a:cubicBezTo>
                <a:cubicBezTo>
                  <a:pt x="201" y="257"/>
                  <a:pt x="200" y="257"/>
                  <a:pt x="199" y="257"/>
                </a:cubicBezTo>
                <a:cubicBezTo>
                  <a:pt x="197" y="259"/>
                  <a:pt x="197" y="261"/>
                  <a:pt x="198" y="263"/>
                </a:cubicBezTo>
                <a:cubicBezTo>
                  <a:pt x="198" y="265"/>
                  <a:pt x="199" y="267"/>
                  <a:pt x="200" y="269"/>
                </a:cubicBezTo>
                <a:cubicBezTo>
                  <a:pt x="202" y="271"/>
                  <a:pt x="204" y="270"/>
                  <a:pt x="206" y="271"/>
                </a:cubicBezTo>
                <a:cubicBezTo>
                  <a:pt x="208" y="272"/>
                  <a:pt x="207" y="273"/>
                  <a:pt x="208" y="275"/>
                </a:cubicBezTo>
                <a:cubicBezTo>
                  <a:pt x="209" y="276"/>
                  <a:pt x="209" y="276"/>
                  <a:pt x="209" y="277"/>
                </a:cubicBezTo>
                <a:cubicBezTo>
                  <a:pt x="209" y="278"/>
                  <a:pt x="208" y="279"/>
                  <a:pt x="207" y="279"/>
                </a:cubicBezTo>
                <a:cubicBezTo>
                  <a:pt x="205" y="281"/>
                  <a:pt x="204" y="281"/>
                  <a:pt x="205" y="284"/>
                </a:cubicBezTo>
                <a:cubicBezTo>
                  <a:pt x="206" y="285"/>
                  <a:pt x="206" y="285"/>
                  <a:pt x="207" y="286"/>
                </a:cubicBezTo>
                <a:cubicBezTo>
                  <a:pt x="207" y="287"/>
                  <a:pt x="206" y="289"/>
                  <a:pt x="207" y="290"/>
                </a:cubicBezTo>
                <a:cubicBezTo>
                  <a:pt x="207" y="291"/>
                  <a:pt x="210" y="291"/>
                  <a:pt x="211" y="292"/>
                </a:cubicBezTo>
                <a:cubicBezTo>
                  <a:pt x="212" y="293"/>
                  <a:pt x="213" y="294"/>
                  <a:pt x="213" y="295"/>
                </a:cubicBezTo>
                <a:cubicBezTo>
                  <a:pt x="213" y="295"/>
                  <a:pt x="213" y="295"/>
                  <a:pt x="214" y="296"/>
                </a:cubicBezTo>
                <a:cubicBezTo>
                  <a:pt x="214" y="296"/>
                  <a:pt x="215" y="296"/>
                  <a:pt x="215" y="296"/>
                </a:cubicBezTo>
                <a:cubicBezTo>
                  <a:pt x="216" y="297"/>
                  <a:pt x="216" y="297"/>
                  <a:pt x="216" y="298"/>
                </a:cubicBezTo>
                <a:cubicBezTo>
                  <a:pt x="216" y="299"/>
                  <a:pt x="216" y="300"/>
                  <a:pt x="216" y="301"/>
                </a:cubicBezTo>
                <a:cubicBezTo>
                  <a:pt x="217" y="304"/>
                  <a:pt x="217" y="306"/>
                  <a:pt x="215" y="308"/>
                </a:cubicBezTo>
                <a:cubicBezTo>
                  <a:pt x="213" y="309"/>
                  <a:pt x="212" y="310"/>
                  <a:pt x="211" y="313"/>
                </a:cubicBezTo>
                <a:cubicBezTo>
                  <a:pt x="211" y="313"/>
                  <a:pt x="210" y="315"/>
                  <a:pt x="210" y="315"/>
                </a:cubicBezTo>
                <a:cubicBezTo>
                  <a:pt x="209" y="316"/>
                  <a:pt x="208" y="316"/>
                  <a:pt x="207" y="316"/>
                </a:cubicBezTo>
                <a:cubicBezTo>
                  <a:pt x="203" y="319"/>
                  <a:pt x="209" y="323"/>
                  <a:pt x="211" y="325"/>
                </a:cubicBezTo>
                <a:cubicBezTo>
                  <a:pt x="213" y="327"/>
                  <a:pt x="214" y="329"/>
                  <a:pt x="216" y="331"/>
                </a:cubicBezTo>
                <a:cubicBezTo>
                  <a:pt x="218" y="332"/>
                  <a:pt x="220" y="332"/>
                  <a:pt x="222" y="334"/>
                </a:cubicBezTo>
                <a:cubicBezTo>
                  <a:pt x="223" y="336"/>
                  <a:pt x="223" y="337"/>
                  <a:pt x="225" y="339"/>
                </a:cubicBezTo>
                <a:cubicBezTo>
                  <a:pt x="227" y="340"/>
                  <a:pt x="229" y="340"/>
                  <a:pt x="230" y="342"/>
                </a:cubicBezTo>
                <a:cubicBezTo>
                  <a:pt x="230" y="344"/>
                  <a:pt x="230" y="345"/>
                  <a:pt x="230" y="346"/>
                </a:cubicBezTo>
                <a:cubicBezTo>
                  <a:pt x="231" y="347"/>
                  <a:pt x="232" y="348"/>
                  <a:pt x="232" y="349"/>
                </a:cubicBezTo>
                <a:cubicBezTo>
                  <a:pt x="233" y="350"/>
                  <a:pt x="236" y="353"/>
                  <a:pt x="236" y="355"/>
                </a:cubicBezTo>
                <a:cubicBezTo>
                  <a:pt x="236" y="356"/>
                  <a:pt x="234" y="358"/>
                  <a:pt x="234" y="359"/>
                </a:cubicBezTo>
                <a:cubicBezTo>
                  <a:pt x="233" y="360"/>
                  <a:pt x="233" y="361"/>
                  <a:pt x="233" y="363"/>
                </a:cubicBezTo>
                <a:cubicBezTo>
                  <a:pt x="232" y="365"/>
                  <a:pt x="231" y="368"/>
                  <a:pt x="230" y="370"/>
                </a:cubicBezTo>
                <a:cubicBezTo>
                  <a:pt x="230" y="372"/>
                  <a:pt x="228" y="374"/>
                  <a:pt x="226" y="375"/>
                </a:cubicBezTo>
                <a:cubicBezTo>
                  <a:pt x="224" y="377"/>
                  <a:pt x="224" y="379"/>
                  <a:pt x="222" y="381"/>
                </a:cubicBezTo>
                <a:cubicBezTo>
                  <a:pt x="221" y="383"/>
                  <a:pt x="219" y="384"/>
                  <a:pt x="218" y="386"/>
                </a:cubicBezTo>
                <a:cubicBezTo>
                  <a:pt x="216" y="388"/>
                  <a:pt x="215" y="390"/>
                  <a:pt x="213" y="392"/>
                </a:cubicBezTo>
                <a:cubicBezTo>
                  <a:pt x="210" y="397"/>
                  <a:pt x="207" y="401"/>
                  <a:pt x="203" y="406"/>
                </a:cubicBezTo>
                <a:cubicBezTo>
                  <a:pt x="202" y="407"/>
                  <a:pt x="201" y="410"/>
                  <a:pt x="199" y="412"/>
                </a:cubicBezTo>
                <a:cubicBezTo>
                  <a:pt x="198" y="413"/>
                  <a:pt x="198" y="413"/>
                  <a:pt x="197" y="414"/>
                </a:cubicBezTo>
                <a:cubicBezTo>
                  <a:pt x="195" y="415"/>
                  <a:pt x="196" y="416"/>
                  <a:pt x="195" y="417"/>
                </a:cubicBezTo>
                <a:cubicBezTo>
                  <a:pt x="194" y="418"/>
                  <a:pt x="193" y="419"/>
                  <a:pt x="193" y="420"/>
                </a:cubicBezTo>
                <a:cubicBezTo>
                  <a:pt x="192" y="421"/>
                  <a:pt x="191" y="422"/>
                  <a:pt x="190" y="423"/>
                </a:cubicBezTo>
                <a:cubicBezTo>
                  <a:pt x="189" y="425"/>
                  <a:pt x="186" y="427"/>
                  <a:pt x="184" y="429"/>
                </a:cubicBezTo>
                <a:cubicBezTo>
                  <a:pt x="182" y="431"/>
                  <a:pt x="181" y="432"/>
                  <a:pt x="179" y="434"/>
                </a:cubicBezTo>
                <a:cubicBezTo>
                  <a:pt x="178" y="436"/>
                  <a:pt x="176" y="436"/>
                  <a:pt x="174" y="438"/>
                </a:cubicBezTo>
                <a:cubicBezTo>
                  <a:pt x="173" y="440"/>
                  <a:pt x="171" y="442"/>
                  <a:pt x="169" y="444"/>
                </a:cubicBezTo>
                <a:cubicBezTo>
                  <a:pt x="167" y="447"/>
                  <a:pt x="165" y="449"/>
                  <a:pt x="163" y="452"/>
                </a:cubicBezTo>
                <a:cubicBezTo>
                  <a:pt x="163" y="451"/>
                  <a:pt x="164" y="450"/>
                  <a:pt x="163" y="452"/>
                </a:cubicBezTo>
                <a:close/>
                <a:moveTo>
                  <a:pt x="7" y="464"/>
                </a:moveTo>
                <a:cubicBezTo>
                  <a:pt x="5" y="465"/>
                  <a:pt x="5" y="464"/>
                  <a:pt x="5" y="463"/>
                </a:cubicBezTo>
                <a:cubicBezTo>
                  <a:pt x="4" y="463"/>
                  <a:pt x="3" y="464"/>
                  <a:pt x="2" y="464"/>
                </a:cubicBezTo>
                <a:cubicBezTo>
                  <a:pt x="2" y="465"/>
                  <a:pt x="0" y="464"/>
                  <a:pt x="0" y="466"/>
                </a:cubicBezTo>
                <a:cubicBezTo>
                  <a:pt x="0" y="467"/>
                  <a:pt x="1" y="467"/>
                  <a:pt x="2" y="468"/>
                </a:cubicBezTo>
                <a:cubicBezTo>
                  <a:pt x="5" y="468"/>
                  <a:pt x="4" y="468"/>
                  <a:pt x="5" y="470"/>
                </a:cubicBezTo>
                <a:cubicBezTo>
                  <a:pt x="5" y="470"/>
                  <a:pt x="6" y="470"/>
                  <a:pt x="7" y="470"/>
                </a:cubicBezTo>
                <a:cubicBezTo>
                  <a:pt x="7" y="470"/>
                  <a:pt x="8" y="471"/>
                  <a:pt x="8" y="471"/>
                </a:cubicBezTo>
                <a:cubicBezTo>
                  <a:pt x="9" y="471"/>
                  <a:pt x="9" y="471"/>
                  <a:pt x="10" y="470"/>
                </a:cubicBezTo>
                <a:cubicBezTo>
                  <a:pt x="10" y="469"/>
                  <a:pt x="11" y="470"/>
                  <a:pt x="11" y="469"/>
                </a:cubicBezTo>
                <a:cubicBezTo>
                  <a:pt x="11" y="469"/>
                  <a:pt x="11" y="468"/>
                  <a:pt x="10" y="467"/>
                </a:cubicBezTo>
                <a:cubicBezTo>
                  <a:pt x="10" y="466"/>
                  <a:pt x="9" y="466"/>
                  <a:pt x="8" y="464"/>
                </a:cubicBezTo>
                <a:cubicBezTo>
                  <a:pt x="8" y="464"/>
                  <a:pt x="7" y="464"/>
                  <a:pt x="7" y="464"/>
                </a:cubicBezTo>
                <a:close/>
                <a:moveTo>
                  <a:pt x="9" y="463"/>
                </a:moveTo>
                <a:cubicBezTo>
                  <a:pt x="9" y="464"/>
                  <a:pt x="10" y="464"/>
                  <a:pt x="11" y="465"/>
                </a:cubicBezTo>
                <a:cubicBezTo>
                  <a:pt x="12" y="465"/>
                  <a:pt x="12" y="468"/>
                  <a:pt x="14" y="466"/>
                </a:cubicBezTo>
                <a:cubicBezTo>
                  <a:pt x="15" y="466"/>
                  <a:pt x="15" y="463"/>
                  <a:pt x="15" y="462"/>
                </a:cubicBezTo>
                <a:cubicBezTo>
                  <a:pt x="14" y="462"/>
                  <a:pt x="12" y="460"/>
                  <a:pt x="12" y="460"/>
                </a:cubicBezTo>
                <a:cubicBezTo>
                  <a:pt x="11" y="459"/>
                  <a:pt x="10" y="460"/>
                  <a:pt x="9" y="459"/>
                </a:cubicBezTo>
                <a:cubicBezTo>
                  <a:pt x="8" y="459"/>
                  <a:pt x="9" y="459"/>
                  <a:pt x="9" y="458"/>
                </a:cubicBezTo>
                <a:cubicBezTo>
                  <a:pt x="8" y="458"/>
                  <a:pt x="6" y="458"/>
                  <a:pt x="6" y="459"/>
                </a:cubicBezTo>
                <a:cubicBezTo>
                  <a:pt x="6" y="460"/>
                  <a:pt x="7" y="460"/>
                  <a:pt x="8" y="461"/>
                </a:cubicBezTo>
                <a:cubicBezTo>
                  <a:pt x="9" y="462"/>
                  <a:pt x="9" y="463"/>
                  <a:pt x="9" y="463"/>
                </a:cubicBezTo>
                <a:close/>
                <a:moveTo>
                  <a:pt x="57" y="471"/>
                </a:moveTo>
                <a:cubicBezTo>
                  <a:pt x="56" y="471"/>
                  <a:pt x="56" y="472"/>
                  <a:pt x="57" y="473"/>
                </a:cubicBezTo>
                <a:cubicBezTo>
                  <a:pt x="58" y="473"/>
                  <a:pt x="59" y="473"/>
                  <a:pt x="59" y="473"/>
                </a:cubicBezTo>
                <a:cubicBezTo>
                  <a:pt x="60" y="473"/>
                  <a:pt x="61" y="472"/>
                  <a:pt x="62" y="472"/>
                </a:cubicBezTo>
                <a:cubicBezTo>
                  <a:pt x="62" y="472"/>
                  <a:pt x="63" y="473"/>
                  <a:pt x="63" y="473"/>
                </a:cubicBezTo>
                <a:cubicBezTo>
                  <a:pt x="64" y="473"/>
                  <a:pt x="65" y="468"/>
                  <a:pt x="64" y="468"/>
                </a:cubicBezTo>
                <a:cubicBezTo>
                  <a:pt x="64" y="466"/>
                  <a:pt x="60" y="467"/>
                  <a:pt x="58" y="467"/>
                </a:cubicBezTo>
                <a:cubicBezTo>
                  <a:pt x="58" y="467"/>
                  <a:pt x="58" y="467"/>
                  <a:pt x="58" y="468"/>
                </a:cubicBezTo>
                <a:cubicBezTo>
                  <a:pt x="59" y="469"/>
                  <a:pt x="58" y="470"/>
                  <a:pt x="57" y="471"/>
                </a:cubicBezTo>
                <a:close/>
                <a:moveTo>
                  <a:pt x="100" y="263"/>
                </a:moveTo>
                <a:cubicBezTo>
                  <a:pt x="101" y="263"/>
                  <a:pt x="101" y="262"/>
                  <a:pt x="102" y="262"/>
                </a:cubicBezTo>
                <a:cubicBezTo>
                  <a:pt x="102" y="262"/>
                  <a:pt x="102" y="264"/>
                  <a:pt x="102" y="264"/>
                </a:cubicBezTo>
                <a:cubicBezTo>
                  <a:pt x="103" y="264"/>
                  <a:pt x="104" y="263"/>
                  <a:pt x="104" y="263"/>
                </a:cubicBezTo>
                <a:cubicBezTo>
                  <a:pt x="105" y="262"/>
                  <a:pt x="104" y="261"/>
                  <a:pt x="104" y="260"/>
                </a:cubicBezTo>
                <a:cubicBezTo>
                  <a:pt x="104" y="259"/>
                  <a:pt x="104" y="259"/>
                  <a:pt x="106" y="260"/>
                </a:cubicBezTo>
                <a:cubicBezTo>
                  <a:pt x="106" y="260"/>
                  <a:pt x="108" y="261"/>
                  <a:pt x="108" y="259"/>
                </a:cubicBezTo>
                <a:cubicBezTo>
                  <a:pt x="107" y="259"/>
                  <a:pt x="106" y="259"/>
                  <a:pt x="105" y="259"/>
                </a:cubicBezTo>
                <a:cubicBezTo>
                  <a:pt x="105" y="258"/>
                  <a:pt x="105" y="257"/>
                  <a:pt x="104" y="258"/>
                </a:cubicBezTo>
                <a:cubicBezTo>
                  <a:pt x="101" y="258"/>
                  <a:pt x="99" y="259"/>
                  <a:pt x="100" y="261"/>
                </a:cubicBezTo>
                <a:cubicBezTo>
                  <a:pt x="100" y="262"/>
                  <a:pt x="100" y="263"/>
                  <a:pt x="100" y="263"/>
                </a:cubicBezTo>
                <a:close/>
                <a:moveTo>
                  <a:pt x="32" y="339"/>
                </a:moveTo>
                <a:cubicBezTo>
                  <a:pt x="30" y="341"/>
                  <a:pt x="34" y="342"/>
                  <a:pt x="35" y="344"/>
                </a:cubicBezTo>
                <a:cubicBezTo>
                  <a:pt x="36" y="344"/>
                  <a:pt x="38" y="340"/>
                  <a:pt x="37" y="339"/>
                </a:cubicBezTo>
                <a:cubicBezTo>
                  <a:pt x="36" y="338"/>
                  <a:pt x="34" y="342"/>
                  <a:pt x="34" y="339"/>
                </a:cubicBezTo>
                <a:cubicBezTo>
                  <a:pt x="33" y="338"/>
                  <a:pt x="32" y="338"/>
                  <a:pt x="32" y="339"/>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8" name="Freeform 586"/>
          <p:cNvSpPr>
            <a:spLocks noEditPoints="1"/>
          </p:cNvSpPr>
          <p:nvPr/>
        </p:nvSpPr>
        <p:spPr bwMode="auto">
          <a:xfrm>
            <a:off x="7916863" y="4401026"/>
            <a:ext cx="1111250" cy="1092200"/>
          </a:xfrm>
          <a:custGeom>
            <a:avLst/>
            <a:gdLst>
              <a:gd name="T0" fmla="*/ 246 w 281"/>
              <a:gd name="T1" fmla="*/ 80 h 276"/>
              <a:gd name="T2" fmla="*/ 241 w 281"/>
              <a:gd name="T3" fmla="*/ 106 h 276"/>
              <a:gd name="T4" fmla="*/ 229 w 281"/>
              <a:gd name="T5" fmla="*/ 110 h 276"/>
              <a:gd name="T6" fmla="*/ 225 w 281"/>
              <a:gd name="T7" fmla="*/ 120 h 276"/>
              <a:gd name="T8" fmla="*/ 213 w 281"/>
              <a:gd name="T9" fmla="*/ 136 h 276"/>
              <a:gd name="T10" fmla="*/ 216 w 281"/>
              <a:gd name="T11" fmla="*/ 142 h 276"/>
              <a:gd name="T12" fmla="*/ 227 w 281"/>
              <a:gd name="T13" fmla="*/ 149 h 276"/>
              <a:gd name="T14" fmla="*/ 233 w 281"/>
              <a:gd name="T15" fmla="*/ 169 h 276"/>
              <a:gd name="T16" fmla="*/ 224 w 281"/>
              <a:gd name="T17" fmla="*/ 178 h 276"/>
              <a:gd name="T18" fmla="*/ 230 w 281"/>
              <a:gd name="T19" fmla="*/ 187 h 276"/>
              <a:gd name="T20" fmla="*/ 230 w 281"/>
              <a:gd name="T21" fmla="*/ 199 h 276"/>
              <a:gd name="T22" fmla="*/ 244 w 281"/>
              <a:gd name="T23" fmla="*/ 205 h 276"/>
              <a:gd name="T24" fmla="*/ 230 w 281"/>
              <a:gd name="T25" fmla="*/ 218 h 276"/>
              <a:gd name="T26" fmla="*/ 221 w 281"/>
              <a:gd name="T27" fmla="*/ 228 h 276"/>
              <a:gd name="T28" fmla="*/ 207 w 281"/>
              <a:gd name="T29" fmla="*/ 231 h 276"/>
              <a:gd name="T30" fmla="*/ 193 w 281"/>
              <a:gd name="T31" fmla="*/ 222 h 276"/>
              <a:gd name="T32" fmla="*/ 183 w 281"/>
              <a:gd name="T33" fmla="*/ 221 h 276"/>
              <a:gd name="T34" fmla="*/ 161 w 281"/>
              <a:gd name="T35" fmla="*/ 225 h 276"/>
              <a:gd name="T36" fmla="*/ 154 w 281"/>
              <a:gd name="T37" fmla="*/ 241 h 276"/>
              <a:gd name="T38" fmla="*/ 145 w 281"/>
              <a:gd name="T39" fmla="*/ 251 h 276"/>
              <a:gd name="T40" fmla="*/ 123 w 281"/>
              <a:gd name="T41" fmla="*/ 248 h 276"/>
              <a:gd name="T42" fmla="*/ 102 w 281"/>
              <a:gd name="T43" fmla="*/ 241 h 276"/>
              <a:gd name="T44" fmla="*/ 80 w 281"/>
              <a:gd name="T45" fmla="*/ 235 h 276"/>
              <a:gd name="T46" fmla="*/ 62 w 281"/>
              <a:gd name="T47" fmla="*/ 226 h 276"/>
              <a:gd name="T48" fmla="*/ 62 w 281"/>
              <a:gd name="T49" fmla="*/ 221 h 276"/>
              <a:gd name="T50" fmla="*/ 70 w 281"/>
              <a:gd name="T51" fmla="*/ 187 h 276"/>
              <a:gd name="T52" fmla="*/ 81 w 281"/>
              <a:gd name="T53" fmla="*/ 177 h 276"/>
              <a:gd name="T54" fmla="*/ 71 w 281"/>
              <a:gd name="T55" fmla="*/ 159 h 276"/>
              <a:gd name="T56" fmla="*/ 73 w 281"/>
              <a:gd name="T57" fmla="*/ 153 h 276"/>
              <a:gd name="T58" fmla="*/ 70 w 281"/>
              <a:gd name="T59" fmla="*/ 142 h 276"/>
              <a:gd name="T60" fmla="*/ 59 w 281"/>
              <a:gd name="T61" fmla="*/ 136 h 276"/>
              <a:gd name="T62" fmla="*/ 51 w 281"/>
              <a:gd name="T63" fmla="*/ 117 h 276"/>
              <a:gd name="T64" fmla="*/ 46 w 281"/>
              <a:gd name="T65" fmla="*/ 114 h 276"/>
              <a:gd name="T66" fmla="*/ 42 w 281"/>
              <a:gd name="T67" fmla="*/ 108 h 276"/>
              <a:gd name="T68" fmla="*/ 26 w 281"/>
              <a:gd name="T69" fmla="*/ 101 h 276"/>
              <a:gd name="T70" fmla="*/ 13 w 281"/>
              <a:gd name="T71" fmla="*/ 98 h 276"/>
              <a:gd name="T72" fmla="*/ 9 w 281"/>
              <a:gd name="T73" fmla="*/ 87 h 276"/>
              <a:gd name="T74" fmla="*/ 8 w 281"/>
              <a:gd name="T75" fmla="*/ 85 h 276"/>
              <a:gd name="T76" fmla="*/ 1 w 281"/>
              <a:gd name="T77" fmla="*/ 78 h 276"/>
              <a:gd name="T78" fmla="*/ 15 w 281"/>
              <a:gd name="T79" fmla="*/ 73 h 276"/>
              <a:gd name="T80" fmla="*/ 31 w 281"/>
              <a:gd name="T81" fmla="*/ 67 h 276"/>
              <a:gd name="T82" fmla="*/ 48 w 281"/>
              <a:gd name="T83" fmla="*/ 74 h 276"/>
              <a:gd name="T84" fmla="*/ 59 w 281"/>
              <a:gd name="T85" fmla="*/ 75 h 276"/>
              <a:gd name="T86" fmla="*/ 63 w 281"/>
              <a:gd name="T87" fmla="*/ 64 h 276"/>
              <a:gd name="T88" fmla="*/ 58 w 281"/>
              <a:gd name="T89" fmla="*/ 50 h 276"/>
              <a:gd name="T90" fmla="*/ 65 w 281"/>
              <a:gd name="T91" fmla="*/ 43 h 276"/>
              <a:gd name="T92" fmla="*/ 73 w 281"/>
              <a:gd name="T93" fmla="*/ 52 h 276"/>
              <a:gd name="T94" fmla="*/ 100 w 281"/>
              <a:gd name="T95" fmla="*/ 51 h 276"/>
              <a:gd name="T96" fmla="*/ 96 w 281"/>
              <a:gd name="T97" fmla="*/ 46 h 276"/>
              <a:gd name="T98" fmla="*/ 127 w 281"/>
              <a:gd name="T99" fmla="*/ 27 h 276"/>
              <a:gd name="T100" fmla="*/ 124 w 281"/>
              <a:gd name="T101" fmla="*/ 14 h 276"/>
              <a:gd name="T102" fmla="*/ 144 w 281"/>
              <a:gd name="T103" fmla="*/ 6 h 276"/>
              <a:gd name="T104" fmla="*/ 163 w 281"/>
              <a:gd name="T105" fmla="*/ 18 h 276"/>
              <a:gd name="T106" fmla="*/ 176 w 281"/>
              <a:gd name="T107" fmla="*/ 32 h 276"/>
              <a:gd name="T108" fmla="*/ 189 w 281"/>
              <a:gd name="T109" fmla="*/ 36 h 276"/>
              <a:gd name="T110" fmla="*/ 197 w 281"/>
              <a:gd name="T111" fmla="*/ 44 h 276"/>
              <a:gd name="T112" fmla="*/ 216 w 281"/>
              <a:gd name="T113" fmla="*/ 50 h 276"/>
              <a:gd name="T114" fmla="*/ 242 w 281"/>
              <a:gd name="T115" fmla="*/ 62 h 276"/>
              <a:gd name="T116" fmla="*/ 281 w 281"/>
              <a:gd name="T117" fmla="*/ 252 h 276"/>
              <a:gd name="T118" fmla="*/ 276 w 281"/>
              <a:gd name="T119" fmla="*/ 241 h 276"/>
              <a:gd name="T120" fmla="*/ 262 w 281"/>
              <a:gd name="T121" fmla="*/ 250 h 276"/>
              <a:gd name="T122" fmla="*/ 263 w 281"/>
              <a:gd name="T123" fmla="*/ 265 h 276"/>
              <a:gd name="T124" fmla="*/ 274 w 281"/>
              <a:gd name="T125" fmla="*/ 27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 h="276">
                <a:moveTo>
                  <a:pt x="254" y="65"/>
                </a:moveTo>
                <a:cubicBezTo>
                  <a:pt x="254" y="66"/>
                  <a:pt x="253" y="67"/>
                  <a:pt x="253" y="68"/>
                </a:cubicBezTo>
                <a:cubicBezTo>
                  <a:pt x="252" y="70"/>
                  <a:pt x="251" y="70"/>
                  <a:pt x="250" y="72"/>
                </a:cubicBezTo>
                <a:cubicBezTo>
                  <a:pt x="249" y="73"/>
                  <a:pt x="247" y="74"/>
                  <a:pt x="247" y="75"/>
                </a:cubicBezTo>
                <a:cubicBezTo>
                  <a:pt x="246" y="76"/>
                  <a:pt x="247" y="77"/>
                  <a:pt x="247" y="78"/>
                </a:cubicBezTo>
                <a:cubicBezTo>
                  <a:pt x="247" y="79"/>
                  <a:pt x="246" y="79"/>
                  <a:pt x="246" y="80"/>
                </a:cubicBezTo>
                <a:cubicBezTo>
                  <a:pt x="245" y="81"/>
                  <a:pt x="245" y="82"/>
                  <a:pt x="245" y="84"/>
                </a:cubicBezTo>
                <a:cubicBezTo>
                  <a:pt x="245" y="86"/>
                  <a:pt x="241" y="90"/>
                  <a:pt x="242" y="92"/>
                </a:cubicBezTo>
                <a:cubicBezTo>
                  <a:pt x="244" y="93"/>
                  <a:pt x="241" y="98"/>
                  <a:pt x="241" y="99"/>
                </a:cubicBezTo>
                <a:cubicBezTo>
                  <a:pt x="241" y="100"/>
                  <a:pt x="241" y="102"/>
                  <a:pt x="241" y="103"/>
                </a:cubicBezTo>
                <a:cubicBezTo>
                  <a:pt x="241" y="103"/>
                  <a:pt x="244" y="105"/>
                  <a:pt x="243" y="106"/>
                </a:cubicBezTo>
                <a:cubicBezTo>
                  <a:pt x="242" y="106"/>
                  <a:pt x="242" y="106"/>
                  <a:pt x="241" y="106"/>
                </a:cubicBezTo>
                <a:cubicBezTo>
                  <a:pt x="240" y="107"/>
                  <a:pt x="240" y="108"/>
                  <a:pt x="240" y="108"/>
                </a:cubicBezTo>
                <a:cubicBezTo>
                  <a:pt x="239" y="108"/>
                  <a:pt x="239" y="109"/>
                  <a:pt x="239" y="110"/>
                </a:cubicBezTo>
                <a:cubicBezTo>
                  <a:pt x="238" y="110"/>
                  <a:pt x="238" y="110"/>
                  <a:pt x="238" y="110"/>
                </a:cubicBezTo>
                <a:cubicBezTo>
                  <a:pt x="236" y="110"/>
                  <a:pt x="235" y="109"/>
                  <a:pt x="234" y="109"/>
                </a:cubicBezTo>
                <a:cubicBezTo>
                  <a:pt x="234" y="108"/>
                  <a:pt x="233" y="107"/>
                  <a:pt x="231" y="108"/>
                </a:cubicBezTo>
                <a:cubicBezTo>
                  <a:pt x="230" y="108"/>
                  <a:pt x="230" y="110"/>
                  <a:pt x="229" y="110"/>
                </a:cubicBezTo>
                <a:cubicBezTo>
                  <a:pt x="229" y="111"/>
                  <a:pt x="227" y="112"/>
                  <a:pt x="229" y="112"/>
                </a:cubicBezTo>
                <a:cubicBezTo>
                  <a:pt x="229" y="112"/>
                  <a:pt x="230" y="112"/>
                  <a:pt x="231" y="112"/>
                </a:cubicBezTo>
                <a:cubicBezTo>
                  <a:pt x="232" y="113"/>
                  <a:pt x="230" y="113"/>
                  <a:pt x="230" y="114"/>
                </a:cubicBezTo>
                <a:cubicBezTo>
                  <a:pt x="229" y="114"/>
                  <a:pt x="230" y="115"/>
                  <a:pt x="230" y="116"/>
                </a:cubicBezTo>
                <a:cubicBezTo>
                  <a:pt x="229" y="116"/>
                  <a:pt x="228" y="117"/>
                  <a:pt x="227" y="118"/>
                </a:cubicBezTo>
                <a:cubicBezTo>
                  <a:pt x="227" y="118"/>
                  <a:pt x="226" y="119"/>
                  <a:pt x="225" y="120"/>
                </a:cubicBezTo>
                <a:cubicBezTo>
                  <a:pt x="225" y="120"/>
                  <a:pt x="224" y="121"/>
                  <a:pt x="224" y="122"/>
                </a:cubicBezTo>
                <a:cubicBezTo>
                  <a:pt x="223" y="123"/>
                  <a:pt x="220" y="123"/>
                  <a:pt x="219" y="124"/>
                </a:cubicBezTo>
                <a:cubicBezTo>
                  <a:pt x="219" y="124"/>
                  <a:pt x="220" y="126"/>
                  <a:pt x="220" y="126"/>
                </a:cubicBezTo>
                <a:cubicBezTo>
                  <a:pt x="220" y="127"/>
                  <a:pt x="220" y="128"/>
                  <a:pt x="219" y="129"/>
                </a:cubicBezTo>
                <a:cubicBezTo>
                  <a:pt x="219" y="131"/>
                  <a:pt x="216" y="131"/>
                  <a:pt x="214" y="133"/>
                </a:cubicBezTo>
                <a:cubicBezTo>
                  <a:pt x="214" y="134"/>
                  <a:pt x="214" y="135"/>
                  <a:pt x="213" y="136"/>
                </a:cubicBezTo>
                <a:cubicBezTo>
                  <a:pt x="213" y="136"/>
                  <a:pt x="213" y="138"/>
                  <a:pt x="212" y="138"/>
                </a:cubicBezTo>
                <a:cubicBezTo>
                  <a:pt x="212" y="139"/>
                  <a:pt x="213" y="139"/>
                  <a:pt x="214" y="140"/>
                </a:cubicBezTo>
                <a:cubicBezTo>
                  <a:pt x="214" y="141"/>
                  <a:pt x="214" y="141"/>
                  <a:pt x="213" y="142"/>
                </a:cubicBezTo>
                <a:cubicBezTo>
                  <a:pt x="213" y="144"/>
                  <a:pt x="211" y="144"/>
                  <a:pt x="210" y="145"/>
                </a:cubicBezTo>
                <a:cubicBezTo>
                  <a:pt x="209" y="148"/>
                  <a:pt x="217" y="146"/>
                  <a:pt x="217" y="143"/>
                </a:cubicBezTo>
                <a:cubicBezTo>
                  <a:pt x="217" y="143"/>
                  <a:pt x="216" y="142"/>
                  <a:pt x="216" y="142"/>
                </a:cubicBezTo>
                <a:cubicBezTo>
                  <a:pt x="216" y="141"/>
                  <a:pt x="216" y="141"/>
                  <a:pt x="216" y="140"/>
                </a:cubicBezTo>
                <a:cubicBezTo>
                  <a:pt x="217" y="139"/>
                  <a:pt x="219" y="138"/>
                  <a:pt x="221" y="138"/>
                </a:cubicBezTo>
                <a:cubicBezTo>
                  <a:pt x="222" y="138"/>
                  <a:pt x="225" y="137"/>
                  <a:pt x="226" y="138"/>
                </a:cubicBezTo>
                <a:cubicBezTo>
                  <a:pt x="227" y="139"/>
                  <a:pt x="226" y="140"/>
                  <a:pt x="226" y="142"/>
                </a:cubicBezTo>
                <a:cubicBezTo>
                  <a:pt x="228" y="143"/>
                  <a:pt x="226" y="145"/>
                  <a:pt x="226" y="146"/>
                </a:cubicBezTo>
                <a:cubicBezTo>
                  <a:pt x="227" y="148"/>
                  <a:pt x="229" y="147"/>
                  <a:pt x="227" y="149"/>
                </a:cubicBezTo>
                <a:cubicBezTo>
                  <a:pt x="229" y="150"/>
                  <a:pt x="232" y="151"/>
                  <a:pt x="231" y="154"/>
                </a:cubicBezTo>
                <a:cubicBezTo>
                  <a:pt x="230" y="155"/>
                  <a:pt x="227" y="154"/>
                  <a:pt x="227" y="157"/>
                </a:cubicBezTo>
                <a:cubicBezTo>
                  <a:pt x="226" y="159"/>
                  <a:pt x="228" y="159"/>
                  <a:pt x="230" y="161"/>
                </a:cubicBezTo>
                <a:cubicBezTo>
                  <a:pt x="230" y="162"/>
                  <a:pt x="230" y="163"/>
                  <a:pt x="231" y="164"/>
                </a:cubicBezTo>
                <a:cubicBezTo>
                  <a:pt x="231" y="165"/>
                  <a:pt x="232" y="165"/>
                  <a:pt x="233" y="166"/>
                </a:cubicBezTo>
                <a:cubicBezTo>
                  <a:pt x="233" y="167"/>
                  <a:pt x="234" y="167"/>
                  <a:pt x="233" y="169"/>
                </a:cubicBezTo>
                <a:cubicBezTo>
                  <a:pt x="233" y="169"/>
                  <a:pt x="233" y="171"/>
                  <a:pt x="233" y="171"/>
                </a:cubicBezTo>
                <a:cubicBezTo>
                  <a:pt x="232" y="173"/>
                  <a:pt x="233" y="172"/>
                  <a:pt x="231" y="172"/>
                </a:cubicBezTo>
                <a:cubicBezTo>
                  <a:pt x="230" y="173"/>
                  <a:pt x="230" y="173"/>
                  <a:pt x="229" y="174"/>
                </a:cubicBezTo>
                <a:cubicBezTo>
                  <a:pt x="228" y="175"/>
                  <a:pt x="228" y="175"/>
                  <a:pt x="227" y="175"/>
                </a:cubicBezTo>
                <a:cubicBezTo>
                  <a:pt x="227" y="175"/>
                  <a:pt x="226" y="175"/>
                  <a:pt x="226" y="175"/>
                </a:cubicBezTo>
                <a:cubicBezTo>
                  <a:pt x="223" y="175"/>
                  <a:pt x="223" y="176"/>
                  <a:pt x="224" y="178"/>
                </a:cubicBezTo>
                <a:cubicBezTo>
                  <a:pt x="225" y="178"/>
                  <a:pt x="225" y="178"/>
                  <a:pt x="225" y="178"/>
                </a:cubicBezTo>
                <a:cubicBezTo>
                  <a:pt x="226" y="179"/>
                  <a:pt x="226" y="179"/>
                  <a:pt x="226" y="180"/>
                </a:cubicBezTo>
                <a:cubicBezTo>
                  <a:pt x="226" y="181"/>
                  <a:pt x="226" y="181"/>
                  <a:pt x="227" y="182"/>
                </a:cubicBezTo>
                <a:cubicBezTo>
                  <a:pt x="228" y="183"/>
                  <a:pt x="230" y="182"/>
                  <a:pt x="231" y="183"/>
                </a:cubicBezTo>
                <a:cubicBezTo>
                  <a:pt x="231" y="183"/>
                  <a:pt x="231" y="186"/>
                  <a:pt x="231" y="186"/>
                </a:cubicBezTo>
                <a:cubicBezTo>
                  <a:pt x="231" y="188"/>
                  <a:pt x="231" y="186"/>
                  <a:pt x="230" y="187"/>
                </a:cubicBezTo>
                <a:cubicBezTo>
                  <a:pt x="230" y="188"/>
                  <a:pt x="230" y="189"/>
                  <a:pt x="229" y="190"/>
                </a:cubicBezTo>
                <a:cubicBezTo>
                  <a:pt x="229" y="190"/>
                  <a:pt x="227" y="191"/>
                  <a:pt x="228" y="192"/>
                </a:cubicBezTo>
                <a:cubicBezTo>
                  <a:pt x="228" y="193"/>
                  <a:pt x="229" y="193"/>
                  <a:pt x="229" y="193"/>
                </a:cubicBezTo>
                <a:cubicBezTo>
                  <a:pt x="229" y="194"/>
                  <a:pt x="229" y="194"/>
                  <a:pt x="229" y="194"/>
                </a:cubicBezTo>
                <a:cubicBezTo>
                  <a:pt x="229" y="196"/>
                  <a:pt x="229" y="195"/>
                  <a:pt x="229" y="197"/>
                </a:cubicBezTo>
                <a:cubicBezTo>
                  <a:pt x="230" y="197"/>
                  <a:pt x="230" y="199"/>
                  <a:pt x="230" y="199"/>
                </a:cubicBezTo>
                <a:cubicBezTo>
                  <a:pt x="231" y="200"/>
                  <a:pt x="232" y="199"/>
                  <a:pt x="232" y="199"/>
                </a:cubicBezTo>
                <a:cubicBezTo>
                  <a:pt x="234" y="200"/>
                  <a:pt x="236" y="203"/>
                  <a:pt x="238" y="203"/>
                </a:cubicBezTo>
                <a:cubicBezTo>
                  <a:pt x="240" y="203"/>
                  <a:pt x="241" y="201"/>
                  <a:pt x="242" y="201"/>
                </a:cubicBezTo>
                <a:cubicBezTo>
                  <a:pt x="242" y="201"/>
                  <a:pt x="243" y="201"/>
                  <a:pt x="244" y="201"/>
                </a:cubicBezTo>
                <a:cubicBezTo>
                  <a:pt x="244" y="201"/>
                  <a:pt x="244" y="202"/>
                  <a:pt x="244" y="202"/>
                </a:cubicBezTo>
                <a:cubicBezTo>
                  <a:pt x="244" y="204"/>
                  <a:pt x="245" y="204"/>
                  <a:pt x="244" y="205"/>
                </a:cubicBezTo>
                <a:cubicBezTo>
                  <a:pt x="243" y="207"/>
                  <a:pt x="242" y="207"/>
                  <a:pt x="241" y="208"/>
                </a:cubicBezTo>
                <a:cubicBezTo>
                  <a:pt x="240" y="209"/>
                  <a:pt x="241" y="210"/>
                  <a:pt x="240" y="211"/>
                </a:cubicBezTo>
                <a:cubicBezTo>
                  <a:pt x="240" y="213"/>
                  <a:pt x="237" y="213"/>
                  <a:pt x="236" y="214"/>
                </a:cubicBezTo>
                <a:cubicBezTo>
                  <a:pt x="235" y="214"/>
                  <a:pt x="234" y="215"/>
                  <a:pt x="233" y="215"/>
                </a:cubicBezTo>
                <a:cubicBezTo>
                  <a:pt x="233" y="216"/>
                  <a:pt x="234" y="217"/>
                  <a:pt x="232" y="218"/>
                </a:cubicBezTo>
                <a:cubicBezTo>
                  <a:pt x="231" y="218"/>
                  <a:pt x="231" y="217"/>
                  <a:pt x="230" y="218"/>
                </a:cubicBezTo>
                <a:cubicBezTo>
                  <a:pt x="229" y="219"/>
                  <a:pt x="229" y="220"/>
                  <a:pt x="228" y="221"/>
                </a:cubicBezTo>
                <a:cubicBezTo>
                  <a:pt x="227" y="222"/>
                  <a:pt x="227" y="221"/>
                  <a:pt x="226" y="221"/>
                </a:cubicBezTo>
                <a:cubicBezTo>
                  <a:pt x="225" y="222"/>
                  <a:pt x="225" y="223"/>
                  <a:pt x="224" y="224"/>
                </a:cubicBezTo>
                <a:cubicBezTo>
                  <a:pt x="224" y="224"/>
                  <a:pt x="222" y="225"/>
                  <a:pt x="222" y="225"/>
                </a:cubicBezTo>
                <a:cubicBezTo>
                  <a:pt x="223" y="226"/>
                  <a:pt x="224" y="225"/>
                  <a:pt x="224" y="227"/>
                </a:cubicBezTo>
                <a:cubicBezTo>
                  <a:pt x="225" y="229"/>
                  <a:pt x="222" y="227"/>
                  <a:pt x="221" y="228"/>
                </a:cubicBezTo>
                <a:cubicBezTo>
                  <a:pt x="220" y="228"/>
                  <a:pt x="219" y="229"/>
                  <a:pt x="219" y="230"/>
                </a:cubicBezTo>
                <a:cubicBezTo>
                  <a:pt x="218" y="230"/>
                  <a:pt x="217" y="230"/>
                  <a:pt x="216" y="230"/>
                </a:cubicBezTo>
                <a:cubicBezTo>
                  <a:pt x="215" y="230"/>
                  <a:pt x="215" y="229"/>
                  <a:pt x="215" y="231"/>
                </a:cubicBezTo>
                <a:cubicBezTo>
                  <a:pt x="215" y="231"/>
                  <a:pt x="217" y="233"/>
                  <a:pt x="215" y="233"/>
                </a:cubicBezTo>
                <a:cubicBezTo>
                  <a:pt x="214" y="233"/>
                  <a:pt x="213" y="231"/>
                  <a:pt x="212" y="230"/>
                </a:cubicBezTo>
                <a:cubicBezTo>
                  <a:pt x="210" y="229"/>
                  <a:pt x="210" y="233"/>
                  <a:pt x="207" y="231"/>
                </a:cubicBezTo>
                <a:cubicBezTo>
                  <a:pt x="206" y="231"/>
                  <a:pt x="207" y="230"/>
                  <a:pt x="206" y="229"/>
                </a:cubicBezTo>
                <a:cubicBezTo>
                  <a:pt x="206" y="228"/>
                  <a:pt x="205" y="228"/>
                  <a:pt x="204" y="228"/>
                </a:cubicBezTo>
                <a:cubicBezTo>
                  <a:pt x="202" y="228"/>
                  <a:pt x="200" y="227"/>
                  <a:pt x="199" y="226"/>
                </a:cubicBezTo>
                <a:cubicBezTo>
                  <a:pt x="198" y="225"/>
                  <a:pt x="199" y="223"/>
                  <a:pt x="197" y="223"/>
                </a:cubicBezTo>
                <a:cubicBezTo>
                  <a:pt x="197" y="223"/>
                  <a:pt x="195" y="224"/>
                  <a:pt x="195" y="224"/>
                </a:cubicBezTo>
                <a:cubicBezTo>
                  <a:pt x="194" y="224"/>
                  <a:pt x="193" y="223"/>
                  <a:pt x="193" y="222"/>
                </a:cubicBezTo>
                <a:cubicBezTo>
                  <a:pt x="194" y="222"/>
                  <a:pt x="195" y="221"/>
                  <a:pt x="195" y="219"/>
                </a:cubicBezTo>
                <a:cubicBezTo>
                  <a:pt x="194" y="218"/>
                  <a:pt x="192" y="216"/>
                  <a:pt x="192" y="219"/>
                </a:cubicBezTo>
                <a:cubicBezTo>
                  <a:pt x="192" y="219"/>
                  <a:pt x="192" y="220"/>
                  <a:pt x="192" y="221"/>
                </a:cubicBezTo>
                <a:cubicBezTo>
                  <a:pt x="192" y="222"/>
                  <a:pt x="191" y="221"/>
                  <a:pt x="190" y="222"/>
                </a:cubicBezTo>
                <a:cubicBezTo>
                  <a:pt x="188" y="222"/>
                  <a:pt x="188" y="223"/>
                  <a:pt x="186" y="223"/>
                </a:cubicBezTo>
                <a:cubicBezTo>
                  <a:pt x="184" y="224"/>
                  <a:pt x="184" y="223"/>
                  <a:pt x="183" y="221"/>
                </a:cubicBezTo>
                <a:cubicBezTo>
                  <a:pt x="182" y="220"/>
                  <a:pt x="182" y="220"/>
                  <a:pt x="181" y="220"/>
                </a:cubicBezTo>
                <a:cubicBezTo>
                  <a:pt x="179" y="220"/>
                  <a:pt x="177" y="220"/>
                  <a:pt x="176" y="220"/>
                </a:cubicBezTo>
                <a:cubicBezTo>
                  <a:pt x="174" y="219"/>
                  <a:pt x="175" y="218"/>
                  <a:pt x="174" y="217"/>
                </a:cubicBezTo>
                <a:cubicBezTo>
                  <a:pt x="172" y="215"/>
                  <a:pt x="169" y="220"/>
                  <a:pt x="167" y="222"/>
                </a:cubicBezTo>
                <a:cubicBezTo>
                  <a:pt x="166" y="222"/>
                  <a:pt x="164" y="223"/>
                  <a:pt x="163" y="224"/>
                </a:cubicBezTo>
                <a:cubicBezTo>
                  <a:pt x="162" y="225"/>
                  <a:pt x="162" y="225"/>
                  <a:pt x="161" y="225"/>
                </a:cubicBezTo>
                <a:cubicBezTo>
                  <a:pt x="158" y="226"/>
                  <a:pt x="157" y="227"/>
                  <a:pt x="155" y="229"/>
                </a:cubicBezTo>
                <a:cubicBezTo>
                  <a:pt x="155" y="231"/>
                  <a:pt x="154" y="232"/>
                  <a:pt x="154" y="233"/>
                </a:cubicBezTo>
                <a:cubicBezTo>
                  <a:pt x="154" y="234"/>
                  <a:pt x="154" y="235"/>
                  <a:pt x="154" y="236"/>
                </a:cubicBezTo>
                <a:cubicBezTo>
                  <a:pt x="153" y="236"/>
                  <a:pt x="153" y="236"/>
                  <a:pt x="153" y="237"/>
                </a:cubicBezTo>
                <a:cubicBezTo>
                  <a:pt x="153" y="238"/>
                  <a:pt x="154" y="237"/>
                  <a:pt x="154" y="238"/>
                </a:cubicBezTo>
                <a:cubicBezTo>
                  <a:pt x="155" y="239"/>
                  <a:pt x="154" y="240"/>
                  <a:pt x="154" y="241"/>
                </a:cubicBezTo>
                <a:cubicBezTo>
                  <a:pt x="154" y="241"/>
                  <a:pt x="154" y="243"/>
                  <a:pt x="154" y="244"/>
                </a:cubicBezTo>
                <a:cubicBezTo>
                  <a:pt x="155" y="245"/>
                  <a:pt x="156" y="246"/>
                  <a:pt x="156" y="247"/>
                </a:cubicBezTo>
                <a:cubicBezTo>
                  <a:pt x="155" y="247"/>
                  <a:pt x="153" y="247"/>
                  <a:pt x="152" y="247"/>
                </a:cubicBezTo>
                <a:cubicBezTo>
                  <a:pt x="150" y="247"/>
                  <a:pt x="150" y="248"/>
                  <a:pt x="149" y="249"/>
                </a:cubicBezTo>
                <a:cubicBezTo>
                  <a:pt x="148" y="249"/>
                  <a:pt x="147" y="249"/>
                  <a:pt x="146" y="249"/>
                </a:cubicBezTo>
                <a:cubicBezTo>
                  <a:pt x="145" y="250"/>
                  <a:pt x="146" y="250"/>
                  <a:pt x="145" y="251"/>
                </a:cubicBezTo>
                <a:cubicBezTo>
                  <a:pt x="144" y="251"/>
                  <a:pt x="143" y="251"/>
                  <a:pt x="142" y="250"/>
                </a:cubicBezTo>
                <a:cubicBezTo>
                  <a:pt x="140" y="249"/>
                  <a:pt x="139" y="248"/>
                  <a:pt x="137" y="248"/>
                </a:cubicBezTo>
                <a:cubicBezTo>
                  <a:pt x="136" y="249"/>
                  <a:pt x="135" y="250"/>
                  <a:pt x="134" y="250"/>
                </a:cubicBezTo>
                <a:cubicBezTo>
                  <a:pt x="132" y="250"/>
                  <a:pt x="133" y="248"/>
                  <a:pt x="132" y="247"/>
                </a:cubicBezTo>
                <a:cubicBezTo>
                  <a:pt x="131" y="247"/>
                  <a:pt x="129" y="248"/>
                  <a:pt x="128" y="246"/>
                </a:cubicBezTo>
                <a:cubicBezTo>
                  <a:pt x="127" y="247"/>
                  <a:pt x="124" y="249"/>
                  <a:pt x="123" y="248"/>
                </a:cubicBezTo>
                <a:cubicBezTo>
                  <a:pt x="120" y="248"/>
                  <a:pt x="122" y="244"/>
                  <a:pt x="122" y="243"/>
                </a:cubicBezTo>
                <a:cubicBezTo>
                  <a:pt x="121" y="242"/>
                  <a:pt x="121" y="242"/>
                  <a:pt x="121" y="241"/>
                </a:cubicBezTo>
                <a:cubicBezTo>
                  <a:pt x="119" y="241"/>
                  <a:pt x="117" y="240"/>
                  <a:pt x="116" y="240"/>
                </a:cubicBezTo>
                <a:cubicBezTo>
                  <a:pt x="114" y="239"/>
                  <a:pt x="113" y="239"/>
                  <a:pt x="112" y="238"/>
                </a:cubicBezTo>
                <a:cubicBezTo>
                  <a:pt x="109" y="237"/>
                  <a:pt x="107" y="236"/>
                  <a:pt x="107" y="240"/>
                </a:cubicBezTo>
                <a:cubicBezTo>
                  <a:pt x="105" y="241"/>
                  <a:pt x="104" y="241"/>
                  <a:pt x="102" y="241"/>
                </a:cubicBezTo>
                <a:cubicBezTo>
                  <a:pt x="101" y="241"/>
                  <a:pt x="100" y="241"/>
                  <a:pt x="100" y="241"/>
                </a:cubicBezTo>
                <a:cubicBezTo>
                  <a:pt x="98" y="241"/>
                  <a:pt x="97" y="240"/>
                  <a:pt x="96" y="241"/>
                </a:cubicBezTo>
                <a:cubicBezTo>
                  <a:pt x="94" y="241"/>
                  <a:pt x="92" y="241"/>
                  <a:pt x="91" y="240"/>
                </a:cubicBezTo>
                <a:cubicBezTo>
                  <a:pt x="90" y="239"/>
                  <a:pt x="90" y="237"/>
                  <a:pt x="89" y="237"/>
                </a:cubicBezTo>
                <a:cubicBezTo>
                  <a:pt x="87" y="237"/>
                  <a:pt x="87" y="238"/>
                  <a:pt x="86" y="239"/>
                </a:cubicBezTo>
                <a:cubicBezTo>
                  <a:pt x="83" y="240"/>
                  <a:pt x="81" y="237"/>
                  <a:pt x="80" y="235"/>
                </a:cubicBezTo>
                <a:cubicBezTo>
                  <a:pt x="78" y="233"/>
                  <a:pt x="75" y="235"/>
                  <a:pt x="72" y="233"/>
                </a:cubicBezTo>
                <a:cubicBezTo>
                  <a:pt x="71" y="232"/>
                  <a:pt x="70" y="231"/>
                  <a:pt x="68" y="231"/>
                </a:cubicBezTo>
                <a:cubicBezTo>
                  <a:pt x="67" y="232"/>
                  <a:pt x="66" y="233"/>
                  <a:pt x="65" y="231"/>
                </a:cubicBezTo>
                <a:cubicBezTo>
                  <a:pt x="64" y="230"/>
                  <a:pt x="66" y="229"/>
                  <a:pt x="66" y="228"/>
                </a:cubicBezTo>
                <a:cubicBezTo>
                  <a:pt x="67" y="227"/>
                  <a:pt x="66" y="225"/>
                  <a:pt x="65" y="225"/>
                </a:cubicBezTo>
                <a:cubicBezTo>
                  <a:pt x="64" y="225"/>
                  <a:pt x="63" y="226"/>
                  <a:pt x="62" y="226"/>
                </a:cubicBezTo>
                <a:cubicBezTo>
                  <a:pt x="61" y="225"/>
                  <a:pt x="59" y="224"/>
                  <a:pt x="59" y="223"/>
                </a:cubicBezTo>
                <a:cubicBezTo>
                  <a:pt x="59" y="223"/>
                  <a:pt x="59" y="223"/>
                  <a:pt x="58" y="222"/>
                </a:cubicBezTo>
                <a:cubicBezTo>
                  <a:pt x="58" y="222"/>
                  <a:pt x="58" y="222"/>
                  <a:pt x="58" y="222"/>
                </a:cubicBezTo>
                <a:cubicBezTo>
                  <a:pt x="58" y="222"/>
                  <a:pt x="58" y="222"/>
                  <a:pt x="58" y="222"/>
                </a:cubicBezTo>
                <a:cubicBezTo>
                  <a:pt x="59" y="221"/>
                  <a:pt x="60" y="222"/>
                  <a:pt x="61" y="222"/>
                </a:cubicBezTo>
                <a:cubicBezTo>
                  <a:pt x="62" y="221"/>
                  <a:pt x="62" y="221"/>
                  <a:pt x="62" y="221"/>
                </a:cubicBezTo>
                <a:cubicBezTo>
                  <a:pt x="64" y="219"/>
                  <a:pt x="65" y="218"/>
                  <a:pt x="65" y="216"/>
                </a:cubicBezTo>
                <a:cubicBezTo>
                  <a:pt x="66" y="211"/>
                  <a:pt x="68" y="207"/>
                  <a:pt x="68" y="202"/>
                </a:cubicBezTo>
                <a:cubicBezTo>
                  <a:pt x="69" y="200"/>
                  <a:pt x="69" y="197"/>
                  <a:pt x="69" y="195"/>
                </a:cubicBezTo>
                <a:cubicBezTo>
                  <a:pt x="69" y="193"/>
                  <a:pt x="69" y="190"/>
                  <a:pt x="70" y="189"/>
                </a:cubicBezTo>
                <a:cubicBezTo>
                  <a:pt x="72" y="187"/>
                  <a:pt x="74" y="189"/>
                  <a:pt x="73" y="186"/>
                </a:cubicBezTo>
                <a:cubicBezTo>
                  <a:pt x="72" y="184"/>
                  <a:pt x="71" y="185"/>
                  <a:pt x="70" y="187"/>
                </a:cubicBezTo>
                <a:cubicBezTo>
                  <a:pt x="69" y="186"/>
                  <a:pt x="70" y="182"/>
                  <a:pt x="70" y="181"/>
                </a:cubicBezTo>
                <a:cubicBezTo>
                  <a:pt x="70" y="179"/>
                  <a:pt x="70" y="177"/>
                  <a:pt x="70" y="174"/>
                </a:cubicBezTo>
                <a:cubicBezTo>
                  <a:pt x="71" y="172"/>
                  <a:pt x="71" y="170"/>
                  <a:pt x="71" y="168"/>
                </a:cubicBezTo>
                <a:cubicBezTo>
                  <a:pt x="71" y="166"/>
                  <a:pt x="71" y="163"/>
                  <a:pt x="73" y="164"/>
                </a:cubicBezTo>
                <a:cubicBezTo>
                  <a:pt x="76" y="165"/>
                  <a:pt x="78" y="169"/>
                  <a:pt x="79" y="172"/>
                </a:cubicBezTo>
                <a:cubicBezTo>
                  <a:pt x="80" y="174"/>
                  <a:pt x="80" y="175"/>
                  <a:pt x="81" y="177"/>
                </a:cubicBezTo>
                <a:cubicBezTo>
                  <a:pt x="82" y="178"/>
                  <a:pt x="83" y="178"/>
                  <a:pt x="83" y="179"/>
                </a:cubicBezTo>
                <a:cubicBezTo>
                  <a:pt x="84" y="180"/>
                  <a:pt x="84" y="181"/>
                  <a:pt x="84" y="181"/>
                </a:cubicBezTo>
                <a:cubicBezTo>
                  <a:pt x="86" y="180"/>
                  <a:pt x="83" y="178"/>
                  <a:pt x="82" y="177"/>
                </a:cubicBezTo>
                <a:cubicBezTo>
                  <a:pt x="81" y="174"/>
                  <a:pt x="80" y="172"/>
                  <a:pt x="80" y="169"/>
                </a:cubicBezTo>
                <a:cubicBezTo>
                  <a:pt x="80" y="167"/>
                  <a:pt x="79" y="165"/>
                  <a:pt x="77" y="164"/>
                </a:cubicBezTo>
                <a:cubicBezTo>
                  <a:pt x="75" y="162"/>
                  <a:pt x="73" y="161"/>
                  <a:pt x="71" y="159"/>
                </a:cubicBezTo>
                <a:cubicBezTo>
                  <a:pt x="69" y="158"/>
                  <a:pt x="71" y="155"/>
                  <a:pt x="69" y="153"/>
                </a:cubicBezTo>
                <a:cubicBezTo>
                  <a:pt x="68" y="153"/>
                  <a:pt x="65" y="150"/>
                  <a:pt x="67" y="149"/>
                </a:cubicBezTo>
                <a:cubicBezTo>
                  <a:pt x="68" y="149"/>
                  <a:pt x="70" y="152"/>
                  <a:pt x="71" y="153"/>
                </a:cubicBezTo>
                <a:cubicBezTo>
                  <a:pt x="71" y="154"/>
                  <a:pt x="72" y="159"/>
                  <a:pt x="75" y="159"/>
                </a:cubicBezTo>
                <a:cubicBezTo>
                  <a:pt x="75" y="157"/>
                  <a:pt x="73" y="157"/>
                  <a:pt x="73" y="156"/>
                </a:cubicBezTo>
                <a:cubicBezTo>
                  <a:pt x="72" y="155"/>
                  <a:pt x="72" y="154"/>
                  <a:pt x="73" y="153"/>
                </a:cubicBezTo>
                <a:cubicBezTo>
                  <a:pt x="73" y="153"/>
                  <a:pt x="73" y="152"/>
                  <a:pt x="73" y="151"/>
                </a:cubicBezTo>
                <a:cubicBezTo>
                  <a:pt x="73" y="151"/>
                  <a:pt x="72" y="151"/>
                  <a:pt x="72" y="150"/>
                </a:cubicBezTo>
                <a:cubicBezTo>
                  <a:pt x="72" y="150"/>
                  <a:pt x="73" y="150"/>
                  <a:pt x="73" y="150"/>
                </a:cubicBezTo>
                <a:cubicBezTo>
                  <a:pt x="72" y="148"/>
                  <a:pt x="70" y="146"/>
                  <a:pt x="71" y="144"/>
                </a:cubicBezTo>
                <a:cubicBezTo>
                  <a:pt x="71" y="143"/>
                  <a:pt x="72" y="143"/>
                  <a:pt x="72" y="143"/>
                </a:cubicBezTo>
                <a:cubicBezTo>
                  <a:pt x="73" y="141"/>
                  <a:pt x="71" y="142"/>
                  <a:pt x="70" y="142"/>
                </a:cubicBezTo>
                <a:cubicBezTo>
                  <a:pt x="70" y="142"/>
                  <a:pt x="70" y="142"/>
                  <a:pt x="70" y="142"/>
                </a:cubicBezTo>
                <a:cubicBezTo>
                  <a:pt x="69" y="142"/>
                  <a:pt x="69" y="142"/>
                  <a:pt x="68" y="141"/>
                </a:cubicBezTo>
                <a:cubicBezTo>
                  <a:pt x="67" y="141"/>
                  <a:pt x="66" y="141"/>
                  <a:pt x="65" y="141"/>
                </a:cubicBezTo>
                <a:cubicBezTo>
                  <a:pt x="65" y="140"/>
                  <a:pt x="65" y="139"/>
                  <a:pt x="64" y="138"/>
                </a:cubicBezTo>
                <a:cubicBezTo>
                  <a:pt x="64" y="138"/>
                  <a:pt x="62" y="138"/>
                  <a:pt x="61" y="137"/>
                </a:cubicBezTo>
                <a:cubicBezTo>
                  <a:pt x="61" y="137"/>
                  <a:pt x="59" y="137"/>
                  <a:pt x="59" y="136"/>
                </a:cubicBezTo>
                <a:cubicBezTo>
                  <a:pt x="58" y="135"/>
                  <a:pt x="58" y="133"/>
                  <a:pt x="57" y="132"/>
                </a:cubicBezTo>
                <a:cubicBezTo>
                  <a:pt x="55" y="129"/>
                  <a:pt x="52" y="128"/>
                  <a:pt x="52" y="124"/>
                </a:cubicBezTo>
                <a:cubicBezTo>
                  <a:pt x="53" y="124"/>
                  <a:pt x="55" y="123"/>
                  <a:pt x="55" y="122"/>
                </a:cubicBezTo>
                <a:cubicBezTo>
                  <a:pt x="55" y="120"/>
                  <a:pt x="54" y="119"/>
                  <a:pt x="52" y="119"/>
                </a:cubicBezTo>
                <a:cubicBezTo>
                  <a:pt x="52" y="119"/>
                  <a:pt x="51" y="119"/>
                  <a:pt x="50" y="118"/>
                </a:cubicBezTo>
                <a:cubicBezTo>
                  <a:pt x="50" y="118"/>
                  <a:pt x="51" y="118"/>
                  <a:pt x="51" y="117"/>
                </a:cubicBezTo>
                <a:cubicBezTo>
                  <a:pt x="51" y="115"/>
                  <a:pt x="51" y="115"/>
                  <a:pt x="53" y="114"/>
                </a:cubicBezTo>
                <a:cubicBezTo>
                  <a:pt x="53" y="114"/>
                  <a:pt x="57" y="115"/>
                  <a:pt x="56" y="113"/>
                </a:cubicBezTo>
                <a:cubicBezTo>
                  <a:pt x="55" y="112"/>
                  <a:pt x="52" y="113"/>
                  <a:pt x="51" y="113"/>
                </a:cubicBezTo>
                <a:cubicBezTo>
                  <a:pt x="50" y="114"/>
                  <a:pt x="50" y="115"/>
                  <a:pt x="49" y="115"/>
                </a:cubicBezTo>
                <a:cubicBezTo>
                  <a:pt x="48" y="115"/>
                  <a:pt x="48" y="114"/>
                  <a:pt x="47" y="114"/>
                </a:cubicBezTo>
                <a:cubicBezTo>
                  <a:pt x="47" y="114"/>
                  <a:pt x="46" y="114"/>
                  <a:pt x="46" y="114"/>
                </a:cubicBezTo>
                <a:cubicBezTo>
                  <a:pt x="45" y="114"/>
                  <a:pt x="44" y="114"/>
                  <a:pt x="43" y="113"/>
                </a:cubicBezTo>
                <a:cubicBezTo>
                  <a:pt x="44" y="113"/>
                  <a:pt x="45" y="114"/>
                  <a:pt x="45" y="112"/>
                </a:cubicBezTo>
                <a:cubicBezTo>
                  <a:pt x="45" y="112"/>
                  <a:pt x="44" y="112"/>
                  <a:pt x="44" y="111"/>
                </a:cubicBezTo>
                <a:cubicBezTo>
                  <a:pt x="44" y="110"/>
                  <a:pt x="46" y="110"/>
                  <a:pt x="45" y="108"/>
                </a:cubicBezTo>
                <a:cubicBezTo>
                  <a:pt x="45" y="107"/>
                  <a:pt x="45" y="107"/>
                  <a:pt x="43" y="107"/>
                </a:cubicBezTo>
                <a:cubicBezTo>
                  <a:pt x="43" y="107"/>
                  <a:pt x="42" y="108"/>
                  <a:pt x="42" y="108"/>
                </a:cubicBezTo>
                <a:cubicBezTo>
                  <a:pt x="40" y="108"/>
                  <a:pt x="39" y="108"/>
                  <a:pt x="38" y="107"/>
                </a:cubicBezTo>
                <a:cubicBezTo>
                  <a:pt x="37" y="107"/>
                  <a:pt x="34" y="105"/>
                  <a:pt x="33" y="107"/>
                </a:cubicBezTo>
                <a:cubicBezTo>
                  <a:pt x="33" y="107"/>
                  <a:pt x="34" y="109"/>
                  <a:pt x="33" y="109"/>
                </a:cubicBezTo>
                <a:cubicBezTo>
                  <a:pt x="31" y="108"/>
                  <a:pt x="32" y="105"/>
                  <a:pt x="31" y="104"/>
                </a:cubicBezTo>
                <a:cubicBezTo>
                  <a:pt x="30" y="102"/>
                  <a:pt x="28" y="102"/>
                  <a:pt x="26" y="102"/>
                </a:cubicBezTo>
                <a:cubicBezTo>
                  <a:pt x="26" y="102"/>
                  <a:pt x="26" y="101"/>
                  <a:pt x="26" y="101"/>
                </a:cubicBezTo>
                <a:cubicBezTo>
                  <a:pt x="25" y="100"/>
                  <a:pt x="25" y="100"/>
                  <a:pt x="24" y="100"/>
                </a:cubicBezTo>
                <a:cubicBezTo>
                  <a:pt x="23" y="99"/>
                  <a:pt x="22" y="99"/>
                  <a:pt x="20" y="99"/>
                </a:cubicBezTo>
                <a:cubicBezTo>
                  <a:pt x="19" y="99"/>
                  <a:pt x="18" y="99"/>
                  <a:pt x="17" y="98"/>
                </a:cubicBezTo>
                <a:cubicBezTo>
                  <a:pt x="17" y="98"/>
                  <a:pt x="17" y="97"/>
                  <a:pt x="16" y="97"/>
                </a:cubicBezTo>
                <a:cubicBezTo>
                  <a:pt x="15" y="96"/>
                  <a:pt x="16" y="98"/>
                  <a:pt x="15" y="98"/>
                </a:cubicBezTo>
                <a:cubicBezTo>
                  <a:pt x="14" y="97"/>
                  <a:pt x="14" y="97"/>
                  <a:pt x="13" y="98"/>
                </a:cubicBezTo>
                <a:cubicBezTo>
                  <a:pt x="13" y="98"/>
                  <a:pt x="12" y="99"/>
                  <a:pt x="12" y="99"/>
                </a:cubicBezTo>
                <a:cubicBezTo>
                  <a:pt x="12" y="99"/>
                  <a:pt x="11" y="99"/>
                  <a:pt x="10" y="99"/>
                </a:cubicBezTo>
                <a:cubicBezTo>
                  <a:pt x="8" y="99"/>
                  <a:pt x="9" y="99"/>
                  <a:pt x="9" y="97"/>
                </a:cubicBezTo>
                <a:cubicBezTo>
                  <a:pt x="8" y="96"/>
                  <a:pt x="7" y="94"/>
                  <a:pt x="5" y="93"/>
                </a:cubicBezTo>
                <a:cubicBezTo>
                  <a:pt x="4" y="92"/>
                  <a:pt x="0" y="92"/>
                  <a:pt x="3" y="91"/>
                </a:cubicBezTo>
                <a:cubicBezTo>
                  <a:pt x="4" y="90"/>
                  <a:pt x="13" y="90"/>
                  <a:pt x="9" y="87"/>
                </a:cubicBezTo>
                <a:cubicBezTo>
                  <a:pt x="9" y="87"/>
                  <a:pt x="7" y="86"/>
                  <a:pt x="7" y="86"/>
                </a:cubicBezTo>
                <a:cubicBezTo>
                  <a:pt x="6" y="87"/>
                  <a:pt x="6" y="89"/>
                  <a:pt x="5" y="89"/>
                </a:cubicBezTo>
                <a:cubicBezTo>
                  <a:pt x="4" y="88"/>
                  <a:pt x="5" y="87"/>
                  <a:pt x="4" y="87"/>
                </a:cubicBezTo>
                <a:cubicBezTo>
                  <a:pt x="4" y="86"/>
                  <a:pt x="3" y="85"/>
                  <a:pt x="3" y="85"/>
                </a:cubicBezTo>
                <a:cubicBezTo>
                  <a:pt x="4" y="84"/>
                  <a:pt x="5" y="84"/>
                  <a:pt x="6" y="84"/>
                </a:cubicBezTo>
                <a:cubicBezTo>
                  <a:pt x="7" y="84"/>
                  <a:pt x="8" y="85"/>
                  <a:pt x="8" y="85"/>
                </a:cubicBezTo>
                <a:cubicBezTo>
                  <a:pt x="9" y="83"/>
                  <a:pt x="9" y="84"/>
                  <a:pt x="7" y="83"/>
                </a:cubicBezTo>
                <a:cubicBezTo>
                  <a:pt x="7" y="83"/>
                  <a:pt x="10" y="81"/>
                  <a:pt x="10" y="81"/>
                </a:cubicBezTo>
                <a:cubicBezTo>
                  <a:pt x="10" y="80"/>
                  <a:pt x="7" y="81"/>
                  <a:pt x="7" y="82"/>
                </a:cubicBezTo>
                <a:cubicBezTo>
                  <a:pt x="5" y="83"/>
                  <a:pt x="4" y="84"/>
                  <a:pt x="2" y="83"/>
                </a:cubicBezTo>
                <a:cubicBezTo>
                  <a:pt x="0" y="83"/>
                  <a:pt x="0" y="81"/>
                  <a:pt x="0" y="80"/>
                </a:cubicBezTo>
                <a:cubicBezTo>
                  <a:pt x="1" y="79"/>
                  <a:pt x="1" y="78"/>
                  <a:pt x="1" y="78"/>
                </a:cubicBezTo>
                <a:cubicBezTo>
                  <a:pt x="2" y="76"/>
                  <a:pt x="2" y="77"/>
                  <a:pt x="3" y="77"/>
                </a:cubicBezTo>
                <a:cubicBezTo>
                  <a:pt x="4" y="76"/>
                  <a:pt x="6" y="75"/>
                  <a:pt x="7" y="75"/>
                </a:cubicBezTo>
                <a:cubicBezTo>
                  <a:pt x="8" y="74"/>
                  <a:pt x="8" y="73"/>
                  <a:pt x="9" y="73"/>
                </a:cubicBezTo>
                <a:cubicBezTo>
                  <a:pt x="10" y="73"/>
                  <a:pt x="10" y="74"/>
                  <a:pt x="10" y="74"/>
                </a:cubicBezTo>
                <a:cubicBezTo>
                  <a:pt x="11" y="74"/>
                  <a:pt x="12" y="73"/>
                  <a:pt x="13" y="73"/>
                </a:cubicBezTo>
                <a:cubicBezTo>
                  <a:pt x="14" y="73"/>
                  <a:pt x="14" y="73"/>
                  <a:pt x="15" y="73"/>
                </a:cubicBezTo>
                <a:cubicBezTo>
                  <a:pt x="15" y="73"/>
                  <a:pt x="15" y="72"/>
                  <a:pt x="16" y="72"/>
                </a:cubicBezTo>
                <a:cubicBezTo>
                  <a:pt x="17" y="75"/>
                  <a:pt x="18" y="71"/>
                  <a:pt x="20" y="71"/>
                </a:cubicBezTo>
                <a:cubicBezTo>
                  <a:pt x="22" y="71"/>
                  <a:pt x="23" y="74"/>
                  <a:pt x="24" y="72"/>
                </a:cubicBezTo>
                <a:cubicBezTo>
                  <a:pt x="25" y="71"/>
                  <a:pt x="23" y="68"/>
                  <a:pt x="26" y="68"/>
                </a:cubicBezTo>
                <a:cubicBezTo>
                  <a:pt x="27" y="68"/>
                  <a:pt x="27" y="69"/>
                  <a:pt x="28" y="69"/>
                </a:cubicBezTo>
                <a:cubicBezTo>
                  <a:pt x="29" y="69"/>
                  <a:pt x="30" y="68"/>
                  <a:pt x="31" y="67"/>
                </a:cubicBezTo>
                <a:cubicBezTo>
                  <a:pt x="31" y="69"/>
                  <a:pt x="32" y="67"/>
                  <a:pt x="32" y="67"/>
                </a:cubicBezTo>
                <a:cubicBezTo>
                  <a:pt x="33" y="68"/>
                  <a:pt x="33" y="68"/>
                  <a:pt x="34" y="68"/>
                </a:cubicBezTo>
                <a:cubicBezTo>
                  <a:pt x="35" y="69"/>
                  <a:pt x="35" y="70"/>
                  <a:pt x="37" y="71"/>
                </a:cubicBezTo>
                <a:cubicBezTo>
                  <a:pt x="37" y="72"/>
                  <a:pt x="39" y="75"/>
                  <a:pt x="40" y="77"/>
                </a:cubicBezTo>
                <a:cubicBezTo>
                  <a:pt x="41" y="78"/>
                  <a:pt x="41" y="78"/>
                  <a:pt x="43" y="77"/>
                </a:cubicBezTo>
                <a:cubicBezTo>
                  <a:pt x="45" y="76"/>
                  <a:pt x="46" y="75"/>
                  <a:pt x="48" y="74"/>
                </a:cubicBezTo>
                <a:cubicBezTo>
                  <a:pt x="49" y="73"/>
                  <a:pt x="48" y="72"/>
                  <a:pt x="49" y="73"/>
                </a:cubicBezTo>
                <a:cubicBezTo>
                  <a:pt x="50" y="73"/>
                  <a:pt x="50" y="75"/>
                  <a:pt x="51" y="76"/>
                </a:cubicBezTo>
                <a:cubicBezTo>
                  <a:pt x="52" y="76"/>
                  <a:pt x="52" y="75"/>
                  <a:pt x="52" y="74"/>
                </a:cubicBezTo>
                <a:cubicBezTo>
                  <a:pt x="53" y="74"/>
                  <a:pt x="54" y="74"/>
                  <a:pt x="54" y="74"/>
                </a:cubicBezTo>
                <a:cubicBezTo>
                  <a:pt x="55" y="74"/>
                  <a:pt x="56" y="72"/>
                  <a:pt x="57" y="72"/>
                </a:cubicBezTo>
                <a:cubicBezTo>
                  <a:pt x="58" y="72"/>
                  <a:pt x="58" y="75"/>
                  <a:pt x="59" y="75"/>
                </a:cubicBezTo>
                <a:cubicBezTo>
                  <a:pt x="60" y="75"/>
                  <a:pt x="62" y="75"/>
                  <a:pt x="63" y="74"/>
                </a:cubicBezTo>
                <a:cubicBezTo>
                  <a:pt x="64" y="74"/>
                  <a:pt x="65" y="75"/>
                  <a:pt x="66" y="74"/>
                </a:cubicBezTo>
                <a:cubicBezTo>
                  <a:pt x="66" y="73"/>
                  <a:pt x="66" y="74"/>
                  <a:pt x="65" y="73"/>
                </a:cubicBezTo>
                <a:cubicBezTo>
                  <a:pt x="65" y="73"/>
                  <a:pt x="65" y="73"/>
                  <a:pt x="64" y="72"/>
                </a:cubicBezTo>
                <a:cubicBezTo>
                  <a:pt x="63" y="71"/>
                  <a:pt x="63" y="70"/>
                  <a:pt x="63" y="68"/>
                </a:cubicBezTo>
                <a:cubicBezTo>
                  <a:pt x="63" y="67"/>
                  <a:pt x="64" y="65"/>
                  <a:pt x="63" y="64"/>
                </a:cubicBezTo>
                <a:cubicBezTo>
                  <a:pt x="63" y="62"/>
                  <a:pt x="62" y="61"/>
                  <a:pt x="63" y="60"/>
                </a:cubicBezTo>
                <a:cubicBezTo>
                  <a:pt x="63" y="59"/>
                  <a:pt x="62" y="59"/>
                  <a:pt x="63" y="58"/>
                </a:cubicBezTo>
                <a:cubicBezTo>
                  <a:pt x="63" y="57"/>
                  <a:pt x="64" y="57"/>
                  <a:pt x="64" y="57"/>
                </a:cubicBezTo>
                <a:cubicBezTo>
                  <a:pt x="61" y="56"/>
                  <a:pt x="61" y="55"/>
                  <a:pt x="60" y="53"/>
                </a:cubicBezTo>
                <a:cubicBezTo>
                  <a:pt x="60" y="52"/>
                  <a:pt x="59" y="52"/>
                  <a:pt x="59" y="52"/>
                </a:cubicBezTo>
                <a:cubicBezTo>
                  <a:pt x="58" y="51"/>
                  <a:pt x="59" y="51"/>
                  <a:pt x="58" y="50"/>
                </a:cubicBezTo>
                <a:cubicBezTo>
                  <a:pt x="58" y="50"/>
                  <a:pt x="58" y="49"/>
                  <a:pt x="57" y="49"/>
                </a:cubicBezTo>
                <a:cubicBezTo>
                  <a:pt x="57" y="47"/>
                  <a:pt x="58" y="47"/>
                  <a:pt x="58" y="46"/>
                </a:cubicBezTo>
                <a:cubicBezTo>
                  <a:pt x="58" y="44"/>
                  <a:pt x="56" y="44"/>
                  <a:pt x="56" y="43"/>
                </a:cubicBezTo>
                <a:cubicBezTo>
                  <a:pt x="56" y="41"/>
                  <a:pt x="59" y="42"/>
                  <a:pt x="60" y="43"/>
                </a:cubicBezTo>
                <a:cubicBezTo>
                  <a:pt x="61" y="43"/>
                  <a:pt x="62" y="43"/>
                  <a:pt x="62" y="44"/>
                </a:cubicBezTo>
                <a:cubicBezTo>
                  <a:pt x="64" y="44"/>
                  <a:pt x="64" y="44"/>
                  <a:pt x="65" y="43"/>
                </a:cubicBezTo>
                <a:cubicBezTo>
                  <a:pt x="67" y="42"/>
                  <a:pt x="68" y="41"/>
                  <a:pt x="69" y="43"/>
                </a:cubicBezTo>
                <a:cubicBezTo>
                  <a:pt x="70" y="43"/>
                  <a:pt x="70" y="44"/>
                  <a:pt x="70" y="45"/>
                </a:cubicBezTo>
                <a:cubicBezTo>
                  <a:pt x="70" y="46"/>
                  <a:pt x="69" y="46"/>
                  <a:pt x="69" y="47"/>
                </a:cubicBezTo>
                <a:cubicBezTo>
                  <a:pt x="69" y="48"/>
                  <a:pt x="72" y="54"/>
                  <a:pt x="72" y="54"/>
                </a:cubicBezTo>
                <a:cubicBezTo>
                  <a:pt x="73" y="53"/>
                  <a:pt x="72" y="52"/>
                  <a:pt x="72" y="52"/>
                </a:cubicBezTo>
                <a:cubicBezTo>
                  <a:pt x="73" y="52"/>
                  <a:pt x="73" y="52"/>
                  <a:pt x="73" y="52"/>
                </a:cubicBezTo>
                <a:cubicBezTo>
                  <a:pt x="75" y="51"/>
                  <a:pt x="76" y="52"/>
                  <a:pt x="77" y="53"/>
                </a:cubicBezTo>
                <a:cubicBezTo>
                  <a:pt x="79" y="53"/>
                  <a:pt x="81" y="53"/>
                  <a:pt x="83" y="53"/>
                </a:cubicBezTo>
                <a:cubicBezTo>
                  <a:pt x="84" y="53"/>
                  <a:pt x="85" y="53"/>
                  <a:pt x="86" y="53"/>
                </a:cubicBezTo>
                <a:cubicBezTo>
                  <a:pt x="87" y="54"/>
                  <a:pt x="89" y="55"/>
                  <a:pt x="90" y="55"/>
                </a:cubicBezTo>
                <a:cubicBezTo>
                  <a:pt x="92" y="55"/>
                  <a:pt x="94" y="54"/>
                  <a:pt x="95" y="53"/>
                </a:cubicBezTo>
                <a:cubicBezTo>
                  <a:pt x="97" y="52"/>
                  <a:pt x="98" y="51"/>
                  <a:pt x="100" y="51"/>
                </a:cubicBezTo>
                <a:cubicBezTo>
                  <a:pt x="102" y="51"/>
                  <a:pt x="104" y="50"/>
                  <a:pt x="104" y="48"/>
                </a:cubicBezTo>
                <a:cubicBezTo>
                  <a:pt x="104" y="48"/>
                  <a:pt x="102" y="50"/>
                  <a:pt x="102" y="50"/>
                </a:cubicBezTo>
                <a:cubicBezTo>
                  <a:pt x="101" y="50"/>
                  <a:pt x="100" y="50"/>
                  <a:pt x="99" y="50"/>
                </a:cubicBezTo>
                <a:cubicBezTo>
                  <a:pt x="98" y="50"/>
                  <a:pt x="96" y="49"/>
                  <a:pt x="95" y="49"/>
                </a:cubicBezTo>
                <a:cubicBezTo>
                  <a:pt x="95" y="48"/>
                  <a:pt x="95" y="47"/>
                  <a:pt x="95" y="47"/>
                </a:cubicBezTo>
                <a:cubicBezTo>
                  <a:pt x="95" y="47"/>
                  <a:pt x="96" y="46"/>
                  <a:pt x="96" y="46"/>
                </a:cubicBezTo>
                <a:cubicBezTo>
                  <a:pt x="97" y="44"/>
                  <a:pt x="97" y="43"/>
                  <a:pt x="99" y="42"/>
                </a:cubicBezTo>
                <a:cubicBezTo>
                  <a:pt x="102" y="39"/>
                  <a:pt x="106" y="38"/>
                  <a:pt x="110" y="37"/>
                </a:cubicBezTo>
                <a:cubicBezTo>
                  <a:pt x="114" y="36"/>
                  <a:pt x="117" y="35"/>
                  <a:pt x="120" y="32"/>
                </a:cubicBezTo>
                <a:cubicBezTo>
                  <a:pt x="122" y="31"/>
                  <a:pt x="122" y="30"/>
                  <a:pt x="123" y="28"/>
                </a:cubicBezTo>
                <a:cubicBezTo>
                  <a:pt x="125" y="26"/>
                  <a:pt x="125" y="28"/>
                  <a:pt x="127" y="28"/>
                </a:cubicBezTo>
                <a:cubicBezTo>
                  <a:pt x="127" y="29"/>
                  <a:pt x="127" y="28"/>
                  <a:pt x="127" y="27"/>
                </a:cubicBezTo>
                <a:cubicBezTo>
                  <a:pt x="126" y="27"/>
                  <a:pt x="125" y="26"/>
                  <a:pt x="124" y="25"/>
                </a:cubicBezTo>
                <a:cubicBezTo>
                  <a:pt x="124" y="24"/>
                  <a:pt x="124" y="24"/>
                  <a:pt x="125" y="23"/>
                </a:cubicBezTo>
                <a:cubicBezTo>
                  <a:pt x="125" y="22"/>
                  <a:pt x="125" y="23"/>
                  <a:pt x="125" y="22"/>
                </a:cubicBezTo>
                <a:cubicBezTo>
                  <a:pt x="125" y="22"/>
                  <a:pt x="124" y="21"/>
                  <a:pt x="124" y="21"/>
                </a:cubicBezTo>
                <a:cubicBezTo>
                  <a:pt x="124" y="20"/>
                  <a:pt x="124" y="20"/>
                  <a:pt x="124" y="19"/>
                </a:cubicBezTo>
                <a:cubicBezTo>
                  <a:pt x="125" y="17"/>
                  <a:pt x="125" y="16"/>
                  <a:pt x="124" y="14"/>
                </a:cubicBezTo>
                <a:cubicBezTo>
                  <a:pt x="124" y="12"/>
                  <a:pt x="125" y="11"/>
                  <a:pt x="125" y="9"/>
                </a:cubicBezTo>
                <a:cubicBezTo>
                  <a:pt x="125" y="7"/>
                  <a:pt x="125" y="7"/>
                  <a:pt x="127" y="6"/>
                </a:cubicBezTo>
                <a:cubicBezTo>
                  <a:pt x="128" y="5"/>
                  <a:pt x="130" y="4"/>
                  <a:pt x="132" y="3"/>
                </a:cubicBezTo>
                <a:cubicBezTo>
                  <a:pt x="136" y="2"/>
                  <a:pt x="139" y="1"/>
                  <a:pt x="143" y="0"/>
                </a:cubicBezTo>
                <a:cubicBezTo>
                  <a:pt x="143" y="1"/>
                  <a:pt x="144" y="2"/>
                  <a:pt x="144" y="3"/>
                </a:cubicBezTo>
                <a:cubicBezTo>
                  <a:pt x="145" y="4"/>
                  <a:pt x="144" y="4"/>
                  <a:pt x="144" y="6"/>
                </a:cubicBezTo>
                <a:cubicBezTo>
                  <a:pt x="144" y="9"/>
                  <a:pt x="146" y="8"/>
                  <a:pt x="147" y="10"/>
                </a:cubicBezTo>
                <a:cubicBezTo>
                  <a:pt x="148" y="10"/>
                  <a:pt x="148" y="11"/>
                  <a:pt x="149" y="12"/>
                </a:cubicBezTo>
                <a:cubicBezTo>
                  <a:pt x="150" y="12"/>
                  <a:pt x="150" y="12"/>
                  <a:pt x="151" y="11"/>
                </a:cubicBezTo>
                <a:cubicBezTo>
                  <a:pt x="153" y="10"/>
                  <a:pt x="155" y="9"/>
                  <a:pt x="156" y="11"/>
                </a:cubicBezTo>
                <a:cubicBezTo>
                  <a:pt x="157" y="13"/>
                  <a:pt x="157" y="16"/>
                  <a:pt x="158" y="17"/>
                </a:cubicBezTo>
                <a:cubicBezTo>
                  <a:pt x="159" y="19"/>
                  <a:pt x="161" y="18"/>
                  <a:pt x="163" y="18"/>
                </a:cubicBezTo>
                <a:cubicBezTo>
                  <a:pt x="166" y="20"/>
                  <a:pt x="164" y="23"/>
                  <a:pt x="166" y="25"/>
                </a:cubicBezTo>
                <a:cubicBezTo>
                  <a:pt x="167" y="25"/>
                  <a:pt x="172" y="24"/>
                  <a:pt x="172" y="23"/>
                </a:cubicBezTo>
                <a:cubicBezTo>
                  <a:pt x="173" y="24"/>
                  <a:pt x="175" y="25"/>
                  <a:pt x="176" y="26"/>
                </a:cubicBezTo>
                <a:cubicBezTo>
                  <a:pt x="176" y="27"/>
                  <a:pt x="176" y="26"/>
                  <a:pt x="176" y="27"/>
                </a:cubicBezTo>
                <a:cubicBezTo>
                  <a:pt x="176" y="29"/>
                  <a:pt x="175" y="29"/>
                  <a:pt x="175" y="30"/>
                </a:cubicBezTo>
                <a:cubicBezTo>
                  <a:pt x="175" y="31"/>
                  <a:pt x="176" y="30"/>
                  <a:pt x="176" y="32"/>
                </a:cubicBezTo>
                <a:cubicBezTo>
                  <a:pt x="175" y="33"/>
                  <a:pt x="174" y="33"/>
                  <a:pt x="175" y="34"/>
                </a:cubicBezTo>
                <a:cubicBezTo>
                  <a:pt x="175" y="36"/>
                  <a:pt x="177" y="35"/>
                  <a:pt x="178" y="35"/>
                </a:cubicBezTo>
                <a:cubicBezTo>
                  <a:pt x="180" y="36"/>
                  <a:pt x="183" y="36"/>
                  <a:pt x="184" y="34"/>
                </a:cubicBezTo>
                <a:cubicBezTo>
                  <a:pt x="186" y="35"/>
                  <a:pt x="186" y="27"/>
                  <a:pt x="190" y="30"/>
                </a:cubicBezTo>
                <a:cubicBezTo>
                  <a:pt x="189" y="30"/>
                  <a:pt x="187" y="33"/>
                  <a:pt x="187" y="34"/>
                </a:cubicBezTo>
                <a:cubicBezTo>
                  <a:pt x="187" y="35"/>
                  <a:pt x="189" y="35"/>
                  <a:pt x="189" y="36"/>
                </a:cubicBezTo>
                <a:cubicBezTo>
                  <a:pt x="189" y="37"/>
                  <a:pt x="188" y="38"/>
                  <a:pt x="189" y="39"/>
                </a:cubicBezTo>
                <a:cubicBezTo>
                  <a:pt x="189" y="40"/>
                  <a:pt x="189" y="39"/>
                  <a:pt x="190" y="40"/>
                </a:cubicBezTo>
                <a:cubicBezTo>
                  <a:pt x="191" y="40"/>
                  <a:pt x="191" y="40"/>
                  <a:pt x="192" y="41"/>
                </a:cubicBezTo>
                <a:cubicBezTo>
                  <a:pt x="193" y="41"/>
                  <a:pt x="194" y="42"/>
                  <a:pt x="195" y="43"/>
                </a:cubicBezTo>
                <a:cubicBezTo>
                  <a:pt x="195" y="43"/>
                  <a:pt x="196" y="43"/>
                  <a:pt x="196" y="43"/>
                </a:cubicBezTo>
                <a:cubicBezTo>
                  <a:pt x="197" y="44"/>
                  <a:pt x="197" y="44"/>
                  <a:pt x="197" y="44"/>
                </a:cubicBezTo>
                <a:cubicBezTo>
                  <a:pt x="198" y="45"/>
                  <a:pt x="199" y="45"/>
                  <a:pt x="200" y="46"/>
                </a:cubicBezTo>
                <a:cubicBezTo>
                  <a:pt x="201" y="47"/>
                  <a:pt x="200" y="49"/>
                  <a:pt x="202" y="49"/>
                </a:cubicBezTo>
                <a:cubicBezTo>
                  <a:pt x="202" y="48"/>
                  <a:pt x="204" y="48"/>
                  <a:pt x="205" y="48"/>
                </a:cubicBezTo>
                <a:cubicBezTo>
                  <a:pt x="208" y="48"/>
                  <a:pt x="209" y="50"/>
                  <a:pt x="211" y="51"/>
                </a:cubicBezTo>
                <a:cubicBezTo>
                  <a:pt x="211" y="51"/>
                  <a:pt x="213" y="51"/>
                  <a:pt x="214" y="50"/>
                </a:cubicBezTo>
                <a:cubicBezTo>
                  <a:pt x="215" y="50"/>
                  <a:pt x="215" y="50"/>
                  <a:pt x="216" y="50"/>
                </a:cubicBezTo>
                <a:cubicBezTo>
                  <a:pt x="219" y="50"/>
                  <a:pt x="220" y="50"/>
                  <a:pt x="222" y="52"/>
                </a:cubicBezTo>
                <a:cubicBezTo>
                  <a:pt x="223" y="53"/>
                  <a:pt x="223" y="54"/>
                  <a:pt x="224" y="56"/>
                </a:cubicBezTo>
                <a:cubicBezTo>
                  <a:pt x="225" y="57"/>
                  <a:pt x="225" y="59"/>
                  <a:pt x="227" y="59"/>
                </a:cubicBezTo>
                <a:cubicBezTo>
                  <a:pt x="229" y="59"/>
                  <a:pt x="231" y="60"/>
                  <a:pt x="233" y="60"/>
                </a:cubicBezTo>
                <a:cubicBezTo>
                  <a:pt x="234" y="60"/>
                  <a:pt x="239" y="60"/>
                  <a:pt x="239" y="59"/>
                </a:cubicBezTo>
                <a:cubicBezTo>
                  <a:pt x="240" y="60"/>
                  <a:pt x="241" y="61"/>
                  <a:pt x="242" y="62"/>
                </a:cubicBezTo>
                <a:cubicBezTo>
                  <a:pt x="244" y="63"/>
                  <a:pt x="245" y="63"/>
                  <a:pt x="247" y="63"/>
                </a:cubicBezTo>
                <a:cubicBezTo>
                  <a:pt x="248" y="62"/>
                  <a:pt x="249" y="63"/>
                  <a:pt x="251" y="64"/>
                </a:cubicBezTo>
                <a:cubicBezTo>
                  <a:pt x="251" y="64"/>
                  <a:pt x="254" y="64"/>
                  <a:pt x="254" y="65"/>
                </a:cubicBezTo>
                <a:cubicBezTo>
                  <a:pt x="254" y="65"/>
                  <a:pt x="254" y="64"/>
                  <a:pt x="254" y="65"/>
                </a:cubicBezTo>
                <a:close/>
                <a:moveTo>
                  <a:pt x="279" y="259"/>
                </a:moveTo>
                <a:cubicBezTo>
                  <a:pt x="281" y="257"/>
                  <a:pt x="281" y="255"/>
                  <a:pt x="281" y="252"/>
                </a:cubicBezTo>
                <a:cubicBezTo>
                  <a:pt x="280" y="250"/>
                  <a:pt x="281" y="247"/>
                  <a:pt x="280" y="245"/>
                </a:cubicBezTo>
                <a:cubicBezTo>
                  <a:pt x="280" y="244"/>
                  <a:pt x="279" y="243"/>
                  <a:pt x="279" y="242"/>
                </a:cubicBezTo>
                <a:cubicBezTo>
                  <a:pt x="279" y="240"/>
                  <a:pt x="279" y="239"/>
                  <a:pt x="279" y="238"/>
                </a:cubicBezTo>
                <a:cubicBezTo>
                  <a:pt x="279" y="236"/>
                  <a:pt x="279" y="233"/>
                  <a:pt x="277" y="232"/>
                </a:cubicBezTo>
                <a:cubicBezTo>
                  <a:pt x="276" y="233"/>
                  <a:pt x="276" y="236"/>
                  <a:pt x="276" y="238"/>
                </a:cubicBezTo>
                <a:cubicBezTo>
                  <a:pt x="277" y="239"/>
                  <a:pt x="277" y="240"/>
                  <a:pt x="276" y="241"/>
                </a:cubicBezTo>
                <a:cubicBezTo>
                  <a:pt x="275" y="241"/>
                  <a:pt x="274" y="240"/>
                  <a:pt x="274" y="239"/>
                </a:cubicBezTo>
                <a:cubicBezTo>
                  <a:pt x="272" y="240"/>
                  <a:pt x="271" y="242"/>
                  <a:pt x="269" y="242"/>
                </a:cubicBezTo>
                <a:cubicBezTo>
                  <a:pt x="268" y="243"/>
                  <a:pt x="265" y="244"/>
                  <a:pt x="264" y="244"/>
                </a:cubicBezTo>
                <a:cubicBezTo>
                  <a:pt x="264" y="245"/>
                  <a:pt x="264" y="246"/>
                  <a:pt x="263" y="247"/>
                </a:cubicBezTo>
                <a:cubicBezTo>
                  <a:pt x="263" y="247"/>
                  <a:pt x="263" y="247"/>
                  <a:pt x="262" y="247"/>
                </a:cubicBezTo>
                <a:cubicBezTo>
                  <a:pt x="261" y="249"/>
                  <a:pt x="261" y="249"/>
                  <a:pt x="262" y="250"/>
                </a:cubicBezTo>
                <a:cubicBezTo>
                  <a:pt x="262" y="251"/>
                  <a:pt x="263" y="251"/>
                  <a:pt x="263" y="252"/>
                </a:cubicBezTo>
                <a:cubicBezTo>
                  <a:pt x="263" y="253"/>
                  <a:pt x="262" y="253"/>
                  <a:pt x="262" y="254"/>
                </a:cubicBezTo>
                <a:cubicBezTo>
                  <a:pt x="262" y="256"/>
                  <a:pt x="264" y="256"/>
                  <a:pt x="264" y="257"/>
                </a:cubicBezTo>
                <a:cubicBezTo>
                  <a:pt x="265" y="259"/>
                  <a:pt x="263" y="259"/>
                  <a:pt x="262" y="260"/>
                </a:cubicBezTo>
                <a:cubicBezTo>
                  <a:pt x="261" y="262"/>
                  <a:pt x="264" y="261"/>
                  <a:pt x="266" y="262"/>
                </a:cubicBezTo>
                <a:cubicBezTo>
                  <a:pt x="266" y="264"/>
                  <a:pt x="263" y="263"/>
                  <a:pt x="263" y="265"/>
                </a:cubicBezTo>
                <a:cubicBezTo>
                  <a:pt x="264" y="265"/>
                  <a:pt x="268" y="266"/>
                  <a:pt x="267" y="268"/>
                </a:cubicBezTo>
                <a:cubicBezTo>
                  <a:pt x="267" y="269"/>
                  <a:pt x="264" y="268"/>
                  <a:pt x="265" y="270"/>
                </a:cubicBezTo>
                <a:cubicBezTo>
                  <a:pt x="266" y="270"/>
                  <a:pt x="267" y="272"/>
                  <a:pt x="268" y="273"/>
                </a:cubicBezTo>
                <a:cubicBezTo>
                  <a:pt x="269" y="273"/>
                  <a:pt x="270" y="273"/>
                  <a:pt x="270" y="273"/>
                </a:cubicBezTo>
                <a:cubicBezTo>
                  <a:pt x="271" y="273"/>
                  <a:pt x="271" y="273"/>
                  <a:pt x="272" y="274"/>
                </a:cubicBezTo>
                <a:cubicBezTo>
                  <a:pt x="273" y="275"/>
                  <a:pt x="273" y="276"/>
                  <a:pt x="274" y="274"/>
                </a:cubicBezTo>
                <a:cubicBezTo>
                  <a:pt x="275" y="273"/>
                  <a:pt x="275" y="272"/>
                  <a:pt x="277" y="271"/>
                </a:cubicBezTo>
                <a:cubicBezTo>
                  <a:pt x="277" y="270"/>
                  <a:pt x="276" y="270"/>
                  <a:pt x="276" y="269"/>
                </a:cubicBezTo>
                <a:cubicBezTo>
                  <a:pt x="276" y="269"/>
                  <a:pt x="277" y="269"/>
                  <a:pt x="277" y="268"/>
                </a:cubicBezTo>
                <a:cubicBezTo>
                  <a:pt x="277" y="264"/>
                  <a:pt x="277" y="261"/>
                  <a:pt x="279" y="259"/>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9" name="Freeform 587"/>
          <p:cNvSpPr>
            <a:spLocks noEditPoints="1"/>
          </p:cNvSpPr>
          <p:nvPr/>
        </p:nvSpPr>
        <p:spPr bwMode="auto">
          <a:xfrm>
            <a:off x="9972675" y="3221513"/>
            <a:ext cx="495300" cy="325438"/>
          </a:xfrm>
          <a:custGeom>
            <a:avLst/>
            <a:gdLst>
              <a:gd name="T0" fmla="*/ 4 w 125"/>
              <a:gd name="T1" fmla="*/ 56 h 82"/>
              <a:gd name="T2" fmla="*/ 3 w 125"/>
              <a:gd name="T3" fmla="*/ 45 h 82"/>
              <a:gd name="T4" fmla="*/ 9 w 125"/>
              <a:gd name="T5" fmla="*/ 45 h 82"/>
              <a:gd name="T6" fmla="*/ 12 w 125"/>
              <a:gd name="T7" fmla="*/ 43 h 82"/>
              <a:gd name="T8" fmla="*/ 20 w 125"/>
              <a:gd name="T9" fmla="*/ 41 h 82"/>
              <a:gd name="T10" fmla="*/ 29 w 125"/>
              <a:gd name="T11" fmla="*/ 46 h 82"/>
              <a:gd name="T12" fmla="*/ 22 w 125"/>
              <a:gd name="T13" fmla="*/ 52 h 82"/>
              <a:gd name="T14" fmla="*/ 8 w 125"/>
              <a:gd name="T15" fmla="*/ 65 h 82"/>
              <a:gd name="T16" fmla="*/ 7 w 125"/>
              <a:gd name="T17" fmla="*/ 60 h 82"/>
              <a:gd name="T18" fmla="*/ 19 w 125"/>
              <a:gd name="T19" fmla="*/ 34 h 82"/>
              <a:gd name="T20" fmla="*/ 24 w 125"/>
              <a:gd name="T21" fmla="*/ 31 h 82"/>
              <a:gd name="T22" fmla="*/ 18 w 125"/>
              <a:gd name="T23" fmla="*/ 23 h 82"/>
              <a:gd name="T24" fmla="*/ 12 w 125"/>
              <a:gd name="T25" fmla="*/ 32 h 82"/>
              <a:gd name="T26" fmla="*/ 26 w 125"/>
              <a:gd name="T27" fmla="*/ 25 h 82"/>
              <a:gd name="T28" fmla="*/ 26 w 125"/>
              <a:gd name="T29" fmla="*/ 25 h 82"/>
              <a:gd name="T30" fmla="*/ 26 w 125"/>
              <a:gd name="T31" fmla="*/ 40 h 82"/>
              <a:gd name="T32" fmla="*/ 108 w 125"/>
              <a:gd name="T33" fmla="*/ 80 h 82"/>
              <a:gd name="T34" fmla="*/ 116 w 125"/>
              <a:gd name="T35" fmla="*/ 68 h 82"/>
              <a:gd name="T36" fmla="*/ 112 w 125"/>
              <a:gd name="T37" fmla="*/ 57 h 82"/>
              <a:gd name="T38" fmla="*/ 111 w 125"/>
              <a:gd name="T39" fmla="*/ 32 h 82"/>
              <a:gd name="T40" fmla="*/ 121 w 125"/>
              <a:gd name="T41" fmla="*/ 16 h 82"/>
              <a:gd name="T42" fmla="*/ 122 w 125"/>
              <a:gd name="T43" fmla="*/ 9 h 82"/>
              <a:gd name="T44" fmla="*/ 97 w 125"/>
              <a:gd name="T45" fmla="*/ 7 h 82"/>
              <a:gd name="T46" fmla="*/ 84 w 125"/>
              <a:gd name="T47" fmla="*/ 4 h 82"/>
              <a:gd name="T48" fmla="*/ 79 w 125"/>
              <a:gd name="T49" fmla="*/ 5 h 82"/>
              <a:gd name="T50" fmla="*/ 75 w 125"/>
              <a:gd name="T51" fmla="*/ 5 h 82"/>
              <a:gd name="T52" fmla="*/ 69 w 125"/>
              <a:gd name="T53" fmla="*/ 8 h 82"/>
              <a:gd name="T54" fmla="*/ 66 w 125"/>
              <a:gd name="T55" fmla="*/ 7 h 82"/>
              <a:gd name="T56" fmla="*/ 59 w 125"/>
              <a:gd name="T57" fmla="*/ 5 h 82"/>
              <a:gd name="T58" fmla="*/ 53 w 125"/>
              <a:gd name="T59" fmla="*/ 4 h 82"/>
              <a:gd name="T60" fmla="*/ 49 w 125"/>
              <a:gd name="T61" fmla="*/ 10 h 82"/>
              <a:gd name="T62" fmla="*/ 44 w 125"/>
              <a:gd name="T63" fmla="*/ 12 h 82"/>
              <a:gd name="T64" fmla="*/ 38 w 125"/>
              <a:gd name="T65" fmla="*/ 16 h 82"/>
              <a:gd name="T66" fmla="*/ 33 w 125"/>
              <a:gd name="T67" fmla="*/ 19 h 82"/>
              <a:gd name="T68" fmla="*/ 36 w 125"/>
              <a:gd name="T69" fmla="*/ 29 h 82"/>
              <a:gd name="T70" fmla="*/ 34 w 125"/>
              <a:gd name="T71" fmla="*/ 35 h 82"/>
              <a:gd name="T72" fmla="*/ 37 w 125"/>
              <a:gd name="T73" fmla="*/ 37 h 82"/>
              <a:gd name="T74" fmla="*/ 37 w 125"/>
              <a:gd name="T75" fmla="*/ 45 h 82"/>
              <a:gd name="T76" fmla="*/ 46 w 125"/>
              <a:gd name="T77" fmla="*/ 55 h 82"/>
              <a:gd name="T78" fmla="*/ 53 w 125"/>
              <a:gd name="T79" fmla="*/ 51 h 82"/>
              <a:gd name="T80" fmla="*/ 49 w 125"/>
              <a:gd name="T81" fmla="*/ 69 h 82"/>
              <a:gd name="T82" fmla="*/ 57 w 125"/>
              <a:gd name="T83" fmla="*/ 66 h 82"/>
              <a:gd name="T84" fmla="*/ 68 w 125"/>
              <a:gd name="T85" fmla="*/ 65 h 82"/>
              <a:gd name="T86" fmla="*/ 70 w 125"/>
              <a:gd name="T87" fmla="*/ 63 h 82"/>
              <a:gd name="T88" fmla="*/ 78 w 125"/>
              <a:gd name="T89" fmla="*/ 69 h 82"/>
              <a:gd name="T90" fmla="*/ 86 w 125"/>
              <a:gd name="T91" fmla="*/ 76 h 82"/>
              <a:gd name="T92" fmla="*/ 99 w 125"/>
              <a:gd name="T93" fmla="*/ 79 h 82"/>
              <a:gd name="T94" fmla="*/ 108 w 125"/>
              <a:gd name="T95" fmla="*/ 8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82">
                <a:moveTo>
                  <a:pt x="7" y="60"/>
                </a:moveTo>
                <a:cubicBezTo>
                  <a:pt x="8" y="58"/>
                  <a:pt x="7" y="59"/>
                  <a:pt x="6" y="58"/>
                </a:cubicBezTo>
                <a:cubicBezTo>
                  <a:pt x="5" y="58"/>
                  <a:pt x="4" y="57"/>
                  <a:pt x="4" y="56"/>
                </a:cubicBezTo>
                <a:cubicBezTo>
                  <a:pt x="3" y="55"/>
                  <a:pt x="1" y="55"/>
                  <a:pt x="2" y="53"/>
                </a:cubicBezTo>
                <a:cubicBezTo>
                  <a:pt x="3" y="51"/>
                  <a:pt x="5" y="51"/>
                  <a:pt x="3" y="49"/>
                </a:cubicBezTo>
                <a:cubicBezTo>
                  <a:pt x="3" y="48"/>
                  <a:pt x="0" y="46"/>
                  <a:pt x="3" y="45"/>
                </a:cubicBezTo>
                <a:cubicBezTo>
                  <a:pt x="5" y="45"/>
                  <a:pt x="5" y="47"/>
                  <a:pt x="6" y="48"/>
                </a:cubicBezTo>
                <a:cubicBezTo>
                  <a:pt x="7" y="48"/>
                  <a:pt x="6" y="45"/>
                  <a:pt x="8" y="45"/>
                </a:cubicBezTo>
                <a:cubicBezTo>
                  <a:pt x="9" y="44"/>
                  <a:pt x="8" y="45"/>
                  <a:pt x="9" y="45"/>
                </a:cubicBezTo>
                <a:cubicBezTo>
                  <a:pt x="9" y="45"/>
                  <a:pt x="9" y="46"/>
                  <a:pt x="10" y="45"/>
                </a:cubicBezTo>
                <a:cubicBezTo>
                  <a:pt x="10" y="45"/>
                  <a:pt x="10" y="44"/>
                  <a:pt x="10" y="43"/>
                </a:cubicBezTo>
                <a:cubicBezTo>
                  <a:pt x="11" y="43"/>
                  <a:pt x="11" y="43"/>
                  <a:pt x="12" y="43"/>
                </a:cubicBezTo>
                <a:cubicBezTo>
                  <a:pt x="14" y="43"/>
                  <a:pt x="14" y="41"/>
                  <a:pt x="16" y="41"/>
                </a:cubicBezTo>
                <a:cubicBezTo>
                  <a:pt x="17" y="41"/>
                  <a:pt x="17" y="42"/>
                  <a:pt x="18" y="42"/>
                </a:cubicBezTo>
                <a:cubicBezTo>
                  <a:pt x="19" y="42"/>
                  <a:pt x="20" y="42"/>
                  <a:pt x="20" y="41"/>
                </a:cubicBezTo>
                <a:cubicBezTo>
                  <a:pt x="22" y="41"/>
                  <a:pt x="23" y="42"/>
                  <a:pt x="25" y="43"/>
                </a:cubicBezTo>
                <a:cubicBezTo>
                  <a:pt x="25" y="44"/>
                  <a:pt x="26" y="44"/>
                  <a:pt x="27" y="45"/>
                </a:cubicBezTo>
                <a:cubicBezTo>
                  <a:pt x="27" y="45"/>
                  <a:pt x="29" y="45"/>
                  <a:pt x="29" y="46"/>
                </a:cubicBezTo>
                <a:cubicBezTo>
                  <a:pt x="31" y="48"/>
                  <a:pt x="28" y="48"/>
                  <a:pt x="27" y="47"/>
                </a:cubicBezTo>
                <a:cubicBezTo>
                  <a:pt x="26" y="48"/>
                  <a:pt x="26" y="49"/>
                  <a:pt x="25" y="50"/>
                </a:cubicBezTo>
                <a:cubicBezTo>
                  <a:pt x="24" y="51"/>
                  <a:pt x="23" y="51"/>
                  <a:pt x="22" y="52"/>
                </a:cubicBezTo>
                <a:cubicBezTo>
                  <a:pt x="22" y="53"/>
                  <a:pt x="17" y="58"/>
                  <a:pt x="17" y="56"/>
                </a:cubicBezTo>
                <a:cubicBezTo>
                  <a:pt x="15" y="55"/>
                  <a:pt x="11" y="56"/>
                  <a:pt x="10" y="58"/>
                </a:cubicBezTo>
                <a:cubicBezTo>
                  <a:pt x="8" y="60"/>
                  <a:pt x="9" y="63"/>
                  <a:pt x="8" y="65"/>
                </a:cubicBezTo>
                <a:cubicBezTo>
                  <a:pt x="6" y="67"/>
                  <a:pt x="3" y="68"/>
                  <a:pt x="4" y="65"/>
                </a:cubicBezTo>
                <a:cubicBezTo>
                  <a:pt x="4" y="62"/>
                  <a:pt x="7" y="62"/>
                  <a:pt x="7" y="60"/>
                </a:cubicBezTo>
                <a:cubicBezTo>
                  <a:pt x="8" y="58"/>
                  <a:pt x="7" y="61"/>
                  <a:pt x="7" y="60"/>
                </a:cubicBezTo>
                <a:close/>
                <a:moveTo>
                  <a:pt x="14" y="39"/>
                </a:moveTo>
                <a:cubicBezTo>
                  <a:pt x="15" y="40"/>
                  <a:pt x="17" y="39"/>
                  <a:pt x="17" y="38"/>
                </a:cubicBezTo>
                <a:cubicBezTo>
                  <a:pt x="18" y="37"/>
                  <a:pt x="18" y="35"/>
                  <a:pt x="19" y="34"/>
                </a:cubicBezTo>
                <a:cubicBezTo>
                  <a:pt x="20" y="36"/>
                  <a:pt x="21" y="36"/>
                  <a:pt x="21" y="34"/>
                </a:cubicBezTo>
                <a:cubicBezTo>
                  <a:pt x="22" y="34"/>
                  <a:pt x="23" y="34"/>
                  <a:pt x="24" y="34"/>
                </a:cubicBezTo>
                <a:cubicBezTo>
                  <a:pt x="25" y="33"/>
                  <a:pt x="24" y="31"/>
                  <a:pt x="24" y="31"/>
                </a:cubicBezTo>
                <a:cubicBezTo>
                  <a:pt x="23" y="30"/>
                  <a:pt x="22" y="28"/>
                  <a:pt x="21" y="27"/>
                </a:cubicBezTo>
                <a:cubicBezTo>
                  <a:pt x="20" y="26"/>
                  <a:pt x="19" y="27"/>
                  <a:pt x="18" y="26"/>
                </a:cubicBezTo>
                <a:cubicBezTo>
                  <a:pt x="18" y="25"/>
                  <a:pt x="19" y="23"/>
                  <a:pt x="18" y="23"/>
                </a:cubicBezTo>
                <a:cubicBezTo>
                  <a:pt x="17" y="22"/>
                  <a:pt x="15" y="24"/>
                  <a:pt x="15" y="25"/>
                </a:cubicBezTo>
                <a:cubicBezTo>
                  <a:pt x="13" y="30"/>
                  <a:pt x="10" y="28"/>
                  <a:pt x="5" y="29"/>
                </a:cubicBezTo>
                <a:cubicBezTo>
                  <a:pt x="4" y="31"/>
                  <a:pt x="11" y="31"/>
                  <a:pt x="12" y="32"/>
                </a:cubicBezTo>
                <a:cubicBezTo>
                  <a:pt x="12" y="34"/>
                  <a:pt x="13" y="35"/>
                  <a:pt x="13" y="36"/>
                </a:cubicBezTo>
                <a:cubicBezTo>
                  <a:pt x="13" y="37"/>
                  <a:pt x="13" y="38"/>
                  <a:pt x="14" y="39"/>
                </a:cubicBezTo>
                <a:close/>
                <a:moveTo>
                  <a:pt x="26" y="25"/>
                </a:moveTo>
                <a:cubicBezTo>
                  <a:pt x="24" y="26"/>
                  <a:pt x="28" y="30"/>
                  <a:pt x="30" y="28"/>
                </a:cubicBezTo>
                <a:cubicBezTo>
                  <a:pt x="33" y="26"/>
                  <a:pt x="26" y="25"/>
                  <a:pt x="26" y="25"/>
                </a:cubicBezTo>
                <a:cubicBezTo>
                  <a:pt x="26" y="25"/>
                  <a:pt x="26" y="25"/>
                  <a:pt x="26" y="25"/>
                </a:cubicBezTo>
                <a:close/>
                <a:moveTo>
                  <a:pt x="26" y="41"/>
                </a:moveTo>
                <a:cubicBezTo>
                  <a:pt x="25" y="43"/>
                  <a:pt x="31" y="46"/>
                  <a:pt x="31" y="43"/>
                </a:cubicBezTo>
                <a:cubicBezTo>
                  <a:pt x="31" y="41"/>
                  <a:pt x="27" y="37"/>
                  <a:pt x="26" y="40"/>
                </a:cubicBezTo>
                <a:cubicBezTo>
                  <a:pt x="26" y="40"/>
                  <a:pt x="26" y="41"/>
                  <a:pt x="26" y="41"/>
                </a:cubicBezTo>
                <a:cubicBezTo>
                  <a:pt x="25" y="42"/>
                  <a:pt x="26" y="41"/>
                  <a:pt x="26" y="41"/>
                </a:cubicBezTo>
                <a:close/>
                <a:moveTo>
                  <a:pt x="108" y="80"/>
                </a:moveTo>
                <a:cubicBezTo>
                  <a:pt x="109" y="78"/>
                  <a:pt x="109" y="77"/>
                  <a:pt x="111" y="76"/>
                </a:cubicBezTo>
                <a:cubicBezTo>
                  <a:pt x="112" y="74"/>
                  <a:pt x="112" y="73"/>
                  <a:pt x="113" y="72"/>
                </a:cubicBezTo>
                <a:cubicBezTo>
                  <a:pt x="114" y="70"/>
                  <a:pt x="119" y="71"/>
                  <a:pt x="116" y="68"/>
                </a:cubicBezTo>
                <a:cubicBezTo>
                  <a:pt x="116" y="67"/>
                  <a:pt x="115" y="67"/>
                  <a:pt x="115" y="66"/>
                </a:cubicBezTo>
                <a:cubicBezTo>
                  <a:pt x="115" y="66"/>
                  <a:pt x="115" y="64"/>
                  <a:pt x="115" y="64"/>
                </a:cubicBezTo>
                <a:cubicBezTo>
                  <a:pt x="114" y="61"/>
                  <a:pt x="113" y="59"/>
                  <a:pt x="112" y="57"/>
                </a:cubicBezTo>
                <a:cubicBezTo>
                  <a:pt x="111" y="55"/>
                  <a:pt x="112" y="53"/>
                  <a:pt x="112" y="51"/>
                </a:cubicBezTo>
                <a:cubicBezTo>
                  <a:pt x="112" y="49"/>
                  <a:pt x="112" y="46"/>
                  <a:pt x="111" y="44"/>
                </a:cubicBezTo>
                <a:cubicBezTo>
                  <a:pt x="111" y="39"/>
                  <a:pt x="108" y="36"/>
                  <a:pt x="111" y="32"/>
                </a:cubicBezTo>
                <a:cubicBezTo>
                  <a:pt x="114" y="29"/>
                  <a:pt x="116" y="26"/>
                  <a:pt x="117" y="22"/>
                </a:cubicBezTo>
                <a:cubicBezTo>
                  <a:pt x="118" y="21"/>
                  <a:pt x="118" y="19"/>
                  <a:pt x="119" y="18"/>
                </a:cubicBezTo>
                <a:cubicBezTo>
                  <a:pt x="119" y="16"/>
                  <a:pt x="120" y="17"/>
                  <a:pt x="121" y="16"/>
                </a:cubicBezTo>
                <a:cubicBezTo>
                  <a:pt x="122" y="16"/>
                  <a:pt x="122" y="15"/>
                  <a:pt x="123" y="15"/>
                </a:cubicBezTo>
                <a:cubicBezTo>
                  <a:pt x="123" y="14"/>
                  <a:pt x="124" y="14"/>
                  <a:pt x="124" y="14"/>
                </a:cubicBezTo>
                <a:cubicBezTo>
                  <a:pt x="125" y="12"/>
                  <a:pt x="123" y="10"/>
                  <a:pt x="122" y="9"/>
                </a:cubicBezTo>
                <a:cubicBezTo>
                  <a:pt x="119" y="13"/>
                  <a:pt x="113" y="11"/>
                  <a:pt x="110" y="10"/>
                </a:cubicBezTo>
                <a:cubicBezTo>
                  <a:pt x="107" y="10"/>
                  <a:pt x="105" y="10"/>
                  <a:pt x="103" y="10"/>
                </a:cubicBezTo>
                <a:cubicBezTo>
                  <a:pt x="100" y="10"/>
                  <a:pt x="99" y="9"/>
                  <a:pt x="97" y="7"/>
                </a:cubicBezTo>
                <a:cubicBezTo>
                  <a:pt x="95" y="5"/>
                  <a:pt x="95" y="6"/>
                  <a:pt x="93" y="6"/>
                </a:cubicBezTo>
                <a:cubicBezTo>
                  <a:pt x="91" y="6"/>
                  <a:pt x="89" y="5"/>
                  <a:pt x="87" y="4"/>
                </a:cubicBezTo>
                <a:cubicBezTo>
                  <a:pt x="86" y="4"/>
                  <a:pt x="85" y="5"/>
                  <a:pt x="84" y="4"/>
                </a:cubicBezTo>
                <a:cubicBezTo>
                  <a:pt x="84" y="4"/>
                  <a:pt x="83" y="4"/>
                  <a:pt x="83" y="4"/>
                </a:cubicBezTo>
                <a:cubicBezTo>
                  <a:pt x="82" y="4"/>
                  <a:pt x="81" y="4"/>
                  <a:pt x="81" y="3"/>
                </a:cubicBezTo>
                <a:cubicBezTo>
                  <a:pt x="80" y="4"/>
                  <a:pt x="81" y="5"/>
                  <a:pt x="79" y="5"/>
                </a:cubicBezTo>
                <a:cubicBezTo>
                  <a:pt x="78" y="5"/>
                  <a:pt x="78" y="4"/>
                  <a:pt x="78" y="3"/>
                </a:cubicBezTo>
                <a:cubicBezTo>
                  <a:pt x="78" y="2"/>
                  <a:pt x="77" y="0"/>
                  <a:pt x="76" y="3"/>
                </a:cubicBezTo>
                <a:cubicBezTo>
                  <a:pt x="76" y="4"/>
                  <a:pt x="78" y="5"/>
                  <a:pt x="75" y="5"/>
                </a:cubicBezTo>
                <a:cubicBezTo>
                  <a:pt x="73" y="5"/>
                  <a:pt x="74" y="2"/>
                  <a:pt x="73" y="2"/>
                </a:cubicBezTo>
                <a:cubicBezTo>
                  <a:pt x="72" y="2"/>
                  <a:pt x="73" y="6"/>
                  <a:pt x="73" y="6"/>
                </a:cubicBezTo>
                <a:cubicBezTo>
                  <a:pt x="72" y="6"/>
                  <a:pt x="71" y="7"/>
                  <a:pt x="69" y="8"/>
                </a:cubicBezTo>
                <a:cubicBezTo>
                  <a:pt x="68" y="8"/>
                  <a:pt x="68" y="7"/>
                  <a:pt x="67" y="7"/>
                </a:cubicBezTo>
                <a:cubicBezTo>
                  <a:pt x="67" y="7"/>
                  <a:pt x="67" y="7"/>
                  <a:pt x="66" y="7"/>
                </a:cubicBezTo>
                <a:cubicBezTo>
                  <a:pt x="66" y="7"/>
                  <a:pt x="66" y="7"/>
                  <a:pt x="66" y="7"/>
                </a:cubicBezTo>
                <a:cubicBezTo>
                  <a:pt x="65" y="7"/>
                  <a:pt x="65" y="7"/>
                  <a:pt x="64" y="7"/>
                </a:cubicBezTo>
                <a:cubicBezTo>
                  <a:pt x="64" y="7"/>
                  <a:pt x="63" y="7"/>
                  <a:pt x="62" y="7"/>
                </a:cubicBezTo>
                <a:cubicBezTo>
                  <a:pt x="60" y="7"/>
                  <a:pt x="60" y="7"/>
                  <a:pt x="59" y="5"/>
                </a:cubicBezTo>
                <a:cubicBezTo>
                  <a:pt x="58" y="6"/>
                  <a:pt x="59" y="7"/>
                  <a:pt x="59" y="9"/>
                </a:cubicBezTo>
                <a:cubicBezTo>
                  <a:pt x="58" y="10"/>
                  <a:pt x="57" y="9"/>
                  <a:pt x="57" y="8"/>
                </a:cubicBezTo>
                <a:cubicBezTo>
                  <a:pt x="55" y="11"/>
                  <a:pt x="54" y="5"/>
                  <a:pt x="53" y="4"/>
                </a:cubicBezTo>
                <a:cubicBezTo>
                  <a:pt x="52" y="5"/>
                  <a:pt x="55" y="7"/>
                  <a:pt x="54" y="8"/>
                </a:cubicBezTo>
                <a:cubicBezTo>
                  <a:pt x="54" y="10"/>
                  <a:pt x="52" y="10"/>
                  <a:pt x="52" y="9"/>
                </a:cubicBezTo>
                <a:cubicBezTo>
                  <a:pt x="50" y="8"/>
                  <a:pt x="50" y="9"/>
                  <a:pt x="49" y="10"/>
                </a:cubicBezTo>
                <a:cubicBezTo>
                  <a:pt x="49" y="11"/>
                  <a:pt x="48" y="11"/>
                  <a:pt x="47" y="12"/>
                </a:cubicBezTo>
                <a:cubicBezTo>
                  <a:pt x="46" y="13"/>
                  <a:pt x="47" y="14"/>
                  <a:pt x="45" y="13"/>
                </a:cubicBezTo>
                <a:cubicBezTo>
                  <a:pt x="45" y="13"/>
                  <a:pt x="45" y="11"/>
                  <a:pt x="44" y="12"/>
                </a:cubicBezTo>
                <a:cubicBezTo>
                  <a:pt x="43" y="13"/>
                  <a:pt x="47" y="15"/>
                  <a:pt x="45" y="16"/>
                </a:cubicBezTo>
                <a:cubicBezTo>
                  <a:pt x="45" y="16"/>
                  <a:pt x="43" y="16"/>
                  <a:pt x="43" y="16"/>
                </a:cubicBezTo>
                <a:cubicBezTo>
                  <a:pt x="41" y="16"/>
                  <a:pt x="40" y="16"/>
                  <a:pt x="38" y="16"/>
                </a:cubicBezTo>
                <a:cubicBezTo>
                  <a:pt x="38" y="17"/>
                  <a:pt x="38" y="18"/>
                  <a:pt x="37" y="18"/>
                </a:cubicBezTo>
                <a:cubicBezTo>
                  <a:pt x="37" y="19"/>
                  <a:pt x="36" y="17"/>
                  <a:pt x="35" y="18"/>
                </a:cubicBezTo>
                <a:cubicBezTo>
                  <a:pt x="35" y="19"/>
                  <a:pt x="34" y="18"/>
                  <a:pt x="33" y="19"/>
                </a:cubicBezTo>
                <a:cubicBezTo>
                  <a:pt x="33" y="20"/>
                  <a:pt x="34" y="22"/>
                  <a:pt x="34" y="23"/>
                </a:cubicBezTo>
                <a:cubicBezTo>
                  <a:pt x="34" y="24"/>
                  <a:pt x="34" y="24"/>
                  <a:pt x="34" y="24"/>
                </a:cubicBezTo>
                <a:cubicBezTo>
                  <a:pt x="34" y="25"/>
                  <a:pt x="38" y="27"/>
                  <a:pt x="36" y="29"/>
                </a:cubicBezTo>
                <a:cubicBezTo>
                  <a:pt x="35" y="30"/>
                  <a:pt x="32" y="28"/>
                  <a:pt x="32" y="31"/>
                </a:cubicBezTo>
                <a:cubicBezTo>
                  <a:pt x="33" y="32"/>
                  <a:pt x="33" y="33"/>
                  <a:pt x="33" y="34"/>
                </a:cubicBezTo>
                <a:cubicBezTo>
                  <a:pt x="34" y="35"/>
                  <a:pt x="32" y="35"/>
                  <a:pt x="34" y="35"/>
                </a:cubicBezTo>
                <a:cubicBezTo>
                  <a:pt x="36" y="36"/>
                  <a:pt x="39" y="33"/>
                  <a:pt x="40" y="36"/>
                </a:cubicBezTo>
                <a:cubicBezTo>
                  <a:pt x="40" y="36"/>
                  <a:pt x="39" y="37"/>
                  <a:pt x="39" y="37"/>
                </a:cubicBezTo>
                <a:cubicBezTo>
                  <a:pt x="38" y="37"/>
                  <a:pt x="38" y="37"/>
                  <a:pt x="37" y="37"/>
                </a:cubicBezTo>
                <a:cubicBezTo>
                  <a:pt x="36" y="36"/>
                  <a:pt x="35" y="37"/>
                  <a:pt x="34" y="37"/>
                </a:cubicBezTo>
                <a:cubicBezTo>
                  <a:pt x="33" y="39"/>
                  <a:pt x="33" y="41"/>
                  <a:pt x="34" y="42"/>
                </a:cubicBezTo>
                <a:cubicBezTo>
                  <a:pt x="34" y="43"/>
                  <a:pt x="36" y="44"/>
                  <a:pt x="37" y="45"/>
                </a:cubicBezTo>
                <a:cubicBezTo>
                  <a:pt x="37" y="46"/>
                  <a:pt x="37" y="48"/>
                  <a:pt x="37" y="49"/>
                </a:cubicBezTo>
                <a:cubicBezTo>
                  <a:pt x="38" y="52"/>
                  <a:pt x="41" y="52"/>
                  <a:pt x="43" y="54"/>
                </a:cubicBezTo>
                <a:cubicBezTo>
                  <a:pt x="44" y="55"/>
                  <a:pt x="44" y="55"/>
                  <a:pt x="46" y="55"/>
                </a:cubicBezTo>
                <a:cubicBezTo>
                  <a:pt x="46" y="55"/>
                  <a:pt x="48" y="54"/>
                  <a:pt x="49" y="54"/>
                </a:cubicBezTo>
                <a:cubicBezTo>
                  <a:pt x="49" y="53"/>
                  <a:pt x="49" y="51"/>
                  <a:pt x="50" y="50"/>
                </a:cubicBezTo>
                <a:cubicBezTo>
                  <a:pt x="51" y="49"/>
                  <a:pt x="52" y="50"/>
                  <a:pt x="53" y="51"/>
                </a:cubicBezTo>
                <a:cubicBezTo>
                  <a:pt x="54" y="53"/>
                  <a:pt x="53" y="53"/>
                  <a:pt x="53" y="55"/>
                </a:cubicBezTo>
                <a:cubicBezTo>
                  <a:pt x="52" y="56"/>
                  <a:pt x="52" y="57"/>
                  <a:pt x="52" y="59"/>
                </a:cubicBezTo>
                <a:cubicBezTo>
                  <a:pt x="52" y="62"/>
                  <a:pt x="50" y="66"/>
                  <a:pt x="49" y="69"/>
                </a:cubicBezTo>
                <a:cubicBezTo>
                  <a:pt x="51" y="70"/>
                  <a:pt x="52" y="68"/>
                  <a:pt x="54" y="67"/>
                </a:cubicBezTo>
                <a:cubicBezTo>
                  <a:pt x="55" y="66"/>
                  <a:pt x="56" y="66"/>
                  <a:pt x="56" y="66"/>
                </a:cubicBezTo>
                <a:cubicBezTo>
                  <a:pt x="57" y="66"/>
                  <a:pt x="57" y="66"/>
                  <a:pt x="57" y="66"/>
                </a:cubicBezTo>
                <a:cubicBezTo>
                  <a:pt x="59" y="65"/>
                  <a:pt x="60" y="65"/>
                  <a:pt x="61" y="64"/>
                </a:cubicBezTo>
                <a:cubicBezTo>
                  <a:pt x="63" y="64"/>
                  <a:pt x="64" y="62"/>
                  <a:pt x="65" y="62"/>
                </a:cubicBezTo>
                <a:cubicBezTo>
                  <a:pt x="66" y="63"/>
                  <a:pt x="66" y="66"/>
                  <a:pt x="68" y="65"/>
                </a:cubicBezTo>
                <a:cubicBezTo>
                  <a:pt x="69" y="64"/>
                  <a:pt x="68" y="63"/>
                  <a:pt x="69" y="62"/>
                </a:cubicBezTo>
                <a:cubicBezTo>
                  <a:pt x="69" y="62"/>
                  <a:pt x="69" y="63"/>
                  <a:pt x="69" y="63"/>
                </a:cubicBezTo>
                <a:cubicBezTo>
                  <a:pt x="69" y="63"/>
                  <a:pt x="70" y="63"/>
                  <a:pt x="70" y="63"/>
                </a:cubicBezTo>
                <a:cubicBezTo>
                  <a:pt x="71" y="64"/>
                  <a:pt x="72" y="65"/>
                  <a:pt x="73" y="66"/>
                </a:cubicBezTo>
                <a:cubicBezTo>
                  <a:pt x="73" y="66"/>
                  <a:pt x="76" y="69"/>
                  <a:pt x="77" y="67"/>
                </a:cubicBezTo>
                <a:cubicBezTo>
                  <a:pt x="77" y="68"/>
                  <a:pt x="77" y="69"/>
                  <a:pt x="78" y="69"/>
                </a:cubicBezTo>
                <a:cubicBezTo>
                  <a:pt x="79" y="70"/>
                  <a:pt x="79" y="70"/>
                  <a:pt x="80" y="70"/>
                </a:cubicBezTo>
                <a:cubicBezTo>
                  <a:pt x="83" y="70"/>
                  <a:pt x="82" y="71"/>
                  <a:pt x="83" y="73"/>
                </a:cubicBezTo>
                <a:cubicBezTo>
                  <a:pt x="84" y="74"/>
                  <a:pt x="85" y="75"/>
                  <a:pt x="86" y="76"/>
                </a:cubicBezTo>
                <a:cubicBezTo>
                  <a:pt x="87" y="78"/>
                  <a:pt x="88" y="79"/>
                  <a:pt x="90" y="80"/>
                </a:cubicBezTo>
                <a:cubicBezTo>
                  <a:pt x="91" y="81"/>
                  <a:pt x="92" y="82"/>
                  <a:pt x="94" y="82"/>
                </a:cubicBezTo>
                <a:cubicBezTo>
                  <a:pt x="96" y="81"/>
                  <a:pt x="97" y="80"/>
                  <a:pt x="99" y="79"/>
                </a:cubicBezTo>
                <a:cubicBezTo>
                  <a:pt x="100" y="78"/>
                  <a:pt x="101" y="79"/>
                  <a:pt x="103" y="80"/>
                </a:cubicBezTo>
                <a:cubicBezTo>
                  <a:pt x="104" y="81"/>
                  <a:pt x="105" y="82"/>
                  <a:pt x="107" y="82"/>
                </a:cubicBezTo>
                <a:cubicBezTo>
                  <a:pt x="107" y="81"/>
                  <a:pt x="108" y="80"/>
                  <a:pt x="108" y="80"/>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90" name="Freeform 588"/>
          <p:cNvSpPr>
            <a:spLocks noEditPoints="1"/>
          </p:cNvSpPr>
          <p:nvPr/>
        </p:nvSpPr>
        <p:spPr bwMode="auto">
          <a:xfrm>
            <a:off x="8913813" y="3515201"/>
            <a:ext cx="546100" cy="442913"/>
          </a:xfrm>
          <a:custGeom>
            <a:avLst/>
            <a:gdLst>
              <a:gd name="T0" fmla="*/ 10 w 138"/>
              <a:gd name="T1" fmla="*/ 23 h 112"/>
              <a:gd name="T2" fmla="*/ 44 w 138"/>
              <a:gd name="T3" fmla="*/ 3 h 112"/>
              <a:gd name="T4" fmla="*/ 46 w 138"/>
              <a:gd name="T5" fmla="*/ 21 h 112"/>
              <a:gd name="T6" fmla="*/ 31 w 138"/>
              <a:gd name="T7" fmla="*/ 24 h 112"/>
              <a:gd name="T8" fmla="*/ 15 w 138"/>
              <a:gd name="T9" fmla="*/ 27 h 112"/>
              <a:gd name="T10" fmla="*/ 6 w 138"/>
              <a:gd name="T11" fmla="*/ 38 h 112"/>
              <a:gd name="T12" fmla="*/ 14 w 138"/>
              <a:gd name="T13" fmla="*/ 33 h 112"/>
              <a:gd name="T14" fmla="*/ 56 w 138"/>
              <a:gd name="T15" fmla="*/ 19 h 112"/>
              <a:gd name="T16" fmla="*/ 54 w 138"/>
              <a:gd name="T17" fmla="*/ 18 h 112"/>
              <a:gd name="T18" fmla="*/ 51 w 138"/>
              <a:gd name="T19" fmla="*/ 94 h 112"/>
              <a:gd name="T20" fmla="*/ 47 w 138"/>
              <a:gd name="T21" fmla="*/ 79 h 112"/>
              <a:gd name="T22" fmla="*/ 33 w 138"/>
              <a:gd name="T23" fmla="*/ 82 h 112"/>
              <a:gd name="T24" fmla="*/ 39 w 138"/>
              <a:gd name="T25" fmla="*/ 91 h 112"/>
              <a:gd name="T26" fmla="*/ 71 w 138"/>
              <a:gd name="T27" fmla="*/ 94 h 112"/>
              <a:gd name="T28" fmla="*/ 81 w 138"/>
              <a:gd name="T29" fmla="*/ 89 h 112"/>
              <a:gd name="T30" fmla="*/ 88 w 138"/>
              <a:gd name="T31" fmla="*/ 70 h 112"/>
              <a:gd name="T32" fmla="*/ 74 w 138"/>
              <a:gd name="T33" fmla="*/ 65 h 112"/>
              <a:gd name="T34" fmla="*/ 71 w 138"/>
              <a:gd name="T35" fmla="*/ 72 h 112"/>
              <a:gd name="T36" fmla="*/ 72 w 138"/>
              <a:gd name="T37" fmla="*/ 63 h 112"/>
              <a:gd name="T38" fmla="*/ 64 w 138"/>
              <a:gd name="T39" fmla="*/ 70 h 112"/>
              <a:gd name="T40" fmla="*/ 56 w 138"/>
              <a:gd name="T41" fmla="*/ 74 h 112"/>
              <a:gd name="T42" fmla="*/ 61 w 138"/>
              <a:gd name="T43" fmla="*/ 82 h 112"/>
              <a:gd name="T44" fmla="*/ 56 w 138"/>
              <a:gd name="T45" fmla="*/ 94 h 112"/>
              <a:gd name="T46" fmla="*/ 55 w 138"/>
              <a:gd name="T47" fmla="*/ 96 h 112"/>
              <a:gd name="T48" fmla="*/ 31 w 138"/>
              <a:gd name="T49" fmla="*/ 95 h 112"/>
              <a:gd name="T50" fmla="*/ 47 w 138"/>
              <a:gd name="T51" fmla="*/ 102 h 112"/>
              <a:gd name="T52" fmla="*/ 50 w 138"/>
              <a:gd name="T53" fmla="*/ 66 h 112"/>
              <a:gd name="T54" fmla="*/ 50 w 138"/>
              <a:gd name="T55" fmla="*/ 81 h 112"/>
              <a:gd name="T56" fmla="*/ 87 w 138"/>
              <a:gd name="T57" fmla="*/ 96 h 112"/>
              <a:gd name="T58" fmla="*/ 71 w 138"/>
              <a:gd name="T59" fmla="*/ 99 h 112"/>
              <a:gd name="T60" fmla="*/ 79 w 138"/>
              <a:gd name="T61" fmla="*/ 102 h 112"/>
              <a:gd name="T62" fmla="*/ 58 w 138"/>
              <a:gd name="T63" fmla="*/ 99 h 112"/>
              <a:gd name="T64" fmla="*/ 63 w 138"/>
              <a:gd name="T65" fmla="*/ 108 h 112"/>
              <a:gd name="T66" fmla="*/ 67 w 138"/>
              <a:gd name="T67" fmla="*/ 103 h 112"/>
              <a:gd name="T68" fmla="*/ 133 w 138"/>
              <a:gd name="T69" fmla="*/ 96 h 112"/>
              <a:gd name="T70" fmla="*/ 131 w 138"/>
              <a:gd name="T71" fmla="*/ 86 h 112"/>
              <a:gd name="T72" fmla="*/ 17 w 138"/>
              <a:gd name="T73" fmla="*/ 100 h 112"/>
              <a:gd name="T74" fmla="*/ 30 w 138"/>
              <a:gd name="T75" fmla="*/ 100 h 112"/>
              <a:gd name="T76" fmla="*/ 31 w 138"/>
              <a:gd name="T77" fmla="*/ 89 h 112"/>
              <a:gd name="T78" fmla="*/ 28 w 138"/>
              <a:gd name="T79" fmla="*/ 79 h 112"/>
              <a:gd name="T80" fmla="*/ 36 w 138"/>
              <a:gd name="T81" fmla="*/ 73 h 112"/>
              <a:gd name="T82" fmla="*/ 42 w 138"/>
              <a:gd name="T83" fmla="*/ 61 h 112"/>
              <a:gd name="T84" fmla="*/ 49 w 138"/>
              <a:gd name="T85" fmla="*/ 55 h 112"/>
              <a:gd name="T86" fmla="*/ 48 w 138"/>
              <a:gd name="T87" fmla="*/ 44 h 112"/>
              <a:gd name="T88" fmla="*/ 40 w 138"/>
              <a:gd name="T89" fmla="*/ 38 h 112"/>
              <a:gd name="T90" fmla="*/ 39 w 138"/>
              <a:gd name="T91" fmla="*/ 26 h 112"/>
              <a:gd name="T92" fmla="*/ 24 w 138"/>
              <a:gd name="T93" fmla="*/ 38 h 112"/>
              <a:gd name="T94" fmla="*/ 17 w 138"/>
              <a:gd name="T95" fmla="*/ 35 h 112"/>
              <a:gd name="T96" fmla="*/ 9 w 138"/>
              <a:gd name="T97" fmla="*/ 39 h 112"/>
              <a:gd name="T98" fmla="*/ 0 w 138"/>
              <a:gd name="T99" fmla="*/ 42 h 112"/>
              <a:gd name="T100" fmla="*/ 5 w 138"/>
              <a:gd name="T101" fmla="*/ 66 h 112"/>
              <a:gd name="T102" fmla="*/ 1 w 138"/>
              <a:gd name="T103" fmla="*/ 63 h 112"/>
              <a:gd name="T104" fmla="*/ 3 w 138"/>
              <a:gd name="T105" fmla="*/ 78 h 112"/>
              <a:gd name="T106" fmla="*/ 11 w 138"/>
              <a:gd name="T107" fmla="*/ 8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 h="112">
                <a:moveTo>
                  <a:pt x="6" y="38"/>
                </a:moveTo>
                <a:cubicBezTo>
                  <a:pt x="5" y="38"/>
                  <a:pt x="5" y="37"/>
                  <a:pt x="5" y="37"/>
                </a:cubicBezTo>
                <a:cubicBezTo>
                  <a:pt x="4" y="36"/>
                  <a:pt x="3" y="35"/>
                  <a:pt x="3" y="35"/>
                </a:cubicBezTo>
                <a:cubicBezTo>
                  <a:pt x="3" y="33"/>
                  <a:pt x="5" y="30"/>
                  <a:pt x="6" y="28"/>
                </a:cubicBezTo>
                <a:cubicBezTo>
                  <a:pt x="7" y="27"/>
                  <a:pt x="8" y="24"/>
                  <a:pt x="10" y="23"/>
                </a:cubicBezTo>
                <a:cubicBezTo>
                  <a:pt x="11" y="22"/>
                  <a:pt x="13" y="24"/>
                  <a:pt x="15" y="23"/>
                </a:cubicBezTo>
                <a:cubicBezTo>
                  <a:pt x="18" y="22"/>
                  <a:pt x="18" y="21"/>
                  <a:pt x="21" y="22"/>
                </a:cubicBezTo>
                <a:cubicBezTo>
                  <a:pt x="24" y="22"/>
                  <a:pt x="27" y="21"/>
                  <a:pt x="28" y="19"/>
                </a:cubicBezTo>
                <a:cubicBezTo>
                  <a:pt x="32" y="15"/>
                  <a:pt x="32" y="9"/>
                  <a:pt x="37" y="6"/>
                </a:cubicBezTo>
                <a:cubicBezTo>
                  <a:pt x="39" y="5"/>
                  <a:pt x="42" y="5"/>
                  <a:pt x="44" y="3"/>
                </a:cubicBezTo>
                <a:cubicBezTo>
                  <a:pt x="45" y="3"/>
                  <a:pt x="48" y="0"/>
                  <a:pt x="49" y="0"/>
                </a:cubicBezTo>
                <a:cubicBezTo>
                  <a:pt x="51" y="0"/>
                  <a:pt x="47" y="3"/>
                  <a:pt x="47" y="4"/>
                </a:cubicBezTo>
                <a:cubicBezTo>
                  <a:pt x="45" y="6"/>
                  <a:pt x="46" y="7"/>
                  <a:pt x="47" y="9"/>
                </a:cubicBezTo>
                <a:cubicBezTo>
                  <a:pt x="49" y="12"/>
                  <a:pt x="47" y="13"/>
                  <a:pt x="48" y="15"/>
                </a:cubicBezTo>
                <a:cubicBezTo>
                  <a:pt x="48" y="18"/>
                  <a:pt x="48" y="19"/>
                  <a:pt x="46" y="21"/>
                </a:cubicBezTo>
                <a:cubicBezTo>
                  <a:pt x="45" y="22"/>
                  <a:pt x="45" y="28"/>
                  <a:pt x="43" y="27"/>
                </a:cubicBezTo>
                <a:cubicBezTo>
                  <a:pt x="42" y="27"/>
                  <a:pt x="41" y="26"/>
                  <a:pt x="41" y="25"/>
                </a:cubicBezTo>
                <a:cubicBezTo>
                  <a:pt x="40" y="25"/>
                  <a:pt x="38" y="24"/>
                  <a:pt x="37" y="24"/>
                </a:cubicBezTo>
                <a:cubicBezTo>
                  <a:pt x="37" y="25"/>
                  <a:pt x="34" y="23"/>
                  <a:pt x="33" y="23"/>
                </a:cubicBezTo>
                <a:cubicBezTo>
                  <a:pt x="33" y="23"/>
                  <a:pt x="32" y="24"/>
                  <a:pt x="31" y="24"/>
                </a:cubicBezTo>
                <a:cubicBezTo>
                  <a:pt x="31" y="25"/>
                  <a:pt x="29" y="25"/>
                  <a:pt x="28" y="25"/>
                </a:cubicBezTo>
                <a:cubicBezTo>
                  <a:pt x="27" y="25"/>
                  <a:pt x="25" y="27"/>
                  <a:pt x="23" y="27"/>
                </a:cubicBezTo>
                <a:cubicBezTo>
                  <a:pt x="22" y="26"/>
                  <a:pt x="21" y="25"/>
                  <a:pt x="21" y="25"/>
                </a:cubicBezTo>
                <a:cubicBezTo>
                  <a:pt x="20" y="25"/>
                  <a:pt x="19" y="26"/>
                  <a:pt x="18" y="26"/>
                </a:cubicBezTo>
                <a:cubicBezTo>
                  <a:pt x="17" y="26"/>
                  <a:pt x="16" y="27"/>
                  <a:pt x="15" y="27"/>
                </a:cubicBezTo>
                <a:cubicBezTo>
                  <a:pt x="13" y="28"/>
                  <a:pt x="11" y="28"/>
                  <a:pt x="11" y="29"/>
                </a:cubicBezTo>
                <a:cubicBezTo>
                  <a:pt x="10" y="30"/>
                  <a:pt x="11" y="31"/>
                  <a:pt x="10" y="31"/>
                </a:cubicBezTo>
                <a:cubicBezTo>
                  <a:pt x="10" y="32"/>
                  <a:pt x="9" y="33"/>
                  <a:pt x="9" y="33"/>
                </a:cubicBezTo>
                <a:cubicBezTo>
                  <a:pt x="8" y="35"/>
                  <a:pt x="8" y="37"/>
                  <a:pt x="6" y="38"/>
                </a:cubicBezTo>
                <a:cubicBezTo>
                  <a:pt x="5" y="38"/>
                  <a:pt x="8" y="37"/>
                  <a:pt x="6" y="38"/>
                </a:cubicBezTo>
                <a:close/>
                <a:moveTo>
                  <a:pt x="14" y="29"/>
                </a:moveTo>
                <a:cubicBezTo>
                  <a:pt x="14" y="30"/>
                  <a:pt x="12" y="30"/>
                  <a:pt x="12" y="31"/>
                </a:cubicBezTo>
                <a:cubicBezTo>
                  <a:pt x="11" y="31"/>
                  <a:pt x="12" y="32"/>
                  <a:pt x="11" y="33"/>
                </a:cubicBezTo>
                <a:cubicBezTo>
                  <a:pt x="10" y="34"/>
                  <a:pt x="8" y="36"/>
                  <a:pt x="11" y="37"/>
                </a:cubicBezTo>
                <a:cubicBezTo>
                  <a:pt x="13" y="39"/>
                  <a:pt x="14" y="35"/>
                  <a:pt x="14" y="33"/>
                </a:cubicBezTo>
                <a:cubicBezTo>
                  <a:pt x="15" y="32"/>
                  <a:pt x="15" y="32"/>
                  <a:pt x="15" y="31"/>
                </a:cubicBezTo>
                <a:cubicBezTo>
                  <a:pt x="16" y="30"/>
                  <a:pt x="16" y="30"/>
                  <a:pt x="16" y="28"/>
                </a:cubicBezTo>
                <a:cubicBezTo>
                  <a:pt x="15" y="29"/>
                  <a:pt x="15" y="29"/>
                  <a:pt x="14" y="29"/>
                </a:cubicBezTo>
                <a:close/>
                <a:moveTo>
                  <a:pt x="54" y="18"/>
                </a:moveTo>
                <a:cubicBezTo>
                  <a:pt x="56" y="18"/>
                  <a:pt x="55" y="19"/>
                  <a:pt x="56" y="19"/>
                </a:cubicBezTo>
                <a:cubicBezTo>
                  <a:pt x="57" y="19"/>
                  <a:pt x="58" y="18"/>
                  <a:pt x="58" y="17"/>
                </a:cubicBezTo>
                <a:cubicBezTo>
                  <a:pt x="60" y="16"/>
                  <a:pt x="61" y="15"/>
                  <a:pt x="59" y="15"/>
                </a:cubicBezTo>
                <a:cubicBezTo>
                  <a:pt x="59" y="15"/>
                  <a:pt x="59" y="15"/>
                  <a:pt x="59" y="15"/>
                </a:cubicBezTo>
                <a:cubicBezTo>
                  <a:pt x="57" y="15"/>
                  <a:pt x="54" y="16"/>
                  <a:pt x="54" y="18"/>
                </a:cubicBezTo>
                <a:cubicBezTo>
                  <a:pt x="56" y="18"/>
                  <a:pt x="54" y="17"/>
                  <a:pt x="54" y="18"/>
                </a:cubicBezTo>
                <a:close/>
                <a:moveTo>
                  <a:pt x="39" y="91"/>
                </a:moveTo>
                <a:cubicBezTo>
                  <a:pt x="40" y="91"/>
                  <a:pt x="40" y="93"/>
                  <a:pt x="41" y="93"/>
                </a:cubicBezTo>
                <a:cubicBezTo>
                  <a:pt x="41" y="93"/>
                  <a:pt x="43" y="94"/>
                  <a:pt x="44" y="94"/>
                </a:cubicBezTo>
                <a:cubicBezTo>
                  <a:pt x="44" y="94"/>
                  <a:pt x="45" y="95"/>
                  <a:pt x="46" y="95"/>
                </a:cubicBezTo>
                <a:cubicBezTo>
                  <a:pt x="47" y="95"/>
                  <a:pt x="50" y="95"/>
                  <a:pt x="51" y="94"/>
                </a:cubicBezTo>
                <a:cubicBezTo>
                  <a:pt x="53" y="94"/>
                  <a:pt x="53" y="92"/>
                  <a:pt x="53" y="91"/>
                </a:cubicBezTo>
                <a:cubicBezTo>
                  <a:pt x="54" y="89"/>
                  <a:pt x="54" y="85"/>
                  <a:pt x="52" y="83"/>
                </a:cubicBezTo>
                <a:cubicBezTo>
                  <a:pt x="51" y="82"/>
                  <a:pt x="51" y="82"/>
                  <a:pt x="49" y="82"/>
                </a:cubicBezTo>
                <a:cubicBezTo>
                  <a:pt x="48" y="82"/>
                  <a:pt x="47" y="82"/>
                  <a:pt x="46" y="82"/>
                </a:cubicBezTo>
                <a:cubicBezTo>
                  <a:pt x="45" y="81"/>
                  <a:pt x="47" y="80"/>
                  <a:pt x="47" y="79"/>
                </a:cubicBezTo>
                <a:cubicBezTo>
                  <a:pt x="47" y="78"/>
                  <a:pt x="46" y="77"/>
                  <a:pt x="45" y="76"/>
                </a:cubicBezTo>
                <a:cubicBezTo>
                  <a:pt x="44" y="75"/>
                  <a:pt x="42" y="77"/>
                  <a:pt x="41" y="77"/>
                </a:cubicBezTo>
                <a:cubicBezTo>
                  <a:pt x="40" y="77"/>
                  <a:pt x="37" y="80"/>
                  <a:pt x="36" y="80"/>
                </a:cubicBezTo>
                <a:cubicBezTo>
                  <a:pt x="35" y="79"/>
                  <a:pt x="35" y="78"/>
                  <a:pt x="34" y="78"/>
                </a:cubicBezTo>
                <a:cubicBezTo>
                  <a:pt x="31" y="78"/>
                  <a:pt x="32" y="81"/>
                  <a:pt x="33" y="82"/>
                </a:cubicBezTo>
                <a:cubicBezTo>
                  <a:pt x="33" y="83"/>
                  <a:pt x="34" y="84"/>
                  <a:pt x="34" y="85"/>
                </a:cubicBezTo>
                <a:cubicBezTo>
                  <a:pt x="35" y="85"/>
                  <a:pt x="35" y="86"/>
                  <a:pt x="35" y="86"/>
                </a:cubicBezTo>
                <a:cubicBezTo>
                  <a:pt x="35" y="87"/>
                  <a:pt x="35" y="88"/>
                  <a:pt x="35" y="89"/>
                </a:cubicBezTo>
                <a:cubicBezTo>
                  <a:pt x="37" y="89"/>
                  <a:pt x="37" y="90"/>
                  <a:pt x="37" y="91"/>
                </a:cubicBezTo>
                <a:cubicBezTo>
                  <a:pt x="38" y="91"/>
                  <a:pt x="38" y="91"/>
                  <a:pt x="39" y="91"/>
                </a:cubicBezTo>
                <a:close/>
                <a:moveTo>
                  <a:pt x="65" y="90"/>
                </a:moveTo>
                <a:cubicBezTo>
                  <a:pt x="66" y="90"/>
                  <a:pt x="68" y="90"/>
                  <a:pt x="69" y="90"/>
                </a:cubicBezTo>
                <a:cubicBezTo>
                  <a:pt x="70" y="90"/>
                  <a:pt x="70" y="90"/>
                  <a:pt x="71" y="90"/>
                </a:cubicBezTo>
                <a:cubicBezTo>
                  <a:pt x="71" y="90"/>
                  <a:pt x="72" y="91"/>
                  <a:pt x="72" y="92"/>
                </a:cubicBezTo>
                <a:cubicBezTo>
                  <a:pt x="72" y="93"/>
                  <a:pt x="70" y="93"/>
                  <a:pt x="71" y="94"/>
                </a:cubicBezTo>
                <a:cubicBezTo>
                  <a:pt x="71" y="95"/>
                  <a:pt x="74" y="96"/>
                  <a:pt x="75" y="96"/>
                </a:cubicBezTo>
                <a:cubicBezTo>
                  <a:pt x="76" y="97"/>
                  <a:pt x="78" y="98"/>
                  <a:pt x="79" y="97"/>
                </a:cubicBezTo>
                <a:cubicBezTo>
                  <a:pt x="80" y="96"/>
                  <a:pt x="79" y="93"/>
                  <a:pt x="79" y="93"/>
                </a:cubicBezTo>
                <a:cubicBezTo>
                  <a:pt x="78" y="92"/>
                  <a:pt x="76" y="92"/>
                  <a:pt x="78" y="91"/>
                </a:cubicBezTo>
                <a:cubicBezTo>
                  <a:pt x="78" y="90"/>
                  <a:pt x="80" y="90"/>
                  <a:pt x="81" y="89"/>
                </a:cubicBezTo>
                <a:cubicBezTo>
                  <a:pt x="83" y="88"/>
                  <a:pt x="88" y="87"/>
                  <a:pt x="85" y="84"/>
                </a:cubicBezTo>
                <a:cubicBezTo>
                  <a:pt x="84" y="83"/>
                  <a:pt x="82" y="83"/>
                  <a:pt x="81" y="82"/>
                </a:cubicBezTo>
                <a:cubicBezTo>
                  <a:pt x="80" y="80"/>
                  <a:pt x="81" y="79"/>
                  <a:pt x="82" y="77"/>
                </a:cubicBezTo>
                <a:cubicBezTo>
                  <a:pt x="84" y="76"/>
                  <a:pt x="84" y="75"/>
                  <a:pt x="86" y="74"/>
                </a:cubicBezTo>
                <a:cubicBezTo>
                  <a:pt x="87" y="73"/>
                  <a:pt x="88" y="72"/>
                  <a:pt x="88" y="70"/>
                </a:cubicBezTo>
                <a:cubicBezTo>
                  <a:pt x="88" y="69"/>
                  <a:pt x="87" y="67"/>
                  <a:pt x="87" y="65"/>
                </a:cubicBezTo>
                <a:cubicBezTo>
                  <a:pt x="87" y="63"/>
                  <a:pt x="89" y="62"/>
                  <a:pt x="89" y="60"/>
                </a:cubicBezTo>
                <a:cubicBezTo>
                  <a:pt x="88" y="60"/>
                  <a:pt x="84" y="58"/>
                  <a:pt x="84" y="58"/>
                </a:cubicBezTo>
                <a:cubicBezTo>
                  <a:pt x="81" y="57"/>
                  <a:pt x="79" y="60"/>
                  <a:pt x="78" y="61"/>
                </a:cubicBezTo>
                <a:cubicBezTo>
                  <a:pt x="76" y="62"/>
                  <a:pt x="74" y="62"/>
                  <a:pt x="74" y="65"/>
                </a:cubicBezTo>
                <a:cubicBezTo>
                  <a:pt x="74" y="65"/>
                  <a:pt x="76" y="66"/>
                  <a:pt x="75" y="67"/>
                </a:cubicBezTo>
                <a:cubicBezTo>
                  <a:pt x="75" y="69"/>
                  <a:pt x="75" y="68"/>
                  <a:pt x="74" y="69"/>
                </a:cubicBezTo>
                <a:cubicBezTo>
                  <a:pt x="73" y="70"/>
                  <a:pt x="74" y="71"/>
                  <a:pt x="73" y="72"/>
                </a:cubicBezTo>
                <a:cubicBezTo>
                  <a:pt x="73" y="74"/>
                  <a:pt x="73" y="75"/>
                  <a:pt x="72" y="73"/>
                </a:cubicBezTo>
                <a:cubicBezTo>
                  <a:pt x="71" y="72"/>
                  <a:pt x="72" y="73"/>
                  <a:pt x="71" y="72"/>
                </a:cubicBezTo>
                <a:cubicBezTo>
                  <a:pt x="71" y="71"/>
                  <a:pt x="72" y="71"/>
                  <a:pt x="72" y="70"/>
                </a:cubicBezTo>
                <a:cubicBezTo>
                  <a:pt x="72" y="69"/>
                  <a:pt x="71" y="70"/>
                  <a:pt x="70" y="69"/>
                </a:cubicBezTo>
                <a:cubicBezTo>
                  <a:pt x="70" y="69"/>
                  <a:pt x="71" y="68"/>
                  <a:pt x="71" y="68"/>
                </a:cubicBezTo>
                <a:cubicBezTo>
                  <a:pt x="71" y="67"/>
                  <a:pt x="71" y="67"/>
                  <a:pt x="71" y="66"/>
                </a:cubicBezTo>
                <a:cubicBezTo>
                  <a:pt x="71" y="65"/>
                  <a:pt x="73" y="64"/>
                  <a:pt x="72" y="63"/>
                </a:cubicBezTo>
                <a:cubicBezTo>
                  <a:pt x="70" y="64"/>
                  <a:pt x="68" y="64"/>
                  <a:pt x="66" y="63"/>
                </a:cubicBezTo>
                <a:cubicBezTo>
                  <a:pt x="66" y="63"/>
                  <a:pt x="63" y="62"/>
                  <a:pt x="62" y="63"/>
                </a:cubicBezTo>
                <a:cubicBezTo>
                  <a:pt x="61" y="65"/>
                  <a:pt x="70" y="64"/>
                  <a:pt x="66" y="68"/>
                </a:cubicBezTo>
                <a:cubicBezTo>
                  <a:pt x="66" y="68"/>
                  <a:pt x="65" y="68"/>
                  <a:pt x="64" y="69"/>
                </a:cubicBezTo>
                <a:cubicBezTo>
                  <a:pt x="64" y="69"/>
                  <a:pt x="65" y="70"/>
                  <a:pt x="64" y="70"/>
                </a:cubicBezTo>
                <a:cubicBezTo>
                  <a:pt x="64" y="71"/>
                  <a:pt x="63" y="71"/>
                  <a:pt x="63" y="71"/>
                </a:cubicBezTo>
                <a:cubicBezTo>
                  <a:pt x="62" y="72"/>
                  <a:pt x="62" y="72"/>
                  <a:pt x="61" y="73"/>
                </a:cubicBezTo>
                <a:cubicBezTo>
                  <a:pt x="60" y="73"/>
                  <a:pt x="60" y="72"/>
                  <a:pt x="58" y="71"/>
                </a:cubicBezTo>
                <a:cubicBezTo>
                  <a:pt x="58" y="71"/>
                  <a:pt x="55" y="71"/>
                  <a:pt x="55" y="72"/>
                </a:cubicBezTo>
                <a:cubicBezTo>
                  <a:pt x="56" y="73"/>
                  <a:pt x="57" y="73"/>
                  <a:pt x="56" y="74"/>
                </a:cubicBezTo>
                <a:cubicBezTo>
                  <a:pt x="56" y="75"/>
                  <a:pt x="57" y="75"/>
                  <a:pt x="57" y="75"/>
                </a:cubicBezTo>
                <a:cubicBezTo>
                  <a:pt x="58" y="75"/>
                  <a:pt x="59" y="76"/>
                  <a:pt x="59" y="77"/>
                </a:cubicBezTo>
                <a:cubicBezTo>
                  <a:pt x="59" y="77"/>
                  <a:pt x="59" y="78"/>
                  <a:pt x="59" y="78"/>
                </a:cubicBezTo>
                <a:cubicBezTo>
                  <a:pt x="59" y="79"/>
                  <a:pt x="58" y="79"/>
                  <a:pt x="59" y="79"/>
                </a:cubicBezTo>
                <a:cubicBezTo>
                  <a:pt x="59" y="80"/>
                  <a:pt x="61" y="80"/>
                  <a:pt x="61" y="82"/>
                </a:cubicBezTo>
                <a:cubicBezTo>
                  <a:pt x="61" y="84"/>
                  <a:pt x="59" y="84"/>
                  <a:pt x="59" y="85"/>
                </a:cubicBezTo>
                <a:cubicBezTo>
                  <a:pt x="60" y="86"/>
                  <a:pt x="62" y="88"/>
                  <a:pt x="63" y="90"/>
                </a:cubicBezTo>
                <a:cubicBezTo>
                  <a:pt x="63" y="90"/>
                  <a:pt x="64" y="90"/>
                  <a:pt x="65" y="90"/>
                </a:cubicBezTo>
                <a:close/>
                <a:moveTo>
                  <a:pt x="55" y="96"/>
                </a:moveTo>
                <a:cubicBezTo>
                  <a:pt x="55" y="96"/>
                  <a:pt x="56" y="94"/>
                  <a:pt x="56" y="94"/>
                </a:cubicBezTo>
                <a:cubicBezTo>
                  <a:pt x="55" y="93"/>
                  <a:pt x="53" y="97"/>
                  <a:pt x="53" y="97"/>
                </a:cubicBezTo>
                <a:cubicBezTo>
                  <a:pt x="51" y="99"/>
                  <a:pt x="51" y="101"/>
                  <a:pt x="51" y="103"/>
                </a:cubicBezTo>
                <a:cubicBezTo>
                  <a:pt x="51" y="106"/>
                  <a:pt x="51" y="106"/>
                  <a:pt x="52" y="104"/>
                </a:cubicBezTo>
                <a:cubicBezTo>
                  <a:pt x="53" y="102"/>
                  <a:pt x="55" y="99"/>
                  <a:pt x="55" y="97"/>
                </a:cubicBezTo>
                <a:cubicBezTo>
                  <a:pt x="55" y="97"/>
                  <a:pt x="55" y="96"/>
                  <a:pt x="55" y="96"/>
                </a:cubicBezTo>
                <a:close/>
                <a:moveTo>
                  <a:pt x="34" y="99"/>
                </a:moveTo>
                <a:cubicBezTo>
                  <a:pt x="35" y="100"/>
                  <a:pt x="34" y="100"/>
                  <a:pt x="35" y="101"/>
                </a:cubicBezTo>
                <a:cubicBezTo>
                  <a:pt x="36" y="101"/>
                  <a:pt x="38" y="101"/>
                  <a:pt x="39" y="101"/>
                </a:cubicBezTo>
                <a:cubicBezTo>
                  <a:pt x="39" y="98"/>
                  <a:pt x="36" y="96"/>
                  <a:pt x="34" y="94"/>
                </a:cubicBezTo>
                <a:cubicBezTo>
                  <a:pt x="33" y="93"/>
                  <a:pt x="31" y="93"/>
                  <a:pt x="31" y="95"/>
                </a:cubicBezTo>
                <a:cubicBezTo>
                  <a:pt x="31" y="96"/>
                  <a:pt x="34" y="98"/>
                  <a:pt x="34" y="99"/>
                </a:cubicBezTo>
                <a:cubicBezTo>
                  <a:pt x="35" y="99"/>
                  <a:pt x="34" y="98"/>
                  <a:pt x="34" y="99"/>
                </a:cubicBezTo>
                <a:close/>
                <a:moveTo>
                  <a:pt x="42" y="99"/>
                </a:moveTo>
                <a:cubicBezTo>
                  <a:pt x="42" y="101"/>
                  <a:pt x="44" y="101"/>
                  <a:pt x="45" y="101"/>
                </a:cubicBezTo>
                <a:cubicBezTo>
                  <a:pt x="45" y="102"/>
                  <a:pt x="46" y="104"/>
                  <a:pt x="47" y="102"/>
                </a:cubicBezTo>
                <a:cubicBezTo>
                  <a:pt x="48" y="100"/>
                  <a:pt x="42" y="98"/>
                  <a:pt x="42" y="99"/>
                </a:cubicBezTo>
                <a:cubicBezTo>
                  <a:pt x="42" y="101"/>
                  <a:pt x="42" y="98"/>
                  <a:pt x="42" y="99"/>
                </a:cubicBezTo>
                <a:close/>
                <a:moveTo>
                  <a:pt x="48" y="67"/>
                </a:moveTo>
                <a:cubicBezTo>
                  <a:pt x="46" y="70"/>
                  <a:pt x="49" y="72"/>
                  <a:pt x="50" y="68"/>
                </a:cubicBezTo>
                <a:cubicBezTo>
                  <a:pt x="50" y="67"/>
                  <a:pt x="50" y="67"/>
                  <a:pt x="50" y="66"/>
                </a:cubicBezTo>
                <a:cubicBezTo>
                  <a:pt x="49" y="65"/>
                  <a:pt x="48" y="64"/>
                  <a:pt x="48" y="63"/>
                </a:cubicBezTo>
                <a:cubicBezTo>
                  <a:pt x="47" y="64"/>
                  <a:pt x="48" y="66"/>
                  <a:pt x="48" y="67"/>
                </a:cubicBezTo>
                <a:cubicBezTo>
                  <a:pt x="47" y="68"/>
                  <a:pt x="48" y="66"/>
                  <a:pt x="48" y="67"/>
                </a:cubicBezTo>
                <a:close/>
                <a:moveTo>
                  <a:pt x="50" y="76"/>
                </a:moveTo>
                <a:cubicBezTo>
                  <a:pt x="49" y="77"/>
                  <a:pt x="47" y="82"/>
                  <a:pt x="50" y="81"/>
                </a:cubicBezTo>
                <a:cubicBezTo>
                  <a:pt x="53" y="80"/>
                  <a:pt x="52" y="76"/>
                  <a:pt x="50" y="76"/>
                </a:cubicBezTo>
                <a:cubicBezTo>
                  <a:pt x="49" y="77"/>
                  <a:pt x="50" y="76"/>
                  <a:pt x="50" y="76"/>
                </a:cubicBezTo>
                <a:close/>
                <a:moveTo>
                  <a:pt x="79" y="100"/>
                </a:moveTo>
                <a:cubicBezTo>
                  <a:pt x="81" y="102"/>
                  <a:pt x="82" y="99"/>
                  <a:pt x="84" y="98"/>
                </a:cubicBezTo>
                <a:cubicBezTo>
                  <a:pt x="85" y="98"/>
                  <a:pt x="89" y="99"/>
                  <a:pt x="87" y="96"/>
                </a:cubicBezTo>
                <a:cubicBezTo>
                  <a:pt x="86" y="96"/>
                  <a:pt x="83" y="94"/>
                  <a:pt x="82" y="95"/>
                </a:cubicBezTo>
                <a:cubicBezTo>
                  <a:pt x="82" y="95"/>
                  <a:pt x="82" y="97"/>
                  <a:pt x="81" y="97"/>
                </a:cubicBezTo>
                <a:cubicBezTo>
                  <a:pt x="80" y="98"/>
                  <a:pt x="79" y="98"/>
                  <a:pt x="79" y="100"/>
                </a:cubicBezTo>
                <a:cubicBezTo>
                  <a:pt x="80" y="100"/>
                  <a:pt x="79" y="99"/>
                  <a:pt x="79" y="100"/>
                </a:cubicBezTo>
                <a:close/>
                <a:moveTo>
                  <a:pt x="71" y="99"/>
                </a:moveTo>
                <a:cubicBezTo>
                  <a:pt x="70" y="101"/>
                  <a:pt x="74" y="103"/>
                  <a:pt x="74" y="106"/>
                </a:cubicBezTo>
                <a:cubicBezTo>
                  <a:pt x="75" y="107"/>
                  <a:pt x="74" y="108"/>
                  <a:pt x="74" y="109"/>
                </a:cubicBezTo>
                <a:cubicBezTo>
                  <a:pt x="74" y="110"/>
                  <a:pt x="75" y="112"/>
                  <a:pt x="75" y="111"/>
                </a:cubicBezTo>
                <a:cubicBezTo>
                  <a:pt x="76" y="111"/>
                  <a:pt x="76" y="107"/>
                  <a:pt x="76" y="106"/>
                </a:cubicBezTo>
                <a:cubicBezTo>
                  <a:pt x="77" y="105"/>
                  <a:pt x="79" y="103"/>
                  <a:pt x="79" y="102"/>
                </a:cubicBezTo>
                <a:cubicBezTo>
                  <a:pt x="79" y="100"/>
                  <a:pt x="77" y="101"/>
                  <a:pt x="76" y="100"/>
                </a:cubicBezTo>
                <a:cubicBezTo>
                  <a:pt x="74" y="99"/>
                  <a:pt x="74" y="98"/>
                  <a:pt x="72" y="98"/>
                </a:cubicBezTo>
                <a:cubicBezTo>
                  <a:pt x="72" y="98"/>
                  <a:pt x="72" y="99"/>
                  <a:pt x="71" y="99"/>
                </a:cubicBezTo>
                <a:close/>
                <a:moveTo>
                  <a:pt x="61" y="98"/>
                </a:moveTo>
                <a:cubicBezTo>
                  <a:pt x="60" y="98"/>
                  <a:pt x="58" y="99"/>
                  <a:pt x="58" y="99"/>
                </a:cubicBezTo>
                <a:cubicBezTo>
                  <a:pt x="57" y="100"/>
                  <a:pt x="58" y="101"/>
                  <a:pt x="58" y="102"/>
                </a:cubicBezTo>
                <a:cubicBezTo>
                  <a:pt x="59" y="103"/>
                  <a:pt x="59" y="102"/>
                  <a:pt x="58" y="103"/>
                </a:cubicBezTo>
                <a:cubicBezTo>
                  <a:pt x="58" y="104"/>
                  <a:pt x="57" y="104"/>
                  <a:pt x="57" y="105"/>
                </a:cubicBezTo>
                <a:cubicBezTo>
                  <a:pt x="58" y="106"/>
                  <a:pt x="60" y="106"/>
                  <a:pt x="60" y="106"/>
                </a:cubicBezTo>
                <a:cubicBezTo>
                  <a:pt x="62" y="106"/>
                  <a:pt x="62" y="107"/>
                  <a:pt x="63" y="108"/>
                </a:cubicBezTo>
                <a:cubicBezTo>
                  <a:pt x="64" y="109"/>
                  <a:pt x="65" y="110"/>
                  <a:pt x="66" y="110"/>
                </a:cubicBezTo>
                <a:cubicBezTo>
                  <a:pt x="67" y="110"/>
                  <a:pt x="67" y="108"/>
                  <a:pt x="68" y="108"/>
                </a:cubicBezTo>
                <a:cubicBezTo>
                  <a:pt x="70" y="108"/>
                  <a:pt x="73" y="110"/>
                  <a:pt x="73" y="107"/>
                </a:cubicBezTo>
                <a:cubicBezTo>
                  <a:pt x="73" y="106"/>
                  <a:pt x="71" y="101"/>
                  <a:pt x="70" y="101"/>
                </a:cubicBezTo>
                <a:cubicBezTo>
                  <a:pt x="68" y="101"/>
                  <a:pt x="69" y="103"/>
                  <a:pt x="67" y="103"/>
                </a:cubicBezTo>
                <a:cubicBezTo>
                  <a:pt x="66" y="102"/>
                  <a:pt x="65" y="101"/>
                  <a:pt x="64" y="100"/>
                </a:cubicBezTo>
                <a:cubicBezTo>
                  <a:pt x="64" y="100"/>
                  <a:pt x="62" y="99"/>
                  <a:pt x="62" y="98"/>
                </a:cubicBezTo>
                <a:cubicBezTo>
                  <a:pt x="62" y="98"/>
                  <a:pt x="61" y="98"/>
                  <a:pt x="61" y="98"/>
                </a:cubicBezTo>
                <a:close/>
                <a:moveTo>
                  <a:pt x="130" y="94"/>
                </a:moveTo>
                <a:cubicBezTo>
                  <a:pt x="131" y="94"/>
                  <a:pt x="132" y="95"/>
                  <a:pt x="133" y="96"/>
                </a:cubicBezTo>
                <a:cubicBezTo>
                  <a:pt x="134" y="96"/>
                  <a:pt x="135" y="97"/>
                  <a:pt x="136" y="97"/>
                </a:cubicBezTo>
                <a:cubicBezTo>
                  <a:pt x="137" y="96"/>
                  <a:pt x="137" y="95"/>
                  <a:pt x="137" y="95"/>
                </a:cubicBezTo>
                <a:cubicBezTo>
                  <a:pt x="138" y="94"/>
                  <a:pt x="138" y="93"/>
                  <a:pt x="137" y="92"/>
                </a:cubicBezTo>
                <a:cubicBezTo>
                  <a:pt x="137" y="90"/>
                  <a:pt x="135" y="90"/>
                  <a:pt x="134" y="89"/>
                </a:cubicBezTo>
                <a:cubicBezTo>
                  <a:pt x="133" y="89"/>
                  <a:pt x="131" y="86"/>
                  <a:pt x="131" y="86"/>
                </a:cubicBezTo>
                <a:cubicBezTo>
                  <a:pt x="130" y="86"/>
                  <a:pt x="130" y="88"/>
                  <a:pt x="129" y="89"/>
                </a:cubicBezTo>
                <a:cubicBezTo>
                  <a:pt x="129" y="90"/>
                  <a:pt x="130" y="90"/>
                  <a:pt x="130" y="91"/>
                </a:cubicBezTo>
                <a:cubicBezTo>
                  <a:pt x="130" y="92"/>
                  <a:pt x="129" y="92"/>
                  <a:pt x="129" y="93"/>
                </a:cubicBezTo>
                <a:cubicBezTo>
                  <a:pt x="129" y="93"/>
                  <a:pt x="129" y="93"/>
                  <a:pt x="130" y="94"/>
                </a:cubicBezTo>
                <a:close/>
                <a:moveTo>
                  <a:pt x="17" y="100"/>
                </a:moveTo>
                <a:cubicBezTo>
                  <a:pt x="18" y="101"/>
                  <a:pt x="20" y="101"/>
                  <a:pt x="21" y="102"/>
                </a:cubicBezTo>
                <a:cubicBezTo>
                  <a:pt x="22" y="102"/>
                  <a:pt x="22" y="103"/>
                  <a:pt x="22" y="103"/>
                </a:cubicBezTo>
                <a:cubicBezTo>
                  <a:pt x="24" y="105"/>
                  <a:pt x="26" y="104"/>
                  <a:pt x="27" y="103"/>
                </a:cubicBezTo>
                <a:cubicBezTo>
                  <a:pt x="26" y="103"/>
                  <a:pt x="29" y="100"/>
                  <a:pt x="29" y="100"/>
                </a:cubicBezTo>
                <a:cubicBezTo>
                  <a:pt x="31" y="99"/>
                  <a:pt x="29" y="99"/>
                  <a:pt x="30" y="100"/>
                </a:cubicBezTo>
                <a:cubicBezTo>
                  <a:pt x="31" y="101"/>
                  <a:pt x="31" y="101"/>
                  <a:pt x="32" y="101"/>
                </a:cubicBezTo>
                <a:cubicBezTo>
                  <a:pt x="33" y="100"/>
                  <a:pt x="33" y="99"/>
                  <a:pt x="32" y="98"/>
                </a:cubicBezTo>
                <a:cubicBezTo>
                  <a:pt x="31" y="96"/>
                  <a:pt x="29" y="95"/>
                  <a:pt x="27" y="95"/>
                </a:cubicBezTo>
                <a:cubicBezTo>
                  <a:pt x="28" y="95"/>
                  <a:pt x="29" y="92"/>
                  <a:pt x="27" y="92"/>
                </a:cubicBezTo>
                <a:cubicBezTo>
                  <a:pt x="27" y="90"/>
                  <a:pt x="31" y="91"/>
                  <a:pt x="31" y="89"/>
                </a:cubicBezTo>
                <a:cubicBezTo>
                  <a:pt x="32" y="88"/>
                  <a:pt x="31" y="87"/>
                  <a:pt x="31" y="86"/>
                </a:cubicBezTo>
                <a:cubicBezTo>
                  <a:pt x="30" y="85"/>
                  <a:pt x="30" y="84"/>
                  <a:pt x="30" y="84"/>
                </a:cubicBezTo>
                <a:cubicBezTo>
                  <a:pt x="30" y="83"/>
                  <a:pt x="30" y="82"/>
                  <a:pt x="30" y="82"/>
                </a:cubicBezTo>
                <a:cubicBezTo>
                  <a:pt x="30" y="80"/>
                  <a:pt x="30" y="81"/>
                  <a:pt x="29" y="80"/>
                </a:cubicBezTo>
                <a:cubicBezTo>
                  <a:pt x="28" y="80"/>
                  <a:pt x="27" y="80"/>
                  <a:pt x="28" y="79"/>
                </a:cubicBezTo>
                <a:cubicBezTo>
                  <a:pt x="28" y="79"/>
                  <a:pt x="31" y="79"/>
                  <a:pt x="31" y="78"/>
                </a:cubicBezTo>
                <a:cubicBezTo>
                  <a:pt x="33" y="77"/>
                  <a:pt x="33" y="76"/>
                  <a:pt x="34" y="76"/>
                </a:cubicBezTo>
                <a:cubicBezTo>
                  <a:pt x="35" y="74"/>
                  <a:pt x="29" y="74"/>
                  <a:pt x="29" y="73"/>
                </a:cubicBezTo>
                <a:cubicBezTo>
                  <a:pt x="29" y="72"/>
                  <a:pt x="32" y="73"/>
                  <a:pt x="32" y="73"/>
                </a:cubicBezTo>
                <a:cubicBezTo>
                  <a:pt x="34" y="73"/>
                  <a:pt x="34" y="73"/>
                  <a:pt x="36" y="73"/>
                </a:cubicBezTo>
                <a:cubicBezTo>
                  <a:pt x="37" y="72"/>
                  <a:pt x="38" y="73"/>
                  <a:pt x="38" y="72"/>
                </a:cubicBezTo>
                <a:cubicBezTo>
                  <a:pt x="38" y="71"/>
                  <a:pt x="38" y="70"/>
                  <a:pt x="38" y="69"/>
                </a:cubicBezTo>
                <a:cubicBezTo>
                  <a:pt x="37" y="68"/>
                  <a:pt x="35" y="68"/>
                  <a:pt x="36" y="67"/>
                </a:cubicBezTo>
                <a:cubicBezTo>
                  <a:pt x="38" y="67"/>
                  <a:pt x="39" y="66"/>
                  <a:pt x="41" y="68"/>
                </a:cubicBezTo>
                <a:cubicBezTo>
                  <a:pt x="42" y="69"/>
                  <a:pt x="42" y="62"/>
                  <a:pt x="42" y="61"/>
                </a:cubicBezTo>
                <a:cubicBezTo>
                  <a:pt x="42" y="59"/>
                  <a:pt x="41" y="57"/>
                  <a:pt x="43" y="55"/>
                </a:cubicBezTo>
                <a:cubicBezTo>
                  <a:pt x="43" y="54"/>
                  <a:pt x="45" y="51"/>
                  <a:pt x="47" y="53"/>
                </a:cubicBezTo>
                <a:cubicBezTo>
                  <a:pt x="48" y="54"/>
                  <a:pt x="45" y="55"/>
                  <a:pt x="45" y="57"/>
                </a:cubicBezTo>
                <a:cubicBezTo>
                  <a:pt x="46" y="57"/>
                  <a:pt x="47" y="57"/>
                  <a:pt x="47" y="57"/>
                </a:cubicBezTo>
                <a:cubicBezTo>
                  <a:pt x="48" y="61"/>
                  <a:pt x="49" y="55"/>
                  <a:pt x="49" y="55"/>
                </a:cubicBezTo>
                <a:cubicBezTo>
                  <a:pt x="50" y="54"/>
                  <a:pt x="50" y="55"/>
                  <a:pt x="51" y="56"/>
                </a:cubicBezTo>
                <a:cubicBezTo>
                  <a:pt x="52" y="57"/>
                  <a:pt x="52" y="57"/>
                  <a:pt x="52" y="56"/>
                </a:cubicBezTo>
                <a:cubicBezTo>
                  <a:pt x="53" y="54"/>
                  <a:pt x="56" y="50"/>
                  <a:pt x="56" y="47"/>
                </a:cubicBezTo>
                <a:cubicBezTo>
                  <a:pt x="56" y="44"/>
                  <a:pt x="53" y="44"/>
                  <a:pt x="50" y="44"/>
                </a:cubicBezTo>
                <a:cubicBezTo>
                  <a:pt x="50" y="44"/>
                  <a:pt x="48" y="44"/>
                  <a:pt x="48" y="44"/>
                </a:cubicBezTo>
                <a:cubicBezTo>
                  <a:pt x="46" y="44"/>
                  <a:pt x="46" y="44"/>
                  <a:pt x="45" y="43"/>
                </a:cubicBezTo>
                <a:cubicBezTo>
                  <a:pt x="44" y="42"/>
                  <a:pt x="45" y="41"/>
                  <a:pt x="43" y="42"/>
                </a:cubicBezTo>
                <a:cubicBezTo>
                  <a:pt x="43" y="42"/>
                  <a:pt x="42" y="44"/>
                  <a:pt x="42" y="45"/>
                </a:cubicBezTo>
                <a:cubicBezTo>
                  <a:pt x="41" y="43"/>
                  <a:pt x="46" y="39"/>
                  <a:pt x="43" y="38"/>
                </a:cubicBezTo>
                <a:cubicBezTo>
                  <a:pt x="42" y="38"/>
                  <a:pt x="40" y="38"/>
                  <a:pt x="40" y="38"/>
                </a:cubicBezTo>
                <a:cubicBezTo>
                  <a:pt x="38" y="38"/>
                  <a:pt x="36" y="39"/>
                  <a:pt x="35" y="39"/>
                </a:cubicBezTo>
                <a:cubicBezTo>
                  <a:pt x="36" y="39"/>
                  <a:pt x="38" y="38"/>
                  <a:pt x="39" y="37"/>
                </a:cubicBezTo>
                <a:cubicBezTo>
                  <a:pt x="41" y="37"/>
                  <a:pt x="42" y="37"/>
                  <a:pt x="44" y="36"/>
                </a:cubicBezTo>
                <a:cubicBezTo>
                  <a:pt x="43" y="34"/>
                  <a:pt x="44" y="31"/>
                  <a:pt x="43" y="29"/>
                </a:cubicBezTo>
                <a:cubicBezTo>
                  <a:pt x="42" y="27"/>
                  <a:pt x="40" y="26"/>
                  <a:pt x="39" y="26"/>
                </a:cubicBezTo>
                <a:cubicBezTo>
                  <a:pt x="37" y="25"/>
                  <a:pt x="35" y="25"/>
                  <a:pt x="33" y="25"/>
                </a:cubicBezTo>
                <a:cubicBezTo>
                  <a:pt x="32" y="26"/>
                  <a:pt x="32" y="27"/>
                  <a:pt x="31" y="27"/>
                </a:cubicBezTo>
                <a:cubicBezTo>
                  <a:pt x="30" y="28"/>
                  <a:pt x="30" y="27"/>
                  <a:pt x="29" y="27"/>
                </a:cubicBezTo>
                <a:cubicBezTo>
                  <a:pt x="25" y="26"/>
                  <a:pt x="21" y="29"/>
                  <a:pt x="22" y="33"/>
                </a:cubicBezTo>
                <a:cubicBezTo>
                  <a:pt x="22" y="35"/>
                  <a:pt x="23" y="36"/>
                  <a:pt x="24" y="38"/>
                </a:cubicBezTo>
                <a:cubicBezTo>
                  <a:pt x="24" y="39"/>
                  <a:pt x="25" y="44"/>
                  <a:pt x="23" y="43"/>
                </a:cubicBezTo>
                <a:cubicBezTo>
                  <a:pt x="22" y="43"/>
                  <a:pt x="23" y="40"/>
                  <a:pt x="21" y="40"/>
                </a:cubicBezTo>
                <a:cubicBezTo>
                  <a:pt x="20" y="41"/>
                  <a:pt x="19" y="44"/>
                  <a:pt x="19" y="41"/>
                </a:cubicBezTo>
                <a:cubicBezTo>
                  <a:pt x="18" y="39"/>
                  <a:pt x="22" y="37"/>
                  <a:pt x="21" y="35"/>
                </a:cubicBezTo>
                <a:cubicBezTo>
                  <a:pt x="20" y="34"/>
                  <a:pt x="18" y="34"/>
                  <a:pt x="17" y="35"/>
                </a:cubicBezTo>
                <a:cubicBezTo>
                  <a:pt x="15" y="36"/>
                  <a:pt x="15" y="37"/>
                  <a:pt x="14" y="38"/>
                </a:cubicBezTo>
                <a:cubicBezTo>
                  <a:pt x="13" y="39"/>
                  <a:pt x="12" y="39"/>
                  <a:pt x="12" y="41"/>
                </a:cubicBezTo>
                <a:cubicBezTo>
                  <a:pt x="12" y="42"/>
                  <a:pt x="14" y="43"/>
                  <a:pt x="14" y="44"/>
                </a:cubicBezTo>
                <a:cubicBezTo>
                  <a:pt x="14" y="46"/>
                  <a:pt x="11" y="46"/>
                  <a:pt x="11" y="44"/>
                </a:cubicBezTo>
                <a:cubicBezTo>
                  <a:pt x="10" y="42"/>
                  <a:pt x="10" y="41"/>
                  <a:pt x="9" y="39"/>
                </a:cubicBezTo>
                <a:cubicBezTo>
                  <a:pt x="8" y="40"/>
                  <a:pt x="10" y="41"/>
                  <a:pt x="9" y="42"/>
                </a:cubicBezTo>
                <a:cubicBezTo>
                  <a:pt x="9" y="43"/>
                  <a:pt x="8" y="42"/>
                  <a:pt x="7" y="42"/>
                </a:cubicBezTo>
                <a:cubicBezTo>
                  <a:pt x="6" y="42"/>
                  <a:pt x="5" y="43"/>
                  <a:pt x="4" y="42"/>
                </a:cubicBezTo>
                <a:cubicBezTo>
                  <a:pt x="4" y="42"/>
                  <a:pt x="3" y="40"/>
                  <a:pt x="2" y="40"/>
                </a:cubicBezTo>
                <a:cubicBezTo>
                  <a:pt x="2" y="40"/>
                  <a:pt x="0" y="41"/>
                  <a:pt x="0" y="42"/>
                </a:cubicBezTo>
                <a:cubicBezTo>
                  <a:pt x="1" y="45"/>
                  <a:pt x="1" y="48"/>
                  <a:pt x="1" y="51"/>
                </a:cubicBezTo>
                <a:cubicBezTo>
                  <a:pt x="1" y="53"/>
                  <a:pt x="0" y="56"/>
                  <a:pt x="2" y="58"/>
                </a:cubicBezTo>
                <a:cubicBezTo>
                  <a:pt x="2" y="59"/>
                  <a:pt x="4" y="60"/>
                  <a:pt x="4" y="61"/>
                </a:cubicBezTo>
                <a:cubicBezTo>
                  <a:pt x="5" y="61"/>
                  <a:pt x="5" y="62"/>
                  <a:pt x="5" y="63"/>
                </a:cubicBezTo>
                <a:cubicBezTo>
                  <a:pt x="5" y="64"/>
                  <a:pt x="6" y="65"/>
                  <a:pt x="5" y="66"/>
                </a:cubicBezTo>
                <a:cubicBezTo>
                  <a:pt x="5" y="67"/>
                  <a:pt x="4" y="68"/>
                  <a:pt x="3" y="68"/>
                </a:cubicBezTo>
                <a:cubicBezTo>
                  <a:pt x="3" y="69"/>
                  <a:pt x="2" y="67"/>
                  <a:pt x="2" y="67"/>
                </a:cubicBezTo>
                <a:cubicBezTo>
                  <a:pt x="2" y="66"/>
                  <a:pt x="2" y="65"/>
                  <a:pt x="2" y="64"/>
                </a:cubicBezTo>
                <a:cubicBezTo>
                  <a:pt x="2" y="63"/>
                  <a:pt x="0" y="59"/>
                  <a:pt x="1" y="59"/>
                </a:cubicBezTo>
                <a:cubicBezTo>
                  <a:pt x="0" y="60"/>
                  <a:pt x="1" y="62"/>
                  <a:pt x="1" y="63"/>
                </a:cubicBezTo>
                <a:cubicBezTo>
                  <a:pt x="1" y="65"/>
                  <a:pt x="2" y="67"/>
                  <a:pt x="2" y="68"/>
                </a:cubicBezTo>
                <a:cubicBezTo>
                  <a:pt x="2" y="70"/>
                  <a:pt x="2" y="72"/>
                  <a:pt x="2" y="73"/>
                </a:cubicBezTo>
                <a:cubicBezTo>
                  <a:pt x="1" y="75"/>
                  <a:pt x="0" y="77"/>
                  <a:pt x="0" y="79"/>
                </a:cubicBezTo>
                <a:cubicBezTo>
                  <a:pt x="1" y="79"/>
                  <a:pt x="3" y="80"/>
                  <a:pt x="3" y="80"/>
                </a:cubicBezTo>
                <a:cubicBezTo>
                  <a:pt x="3" y="80"/>
                  <a:pt x="2" y="78"/>
                  <a:pt x="3" y="78"/>
                </a:cubicBezTo>
                <a:cubicBezTo>
                  <a:pt x="4" y="77"/>
                  <a:pt x="5" y="78"/>
                  <a:pt x="5" y="79"/>
                </a:cubicBezTo>
                <a:cubicBezTo>
                  <a:pt x="6" y="80"/>
                  <a:pt x="6" y="81"/>
                  <a:pt x="6" y="82"/>
                </a:cubicBezTo>
                <a:cubicBezTo>
                  <a:pt x="6" y="83"/>
                  <a:pt x="7" y="83"/>
                  <a:pt x="7" y="85"/>
                </a:cubicBezTo>
                <a:cubicBezTo>
                  <a:pt x="7" y="83"/>
                  <a:pt x="7" y="81"/>
                  <a:pt x="9" y="82"/>
                </a:cubicBezTo>
                <a:cubicBezTo>
                  <a:pt x="11" y="83"/>
                  <a:pt x="11" y="85"/>
                  <a:pt x="11" y="87"/>
                </a:cubicBezTo>
                <a:cubicBezTo>
                  <a:pt x="11" y="89"/>
                  <a:pt x="12" y="91"/>
                  <a:pt x="12" y="94"/>
                </a:cubicBezTo>
                <a:cubicBezTo>
                  <a:pt x="12" y="95"/>
                  <a:pt x="12" y="99"/>
                  <a:pt x="11" y="100"/>
                </a:cubicBezTo>
                <a:cubicBezTo>
                  <a:pt x="13" y="100"/>
                  <a:pt x="15" y="100"/>
                  <a:pt x="17" y="100"/>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91" name="Freeform 589"/>
          <p:cNvSpPr>
            <a:spLocks/>
          </p:cNvSpPr>
          <p:nvPr/>
        </p:nvSpPr>
        <p:spPr bwMode="auto">
          <a:xfrm>
            <a:off x="9213850" y="4404201"/>
            <a:ext cx="530225" cy="304800"/>
          </a:xfrm>
          <a:custGeom>
            <a:avLst/>
            <a:gdLst>
              <a:gd name="T0" fmla="*/ 49 w 134"/>
              <a:gd name="T1" fmla="*/ 74 h 77"/>
              <a:gd name="T2" fmla="*/ 54 w 134"/>
              <a:gd name="T3" fmla="*/ 72 h 77"/>
              <a:gd name="T4" fmla="*/ 59 w 134"/>
              <a:gd name="T5" fmla="*/ 63 h 77"/>
              <a:gd name="T6" fmla="*/ 72 w 134"/>
              <a:gd name="T7" fmla="*/ 67 h 77"/>
              <a:gd name="T8" fmla="*/ 82 w 134"/>
              <a:gd name="T9" fmla="*/ 70 h 77"/>
              <a:gd name="T10" fmla="*/ 94 w 134"/>
              <a:gd name="T11" fmla="*/ 71 h 77"/>
              <a:gd name="T12" fmla="*/ 100 w 134"/>
              <a:gd name="T13" fmla="*/ 68 h 77"/>
              <a:gd name="T14" fmla="*/ 117 w 134"/>
              <a:gd name="T15" fmla="*/ 63 h 77"/>
              <a:gd name="T16" fmla="*/ 124 w 134"/>
              <a:gd name="T17" fmla="*/ 53 h 77"/>
              <a:gd name="T18" fmla="*/ 131 w 134"/>
              <a:gd name="T19" fmla="*/ 48 h 77"/>
              <a:gd name="T20" fmla="*/ 132 w 134"/>
              <a:gd name="T21" fmla="*/ 43 h 77"/>
              <a:gd name="T22" fmla="*/ 127 w 134"/>
              <a:gd name="T23" fmla="*/ 35 h 77"/>
              <a:gd name="T24" fmla="*/ 120 w 134"/>
              <a:gd name="T25" fmla="*/ 32 h 77"/>
              <a:gd name="T26" fmla="*/ 112 w 134"/>
              <a:gd name="T27" fmla="*/ 30 h 77"/>
              <a:gd name="T28" fmla="*/ 113 w 134"/>
              <a:gd name="T29" fmla="*/ 24 h 77"/>
              <a:gd name="T30" fmla="*/ 101 w 134"/>
              <a:gd name="T31" fmla="*/ 21 h 77"/>
              <a:gd name="T32" fmla="*/ 97 w 134"/>
              <a:gd name="T33" fmla="*/ 24 h 77"/>
              <a:gd name="T34" fmla="*/ 89 w 134"/>
              <a:gd name="T35" fmla="*/ 28 h 77"/>
              <a:gd name="T36" fmla="*/ 86 w 134"/>
              <a:gd name="T37" fmla="*/ 22 h 77"/>
              <a:gd name="T38" fmla="*/ 87 w 134"/>
              <a:gd name="T39" fmla="*/ 14 h 77"/>
              <a:gd name="T40" fmla="*/ 75 w 134"/>
              <a:gd name="T41" fmla="*/ 11 h 77"/>
              <a:gd name="T42" fmla="*/ 64 w 134"/>
              <a:gd name="T43" fmla="*/ 5 h 77"/>
              <a:gd name="T44" fmla="*/ 56 w 134"/>
              <a:gd name="T45" fmla="*/ 6 h 77"/>
              <a:gd name="T46" fmla="*/ 44 w 134"/>
              <a:gd name="T47" fmla="*/ 1 h 77"/>
              <a:gd name="T48" fmla="*/ 39 w 134"/>
              <a:gd name="T49" fmla="*/ 8 h 77"/>
              <a:gd name="T50" fmla="*/ 28 w 134"/>
              <a:gd name="T51" fmla="*/ 14 h 77"/>
              <a:gd name="T52" fmla="*/ 22 w 134"/>
              <a:gd name="T53" fmla="*/ 17 h 77"/>
              <a:gd name="T54" fmla="*/ 11 w 134"/>
              <a:gd name="T55" fmla="*/ 21 h 77"/>
              <a:gd name="T56" fmla="*/ 5 w 134"/>
              <a:gd name="T57" fmla="*/ 27 h 77"/>
              <a:gd name="T58" fmla="*/ 4 w 134"/>
              <a:gd name="T59" fmla="*/ 28 h 77"/>
              <a:gd name="T60" fmla="*/ 10 w 134"/>
              <a:gd name="T61" fmla="*/ 43 h 77"/>
              <a:gd name="T62" fmla="*/ 15 w 134"/>
              <a:gd name="T63" fmla="*/ 52 h 77"/>
              <a:gd name="T64" fmla="*/ 21 w 134"/>
              <a:gd name="T65" fmla="*/ 57 h 77"/>
              <a:gd name="T66" fmla="*/ 26 w 134"/>
              <a:gd name="T67" fmla="*/ 60 h 77"/>
              <a:gd name="T68" fmla="*/ 35 w 134"/>
              <a:gd name="T69" fmla="*/ 71 h 77"/>
              <a:gd name="T70" fmla="*/ 41 w 134"/>
              <a:gd name="T71"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 h="77">
                <a:moveTo>
                  <a:pt x="41" y="74"/>
                </a:moveTo>
                <a:cubicBezTo>
                  <a:pt x="43" y="77"/>
                  <a:pt x="46" y="74"/>
                  <a:pt x="49" y="74"/>
                </a:cubicBezTo>
                <a:cubicBezTo>
                  <a:pt x="50" y="74"/>
                  <a:pt x="51" y="75"/>
                  <a:pt x="52" y="75"/>
                </a:cubicBezTo>
                <a:cubicBezTo>
                  <a:pt x="53" y="74"/>
                  <a:pt x="54" y="73"/>
                  <a:pt x="54" y="72"/>
                </a:cubicBezTo>
                <a:cubicBezTo>
                  <a:pt x="56" y="70"/>
                  <a:pt x="58" y="69"/>
                  <a:pt x="58" y="66"/>
                </a:cubicBezTo>
                <a:cubicBezTo>
                  <a:pt x="58" y="65"/>
                  <a:pt x="58" y="64"/>
                  <a:pt x="59" y="63"/>
                </a:cubicBezTo>
                <a:cubicBezTo>
                  <a:pt x="60" y="63"/>
                  <a:pt x="62" y="63"/>
                  <a:pt x="63" y="64"/>
                </a:cubicBezTo>
                <a:cubicBezTo>
                  <a:pt x="66" y="63"/>
                  <a:pt x="69" y="66"/>
                  <a:pt x="72" y="67"/>
                </a:cubicBezTo>
                <a:cubicBezTo>
                  <a:pt x="74" y="67"/>
                  <a:pt x="75" y="67"/>
                  <a:pt x="77" y="68"/>
                </a:cubicBezTo>
                <a:cubicBezTo>
                  <a:pt x="78" y="69"/>
                  <a:pt x="80" y="70"/>
                  <a:pt x="82" y="70"/>
                </a:cubicBezTo>
                <a:cubicBezTo>
                  <a:pt x="85" y="71"/>
                  <a:pt x="87" y="68"/>
                  <a:pt x="90" y="69"/>
                </a:cubicBezTo>
                <a:cubicBezTo>
                  <a:pt x="91" y="70"/>
                  <a:pt x="92" y="71"/>
                  <a:pt x="94" y="71"/>
                </a:cubicBezTo>
                <a:cubicBezTo>
                  <a:pt x="96" y="72"/>
                  <a:pt x="96" y="73"/>
                  <a:pt x="97" y="74"/>
                </a:cubicBezTo>
                <a:cubicBezTo>
                  <a:pt x="99" y="72"/>
                  <a:pt x="98" y="69"/>
                  <a:pt x="100" y="68"/>
                </a:cubicBezTo>
                <a:cubicBezTo>
                  <a:pt x="102" y="66"/>
                  <a:pt x="105" y="68"/>
                  <a:pt x="107" y="68"/>
                </a:cubicBezTo>
                <a:cubicBezTo>
                  <a:pt x="111" y="68"/>
                  <a:pt x="114" y="65"/>
                  <a:pt x="117" y="63"/>
                </a:cubicBezTo>
                <a:cubicBezTo>
                  <a:pt x="119" y="61"/>
                  <a:pt x="119" y="59"/>
                  <a:pt x="120" y="57"/>
                </a:cubicBezTo>
                <a:cubicBezTo>
                  <a:pt x="121" y="54"/>
                  <a:pt x="123" y="55"/>
                  <a:pt x="124" y="53"/>
                </a:cubicBezTo>
                <a:cubicBezTo>
                  <a:pt x="126" y="52"/>
                  <a:pt x="126" y="49"/>
                  <a:pt x="128" y="49"/>
                </a:cubicBezTo>
                <a:cubicBezTo>
                  <a:pt x="129" y="48"/>
                  <a:pt x="130" y="48"/>
                  <a:pt x="131" y="48"/>
                </a:cubicBezTo>
                <a:cubicBezTo>
                  <a:pt x="132" y="48"/>
                  <a:pt x="133" y="47"/>
                  <a:pt x="134" y="47"/>
                </a:cubicBezTo>
                <a:cubicBezTo>
                  <a:pt x="134" y="46"/>
                  <a:pt x="133" y="44"/>
                  <a:pt x="132" y="43"/>
                </a:cubicBezTo>
                <a:cubicBezTo>
                  <a:pt x="132" y="42"/>
                  <a:pt x="130" y="42"/>
                  <a:pt x="130" y="41"/>
                </a:cubicBezTo>
                <a:cubicBezTo>
                  <a:pt x="128" y="39"/>
                  <a:pt x="129" y="36"/>
                  <a:pt x="127" y="35"/>
                </a:cubicBezTo>
                <a:cubicBezTo>
                  <a:pt x="126" y="34"/>
                  <a:pt x="125" y="34"/>
                  <a:pt x="124" y="34"/>
                </a:cubicBezTo>
                <a:cubicBezTo>
                  <a:pt x="122" y="33"/>
                  <a:pt x="121" y="32"/>
                  <a:pt x="120" y="32"/>
                </a:cubicBezTo>
                <a:cubicBezTo>
                  <a:pt x="117" y="30"/>
                  <a:pt x="118" y="33"/>
                  <a:pt x="115" y="33"/>
                </a:cubicBezTo>
                <a:cubicBezTo>
                  <a:pt x="115" y="32"/>
                  <a:pt x="114" y="31"/>
                  <a:pt x="112" y="30"/>
                </a:cubicBezTo>
                <a:cubicBezTo>
                  <a:pt x="112" y="30"/>
                  <a:pt x="110" y="29"/>
                  <a:pt x="110" y="28"/>
                </a:cubicBezTo>
                <a:cubicBezTo>
                  <a:pt x="109" y="27"/>
                  <a:pt x="113" y="26"/>
                  <a:pt x="113" y="24"/>
                </a:cubicBezTo>
                <a:cubicBezTo>
                  <a:pt x="110" y="22"/>
                  <a:pt x="108" y="25"/>
                  <a:pt x="106" y="24"/>
                </a:cubicBezTo>
                <a:cubicBezTo>
                  <a:pt x="104" y="24"/>
                  <a:pt x="103" y="22"/>
                  <a:pt x="101" y="21"/>
                </a:cubicBezTo>
                <a:cubicBezTo>
                  <a:pt x="100" y="21"/>
                  <a:pt x="97" y="19"/>
                  <a:pt x="96" y="20"/>
                </a:cubicBezTo>
                <a:cubicBezTo>
                  <a:pt x="95" y="21"/>
                  <a:pt x="96" y="23"/>
                  <a:pt x="97" y="24"/>
                </a:cubicBezTo>
                <a:cubicBezTo>
                  <a:pt x="98" y="26"/>
                  <a:pt x="96" y="26"/>
                  <a:pt x="94" y="27"/>
                </a:cubicBezTo>
                <a:cubicBezTo>
                  <a:pt x="93" y="28"/>
                  <a:pt x="90" y="30"/>
                  <a:pt x="89" y="28"/>
                </a:cubicBezTo>
                <a:cubicBezTo>
                  <a:pt x="88" y="27"/>
                  <a:pt x="88" y="25"/>
                  <a:pt x="87" y="24"/>
                </a:cubicBezTo>
                <a:cubicBezTo>
                  <a:pt x="87" y="24"/>
                  <a:pt x="86" y="23"/>
                  <a:pt x="86" y="22"/>
                </a:cubicBezTo>
                <a:cubicBezTo>
                  <a:pt x="85" y="21"/>
                  <a:pt x="84" y="22"/>
                  <a:pt x="83" y="21"/>
                </a:cubicBezTo>
                <a:cubicBezTo>
                  <a:pt x="79" y="19"/>
                  <a:pt x="88" y="18"/>
                  <a:pt x="87" y="14"/>
                </a:cubicBezTo>
                <a:cubicBezTo>
                  <a:pt x="86" y="12"/>
                  <a:pt x="83" y="13"/>
                  <a:pt x="81" y="13"/>
                </a:cubicBezTo>
                <a:cubicBezTo>
                  <a:pt x="78" y="13"/>
                  <a:pt x="78" y="12"/>
                  <a:pt x="75" y="11"/>
                </a:cubicBezTo>
                <a:cubicBezTo>
                  <a:pt x="74" y="10"/>
                  <a:pt x="71" y="9"/>
                  <a:pt x="69" y="9"/>
                </a:cubicBezTo>
                <a:cubicBezTo>
                  <a:pt x="66" y="8"/>
                  <a:pt x="66" y="7"/>
                  <a:pt x="64" y="5"/>
                </a:cubicBezTo>
                <a:cubicBezTo>
                  <a:pt x="64" y="3"/>
                  <a:pt x="62" y="0"/>
                  <a:pt x="59" y="2"/>
                </a:cubicBezTo>
                <a:cubicBezTo>
                  <a:pt x="58" y="3"/>
                  <a:pt x="59" y="7"/>
                  <a:pt x="56" y="6"/>
                </a:cubicBezTo>
                <a:cubicBezTo>
                  <a:pt x="54" y="9"/>
                  <a:pt x="52" y="6"/>
                  <a:pt x="51" y="4"/>
                </a:cubicBezTo>
                <a:cubicBezTo>
                  <a:pt x="50" y="1"/>
                  <a:pt x="48" y="1"/>
                  <a:pt x="44" y="1"/>
                </a:cubicBezTo>
                <a:cubicBezTo>
                  <a:pt x="44" y="2"/>
                  <a:pt x="47" y="3"/>
                  <a:pt x="46" y="5"/>
                </a:cubicBezTo>
                <a:cubicBezTo>
                  <a:pt x="46" y="6"/>
                  <a:pt x="40" y="8"/>
                  <a:pt x="39" y="8"/>
                </a:cubicBezTo>
                <a:cubicBezTo>
                  <a:pt x="37" y="9"/>
                  <a:pt x="35" y="10"/>
                  <a:pt x="32" y="11"/>
                </a:cubicBezTo>
                <a:cubicBezTo>
                  <a:pt x="30" y="11"/>
                  <a:pt x="29" y="13"/>
                  <a:pt x="28" y="14"/>
                </a:cubicBezTo>
                <a:cubicBezTo>
                  <a:pt x="27" y="14"/>
                  <a:pt x="26" y="14"/>
                  <a:pt x="25" y="15"/>
                </a:cubicBezTo>
                <a:cubicBezTo>
                  <a:pt x="24" y="15"/>
                  <a:pt x="23" y="16"/>
                  <a:pt x="22" y="17"/>
                </a:cubicBezTo>
                <a:cubicBezTo>
                  <a:pt x="21" y="18"/>
                  <a:pt x="19" y="19"/>
                  <a:pt x="17" y="20"/>
                </a:cubicBezTo>
                <a:cubicBezTo>
                  <a:pt x="15" y="21"/>
                  <a:pt x="12" y="20"/>
                  <a:pt x="11" y="21"/>
                </a:cubicBezTo>
                <a:cubicBezTo>
                  <a:pt x="9" y="21"/>
                  <a:pt x="9" y="22"/>
                  <a:pt x="9" y="23"/>
                </a:cubicBezTo>
                <a:cubicBezTo>
                  <a:pt x="8" y="24"/>
                  <a:pt x="6" y="28"/>
                  <a:pt x="5" y="27"/>
                </a:cubicBezTo>
                <a:cubicBezTo>
                  <a:pt x="4" y="26"/>
                  <a:pt x="4" y="23"/>
                  <a:pt x="3" y="24"/>
                </a:cubicBezTo>
                <a:cubicBezTo>
                  <a:pt x="0" y="24"/>
                  <a:pt x="3" y="27"/>
                  <a:pt x="4" y="28"/>
                </a:cubicBezTo>
                <a:cubicBezTo>
                  <a:pt x="5" y="30"/>
                  <a:pt x="6" y="31"/>
                  <a:pt x="8" y="33"/>
                </a:cubicBezTo>
                <a:cubicBezTo>
                  <a:pt x="13" y="36"/>
                  <a:pt x="8" y="39"/>
                  <a:pt x="10" y="43"/>
                </a:cubicBezTo>
                <a:cubicBezTo>
                  <a:pt x="11" y="45"/>
                  <a:pt x="12" y="47"/>
                  <a:pt x="13" y="49"/>
                </a:cubicBezTo>
                <a:cubicBezTo>
                  <a:pt x="13" y="50"/>
                  <a:pt x="14" y="51"/>
                  <a:pt x="15" y="52"/>
                </a:cubicBezTo>
                <a:cubicBezTo>
                  <a:pt x="16" y="53"/>
                  <a:pt x="17" y="52"/>
                  <a:pt x="18" y="53"/>
                </a:cubicBezTo>
                <a:cubicBezTo>
                  <a:pt x="20" y="53"/>
                  <a:pt x="20" y="55"/>
                  <a:pt x="21" y="57"/>
                </a:cubicBezTo>
                <a:cubicBezTo>
                  <a:pt x="22" y="58"/>
                  <a:pt x="22" y="59"/>
                  <a:pt x="23" y="60"/>
                </a:cubicBezTo>
                <a:cubicBezTo>
                  <a:pt x="24" y="60"/>
                  <a:pt x="25" y="60"/>
                  <a:pt x="26" y="60"/>
                </a:cubicBezTo>
                <a:cubicBezTo>
                  <a:pt x="27" y="61"/>
                  <a:pt x="28" y="63"/>
                  <a:pt x="30" y="64"/>
                </a:cubicBezTo>
                <a:cubicBezTo>
                  <a:pt x="33" y="66"/>
                  <a:pt x="34" y="68"/>
                  <a:pt x="35" y="71"/>
                </a:cubicBezTo>
                <a:cubicBezTo>
                  <a:pt x="37" y="71"/>
                  <a:pt x="39" y="72"/>
                  <a:pt x="41" y="74"/>
                </a:cubicBezTo>
                <a:cubicBezTo>
                  <a:pt x="42" y="77"/>
                  <a:pt x="39" y="72"/>
                  <a:pt x="41" y="74"/>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92" name="Freeform 590"/>
          <p:cNvSpPr>
            <a:spLocks/>
          </p:cNvSpPr>
          <p:nvPr/>
        </p:nvSpPr>
        <p:spPr bwMode="auto">
          <a:xfrm>
            <a:off x="10780713" y="6055201"/>
            <a:ext cx="188913" cy="106363"/>
          </a:xfrm>
          <a:custGeom>
            <a:avLst/>
            <a:gdLst>
              <a:gd name="T0" fmla="*/ 28 w 48"/>
              <a:gd name="T1" fmla="*/ 17 h 27"/>
              <a:gd name="T2" fmla="*/ 27 w 48"/>
              <a:gd name="T3" fmla="*/ 20 h 27"/>
              <a:gd name="T4" fmla="*/ 25 w 48"/>
              <a:gd name="T5" fmla="*/ 22 h 27"/>
              <a:gd name="T6" fmla="*/ 18 w 48"/>
              <a:gd name="T7" fmla="*/ 24 h 27"/>
              <a:gd name="T8" fmla="*/ 16 w 48"/>
              <a:gd name="T9" fmla="*/ 26 h 27"/>
              <a:gd name="T10" fmla="*/ 15 w 48"/>
              <a:gd name="T11" fmla="*/ 27 h 27"/>
              <a:gd name="T12" fmla="*/ 12 w 48"/>
              <a:gd name="T13" fmla="*/ 24 h 27"/>
              <a:gd name="T14" fmla="*/ 9 w 48"/>
              <a:gd name="T15" fmla="*/ 25 h 27"/>
              <a:gd name="T16" fmla="*/ 6 w 48"/>
              <a:gd name="T17" fmla="*/ 23 h 27"/>
              <a:gd name="T18" fmla="*/ 4 w 48"/>
              <a:gd name="T19" fmla="*/ 22 h 27"/>
              <a:gd name="T20" fmla="*/ 2 w 48"/>
              <a:gd name="T21" fmla="*/ 19 h 27"/>
              <a:gd name="T22" fmla="*/ 0 w 48"/>
              <a:gd name="T23" fmla="*/ 15 h 27"/>
              <a:gd name="T24" fmla="*/ 4 w 48"/>
              <a:gd name="T25" fmla="*/ 15 h 27"/>
              <a:gd name="T26" fmla="*/ 8 w 48"/>
              <a:gd name="T27" fmla="*/ 13 h 27"/>
              <a:gd name="T28" fmla="*/ 11 w 48"/>
              <a:gd name="T29" fmla="*/ 13 h 27"/>
              <a:gd name="T30" fmla="*/ 13 w 48"/>
              <a:gd name="T31" fmla="*/ 11 h 27"/>
              <a:gd name="T32" fmla="*/ 16 w 48"/>
              <a:gd name="T33" fmla="*/ 7 h 27"/>
              <a:gd name="T34" fmla="*/ 23 w 48"/>
              <a:gd name="T35" fmla="*/ 9 h 27"/>
              <a:gd name="T36" fmla="*/ 30 w 48"/>
              <a:gd name="T37" fmla="*/ 6 h 27"/>
              <a:gd name="T38" fmla="*/ 38 w 48"/>
              <a:gd name="T39" fmla="*/ 4 h 27"/>
              <a:gd name="T40" fmla="*/ 45 w 48"/>
              <a:gd name="T41" fmla="*/ 0 h 27"/>
              <a:gd name="T42" fmla="*/ 43 w 48"/>
              <a:gd name="T43" fmla="*/ 3 h 27"/>
              <a:gd name="T44" fmla="*/ 36 w 48"/>
              <a:gd name="T45" fmla="*/ 8 h 27"/>
              <a:gd name="T46" fmla="*/ 34 w 48"/>
              <a:gd name="T47" fmla="*/ 14 h 27"/>
              <a:gd name="T48" fmla="*/ 35 w 48"/>
              <a:gd name="T49" fmla="*/ 18 h 27"/>
              <a:gd name="T50" fmla="*/ 28 w 48"/>
              <a:gd name="T51" fmla="*/ 17 h 27"/>
              <a:gd name="T52" fmla="*/ 28 w 48"/>
              <a:gd name="T53"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27">
                <a:moveTo>
                  <a:pt x="28" y="17"/>
                </a:moveTo>
                <a:cubicBezTo>
                  <a:pt x="27" y="18"/>
                  <a:pt x="28" y="19"/>
                  <a:pt x="27" y="20"/>
                </a:cubicBezTo>
                <a:cubicBezTo>
                  <a:pt x="27" y="21"/>
                  <a:pt x="27" y="21"/>
                  <a:pt x="25" y="22"/>
                </a:cubicBezTo>
                <a:cubicBezTo>
                  <a:pt x="23" y="23"/>
                  <a:pt x="21" y="23"/>
                  <a:pt x="18" y="24"/>
                </a:cubicBezTo>
                <a:cubicBezTo>
                  <a:pt x="17" y="24"/>
                  <a:pt x="16" y="24"/>
                  <a:pt x="16" y="26"/>
                </a:cubicBezTo>
                <a:cubicBezTo>
                  <a:pt x="15" y="26"/>
                  <a:pt x="16" y="27"/>
                  <a:pt x="15" y="27"/>
                </a:cubicBezTo>
                <a:cubicBezTo>
                  <a:pt x="13" y="27"/>
                  <a:pt x="13" y="24"/>
                  <a:pt x="12" y="24"/>
                </a:cubicBezTo>
                <a:cubicBezTo>
                  <a:pt x="11" y="24"/>
                  <a:pt x="10" y="25"/>
                  <a:pt x="9" y="25"/>
                </a:cubicBezTo>
                <a:cubicBezTo>
                  <a:pt x="8" y="24"/>
                  <a:pt x="7" y="24"/>
                  <a:pt x="6" y="23"/>
                </a:cubicBezTo>
                <a:cubicBezTo>
                  <a:pt x="5" y="23"/>
                  <a:pt x="4" y="23"/>
                  <a:pt x="4" y="22"/>
                </a:cubicBezTo>
                <a:cubicBezTo>
                  <a:pt x="3" y="21"/>
                  <a:pt x="3" y="20"/>
                  <a:pt x="2" y="19"/>
                </a:cubicBezTo>
                <a:cubicBezTo>
                  <a:pt x="2" y="18"/>
                  <a:pt x="0" y="16"/>
                  <a:pt x="0" y="15"/>
                </a:cubicBezTo>
                <a:cubicBezTo>
                  <a:pt x="1" y="13"/>
                  <a:pt x="3" y="16"/>
                  <a:pt x="4" y="15"/>
                </a:cubicBezTo>
                <a:cubicBezTo>
                  <a:pt x="6" y="14"/>
                  <a:pt x="5" y="11"/>
                  <a:pt x="8" y="13"/>
                </a:cubicBezTo>
                <a:cubicBezTo>
                  <a:pt x="9" y="13"/>
                  <a:pt x="10" y="14"/>
                  <a:pt x="11" y="13"/>
                </a:cubicBezTo>
                <a:cubicBezTo>
                  <a:pt x="12" y="13"/>
                  <a:pt x="13" y="12"/>
                  <a:pt x="13" y="11"/>
                </a:cubicBezTo>
                <a:cubicBezTo>
                  <a:pt x="14" y="9"/>
                  <a:pt x="13" y="7"/>
                  <a:pt x="16" y="7"/>
                </a:cubicBezTo>
                <a:cubicBezTo>
                  <a:pt x="18" y="8"/>
                  <a:pt x="21" y="8"/>
                  <a:pt x="23" y="9"/>
                </a:cubicBezTo>
                <a:cubicBezTo>
                  <a:pt x="26" y="9"/>
                  <a:pt x="28" y="7"/>
                  <a:pt x="30" y="6"/>
                </a:cubicBezTo>
                <a:cubicBezTo>
                  <a:pt x="33" y="6"/>
                  <a:pt x="35" y="5"/>
                  <a:pt x="38" y="4"/>
                </a:cubicBezTo>
                <a:cubicBezTo>
                  <a:pt x="40" y="3"/>
                  <a:pt x="43" y="0"/>
                  <a:pt x="45" y="0"/>
                </a:cubicBezTo>
                <a:cubicBezTo>
                  <a:pt x="48" y="0"/>
                  <a:pt x="44" y="3"/>
                  <a:pt x="43" y="3"/>
                </a:cubicBezTo>
                <a:cubicBezTo>
                  <a:pt x="40" y="4"/>
                  <a:pt x="39" y="6"/>
                  <a:pt x="36" y="8"/>
                </a:cubicBezTo>
                <a:cubicBezTo>
                  <a:pt x="34" y="9"/>
                  <a:pt x="32" y="11"/>
                  <a:pt x="34" y="14"/>
                </a:cubicBezTo>
                <a:cubicBezTo>
                  <a:pt x="35" y="15"/>
                  <a:pt x="38" y="17"/>
                  <a:pt x="35" y="18"/>
                </a:cubicBezTo>
                <a:cubicBezTo>
                  <a:pt x="33" y="19"/>
                  <a:pt x="31" y="17"/>
                  <a:pt x="28" y="17"/>
                </a:cubicBezTo>
                <a:cubicBezTo>
                  <a:pt x="27" y="18"/>
                  <a:pt x="30" y="17"/>
                  <a:pt x="28" y="17"/>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93" name="Freeform 591"/>
          <p:cNvSpPr>
            <a:spLocks noEditPoints="1"/>
          </p:cNvSpPr>
          <p:nvPr/>
        </p:nvSpPr>
        <p:spPr bwMode="auto">
          <a:xfrm>
            <a:off x="9332913" y="4931251"/>
            <a:ext cx="458788" cy="446088"/>
          </a:xfrm>
          <a:custGeom>
            <a:avLst/>
            <a:gdLst>
              <a:gd name="T0" fmla="*/ 93 w 116"/>
              <a:gd name="T1" fmla="*/ 109 h 113"/>
              <a:gd name="T2" fmla="*/ 69 w 116"/>
              <a:gd name="T3" fmla="*/ 91 h 113"/>
              <a:gd name="T4" fmla="*/ 45 w 116"/>
              <a:gd name="T5" fmla="*/ 80 h 113"/>
              <a:gd name="T6" fmla="*/ 33 w 116"/>
              <a:gd name="T7" fmla="*/ 65 h 113"/>
              <a:gd name="T8" fmla="*/ 34 w 116"/>
              <a:gd name="T9" fmla="*/ 61 h 113"/>
              <a:gd name="T10" fmla="*/ 24 w 116"/>
              <a:gd name="T11" fmla="*/ 49 h 113"/>
              <a:gd name="T12" fmla="*/ 17 w 116"/>
              <a:gd name="T13" fmla="*/ 35 h 113"/>
              <a:gd name="T14" fmla="*/ 12 w 116"/>
              <a:gd name="T15" fmla="*/ 44 h 113"/>
              <a:gd name="T16" fmla="*/ 4 w 116"/>
              <a:gd name="T17" fmla="*/ 46 h 113"/>
              <a:gd name="T18" fmla="*/ 3 w 116"/>
              <a:gd name="T19" fmla="*/ 40 h 113"/>
              <a:gd name="T20" fmla="*/ 8 w 116"/>
              <a:gd name="T21" fmla="*/ 30 h 113"/>
              <a:gd name="T22" fmla="*/ 27 w 116"/>
              <a:gd name="T23" fmla="*/ 30 h 113"/>
              <a:gd name="T24" fmla="*/ 36 w 116"/>
              <a:gd name="T25" fmla="*/ 26 h 113"/>
              <a:gd name="T26" fmla="*/ 43 w 116"/>
              <a:gd name="T27" fmla="*/ 16 h 113"/>
              <a:gd name="T28" fmla="*/ 47 w 116"/>
              <a:gd name="T29" fmla="*/ 9 h 113"/>
              <a:gd name="T30" fmla="*/ 54 w 116"/>
              <a:gd name="T31" fmla="*/ 6 h 113"/>
              <a:gd name="T32" fmla="*/ 66 w 116"/>
              <a:gd name="T33" fmla="*/ 7 h 113"/>
              <a:gd name="T34" fmla="*/ 75 w 116"/>
              <a:gd name="T35" fmla="*/ 17 h 113"/>
              <a:gd name="T36" fmla="*/ 97 w 116"/>
              <a:gd name="T37" fmla="*/ 22 h 113"/>
              <a:gd name="T38" fmla="*/ 105 w 116"/>
              <a:gd name="T39" fmla="*/ 23 h 113"/>
              <a:gd name="T40" fmla="*/ 109 w 116"/>
              <a:gd name="T41" fmla="*/ 31 h 113"/>
              <a:gd name="T42" fmla="*/ 113 w 116"/>
              <a:gd name="T43" fmla="*/ 37 h 113"/>
              <a:gd name="T44" fmla="*/ 108 w 116"/>
              <a:gd name="T45" fmla="*/ 48 h 113"/>
              <a:gd name="T46" fmla="*/ 92 w 116"/>
              <a:gd name="T47" fmla="*/ 40 h 113"/>
              <a:gd name="T48" fmla="*/ 82 w 116"/>
              <a:gd name="T49" fmla="*/ 41 h 113"/>
              <a:gd name="T50" fmla="*/ 73 w 116"/>
              <a:gd name="T51" fmla="*/ 40 h 113"/>
              <a:gd name="T52" fmla="*/ 61 w 116"/>
              <a:gd name="T53" fmla="*/ 39 h 113"/>
              <a:gd name="T54" fmla="*/ 52 w 116"/>
              <a:gd name="T55" fmla="*/ 41 h 113"/>
              <a:gd name="T56" fmla="*/ 45 w 116"/>
              <a:gd name="T57" fmla="*/ 53 h 113"/>
              <a:gd name="T58" fmla="*/ 49 w 116"/>
              <a:gd name="T59" fmla="*/ 57 h 113"/>
              <a:gd name="T60" fmla="*/ 53 w 116"/>
              <a:gd name="T61" fmla="*/ 66 h 113"/>
              <a:gd name="T62" fmla="*/ 72 w 116"/>
              <a:gd name="T63" fmla="*/ 86 h 113"/>
              <a:gd name="T64" fmla="*/ 84 w 116"/>
              <a:gd name="T65" fmla="*/ 102 h 113"/>
              <a:gd name="T66" fmla="*/ 96 w 116"/>
              <a:gd name="T67" fmla="*/ 112 h 113"/>
              <a:gd name="T68" fmla="*/ 21 w 116"/>
              <a:gd name="T69" fmla="*/ 43 h 113"/>
              <a:gd name="T70" fmla="*/ 22 w 116"/>
              <a:gd name="T71" fmla="*/ 41 h 113"/>
              <a:gd name="T72" fmla="*/ 15 w 116"/>
              <a:gd name="T73" fmla="*/ 43 h 113"/>
              <a:gd name="T74" fmla="*/ 17 w 116"/>
              <a:gd name="T75" fmla="*/ 51 h 113"/>
              <a:gd name="T76" fmla="*/ 19 w 116"/>
              <a:gd name="T77" fmla="*/ 53 h 113"/>
              <a:gd name="T78" fmla="*/ 19 w 116"/>
              <a:gd name="T79" fmla="*/ 47 h 113"/>
              <a:gd name="T80" fmla="*/ 26 w 116"/>
              <a:gd name="T81" fmla="*/ 57 h 113"/>
              <a:gd name="T82" fmla="*/ 31 w 116"/>
              <a:gd name="T83" fmla="*/ 60 h 113"/>
              <a:gd name="T84" fmla="*/ 26 w 116"/>
              <a:gd name="T85" fmla="*/ 67 h 113"/>
              <a:gd name="T86" fmla="*/ 29 w 116"/>
              <a:gd name="T87" fmla="*/ 70 h 113"/>
              <a:gd name="T88" fmla="*/ 55 w 116"/>
              <a:gd name="T89" fmla="*/ 88 h 113"/>
              <a:gd name="T90" fmla="*/ 65 w 116"/>
              <a:gd name="T91" fmla="*/ 91 h 113"/>
              <a:gd name="T92" fmla="*/ 61 w 116"/>
              <a:gd name="T93" fmla="*/ 101 h 113"/>
              <a:gd name="T94" fmla="*/ 67 w 116"/>
              <a:gd name="T95" fmla="*/ 100 h 113"/>
              <a:gd name="T96" fmla="*/ 73 w 116"/>
              <a:gd name="T97" fmla="*/ 100 h 113"/>
              <a:gd name="T98" fmla="*/ 72 w 116"/>
              <a:gd name="T99" fmla="*/ 98 h 113"/>
              <a:gd name="T100" fmla="*/ 52 w 116"/>
              <a:gd name="T101" fmla="*/ 96 h 113"/>
              <a:gd name="T102" fmla="*/ 52 w 116"/>
              <a:gd name="T103" fmla="*/ 9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 h="113">
                <a:moveTo>
                  <a:pt x="96" y="112"/>
                </a:moveTo>
                <a:cubicBezTo>
                  <a:pt x="96" y="112"/>
                  <a:pt x="96" y="112"/>
                  <a:pt x="96" y="113"/>
                </a:cubicBezTo>
                <a:cubicBezTo>
                  <a:pt x="95" y="111"/>
                  <a:pt x="94" y="110"/>
                  <a:pt x="93" y="109"/>
                </a:cubicBezTo>
                <a:cubicBezTo>
                  <a:pt x="91" y="108"/>
                  <a:pt x="89" y="108"/>
                  <a:pt x="88" y="107"/>
                </a:cubicBezTo>
                <a:cubicBezTo>
                  <a:pt x="84" y="105"/>
                  <a:pt x="82" y="102"/>
                  <a:pt x="79" y="100"/>
                </a:cubicBezTo>
                <a:cubicBezTo>
                  <a:pt x="75" y="98"/>
                  <a:pt x="73" y="94"/>
                  <a:pt x="69" y="91"/>
                </a:cubicBezTo>
                <a:cubicBezTo>
                  <a:pt x="66" y="88"/>
                  <a:pt x="63" y="87"/>
                  <a:pt x="59" y="86"/>
                </a:cubicBezTo>
                <a:cubicBezTo>
                  <a:pt x="56" y="85"/>
                  <a:pt x="52" y="86"/>
                  <a:pt x="49" y="84"/>
                </a:cubicBezTo>
                <a:cubicBezTo>
                  <a:pt x="47" y="83"/>
                  <a:pt x="47" y="81"/>
                  <a:pt x="45" y="80"/>
                </a:cubicBezTo>
                <a:cubicBezTo>
                  <a:pt x="44" y="78"/>
                  <a:pt x="42" y="78"/>
                  <a:pt x="41" y="76"/>
                </a:cubicBezTo>
                <a:cubicBezTo>
                  <a:pt x="38" y="73"/>
                  <a:pt x="35" y="71"/>
                  <a:pt x="33" y="67"/>
                </a:cubicBezTo>
                <a:cubicBezTo>
                  <a:pt x="32" y="66"/>
                  <a:pt x="32" y="66"/>
                  <a:pt x="33" y="65"/>
                </a:cubicBezTo>
                <a:cubicBezTo>
                  <a:pt x="33" y="65"/>
                  <a:pt x="34" y="65"/>
                  <a:pt x="34" y="65"/>
                </a:cubicBezTo>
                <a:cubicBezTo>
                  <a:pt x="35" y="64"/>
                  <a:pt x="36" y="64"/>
                  <a:pt x="37" y="64"/>
                </a:cubicBezTo>
                <a:cubicBezTo>
                  <a:pt x="37" y="63"/>
                  <a:pt x="35" y="62"/>
                  <a:pt x="34" y="61"/>
                </a:cubicBezTo>
                <a:cubicBezTo>
                  <a:pt x="32" y="59"/>
                  <a:pt x="31" y="58"/>
                  <a:pt x="29" y="56"/>
                </a:cubicBezTo>
                <a:cubicBezTo>
                  <a:pt x="28" y="54"/>
                  <a:pt x="27" y="53"/>
                  <a:pt x="26" y="52"/>
                </a:cubicBezTo>
                <a:cubicBezTo>
                  <a:pt x="25" y="52"/>
                  <a:pt x="23" y="51"/>
                  <a:pt x="24" y="49"/>
                </a:cubicBezTo>
                <a:cubicBezTo>
                  <a:pt x="24" y="52"/>
                  <a:pt x="29" y="49"/>
                  <a:pt x="27" y="46"/>
                </a:cubicBezTo>
                <a:cubicBezTo>
                  <a:pt x="28" y="43"/>
                  <a:pt x="26" y="42"/>
                  <a:pt x="24" y="40"/>
                </a:cubicBezTo>
                <a:cubicBezTo>
                  <a:pt x="22" y="39"/>
                  <a:pt x="20" y="35"/>
                  <a:pt x="17" y="35"/>
                </a:cubicBezTo>
                <a:cubicBezTo>
                  <a:pt x="15" y="35"/>
                  <a:pt x="15" y="35"/>
                  <a:pt x="14" y="37"/>
                </a:cubicBezTo>
                <a:cubicBezTo>
                  <a:pt x="14" y="39"/>
                  <a:pt x="14" y="39"/>
                  <a:pt x="13" y="40"/>
                </a:cubicBezTo>
                <a:cubicBezTo>
                  <a:pt x="12" y="41"/>
                  <a:pt x="12" y="42"/>
                  <a:pt x="12" y="44"/>
                </a:cubicBezTo>
                <a:cubicBezTo>
                  <a:pt x="11" y="45"/>
                  <a:pt x="12" y="45"/>
                  <a:pt x="11" y="44"/>
                </a:cubicBezTo>
                <a:cubicBezTo>
                  <a:pt x="9" y="45"/>
                  <a:pt x="10" y="48"/>
                  <a:pt x="9" y="49"/>
                </a:cubicBezTo>
                <a:cubicBezTo>
                  <a:pt x="6" y="52"/>
                  <a:pt x="4" y="47"/>
                  <a:pt x="4" y="46"/>
                </a:cubicBezTo>
                <a:cubicBezTo>
                  <a:pt x="3" y="44"/>
                  <a:pt x="2" y="44"/>
                  <a:pt x="3" y="42"/>
                </a:cubicBezTo>
                <a:cubicBezTo>
                  <a:pt x="3" y="42"/>
                  <a:pt x="4" y="42"/>
                  <a:pt x="4" y="41"/>
                </a:cubicBezTo>
                <a:cubicBezTo>
                  <a:pt x="4" y="40"/>
                  <a:pt x="3" y="40"/>
                  <a:pt x="3" y="40"/>
                </a:cubicBezTo>
                <a:cubicBezTo>
                  <a:pt x="2" y="38"/>
                  <a:pt x="2" y="37"/>
                  <a:pt x="2" y="36"/>
                </a:cubicBezTo>
                <a:cubicBezTo>
                  <a:pt x="1" y="35"/>
                  <a:pt x="0" y="32"/>
                  <a:pt x="1" y="31"/>
                </a:cubicBezTo>
                <a:cubicBezTo>
                  <a:pt x="2" y="32"/>
                  <a:pt x="10" y="34"/>
                  <a:pt x="8" y="30"/>
                </a:cubicBezTo>
                <a:cubicBezTo>
                  <a:pt x="11" y="30"/>
                  <a:pt x="13" y="32"/>
                  <a:pt x="16" y="31"/>
                </a:cubicBezTo>
                <a:cubicBezTo>
                  <a:pt x="18" y="30"/>
                  <a:pt x="19" y="28"/>
                  <a:pt x="19" y="26"/>
                </a:cubicBezTo>
                <a:cubicBezTo>
                  <a:pt x="21" y="26"/>
                  <a:pt x="26" y="33"/>
                  <a:pt x="27" y="30"/>
                </a:cubicBezTo>
                <a:cubicBezTo>
                  <a:pt x="29" y="31"/>
                  <a:pt x="35" y="35"/>
                  <a:pt x="36" y="31"/>
                </a:cubicBezTo>
                <a:cubicBezTo>
                  <a:pt x="36" y="30"/>
                  <a:pt x="34" y="29"/>
                  <a:pt x="35" y="28"/>
                </a:cubicBezTo>
                <a:cubicBezTo>
                  <a:pt x="35" y="27"/>
                  <a:pt x="37" y="27"/>
                  <a:pt x="36" y="26"/>
                </a:cubicBezTo>
                <a:cubicBezTo>
                  <a:pt x="33" y="25"/>
                  <a:pt x="36" y="24"/>
                  <a:pt x="37" y="23"/>
                </a:cubicBezTo>
                <a:cubicBezTo>
                  <a:pt x="39" y="22"/>
                  <a:pt x="41" y="23"/>
                  <a:pt x="42" y="20"/>
                </a:cubicBezTo>
                <a:cubicBezTo>
                  <a:pt x="42" y="19"/>
                  <a:pt x="43" y="17"/>
                  <a:pt x="43" y="16"/>
                </a:cubicBezTo>
                <a:cubicBezTo>
                  <a:pt x="42" y="14"/>
                  <a:pt x="40" y="13"/>
                  <a:pt x="41" y="12"/>
                </a:cubicBezTo>
                <a:cubicBezTo>
                  <a:pt x="42" y="11"/>
                  <a:pt x="43" y="11"/>
                  <a:pt x="44" y="11"/>
                </a:cubicBezTo>
                <a:cubicBezTo>
                  <a:pt x="45" y="10"/>
                  <a:pt x="46" y="10"/>
                  <a:pt x="47" y="9"/>
                </a:cubicBezTo>
                <a:cubicBezTo>
                  <a:pt x="49" y="8"/>
                  <a:pt x="49" y="8"/>
                  <a:pt x="50" y="7"/>
                </a:cubicBezTo>
                <a:cubicBezTo>
                  <a:pt x="51" y="6"/>
                  <a:pt x="51" y="7"/>
                  <a:pt x="52" y="6"/>
                </a:cubicBezTo>
                <a:cubicBezTo>
                  <a:pt x="53" y="6"/>
                  <a:pt x="53" y="7"/>
                  <a:pt x="54" y="6"/>
                </a:cubicBezTo>
                <a:cubicBezTo>
                  <a:pt x="54" y="5"/>
                  <a:pt x="54" y="4"/>
                  <a:pt x="54" y="3"/>
                </a:cubicBezTo>
                <a:cubicBezTo>
                  <a:pt x="55" y="0"/>
                  <a:pt x="56" y="3"/>
                  <a:pt x="58" y="2"/>
                </a:cubicBezTo>
                <a:cubicBezTo>
                  <a:pt x="61" y="4"/>
                  <a:pt x="64" y="5"/>
                  <a:pt x="66" y="7"/>
                </a:cubicBezTo>
                <a:cubicBezTo>
                  <a:pt x="67" y="9"/>
                  <a:pt x="68" y="11"/>
                  <a:pt x="70" y="12"/>
                </a:cubicBezTo>
                <a:cubicBezTo>
                  <a:pt x="71" y="13"/>
                  <a:pt x="72" y="13"/>
                  <a:pt x="73" y="14"/>
                </a:cubicBezTo>
                <a:cubicBezTo>
                  <a:pt x="74" y="14"/>
                  <a:pt x="74" y="16"/>
                  <a:pt x="75" y="17"/>
                </a:cubicBezTo>
                <a:cubicBezTo>
                  <a:pt x="77" y="18"/>
                  <a:pt x="79" y="20"/>
                  <a:pt x="81" y="21"/>
                </a:cubicBezTo>
                <a:cubicBezTo>
                  <a:pt x="84" y="22"/>
                  <a:pt x="86" y="22"/>
                  <a:pt x="89" y="22"/>
                </a:cubicBezTo>
                <a:cubicBezTo>
                  <a:pt x="92" y="22"/>
                  <a:pt x="94" y="23"/>
                  <a:pt x="97" y="22"/>
                </a:cubicBezTo>
                <a:cubicBezTo>
                  <a:pt x="99" y="20"/>
                  <a:pt x="100" y="20"/>
                  <a:pt x="103" y="19"/>
                </a:cubicBezTo>
                <a:cubicBezTo>
                  <a:pt x="105" y="19"/>
                  <a:pt x="107" y="16"/>
                  <a:pt x="108" y="16"/>
                </a:cubicBezTo>
                <a:cubicBezTo>
                  <a:pt x="107" y="19"/>
                  <a:pt x="105" y="20"/>
                  <a:pt x="105" y="23"/>
                </a:cubicBezTo>
                <a:cubicBezTo>
                  <a:pt x="105" y="24"/>
                  <a:pt x="106" y="25"/>
                  <a:pt x="106" y="26"/>
                </a:cubicBezTo>
                <a:cubicBezTo>
                  <a:pt x="106" y="28"/>
                  <a:pt x="105" y="29"/>
                  <a:pt x="105" y="30"/>
                </a:cubicBezTo>
                <a:cubicBezTo>
                  <a:pt x="106" y="30"/>
                  <a:pt x="108" y="30"/>
                  <a:pt x="109" y="31"/>
                </a:cubicBezTo>
                <a:cubicBezTo>
                  <a:pt x="109" y="32"/>
                  <a:pt x="108" y="32"/>
                  <a:pt x="108" y="33"/>
                </a:cubicBezTo>
                <a:cubicBezTo>
                  <a:pt x="107" y="34"/>
                  <a:pt x="107" y="34"/>
                  <a:pt x="107" y="35"/>
                </a:cubicBezTo>
                <a:cubicBezTo>
                  <a:pt x="109" y="36"/>
                  <a:pt x="111" y="37"/>
                  <a:pt x="113" y="37"/>
                </a:cubicBezTo>
                <a:cubicBezTo>
                  <a:pt x="116" y="38"/>
                  <a:pt x="114" y="40"/>
                  <a:pt x="112" y="40"/>
                </a:cubicBezTo>
                <a:cubicBezTo>
                  <a:pt x="110" y="41"/>
                  <a:pt x="110" y="41"/>
                  <a:pt x="110" y="43"/>
                </a:cubicBezTo>
                <a:cubicBezTo>
                  <a:pt x="109" y="45"/>
                  <a:pt x="110" y="47"/>
                  <a:pt x="108" y="48"/>
                </a:cubicBezTo>
                <a:cubicBezTo>
                  <a:pt x="104" y="50"/>
                  <a:pt x="104" y="45"/>
                  <a:pt x="102" y="43"/>
                </a:cubicBezTo>
                <a:cubicBezTo>
                  <a:pt x="100" y="41"/>
                  <a:pt x="100" y="42"/>
                  <a:pt x="98" y="42"/>
                </a:cubicBezTo>
                <a:cubicBezTo>
                  <a:pt x="95" y="43"/>
                  <a:pt x="94" y="41"/>
                  <a:pt x="92" y="40"/>
                </a:cubicBezTo>
                <a:cubicBezTo>
                  <a:pt x="92" y="41"/>
                  <a:pt x="90" y="41"/>
                  <a:pt x="89" y="41"/>
                </a:cubicBezTo>
                <a:cubicBezTo>
                  <a:pt x="88" y="40"/>
                  <a:pt x="87" y="41"/>
                  <a:pt x="86" y="41"/>
                </a:cubicBezTo>
                <a:cubicBezTo>
                  <a:pt x="84" y="42"/>
                  <a:pt x="84" y="42"/>
                  <a:pt x="82" y="41"/>
                </a:cubicBezTo>
                <a:cubicBezTo>
                  <a:pt x="81" y="40"/>
                  <a:pt x="81" y="40"/>
                  <a:pt x="79" y="40"/>
                </a:cubicBezTo>
                <a:cubicBezTo>
                  <a:pt x="78" y="40"/>
                  <a:pt x="77" y="42"/>
                  <a:pt x="76" y="40"/>
                </a:cubicBezTo>
                <a:cubicBezTo>
                  <a:pt x="75" y="40"/>
                  <a:pt x="74" y="39"/>
                  <a:pt x="73" y="40"/>
                </a:cubicBezTo>
                <a:cubicBezTo>
                  <a:pt x="72" y="40"/>
                  <a:pt x="72" y="40"/>
                  <a:pt x="70" y="39"/>
                </a:cubicBezTo>
                <a:cubicBezTo>
                  <a:pt x="69" y="38"/>
                  <a:pt x="68" y="36"/>
                  <a:pt x="66" y="37"/>
                </a:cubicBezTo>
                <a:cubicBezTo>
                  <a:pt x="64" y="38"/>
                  <a:pt x="64" y="39"/>
                  <a:pt x="61" y="39"/>
                </a:cubicBezTo>
                <a:cubicBezTo>
                  <a:pt x="59" y="39"/>
                  <a:pt x="58" y="39"/>
                  <a:pt x="56" y="41"/>
                </a:cubicBezTo>
                <a:cubicBezTo>
                  <a:pt x="55" y="42"/>
                  <a:pt x="55" y="44"/>
                  <a:pt x="53" y="43"/>
                </a:cubicBezTo>
                <a:cubicBezTo>
                  <a:pt x="53" y="43"/>
                  <a:pt x="52" y="42"/>
                  <a:pt x="52" y="41"/>
                </a:cubicBezTo>
                <a:cubicBezTo>
                  <a:pt x="51" y="41"/>
                  <a:pt x="50" y="40"/>
                  <a:pt x="49" y="40"/>
                </a:cubicBezTo>
                <a:cubicBezTo>
                  <a:pt x="42" y="37"/>
                  <a:pt x="45" y="46"/>
                  <a:pt x="44" y="49"/>
                </a:cubicBezTo>
                <a:cubicBezTo>
                  <a:pt x="43" y="51"/>
                  <a:pt x="43" y="52"/>
                  <a:pt x="45" y="53"/>
                </a:cubicBezTo>
                <a:cubicBezTo>
                  <a:pt x="46" y="53"/>
                  <a:pt x="47" y="53"/>
                  <a:pt x="48" y="54"/>
                </a:cubicBezTo>
                <a:cubicBezTo>
                  <a:pt x="49" y="55"/>
                  <a:pt x="49" y="56"/>
                  <a:pt x="49" y="57"/>
                </a:cubicBezTo>
                <a:cubicBezTo>
                  <a:pt x="49" y="57"/>
                  <a:pt x="49" y="57"/>
                  <a:pt x="49" y="57"/>
                </a:cubicBezTo>
                <a:cubicBezTo>
                  <a:pt x="49" y="58"/>
                  <a:pt x="50" y="57"/>
                  <a:pt x="50" y="58"/>
                </a:cubicBezTo>
                <a:cubicBezTo>
                  <a:pt x="50" y="58"/>
                  <a:pt x="51" y="58"/>
                  <a:pt x="51" y="59"/>
                </a:cubicBezTo>
                <a:cubicBezTo>
                  <a:pt x="52" y="61"/>
                  <a:pt x="52" y="64"/>
                  <a:pt x="53" y="66"/>
                </a:cubicBezTo>
                <a:cubicBezTo>
                  <a:pt x="55" y="71"/>
                  <a:pt x="60" y="75"/>
                  <a:pt x="64" y="79"/>
                </a:cubicBezTo>
                <a:cubicBezTo>
                  <a:pt x="65" y="81"/>
                  <a:pt x="67" y="83"/>
                  <a:pt x="70" y="85"/>
                </a:cubicBezTo>
                <a:cubicBezTo>
                  <a:pt x="70" y="85"/>
                  <a:pt x="72" y="86"/>
                  <a:pt x="72" y="86"/>
                </a:cubicBezTo>
                <a:cubicBezTo>
                  <a:pt x="74" y="87"/>
                  <a:pt x="73" y="89"/>
                  <a:pt x="74" y="90"/>
                </a:cubicBezTo>
                <a:cubicBezTo>
                  <a:pt x="75" y="93"/>
                  <a:pt x="78" y="94"/>
                  <a:pt x="79" y="96"/>
                </a:cubicBezTo>
                <a:cubicBezTo>
                  <a:pt x="81" y="98"/>
                  <a:pt x="82" y="101"/>
                  <a:pt x="84" y="102"/>
                </a:cubicBezTo>
                <a:cubicBezTo>
                  <a:pt x="85" y="103"/>
                  <a:pt x="86" y="103"/>
                  <a:pt x="87" y="104"/>
                </a:cubicBezTo>
                <a:cubicBezTo>
                  <a:pt x="88" y="105"/>
                  <a:pt x="89" y="106"/>
                  <a:pt x="90" y="106"/>
                </a:cubicBezTo>
                <a:cubicBezTo>
                  <a:pt x="92" y="108"/>
                  <a:pt x="97" y="109"/>
                  <a:pt x="96" y="112"/>
                </a:cubicBezTo>
                <a:close/>
                <a:moveTo>
                  <a:pt x="22" y="41"/>
                </a:moveTo>
                <a:cubicBezTo>
                  <a:pt x="22" y="39"/>
                  <a:pt x="20" y="40"/>
                  <a:pt x="20" y="41"/>
                </a:cubicBezTo>
                <a:cubicBezTo>
                  <a:pt x="18" y="43"/>
                  <a:pt x="19" y="43"/>
                  <a:pt x="21" y="43"/>
                </a:cubicBezTo>
                <a:cubicBezTo>
                  <a:pt x="22" y="44"/>
                  <a:pt x="23" y="46"/>
                  <a:pt x="24" y="45"/>
                </a:cubicBezTo>
                <a:cubicBezTo>
                  <a:pt x="26" y="44"/>
                  <a:pt x="23" y="43"/>
                  <a:pt x="23" y="42"/>
                </a:cubicBezTo>
                <a:cubicBezTo>
                  <a:pt x="22" y="42"/>
                  <a:pt x="23" y="41"/>
                  <a:pt x="22" y="41"/>
                </a:cubicBezTo>
                <a:close/>
                <a:moveTo>
                  <a:pt x="19" y="47"/>
                </a:moveTo>
                <a:cubicBezTo>
                  <a:pt x="19" y="46"/>
                  <a:pt x="18" y="44"/>
                  <a:pt x="17" y="43"/>
                </a:cubicBezTo>
                <a:cubicBezTo>
                  <a:pt x="17" y="41"/>
                  <a:pt x="15" y="40"/>
                  <a:pt x="15" y="43"/>
                </a:cubicBezTo>
                <a:cubicBezTo>
                  <a:pt x="16" y="43"/>
                  <a:pt x="17" y="44"/>
                  <a:pt x="17" y="45"/>
                </a:cubicBezTo>
                <a:cubicBezTo>
                  <a:pt x="17" y="46"/>
                  <a:pt x="17" y="46"/>
                  <a:pt x="17" y="47"/>
                </a:cubicBezTo>
                <a:cubicBezTo>
                  <a:pt x="16" y="49"/>
                  <a:pt x="17" y="50"/>
                  <a:pt x="17" y="51"/>
                </a:cubicBezTo>
                <a:cubicBezTo>
                  <a:pt x="17" y="53"/>
                  <a:pt x="17" y="56"/>
                  <a:pt x="18" y="57"/>
                </a:cubicBezTo>
                <a:cubicBezTo>
                  <a:pt x="20" y="60"/>
                  <a:pt x="19" y="57"/>
                  <a:pt x="19" y="56"/>
                </a:cubicBezTo>
                <a:cubicBezTo>
                  <a:pt x="19" y="54"/>
                  <a:pt x="19" y="54"/>
                  <a:pt x="19" y="53"/>
                </a:cubicBezTo>
                <a:cubicBezTo>
                  <a:pt x="19" y="52"/>
                  <a:pt x="19" y="51"/>
                  <a:pt x="19" y="51"/>
                </a:cubicBezTo>
                <a:cubicBezTo>
                  <a:pt x="19" y="50"/>
                  <a:pt x="19" y="49"/>
                  <a:pt x="18" y="48"/>
                </a:cubicBezTo>
                <a:cubicBezTo>
                  <a:pt x="18" y="48"/>
                  <a:pt x="19" y="47"/>
                  <a:pt x="19" y="47"/>
                </a:cubicBezTo>
                <a:close/>
                <a:moveTo>
                  <a:pt x="26" y="55"/>
                </a:moveTo>
                <a:cubicBezTo>
                  <a:pt x="26" y="55"/>
                  <a:pt x="25" y="54"/>
                  <a:pt x="24" y="53"/>
                </a:cubicBezTo>
                <a:cubicBezTo>
                  <a:pt x="23" y="54"/>
                  <a:pt x="25" y="56"/>
                  <a:pt x="26" y="57"/>
                </a:cubicBezTo>
                <a:cubicBezTo>
                  <a:pt x="27" y="58"/>
                  <a:pt x="28" y="59"/>
                  <a:pt x="28" y="60"/>
                </a:cubicBezTo>
                <a:cubicBezTo>
                  <a:pt x="29" y="60"/>
                  <a:pt x="29" y="62"/>
                  <a:pt x="30" y="63"/>
                </a:cubicBezTo>
                <a:cubicBezTo>
                  <a:pt x="32" y="64"/>
                  <a:pt x="31" y="61"/>
                  <a:pt x="31" y="60"/>
                </a:cubicBezTo>
                <a:cubicBezTo>
                  <a:pt x="30" y="58"/>
                  <a:pt x="28" y="57"/>
                  <a:pt x="26" y="55"/>
                </a:cubicBezTo>
                <a:cubicBezTo>
                  <a:pt x="26" y="55"/>
                  <a:pt x="27" y="55"/>
                  <a:pt x="26" y="55"/>
                </a:cubicBezTo>
                <a:close/>
                <a:moveTo>
                  <a:pt x="26" y="67"/>
                </a:moveTo>
                <a:cubicBezTo>
                  <a:pt x="26" y="69"/>
                  <a:pt x="33" y="78"/>
                  <a:pt x="35" y="78"/>
                </a:cubicBezTo>
                <a:cubicBezTo>
                  <a:pt x="37" y="77"/>
                  <a:pt x="33" y="73"/>
                  <a:pt x="32" y="73"/>
                </a:cubicBezTo>
                <a:cubicBezTo>
                  <a:pt x="31" y="72"/>
                  <a:pt x="30" y="71"/>
                  <a:pt x="29" y="70"/>
                </a:cubicBezTo>
                <a:cubicBezTo>
                  <a:pt x="28" y="69"/>
                  <a:pt x="28" y="68"/>
                  <a:pt x="26" y="67"/>
                </a:cubicBezTo>
                <a:cubicBezTo>
                  <a:pt x="26" y="68"/>
                  <a:pt x="27" y="68"/>
                  <a:pt x="26" y="67"/>
                </a:cubicBezTo>
                <a:close/>
                <a:moveTo>
                  <a:pt x="55" y="88"/>
                </a:moveTo>
                <a:cubicBezTo>
                  <a:pt x="53" y="87"/>
                  <a:pt x="54" y="89"/>
                  <a:pt x="54" y="89"/>
                </a:cubicBezTo>
                <a:cubicBezTo>
                  <a:pt x="55" y="90"/>
                  <a:pt x="56" y="90"/>
                  <a:pt x="57" y="90"/>
                </a:cubicBezTo>
                <a:cubicBezTo>
                  <a:pt x="59" y="91"/>
                  <a:pt x="63" y="92"/>
                  <a:pt x="65" y="91"/>
                </a:cubicBezTo>
                <a:cubicBezTo>
                  <a:pt x="66" y="89"/>
                  <a:pt x="59" y="89"/>
                  <a:pt x="57" y="89"/>
                </a:cubicBezTo>
                <a:cubicBezTo>
                  <a:pt x="56" y="89"/>
                  <a:pt x="56" y="88"/>
                  <a:pt x="55" y="88"/>
                </a:cubicBezTo>
                <a:close/>
                <a:moveTo>
                  <a:pt x="61" y="101"/>
                </a:moveTo>
                <a:cubicBezTo>
                  <a:pt x="64" y="101"/>
                  <a:pt x="66" y="101"/>
                  <a:pt x="69" y="101"/>
                </a:cubicBezTo>
                <a:cubicBezTo>
                  <a:pt x="69" y="101"/>
                  <a:pt x="71" y="101"/>
                  <a:pt x="71" y="100"/>
                </a:cubicBezTo>
                <a:cubicBezTo>
                  <a:pt x="70" y="99"/>
                  <a:pt x="68" y="100"/>
                  <a:pt x="67" y="100"/>
                </a:cubicBezTo>
                <a:cubicBezTo>
                  <a:pt x="66" y="100"/>
                  <a:pt x="61" y="99"/>
                  <a:pt x="61" y="101"/>
                </a:cubicBezTo>
                <a:cubicBezTo>
                  <a:pt x="62" y="101"/>
                  <a:pt x="61" y="99"/>
                  <a:pt x="61" y="101"/>
                </a:cubicBezTo>
                <a:close/>
                <a:moveTo>
                  <a:pt x="73" y="100"/>
                </a:moveTo>
                <a:cubicBezTo>
                  <a:pt x="76" y="100"/>
                  <a:pt x="78" y="104"/>
                  <a:pt x="80" y="104"/>
                </a:cubicBezTo>
                <a:cubicBezTo>
                  <a:pt x="82" y="102"/>
                  <a:pt x="77" y="100"/>
                  <a:pt x="76" y="99"/>
                </a:cubicBezTo>
                <a:cubicBezTo>
                  <a:pt x="75" y="99"/>
                  <a:pt x="73" y="98"/>
                  <a:pt x="72" y="98"/>
                </a:cubicBezTo>
                <a:cubicBezTo>
                  <a:pt x="71" y="99"/>
                  <a:pt x="72" y="100"/>
                  <a:pt x="73" y="100"/>
                </a:cubicBezTo>
                <a:cubicBezTo>
                  <a:pt x="74" y="100"/>
                  <a:pt x="72" y="100"/>
                  <a:pt x="73" y="100"/>
                </a:cubicBezTo>
                <a:close/>
                <a:moveTo>
                  <a:pt x="52" y="96"/>
                </a:moveTo>
                <a:cubicBezTo>
                  <a:pt x="51" y="96"/>
                  <a:pt x="47" y="97"/>
                  <a:pt x="50" y="98"/>
                </a:cubicBezTo>
                <a:cubicBezTo>
                  <a:pt x="51" y="99"/>
                  <a:pt x="54" y="98"/>
                  <a:pt x="53" y="96"/>
                </a:cubicBezTo>
                <a:cubicBezTo>
                  <a:pt x="53" y="96"/>
                  <a:pt x="52" y="96"/>
                  <a:pt x="52" y="96"/>
                </a:cubicBezTo>
                <a:cubicBezTo>
                  <a:pt x="52" y="96"/>
                  <a:pt x="52" y="96"/>
                  <a:pt x="52" y="96"/>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09" name="Freeform 592"/>
          <p:cNvSpPr>
            <a:spLocks/>
          </p:cNvSpPr>
          <p:nvPr/>
        </p:nvSpPr>
        <p:spPr bwMode="auto">
          <a:xfrm>
            <a:off x="10012363" y="5191601"/>
            <a:ext cx="495300" cy="317500"/>
          </a:xfrm>
          <a:custGeom>
            <a:avLst/>
            <a:gdLst>
              <a:gd name="T0" fmla="*/ 112 w 125"/>
              <a:gd name="T1" fmla="*/ 10 h 80"/>
              <a:gd name="T2" fmla="*/ 106 w 125"/>
              <a:gd name="T3" fmla="*/ 7 h 80"/>
              <a:gd name="T4" fmla="*/ 100 w 125"/>
              <a:gd name="T5" fmla="*/ 5 h 80"/>
              <a:gd name="T6" fmla="*/ 83 w 125"/>
              <a:gd name="T7" fmla="*/ 4 h 80"/>
              <a:gd name="T8" fmla="*/ 70 w 125"/>
              <a:gd name="T9" fmla="*/ 11 h 80"/>
              <a:gd name="T10" fmla="*/ 58 w 125"/>
              <a:gd name="T11" fmla="*/ 14 h 80"/>
              <a:gd name="T12" fmla="*/ 44 w 125"/>
              <a:gd name="T13" fmla="*/ 12 h 80"/>
              <a:gd name="T14" fmla="*/ 30 w 125"/>
              <a:gd name="T15" fmla="*/ 11 h 80"/>
              <a:gd name="T16" fmla="*/ 11 w 125"/>
              <a:gd name="T17" fmla="*/ 6 h 80"/>
              <a:gd name="T18" fmla="*/ 11 w 125"/>
              <a:gd name="T19" fmla="*/ 2 h 80"/>
              <a:gd name="T20" fmla="*/ 6 w 125"/>
              <a:gd name="T21" fmla="*/ 4 h 80"/>
              <a:gd name="T22" fmla="*/ 3 w 125"/>
              <a:gd name="T23" fmla="*/ 16 h 80"/>
              <a:gd name="T24" fmla="*/ 8 w 125"/>
              <a:gd name="T25" fmla="*/ 23 h 80"/>
              <a:gd name="T26" fmla="*/ 13 w 125"/>
              <a:gd name="T27" fmla="*/ 28 h 80"/>
              <a:gd name="T28" fmla="*/ 9 w 125"/>
              <a:gd name="T29" fmla="*/ 34 h 80"/>
              <a:gd name="T30" fmla="*/ 3 w 125"/>
              <a:gd name="T31" fmla="*/ 38 h 80"/>
              <a:gd name="T32" fmla="*/ 2 w 125"/>
              <a:gd name="T33" fmla="*/ 45 h 80"/>
              <a:gd name="T34" fmla="*/ 0 w 125"/>
              <a:gd name="T35" fmla="*/ 51 h 80"/>
              <a:gd name="T36" fmla="*/ 11 w 125"/>
              <a:gd name="T37" fmla="*/ 62 h 80"/>
              <a:gd name="T38" fmla="*/ 11 w 125"/>
              <a:gd name="T39" fmla="*/ 77 h 80"/>
              <a:gd name="T40" fmla="*/ 22 w 125"/>
              <a:gd name="T41" fmla="*/ 75 h 80"/>
              <a:gd name="T42" fmla="*/ 34 w 125"/>
              <a:gd name="T43" fmla="*/ 72 h 80"/>
              <a:gd name="T44" fmla="*/ 38 w 125"/>
              <a:gd name="T45" fmla="*/ 71 h 80"/>
              <a:gd name="T46" fmla="*/ 41 w 125"/>
              <a:gd name="T47" fmla="*/ 71 h 80"/>
              <a:gd name="T48" fmla="*/ 44 w 125"/>
              <a:gd name="T49" fmla="*/ 73 h 80"/>
              <a:gd name="T50" fmla="*/ 57 w 125"/>
              <a:gd name="T51" fmla="*/ 79 h 80"/>
              <a:gd name="T52" fmla="*/ 69 w 125"/>
              <a:gd name="T53" fmla="*/ 77 h 80"/>
              <a:gd name="T54" fmla="*/ 73 w 125"/>
              <a:gd name="T55" fmla="*/ 68 h 80"/>
              <a:gd name="T56" fmla="*/ 81 w 125"/>
              <a:gd name="T57" fmla="*/ 64 h 80"/>
              <a:gd name="T58" fmla="*/ 93 w 125"/>
              <a:gd name="T59" fmla="*/ 57 h 80"/>
              <a:gd name="T60" fmla="*/ 97 w 125"/>
              <a:gd name="T61" fmla="*/ 57 h 80"/>
              <a:gd name="T62" fmla="*/ 104 w 125"/>
              <a:gd name="T63" fmla="*/ 61 h 80"/>
              <a:gd name="T64" fmla="*/ 106 w 125"/>
              <a:gd name="T65" fmla="*/ 61 h 80"/>
              <a:gd name="T66" fmla="*/ 108 w 125"/>
              <a:gd name="T67" fmla="*/ 54 h 80"/>
              <a:gd name="T68" fmla="*/ 101 w 125"/>
              <a:gd name="T69" fmla="*/ 48 h 80"/>
              <a:gd name="T70" fmla="*/ 105 w 125"/>
              <a:gd name="T71" fmla="*/ 42 h 80"/>
              <a:gd name="T72" fmla="*/ 109 w 125"/>
              <a:gd name="T73" fmla="*/ 32 h 80"/>
              <a:gd name="T74" fmla="*/ 119 w 125"/>
              <a:gd name="T75" fmla="*/ 22 h 80"/>
              <a:gd name="T76" fmla="*/ 116 w 125"/>
              <a:gd name="T77" fmla="*/ 1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5" h="80">
                <a:moveTo>
                  <a:pt x="116" y="13"/>
                </a:moveTo>
                <a:cubicBezTo>
                  <a:pt x="114" y="12"/>
                  <a:pt x="113" y="12"/>
                  <a:pt x="112" y="10"/>
                </a:cubicBezTo>
                <a:cubicBezTo>
                  <a:pt x="110" y="8"/>
                  <a:pt x="111" y="6"/>
                  <a:pt x="108" y="6"/>
                </a:cubicBezTo>
                <a:cubicBezTo>
                  <a:pt x="107" y="6"/>
                  <a:pt x="107" y="7"/>
                  <a:pt x="106" y="7"/>
                </a:cubicBezTo>
                <a:cubicBezTo>
                  <a:pt x="105" y="6"/>
                  <a:pt x="104" y="5"/>
                  <a:pt x="104" y="5"/>
                </a:cubicBezTo>
                <a:cubicBezTo>
                  <a:pt x="103" y="5"/>
                  <a:pt x="101" y="5"/>
                  <a:pt x="100" y="5"/>
                </a:cubicBezTo>
                <a:cubicBezTo>
                  <a:pt x="99" y="5"/>
                  <a:pt x="98" y="4"/>
                  <a:pt x="97" y="3"/>
                </a:cubicBezTo>
                <a:cubicBezTo>
                  <a:pt x="93" y="0"/>
                  <a:pt x="88" y="3"/>
                  <a:pt x="83" y="4"/>
                </a:cubicBezTo>
                <a:cubicBezTo>
                  <a:pt x="81" y="5"/>
                  <a:pt x="78" y="5"/>
                  <a:pt x="76" y="6"/>
                </a:cubicBezTo>
                <a:cubicBezTo>
                  <a:pt x="75" y="7"/>
                  <a:pt x="72" y="9"/>
                  <a:pt x="70" y="11"/>
                </a:cubicBezTo>
                <a:cubicBezTo>
                  <a:pt x="69" y="13"/>
                  <a:pt x="68" y="13"/>
                  <a:pt x="66" y="14"/>
                </a:cubicBezTo>
                <a:cubicBezTo>
                  <a:pt x="63" y="15"/>
                  <a:pt x="61" y="15"/>
                  <a:pt x="58" y="14"/>
                </a:cubicBezTo>
                <a:cubicBezTo>
                  <a:pt x="55" y="13"/>
                  <a:pt x="54" y="12"/>
                  <a:pt x="51" y="13"/>
                </a:cubicBezTo>
                <a:cubicBezTo>
                  <a:pt x="48" y="13"/>
                  <a:pt x="47" y="13"/>
                  <a:pt x="44" y="12"/>
                </a:cubicBezTo>
                <a:cubicBezTo>
                  <a:pt x="42" y="11"/>
                  <a:pt x="40" y="12"/>
                  <a:pt x="38" y="12"/>
                </a:cubicBezTo>
                <a:cubicBezTo>
                  <a:pt x="35" y="12"/>
                  <a:pt x="32" y="11"/>
                  <a:pt x="30" y="11"/>
                </a:cubicBezTo>
                <a:cubicBezTo>
                  <a:pt x="25" y="10"/>
                  <a:pt x="21" y="9"/>
                  <a:pt x="17" y="10"/>
                </a:cubicBezTo>
                <a:cubicBezTo>
                  <a:pt x="15" y="10"/>
                  <a:pt x="8" y="10"/>
                  <a:pt x="11" y="6"/>
                </a:cubicBezTo>
                <a:cubicBezTo>
                  <a:pt x="12" y="5"/>
                  <a:pt x="16" y="5"/>
                  <a:pt x="14" y="3"/>
                </a:cubicBezTo>
                <a:cubicBezTo>
                  <a:pt x="13" y="3"/>
                  <a:pt x="12" y="3"/>
                  <a:pt x="11" y="2"/>
                </a:cubicBezTo>
                <a:cubicBezTo>
                  <a:pt x="9" y="1"/>
                  <a:pt x="9" y="0"/>
                  <a:pt x="7" y="0"/>
                </a:cubicBezTo>
                <a:cubicBezTo>
                  <a:pt x="6" y="1"/>
                  <a:pt x="6" y="2"/>
                  <a:pt x="6" y="4"/>
                </a:cubicBezTo>
                <a:cubicBezTo>
                  <a:pt x="5" y="5"/>
                  <a:pt x="3" y="5"/>
                  <a:pt x="3" y="6"/>
                </a:cubicBezTo>
                <a:cubicBezTo>
                  <a:pt x="0" y="9"/>
                  <a:pt x="2" y="13"/>
                  <a:pt x="3" y="16"/>
                </a:cubicBezTo>
                <a:cubicBezTo>
                  <a:pt x="4" y="18"/>
                  <a:pt x="4" y="19"/>
                  <a:pt x="4" y="20"/>
                </a:cubicBezTo>
                <a:cubicBezTo>
                  <a:pt x="5" y="21"/>
                  <a:pt x="7" y="22"/>
                  <a:pt x="8" y="23"/>
                </a:cubicBezTo>
                <a:cubicBezTo>
                  <a:pt x="9" y="24"/>
                  <a:pt x="10" y="24"/>
                  <a:pt x="11" y="26"/>
                </a:cubicBezTo>
                <a:cubicBezTo>
                  <a:pt x="11" y="27"/>
                  <a:pt x="13" y="27"/>
                  <a:pt x="13" y="28"/>
                </a:cubicBezTo>
                <a:cubicBezTo>
                  <a:pt x="14" y="30"/>
                  <a:pt x="13" y="31"/>
                  <a:pt x="12" y="32"/>
                </a:cubicBezTo>
                <a:cubicBezTo>
                  <a:pt x="10" y="33"/>
                  <a:pt x="10" y="33"/>
                  <a:pt x="9" y="34"/>
                </a:cubicBezTo>
                <a:cubicBezTo>
                  <a:pt x="8" y="36"/>
                  <a:pt x="8" y="36"/>
                  <a:pt x="6" y="36"/>
                </a:cubicBezTo>
                <a:cubicBezTo>
                  <a:pt x="5" y="36"/>
                  <a:pt x="3" y="36"/>
                  <a:pt x="3" y="38"/>
                </a:cubicBezTo>
                <a:cubicBezTo>
                  <a:pt x="2" y="39"/>
                  <a:pt x="3" y="40"/>
                  <a:pt x="3" y="41"/>
                </a:cubicBezTo>
                <a:cubicBezTo>
                  <a:pt x="2" y="42"/>
                  <a:pt x="2" y="43"/>
                  <a:pt x="2" y="45"/>
                </a:cubicBezTo>
                <a:cubicBezTo>
                  <a:pt x="3" y="46"/>
                  <a:pt x="4" y="46"/>
                  <a:pt x="4" y="48"/>
                </a:cubicBezTo>
                <a:cubicBezTo>
                  <a:pt x="4" y="50"/>
                  <a:pt x="2" y="51"/>
                  <a:pt x="0" y="51"/>
                </a:cubicBezTo>
                <a:cubicBezTo>
                  <a:pt x="3" y="53"/>
                  <a:pt x="4" y="56"/>
                  <a:pt x="6" y="57"/>
                </a:cubicBezTo>
                <a:cubicBezTo>
                  <a:pt x="10" y="58"/>
                  <a:pt x="10" y="59"/>
                  <a:pt x="11" y="62"/>
                </a:cubicBezTo>
                <a:cubicBezTo>
                  <a:pt x="11" y="64"/>
                  <a:pt x="14" y="66"/>
                  <a:pt x="13" y="69"/>
                </a:cubicBezTo>
                <a:cubicBezTo>
                  <a:pt x="12" y="72"/>
                  <a:pt x="12" y="74"/>
                  <a:pt x="11" y="77"/>
                </a:cubicBezTo>
                <a:cubicBezTo>
                  <a:pt x="13" y="77"/>
                  <a:pt x="15" y="78"/>
                  <a:pt x="17" y="76"/>
                </a:cubicBezTo>
                <a:cubicBezTo>
                  <a:pt x="19" y="76"/>
                  <a:pt x="20" y="75"/>
                  <a:pt x="22" y="75"/>
                </a:cubicBezTo>
                <a:cubicBezTo>
                  <a:pt x="24" y="75"/>
                  <a:pt x="26" y="76"/>
                  <a:pt x="28" y="75"/>
                </a:cubicBezTo>
                <a:cubicBezTo>
                  <a:pt x="30" y="74"/>
                  <a:pt x="32" y="72"/>
                  <a:pt x="34" y="72"/>
                </a:cubicBezTo>
                <a:cubicBezTo>
                  <a:pt x="35" y="72"/>
                  <a:pt x="36" y="72"/>
                  <a:pt x="37" y="71"/>
                </a:cubicBezTo>
                <a:cubicBezTo>
                  <a:pt x="38" y="71"/>
                  <a:pt x="37" y="71"/>
                  <a:pt x="38" y="71"/>
                </a:cubicBezTo>
                <a:cubicBezTo>
                  <a:pt x="39" y="71"/>
                  <a:pt x="39" y="71"/>
                  <a:pt x="39" y="72"/>
                </a:cubicBezTo>
                <a:cubicBezTo>
                  <a:pt x="40" y="72"/>
                  <a:pt x="41" y="71"/>
                  <a:pt x="41" y="71"/>
                </a:cubicBezTo>
                <a:cubicBezTo>
                  <a:pt x="42" y="71"/>
                  <a:pt x="42" y="71"/>
                  <a:pt x="43" y="71"/>
                </a:cubicBezTo>
                <a:cubicBezTo>
                  <a:pt x="44" y="71"/>
                  <a:pt x="44" y="72"/>
                  <a:pt x="44" y="73"/>
                </a:cubicBezTo>
                <a:cubicBezTo>
                  <a:pt x="45" y="75"/>
                  <a:pt x="46" y="75"/>
                  <a:pt x="49" y="76"/>
                </a:cubicBezTo>
                <a:cubicBezTo>
                  <a:pt x="51" y="73"/>
                  <a:pt x="55" y="78"/>
                  <a:pt x="57" y="79"/>
                </a:cubicBezTo>
                <a:cubicBezTo>
                  <a:pt x="59" y="80"/>
                  <a:pt x="61" y="78"/>
                  <a:pt x="63" y="78"/>
                </a:cubicBezTo>
                <a:cubicBezTo>
                  <a:pt x="65" y="77"/>
                  <a:pt x="67" y="76"/>
                  <a:pt x="69" y="77"/>
                </a:cubicBezTo>
                <a:cubicBezTo>
                  <a:pt x="73" y="77"/>
                  <a:pt x="77" y="75"/>
                  <a:pt x="76" y="71"/>
                </a:cubicBezTo>
                <a:cubicBezTo>
                  <a:pt x="75" y="70"/>
                  <a:pt x="73" y="69"/>
                  <a:pt x="73" y="68"/>
                </a:cubicBezTo>
                <a:cubicBezTo>
                  <a:pt x="73" y="66"/>
                  <a:pt x="77" y="66"/>
                  <a:pt x="78" y="67"/>
                </a:cubicBezTo>
                <a:cubicBezTo>
                  <a:pt x="78" y="64"/>
                  <a:pt x="80" y="65"/>
                  <a:pt x="81" y="64"/>
                </a:cubicBezTo>
                <a:cubicBezTo>
                  <a:pt x="83" y="64"/>
                  <a:pt x="83" y="63"/>
                  <a:pt x="84" y="62"/>
                </a:cubicBezTo>
                <a:cubicBezTo>
                  <a:pt x="86" y="58"/>
                  <a:pt x="92" y="62"/>
                  <a:pt x="93" y="57"/>
                </a:cubicBezTo>
                <a:cubicBezTo>
                  <a:pt x="94" y="57"/>
                  <a:pt x="94" y="58"/>
                  <a:pt x="95" y="58"/>
                </a:cubicBezTo>
                <a:cubicBezTo>
                  <a:pt x="96" y="58"/>
                  <a:pt x="97" y="57"/>
                  <a:pt x="97" y="57"/>
                </a:cubicBezTo>
                <a:cubicBezTo>
                  <a:pt x="99" y="57"/>
                  <a:pt x="100" y="60"/>
                  <a:pt x="101" y="61"/>
                </a:cubicBezTo>
                <a:cubicBezTo>
                  <a:pt x="102" y="61"/>
                  <a:pt x="102" y="62"/>
                  <a:pt x="104" y="61"/>
                </a:cubicBezTo>
                <a:cubicBezTo>
                  <a:pt x="104" y="61"/>
                  <a:pt x="104" y="61"/>
                  <a:pt x="105" y="60"/>
                </a:cubicBezTo>
                <a:cubicBezTo>
                  <a:pt x="105" y="60"/>
                  <a:pt x="106" y="61"/>
                  <a:pt x="106" y="61"/>
                </a:cubicBezTo>
                <a:cubicBezTo>
                  <a:pt x="108" y="60"/>
                  <a:pt x="109" y="59"/>
                  <a:pt x="111" y="59"/>
                </a:cubicBezTo>
                <a:cubicBezTo>
                  <a:pt x="110" y="57"/>
                  <a:pt x="109" y="56"/>
                  <a:pt x="108" y="54"/>
                </a:cubicBezTo>
                <a:cubicBezTo>
                  <a:pt x="107" y="53"/>
                  <a:pt x="106" y="51"/>
                  <a:pt x="105" y="49"/>
                </a:cubicBezTo>
                <a:cubicBezTo>
                  <a:pt x="104" y="48"/>
                  <a:pt x="102" y="49"/>
                  <a:pt x="101" y="48"/>
                </a:cubicBezTo>
                <a:cubicBezTo>
                  <a:pt x="99" y="47"/>
                  <a:pt x="101" y="45"/>
                  <a:pt x="103" y="45"/>
                </a:cubicBezTo>
                <a:cubicBezTo>
                  <a:pt x="103" y="44"/>
                  <a:pt x="105" y="43"/>
                  <a:pt x="105" y="42"/>
                </a:cubicBezTo>
                <a:cubicBezTo>
                  <a:pt x="106" y="41"/>
                  <a:pt x="108" y="40"/>
                  <a:pt x="108" y="39"/>
                </a:cubicBezTo>
                <a:cubicBezTo>
                  <a:pt x="109" y="37"/>
                  <a:pt x="109" y="34"/>
                  <a:pt x="109" y="32"/>
                </a:cubicBezTo>
                <a:cubicBezTo>
                  <a:pt x="110" y="30"/>
                  <a:pt x="110" y="28"/>
                  <a:pt x="111" y="26"/>
                </a:cubicBezTo>
                <a:cubicBezTo>
                  <a:pt x="113" y="23"/>
                  <a:pt x="115" y="22"/>
                  <a:pt x="119" y="22"/>
                </a:cubicBezTo>
                <a:cubicBezTo>
                  <a:pt x="125" y="22"/>
                  <a:pt x="122" y="17"/>
                  <a:pt x="122" y="13"/>
                </a:cubicBezTo>
                <a:cubicBezTo>
                  <a:pt x="120" y="13"/>
                  <a:pt x="118" y="13"/>
                  <a:pt x="116" y="13"/>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0" name="Freeform 593"/>
          <p:cNvSpPr>
            <a:spLocks/>
          </p:cNvSpPr>
          <p:nvPr/>
        </p:nvSpPr>
        <p:spPr bwMode="auto">
          <a:xfrm>
            <a:off x="8482013" y="4348638"/>
            <a:ext cx="296863" cy="246063"/>
          </a:xfrm>
          <a:custGeom>
            <a:avLst/>
            <a:gdLst>
              <a:gd name="T0" fmla="*/ 17 w 75"/>
              <a:gd name="T1" fmla="*/ 8 h 62"/>
              <a:gd name="T2" fmla="*/ 23 w 75"/>
              <a:gd name="T3" fmla="*/ 7 h 62"/>
              <a:gd name="T4" fmla="*/ 32 w 75"/>
              <a:gd name="T5" fmla="*/ 7 h 62"/>
              <a:gd name="T6" fmla="*/ 35 w 75"/>
              <a:gd name="T7" fmla="*/ 6 h 62"/>
              <a:gd name="T8" fmla="*/ 37 w 75"/>
              <a:gd name="T9" fmla="*/ 4 h 62"/>
              <a:gd name="T10" fmla="*/ 41 w 75"/>
              <a:gd name="T11" fmla="*/ 3 h 62"/>
              <a:gd name="T12" fmla="*/ 46 w 75"/>
              <a:gd name="T13" fmla="*/ 3 h 62"/>
              <a:gd name="T14" fmla="*/ 50 w 75"/>
              <a:gd name="T15" fmla="*/ 4 h 62"/>
              <a:gd name="T16" fmla="*/ 56 w 75"/>
              <a:gd name="T17" fmla="*/ 8 h 62"/>
              <a:gd name="T18" fmla="*/ 59 w 75"/>
              <a:gd name="T19" fmla="*/ 9 h 62"/>
              <a:gd name="T20" fmla="*/ 63 w 75"/>
              <a:gd name="T21" fmla="*/ 16 h 62"/>
              <a:gd name="T22" fmla="*/ 61 w 75"/>
              <a:gd name="T23" fmla="*/ 21 h 62"/>
              <a:gd name="T24" fmla="*/ 70 w 75"/>
              <a:gd name="T25" fmla="*/ 25 h 62"/>
              <a:gd name="T26" fmla="*/ 75 w 75"/>
              <a:gd name="T27" fmla="*/ 35 h 62"/>
              <a:gd name="T28" fmla="*/ 70 w 75"/>
              <a:gd name="T29" fmla="*/ 42 h 62"/>
              <a:gd name="T30" fmla="*/ 63 w 75"/>
              <a:gd name="T31" fmla="*/ 50 h 62"/>
              <a:gd name="T32" fmla="*/ 64 w 75"/>
              <a:gd name="T33" fmla="*/ 61 h 62"/>
              <a:gd name="T34" fmla="*/ 57 w 75"/>
              <a:gd name="T35" fmla="*/ 59 h 62"/>
              <a:gd name="T36" fmla="*/ 54 w 75"/>
              <a:gd name="T37" fmla="*/ 56 h 62"/>
              <a:gd name="T38" fmla="*/ 49 w 75"/>
              <a:gd name="T39" fmla="*/ 54 h 62"/>
              <a:gd name="T40" fmla="*/ 46 w 75"/>
              <a:gd name="T41" fmla="*/ 53 h 62"/>
              <a:gd name="T42" fmla="*/ 44 w 75"/>
              <a:gd name="T43" fmla="*/ 47 h 62"/>
              <a:gd name="T44" fmla="*/ 41 w 75"/>
              <a:gd name="T45" fmla="*/ 47 h 62"/>
              <a:gd name="T46" fmla="*/ 32 w 75"/>
              <a:gd name="T47" fmla="*/ 48 h 62"/>
              <a:gd name="T48" fmla="*/ 32 w 75"/>
              <a:gd name="T49" fmla="*/ 43 h 62"/>
              <a:gd name="T50" fmla="*/ 33 w 75"/>
              <a:gd name="T51" fmla="*/ 39 h 62"/>
              <a:gd name="T52" fmla="*/ 24 w 75"/>
              <a:gd name="T53" fmla="*/ 38 h 62"/>
              <a:gd name="T54" fmla="*/ 15 w 75"/>
              <a:gd name="T55" fmla="*/ 30 h 62"/>
              <a:gd name="T56" fmla="*/ 9 w 75"/>
              <a:gd name="T57" fmla="*/ 24 h 62"/>
              <a:gd name="T58" fmla="*/ 4 w 75"/>
              <a:gd name="T59" fmla="*/ 23 h 62"/>
              <a:gd name="T60" fmla="*/ 1 w 75"/>
              <a:gd name="T61" fmla="*/ 16 h 62"/>
              <a:gd name="T62" fmla="*/ 5 w 75"/>
              <a:gd name="T63" fmla="*/ 11 h 62"/>
              <a:gd name="T64" fmla="*/ 16 w 75"/>
              <a:gd name="T6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62">
                <a:moveTo>
                  <a:pt x="16" y="4"/>
                </a:moveTo>
                <a:cubicBezTo>
                  <a:pt x="16" y="5"/>
                  <a:pt x="16" y="7"/>
                  <a:pt x="17" y="8"/>
                </a:cubicBezTo>
                <a:cubicBezTo>
                  <a:pt x="18" y="9"/>
                  <a:pt x="19" y="8"/>
                  <a:pt x="20" y="8"/>
                </a:cubicBezTo>
                <a:cubicBezTo>
                  <a:pt x="21" y="7"/>
                  <a:pt x="21" y="7"/>
                  <a:pt x="23" y="7"/>
                </a:cubicBezTo>
                <a:cubicBezTo>
                  <a:pt x="24" y="7"/>
                  <a:pt x="24" y="8"/>
                  <a:pt x="25" y="9"/>
                </a:cubicBezTo>
                <a:cubicBezTo>
                  <a:pt x="27" y="10"/>
                  <a:pt x="30" y="9"/>
                  <a:pt x="32" y="7"/>
                </a:cubicBezTo>
                <a:cubicBezTo>
                  <a:pt x="32" y="7"/>
                  <a:pt x="33" y="5"/>
                  <a:pt x="34" y="5"/>
                </a:cubicBezTo>
                <a:cubicBezTo>
                  <a:pt x="35" y="5"/>
                  <a:pt x="34" y="6"/>
                  <a:pt x="35" y="6"/>
                </a:cubicBezTo>
                <a:cubicBezTo>
                  <a:pt x="35" y="6"/>
                  <a:pt x="36" y="5"/>
                  <a:pt x="36" y="5"/>
                </a:cubicBezTo>
                <a:cubicBezTo>
                  <a:pt x="36" y="4"/>
                  <a:pt x="37" y="4"/>
                  <a:pt x="37" y="4"/>
                </a:cubicBezTo>
                <a:cubicBezTo>
                  <a:pt x="37" y="3"/>
                  <a:pt x="37" y="1"/>
                  <a:pt x="39" y="1"/>
                </a:cubicBezTo>
                <a:cubicBezTo>
                  <a:pt x="40" y="1"/>
                  <a:pt x="39" y="3"/>
                  <a:pt x="41" y="3"/>
                </a:cubicBezTo>
                <a:cubicBezTo>
                  <a:pt x="42" y="3"/>
                  <a:pt x="43" y="1"/>
                  <a:pt x="45" y="0"/>
                </a:cubicBezTo>
                <a:cubicBezTo>
                  <a:pt x="46" y="1"/>
                  <a:pt x="44" y="3"/>
                  <a:pt x="46" y="3"/>
                </a:cubicBezTo>
                <a:cubicBezTo>
                  <a:pt x="48" y="4"/>
                  <a:pt x="48" y="2"/>
                  <a:pt x="49" y="1"/>
                </a:cubicBezTo>
                <a:cubicBezTo>
                  <a:pt x="50" y="2"/>
                  <a:pt x="49" y="3"/>
                  <a:pt x="50" y="4"/>
                </a:cubicBezTo>
                <a:cubicBezTo>
                  <a:pt x="50" y="5"/>
                  <a:pt x="51" y="5"/>
                  <a:pt x="52" y="6"/>
                </a:cubicBezTo>
                <a:cubicBezTo>
                  <a:pt x="53" y="7"/>
                  <a:pt x="53" y="8"/>
                  <a:pt x="56" y="8"/>
                </a:cubicBezTo>
                <a:cubicBezTo>
                  <a:pt x="57" y="8"/>
                  <a:pt x="57" y="7"/>
                  <a:pt x="58" y="7"/>
                </a:cubicBezTo>
                <a:cubicBezTo>
                  <a:pt x="59" y="7"/>
                  <a:pt x="59" y="8"/>
                  <a:pt x="59" y="9"/>
                </a:cubicBezTo>
                <a:cubicBezTo>
                  <a:pt x="61" y="9"/>
                  <a:pt x="63" y="10"/>
                  <a:pt x="64" y="11"/>
                </a:cubicBezTo>
                <a:cubicBezTo>
                  <a:pt x="66" y="12"/>
                  <a:pt x="64" y="14"/>
                  <a:pt x="63" y="16"/>
                </a:cubicBezTo>
                <a:cubicBezTo>
                  <a:pt x="63" y="17"/>
                  <a:pt x="63" y="18"/>
                  <a:pt x="63" y="19"/>
                </a:cubicBezTo>
                <a:cubicBezTo>
                  <a:pt x="62" y="19"/>
                  <a:pt x="61" y="20"/>
                  <a:pt x="61" y="21"/>
                </a:cubicBezTo>
                <a:cubicBezTo>
                  <a:pt x="62" y="23"/>
                  <a:pt x="64" y="24"/>
                  <a:pt x="65" y="24"/>
                </a:cubicBezTo>
                <a:cubicBezTo>
                  <a:pt x="68" y="24"/>
                  <a:pt x="68" y="24"/>
                  <a:pt x="70" y="25"/>
                </a:cubicBezTo>
                <a:cubicBezTo>
                  <a:pt x="72" y="27"/>
                  <a:pt x="71" y="28"/>
                  <a:pt x="72" y="30"/>
                </a:cubicBezTo>
                <a:cubicBezTo>
                  <a:pt x="73" y="32"/>
                  <a:pt x="75" y="33"/>
                  <a:pt x="75" y="35"/>
                </a:cubicBezTo>
                <a:cubicBezTo>
                  <a:pt x="75" y="38"/>
                  <a:pt x="74" y="37"/>
                  <a:pt x="73" y="38"/>
                </a:cubicBezTo>
                <a:cubicBezTo>
                  <a:pt x="72" y="40"/>
                  <a:pt x="72" y="41"/>
                  <a:pt x="70" y="42"/>
                </a:cubicBezTo>
                <a:cubicBezTo>
                  <a:pt x="68" y="43"/>
                  <a:pt x="67" y="42"/>
                  <a:pt x="66" y="45"/>
                </a:cubicBezTo>
                <a:cubicBezTo>
                  <a:pt x="65" y="46"/>
                  <a:pt x="63" y="49"/>
                  <a:pt x="63" y="50"/>
                </a:cubicBezTo>
                <a:cubicBezTo>
                  <a:pt x="63" y="52"/>
                  <a:pt x="64" y="53"/>
                  <a:pt x="65" y="55"/>
                </a:cubicBezTo>
                <a:cubicBezTo>
                  <a:pt x="66" y="57"/>
                  <a:pt x="66" y="59"/>
                  <a:pt x="64" y="61"/>
                </a:cubicBezTo>
                <a:cubicBezTo>
                  <a:pt x="63" y="61"/>
                  <a:pt x="59" y="61"/>
                  <a:pt x="59" y="62"/>
                </a:cubicBezTo>
                <a:cubicBezTo>
                  <a:pt x="57" y="62"/>
                  <a:pt x="58" y="60"/>
                  <a:pt x="57" y="59"/>
                </a:cubicBezTo>
                <a:cubicBezTo>
                  <a:pt x="56" y="58"/>
                  <a:pt x="55" y="58"/>
                  <a:pt x="54" y="58"/>
                </a:cubicBezTo>
                <a:cubicBezTo>
                  <a:pt x="54" y="57"/>
                  <a:pt x="54" y="57"/>
                  <a:pt x="54" y="56"/>
                </a:cubicBezTo>
                <a:cubicBezTo>
                  <a:pt x="53" y="56"/>
                  <a:pt x="52" y="56"/>
                  <a:pt x="52" y="56"/>
                </a:cubicBezTo>
                <a:cubicBezTo>
                  <a:pt x="51" y="55"/>
                  <a:pt x="50" y="54"/>
                  <a:pt x="49" y="54"/>
                </a:cubicBezTo>
                <a:cubicBezTo>
                  <a:pt x="48" y="53"/>
                  <a:pt x="48" y="53"/>
                  <a:pt x="47" y="53"/>
                </a:cubicBezTo>
                <a:cubicBezTo>
                  <a:pt x="47" y="53"/>
                  <a:pt x="46" y="53"/>
                  <a:pt x="46" y="53"/>
                </a:cubicBezTo>
                <a:cubicBezTo>
                  <a:pt x="44" y="52"/>
                  <a:pt x="46" y="51"/>
                  <a:pt x="46" y="49"/>
                </a:cubicBezTo>
                <a:cubicBezTo>
                  <a:pt x="46" y="48"/>
                  <a:pt x="44" y="48"/>
                  <a:pt x="44" y="47"/>
                </a:cubicBezTo>
                <a:cubicBezTo>
                  <a:pt x="44" y="47"/>
                  <a:pt x="46" y="43"/>
                  <a:pt x="47" y="43"/>
                </a:cubicBezTo>
                <a:cubicBezTo>
                  <a:pt x="43" y="40"/>
                  <a:pt x="43" y="48"/>
                  <a:pt x="41" y="47"/>
                </a:cubicBezTo>
                <a:cubicBezTo>
                  <a:pt x="40" y="49"/>
                  <a:pt x="37" y="49"/>
                  <a:pt x="36" y="48"/>
                </a:cubicBezTo>
                <a:cubicBezTo>
                  <a:pt x="35" y="48"/>
                  <a:pt x="32" y="48"/>
                  <a:pt x="32" y="48"/>
                </a:cubicBezTo>
                <a:cubicBezTo>
                  <a:pt x="31" y="46"/>
                  <a:pt x="32" y="46"/>
                  <a:pt x="33" y="45"/>
                </a:cubicBezTo>
                <a:cubicBezTo>
                  <a:pt x="33" y="44"/>
                  <a:pt x="32" y="44"/>
                  <a:pt x="32" y="43"/>
                </a:cubicBezTo>
                <a:cubicBezTo>
                  <a:pt x="32" y="42"/>
                  <a:pt x="32" y="42"/>
                  <a:pt x="33" y="41"/>
                </a:cubicBezTo>
                <a:cubicBezTo>
                  <a:pt x="33" y="39"/>
                  <a:pt x="33" y="40"/>
                  <a:pt x="33" y="39"/>
                </a:cubicBezTo>
                <a:cubicBezTo>
                  <a:pt x="32" y="38"/>
                  <a:pt x="30" y="37"/>
                  <a:pt x="29" y="36"/>
                </a:cubicBezTo>
                <a:cubicBezTo>
                  <a:pt x="29" y="37"/>
                  <a:pt x="24" y="38"/>
                  <a:pt x="24" y="38"/>
                </a:cubicBezTo>
                <a:cubicBezTo>
                  <a:pt x="21" y="37"/>
                  <a:pt x="23" y="33"/>
                  <a:pt x="21" y="32"/>
                </a:cubicBezTo>
                <a:cubicBezTo>
                  <a:pt x="19" y="31"/>
                  <a:pt x="16" y="32"/>
                  <a:pt x="15" y="30"/>
                </a:cubicBezTo>
                <a:cubicBezTo>
                  <a:pt x="14" y="29"/>
                  <a:pt x="14" y="26"/>
                  <a:pt x="13" y="24"/>
                </a:cubicBezTo>
                <a:cubicBezTo>
                  <a:pt x="12" y="22"/>
                  <a:pt x="11" y="23"/>
                  <a:pt x="9" y="24"/>
                </a:cubicBezTo>
                <a:cubicBezTo>
                  <a:pt x="8" y="24"/>
                  <a:pt x="8" y="25"/>
                  <a:pt x="6" y="25"/>
                </a:cubicBezTo>
                <a:cubicBezTo>
                  <a:pt x="5" y="25"/>
                  <a:pt x="5" y="23"/>
                  <a:pt x="4" y="23"/>
                </a:cubicBezTo>
                <a:cubicBezTo>
                  <a:pt x="3" y="21"/>
                  <a:pt x="1" y="22"/>
                  <a:pt x="1" y="19"/>
                </a:cubicBezTo>
                <a:cubicBezTo>
                  <a:pt x="1" y="18"/>
                  <a:pt x="2" y="17"/>
                  <a:pt x="1" y="16"/>
                </a:cubicBezTo>
                <a:cubicBezTo>
                  <a:pt x="1" y="15"/>
                  <a:pt x="0" y="15"/>
                  <a:pt x="0" y="13"/>
                </a:cubicBezTo>
                <a:cubicBezTo>
                  <a:pt x="1" y="12"/>
                  <a:pt x="3" y="12"/>
                  <a:pt x="5" y="11"/>
                </a:cubicBezTo>
                <a:cubicBezTo>
                  <a:pt x="6" y="10"/>
                  <a:pt x="8" y="8"/>
                  <a:pt x="9" y="8"/>
                </a:cubicBezTo>
                <a:cubicBezTo>
                  <a:pt x="10" y="7"/>
                  <a:pt x="15" y="3"/>
                  <a:pt x="16" y="4"/>
                </a:cubicBezTo>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1" name="Freeform 594"/>
          <p:cNvSpPr>
            <a:spLocks/>
          </p:cNvSpPr>
          <p:nvPr/>
        </p:nvSpPr>
        <p:spPr bwMode="auto">
          <a:xfrm>
            <a:off x="8482013" y="4348638"/>
            <a:ext cx="296863" cy="246063"/>
          </a:xfrm>
          <a:custGeom>
            <a:avLst/>
            <a:gdLst>
              <a:gd name="T0" fmla="*/ 17 w 75"/>
              <a:gd name="T1" fmla="*/ 8 h 62"/>
              <a:gd name="T2" fmla="*/ 23 w 75"/>
              <a:gd name="T3" fmla="*/ 7 h 62"/>
              <a:gd name="T4" fmla="*/ 32 w 75"/>
              <a:gd name="T5" fmla="*/ 7 h 62"/>
              <a:gd name="T6" fmla="*/ 35 w 75"/>
              <a:gd name="T7" fmla="*/ 6 h 62"/>
              <a:gd name="T8" fmla="*/ 37 w 75"/>
              <a:gd name="T9" fmla="*/ 4 h 62"/>
              <a:gd name="T10" fmla="*/ 41 w 75"/>
              <a:gd name="T11" fmla="*/ 3 h 62"/>
              <a:gd name="T12" fmla="*/ 46 w 75"/>
              <a:gd name="T13" fmla="*/ 3 h 62"/>
              <a:gd name="T14" fmla="*/ 50 w 75"/>
              <a:gd name="T15" fmla="*/ 4 h 62"/>
              <a:gd name="T16" fmla="*/ 56 w 75"/>
              <a:gd name="T17" fmla="*/ 8 h 62"/>
              <a:gd name="T18" fmla="*/ 59 w 75"/>
              <a:gd name="T19" fmla="*/ 9 h 62"/>
              <a:gd name="T20" fmla="*/ 63 w 75"/>
              <a:gd name="T21" fmla="*/ 16 h 62"/>
              <a:gd name="T22" fmla="*/ 61 w 75"/>
              <a:gd name="T23" fmla="*/ 21 h 62"/>
              <a:gd name="T24" fmla="*/ 70 w 75"/>
              <a:gd name="T25" fmla="*/ 25 h 62"/>
              <a:gd name="T26" fmla="*/ 75 w 75"/>
              <a:gd name="T27" fmla="*/ 35 h 62"/>
              <a:gd name="T28" fmla="*/ 70 w 75"/>
              <a:gd name="T29" fmla="*/ 42 h 62"/>
              <a:gd name="T30" fmla="*/ 63 w 75"/>
              <a:gd name="T31" fmla="*/ 50 h 62"/>
              <a:gd name="T32" fmla="*/ 64 w 75"/>
              <a:gd name="T33" fmla="*/ 61 h 62"/>
              <a:gd name="T34" fmla="*/ 57 w 75"/>
              <a:gd name="T35" fmla="*/ 59 h 62"/>
              <a:gd name="T36" fmla="*/ 54 w 75"/>
              <a:gd name="T37" fmla="*/ 56 h 62"/>
              <a:gd name="T38" fmla="*/ 49 w 75"/>
              <a:gd name="T39" fmla="*/ 54 h 62"/>
              <a:gd name="T40" fmla="*/ 46 w 75"/>
              <a:gd name="T41" fmla="*/ 53 h 62"/>
              <a:gd name="T42" fmla="*/ 44 w 75"/>
              <a:gd name="T43" fmla="*/ 47 h 62"/>
              <a:gd name="T44" fmla="*/ 41 w 75"/>
              <a:gd name="T45" fmla="*/ 47 h 62"/>
              <a:gd name="T46" fmla="*/ 32 w 75"/>
              <a:gd name="T47" fmla="*/ 48 h 62"/>
              <a:gd name="T48" fmla="*/ 32 w 75"/>
              <a:gd name="T49" fmla="*/ 43 h 62"/>
              <a:gd name="T50" fmla="*/ 33 w 75"/>
              <a:gd name="T51" fmla="*/ 39 h 62"/>
              <a:gd name="T52" fmla="*/ 24 w 75"/>
              <a:gd name="T53" fmla="*/ 38 h 62"/>
              <a:gd name="T54" fmla="*/ 15 w 75"/>
              <a:gd name="T55" fmla="*/ 30 h 62"/>
              <a:gd name="T56" fmla="*/ 9 w 75"/>
              <a:gd name="T57" fmla="*/ 24 h 62"/>
              <a:gd name="T58" fmla="*/ 4 w 75"/>
              <a:gd name="T59" fmla="*/ 23 h 62"/>
              <a:gd name="T60" fmla="*/ 1 w 75"/>
              <a:gd name="T61" fmla="*/ 16 h 62"/>
              <a:gd name="T62" fmla="*/ 5 w 75"/>
              <a:gd name="T63" fmla="*/ 11 h 62"/>
              <a:gd name="T64" fmla="*/ 16 w 75"/>
              <a:gd name="T6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62">
                <a:moveTo>
                  <a:pt x="16" y="4"/>
                </a:moveTo>
                <a:cubicBezTo>
                  <a:pt x="16" y="5"/>
                  <a:pt x="16" y="7"/>
                  <a:pt x="17" y="8"/>
                </a:cubicBezTo>
                <a:cubicBezTo>
                  <a:pt x="18" y="9"/>
                  <a:pt x="19" y="8"/>
                  <a:pt x="20" y="8"/>
                </a:cubicBezTo>
                <a:cubicBezTo>
                  <a:pt x="21" y="7"/>
                  <a:pt x="21" y="7"/>
                  <a:pt x="23" y="7"/>
                </a:cubicBezTo>
                <a:cubicBezTo>
                  <a:pt x="24" y="7"/>
                  <a:pt x="24" y="8"/>
                  <a:pt x="25" y="9"/>
                </a:cubicBezTo>
                <a:cubicBezTo>
                  <a:pt x="27" y="10"/>
                  <a:pt x="30" y="9"/>
                  <a:pt x="32" y="7"/>
                </a:cubicBezTo>
                <a:cubicBezTo>
                  <a:pt x="32" y="7"/>
                  <a:pt x="33" y="5"/>
                  <a:pt x="34" y="5"/>
                </a:cubicBezTo>
                <a:cubicBezTo>
                  <a:pt x="35" y="5"/>
                  <a:pt x="34" y="6"/>
                  <a:pt x="35" y="6"/>
                </a:cubicBezTo>
                <a:cubicBezTo>
                  <a:pt x="35" y="6"/>
                  <a:pt x="36" y="5"/>
                  <a:pt x="36" y="5"/>
                </a:cubicBezTo>
                <a:cubicBezTo>
                  <a:pt x="36" y="4"/>
                  <a:pt x="37" y="4"/>
                  <a:pt x="37" y="4"/>
                </a:cubicBezTo>
                <a:cubicBezTo>
                  <a:pt x="37" y="3"/>
                  <a:pt x="37" y="1"/>
                  <a:pt x="39" y="1"/>
                </a:cubicBezTo>
                <a:cubicBezTo>
                  <a:pt x="40" y="1"/>
                  <a:pt x="39" y="3"/>
                  <a:pt x="41" y="3"/>
                </a:cubicBezTo>
                <a:cubicBezTo>
                  <a:pt x="42" y="3"/>
                  <a:pt x="43" y="1"/>
                  <a:pt x="45" y="0"/>
                </a:cubicBezTo>
                <a:cubicBezTo>
                  <a:pt x="46" y="1"/>
                  <a:pt x="44" y="3"/>
                  <a:pt x="46" y="3"/>
                </a:cubicBezTo>
                <a:cubicBezTo>
                  <a:pt x="48" y="4"/>
                  <a:pt x="48" y="2"/>
                  <a:pt x="49" y="1"/>
                </a:cubicBezTo>
                <a:cubicBezTo>
                  <a:pt x="50" y="2"/>
                  <a:pt x="49" y="3"/>
                  <a:pt x="50" y="4"/>
                </a:cubicBezTo>
                <a:cubicBezTo>
                  <a:pt x="50" y="5"/>
                  <a:pt x="51" y="5"/>
                  <a:pt x="52" y="6"/>
                </a:cubicBezTo>
                <a:cubicBezTo>
                  <a:pt x="53" y="7"/>
                  <a:pt x="53" y="8"/>
                  <a:pt x="56" y="8"/>
                </a:cubicBezTo>
                <a:cubicBezTo>
                  <a:pt x="57" y="8"/>
                  <a:pt x="57" y="7"/>
                  <a:pt x="58" y="7"/>
                </a:cubicBezTo>
                <a:cubicBezTo>
                  <a:pt x="59" y="7"/>
                  <a:pt x="59" y="8"/>
                  <a:pt x="59" y="9"/>
                </a:cubicBezTo>
                <a:cubicBezTo>
                  <a:pt x="61" y="9"/>
                  <a:pt x="63" y="10"/>
                  <a:pt x="64" y="11"/>
                </a:cubicBezTo>
                <a:cubicBezTo>
                  <a:pt x="66" y="12"/>
                  <a:pt x="64" y="14"/>
                  <a:pt x="63" y="16"/>
                </a:cubicBezTo>
                <a:cubicBezTo>
                  <a:pt x="63" y="17"/>
                  <a:pt x="63" y="18"/>
                  <a:pt x="63" y="19"/>
                </a:cubicBezTo>
                <a:cubicBezTo>
                  <a:pt x="62" y="19"/>
                  <a:pt x="61" y="20"/>
                  <a:pt x="61" y="21"/>
                </a:cubicBezTo>
                <a:cubicBezTo>
                  <a:pt x="62" y="23"/>
                  <a:pt x="64" y="24"/>
                  <a:pt x="65" y="24"/>
                </a:cubicBezTo>
                <a:cubicBezTo>
                  <a:pt x="68" y="24"/>
                  <a:pt x="68" y="24"/>
                  <a:pt x="70" y="25"/>
                </a:cubicBezTo>
                <a:cubicBezTo>
                  <a:pt x="72" y="27"/>
                  <a:pt x="71" y="28"/>
                  <a:pt x="72" y="30"/>
                </a:cubicBezTo>
                <a:cubicBezTo>
                  <a:pt x="73" y="32"/>
                  <a:pt x="75" y="33"/>
                  <a:pt x="75" y="35"/>
                </a:cubicBezTo>
                <a:cubicBezTo>
                  <a:pt x="75" y="38"/>
                  <a:pt x="74" y="37"/>
                  <a:pt x="73" y="38"/>
                </a:cubicBezTo>
                <a:cubicBezTo>
                  <a:pt x="72" y="40"/>
                  <a:pt x="72" y="41"/>
                  <a:pt x="70" y="42"/>
                </a:cubicBezTo>
                <a:cubicBezTo>
                  <a:pt x="68" y="43"/>
                  <a:pt x="67" y="42"/>
                  <a:pt x="66" y="45"/>
                </a:cubicBezTo>
                <a:cubicBezTo>
                  <a:pt x="65" y="46"/>
                  <a:pt x="63" y="49"/>
                  <a:pt x="63" y="50"/>
                </a:cubicBezTo>
                <a:cubicBezTo>
                  <a:pt x="63" y="52"/>
                  <a:pt x="64" y="53"/>
                  <a:pt x="65" y="55"/>
                </a:cubicBezTo>
                <a:cubicBezTo>
                  <a:pt x="66" y="57"/>
                  <a:pt x="66" y="59"/>
                  <a:pt x="64" y="61"/>
                </a:cubicBezTo>
                <a:cubicBezTo>
                  <a:pt x="63" y="61"/>
                  <a:pt x="59" y="61"/>
                  <a:pt x="59" y="62"/>
                </a:cubicBezTo>
                <a:cubicBezTo>
                  <a:pt x="57" y="62"/>
                  <a:pt x="58" y="60"/>
                  <a:pt x="57" y="59"/>
                </a:cubicBezTo>
                <a:cubicBezTo>
                  <a:pt x="56" y="58"/>
                  <a:pt x="55" y="58"/>
                  <a:pt x="54" y="58"/>
                </a:cubicBezTo>
                <a:cubicBezTo>
                  <a:pt x="54" y="57"/>
                  <a:pt x="54" y="57"/>
                  <a:pt x="54" y="56"/>
                </a:cubicBezTo>
                <a:cubicBezTo>
                  <a:pt x="53" y="56"/>
                  <a:pt x="52" y="56"/>
                  <a:pt x="52" y="56"/>
                </a:cubicBezTo>
                <a:cubicBezTo>
                  <a:pt x="51" y="55"/>
                  <a:pt x="50" y="54"/>
                  <a:pt x="49" y="54"/>
                </a:cubicBezTo>
                <a:cubicBezTo>
                  <a:pt x="48" y="53"/>
                  <a:pt x="48" y="53"/>
                  <a:pt x="47" y="53"/>
                </a:cubicBezTo>
                <a:cubicBezTo>
                  <a:pt x="47" y="53"/>
                  <a:pt x="46" y="53"/>
                  <a:pt x="46" y="53"/>
                </a:cubicBezTo>
                <a:cubicBezTo>
                  <a:pt x="44" y="52"/>
                  <a:pt x="46" y="51"/>
                  <a:pt x="46" y="49"/>
                </a:cubicBezTo>
                <a:cubicBezTo>
                  <a:pt x="46" y="48"/>
                  <a:pt x="44" y="48"/>
                  <a:pt x="44" y="47"/>
                </a:cubicBezTo>
                <a:cubicBezTo>
                  <a:pt x="44" y="47"/>
                  <a:pt x="46" y="43"/>
                  <a:pt x="47" y="43"/>
                </a:cubicBezTo>
                <a:cubicBezTo>
                  <a:pt x="43" y="40"/>
                  <a:pt x="43" y="48"/>
                  <a:pt x="41" y="47"/>
                </a:cubicBezTo>
                <a:cubicBezTo>
                  <a:pt x="40" y="49"/>
                  <a:pt x="37" y="49"/>
                  <a:pt x="36" y="48"/>
                </a:cubicBezTo>
                <a:cubicBezTo>
                  <a:pt x="35" y="48"/>
                  <a:pt x="32" y="48"/>
                  <a:pt x="32" y="48"/>
                </a:cubicBezTo>
                <a:cubicBezTo>
                  <a:pt x="31" y="46"/>
                  <a:pt x="32" y="46"/>
                  <a:pt x="33" y="45"/>
                </a:cubicBezTo>
                <a:cubicBezTo>
                  <a:pt x="33" y="44"/>
                  <a:pt x="32" y="44"/>
                  <a:pt x="32" y="43"/>
                </a:cubicBezTo>
                <a:cubicBezTo>
                  <a:pt x="32" y="42"/>
                  <a:pt x="32" y="42"/>
                  <a:pt x="33" y="41"/>
                </a:cubicBezTo>
                <a:cubicBezTo>
                  <a:pt x="33" y="39"/>
                  <a:pt x="33" y="40"/>
                  <a:pt x="33" y="39"/>
                </a:cubicBezTo>
                <a:cubicBezTo>
                  <a:pt x="32" y="38"/>
                  <a:pt x="30" y="37"/>
                  <a:pt x="29" y="36"/>
                </a:cubicBezTo>
                <a:cubicBezTo>
                  <a:pt x="29" y="37"/>
                  <a:pt x="24" y="38"/>
                  <a:pt x="24" y="38"/>
                </a:cubicBezTo>
                <a:cubicBezTo>
                  <a:pt x="21" y="37"/>
                  <a:pt x="23" y="33"/>
                  <a:pt x="21" y="32"/>
                </a:cubicBezTo>
                <a:cubicBezTo>
                  <a:pt x="19" y="31"/>
                  <a:pt x="16" y="32"/>
                  <a:pt x="15" y="30"/>
                </a:cubicBezTo>
                <a:cubicBezTo>
                  <a:pt x="14" y="29"/>
                  <a:pt x="14" y="26"/>
                  <a:pt x="13" y="24"/>
                </a:cubicBezTo>
                <a:cubicBezTo>
                  <a:pt x="12" y="22"/>
                  <a:pt x="11" y="23"/>
                  <a:pt x="9" y="24"/>
                </a:cubicBezTo>
                <a:cubicBezTo>
                  <a:pt x="8" y="24"/>
                  <a:pt x="8" y="25"/>
                  <a:pt x="6" y="25"/>
                </a:cubicBezTo>
                <a:cubicBezTo>
                  <a:pt x="5" y="25"/>
                  <a:pt x="5" y="23"/>
                  <a:pt x="4" y="23"/>
                </a:cubicBezTo>
                <a:cubicBezTo>
                  <a:pt x="3" y="21"/>
                  <a:pt x="1" y="22"/>
                  <a:pt x="1" y="19"/>
                </a:cubicBezTo>
                <a:cubicBezTo>
                  <a:pt x="1" y="18"/>
                  <a:pt x="2" y="17"/>
                  <a:pt x="1" y="16"/>
                </a:cubicBezTo>
                <a:cubicBezTo>
                  <a:pt x="1" y="15"/>
                  <a:pt x="0" y="15"/>
                  <a:pt x="0" y="13"/>
                </a:cubicBezTo>
                <a:cubicBezTo>
                  <a:pt x="1" y="12"/>
                  <a:pt x="3" y="12"/>
                  <a:pt x="5" y="11"/>
                </a:cubicBezTo>
                <a:cubicBezTo>
                  <a:pt x="6" y="10"/>
                  <a:pt x="8" y="8"/>
                  <a:pt x="9" y="8"/>
                </a:cubicBezTo>
                <a:cubicBezTo>
                  <a:pt x="10" y="7"/>
                  <a:pt x="15" y="3"/>
                  <a:pt x="16" y="4"/>
                </a:cubicBezTo>
              </a:path>
            </a:pathLst>
          </a:custGeom>
          <a:solidFill>
            <a:schemeClr val="bg2">
              <a:lumMod val="75000"/>
              <a:lumOff val="25000"/>
            </a:schemeClr>
          </a:solidFill>
          <a:ln w="7938" cap="rnd">
            <a:solidFill>
              <a:schemeClr val="bg2"/>
            </a:solidFill>
            <a:prstDash val="solid"/>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612" name="Freeform 595"/>
          <p:cNvSpPr>
            <a:spLocks/>
          </p:cNvSpPr>
          <p:nvPr/>
        </p:nvSpPr>
        <p:spPr bwMode="auto">
          <a:xfrm>
            <a:off x="10064750" y="3743801"/>
            <a:ext cx="755650" cy="636588"/>
          </a:xfrm>
          <a:custGeom>
            <a:avLst/>
            <a:gdLst>
              <a:gd name="T0" fmla="*/ 24 w 191"/>
              <a:gd name="T1" fmla="*/ 146 h 161"/>
              <a:gd name="T2" fmla="*/ 42 w 191"/>
              <a:gd name="T3" fmla="*/ 139 h 161"/>
              <a:gd name="T4" fmla="*/ 67 w 191"/>
              <a:gd name="T5" fmla="*/ 143 h 161"/>
              <a:gd name="T6" fmla="*/ 78 w 191"/>
              <a:gd name="T7" fmla="*/ 145 h 161"/>
              <a:gd name="T8" fmla="*/ 88 w 191"/>
              <a:gd name="T9" fmla="*/ 149 h 161"/>
              <a:gd name="T10" fmla="*/ 95 w 191"/>
              <a:gd name="T11" fmla="*/ 150 h 161"/>
              <a:gd name="T12" fmla="*/ 106 w 191"/>
              <a:gd name="T13" fmla="*/ 151 h 161"/>
              <a:gd name="T14" fmla="*/ 115 w 191"/>
              <a:gd name="T15" fmla="*/ 151 h 161"/>
              <a:gd name="T16" fmla="*/ 126 w 191"/>
              <a:gd name="T17" fmla="*/ 156 h 161"/>
              <a:gd name="T18" fmla="*/ 137 w 191"/>
              <a:gd name="T19" fmla="*/ 154 h 161"/>
              <a:gd name="T20" fmla="*/ 147 w 191"/>
              <a:gd name="T21" fmla="*/ 150 h 161"/>
              <a:gd name="T22" fmla="*/ 158 w 191"/>
              <a:gd name="T23" fmla="*/ 135 h 161"/>
              <a:gd name="T24" fmla="*/ 171 w 191"/>
              <a:gd name="T25" fmla="*/ 135 h 161"/>
              <a:gd name="T26" fmla="*/ 168 w 191"/>
              <a:gd name="T27" fmla="*/ 122 h 161"/>
              <a:gd name="T28" fmla="*/ 167 w 191"/>
              <a:gd name="T29" fmla="*/ 115 h 161"/>
              <a:gd name="T30" fmla="*/ 164 w 191"/>
              <a:gd name="T31" fmla="*/ 102 h 161"/>
              <a:gd name="T32" fmla="*/ 174 w 191"/>
              <a:gd name="T33" fmla="*/ 102 h 161"/>
              <a:gd name="T34" fmla="*/ 189 w 191"/>
              <a:gd name="T35" fmla="*/ 95 h 161"/>
              <a:gd name="T36" fmla="*/ 185 w 191"/>
              <a:gd name="T37" fmla="*/ 83 h 161"/>
              <a:gd name="T38" fmla="*/ 174 w 191"/>
              <a:gd name="T39" fmla="*/ 80 h 161"/>
              <a:gd name="T40" fmla="*/ 164 w 191"/>
              <a:gd name="T41" fmla="*/ 64 h 161"/>
              <a:gd name="T42" fmla="*/ 160 w 191"/>
              <a:gd name="T43" fmla="*/ 53 h 161"/>
              <a:gd name="T44" fmla="*/ 152 w 191"/>
              <a:gd name="T45" fmla="*/ 45 h 161"/>
              <a:gd name="T46" fmla="*/ 157 w 191"/>
              <a:gd name="T47" fmla="*/ 38 h 161"/>
              <a:gd name="T48" fmla="*/ 153 w 191"/>
              <a:gd name="T49" fmla="*/ 29 h 161"/>
              <a:gd name="T50" fmla="*/ 155 w 191"/>
              <a:gd name="T51" fmla="*/ 21 h 161"/>
              <a:gd name="T52" fmla="*/ 149 w 191"/>
              <a:gd name="T53" fmla="*/ 16 h 161"/>
              <a:gd name="T54" fmla="*/ 132 w 191"/>
              <a:gd name="T55" fmla="*/ 12 h 161"/>
              <a:gd name="T56" fmla="*/ 126 w 191"/>
              <a:gd name="T57" fmla="*/ 6 h 161"/>
              <a:gd name="T58" fmla="*/ 110 w 191"/>
              <a:gd name="T59" fmla="*/ 2 h 161"/>
              <a:gd name="T60" fmla="*/ 95 w 191"/>
              <a:gd name="T61" fmla="*/ 3 h 161"/>
              <a:gd name="T62" fmla="*/ 85 w 191"/>
              <a:gd name="T63" fmla="*/ 10 h 161"/>
              <a:gd name="T64" fmla="*/ 71 w 191"/>
              <a:gd name="T65" fmla="*/ 16 h 161"/>
              <a:gd name="T66" fmla="*/ 72 w 191"/>
              <a:gd name="T67" fmla="*/ 31 h 161"/>
              <a:gd name="T68" fmla="*/ 63 w 191"/>
              <a:gd name="T69" fmla="*/ 37 h 161"/>
              <a:gd name="T70" fmla="*/ 54 w 191"/>
              <a:gd name="T71" fmla="*/ 49 h 161"/>
              <a:gd name="T72" fmla="*/ 54 w 191"/>
              <a:gd name="T73" fmla="*/ 64 h 161"/>
              <a:gd name="T74" fmla="*/ 46 w 191"/>
              <a:gd name="T75" fmla="*/ 65 h 161"/>
              <a:gd name="T76" fmla="*/ 34 w 191"/>
              <a:gd name="T77" fmla="*/ 73 h 161"/>
              <a:gd name="T78" fmla="*/ 20 w 191"/>
              <a:gd name="T79" fmla="*/ 75 h 161"/>
              <a:gd name="T80" fmla="*/ 13 w 191"/>
              <a:gd name="T81" fmla="*/ 87 h 161"/>
              <a:gd name="T82" fmla="*/ 17 w 191"/>
              <a:gd name="T83" fmla="*/ 117 h 161"/>
              <a:gd name="T84" fmla="*/ 11 w 191"/>
              <a:gd name="T85" fmla="*/ 14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1" h="161">
                <a:moveTo>
                  <a:pt x="16" y="149"/>
                </a:moveTo>
                <a:cubicBezTo>
                  <a:pt x="18" y="150"/>
                  <a:pt x="19" y="151"/>
                  <a:pt x="21" y="149"/>
                </a:cubicBezTo>
                <a:cubicBezTo>
                  <a:pt x="22" y="149"/>
                  <a:pt x="23" y="147"/>
                  <a:pt x="24" y="146"/>
                </a:cubicBezTo>
                <a:cubicBezTo>
                  <a:pt x="26" y="142"/>
                  <a:pt x="27" y="140"/>
                  <a:pt x="31" y="140"/>
                </a:cubicBezTo>
                <a:cubicBezTo>
                  <a:pt x="33" y="140"/>
                  <a:pt x="35" y="140"/>
                  <a:pt x="37" y="140"/>
                </a:cubicBezTo>
                <a:cubicBezTo>
                  <a:pt x="39" y="140"/>
                  <a:pt x="40" y="139"/>
                  <a:pt x="42" y="139"/>
                </a:cubicBezTo>
                <a:cubicBezTo>
                  <a:pt x="45" y="139"/>
                  <a:pt x="47" y="139"/>
                  <a:pt x="49" y="139"/>
                </a:cubicBezTo>
                <a:cubicBezTo>
                  <a:pt x="52" y="139"/>
                  <a:pt x="54" y="140"/>
                  <a:pt x="57" y="140"/>
                </a:cubicBezTo>
                <a:cubicBezTo>
                  <a:pt x="61" y="141"/>
                  <a:pt x="64" y="142"/>
                  <a:pt x="67" y="143"/>
                </a:cubicBezTo>
                <a:cubicBezTo>
                  <a:pt x="68" y="144"/>
                  <a:pt x="69" y="144"/>
                  <a:pt x="71" y="144"/>
                </a:cubicBezTo>
                <a:cubicBezTo>
                  <a:pt x="73" y="144"/>
                  <a:pt x="74" y="144"/>
                  <a:pt x="76" y="145"/>
                </a:cubicBezTo>
                <a:cubicBezTo>
                  <a:pt x="76" y="145"/>
                  <a:pt x="77" y="145"/>
                  <a:pt x="78" y="145"/>
                </a:cubicBezTo>
                <a:cubicBezTo>
                  <a:pt x="78" y="145"/>
                  <a:pt x="79" y="144"/>
                  <a:pt x="79" y="144"/>
                </a:cubicBezTo>
                <a:cubicBezTo>
                  <a:pt x="81" y="144"/>
                  <a:pt x="81" y="145"/>
                  <a:pt x="82" y="147"/>
                </a:cubicBezTo>
                <a:cubicBezTo>
                  <a:pt x="83" y="148"/>
                  <a:pt x="86" y="152"/>
                  <a:pt x="88" y="149"/>
                </a:cubicBezTo>
                <a:cubicBezTo>
                  <a:pt x="90" y="149"/>
                  <a:pt x="91" y="149"/>
                  <a:pt x="91" y="151"/>
                </a:cubicBezTo>
                <a:cubicBezTo>
                  <a:pt x="92" y="152"/>
                  <a:pt x="91" y="154"/>
                  <a:pt x="93" y="153"/>
                </a:cubicBezTo>
                <a:cubicBezTo>
                  <a:pt x="95" y="153"/>
                  <a:pt x="94" y="151"/>
                  <a:pt x="95" y="150"/>
                </a:cubicBezTo>
                <a:cubicBezTo>
                  <a:pt x="97" y="149"/>
                  <a:pt x="98" y="151"/>
                  <a:pt x="100" y="151"/>
                </a:cubicBezTo>
                <a:cubicBezTo>
                  <a:pt x="101" y="151"/>
                  <a:pt x="101" y="149"/>
                  <a:pt x="102" y="149"/>
                </a:cubicBezTo>
                <a:cubicBezTo>
                  <a:pt x="104" y="149"/>
                  <a:pt x="104" y="151"/>
                  <a:pt x="106" y="151"/>
                </a:cubicBezTo>
                <a:cubicBezTo>
                  <a:pt x="107" y="152"/>
                  <a:pt x="108" y="150"/>
                  <a:pt x="110" y="152"/>
                </a:cubicBezTo>
                <a:cubicBezTo>
                  <a:pt x="111" y="153"/>
                  <a:pt x="111" y="155"/>
                  <a:pt x="113" y="155"/>
                </a:cubicBezTo>
                <a:cubicBezTo>
                  <a:pt x="114" y="153"/>
                  <a:pt x="113" y="152"/>
                  <a:pt x="115" y="151"/>
                </a:cubicBezTo>
                <a:cubicBezTo>
                  <a:pt x="116" y="151"/>
                  <a:pt x="117" y="151"/>
                  <a:pt x="117" y="150"/>
                </a:cubicBezTo>
                <a:cubicBezTo>
                  <a:pt x="118" y="149"/>
                  <a:pt x="118" y="149"/>
                  <a:pt x="119" y="149"/>
                </a:cubicBezTo>
                <a:cubicBezTo>
                  <a:pt x="123" y="150"/>
                  <a:pt x="121" y="158"/>
                  <a:pt x="126" y="156"/>
                </a:cubicBezTo>
                <a:cubicBezTo>
                  <a:pt x="128" y="156"/>
                  <a:pt x="128" y="153"/>
                  <a:pt x="131" y="153"/>
                </a:cubicBezTo>
                <a:cubicBezTo>
                  <a:pt x="132" y="153"/>
                  <a:pt x="133" y="154"/>
                  <a:pt x="134" y="155"/>
                </a:cubicBezTo>
                <a:cubicBezTo>
                  <a:pt x="135" y="155"/>
                  <a:pt x="136" y="154"/>
                  <a:pt x="137" y="154"/>
                </a:cubicBezTo>
                <a:cubicBezTo>
                  <a:pt x="139" y="154"/>
                  <a:pt x="141" y="154"/>
                  <a:pt x="143" y="156"/>
                </a:cubicBezTo>
                <a:cubicBezTo>
                  <a:pt x="144" y="157"/>
                  <a:pt x="144" y="160"/>
                  <a:pt x="146" y="160"/>
                </a:cubicBezTo>
                <a:cubicBezTo>
                  <a:pt x="152" y="161"/>
                  <a:pt x="148" y="152"/>
                  <a:pt x="147" y="150"/>
                </a:cubicBezTo>
                <a:cubicBezTo>
                  <a:pt x="147" y="147"/>
                  <a:pt x="148" y="146"/>
                  <a:pt x="150" y="144"/>
                </a:cubicBezTo>
                <a:cubicBezTo>
                  <a:pt x="151" y="141"/>
                  <a:pt x="153" y="140"/>
                  <a:pt x="155" y="138"/>
                </a:cubicBezTo>
                <a:cubicBezTo>
                  <a:pt x="156" y="137"/>
                  <a:pt x="156" y="135"/>
                  <a:pt x="158" y="135"/>
                </a:cubicBezTo>
                <a:cubicBezTo>
                  <a:pt x="159" y="135"/>
                  <a:pt x="160" y="135"/>
                  <a:pt x="161" y="135"/>
                </a:cubicBezTo>
                <a:cubicBezTo>
                  <a:pt x="163" y="135"/>
                  <a:pt x="163" y="135"/>
                  <a:pt x="164" y="134"/>
                </a:cubicBezTo>
                <a:cubicBezTo>
                  <a:pt x="167" y="133"/>
                  <a:pt x="169" y="136"/>
                  <a:pt x="171" y="135"/>
                </a:cubicBezTo>
                <a:cubicBezTo>
                  <a:pt x="172" y="134"/>
                  <a:pt x="171" y="132"/>
                  <a:pt x="170" y="131"/>
                </a:cubicBezTo>
                <a:cubicBezTo>
                  <a:pt x="169" y="128"/>
                  <a:pt x="168" y="128"/>
                  <a:pt x="168" y="125"/>
                </a:cubicBezTo>
                <a:cubicBezTo>
                  <a:pt x="169" y="124"/>
                  <a:pt x="168" y="123"/>
                  <a:pt x="168" y="122"/>
                </a:cubicBezTo>
                <a:cubicBezTo>
                  <a:pt x="168" y="121"/>
                  <a:pt x="169" y="120"/>
                  <a:pt x="168" y="119"/>
                </a:cubicBezTo>
                <a:cubicBezTo>
                  <a:pt x="168" y="118"/>
                  <a:pt x="167" y="118"/>
                  <a:pt x="167" y="117"/>
                </a:cubicBezTo>
                <a:cubicBezTo>
                  <a:pt x="166" y="115"/>
                  <a:pt x="167" y="116"/>
                  <a:pt x="167" y="115"/>
                </a:cubicBezTo>
                <a:cubicBezTo>
                  <a:pt x="169" y="112"/>
                  <a:pt x="166" y="111"/>
                  <a:pt x="165" y="110"/>
                </a:cubicBezTo>
                <a:cubicBezTo>
                  <a:pt x="164" y="109"/>
                  <a:pt x="162" y="105"/>
                  <a:pt x="162" y="104"/>
                </a:cubicBezTo>
                <a:cubicBezTo>
                  <a:pt x="162" y="103"/>
                  <a:pt x="163" y="103"/>
                  <a:pt x="164" y="102"/>
                </a:cubicBezTo>
                <a:cubicBezTo>
                  <a:pt x="164" y="101"/>
                  <a:pt x="164" y="100"/>
                  <a:pt x="165" y="99"/>
                </a:cubicBezTo>
                <a:cubicBezTo>
                  <a:pt x="166" y="98"/>
                  <a:pt x="169" y="98"/>
                  <a:pt x="170" y="99"/>
                </a:cubicBezTo>
                <a:cubicBezTo>
                  <a:pt x="173" y="99"/>
                  <a:pt x="172" y="101"/>
                  <a:pt x="174" y="102"/>
                </a:cubicBezTo>
                <a:cubicBezTo>
                  <a:pt x="179" y="104"/>
                  <a:pt x="184" y="102"/>
                  <a:pt x="186" y="98"/>
                </a:cubicBezTo>
                <a:cubicBezTo>
                  <a:pt x="186" y="97"/>
                  <a:pt x="186" y="96"/>
                  <a:pt x="187" y="96"/>
                </a:cubicBezTo>
                <a:cubicBezTo>
                  <a:pt x="188" y="95"/>
                  <a:pt x="189" y="95"/>
                  <a:pt x="189" y="95"/>
                </a:cubicBezTo>
                <a:cubicBezTo>
                  <a:pt x="191" y="93"/>
                  <a:pt x="190" y="91"/>
                  <a:pt x="188" y="90"/>
                </a:cubicBezTo>
                <a:cubicBezTo>
                  <a:pt x="187" y="89"/>
                  <a:pt x="184" y="87"/>
                  <a:pt x="184" y="85"/>
                </a:cubicBezTo>
                <a:cubicBezTo>
                  <a:pt x="184" y="84"/>
                  <a:pt x="186" y="84"/>
                  <a:pt x="185" y="83"/>
                </a:cubicBezTo>
                <a:cubicBezTo>
                  <a:pt x="185" y="82"/>
                  <a:pt x="185" y="82"/>
                  <a:pt x="184" y="82"/>
                </a:cubicBezTo>
                <a:cubicBezTo>
                  <a:pt x="182" y="81"/>
                  <a:pt x="181" y="79"/>
                  <a:pt x="180" y="79"/>
                </a:cubicBezTo>
                <a:cubicBezTo>
                  <a:pt x="178" y="78"/>
                  <a:pt x="176" y="80"/>
                  <a:pt x="174" y="80"/>
                </a:cubicBezTo>
                <a:cubicBezTo>
                  <a:pt x="172" y="79"/>
                  <a:pt x="173" y="75"/>
                  <a:pt x="173" y="73"/>
                </a:cubicBezTo>
                <a:cubicBezTo>
                  <a:pt x="173" y="71"/>
                  <a:pt x="172" y="70"/>
                  <a:pt x="170" y="69"/>
                </a:cubicBezTo>
                <a:cubicBezTo>
                  <a:pt x="167" y="68"/>
                  <a:pt x="165" y="67"/>
                  <a:pt x="164" y="64"/>
                </a:cubicBezTo>
                <a:cubicBezTo>
                  <a:pt x="163" y="62"/>
                  <a:pt x="163" y="59"/>
                  <a:pt x="161" y="57"/>
                </a:cubicBezTo>
                <a:cubicBezTo>
                  <a:pt x="160" y="57"/>
                  <a:pt x="159" y="57"/>
                  <a:pt x="159" y="56"/>
                </a:cubicBezTo>
                <a:cubicBezTo>
                  <a:pt x="159" y="55"/>
                  <a:pt x="160" y="54"/>
                  <a:pt x="160" y="53"/>
                </a:cubicBezTo>
                <a:cubicBezTo>
                  <a:pt x="160" y="51"/>
                  <a:pt x="159" y="51"/>
                  <a:pt x="158" y="50"/>
                </a:cubicBezTo>
                <a:cubicBezTo>
                  <a:pt x="158" y="50"/>
                  <a:pt x="157" y="49"/>
                  <a:pt x="157" y="48"/>
                </a:cubicBezTo>
                <a:cubicBezTo>
                  <a:pt x="156" y="47"/>
                  <a:pt x="153" y="47"/>
                  <a:pt x="152" y="45"/>
                </a:cubicBezTo>
                <a:cubicBezTo>
                  <a:pt x="152" y="44"/>
                  <a:pt x="154" y="41"/>
                  <a:pt x="155" y="41"/>
                </a:cubicBezTo>
                <a:cubicBezTo>
                  <a:pt x="155" y="40"/>
                  <a:pt x="155" y="39"/>
                  <a:pt x="155" y="39"/>
                </a:cubicBezTo>
                <a:cubicBezTo>
                  <a:pt x="156" y="38"/>
                  <a:pt x="157" y="38"/>
                  <a:pt x="157" y="38"/>
                </a:cubicBezTo>
                <a:cubicBezTo>
                  <a:pt x="157" y="36"/>
                  <a:pt x="156" y="36"/>
                  <a:pt x="157" y="34"/>
                </a:cubicBezTo>
                <a:cubicBezTo>
                  <a:pt x="156" y="34"/>
                  <a:pt x="156" y="32"/>
                  <a:pt x="155" y="31"/>
                </a:cubicBezTo>
                <a:cubicBezTo>
                  <a:pt x="155" y="31"/>
                  <a:pt x="153" y="30"/>
                  <a:pt x="153" y="29"/>
                </a:cubicBezTo>
                <a:cubicBezTo>
                  <a:pt x="153" y="28"/>
                  <a:pt x="155" y="27"/>
                  <a:pt x="156" y="26"/>
                </a:cubicBezTo>
                <a:cubicBezTo>
                  <a:pt x="156" y="25"/>
                  <a:pt x="155" y="24"/>
                  <a:pt x="155" y="23"/>
                </a:cubicBezTo>
                <a:cubicBezTo>
                  <a:pt x="155" y="22"/>
                  <a:pt x="155" y="22"/>
                  <a:pt x="155" y="21"/>
                </a:cubicBezTo>
                <a:cubicBezTo>
                  <a:pt x="156" y="18"/>
                  <a:pt x="155" y="19"/>
                  <a:pt x="153" y="18"/>
                </a:cubicBezTo>
                <a:cubicBezTo>
                  <a:pt x="152" y="18"/>
                  <a:pt x="151" y="17"/>
                  <a:pt x="151" y="17"/>
                </a:cubicBezTo>
                <a:cubicBezTo>
                  <a:pt x="150" y="17"/>
                  <a:pt x="150" y="17"/>
                  <a:pt x="149" y="16"/>
                </a:cubicBezTo>
                <a:cubicBezTo>
                  <a:pt x="149" y="16"/>
                  <a:pt x="149" y="15"/>
                  <a:pt x="149" y="15"/>
                </a:cubicBezTo>
                <a:cubicBezTo>
                  <a:pt x="148" y="14"/>
                  <a:pt x="147" y="12"/>
                  <a:pt x="145" y="11"/>
                </a:cubicBezTo>
                <a:cubicBezTo>
                  <a:pt x="142" y="10"/>
                  <a:pt x="135" y="8"/>
                  <a:pt x="132" y="12"/>
                </a:cubicBezTo>
                <a:cubicBezTo>
                  <a:pt x="129" y="12"/>
                  <a:pt x="129" y="14"/>
                  <a:pt x="126" y="15"/>
                </a:cubicBezTo>
                <a:cubicBezTo>
                  <a:pt x="125" y="14"/>
                  <a:pt x="125" y="12"/>
                  <a:pt x="125" y="10"/>
                </a:cubicBezTo>
                <a:cubicBezTo>
                  <a:pt x="126" y="9"/>
                  <a:pt x="127" y="7"/>
                  <a:pt x="126" y="6"/>
                </a:cubicBezTo>
                <a:cubicBezTo>
                  <a:pt x="125" y="4"/>
                  <a:pt x="122" y="5"/>
                  <a:pt x="121" y="4"/>
                </a:cubicBezTo>
                <a:cubicBezTo>
                  <a:pt x="117" y="2"/>
                  <a:pt x="116" y="6"/>
                  <a:pt x="113" y="6"/>
                </a:cubicBezTo>
                <a:cubicBezTo>
                  <a:pt x="111" y="6"/>
                  <a:pt x="111" y="3"/>
                  <a:pt x="110" y="2"/>
                </a:cubicBezTo>
                <a:cubicBezTo>
                  <a:pt x="109" y="0"/>
                  <a:pt x="107" y="1"/>
                  <a:pt x="106" y="2"/>
                </a:cubicBezTo>
                <a:cubicBezTo>
                  <a:pt x="103" y="4"/>
                  <a:pt x="102" y="2"/>
                  <a:pt x="100" y="0"/>
                </a:cubicBezTo>
                <a:cubicBezTo>
                  <a:pt x="98" y="1"/>
                  <a:pt x="97" y="1"/>
                  <a:pt x="95" y="3"/>
                </a:cubicBezTo>
                <a:cubicBezTo>
                  <a:pt x="94" y="4"/>
                  <a:pt x="92" y="6"/>
                  <a:pt x="91" y="8"/>
                </a:cubicBezTo>
                <a:cubicBezTo>
                  <a:pt x="91" y="9"/>
                  <a:pt x="91" y="11"/>
                  <a:pt x="89" y="12"/>
                </a:cubicBezTo>
                <a:cubicBezTo>
                  <a:pt x="88" y="12"/>
                  <a:pt x="87" y="10"/>
                  <a:pt x="85" y="10"/>
                </a:cubicBezTo>
                <a:cubicBezTo>
                  <a:pt x="85" y="13"/>
                  <a:pt x="80" y="9"/>
                  <a:pt x="79" y="10"/>
                </a:cubicBezTo>
                <a:cubicBezTo>
                  <a:pt x="78" y="10"/>
                  <a:pt x="77" y="12"/>
                  <a:pt x="76" y="13"/>
                </a:cubicBezTo>
                <a:cubicBezTo>
                  <a:pt x="74" y="15"/>
                  <a:pt x="73" y="15"/>
                  <a:pt x="71" y="16"/>
                </a:cubicBezTo>
                <a:cubicBezTo>
                  <a:pt x="73" y="18"/>
                  <a:pt x="69" y="23"/>
                  <a:pt x="69" y="26"/>
                </a:cubicBezTo>
                <a:cubicBezTo>
                  <a:pt x="68" y="31"/>
                  <a:pt x="72" y="27"/>
                  <a:pt x="74" y="29"/>
                </a:cubicBezTo>
                <a:cubicBezTo>
                  <a:pt x="76" y="31"/>
                  <a:pt x="73" y="31"/>
                  <a:pt x="72" y="31"/>
                </a:cubicBezTo>
                <a:cubicBezTo>
                  <a:pt x="72" y="32"/>
                  <a:pt x="72" y="34"/>
                  <a:pt x="71" y="35"/>
                </a:cubicBezTo>
                <a:cubicBezTo>
                  <a:pt x="70" y="36"/>
                  <a:pt x="68" y="34"/>
                  <a:pt x="66" y="34"/>
                </a:cubicBezTo>
                <a:cubicBezTo>
                  <a:pt x="64" y="34"/>
                  <a:pt x="64" y="36"/>
                  <a:pt x="63" y="37"/>
                </a:cubicBezTo>
                <a:cubicBezTo>
                  <a:pt x="62" y="39"/>
                  <a:pt x="62" y="40"/>
                  <a:pt x="61" y="41"/>
                </a:cubicBezTo>
                <a:cubicBezTo>
                  <a:pt x="59" y="42"/>
                  <a:pt x="56" y="42"/>
                  <a:pt x="55" y="44"/>
                </a:cubicBezTo>
                <a:cubicBezTo>
                  <a:pt x="54" y="45"/>
                  <a:pt x="54" y="48"/>
                  <a:pt x="54" y="49"/>
                </a:cubicBezTo>
                <a:cubicBezTo>
                  <a:pt x="54" y="51"/>
                  <a:pt x="54" y="53"/>
                  <a:pt x="53" y="55"/>
                </a:cubicBezTo>
                <a:cubicBezTo>
                  <a:pt x="53" y="57"/>
                  <a:pt x="51" y="59"/>
                  <a:pt x="51" y="61"/>
                </a:cubicBezTo>
                <a:cubicBezTo>
                  <a:pt x="51" y="63"/>
                  <a:pt x="53" y="63"/>
                  <a:pt x="54" y="64"/>
                </a:cubicBezTo>
                <a:cubicBezTo>
                  <a:pt x="54" y="66"/>
                  <a:pt x="54" y="68"/>
                  <a:pt x="52" y="67"/>
                </a:cubicBezTo>
                <a:cubicBezTo>
                  <a:pt x="49" y="67"/>
                  <a:pt x="50" y="64"/>
                  <a:pt x="49" y="63"/>
                </a:cubicBezTo>
                <a:cubicBezTo>
                  <a:pt x="48" y="64"/>
                  <a:pt x="48" y="65"/>
                  <a:pt x="46" y="65"/>
                </a:cubicBezTo>
                <a:cubicBezTo>
                  <a:pt x="45" y="65"/>
                  <a:pt x="44" y="64"/>
                  <a:pt x="43" y="65"/>
                </a:cubicBezTo>
                <a:cubicBezTo>
                  <a:pt x="44" y="68"/>
                  <a:pt x="40" y="67"/>
                  <a:pt x="38" y="68"/>
                </a:cubicBezTo>
                <a:cubicBezTo>
                  <a:pt x="34" y="68"/>
                  <a:pt x="38" y="73"/>
                  <a:pt x="34" y="73"/>
                </a:cubicBezTo>
                <a:cubicBezTo>
                  <a:pt x="31" y="74"/>
                  <a:pt x="30" y="75"/>
                  <a:pt x="28" y="76"/>
                </a:cubicBezTo>
                <a:cubicBezTo>
                  <a:pt x="25" y="76"/>
                  <a:pt x="25" y="75"/>
                  <a:pt x="23" y="74"/>
                </a:cubicBezTo>
                <a:cubicBezTo>
                  <a:pt x="22" y="74"/>
                  <a:pt x="21" y="75"/>
                  <a:pt x="20" y="75"/>
                </a:cubicBezTo>
                <a:cubicBezTo>
                  <a:pt x="19" y="75"/>
                  <a:pt x="17" y="75"/>
                  <a:pt x="16" y="75"/>
                </a:cubicBezTo>
                <a:cubicBezTo>
                  <a:pt x="14" y="75"/>
                  <a:pt x="12" y="75"/>
                  <a:pt x="10" y="75"/>
                </a:cubicBezTo>
                <a:cubicBezTo>
                  <a:pt x="10" y="79"/>
                  <a:pt x="11" y="83"/>
                  <a:pt x="13" y="87"/>
                </a:cubicBezTo>
                <a:cubicBezTo>
                  <a:pt x="14" y="91"/>
                  <a:pt x="17" y="95"/>
                  <a:pt x="17" y="99"/>
                </a:cubicBezTo>
                <a:cubicBezTo>
                  <a:pt x="18" y="102"/>
                  <a:pt x="19" y="106"/>
                  <a:pt x="19" y="110"/>
                </a:cubicBezTo>
                <a:cubicBezTo>
                  <a:pt x="19" y="112"/>
                  <a:pt x="20" y="116"/>
                  <a:pt x="17" y="117"/>
                </a:cubicBezTo>
                <a:cubicBezTo>
                  <a:pt x="14" y="120"/>
                  <a:pt x="0" y="124"/>
                  <a:pt x="5" y="130"/>
                </a:cubicBezTo>
                <a:cubicBezTo>
                  <a:pt x="8" y="132"/>
                  <a:pt x="12" y="133"/>
                  <a:pt x="13" y="136"/>
                </a:cubicBezTo>
                <a:cubicBezTo>
                  <a:pt x="15" y="140"/>
                  <a:pt x="11" y="145"/>
                  <a:pt x="11" y="149"/>
                </a:cubicBezTo>
                <a:cubicBezTo>
                  <a:pt x="13" y="148"/>
                  <a:pt x="15" y="148"/>
                  <a:pt x="16" y="149"/>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3" name="Freeform 596"/>
          <p:cNvSpPr>
            <a:spLocks/>
          </p:cNvSpPr>
          <p:nvPr/>
        </p:nvSpPr>
        <p:spPr bwMode="auto">
          <a:xfrm>
            <a:off x="9024938" y="4653438"/>
            <a:ext cx="584200" cy="301625"/>
          </a:xfrm>
          <a:custGeom>
            <a:avLst/>
            <a:gdLst>
              <a:gd name="T0" fmla="*/ 99 w 148"/>
              <a:gd name="T1" fmla="*/ 75 h 76"/>
              <a:gd name="T2" fmla="*/ 114 w 148"/>
              <a:gd name="T3" fmla="*/ 69 h 76"/>
              <a:gd name="T4" fmla="*/ 126 w 148"/>
              <a:gd name="T5" fmla="*/ 66 h 76"/>
              <a:gd name="T6" fmla="*/ 127 w 148"/>
              <a:gd name="T7" fmla="*/ 62 h 76"/>
              <a:gd name="T8" fmla="*/ 136 w 148"/>
              <a:gd name="T9" fmla="*/ 57 h 76"/>
              <a:gd name="T10" fmla="*/ 136 w 148"/>
              <a:gd name="T11" fmla="*/ 50 h 76"/>
              <a:gd name="T12" fmla="*/ 138 w 148"/>
              <a:gd name="T13" fmla="*/ 46 h 76"/>
              <a:gd name="T14" fmla="*/ 135 w 148"/>
              <a:gd name="T15" fmla="*/ 38 h 76"/>
              <a:gd name="T16" fmla="*/ 145 w 148"/>
              <a:gd name="T17" fmla="*/ 38 h 76"/>
              <a:gd name="T18" fmla="*/ 145 w 148"/>
              <a:gd name="T19" fmla="*/ 22 h 76"/>
              <a:gd name="T20" fmla="*/ 145 w 148"/>
              <a:gd name="T21" fmla="*/ 10 h 76"/>
              <a:gd name="T22" fmla="*/ 142 w 148"/>
              <a:gd name="T23" fmla="*/ 8 h 76"/>
              <a:gd name="T24" fmla="*/ 130 w 148"/>
              <a:gd name="T25" fmla="*/ 7 h 76"/>
              <a:gd name="T26" fmla="*/ 120 w 148"/>
              <a:gd name="T27" fmla="*/ 4 h 76"/>
              <a:gd name="T28" fmla="*/ 107 w 148"/>
              <a:gd name="T29" fmla="*/ 1 h 76"/>
              <a:gd name="T30" fmla="*/ 104 w 148"/>
              <a:gd name="T31" fmla="*/ 7 h 76"/>
              <a:gd name="T32" fmla="*/ 97 w 148"/>
              <a:gd name="T33" fmla="*/ 11 h 76"/>
              <a:gd name="T34" fmla="*/ 83 w 148"/>
              <a:gd name="T35" fmla="*/ 8 h 76"/>
              <a:gd name="T36" fmla="*/ 78 w 148"/>
              <a:gd name="T37" fmla="*/ 13 h 76"/>
              <a:gd name="T38" fmla="*/ 68 w 148"/>
              <a:gd name="T39" fmla="*/ 22 h 76"/>
              <a:gd name="T40" fmla="*/ 65 w 148"/>
              <a:gd name="T41" fmla="*/ 30 h 76"/>
              <a:gd name="T42" fmla="*/ 67 w 148"/>
              <a:gd name="T43" fmla="*/ 38 h 76"/>
              <a:gd name="T44" fmla="*/ 65 w 148"/>
              <a:gd name="T45" fmla="*/ 43 h 76"/>
              <a:gd name="T46" fmla="*/ 55 w 148"/>
              <a:gd name="T47" fmla="*/ 38 h 76"/>
              <a:gd name="T48" fmla="*/ 47 w 148"/>
              <a:gd name="T49" fmla="*/ 41 h 76"/>
              <a:gd name="T50" fmla="*/ 33 w 148"/>
              <a:gd name="T51" fmla="*/ 46 h 76"/>
              <a:gd name="T52" fmla="*/ 22 w 148"/>
              <a:gd name="T53" fmla="*/ 42 h 76"/>
              <a:gd name="T54" fmla="*/ 18 w 148"/>
              <a:gd name="T55" fmla="*/ 46 h 76"/>
              <a:gd name="T56" fmla="*/ 12 w 148"/>
              <a:gd name="T57" fmla="*/ 47 h 76"/>
              <a:gd name="T58" fmla="*/ 0 w 148"/>
              <a:gd name="T59" fmla="*/ 43 h 76"/>
              <a:gd name="T60" fmla="*/ 0 w 148"/>
              <a:gd name="T61" fmla="*/ 50 h 76"/>
              <a:gd name="T62" fmla="*/ 3 w 148"/>
              <a:gd name="T63" fmla="*/ 57 h 76"/>
              <a:gd name="T64" fmla="*/ 9 w 148"/>
              <a:gd name="T65" fmla="*/ 61 h 76"/>
              <a:gd name="T66" fmla="*/ 19 w 148"/>
              <a:gd name="T67" fmla="*/ 62 h 76"/>
              <a:gd name="T68" fmla="*/ 30 w 148"/>
              <a:gd name="T69" fmla="*/ 64 h 76"/>
              <a:gd name="T70" fmla="*/ 39 w 148"/>
              <a:gd name="T71" fmla="*/ 59 h 76"/>
              <a:gd name="T72" fmla="*/ 52 w 148"/>
              <a:gd name="T73" fmla="*/ 56 h 76"/>
              <a:gd name="T74" fmla="*/ 53 w 148"/>
              <a:gd name="T75" fmla="*/ 62 h 76"/>
              <a:gd name="T76" fmla="*/ 60 w 148"/>
              <a:gd name="T77" fmla="*/ 68 h 76"/>
              <a:gd name="T78" fmla="*/ 67 w 148"/>
              <a:gd name="T79" fmla="*/ 70 h 76"/>
              <a:gd name="T80" fmla="*/ 81 w 148"/>
              <a:gd name="T81" fmla="*/ 7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8" h="76">
                <a:moveTo>
                  <a:pt x="88" y="73"/>
                </a:moveTo>
                <a:cubicBezTo>
                  <a:pt x="91" y="74"/>
                  <a:pt x="95" y="76"/>
                  <a:pt x="99" y="75"/>
                </a:cubicBezTo>
                <a:cubicBezTo>
                  <a:pt x="103" y="74"/>
                  <a:pt x="104" y="69"/>
                  <a:pt x="108" y="68"/>
                </a:cubicBezTo>
                <a:cubicBezTo>
                  <a:pt x="110" y="68"/>
                  <a:pt x="112" y="69"/>
                  <a:pt x="114" y="69"/>
                </a:cubicBezTo>
                <a:cubicBezTo>
                  <a:pt x="117" y="69"/>
                  <a:pt x="118" y="68"/>
                  <a:pt x="120" y="67"/>
                </a:cubicBezTo>
                <a:cubicBezTo>
                  <a:pt x="122" y="67"/>
                  <a:pt x="125" y="67"/>
                  <a:pt x="126" y="66"/>
                </a:cubicBezTo>
                <a:cubicBezTo>
                  <a:pt x="126" y="65"/>
                  <a:pt x="125" y="65"/>
                  <a:pt x="126" y="64"/>
                </a:cubicBezTo>
                <a:cubicBezTo>
                  <a:pt x="126" y="63"/>
                  <a:pt x="127" y="63"/>
                  <a:pt x="127" y="62"/>
                </a:cubicBezTo>
                <a:cubicBezTo>
                  <a:pt x="129" y="61"/>
                  <a:pt x="130" y="60"/>
                  <a:pt x="132" y="59"/>
                </a:cubicBezTo>
                <a:cubicBezTo>
                  <a:pt x="133" y="58"/>
                  <a:pt x="135" y="58"/>
                  <a:pt x="136" y="57"/>
                </a:cubicBezTo>
                <a:cubicBezTo>
                  <a:pt x="137" y="55"/>
                  <a:pt x="134" y="55"/>
                  <a:pt x="134" y="53"/>
                </a:cubicBezTo>
                <a:cubicBezTo>
                  <a:pt x="134" y="51"/>
                  <a:pt x="136" y="51"/>
                  <a:pt x="136" y="50"/>
                </a:cubicBezTo>
                <a:cubicBezTo>
                  <a:pt x="136" y="48"/>
                  <a:pt x="134" y="48"/>
                  <a:pt x="136" y="47"/>
                </a:cubicBezTo>
                <a:cubicBezTo>
                  <a:pt x="136" y="47"/>
                  <a:pt x="137" y="47"/>
                  <a:pt x="138" y="46"/>
                </a:cubicBezTo>
                <a:cubicBezTo>
                  <a:pt x="138" y="46"/>
                  <a:pt x="140" y="45"/>
                  <a:pt x="140" y="44"/>
                </a:cubicBezTo>
                <a:cubicBezTo>
                  <a:pt x="142" y="40"/>
                  <a:pt x="135" y="41"/>
                  <a:pt x="135" y="38"/>
                </a:cubicBezTo>
                <a:cubicBezTo>
                  <a:pt x="137" y="37"/>
                  <a:pt x="138" y="36"/>
                  <a:pt x="140" y="37"/>
                </a:cubicBezTo>
                <a:cubicBezTo>
                  <a:pt x="141" y="37"/>
                  <a:pt x="143" y="38"/>
                  <a:pt x="145" y="38"/>
                </a:cubicBezTo>
                <a:cubicBezTo>
                  <a:pt x="148" y="39"/>
                  <a:pt x="147" y="35"/>
                  <a:pt x="147" y="33"/>
                </a:cubicBezTo>
                <a:cubicBezTo>
                  <a:pt x="148" y="29"/>
                  <a:pt x="147" y="25"/>
                  <a:pt x="145" y="22"/>
                </a:cubicBezTo>
                <a:cubicBezTo>
                  <a:pt x="145" y="20"/>
                  <a:pt x="143" y="19"/>
                  <a:pt x="143" y="17"/>
                </a:cubicBezTo>
                <a:cubicBezTo>
                  <a:pt x="143" y="15"/>
                  <a:pt x="145" y="13"/>
                  <a:pt x="145" y="10"/>
                </a:cubicBezTo>
                <a:cubicBezTo>
                  <a:pt x="145" y="10"/>
                  <a:pt x="145" y="10"/>
                  <a:pt x="145" y="11"/>
                </a:cubicBezTo>
                <a:cubicBezTo>
                  <a:pt x="144" y="10"/>
                  <a:pt x="144" y="9"/>
                  <a:pt x="142" y="8"/>
                </a:cubicBezTo>
                <a:cubicBezTo>
                  <a:pt x="140" y="8"/>
                  <a:pt x="139" y="7"/>
                  <a:pt x="138" y="6"/>
                </a:cubicBezTo>
                <a:cubicBezTo>
                  <a:pt x="135" y="5"/>
                  <a:pt x="133" y="8"/>
                  <a:pt x="130" y="7"/>
                </a:cubicBezTo>
                <a:cubicBezTo>
                  <a:pt x="128" y="7"/>
                  <a:pt x="127" y="6"/>
                  <a:pt x="125" y="6"/>
                </a:cubicBezTo>
                <a:cubicBezTo>
                  <a:pt x="124" y="5"/>
                  <a:pt x="122" y="4"/>
                  <a:pt x="120" y="4"/>
                </a:cubicBezTo>
                <a:cubicBezTo>
                  <a:pt x="117" y="3"/>
                  <a:pt x="114" y="0"/>
                  <a:pt x="111" y="1"/>
                </a:cubicBezTo>
                <a:cubicBezTo>
                  <a:pt x="110" y="0"/>
                  <a:pt x="108" y="0"/>
                  <a:pt x="107" y="1"/>
                </a:cubicBezTo>
                <a:cubicBezTo>
                  <a:pt x="106" y="2"/>
                  <a:pt x="106" y="3"/>
                  <a:pt x="106" y="4"/>
                </a:cubicBezTo>
                <a:cubicBezTo>
                  <a:pt x="105" y="6"/>
                  <a:pt x="105" y="6"/>
                  <a:pt x="104" y="7"/>
                </a:cubicBezTo>
                <a:cubicBezTo>
                  <a:pt x="103" y="8"/>
                  <a:pt x="102" y="10"/>
                  <a:pt x="101" y="11"/>
                </a:cubicBezTo>
                <a:cubicBezTo>
                  <a:pt x="99" y="12"/>
                  <a:pt x="99" y="11"/>
                  <a:pt x="97" y="11"/>
                </a:cubicBezTo>
                <a:cubicBezTo>
                  <a:pt x="96" y="11"/>
                  <a:pt x="94" y="12"/>
                  <a:pt x="92" y="12"/>
                </a:cubicBezTo>
                <a:cubicBezTo>
                  <a:pt x="89" y="13"/>
                  <a:pt x="87" y="9"/>
                  <a:pt x="83" y="8"/>
                </a:cubicBezTo>
                <a:cubicBezTo>
                  <a:pt x="84" y="10"/>
                  <a:pt x="84" y="13"/>
                  <a:pt x="82" y="13"/>
                </a:cubicBezTo>
                <a:cubicBezTo>
                  <a:pt x="80" y="13"/>
                  <a:pt x="79" y="12"/>
                  <a:pt x="78" y="13"/>
                </a:cubicBezTo>
                <a:cubicBezTo>
                  <a:pt x="76" y="14"/>
                  <a:pt x="76" y="15"/>
                  <a:pt x="76" y="17"/>
                </a:cubicBezTo>
                <a:cubicBezTo>
                  <a:pt x="74" y="21"/>
                  <a:pt x="72" y="21"/>
                  <a:pt x="68" y="22"/>
                </a:cubicBezTo>
                <a:cubicBezTo>
                  <a:pt x="67" y="23"/>
                  <a:pt x="63" y="24"/>
                  <a:pt x="63" y="27"/>
                </a:cubicBezTo>
                <a:cubicBezTo>
                  <a:pt x="63" y="28"/>
                  <a:pt x="64" y="29"/>
                  <a:pt x="65" y="30"/>
                </a:cubicBezTo>
                <a:cubicBezTo>
                  <a:pt x="66" y="31"/>
                  <a:pt x="67" y="32"/>
                  <a:pt x="67" y="34"/>
                </a:cubicBezTo>
                <a:cubicBezTo>
                  <a:pt x="67" y="35"/>
                  <a:pt x="66" y="36"/>
                  <a:pt x="67" y="38"/>
                </a:cubicBezTo>
                <a:cubicBezTo>
                  <a:pt x="68" y="39"/>
                  <a:pt x="69" y="39"/>
                  <a:pt x="69" y="41"/>
                </a:cubicBezTo>
                <a:cubicBezTo>
                  <a:pt x="69" y="43"/>
                  <a:pt x="67" y="45"/>
                  <a:pt x="65" y="43"/>
                </a:cubicBezTo>
                <a:cubicBezTo>
                  <a:pt x="64" y="41"/>
                  <a:pt x="64" y="39"/>
                  <a:pt x="61" y="39"/>
                </a:cubicBezTo>
                <a:cubicBezTo>
                  <a:pt x="60" y="42"/>
                  <a:pt x="57" y="39"/>
                  <a:pt x="55" y="38"/>
                </a:cubicBezTo>
                <a:cubicBezTo>
                  <a:pt x="53" y="38"/>
                  <a:pt x="53" y="39"/>
                  <a:pt x="52" y="40"/>
                </a:cubicBezTo>
                <a:cubicBezTo>
                  <a:pt x="50" y="41"/>
                  <a:pt x="48" y="41"/>
                  <a:pt x="47" y="41"/>
                </a:cubicBezTo>
                <a:cubicBezTo>
                  <a:pt x="44" y="41"/>
                  <a:pt x="40" y="42"/>
                  <a:pt x="38" y="44"/>
                </a:cubicBezTo>
                <a:cubicBezTo>
                  <a:pt x="36" y="45"/>
                  <a:pt x="35" y="46"/>
                  <a:pt x="33" y="46"/>
                </a:cubicBezTo>
                <a:cubicBezTo>
                  <a:pt x="31" y="47"/>
                  <a:pt x="29" y="46"/>
                  <a:pt x="28" y="46"/>
                </a:cubicBezTo>
                <a:cubicBezTo>
                  <a:pt x="26" y="43"/>
                  <a:pt x="25" y="42"/>
                  <a:pt x="22" y="42"/>
                </a:cubicBezTo>
                <a:cubicBezTo>
                  <a:pt x="21" y="42"/>
                  <a:pt x="18" y="42"/>
                  <a:pt x="17" y="42"/>
                </a:cubicBezTo>
                <a:cubicBezTo>
                  <a:pt x="16" y="43"/>
                  <a:pt x="18" y="45"/>
                  <a:pt x="18" y="46"/>
                </a:cubicBezTo>
                <a:cubicBezTo>
                  <a:pt x="17" y="48"/>
                  <a:pt x="16" y="49"/>
                  <a:pt x="15" y="50"/>
                </a:cubicBezTo>
                <a:cubicBezTo>
                  <a:pt x="13" y="50"/>
                  <a:pt x="13" y="49"/>
                  <a:pt x="12" y="47"/>
                </a:cubicBezTo>
                <a:cubicBezTo>
                  <a:pt x="11" y="46"/>
                  <a:pt x="10" y="45"/>
                  <a:pt x="8" y="44"/>
                </a:cubicBezTo>
                <a:cubicBezTo>
                  <a:pt x="6" y="42"/>
                  <a:pt x="3" y="43"/>
                  <a:pt x="0" y="43"/>
                </a:cubicBezTo>
                <a:cubicBezTo>
                  <a:pt x="1" y="44"/>
                  <a:pt x="2" y="44"/>
                  <a:pt x="2" y="46"/>
                </a:cubicBezTo>
                <a:cubicBezTo>
                  <a:pt x="2" y="48"/>
                  <a:pt x="1" y="49"/>
                  <a:pt x="0" y="50"/>
                </a:cubicBezTo>
                <a:cubicBezTo>
                  <a:pt x="1" y="51"/>
                  <a:pt x="1" y="53"/>
                  <a:pt x="2" y="54"/>
                </a:cubicBezTo>
                <a:cubicBezTo>
                  <a:pt x="3" y="56"/>
                  <a:pt x="2" y="56"/>
                  <a:pt x="3" y="57"/>
                </a:cubicBezTo>
                <a:cubicBezTo>
                  <a:pt x="5" y="57"/>
                  <a:pt x="6" y="57"/>
                  <a:pt x="7" y="59"/>
                </a:cubicBezTo>
                <a:cubicBezTo>
                  <a:pt x="8" y="60"/>
                  <a:pt x="8" y="61"/>
                  <a:pt x="9" y="61"/>
                </a:cubicBezTo>
                <a:cubicBezTo>
                  <a:pt x="12" y="63"/>
                  <a:pt x="14" y="62"/>
                  <a:pt x="15" y="60"/>
                </a:cubicBezTo>
                <a:cubicBezTo>
                  <a:pt x="17" y="57"/>
                  <a:pt x="19" y="60"/>
                  <a:pt x="19" y="62"/>
                </a:cubicBezTo>
                <a:cubicBezTo>
                  <a:pt x="21" y="61"/>
                  <a:pt x="22" y="62"/>
                  <a:pt x="24" y="63"/>
                </a:cubicBezTo>
                <a:cubicBezTo>
                  <a:pt x="26" y="64"/>
                  <a:pt x="28" y="66"/>
                  <a:pt x="30" y="64"/>
                </a:cubicBezTo>
                <a:cubicBezTo>
                  <a:pt x="30" y="62"/>
                  <a:pt x="31" y="60"/>
                  <a:pt x="32" y="59"/>
                </a:cubicBezTo>
                <a:cubicBezTo>
                  <a:pt x="34" y="58"/>
                  <a:pt x="37" y="59"/>
                  <a:pt x="39" y="59"/>
                </a:cubicBezTo>
                <a:cubicBezTo>
                  <a:pt x="41" y="58"/>
                  <a:pt x="43" y="59"/>
                  <a:pt x="45" y="59"/>
                </a:cubicBezTo>
                <a:cubicBezTo>
                  <a:pt x="48" y="58"/>
                  <a:pt x="49" y="56"/>
                  <a:pt x="52" y="56"/>
                </a:cubicBezTo>
                <a:cubicBezTo>
                  <a:pt x="52" y="57"/>
                  <a:pt x="51" y="58"/>
                  <a:pt x="51" y="59"/>
                </a:cubicBezTo>
                <a:cubicBezTo>
                  <a:pt x="51" y="62"/>
                  <a:pt x="52" y="61"/>
                  <a:pt x="53" y="62"/>
                </a:cubicBezTo>
                <a:cubicBezTo>
                  <a:pt x="55" y="64"/>
                  <a:pt x="54" y="65"/>
                  <a:pt x="56" y="66"/>
                </a:cubicBezTo>
                <a:cubicBezTo>
                  <a:pt x="57" y="67"/>
                  <a:pt x="59" y="68"/>
                  <a:pt x="60" y="68"/>
                </a:cubicBezTo>
                <a:cubicBezTo>
                  <a:pt x="62" y="68"/>
                  <a:pt x="64" y="68"/>
                  <a:pt x="65" y="68"/>
                </a:cubicBezTo>
                <a:cubicBezTo>
                  <a:pt x="66" y="69"/>
                  <a:pt x="66" y="69"/>
                  <a:pt x="67" y="70"/>
                </a:cubicBezTo>
                <a:cubicBezTo>
                  <a:pt x="68" y="70"/>
                  <a:pt x="69" y="70"/>
                  <a:pt x="70" y="70"/>
                </a:cubicBezTo>
                <a:cubicBezTo>
                  <a:pt x="73" y="70"/>
                  <a:pt x="77" y="71"/>
                  <a:pt x="81" y="72"/>
                </a:cubicBezTo>
                <a:cubicBezTo>
                  <a:pt x="83" y="72"/>
                  <a:pt x="86" y="72"/>
                  <a:pt x="88" y="73"/>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4" name="Freeform 597"/>
          <p:cNvSpPr>
            <a:spLocks/>
          </p:cNvSpPr>
          <p:nvPr/>
        </p:nvSpPr>
        <p:spPr bwMode="auto">
          <a:xfrm>
            <a:off x="9017000" y="4851876"/>
            <a:ext cx="15875" cy="26988"/>
          </a:xfrm>
          <a:custGeom>
            <a:avLst/>
            <a:gdLst>
              <a:gd name="T0" fmla="*/ 4 w 4"/>
              <a:gd name="T1" fmla="*/ 5 h 7"/>
              <a:gd name="T2" fmla="*/ 2 w 4"/>
              <a:gd name="T3" fmla="*/ 0 h 7"/>
              <a:gd name="T4" fmla="*/ 1 w 4"/>
              <a:gd name="T5" fmla="*/ 7 h 7"/>
              <a:gd name="T6" fmla="*/ 4 w 4"/>
              <a:gd name="T7" fmla="*/ 7 h 7"/>
              <a:gd name="T8" fmla="*/ 4 w 4"/>
              <a:gd name="T9" fmla="*/ 5 h 7"/>
            </a:gdLst>
            <a:ahLst/>
            <a:cxnLst>
              <a:cxn ang="0">
                <a:pos x="T0" y="T1"/>
              </a:cxn>
              <a:cxn ang="0">
                <a:pos x="T2" y="T3"/>
              </a:cxn>
              <a:cxn ang="0">
                <a:pos x="T4" y="T5"/>
              </a:cxn>
              <a:cxn ang="0">
                <a:pos x="T6" y="T7"/>
              </a:cxn>
              <a:cxn ang="0">
                <a:pos x="T8" y="T9"/>
              </a:cxn>
            </a:cxnLst>
            <a:rect l="0" t="0" r="r" b="b"/>
            <a:pathLst>
              <a:path w="4" h="7">
                <a:moveTo>
                  <a:pt x="4" y="5"/>
                </a:moveTo>
                <a:cubicBezTo>
                  <a:pt x="4" y="3"/>
                  <a:pt x="3" y="1"/>
                  <a:pt x="2" y="0"/>
                </a:cubicBezTo>
                <a:cubicBezTo>
                  <a:pt x="0" y="2"/>
                  <a:pt x="2" y="4"/>
                  <a:pt x="1" y="7"/>
                </a:cubicBezTo>
                <a:cubicBezTo>
                  <a:pt x="2" y="7"/>
                  <a:pt x="3" y="7"/>
                  <a:pt x="4" y="7"/>
                </a:cubicBezTo>
                <a:cubicBezTo>
                  <a:pt x="4" y="6"/>
                  <a:pt x="4" y="5"/>
                  <a:pt x="4" y="5"/>
                </a:cubicBezTo>
                <a:close/>
              </a:path>
            </a:pathLst>
          </a:custGeom>
          <a:solidFill>
            <a:schemeClr val="bg2">
              <a:lumMod val="75000"/>
              <a:lumOff val="25000"/>
            </a:schemeClr>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633" name="Other"/>
          <p:cNvGrpSpPr/>
          <p:nvPr/>
        </p:nvGrpSpPr>
        <p:grpSpPr>
          <a:xfrm>
            <a:off x="6378575" y="1049813"/>
            <a:ext cx="5808663" cy="4992688"/>
            <a:chOff x="6378575" y="1049813"/>
            <a:chExt cx="5808663" cy="4992688"/>
          </a:xfrm>
          <a:solidFill>
            <a:schemeClr val="bg2">
              <a:lumMod val="75000"/>
              <a:lumOff val="25000"/>
            </a:schemeClr>
          </a:solidFill>
        </p:grpSpPr>
        <p:sp>
          <p:nvSpPr>
            <p:cNvPr id="615" name="Freeform 598"/>
            <p:cNvSpPr>
              <a:spLocks/>
            </p:cNvSpPr>
            <p:nvPr/>
          </p:nvSpPr>
          <p:spPr bwMode="auto">
            <a:xfrm>
              <a:off x="9996488" y="4234338"/>
              <a:ext cx="1397000" cy="946150"/>
            </a:xfrm>
            <a:custGeom>
              <a:avLst/>
              <a:gdLst>
                <a:gd name="T0" fmla="*/ 319 w 353"/>
                <a:gd name="T1" fmla="*/ 146 h 239"/>
                <a:gd name="T2" fmla="*/ 344 w 353"/>
                <a:gd name="T3" fmla="*/ 140 h 239"/>
                <a:gd name="T4" fmla="*/ 350 w 353"/>
                <a:gd name="T5" fmla="*/ 128 h 239"/>
                <a:gd name="T6" fmla="*/ 351 w 353"/>
                <a:gd name="T7" fmla="*/ 111 h 239"/>
                <a:gd name="T8" fmla="*/ 352 w 353"/>
                <a:gd name="T9" fmla="*/ 93 h 239"/>
                <a:gd name="T10" fmla="*/ 341 w 353"/>
                <a:gd name="T11" fmla="*/ 84 h 239"/>
                <a:gd name="T12" fmla="*/ 322 w 353"/>
                <a:gd name="T13" fmla="*/ 77 h 239"/>
                <a:gd name="T14" fmla="*/ 306 w 353"/>
                <a:gd name="T15" fmla="*/ 74 h 239"/>
                <a:gd name="T16" fmla="*/ 276 w 353"/>
                <a:gd name="T17" fmla="*/ 66 h 239"/>
                <a:gd name="T18" fmla="*/ 260 w 353"/>
                <a:gd name="T19" fmla="*/ 60 h 239"/>
                <a:gd name="T20" fmla="*/ 259 w 353"/>
                <a:gd name="T21" fmla="*/ 44 h 239"/>
                <a:gd name="T22" fmla="*/ 236 w 353"/>
                <a:gd name="T23" fmla="*/ 37 h 239"/>
                <a:gd name="T24" fmla="*/ 238 w 353"/>
                <a:gd name="T25" fmla="*/ 23 h 239"/>
                <a:gd name="T26" fmla="*/ 232 w 353"/>
                <a:gd name="T27" fmla="*/ 6 h 239"/>
                <a:gd name="T28" fmla="*/ 204 w 353"/>
                <a:gd name="T29" fmla="*/ 4 h 239"/>
                <a:gd name="T30" fmla="*/ 188 w 353"/>
                <a:gd name="T31" fmla="*/ 10 h 239"/>
                <a:gd name="T32" fmla="*/ 170 w 353"/>
                <a:gd name="T33" fmla="*/ 16 h 239"/>
                <a:gd name="T34" fmla="*/ 153 w 353"/>
                <a:gd name="T35" fmla="*/ 30 h 239"/>
                <a:gd name="T36" fmla="*/ 132 w 353"/>
                <a:gd name="T37" fmla="*/ 27 h 239"/>
                <a:gd name="T38" fmla="*/ 117 w 353"/>
                <a:gd name="T39" fmla="*/ 27 h 239"/>
                <a:gd name="T40" fmla="*/ 99 w 353"/>
                <a:gd name="T41" fmla="*/ 23 h 239"/>
                <a:gd name="T42" fmla="*/ 84 w 353"/>
                <a:gd name="T43" fmla="*/ 19 h 239"/>
                <a:gd name="T44" fmla="*/ 46 w 353"/>
                <a:gd name="T45" fmla="*/ 16 h 239"/>
                <a:gd name="T46" fmla="*/ 31 w 353"/>
                <a:gd name="T47" fmla="*/ 36 h 239"/>
                <a:gd name="T48" fmla="*/ 37 w 353"/>
                <a:gd name="T49" fmla="*/ 63 h 239"/>
                <a:gd name="T50" fmla="*/ 11 w 353"/>
                <a:gd name="T51" fmla="*/ 88 h 239"/>
                <a:gd name="T52" fmla="*/ 8 w 353"/>
                <a:gd name="T53" fmla="*/ 105 h 239"/>
                <a:gd name="T54" fmla="*/ 12 w 353"/>
                <a:gd name="T55" fmla="*/ 132 h 239"/>
                <a:gd name="T56" fmla="*/ 37 w 353"/>
                <a:gd name="T57" fmla="*/ 137 h 239"/>
                <a:gd name="T58" fmla="*/ 60 w 353"/>
                <a:gd name="T59" fmla="*/ 139 h 239"/>
                <a:gd name="T60" fmla="*/ 90 w 353"/>
                <a:gd name="T61" fmla="*/ 127 h 239"/>
                <a:gd name="T62" fmla="*/ 102 w 353"/>
                <a:gd name="T63" fmla="*/ 123 h 239"/>
                <a:gd name="T64" fmla="*/ 114 w 353"/>
                <a:gd name="T65" fmla="*/ 125 h 239"/>
                <a:gd name="T66" fmla="*/ 122 w 353"/>
                <a:gd name="T67" fmla="*/ 128 h 239"/>
                <a:gd name="T68" fmla="*/ 131 w 353"/>
                <a:gd name="T69" fmla="*/ 132 h 239"/>
                <a:gd name="T70" fmla="*/ 139 w 353"/>
                <a:gd name="T71" fmla="*/ 142 h 239"/>
                <a:gd name="T72" fmla="*/ 144 w 353"/>
                <a:gd name="T73" fmla="*/ 155 h 239"/>
                <a:gd name="T74" fmla="*/ 146 w 353"/>
                <a:gd name="T75" fmla="*/ 166 h 239"/>
                <a:gd name="T76" fmla="*/ 151 w 353"/>
                <a:gd name="T77" fmla="*/ 182 h 239"/>
                <a:gd name="T78" fmla="*/ 139 w 353"/>
                <a:gd name="T79" fmla="*/ 182 h 239"/>
                <a:gd name="T80" fmla="*/ 134 w 353"/>
                <a:gd name="T81" fmla="*/ 191 h 239"/>
                <a:gd name="T82" fmla="*/ 125 w 353"/>
                <a:gd name="T83" fmla="*/ 206 h 239"/>
                <a:gd name="T84" fmla="*/ 149 w 353"/>
                <a:gd name="T85" fmla="*/ 213 h 239"/>
                <a:gd name="T86" fmla="*/ 150 w 353"/>
                <a:gd name="T87" fmla="*/ 202 h 239"/>
                <a:gd name="T88" fmla="*/ 169 w 353"/>
                <a:gd name="T89" fmla="*/ 178 h 239"/>
                <a:gd name="T90" fmla="*/ 189 w 353"/>
                <a:gd name="T91" fmla="*/ 162 h 239"/>
                <a:gd name="T92" fmla="*/ 184 w 353"/>
                <a:gd name="T93" fmla="*/ 177 h 239"/>
                <a:gd name="T94" fmla="*/ 199 w 353"/>
                <a:gd name="T95" fmla="*/ 189 h 239"/>
                <a:gd name="T96" fmla="*/ 222 w 353"/>
                <a:gd name="T97" fmla="*/ 191 h 239"/>
                <a:gd name="T98" fmla="*/ 206 w 353"/>
                <a:gd name="T99" fmla="*/ 207 h 239"/>
                <a:gd name="T100" fmla="*/ 221 w 353"/>
                <a:gd name="T101" fmla="*/ 216 h 239"/>
                <a:gd name="T102" fmla="*/ 222 w 353"/>
                <a:gd name="T103" fmla="*/ 235 h 239"/>
                <a:gd name="T104" fmla="*/ 254 w 353"/>
                <a:gd name="T105" fmla="*/ 225 h 239"/>
                <a:gd name="T106" fmla="*/ 273 w 353"/>
                <a:gd name="T107" fmla="*/ 219 h 239"/>
                <a:gd name="T108" fmla="*/ 279 w 353"/>
                <a:gd name="T109" fmla="*/ 209 h 239"/>
                <a:gd name="T110" fmla="*/ 255 w 353"/>
                <a:gd name="T111" fmla="*/ 205 h 239"/>
                <a:gd name="T112" fmla="*/ 254 w 353"/>
                <a:gd name="T113" fmla="*/ 190 h 239"/>
                <a:gd name="T114" fmla="*/ 288 w 353"/>
                <a:gd name="T115" fmla="*/ 173 h 239"/>
                <a:gd name="T116" fmla="*/ 304 w 353"/>
                <a:gd name="T117" fmla="*/ 16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53" h="239">
                  <a:moveTo>
                    <a:pt x="314" y="160"/>
                  </a:moveTo>
                  <a:cubicBezTo>
                    <a:pt x="315" y="158"/>
                    <a:pt x="317" y="157"/>
                    <a:pt x="316" y="156"/>
                  </a:cubicBezTo>
                  <a:cubicBezTo>
                    <a:pt x="316" y="156"/>
                    <a:pt x="315" y="156"/>
                    <a:pt x="315" y="155"/>
                  </a:cubicBezTo>
                  <a:cubicBezTo>
                    <a:pt x="315" y="154"/>
                    <a:pt x="316" y="152"/>
                    <a:pt x="316" y="150"/>
                  </a:cubicBezTo>
                  <a:cubicBezTo>
                    <a:pt x="317" y="148"/>
                    <a:pt x="317" y="147"/>
                    <a:pt x="319" y="146"/>
                  </a:cubicBezTo>
                  <a:cubicBezTo>
                    <a:pt x="321" y="146"/>
                    <a:pt x="322" y="146"/>
                    <a:pt x="324" y="146"/>
                  </a:cubicBezTo>
                  <a:cubicBezTo>
                    <a:pt x="326" y="145"/>
                    <a:pt x="325" y="144"/>
                    <a:pt x="326" y="142"/>
                  </a:cubicBezTo>
                  <a:cubicBezTo>
                    <a:pt x="327" y="140"/>
                    <a:pt x="329" y="139"/>
                    <a:pt x="331" y="139"/>
                  </a:cubicBezTo>
                  <a:cubicBezTo>
                    <a:pt x="333" y="139"/>
                    <a:pt x="335" y="140"/>
                    <a:pt x="338" y="140"/>
                  </a:cubicBezTo>
                  <a:cubicBezTo>
                    <a:pt x="340" y="140"/>
                    <a:pt x="342" y="142"/>
                    <a:pt x="344" y="140"/>
                  </a:cubicBezTo>
                  <a:cubicBezTo>
                    <a:pt x="346" y="139"/>
                    <a:pt x="346" y="138"/>
                    <a:pt x="346" y="136"/>
                  </a:cubicBezTo>
                  <a:cubicBezTo>
                    <a:pt x="345" y="136"/>
                    <a:pt x="345" y="136"/>
                    <a:pt x="345" y="136"/>
                  </a:cubicBezTo>
                  <a:cubicBezTo>
                    <a:pt x="346" y="135"/>
                    <a:pt x="347" y="134"/>
                    <a:pt x="347" y="133"/>
                  </a:cubicBezTo>
                  <a:cubicBezTo>
                    <a:pt x="348" y="132"/>
                    <a:pt x="347" y="131"/>
                    <a:pt x="348" y="130"/>
                  </a:cubicBezTo>
                  <a:cubicBezTo>
                    <a:pt x="348" y="129"/>
                    <a:pt x="350" y="129"/>
                    <a:pt x="350" y="128"/>
                  </a:cubicBezTo>
                  <a:cubicBezTo>
                    <a:pt x="350" y="127"/>
                    <a:pt x="348" y="127"/>
                    <a:pt x="347" y="127"/>
                  </a:cubicBezTo>
                  <a:cubicBezTo>
                    <a:pt x="347" y="125"/>
                    <a:pt x="348" y="124"/>
                    <a:pt x="348" y="123"/>
                  </a:cubicBezTo>
                  <a:cubicBezTo>
                    <a:pt x="348" y="122"/>
                    <a:pt x="347" y="120"/>
                    <a:pt x="347" y="120"/>
                  </a:cubicBezTo>
                  <a:cubicBezTo>
                    <a:pt x="345" y="117"/>
                    <a:pt x="342" y="116"/>
                    <a:pt x="345" y="113"/>
                  </a:cubicBezTo>
                  <a:cubicBezTo>
                    <a:pt x="346" y="112"/>
                    <a:pt x="351" y="113"/>
                    <a:pt x="351" y="111"/>
                  </a:cubicBezTo>
                  <a:cubicBezTo>
                    <a:pt x="352" y="109"/>
                    <a:pt x="349" y="109"/>
                    <a:pt x="348" y="109"/>
                  </a:cubicBezTo>
                  <a:cubicBezTo>
                    <a:pt x="346" y="109"/>
                    <a:pt x="345" y="109"/>
                    <a:pt x="344" y="107"/>
                  </a:cubicBezTo>
                  <a:cubicBezTo>
                    <a:pt x="343" y="104"/>
                    <a:pt x="346" y="105"/>
                    <a:pt x="348" y="104"/>
                  </a:cubicBezTo>
                  <a:cubicBezTo>
                    <a:pt x="349" y="103"/>
                    <a:pt x="352" y="99"/>
                    <a:pt x="352" y="98"/>
                  </a:cubicBezTo>
                  <a:cubicBezTo>
                    <a:pt x="353" y="96"/>
                    <a:pt x="352" y="95"/>
                    <a:pt x="352" y="93"/>
                  </a:cubicBezTo>
                  <a:cubicBezTo>
                    <a:pt x="351" y="91"/>
                    <a:pt x="352" y="90"/>
                    <a:pt x="352" y="88"/>
                  </a:cubicBezTo>
                  <a:cubicBezTo>
                    <a:pt x="351" y="88"/>
                    <a:pt x="350" y="87"/>
                    <a:pt x="349" y="87"/>
                  </a:cubicBezTo>
                  <a:cubicBezTo>
                    <a:pt x="347" y="88"/>
                    <a:pt x="347" y="89"/>
                    <a:pt x="346" y="89"/>
                  </a:cubicBezTo>
                  <a:cubicBezTo>
                    <a:pt x="345" y="88"/>
                    <a:pt x="344" y="88"/>
                    <a:pt x="343" y="88"/>
                  </a:cubicBezTo>
                  <a:cubicBezTo>
                    <a:pt x="342" y="86"/>
                    <a:pt x="342" y="85"/>
                    <a:pt x="341" y="84"/>
                  </a:cubicBezTo>
                  <a:cubicBezTo>
                    <a:pt x="339" y="83"/>
                    <a:pt x="337" y="84"/>
                    <a:pt x="336" y="83"/>
                  </a:cubicBezTo>
                  <a:cubicBezTo>
                    <a:pt x="335" y="82"/>
                    <a:pt x="335" y="80"/>
                    <a:pt x="333" y="80"/>
                  </a:cubicBezTo>
                  <a:cubicBezTo>
                    <a:pt x="332" y="80"/>
                    <a:pt x="331" y="81"/>
                    <a:pt x="330" y="81"/>
                  </a:cubicBezTo>
                  <a:cubicBezTo>
                    <a:pt x="329" y="82"/>
                    <a:pt x="326" y="79"/>
                    <a:pt x="326" y="79"/>
                  </a:cubicBezTo>
                  <a:cubicBezTo>
                    <a:pt x="324" y="78"/>
                    <a:pt x="324" y="77"/>
                    <a:pt x="322" y="77"/>
                  </a:cubicBezTo>
                  <a:cubicBezTo>
                    <a:pt x="320" y="77"/>
                    <a:pt x="319" y="76"/>
                    <a:pt x="318" y="75"/>
                  </a:cubicBezTo>
                  <a:cubicBezTo>
                    <a:pt x="317" y="74"/>
                    <a:pt x="316" y="73"/>
                    <a:pt x="315" y="73"/>
                  </a:cubicBezTo>
                  <a:cubicBezTo>
                    <a:pt x="313" y="73"/>
                    <a:pt x="314" y="76"/>
                    <a:pt x="313" y="77"/>
                  </a:cubicBezTo>
                  <a:cubicBezTo>
                    <a:pt x="312" y="79"/>
                    <a:pt x="312" y="78"/>
                    <a:pt x="311" y="77"/>
                  </a:cubicBezTo>
                  <a:cubicBezTo>
                    <a:pt x="309" y="76"/>
                    <a:pt x="308" y="75"/>
                    <a:pt x="306" y="74"/>
                  </a:cubicBezTo>
                  <a:cubicBezTo>
                    <a:pt x="304" y="71"/>
                    <a:pt x="304" y="67"/>
                    <a:pt x="301" y="65"/>
                  </a:cubicBezTo>
                  <a:cubicBezTo>
                    <a:pt x="298" y="61"/>
                    <a:pt x="296" y="65"/>
                    <a:pt x="293" y="65"/>
                  </a:cubicBezTo>
                  <a:cubicBezTo>
                    <a:pt x="291" y="65"/>
                    <a:pt x="289" y="64"/>
                    <a:pt x="287" y="65"/>
                  </a:cubicBezTo>
                  <a:cubicBezTo>
                    <a:pt x="286" y="66"/>
                    <a:pt x="285" y="68"/>
                    <a:pt x="284" y="69"/>
                  </a:cubicBezTo>
                  <a:cubicBezTo>
                    <a:pt x="283" y="66"/>
                    <a:pt x="278" y="67"/>
                    <a:pt x="276" y="66"/>
                  </a:cubicBezTo>
                  <a:cubicBezTo>
                    <a:pt x="274" y="65"/>
                    <a:pt x="273" y="63"/>
                    <a:pt x="271" y="63"/>
                  </a:cubicBezTo>
                  <a:cubicBezTo>
                    <a:pt x="268" y="63"/>
                    <a:pt x="266" y="64"/>
                    <a:pt x="265" y="65"/>
                  </a:cubicBezTo>
                  <a:cubicBezTo>
                    <a:pt x="265" y="64"/>
                    <a:pt x="264" y="64"/>
                    <a:pt x="264" y="64"/>
                  </a:cubicBezTo>
                  <a:cubicBezTo>
                    <a:pt x="263" y="63"/>
                    <a:pt x="263" y="62"/>
                    <a:pt x="263" y="62"/>
                  </a:cubicBezTo>
                  <a:cubicBezTo>
                    <a:pt x="262" y="61"/>
                    <a:pt x="261" y="61"/>
                    <a:pt x="260" y="60"/>
                  </a:cubicBezTo>
                  <a:cubicBezTo>
                    <a:pt x="258" y="57"/>
                    <a:pt x="261" y="56"/>
                    <a:pt x="261" y="53"/>
                  </a:cubicBezTo>
                  <a:cubicBezTo>
                    <a:pt x="261" y="52"/>
                    <a:pt x="260" y="52"/>
                    <a:pt x="259" y="51"/>
                  </a:cubicBezTo>
                  <a:cubicBezTo>
                    <a:pt x="259" y="50"/>
                    <a:pt x="260" y="49"/>
                    <a:pt x="259" y="48"/>
                  </a:cubicBezTo>
                  <a:cubicBezTo>
                    <a:pt x="259" y="47"/>
                    <a:pt x="258" y="47"/>
                    <a:pt x="258" y="46"/>
                  </a:cubicBezTo>
                  <a:cubicBezTo>
                    <a:pt x="258" y="45"/>
                    <a:pt x="259" y="45"/>
                    <a:pt x="259" y="44"/>
                  </a:cubicBezTo>
                  <a:cubicBezTo>
                    <a:pt x="257" y="43"/>
                    <a:pt x="256" y="42"/>
                    <a:pt x="254" y="40"/>
                  </a:cubicBezTo>
                  <a:cubicBezTo>
                    <a:pt x="253" y="38"/>
                    <a:pt x="252" y="37"/>
                    <a:pt x="250" y="38"/>
                  </a:cubicBezTo>
                  <a:cubicBezTo>
                    <a:pt x="249" y="39"/>
                    <a:pt x="248" y="40"/>
                    <a:pt x="246" y="39"/>
                  </a:cubicBezTo>
                  <a:cubicBezTo>
                    <a:pt x="245" y="39"/>
                    <a:pt x="245" y="38"/>
                    <a:pt x="244" y="38"/>
                  </a:cubicBezTo>
                  <a:cubicBezTo>
                    <a:pt x="242" y="36"/>
                    <a:pt x="239" y="37"/>
                    <a:pt x="236" y="37"/>
                  </a:cubicBezTo>
                  <a:cubicBezTo>
                    <a:pt x="237" y="36"/>
                    <a:pt x="238" y="35"/>
                    <a:pt x="238" y="34"/>
                  </a:cubicBezTo>
                  <a:cubicBezTo>
                    <a:pt x="238" y="33"/>
                    <a:pt x="237" y="33"/>
                    <a:pt x="236" y="32"/>
                  </a:cubicBezTo>
                  <a:cubicBezTo>
                    <a:pt x="236" y="31"/>
                    <a:pt x="237" y="30"/>
                    <a:pt x="237" y="29"/>
                  </a:cubicBezTo>
                  <a:cubicBezTo>
                    <a:pt x="237" y="27"/>
                    <a:pt x="236" y="27"/>
                    <a:pt x="235" y="26"/>
                  </a:cubicBezTo>
                  <a:cubicBezTo>
                    <a:pt x="233" y="23"/>
                    <a:pt x="236" y="23"/>
                    <a:pt x="238" y="23"/>
                  </a:cubicBezTo>
                  <a:cubicBezTo>
                    <a:pt x="239" y="22"/>
                    <a:pt x="240" y="22"/>
                    <a:pt x="240" y="21"/>
                  </a:cubicBezTo>
                  <a:cubicBezTo>
                    <a:pt x="241" y="20"/>
                    <a:pt x="240" y="18"/>
                    <a:pt x="239" y="18"/>
                  </a:cubicBezTo>
                  <a:cubicBezTo>
                    <a:pt x="238" y="17"/>
                    <a:pt x="237" y="17"/>
                    <a:pt x="236" y="16"/>
                  </a:cubicBezTo>
                  <a:cubicBezTo>
                    <a:pt x="235" y="15"/>
                    <a:pt x="235" y="14"/>
                    <a:pt x="234" y="13"/>
                  </a:cubicBezTo>
                  <a:cubicBezTo>
                    <a:pt x="233" y="10"/>
                    <a:pt x="233" y="8"/>
                    <a:pt x="232" y="6"/>
                  </a:cubicBezTo>
                  <a:cubicBezTo>
                    <a:pt x="231" y="4"/>
                    <a:pt x="229" y="1"/>
                    <a:pt x="227" y="1"/>
                  </a:cubicBezTo>
                  <a:cubicBezTo>
                    <a:pt x="225" y="2"/>
                    <a:pt x="225" y="4"/>
                    <a:pt x="223" y="4"/>
                  </a:cubicBezTo>
                  <a:cubicBezTo>
                    <a:pt x="223" y="0"/>
                    <a:pt x="217" y="2"/>
                    <a:pt x="215" y="3"/>
                  </a:cubicBezTo>
                  <a:cubicBezTo>
                    <a:pt x="213" y="4"/>
                    <a:pt x="211" y="6"/>
                    <a:pt x="209" y="6"/>
                  </a:cubicBezTo>
                  <a:cubicBezTo>
                    <a:pt x="207" y="5"/>
                    <a:pt x="206" y="4"/>
                    <a:pt x="204" y="4"/>
                  </a:cubicBezTo>
                  <a:cubicBezTo>
                    <a:pt x="199" y="1"/>
                    <a:pt x="201" y="6"/>
                    <a:pt x="199" y="9"/>
                  </a:cubicBezTo>
                  <a:cubicBezTo>
                    <a:pt x="199" y="11"/>
                    <a:pt x="196" y="12"/>
                    <a:pt x="194" y="12"/>
                  </a:cubicBezTo>
                  <a:cubicBezTo>
                    <a:pt x="192" y="13"/>
                    <a:pt x="191" y="11"/>
                    <a:pt x="189" y="10"/>
                  </a:cubicBezTo>
                  <a:cubicBezTo>
                    <a:pt x="189" y="10"/>
                    <a:pt x="189" y="10"/>
                    <a:pt x="189" y="10"/>
                  </a:cubicBezTo>
                  <a:cubicBezTo>
                    <a:pt x="189" y="10"/>
                    <a:pt x="189" y="10"/>
                    <a:pt x="188" y="10"/>
                  </a:cubicBezTo>
                  <a:cubicBezTo>
                    <a:pt x="189" y="12"/>
                    <a:pt x="185" y="10"/>
                    <a:pt x="184" y="10"/>
                  </a:cubicBezTo>
                  <a:cubicBezTo>
                    <a:pt x="182" y="9"/>
                    <a:pt x="181" y="11"/>
                    <a:pt x="179" y="11"/>
                  </a:cubicBezTo>
                  <a:cubicBezTo>
                    <a:pt x="177" y="12"/>
                    <a:pt x="175" y="10"/>
                    <a:pt x="173" y="11"/>
                  </a:cubicBezTo>
                  <a:cubicBezTo>
                    <a:pt x="173" y="12"/>
                    <a:pt x="173" y="13"/>
                    <a:pt x="172" y="14"/>
                  </a:cubicBezTo>
                  <a:cubicBezTo>
                    <a:pt x="172" y="14"/>
                    <a:pt x="171" y="15"/>
                    <a:pt x="170" y="16"/>
                  </a:cubicBezTo>
                  <a:cubicBezTo>
                    <a:pt x="166" y="19"/>
                    <a:pt x="163" y="23"/>
                    <a:pt x="165" y="28"/>
                  </a:cubicBezTo>
                  <a:cubicBezTo>
                    <a:pt x="165" y="30"/>
                    <a:pt x="167" y="33"/>
                    <a:pt x="166" y="35"/>
                  </a:cubicBezTo>
                  <a:cubicBezTo>
                    <a:pt x="165" y="36"/>
                    <a:pt x="163" y="37"/>
                    <a:pt x="162" y="36"/>
                  </a:cubicBezTo>
                  <a:cubicBezTo>
                    <a:pt x="160" y="35"/>
                    <a:pt x="160" y="32"/>
                    <a:pt x="159" y="31"/>
                  </a:cubicBezTo>
                  <a:cubicBezTo>
                    <a:pt x="157" y="29"/>
                    <a:pt x="155" y="30"/>
                    <a:pt x="153" y="30"/>
                  </a:cubicBezTo>
                  <a:cubicBezTo>
                    <a:pt x="151" y="31"/>
                    <a:pt x="149" y="29"/>
                    <a:pt x="147" y="29"/>
                  </a:cubicBezTo>
                  <a:cubicBezTo>
                    <a:pt x="146" y="29"/>
                    <a:pt x="146" y="30"/>
                    <a:pt x="145" y="31"/>
                  </a:cubicBezTo>
                  <a:cubicBezTo>
                    <a:pt x="144" y="32"/>
                    <a:pt x="143" y="32"/>
                    <a:pt x="142" y="32"/>
                  </a:cubicBezTo>
                  <a:cubicBezTo>
                    <a:pt x="138" y="33"/>
                    <a:pt x="141" y="26"/>
                    <a:pt x="136" y="25"/>
                  </a:cubicBezTo>
                  <a:cubicBezTo>
                    <a:pt x="135" y="25"/>
                    <a:pt x="134" y="26"/>
                    <a:pt x="132" y="27"/>
                  </a:cubicBezTo>
                  <a:cubicBezTo>
                    <a:pt x="130" y="28"/>
                    <a:pt x="131" y="29"/>
                    <a:pt x="130" y="31"/>
                  </a:cubicBezTo>
                  <a:cubicBezTo>
                    <a:pt x="128" y="31"/>
                    <a:pt x="128" y="29"/>
                    <a:pt x="127" y="28"/>
                  </a:cubicBezTo>
                  <a:cubicBezTo>
                    <a:pt x="125" y="26"/>
                    <a:pt x="125" y="27"/>
                    <a:pt x="123" y="27"/>
                  </a:cubicBezTo>
                  <a:cubicBezTo>
                    <a:pt x="121" y="27"/>
                    <a:pt x="121" y="26"/>
                    <a:pt x="120" y="25"/>
                  </a:cubicBezTo>
                  <a:cubicBezTo>
                    <a:pt x="118" y="24"/>
                    <a:pt x="118" y="27"/>
                    <a:pt x="117" y="27"/>
                  </a:cubicBezTo>
                  <a:cubicBezTo>
                    <a:pt x="115" y="27"/>
                    <a:pt x="114" y="25"/>
                    <a:pt x="112" y="26"/>
                  </a:cubicBezTo>
                  <a:cubicBezTo>
                    <a:pt x="111" y="26"/>
                    <a:pt x="112" y="28"/>
                    <a:pt x="111" y="29"/>
                  </a:cubicBezTo>
                  <a:cubicBezTo>
                    <a:pt x="109" y="31"/>
                    <a:pt x="109" y="28"/>
                    <a:pt x="108" y="27"/>
                  </a:cubicBezTo>
                  <a:cubicBezTo>
                    <a:pt x="108" y="25"/>
                    <a:pt x="107" y="25"/>
                    <a:pt x="105" y="25"/>
                  </a:cubicBezTo>
                  <a:cubicBezTo>
                    <a:pt x="103" y="28"/>
                    <a:pt x="100" y="24"/>
                    <a:pt x="99" y="23"/>
                  </a:cubicBezTo>
                  <a:cubicBezTo>
                    <a:pt x="98" y="22"/>
                    <a:pt x="98" y="20"/>
                    <a:pt x="97" y="20"/>
                  </a:cubicBezTo>
                  <a:cubicBezTo>
                    <a:pt x="95" y="20"/>
                    <a:pt x="96" y="21"/>
                    <a:pt x="95" y="21"/>
                  </a:cubicBezTo>
                  <a:cubicBezTo>
                    <a:pt x="94" y="21"/>
                    <a:pt x="93" y="21"/>
                    <a:pt x="93" y="21"/>
                  </a:cubicBezTo>
                  <a:cubicBezTo>
                    <a:pt x="91" y="20"/>
                    <a:pt x="90" y="20"/>
                    <a:pt x="88" y="20"/>
                  </a:cubicBezTo>
                  <a:cubicBezTo>
                    <a:pt x="87" y="20"/>
                    <a:pt x="86" y="20"/>
                    <a:pt x="84" y="19"/>
                  </a:cubicBezTo>
                  <a:cubicBezTo>
                    <a:pt x="81" y="18"/>
                    <a:pt x="78" y="17"/>
                    <a:pt x="74" y="16"/>
                  </a:cubicBezTo>
                  <a:cubicBezTo>
                    <a:pt x="71" y="16"/>
                    <a:pt x="69" y="15"/>
                    <a:pt x="66" y="15"/>
                  </a:cubicBezTo>
                  <a:cubicBezTo>
                    <a:pt x="63" y="15"/>
                    <a:pt x="61" y="15"/>
                    <a:pt x="58" y="15"/>
                  </a:cubicBezTo>
                  <a:cubicBezTo>
                    <a:pt x="56" y="15"/>
                    <a:pt x="55" y="16"/>
                    <a:pt x="53" y="16"/>
                  </a:cubicBezTo>
                  <a:cubicBezTo>
                    <a:pt x="50" y="16"/>
                    <a:pt x="48" y="16"/>
                    <a:pt x="46" y="16"/>
                  </a:cubicBezTo>
                  <a:cubicBezTo>
                    <a:pt x="42" y="17"/>
                    <a:pt x="42" y="21"/>
                    <a:pt x="39" y="24"/>
                  </a:cubicBezTo>
                  <a:cubicBezTo>
                    <a:pt x="38" y="26"/>
                    <a:pt x="37" y="26"/>
                    <a:pt x="35" y="26"/>
                  </a:cubicBezTo>
                  <a:cubicBezTo>
                    <a:pt x="33" y="25"/>
                    <a:pt x="31" y="24"/>
                    <a:pt x="28" y="25"/>
                  </a:cubicBezTo>
                  <a:cubicBezTo>
                    <a:pt x="28" y="27"/>
                    <a:pt x="30" y="29"/>
                    <a:pt x="31" y="31"/>
                  </a:cubicBezTo>
                  <a:cubicBezTo>
                    <a:pt x="31" y="33"/>
                    <a:pt x="29" y="35"/>
                    <a:pt x="31" y="36"/>
                  </a:cubicBezTo>
                  <a:cubicBezTo>
                    <a:pt x="32" y="38"/>
                    <a:pt x="34" y="41"/>
                    <a:pt x="35" y="43"/>
                  </a:cubicBezTo>
                  <a:cubicBezTo>
                    <a:pt x="35" y="44"/>
                    <a:pt x="36" y="46"/>
                    <a:pt x="37" y="47"/>
                  </a:cubicBezTo>
                  <a:cubicBezTo>
                    <a:pt x="38" y="48"/>
                    <a:pt x="39" y="48"/>
                    <a:pt x="39" y="50"/>
                  </a:cubicBezTo>
                  <a:cubicBezTo>
                    <a:pt x="37" y="50"/>
                    <a:pt x="36" y="52"/>
                    <a:pt x="38" y="53"/>
                  </a:cubicBezTo>
                  <a:cubicBezTo>
                    <a:pt x="39" y="57"/>
                    <a:pt x="37" y="59"/>
                    <a:pt x="37" y="63"/>
                  </a:cubicBezTo>
                  <a:cubicBezTo>
                    <a:pt x="36" y="64"/>
                    <a:pt x="34" y="64"/>
                    <a:pt x="32" y="64"/>
                  </a:cubicBezTo>
                  <a:cubicBezTo>
                    <a:pt x="31" y="65"/>
                    <a:pt x="30" y="66"/>
                    <a:pt x="29" y="67"/>
                  </a:cubicBezTo>
                  <a:cubicBezTo>
                    <a:pt x="27" y="69"/>
                    <a:pt x="25" y="71"/>
                    <a:pt x="22" y="73"/>
                  </a:cubicBezTo>
                  <a:cubicBezTo>
                    <a:pt x="20" y="75"/>
                    <a:pt x="19" y="77"/>
                    <a:pt x="17" y="80"/>
                  </a:cubicBezTo>
                  <a:cubicBezTo>
                    <a:pt x="15" y="82"/>
                    <a:pt x="12" y="85"/>
                    <a:pt x="11" y="88"/>
                  </a:cubicBezTo>
                  <a:cubicBezTo>
                    <a:pt x="9" y="90"/>
                    <a:pt x="12" y="91"/>
                    <a:pt x="12" y="94"/>
                  </a:cubicBezTo>
                  <a:cubicBezTo>
                    <a:pt x="12" y="97"/>
                    <a:pt x="10" y="99"/>
                    <a:pt x="12" y="101"/>
                  </a:cubicBezTo>
                  <a:cubicBezTo>
                    <a:pt x="13" y="102"/>
                    <a:pt x="15" y="104"/>
                    <a:pt x="14" y="105"/>
                  </a:cubicBezTo>
                  <a:cubicBezTo>
                    <a:pt x="13" y="107"/>
                    <a:pt x="10" y="104"/>
                    <a:pt x="8" y="103"/>
                  </a:cubicBezTo>
                  <a:cubicBezTo>
                    <a:pt x="8" y="104"/>
                    <a:pt x="8" y="104"/>
                    <a:pt x="8" y="105"/>
                  </a:cubicBezTo>
                  <a:cubicBezTo>
                    <a:pt x="6" y="107"/>
                    <a:pt x="6" y="111"/>
                    <a:pt x="5" y="114"/>
                  </a:cubicBezTo>
                  <a:cubicBezTo>
                    <a:pt x="3" y="117"/>
                    <a:pt x="0" y="119"/>
                    <a:pt x="0" y="123"/>
                  </a:cubicBezTo>
                  <a:cubicBezTo>
                    <a:pt x="4" y="124"/>
                    <a:pt x="2" y="126"/>
                    <a:pt x="4" y="128"/>
                  </a:cubicBezTo>
                  <a:cubicBezTo>
                    <a:pt x="5" y="129"/>
                    <a:pt x="7" y="128"/>
                    <a:pt x="8" y="130"/>
                  </a:cubicBezTo>
                  <a:cubicBezTo>
                    <a:pt x="10" y="132"/>
                    <a:pt x="9" y="132"/>
                    <a:pt x="12" y="132"/>
                  </a:cubicBezTo>
                  <a:cubicBezTo>
                    <a:pt x="14" y="132"/>
                    <a:pt x="16" y="133"/>
                    <a:pt x="15" y="136"/>
                  </a:cubicBezTo>
                  <a:cubicBezTo>
                    <a:pt x="20" y="136"/>
                    <a:pt x="19" y="131"/>
                    <a:pt x="23" y="134"/>
                  </a:cubicBezTo>
                  <a:cubicBezTo>
                    <a:pt x="25" y="135"/>
                    <a:pt x="25" y="136"/>
                    <a:pt x="27" y="135"/>
                  </a:cubicBezTo>
                  <a:cubicBezTo>
                    <a:pt x="29" y="134"/>
                    <a:pt x="30" y="134"/>
                    <a:pt x="32" y="135"/>
                  </a:cubicBezTo>
                  <a:cubicBezTo>
                    <a:pt x="34" y="136"/>
                    <a:pt x="35" y="136"/>
                    <a:pt x="37" y="137"/>
                  </a:cubicBezTo>
                  <a:cubicBezTo>
                    <a:pt x="39" y="137"/>
                    <a:pt x="40" y="138"/>
                    <a:pt x="42" y="138"/>
                  </a:cubicBezTo>
                  <a:cubicBezTo>
                    <a:pt x="44" y="137"/>
                    <a:pt x="45" y="136"/>
                    <a:pt x="47" y="137"/>
                  </a:cubicBezTo>
                  <a:cubicBezTo>
                    <a:pt x="49" y="137"/>
                    <a:pt x="49" y="138"/>
                    <a:pt x="51" y="140"/>
                  </a:cubicBezTo>
                  <a:cubicBezTo>
                    <a:pt x="52" y="141"/>
                    <a:pt x="54" y="143"/>
                    <a:pt x="56" y="143"/>
                  </a:cubicBezTo>
                  <a:cubicBezTo>
                    <a:pt x="58" y="143"/>
                    <a:pt x="59" y="140"/>
                    <a:pt x="60" y="139"/>
                  </a:cubicBezTo>
                  <a:cubicBezTo>
                    <a:pt x="63" y="137"/>
                    <a:pt x="68" y="137"/>
                    <a:pt x="71" y="137"/>
                  </a:cubicBezTo>
                  <a:cubicBezTo>
                    <a:pt x="76" y="136"/>
                    <a:pt x="79" y="135"/>
                    <a:pt x="81" y="131"/>
                  </a:cubicBezTo>
                  <a:cubicBezTo>
                    <a:pt x="82" y="130"/>
                    <a:pt x="82" y="129"/>
                    <a:pt x="84" y="128"/>
                  </a:cubicBezTo>
                  <a:cubicBezTo>
                    <a:pt x="85" y="128"/>
                    <a:pt x="86" y="128"/>
                    <a:pt x="88" y="127"/>
                  </a:cubicBezTo>
                  <a:cubicBezTo>
                    <a:pt x="89" y="127"/>
                    <a:pt x="89" y="126"/>
                    <a:pt x="90" y="127"/>
                  </a:cubicBezTo>
                  <a:cubicBezTo>
                    <a:pt x="91" y="124"/>
                    <a:pt x="92" y="124"/>
                    <a:pt x="94" y="124"/>
                  </a:cubicBezTo>
                  <a:cubicBezTo>
                    <a:pt x="94" y="124"/>
                    <a:pt x="95" y="125"/>
                    <a:pt x="95" y="125"/>
                  </a:cubicBezTo>
                  <a:cubicBezTo>
                    <a:pt x="96" y="124"/>
                    <a:pt x="96" y="124"/>
                    <a:pt x="96" y="123"/>
                  </a:cubicBezTo>
                  <a:cubicBezTo>
                    <a:pt x="98" y="123"/>
                    <a:pt x="99" y="124"/>
                    <a:pt x="101" y="124"/>
                  </a:cubicBezTo>
                  <a:cubicBezTo>
                    <a:pt x="101" y="124"/>
                    <a:pt x="101" y="123"/>
                    <a:pt x="102" y="123"/>
                  </a:cubicBezTo>
                  <a:cubicBezTo>
                    <a:pt x="103" y="122"/>
                    <a:pt x="104" y="123"/>
                    <a:pt x="104" y="122"/>
                  </a:cubicBezTo>
                  <a:cubicBezTo>
                    <a:pt x="106" y="122"/>
                    <a:pt x="106" y="121"/>
                    <a:pt x="107" y="121"/>
                  </a:cubicBezTo>
                  <a:cubicBezTo>
                    <a:pt x="108" y="121"/>
                    <a:pt x="108" y="122"/>
                    <a:pt x="109" y="122"/>
                  </a:cubicBezTo>
                  <a:cubicBezTo>
                    <a:pt x="109" y="122"/>
                    <a:pt x="110" y="122"/>
                    <a:pt x="111" y="122"/>
                  </a:cubicBezTo>
                  <a:cubicBezTo>
                    <a:pt x="112" y="123"/>
                    <a:pt x="113" y="125"/>
                    <a:pt x="114" y="125"/>
                  </a:cubicBezTo>
                  <a:cubicBezTo>
                    <a:pt x="115" y="126"/>
                    <a:pt x="116" y="125"/>
                    <a:pt x="117" y="126"/>
                  </a:cubicBezTo>
                  <a:cubicBezTo>
                    <a:pt x="117" y="127"/>
                    <a:pt x="117" y="127"/>
                    <a:pt x="118" y="128"/>
                  </a:cubicBezTo>
                  <a:cubicBezTo>
                    <a:pt x="118" y="127"/>
                    <a:pt x="118" y="127"/>
                    <a:pt x="119" y="127"/>
                  </a:cubicBezTo>
                  <a:cubicBezTo>
                    <a:pt x="119" y="128"/>
                    <a:pt x="119" y="128"/>
                    <a:pt x="119" y="128"/>
                  </a:cubicBezTo>
                  <a:cubicBezTo>
                    <a:pt x="120" y="129"/>
                    <a:pt x="121" y="128"/>
                    <a:pt x="122" y="128"/>
                  </a:cubicBezTo>
                  <a:cubicBezTo>
                    <a:pt x="122" y="129"/>
                    <a:pt x="122" y="130"/>
                    <a:pt x="122" y="131"/>
                  </a:cubicBezTo>
                  <a:cubicBezTo>
                    <a:pt x="123" y="130"/>
                    <a:pt x="124" y="132"/>
                    <a:pt x="124" y="133"/>
                  </a:cubicBezTo>
                  <a:cubicBezTo>
                    <a:pt x="125" y="133"/>
                    <a:pt x="125" y="132"/>
                    <a:pt x="125" y="132"/>
                  </a:cubicBezTo>
                  <a:cubicBezTo>
                    <a:pt x="126" y="131"/>
                    <a:pt x="126" y="131"/>
                    <a:pt x="127" y="131"/>
                  </a:cubicBezTo>
                  <a:cubicBezTo>
                    <a:pt x="128" y="131"/>
                    <a:pt x="130" y="132"/>
                    <a:pt x="131" y="132"/>
                  </a:cubicBezTo>
                  <a:cubicBezTo>
                    <a:pt x="131" y="133"/>
                    <a:pt x="132" y="134"/>
                    <a:pt x="132" y="136"/>
                  </a:cubicBezTo>
                  <a:cubicBezTo>
                    <a:pt x="133" y="136"/>
                    <a:pt x="134" y="137"/>
                    <a:pt x="136" y="137"/>
                  </a:cubicBezTo>
                  <a:cubicBezTo>
                    <a:pt x="136" y="137"/>
                    <a:pt x="136" y="136"/>
                    <a:pt x="138" y="136"/>
                  </a:cubicBezTo>
                  <a:cubicBezTo>
                    <a:pt x="139" y="137"/>
                    <a:pt x="139" y="140"/>
                    <a:pt x="139" y="141"/>
                  </a:cubicBezTo>
                  <a:cubicBezTo>
                    <a:pt x="139" y="141"/>
                    <a:pt x="139" y="142"/>
                    <a:pt x="139" y="142"/>
                  </a:cubicBezTo>
                  <a:cubicBezTo>
                    <a:pt x="139" y="142"/>
                    <a:pt x="139" y="144"/>
                    <a:pt x="139" y="144"/>
                  </a:cubicBezTo>
                  <a:cubicBezTo>
                    <a:pt x="139" y="146"/>
                    <a:pt x="137" y="148"/>
                    <a:pt x="137" y="150"/>
                  </a:cubicBezTo>
                  <a:cubicBezTo>
                    <a:pt x="138" y="151"/>
                    <a:pt x="138" y="151"/>
                    <a:pt x="139" y="151"/>
                  </a:cubicBezTo>
                  <a:cubicBezTo>
                    <a:pt x="140" y="152"/>
                    <a:pt x="140" y="152"/>
                    <a:pt x="141" y="154"/>
                  </a:cubicBezTo>
                  <a:cubicBezTo>
                    <a:pt x="142" y="155"/>
                    <a:pt x="142" y="155"/>
                    <a:pt x="144" y="155"/>
                  </a:cubicBezTo>
                  <a:cubicBezTo>
                    <a:pt x="145" y="155"/>
                    <a:pt x="145" y="154"/>
                    <a:pt x="146" y="156"/>
                  </a:cubicBezTo>
                  <a:cubicBezTo>
                    <a:pt x="146" y="156"/>
                    <a:pt x="145" y="159"/>
                    <a:pt x="145" y="160"/>
                  </a:cubicBezTo>
                  <a:cubicBezTo>
                    <a:pt x="145" y="161"/>
                    <a:pt x="144" y="161"/>
                    <a:pt x="145" y="162"/>
                  </a:cubicBezTo>
                  <a:cubicBezTo>
                    <a:pt x="145" y="163"/>
                    <a:pt x="146" y="163"/>
                    <a:pt x="146" y="163"/>
                  </a:cubicBezTo>
                  <a:cubicBezTo>
                    <a:pt x="147" y="164"/>
                    <a:pt x="147" y="165"/>
                    <a:pt x="146" y="166"/>
                  </a:cubicBezTo>
                  <a:cubicBezTo>
                    <a:pt x="147" y="166"/>
                    <a:pt x="149" y="167"/>
                    <a:pt x="149" y="167"/>
                  </a:cubicBezTo>
                  <a:cubicBezTo>
                    <a:pt x="150" y="168"/>
                    <a:pt x="151" y="168"/>
                    <a:pt x="152" y="169"/>
                  </a:cubicBezTo>
                  <a:cubicBezTo>
                    <a:pt x="154" y="171"/>
                    <a:pt x="153" y="175"/>
                    <a:pt x="153" y="178"/>
                  </a:cubicBezTo>
                  <a:cubicBezTo>
                    <a:pt x="154" y="179"/>
                    <a:pt x="156" y="180"/>
                    <a:pt x="157" y="181"/>
                  </a:cubicBezTo>
                  <a:cubicBezTo>
                    <a:pt x="156" y="182"/>
                    <a:pt x="152" y="183"/>
                    <a:pt x="151" y="182"/>
                  </a:cubicBezTo>
                  <a:cubicBezTo>
                    <a:pt x="151" y="182"/>
                    <a:pt x="149" y="179"/>
                    <a:pt x="149" y="179"/>
                  </a:cubicBezTo>
                  <a:cubicBezTo>
                    <a:pt x="149" y="180"/>
                    <a:pt x="148" y="182"/>
                    <a:pt x="147" y="182"/>
                  </a:cubicBezTo>
                  <a:cubicBezTo>
                    <a:pt x="146" y="182"/>
                    <a:pt x="144" y="180"/>
                    <a:pt x="144" y="179"/>
                  </a:cubicBezTo>
                  <a:cubicBezTo>
                    <a:pt x="144" y="180"/>
                    <a:pt x="141" y="182"/>
                    <a:pt x="141" y="180"/>
                  </a:cubicBezTo>
                  <a:cubicBezTo>
                    <a:pt x="141" y="181"/>
                    <a:pt x="140" y="183"/>
                    <a:pt x="139" y="182"/>
                  </a:cubicBezTo>
                  <a:cubicBezTo>
                    <a:pt x="138" y="181"/>
                    <a:pt x="139" y="178"/>
                    <a:pt x="138" y="178"/>
                  </a:cubicBezTo>
                  <a:cubicBezTo>
                    <a:pt x="137" y="178"/>
                    <a:pt x="134" y="180"/>
                    <a:pt x="134" y="180"/>
                  </a:cubicBezTo>
                  <a:cubicBezTo>
                    <a:pt x="133" y="182"/>
                    <a:pt x="133" y="185"/>
                    <a:pt x="134" y="186"/>
                  </a:cubicBezTo>
                  <a:cubicBezTo>
                    <a:pt x="134" y="187"/>
                    <a:pt x="135" y="187"/>
                    <a:pt x="135" y="188"/>
                  </a:cubicBezTo>
                  <a:cubicBezTo>
                    <a:pt x="135" y="189"/>
                    <a:pt x="134" y="190"/>
                    <a:pt x="134" y="191"/>
                  </a:cubicBezTo>
                  <a:cubicBezTo>
                    <a:pt x="133" y="192"/>
                    <a:pt x="134" y="193"/>
                    <a:pt x="133" y="193"/>
                  </a:cubicBezTo>
                  <a:cubicBezTo>
                    <a:pt x="132" y="194"/>
                    <a:pt x="131" y="193"/>
                    <a:pt x="130" y="194"/>
                  </a:cubicBezTo>
                  <a:cubicBezTo>
                    <a:pt x="129" y="195"/>
                    <a:pt x="130" y="197"/>
                    <a:pt x="129" y="198"/>
                  </a:cubicBezTo>
                  <a:cubicBezTo>
                    <a:pt x="127" y="200"/>
                    <a:pt x="126" y="202"/>
                    <a:pt x="125" y="203"/>
                  </a:cubicBezTo>
                  <a:cubicBezTo>
                    <a:pt x="126" y="204"/>
                    <a:pt x="126" y="204"/>
                    <a:pt x="125" y="206"/>
                  </a:cubicBezTo>
                  <a:cubicBezTo>
                    <a:pt x="123" y="206"/>
                    <a:pt x="121" y="206"/>
                    <a:pt x="119" y="207"/>
                  </a:cubicBezTo>
                  <a:cubicBezTo>
                    <a:pt x="122" y="210"/>
                    <a:pt x="125" y="216"/>
                    <a:pt x="130" y="213"/>
                  </a:cubicBezTo>
                  <a:cubicBezTo>
                    <a:pt x="131" y="211"/>
                    <a:pt x="133" y="212"/>
                    <a:pt x="134" y="212"/>
                  </a:cubicBezTo>
                  <a:cubicBezTo>
                    <a:pt x="136" y="211"/>
                    <a:pt x="137" y="210"/>
                    <a:pt x="139" y="209"/>
                  </a:cubicBezTo>
                  <a:cubicBezTo>
                    <a:pt x="143" y="208"/>
                    <a:pt x="146" y="210"/>
                    <a:pt x="149" y="213"/>
                  </a:cubicBezTo>
                  <a:cubicBezTo>
                    <a:pt x="149" y="212"/>
                    <a:pt x="150" y="210"/>
                    <a:pt x="149" y="209"/>
                  </a:cubicBezTo>
                  <a:cubicBezTo>
                    <a:pt x="149" y="208"/>
                    <a:pt x="148" y="208"/>
                    <a:pt x="148" y="208"/>
                  </a:cubicBezTo>
                  <a:cubicBezTo>
                    <a:pt x="147" y="207"/>
                    <a:pt x="146" y="204"/>
                    <a:pt x="146" y="203"/>
                  </a:cubicBezTo>
                  <a:cubicBezTo>
                    <a:pt x="146" y="202"/>
                    <a:pt x="146" y="199"/>
                    <a:pt x="148" y="199"/>
                  </a:cubicBezTo>
                  <a:cubicBezTo>
                    <a:pt x="149" y="199"/>
                    <a:pt x="150" y="201"/>
                    <a:pt x="150" y="202"/>
                  </a:cubicBezTo>
                  <a:cubicBezTo>
                    <a:pt x="151" y="200"/>
                    <a:pt x="153" y="198"/>
                    <a:pt x="155" y="197"/>
                  </a:cubicBezTo>
                  <a:cubicBezTo>
                    <a:pt x="157" y="196"/>
                    <a:pt x="159" y="197"/>
                    <a:pt x="161" y="194"/>
                  </a:cubicBezTo>
                  <a:cubicBezTo>
                    <a:pt x="162" y="191"/>
                    <a:pt x="164" y="189"/>
                    <a:pt x="166" y="187"/>
                  </a:cubicBezTo>
                  <a:cubicBezTo>
                    <a:pt x="167" y="185"/>
                    <a:pt x="168" y="184"/>
                    <a:pt x="169" y="182"/>
                  </a:cubicBezTo>
                  <a:cubicBezTo>
                    <a:pt x="169" y="181"/>
                    <a:pt x="169" y="179"/>
                    <a:pt x="169" y="178"/>
                  </a:cubicBezTo>
                  <a:cubicBezTo>
                    <a:pt x="171" y="177"/>
                    <a:pt x="173" y="176"/>
                    <a:pt x="175" y="175"/>
                  </a:cubicBezTo>
                  <a:cubicBezTo>
                    <a:pt x="177" y="175"/>
                    <a:pt x="178" y="176"/>
                    <a:pt x="180" y="175"/>
                  </a:cubicBezTo>
                  <a:cubicBezTo>
                    <a:pt x="182" y="174"/>
                    <a:pt x="182" y="173"/>
                    <a:pt x="184" y="174"/>
                  </a:cubicBezTo>
                  <a:cubicBezTo>
                    <a:pt x="185" y="174"/>
                    <a:pt x="187" y="175"/>
                    <a:pt x="188" y="174"/>
                  </a:cubicBezTo>
                  <a:cubicBezTo>
                    <a:pt x="192" y="172"/>
                    <a:pt x="188" y="166"/>
                    <a:pt x="189" y="162"/>
                  </a:cubicBezTo>
                  <a:cubicBezTo>
                    <a:pt x="194" y="165"/>
                    <a:pt x="189" y="172"/>
                    <a:pt x="193" y="175"/>
                  </a:cubicBezTo>
                  <a:cubicBezTo>
                    <a:pt x="197" y="178"/>
                    <a:pt x="201" y="174"/>
                    <a:pt x="205" y="176"/>
                  </a:cubicBezTo>
                  <a:cubicBezTo>
                    <a:pt x="203" y="177"/>
                    <a:pt x="201" y="179"/>
                    <a:pt x="199" y="179"/>
                  </a:cubicBezTo>
                  <a:cubicBezTo>
                    <a:pt x="197" y="180"/>
                    <a:pt x="195" y="179"/>
                    <a:pt x="193" y="178"/>
                  </a:cubicBezTo>
                  <a:cubicBezTo>
                    <a:pt x="191" y="177"/>
                    <a:pt x="185" y="175"/>
                    <a:pt x="184" y="177"/>
                  </a:cubicBezTo>
                  <a:cubicBezTo>
                    <a:pt x="180" y="180"/>
                    <a:pt x="191" y="179"/>
                    <a:pt x="192" y="180"/>
                  </a:cubicBezTo>
                  <a:cubicBezTo>
                    <a:pt x="195" y="182"/>
                    <a:pt x="190" y="182"/>
                    <a:pt x="189" y="184"/>
                  </a:cubicBezTo>
                  <a:cubicBezTo>
                    <a:pt x="189" y="184"/>
                    <a:pt x="194" y="185"/>
                    <a:pt x="195" y="186"/>
                  </a:cubicBezTo>
                  <a:cubicBezTo>
                    <a:pt x="195" y="186"/>
                    <a:pt x="197" y="186"/>
                    <a:pt x="198" y="187"/>
                  </a:cubicBezTo>
                  <a:cubicBezTo>
                    <a:pt x="198" y="188"/>
                    <a:pt x="198" y="189"/>
                    <a:pt x="199" y="189"/>
                  </a:cubicBezTo>
                  <a:cubicBezTo>
                    <a:pt x="201" y="191"/>
                    <a:pt x="203" y="190"/>
                    <a:pt x="205" y="190"/>
                  </a:cubicBezTo>
                  <a:cubicBezTo>
                    <a:pt x="208" y="190"/>
                    <a:pt x="211" y="189"/>
                    <a:pt x="213" y="189"/>
                  </a:cubicBezTo>
                  <a:cubicBezTo>
                    <a:pt x="214" y="188"/>
                    <a:pt x="216" y="187"/>
                    <a:pt x="216" y="187"/>
                  </a:cubicBezTo>
                  <a:cubicBezTo>
                    <a:pt x="218" y="187"/>
                    <a:pt x="217" y="187"/>
                    <a:pt x="218" y="188"/>
                  </a:cubicBezTo>
                  <a:cubicBezTo>
                    <a:pt x="219" y="188"/>
                    <a:pt x="221" y="190"/>
                    <a:pt x="222" y="191"/>
                  </a:cubicBezTo>
                  <a:cubicBezTo>
                    <a:pt x="224" y="191"/>
                    <a:pt x="224" y="188"/>
                    <a:pt x="225" y="188"/>
                  </a:cubicBezTo>
                  <a:cubicBezTo>
                    <a:pt x="227" y="189"/>
                    <a:pt x="227" y="195"/>
                    <a:pt x="226" y="197"/>
                  </a:cubicBezTo>
                  <a:cubicBezTo>
                    <a:pt x="224" y="197"/>
                    <a:pt x="221" y="198"/>
                    <a:pt x="219" y="199"/>
                  </a:cubicBezTo>
                  <a:cubicBezTo>
                    <a:pt x="216" y="200"/>
                    <a:pt x="213" y="201"/>
                    <a:pt x="211" y="203"/>
                  </a:cubicBezTo>
                  <a:cubicBezTo>
                    <a:pt x="209" y="205"/>
                    <a:pt x="209" y="206"/>
                    <a:pt x="206" y="207"/>
                  </a:cubicBezTo>
                  <a:cubicBezTo>
                    <a:pt x="204" y="207"/>
                    <a:pt x="203" y="208"/>
                    <a:pt x="204" y="211"/>
                  </a:cubicBezTo>
                  <a:cubicBezTo>
                    <a:pt x="205" y="212"/>
                    <a:pt x="207" y="211"/>
                    <a:pt x="208" y="211"/>
                  </a:cubicBezTo>
                  <a:cubicBezTo>
                    <a:pt x="211" y="210"/>
                    <a:pt x="212" y="211"/>
                    <a:pt x="214" y="213"/>
                  </a:cubicBezTo>
                  <a:cubicBezTo>
                    <a:pt x="215" y="214"/>
                    <a:pt x="216" y="215"/>
                    <a:pt x="218" y="216"/>
                  </a:cubicBezTo>
                  <a:cubicBezTo>
                    <a:pt x="219" y="216"/>
                    <a:pt x="220" y="216"/>
                    <a:pt x="221" y="216"/>
                  </a:cubicBezTo>
                  <a:cubicBezTo>
                    <a:pt x="223" y="217"/>
                    <a:pt x="225" y="220"/>
                    <a:pt x="225" y="222"/>
                  </a:cubicBezTo>
                  <a:cubicBezTo>
                    <a:pt x="225" y="225"/>
                    <a:pt x="222" y="225"/>
                    <a:pt x="223" y="228"/>
                  </a:cubicBezTo>
                  <a:cubicBezTo>
                    <a:pt x="223" y="229"/>
                    <a:pt x="224" y="230"/>
                    <a:pt x="224" y="231"/>
                  </a:cubicBezTo>
                  <a:cubicBezTo>
                    <a:pt x="223" y="232"/>
                    <a:pt x="222" y="231"/>
                    <a:pt x="221" y="231"/>
                  </a:cubicBezTo>
                  <a:cubicBezTo>
                    <a:pt x="219" y="232"/>
                    <a:pt x="220" y="234"/>
                    <a:pt x="222" y="235"/>
                  </a:cubicBezTo>
                  <a:cubicBezTo>
                    <a:pt x="223" y="235"/>
                    <a:pt x="225" y="235"/>
                    <a:pt x="226" y="236"/>
                  </a:cubicBezTo>
                  <a:cubicBezTo>
                    <a:pt x="230" y="239"/>
                    <a:pt x="235" y="235"/>
                    <a:pt x="239" y="233"/>
                  </a:cubicBezTo>
                  <a:cubicBezTo>
                    <a:pt x="240" y="231"/>
                    <a:pt x="240" y="229"/>
                    <a:pt x="242" y="227"/>
                  </a:cubicBezTo>
                  <a:cubicBezTo>
                    <a:pt x="244" y="226"/>
                    <a:pt x="248" y="225"/>
                    <a:pt x="250" y="225"/>
                  </a:cubicBezTo>
                  <a:cubicBezTo>
                    <a:pt x="252" y="225"/>
                    <a:pt x="253" y="226"/>
                    <a:pt x="254" y="225"/>
                  </a:cubicBezTo>
                  <a:cubicBezTo>
                    <a:pt x="255" y="225"/>
                    <a:pt x="255" y="224"/>
                    <a:pt x="256" y="223"/>
                  </a:cubicBezTo>
                  <a:cubicBezTo>
                    <a:pt x="257" y="222"/>
                    <a:pt x="259" y="222"/>
                    <a:pt x="260" y="221"/>
                  </a:cubicBezTo>
                  <a:cubicBezTo>
                    <a:pt x="261" y="220"/>
                    <a:pt x="260" y="219"/>
                    <a:pt x="262" y="218"/>
                  </a:cubicBezTo>
                  <a:cubicBezTo>
                    <a:pt x="265" y="216"/>
                    <a:pt x="267" y="219"/>
                    <a:pt x="270" y="220"/>
                  </a:cubicBezTo>
                  <a:cubicBezTo>
                    <a:pt x="272" y="221"/>
                    <a:pt x="272" y="220"/>
                    <a:pt x="273" y="219"/>
                  </a:cubicBezTo>
                  <a:cubicBezTo>
                    <a:pt x="275" y="219"/>
                    <a:pt x="275" y="219"/>
                    <a:pt x="277" y="220"/>
                  </a:cubicBezTo>
                  <a:cubicBezTo>
                    <a:pt x="277" y="218"/>
                    <a:pt x="280" y="220"/>
                    <a:pt x="281" y="219"/>
                  </a:cubicBezTo>
                  <a:cubicBezTo>
                    <a:pt x="281" y="218"/>
                    <a:pt x="279" y="217"/>
                    <a:pt x="279" y="216"/>
                  </a:cubicBezTo>
                  <a:cubicBezTo>
                    <a:pt x="279" y="213"/>
                    <a:pt x="285" y="213"/>
                    <a:pt x="285" y="211"/>
                  </a:cubicBezTo>
                  <a:cubicBezTo>
                    <a:pt x="285" y="209"/>
                    <a:pt x="280" y="210"/>
                    <a:pt x="279" y="209"/>
                  </a:cubicBezTo>
                  <a:cubicBezTo>
                    <a:pt x="278" y="209"/>
                    <a:pt x="277" y="208"/>
                    <a:pt x="276" y="208"/>
                  </a:cubicBezTo>
                  <a:cubicBezTo>
                    <a:pt x="274" y="208"/>
                    <a:pt x="273" y="210"/>
                    <a:pt x="271" y="210"/>
                  </a:cubicBezTo>
                  <a:cubicBezTo>
                    <a:pt x="269" y="210"/>
                    <a:pt x="269" y="207"/>
                    <a:pt x="268" y="207"/>
                  </a:cubicBezTo>
                  <a:cubicBezTo>
                    <a:pt x="266" y="207"/>
                    <a:pt x="265" y="209"/>
                    <a:pt x="264" y="210"/>
                  </a:cubicBezTo>
                  <a:cubicBezTo>
                    <a:pt x="259" y="214"/>
                    <a:pt x="257" y="208"/>
                    <a:pt x="255" y="205"/>
                  </a:cubicBezTo>
                  <a:cubicBezTo>
                    <a:pt x="252" y="201"/>
                    <a:pt x="250" y="196"/>
                    <a:pt x="249" y="191"/>
                  </a:cubicBezTo>
                  <a:cubicBezTo>
                    <a:pt x="248" y="189"/>
                    <a:pt x="249" y="188"/>
                    <a:pt x="250" y="186"/>
                  </a:cubicBezTo>
                  <a:cubicBezTo>
                    <a:pt x="253" y="185"/>
                    <a:pt x="255" y="183"/>
                    <a:pt x="257" y="182"/>
                  </a:cubicBezTo>
                  <a:cubicBezTo>
                    <a:pt x="257" y="184"/>
                    <a:pt x="256" y="185"/>
                    <a:pt x="255" y="187"/>
                  </a:cubicBezTo>
                  <a:cubicBezTo>
                    <a:pt x="255" y="187"/>
                    <a:pt x="253" y="189"/>
                    <a:pt x="254" y="190"/>
                  </a:cubicBezTo>
                  <a:cubicBezTo>
                    <a:pt x="255" y="191"/>
                    <a:pt x="259" y="184"/>
                    <a:pt x="259" y="183"/>
                  </a:cubicBezTo>
                  <a:cubicBezTo>
                    <a:pt x="263" y="179"/>
                    <a:pt x="271" y="171"/>
                    <a:pt x="277" y="175"/>
                  </a:cubicBezTo>
                  <a:cubicBezTo>
                    <a:pt x="278" y="173"/>
                    <a:pt x="280" y="172"/>
                    <a:pt x="282" y="171"/>
                  </a:cubicBezTo>
                  <a:cubicBezTo>
                    <a:pt x="283" y="171"/>
                    <a:pt x="284" y="170"/>
                    <a:pt x="286" y="171"/>
                  </a:cubicBezTo>
                  <a:cubicBezTo>
                    <a:pt x="286" y="171"/>
                    <a:pt x="286" y="173"/>
                    <a:pt x="288" y="173"/>
                  </a:cubicBezTo>
                  <a:cubicBezTo>
                    <a:pt x="288" y="171"/>
                    <a:pt x="290" y="169"/>
                    <a:pt x="292" y="168"/>
                  </a:cubicBezTo>
                  <a:cubicBezTo>
                    <a:pt x="293" y="168"/>
                    <a:pt x="294" y="167"/>
                    <a:pt x="295" y="167"/>
                  </a:cubicBezTo>
                  <a:cubicBezTo>
                    <a:pt x="296" y="167"/>
                    <a:pt x="297" y="168"/>
                    <a:pt x="298" y="167"/>
                  </a:cubicBezTo>
                  <a:cubicBezTo>
                    <a:pt x="299" y="166"/>
                    <a:pt x="299" y="165"/>
                    <a:pt x="300" y="164"/>
                  </a:cubicBezTo>
                  <a:cubicBezTo>
                    <a:pt x="301" y="163"/>
                    <a:pt x="302" y="162"/>
                    <a:pt x="304" y="162"/>
                  </a:cubicBezTo>
                  <a:cubicBezTo>
                    <a:pt x="307" y="162"/>
                    <a:pt x="310" y="162"/>
                    <a:pt x="313" y="162"/>
                  </a:cubicBezTo>
                  <a:cubicBezTo>
                    <a:pt x="313" y="162"/>
                    <a:pt x="313" y="163"/>
                    <a:pt x="313" y="163"/>
                  </a:cubicBezTo>
                  <a:cubicBezTo>
                    <a:pt x="314" y="163"/>
                    <a:pt x="314" y="162"/>
                    <a:pt x="315" y="162"/>
                  </a:cubicBezTo>
                  <a:cubicBezTo>
                    <a:pt x="314" y="162"/>
                    <a:pt x="314" y="161"/>
                    <a:pt x="314" y="160"/>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6" name="Freeform 599"/>
            <p:cNvSpPr>
              <a:spLocks noEditPoints="1"/>
            </p:cNvSpPr>
            <p:nvPr/>
          </p:nvSpPr>
          <p:spPr bwMode="auto">
            <a:xfrm>
              <a:off x="10274300" y="5413851"/>
              <a:ext cx="1477963" cy="628650"/>
            </a:xfrm>
            <a:custGeom>
              <a:avLst/>
              <a:gdLst>
                <a:gd name="T0" fmla="*/ 47 w 374"/>
                <a:gd name="T1" fmla="*/ 12 h 159"/>
                <a:gd name="T2" fmla="*/ 62 w 374"/>
                <a:gd name="T3" fmla="*/ 30 h 159"/>
                <a:gd name="T4" fmla="*/ 44 w 374"/>
                <a:gd name="T5" fmla="*/ 30 h 159"/>
                <a:gd name="T6" fmla="*/ 32 w 374"/>
                <a:gd name="T7" fmla="*/ 35 h 159"/>
                <a:gd name="T8" fmla="*/ 10 w 374"/>
                <a:gd name="T9" fmla="*/ 53 h 159"/>
                <a:gd name="T10" fmla="*/ 21 w 374"/>
                <a:gd name="T11" fmla="*/ 39 h 159"/>
                <a:gd name="T12" fmla="*/ 10 w 374"/>
                <a:gd name="T13" fmla="*/ 32 h 159"/>
                <a:gd name="T14" fmla="*/ 16 w 374"/>
                <a:gd name="T15" fmla="*/ 21 h 159"/>
                <a:gd name="T16" fmla="*/ 12 w 374"/>
                <a:gd name="T17" fmla="*/ 11 h 159"/>
                <a:gd name="T18" fmla="*/ 29 w 374"/>
                <a:gd name="T19" fmla="*/ 2 h 159"/>
                <a:gd name="T20" fmla="*/ 36 w 374"/>
                <a:gd name="T21" fmla="*/ 6 h 159"/>
                <a:gd name="T22" fmla="*/ 366 w 374"/>
                <a:gd name="T23" fmla="*/ 55 h 159"/>
                <a:gd name="T24" fmla="*/ 352 w 374"/>
                <a:gd name="T25" fmla="*/ 35 h 159"/>
                <a:gd name="T26" fmla="*/ 341 w 374"/>
                <a:gd name="T27" fmla="*/ 22 h 159"/>
                <a:gd name="T28" fmla="*/ 331 w 374"/>
                <a:gd name="T29" fmla="*/ 14 h 159"/>
                <a:gd name="T30" fmla="*/ 310 w 374"/>
                <a:gd name="T31" fmla="*/ 16 h 159"/>
                <a:gd name="T32" fmla="*/ 274 w 374"/>
                <a:gd name="T33" fmla="*/ 30 h 159"/>
                <a:gd name="T34" fmla="*/ 256 w 374"/>
                <a:gd name="T35" fmla="*/ 30 h 159"/>
                <a:gd name="T36" fmla="*/ 241 w 374"/>
                <a:gd name="T37" fmla="*/ 30 h 159"/>
                <a:gd name="T38" fmla="*/ 223 w 374"/>
                <a:gd name="T39" fmla="*/ 25 h 159"/>
                <a:gd name="T40" fmla="*/ 205 w 374"/>
                <a:gd name="T41" fmla="*/ 16 h 159"/>
                <a:gd name="T42" fmla="*/ 185 w 374"/>
                <a:gd name="T43" fmla="*/ 6 h 159"/>
                <a:gd name="T44" fmla="*/ 160 w 374"/>
                <a:gd name="T45" fmla="*/ 4 h 159"/>
                <a:gd name="T46" fmla="*/ 117 w 374"/>
                <a:gd name="T47" fmla="*/ 19 h 159"/>
                <a:gd name="T48" fmla="*/ 97 w 374"/>
                <a:gd name="T49" fmla="*/ 26 h 159"/>
                <a:gd name="T50" fmla="*/ 68 w 374"/>
                <a:gd name="T51" fmla="*/ 24 h 159"/>
                <a:gd name="T52" fmla="*/ 78 w 374"/>
                <a:gd name="T53" fmla="*/ 37 h 159"/>
                <a:gd name="T54" fmla="*/ 67 w 374"/>
                <a:gd name="T55" fmla="*/ 44 h 159"/>
                <a:gd name="T56" fmla="*/ 42 w 374"/>
                <a:gd name="T57" fmla="*/ 46 h 159"/>
                <a:gd name="T58" fmla="*/ 18 w 374"/>
                <a:gd name="T59" fmla="*/ 48 h 159"/>
                <a:gd name="T60" fmla="*/ 9 w 374"/>
                <a:gd name="T61" fmla="*/ 58 h 159"/>
                <a:gd name="T62" fmla="*/ 20 w 374"/>
                <a:gd name="T63" fmla="*/ 73 h 159"/>
                <a:gd name="T64" fmla="*/ 25 w 374"/>
                <a:gd name="T65" fmla="*/ 86 h 159"/>
                <a:gd name="T66" fmla="*/ 21 w 374"/>
                <a:gd name="T67" fmla="*/ 95 h 159"/>
                <a:gd name="T68" fmla="*/ 15 w 374"/>
                <a:gd name="T69" fmla="*/ 96 h 159"/>
                <a:gd name="T70" fmla="*/ 24 w 374"/>
                <a:gd name="T71" fmla="*/ 105 h 159"/>
                <a:gd name="T72" fmla="*/ 28 w 374"/>
                <a:gd name="T73" fmla="*/ 115 h 159"/>
                <a:gd name="T74" fmla="*/ 34 w 374"/>
                <a:gd name="T75" fmla="*/ 122 h 159"/>
                <a:gd name="T76" fmla="*/ 50 w 374"/>
                <a:gd name="T77" fmla="*/ 130 h 159"/>
                <a:gd name="T78" fmla="*/ 51 w 374"/>
                <a:gd name="T79" fmla="*/ 135 h 159"/>
                <a:gd name="T80" fmla="*/ 66 w 374"/>
                <a:gd name="T81" fmla="*/ 141 h 159"/>
                <a:gd name="T82" fmla="*/ 90 w 374"/>
                <a:gd name="T83" fmla="*/ 147 h 159"/>
                <a:gd name="T84" fmla="*/ 101 w 374"/>
                <a:gd name="T85" fmla="*/ 133 h 159"/>
                <a:gd name="T86" fmla="*/ 146 w 374"/>
                <a:gd name="T87" fmla="*/ 151 h 159"/>
                <a:gd name="T88" fmla="*/ 163 w 374"/>
                <a:gd name="T89" fmla="*/ 144 h 159"/>
                <a:gd name="T90" fmla="*/ 191 w 374"/>
                <a:gd name="T91" fmla="*/ 140 h 159"/>
                <a:gd name="T92" fmla="*/ 205 w 374"/>
                <a:gd name="T93" fmla="*/ 135 h 159"/>
                <a:gd name="T94" fmla="*/ 201 w 374"/>
                <a:gd name="T95" fmla="*/ 157 h 159"/>
                <a:gd name="T96" fmla="*/ 213 w 374"/>
                <a:gd name="T97" fmla="*/ 149 h 159"/>
                <a:gd name="T98" fmla="*/ 220 w 374"/>
                <a:gd name="T99" fmla="*/ 138 h 159"/>
                <a:gd name="T100" fmla="*/ 247 w 374"/>
                <a:gd name="T101" fmla="*/ 133 h 159"/>
                <a:gd name="T102" fmla="*/ 292 w 374"/>
                <a:gd name="T103" fmla="*/ 127 h 159"/>
                <a:gd name="T104" fmla="*/ 325 w 374"/>
                <a:gd name="T105" fmla="*/ 124 h 159"/>
                <a:gd name="T106" fmla="*/ 348 w 374"/>
                <a:gd name="T107" fmla="*/ 124 h 159"/>
                <a:gd name="T108" fmla="*/ 362 w 374"/>
                <a:gd name="T109" fmla="*/ 130 h 159"/>
                <a:gd name="T110" fmla="*/ 373 w 374"/>
                <a:gd name="T111" fmla="*/ 123 h 159"/>
                <a:gd name="T112" fmla="*/ 369 w 374"/>
                <a:gd name="T113" fmla="*/ 112 h 159"/>
                <a:gd name="T114" fmla="*/ 366 w 374"/>
                <a:gd name="T115" fmla="*/ 99 h 159"/>
                <a:gd name="T116" fmla="*/ 360 w 374"/>
                <a:gd name="T117" fmla="*/ 76 h 159"/>
                <a:gd name="T118" fmla="*/ 373 w 374"/>
                <a:gd name="T119" fmla="*/ 64 h 159"/>
                <a:gd name="T120" fmla="*/ 0 w 374"/>
                <a:gd name="T121" fmla="*/ 51 h 159"/>
                <a:gd name="T122" fmla="*/ 3 w 374"/>
                <a:gd name="T123" fmla="*/ 49 h 159"/>
                <a:gd name="T124" fmla="*/ 34 w 374"/>
                <a:gd name="T125" fmla="*/ 13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4" h="159">
                  <a:moveTo>
                    <a:pt x="42" y="4"/>
                  </a:moveTo>
                  <a:cubicBezTo>
                    <a:pt x="43" y="3"/>
                    <a:pt x="44" y="3"/>
                    <a:pt x="45" y="3"/>
                  </a:cubicBezTo>
                  <a:cubicBezTo>
                    <a:pt x="46" y="5"/>
                    <a:pt x="45" y="5"/>
                    <a:pt x="45" y="7"/>
                  </a:cubicBezTo>
                  <a:cubicBezTo>
                    <a:pt x="45" y="9"/>
                    <a:pt x="46" y="11"/>
                    <a:pt x="47" y="12"/>
                  </a:cubicBezTo>
                  <a:cubicBezTo>
                    <a:pt x="49" y="16"/>
                    <a:pt x="53" y="19"/>
                    <a:pt x="58" y="20"/>
                  </a:cubicBezTo>
                  <a:cubicBezTo>
                    <a:pt x="60" y="21"/>
                    <a:pt x="62" y="22"/>
                    <a:pt x="64" y="23"/>
                  </a:cubicBezTo>
                  <a:cubicBezTo>
                    <a:pt x="67" y="23"/>
                    <a:pt x="66" y="24"/>
                    <a:pt x="65" y="26"/>
                  </a:cubicBezTo>
                  <a:cubicBezTo>
                    <a:pt x="64" y="28"/>
                    <a:pt x="64" y="30"/>
                    <a:pt x="62" y="30"/>
                  </a:cubicBezTo>
                  <a:cubicBezTo>
                    <a:pt x="60" y="30"/>
                    <a:pt x="58" y="30"/>
                    <a:pt x="56" y="28"/>
                  </a:cubicBezTo>
                  <a:cubicBezTo>
                    <a:pt x="56" y="30"/>
                    <a:pt x="53" y="29"/>
                    <a:pt x="53" y="28"/>
                  </a:cubicBezTo>
                  <a:cubicBezTo>
                    <a:pt x="51" y="28"/>
                    <a:pt x="48" y="27"/>
                    <a:pt x="46" y="28"/>
                  </a:cubicBezTo>
                  <a:cubicBezTo>
                    <a:pt x="45" y="28"/>
                    <a:pt x="45" y="29"/>
                    <a:pt x="44" y="30"/>
                  </a:cubicBezTo>
                  <a:cubicBezTo>
                    <a:pt x="43" y="30"/>
                    <a:pt x="42" y="30"/>
                    <a:pt x="41" y="30"/>
                  </a:cubicBezTo>
                  <a:cubicBezTo>
                    <a:pt x="39" y="29"/>
                    <a:pt x="37" y="29"/>
                    <a:pt x="35" y="30"/>
                  </a:cubicBezTo>
                  <a:cubicBezTo>
                    <a:pt x="35" y="31"/>
                    <a:pt x="35" y="32"/>
                    <a:pt x="34" y="33"/>
                  </a:cubicBezTo>
                  <a:cubicBezTo>
                    <a:pt x="33" y="34"/>
                    <a:pt x="32" y="35"/>
                    <a:pt x="32" y="35"/>
                  </a:cubicBezTo>
                  <a:cubicBezTo>
                    <a:pt x="29" y="37"/>
                    <a:pt x="28" y="39"/>
                    <a:pt x="25" y="40"/>
                  </a:cubicBezTo>
                  <a:cubicBezTo>
                    <a:pt x="23" y="41"/>
                    <a:pt x="21" y="42"/>
                    <a:pt x="19" y="43"/>
                  </a:cubicBezTo>
                  <a:cubicBezTo>
                    <a:pt x="17" y="45"/>
                    <a:pt x="16" y="47"/>
                    <a:pt x="14" y="49"/>
                  </a:cubicBezTo>
                  <a:cubicBezTo>
                    <a:pt x="13" y="50"/>
                    <a:pt x="11" y="53"/>
                    <a:pt x="10" y="53"/>
                  </a:cubicBezTo>
                  <a:cubicBezTo>
                    <a:pt x="7" y="54"/>
                    <a:pt x="9" y="51"/>
                    <a:pt x="10" y="50"/>
                  </a:cubicBezTo>
                  <a:cubicBezTo>
                    <a:pt x="11" y="49"/>
                    <a:pt x="10" y="47"/>
                    <a:pt x="12" y="46"/>
                  </a:cubicBezTo>
                  <a:cubicBezTo>
                    <a:pt x="13" y="44"/>
                    <a:pt x="16" y="43"/>
                    <a:pt x="18" y="42"/>
                  </a:cubicBezTo>
                  <a:cubicBezTo>
                    <a:pt x="19" y="42"/>
                    <a:pt x="22" y="40"/>
                    <a:pt x="21" y="39"/>
                  </a:cubicBezTo>
                  <a:cubicBezTo>
                    <a:pt x="20" y="37"/>
                    <a:pt x="18" y="39"/>
                    <a:pt x="17" y="39"/>
                  </a:cubicBezTo>
                  <a:cubicBezTo>
                    <a:pt x="15" y="40"/>
                    <a:pt x="13" y="40"/>
                    <a:pt x="11" y="40"/>
                  </a:cubicBezTo>
                  <a:cubicBezTo>
                    <a:pt x="8" y="40"/>
                    <a:pt x="8" y="39"/>
                    <a:pt x="7" y="36"/>
                  </a:cubicBezTo>
                  <a:cubicBezTo>
                    <a:pt x="9" y="36"/>
                    <a:pt x="9" y="34"/>
                    <a:pt x="10" y="32"/>
                  </a:cubicBezTo>
                  <a:cubicBezTo>
                    <a:pt x="12" y="31"/>
                    <a:pt x="13" y="31"/>
                    <a:pt x="13" y="28"/>
                  </a:cubicBezTo>
                  <a:cubicBezTo>
                    <a:pt x="13" y="27"/>
                    <a:pt x="12" y="25"/>
                    <a:pt x="12" y="24"/>
                  </a:cubicBezTo>
                  <a:cubicBezTo>
                    <a:pt x="13" y="23"/>
                    <a:pt x="14" y="23"/>
                    <a:pt x="15" y="22"/>
                  </a:cubicBezTo>
                  <a:cubicBezTo>
                    <a:pt x="16" y="22"/>
                    <a:pt x="16" y="21"/>
                    <a:pt x="16" y="21"/>
                  </a:cubicBezTo>
                  <a:cubicBezTo>
                    <a:pt x="17" y="21"/>
                    <a:pt x="18" y="21"/>
                    <a:pt x="18" y="21"/>
                  </a:cubicBezTo>
                  <a:cubicBezTo>
                    <a:pt x="19" y="20"/>
                    <a:pt x="18" y="19"/>
                    <a:pt x="18" y="17"/>
                  </a:cubicBezTo>
                  <a:cubicBezTo>
                    <a:pt x="18" y="15"/>
                    <a:pt x="18" y="15"/>
                    <a:pt x="17" y="13"/>
                  </a:cubicBezTo>
                  <a:cubicBezTo>
                    <a:pt x="15" y="12"/>
                    <a:pt x="14" y="11"/>
                    <a:pt x="12" y="11"/>
                  </a:cubicBezTo>
                  <a:cubicBezTo>
                    <a:pt x="12" y="8"/>
                    <a:pt x="14" y="9"/>
                    <a:pt x="15" y="8"/>
                  </a:cubicBezTo>
                  <a:cubicBezTo>
                    <a:pt x="17" y="8"/>
                    <a:pt x="17" y="7"/>
                    <a:pt x="18" y="6"/>
                  </a:cubicBezTo>
                  <a:cubicBezTo>
                    <a:pt x="20" y="2"/>
                    <a:pt x="26" y="6"/>
                    <a:pt x="27" y="1"/>
                  </a:cubicBezTo>
                  <a:cubicBezTo>
                    <a:pt x="28" y="1"/>
                    <a:pt x="28" y="2"/>
                    <a:pt x="29" y="2"/>
                  </a:cubicBezTo>
                  <a:cubicBezTo>
                    <a:pt x="30" y="2"/>
                    <a:pt x="30" y="1"/>
                    <a:pt x="31" y="1"/>
                  </a:cubicBezTo>
                  <a:cubicBezTo>
                    <a:pt x="32" y="1"/>
                    <a:pt x="31" y="1"/>
                    <a:pt x="32" y="2"/>
                  </a:cubicBezTo>
                  <a:cubicBezTo>
                    <a:pt x="33" y="2"/>
                    <a:pt x="34" y="3"/>
                    <a:pt x="34" y="4"/>
                  </a:cubicBezTo>
                  <a:cubicBezTo>
                    <a:pt x="35" y="4"/>
                    <a:pt x="35" y="5"/>
                    <a:pt x="36" y="6"/>
                  </a:cubicBezTo>
                  <a:cubicBezTo>
                    <a:pt x="37" y="6"/>
                    <a:pt x="37" y="5"/>
                    <a:pt x="38" y="5"/>
                  </a:cubicBezTo>
                  <a:cubicBezTo>
                    <a:pt x="40" y="4"/>
                    <a:pt x="41" y="5"/>
                    <a:pt x="42" y="4"/>
                  </a:cubicBezTo>
                  <a:close/>
                  <a:moveTo>
                    <a:pt x="371" y="59"/>
                  </a:moveTo>
                  <a:cubicBezTo>
                    <a:pt x="369" y="58"/>
                    <a:pt x="368" y="56"/>
                    <a:pt x="366" y="55"/>
                  </a:cubicBezTo>
                  <a:cubicBezTo>
                    <a:pt x="364" y="54"/>
                    <a:pt x="362" y="55"/>
                    <a:pt x="360" y="55"/>
                  </a:cubicBezTo>
                  <a:cubicBezTo>
                    <a:pt x="354" y="55"/>
                    <a:pt x="354" y="52"/>
                    <a:pt x="351" y="48"/>
                  </a:cubicBezTo>
                  <a:cubicBezTo>
                    <a:pt x="350" y="46"/>
                    <a:pt x="349" y="44"/>
                    <a:pt x="350" y="41"/>
                  </a:cubicBezTo>
                  <a:cubicBezTo>
                    <a:pt x="351" y="39"/>
                    <a:pt x="352" y="37"/>
                    <a:pt x="352" y="35"/>
                  </a:cubicBezTo>
                  <a:cubicBezTo>
                    <a:pt x="352" y="33"/>
                    <a:pt x="350" y="31"/>
                    <a:pt x="349" y="30"/>
                  </a:cubicBezTo>
                  <a:cubicBezTo>
                    <a:pt x="348" y="28"/>
                    <a:pt x="348" y="26"/>
                    <a:pt x="347" y="25"/>
                  </a:cubicBezTo>
                  <a:cubicBezTo>
                    <a:pt x="345" y="24"/>
                    <a:pt x="343" y="26"/>
                    <a:pt x="342" y="23"/>
                  </a:cubicBezTo>
                  <a:cubicBezTo>
                    <a:pt x="341" y="23"/>
                    <a:pt x="342" y="22"/>
                    <a:pt x="341" y="22"/>
                  </a:cubicBezTo>
                  <a:cubicBezTo>
                    <a:pt x="341" y="21"/>
                    <a:pt x="340" y="20"/>
                    <a:pt x="339" y="19"/>
                  </a:cubicBezTo>
                  <a:cubicBezTo>
                    <a:pt x="338" y="18"/>
                    <a:pt x="335" y="18"/>
                    <a:pt x="335" y="16"/>
                  </a:cubicBezTo>
                  <a:cubicBezTo>
                    <a:pt x="334" y="16"/>
                    <a:pt x="335" y="15"/>
                    <a:pt x="335" y="15"/>
                  </a:cubicBezTo>
                  <a:cubicBezTo>
                    <a:pt x="334" y="14"/>
                    <a:pt x="332" y="14"/>
                    <a:pt x="331" y="14"/>
                  </a:cubicBezTo>
                  <a:cubicBezTo>
                    <a:pt x="330" y="15"/>
                    <a:pt x="330" y="16"/>
                    <a:pt x="328" y="17"/>
                  </a:cubicBezTo>
                  <a:cubicBezTo>
                    <a:pt x="326" y="19"/>
                    <a:pt x="325" y="17"/>
                    <a:pt x="323" y="17"/>
                  </a:cubicBezTo>
                  <a:cubicBezTo>
                    <a:pt x="321" y="17"/>
                    <a:pt x="319" y="17"/>
                    <a:pt x="317" y="17"/>
                  </a:cubicBezTo>
                  <a:cubicBezTo>
                    <a:pt x="314" y="19"/>
                    <a:pt x="312" y="18"/>
                    <a:pt x="310" y="16"/>
                  </a:cubicBezTo>
                  <a:cubicBezTo>
                    <a:pt x="307" y="21"/>
                    <a:pt x="300" y="24"/>
                    <a:pt x="295" y="26"/>
                  </a:cubicBezTo>
                  <a:cubicBezTo>
                    <a:pt x="292" y="27"/>
                    <a:pt x="289" y="29"/>
                    <a:pt x="287" y="31"/>
                  </a:cubicBezTo>
                  <a:cubicBezTo>
                    <a:pt x="284" y="32"/>
                    <a:pt x="281" y="31"/>
                    <a:pt x="278" y="30"/>
                  </a:cubicBezTo>
                  <a:cubicBezTo>
                    <a:pt x="277" y="30"/>
                    <a:pt x="275" y="30"/>
                    <a:pt x="274" y="30"/>
                  </a:cubicBezTo>
                  <a:cubicBezTo>
                    <a:pt x="274" y="29"/>
                    <a:pt x="273" y="28"/>
                    <a:pt x="272" y="28"/>
                  </a:cubicBezTo>
                  <a:cubicBezTo>
                    <a:pt x="270" y="26"/>
                    <a:pt x="268" y="28"/>
                    <a:pt x="265" y="28"/>
                  </a:cubicBezTo>
                  <a:cubicBezTo>
                    <a:pt x="264" y="28"/>
                    <a:pt x="262" y="28"/>
                    <a:pt x="261" y="28"/>
                  </a:cubicBezTo>
                  <a:cubicBezTo>
                    <a:pt x="259" y="29"/>
                    <a:pt x="258" y="30"/>
                    <a:pt x="256" y="30"/>
                  </a:cubicBezTo>
                  <a:cubicBezTo>
                    <a:pt x="255" y="31"/>
                    <a:pt x="254" y="30"/>
                    <a:pt x="253" y="30"/>
                  </a:cubicBezTo>
                  <a:cubicBezTo>
                    <a:pt x="251" y="30"/>
                    <a:pt x="250" y="32"/>
                    <a:pt x="249" y="31"/>
                  </a:cubicBezTo>
                  <a:cubicBezTo>
                    <a:pt x="248" y="32"/>
                    <a:pt x="248" y="32"/>
                    <a:pt x="248" y="32"/>
                  </a:cubicBezTo>
                  <a:cubicBezTo>
                    <a:pt x="245" y="32"/>
                    <a:pt x="243" y="31"/>
                    <a:pt x="241" y="30"/>
                  </a:cubicBezTo>
                  <a:cubicBezTo>
                    <a:pt x="239" y="29"/>
                    <a:pt x="238" y="28"/>
                    <a:pt x="236" y="27"/>
                  </a:cubicBezTo>
                  <a:cubicBezTo>
                    <a:pt x="234" y="26"/>
                    <a:pt x="234" y="28"/>
                    <a:pt x="232" y="28"/>
                  </a:cubicBezTo>
                  <a:cubicBezTo>
                    <a:pt x="230" y="28"/>
                    <a:pt x="229" y="26"/>
                    <a:pt x="227" y="26"/>
                  </a:cubicBezTo>
                  <a:cubicBezTo>
                    <a:pt x="224" y="26"/>
                    <a:pt x="225" y="27"/>
                    <a:pt x="223" y="25"/>
                  </a:cubicBezTo>
                  <a:cubicBezTo>
                    <a:pt x="222" y="23"/>
                    <a:pt x="221" y="22"/>
                    <a:pt x="219" y="21"/>
                  </a:cubicBezTo>
                  <a:cubicBezTo>
                    <a:pt x="218" y="20"/>
                    <a:pt x="215" y="20"/>
                    <a:pt x="213" y="21"/>
                  </a:cubicBezTo>
                  <a:cubicBezTo>
                    <a:pt x="212" y="22"/>
                    <a:pt x="213" y="23"/>
                    <a:pt x="211" y="24"/>
                  </a:cubicBezTo>
                  <a:cubicBezTo>
                    <a:pt x="208" y="24"/>
                    <a:pt x="205" y="18"/>
                    <a:pt x="205" y="16"/>
                  </a:cubicBezTo>
                  <a:cubicBezTo>
                    <a:pt x="203" y="13"/>
                    <a:pt x="204" y="10"/>
                    <a:pt x="199" y="12"/>
                  </a:cubicBezTo>
                  <a:cubicBezTo>
                    <a:pt x="197" y="12"/>
                    <a:pt x="196" y="13"/>
                    <a:pt x="194" y="13"/>
                  </a:cubicBezTo>
                  <a:cubicBezTo>
                    <a:pt x="191" y="13"/>
                    <a:pt x="190" y="11"/>
                    <a:pt x="189" y="10"/>
                  </a:cubicBezTo>
                  <a:cubicBezTo>
                    <a:pt x="187" y="9"/>
                    <a:pt x="185" y="8"/>
                    <a:pt x="185" y="6"/>
                  </a:cubicBezTo>
                  <a:cubicBezTo>
                    <a:pt x="185" y="5"/>
                    <a:pt x="186" y="4"/>
                    <a:pt x="186" y="2"/>
                  </a:cubicBezTo>
                  <a:cubicBezTo>
                    <a:pt x="184" y="2"/>
                    <a:pt x="184" y="0"/>
                    <a:pt x="182" y="2"/>
                  </a:cubicBezTo>
                  <a:cubicBezTo>
                    <a:pt x="180" y="3"/>
                    <a:pt x="179" y="4"/>
                    <a:pt x="177" y="4"/>
                  </a:cubicBezTo>
                  <a:cubicBezTo>
                    <a:pt x="172" y="5"/>
                    <a:pt x="166" y="4"/>
                    <a:pt x="160" y="4"/>
                  </a:cubicBezTo>
                  <a:cubicBezTo>
                    <a:pt x="158" y="4"/>
                    <a:pt x="155" y="3"/>
                    <a:pt x="152" y="3"/>
                  </a:cubicBezTo>
                  <a:cubicBezTo>
                    <a:pt x="150" y="4"/>
                    <a:pt x="147" y="5"/>
                    <a:pt x="144" y="6"/>
                  </a:cubicBezTo>
                  <a:cubicBezTo>
                    <a:pt x="139" y="7"/>
                    <a:pt x="134" y="8"/>
                    <a:pt x="130" y="11"/>
                  </a:cubicBezTo>
                  <a:cubicBezTo>
                    <a:pt x="125" y="14"/>
                    <a:pt x="122" y="18"/>
                    <a:pt x="117" y="19"/>
                  </a:cubicBezTo>
                  <a:cubicBezTo>
                    <a:pt x="116" y="20"/>
                    <a:pt x="113" y="20"/>
                    <a:pt x="112" y="22"/>
                  </a:cubicBezTo>
                  <a:cubicBezTo>
                    <a:pt x="111" y="24"/>
                    <a:pt x="111" y="26"/>
                    <a:pt x="109" y="27"/>
                  </a:cubicBezTo>
                  <a:cubicBezTo>
                    <a:pt x="107" y="27"/>
                    <a:pt x="105" y="27"/>
                    <a:pt x="103" y="27"/>
                  </a:cubicBezTo>
                  <a:cubicBezTo>
                    <a:pt x="100" y="27"/>
                    <a:pt x="99" y="27"/>
                    <a:pt x="97" y="26"/>
                  </a:cubicBezTo>
                  <a:cubicBezTo>
                    <a:pt x="95" y="26"/>
                    <a:pt x="93" y="25"/>
                    <a:pt x="91" y="25"/>
                  </a:cubicBezTo>
                  <a:cubicBezTo>
                    <a:pt x="88" y="25"/>
                    <a:pt x="86" y="25"/>
                    <a:pt x="83" y="25"/>
                  </a:cubicBezTo>
                  <a:cubicBezTo>
                    <a:pt x="81" y="25"/>
                    <a:pt x="78" y="25"/>
                    <a:pt x="75" y="24"/>
                  </a:cubicBezTo>
                  <a:cubicBezTo>
                    <a:pt x="73" y="24"/>
                    <a:pt x="70" y="22"/>
                    <a:pt x="68" y="24"/>
                  </a:cubicBezTo>
                  <a:cubicBezTo>
                    <a:pt x="67" y="24"/>
                    <a:pt x="65" y="27"/>
                    <a:pt x="65" y="28"/>
                  </a:cubicBezTo>
                  <a:cubicBezTo>
                    <a:pt x="66" y="31"/>
                    <a:pt x="68" y="32"/>
                    <a:pt x="70" y="33"/>
                  </a:cubicBezTo>
                  <a:cubicBezTo>
                    <a:pt x="74" y="35"/>
                    <a:pt x="78" y="36"/>
                    <a:pt x="83" y="37"/>
                  </a:cubicBezTo>
                  <a:cubicBezTo>
                    <a:pt x="81" y="37"/>
                    <a:pt x="80" y="37"/>
                    <a:pt x="78" y="37"/>
                  </a:cubicBezTo>
                  <a:cubicBezTo>
                    <a:pt x="77" y="37"/>
                    <a:pt x="75" y="37"/>
                    <a:pt x="73" y="37"/>
                  </a:cubicBezTo>
                  <a:cubicBezTo>
                    <a:pt x="70" y="38"/>
                    <a:pt x="68" y="38"/>
                    <a:pt x="65" y="39"/>
                  </a:cubicBezTo>
                  <a:cubicBezTo>
                    <a:pt x="64" y="39"/>
                    <a:pt x="61" y="40"/>
                    <a:pt x="62" y="42"/>
                  </a:cubicBezTo>
                  <a:cubicBezTo>
                    <a:pt x="62" y="44"/>
                    <a:pt x="66" y="43"/>
                    <a:pt x="67" y="44"/>
                  </a:cubicBezTo>
                  <a:cubicBezTo>
                    <a:pt x="67" y="45"/>
                    <a:pt x="67" y="46"/>
                    <a:pt x="65" y="46"/>
                  </a:cubicBezTo>
                  <a:cubicBezTo>
                    <a:pt x="64" y="46"/>
                    <a:pt x="63" y="45"/>
                    <a:pt x="62" y="45"/>
                  </a:cubicBezTo>
                  <a:cubicBezTo>
                    <a:pt x="61" y="45"/>
                    <a:pt x="56" y="46"/>
                    <a:pt x="56" y="45"/>
                  </a:cubicBezTo>
                  <a:cubicBezTo>
                    <a:pt x="51" y="45"/>
                    <a:pt x="46" y="46"/>
                    <a:pt x="42" y="46"/>
                  </a:cubicBezTo>
                  <a:cubicBezTo>
                    <a:pt x="39" y="47"/>
                    <a:pt x="33" y="47"/>
                    <a:pt x="32" y="44"/>
                  </a:cubicBezTo>
                  <a:cubicBezTo>
                    <a:pt x="30" y="43"/>
                    <a:pt x="28" y="44"/>
                    <a:pt x="26" y="45"/>
                  </a:cubicBezTo>
                  <a:cubicBezTo>
                    <a:pt x="25" y="45"/>
                    <a:pt x="24" y="44"/>
                    <a:pt x="22" y="45"/>
                  </a:cubicBezTo>
                  <a:cubicBezTo>
                    <a:pt x="20" y="46"/>
                    <a:pt x="19" y="47"/>
                    <a:pt x="18" y="48"/>
                  </a:cubicBezTo>
                  <a:cubicBezTo>
                    <a:pt x="17" y="49"/>
                    <a:pt x="15" y="50"/>
                    <a:pt x="14" y="51"/>
                  </a:cubicBezTo>
                  <a:cubicBezTo>
                    <a:pt x="14" y="52"/>
                    <a:pt x="15" y="53"/>
                    <a:pt x="14" y="53"/>
                  </a:cubicBezTo>
                  <a:cubicBezTo>
                    <a:pt x="14" y="54"/>
                    <a:pt x="13" y="54"/>
                    <a:pt x="12" y="55"/>
                  </a:cubicBezTo>
                  <a:cubicBezTo>
                    <a:pt x="11" y="56"/>
                    <a:pt x="9" y="56"/>
                    <a:pt x="9" y="58"/>
                  </a:cubicBezTo>
                  <a:cubicBezTo>
                    <a:pt x="8" y="60"/>
                    <a:pt x="10" y="61"/>
                    <a:pt x="9" y="63"/>
                  </a:cubicBezTo>
                  <a:cubicBezTo>
                    <a:pt x="9" y="65"/>
                    <a:pt x="8" y="66"/>
                    <a:pt x="8" y="67"/>
                  </a:cubicBezTo>
                  <a:cubicBezTo>
                    <a:pt x="7" y="72"/>
                    <a:pt x="22" y="65"/>
                    <a:pt x="23" y="67"/>
                  </a:cubicBezTo>
                  <a:cubicBezTo>
                    <a:pt x="26" y="68"/>
                    <a:pt x="21" y="72"/>
                    <a:pt x="20" y="73"/>
                  </a:cubicBezTo>
                  <a:cubicBezTo>
                    <a:pt x="17" y="77"/>
                    <a:pt x="23" y="76"/>
                    <a:pt x="23" y="79"/>
                  </a:cubicBezTo>
                  <a:cubicBezTo>
                    <a:pt x="22" y="79"/>
                    <a:pt x="22" y="82"/>
                    <a:pt x="23" y="82"/>
                  </a:cubicBezTo>
                  <a:cubicBezTo>
                    <a:pt x="24" y="83"/>
                    <a:pt x="26" y="83"/>
                    <a:pt x="27" y="83"/>
                  </a:cubicBezTo>
                  <a:cubicBezTo>
                    <a:pt x="27" y="84"/>
                    <a:pt x="25" y="85"/>
                    <a:pt x="25" y="86"/>
                  </a:cubicBezTo>
                  <a:cubicBezTo>
                    <a:pt x="24" y="87"/>
                    <a:pt x="22" y="87"/>
                    <a:pt x="21" y="88"/>
                  </a:cubicBezTo>
                  <a:cubicBezTo>
                    <a:pt x="21" y="90"/>
                    <a:pt x="24" y="93"/>
                    <a:pt x="25" y="94"/>
                  </a:cubicBezTo>
                  <a:cubicBezTo>
                    <a:pt x="27" y="94"/>
                    <a:pt x="31" y="95"/>
                    <a:pt x="27" y="96"/>
                  </a:cubicBezTo>
                  <a:cubicBezTo>
                    <a:pt x="25" y="96"/>
                    <a:pt x="21" y="98"/>
                    <a:pt x="21" y="95"/>
                  </a:cubicBezTo>
                  <a:cubicBezTo>
                    <a:pt x="19" y="94"/>
                    <a:pt x="20" y="97"/>
                    <a:pt x="19" y="97"/>
                  </a:cubicBezTo>
                  <a:cubicBezTo>
                    <a:pt x="18" y="95"/>
                    <a:pt x="18" y="93"/>
                    <a:pt x="17" y="91"/>
                  </a:cubicBezTo>
                  <a:cubicBezTo>
                    <a:pt x="17" y="90"/>
                    <a:pt x="17" y="88"/>
                    <a:pt x="15" y="88"/>
                  </a:cubicBezTo>
                  <a:cubicBezTo>
                    <a:pt x="10" y="89"/>
                    <a:pt x="17" y="94"/>
                    <a:pt x="15" y="96"/>
                  </a:cubicBezTo>
                  <a:cubicBezTo>
                    <a:pt x="14" y="97"/>
                    <a:pt x="11" y="97"/>
                    <a:pt x="12" y="100"/>
                  </a:cubicBezTo>
                  <a:cubicBezTo>
                    <a:pt x="12" y="100"/>
                    <a:pt x="15" y="102"/>
                    <a:pt x="16" y="102"/>
                  </a:cubicBezTo>
                  <a:cubicBezTo>
                    <a:pt x="18" y="102"/>
                    <a:pt x="19" y="101"/>
                    <a:pt x="21" y="101"/>
                  </a:cubicBezTo>
                  <a:cubicBezTo>
                    <a:pt x="22" y="101"/>
                    <a:pt x="24" y="103"/>
                    <a:pt x="24" y="105"/>
                  </a:cubicBezTo>
                  <a:cubicBezTo>
                    <a:pt x="26" y="106"/>
                    <a:pt x="30" y="105"/>
                    <a:pt x="31" y="108"/>
                  </a:cubicBezTo>
                  <a:cubicBezTo>
                    <a:pt x="32" y="109"/>
                    <a:pt x="31" y="111"/>
                    <a:pt x="30" y="112"/>
                  </a:cubicBezTo>
                  <a:cubicBezTo>
                    <a:pt x="30" y="113"/>
                    <a:pt x="28" y="113"/>
                    <a:pt x="28" y="114"/>
                  </a:cubicBezTo>
                  <a:cubicBezTo>
                    <a:pt x="27" y="114"/>
                    <a:pt x="28" y="114"/>
                    <a:pt x="28" y="115"/>
                  </a:cubicBezTo>
                  <a:cubicBezTo>
                    <a:pt x="29" y="115"/>
                    <a:pt x="29" y="115"/>
                    <a:pt x="29" y="116"/>
                  </a:cubicBezTo>
                  <a:cubicBezTo>
                    <a:pt x="30" y="116"/>
                    <a:pt x="30" y="117"/>
                    <a:pt x="30" y="117"/>
                  </a:cubicBezTo>
                  <a:cubicBezTo>
                    <a:pt x="30" y="118"/>
                    <a:pt x="30" y="120"/>
                    <a:pt x="31" y="121"/>
                  </a:cubicBezTo>
                  <a:cubicBezTo>
                    <a:pt x="32" y="121"/>
                    <a:pt x="33" y="121"/>
                    <a:pt x="34" y="122"/>
                  </a:cubicBezTo>
                  <a:cubicBezTo>
                    <a:pt x="33" y="124"/>
                    <a:pt x="39" y="125"/>
                    <a:pt x="36" y="127"/>
                  </a:cubicBezTo>
                  <a:cubicBezTo>
                    <a:pt x="35" y="128"/>
                    <a:pt x="30" y="125"/>
                    <a:pt x="31" y="129"/>
                  </a:cubicBezTo>
                  <a:cubicBezTo>
                    <a:pt x="31" y="132"/>
                    <a:pt x="35" y="131"/>
                    <a:pt x="37" y="130"/>
                  </a:cubicBezTo>
                  <a:cubicBezTo>
                    <a:pt x="41" y="130"/>
                    <a:pt x="46" y="129"/>
                    <a:pt x="50" y="130"/>
                  </a:cubicBezTo>
                  <a:cubicBezTo>
                    <a:pt x="50" y="132"/>
                    <a:pt x="47" y="131"/>
                    <a:pt x="46" y="133"/>
                  </a:cubicBezTo>
                  <a:cubicBezTo>
                    <a:pt x="45" y="134"/>
                    <a:pt x="45" y="134"/>
                    <a:pt x="46" y="135"/>
                  </a:cubicBezTo>
                  <a:cubicBezTo>
                    <a:pt x="46" y="137"/>
                    <a:pt x="45" y="138"/>
                    <a:pt x="45" y="140"/>
                  </a:cubicBezTo>
                  <a:cubicBezTo>
                    <a:pt x="47" y="138"/>
                    <a:pt x="50" y="136"/>
                    <a:pt x="51" y="135"/>
                  </a:cubicBezTo>
                  <a:cubicBezTo>
                    <a:pt x="53" y="134"/>
                    <a:pt x="54" y="134"/>
                    <a:pt x="55" y="135"/>
                  </a:cubicBezTo>
                  <a:cubicBezTo>
                    <a:pt x="56" y="136"/>
                    <a:pt x="60" y="140"/>
                    <a:pt x="60" y="137"/>
                  </a:cubicBezTo>
                  <a:cubicBezTo>
                    <a:pt x="62" y="137"/>
                    <a:pt x="64" y="137"/>
                    <a:pt x="65" y="138"/>
                  </a:cubicBezTo>
                  <a:cubicBezTo>
                    <a:pt x="66" y="139"/>
                    <a:pt x="65" y="140"/>
                    <a:pt x="66" y="141"/>
                  </a:cubicBezTo>
                  <a:cubicBezTo>
                    <a:pt x="66" y="142"/>
                    <a:pt x="67" y="144"/>
                    <a:pt x="68" y="145"/>
                  </a:cubicBezTo>
                  <a:cubicBezTo>
                    <a:pt x="70" y="148"/>
                    <a:pt x="75" y="150"/>
                    <a:pt x="80" y="150"/>
                  </a:cubicBezTo>
                  <a:cubicBezTo>
                    <a:pt x="82" y="149"/>
                    <a:pt x="84" y="148"/>
                    <a:pt x="87" y="148"/>
                  </a:cubicBezTo>
                  <a:cubicBezTo>
                    <a:pt x="88" y="147"/>
                    <a:pt x="89" y="147"/>
                    <a:pt x="90" y="147"/>
                  </a:cubicBezTo>
                  <a:cubicBezTo>
                    <a:pt x="90" y="147"/>
                    <a:pt x="91" y="148"/>
                    <a:pt x="92" y="148"/>
                  </a:cubicBezTo>
                  <a:cubicBezTo>
                    <a:pt x="94" y="147"/>
                    <a:pt x="94" y="141"/>
                    <a:pt x="94" y="139"/>
                  </a:cubicBezTo>
                  <a:cubicBezTo>
                    <a:pt x="94" y="138"/>
                    <a:pt x="94" y="135"/>
                    <a:pt x="95" y="134"/>
                  </a:cubicBezTo>
                  <a:cubicBezTo>
                    <a:pt x="97" y="133"/>
                    <a:pt x="100" y="133"/>
                    <a:pt x="101" y="133"/>
                  </a:cubicBezTo>
                  <a:cubicBezTo>
                    <a:pt x="107" y="134"/>
                    <a:pt x="110" y="137"/>
                    <a:pt x="115" y="139"/>
                  </a:cubicBezTo>
                  <a:cubicBezTo>
                    <a:pt x="120" y="141"/>
                    <a:pt x="124" y="143"/>
                    <a:pt x="127" y="147"/>
                  </a:cubicBezTo>
                  <a:cubicBezTo>
                    <a:pt x="130" y="150"/>
                    <a:pt x="132" y="154"/>
                    <a:pt x="137" y="153"/>
                  </a:cubicBezTo>
                  <a:cubicBezTo>
                    <a:pt x="140" y="152"/>
                    <a:pt x="143" y="151"/>
                    <a:pt x="146" y="151"/>
                  </a:cubicBezTo>
                  <a:cubicBezTo>
                    <a:pt x="149" y="150"/>
                    <a:pt x="152" y="151"/>
                    <a:pt x="155" y="150"/>
                  </a:cubicBezTo>
                  <a:cubicBezTo>
                    <a:pt x="156" y="149"/>
                    <a:pt x="157" y="148"/>
                    <a:pt x="159" y="148"/>
                  </a:cubicBezTo>
                  <a:cubicBezTo>
                    <a:pt x="159" y="148"/>
                    <a:pt x="160" y="149"/>
                    <a:pt x="161" y="149"/>
                  </a:cubicBezTo>
                  <a:cubicBezTo>
                    <a:pt x="164" y="149"/>
                    <a:pt x="163" y="146"/>
                    <a:pt x="163" y="144"/>
                  </a:cubicBezTo>
                  <a:cubicBezTo>
                    <a:pt x="167" y="142"/>
                    <a:pt x="170" y="139"/>
                    <a:pt x="172" y="137"/>
                  </a:cubicBezTo>
                  <a:cubicBezTo>
                    <a:pt x="175" y="136"/>
                    <a:pt x="175" y="134"/>
                    <a:pt x="178" y="135"/>
                  </a:cubicBezTo>
                  <a:cubicBezTo>
                    <a:pt x="181" y="137"/>
                    <a:pt x="184" y="138"/>
                    <a:pt x="186" y="140"/>
                  </a:cubicBezTo>
                  <a:cubicBezTo>
                    <a:pt x="188" y="141"/>
                    <a:pt x="190" y="141"/>
                    <a:pt x="191" y="140"/>
                  </a:cubicBezTo>
                  <a:cubicBezTo>
                    <a:pt x="194" y="139"/>
                    <a:pt x="192" y="138"/>
                    <a:pt x="193" y="136"/>
                  </a:cubicBezTo>
                  <a:cubicBezTo>
                    <a:pt x="196" y="136"/>
                    <a:pt x="198" y="136"/>
                    <a:pt x="200" y="134"/>
                  </a:cubicBezTo>
                  <a:cubicBezTo>
                    <a:pt x="201" y="133"/>
                    <a:pt x="201" y="132"/>
                    <a:pt x="203" y="132"/>
                  </a:cubicBezTo>
                  <a:cubicBezTo>
                    <a:pt x="204" y="132"/>
                    <a:pt x="204" y="134"/>
                    <a:pt x="205" y="135"/>
                  </a:cubicBezTo>
                  <a:cubicBezTo>
                    <a:pt x="205" y="136"/>
                    <a:pt x="206" y="139"/>
                    <a:pt x="205" y="141"/>
                  </a:cubicBezTo>
                  <a:cubicBezTo>
                    <a:pt x="204" y="142"/>
                    <a:pt x="202" y="143"/>
                    <a:pt x="201" y="143"/>
                  </a:cubicBezTo>
                  <a:cubicBezTo>
                    <a:pt x="199" y="145"/>
                    <a:pt x="198" y="146"/>
                    <a:pt x="197" y="147"/>
                  </a:cubicBezTo>
                  <a:cubicBezTo>
                    <a:pt x="199" y="150"/>
                    <a:pt x="198" y="155"/>
                    <a:pt x="201" y="157"/>
                  </a:cubicBezTo>
                  <a:cubicBezTo>
                    <a:pt x="203" y="159"/>
                    <a:pt x="204" y="157"/>
                    <a:pt x="205" y="156"/>
                  </a:cubicBezTo>
                  <a:cubicBezTo>
                    <a:pt x="206" y="155"/>
                    <a:pt x="208" y="155"/>
                    <a:pt x="208" y="154"/>
                  </a:cubicBezTo>
                  <a:cubicBezTo>
                    <a:pt x="209" y="153"/>
                    <a:pt x="207" y="152"/>
                    <a:pt x="208" y="150"/>
                  </a:cubicBezTo>
                  <a:cubicBezTo>
                    <a:pt x="209" y="149"/>
                    <a:pt x="212" y="151"/>
                    <a:pt x="213" y="149"/>
                  </a:cubicBezTo>
                  <a:cubicBezTo>
                    <a:pt x="214" y="148"/>
                    <a:pt x="213" y="146"/>
                    <a:pt x="213" y="145"/>
                  </a:cubicBezTo>
                  <a:cubicBezTo>
                    <a:pt x="213" y="144"/>
                    <a:pt x="213" y="143"/>
                    <a:pt x="213" y="142"/>
                  </a:cubicBezTo>
                  <a:cubicBezTo>
                    <a:pt x="214" y="140"/>
                    <a:pt x="213" y="135"/>
                    <a:pt x="215" y="135"/>
                  </a:cubicBezTo>
                  <a:cubicBezTo>
                    <a:pt x="217" y="134"/>
                    <a:pt x="220" y="137"/>
                    <a:pt x="220" y="138"/>
                  </a:cubicBezTo>
                  <a:cubicBezTo>
                    <a:pt x="224" y="137"/>
                    <a:pt x="227" y="139"/>
                    <a:pt x="230" y="138"/>
                  </a:cubicBezTo>
                  <a:cubicBezTo>
                    <a:pt x="232" y="137"/>
                    <a:pt x="233" y="137"/>
                    <a:pt x="234" y="137"/>
                  </a:cubicBezTo>
                  <a:cubicBezTo>
                    <a:pt x="236" y="136"/>
                    <a:pt x="237" y="135"/>
                    <a:pt x="239" y="134"/>
                  </a:cubicBezTo>
                  <a:cubicBezTo>
                    <a:pt x="241" y="133"/>
                    <a:pt x="245" y="133"/>
                    <a:pt x="247" y="133"/>
                  </a:cubicBezTo>
                  <a:cubicBezTo>
                    <a:pt x="250" y="134"/>
                    <a:pt x="253" y="136"/>
                    <a:pt x="256" y="137"/>
                  </a:cubicBezTo>
                  <a:cubicBezTo>
                    <a:pt x="258" y="137"/>
                    <a:pt x="261" y="137"/>
                    <a:pt x="264" y="136"/>
                  </a:cubicBezTo>
                  <a:cubicBezTo>
                    <a:pt x="268" y="136"/>
                    <a:pt x="272" y="136"/>
                    <a:pt x="275" y="135"/>
                  </a:cubicBezTo>
                  <a:cubicBezTo>
                    <a:pt x="281" y="134"/>
                    <a:pt x="286" y="128"/>
                    <a:pt x="292" y="127"/>
                  </a:cubicBezTo>
                  <a:cubicBezTo>
                    <a:pt x="295" y="127"/>
                    <a:pt x="298" y="127"/>
                    <a:pt x="301" y="127"/>
                  </a:cubicBezTo>
                  <a:cubicBezTo>
                    <a:pt x="304" y="127"/>
                    <a:pt x="308" y="127"/>
                    <a:pt x="311" y="127"/>
                  </a:cubicBezTo>
                  <a:cubicBezTo>
                    <a:pt x="314" y="127"/>
                    <a:pt x="317" y="126"/>
                    <a:pt x="319" y="124"/>
                  </a:cubicBezTo>
                  <a:cubicBezTo>
                    <a:pt x="322" y="123"/>
                    <a:pt x="323" y="121"/>
                    <a:pt x="325" y="124"/>
                  </a:cubicBezTo>
                  <a:cubicBezTo>
                    <a:pt x="326" y="126"/>
                    <a:pt x="327" y="127"/>
                    <a:pt x="329" y="126"/>
                  </a:cubicBezTo>
                  <a:cubicBezTo>
                    <a:pt x="332" y="125"/>
                    <a:pt x="333" y="122"/>
                    <a:pt x="335" y="121"/>
                  </a:cubicBezTo>
                  <a:cubicBezTo>
                    <a:pt x="338" y="121"/>
                    <a:pt x="341" y="122"/>
                    <a:pt x="343" y="123"/>
                  </a:cubicBezTo>
                  <a:cubicBezTo>
                    <a:pt x="345" y="123"/>
                    <a:pt x="346" y="124"/>
                    <a:pt x="348" y="124"/>
                  </a:cubicBezTo>
                  <a:cubicBezTo>
                    <a:pt x="349" y="124"/>
                    <a:pt x="351" y="125"/>
                    <a:pt x="352" y="125"/>
                  </a:cubicBezTo>
                  <a:cubicBezTo>
                    <a:pt x="355" y="125"/>
                    <a:pt x="357" y="123"/>
                    <a:pt x="359" y="123"/>
                  </a:cubicBezTo>
                  <a:cubicBezTo>
                    <a:pt x="362" y="123"/>
                    <a:pt x="362" y="125"/>
                    <a:pt x="362" y="127"/>
                  </a:cubicBezTo>
                  <a:cubicBezTo>
                    <a:pt x="362" y="128"/>
                    <a:pt x="361" y="129"/>
                    <a:pt x="362" y="130"/>
                  </a:cubicBezTo>
                  <a:cubicBezTo>
                    <a:pt x="364" y="131"/>
                    <a:pt x="364" y="129"/>
                    <a:pt x="364" y="129"/>
                  </a:cubicBezTo>
                  <a:cubicBezTo>
                    <a:pt x="365" y="128"/>
                    <a:pt x="367" y="126"/>
                    <a:pt x="368" y="126"/>
                  </a:cubicBezTo>
                  <a:cubicBezTo>
                    <a:pt x="370" y="126"/>
                    <a:pt x="371" y="127"/>
                    <a:pt x="372" y="126"/>
                  </a:cubicBezTo>
                  <a:cubicBezTo>
                    <a:pt x="372" y="125"/>
                    <a:pt x="373" y="124"/>
                    <a:pt x="373" y="123"/>
                  </a:cubicBezTo>
                  <a:cubicBezTo>
                    <a:pt x="374" y="121"/>
                    <a:pt x="370" y="120"/>
                    <a:pt x="369" y="119"/>
                  </a:cubicBezTo>
                  <a:cubicBezTo>
                    <a:pt x="369" y="119"/>
                    <a:pt x="370" y="118"/>
                    <a:pt x="370" y="117"/>
                  </a:cubicBezTo>
                  <a:cubicBezTo>
                    <a:pt x="370" y="116"/>
                    <a:pt x="369" y="116"/>
                    <a:pt x="369" y="116"/>
                  </a:cubicBezTo>
                  <a:cubicBezTo>
                    <a:pt x="369" y="115"/>
                    <a:pt x="369" y="113"/>
                    <a:pt x="369" y="112"/>
                  </a:cubicBezTo>
                  <a:cubicBezTo>
                    <a:pt x="369" y="111"/>
                    <a:pt x="368" y="111"/>
                    <a:pt x="367" y="110"/>
                  </a:cubicBezTo>
                  <a:cubicBezTo>
                    <a:pt x="365" y="108"/>
                    <a:pt x="365" y="108"/>
                    <a:pt x="362" y="108"/>
                  </a:cubicBezTo>
                  <a:cubicBezTo>
                    <a:pt x="362" y="106"/>
                    <a:pt x="363" y="105"/>
                    <a:pt x="364" y="104"/>
                  </a:cubicBezTo>
                  <a:cubicBezTo>
                    <a:pt x="365" y="103"/>
                    <a:pt x="365" y="101"/>
                    <a:pt x="366" y="99"/>
                  </a:cubicBezTo>
                  <a:cubicBezTo>
                    <a:pt x="367" y="96"/>
                    <a:pt x="364" y="97"/>
                    <a:pt x="364" y="94"/>
                  </a:cubicBezTo>
                  <a:cubicBezTo>
                    <a:pt x="363" y="93"/>
                    <a:pt x="364" y="91"/>
                    <a:pt x="364" y="90"/>
                  </a:cubicBezTo>
                  <a:cubicBezTo>
                    <a:pt x="363" y="88"/>
                    <a:pt x="363" y="86"/>
                    <a:pt x="362" y="84"/>
                  </a:cubicBezTo>
                  <a:cubicBezTo>
                    <a:pt x="362" y="81"/>
                    <a:pt x="362" y="78"/>
                    <a:pt x="360" y="76"/>
                  </a:cubicBezTo>
                  <a:cubicBezTo>
                    <a:pt x="359" y="75"/>
                    <a:pt x="357" y="72"/>
                    <a:pt x="358" y="71"/>
                  </a:cubicBezTo>
                  <a:cubicBezTo>
                    <a:pt x="360" y="69"/>
                    <a:pt x="363" y="72"/>
                    <a:pt x="365" y="70"/>
                  </a:cubicBezTo>
                  <a:cubicBezTo>
                    <a:pt x="367" y="69"/>
                    <a:pt x="366" y="66"/>
                    <a:pt x="366" y="64"/>
                  </a:cubicBezTo>
                  <a:cubicBezTo>
                    <a:pt x="367" y="62"/>
                    <a:pt x="371" y="62"/>
                    <a:pt x="373" y="64"/>
                  </a:cubicBezTo>
                  <a:cubicBezTo>
                    <a:pt x="373" y="62"/>
                    <a:pt x="372" y="60"/>
                    <a:pt x="371" y="59"/>
                  </a:cubicBezTo>
                  <a:cubicBezTo>
                    <a:pt x="370" y="59"/>
                    <a:pt x="372" y="60"/>
                    <a:pt x="371" y="59"/>
                  </a:cubicBezTo>
                  <a:close/>
                  <a:moveTo>
                    <a:pt x="3" y="49"/>
                  </a:moveTo>
                  <a:cubicBezTo>
                    <a:pt x="2" y="50"/>
                    <a:pt x="0" y="50"/>
                    <a:pt x="0" y="51"/>
                  </a:cubicBezTo>
                  <a:cubicBezTo>
                    <a:pt x="0" y="52"/>
                    <a:pt x="0" y="53"/>
                    <a:pt x="1" y="53"/>
                  </a:cubicBezTo>
                  <a:cubicBezTo>
                    <a:pt x="3" y="53"/>
                    <a:pt x="5" y="52"/>
                    <a:pt x="6" y="52"/>
                  </a:cubicBezTo>
                  <a:cubicBezTo>
                    <a:pt x="7" y="50"/>
                    <a:pt x="4" y="49"/>
                    <a:pt x="3" y="49"/>
                  </a:cubicBezTo>
                  <a:cubicBezTo>
                    <a:pt x="2" y="50"/>
                    <a:pt x="4" y="49"/>
                    <a:pt x="3" y="49"/>
                  </a:cubicBezTo>
                  <a:close/>
                  <a:moveTo>
                    <a:pt x="43" y="135"/>
                  </a:moveTo>
                  <a:cubicBezTo>
                    <a:pt x="42" y="134"/>
                    <a:pt x="40" y="135"/>
                    <a:pt x="39" y="135"/>
                  </a:cubicBezTo>
                  <a:cubicBezTo>
                    <a:pt x="38" y="135"/>
                    <a:pt x="37" y="136"/>
                    <a:pt x="36" y="136"/>
                  </a:cubicBezTo>
                  <a:cubicBezTo>
                    <a:pt x="36" y="136"/>
                    <a:pt x="35" y="136"/>
                    <a:pt x="34" y="136"/>
                  </a:cubicBezTo>
                  <a:cubicBezTo>
                    <a:pt x="33" y="137"/>
                    <a:pt x="33" y="138"/>
                    <a:pt x="35" y="138"/>
                  </a:cubicBezTo>
                  <a:cubicBezTo>
                    <a:pt x="36" y="139"/>
                    <a:pt x="38" y="138"/>
                    <a:pt x="39" y="137"/>
                  </a:cubicBezTo>
                  <a:cubicBezTo>
                    <a:pt x="40" y="137"/>
                    <a:pt x="45" y="136"/>
                    <a:pt x="43" y="135"/>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dirty="0"/>
            </a:p>
          </p:txBody>
        </p:sp>
        <p:sp>
          <p:nvSpPr>
            <p:cNvPr id="617" name="Freeform 600"/>
            <p:cNvSpPr>
              <a:spLocks/>
            </p:cNvSpPr>
            <p:nvPr/>
          </p:nvSpPr>
          <p:spPr bwMode="auto">
            <a:xfrm>
              <a:off x="8743950" y="4793138"/>
              <a:ext cx="355600" cy="225425"/>
            </a:xfrm>
            <a:custGeom>
              <a:avLst/>
              <a:gdLst>
                <a:gd name="T0" fmla="*/ 35 w 90"/>
                <a:gd name="T1" fmla="*/ 53 h 57"/>
                <a:gd name="T2" fmla="*/ 41 w 90"/>
                <a:gd name="T3" fmla="*/ 52 h 57"/>
                <a:gd name="T4" fmla="*/ 44 w 90"/>
                <a:gd name="T5" fmla="*/ 46 h 57"/>
                <a:gd name="T6" fmla="*/ 47 w 90"/>
                <a:gd name="T7" fmla="*/ 39 h 57"/>
                <a:gd name="T8" fmla="*/ 52 w 90"/>
                <a:gd name="T9" fmla="*/ 46 h 57"/>
                <a:gd name="T10" fmla="*/ 56 w 90"/>
                <a:gd name="T11" fmla="*/ 49 h 57"/>
                <a:gd name="T12" fmla="*/ 58 w 90"/>
                <a:gd name="T13" fmla="*/ 53 h 57"/>
                <a:gd name="T14" fmla="*/ 59 w 90"/>
                <a:gd name="T15" fmla="*/ 55 h 57"/>
                <a:gd name="T16" fmla="*/ 61 w 90"/>
                <a:gd name="T17" fmla="*/ 53 h 57"/>
                <a:gd name="T18" fmla="*/ 63 w 90"/>
                <a:gd name="T19" fmla="*/ 46 h 57"/>
                <a:gd name="T20" fmla="*/ 66 w 90"/>
                <a:gd name="T21" fmla="*/ 39 h 57"/>
                <a:gd name="T22" fmla="*/ 77 w 90"/>
                <a:gd name="T23" fmla="*/ 41 h 57"/>
                <a:gd name="T24" fmla="*/ 83 w 90"/>
                <a:gd name="T25" fmla="*/ 45 h 57"/>
                <a:gd name="T26" fmla="*/ 83 w 90"/>
                <a:gd name="T27" fmla="*/ 40 h 57"/>
                <a:gd name="T28" fmla="*/ 81 w 90"/>
                <a:gd name="T29" fmla="*/ 35 h 57"/>
                <a:gd name="T30" fmla="*/ 86 w 90"/>
                <a:gd name="T31" fmla="*/ 36 h 57"/>
                <a:gd name="T32" fmla="*/ 88 w 90"/>
                <a:gd name="T33" fmla="*/ 32 h 57"/>
                <a:gd name="T34" fmla="*/ 89 w 90"/>
                <a:gd name="T35" fmla="*/ 24 h 57"/>
                <a:gd name="T36" fmla="*/ 80 w 90"/>
                <a:gd name="T37" fmla="*/ 26 h 57"/>
                <a:gd name="T38" fmla="*/ 70 w 90"/>
                <a:gd name="T39" fmla="*/ 22 h 57"/>
                <a:gd name="T40" fmla="*/ 72 w 90"/>
                <a:gd name="T41" fmla="*/ 14 h 57"/>
                <a:gd name="T42" fmla="*/ 71 w 90"/>
                <a:gd name="T43" fmla="*/ 8 h 57"/>
                <a:gd name="T44" fmla="*/ 57 w 90"/>
                <a:gd name="T45" fmla="*/ 3 h 57"/>
                <a:gd name="T46" fmla="*/ 50 w 90"/>
                <a:gd name="T47" fmla="*/ 3 h 57"/>
                <a:gd name="T48" fmla="*/ 44 w 90"/>
                <a:gd name="T49" fmla="*/ 6 h 57"/>
                <a:gd name="T50" fmla="*/ 32 w 90"/>
                <a:gd name="T51" fmla="*/ 7 h 57"/>
                <a:gd name="T52" fmla="*/ 30 w 90"/>
                <a:gd name="T53" fmla="*/ 11 h 57"/>
                <a:gd name="T54" fmla="*/ 25 w 90"/>
                <a:gd name="T55" fmla="*/ 10 h 57"/>
                <a:gd name="T56" fmla="*/ 20 w 90"/>
                <a:gd name="T57" fmla="*/ 11 h 57"/>
                <a:gd name="T58" fmla="*/ 22 w 90"/>
                <a:gd name="T59" fmla="*/ 13 h 57"/>
                <a:gd name="T60" fmla="*/ 21 w 90"/>
                <a:gd name="T61" fmla="*/ 17 h 57"/>
                <a:gd name="T62" fmla="*/ 16 w 90"/>
                <a:gd name="T63" fmla="*/ 21 h 57"/>
                <a:gd name="T64" fmla="*/ 10 w 90"/>
                <a:gd name="T65" fmla="*/ 25 h 57"/>
                <a:gd name="T66" fmla="*/ 10 w 90"/>
                <a:gd name="T67" fmla="*/ 30 h 57"/>
                <a:gd name="T68" fmla="*/ 4 w 90"/>
                <a:gd name="T69" fmla="*/ 37 h 57"/>
                <a:gd name="T70" fmla="*/ 5 w 90"/>
                <a:gd name="T71" fmla="*/ 41 h 57"/>
                <a:gd name="T72" fmla="*/ 1 w 90"/>
                <a:gd name="T73" fmla="*/ 46 h 57"/>
                <a:gd name="T74" fmla="*/ 7 w 90"/>
                <a:gd name="T75" fmla="*/ 43 h 57"/>
                <a:gd name="T76" fmla="*/ 12 w 90"/>
                <a:gd name="T77" fmla="*/ 39 h 57"/>
                <a:gd name="T78" fmla="*/ 17 w 90"/>
                <a:gd name="T79" fmla="*/ 43 h 57"/>
                <a:gd name="T80" fmla="*/ 18 w 90"/>
                <a:gd name="T81" fmla="*/ 50 h 57"/>
                <a:gd name="T82" fmla="*/ 30 w 90"/>
                <a:gd name="T83" fmla="*/ 5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0" h="57">
                  <a:moveTo>
                    <a:pt x="30" y="53"/>
                  </a:moveTo>
                  <a:cubicBezTo>
                    <a:pt x="32" y="52"/>
                    <a:pt x="32" y="52"/>
                    <a:pt x="35" y="53"/>
                  </a:cubicBezTo>
                  <a:cubicBezTo>
                    <a:pt x="36" y="54"/>
                    <a:pt x="38" y="54"/>
                    <a:pt x="38" y="52"/>
                  </a:cubicBezTo>
                  <a:cubicBezTo>
                    <a:pt x="39" y="52"/>
                    <a:pt x="40" y="52"/>
                    <a:pt x="41" y="52"/>
                  </a:cubicBezTo>
                  <a:cubicBezTo>
                    <a:pt x="41" y="51"/>
                    <a:pt x="41" y="50"/>
                    <a:pt x="42" y="49"/>
                  </a:cubicBezTo>
                  <a:cubicBezTo>
                    <a:pt x="43" y="48"/>
                    <a:pt x="45" y="48"/>
                    <a:pt x="44" y="46"/>
                  </a:cubicBezTo>
                  <a:cubicBezTo>
                    <a:pt x="43" y="44"/>
                    <a:pt x="42" y="44"/>
                    <a:pt x="44" y="43"/>
                  </a:cubicBezTo>
                  <a:cubicBezTo>
                    <a:pt x="47" y="42"/>
                    <a:pt x="45" y="41"/>
                    <a:pt x="47" y="39"/>
                  </a:cubicBezTo>
                  <a:cubicBezTo>
                    <a:pt x="49" y="39"/>
                    <a:pt x="49" y="41"/>
                    <a:pt x="49" y="43"/>
                  </a:cubicBezTo>
                  <a:cubicBezTo>
                    <a:pt x="50" y="45"/>
                    <a:pt x="50" y="45"/>
                    <a:pt x="52" y="46"/>
                  </a:cubicBezTo>
                  <a:cubicBezTo>
                    <a:pt x="53" y="47"/>
                    <a:pt x="53" y="48"/>
                    <a:pt x="54" y="48"/>
                  </a:cubicBezTo>
                  <a:cubicBezTo>
                    <a:pt x="55" y="48"/>
                    <a:pt x="56" y="48"/>
                    <a:pt x="56" y="49"/>
                  </a:cubicBezTo>
                  <a:cubicBezTo>
                    <a:pt x="57" y="49"/>
                    <a:pt x="57" y="50"/>
                    <a:pt x="57" y="51"/>
                  </a:cubicBezTo>
                  <a:cubicBezTo>
                    <a:pt x="57" y="52"/>
                    <a:pt x="57" y="52"/>
                    <a:pt x="58" y="53"/>
                  </a:cubicBezTo>
                  <a:cubicBezTo>
                    <a:pt x="58" y="53"/>
                    <a:pt x="58" y="54"/>
                    <a:pt x="59" y="54"/>
                  </a:cubicBezTo>
                  <a:cubicBezTo>
                    <a:pt x="59" y="54"/>
                    <a:pt x="59" y="55"/>
                    <a:pt x="59" y="55"/>
                  </a:cubicBezTo>
                  <a:cubicBezTo>
                    <a:pt x="60" y="56"/>
                    <a:pt x="60" y="57"/>
                    <a:pt x="61" y="57"/>
                  </a:cubicBezTo>
                  <a:cubicBezTo>
                    <a:pt x="64" y="56"/>
                    <a:pt x="61" y="54"/>
                    <a:pt x="61" y="53"/>
                  </a:cubicBezTo>
                  <a:cubicBezTo>
                    <a:pt x="59" y="51"/>
                    <a:pt x="61" y="51"/>
                    <a:pt x="62" y="49"/>
                  </a:cubicBezTo>
                  <a:cubicBezTo>
                    <a:pt x="62" y="49"/>
                    <a:pt x="62" y="47"/>
                    <a:pt x="63" y="46"/>
                  </a:cubicBezTo>
                  <a:cubicBezTo>
                    <a:pt x="64" y="46"/>
                    <a:pt x="65" y="45"/>
                    <a:pt x="65" y="44"/>
                  </a:cubicBezTo>
                  <a:cubicBezTo>
                    <a:pt x="66" y="42"/>
                    <a:pt x="65" y="40"/>
                    <a:pt x="66" y="39"/>
                  </a:cubicBezTo>
                  <a:cubicBezTo>
                    <a:pt x="67" y="36"/>
                    <a:pt x="69" y="39"/>
                    <a:pt x="69" y="40"/>
                  </a:cubicBezTo>
                  <a:cubicBezTo>
                    <a:pt x="72" y="45"/>
                    <a:pt x="73" y="43"/>
                    <a:pt x="77" y="41"/>
                  </a:cubicBezTo>
                  <a:cubicBezTo>
                    <a:pt x="78" y="41"/>
                    <a:pt x="79" y="41"/>
                    <a:pt x="80" y="43"/>
                  </a:cubicBezTo>
                  <a:cubicBezTo>
                    <a:pt x="81" y="44"/>
                    <a:pt x="82" y="48"/>
                    <a:pt x="83" y="45"/>
                  </a:cubicBezTo>
                  <a:cubicBezTo>
                    <a:pt x="84" y="44"/>
                    <a:pt x="83" y="43"/>
                    <a:pt x="83" y="43"/>
                  </a:cubicBezTo>
                  <a:cubicBezTo>
                    <a:pt x="83" y="42"/>
                    <a:pt x="83" y="41"/>
                    <a:pt x="83" y="40"/>
                  </a:cubicBezTo>
                  <a:cubicBezTo>
                    <a:pt x="82" y="39"/>
                    <a:pt x="81" y="39"/>
                    <a:pt x="81" y="38"/>
                  </a:cubicBezTo>
                  <a:cubicBezTo>
                    <a:pt x="81" y="37"/>
                    <a:pt x="81" y="36"/>
                    <a:pt x="81" y="35"/>
                  </a:cubicBezTo>
                  <a:cubicBezTo>
                    <a:pt x="82" y="34"/>
                    <a:pt x="83" y="34"/>
                    <a:pt x="84" y="35"/>
                  </a:cubicBezTo>
                  <a:cubicBezTo>
                    <a:pt x="85" y="35"/>
                    <a:pt x="85" y="36"/>
                    <a:pt x="86" y="36"/>
                  </a:cubicBezTo>
                  <a:cubicBezTo>
                    <a:pt x="87" y="37"/>
                    <a:pt x="89" y="37"/>
                    <a:pt x="89" y="35"/>
                  </a:cubicBezTo>
                  <a:cubicBezTo>
                    <a:pt x="89" y="34"/>
                    <a:pt x="89" y="33"/>
                    <a:pt x="88" y="32"/>
                  </a:cubicBezTo>
                  <a:cubicBezTo>
                    <a:pt x="88" y="31"/>
                    <a:pt x="89" y="30"/>
                    <a:pt x="89" y="29"/>
                  </a:cubicBezTo>
                  <a:cubicBezTo>
                    <a:pt x="90" y="28"/>
                    <a:pt x="90" y="25"/>
                    <a:pt x="89" y="24"/>
                  </a:cubicBezTo>
                  <a:cubicBezTo>
                    <a:pt x="87" y="22"/>
                    <a:pt x="87" y="25"/>
                    <a:pt x="86" y="26"/>
                  </a:cubicBezTo>
                  <a:cubicBezTo>
                    <a:pt x="84" y="27"/>
                    <a:pt x="82" y="27"/>
                    <a:pt x="80" y="26"/>
                  </a:cubicBezTo>
                  <a:cubicBezTo>
                    <a:pt x="78" y="25"/>
                    <a:pt x="79" y="24"/>
                    <a:pt x="77" y="22"/>
                  </a:cubicBezTo>
                  <a:cubicBezTo>
                    <a:pt x="76" y="21"/>
                    <a:pt x="72" y="22"/>
                    <a:pt x="70" y="22"/>
                  </a:cubicBezTo>
                  <a:cubicBezTo>
                    <a:pt x="70" y="20"/>
                    <a:pt x="70" y="19"/>
                    <a:pt x="70" y="18"/>
                  </a:cubicBezTo>
                  <a:cubicBezTo>
                    <a:pt x="70" y="16"/>
                    <a:pt x="71" y="15"/>
                    <a:pt x="72" y="14"/>
                  </a:cubicBezTo>
                  <a:cubicBezTo>
                    <a:pt x="72" y="13"/>
                    <a:pt x="73" y="12"/>
                    <a:pt x="73" y="11"/>
                  </a:cubicBezTo>
                  <a:cubicBezTo>
                    <a:pt x="73" y="9"/>
                    <a:pt x="72" y="9"/>
                    <a:pt x="71" y="8"/>
                  </a:cubicBezTo>
                  <a:cubicBezTo>
                    <a:pt x="68" y="7"/>
                    <a:pt x="66" y="4"/>
                    <a:pt x="62" y="3"/>
                  </a:cubicBezTo>
                  <a:cubicBezTo>
                    <a:pt x="60" y="3"/>
                    <a:pt x="59" y="4"/>
                    <a:pt x="57" y="3"/>
                  </a:cubicBezTo>
                  <a:cubicBezTo>
                    <a:pt x="56" y="3"/>
                    <a:pt x="55" y="2"/>
                    <a:pt x="54" y="1"/>
                  </a:cubicBezTo>
                  <a:cubicBezTo>
                    <a:pt x="52" y="0"/>
                    <a:pt x="49" y="0"/>
                    <a:pt x="50" y="3"/>
                  </a:cubicBezTo>
                  <a:cubicBezTo>
                    <a:pt x="50" y="4"/>
                    <a:pt x="53" y="5"/>
                    <a:pt x="52" y="6"/>
                  </a:cubicBezTo>
                  <a:cubicBezTo>
                    <a:pt x="49" y="7"/>
                    <a:pt x="47" y="5"/>
                    <a:pt x="44" y="6"/>
                  </a:cubicBezTo>
                  <a:cubicBezTo>
                    <a:pt x="41" y="7"/>
                    <a:pt x="37" y="7"/>
                    <a:pt x="34" y="7"/>
                  </a:cubicBezTo>
                  <a:cubicBezTo>
                    <a:pt x="33" y="7"/>
                    <a:pt x="32" y="7"/>
                    <a:pt x="32" y="7"/>
                  </a:cubicBezTo>
                  <a:cubicBezTo>
                    <a:pt x="31" y="8"/>
                    <a:pt x="31" y="9"/>
                    <a:pt x="31" y="9"/>
                  </a:cubicBezTo>
                  <a:cubicBezTo>
                    <a:pt x="30" y="9"/>
                    <a:pt x="30" y="10"/>
                    <a:pt x="30" y="11"/>
                  </a:cubicBezTo>
                  <a:cubicBezTo>
                    <a:pt x="29" y="11"/>
                    <a:pt x="29" y="11"/>
                    <a:pt x="29" y="11"/>
                  </a:cubicBezTo>
                  <a:cubicBezTo>
                    <a:pt x="27" y="11"/>
                    <a:pt x="26" y="10"/>
                    <a:pt x="25" y="10"/>
                  </a:cubicBezTo>
                  <a:cubicBezTo>
                    <a:pt x="25" y="9"/>
                    <a:pt x="24" y="8"/>
                    <a:pt x="22" y="9"/>
                  </a:cubicBezTo>
                  <a:cubicBezTo>
                    <a:pt x="21" y="9"/>
                    <a:pt x="21" y="11"/>
                    <a:pt x="20" y="11"/>
                  </a:cubicBezTo>
                  <a:cubicBezTo>
                    <a:pt x="20" y="12"/>
                    <a:pt x="18" y="13"/>
                    <a:pt x="20" y="13"/>
                  </a:cubicBezTo>
                  <a:cubicBezTo>
                    <a:pt x="20" y="13"/>
                    <a:pt x="21" y="13"/>
                    <a:pt x="22" y="13"/>
                  </a:cubicBezTo>
                  <a:cubicBezTo>
                    <a:pt x="23" y="14"/>
                    <a:pt x="21" y="14"/>
                    <a:pt x="21" y="15"/>
                  </a:cubicBezTo>
                  <a:cubicBezTo>
                    <a:pt x="20" y="15"/>
                    <a:pt x="21" y="16"/>
                    <a:pt x="21" y="17"/>
                  </a:cubicBezTo>
                  <a:cubicBezTo>
                    <a:pt x="20" y="17"/>
                    <a:pt x="19" y="18"/>
                    <a:pt x="18" y="19"/>
                  </a:cubicBezTo>
                  <a:cubicBezTo>
                    <a:pt x="18" y="19"/>
                    <a:pt x="17" y="20"/>
                    <a:pt x="16" y="21"/>
                  </a:cubicBezTo>
                  <a:cubicBezTo>
                    <a:pt x="16" y="21"/>
                    <a:pt x="15" y="22"/>
                    <a:pt x="15" y="23"/>
                  </a:cubicBezTo>
                  <a:cubicBezTo>
                    <a:pt x="14" y="24"/>
                    <a:pt x="11" y="24"/>
                    <a:pt x="10" y="25"/>
                  </a:cubicBezTo>
                  <a:cubicBezTo>
                    <a:pt x="10" y="25"/>
                    <a:pt x="11" y="27"/>
                    <a:pt x="11" y="27"/>
                  </a:cubicBezTo>
                  <a:cubicBezTo>
                    <a:pt x="11" y="28"/>
                    <a:pt x="11" y="29"/>
                    <a:pt x="10" y="30"/>
                  </a:cubicBezTo>
                  <a:cubicBezTo>
                    <a:pt x="10" y="32"/>
                    <a:pt x="7" y="32"/>
                    <a:pt x="5" y="34"/>
                  </a:cubicBezTo>
                  <a:cubicBezTo>
                    <a:pt x="5" y="35"/>
                    <a:pt x="5" y="36"/>
                    <a:pt x="4" y="37"/>
                  </a:cubicBezTo>
                  <a:cubicBezTo>
                    <a:pt x="4" y="37"/>
                    <a:pt x="4" y="39"/>
                    <a:pt x="3" y="39"/>
                  </a:cubicBezTo>
                  <a:cubicBezTo>
                    <a:pt x="3" y="40"/>
                    <a:pt x="4" y="40"/>
                    <a:pt x="5" y="41"/>
                  </a:cubicBezTo>
                  <a:cubicBezTo>
                    <a:pt x="5" y="42"/>
                    <a:pt x="5" y="42"/>
                    <a:pt x="4" y="43"/>
                  </a:cubicBezTo>
                  <a:cubicBezTo>
                    <a:pt x="4" y="45"/>
                    <a:pt x="2" y="45"/>
                    <a:pt x="1" y="46"/>
                  </a:cubicBezTo>
                  <a:cubicBezTo>
                    <a:pt x="0" y="49"/>
                    <a:pt x="8" y="47"/>
                    <a:pt x="8" y="44"/>
                  </a:cubicBezTo>
                  <a:cubicBezTo>
                    <a:pt x="8" y="44"/>
                    <a:pt x="7" y="43"/>
                    <a:pt x="7" y="43"/>
                  </a:cubicBezTo>
                  <a:cubicBezTo>
                    <a:pt x="7" y="42"/>
                    <a:pt x="7" y="42"/>
                    <a:pt x="7" y="41"/>
                  </a:cubicBezTo>
                  <a:cubicBezTo>
                    <a:pt x="8" y="40"/>
                    <a:pt x="10" y="39"/>
                    <a:pt x="12" y="39"/>
                  </a:cubicBezTo>
                  <a:cubicBezTo>
                    <a:pt x="13" y="39"/>
                    <a:pt x="16" y="38"/>
                    <a:pt x="17" y="39"/>
                  </a:cubicBezTo>
                  <a:cubicBezTo>
                    <a:pt x="18" y="40"/>
                    <a:pt x="17" y="41"/>
                    <a:pt x="17" y="43"/>
                  </a:cubicBezTo>
                  <a:cubicBezTo>
                    <a:pt x="19" y="44"/>
                    <a:pt x="17" y="46"/>
                    <a:pt x="17" y="47"/>
                  </a:cubicBezTo>
                  <a:cubicBezTo>
                    <a:pt x="18" y="49"/>
                    <a:pt x="20" y="48"/>
                    <a:pt x="18" y="50"/>
                  </a:cubicBezTo>
                  <a:cubicBezTo>
                    <a:pt x="20" y="51"/>
                    <a:pt x="22" y="51"/>
                    <a:pt x="22" y="54"/>
                  </a:cubicBezTo>
                  <a:cubicBezTo>
                    <a:pt x="24" y="54"/>
                    <a:pt x="27" y="55"/>
                    <a:pt x="30" y="53"/>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8" name="Freeform 601"/>
            <p:cNvSpPr>
              <a:spLocks/>
            </p:cNvSpPr>
            <p:nvPr/>
          </p:nvSpPr>
          <p:spPr bwMode="auto">
            <a:xfrm>
              <a:off x="9747250" y="4974113"/>
              <a:ext cx="320675" cy="427038"/>
            </a:xfrm>
            <a:custGeom>
              <a:avLst/>
              <a:gdLst>
                <a:gd name="T0" fmla="*/ 69 w 81"/>
                <a:gd name="T1" fmla="*/ 97 h 108"/>
                <a:gd name="T2" fmla="*/ 70 w 81"/>
                <a:gd name="T3" fmla="*/ 92 h 108"/>
                <a:gd name="T4" fmla="*/ 78 w 81"/>
                <a:gd name="T5" fmla="*/ 87 h 108"/>
                <a:gd name="T6" fmla="*/ 78 w 81"/>
                <a:gd name="T7" fmla="*/ 81 h 108"/>
                <a:gd name="T8" fmla="*/ 72 w 81"/>
                <a:gd name="T9" fmla="*/ 76 h 108"/>
                <a:gd name="T10" fmla="*/ 69 w 81"/>
                <a:gd name="T11" fmla="*/ 62 h 108"/>
                <a:gd name="T12" fmla="*/ 73 w 81"/>
                <a:gd name="T13" fmla="*/ 56 h 108"/>
                <a:gd name="T14" fmla="*/ 72 w 81"/>
                <a:gd name="T15" fmla="*/ 51 h 108"/>
                <a:gd name="T16" fmla="*/ 70 w 81"/>
                <a:gd name="T17" fmla="*/ 47 h 108"/>
                <a:gd name="T18" fmla="*/ 76 w 81"/>
                <a:gd name="T19" fmla="*/ 44 h 108"/>
                <a:gd name="T20" fmla="*/ 70 w 81"/>
                <a:gd name="T21" fmla="*/ 41 h 108"/>
                <a:gd name="T22" fmla="*/ 63 w 81"/>
                <a:gd name="T23" fmla="*/ 47 h 108"/>
                <a:gd name="T24" fmla="*/ 56 w 81"/>
                <a:gd name="T25" fmla="*/ 43 h 108"/>
                <a:gd name="T26" fmla="*/ 49 w 81"/>
                <a:gd name="T27" fmla="*/ 38 h 108"/>
                <a:gd name="T28" fmla="*/ 49 w 81"/>
                <a:gd name="T29" fmla="*/ 33 h 108"/>
                <a:gd name="T30" fmla="*/ 51 w 81"/>
                <a:gd name="T31" fmla="*/ 29 h 108"/>
                <a:gd name="T32" fmla="*/ 42 w 81"/>
                <a:gd name="T33" fmla="*/ 24 h 108"/>
                <a:gd name="T34" fmla="*/ 37 w 81"/>
                <a:gd name="T35" fmla="*/ 18 h 108"/>
                <a:gd name="T36" fmla="*/ 37 w 81"/>
                <a:gd name="T37" fmla="*/ 12 h 108"/>
                <a:gd name="T38" fmla="*/ 28 w 81"/>
                <a:gd name="T39" fmla="*/ 6 h 108"/>
                <a:gd name="T40" fmla="*/ 19 w 81"/>
                <a:gd name="T41" fmla="*/ 1 h 108"/>
                <a:gd name="T42" fmla="*/ 12 w 81"/>
                <a:gd name="T43" fmla="*/ 2 h 108"/>
                <a:gd name="T44" fmla="*/ 6 w 81"/>
                <a:gd name="T45" fmla="*/ 6 h 108"/>
                <a:gd name="T46" fmla="*/ 0 w 81"/>
                <a:gd name="T47" fmla="*/ 12 h 108"/>
                <a:gd name="T48" fmla="*/ 0 w 81"/>
                <a:gd name="T49" fmla="*/ 19 h 108"/>
                <a:gd name="T50" fmla="*/ 3 w 81"/>
                <a:gd name="T51" fmla="*/ 22 h 108"/>
                <a:gd name="T52" fmla="*/ 9 w 81"/>
                <a:gd name="T53" fmla="*/ 29 h 108"/>
                <a:gd name="T54" fmla="*/ 4 w 81"/>
                <a:gd name="T55" fmla="*/ 35 h 108"/>
                <a:gd name="T56" fmla="*/ 6 w 81"/>
                <a:gd name="T57" fmla="*/ 45 h 108"/>
                <a:gd name="T58" fmla="*/ 9 w 81"/>
                <a:gd name="T59" fmla="*/ 54 h 108"/>
                <a:gd name="T60" fmla="*/ 14 w 81"/>
                <a:gd name="T61" fmla="*/ 61 h 108"/>
                <a:gd name="T62" fmla="*/ 12 w 81"/>
                <a:gd name="T63" fmla="*/ 70 h 108"/>
                <a:gd name="T64" fmla="*/ 10 w 81"/>
                <a:gd name="T65" fmla="*/ 73 h 108"/>
                <a:gd name="T66" fmla="*/ 6 w 81"/>
                <a:gd name="T67" fmla="*/ 74 h 108"/>
                <a:gd name="T68" fmla="*/ 12 w 81"/>
                <a:gd name="T69" fmla="*/ 80 h 108"/>
                <a:gd name="T70" fmla="*/ 23 w 81"/>
                <a:gd name="T71" fmla="*/ 87 h 108"/>
                <a:gd name="T72" fmla="*/ 29 w 81"/>
                <a:gd name="T73" fmla="*/ 90 h 108"/>
                <a:gd name="T74" fmla="*/ 31 w 81"/>
                <a:gd name="T75" fmla="*/ 92 h 108"/>
                <a:gd name="T76" fmla="*/ 35 w 81"/>
                <a:gd name="T77" fmla="*/ 86 h 108"/>
                <a:gd name="T78" fmla="*/ 38 w 81"/>
                <a:gd name="T79" fmla="*/ 82 h 108"/>
                <a:gd name="T80" fmla="*/ 42 w 81"/>
                <a:gd name="T81" fmla="*/ 85 h 108"/>
                <a:gd name="T82" fmla="*/ 48 w 81"/>
                <a:gd name="T83" fmla="*/ 91 h 108"/>
                <a:gd name="T84" fmla="*/ 49 w 81"/>
                <a:gd name="T85" fmla="*/ 94 h 108"/>
                <a:gd name="T86" fmla="*/ 57 w 81"/>
                <a:gd name="T87" fmla="*/ 97 h 108"/>
                <a:gd name="T88" fmla="*/ 54 w 81"/>
                <a:gd name="T89" fmla="*/ 104 h 108"/>
                <a:gd name="T90" fmla="*/ 52 w 81"/>
                <a:gd name="T91" fmla="*/ 105 h 108"/>
                <a:gd name="T92" fmla="*/ 59 w 81"/>
                <a:gd name="T93" fmla="*/ 106 h 108"/>
                <a:gd name="T94" fmla="*/ 67 w 81"/>
                <a:gd name="T95" fmla="*/ 105 h 108"/>
                <a:gd name="T96" fmla="*/ 71 w 81"/>
                <a:gd name="T9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 h="108">
                  <a:moveTo>
                    <a:pt x="71" y="101"/>
                  </a:moveTo>
                  <a:cubicBezTo>
                    <a:pt x="69" y="99"/>
                    <a:pt x="69" y="99"/>
                    <a:pt x="69" y="97"/>
                  </a:cubicBezTo>
                  <a:cubicBezTo>
                    <a:pt x="70" y="96"/>
                    <a:pt x="70" y="96"/>
                    <a:pt x="70" y="94"/>
                  </a:cubicBezTo>
                  <a:cubicBezTo>
                    <a:pt x="70" y="94"/>
                    <a:pt x="69" y="93"/>
                    <a:pt x="70" y="92"/>
                  </a:cubicBezTo>
                  <a:cubicBezTo>
                    <a:pt x="71" y="90"/>
                    <a:pt x="73" y="92"/>
                    <a:pt x="75" y="91"/>
                  </a:cubicBezTo>
                  <a:cubicBezTo>
                    <a:pt x="76" y="90"/>
                    <a:pt x="77" y="88"/>
                    <a:pt x="78" y="87"/>
                  </a:cubicBezTo>
                  <a:cubicBezTo>
                    <a:pt x="80" y="86"/>
                    <a:pt x="81" y="85"/>
                    <a:pt x="80" y="83"/>
                  </a:cubicBezTo>
                  <a:cubicBezTo>
                    <a:pt x="80" y="82"/>
                    <a:pt x="79" y="82"/>
                    <a:pt x="78" y="81"/>
                  </a:cubicBezTo>
                  <a:cubicBezTo>
                    <a:pt x="78" y="80"/>
                    <a:pt x="77" y="80"/>
                    <a:pt x="77" y="79"/>
                  </a:cubicBezTo>
                  <a:cubicBezTo>
                    <a:pt x="75" y="77"/>
                    <a:pt x="73" y="77"/>
                    <a:pt x="72" y="76"/>
                  </a:cubicBezTo>
                  <a:cubicBezTo>
                    <a:pt x="70" y="75"/>
                    <a:pt x="70" y="71"/>
                    <a:pt x="69" y="70"/>
                  </a:cubicBezTo>
                  <a:cubicBezTo>
                    <a:pt x="68" y="67"/>
                    <a:pt x="68" y="65"/>
                    <a:pt x="69" y="62"/>
                  </a:cubicBezTo>
                  <a:cubicBezTo>
                    <a:pt x="70" y="61"/>
                    <a:pt x="72" y="60"/>
                    <a:pt x="73" y="59"/>
                  </a:cubicBezTo>
                  <a:cubicBezTo>
                    <a:pt x="73" y="58"/>
                    <a:pt x="73" y="57"/>
                    <a:pt x="73" y="56"/>
                  </a:cubicBezTo>
                  <a:cubicBezTo>
                    <a:pt x="74" y="55"/>
                    <a:pt x="74" y="55"/>
                    <a:pt x="75" y="54"/>
                  </a:cubicBezTo>
                  <a:cubicBezTo>
                    <a:pt x="75" y="52"/>
                    <a:pt x="73" y="53"/>
                    <a:pt x="72" y="51"/>
                  </a:cubicBezTo>
                  <a:cubicBezTo>
                    <a:pt x="71" y="51"/>
                    <a:pt x="71" y="50"/>
                    <a:pt x="71" y="49"/>
                  </a:cubicBezTo>
                  <a:cubicBezTo>
                    <a:pt x="70" y="48"/>
                    <a:pt x="70" y="49"/>
                    <a:pt x="70" y="47"/>
                  </a:cubicBezTo>
                  <a:cubicBezTo>
                    <a:pt x="71" y="46"/>
                    <a:pt x="73" y="45"/>
                    <a:pt x="74" y="45"/>
                  </a:cubicBezTo>
                  <a:cubicBezTo>
                    <a:pt x="75" y="45"/>
                    <a:pt x="77" y="46"/>
                    <a:pt x="76" y="44"/>
                  </a:cubicBezTo>
                  <a:cubicBezTo>
                    <a:pt x="75" y="43"/>
                    <a:pt x="74" y="44"/>
                    <a:pt x="73" y="43"/>
                  </a:cubicBezTo>
                  <a:cubicBezTo>
                    <a:pt x="72" y="43"/>
                    <a:pt x="71" y="42"/>
                    <a:pt x="70" y="41"/>
                  </a:cubicBezTo>
                  <a:cubicBezTo>
                    <a:pt x="68" y="42"/>
                    <a:pt x="68" y="43"/>
                    <a:pt x="67" y="45"/>
                  </a:cubicBezTo>
                  <a:cubicBezTo>
                    <a:pt x="66" y="46"/>
                    <a:pt x="65" y="48"/>
                    <a:pt x="63" y="47"/>
                  </a:cubicBezTo>
                  <a:cubicBezTo>
                    <a:pt x="61" y="47"/>
                    <a:pt x="62" y="45"/>
                    <a:pt x="61" y="43"/>
                  </a:cubicBezTo>
                  <a:cubicBezTo>
                    <a:pt x="59" y="41"/>
                    <a:pt x="58" y="43"/>
                    <a:pt x="56" y="43"/>
                  </a:cubicBezTo>
                  <a:cubicBezTo>
                    <a:pt x="54" y="43"/>
                    <a:pt x="54" y="40"/>
                    <a:pt x="52" y="40"/>
                  </a:cubicBezTo>
                  <a:cubicBezTo>
                    <a:pt x="51" y="39"/>
                    <a:pt x="48" y="39"/>
                    <a:pt x="49" y="38"/>
                  </a:cubicBezTo>
                  <a:cubicBezTo>
                    <a:pt x="49" y="36"/>
                    <a:pt x="51" y="38"/>
                    <a:pt x="51" y="36"/>
                  </a:cubicBezTo>
                  <a:cubicBezTo>
                    <a:pt x="51" y="35"/>
                    <a:pt x="49" y="34"/>
                    <a:pt x="49" y="33"/>
                  </a:cubicBezTo>
                  <a:cubicBezTo>
                    <a:pt x="49" y="33"/>
                    <a:pt x="49" y="32"/>
                    <a:pt x="50" y="31"/>
                  </a:cubicBezTo>
                  <a:cubicBezTo>
                    <a:pt x="50" y="30"/>
                    <a:pt x="51" y="30"/>
                    <a:pt x="51" y="29"/>
                  </a:cubicBezTo>
                  <a:cubicBezTo>
                    <a:pt x="51" y="28"/>
                    <a:pt x="48" y="27"/>
                    <a:pt x="47" y="27"/>
                  </a:cubicBezTo>
                  <a:cubicBezTo>
                    <a:pt x="45" y="26"/>
                    <a:pt x="43" y="25"/>
                    <a:pt x="42" y="24"/>
                  </a:cubicBezTo>
                  <a:cubicBezTo>
                    <a:pt x="40" y="23"/>
                    <a:pt x="38" y="21"/>
                    <a:pt x="37" y="20"/>
                  </a:cubicBezTo>
                  <a:cubicBezTo>
                    <a:pt x="37" y="19"/>
                    <a:pt x="37" y="19"/>
                    <a:pt x="37" y="18"/>
                  </a:cubicBezTo>
                  <a:cubicBezTo>
                    <a:pt x="37" y="17"/>
                    <a:pt x="36" y="17"/>
                    <a:pt x="36" y="16"/>
                  </a:cubicBezTo>
                  <a:cubicBezTo>
                    <a:pt x="36" y="15"/>
                    <a:pt x="38" y="14"/>
                    <a:pt x="37" y="12"/>
                  </a:cubicBezTo>
                  <a:cubicBezTo>
                    <a:pt x="35" y="14"/>
                    <a:pt x="33" y="9"/>
                    <a:pt x="32" y="8"/>
                  </a:cubicBezTo>
                  <a:cubicBezTo>
                    <a:pt x="31" y="7"/>
                    <a:pt x="29" y="7"/>
                    <a:pt x="28" y="6"/>
                  </a:cubicBezTo>
                  <a:cubicBezTo>
                    <a:pt x="27" y="5"/>
                    <a:pt x="27" y="3"/>
                    <a:pt x="26" y="2"/>
                  </a:cubicBezTo>
                  <a:cubicBezTo>
                    <a:pt x="24" y="1"/>
                    <a:pt x="21" y="1"/>
                    <a:pt x="19" y="1"/>
                  </a:cubicBezTo>
                  <a:cubicBezTo>
                    <a:pt x="19" y="2"/>
                    <a:pt x="17" y="1"/>
                    <a:pt x="16" y="1"/>
                  </a:cubicBezTo>
                  <a:cubicBezTo>
                    <a:pt x="14" y="0"/>
                    <a:pt x="13" y="0"/>
                    <a:pt x="12" y="2"/>
                  </a:cubicBezTo>
                  <a:cubicBezTo>
                    <a:pt x="11" y="3"/>
                    <a:pt x="10" y="3"/>
                    <a:pt x="9" y="4"/>
                  </a:cubicBezTo>
                  <a:cubicBezTo>
                    <a:pt x="8" y="5"/>
                    <a:pt x="8" y="6"/>
                    <a:pt x="6" y="6"/>
                  </a:cubicBezTo>
                  <a:cubicBezTo>
                    <a:pt x="5" y="6"/>
                    <a:pt x="4" y="5"/>
                    <a:pt x="3" y="5"/>
                  </a:cubicBezTo>
                  <a:cubicBezTo>
                    <a:pt x="2" y="8"/>
                    <a:pt x="0" y="9"/>
                    <a:pt x="0" y="12"/>
                  </a:cubicBezTo>
                  <a:cubicBezTo>
                    <a:pt x="0" y="13"/>
                    <a:pt x="1" y="14"/>
                    <a:pt x="1" y="15"/>
                  </a:cubicBezTo>
                  <a:cubicBezTo>
                    <a:pt x="1" y="17"/>
                    <a:pt x="0" y="18"/>
                    <a:pt x="0" y="19"/>
                  </a:cubicBezTo>
                  <a:cubicBezTo>
                    <a:pt x="1" y="19"/>
                    <a:pt x="3" y="19"/>
                    <a:pt x="4" y="20"/>
                  </a:cubicBezTo>
                  <a:cubicBezTo>
                    <a:pt x="4" y="21"/>
                    <a:pt x="3" y="21"/>
                    <a:pt x="3" y="22"/>
                  </a:cubicBezTo>
                  <a:cubicBezTo>
                    <a:pt x="2" y="23"/>
                    <a:pt x="2" y="23"/>
                    <a:pt x="2" y="24"/>
                  </a:cubicBezTo>
                  <a:cubicBezTo>
                    <a:pt x="4" y="25"/>
                    <a:pt x="11" y="27"/>
                    <a:pt x="9" y="29"/>
                  </a:cubicBezTo>
                  <a:cubicBezTo>
                    <a:pt x="8" y="30"/>
                    <a:pt x="6" y="29"/>
                    <a:pt x="5" y="30"/>
                  </a:cubicBezTo>
                  <a:cubicBezTo>
                    <a:pt x="4" y="31"/>
                    <a:pt x="5" y="34"/>
                    <a:pt x="4" y="35"/>
                  </a:cubicBezTo>
                  <a:cubicBezTo>
                    <a:pt x="7" y="35"/>
                    <a:pt x="10" y="35"/>
                    <a:pt x="10" y="38"/>
                  </a:cubicBezTo>
                  <a:cubicBezTo>
                    <a:pt x="10" y="41"/>
                    <a:pt x="8" y="43"/>
                    <a:pt x="6" y="45"/>
                  </a:cubicBezTo>
                  <a:cubicBezTo>
                    <a:pt x="5" y="47"/>
                    <a:pt x="3" y="51"/>
                    <a:pt x="6" y="53"/>
                  </a:cubicBezTo>
                  <a:cubicBezTo>
                    <a:pt x="7" y="54"/>
                    <a:pt x="8" y="53"/>
                    <a:pt x="9" y="54"/>
                  </a:cubicBezTo>
                  <a:cubicBezTo>
                    <a:pt x="10" y="54"/>
                    <a:pt x="10" y="55"/>
                    <a:pt x="10" y="56"/>
                  </a:cubicBezTo>
                  <a:cubicBezTo>
                    <a:pt x="11" y="56"/>
                    <a:pt x="15" y="59"/>
                    <a:pt x="14" y="61"/>
                  </a:cubicBezTo>
                  <a:cubicBezTo>
                    <a:pt x="13" y="63"/>
                    <a:pt x="9" y="61"/>
                    <a:pt x="8" y="61"/>
                  </a:cubicBezTo>
                  <a:cubicBezTo>
                    <a:pt x="6" y="63"/>
                    <a:pt x="12" y="67"/>
                    <a:pt x="12" y="70"/>
                  </a:cubicBezTo>
                  <a:cubicBezTo>
                    <a:pt x="12" y="71"/>
                    <a:pt x="13" y="72"/>
                    <a:pt x="12" y="73"/>
                  </a:cubicBezTo>
                  <a:cubicBezTo>
                    <a:pt x="11" y="74"/>
                    <a:pt x="11" y="73"/>
                    <a:pt x="10" y="73"/>
                  </a:cubicBezTo>
                  <a:cubicBezTo>
                    <a:pt x="9" y="73"/>
                    <a:pt x="9" y="72"/>
                    <a:pt x="8" y="72"/>
                  </a:cubicBezTo>
                  <a:cubicBezTo>
                    <a:pt x="7" y="73"/>
                    <a:pt x="7" y="74"/>
                    <a:pt x="6" y="74"/>
                  </a:cubicBezTo>
                  <a:cubicBezTo>
                    <a:pt x="6" y="76"/>
                    <a:pt x="7" y="76"/>
                    <a:pt x="8" y="76"/>
                  </a:cubicBezTo>
                  <a:cubicBezTo>
                    <a:pt x="10" y="77"/>
                    <a:pt x="11" y="78"/>
                    <a:pt x="12" y="80"/>
                  </a:cubicBezTo>
                  <a:cubicBezTo>
                    <a:pt x="13" y="82"/>
                    <a:pt x="15" y="84"/>
                    <a:pt x="19" y="85"/>
                  </a:cubicBezTo>
                  <a:cubicBezTo>
                    <a:pt x="21" y="86"/>
                    <a:pt x="21" y="85"/>
                    <a:pt x="23" y="87"/>
                  </a:cubicBezTo>
                  <a:cubicBezTo>
                    <a:pt x="24" y="88"/>
                    <a:pt x="24" y="88"/>
                    <a:pt x="26" y="88"/>
                  </a:cubicBezTo>
                  <a:cubicBezTo>
                    <a:pt x="27" y="89"/>
                    <a:pt x="28" y="89"/>
                    <a:pt x="29" y="90"/>
                  </a:cubicBezTo>
                  <a:cubicBezTo>
                    <a:pt x="29" y="92"/>
                    <a:pt x="28" y="92"/>
                    <a:pt x="27" y="92"/>
                  </a:cubicBezTo>
                  <a:cubicBezTo>
                    <a:pt x="28" y="93"/>
                    <a:pt x="30" y="93"/>
                    <a:pt x="31" y="92"/>
                  </a:cubicBezTo>
                  <a:cubicBezTo>
                    <a:pt x="31" y="91"/>
                    <a:pt x="30" y="90"/>
                    <a:pt x="31" y="89"/>
                  </a:cubicBezTo>
                  <a:cubicBezTo>
                    <a:pt x="31" y="87"/>
                    <a:pt x="34" y="88"/>
                    <a:pt x="35" y="86"/>
                  </a:cubicBezTo>
                  <a:cubicBezTo>
                    <a:pt x="35" y="84"/>
                    <a:pt x="32" y="84"/>
                    <a:pt x="34" y="82"/>
                  </a:cubicBezTo>
                  <a:cubicBezTo>
                    <a:pt x="36" y="81"/>
                    <a:pt x="37" y="80"/>
                    <a:pt x="38" y="82"/>
                  </a:cubicBezTo>
                  <a:cubicBezTo>
                    <a:pt x="39" y="84"/>
                    <a:pt x="38" y="83"/>
                    <a:pt x="40" y="84"/>
                  </a:cubicBezTo>
                  <a:cubicBezTo>
                    <a:pt x="40" y="85"/>
                    <a:pt x="41" y="85"/>
                    <a:pt x="42" y="85"/>
                  </a:cubicBezTo>
                  <a:cubicBezTo>
                    <a:pt x="43" y="86"/>
                    <a:pt x="45" y="87"/>
                    <a:pt x="46" y="89"/>
                  </a:cubicBezTo>
                  <a:cubicBezTo>
                    <a:pt x="47" y="90"/>
                    <a:pt x="47" y="91"/>
                    <a:pt x="48" y="91"/>
                  </a:cubicBezTo>
                  <a:cubicBezTo>
                    <a:pt x="48" y="92"/>
                    <a:pt x="49" y="92"/>
                    <a:pt x="49" y="92"/>
                  </a:cubicBezTo>
                  <a:cubicBezTo>
                    <a:pt x="49" y="93"/>
                    <a:pt x="49" y="93"/>
                    <a:pt x="49" y="94"/>
                  </a:cubicBezTo>
                  <a:cubicBezTo>
                    <a:pt x="50" y="96"/>
                    <a:pt x="53" y="94"/>
                    <a:pt x="53" y="96"/>
                  </a:cubicBezTo>
                  <a:cubicBezTo>
                    <a:pt x="54" y="96"/>
                    <a:pt x="56" y="96"/>
                    <a:pt x="57" y="97"/>
                  </a:cubicBezTo>
                  <a:cubicBezTo>
                    <a:pt x="57" y="98"/>
                    <a:pt x="55" y="100"/>
                    <a:pt x="55" y="101"/>
                  </a:cubicBezTo>
                  <a:cubicBezTo>
                    <a:pt x="54" y="102"/>
                    <a:pt x="54" y="103"/>
                    <a:pt x="54" y="104"/>
                  </a:cubicBezTo>
                  <a:cubicBezTo>
                    <a:pt x="54" y="104"/>
                    <a:pt x="53" y="105"/>
                    <a:pt x="53" y="105"/>
                  </a:cubicBezTo>
                  <a:cubicBezTo>
                    <a:pt x="53" y="105"/>
                    <a:pt x="52" y="105"/>
                    <a:pt x="52" y="105"/>
                  </a:cubicBezTo>
                  <a:cubicBezTo>
                    <a:pt x="52" y="106"/>
                    <a:pt x="52" y="107"/>
                    <a:pt x="53" y="108"/>
                  </a:cubicBezTo>
                  <a:cubicBezTo>
                    <a:pt x="55" y="108"/>
                    <a:pt x="57" y="106"/>
                    <a:pt x="59" y="106"/>
                  </a:cubicBezTo>
                  <a:cubicBezTo>
                    <a:pt x="60" y="106"/>
                    <a:pt x="61" y="106"/>
                    <a:pt x="62" y="106"/>
                  </a:cubicBezTo>
                  <a:cubicBezTo>
                    <a:pt x="64" y="106"/>
                    <a:pt x="65" y="105"/>
                    <a:pt x="67" y="105"/>
                  </a:cubicBezTo>
                  <a:cubicBezTo>
                    <a:pt x="67" y="106"/>
                    <a:pt x="67" y="106"/>
                    <a:pt x="67" y="106"/>
                  </a:cubicBezTo>
                  <a:cubicBezTo>
                    <a:pt x="69" y="106"/>
                    <a:pt x="73" y="104"/>
                    <a:pt x="71" y="101"/>
                  </a:cubicBezTo>
                  <a:cubicBezTo>
                    <a:pt x="70" y="100"/>
                    <a:pt x="72" y="103"/>
                    <a:pt x="71" y="101"/>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9" name="Freeform 602"/>
            <p:cNvSpPr>
              <a:spLocks noEditPoints="1"/>
            </p:cNvSpPr>
            <p:nvPr/>
          </p:nvSpPr>
          <p:spPr bwMode="auto">
            <a:xfrm>
              <a:off x="9807575" y="1319688"/>
              <a:ext cx="2379663" cy="4192588"/>
            </a:xfrm>
            <a:custGeom>
              <a:avLst/>
              <a:gdLst>
                <a:gd name="T0" fmla="*/ 35 w 602"/>
                <a:gd name="T1" fmla="*/ 644 h 1060"/>
                <a:gd name="T2" fmla="*/ 41 w 602"/>
                <a:gd name="T3" fmla="*/ 673 h 1060"/>
                <a:gd name="T4" fmla="*/ 571 w 602"/>
                <a:gd name="T5" fmla="*/ 126 h 1060"/>
                <a:gd name="T6" fmla="*/ 541 w 602"/>
                <a:gd name="T7" fmla="*/ 166 h 1060"/>
                <a:gd name="T8" fmla="*/ 508 w 602"/>
                <a:gd name="T9" fmla="*/ 122 h 1060"/>
                <a:gd name="T10" fmla="*/ 515 w 602"/>
                <a:gd name="T11" fmla="*/ 86 h 1060"/>
                <a:gd name="T12" fmla="*/ 478 w 602"/>
                <a:gd name="T13" fmla="*/ 118 h 1060"/>
                <a:gd name="T14" fmla="*/ 487 w 602"/>
                <a:gd name="T15" fmla="*/ 178 h 1060"/>
                <a:gd name="T16" fmla="*/ 470 w 602"/>
                <a:gd name="T17" fmla="*/ 198 h 1060"/>
                <a:gd name="T18" fmla="*/ 393 w 602"/>
                <a:gd name="T19" fmla="*/ 237 h 1060"/>
                <a:gd name="T20" fmla="*/ 379 w 602"/>
                <a:gd name="T21" fmla="*/ 270 h 1060"/>
                <a:gd name="T22" fmla="*/ 336 w 602"/>
                <a:gd name="T23" fmla="*/ 254 h 1060"/>
                <a:gd name="T24" fmla="*/ 355 w 602"/>
                <a:gd name="T25" fmla="*/ 285 h 1060"/>
                <a:gd name="T26" fmla="*/ 325 w 602"/>
                <a:gd name="T27" fmla="*/ 300 h 1060"/>
                <a:gd name="T28" fmla="*/ 300 w 602"/>
                <a:gd name="T29" fmla="*/ 282 h 1060"/>
                <a:gd name="T30" fmla="*/ 293 w 602"/>
                <a:gd name="T31" fmla="*/ 249 h 1060"/>
                <a:gd name="T32" fmla="*/ 298 w 602"/>
                <a:gd name="T33" fmla="*/ 219 h 1060"/>
                <a:gd name="T34" fmla="*/ 274 w 602"/>
                <a:gd name="T35" fmla="*/ 192 h 1060"/>
                <a:gd name="T36" fmla="*/ 267 w 602"/>
                <a:gd name="T37" fmla="*/ 179 h 1060"/>
                <a:gd name="T38" fmla="*/ 255 w 602"/>
                <a:gd name="T39" fmla="*/ 155 h 1060"/>
                <a:gd name="T40" fmla="*/ 295 w 602"/>
                <a:gd name="T41" fmla="*/ 181 h 1060"/>
                <a:gd name="T42" fmla="*/ 412 w 602"/>
                <a:gd name="T43" fmla="*/ 184 h 1060"/>
                <a:gd name="T44" fmla="*/ 417 w 602"/>
                <a:gd name="T45" fmla="*/ 124 h 1060"/>
                <a:gd name="T46" fmla="*/ 378 w 602"/>
                <a:gd name="T47" fmla="*/ 97 h 1060"/>
                <a:gd name="T48" fmla="*/ 342 w 602"/>
                <a:gd name="T49" fmla="*/ 65 h 1060"/>
                <a:gd name="T50" fmla="*/ 292 w 602"/>
                <a:gd name="T51" fmla="*/ 42 h 1060"/>
                <a:gd name="T52" fmla="*/ 269 w 602"/>
                <a:gd name="T53" fmla="*/ 45 h 1060"/>
                <a:gd name="T54" fmla="*/ 258 w 602"/>
                <a:gd name="T55" fmla="*/ 30 h 1060"/>
                <a:gd name="T56" fmla="*/ 261 w 602"/>
                <a:gd name="T57" fmla="*/ 23 h 1060"/>
                <a:gd name="T58" fmla="*/ 227 w 602"/>
                <a:gd name="T59" fmla="*/ 14 h 1060"/>
                <a:gd name="T60" fmla="*/ 182 w 602"/>
                <a:gd name="T61" fmla="*/ 54 h 1060"/>
                <a:gd name="T62" fmla="*/ 188 w 602"/>
                <a:gd name="T63" fmla="*/ 174 h 1060"/>
                <a:gd name="T64" fmla="*/ 199 w 602"/>
                <a:gd name="T65" fmla="*/ 252 h 1060"/>
                <a:gd name="T66" fmla="*/ 213 w 602"/>
                <a:gd name="T67" fmla="*/ 297 h 1060"/>
                <a:gd name="T68" fmla="*/ 219 w 602"/>
                <a:gd name="T69" fmla="*/ 377 h 1060"/>
                <a:gd name="T70" fmla="*/ 176 w 602"/>
                <a:gd name="T71" fmla="*/ 445 h 1060"/>
                <a:gd name="T72" fmla="*/ 182 w 602"/>
                <a:gd name="T73" fmla="*/ 477 h 1060"/>
                <a:gd name="T74" fmla="*/ 154 w 602"/>
                <a:gd name="T75" fmla="*/ 527 h 1060"/>
                <a:gd name="T76" fmla="*/ 158 w 602"/>
                <a:gd name="T77" fmla="*/ 583 h 1060"/>
                <a:gd name="T78" fmla="*/ 191 w 602"/>
                <a:gd name="T79" fmla="*/ 628 h 1060"/>
                <a:gd name="T80" fmla="*/ 220 w 602"/>
                <a:gd name="T81" fmla="*/ 654 h 1060"/>
                <a:gd name="T82" fmla="*/ 250 w 602"/>
                <a:gd name="T83" fmla="*/ 700 h 1060"/>
                <a:gd name="T84" fmla="*/ 234 w 602"/>
                <a:gd name="T85" fmla="*/ 740 h 1060"/>
                <a:gd name="T86" fmla="*/ 288 w 602"/>
                <a:gd name="T87" fmla="*/ 758 h 1060"/>
                <a:gd name="T88" fmla="*/ 309 w 602"/>
                <a:gd name="T89" fmla="*/ 790 h 1060"/>
                <a:gd name="T90" fmla="*/ 366 w 602"/>
                <a:gd name="T91" fmla="*/ 812 h 1060"/>
                <a:gd name="T92" fmla="*/ 396 w 602"/>
                <a:gd name="T93" fmla="*/ 846 h 1060"/>
                <a:gd name="T94" fmla="*/ 372 w 602"/>
                <a:gd name="T95" fmla="*/ 883 h 1060"/>
                <a:gd name="T96" fmla="*/ 369 w 602"/>
                <a:gd name="T97" fmla="*/ 912 h 1060"/>
                <a:gd name="T98" fmla="*/ 353 w 602"/>
                <a:gd name="T99" fmla="*/ 944 h 1060"/>
                <a:gd name="T100" fmla="*/ 384 w 602"/>
                <a:gd name="T101" fmla="*/ 988 h 1060"/>
                <a:gd name="T102" fmla="*/ 450 w 602"/>
                <a:gd name="T103" fmla="*/ 1008 h 1060"/>
                <a:gd name="T104" fmla="*/ 497 w 602"/>
                <a:gd name="T105" fmla="*/ 1020 h 1060"/>
                <a:gd name="T106" fmla="*/ 537 w 602"/>
                <a:gd name="T107" fmla="*/ 1051 h 1060"/>
                <a:gd name="T108" fmla="*/ 545 w 602"/>
                <a:gd name="T109" fmla="*/ 1004 h 1060"/>
                <a:gd name="T110" fmla="*/ 530 w 602"/>
                <a:gd name="T111" fmla="*/ 966 h 1060"/>
                <a:gd name="T112" fmla="*/ 553 w 602"/>
                <a:gd name="T113" fmla="*/ 937 h 1060"/>
                <a:gd name="T114" fmla="*/ 565 w 602"/>
                <a:gd name="T115" fmla="*/ 914 h 1060"/>
                <a:gd name="T116" fmla="*/ 538 w 602"/>
                <a:gd name="T117" fmla="*/ 871 h 1060"/>
                <a:gd name="T118" fmla="*/ 540 w 602"/>
                <a:gd name="T119" fmla="*/ 808 h 1060"/>
                <a:gd name="T120" fmla="*/ 578 w 602"/>
                <a:gd name="T121" fmla="*/ 789 h 1060"/>
                <a:gd name="T122" fmla="*/ 399 w 602"/>
                <a:gd name="T123" fmla="*/ 271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2" h="1060">
                  <a:moveTo>
                    <a:pt x="0" y="670"/>
                  </a:moveTo>
                  <a:cubicBezTo>
                    <a:pt x="3" y="667"/>
                    <a:pt x="6" y="663"/>
                    <a:pt x="6" y="659"/>
                  </a:cubicBezTo>
                  <a:cubicBezTo>
                    <a:pt x="6" y="658"/>
                    <a:pt x="5" y="654"/>
                    <a:pt x="6" y="653"/>
                  </a:cubicBezTo>
                  <a:cubicBezTo>
                    <a:pt x="6" y="652"/>
                    <a:pt x="10" y="653"/>
                    <a:pt x="11" y="653"/>
                  </a:cubicBezTo>
                  <a:cubicBezTo>
                    <a:pt x="15" y="652"/>
                    <a:pt x="19" y="651"/>
                    <a:pt x="21" y="647"/>
                  </a:cubicBezTo>
                  <a:cubicBezTo>
                    <a:pt x="23" y="645"/>
                    <a:pt x="24" y="643"/>
                    <a:pt x="26" y="641"/>
                  </a:cubicBezTo>
                  <a:cubicBezTo>
                    <a:pt x="26" y="640"/>
                    <a:pt x="26" y="637"/>
                    <a:pt x="28" y="636"/>
                  </a:cubicBezTo>
                  <a:cubicBezTo>
                    <a:pt x="29" y="638"/>
                    <a:pt x="26" y="642"/>
                    <a:pt x="25" y="643"/>
                  </a:cubicBezTo>
                  <a:cubicBezTo>
                    <a:pt x="23" y="647"/>
                    <a:pt x="20" y="650"/>
                    <a:pt x="18" y="653"/>
                  </a:cubicBezTo>
                  <a:cubicBezTo>
                    <a:pt x="18" y="654"/>
                    <a:pt x="20" y="653"/>
                    <a:pt x="21" y="653"/>
                  </a:cubicBezTo>
                  <a:cubicBezTo>
                    <a:pt x="22" y="653"/>
                    <a:pt x="22" y="654"/>
                    <a:pt x="24" y="654"/>
                  </a:cubicBezTo>
                  <a:cubicBezTo>
                    <a:pt x="25" y="655"/>
                    <a:pt x="28" y="656"/>
                    <a:pt x="30" y="654"/>
                  </a:cubicBezTo>
                  <a:cubicBezTo>
                    <a:pt x="32" y="653"/>
                    <a:pt x="31" y="650"/>
                    <a:pt x="30" y="648"/>
                  </a:cubicBezTo>
                  <a:cubicBezTo>
                    <a:pt x="30" y="645"/>
                    <a:pt x="32" y="645"/>
                    <a:pt x="32" y="642"/>
                  </a:cubicBezTo>
                  <a:cubicBezTo>
                    <a:pt x="34" y="642"/>
                    <a:pt x="34" y="643"/>
                    <a:pt x="35" y="644"/>
                  </a:cubicBezTo>
                  <a:cubicBezTo>
                    <a:pt x="36" y="645"/>
                    <a:pt x="36" y="645"/>
                    <a:pt x="37" y="646"/>
                  </a:cubicBezTo>
                  <a:cubicBezTo>
                    <a:pt x="38" y="645"/>
                    <a:pt x="38" y="645"/>
                    <a:pt x="38" y="645"/>
                  </a:cubicBezTo>
                  <a:cubicBezTo>
                    <a:pt x="38" y="645"/>
                    <a:pt x="39" y="645"/>
                    <a:pt x="39" y="646"/>
                  </a:cubicBezTo>
                  <a:cubicBezTo>
                    <a:pt x="40" y="646"/>
                    <a:pt x="41" y="646"/>
                    <a:pt x="42" y="647"/>
                  </a:cubicBezTo>
                  <a:cubicBezTo>
                    <a:pt x="43" y="648"/>
                    <a:pt x="45" y="649"/>
                    <a:pt x="46" y="649"/>
                  </a:cubicBezTo>
                  <a:cubicBezTo>
                    <a:pt x="47" y="651"/>
                    <a:pt x="46" y="651"/>
                    <a:pt x="49" y="651"/>
                  </a:cubicBezTo>
                  <a:cubicBezTo>
                    <a:pt x="49" y="651"/>
                    <a:pt x="49" y="651"/>
                    <a:pt x="49" y="650"/>
                  </a:cubicBezTo>
                  <a:cubicBezTo>
                    <a:pt x="51" y="649"/>
                    <a:pt x="56" y="649"/>
                    <a:pt x="57" y="650"/>
                  </a:cubicBezTo>
                  <a:cubicBezTo>
                    <a:pt x="58" y="651"/>
                    <a:pt x="58" y="652"/>
                    <a:pt x="59" y="653"/>
                  </a:cubicBezTo>
                  <a:cubicBezTo>
                    <a:pt x="60" y="654"/>
                    <a:pt x="61" y="654"/>
                    <a:pt x="62" y="656"/>
                  </a:cubicBezTo>
                  <a:cubicBezTo>
                    <a:pt x="64" y="659"/>
                    <a:pt x="61" y="661"/>
                    <a:pt x="60" y="664"/>
                  </a:cubicBezTo>
                  <a:cubicBezTo>
                    <a:pt x="59" y="666"/>
                    <a:pt x="59" y="668"/>
                    <a:pt x="59" y="669"/>
                  </a:cubicBezTo>
                  <a:cubicBezTo>
                    <a:pt x="59" y="671"/>
                    <a:pt x="61" y="672"/>
                    <a:pt x="61" y="673"/>
                  </a:cubicBezTo>
                  <a:cubicBezTo>
                    <a:pt x="58" y="674"/>
                    <a:pt x="54" y="673"/>
                    <a:pt x="51" y="673"/>
                  </a:cubicBezTo>
                  <a:cubicBezTo>
                    <a:pt x="48" y="673"/>
                    <a:pt x="45" y="673"/>
                    <a:pt x="41" y="673"/>
                  </a:cubicBezTo>
                  <a:cubicBezTo>
                    <a:pt x="38" y="673"/>
                    <a:pt x="34" y="673"/>
                    <a:pt x="30" y="673"/>
                  </a:cubicBezTo>
                  <a:cubicBezTo>
                    <a:pt x="27" y="673"/>
                    <a:pt x="24" y="672"/>
                    <a:pt x="20" y="672"/>
                  </a:cubicBezTo>
                  <a:cubicBezTo>
                    <a:pt x="14" y="671"/>
                    <a:pt x="7" y="671"/>
                    <a:pt x="0" y="670"/>
                  </a:cubicBezTo>
                  <a:close/>
                  <a:moveTo>
                    <a:pt x="594" y="106"/>
                  </a:moveTo>
                  <a:cubicBezTo>
                    <a:pt x="594" y="106"/>
                    <a:pt x="594" y="105"/>
                    <a:pt x="594" y="105"/>
                  </a:cubicBezTo>
                  <a:cubicBezTo>
                    <a:pt x="590" y="108"/>
                    <a:pt x="587" y="113"/>
                    <a:pt x="582" y="115"/>
                  </a:cubicBezTo>
                  <a:cubicBezTo>
                    <a:pt x="580" y="115"/>
                    <a:pt x="578" y="116"/>
                    <a:pt x="576" y="117"/>
                  </a:cubicBezTo>
                  <a:cubicBezTo>
                    <a:pt x="575" y="117"/>
                    <a:pt x="572" y="117"/>
                    <a:pt x="571" y="116"/>
                  </a:cubicBezTo>
                  <a:cubicBezTo>
                    <a:pt x="570" y="115"/>
                    <a:pt x="569" y="113"/>
                    <a:pt x="568" y="113"/>
                  </a:cubicBezTo>
                  <a:cubicBezTo>
                    <a:pt x="565" y="112"/>
                    <a:pt x="565" y="113"/>
                    <a:pt x="566" y="115"/>
                  </a:cubicBezTo>
                  <a:cubicBezTo>
                    <a:pt x="567" y="116"/>
                    <a:pt x="569" y="117"/>
                    <a:pt x="569" y="119"/>
                  </a:cubicBezTo>
                  <a:cubicBezTo>
                    <a:pt x="570" y="121"/>
                    <a:pt x="569" y="123"/>
                    <a:pt x="571" y="124"/>
                  </a:cubicBezTo>
                  <a:cubicBezTo>
                    <a:pt x="572" y="125"/>
                    <a:pt x="573" y="126"/>
                    <a:pt x="574" y="127"/>
                  </a:cubicBezTo>
                  <a:cubicBezTo>
                    <a:pt x="575" y="127"/>
                    <a:pt x="577" y="129"/>
                    <a:pt x="575" y="129"/>
                  </a:cubicBezTo>
                  <a:cubicBezTo>
                    <a:pt x="573" y="128"/>
                    <a:pt x="573" y="126"/>
                    <a:pt x="571" y="126"/>
                  </a:cubicBezTo>
                  <a:cubicBezTo>
                    <a:pt x="571" y="126"/>
                    <a:pt x="570" y="126"/>
                    <a:pt x="569" y="126"/>
                  </a:cubicBezTo>
                  <a:cubicBezTo>
                    <a:pt x="569" y="126"/>
                    <a:pt x="568" y="125"/>
                    <a:pt x="568" y="125"/>
                  </a:cubicBezTo>
                  <a:cubicBezTo>
                    <a:pt x="566" y="125"/>
                    <a:pt x="566" y="127"/>
                    <a:pt x="564" y="127"/>
                  </a:cubicBezTo>
                  <a:cubicBezTo>
                    <a:pt x="563" y="128"/>
                    <a:pt x="562" y="126"/>
                    <a:pt x="561" y="126"/>
                  </a:cubicBezTo>
                  <a:cubicBezTo>
                    <a:pt x="559" y="126"/>
                    <a:pt x="558" y="129"/>
                    <a:pt x="557" y="130"/>
                  </a:cubicBezTo>
                  <a:cubicBezTo>
                    <a:pt x="555" y="131"/>
                    <a:pt x="555" y="129"/>
                    <a:pt x="555" y="127"/>
                  </a:cubicBezTo>
                  <a:cubicBezTo>
                    <a:pt x="553" y="128"/>
                    <a:pt x="551" y="129"/>
                    <a:pt x="550" y="131"/>
                  </a:cubicBezTo>
                  <a:cubicBezTo>
                    <a:pt x="549" y="133"/>
                    <a:pt x="551" y="134"/>
                    <a:pt x="552" y="136"/>
                  </a:cubicBezTo>
                  <a:cubicBezTo>
                    <a:pt x="555" y="140"/>
                    <a:pt x="550" y="142"/>
                    <a:pt x="550" y="146"/>
                  </a:cubicBezTo>
                  <a:cubicBezTo>
                    <a:pt x="550" y="148"/>
                    <a:pt x="550" y="148"/>
                    <a:pt x="550" y="149"/>
                  </a:cubicBezTo>
                  <a:cubicBezTo>
                    <a:pt x="549" y="150"/>
                    <a:pt x="549" y="151"/>
                    <a:pt x="549" y="152"/>
                  </a:cubicBezTo>
                  <a:cubicBezTo>
                    <a:pt x="548" y="153"/>
                    <a:pt x="550" y="155"/>
                    <a:pt x="550" y="158"/>
                  </a:cubicBezTo>
                  <a:cubicBezTo>
                    <a:pt x="550" y="160"/>
                    <a:pt x="549" y="160"/>
                    <a:pt x="548" y="162"/>
                  </a:cubicBezTo>
                  <a:cubicBezTo>
                    <a:pt x="547" y="164"/>
                    <a:pt x="547" y="166"/>
                    <a:pt x="546" y="168"/>
                  </a:cubicBezTo>
                  <a:cubicBezTo>
                    <a:pt x="545" y="166"/>
                    <a:pt x="544" y="165"/>
                    <a:pt x="541" y="166"/>
                  </a:cubicBezTo>
                  <a:cubicBezTo>
                    <a:pt x="539" y="166"/>
                    <a:pt x="537" y="168"/>
                    <a:pt x="535" y="168"/>
                  </a:cubicBezTo>
                  <a:cubicBezTo>
                    <a:pt x="533" y="169"/>
                    <a:pt x="529" y="170"/>
                    <a:pt x="527" y="171"/>
                  </a:cubicBezTo>
                  <a:cubicBezTo>
                    <a:pt x="527" y="171"/>
                    <a:pt x="523" y="175"/>
                    <a:pt x="523" y="173"/>
                  </a:cubicBezTo>
                  <a:cubicBezTo>
                    <a:pt x="522" y="171"/>
                    <a:pt x="527" y="171"/>
                    <a:pt x="527" y="169"/>
                  </a:cubicBezTo>
                  <a:cubicBezTo>
                    <a:pt x="526" y="166"/>
                    <a:pt x="521" y="169"/>
                    <a:pt x="520" y="169"/>
                  </a:cubicBezTo>
                  <a:cubicBezTo>
                    <a:pt x="518" y="169"/>
                    <a:pt x="516" y="169"/>
                    <a:pt x="514" y="168"/>
                  </a:cubicBezTo>
                  <a:cubicBezTo>
                    <a:pt x="511" y="167"/>
                    <a:pt x="512" y="164"/>
                    <a:pt x="511" y="162"/>
                  </a:cubicBezTo>
                  <a:cubicBezTo>
                    <a:pt x="510" y="159"/>
                    <a:pt x="509" y="157"/>
                    <a:pt x="508" y="154"/>
                  </a:cubicBezTo>
                  <a:cubicBezTo>
                    <a:pt x="507" y="152"/>
                    <a:pt x="506" y="151"/>
                    <a:pt x="504" y="151"/>
                  </a:cubicBezTo>
                  <a:cubicBezTo>
                    <a:pt x="501" y="150"/>
                    <a:pt x="499" y="148"/>
                    <a:pt x="497" y="146"/>
                  </a:cubicBezTo>
                  <a:cubicBezTo>
                    <a:pt x="495" y="145"/>
                    <a:pt x="494" y="143"/>
                    <a:pt x="494" y="141"/>
                  </a:cubicBezTo>
                  <a:cubicBezTo>
                    <a:pt x="494" y="138"/>
                    <a:pt x="494" y="136"/>
                    <a:pt x="496" y="134"/>
                  </a:cubicBezTo>
                  <a:cubicBezTo>
                    <a:pt x="498" y="132"/>
                    <a:pt x="500" y="132"/>
                    <a:pt x="502" y="131"/>
                  </a:cubicBezTo>
                  <a:cubicBezTo>
                    <a:pt x="504" y="129"/>
                    <a:pt x="501" y="127"/>
                    <a:pt x="502" y="125"/>
                  </a:cubicBezTo>
                  <a:cubicBezTo>
                    <a:pt x="502" y="123"/>
                    <a:pt x="506" y="122"/>
                    <a:pt x="508" y="122"/>
                  </a:cubicBezTo>
                  <a:cubicBezTo>
                    <a:pt x="511" y="121"/>
                    <a:pt x="514" y="120"/>
                    <a:pt x="516" y="120"/>
                  </a:cubicBezTo>
                  <a:cubicBezTo>
                    <a:pt x="519" y="120"/>
                    <a:pt x="521" y="119"/>
                    <a:pt x="524" y="119"/>
                  </a:cubicBezTo>
                  <a:cubicBezTo>
                    <a:pt x="525" y="119"/>
                    <a:pt x="528" y="121"/>
                    <a:pt x="529" y="119"/>
                  </a:cubicBezTo>
                  <a:cubicBezTo>
                    <a:pt x="530" y="118"/>
                    <a:pt x="530" y="116"/>
                    <a:pt x="529" y="115"/>
                  </a:cubicBezTo>
                  <a:cubicBezTo>
                    <a:pt x="529" y="112"/>
                    <a:pt x="526" y="111"/>
                    <a:pt x="526" y="108"/>
                  </a:cubicBezTo>
                  <a:cubicBezTo>
                    <a:pt x="526" y="107"/>
                    <a:pt x="526" y="106"/>
                    <a:pt x="526" y="106"/>
                  </a:cubicBezTo>
                  <a:cubicBezTo>
                    <a:pt x="525" y="105"/>
                    <a:pt x="525" y="105"/>
                    <a:pt x="524" y="104"/>
                  </a:cubicBezTo>
                  <a:cubicBezTo>
                    <a:pt x="524" y="104"/>
                    <a:pt x="526" y="103"/>
                    <a:pt x="525" y="102"/>
                  </a:cubicBezTo>
                  <a:cubicBezTo>
                    <a:pt x="525" y="101"/>
                    <a:pt x="524" y="100"/>
                    <a:pt x="523" y="100"/>
                  </a:cubicBezTo>
                  <a:cubicBezTo>
                    <a:pt x="522" y="99"/>
                    <a:pt x="521" y="98"/>
                    <a:pt x="520" y="98"/>
                  </a:cubicBezTo>
                  <a:cubicBezTo>
                    <a:pt x="519" y="97"/>
                    <a:pt x="519" y="96"/>
                    <a:pt x="518" y="95"/>
                  </a:cubicBezTo>
                  <a:cubicBezTo>
                    <a:pt x="518" y="94"/>
                    <a:pt x="517" y="94"/>
                    <a:pt x="516" y="93"/>
                  </a:cubicBezTo>
                  <a:cubicBezTo>
                    <a:pt x="516" y="92"/>
                    <a:pt x="516" y="92"/>
                    <a:pt x="515" y="91"/>
                  </a:cubicBezTo>
                  <a:cubicBezTo>
                    <a:pt x="515" y="90"/>
                    <a:pt x="514" y="89"/>
                    <a:pt x="514" y="88"/>
                  </a:cubicBezTo>
                  <a:cubicBezTo>
                    <a:pt x="514" y="87"/>
                    <a:pt x="515" y="86"/>
                    <a:pt x="515" y="86"/>
                  </a:cubicBezTo>
                  <a:cubicBezTo>
                    <a:pt x="515" y="83"/>
                    <a:pt x="506" y="81"/>
                    <a:pt x="504" y="81"/>
                  </a:cubicBezTo>
                  <a:cubicBezTo>
                    <a:pt x="498" y="80"/>
                    <a:pt x="492" y="80"/>
                    <a:pt x="486" y="81"/>
                  </a:cubicBezTo>
                  <a:cubicBezTo>
                    <a:pt x="480" y="82"/>
                    <a:pt x="476" y="82"/>
                    <a:pt x="472" y="78"/>
                  </a:cubicBezTo>
                  <a:cubicBezTo>
                    <a:pt x="471" y="77"/>
                    <a:pt x="471" y="76"/>
                    <a:pt x="470" y="76"/>
                  </a:cubicBezTo>
                  <a:cubicBezTo>
                    <a:pt x="469" y="76"/>
                    <a:pt x="468" y="76"/>
                    <a:pt x="467" y="75"/>
                  </a:cubicBezTo>
                  <a:cubicBezTo>
                    <a:pt x="466" y="74"/>
                    <a:pt x="466" y="72"/>
                    <a:pt x="463" y="72"/>
                  </a:cubicBezTo>
                  <a:cubicBezTo>
                    <a:pt x="458" y="74"/>
                    <a:pt x="466" y="81"/>
                    <a:pt x="468" y="82"/>
                  </a:cubicBezTo>
                  <a:cubicBezTo>
                    <a:pt x="472" y="85"/>
                    <a:pt x="477" y="89"/>
                    <a:pt x="480" y="93"/>
                  </a:cubicBezTo>
                  <a:cubicBezTo>
                    <a:pt x="481" y="95"/>
                    <a:pt x="480" y="98"/>
                    <a:pt x="480" y="100"/>
                  </a:cubicBezTo>
                  <a:cubicBezTo>
                    <a:pt x="480" y="102"/>
                    <a:pt x="479" y="103"/>
                    <a:pt x="479" y="104"/>
                  </a:cubicBezTo>
                  <a:cubicBezTo>
                    <a:pt x="479" y="105"/>
                    <a:pt x="480" y="107"/>
                    <a:pt x="480" y="108"/>
                  </a:cubicBezTo>
                  <a:cubicBezTo>
                    <a:pt x="481" y="108"/>
                    <a:pt x="482" y="107"/>
                    <a:pt x="483" y="107"/>
                  </a:cubicBezTo>
                  <a:cubicBezTo>
                    <a:pt x="482" y="109"/>
                    <a:pt x="478" y="110"/>
                    <a:pt x="479" y="113"/>
                  </a:cubicBezTo>
                  <a:cubicBezTo>
                    <a:pt x="479" y="115"/>
                    <a:pt x="482" y="113"/>
                    <a:pt x="479" y="116"/>
                  </a:cubicBezTo>
                  <a:cubicBezTo>
                    <a:pt x="478" y="116"/>
                    <a:pt x="478" y="116"/>
                    <a:pt x="478" y="118"/>
                  </a:cubicBezTo>
                  <a:cubicBezTo>
                    <a:pt x="478" y="119"/>
                    <a:pt x="479" y="119"/>
                    <a:pt x="479" y="120"/>
                  </a:cubicBezTo>
                  <a:cubicBezTo>
                    <a:pt x="479" y="121"/>
                    <a:pt x="479" y="121"/>
                    <a:pt x="478" y="122"/>
                  </a:cubicBezTo>
                  <a:cubicBezTo>
                    <a:pt x="478" y="124"/>
                    <a:pt x="478" y="124"/>
                    <a:pt x="478" y="125"/>
                  </a:cubicBezTo>
                  <a:cubicBezTo>
                    <a:pt x="478" y="125"/>
                    <a:pt x="479" y="125"/>
                    <a:pt x="479" y="126"/>
                  </a:cubicBezTo>
                  <a:cubicBezTo>
                    <a:pt x="479" y="127"/>
                    <a:pt x="478" y="127"/>
                    <a:pt x="477" y="127"/>
                  </a:cubicBezTo>
                  <a:cubicBezTo>
                    <a:pt x="475" y="129"/>
                    <a:pt x="474" y="134"/>
                    <a:pt x="473" y="137"/>
                  </a:cubicBezTo>
                  <a:cubicBezTo>
                    <a:pt x="472" y="141"/>
                    <a:pt x="471" y="144"/>
                    <a:pt x="471" y="148"/>
                  </a:cubicBezTo>
                  <a:cubicBezTo>
                    <a:pt x="472" y="149"/>
                    <a:pt x="471" y="151"/>
                    <a:pt x="473" y="152"/>
                  </a:cubicBezTo>
                  <a:cubicBezTo>
                    <a:pt x="474" y="153"/>
                    <a:pt x="475" y="152"/>
                    <a:pt x="476" y="152"/>
                  </a:cubicBezTo>
                  <a:cubicBezTo>
                    <a:pt x="480" y="151"/>
                    <a:pt x="480" y="157"/>
                    <a:pt x="484" y="156"/>
                  </a:cubicBezTo>
                  <a:cubicBezTo>
                    <a:pt x="482" y="158"/>
                    <a:pt x="483" y="159"/>
                    <a:pt x="485" y="161"/>
                  </a:cubicBezTo>
                  <a:cubicBezTo>
                    <a:pt x="486" y="163"/>
                    <a:pt x="487" y="166"/>
                    <a:pt x="486" y="168"/>
                  </a:cubicBezTo>
                  <a:cubicBezTo>
                    <a:pt x="486" y="170"/>
                    <a:pt x="483" y="171"/>
                    <a:pt x="483" y="172"/>
                  </a:cubicBezTo>
                  <a:cubicBezTo>
                    <a:pt x="483" y="173"/>
                    <a:pt x="485" y="174"/>
                    <a:pt x="485" y="175"/>
                  </a:cubicBezTo>
                  <a:cubicBezTo>
                    <a:pt x="485" y="176"/>
                    <a:pt x="486" y="177"/>
                    <a:pt x="487" y="178"/>
                  </a:cubicBezTo>
                  <a:cubicBezTo>
                    <a:pt x="486" y="179"/>
                    <a:pt x="484" y="180"/>
                    <a:pt x="484" y="182"/>
                  </a:cubicBezTo>
                  <a:cubicBezTo>
                    <a:pt x="484" y="184"/>
                    <a:pt x="484" y="185"/>
                    <a:pt x="483" y="186"/>
                  </a:cubicBezTo>
                  <a:cubicBezTo>
                    <a:pt x="481" y="189"/>
                    <a:pt x="479" y="193"/>
                    <a:pt x="478" y="196"/>
                  </a:cubicBezTo>
                  <a:cubicBezTo>
                    <a:pt x="476" y="200"/>
                    <a:pt x="480" y="203"/>
                    <a:pt x="479" y="207"/>
                  </a:cubicBezTo>
                  <a:cubicBezTo>
                    <a:pt x="479" y="208"/>
                    <a:pt x="478" y="208"/>
                    <a:pt x="478" y="209"/>
                  </a:cubicBezTo>
                  <a:cubicBezTo>
                    <a:pt x="479" y="210"/>
                    <a:pt x="479" y="211"/>
                    <a:pt x="479" y="212"/>
                  </a:cubicBezTo>
                  <a:cubicBezTo>
                    <a:pt x="480" y="213"/>
                    <a:pt x="481" y="216"/>
                    <a:pt x="480" y="217"/>
                  </a:cubicBezTo>
                  <a:cubicBezTo>
                    <a:pt x="477" y="214"/>
                    <a:pt x="478" y="210"/>
                    <a:pt x="476" y="207"/>
                  </a:cubicBezTo>
                  <a:cubicBezTo>
                    <a:pt x="475" y="204"/>
                    <a:pt x="473" y="201"/>
                    <a:pt x="470" y="202"/>
                  </a:cubicBezTo>
                  <a:cubicBezTo>
                    <a:pt x="469" y="202"/>
                    <a:pt x="465" y="205"/>
                    <a:pt x="465" y="206"/>
                  </a:cubicBezTo>
                  <a:cubicBezTo>
                    <a:pt x="464" y="208"/>
                    <a:pt x="470" y="210"/>
                    <a:pt x="467" y="212"/>
                  </a:cubicBezTo>
                  <a:cubicBezTo>
                    <a:pt x="467" y="211"/>
                    <a:pt x="466" y="210"/>
                    <a:pt x="465" y="209"/>
                  </a:cubicBezTo>
                  <a:cubicBezTo>
                    <a:pt x="464" y="208"/>
                    <a:pt x="462" y="208"/>
                    <a:pt x="462" y="206"/>
                  </a:cubicBezTo>
                  <a:cubicBezTo>
                    <a:pt x="462" y="204"/>
                    <a:pt x="466" y="202"/>
                    <a:pt x="468" y="201"/>
                  </a:cubicBezTo>
                  <a:cubicBezTo>
                    <a:pt x="469" y="200"/>
                    <a:pt x="470" y="200"/>
                    <a:pt x="470" y="198"/>
                  </a:cubicBezTo>
                  <a:cubicBezTo>
                    <a:pt x="469" y="196"/>
                    <a:pt x="468" y="195"/>
                    <a:pt x="467" y="194"/>
                  </a:cubicBezTo>
                  <a:cubicBezTo>
                    <a:pt x="465" y="194"/>
                    <a:pt x="464" y="194"/>
                    <a:pt x="463" y="193"/>
                  </a:cubicBezTo>
                  <a:cubicBezTo>
                    <a:pt x="463" y="192"/>
                    <a:pt x="463" y="190"/>
                    <a:pt x="463" y="189"/>
                  </a:cubicBezTo>
                  <a:cubicBezTo>
                    <a:pt x="460" y="189"/>
                    <a:pt x="458" y="190"/>
                    <a:pt x="455" y="190"/>
                  </a:cubicBezTo>
                  <a:cubicBezTo>
                    <a:pt x="453" y="190"/>
                    <a:pt x="450" y="192"/>
                    <a:pt x="448" y="191"/>
                  </a:cubicBezTo>
                  <a:cubicBezTo>
                    <a:pt x="448" y="190"/>
                    <a:pt x="451" y="189"/>
                    <a:pt x="450" y="188"/>
                  </a:cubicBezTo>
                  <a:cubicBezTo>
                    <a:pt x="450" y="186"/>
                    <a:pt x="448" y="186"/>
                    <a:pt x="447" y="186"/>
                  </a:cubicBezTo>
                  <a:cubicBezTo>
                    <a:pt x="443" y="184"/>
                    <a:pt x="440" y="183"/>
                    <a:pt x="438" y="187"/>
                  </a:cubicBezTo>
                  <a:cubicBezTo>
                    <a:pt x="437" y="191"/>
                    <a:pt x="436" y="194"/>
                    <a:pt x="434" y="197"/>
                  </a:cubicBezTo>
                  <a:cubicBezTo>
                    <a:pt x="432" y="200"/>
                    <a:pt x="429" y="203"/>
                    <a:pt x="426" y="205"/>
                  </a:cubicBezTo>
                  <a:cubicBezTo>
                    <a:pt x="423" y="207"/>
                    <a:pt x="420" y="209"/>
                    <a:pt x="417" y="210"/>
                  </a:cubicBezTo>
                  <a:cubicBezTo>
                    <a:pt x="414" y="211"/>
                    <a:pt x="412" y="212"/>
                    <a:pt x="410" y="214"/>
                  </a:cubicBezTo>
                  <a:cubicBezTo>
                    <a:pt x="408" y="217"/>
                    <a:pt x="407" y="220"/>
                    <a:pt x="404" y="222"/>
                  </a:cubicBezTo>
                  <a:cubicBezTo>
                    <a:pt x="402" y="224"/>
                    <a:pt x="399" y="226"/>
                    <a:pt x="397" y="228"/>
                  </a:cubicBezTo>
                  <a:cubicBezTo>
                    <a:pt x="393" y="230"/>
                    <a:pt x="394" y="233"/>
                    <a:pt x="393" y="237"/>
                  </a:cubicBezTo>
                  <a:cubicBezTo>
                    <a:pt x="392" y="240"/>
                    <a:pt x="393" y="242"/>
                    <a:pt x="395" y="245"/>
                  </a:cubicBezTo>
                  <a:cubicBezTo>
                    <a:pt x="398" y="248"/>
                    <a:pt x="398" y="251"/>
                    <a:pt x="400" y="254"/>
                  </a:cubicBezTo>
                  <a:cubicBezTo>
                    <a:pt x="402" y="256"/>
                    <a:pt x="404" y="257"/>
                    <a:pt x="405" y="260"/>
                  </a:cubicBezTo>
                  <a:cubicBezTo>
                    <a:pt x="406" y="261"/>
                    <a:pt x="406" y="263"/>
                    <a:pt x="406" y="264"/>
                  </a:cubicBezTo>
                  <a:cubicBezTo>
                    <a:pt x="407" y="266"/>
                    <a:pt x="407" y="267"/>
                    <a:pt x="407" y="268"/>
                  </a:cubicBezTo>
                  <a:cubicBezTo>
                    <a:pt x="407" y="269"/>
                    <a:pt x="407" y="270"/>
                    <a:pt x="407" y="271"/>
                  </a:cubicBezTo>
                  <a:cubicBezTo>
                    <a:pt x="407" y="273"/>
                    <a:pt x="408" y="274"/>
                    <a:pt x="408" y="276"/>
                  </a:cubicBezTo>
                  <a:cubicBezTo>
                    <a:pt x="408" y="278"/>
                    <a:pt x="405" y="279"/>
                    <a:pt x="403" y="279"/>
                  </a:cubicBezTo>
                  <a:cubicBezTo>
                    <a:pt x="400" y="278"/>
                    <a:pt x="399" y="275"/>
                    <a:pt x="397" y="274"/>
                  </a:cubicBezTo>
                  <a:cubicBezTo>
                    <a:pt x="396" y="273"/>
                    <a:pt x="394" y="273"/>
                    <a:pt x="394" y="274"/>
                  </a:cubicBezTo>
                  <a:cubicBezTo>
                    <a:pt x="393" y="275"/>
                    <a:pt x="394" y="275"/>
                    <a:pt x="394" y="275"/>
                  </a:cubicBezTo>
                  <a:cubicBezTo>
                    <a:pt x="395" y="276"/>
                    <a:pt x="395" y="275"/>
                    <a:pt x="395" y="276"/>
                  </a:cubicBezTo>
                  <a:cubicBezTo>
                    <a:pt x="395" y="277"/>
                    <a:pt x="393" y="278"/>
                    <a:pt x="392" y="278"/>
                  </a:cubicBezTo>
                  <a:cubicBezTo>
                    <a:pt x="390" y="278"/>
                    <a:pt x="388" y="276"/>
                    <a:pt x="386" y="275"/>
                  </a:cubicBezTo>
                  <a:cubicBezTo>
                    <a:pt x="384" y="274"/>
                    <a:pt x="381" y="271"/>
                    <a:pt x="379" y="270"/>
                  </a:cubicBezTo>
                  <a:cubicBezTo>
                    <a:pt x="377" y="268"/>
                    <a:pt x="374" y="268"/>
                    <a:pt x="371" y="267"/>
                  </a:cubicBezTo>
                  <a:cubicBezTo>
                    <a:pt x="369" y="266"/>
                    <a:pt x="368" y="264"/>
                    <a:pt x="367" y="266"/>
                  </a:cubicBezTo>
                  <a:cubicBezTo>
                    <a:pt x="367" y="267"/>
                    <a:pt x="368" y="268"/>
                    <a:pt x="367" y="269"/>
                  </a:cubicBezTo>
                  <a:cubicBezTo>
                    <a:pt x="367" y="269"/>
                    <a:pt x="365" y="269"/>
                    <a:pt x="364" y="269"/>
                  </a:cubicBezTo>
                  <a:cubicBezTo>
                    <a:pt x="363" y="269"/>
                    <a:pt x="363" y="270"/>
                    <a:pt x="362" y="271"/>
                  </a:cubicBezTo>
                  <a:cubicBezTo>
                    <a:pt x="362" y="271"/>
                    <a:pt x="361" y="274"/>
                    <a:pt x="360" y="273"/>
                  </a:cubicBezTo>
                  <a:cubicBezTo>
                    <a:pt x="360" y="273"/>
                    <a:pt x="360" y="268"/>
                    <a:pt x="360" y="268"/>
                  </a:cubicBezTo>
                  <a:cubicBezTo>
                    <a:pt x="361" y="266"/>
                    <a:pt x="363" y="267"/>
                    <a:pt x="364" y="266"/>
                  </a:cubicBezTo>
                  <a:cubicBezTo>
                    <a:pt x="365" y="266"/>
                    <a:pt x="367" y="265"/>
                    <a:pt x="366" y="264"/>
                  </a:cubicBezTo>
                  <a:cubicBezTo>
                    <a:pt x="366" y="263"/>
                    <a:pt x="363" y="264"/>
                    <a:pt x="362" y="264"/>
                  </a:cubicBezTo>
                  <a:cubicBezTo>
                    <a:pt x="360" y="264"/>
                    <a:pt x="359" y="262"/>
                    <a:pt x="357" y="261"/>
                  </a:cubicBezTo>
                  <a:cubicBezTo>
                    <a:pt x="355" y="260"/>
                    <a:pt x="355" y="259"/>
                    <a:pt x="354" y="257"/>
                  </a:cubicBezTo>
                  <a:cubicBezTo>
                    <a:pt x="353" y="254"/>
                    <a:pt x="349" y="251"/>
                    <a:pt x="346" y="250"/>
                  </a:cubicBezTo>
                  <a:cubicBezTo>
                    <a:pt x="343" y="249"/>
                    <a:pt x="340" y="246"/>
                    <a:pt x="337" y="249"/>
                  </a:cubicBezTo>
                  <a:cubicBezTo>
                    <a:pt x="335" y="250"/>
                    <a:pt x="337" y="252"/>
                    <a:pt x="336" y="254"/>
                  </a:cubicBezTo>
                  <a:cubicBezTo>
                    <a:pt x="336" y="256"/>
                    <a:pt x="336" y="257"/>
                    <a:pt x="335" y="259"/>
                  </a:cubicBezTo>
                  <a:cubicBezTo>
                    <a:pt x="333" y="260"/>
                    <a:pt x="332" y="260"/>
                    <a:pt x="331" y="260"/>
                  </a:cubicBezTo>
                  <a:cubicBezTo>
                    <a:pt x="330" y="260"/>
                    <a:pt x="330" y="259"/>
                    <a:pt x="329" y="260"/>
                  </a:cubicBezTo>
                  <a:cubicBezTo>
                    <a:pt x="328" y="260"/>
                    <a:pt x="329" y="261"/>
                    <a:pt x="329" y="261"/>
                  </a:cubicBezTo>
                  <a:cubicBezTo>
                    <a:pt x="330" y="264"/>
                    <a:pt x="331" y="263"/>
                    <a:pt x="331" y="265"/>
                  </a:cubicBezTo>
                  <a:cubicBezTo>
                    <a:pt x="331" y="264"/>
                    <a:pt x="330" y="265"/>
                    <a:pt x="330" y="265"/>
                  </a:cubicBezTo>
                  <a:cubicBezTo>
                    <a:pt x="330" y="266"/>
                    <a:pt x="330" y="268"/>
                    <a:pt x="330" y="268"/>
                  </a:cubicBezTo>
                  <a:cubicBezTo>
                    <a:pt x="331" y="269"/>
                    <a:pt x="332" y="269"/>
                    <a:pt x="333" y="270"/>
                  </a:cubicBezTo>
                  <a:cubicBezTo>
                    <a:pt x="334" y="270"/>
                    <a:pt x="335" y="272"/>
                    <a:pt x="335" y="273"/>
                  </a:cubicBezTo>
                  <a:cubicBezTo>
                    <a:pt x="336" y="276"/>
                    <a:pt x="338" y="278"/>
                    <a:pt x="339" y="281"/>
                  </a:cubicBezTo>
                  <a:cubicBezTo>
                    <a:pt x="341" y="283"/>
                    <a:pt x="342" y="285"/>
                    <a:pt x="344" y="286"/>
                  </a:cubicBezTo>
                  <a:cubicBezTo>
                    <a:pt x="345" y="286"/>
                    <a:pt x="348" y="287"/>
                    <a:pt x="349" y="285"/>
                  </a:cubicBezTo>
                  <a:cubicBezTo>
                    <a:pt x="350" y="285"/>
                    <a:pt x="351" y="286"/>
                    <a:pt x="352" y="285"/>
                  </a:cubicBezTo>
                  <a:cubicBezTo>
                    <a:pt x="353" y="285"/>
                    <a:pt x="353" y="283"/>
                    <a:pt x="354" y="282"/>
                  </a:cubicBezTo>
                  <a:cubicBezTo>
                    <a:pt x="355" y="283"/>
                    <a:pt x="355" y="284"/>
                    <a:pt x="355" y="285"/>
                  </a:cubicBezTo>
                  <a:cubicBezTo>
                    <a:pt x="356" y="287"/>
                    <a:pt x="357" y="285"/>
                    <a:pt x="357" y="287"/>
                  </a:cubicBezTo>
                  <a:cubicBezTo>
                    <a:pt x="358" y="288"/>
                    <a:pt x="359" y="289"/>
                    <a:pt x="359" y="290"/>
                  </a:cubicBezTo>
                  <a:cubicBezTo>
                    <a:pt x="359" y="291"/>
                    <a:pt x="357" y="291"/>
                    <a:pt x="357" y="292"/>
                  </a:cubicBezTo>
                  <a:cubicBezTo>
                    <a:pt x="357" y="293"/>
                    <a:pt x="360" y="296"/>
                    <a:pt x="360" y="297"/>
                  </a:cubicBezTo>
                  <a:cubicBezTo>
                    <a:pt x="361" y="300"/>
                    <a:pt x="361" y="302"/>
                    <a:pt x="359" y="304"/>
                  </a:cubicBezTo>
                  <a:cubicBezTo>
                    <a:pt x="358" y="307"/>
                    <a:pt x="356" y="307"/>
                    <a:pt x="354" y="307"/>
                  </a:cubicBezTo>
                  <a:cubicBezTo>
                    <a:pt x="350" y="307"/>
                    <a:pt x="352" y="309"/>
                    <a:pt x="349" y="310"/>
                  </a:cubicBezTo>
                  <a:cubicBezTo>
                    <a:pt x="347" y="312"/>
                    <a:pt x="345" y="311"/>
                    <a:pt x="344" y="309"/>
                  </a:cubicBezTo>
                  <a:cubicBezTo>
                    <a:pt x="342" y="308"/>
                    <a:pt x="341" y="307"/>
                    <a:pt x="339" y="307"/>
                  </a:cubicBezTo>
                  <a:cubicBezTo>
                    <a:pt x="338" y="307"/>
                    <a:pt x="338" y="306"/>
                    <a:pt x="337" y="306"/>
                  </a:cubicBezTo>
                  <a:cubicBezTo>
                    <a:pt x="337" y="306"/>
                    <a:pt x="337" y="306"/>
                    <a:pt x="337" y="306"/>
                  </a:cubicBezTo>
                  <a:cubicBezTo>
                    <a:pt x="337" y="306"/>
                    <a:pt x="337" y="307"/>
                    <a:pt x="336" y="306"/>
                  </a:cubicBezTo>
                  <a:cubicBezTo>
                    <a:pt x="336" y="305"/>
                    <a:pt x="334" y="306"/>
                    <a:pt x="333" y="306"/>
                  </a:cubicBezTo>
                  <a:cubicBezTo>
                    <a:pt x="332" y="306"/>
                    <a:pt x="331" y="304"/>
                    <a:pt x="330" y="304"/>
                  </a:cubicBezTo>
                  <a:cubicBezTo>
                    <a:pt x="330" y="304"/>
                    <a:pt x="323" y="301"/>
                    <a:pt x="325" y="300"/>
                  </a:cubicBezTo>
                  <a:cubicBezTo>
                    <a:pt x="325" y="299"/>
                    <a:pt x="324" y="299"/>
                    <a:pt x="324" y="298"/>
                  </a:cubicBezTo>
                  <a:cubicBezTo>
                    <a:pt x="324" y="297"/>
                    <a:pt x="325" y="297"/>
                    <a:pt x="324" y="296"/>
                  </a:cubicBezTo>
                  <a:cubicBezTo>
                    <a:pt x="324" y="295"/>
                    <a:pt x="324" y="295"/>
                    <a:pt x="324" y="294"/>
                  </a:cubicBezTo>
                  <a:cubicBezTo>
                    <a:pt x="323" y="293"/>
                    <a:pt x="322" y="292"/>
                    <a:pt x="322" y="292"/>
                  </a:cubicBezTo>
                  <a:cubicBezTo>
                    <a:pt x="320" y="292"/>
                    <a:pt x="321" y="292"/>
                    <a:pt x="320" y="293"/>
                  </a:cubicBezTo>
                  <a:cubicBezTo>
                    <a:pt x="320" y="293"/>
                    <a:pt x="321" y="294"/>
                    <a:pt x="320" y="294"/>
                  </a:cubicBezTo>
                  <a:cubicBezTo>
                    <a:pt x="319" y="294"/>
                    <a:pt x="319" y="293"/>
                    <a:pt x="319" y="293"/>
                  </a:cubicBezTo>
                  <a:cubicBezTo>
                    <a:pt x="318" y="292"/>
                    <a:pt x="318" y="290"/>
                    <a:pt x="317" y="289"/>
                  </a:cubicBezTo>
                  <a:cubicBezTo>
                    <a:pt x="317" y="288"/>
                    <a:pt x="314" y="283"/>
                    <a:pt x="311" y="285"/>
                  </a:cubicBezTo>
                  <a:cubicBezTo>
                    <a:pt x="312" y="286"/>
                    <a:pt x="311" y="286"/>
                    <a:pt x="312" y="287"/>
                  </a:cubicBezTo>
                  <a:cubicBezTo>
                    <a:pt x="311" y="287"/>
                    <a:pt x="310" y="287"/>
                    <a:pt x="310" y="287"/>
                  </a:cubicBezTo>
                  <a:cubicBezTo>
                    <a:pt x="307" y="288"/>
                    <a:pt x="308" y="289"/>
                    <a:pt x="306" y="287"/>
                  </a:cubicBezTo>
                  <a:cubicBezTo>
                    <a:pt x="305" y="285"/>
                    <a:pt x="304" y="286"/>
                    <a:pt x="303" y="285"/>
                  </a:cubicBezTo>
                  <a:cubicBezTo>
                    <a:pt x="302" y="284"/>
                    <a:pt x="302" y="283"/>
                    <a:pt x="301" y="283"/>
                  </a:cubicBezTo>
                  <a:cubicBezTo>
                    <a:pt x="301" y="282"/>
                    <a:pt x="300" y="283"/>
                    <a:pt x="300" y="282"/>
                  </a:cubicBezTo>
                  <a:cubicBezTo>
                    <a:pt x="299" y="280"/>
                    <a:pt x="300" y="280"/>
                    <a:pt x="298" y="279"/>
                  </a:cubicBezTo>
                  <a:cubicBezTo>
                    <a:pt x="297" y="279"/>
                    <a:pt x="296" y="279"/>
                    <a:pt x="296" y="278"/>
                  </a:cubicBezTo>
                  <a:cubicBezTo>
                    <a:pt x="296" y="277"/>
                    <a:pt x="296" y="278"/>
                    <a:pt x="297" y="277"/>
                  </a:cubicBezTo>
                  <a:cubicBezTo>
                    <a:pt x="297" y="276"/>
                    <a:pt x="300" y="274"/>
                    <a:pt x="298" y="273"/>
                  </a:cubicBezTo>
                  <a:cubicBezTo>
                    <a:pt x="298" y="272"/>
                    <a:pt x="297" y="272"/>
                    <a:pt x="297" y="271"/>
                  </a:cubicBezTo>
                  <a:cubicBezTo>
                    <a:pt x="297" y="271"/>
                    <a:pt x="297" y="270"/>
                    <a:pt x="297" y="270"/>
                  </a:cubicBezTo>
                  <a:cubicBezTo>
                    <a:pt x="296" y="268"/>
                    <a:pt x="296" y="269"/>
                    <a:pt x="297" y="267"/>
                  </a:cubicBezTo>
                  <a:cubicBezTo>
                    <a:pt x="298" y="265"/>
                    <a:pt x="299" y="265"/>
                    <a:pt x="298" y="262"/>
                  </a:cubicBezTo>
                  <a:cubicBezTo>
                    <a:pt x="297" y="261"/>
                    <a:pt x="297" y="260"/>
                    <a:pt x="296" y="260"/>
                  </a:cubicBezTo>
                  <a:cubicBezTo>
                    <a:pt x="296" y="259"/>
                    <a:pt x="295" y="259"/>
                    <a:pt x="295" y="259"/>
                  </a:cubicBezTo>
                  <a:cubicBezTo>
                    <a:pt x="294" y="257"/>
                    <a:pt x="296" y="257"/>
                    <a:pt x="296" y="255"/>
                  </a:cubicBezTo>
                  <a:cubicBezTo>
                    <a:pt x="296" y="255"/>
                    <a:pt x="295" y="255"/>
                    <a:pt x="295" y="254"/>
                  </a:cubicBezTo>
                  <a:cubicBezTo>
                    <a:pt x="295" y="254"/>
                    <a:pt x="295" y="253"/>
                    <a:pt x="295" y="252"/>
                  </a:cubicBezTo>
                  <a:cubicBezTo>
                    <a:pt x="295" y="252"/>
                    <a:pt x="294" y="252"/>
                    <a:pt x="293" y="251"/>
                  </a:cubicBezTo>
                  <a:cubicBezTo>
                    <a:pt x="293" y="251"/>
                    <a:pt x="293" y="250"/>
                    <a:pt x="293" y="249"/>
                  </a:cubicBezTo>
                  <a:cubicBezTo>
                    <a:pt x="294" y="247"/>
                    <a:pt x="293" y="247"/>
                    <a:pt x="292" y="246"/>
                  </a:cubicBezTo>
                  <a:cubicBezTo>
                    <a:pt x="291" y="245"/>
                    <a:pt x="290" y="243"/>
                    <a:pt x="289" y="242"/>
                  </a:cubicBezTo>
                  <a:cubicBezTo>
                    <a:pt x="289" y="241"/>
                    <a:pt x="289" y="240"/>
                    <a:pt x="288" y="240"/>
                  </a:cubicBezTo>
                  <a:cubicBezTo>
                    <a:pt x="287" y="239"/>
                    <a:pt x="287" y="240"/>
                    <a:pt x="286" y="239"/>
                  </a:cubicBezTo>
                  <a:cubicBezTo>
                    <a:pt x="287" y="238"/>
                    <a:pt x="289" y="238"/>
                    <a:pt x="290" y="238"/>
                  </a:cubicBezTo>
                  <a:cubicBezTo>
                    <a:pt x="291" y="236"/>
                    <a:pt x="292" y="236"/>
                    <a:pt x="294" y="236"/>
                  </a:cubicBezTo>
                  <a:cubicBezTo>
                    <a:pt x="294" y="235"/>
                    <a:pt x="293" y="235"/>
                    <a:pt x="294" y="234"/>
                  </a:cubicBezTo>
                  <a:cubicBezTo>
                    <a:pt x="294" y="233"/>
                    <a:pt x="295" y="233"/>
                    <a:pt x="295" y="232"/>
                  </a:cubicBezTo>
                  <a:cubicBezTo>
                    <a:pt x="296" y="231"/>
                    <a:pt x="296" y="229"/>
                    <a:pt x="295" y="227"/>
                  </a:cubicBezTo>
                  <a:cubicBezTo>
                    <a:pt x="295" y="227"/>
                    <a:pt x="294" y="226"/>
                    <a:pt x="294" y="225"/>
                  </a:cubicBezTo>
                  <a:cubicBezTo>
                    <a:pt x="294" y="225"/>
                    <a:pt x="295" y="224"/>
                    <a:pt x="295" y="224"/>
                  </a:cubicBezTo>
                  <a:cubicBezTo>
                    <a:pt x="295" y="224"/>
                    <a:pt x="293" y="223"/>
                    <a:pt x="294" y="221"/>
                  </a:cubicBezTo>
                  <a:cubicBezTo>
                    <a:pt x="295" y="218"/>
                    <a:pt x="299" y="226"/>
                    <a:pt x="299" y="224"/>
                  </a:cubicBezTo>
                  <a:cubicBezTo>
                    <a:pt x="299" y="223"/>
                    <a:pt x="298" y="222"/>
                    <a:pt x="298" y="222"/>
                  </a:cubicBezTo>
                  <a:cubicBezTo>
                    <a:pt x="298" y="221"/>
                    <a:pt x="298" y="220"/>
                    <a:pt x="298" y="219"/>
                  </a:cubicBezTo>
                  <a:cubicBezTo>
                    <a:pt x="298" y="219"/>
                    <a:pt x="297" y="218"/>
                    <a:pt x="297" y="218"/>
                  </a:cubicBezTo>
                  <a:cubicBezTo>
                    <a:pt x="297" y="217"/>
                    <a:pt x="297" y="216"/>
                    <a:pt x="297" y="216"/>
                  </a:cubicBezTo>
                  <a:cubicBezTo>
                    <a:pt x="297" y="214"/>
                    <a:pt x="295" y="214"/>
                    <a:pt x="294" y="213"/>
                  </a:cubicBezTo>
                  <a:cubicBezTo>
                    <a:pt x="294" y="212"/>
                    <a:pt x="295" y="211"/>
                    <a:pt x="294" y="210"/>
                  </a:cubicBezTo>
                  <a:cubicBezTo>
                    <a:pt x="294" y="209"/>
                    <a:pt x="293" y="209"/>
                    <a:pt x="293" y="208"/>
                  </a:cubicBezTo>
                  <a:cubicBezTo>
                    <a:pt x="291" y="206"/>
                    <a:pt x="290" y="205"/>
                    <a:pt x="289" y="204"/>
                  </a:cubicBezTo>
                  <a:cubicBezTo>
                    <a:pt x="287" y="203"/>
                    <a:pt x="285" y="202"/>
                    <a:pt x="284" y="200"/>
                  </a:cubicBezTo>
                  <a:cubicBezTo>
                    <a:pt x="283" y="200"/>
                    <a:pt x="284" y="199"/>
                    <a:pt x="283" y="199"/>
                  </a:cubicBezTo>
                  <a:cubicBezTo>
                    <a:pt x="282" y="198"/>
                    <a:pt x="281" y="199"/>
                    <a:pt x="280" y="199"/>
                  </a:cubicBezTo>
                  <a:cubicBezTo>
                    <a:pt x="280" y="199"/>
                    <a:pt x="280" y="199"/>
                    <a:pt x="280" y="199"/>
                  </a:cubicBezTo>
                  <a:cubicBezTo>
                    <a:pt x="279" y="199"/>
                    <a:pt x="279" y="199"/>
                    <a:pt x="278" y="198"/>
                  </a:cubicBezTo>
                  <a:cubicBezTo>
                    <a:pt x="277" y="198"/>
                    <a:pt x="278" y="197"/>
                    <a:pt x="277" y="196"/>
                  </a:cubicBezTo>
                  <a:cubicBezTo>
                    <a:pt x="276" y="196"/>
                    <a:pt x="275" y="196"/>
                    <a:pt x="274" y="195"/>
                  </a:cubicBezTo>
                  <a:cubicBezTo>
                    <a:pt x="272" y="195"/>
                    <a:pt x="269" y="195"/>
                    <a:pt x="268" y="194"/>
                  </a:cubicBezTo>
                  <a:cubicBezTo>
                    <a:pt x="269" y="192"/>
                    <a:pt x="272" y="194"/>
                    <a:pt x="274" y="192"/>
                  </a:cubicBezTo>
                  <a:cubicBezTo>
                    <a:pt x="274" y="191"/>
                    <a:pt x="272" y="191"/>
                    <a:pt x="272" y="190"/>
                  </a:cubicBezTo>
                  <a:cubicBezTo>
                    <a:pt x="272" y="190"/>
                    <a:pt x="274" y="190"/>
                    <a:pt x="274" y="190"/>
                  </a:cubicBezTo>
                  <a:cubicBezTo>
                    <a:pt x="275" y="189"/>
                    <a:pt x="275" y="189"/>
                    <a:pt x="274" y="188"/>
                  </a:cubicBezTo>
                  <a:cubicBezTo>
                    <a:pt x="274" y="188"/>
                    <a:pt x="273" y="186"/>
                    <a:pt x="273" y="186"/>
                  </a:cubicBezTo>
                  <a:cubicBezTo>
                    <a:pt x="273" y="186"/>
                    <a:pt x="273" y="187"/>
                    <a:pt x="272" y="187"/>
                  </a:cubicBezTo>
                  <a:cubicBezTo>
                    <a:pt x="271" y="187"/>
                    <a:pt x="269" y="187"/>
                    <a:pt x="268" y="186"/>
                  </a:cubicBezTo>
                  <a:cubicBezTo>
                    <a:pt x="267" y="186"/>
                    <a:pt x="267" y="185"/>
                    <a:pt x="265" y="185"/>
                  </a:cubicBezTo>
                  <a:cubicBezTo>
                    <a:pt x="264" y="185"/>
                    <a:pt x="262" y="185"/>
                    <a:pt x="261" y="184"/>
                  </a:cubicBezTo>
                  <a:cubicBezTo>
                    <a:pt x="261" y="183"/>
                    <a:pt x="266" y="183"/>
                    <a:pt x="267" y="183"/>
                  </a:cubicBezTo>
                  <a:cubicBezTo>
                    <a:pt x="267" y="183"/>
                    <a:pt x="271" y="185"/>
                    <a:pt x="271" y="184"/>
                  </a:cubicBezTo>
                  <a:cubicBezTo>
                    <a:pt x="271" y="181"/>
                    <a:pt x="266" y="181"/>
                    <a:pt x="265" y="181"/>
                  </a:cubicBezTo>
                  <a:cubicBezTo>
                    <a:pt x="263" y="182"/>
                    <a:pt x="260" y="184"/>
                    <a:pt x="259" y="181"/>
                  </a:cubicBezTo>
                  <a:cubicBezTo>
                    <a:pt x="260" y="181"/>
                    <a:pt x="261" y="181"/>
                    <a:pt x="262" y="181"/>
                  </a:cubicBezTo>
                  <a:cubicBezTo>
                    <a:pt x="262" y="180"/>
                    <a:pt x="262" y="180"/>
                    <a:pt x="263" y="179"/>
                  </a:cubicBezTo>
                  <a:cubicBezTo>
                    <a:pt x="264" y="178"/>
                    <a:pt x="265" y="180"/>
                    <a:pt x="267" y="179"/>
                  </a:cubicBezTo>
                  <a:cubicBezTo>
                    <a:pt x="269" y="178"/>
                    <a:pt x="266" y="177"/>
                    <a:pt x="265" y="177"/>
                  </a:cubicBezTo>
                  <a:cubicBezTo>
                    <a:pt x="263" y="177"/>
                    <a:pt x="262" y="177"/>
                    <a:pt x="260" y="176"/>
                  </a:cubicBezTo>
                  <a:cubicBezTo>
                    <a:pt x="260" y="176"/>
                    <a:pt x="258" y="176"/>
                    <a:pt x="258" y="175"/>
                  </a:cubicBezTo>
                  <a:cubicBezTo>
                    <a:pt x="257" y="174"/>
                    <a:pt x="258" y="175"/>
                    <a:pt x="258" y="174"/>
                  </a:cubicBezTo>
                  <a:cubicBezTo>
                    <a:pt x="259" y="173"/>
                    <a:pt x="259" y="173"/>
                    <a:pt x="257" y="172"/>
                  </a:cubicBezTo>
                  <a:cubicBezTo>
                    <a:pt x="254" y="170"/>
                    <a:pt x="254" y="167"/>
                    <a:pt x="249" y="166"/>
                  </a:cubicBezTo>
                  <a:cubicBezTo>
                    <a:pt x="252" y="165"/>
                    <a:pt x="251" y="165"/>
                    <a:pt x="249" y="164"/>
                  </a:cubicBezTo>
                  <a:cubicBezTo>
                    <a:pt x="252" y="163"/>
                    <a:pt x="253" y="161"/>
                    <a:pt x="251" y="160"/>
                  </a:cubicBezTo>
                  <a:cubicBezTo>
                    <a:pt x="250" y="159"/>
                    <a:pt x="249" y="159"/>
                    <a:pt x="249" y="158"/>
                  </a:cubicBezTo>
                  <a:cubicBezTo>
                    <a:pt x="248" y="158"/>
                    <a:pt x="248" y="157"/>
                    <a:pt x="247" y="156"/>
                  </a:cubicBezTo>
                  <a:cubicBezTo>
                    <a:pt x="245" y="155"/>
                    <a:pt x="244" y="155"/>
                    <a:pt x="242" y="155"/>
                  </a:cubicBezTo>
                  <a:cubicBezTo>
                    <a:pt x="241" y="155"/>
                    <a:pt x="239" y="155"/>
                    <a:pt x="239" y="153"/>
                  </a:cubicBezTo>
                  <a:cubicBezTo>
                    <a:pt x="240" y="152"/>
                    <a:pt x="243" y="153"/>
                    <a:pt x="244" y="154"/>
                  </a:cubicBezTo>
                  <a:cubicBezTo>
                    <a:pt x="247" y="154"/>
                    <a:pt x="248" y="153"/>
                    <a:pt x="250" y="154"/>
                  </a:cubicBezTo>
                  <a:cubicBezTo>
                    <a:pt x="252" y="154"/>
                    <a:pt x="253" y="155"/>
                    <a:pt x="255" y="155"/>
                  </a:cubicBezTo>
                  <a:cubicBezTo>
                    <a:pt x="256" y="156"/>
                    <a:pt x="259" y="155"/>
                    <a:pt x="260" y="156"/>
                  </a:cubicBezTo>
                  <a:cubicBezTo>
                    <a:pt x="262" y="157"/>
                    <a:pt x="256" y="158"/>
                    <a:pt x="256" y="160"/>
                  </a:cubicBezTo>
                  <a:cubicBezTo>
                    <a:pt x="256" y="164"/>
                    <a:pt x="262" y="167"/>
                    <a:pt x="264" y="169"/>
                  </a:cubicBezTo>
                  <a:cubicBezTo>
                    <a:pt x="265" y="170"/>
                    <a:pt x="270" y="177"/>
                    <a:pt x="272" y="174"/>
                  </a:cubicBezTo>
                  <a:cubicBezTo>
                    <a:pt x="273" y="173"/>
                    <a:pt x="270" y="170"/>
                    <a:pt x="273" y="170"/>
                  </a:cubicBezTo>
                  <a:cubicBezTo>
                    <a:pt x="274" y="171"/>
                    <a:pt x="276" y="172"/>
                    <a:pt x="276" y="173"/>
                  </a:cubicBezTo>
                  <a:cubicBezTo>
                    <a:pt x="277" y="175"/>
                    <a:pt x="276" y="175"/>
                    <a:pt x="278" y="176"/>
                  </a:cubicBezTo>
                  <a:cubicBezTo>
                    <a:pt x="279" y="176"/>
                    <a:pt x="280" y="177"/>
                    <a:pt x="282" y="176"/>
                  </a:cubicBezTo>
                  <a:cubicBezTo>
                    <a:pt x="282" y="175"/>
                    <a:pt x="281" y="173"/>
                    <a:pt x="283" y="172"/>
                  </a:cubicBezTo>
                  <a:cubicBezTo>
                    <a:pt x="283" y="172"/>
                    <a:pt x="283" y="175"/>
                    <a:pt x="283" y="175"/>
                  </a:cubicBezTo>
                  <a:cubicBezTo>
                    <a:pt x="283" y="176"/>
                    <a:pt x="284" y="176"/>
                    <a:pt x="285" y="177"/>
                  </a:cubicBezTo>
                  <a:cubicBezTo>
                    <a:pt x="287" y="178"/>
                    <a:pt x="290" y="177"/>
                    <a:pt x="291" y="179"/>
                  </a:cubicBezTo>
                  <a:cubicBezTo>
                    <a:pt x="290" y="179"/>
                    <a:pt x="288" y="179"/>
                    <a:pt x="288" y="180"/>
                  </a:cubicBezTo>
                  <a:cubicBezTo>
                    <a:pt x="288" y="181"/>
                    <a:pt x="289" y="183"/>
                    <a:pt x="290" y="184"/>
                  </a:cubicBezTo>
                  <a:cubicBezTo>
                    <a:pt x="292" y="185"/>
                    <a:pt x="293" y="182"/>
                    <a:pt x="295" y="181"/>
                  </a:cubicBezTo>
                  <a:cubicBezTo>
                    <a:pt x="298" y="180"/>
                    <a:pt x="300" y="183"/>
                    <a:pt x="302" y="185"/>
                  </a:cubicBezTo>
                  <a:cubicBezTo>
                    <a:pt x="305" y="187"/>
                    <a:pt x="308" y="190"/>
                    <a:pt x="311" y="191"/>
                  </a:cubicBezTo>
                  <a:cubicBezTo>
                    <a:pt x="317" y="193"/>
                    <a:pt x="324" y="196"/>
                    <a:pt x="330" y="196"/>
                  </a:cubicBezTo>
                  <a:cubicBezTo>
                    <a:pt x="336" y="196"/>
                    <a:pt x="343" y="197"/>
                    <a:pt x="348" y="201"/>
                  </a:cubicBezTo>
                  <a:cubicBezTo>
                    <a:pt x="351" y="203"/>
                    <a:pt x="352" y="204"/>
                    <a:pt x="355" y="205"/>
                  </a:cubicBezTo>
                  <a:cubicBezTo>
                    <a:pt x="359" y="206"/>
                    <a:pt x="362" y="206"/>
                    <a:pt x="365" y="207"/>
                  </a:cubicBezTo>
                  <a:cubicBezTo>
                    <a:pt x="369" y="207"/>
                    <a:pt x="371" y="207"/>
                    <a:pt x="375" y="205"/>
                  </a:cubicBezTo>
                  <a:cubicBezTo>
                    <a:pt x="378" y="204"/>
                    <a:pt x="381" y="205"/>
                    <a:pt x="384" y="204"/>
                  </a:cubicBezTo>
                  <a:cubicBezTo>
                    <a:pt x="386" y="203"/>
                    <a:pt x="388" y="201"/>
                    <a:pt x="391" y="200"/>
                  </a:cubicBezTo>
                  <a:cubicBezTo>
                    <a:pt x="393" y="199"/>
                    <a:pt x="396" y="198"/>
                    <a:pt x="398" y="197"/>
                  </a:cubicBezTo>
                  <a:cubicBezTo>
                    <a:pt x="400" y="196"/>
                    <a:pt x="402" y="193"/>
                    <a:pt x="404" y="191"/>
                  </a:cubicBezTo>
                  <a:cubicBezTo>
                    <a:pt x="405" y="191"/>
                    <a:pt x="406" y="191"/>
                    <a:pt x="407" y="190"/>
                  </a:cubicBezTo>
                  <a:cubicBezTo>
                    <a:pt x="408" y="190"/>
                    <a:pt x="409" y="188"/>
                    <a:pt x="409" y="188"/>
                  </a:cubicBezTo>
                  <a:cubicBezTo>
                    <a:pt x="410" y="187"/>
                    <a:pt x="410" y="186"/>
                    <a:pt x="410" y="185"/>
                  </a:cubicBezTo>
                  <a:cubicBezTo>
                    <a:pt x="411" y="185"/>
                    <a:pt x="412" y="185"/>
                    <a:pt x="412" y="184"/>
                  </a:cubicBezTo>
                  <a:cubicBezTo>
                    <a:pt x="412" y="182"/>
                    <a:pt x="412" y="182"/>
                    <a:pt x="413" y="180"/>
                  </a:cubicBezTo>
                  <a:cubicBezTo>
                    <a:pt x="414" y="179"/>
                    <a:pt x="415" y="179"/>
                    <a:pt x="416" y="178"/>
                  </a:cubicBezTo>
                  <a:cubicBezTo>
                    <a:pt x="418" y="175"/>
                    <a:pt x="420" y="172"/>
                    <a:pt x="421" y="169"/>
                  </a:cubicBezTo>
                  <a:cubicBezTo>
                    <a:pt x="422" y="168"/>
                    <a:pt x="423" y="166"/>
                    <a:pt x="423" y="165"/>
                  </a:cubicBezTo>
                  <a:cubicBezTo>
                    <a:pt x="423" y="163"/>
                    <a:pt x="423" y="162"/>
                    <a:pt x="423" y="161"/>
                  </a:cubicBezTo>
                  <a:cubicBezTo>
                    <a:pt x="424" y="161"/>
                    <a:pt x="425" y="156"/>
                    <a:pt x="425" y="155"/>
                  </a:cubicBezTo>
                  <a:cubicBezTo>
                    <a:pt x="425" y="154"/>
                    <a:pt x="424" y="154"/>
                    <a:pt x="424" y="153"/>
                  </a:cubicBezTo>
                  <a:cubicBezTo>
                    <a:pt x="424" y="153"/>
                    <a:pt x="425" y="152"/>
                    <a:pt x="425" y="152"/>
                  </a:cubicBezTo>
                  <a:cubicBezTo>
                    <a:pt x="425" y="152"/>
                    <a:pt x="424" y="150"/>
                    <a:pt x="424" y="150"/>
                  </a:cubicBezTo>
                  <a:cubicBezTo>
                    <a:pt x="423" y="150"/>
                    <a:pt x="423" y="151"/>
                    <a:pt x="423" y="151"/>
                  </a:cubicBezTo>
                  <a:cubicBezTo>
                    <a:pt x="417" y="150"/>
                    <a:pt x="422" y="143"/>
                    <a:pt x="420" y="139"/>
                  </a:cubicBezTo>
                  <a:cubicBezTo>
                    <a:pt x="419" y="138"/>
                    <a:pt x="418" y="138"/>
                    <a:pt x="418" y="136"/>
                  </a:cubicBezTo>
                  <a:cubicBezTo>
                    <a:pt x="418" y="135"/>
                    <a:pt x="418" y="134"/>
                    <a:pt x="418" y="133"/>
                  </a:cubicBezTo>
                  <a:cubicBezTo>
                    <a:pt x="418" y="132"/>
                    <a:pt x="418" y="132"/>
                    <a:pt x="418" y="130"/>
                  </a:cubicBezTo>
                  <a:cubicBezTo>
                    <a:pt x="419" y="129"/>
                    <a:pt x="418" y="125"/>
                    <a:pt x="417" y="124"/>
                  </a:cubicBezTo>
                  <a:cubicBezTo>
                    <a:pt x="416" y="123"/>
                    <a:pt x="415" y="125"/>
                    <a:pt x="414" y="124"/>
                  </a:cubicBezTo>
                  <a:cubicBezTo>
                    <a:pt x="411" y="124"/>
                    <a:pt x="412" y="118"/>
                    <a:pt x="410" y="120"/>
                  </a:cubicBezTo>
                  <a:cubicBezTo>
                    <a:pt x="408" y="120"/>
                    <a:pt x="410" y="123"/>
                    <a:pt x="408" y="123"/>
                  </a:cubicBezTo>
                  <a:cubicBezTo>
                    <a:pt x="407" y="123"/>
                    <a:pt x="405" y="121"/>
                    <a:pt x="405" y="120"/>
                  </a:cubicBezTo>
                  <a:cubicBezTo>
                    <a:pt x="404" y="118"/>
                    <a:pt x="406" y="119"/>
                    <a:pt x="407" y="117"/>
                  </a:cubicBezTo>
                  <a:cubicBezTo>
                    <a:pt x="407" y="116"/>
                    <a:pt x="403" y="113"/>
                    <a:pt x="402" y="112"/>
                  </a:cubicBezTo>
                  <a:cubicBezTo>
                    <a:pt x="400" y="111"/>
                    <a:pt x="398" y="109"/>
                    <a:pt x="397" y="107"/>
                  </a:cubicBezTo>
                  <a:cubicBezTo>
                    <a:pt x="397" y="105"/>
                    <a:pt x="397" y="103"/>
                    <a:pt x="395" y="102"/>
                  </a:cubicBezTo>
                  <a:cubicBezTo>
                    <a:pt x="394" y="100"/>
                    <a:pt x="392" y="101"/>
                    <a:pt x="393" y="103"/>
                  </a:cubicBezTo>
                  <a:cubicBezTo>
                    <a:pt x="393" y="104"/>
                    <a:pt x="394" y="104"/>
                    <a:pt x="394" y="105"/>
                  </a:cubicBezTo>
                  <a:cubicBezTo>
                    <a:pt x="395" y="106"/>
                    <a:pt x="395" y="107"/>
                    <a:pt x="395" y="108"/>
                  </a:cubicBezTo>
                  <a:cubicBezTo>
                    <a:pt x="392" y="107"/>
                    <a:pt x="389" y="107"/>
                    <a:pt x="387" y="105"/>
                  </a:cubicBezTo>
                  <a:cubicBezTo>
                    <a:pt x="386" y="103"/>
                    <a:pt x="384" y="102"/>
                    <a:pt x="383" y="101"/>
                  </a:cubicBezTo>
                  <a:cubicBezTo>
                    <a:pt x="382" y="100"/>
                    <a:pt x="381" y="98"/>
                    <a:pt x="379" y="98"/>
                  </a:cubicBezTo>
                  <a:cubicBezTo>
                    <a:pt x="379" y="97"/>
                    <a:pt x="379" y="97"/>
                    <a:pt x="378" y="97"/>
                  </a:cubicBezTo>
                  <a:cubicBezTo>
                    <a:pt x="378" y="96"/>
                    <a:pt x="378" y="96"/>
                    <a:pt x="377" y="95"/>
                  </a:cubicBezTo>
                  <a:cubicBezTo>
                    <a:pt x="377" y="94"/>
                    <a:pt x="376" y="94"/>
                    <a:pt x="376" y="93"/>
                  </a:cubicBezTo>
                  <a:cubicBezTo>
                    <a:pt x="375" y="93"/>
                    <a:pt x="374" y="92"/>
                    <a:pt x="374" y="92"/>
                  </a:cubicBezTo>
                  <a:cubicBezTo>
                    <a:pt x="373" y="91"/>
                    <a:pt x="374" y="91"/>
                    <a:pt x="373" y="90"/>
                  </a:cubicBezTo>
                  <a:cubicBezTo>
                    <a:pt x="372" y="90"/>
                    <a:pt x="370" y="91"/>
                    <a:pt x="371" y="92"/>
                  </a:cubicBezTo>
                  <a:cubicBezTo>
                    <a:pt x="371" y="93"/>
                    <a:pt x="374" y="93"/>
                    <a:pt x="373" y="94"/>
                  </a:cubicBezTo>
                  <a:cubicBezTo>
                    <a:pt x="372" y="94"/>
                    <a:pt x="371" y="93"/>
                    <a:pt x="370" y="92"/>
                  </a:cubicBezTo>
                  <a:cubicBezTo>
                    <a:pt x="368" y="92"/>
                    <a:pt x="367" y="92"/>
                    <a:pt x="367" y="90"/>
                  </a:cubicBezTo>
                  <a:cubicBezTo>
                    <a:pt x="366" y="89"/>
                    <a:pt x="366" y="88"/>
                    <a:pt x="365" y="87"/>
                  </a:cubicBezTo>
                  <a:cubicBezTo>
                    <a:pt x="364" y="86"/>
                    <a:pt x="364" y="85"/>
                    <a:pt x="363" y="84"/>
                  </a:cubicBezTo>
                  <a:cubicBezTo>
                    <a:pt x="362" y="84"/>
                    <a:pt x="361" y="83"/>
                    <a:pt x="360" y="82"/>
                  </a:cubicBezTo>
                  <a:cubicBezTo>
                    <a:pt x="359" y="81"/>
                    <a:pt x="359" y="80"/>
                    <a:pt x="358" y="79"/>
                  </a:cubicBezTo>
                  <a:cubicBezTo>
                    <a:pt x="356" y="76"/>
                    <a:pt x="354" y="73"/>
                    <a:pt x="352" y="72"/>
                  </a:cubicBezTo>
                  <a:cubicBezTo>
                    <a:pt x="349" y="70"/>
                    <a:pt x="347" y="70"/>
                    <a:pt x="345" y="68"/>
                  </a:cubicBezTo>
                  <a:cubicBezTo>
                    <a:pt x="344" y="66"/>
                    <a:pt x="344" y="66"/>
                    <a:pt x="342" y="65"/>
                  </a:cubicBezTo>
                  <a:cubicBezTo>
                    <a:pt x="341" y="64"/>
                    <a:pt x="340" y="63"/>
                    <a:pt x="339" y="61"/>
                  </a:cubicBezTo>
                  <a:cubicBezTo>
                    <a:pt x="338" y="60"/>
                    <a:pt x="337" y="60"/>
                    <a:pt x="336" y="59"/>
                  </a:cubicBezTo>
                  <a:cubicBezTo>
                    <a:pt x="334" y="59"/>
                    <a:pt x="334" y="57"/>
                    <a:pt x="333" y="57"/>
                  </a:cubicBezTo>
                  <a:cubicBezTo>
                    <a:pt x="330" y="55"/>
                    <a:pt x="327" y="55"/>
                    <a:pt x="326" y="53"/>
                  </a:cubicBezTo>
                  <a:cubicBezTo>
                    <a:pt x="325" y="52"/>
                    <a:pt x="325" y="51"/>
                    <a:pt x="324" y="50"/>
                  </a:cubicBezTo>
                  <a:cubicBezTo>
                    <a:pt x="324" y="50"/>
                    <a:pt x="322" y="50"/>
                    <a:pt x="322" y="49"/>
                  </a:cubicBezTo>
                  <a:cubicBezTo>
                    <a:pt x="320" y="49"/>
                    <a:pt x="319" y="47"/>
                    <a:pt x="318" y="46"/>
                  </a:cubicBezTo>
                  <a:cubicBezTo>
                    <a:pt x="315" y="45"/>
                    <a:pt x="313" y="45"/>
                    <a:pt x="310" y="43"/>
                  </a:cubicBezTo>
                  <a:cubicBezTo>
                    <a:pt x="309" y="42"/>
                    <a:pt x="305" y="40"/>
                    <a:pt x="303" y="42"/>
                  </a:cubicBezTo>
                  <a:cubicBezTo>
                    <a:pt x="303" y="42"/>
                    <a:pt x="306" y="47"/>
                    <a:pt x="304" y="46"/>
                  </a:cubicBezTo>
                  <a:cubicBezTo>
                    <a:pt x="303" y="46"/>
                    <a:pt x="303" y="45"/>
                    <a:pt x="302" y="45"/>
                  </a:cubicBezTo>
                  <a:cubicBezTo>
                    <a:pt x="301" y="45"/>
                    <a:pt x="301" y="46"/>
                    <a:pt x="300" y="46"/>
                  </a:cubicBezTo>
                  <a:cubicBezTo>
                    <a:pt x="299" y="45"/>
                    <a:pt x="300" y="44"/>
                    <a:pt x="298" y="44"/>
                  </a:cubicBezTo>
                  <a:cubicBezTo>
                    <a:pt x="298" y="44"/>
                    <a:pt x="297" y="44"/>
                    <a:pt x="296" y="44"/>
                  </a:cubicBezTo>
                  <a:cubicBezTo>
                    <a:pt x="294" y="44"/>
                    <a:pt x="293" y="42"/>
                    <a:pt x="292" y="42"/>
                  </a:cubicBezTo>
                  <a:cubicBezTo>
                    <a:pt x="291" y="41"/>
                    <a:pt x="290" y="41"/>
                    <a:pt x="289" y="41"/>
                  </a:cubicBezTo>
                  <a:cubicBezTo>
                    <a:pt x="288" y="40"/>
                    <a:pt x="288" y="39"/>
                    <a:pt x="286" y="39"/>
                  </a:cubicBezTo>
                  <a:cubicBezTo>
                    <a:pt x="285" y="39"/>
                    <a:pt x="283" y="39"/>
                    <a:pt x="281" y="39"/>
                  </a:cubicBezTo>
                  <a:cubicBezTo>
                    <a:pt x="280" y="39"/>
                    <a:pt x="279" y="38"/>
                    <a:pt x="279" y="38"/>
                  </a:cubicBezTo>
                  <a:cubicBezTo>
                    <a:pt x="278" y="38"/>
                    <a:pt x="278" y="39"/>
                    <a:pt x="277" y="40"/>
                  </a:cubicBezTo>
                  <a:cubicBezTo>
                    <a:pt x="276" y="40"/>
                    <a:pt x="276" y="39"/>
                    <a:pt x="275" y="39"/>
                  </a:cubicBezTo>
                  <a:cubicBezTo>
                    <a:pt x="274" y="38"/>
                    <a:pt x="275" y="38"/>
                    <a:pt x="274" y="38"/>
                  </a:cubicBezTo>
                  <a:cubicBezTo>
                    <a:pt x="272" y="39"/>
                    <a:pt x="273" y="42"/>
                    <a:pt x="273" y="44"/>
                  </a:cubicBezTo>
                  <a:cubicBezTo>
                    <a:pt x="273" y="46"/>
                    <a:pt x="272" y="48"/>
                    <a:pt x="271" y="49"/>
                  </a:cubicBezTo>
                  <a:cubicBezTo>
                    <a:pt x="270" y="51"/>
                    <a:pt x="269" y="53"/>
                    <a:pt x="266" y="53"/>
                  </a:cubicBezTo>
                  <a:cubicBezTo>
                    <a:pt x="265" y="53"/>
                    <a:pt x="263" y="53"/>
                    <a:pt x="262" y="54"/>
                  </a:cubicBezTo>
                  <a:cubicBezTo>
                    <a:pt x="262" y="55"/>
                    <a:pt x="261" y="61"/>
                    <a:pt x="261" y="57"/>
                  </a:cubicBezTo>
                  <a:cubicBezTo>
                    <a:pt x="260" y="53"/>
                    <a:pt x="263" y="52"/>
                    <a:pt x="266" y="50"/>
                  </a:cubicBezTo>
                  <a:cubicBezTo>
                    <a:pt x="267" y="49"/>
                    <a:pt x="269" y="48"/>
                    <a:pt x="270" y="47"/>
                  </a:cubicBezTo>
                  <a:cubicBezTo>
                    <a:pt x="272" y="44"/>
                    <a:pt x="270" y="46"/>
                    <a:pt x="269" y="45"/>
                  </a:cubicBezTo>
                  <a:cubicBezTo>
                    <a:pt x="269" y="45"/>
                    <a:pt x="269" y="45"/>
                    <a:pt x="269" y="44"/>
                  </a:cubicBezTo>
                  <a:cubicBezTo>
                    <a:pt x="268" y="44"/>
                    <a:pt x="268" y="44"/>
                    <a:pt x="267" y="44"/>
                  </a:cubicBezTo>
                  <a:cubicBezTo>
                    <a:pt x="268" y="43"/>
                    <a:pt x="272" y="41"/>
                    <a:pt x="268" y="41"/>
                  </a:cubicBezTo>
                  <a:cubicBezTo>
                    <a:pt x="265" y="41"/>
                    <a:pt x="266" y="41"/>
                    <a:pt x="268" y="39"/>
                  </a:cubicBezTo>
                  <a:cubicBezTo>
                    <a:pt x="269" y="39"/>
                    <a:pt x="270" y="38"/>
                    <a:pt x="270" y="37"/>
                  </a:cubicBezTo>
                  <a:cubicBezTo>
                    <a:pt x="270" y="36"/>
                    <a:pt x="270" y="36"/>
                    <a:pt x="270" y="36"/>
                  </a:cubicBezTo>
                  <a:cubicBezTo>
                    <a:pt x="270" y="35"/>
                    <a:pt x="270" y="35"/>
                    <a:pt x="270" y="34"/>
                  </a:cubicBezTo>
                  <a:cubicBezTo>
                    <a:pt x="271" y="31"/>
                    <a:pt x="267" y="33"/>
                    <a:pt x="265" y="33"/>
                  </a:cubicBezTo>
                  <a:cubicBezTo>
                    <a:pt x="264" y="34"/>
                    <a:pt x="262" y="34"/>
                    <a:pt x="261" y="35"/>
                  </a:cubicBezTo>
                  <a:cubicBezTo>
                    <a:pt x="260" y="36"/>
                    <a:pt x="260" y="37"/>
                    <a:pt x="260" y="38"/>
                  </a:cubicBezTo>
                  <a:cubicBezTo>
                    <a:pt x="259" y="39"/>
                    <a:pt x="258" y="40"/>
                    <a:pt x="257" y="40"/>
                  </a:cubicBezTo>
                  <a:cubicBezTo>
                    <a:pt x="257" y="39"/>
                    <a:pt x="258" y="37"/>
                    <a:pt x="258" y="36"/>
                  </a:cubicBezTo>
                  <a:cubicBezTo>
                    <a:pt x="259" y="36"/>
                    <a:pt x="262" y="31"/>
                    <a:pt x="262" y="31"/>
                  </a:cubicBezTo>
                  <a:cubicBezTo>
                    <a:pt x="261" y="30"/>
                    <a:pt x="257" y="33"/>
                    <a:pt x="256" y="34"/>
                  </a:cubicBezTo>
                  <a:cubicBezTo>
                    <a:pt x="256" y="32"/>
                    <a:pt x="258" y="31"/>
                    <a:pt x="258" y="30"/>
                  </a:cubicBezTo>
                  <a:cubicBezTo>
                    <a:pt x="257" y="29"/>
                    <a:pt x="256" y="29"/>
                    <a:pt x="255" y="30"/>
                  </a:cubicBezTo>
                  <a:cubicBezTo>
                    <a:pt x="251" y="30"/>
                    <a:pt x="249" y="33"/>
                    <a:pt x="245" y="33"/>
                  </a:cubicBezTo>
                  <a:cubicBezTo>
                    <a:pt x="246" y="31"/>
                    <a:pt x="248" y="31"/>
                    <a:pt x="250" y="30"/>
                  </a:cubicBezTo>
                  <a:cubicBezTo>
                    <a:pt x="251" y="29"/>
                    <a:pt x="250" y="28"/>
                    <a:pt x="250" y="26"/>
                  </a:cubicBezTo>
                  <a:cubicBezTo>
                    <a:pt x="250" y="26"/>
                    <a:pt x="250" y="25"/>
                    <a:pt x="249" y="24"/>
                  </a:cubicBezTo>
                  <a:cubicBezTo>
                    <a:pt x="249" y="24"/>
                    <a:pt x="247" y="25"/>
                    <a:pt x="246" y="24"/>
                  </a:cubicBezTo>
                  <a:cubicBezTo>
                    <a:pt x="245" y="24"/>
                    <a:pt x="243" y="23"/>
                    <a:pt x="242" y="25"/>
                  </a:cubicBezTo>
                  <a:cubicBezTo>
                    <a:pt x="242" y="24"/>
                    <a:pt x="243" y="23"/>
                    <a:pt x="243" y="22"/>
                  </a:cubicBezTo>
                  <a:cubicBezTo>
                    <a:pt x="242" y="21"/>
                    <a:pt x="241" y="21"/>
                    <a:pt x="241" y="20"/>
                  </a:cubicBezTo>
                  <a:cubicBezTo>
                    <a:pt x="242" y="20"/>
                    <a:pt x="243" y="20"/>
                    <a:pt x="243" y="19"/>
                  </a:cubicBezTo>
                  <a:cubicBezTo>
                    <a:pt x="243" y="18"/>
                    <a:pt x="243" y="17"/>
                    <a:pt x="243" y="17"/>
                  </a:cubicBezTo>
                  <a:cubicBezTo>
                    <a:pt x="244" y="14"/>
                    <a:pt x="244" y="16"/>
                    <a:pt x="245" y="18"/>
                  </a:cubicBezTo>
                  <a:cubicBezTo>
                    <a:pt x="246" y="20"/>
                    <a:pt x="246" y="20"/>
                    <a:pt x="248" y="21"/>
                  </a:cubicBezTo>
                  <a:cubicBezTo>
                    <a:pt x="251" y="21"/>
                    <a:pt x="253" y="22"/>
                    <a:pt x="255" y="23"/>
                  </a:cubicBezTo>
                  <a:cubicBezTo>
                    <a:pt x="258" y="24"/>
                    <a:pt x="259" y="24"/>
                    <a:pt x="261" y="23"/>
                  </a:cubicBezTo>
                  <a:cubicBezTo>
                    <a:pt x="263" y="21"/>
                    <a:pt x="263" y="21"/>
                    <a:pt x="263" y="18"/>
                  </a:cubicBezTo>
                  <a:cubicBezTo>
                    <a:pt x="264" y="16"/>
                    <a:pt x="263" y="15"/>
                    <a:pt x="261" y="14"/>
                  </a:cubicBezTo>
                  <a:cubicBezTo>
                    <a:pt x="260" y="14"/>
                    <a:pt x="259" y="13"/>
                    <a:pt x="258" y="13"/>
                  </a:cubicBezTo>
                  <a:cubicBezTo>
                    <a:pt x="256" y="12"/>
                    <a:pt x="256" y="13"/>
                    <a:pt x="255" y="13"/>
                  </a:cubicBezTo>
                  <a:cubicBezTo>
                    <a:pt x="252" y="13"/>
                    <a:pt x="252" y="11"/>
                    <a:pt x="250" y="9"/>
                  </a:cubicBezTo>
                  <a:cubicBezTo>
                    <a:pt x="249" y="8"/>
                    <a:pt x="247" y="8"/>
                    <a:pt x="246" y="7"/>
                  </a:cubicBezTo>
                  <a:cubicBezTo>
                    <a:pt x="245" y="6"/>
                    <a:pt x="241" y="0"/>
                    <a:pt x="240" y="4"/>
                  </a:cubicBezTo>
                  <a:cubicBezTo>
                    <a:pt x="240" y="6"/>
                    <a:pt x="245" y="11"/>
                    <a:pt x="243" y="13"/>
                  </a:cubicBezTo>
                  <a:cubicBezTo>
                    <a:pt x="241" y="16"/>
                    <a:pt x="240" y="7"/>
                    <a:pt x="237" y="10"/>
                  </a:cubicBezTo>
                  <a:cubicBezTo>
                    <a:pt x="235" y="12"/>
                    <a:pt x="240" y="19"/>
                    <a:pt x="236" y="18"/>
                  </a:cubicBezTo>
                  <a:cubicBezTo>
                    <a:pt x="234" y="18"/>
                    <a:pt x="232" y="17"/>
                    <a:pt x="231" y="19"/>
                  </a:cubicBezTo>
                  <a:cubicBezTo>
                    <a:pt x="231" y="19"/>
                    <a:pt x="231" y="20"/>
                    <a:pt x="230" y="21"/>
                  </a:cubicBezTo>
                  <a:cubicBezTo>
                    <a:pt x="230" y="21"/>
                    <a:pt x="229" y="21"/>
                    <a:pt x="228" y="22"/>
                  </a:cubicBezTo>
                  <a:cubicBezTo>
                    <a:pt x="228" y="20"/>
                    <a:pt x="230" y="18"/>
                    <a:pt x="230" y="17"/>
                  </a:cubicBezTo>
                  <a:cubicBezTo>
                    <a:pt x="229" y="16"/>
                    <a:pt x="227" y="15"/>
                    <a:pt x="227" y="14"/>
                  </a:cubicBezTo>
                  <a:cubicBezTo>
                    <a:pt x="226" y="14"/>
                    <a:pt x="224" y="14"/>
                    <a:pt x="223" y="13"/>
                  </a:cubicBezTo>
                  <a:cubicBezTo>
                    <a:pt x="222" y="13"/>
                    <a:pt x="220" y="12"/>
                    <a:pt x="219" y="12"/>
                  </a:cubicBezTo>
                  <a:cubicBezTo>
                    <a:pt x="219" y="15"/>
                    <a:pt x="220" y="18"/>
                    <a:pt x="221" y="22"/>
                  </a:cubicBezTo>
                  <a:cubicBezTo>
                    <a:pt x="221" y="24"/>
                    <a:pt x="221" y="26"/>
                    <a:pt x="219" y="27"/>
                  </a:cubicBezTo>
                  <a:cubicBezTo>
                    <a:pt x="218" y="28"/>
                    <a:pt x="215" y="28"/>
                    <a:pt x="214" y="27"/>
                  </a:cubicBezTo>
                  <a:cubicBezTo>
                    <a:pt x="211" y="26"/>
                    <a:pt x="212" y="25"/>
                    <a:pt x="211" y="23"/>
                  </a:cubicBezTo>
                  <a:cubicBezTo>
                    <a:pt x="210" y="22"/>
                    <a:pt x="207" y="21"/>
                    <a:pt x="206" y="21"/>
                  </a:cubicBezTo>
                  <a:cubicBezTo>
                    <a:pt x="204" y="21"/>
                    <a:pt x="207" y="23"/>
                    <a:pt x="207" y="25"/>
                  </a:cubicBezTo>
                  <a:cubicBezTo>
                    <a:pt x="208" y="27"/>
                    <a:pt x="206" y="30"/>
                    <a:pt x="205" y="32"/>
                  </a:cubicBezTo>
                  <a:cubicBezTo>
                    <a:pt x="204" y="34"/>
                    <a:pt x="203" y="36"/>
                    <a:pt x="201" y="36"/>
                  </a:cubicBezTo>
                  <a:cubicBezTo>
                    <a:pt x="200" y="37"/>
                    <a:pt x="199" y="37"/>
                    <a:pt x="197" y="37"/>
                  </a:cubicBezTo>
                  <a:cubicBezTo>
                    <a:pt x="196" y="38"/>
                    <a:pt x="196" y="39"/>
                    <a:pt x="195" y="40"/>
                  </a:cubicBezTo>
                  <a:cubicBezTo>
                    <a:pt x="193" y="42"/>
                    <a:pt x="190" y="40"/>
                    <a:pt x="189" y="43"/>
                  </a:cubicBezTo>
                  <a:cubicBezTo>
                    <a:pt x="188" y="45"/>
                    <a:pt x="188" y="48"/>
                    <a:pt x="187" y="50"/>
                  </a:cubicBezTo>
                  <a:cubicBezTo>
                    <a:pt x="187" y="52"/>
                    <a:pt x="184" y="55"/>
                    <a:pt x="182" y="54"/>
                  </a:cubicBezTo>
                  <a:cubicBezTo>
                    <a:pt x="180" y="56"/>
                    <a:pt x="178" y="58"/>
                    <a:pt x="176" y="60"/>
                  </a:cubicBezTo>
                  <a:cubicBezTo>
                    <a:pt x="175" y="60"/>
                    <a:pt x="173" y="61"/>
                    <a:pt x="172" y="62"/>
                  </a:cubicBezTo>
                  <a:cubicBezTo>
                    <a:pt x="171" y="65"/>
                    <a:pt x="178" y="63"/>
                    <a:pt x="179" y="66"/>
                  </a:cubicBezTo>
                  <a:cubicBezTo>
                    <a:pt x="180" y="69"/>
                    <a:pt x="175" y="74"/>
                    <a:pt x="174" y="77"/>
                  </a:cubicBezTo>
                  <a:cubicBezTo>
                    <a:pt x="172" y="82"/>
                    <a:pt x="173" y="85"/>
                    <a:pt x="174" y="90"/>
                  </a:cubicBezTo>
                  <a:cubicBezTo>
                    <a:pt x="175" y="94"/>
                    <a:pt x="175" y="98"/>
                    <a:pt x="178" y="100"/>
                  </a:cubicBezTo>
                  <a:cubicBezTo>
                    <a:pt x="181" y="102"/>
                    <a:pt x="185" y="103"/>
                    <a:pt x="188" y="105"/>
                  </a:cubicBezTo>
                  <a:cubicBezTo>
                    <a:pt x="192" y="108"/>
                    <a:pt x="192" y="112"/>
                    <a:pt x="194" y="116"/>
                  </a:cubicBezTo>
                  <a:cubicBezTo>
                    <a:pt x="195" y="118"/>
                    <a:pt x="196" y="119"/>
                    <a:pt x="197" y="121"/>
                  </a:cubicBezTo>
                  <a:cubicBezTo>
                    <a:pt x="198" y="122"/>
                    <a:pt x="200" y="123"/>
                    <a:pt x="201" y="125"/>
                  </a:cubicBezTo>
                  <a:cubicBezTo>
                    <a:pt x="203" y="128"/>
                    <a:pt x="202" y="134"/>
                    <a:pt x="201" y="137"/>
                  </a:cubicBezTo>
                  <a:cubicBezTo>
                    <a:pt x="200" y="138"/>
                    <a:pt x="198" y="139"/>
                    <a:pt x="197" y="140"/>
                  </a:cubicBezTo>
                  <a:cubicBezTo>
                    <a:pt x="196" y="142"/>
                    <a:pt x="195" y="143"/>
                    <a:pt x="194" y="145"/>
                  </a:cubicBezTo>
                  <a:cubicBezTo>
                    <a:pt x="190" y="151"/>
                    <a:pt x="182" y="161"/>
                    <a:pt x="185" y="169"/>
                  </a:cubicBezTo>
                  <a:cubicBezTo>
                    <a:pt x="185" y="171"/>
                    <a:pt x="187" y="173"/>
                    <a:pt x="188" y="174"/>
                  </a:cubicBezTo>
                  <a:cubicBezTo>
                    <a:pt x="189" y="176"/>
                    <a:pt x="189" y="178"/>
                    <a:pt x="190" y="180"/>
                  </a:cubicBezTo>
                  <a:cubicBezTo>
                    <a:pt x="191" y="184"/>
                    <a:pt x="193" y="186"/>
                    <a:pt x="194" y="190"/>
                  </a:cubicBezTo>
                  <a:cubicBezTo>
                    <a:pt x="194" y="194"/>
                    <a:pt x="196" y="197"/>
                    <a:pt x="198" y="200"/>
                  </a:cubicBezTo>
                  <a:cubicBezTo>
                    <a:pt x="201" y="204"/>
                    <a:pt x="200" y="207"/>
                    <a:pt x="202" y="211"/>
                  </a:cubicBezTo>
                  <a:cubicBezTo>
                    <a:pt x="203" y="215"/>
                    <a:pt x="204" y="218"/>
                    <a:pt x="205" y="223"/>
                  </a:cubicBezTo>
                  <a:cubicBezTo>
                    <a:pt x="205" y="224"/>
                    <a:pt x="206" y="225"/>
                    <a:pt x="205" y="226"/>
                  </a:cubicBezTo>
                  <a:cubicBezTo>
                    <a:pt x="204" y="227"/>
                    <a:pt x="202" y="225"/>
                    <a:pt x="200" y="225"/>
                  </a:cubicBezTo>
                  <a:cubicBezTo>
                    <a:pt x="199" y="225"/>
                    <a:pt x="197" y="226"/>
                    <a:pt x="197" y="228"/>
                  </a:cubicBezTo>
                  <a:cubicBezTo>
                    <a:pt x="198" y="230"/>
                    <a:pt x="200" y="229"/>
                    <a:pt x="198" y="232"/>
                  </a:cubicBezTo>
                  <a:cubicBezTo>
                    <a:pt x="198" y="234"/>
                    <a:pt x="197" y="234"/>
                    <a:pt x="197" y="237"/>
                  </a:cubicBezTo>
                  <a:cubicBezTo>
                    <a:pt x="197" y="239"/>
                    <a:pt x="197" y="241"/>
                    <a:pt x="196" y="243"/>
                  </a:cubicBezTo>
                  <a:cubicBezTo>
                    <a:pt x="196" y="244"/>
                    <a:pt x="194" y="245"/>
                    <a:pt x="195" y="246"/>
                  </a:cubicBezTo>
                  <a:cubicBezTo>
                    <a:pt x="195" y="247"/>
                    <a:pt x="197" y="247"/>
                    <a:pt x="198" y="247"/>
                  </a:cubicBezTo>
                  <a:cubicBezTo>
                    <a:pt x="199" y="247"/>
                    <a:pt x="199" y="248"/>
                    <a:pt x="199" y="249"/>
                  </a:cubicBezTo>
                  <a:cubicBezTo>
                    <a:pt x="199" y="249"/>
                    <a:pt x="199" y="252"/>
                    <a:pt x="199" y="252"/>
                  </a:cubicBezTo>
                  <a:cubicBezTo>
                    <a:pt x="198" y="254"/>
                    <a:pt x="195" y="253"/>
                    <a:pt x="195" y="256"/>
                  </a:cubicBezTo>
                  <a:cubicBezTo>
                    <a:pt x="194" y="258"/>
                    <a:pt x="195" y="260"/>
                    <a:pt x="196" y="263"/>
                  </a:cubicBezTo>
                  <a:cubicBezTo>
                    <a:pt x="197" y="265"/>
                    <a:pt x="198" y="266"/>
                    <a:pt x="201" y="267"/>
                  </a:cubicBezTo>
                  <a:cubicBezTo>
                    <a:pt x="202" y="267"/>
                    <a:pt x="204" y="267"/>
                    <a:pt x="204" y="267"/>
                  </a:cubicBezTo>
                  <a:cubicBezTo>
                    <a:pt x="205" y="268"/>
                    <a:pt x="204" y="269"/>
                    <a:pt x="205" y="270"/>
                  </a:cubicBezTo>
                  <a:cubicBezTo>
                    <a:pt x="205" y="271"/>
                    <a:pt x="206" y="271"/>
                    <a:pt x="206" y="272"/>
                  </a:cubicBezTo>
                  <a:cubicBezTo>
                    <a:pt x="206" y="273"/>
                    <a:pt x="205" y="274"/>
                    <a:pt x="204" y="275"/>
                  </a:cubicBezTo>
                  <a:cubicBezTo>
                    <a:pt x="202" y="277"/>
                    <a:pt x="201" y="277"/>
                    <a:pt x="203" y="280"/>
                  </a:cubicBezTo>
                  <a:cubicBezTo>
                    <a:pt x="203" y="281"/>
                    <a:pt x="204" y="281"/>
                    <a:pt x="203" y="283"/>
                  </a:cubicBezTo>
                  <a:cubicBezTo>
                    <a:pt x="203" y="284"/>
                    <a:pt x="203" y="285"/>
                    <a:pt x="204" y="286"/>
                  </a:cubicBezTo>
                  <a:cubicBezTo>
                    <a:pt x="205" y="288"/>
                    <a:pt x="207" y="287"/>
                    <a:pt x="209" y="288"/>
                  </a:cubicBezTo>
                  <a:cubicBezTo>
                    <a:pt x="210" y="289"/>
                    <a:pt x="210" y="291"/>
                    <a:pt x="210" y="291"/>
                  </a:cubicBezTo>
                  <a:cubicBezTo>
                    <a:pt x="211" y="292"/>
                    <a:pt x="212" y="292"/>
                    <a:pt x="213" y="292"/>
                  </a:cubicBezTo>
                  <a:cubicBezTo>
                    <a:pt x="213" y="293"/>
                    <a:pt x="213" y="293"/>
                    <a:pt x="213" y="294"/>
                  </a:cubicBezTo>
                  <a:cubicBezTo>
                    <a:pt x="213" y="295"/>
                    <a:pt x="213" y="296"/>
                    <a:pt x="213" y="297"/>
                  </a:cubicBezTo>
                  <a:cubicBezTo>
                    <a:pt x="215" y="303"/>
                    <a:pt x="210" y="305"/>
                    <a:pt x="208" y="309"/>
                  </a:cubicBezTo>
                  <a:cubicBezTo>
                    <a:pt x="207" y="312"/>
                    <a:pt x="206" y="311"/>
                    <a:pt x="204" y="313"/>
                  </a:cubicBezTo>
                  <a:cubicBezTo>
                    <a:pt x="202" y="314"/>
                    <a:pt x="203" y="315"/>
                    <a:pt x="204" y="317"/>
                  </a:cubicBezTo>
                  <a:cubicBezTo>
                    <a:pt x="205" y="319"/>
                    <a:pt x="207" y="320"/>
                    <a:pt x="209" y="322"/>
                  </a:cubicBezTo>
                  <a:cubicBezTo>
                    <a:pt x="210" y="323"/>
                    <a:pt x="211" y="326"/>
                    <a:pt x="213" y="327"/>
                  </a:cubicBezTo>
                  <a:cubicBezTo>
                    <a:pt x="215" y="328"/>
                    <a:pt x="218" y="328"/>
                    <a:pt x="219" y="330"/>
                  </a:cubicBezTo>
                  <a:cubicBezTo>
                    <a:pt x="220" y="332"/>
                    <a:pt x="220" y="333"/>
                    <a:pt x="222" y="335"/>
                  </a:cubicBezTo>
                  <a:cubicBezTo>
                    <a:pt x="224" y="336"/>
                    <a:pt x="226" y="336"/>
                    <a:pt x="227" y="339"/>
                  </a:cubicBezTo>
                  <a:cubicBezTo>
                    <a:pt x="227" y="342"/>
                    <a:pt x="228" y="343"/>
                    <a:pt x="230" y="345"/>
                  </a:cubicBezTo>
                  <a:cubicBezTo>
                    <a:pt x="231" y="347"/>
                    <a:pt x="233" y="349"/>
                    <a:pt x="233" y="352"/>
                  </a:cubicBezTo>
                  <a:cubicBezTo>
                    <a:pt x="232" y="353"/>
                    <a:pt x="231" y="354"/>
                    <a:pt x="231" y="355"/>
                  </a:cubicBezTo>
                  <a:cubicBezTo>
                    <a:pt x="230" y="356"/>
                    <a:pt x="230" y="358"/>
                    <a:pt x="230" y="359"/>
                  </a:cubicBezTo>
                  <a:cubicBezTo>
                    <a:pt x="229" y="362"/>
                    <a:pt x="228" y="364"/>
                    <a:pt x="227" y="366"/>
                  </a:cubicBezTo>
                  <a:cubicBezTo>
                    <a:pt x="226" y="369"/>
                    <a:pt x="224" y="370"/>
                    <a:pt x="223" y="372"/>
                  </a:cubicBezTo>
                  <a:cubicBezTo>
                    <a:pt x="221" y="374"/>
                    <a:pt x="221" y="376"/>
                    <a:pt x="219" y="377"/>
                  </a:cubicBezTo>
                  <a:cubicBezTo>
                    <a:pt x="217" y="379"/>
                    <a:pt x="216" y="380"/>
                    <a:pt x="215" y="382"/>
                  </a:cubicBezTo>
                  <a:cubicBezTo>
                    <a:pt x="212" y="387"/>
                    <a:pt x="208" y="391"/>
                    <a:pt x="205" y="395"/>
                  </a:cubicBezTo>
                  <a:cubicBezTo>
                    <a:pt x="202" y="399"/>
                    <a:pt x="199" y="403"/>
                    <a:pt x="196" y="407"/>
                  </a:cubicBezTo>
                  <a:cubicBezTo>
                    <a:pt x="195" y="409"/>
                    <a:pt x="193" y="410"/>
                    <a:pt x="192" y="412"/>
                  </a:cubicBezTo>
                  <a:cubicBezTo>
                    <a:pt x="192" y="413"/>
                    <a:pt x="192" y="414"/>
                    <a:pt x="191" y="414"/>
                  </a:cubicBezTo>
                  <a:cubicBezTo>
                    <a:pt x="190" y="415"/>
                    <a:pt x="189" y="416"/>
                    <a:pt x="189" y="417"/>
                  </a:cubicBezTo>
                  <a:cubicBezTo>
                    <a:pt x="186" y="421"/>
                    <a:pt x="182" y="424"/>
                    <a:pt x="178" y="427"/>
                  </a:cubicBezTo>
                  <a:cubicBezTo>
                    <a:pt x="177" y="429"/>
                    <a:pt x="176" y="431"/>
                    <a:pt x="175" y="432"/>
                  </a:cubicBezTo>
                  <a:cubicBezTo>
                    <a:pt x="173" y="433"/>
                    <a:pt x="172" y="434"/>
                    <a:pt x="170" y="436"/>
                  </a:cubicBezTo>
                  <a:cubicBezTo>
                    <a:pt x="168" y="438"/>
                    <a:pt x="167" y="440"/>
                    <a:pt x="165" y="442"/>
                  </a:cubicBezTo>
                  <a:cubicBezTo>
                    <a:pt x="163" y="444"/>
                    <a:pt x="161" y="446"/>
                    <a:pt x="160" y="448"/>
                  </a:cubicBezTo>
                  <a:cubicBezTo>
                    <a:pt x="163" y="451"/>
                    <a:pt x="168" y="447"/>
                    <a:pt x="169" y="445"/>
                  </a:cubicBezTo>
                  <a:cubicBezTo>
                    <a:pt x="171" y="444"/>
                    <a:pt x="171" y="443"/>
                    <a:pt x="173" y="442"/>
                  </a:cubicBezTo>
                  <a:cubicBezTo>
                    <a:pt x="174" y="442"/>
                    <a:pt x="176" y="441"/>
                    <a:pt x="177" y="440"/>
                  </a:cubicBezTo>
                  <a:cubicBezTo>
                    <a:pt x="178" y="443"/>
                    <a:pt x="177" y="443"/>
                    <a:pt x="176" y="445"/>
                  </a:cubicBezTo>
                  <a:cubicBezTo>
                    <a:pt x="176" y="447"/>
                    <a:pt x="177" y="449"/>
                    <a:pt x="177" y="450"/>
                  </a:cubicBezTo>
                  <a:cubicBezTo>
                    <a:pt x="176" y="452"/>
                    <a:pt x="174" y="447"/>
                    <a:pt x="173" y="447"/>
                  </a:cubicBezTo>
                  <a:cubicBezTo>
                    <a:pt x="170" y="447"/>
                    <a:pt x="177" y="458"/>
                    <a:pt x="179" y="455"/>
                  </a:cubicBezTo>
                  <a:cubicBezTo>
                    <a:pt x="180" y="455"/>
                    <a:pt x="182" y="461"/>
                    <a:pt x="183" y="462"/>
                  </a:cubicBezTo>
                  <a:cubicBezTo>
                    <a:pt x="185" y="463"/>
                    <a:pt x="188" y="463"/>
                    <a:pt x="190" y="463"/>
                  </a:cubicBezTo>
                  <a:cubicBezTo>
                    <a:pt x="192" y="462"/>
                    <a:pt x="194" y="461"/>
                    <a:pt x="197" y="462"/>
                  </a:cubicBezTo>
                  <a:cubicBezTo>
                    <a:pt x="200" y="463"/>
                    <a:pt x="200" y="464"/>
                    <a:pt x="201" y="467"/>
                  </a:cubicBezTo>
                  <a:cubicBezTo>
                    <a:pt x="202" y="470"/>
                    <a:pt x="205" y="467"/>
                    <a:pt x="207" y="469"/>
                  </a:cubicBezTo>
                  <a:cubicBezTo>
                    <a:pt x="208" y="470"/>
                    <a:pt x="207" y="474"/>
                    <a:pt x="205" y="475"/>
                  </a:cubicBezTo>
                  <a:cubicBezTo>
                    <a:pt x="203" y="475"/>
                    <a:pt x="201" y="473"/>
                    <a:pt x="199" y="472"/>
                  </a:cubicBezTo>
                  <a:cubicBezTo>
                    <a:pt x="196" y="471"/>
                    <a:pt x="192" y="470"/>
                    <a:pt x="189" y="469"/>
                  </a:cubicBezTo>
                  <a:cubicBezTo>
                    <a:pt x="188" y="470"/>
                    <a:pt x="187" y="469"/>
                    <a:pt x="185" y="470"/>
                  </a:cubicBezTo>
                  <a:cubicBezTo>
                    <a:pt x="184" y="470"/>
                    <a:pt x="183" y="471"/>
                    <a:pt x="182" y="472"/>
                  </a:cubicBezTo>
                  <a:cubicBezTo>
                    <a:pt x="183" y="473"/>
                    <a:pt x="184" y="473"/>
                    <a:pt x="183" y="475"/>
                  </a:cubicBezTo>
                  <a:cubicBezTo>
                    <a:pt x="183" y="476"/>
                    <a:pt x="182" y="476"/>
                    <a:pt x="182" y="477"/>
                  </a:cubicBezTo>
                  <a:cubicBezTo>
                    <a:pt x="180" y="478"/>
                    <a:pt x="178" y="478"/>
                    <a:pt x="176" y="477"/>
                  </a:cubicBezTo>
                  <a:cubicBezTo>
                    <a:pt x="175" y="476"/>
                    <a:pt x="174" y="474"/>
                    <a:pt x="172" y="476"/>
                  </a:cubicBezTo>
                  <a:cubicBezTo>
                    <a:pt x="171" y="478"/>
                    <a:pt x="172" y="480"/>
                    <a:pt x="171" y="482"/>
                  </a:cubicBezTo>
                  <a:cubicBezTo>
                    <a:pt x="170" y="484"/>
                    <a:pt x="168" y="481"/>
                    <a:pt x="167" y="480"/>
                  </a:cubicBezTo>
                  <a:cubicBezTo>
                    <a:pt x="167" y="478"/>
                    <a:pt x="166" y="476"/>
                    <a:pt x="164" y="478"/>
                  </a:cubicBezTo>
                  <a:cubicBezTo>
                    <a:pt x="162" y="479"/>
                    <a:pt x="163" y="482"/>
                    <a:pt x="164" y="484"/>
                  </a:cubicBezTo>
                  <a:cubicBezTo>
                    <a:pt x="165" y="486"/>
                    <a:pt x="165" y="488"/>
                    <a:pt x="164" y="490"/>
                  </a:cubicBezTo>
                  <a:cubicBezTo>
                    <a:pt x="165" y="491"/>
                    <a:pt x="167" y="493"/>
                    <a:pt x="166" y="495"/>
                  </a:cubicBezTo>
                  <a:cubicBezTo>
                    <a:pt x="166" y="495"/>
                    <a:pt x="165" y="496"/>
                    <a:pt x="165" y="496"/>
                  </a:cubicBezTo>
                  <a:cubicBezTo>
                    <a:pt x="164" y="497"/>
                    <a:pt x="164" y="497"/>
                    <a:pt x="163" y="497"/>
                  </a:cubicBezTo>
                  <a:cubicBezTo>
                    <a:pt x="160" y="498"/>
                    <a:pt x="160" y="500"/>
                    <a:pt x="159" y="503"/>
                  </a:cubicBezTo>
                  <a:cubicBezTo>
                    <a:pt x="159" y="506"/>
                    <a:pt x="158" y="508"/>
                    <a:pt x="156" y="510"/>
                  </a:cubicBezTo>
                  <a:cubicBezTo>
                    <a:pt x="155" y="512"/>
                    <a:pt x="153" y="513"/>
                    <a:pt x="152" y="514"/>
                  </a:cubicBezTo>
                  <a:cubicBezTo>
                    <a:pt x="151" y="516"/>
                    <a:pt x="152" y="518"/>
                    <a:pt x="152" y="520"/>
                  </a:cubicBezTo>
                  <a:cubicBezTo>
                    <a:pt x="153" y="522"/>
                    <a:pt x="153" y="525"/>
                    <a:pt x="154" y="527"/>
                  </a:cubicBezTo>
                  <a:cubicBezTo>
                    <a:pt x="154" y="530"/>
                    <a:pt x="154" y="531"/>
                    <a:pt x="154" y="534"/>
                  </a:cubicBezTo>
                  <a:cubicBezTo>
                    <a:pt x="153" y="536"/>
                    <a:pt x="155" y="539"/>
                    <a:pt x="155" y="541"/>
                  </a:cubicBezTo>
                  <a:cubicBezTo>
                    <a:pt x="156" y="542"/>
                    <a:pt x="156" y="543"/>
                    <a:pt x="157" y="545"/>
                  </a:cubicBezTo>
                  <a:cubicBezTo>
                    <a:pt x="157" y="545"/>
                    <a:pt x="157" y="547"/>
                    <a:pt x="157" y="547"/>
                  </a:cubicBezTo>
                  <a:cubicBezTo>
                    <a:pt x="157" y="549"/>
                    <a:pt x="159" y="549"/>
                    <a:pt x="159" y="550"/>
                  </a:cubicBezTo>
                  <a:cubicBezTo>
                    <a:pt x="159" y="552"/>
                    <a:pt x="157" y="552"/>
                    <a:pt x="156" y="552"/>
                  </a:cubicBezTo>
                  <a:cubicBezTo>
                    <a:pt x="155" y="553"/>
                    <a:pt x="155" y="553"/>
                    <a:pt x="154" y="555"/>
                  </a:cubicBezTo>
                  <a:cubicBezTo>
                    <a:pt x="153" y="556"/>
                    <a:pt x="152" y="557"/>
                    <a:pt x="151" y="559"/>
                  </a:cubicBezTo>
                  <a:cubicBezTo>
                    <a:pt x="150" y="560"/>
                    <a:pt x="149" y="561"/>
                    <a:pt x="149" y="563"/>
                  </a:cubicBezTo>
                  <a:cubicBezTo>
                    <a:pt x="150" y="563"/>
                    <a:pt x="153" y="562"/>
                    <a:pt x="154" y="563"/>
                  </a:cubicBezTo>
                  <a:cubicBezTo>
                    <a:pt x="155" y="564"/>
                    <a:pt x="154" y="565"/>
                    <a:pt x="155" y="567"/>
                  </a:cubicBezTo>
                  <a:cubicBezTo>
                    <a:pt x="156" y="569"/>
                    <a:pt x="160" y="569"/>
                    <a:pt x="161" y="573"/>
                  </a:cubicBezTo>
                  <a:cubicBezTo>
                    <a:pt x="161" y="574"/>
                    <a:pt x="161" y="575"/>
                    <a:pt x="160" y="576"/>
                  </a:cubicBezTo>
                  <a:cubicBezTo>
                    <a:pt x="159" y="577"/>
                    <a:pt x="158" y="577"/>
                    <a:pt x="158" y="579"/>
                  </a:cubicBezTo>
                  <a:cubicBezTo>
                    <a:pt x="158" y="580"/>
                    <a:pt x="159" y="581"/>
                    <a:pt x="158" y="583"/>
                  </a:cubicBezTo>
                  <a:cubicBezTo>
                    <a:pt x="158" y="585"/>
                    <a:pt x="157" y="586"/>
                    <a:pt x="156" y="587"/>
                  </a:cubicBezTo>
                  <a:cubicBezTo>
                    <a:pt x="157" y="588"/>
                    <a:pt x="159" y="586"/>
                    <a:pt x="160" y="587"/>
                  </a:cubicBezTo>
                  <a:cubicBezTo>
                    <a:pt x="161" y="587"/>
                    <a:pt x="161" y="589"/>
                    <a:pt x="162" y="590"/>
                  </a:cubicBezTo>
                  <a:cubicBezTo>
                    <a:pt x="162" y="592"/>
                    <a:pt x="161" y="591"/>
                    <a:pt x="163" y="592"/>
                  </a:cubicBezTo>
                  <a:cubicBezTo>
                    <a:pt x="164" y="594"/>
                    <a:pt x="163" y="595"/>
                    <a:pt x="164" y="596"/>
                  </a:cubicBezTo>
                  <a:cubicBezTo>
                    <a:pt x="164" y="597"/>
                    <a:pt x="164" y="597"/>
                    <a:pt x="165" y="597"/>
                  </a:cubicBezTo>
                  <a:cubicBezTo>
                    <a:pt x="166" y="600"/>
                    <a:pt x="166" y="603"/>
                    <a:pt x="167" y="606"/>
                  </a:cubicBezTo>
                  <a:cubicBezTo>
                    <a:pt x="167" y="608"/>
                    <a:pt x="168" y="612"/>
                    <a:pt x="165" y="613"/>
                  </a:cubicBezTo>
                  <a:cubicBezTo>
                    <a:pt x="167" y="615"/>
                    <a:pt x="168" y="617"/>
                    <a:pt x="171" y="615"/>
                  </a:cubicBezTo>
                  <a:cubicBezTo>
                    <a:pt x="172" y="614"/>
                    <a:pt x="174" y="613"/>
                    <a:pt x="175" y="615"/>
                  </a:cubicBezTo>
                  <a:cubicBezTo>
                    <a:pt x="176" y="616"/>
                    <a:pt x="176" y="619"/>
                    <a:pt x="178" y="619"/>
                  </a:cubicBezTo>
                  <a:cubicBezTo>
                    <a:pt x="181" y="619"/>
                    <a:pt x="182" y="615"/>
                    <a:pt x="186" y="617"/>
                  </a:cubicBezTo>
                  <a:cubicBezTo>
                    <a:pt x="187" y="618"/>
                    <a:pt x="190" y="617"/>
                    <a:pt x="191" y="619"/>
                  </a:cubicBezTo>
                  <a:cubicBezTo>
                    <a:pt x="192" y="620"/>
                    <a:pt x="191" y="622"/>
                    <a:pt x="190" y="623"/>
                  </a:cubicBezTo>
                  <a:cubicBezTo>
                    <a:pt x="190" y="625"/>
                    <a:pt x="190" y="627"/>
                    <a:pt x="191" y="628"/>
                  </a:cubicBezTo>
                  <a:cubicBezTo>
                    <a:pt x="194" y="627"/>
                    <a:pt x="194" y="625"/>
                    <a:pt x="197" y="625"/>
                  </a:cubicBezTo>
                  <a:cubicBezTo>
                    <a:pt x="200" y="621"/>
                    <a:pt x="207" y="623"/>
                    <a:pt x="210" y="624"/>
                  </a:cubicBezTo>
                  <a:cubicBezTo>
                    <a:pt x="212" y="625"/>
                    <a:pt x="213" y="627"/>
                    <a:pt x="214" y="628"/>
                  </a:cubicBezTo>
                  <a:cubicBezTo>
                    <a:pt x="214" y="628"/>
                    <a:pt x="214" y="629"/>
                    <a:pt x="214" y="629"/>
                  </a:cubicBezTo>
                  <a:cubicBezTo>
                    <a:pt x="215" y="630"/>
                    <a:pt x="215" y="630"/>
                    <a:pt x="216" y="630"/>
                  </a:cubicBezTo>
                  <a:cubicBezTo>
                    <a:pt x="216" y="630"/>
                    <a:pt x="217" y="631"/>
                    <a:pt x="218" y="631"/>
                  </a:cubicBezTo>
                  <a:cubicBezTo>
                    <a:pt x="220" y="632"/>
                    <a:pt x="221" y="631"/>
                    <a:pt x="220" y="634"/>
                  </a:cubicBezTo>
                  <a:cubicBezTo>
                    <a:pt x="220" y="635"/>
                    <a:pt x="220" y="635"/>
                    <a:pt x="220" y="636"/>
                  </a:cubicBezTo>
                  <a:cubicBezTo>
                    <a:pt x="220" y="637"/>
                    <a:pt x="221" y="638"/>
                    <a:pt x="221" y="639"/>
                  </a:cubicBezTo>
                  <a:cubicBezTo>
                    <a:pt x="220" y="640"/>
                    <a:pt x="218" y="641"/>
                    <a:pt x="218" y="642"/>
                  </a:cubicBezTo>
                  <a:cubicBezTo>
                    <a:pt x="218" y="643"/>
                    <a:pt x="220" y="644"/>
                    <a:pt x="220" y="644"/>
                  </a:cubicBezTo>
                  <a:cubicBezTo>
                    <a:pt x="221" y="645"/>
                    <a:pt x="221" y="647"/>
                    <a:pt x="222" y="647"/>
                  </a:cubicBezTo>
                  <a:cubicBezTo>
                    <a:pt x="221" y="649"/>
                    <a:pt x="222" y="649"/>
                    <a:pt x="222" y="651"/>
                  </a:cubicBezTo>
                  <a:cubicBezTo>
                    <a:pt x="222" y="651"/>
                    <a:pt x="221" y="651"/>
                    <a:pt x="220" y="652"/>
                  </a:cubicBezTo>
                  <a:cubicBezTo>
                    <a:pt x="220" y="652"/>
                    <a:pt x="220" y="653"/>
                    <a:pt x="220" y="654"/>
                  </a:cubicBezTo>
                  <a:cubicBezTo>
                    <a:pt x="218" y="654"/>
                    <a:pt x="217" y="658"/>
                    <a:pt x="218" y="659"/>
                  </a:cubicBezTo>
                  <a:cubicBezTo>
                    <a:pt x="219" y="660"/>
                    <a:pt x="220" y="660"/>
                    <a:pt x="221" y="661"/>
                  </a:cubicBezTo>
                  <a:cubicBezTo>
                    <a:pt x="222" y="662"/>
                    <a:pt x="222" y="663"/>
                    <a:pt x="223" y="663"/>
                  </a:cubicBezTo>
                  <a:cubicBezTo>
                    <a:pt x="224" y="665"/>
                    <a:pt x="225" y="664"/>
                    <a:pt x="225" y="666"/>
                  </a:cubicBezTo>
                  <a:cubicBezTo>
                    <a:pt x="224" y="668"/>
                    <a:pt x="224" y="668"/>
                    <a:pt x="225" y="670"/>
                  </a:cubicBezTo>
                  <a:cubicBezTo>
                    <a:pt x="225" y="670"/>
                    <a:pt x="226" y="670"/>
                    <a:pt x="227" y="671"/>
                  </a:cubicBezTo>
                  <a:cubicBezTo>
                    <a:pt x="227" y="671"/>
                    <a:pt x="227" y="672"/>
                    <a:pt x="227" y="672"/>
                  </a:cubicBezTo>
                  <a:cubicBezTo>
                    <a:pt x="227" y="674"/>
                    <a:pt x="228" y="676"/>
                    <a:pt x="229" y="677"/>
                  </a:cubicBezTo>
                  <a:cubicBezTo>
                    <a:pt x="230" y="680"/>
                    <a:pt x="233" y="681"/>
                    <a:pt x="235" y="682"/>
                  </a:cubicBezTo>
                  <a:cubicBezTo>
                    <a:pt x="238" y="683"/>
                    <a:pt x="238" y="685"/>
                    <a:pt x="238" y="688"/>
                  </a:cubicBezTo>
                  <a:cubicBezTo>
                    <a:pt x="238" y="691"/>
                    <a:pt x="238" y="693"/>
                    <a:pt x="242" y="693"/>
                  </a:cubicBezTo>
                  <a:cubicBezTo>
                    <a:pt x="245" y="692"/>
                    <a:pt x="245" y="692"/>
                    <a:pt x="247" y="694"/>
                  </a:cubicBezTo>
                  <a:cubicBezTo>
                    <a:pt x="249" y="695"/>
                    <a:pt x="251" y="695"/>
                    <a:pt x="250" y="697"/>
                  </a:cubicBezTo>
                  <a:cubicBezTo>
                    <a:pt x="250" y="698"/>
                    <a:pt x="249" y="697"/>
                    <a:pt x="249" y="699"/>
                  </a:cubicBezTo>
                  <a:cubicBezTo>
                    <a:pt x="249" y="699"/>
                    <a:pt x="250" y="700"/>
                    <a:pt x="250" y="700"/>
                  </a:cubicBezTo>
                  <a:cubicBezTo>
                    <a:pt x="251" y="701"/>
                    <a:pt x="252" y="702"/>
                    <a:pt x="253" y="703"/>
                  </a:cubicBezTo>
                  <a:cubicBezTo>
                    <a:pt x="254" y="704"/>
                    <a:pt x="256" y="705"/>
                    <a:pt x="255" y="706"/>
                  </a:cubicBezTo>
                  <a:cubicBezTo>
                    <a:pt x="255" y="708"/>
                    <a:pt x="254" y="707"/>
                    <a:pt x="253" y="708"/>
                  </a:cubicBezTo>
                  <a:cubicBezTo>
                    <a:pt x="252" y="709"/>
                    <a:pt x="252" y="709"/>
                    <a:pt x="251" y="710"/>
                  </a:cubicBezTo>
                  <a:cubicBezTo>
                    <a:pt x="250" y="712"/>
                    <a:pt x="250" y="712"/>
                    <a:pt x="248" y="713"/>
                  </a:cubicBezTo>
                  <a:cubicBezTo>
                    <a:pt x="247" y="714"/>
                    <a:pt x="246" y="716"/>
                    <a:pt x="245" y="716"/>
                  </a:cubicBezTo>
                  <a:cubicBezTo>
                    <a:pt x="244" y="716"/>
                    <a:pt x="241" y="716"/>
                    <a:pt x="240" y="715"/>
                  </a:cubicBezTo>
                  <a:cubicBezTo>
                    <a:pt x="238" y="715"/>
                    <a:pt x="238" y="712"/>
                    <a:pt x="235" y="712"/>
                  </a:cubicBezTo>
                  <a:cubicBezTo>
                    <a:pt x="233" y="711"/>
                    <a:pt x="230" y="711"/>
                    <a:pt x="229" y="713"/>
                  </a:cubicBezTo>
                  <a:cubicBezTo>
                    <a:pt x="228" y="716"/>
                    <a:pt x="226" y="717"/>
                    <a:pt x="228" y="720"/>
                  </a:cubicBezTo>
                  <a:cubicBezTo>
                    <a:pt x="229" y="721"/>
                    <a:pt x="229" y="722"/>
                    <a:pt x="231" y="723"/>
                  </a:cubicBezTo>
                  <a:cubicBezTo>
                    <a:pt x="232" y="724"/>
                    <a:pt x="233" y="725"/>
                    <a:pt x="233" y="726"/>
                  </a:cubicBezTo>
                  <a:cubicBezTo>
                    <a:pt x="233" y="727"/>
                    <a:pt x="232" y="728"/>
                    <a:pt x="232" y="729"/>
                  </a:cubicBezTo>
                  <a:cubicBezTo>
                    <a:pt x="231" y="730"/>
                    <a:pt x="233" y="731"/>
                    <a:pt x="233" y="732"/>
                  </a:cubicBezTo>
                  <a:cubicBezTo>
                    <a:pt x="234" y="734"/>
                    <a:pt x="233" y="738"/>
                    <a:pt x="234" y="740"/>
                  </a:cubicBezTo>
                  <a:cubicBezTo>
                    <a:pt x="234" y="743"/>
                    <a:pt x="236" y="745"/>
                    <a:pt x="236" y="747"/>
                  </a:cubicBezTo>
                  <a:cubicBezTo>
                    <a:pt x="237" y="747"/>
                    <a:pt x="237" y="747"/>
                    <a:pt x="237" y="747"/>
                  </a:cubicBezTo>
                  <a:cubicBezTo>
                    <a:pt x="237" y="747"/>
                    <a:pt x="237" y="747"/>
                    <a:pt x="237" y="747"/>
                  </a:cubicBezTo>
                  <a:cubicBezTo>
                    <a:pt x="239" y="748"/>
                    <a:pt x="240" y="750"/>
                    <a:pt x="242" y="749"/>
                  </a:cubicBezTo>
                  <a:cubicBezTo>
                    <a:pt x="244" y="749"/>
                    <a:pt x="247" y="748"/>
                    <a:pt x="247" y="746"/>
                  </a:cubicBezTo>
                  <a:cubicBezTo>
                    <a:pt x="249" y="743"/>
                    <a:pt x="247" y="738"/>
                    <a:pt x="252" y="741"/>
                  </a:cubicBezTo>
                  <a:cubicBezTo>
                    <a:pt x="254" y="741"/>
                    <a:pt x="255" y="742"/>
                    <a:pt x="257" y="743"/>
                  </a:cubicBezTo>
                  <a:cubicBezTo>
                    <a:pt x="259" y="743"/>
                    <a:pt x="261" y="741"/>
                    <a:pt x="263" y="740"/>
                  </a:cubicBezTo>
                  <a:cubicBezTo>
                    <a:pt x="265" y="739"/>
                    <a:pt x="271" y="737"/>
                    <a:pt x="271" y="741"/>
                  </a:cubicBezTo>
                  <a:cubicBezTo>
                    <a:pt x="273" y="741"/>
                    <a:pt x="273" y="739"/>
                    <a:pt x="275" y="738"/>
                  </a:cubicBezTo>
                  <a:cubicBezTo>
                    <a:pt x="277" y="738"/>
                    <a:pt x="279" y="741"/>
                    <a:pt x="280" y="743"/>
                  </a:cubicBezTo>
                  <a:cubicBezTo>
                    <a:pt x="281" y="745"/>
                    <a:pt x="281" y="747"/>
                    <a:pt x="282" y="750"/>
                  </a:cubicBezTo>
                  <a:cubicBezTo>
                    <a:pt x="283" y="751"/>
                    <a:pt x="283" y="752"/>
                    <a:pt x="284" y="753"/>
                  </a:cubicBezTo>
                  <a:cubicBezTo>
                    <a:pt x="285" y="754"/>
                    <a:pt x="286" y="754"/>
                    <a:pt x="287" y="755"/>
                  </a:cubicBezTo>
                  <a:cubicBezTo>
                    <a:pt x="288" y="755"/>
                    <a:pt x="289" y="757"/>
                    <a:pt x="288" y="758"/>
                  </a:cubicBezTo>
                  <a:cubicBezTo>
                    <a:pt x="288" y="759"/>
                    <a:pt x="287" y="759"/>
                    <a:pt x="286" y="760"/>
                  </a:cubicBezTo>
                  <a:cubicBezTo>
                    <a:pt x="284" y="760"/>
                    <a:pt x="281" y="760"/>
                    <a:pt x="283" y="763"/>
                  </a:cubicBezTo>
                  <a:cubicBezTo>
                    <a:pt x="284" y="764"/>
                    <a:pt x="285" y="764"/>
                    <a:pt x="285" y="766"/>
                  </a:cubicBezTo>
                  <a:cubicBezTo>
                    <a:pt x="285" y="767"/>
                    <a:pt x="284" y="768"/>
                    <a:pt x="284" y="769"/>
                  </a:cubicBezTo>
                  <a:cubicBezTo>
                    <a:pt x="285" y="770"/>
                    <a:pt x="286" y="770"/>
                    <a:pt x="286" y="771"/>
                  </a:cubicBezTo>
                  <a:cubicBezTo>
                    <a:pt x="286" y="772"/>
                    <a:pt x="285" y="773"/>
                    <a:pt x="284" y="774"/>
                  </a:cubicBezTo>
                  <a:cubicBezTo>
                    <a:pt x="287" y="774"/>
                    <a:pt x="290" y="773"/>
                    <a:pt x="292" y="775"/>
                  </a:cubicBezTo>
                  <a:cubicBezTo>
                    <a:pt x="293" y="775"/>
                    <a:pt x="293" y="776"/>
                    <a:pt x="294" y="776"/>
                  </a:cubicBezTo>
                  <a:cubicBezTo>
                    <a:pt x="296" y="777"/>
                    <a:pt x="297" y="776"/>
                    <a:pt x="298" y="775"/>
                  </a:cubicBezTo>
                  <a:cubicBezTo>
                    <a:pt x="300" y="774"/>
                    <a:pt x="301" y="775"/>
                    <a:pt x="302" y="777"/>
                  </a:cubicBezTo>
                  <a:cubicBezTo>
                    <a:pt x="304" y="779"/>
                    <a:pt x="305" y="780"/>
                    <a:pt x="307" y="781"/>
                  </a:cubicBezTo>
                  <a:cubicBezTo>
                    <a:pt x="307" y="782"/>
                    <a:pt x="306" y="782"/>
                    <a:pt x="306" y="783"/>
                  </a:cubicBezTo>
                  <a:cubicBezTo>
                    <a:pt x="306" y="784"/>
                    <a:pt x="307" y="784"/>
                    <a:pt x="307" y="785"/>
                  </a:cubicBezTo>
                  <a:cubicBezTo>
                    <a:pt x="308" y="786"/>
                    <a:pt x="307" y="787"/>
                    <a:pt x="307" y="788"/>
                  </a:cubicBezTo>
                  <a:cubicBezTo>
                    <a:pt x="308" y="789"/>
                    <a:pt x="309" y="789"/>
                    <a:pt x="309" y="790"/>
                  </a:cubicBezTo>
                  <a:cubicBezTo>
                    <a:pt x="309" y="793"/>
                    <a:pt x="306" y="794"/>
                    <a:pt x="308" y="797"/>
                  </a:cubicBezTo>
                  <a:cubicBezTo>
                    <a:pt x="309" y="798"/>
                    <a:pt x="310" y="798"/>
                    <a:pt x="311" y="799"/>
                  </a:cubicBezTo>
                  <a:cubicBezTo>
                    <a:pt x="311" y="799"/>
                    <a:pt x="311" y="800"/>
                    <a:pt x="312" y="801"/>
                  </a:cubicBezTo>
                  <a:cubicBezTo>
                    <a:pt x="312" y="801"/>
                    <a:pt x="313" y="801"/>
                    <a:pt x="313" y="802"/>
                  </a:cubicBezTo>
                  <a:cubicBezTo>
                    <a:pt x="314" y="801"/>
                    <a:pt x="316" y="800"/>
                    <a:pt x="319" y="800"/>
                  </a:cubicBezTo>
                  <a:cubicBezTo>
                    <a:pt x="321" y="800"/>
                    <a:pt x="322" y="802"/>
                    <a:pt x="324" y="803"/>
                  </a:cubicBezTo>
                  <a:cubicBezTo>
                    <a:pt x="326" y="804"/>
                    <a:pt x="331" y="803"/>
                    <a:pt x="332" y="806"/>
                  </a:cubicBezTo>
                  <a:cubicBezTo>
                    <a:pt x="333" y="805"/>
                    <a:pt x="334" y="803"/>
                    <a:pt x="335" y="802"/>
                  </a:cubicBezTo>
                  <a:cubicBezTo>
                    <a:pt x="337" y="801"/>
                    <a:pt x="339" y="802"/>
                    <a:pt x="341" y="802"/>
                  </a:cubicBezTo>
                  <a:cubicBezTo>
                    <a:pt x="344" y="802"/>
                    <a:pt x="346" y="798"/>
                    <a:pt x="349" y="802"/>
                  </a:cubicBezTo>
                  <a:cubicBezTo>
                    <a:pt x="352" y="804"/>
                    <a:pt x="352" y="808"/>
                    <a:pt x="354" y="811"/>
                  </a:cubicBezTo>
                  <a:cubicBezTo>
                    <a:pt x="356" y="812"/>
                    <a:pt x="357" y="813"/>
                    <a:pt x="359" y="814"/>
                  </a:cubicBezTo>
                  <a:cubicBezTo>
                    <a:pt x="360" y="815"/>
                    <a:pt x="360" y="816"/>
                    <a:pt x="361" y="814"/>
                  </a:cubicBezTo>
                  <a:cubicBezTo>
                    <a:pt x="362" y="813"/>
                    <a:pt x="361" y="810"/>
                    <a:pt x="363" y="810"/>
                  </a:cubicBezTo>
                  <a:cubicBezTo>
                    <a:pt x="364" y="810"/>
                    <a:pt x="365" y="811"/>
                    <a:pt x="366" y="812"/>
                  </a:cubicBezTo>
                  <a:cubicBezTo>
                    <a:pt x="367" y="813"/>
                    <a:pt x="368" y="814"/>
                    <a:pt x="370" y="814"/>
                  </a:cubicBezTo>
                  <a:cubicBezTo>
                    <a:pt x="372" y="814"/>
                    <a:pt x="372" y="815"/>
                    <a:pt x="374" y="816"/>
                  </a:cubicBezTo>
                  <a:cubicBezTo>
                    <a:pt x="374" y="816"/>
                    <a:pt x="377" y="819"/>
                    <a:pt x="378" y="818"/>
                  </a:cubicBezTo>
                  <a:cubicBezTo>
                    <a:pt x="379" y="818"/>
                    <a:pt x="380" y="817"/>
                    <a:pt x="381" y="817"/>
                  </a:cubicBezTo>
                  <a:cubicBezTo>
                    <a:pt x="383" y="817"/>
                    <a:pt x="383" y="819"/>
                    <a:pt x="384" y="820"/>
                  </a:cubicBezTo>
                  <a:cubicBezTo>
                    <a:pt x="385" y="821"/>
                    <a:pt x="387" y="820"/>
                    <a:pt x="389" y="821"/>
                  </a:cubicBezTo>
                  <a:cubicBezTo>
                    <a:pt x="390" y="822"/>
                    <a:pt x="390" y="823"/>
                    <a:pt x="391" y="825"/>
                  </a:cubicBezTo>
                  <a:cubicBezTo>
                    <a:pt x="392" y="825"/>
                    <a:pt x="393" y="825"/>
                    <a:pt x="394" y="826"/>
                  </a:cubicBezTo>
                  <a:cubicBezTo>
                    <a:pt x="395" y="826"/>
                    <a:pt x="395" y="825"/>
                    <a:pt x="397" y="824"/>
                  </a:cubicBezTo>
                  <a:cubicBezTo>
                    <a:pt x="398" y="824"/>
                    <a:pt x="399" y="825"/>
                    <a:pt x="400" y="825"/>
                  </a:cubicBezTo>
                  <a:cubicBezTo>
                    <a:pt x="400" y="827"/>
                    <a:pt x="399" y="828"/>
                    <a:pt x="400" y="830"/>
                  </a:cubicBezTo>
                  <a:cubicBezTo>
                    <a:pt x="400" y="832"/>
                    <a:pt x="401" y="833"/>
                    <a:pt x="400" y="835"/>
                  </a:cubicBezTo>
                  <a:cubicBezTo>
                    <a:pt x="400" y="836"/>
                    <a:pt x="397" y="840"/>
                    <a:pt x="396" y="841"/>
                  </a:cubicBezTo>
                  <a:cubicBezTo>
                    <a:pt x="394" y="842"/>
                    <a:pt x="391" y="841"/>
                    <a:pt x="392" y="844"/>
                  </a:cubicBezTo>
                  <a:cubicBezTo>
                    <a:pt x="393" y="846"/>
                    <a:pt x="394" y="846"/>
                    <a:pt x="396" y="846"/>
                  </a:cubicBezTo>
                  <a:cubicBezTo>
                    <a:pt x="397" y="846"/>
                    <a:pt x="400" y="846"/>
                    <a:pt x="399" y="848"/>
                  </a:cubicBezTo>
                  <a:cubicBezTo>
                    <a:pt x="399" y="850"/>
                    <a:pt x="394" y="849"/>
                    <a:pt x="393" y="850"/>
                  </a:cubicBezTo>
                  <a:cubicBezTo>
                    <a:pt x="390" y="853"/>
                    <a:pt x="393" y="854"/>
                    <a:pt x="395" y="857"/>
                  </a:cubicBezTo>
                  <a:cubicBezTo>
                    <a:pt x="395" y="857"/>
                    <a:pt x="396" y="859"/>
                    <a:pt x="396" y="860"/>
                  </a:cubicBezTo>
                  <a:cubicBezTo>
                    <a:pt x="396" y="861"/>
                    <a:pt x="395" y="862"/>
                    <a:pt x="395" y="864"/>
                  </a:cubicBezTo>
                  <a:cubicBezTo>
                    <a:pt x="396" y="864"/>
                    <a:pt x="398" y="864"/>
                    <a:pt x="398" y="865"/>
                  </a:cubicBezTo>
                  <a:cubicBezTo>
                    <a:pt x="398" y="866"/>
                    <a:pt x="396" y="866"/>
                    <a:pt x="396" y="867"/>
                  </a:cubicBezTo>
                  <a:cubicBezTo>
                    <a:pt x="395" y="868"/>
                    <a:pt x="396" y="869"/>
                    <a:pt x="395" y="870"/>
                  </a:cubicBezTo>
                  <a:cubicBezTo>
                    <a:pt x="395" y="871"/>
                    <a:pt x="394" y="872"/>
                    <a:pt x="393" y="873"/>
                  </a:cubicBezTo>
                  <a:cubicBezTo>
                    <a:pt x="393" y="873"/>
                    <a:pt x="393" y="873"/>
                    <a:pt x="394" y="873"/>
                  </a:cubicBezTo>
                  <a:cubicBezTo>
                    <a:pt x="394" y="875"/>
                    <a:pt x="394" y="876"/>
                    <a:pt x="392" y="877"/>
                  </a:cubicBezTo>
                  <a:cubicBezTo>
                    <a:pt x="390" y="879"/>
                    <a:pt x="388" y="877"/>
                    <a:pt x="386" y="877"/>
                  </a:cubicBezTo>
                  <a:cubicBezTo>
                    <a:pt x="383" y="877"/>
                    <a:pt x="381" y="876"/>
                    <a:pt x="379" y="876"/>
                  </a:cubicBezTo>
                  <a:cubicBezTo>
                    <a:pt x="377" y="876"/>
                    <a:pt x="375" y="877"/>
                    <a:pt x="374" y="879"/>
                  </a:cubicBezTo>
                  <a:cubicBezTo>
                    <a:pt x="373" y="881"/>
                    <a:pt x="374" y="882"/>
                    <a:pt x="372" y="883"/>
                  </a:cubicBezTo>
                  <a:cubicBezTo>
                    <a:pt x="370" y="883"/>
                    <a:pt x="369" y="883"/>
                    <a:pt x="367" y="883"/>
                  </a:cubicBezTo>
                  <a:cubicBezTo>
                    <a:pt x="365" y="884"/>
                    <a:pt x="365" y="885"/>
                    <a:pt x="364" y="887"/>
                  </a:cubicBezTo>
                  <a:cubicBezTo>
                    <a:pt x="364" y="889"/>
                    <a:pt x="363" y="891"/>
                    <a:pt x="363" y="892"/>
                  </a:cubicBezTo>
                  <a:cubicBezTo>
                    <a:pt x="363" y="893"/>
                    <a:pt x="364" y="893"/>
                    <a:pt x="364" y="893"/>
                  </a:cubicBezTo>
                  <a:cubicBezTo>
                    <a:pt x="365" y="895"/>
                    <a:pt x="361" y="897"/>
                    <a:pt x="363" y="899"/>
                  </a:cubicBezTo>
                  <a:cubicBezTo>
                    <a:pt x="365" y="897"/>
                    <a:pt x="368" y="897"/>
                    <a:pt x="371" y="897"/>
                  </a:cubicBezTo>
                  <a:cubicBezTo>
                    <a:pt x="372" y="897"/>
                    <a:pt x="374" y="897"/>
                    <a:pt x="375" y="896"/>
                  </a:cubicBezTo>
                  <a:cubicBezTo>
                    <a:pt x="376" y="896"/>
                    <a:pt x="376" y="895"/>
                    <a:pt x="377" y="894"/>
                  </a:cubicBezTo>
                  <a:cubicBezTo>
                    <a:pt x="381" y="892"/>
                    <a:pt x="386" y="895"/>
                    <a:pt x="384" y="899"/>
                  </a:cubicBezTo>
                  <a:cubicBezTo>
                    <a:pt x="384" y="901"/>
                    <a:pt x="382" y="901"/>
                    <a:pt x="380" y="901"/>
                  </a:cubicBezTo>
                  <a:cubicBezTo>
                    <a:pt x="378" y="902"/>
                    <a:pt x="376" y="903"/>
                    <a:pt x="374" y="904"/>
                  </a:cubicBezTo>
                  <a:cubicBezTo>
                    <a:pt x="372" y="905"/>
                    <a:pt x="366" y="905"/>
                    <a:pt x="366" y="908"/>
                  </a:cubicBezTo>
                  <a:cubicBezTo>
                    <a:pt x="367" y="908"/>
                    <a:pt x="367" y="908"/>
                    <a:pt x="367" y="908"/>
                  </a:cubicBezTo>
                  <a:cubicBezTo>
                    <a:pt x="367" y="908"/>
                    <a:pt x="368" y="908"/>
                    <a:pt x="369" y="908"/>
                  </a:cubicBezTo>
                  <a:cubicBezTo>
                    <a:pt x="369" y="909"/>
                    <a:pt x="370" y="911"/>
                    <a:pt x="369" y="912"/>
                  </a:cubicBezTo>
                  <a:cubicBezTo>
                    <a:pt x="367" y="912"/>
                    <a:pt x="365" y="909"/>
                    <a:pt x="362" y="909"/>
                  </a:cubicBezTo>
                  <a:cubicBezTo>
                    <a:pt x="360" y="909"/>
                    <a:pt x="359" y="911"/>
                    <a:pt x="356" y="911"/>
                  </a:cubicBezTo>
                  <a:cubicBezTo>
                    <a:pt x="355" y="911"/>
                    <a:pt x="355" y="911"/>
                    <a:pt x="354" y="912"/>
                  </a:cubicBezTo>
                  <a:cubicBezTo>
                    <a:pt x="354" y="913"/>
                    <a:pt x="355" y="914"/>
                    <a:pt x="355" y="915"/>
                  </a:cubicBezTo>
                  <a:cubicBezTo>
                    <a:pt x="356" y="916"/>
                    <a:pt x="357" y="919"/>
                    <a:pt x="358" y="919"/>
                  </a:cubicBezTo>
                  <a:cubicBezTo>
                    <a:pt x="360" y="920"/>
                    <a:pt x="361" y="920"/>
                    <a:pt x="362" y="921"/>
                  </a:cubicBezTo>
                  <a:cubicBezTo>
                    <a:pt x="363" y="921"/>
                    <a:pt x="363" y="922"/>
                    <a:pt x="364" y="923"/>
                  </a:cubicBezTo>
                  <a:cubicBezTo>
                    <a:pt x="366" y="924"/>
                    <a:pt x="368" y="924"/>
                    <a:pt x="369" y="926"/>
                  </a:cubicBezTo>
                  <a:cubicBezTo>
                    <a:pt x="371" y="929"/>
                    <a:pt x="364" y="927"/>
                    <a:pt x="363" y="926"/>
                  </a:cubicBezTo>
                  <a:cubicBezTo>
                    <a:pt x="362" y="926"/>
                    <a:pt x="362" y="928"/>
                    <a:pt x="362" y="929"/>
                  </a:cubicBezTo>
                  <a:cubicBezTo>
                    <a:pt x="362" y="930"/>
                    <a:pt x="362" y="932"/>
                    <a:pt x="361" y="933"/>
                  </a:cubicBezTo>
                  <a:cubicBezTo>
                    <a:pt x="359" y="932"/>
                    <a:pt x="359" y="930"/>
                    <a:pt x="359" y="928"/>
                  </a:cubicBezTo>
                  <a:cubicBezTo>
                    <a:pt x="356" y="930"/>
                    <a:pt x="357" y="935"/>
                    <a:pt x="355" y="937"/>
                  </a:cubicBezTo>
                  <a:cubicBezTo>
                    <a:pt x="354" y="938"/>
                    <a:pt x="353" y="939"/>
                    <a:pt x="352" y="940"/>
                  </a:cubicBezTo>
                  <a:cubicBezTo>
                    <a:pt x="351" y="942"/>
                    <a:pt x="352" y="943"/>
                    <a:pt x="353" y="944"/>
                  </a:cubicBezTo>
                  <a:cubicBezTo>
                    <a:pt x="355" y="948"/>
                    <a:pt x="353" y="948"/>
                    <a:pt x="350" y="948"/>
                  </a:cubicBezTo>
                  <a:cubicBezTo>
                    <a:pt x="349" y="948"/>
                    <a:pt x="344" y="948"/>
                    <a:pt x="345" y="950"/>
                  </a:cubicBezTo>
                  <a:cubicBezTo>
                    <a:pt x="344" y="951"/>
                    <a:pt x="342" y="950"/>
                    <a:pt x="341" y="949"/>
                  </a:cubicBezTo>
                  <a:cubicBezTo>
                    <a:pt x="341" y="949"/>
                    <a:pt x="341" y="948"/>
                    <a:pt x="340" y="947"/>
                  </a:cubicBezTo>
                  <a:cubicBezTo>
                    <a:pt x="338" y="944"/>
                    <a:pt x="334" y="945"/>
                    <a:pt x="336" y="949"/>
                  </a:cubicBezTo>
                  <a:cubicBezTo>
                    <a:pt x="336" y="949"/>
                    <a:pt x="337" y="949"/>
                    <a:pt x="338" y="949"/>
                  </a:cubicBezTo>
                  <a:cubicBezTo>
                    <a:pt x="337" y="951"/>
                    <a:pt x="331" y="951"/>
                    <a:pt x="331" y="953"/>
                  </a:cubicBezTo>
                  <a:cubicBezTo>
                    <a:pt x="331" y="954"/>
                    <a:pt x="336" y="955"/>
                    <a:pt x="337" y="955"/>
                  </a:cubicBezTo>
                  <a:cubicBezTo>
                    <a:pt x="341" y="956"/>
                    <a:pt x="343" y="960"/>
                    <a:pt x="345" y="963"/>
                  </a:cubicBezTo>
                  <a:cubicBezTo>
                    <a:pt x="346" y="964"/>
                    <a:pt x="347" y="965"/>
                    <a:pt x="349" y="966"/>
                  </a:cubicBezTo>
                  <a:cubicBezTo>
                    <a:pt x="351" y="966"/>
                    <a:pt x="353" y="966"/>
                    <a:pt x="354" y="967"/>
                  </a:cubicBezTo>
                  <a:cubicBezTo>
                    <a:pt x="356" y="965"/>
                    <a:pt x="356" y="966"/>
                    <a:pt x="357" y="968"/>
                  </a:cubicBezTo>
                  <a:cubicBezTo>
                    <a:pt x="359" y="970"/>
                    <a:pt x="361" y="971"/>
                    <a:pt x="362" y="972"/>
                  </a:cubicBezTo>
                  <a:cubicBezTo>
                    <a:pt x="366" y="976"/>
                    <a:pt x="371" y="976"/>
                    <a:pt x="374" y="979"/>
                  </a:cubicBezTo>
                  <a:cubicBezTo>
                    <a:pt x="378" y="982"/>
                    <a:pt x="382" y="984"/>
                    <a:pt x="384" y="988"/>
                  </a:cubicBezTo>
                  <a:cubicBezTo>
                    <a:pt x="385" y="990"/>
                    <a:pt x="386" y="991"/>
                    <a:pt x="388" y="992"/>
                  </a:cubicBezTo>
                  <a:cubicBezTo>
                    <a:pt x="390" y="993"/>
                    <a:pt x="391" y="994"/>
                    <a:pt x="392" y="996"/>
                  </a:cubicBezTo>
                  <a:cubicBezTo>
                    <a:pt x="393" y="996"/>
                    <a:pt x="393" y="997"/>
                    <a:pt x="394" y="998"/>
                  </a:cubicBezTo>
                  <a:cubicBezTo>
                    <a:pt x="395" y="999"/>
                    <a:pt x="396" y="1000"/>
                    <a:pt x="397" y="1001"/>
                  </a:cubicBezTo>
                  <a:cubicBezTo>
                    <a:pt x="399" y="998"/>
                    <a:pt x="400" y="996"/>
                    <a:pt x="404" y="997"/>
                  </a:cubicBezTo>
                  <a:cubicBezTo>
                    <a:pt x="405" y="997"/>
                    <a:pt x="406" y="998"/>
                    <a:pt x="408" y="998"/>
                  </a:cubicBezTo>
                  <a:cubicBezTo>
                    <a:pt x="409" y="998"/>
                    <a:pt x="410" y="997"/>
                    <a:pt x="411" y="998"/>
                  </a:cubicBezTo>
                  <a:cubicBezTo>
                    <a:pt x="412" y="998"/>
                    <a:pt x="414" y="999"/>
                    <a:pt x="415" y="1000"/>
                  </a:cubicBezTo>
                  <a:cubicBezTo>
                    <a:pt x="416" y="1001"/>
                    <a:pt x="417" y="1001"/>
                    <a:pt x="419" y="1002"/>
                  </a:cubicBezTo>
                  <a:cubicBezTo>
                    <a:pt x="421" y="1002"/>
                    <a:pt x="422" y="1002"/>
                    <a:pt x="423" y="1002"/>
                  </a:cubicBezTo>
                  <a:cubicBezTo>
                    <a:pt x="424" y="1003"/>
                    <a:pt x="425" y="1003"/>
                    <a:pt x="426" y="1004"/>
                  </a:cubicBezTo>
                  <a:cubicBezTo>
                    <a:pt x="428" y="1006"/>
                    <a:pt x="430" y="1006"/>
                    <a:pt x="433" y="1007"/>
                  </a:cubicBezTo>
                  <a:cubicBezTo>
                    <a:pt x="434" y="1007"/>
                    <a:pt x="437" y="1007"/>
                    <a:pt x="438" y="1007"/>
                  </a:cubicBezTo>
                  <a:cubicBezTo>
                    <a:pt x="439" y="1007"/>
                    <a:pt x="440" y="1006"/>
                    <a:pt x="442" y="1006"/>
                  </a:cubicBezTo>
                  <a:cubicBezTo>
                    <a:pt x="445" y="1005"/>
                    <a:pt x="447" y="1008"/>
                    <a:pt x="450" y="1008"/>
                  </a:cubicBezTo>
                  <a:cubicBezTo>
                    <a:pt x="451" y="1007"/>
                    <a:pt x="452" y="1007"/>
                    <a:pt x="453" y="1008"/>
                  </a:cubicBezTo>
                  <a:cubicBezTo>
                    <a:pt x="454" y="1008"/>
                    <a:pt x="456" y="1009"/>
                    <a:pt x="456" y="1010"/>
                  </a:cubicBezTo>
                  <a:cubicBezTo>
                    <a:pt x="457" y="1010"/>
                    <a:pt x="457" y="1012"/>
                    <a:pt x="458" y="1013"/>
                  </a:cubicBezTo>
                  <a:cubicBezTo>
                    <a:pt x="460" y="1014"/>
                    <a:pt x="462" y="1014"/>
                    <a:pt x="463" y="1015"/>
                  </a:cubicBezTo>
                  <a:cubicBezTo>
                    <a:pt x="465" y="1015"/>
                    <a:pt x="466" y="1015"/>
                    <a:pt x="468" y="1016"/>
                  </a:cubicBezTo>
                  <a:cubicBezTo>
                    <a:pt x="469" y="1017"/>
                    <a:pt x="469" y="1018"/>
                    <a:pt x="470" y="1018"/>
                  </a:cubicBezTo>
                  <a:cubicBezTo>
                    <a:pt x="472" y="1019"/>
                    <a:pt x="472" y="1019"/>
                    <a:pt x="472" y="1020"/>
                  </a:cubicBezTo>
                  <a:cubicBezTo>
                    <a:pt x="472" y="1021"/>
                    <a:pt x="470" y="1022"/>
                    <a:pt x="471" y="1022"/>
                  </a:cubicBezTo>
                  <a:cubicBezTo>
                    <a:pt x="472" y="1023"/>
                    <a:pt x="474" y="1022"/>
                    <a:pt x="474" y="1024"/>
                  </a:cubicBezTo>
                  <a:cubicBezTo>
                    <a:pt x="475" y="1024"/>
                    <a:pt x="476" y="1022"/>
                    <a:pt x="477" y="1022"/>
                  </a:cubicBezTo>
                  <a:cubicBezTo>
                    <a:pt x="477" y="1022"/>
                    <a:pt x="478" y="1022"/>
                    <a:pt x="479" y="1022"/>
                  </a:cubicBezTo>
                  <a:cubicBezTo>
                    <a:pt x="480" y="1021"/>
                    <a:pt x="482" y="1020"/>
                    <a:pt x="483" y="1020"/>
                  </a:cubicBezTo>
                  <a:cubicBezTo>
                    <a:pt x="487" y="1018"/>
                    <a:pt x="488" y="1019"/>
                    <a:pt x="491" y="1022"/>
                  </a:cubicBezTo>
                  <a:cubicBezTo>
                    <a:pt x="492" y="1020"/>
                    <a:pt x="492" y="1018"/>
                    <a:pt x="493" y="1018"/>
                  </a:cubicBezTo>
                  <a:cubicBezTo>
                    <a:pt x="494" y="1018"/>
                    <a:pt x="496" y="1020"/>
                    <a:pt x="497" y="1020"/>
                  </a:cubicBezTo>
                  <a:cubicBezTo>
                    <a:pt x="499" y="1021"/>
                    <a:pt x="499" y="1021"/>
                    <a:pt x="501" y="1023"/>
                  </a:cubicBezTo>
                  <a:cubicBezTo>
                    <a:pt x="502" y="1025"/>
                    <a:pt x="504" y="1024"/>
                    <a:pt x="506" y="1024"/>
                  </a:cubicBezTo>
                  <a:cubicBezTo>
                    <a:pt x="507" y="1024"/>
                    <a:pt x="509" y="1024"/>
                    <a:pt x="510" y="1026"/>
                  </a:cubicBezTo>
                  <a:cubicBezTo>
                    <a:pt x="510" y="1028"/>
                    <a:pt x="509" y="1029"/>
                    <a:pt x="508" y="1030"/>
                  </a:cubicBezTo>
                  <a:cubicBezTo>
                    <a:pt x="507" y="1033"/>
                    <a:pt x="510" y="1035"/>
                    <a:pt x="513" y="1036"/>
                  </a:cubicBezTo>
                  <a:cubicBezTo>
                    <a:pt x="513" y="1037"/>
                    <a:pt x="514" y="1037"/>
                    <a:pt x="514" y="1038"/>
                  </a:cubicBezTo>
                  <a:cubicBezTo>
                    <a:pt x="515" y="1038"/>
                    <a:pt x="516" y="1038"/>
                    <a:pt x="517" y="1038"/>
                  </a:cubicBezTo>
                  <a:cubicBezTo>
                    <a:pt x="518" y="1039"/>
                    <a:pt x="519" y="1039"/>
                    <a:pt x="520" y="1039"/>
                  </a:cubicBezTo>
                  <a:cubicBezTo>
                    <a:pt x="520" y="1041"/>
                    <a:pt x="524" y="1040"/>
                    <a:pt x="524" y="1042"/>
                  </a:cubicBezTo>
                  <a:cubicBezTo>
                    <a:pt x="526" y="1041"/>
                    <a:pt x="526" y="1044"/>
                    <a:pt x="527" y="1044"/>
                  </a:cubicBezTo>
                  <a:cubicBezTo>
                    <a:pt x="529" y="1044"/>
                    <a:pt x="529" y="1042"/>
                    <a:pt x="530" y="1044"/>
                  </a:cubicBezTo>
                  <a:cubicBezTo>
                    <a:pt x="531" y="1044"/>
                    <a:pt x="531" y="1045"/>
                    <a:pt x="532" y="1045"/>
                  </a:cubicBezTo>
                  <a:cubicBezTo>
                    <a:pt x="533" y="1046"/>
                    <a:pt x="533" y="1046"/>
                    <a:pt x="534" y="1047"/>
                  </a:cubicBezTo>
                  <a:cubicBezTo>
                    <a:pt x="535" y="1047"/>
                    <a:pt x="534" y="1049"/>
                    <a:pt x="535" y="1049"/>
                  </a:cubicBezTo>
                  <a:cubicBezTo>
                    <a:pt x="536" y="1050"/>
                    <a:pt x="536" y="1050"/>
                    <a:pt x="537" y="1051"/>
                  </a:cubicBezTo>
                  <a:cubicBezTo>
                    <a:pt x="539" y="1052"/>
                    <a:pt x="539" y="1053"/>
                    <a:pt x="540" y="1055"/>
                  </a:cubicBezTo>
                  <a:cubicBezTo>
                    <a:pt x="541" y="1057"/>
                    <a:pt x="543" y="1058"/>
                    <a:pt x="545" y="1059"/>
                  </a:cubicBezTo>
                  <a:cubicBezTo>
                    <a:pt x="547" y="1059"/>
                    <a:pt x="549" y="1060"/>
                    <a:pt x="551" y="1059"/>
                  </a:cubicBezTo>
                  <a:cubicBezTo>
                    <a:pt x="552" y="1059"/>
                    <a:pt x="553" y="1057"/>
                    <a:pt x="553" y="1055"/>
                  </a:cubicBezTo>
                  <a:cubicBezTo>
                    <a:pt x="554" y="1053"/>
                    <a:pt x="558" y="1052"/>
                    <a:pt x="560" y="1051"/>
                  </a:cubicBezTo>
                  <a:cubicBezTo>
                    <a:pt x="563" y="1049"/>
                    <a:pt x="563" y="1045"/>
                    <a:pt x="566" y="1042"/>
                  </a:cubicBezTo>
                  <a:cubicBezTo>
                    <a:pt x="564" y="1041"/>
                    <a:pt x="562" y="1041"/>
                    <a:pt x="561" y="1039"/>
                  </a:cubicBezTo>
                  <a:cubicBezTo>
                    <a:pt x="560" y="1036"/>
                    <a:pt x="559" y="1034"/>
                    <a:pt x="558" y="1032"/>
                  </a:cubicBezTo>
                  <a:cubicBezTo>
                    <a:pt x="556" y="1030"/>
                    <a:pt x="554" y="1028"/>
                    <a:pt x="553" y="1026"/>
                  </a:cubicBezTo>
                  <a:cubicBezTo>
                    <a:pt x="553" y="1025"/>
                    <a:pt x="552" y="1024"/>
                    <a:pt x="551" y="1023"/>
                  </a:cubicBezTo>
                  <a:cubicBezTo>
                    <a:pt x="551" y="1023"/>
                    <a:pt x="550" y="1023"/>
                    <a:pt x="550" y="1022"/>
                  </a:cubicBezTo>
                  <a:cubicBezTo>
                    <a:pt x="548" y="1021"/>
                    <a:pt x="549" y="1018"/>
                    <a:pt x="548" y="1016"/>
                  </a:cubicBezTo>
                  <a:cubicBezTo>
                    <a:pt x="547" y="1014"/>
                    <a:pt x="545" y="1014"/>
                    <a:pt x="544" y="1012"/>
                  </a:cubicBezTo>
                  <a:cubicBezTo>
                    <a:pt x="544" y="1010"/>
                    <a:pt x="544" y="1008"/>
                    <a:pt x="545" y="1006"/>
                  </a:cubicBezTo>
                  <a:cubicBezTo>
                    <a:pt x="545" y="1005"/>
                    <a:pt x="547" y="1002"/>
                    <a:pt x="545" y="1004"/>
                  </a:cubicBezTo>
                  <a:cubicBezTo>
                    <a:pt x="543" y="1001"/>
                    <a:pt x="545" y="998"/>
                    <a:pt x="546" y="995"/>
                  </a:cubicBezTo>
                  <a:cubicBezTo>
                    <a:pt x="546" y="994"/>
                    <a:pt x="548" y="991"/>
                    <a:pt x="547" y="989"/>
                  </a:cubicBezTo>
                  <a:cubicBezTo>
                    <a:pt x="546" y="986"/>
                    <a:pt x="546" y="990"/>
                    <a:pt x="545" y="991"/>
                  </a:cubicBezTo>
                  <a:cubicBezTo>
                    <a:pt x="545" y="993"/>
                    <a:pt x="543" y="995"/>
                    <a:pt x="543" y="998"/>
                  </a:cubicBezTo>
                  <a:cubicBezTo>
                    <a:pt x="543" y="998"/>
                    <a:pt x="543" y="998"/>
                    <a:pt x="543" y="998"/>
                  </a:cubicBezTo>
                  <a:cubicBezTo>
                    <a:pt x="542" y="998"/>
                    <a:pt x="542" y="998"/>
                    <a:pt x="542" y="998"/>
                  </a:cubicBezTo>
                  <a:cubicBezTo>
                    <a:pt x="542" y="994"/>
                    <a:pt x="544" y="992"/>
                    <a:pt x="543" y="989"/>
                  </a:cubicBezTo>
                  <a:cubicBezTo>
                    <a:pt x="542" y="986"/>
                    <a:pt x="540" y="983"/>
                    <a:pt x="540" y="980"/>
                  </a:cubicBezTo>
                  <a:cubicBezTo>
                    <a:pt x="540" y="980"/>
                    <a:pt x="540" y="979"/>
                    <a:pt x="539" y="979"/>
                  </a:cubicBezTo>
                  <a:cubicBezTo>
                    <a:pt x="539" y="979"/>
                    <a:pt x="538" y="980"/>
                    <a:pt x="538" y="979"/>
                  </a:cubicBezTo>
                  <a:cubicBezTo>
                    <a:pt x="536" y="979"/>
                    <a:pt x="536" y="978"/>
                    <a:pt x="535" y="976"/>
                  </a:cubicBezTo>
                  <a:cubicBezTo>
                    <a:pt x="535" y="975"/>
                    <a:pt x="535" y="974"/>
                    <a:pt x="533" y="974"/>
                  </a:cubicBezTo>
                  <a:cubicBezTo>
                    <a:pt x="531" y="974"/>
                    <a:pt x="530" y="974"/>
                    <a:pt x="529" y="973"/>
                  </a:cubicBezTo>
                  <a:cubicBezTo>
                    <a:pt x="528" y="972"/>
                    <a:pt x="529" y="971"/>
                    <a:pt x="529" y="970"/>
                  </a:cubicBezTo>
                  <a:cubicBezTo>
                    <a:pt x="529" y="969"/>
                    <a:pt x="529" y="967"/>
                    <a:pt x="530" y="966"/>
                  </a:cubicBezTo>
                  <a:cubicBezTo>
                    <a:pt x="531" y="965"/>
                    <a:pt x="532" y="965"/>
                    <a:pt x="533" y="965"/>
                  </a:cubicBezTo>
                  <a:cubicBezTo>
                    <a:pt x="535" y="964"/>
                    <a:pt x="535" y="962"/>
                    <a:pt x="535" y="960"/>
                  </a:cubicBezTo>
                  <a:cubicBezTo>
                    <a:pt x="535" y="961"/>
                    <a:pt x="535" y="963"/>
                    <a:pt x="536" y="963"/>
                  </a:cubicBezTo>
                  <a:cubicBezTo>
                    <a:pt x="536" y="961"/>
                    <a:pt x="538" y="959"/>
                    <a:pt x="538" y="957"/>
                  </a:cubicBezTo>
                  <a:cubicBezTo>
                    <a:pt x="539" y="956"/>
                    <a:pt x="539" y="955"/>
                    <a:pt x="540" y="953"/>
                  </a:cubicBezTo>
                  <a:cubicBezTo>
                    <a:pt x="541" y="952"/>
                    <a:pt x="542" y="951"/>
                    <a:pt x="542" y="949"/>
                  </a:cubicBezTo>
                  <a:cubicBezTo>
                    <a:pt x="542" y="949"/>
                    <a:pt x="542" y="946"/>
                    <a:pt x="542" y="946"/>
                  </a:cubicBezTo>
                  <a:cubicBezTo>
                    <a:pt x="543" y="945"/>
                    <a:pt x="544" y="946"/>
                    <a:pt x="544" y="945"/>
                  </a:cubicBezTo>
                  <a:cubicBezTo>
                    <a:pt x="545" y="945"/>
                    <a:pt x="544" y="943"/>
                    <a:pt x="544" y="943"/>
                  </a:cubicBezTo>
                  <a:cubicBezTo>
                    <a:pt x="544" y="941"/>
                    <a:pt x="542" y="938"/>
                    <a:pt x="543" y="937"/>
                  </a:cubicBezTo>
                  <a:cubicBezTo>
                    <a:pt x="543" y="937"/>
                    <a:pt x="545" y="940"/>
                    <a:pt x="546" y="940"/>
                  </a:cubicBezTo>
                  <a:cubicBezTo>
                    <a:pt x="547" y="940"/>
                    <a:pt x="547" y="937"/>
                    <a:pt x="547" y="936"/>
                  </a:cubicBezTo>
                  <a:cubicBezTo>
                    <a:pt x="548" y="937"/>
                    <a:pt x="548" y="938"/>
                    <a:pt x="549" y="939"/>
                  </a:cubicBezTo>
                  <a:cubicBezTo>
                    <a:pt x="550" y="939"/>
                    <a:pt x="550" y="939"/>
                    <a:pt x="551" y="939"/>
                  </a:cubicBezTo>
                  <a:cubicBezTo>
                    <a:pt x="552" y="938"/>
                    <a:pt x="552" y="938"/>
                    <a:pt x="553" y="937"/>
                  </a:cubicBezTo>
                  <a:cubicBezTo>
                    <a:pt x="554" y="937"/>
                    <a:pt x="555" y="937"/>
                    <a:pt x="556" y="938"/>
                  </a:cubicBezTo>
                  <a:cubicBezTo>
                    <a:pt x="559" y="938"/>
                    <a:pt x="559" y="936"/>
                    <a:pt x="561" y="934"/>
                  </a:cubicBezTo>
                  <a:cubicBezTo>
                    <a:pt x="563" y="932"/>
                    <a:pt x="565" y="930"/>
                    <a:pt x="567" y="933"/>
                  </a:cubicBezTo>
                  <a:cubicBezTo>
                    <a:pt x="567" y="933"/>
                    <a:pt x="569" y="937"/>
                    <a:pt x="570" y="935"/>
                  </a:cubicBezTo>
                  <a:cubicBezTo>
                    <a:pt x="570" y="933"/>
                    <a:pt x="568" y="931"/>
                    <a:pt x="568" y="930"/>
                  </a:cubicBezTo>
                  <a:cubicBezTo>
                    <a:pt x="567" y="927"/>
                    <a:pt x="567" y="926"/>
                    <a:pt x="570" y="926"/>
                  </a:cubicBezTo>
                  <a:cubicBezTo>
                    <a:pt x="572" y="927"/>
                    <a:pt x="572" y="927"/>
                    <a:pt x="573" y="926"/>
                  </a:cubicBezTo>
                  <a:cubicBezTo>
                    <a:pt x="573" y="926"/>
                    <a:pt x="574" y="925"/>
                    <a:pt x="574" y="925"/>
                  </a:cubicBezTo>
                  <a:cubicBezTo>
                    <a:pt x="575" y="925"/>
                    <a:pt x="576" y="925"/>
                    <a:pt x="576" y="925"/>
                  </a:cubicBezTo>
                  <a:cubicBezTo>
                    <a:pt x="576" y="924"/>
                    <a:pt x="574" y="921"/>
                    <a:pt x="576" y="921"/>
                  </a:cubicBezTo>
                  <a:cubicBezTo>
                    <a:pt x="577" y="922"/>
                    <a:pt x="578" y="922"/>
                    <a:pt x="579" y="922"/>
                  </a:cubicBezTo>
                  <a:cubicBezTo>
                    <a:pt x="579" y="920"/>
                    <a:pt x="573" y="919"/>
                    <a:pt x="574" y="917"/>
                  </a:cubicBezTo>
                  <a:cubicBezTo>
                    <a:pt x="573" y="917"/>
                    <a:pt x="571" y="916"/>
                    <a:pt x="570" y="916"/>
                  </a:cubicBezTo>
                  <a:cubicBezTo>
                    <a:pt x="569" y="915"/>
                    <a:pt x="569" y="914"/>
                    <a:pt x="568" y="914"/>
                  </a:cubicBezTo>
                  <a:cubicBezTo>
                    <a:pt x="567" y="914"/>
                    <a:pt x="566" y="914"/>
                    <a:pt x="565" y="914"/>
                  </a:cubicBezTo>
                  <a:cubicBezTo>
                    <a:pt x="565" y="912"/>
                    <a:pt x="562" y="908"/>
                    <a:pt x="566" y="908"/>
                  </a:cubicBezTo>
                  <a:cubicBezTo>
                    <a:pt x="569" y="908"/>
                    <a:pt x="569" y="911"/>
                    <a:pt x="572" y="909"/>
                  </a:cubicBezTo>
                  <a:cubicBezTo>
                    <a:pt x="575" y="908"/>
                    <a:pt x="572" y="905"/>
                    <a:pt x="571" y="903"/>
                  </a:cubicBezTo>
                  <a:cubicBezTo>
                    <a:pt x="569" y="900"/>
                    <a:pt x="567" y="897"/>
                    <a:pt x="566" y="893"/>
                  </a:cubicBezTo>
                  <a:cubicBezTo>
                    <a:pt x="565" y="892"/>
                    <a:pt x="565" y="891"/>
                    <a:pt x="564" y="890"/>
                  </a:cubicBezTo>
                  <a:cubicBezTo>
                    <a:pt x="563" y="889"/>
                    <a:pt x="563" y="889"/>
                    <a:pt x="562" y="888"/>
                  </a:cubicBezTo>
                  <a:cubicBezTo>
                    <a:pt x="561" y="885"/>
                    <a:pt x="559" y="883"/>
                    <a:pt x="557" y="881"/>
                  </a:cubicBezTo>
                  <a:cubicBezTo>
                    <a:pt x="555" y="879"/>
                    <a:pt x="552" y="880"/>
                    <a:pt x="549" y="880"/>
                  </a:cubicBezTo>
                  <a:cubicBezTo>
                    <a:pt x="548" y="880"/>
                    <a:pt x="546" y="879"/>
                    <a:pt x="545" y="879"/>
                  </a:cubicBezTo>
                  <a:cubicBezTo>
                    <a:pt x="544" y="878"/>
                    <a:pt x="543" y="877"/>
                    <a:pt x="543" y="877"/>
                  </a:cubicBezTo>
                  <a:cubicBezTo>
                    <a:pt x="543" y="879"/>
                    <a:pt x="543" y="881"/>
                    <a:pt x="542" y="882"/>
                  </a:cubicBezTo>
                  <a:cubicBezTo>
                    <a:pt x="541" y="883"/>
                    <a:pt x="539" y="881"/>
                    <a:pt x="538" y="880"/>
                  </a:cubicBezTo>
                  <a:cubicBezTo>
                    <a:pt x="536" y="878"/>
                    <a:pt x="538" y="877"/>
                    <a:pt x="537" y="875"/>
                  </a:cubicBezTo>
                  <a:cubicBezTo>
                    <a:pt x="537" y="875"/>
                    <a:pt x="536" y="874"/>
                    <a:pt x="536" y="874"/>
                  </a:cubicBezTo>
                  <a:cubicBezTo>
                    <a:pt x="536" y="873"/>
                    <a:pt x="537" y="872"/>
                    <a:pt x="538" y="871"/>
                  </a:cubicBezTo>
                  <a:cubicBezTo>
                    <a:pt x="538" y="870"/>
                    <a:pt x="538" y="870"/>
                    <a:pt x="537" y="869"/>
                  </a:cubicBezTo>
                  <a:cubicBezTo>
                    <a:pt x="537" y="870"/>
                    <a:pt x="537" y="868"/>
                    <a:pt x="537" y="868"/>
                  </a:cubicBezTo>
                  <a:cubicBezTo>
                    <a:pt x="537" y="869"/>
                    <a:pt x="536" y="867"/>
                    <a:pt x="536" y="867"/>
                  </a:cubicBezTo>
                  <a:cubicBezTo>
                    <a:pt x="536" y="866"/>
                    <a:pt x="536" y="866"/>
                    <a:pt x="536" y="865"/>
                  </a:cubicBezTo>
                  <a:cubicBezTo>
                    <a:pt x="536" y="863"/>
                    <a:pt x="533" y="863"/>
                    <a:pt x="531" y="863"/>
                  </a:cubicBezTo>
                  <a:cubicBezTo>
                    <a:pt x="529" y="862"/>
                    <a:pt x="526" y="861"/>
                    <a:pt x="524" y="860"/>
                  </a:cubicBezTo>
                  <a:cubicBezTo>
                    <a:pt x="524" y="857"/>
                    <a:pt x="525" y="854"/>
                    <a:pt x="526" y="852"/>
                  </a:cubicBezTo>
                  <a:cubicBezTo>
                    <a:pt x="527" y="850"/>
                    <a:pt x="528" y="847"/>
                    <a:pt x="530" y="845"/>
                  </a:cubicBezTo>
                  <a:cubicBezTo>
                    <a:pt x="531" y="843"/>
                    <a:pt x="533" y="843"/>
                    <a:pt x="534" y="841"/>
                  </a:cubicBezTo>
                  <a:cubicBezTo>
                    <a:pt x="536" y="839"/>
                    <a:pt x="536" y="837"/>
                    <a:pt x="534" y="835"/>
                  </a:cubicBezTo>
                  <a:cubicBezTo>
                    <a:pt x="533" y="834"/>
                    <a:pt x="531" y="834"/>
                    <a:pt x="530" y="832"/>
                  </a:cubicBezTo>
                  <a:cubicBezTo>
                    <a:pt x="529" y="830"/>
                    <a:pt x="531" y="827"/>
                    <a:pt x="532" y="825"/>
                  </a:cubicBezTo>
                  <a:cubicBezTo>
                    <a:pt x="532" y="821"/>
                    <a:pt x="532" y="817"/>
                    <a:pt x="536" y="815"/>
                  </a:cubicBezTo>
                  <a:cubicBezTo>
                    <a:pt x="537" y="814"/>
                    <a:pt x="540" y="813"/>
                    <a:pt x="541" y="812"/>
                  </a:cubicBezTo>
                  <a:cubicBezTo>
                    <a:pt x="542" y="810"/>
                    <a:pt x="540" y="810"/>
                    <a:pt x="540" y="808"/>
                  </a:cubicBezTo>
                  <a:cubicBezTo>
                    <a:pt x="540" y="807"/>
                    <a:pt x="541" y="804"/>
                    <a:pt x="541" y="803"/>
                  </a:cubicBezTo>
                  <a:cubicBezTo>
                    <a:pt x="542" y="802"/>
                    <a:pt x="543" y="799"/>
                    <a:pt x="545" y="799"/>
                  </a:cubicBezTo>
                  <a:cubicBezTo>
                    <a:pt x="549" y="799"/>
                    <a:pt x="552" y="805"/>
                    <a:pt x="554" y="807"/>
                  </a:cubicBezTo>
                  <a:cubicBezTo>
                    <a:pt x="555" y="809"/>
                    <a:pt x="556" y="811"/>
                    <a:pt x="557" y="814"/>
                  </a:cubicBezTo>
                  <a:cubicBezTo>
                    <a:pt x="558" y="814"/>
                    <a:pt x="558" y="815"/>
                    <a:pt x="558" y="816"/>
                  </a:cubicBezTo>
                  <a:cubicBezTo>
                    <a:pt x="559" y="817"/>
                    <a:pt x="560" y="817"/>
                    <a:pt x="560" y="817"/>
                  </a:cubicBezTo>
                  <a:cubicBezTo>
                    <a:pt x="562" y="818"/>
                    <a:pt x="563" y="818"/>
                    <a:pt x="565" y="818"/>
                  </a:cubicBezTo>
                  <a:cubicBezTo>
                    <a:pt x="567" y="817"/>
                    <a:pt x="569" y="816"/>
                    <a:pt x="570" y="815"/>
                  </a:cubicBezTo>
                  <a:cubicBezTo>
                    <a:pt x="571" y="814"/>
                    <a:pt x="571" y="813"/>
                    <a:pt x="571" y="812"/>
                  </a:cubicBezTo>
                  <a:cubicBezTo>
                    <a:pt x="571" y="810"/>
                    <a:pt x="570" y="811"/>
                    <a:pt x="570" y="810"/>
                  </a:cubicBezTo>
                  <a:cubicBezTo>
                    <a:pt x="569" y="808"/>
                    <a:pt x="569" y="806"/>
                    <a:pt x="569" y="804"/>
                  </a:cubicBezTo>
                  <a:cubicBezTo>
                    <a:pt x="568" y="802"/>
                    <a:pt x="568" y="800"/>
                    <a:pt x="567" y="798"/>
                  </a:cubicBezTo>
                  <a:cubicBezTo>
                    <a:pt x="567" y="796"/>
                    <a:pt x="565" y="794"/>
                    <a:pt x="566" y="793"/>
                  </a:cubicBezTo>
                  <a:cubicBezTo>
                    <a:pt x="568" y="793"/>
                    <a:pt x="569" y="795"/>
                    <a:pt x="572" y="794"/>
                  </a:cubicBezTo>
                  <a:cubicBezTo>
                    <a:pt x="574" y="792"/>
                    <a:pt x="575" y="790"/>
                    <a:pt x="578" y="789"/>
                  </a:cubicBezTo>
                  <a:cubicBezTo>
                    <a:pt x="580" y="788"/>
                    <a:pt x="582" y="788"/>
                    <a:pt x="582" y="786"/>
                  </a:cubicBezTo>
                  <a:cubicBezTo>
                    <a:pt x="582" y="783"/>
                    <a:pt x="580" y="782"/>
                    <a:pt x="581" y="780"/>
                  </a:cubicBezTo>
                  <a:cubicBezTo>
                    <a:pt x="581" y="777"/>
                    <a:pt x="584" y="779"/>
                    <a:pt x="586" y="779"/>
                  </a:cubicBezTo>
                  <a:cubicBezTo>
                    <a:pt x="589" y="779"/>
                    <a:pt x="590" y="777"/>
                    <a:pt x="592" y="775"/>
                  </a:cubicBezTo>
                  <a:cubicBezTo>
                    <a:pt x="594" y="774"/>
                    <a:pt x="596" y="775"/>
                    <a:pt x="598" y="773"/>
                  </a:cubicBezTo>
                  <a:cubicBezTo>
                    <a:pt x="600" y="772"/>
                    <a:pt x="600" y="769"/>
                    <a:pt x="602" y="769"/>
                  </a:cubicBezTo>
                  <a:cubicBezTo>
                    <a:pt x="602" y="99"/>
                    <a:pt x="602" y="99"/>
                    <a:pt x="602" y="99"/>
                  </a:cubicBezTo>
                  <a:cubicBezTo>
                    <a:pt x="598" y="99"/>
                    <a:pt x="596" y="104"/>
                    <a:pt x="594" y="106"/>
                  </a:cubicBezTo>
                  <a:close/>
                  <a:moveTo>
                    <a:pt x="403" y="271"/>
                  </a:moveTo>
                  <a:cubicBezTo>
                    <a:pt x="403" y="270"/>
                    <a:pt x="396" y="267"/>
                    <a:pt x="402" y="268"/>
                  </a:cubicBezTo>
                  <a:cubicBezTo>
                    <a:pt x="404" y="268"/>
                    <a:pt x="405" y="268"/>
                    <a:pt x="406" y="270"/>
                  </a:cubicBezTo>
                  <a:cubicBezTo>
                    <a:pt x="406" y="271"/>
                    <a:pt x="405" y="275"/>
                    <a:pt x="404" y="273"/>
                  </a:cubicBezTo>
                  <a:cubicBezTo>
                    <a:pt x="404" y="273"/>
                    <a:pt x="404" y="272"/>
                    <a:pt x="403" y="271"/>
                  </a:cubicBezTo>
                  <a:close/>
                  <a:moveTo>
                    <a:pt x="395" y="272"/>
                  </a:moveTo>
                  <a:cubicBezTo>
                    <a:pt x="395" y="270"/>
                    <a:pt x="398" y="271"/>
                    <a:pt x="399" y="271"/>
                  </a:cubicBezTo>
                  <a:cubicBezTo>
                    <a:pt x="401" y="271"/>
                    <a:pt x="401" y="273"/>
                    <a:pt x="403" y="274"/>
                  </a:cubicBezTo>
                  <a:cubicBezTo>
                    <a:pt x="404" y="274"/>
                    <a:pt x="405" y="274"/>
                    <a:pt x="405" y="275"/>
                  </a:cubicBezTo>
                  <a:cubicBezTo>
                    <a:pt x="406" y="276"/>
                    <a:pt x="405" y="277"/>
                    <a:pt x="404" y="277"/>
                  </a:cubicBezTo>
                  <a:cubicBezTo>
                    <a:pt x="401" y="277"/>
                    <a:pt x="400" y="274"/>
                    <a:pt x="398" y="273"/>
                  </a:cubicBezTo>
                  <a:cubicBezTo>
                    <a:pt x="397" y="272"/>
                    <a:pt x="395" y="272"/>
                    <a:pt x="395" y="272"/>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0" name="Freeform 603"/>
            <p:cNvSpPr>
              <a:spLocks/>
            </p:cNvSpPr>
            <p:nvPr/>
          </p:nvSpPr>
          <p:spPr bwMode="auto">
            <a:xfrm>
              <a:off x="9712325" y="5263038"/>
              <a:ext cx="150813" cy="174625"/>
            </a:xfrm>
            <a:custGeom>
              <a:avLst/>
              <a:gdLst>
                <a:gd name="T0" fmla="*/ 18 w 38"/>
                <a:gd name="T1" fmla="*/ 40 h 44"/>
                <a:gd name="T2" fmla="*/ 17 w 38"/>
                <a:gd name="T3" fmla="*/ 35 h 44"/>
                <a:gd name="T4" fmla="*/ 20 w 38"/>
                <a:gd name="T5" fmla="*/ 31 h 44"/>
                <a:gd name="T6" fmla="*/ 20 w 38"/>
                <a:gd name="T7" fmla="*/ 31 h 44"/>
                <a:gd name="T8" fmla="*/ 26 w 38"/>
                <a:gd name="T9" fmla="*/ 25 h 44"/>
                <a:gd name="T10" fmla="*/ 30 w 38"/>
                <a:gd name="T11" fmla="*/ 28 h 44"/>
                <a:gd name="T12" fmla="*/ 33 w 38"/>
                <a:gd name="T13" fmla="*/ 25 h 44"/>
                <a:gd name="T14" fmla="*/ 32 w 38"/>
                <a:gd name="T15" fmla="*/ 22 h 44"/>
                <a:gd name="T16" fmla="*/ 34 w 38"/>
                <a:gd name="T17" fmla="*/ 21 h 44"/>
                <a:gd name="T18" fmla="*/ 37 w 38"/>
                <a:gd name="T19" fmla="*/ 19 h 44"/>
                <a:gd name="T20" fmla="*/ 37 w 38"/>
                <a:gd name="T21" fmla="*/ 17 h 44"/>
                <a:gd name="T22" fmla="*/ 34 w 38"/>
                <a:gd name="T23" fmla="*/ 15 h 44"/>
                <a:gd name="T24" fmla="*/ 31 w 38"/>
                <a:gd name="T25" fmla="*/ 13 h 44"/>
                <a:gd name="T26" fmla="*/ 28 w 38"/>
                <a:gd name="T27" fmla="*/ 12 h 44"/>
                <a:gd name="T28" fmla="*/ 21 w 38"/>
                <a:gd name="T29" fmla="*/ 7 h 44"/>
                <a:gd name="T30" fmla="*/ 18 w 38"/>
                <a:gd name="T31" fmla="*/ 4 h 44"/>
                <a:gd name="T32" fmla="*/ 15 w 38"/>
                <a:gd name="T33" fmla="*/ 1 h 44"/>
                <a:gd name="T34" fmla="*/ 13 w 38"/>
                <a:gd name="T35" fmla="*/ 1 h 44"/>
                <a:gd name="T36" fmla="*/ 11 w 38"/>
                <a:gd name="T37" fmla="*/ 0 h 44"/>
                <a:gd name="T38" fmla="*/ 11 w 38"/>
                <a:gd name="T39" fmla="*/ 7 h 44"/>
                <a:gd name="T40" fmla="*/ 7 w 38"/>
                <a:gd name="T41" fmla="*/ 7 h 44"/>
                <a:gd name="T42" fmla="*/ 4 w 38"/>
                <a:gd name="T43" fmla="*/ 11 h 44"/>
                <a:gd name="T44" fmla="*/ 3 w 38"/>
                <a:gd name="T45" fmla="*/ 14 h 44"/>
                <a:gd name="T46" fmla="*/ 2 w 38"/>
                <a:gd name="T47" fmla="*/ 15 h 44"/>
                <a:gd name="T48" fmla="*/ 1 w 38"/>
                <a:gd name="T49" fmla="*/ 18 h 44"/>
                <a:gd name="T50" fmla="*/ 2 w 38"/>
                <a:gd name="T51" fmla="*/ 23 h 44"/>
                <a:gd name="T52" fmla="*/ 0 w 38"/>
                <a:gd name="T53" fmla="*/ 26 h 44"/>
                <a:gd name="T54" fmla="*/ 0 w 38"/>
                <a:gd name="T55" fmla="*/ 29 h 44"/>
                <a:gd name="T56" fmla="*/ 5 w 38"/>
                <a:gd name="T57" fmla="*/ 30 h 44"/>
                <a:gd name="T58" fmla="*/ 6 w 38"/>
                <a:gd name="T59" fmla="*/ 33 h 44"/>
                <a:gd name="T60" fmla="*/ 8 w 38"/>
                <a:gd name="T61" fmla="*/ 36 h 44"/>
                <a:gd name="T62" fmla="*/ 13 w 38"/>
                <a:gd name="T63" fmla="*/ 39 h 44"/>
                <a:gd name="T64" fmla="*/ 18 w 38"/>
                <a:gd name="T65" fmla="*/ 44 h 44"/>
                <a:gd name="T66" fmla="*/ 18 w 38"/>
                <a:gd name="T67"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44">
                  <a:moveTo>
                    <a:pt x="18" y="40"/>
                  </a:moveTo>
                  <a:cubicBezTo>
                    <a:pt x="18" y="38"/>
                    <a:pt x="17" y="37"/>
                    <a:pt x="17" y="35"/>
                  </a:cubicBezTo>
                  <a:cubicBezTo>
                    <a:pt x="18" y="34"/>
                    <a:pt x="19" y="32"/>
                    <a:pt x="20" y="31"/>
                  </a:cubicBezTo>
                  <a:cubicBezTo>
                    <a:pt x="20" y="31"/>
                    <a:pt x="20" y="31"/>
                    <a:pt x="20" y="31"/>
                  </a:cubicBezTo>
                  <a:cubicBezTo>
                    <a:pt x="20" y="29"/>
                    <a:pt x="24" y="24"/>
                    <a:pt x="26" y="25"/>
                  </a:cubicBezTo>
                  <a:cubicBezTo>
                    <a:pt x="28" y="26"/>
                    <a:pt x="26" y="30"/>
                    <a:pt x="30" y="28"/>
                  </a:cubicBezTo>
                  <a:cubicBezTo>
                    <a:pt x="31" y="28"/>
                    <a:pt x="33" y="26"/>
                    <a:pt x="33" y="25"/>
                  </a:cubicBezTo>
                  <a:cubicBezTo>
                    <a:pt x="33" y="23"/>
                    <a:pt x="31" y="23"/>
                    <a:pt x="32" y="22"/>
                  </a:cubicBezTo>
                  <a:cubicBezTo>
                    <a:pt x="32" y="21"/>
                    <a:pt x="33" y="21"/>
                    <a:pt x="34" y="21"/>
                  </a:cubicBezTo>
                  <a:cubicBezTo>
                    <a:pt x="35" y="21"/>
                    <a:pt x="36" y="20"/>
                    <a:pt x="37" y="19"/>
                  </a:cubicBezTo>
                  <a:cubicBezTo>
                    <a:pt x="37" y="19"/>
                    <a:pt x="38" y="19"/>
                    <a:pt x="37" y="17"/>
                  </a:cubicBezTo>
                  <a:cubicBezTo>
                    <a:pt x="37" y="16"/>
                    <a:pt x="35" y="16"/>
                    <a:pt x="34" y="15"/>
                  </a:cubicBezTo>
                  <a:cubicBezTo>
                    <a:pt x="33" y="15"/>
                    <a:pt x="33" y="14"/>
                    <a:pt x="31" y="13"/>
                  </a:cubicBezTo>
                  <a:cubicBezTo>
                    <a:pt x="30" y="12"/>
                    <a:pt x="29" y="13"/>
                    <a:pt x="28" y="12"/>
                  </a:cubicBezTo>
                  <a:cubicBezTo>
                    <a:pt x="25" y="11"/>
                    <a:pt x="22" y="9"/>
                    <a:pt x="21" y="7"/>
                  </a:cubicBezTo>
                  <a:cubicBezTo>
                    <a:pt x="20" y="6"/>
                    <a:pt x="19" y="4"/>
                    <a:pt x="18" y="4"/>
                  </a:cubicBezTo>
                  <a:cubicBezTo>
                    <a:pt x="16" y="3"/>
                    <a:pt x="15" y="3"/>
                    <a:pt x="15" y="1"/>
                  </a:cubicBezTo>
                  <a:cubicBezTo>
                    <a:pt x="14" y="1"/>
                    <a:pt x="14" y="1"/>
                    <a:pt x="13" y="1"/>
                  </a:cubicBezTo>
                  <a:cubicBezTo>
                    <a:pt x="12" y="0"/>
                    <a:pt x="11" y="0"/>
                    <a:pt x="11" y="0"/>
                  </a:cubicBezTo>
                  <a:cubicBezTo>
                    <a:pt x="10" y="2"/>
                    <a:pt x="14" y="7"/>
                    <a:pt x="11" y="7"/>
                  </a:cubicBezTo>
                  <a:cubicBezTo>
                    <a:pt x="9" y="7"/>
                    <a:pt x="9" y="5"/>
                    <a:pt x="7" y="7"/>
                  </a:cubicBezTo>
                  <a:cubicBezTo>
                    <a:pt x="5" y="8"/>
                    <a:pt x="5" y="9"/>
                    <a:pt x="4" y="11"/>
                  </a:cubicBezTo>
                  <a:cubicBezTo>
                    <a:pt x="4" y="12"/>
                    <a:pt x="4" y="13"/>
                    <a:pt x="3" y="14"/>
                  </a:cubicBezTo>
                  <a:cubicBezTo>
                    <a:pt x="3" y="14"/>
                    <a:pt x="2" y="14"/>
                    <a:pt x="2" y="15"/>
                  </a:cubicBezTo>
                  <a:cubicBezTo>
                    <a:pt x="0" y="16"/>
                    <a:pt x="1" y="17"/>
                    <a:pt x="1" y="18"/>
                  </a:cubicBezTo>
                  <a:cubicBezTo>
                    <a:pt x="1" y="20"/>
                    <a:pt x="1" y="21"/>
                    <a:pt x="2" y="23"/>
                  </a:cubicBezTo>
                  <a:cubicBezTo>
                    <a:pt x="3" y="25"/>
                    <a:pt x="2" y="26"/>
                    <a:pt x="0" y="26"/>
                  </a:cubicBezTo>
                  <a:cubicBezTo>
                    <a:pt x="1" y="27"/>
                    <a:pt x="0" y="28"/>
                    <a:pt x="0" y="29"/>
                  </a:cubicBezTo>
                  <a:cubicBezTo>
                    <a:pt x="2" y="30"/>
                    <a:pt x="4" y="29"/>
                    <a:pt x="5" y="30"/>
                  </a:cubicBezTo>
                  <a:cubicBezTo>
                    <a:pt x="6" y="31"/>
                    <a:pt x="6" y="32"/>
                    <a:pt x="6" y="33"/>
                  </a:cubicBezTo>
                  <a:cubicBezTo>
                    <a:pt x="7" y="34"/>
                    <a:pt x="8" y="35"/>
                    <a:pt x="8" y="36"/>
                  </a:cubicBezTo>
                  <a:cubicBezTo>
                    <a:pt x="10" y="37"/>
                    <a:pt x="12" y="38"/>
                    <a:pt x="13" y="39"/>
                  </a:cubicBezTo>
                  <a:cubicBezTo>
                    <a:pt x="15" y="41"/>
                    <a:pt x="15" y="43"/>
                    <a:pt x="18" y="44"/>
                  </a:cubicBezTo>
                  <a:cubicBezTo>
                    <a:pt x="18" y="43"/>
                    <a:pt x="18" y="42"/>
                    <a:pt x="18" y="40"/>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1" name="Freeform 604"/>
            <p:cNvSpPr>
              <a:spLocks/>
            </p:cNvSpPr>
            <p:nvPr/>
          </p:nvSpPr>
          <p:spPr bwMode="auto">
            <a:xfrm>
              <a:off x="9871075" y="5390038"/>
              <a:ext cx="193675" cy="153988"/>
            </a:xfrm>
            <a:custGeom>
              <a:avLst/>
              <a:gdLst>
                <a:gd name="T0" fmla="*/ 48 w 49"/>
                <a:gd name="T1" fmla="*/ 21 h 39"/>
                <a:gd name="T2" fmla="*/ 49 w 49"/>
                <a:gd name="T3" fmla="*/ 18 h 39"/>
                <a:gd name="T4" fmla="*/ 48 w 49"/>
                <a:gd name="T5" fmla="*/ 14 h 39"/>
                <a:gd name="T6" fmla="*/ 46 w 49"/>
                <a:gd name="T7" fmla="*/ 9 h 39"/>
                <a:gd name="T8" fmla="*/ 40 w 49"/>
                <a:gd name="T9" fmla="*/ 6 h 39"/>
                <a:gd name="T10" fmla="*/ 38 w 49"/>
                <a:gd name="T11" fmla="*/ 3 h 39"/>
                <a:gd name="T12" fmla="*/ 36 w 49"/>
                <a:gd name="T13" fmla="*/ 0 h 39"/>
                <a:gd name="T14" fmla="*/ 30 w 49"/>
                <a:gd name="T15" fmla="*/ 1 h 39"/>
                <a:gd name="T16" fmla="*/ 25 w 49"/>
                <a:gd name="T17" fmla="*/ 2 h 39"/>
                <a:gd name="T18" fmla="*/ 20 w 49"/>
                <a:gd name="T19" fmla="*/ 3 h 39"/>
                <a:gd name="T20" fmla="*/ 16 w 49"/>
                <a:gd name="T21" fmla="*/ 6 h 39"/>
                <a:gd name="T22" fmla="*/ 13 w 49"/>
                <a:gd name="T23" fmla="*/ 5 h 39"/>
                <a:gd name="T24" fmla="*/ 7 w 49"/>
                <a:gd name="T25" fmla="*/ 7 h 39"/>
                <a:gd name="T26" fmla="*/ 2 w 49"/>
                <a:gd name="T27" fmla="*/ 13 h 39"/>
                <a:gd name="T28" fmla="*/ 1 w 49"/>
                <a:gd name="T29" fmla="*/ 17 h 39"/>
                <a:gd name="T30" fmla="*/ 1 w 49"/>
                <a:gd name="T31" fmla="*/ 20 h 39"/>
                <a:gd name="T32" fmla="*/ 0 w 49"/>
                <a:gd name="T33" fmla="*/ 21 h 39"/>
                <a:gd name="T34" fmla="*/ 0 w 49"/>
                <a:gd name="T35" fmla="*/ 24 h 39"/>
                <a:gd name="T36" fmla="*/ 1 w 49"/>
                <a:gd name="T37" fmla="*/ 26 h 39"/>
                <a:gd name="T38" fmla="*/ 1 w 49"/>
                <a:gd name="T39" fmla="*/ 27 h 39"/>
                <a:gd name="T40" fmla="*/ 4 w 49"/>
                <a:gd name="T41" fmla="*/ 36 h 39"/>
                <a:gd name="T42" fmla="*/ 7 w 49"/>
                <a:gd name="T43" fmla="*/ 38 h 39"/>
                <a:gd name="T44" fmla="*/ 10 w 49"/>
                <a:gd name="T45" fmla="*/ 39 h 39"/>
                <a:gd name="T46" fmla="*/ 15 w 49"/>
                <a:gd name="T47" fmla="*/ 39 h 39"/>
                <a:gd name="T48" fmla="*/ 19 w 49"/>
                <a:gd name="T49" fmla="*/ 38 h 39"/>
                <a:gd name="T50" fmla="*/ 22 w 49"/>
                <a:gd name="T51" fmla="*/ 39 h 39"/>
                <a:gd name="T52" fmla="*/ 23 w 49"/>
                <a:gd name="T53" fmla="*/ 38 h 39"/>
                <a:gd name="T54" fmla="*/ 26 w 49"/>
                <a:gd name="T55" fmla="*/ 37 h 39"/>
                <a:gd name="T56" fmla="*/ 28 w 49"/>
                <a:gd name="T57" fmla="*/ 33 h 39"/>
                <a:gd name="T58" fmla="*/ 32 w 49"/>
                <a:gd name="T59" fmla="*/ 32 h 39"/>
                <a:gd name="T60" fmla="*/ 38 w 49"/>
                <a:gd name="T61" fmla="*/ 32 h 39"/>
                <a:gd name="T62" fmla="*/ 43 w 49"/>
                <a:gd name="T63" fmla="*/ 31 h 39"/>
                <a:gd name="T64" fmla="*/ 47 w 49"/>
                <a:gd name="T65" fmla="*/ 27 h 39"/>
                <a:gd name="T66" fmla="*/ 48 w 49"/>
                <a:gd name="T67" fmla="*/ 21 h 39"/>
                <a:gd name="T68" fmla="*/ 48 w 49"/>
                <a:gd name="T69" fmla="*/ 2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9">
                  <a:moveTo>
                    <a:pt x="48" y="21"/>
                  </a:moveTo>
                  <a:cubicBezTo>
                    <a:pt x="48" y="20"/>
                    <a:pt x="49" y="19"/>
                    <a:pt x="49" y="18"/>
                  </a:cubicBezTo>
                  <a:cubicBezTo>
                    <a:pt x="49" y="17"/>
                    <a:pt x="49" y="16"/>
                    <a:pt x="48" y="14"/>
                  </a:cubicBezTo>
                  <a:cubicBezTo>
                    <a:pt x="47" y="13"/>
                    <a:pt x="47" y="10"/>
                    <a:pt x="46" y="9"/>
                  </a:cubicBezTo>
                  <a:cubicBezTo>
                    <a:pt x="45" y="7"/>
                    <a:pt x="42" y="7"/>
                    <a:pt x="40" y="6"/>
                  </a:cubicBezTo>
                  <a:cubicBezTo>
                    <a:pt x="39" y="5"/>
                    <a:pt x="39" y="4"/>
                    <a:pt x="38" y="3"/>
                  </a:cubicBezTo>
                  <a:cubicBezTo>
                    <a:pt x="37" y="2"/>
                    <a:pt x="36" y="1"/>
                    <a:pt x="36" y="0"/>
                  </a:cubicBezTo>
                  <a:cubicBezTo>
                    <a:pt x="33" y="0"/>
                    <a:pt x="32" y="1"/>
                    <a:pt x="30" y="1"/>
                  </a:cubicBezTo>
                  <a:cubicBezTo>
                    <a:pt x="28" y="1"/>
                    <a:pt x="27" y="1"/>
                    <a:pt x="25" y="2"/>
                  </a:cubicBezTo>
                  <a:cubicBezTo>
                    <a:pt x="23" y="3"/>
                    <a:pt x="23" y="3"/>
                    <a:pt x="20" y="3"/>
                  </a:cubicBezTo>
                  <a:cubicBezTo>
                    <a:pt x="18" y="3"/>
                    <a:pt x="18" y="4"/>
                    <a:pt x="16" y="6"/>
                  </a:cubicBezTo>
                  <a:cubicBezTo>
                    <a:pt x="15" y="7"/>
                    <a:pt x="15" y="5"/>
                    <a:pt x="13" y="5"/>
                  </a:cubicBezTo>
                  <a:cubicBezTo>
                    <a:pt x="12" y="5"/>
                    <a:pt x="9" y="6"/>
                    <a:pt x="7" y="7"/>
                  </a:cubicBezTo>
                  <a:cubicBezTo>
                    <a:pt x="5" y="9"/>
                    <a:pt x="6" y="14"/>
                    <a:pt x="2" y="13"/>
                  </a:cubicBezTo>
                  <a:cubicBezTo>
                    <a:pt x="2" y="14"/>
                    <a:pt x="1" y="16"/>
                    <a:pt x="1" y="17"/>
                  </a:cubicBezTo>
                  <a:cubicBezTo>
                    <a:pt x="1" y="18"/>
                    <a:pt x="1" y="19"/>
                    <a:pt x="1" y="20"/>
                  </a:cubicBezTo>
                  <a:cubicBezTo>
                    <a:pt x="1" y="20"/>
                    <a:pt x="1" y="20"/>
                    <a:pt x="0" y="21"/>
                  </a:cubicBezTo>
                  <a:cubicBezTo>
                    <a:pt x="0" y="22"/>
                    <a:pt x="0" y="22"/>
                    <a:pt x="0" y="24"/>
                  </a:cubicBezTo>
                  <a:cubicBezTo>
                    <a:pt x="1" y="24"/>
                    <a:pt x="1" y="25"/>
                    <a:pt x="1" y="26"/>
                  </a:cubicBezTo>
                  <a:cubicBezTo>
                    <a:pt x="1" y="26"/>
                    <a:pt x="1" y="27"/>
                    <a:pt x="1" y="27"/>
                  </a:cubicBezTo>
                  <a:cubicBezTo>
                    <a:pt x="0" y="30"/>
                    <a:pt x="3" y="33"/>
                    <a:pt x="4" y="36"/>
                  </a:cubicBezTo>
                  <a:cubicBezTo>
                    <a:pt x="5" y="38"/>
                    <a:pt x="5" y="38"/>
                    <a:pt x="7" y="38"/>
                  </a:cubicBezTo>
                  <a:cubicBezTo>
                    <a:pt x="8" y="38"/>
                    <a:pt x="10" y="37"/>
                    <a:pt x="10" y="39"/>
                  </a:cubicBezTo>
                  <a:cubicBezTo>
                    <a:pt x="12" y="39"/>
                    <a:pt x="14" y="39"/>
                    <a:pt x="15" y="39"/>
                  </a:cubicBezTo>
                  <a:cubicBezTo>
                    <a:pt x="17" y="39"/>
                    <a:pt x="18" y="38"/>
                    <a:pt x="19" y="38"/>
                  </a:cubicBezTo>
                  <a:cubicBezTo>
                    <a:pt x="20" y="38"/>
                    <a:pt x="21" y="39"/>
                    <a:pt x="22" y="39"/>
                  </a:cubicBezTo>
                  <a:cubicBezTo>
                    <a:pt x="22" y="39"/>
                    <a:pt x="23" y="38"/>
                    <a:pt x="23" y="38"/>
                  </a:cubicBezTo>
                  <a:cubicBezTo>
                    <a:pt x="24" y="37"/>
                    <a:pt x="25" y="37"/>
                    <a:pt x="26" y="37"/>
                  </a:cubicBezTo>
                  <a:cubicBezTo>
                    <a:pt x="26" y="35"/>
                    <a:pt x="26" y="35"/>
                    <a:pt x="28" y="33"/>
                  </a:cubicBezTo>
                  <a:cubicBezTo>
                    <a:pt x="29" y="32"/>
                    <a:pt x="30" y="32"/>
                    <a:pt x="32" y="32"/>
                  </a:cubicBezTo>
                  <a:cubicBezTo>
                    <a:pt x="34" y="31"/>
                    <a:pt x="36" y="32"/>
                    <a:pt x="38" y="32"/>
                  </a:cubicBezTo>
                  <a:cubicBezTo>
                    <a:pt x="40" y="33"/>
                    <a:pt x="41" y="31"/>
                    <a:pt x="43" y="31"/>
                  </a:cubicBezTo>
                  <a:cubicBezTo>
                    <a:pt x="43" y="28"/>
                    <a:pt x="45" y="27"/>
                    <a:pt x="47" y="27"/>
                  </a:cubicBezTo>
                  <a:cubicBezTo>
                    <a:pt x="47" y="25"/>
                    <a:pt x="48" y="24"/>
                    <a:pt x="48" y="21"/>
                  </a:cubicBezTo>
                  <a:cubicBezTo>
                    <a:pt x="48" y="20"/>
                    <a:pt x="48" y="23"/>
                    <a:pt x="48" y="21"/>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2" name="Freeform 605"/>
            <p:cNvSpPr>
              <a:spLocks noEditPoints="1"/>
            </p:cNvSpPr>
            <p:nvPr/>
          </p:nvSpPr>
          <p:spPr bwMode="auto">
            <a:xfrm>
              <a:off x="8667750" y="1049813"/>
              <a:ext cx="2020888" cy="2425700"/>
            </a:xfrm>
            <a:custGeom>
              <a:avLst/>
              <a:gdLst>
                <a:gd name="T0" fmla="*/ 221 w 511"/>
                <a:gd name="T1" fmla="*/ 230 h 613"/>
                <a:gd name="T2" fmla="*/ 141 w 511"/>
                <a:gd name="T3" fmla="*/ 416 h 613"/>
                <a:gd name="T4" fmla="*/ 114 w 511"/>
                <a:gd name="T5" fmla="*/ 567 h 613"/>
                <a:gd name="T6" fmla="*/ 79 w 511"/>
                <a:gd name="T7" fmla="*/ 592 h 613"/>
                <a:gd name="T8" fmla="*/ 11 w 511"/>
                <a:gd name="T9" fmla="*/ 586 h 613"/>
                <a:gd name="T10" fmla="*/ 9 w 511"/>
                <a:gd name="T11" fmla="*/ 563 h 613"/>
                <a:gd name="T12" fmla="*/ 23 w 511"/>
                <a:gd name="T13" fmla="*/ 527 h 613"/>
                <a:gd name="T14" fmla="*/ 1 w 511"/>
                <a:gd name="T15" fmla="*/ 500 h 613"/>
                <a:gd name="T16" fmla="*/ 46 w 511"/>
                <a:gd name="T17" fmla="*/ 482 h 613"/>
                <a:gd name="T18" fmla="*/ 16 w 511"/>
                <a:gd name="T19" fmla="*/ 478 h 613"/>
                <a:gd name="T20" fmla="*/ 7 w 511"/>
                <a:gd name="T21" fmla="*/ 460 h 613"/>
                <a:gd name="T22" fmla="*/ 38 w 511"/>
                <a:gd name="T23" fmla="*/ 443 h 613"/>
                <a:gd name="T24" fmla="*/ 59 w 511"/>
                <a:gd name="T25" fmla="*/ 427 h 613"/>
                <a:gd name="T26" fmla="*/ 67 w 511"/>
                <a:gd name="T27" fmla="*/ 413 h 613"/>
                <a:gd name="T28" fmla="*/ 97 w 511"/>
                <a:gd name="T29" fmla="*/ 399 h 613"/>
                <a:gd name="T30" fmla="*/ 125 w 511"/>
                <a:gd name="T31" fmla="*/ 373 h 613"/>
                <a:gd name="T32" fmla="*/ 109 w 511"/>
                <a:gd name="T33" fmla="*/ 358 h 613"/>
                <a:gd name="T34" fmla="*/ 128 w 511"/>
                <a:gd name="T35" fmla="*/ 338 h 613"/>
                <a:gd name="T36" fmla="*/ 152 w 511"/>
                <a:gd name="T37" fmla="*/ 293 h 613"/>
                <a:gd name="T38" fmla="*/ 161 w 511"/>
                <a:gd name="T39" fmla="*/ 264 h 613"/>
                <a:gd name="T40" fmla="*/ 177 w 511"/>
                <a:gd name="T41" fmla="*/ 229 h 613"/>
                <a:gd name="T42" fmla="*/ 190 w 511"/>
                <a:gd name="T43" fmla="*/ 219 h 613"/>
                <a:gd name="T44" fmla="*/ 202 w 511"/>
                <a:gd name="T45" fmla="*/ 195 h 613"/>
                <a:gd name="T46" fmla="*/ 219 w 511"/>
                <a:gd name="T47" fmla="*/ 178 h 613"/>
                <a:gd name="T48" fmla="*/ 241 w 511"/>
                <a:gd name="T49" fmla="*/ 161 h 613"/>
                <a:gd name="T50" fmla="*/ 251 w 511"/>
                <a:gd name="T51" fmla="*/ 138 h 613"/>
                <a:gd name="T52" fmla="*/ 270 w 511"/>
                <a:gd name="T53" fmla="*/ 95 h 613"/>
                <a:gd name="T54" fmla="*/ 290 w 511"/>
                <a:gd name="T55" fmla="*/ 93 h 613"/>
                <a:gd name="T56" fmla="*/ 307 w 511"/>
                <a:gd name="T57" fmla="*/ 92 h 613"/>
                <a:gd name="T58" fmla="*/ 330 w 511"/>
                <a:gd name="T59" fmla="*/ 67 h 613"/>
                <a:gd name="T60" fmla="*/ 344 w 511"/>
                <a:gd name="T61" fmla="*/ 55 h 613"/>
                <a:gd name="T62" fmla="*/ 366 w 511"/>
                <a:gd name="T63" fmla="*/ 45 h 613"/>
                <a:gd name="T64" fmla="*/ 398 w 511"/>
                <a:gd name="T65" fmla="*/ 19 h 613"/>
                <a:gd name="T66" fmla="*/ 407 w 511"/>
                <a:gd name="T67" fmla="*/ 41 h 613"/>
                <a:gd name="T68" fmla="*/ 438 w 511"/>
                <a:gd name="T69" fmla="*/ 24 h 613"/>
                <a:gd name="T70" fmla="*/ 462 w 511"/>
                <a:gd name="T71" fmla="*/ 13 h 613"/>
                <a:gd name="T72" fmla="*/ 457 w 511"/>
                <a:gd name="T73" fmla="*/ 46 h 613"/>
                <a:gd name="T74" fmla="*/ 491 w 511"/>
                <a:gd name="T75" fmla="*/ 38 h 613"/>
                <a:gd name="T76" fmla="*/ 480 w 511"/>
                <a:gd name="T77" fmla="*/ 69 h 613"/>
                <a:gd name="T78" fmla="*/ 507 w 511"/>
                <a:gd name="T79" fmla="*/ 95 h 613"/>
                <a:gd name="T80" fmla="*/ 417 w 511"/>
                <a:gd name="T81" fmla="*/ 83 h 613"/>
                <a:gd name="T82" fmla="*/ 339 w 511"/>
                <a:gd name="T83" fmla="*/ 130 h 613"/>
                <a:gd name="T84" fmla="*/ 72 w 511"/>
                <a:gd name="T85" fmla="*/ 388 h 613"/>
                <a:gd name="T86" fmla="*/ 214 w 511"/>
                <a:gd name="T87" fmla="*/ 175 h 613"/>
                <a:gd name="T88" fmla="*/ 165 w 511"/>
                <a:gd name="T89" fmla="*/ 170 h 613"/>
                <a:gd name="T90" fmla="*/ 188 w 511"/>
                <a:gd name="T91" fmla="*/ 159 h 613"/>
                <a:gd name="T92" fmla="*/ 198 w 511"/>
                <a:gd name="T93" fmla="*/ 129 h 613"/>
                <a:gd name="T94" fmla="*/ 206 w 511"/>
                <a:gd name="T95" fmla="*/ 123 h 613"/>
                <a:gd name="T96" fmla="*/ 215 w 511"/>
                <a:gd name="T97" fmla="*/ 158 h 613"/>
                <a:gd name="T98" fmla="*/ 223 w 511"/>
                <a:gd name="T99" fmla="*/ 125 h 613"/>
                <a:gd name="T100" fmla="*/ 256 w 511"/>
                <a:gd name="T101" fmla="*/ 102 h 613"/>
                <a:gd name="T102" fmla="*/ 237 w 511"/>
                <a:gd name="T103" fmla="*/ 114 h 613"/>
                <a:gd name="T104" fmla="*/ 268 w 511"/>
                <a:gd name="T105" fmla="*/ 80 h 613"/>
                <a:gd name="T106" fmla="*/ 272 w 511"/>
                <a:gd name="T107" fmla="*/ 74 h 613"/>
                <a:gd name="T108" fmla="*/ 282 w 511"/>
                <a:gd name="T109" fmla="*/ 60 h 613"/>
                <a:gd name="T110" fmla="*/ 303 w 511"/>
                <a:gd name="T111" fmla="*/ 59 h 613"/>
                <a:gd name="T112" fmla="*/ 356 w 511"/>
                <a:gd name="T113" fmla="*/ 48 h 613"/>
                <a:gd name="T114" fmla="*/ 342 w 511"/>
                <a:gd name="T115" fmla="*/ 40 h 613"/>
                <a:gd name="T116" fmla="*/ 346 w 511"/>
                <a:gd name="T117" fmla="*/ 30 h 613"/>
                <a:gd name="T118" fmla="*/ 387 w 511"/>
                <a:gd name="T119" fmla="*/ 8 h 613"/>
                <a:gd name="T120" fmla="*/ 402 w 511"/>
                <a:gd name="T121" fmla="*/ 8 h 613"/>
                <a:gd name="T122" fmla="*/ 62 w 511"/>
                <a:gd name="T123" fmla="*/ 404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1" h="613">
                  <a:moveTo>
                    <a:pt x="307" y="123"/>
                  </a:moveTo>
                  <a:cubicBezTo>
                    <a:pt x="304" y="123"/>
                    <a:pt x="301" y="123"/>
                    <a:pt x="298" y="122"/>
                  </a:cubicBezTo>
                  <a:cubicBezTo>
                    <a:pt x="297" y="124"/>
                    <a:pt x="298" y="125"/>
                    <a:pt x="300" y="127"/>
                  </a:cubicBezTo>
                  <a:cubicBezTo>
                    <a:pt x="302" y="129"/>
                    <a:pt x="302" y="130"/>
                    <a:pt x="302" y="133"/>
                  </a:cubicBezTo>
                  <a:cubicBezTo>
                    <a:pt x="302" y="137"/>
                    <a:pt x="301" y="143"/>
                    <a:pt x="298" y="145"/>
                  </a:cubicBezTo>
                  <a:cubicBezTo>
                    <a:pt x="297" y="146"/>
                    <a:pt x="295" y="147"/>
                    <a:pt x="294" y="148"/>
                  </a:cubicBezTo>
                  <a:cubicBezTo>
                    <a:pt x="293" y="150"/>
                    <a:pt x="295" y="150"/>
                    <a:pt x="297" y="151"/>
                  </a:cubicBezTo>
                  <a:cubicBezTo>
                    <a:pt x="299" y="152"/>
                    <a:pt x="299" y="153"/>
                    <a:pt x="298" y="155"/>
                  </a:cubicBezTo>
                  <a:cubicBezTo>
                    <a:pt x="297" y="156"/>
                    <a:pt x="296" y="159"/>
                    <a:pt x="294" y="159"/>
                  </a:cubicBezTo>
                  <a:cubicBezTo>
                    <a:pt x="292" y="158"/>
                    <a:pt x="289" y="157"/>
                    <a:pt x="287" y="156"/>
                  </a:cubicBezTo>
                  <a:cubicBezTo>
                    <a:pt x="285" y="155"/>
                    <a:pt x="283" y="153"/>
                    <a:pt x="280" y="152"/>
                  </a:cubicBezTo>
                  <a:cubicBezTo>
                    <a:pt x="278" y="152"/>
                    <a:pt x="276" y="151"/>
                    <a:pt x="274" y="151"/>
                  </a:cubicBezTo>
                  <a:cubicBezTo>
                    <a:pt x="271" y="151"/>
                    <a:pt x="270" y="152"/>
                    <a:pt x="268" y="150"/>
                  </a:cubicBezTo>
                  <a:cubicBezTo>
                    <a:pt x="266" y="149"/>
                    <a:pt x="265" y="147"/>
                    <a:pt x="264" y="147"/>
                  </a:cubicBezTo>
                  <a:cubicBezTo>
                    <a:pt x="262" y="147"/>
                    <a:pt x="260" y="148"/>
                    <a:pt x="259" y="150"/>
                  </a:cubicBezTo>
                  <a:cubicBezTo>
                    <a:pt x="258" y="151"/>
                    <a:pt x="259" y="153"/>
                    <a:pt x="259" y="155"/>
                  </a:cubicBezTo>
                  <a:cubicBezTo>
                    <a:pt x="259" y="157"/>
                    <a:pt x="259" y="160"/>
                    <a:pt x="259" y="163"/>
                  </a:cubicBezTo>
                  <a:cubicBezTo>
                    <a:pt x="259" y="165"/>
                    <a:pt x="260" y="167"/>
                    <a:pt x="259" y="170"/>
                  </a:cubicBezTo>
                  <a:cubicBezTo>
                    <a:pt x="258" y="172"/>
                    <a:pt x="257" y="174"/>
                    <a:pt x="256" y="176"/>
                  </a:cubicBezTo>
                  <a:cubicBezTo>
                    <a:pt x="255" y="177"/>
                    <a:pt x="255" y="179"/>
                    <a:pt x="254" y="179"/>
                  </a:cubicBezTo>
                  <a:cubicBezTo>
                    <a:pt x="252" y="179"/>
                    <a:pt x="249" y="177"/>
                    <a:pt x="248" y="176"/>
                  </a:cubicBezTo>
                  <a:cubicBezTo>
                    <a:pt x="247" y="175"/>
                    <a:pt x="244" y="173"/>
                    <a:pt x="243" y="173"/>
                  </a:cubicBezTo>
                  <a:cubicBezTo>
                    <a:pt x="241" y="173"/>
                    <a:pt x="240" y="176"/>
                    <a:pt x="239" y="177"/>
                  </a:cubicBezTo>
                  <a:cubicBezTo>
                    <a:pt x="236" y="180"/>
                    <a:pt x="230" y="183"/>
                    <a:pt x="230" y="188"/>
                  </a:cubicBezTo>
                  <a:cubicBezTo>
                    <a:pt x="229" y="192"/>
                    <a:pt x="229" y="198"/>
                    <a:pt x="226" y="201"/>
                  </a:cubicBezTo>
                  <a:cubicBezTo>
                    <a:pt x="223" y="204"/>
                    <a:pt x="218" y="203"/>
                    <a:pt x="219" y="208"/>
                  </a:cubicBezTo>
                  <a:cubicBezTo>
                    <a:pt x="220" y="213"/>
                    <a:pt x="225" y="215"/>
                    <a:pt x="225" y="220"/>
                  </a:cubicBezTo>
                  <a:cubicBezTo>
                    <a:pt x="226" y="225"/>
                    <a:pt x="224" y="228"/>
                    <a:pt x="221" y="230"/>
                  </a:cubicBezTo>
                  <a:cubicBezTo>
                    <a:pt x="217" y="233"/>
                    <a:pt x="214" y="237"/>
                    <a:pt x="213" y="242"/>
                  </a:cubicBezTo>
                  <a:cubicBezTo>
                    <a:pt x="212" y="244"/>
                    <a:pt x="212" y="246"/>
                    <a:pt x="211" y="248"/>
                  </a:cubicBezTo>
                  <a:cubicBezTo>
                    <a:pt x="209" y="250"/>
                    <a:pt x="207" y="251"/>
                    <a:pt x="206" y="253"/>
                  </a:cubicBezTo>
                  <a:cubicBezTo>
                    <a:pt x="204" y="257"/>
                    <a:pt x="208" y="261"/>
                    <a:pt x="206" y="265"/>
                  </a:cubicBezTo>
                  <a:cubicBezTo>
                    <a:pt x="205" y="266"/>
                    <a:pt x="203" y="267"/>
                    <a:pt x="202" y="268"/>
                  </a:cubicBezTo>
                  <a:cubicBezTo>
                    <a:pt x="200" y="269"/>
                    <a:pt x="198" y="270"/>
                    <a:pt x="196" y="271"/>
                  </a:cubicBezTo>
                  <a:cubicBezTo>
                    <a:pt x="192" y="272"/>
                    <a:pt x="187" y="270"/>
                    <a:pt x="188" y="276"/>
                  </a:cubicBezTo>
                  <a:cubicBezTo>
                    <a:pt x="189" y="280"/>
                    <a:pt x="191" y="284"/>
                    <a:pt x="190" y="288"/>
                  </a:cubicBezTo>
                  <a:cubicBezTo>
                    <a:pt x="190" y="291"/>
                    <a:pt x="189" y="293"/>
                    <a:pt x="188" y="295"/>
                  </a:cubicBezTo>
                  <a:cubicBezTo>
                    <a:pt x="188" y="298"/>
                    <a:pt x="188" y="301"/>
                    <a:pt x="188" y="303"/>
                  </a:cubicBezTo>
                  <a:cubicBezTo>
                    <a:pt x="188" y="306"/>
                    <a:pt x="188" y="308"/>
                    <a:pt x="187" y="310"/>
                  </a:cubicBezTo>
                  <a:cubicBezTo>
                    <a:pt x="187" y="311"/>
                    <a:pt x="186" y="312"/>
                    <a:pt x="185" y="313"/>
                  </a:cubicBezTo>
                  <a:cubicBezTo>
                    <a:pt x="185" y="314"/>
                    <a:pt x="185" y="316"/>
                    <a:pt x="185" y="317"/>
                  </a:cubicBezTo>
                  <a:cubicBezTo>
                    <a:pt x="184" y="321"/>
                    <a:pt x="181" y="325"/>
                    <a:pt x="179" y="329"/>
                  </a:cubicBezTo>
                  <a:cubicBezTo>
                    <a:pt x="178" y="331"/>
                    <a:pt x="177" y="333"/>
                    <a:pt x="176" y="335"/>
                  </a:cubicBezTo>
                  <a:cubicBezTo>
                    <a:pt x="175" y="337"/>
                    <a:pt x="173" y="338"/>
                    <a:pt x="172" y="340"/>
                  </a:cubicBezTo>
                  <a:cubicBezTo>
                    <a:pt x="169" y="344"/>
                    <a:pt x="174" y="347"/>
                    <a:pt x="177" y="349"/>
                  </a:cubicBezTo>
                  <a:cubicBezTo>
                    <a:pt x="179" y="350"/>
                    <a:pt x="180" y="350"/>
                    <a:pt x="181" y="352"/>
                  </a:cubicBezTo>
                  <a:cubicBezTo>
                    <a:pt x="181" y="355"/>
                    <a:pt x="181" y="357"/>
                    <a:pt x="181" y="359"/>
                  </a:cubicBezTo>
                  <a:cubicBezTo>
                    <a:pt x="181" y="362"/>
                    <a:pt x="180" y="370"/>
                    <a:pt x="176" y="370"/>
                  </a:cubicBezTo>
                  <a:cubicBezTo>
                    <a:pt x="174" y="369"/>
                    <a:pt x="172" y="368"/>
                    <a:pt x="170" y="368"/>
                  </a:cubicBezTo>
                  <a:cubicBezTo>
                    <a:pt x="167" y="367"/>
                    <a:pt x="164" y="367"/>
                    <a:pt x="162" y="367"/>
                  </a:cubicBezTo>
                  <a:cubicBezTo>
                    <a:pt x="158" y="368"/>
                    <a:pt x="153" y="371"/>
                    <a:pt x="150" y="375"/>
                  </a:cubicBezTo>
                  <a:cubicBezTo>
                    <a:pt x="148" y="378"/>
                    <a:pt x="146" y="383"/>
                    <a:pt x="144" y="386"/>
                  </a:cubicBezTo>
                  <a:cubicBezTo>
                    <a:pt x="142" y="388"/>
                    <a:pt x="143" y="390"/>
                    <a:pt x="143" y="392"/>
                  </a:cubicBezTo>
                  <a:cubicBezTo>
                    <a:pt x="143" y="395"/>
                    <a:pt x="141" y="396"/>
                    <a:pt x="140" y="398"/>
                  </a:cubicBezTo>
                  <a:cubicBezTo>
                    <a:pt x="137" y="403"/>
                    <a:pt x="140" y="407"/>
                    <a:pt x="142" y="411"/>
                  </a:cubicBezTo>
                  <a:cubicBezTo>
                    <a:pt x="143" y="414"/>
                    <a:pt x="143" y="414"/>
                    <a:pt x="141" y="416"/>
                  </a:cubicBezTo>
                  <a:cubicBezTo>
                    <a:pt x="140" y="418"/>
                    <a:pt x="140" y="420"/>
                    <a:pt x="141" y="422"/>
                  </a:cubicBezTo>
                  <a:cubicBezTo>
                    <a:pt x="142" y="425"/>
                    <a:pt x="141" y="427"/>
                    <a:pt x="141" y="429"/>
                  </a:cubicBezTo>
                  <a:cubicBezTo>
                    <a:pt x="140" y="432"/>
                    <a:pt x="141" y="434"/>
                    <a:pt x="142" y="437"/>
                  </a:cubicBezTo>
                  <a:cubicBezTo>
                    <a:pt x="143" y="441"/>
                    <a:pt x="145" y="445"/>
                    <a:pt x="144" y="450"/>
                  </a:cubicBezTo>
                  <a:cubicBezTo>
                    <a:pt x="144" y="453"/>
                    <a:pt x="144" y="456"/>
                    <a:pt x="143" y="458"/>
                  </a:cubicBezTo>
                  <a:cubicBezTo>
                    <a:pt x="143" y="461"/>
                    <a:pt x="142" y="463"/>
                    <a:pt x="142" y="466"/>
                  </a:cubicBezTo>
                  <a:cubicBezTo>
                    <a:pt x="142" y="468"/>
                    <a:pt x="143" y="470"/>
                    <a:pt x="145" y="472"/>
                  </a:cubicBezTo>
                  <a:cubicBezTo>
                    <a:pt x="146" y="474"/>
                    <a:pt x="148" y="474"/>
                    <a:pt x="150" y="475"/>
                  </a:cubicBezTo>
                  <a:cubicBezTo>
                    <a:pt x="153" y="477"/>
                    <a:pt x="155" y="482"/>
                    <a:pt x="155" y="485"/>
                  </a:cubicBezTo>
                  <a:cubicBezTo>
                    <a:pt x="155" y="488"/>
                    <a:pt x="155" y="489"/>
                    <a:pt x="154" y="491"/>
                  </a:cubicBezTo>
                  <a:cubicBezTo>
                    <a:pt x="153" y="493"/>
                    <a:pt x="154" y="495"/>
                    <a:pt x="152" y="496"/>
                  </a:cubicBezTo>
                  <a:cubicBezTo>
                    <a:pt x="150" y="496"/>
                    <a:pt x="146" y="496"/>
                    <a:pt x="145" y="497"/>
                  </a:cubicBezTo>
                  <a:cubicBezTo>
                    <a:pt x="143" y="499"/>
                    <a:pt x="145" y="503"/>
                    <a:pt x="145" y="505"/>
                  </a:cubicBezTo>
                  <a:cubicBezTo>
                    <a:pt x="146" y="510"/>
                    <a:pt x="150" y="515"/>
                    <a:pt x="150" y="520"/>
                  </a:cubicBezTo>
                  <a:cubicBezTo>
                    <a:pt x="150" y="523"/>
                    <a:pt x="149" y="525"/>
                    <a:pt x="149" y="528"/>
                  </a:cubicBezTo>
                  <a:cubicBezTo>
                    <a:pt x="149" y="531"/>
                    <a:pt x="149" y="534"/>
                    <a:pt x="147" y="536"/>
                  </a:cubicBezTo>
                  <a:cubicBezTo>
                    <a:pt x="146" y="538"/>
                    <a:pt x="144" y="540"/>
                    <a:pt x="142" y="541"/>
                  </a:cubicBezTo>
                  <a:cubicBezTo>
                    <a:pt x="140" y="542"/>
                    <a:pt x="137" y="541"/>
                    <a:pt x="136" y="544"/>
                  </a:cubicBezTo>
                  <a:cubicBezTo>
                    <a:pt x="135" y="546"/>
                    <a:pt x="138" y="548"/>
                    <a:pt x="136" y="550"/>
                  </a:cubicBezTo>
                  <a:cubicBezTo>
                    <a:pt x="135" y="552"/>
                    <a:pt x="133" y="552"/>
                    <a:pt x="133" y="554"/>
                  </a:cubicBezTo>
                  <a:cubicBezTo>
                    <a:pt x="133" y="557"/>
                    <a:pt x="134" y="560"/>
                    <a:pt x="134" y="563"/>
                  </a:cubicBezTo>
                  <a:cubicBezTo>
                    <a:pt x="135" y="566"/>
                    <a:pt x="134" y="568"/>
                    <a:pt x="133" y="571"/>
                  </a:cubicBezTo>
                  <a:cubicBezTo>
                    <a:pt x="133" y="573"/>
                    <a:pt x="132" y="582"/>
                    <a:pt x="129" y="580"/>
                  </a:cubicBezTo>
                  <a:cubicBezTo>
                    <a:pt x="125" y="579"/>
                    <a:pt x="129" y="572"/>
                    <a:pt x="123" y="572"/>
                  </a:cubicBezTo>
                  <a:cubicBezTo>
                    <a:pt x="123" y="571"/>
                    <a:pt x="123" y="570"/>
                    <a:pt x="123" y="569"/>
                  </a:cubicBezTo>
                  <a:cubicBezTo>
                    <a:pt x="121" y="570"/>
                    <a:pt x="121" y="570"/>
                    <a:pt x="119" y="570"/>
                  </a:cubicBezTo>
                  <a:cubicBezTo>
                    <a:pt x="119" y="570"/>
                    <a:pt x="119" y="569"/>
                    <a:pt x="118" y="569"/>
                  </a:cubicBezTo>
                  <a:cubicBezTo>
                    <a:pt x="117" y="570"/>
                    <a:pt x="114" y="569"/>
                    <a:pt x="114" y="567"/>
                  </a:cubicBezTo>
                  <a:cubicBezTo>
                    <a:pt x="113" y="566"/>
                    <a:pt x="114" y="565"/>
                    <a:pt x="114" y="565"/>
                  </a:cubicBezTo>
                  <a:cubicBezTo>
                    <a:pt x="114" y="564"/>
                    <a:pt x="113" y="563"/>
                    <a:pt x="112" y="562"/>
                  </a:cubicBezTo>
                  <a:cubicBezTo>
                    <a:pt x="112" y="561"/>
                    <a:pt x="112" y="560"/>
                    <a:pt x="112" y="559"/>
                  </a:cubicBezTo>
                  <a:cubicBezTo>
                    <a:pt x="112" y="558"/>
                    <a:pt x="111" y="558"/>
                    <a:pt x="112" y="557"/>
                  </a:cubicBezTo>
                  <a:cubicBezTo>
                    <a:pt x="112" y="555"/>
                    <a:pt x="112" y="554"/>
                    <a:pt x="112" y="553"/>
                  </a:cubicBezTo>
                  <a:cubicBezTo>
                    <a:pt x="112" y="552"/>
                    <a:pt x="112" y="550"/>
                    <a:pt x="111" y="549"/>
                  </a:cubicBezTo>
                  <a:cubicBezTo>
                    <a:pt x="111" y="550"/>
                    <a:pt x="110" y="556"/>
                    <a:pt x="108" y="555"/>
                  </a:cubicBezTo>
                  <a:cubicBezTo>
                    <a:pt x="107" y="555"/>
                    <a:pt x="108" y="551"/>
                    <a:pt x="107" y="550"/>
                  </a:cubicBezTo>
                  <a:cubicBezTo>
                    <a:pt x="106" y="548"/>
                    <a:pt x="105" y="549"/>
                    <a:pt x="105" y="551"/>
                  </a:cubicBezTo>
                  <a:cubicBezTo>
                    <a:pt x="105" y="551"/>
                    <a:pt x="107" y="555"/>
                    <a:pt x="105" y="555"/>
                  </a:cubicBezTo>
                  <a:cubicBezTo>
                    <a:pt x="103" y="557"/>
                    <a:pt x="107" y="557"/>
                    <a:pt x="108" y="559"/>
                  </a:cubicBezTo>
                  <a:cubicBezTo>
                    <a:pt x="109" y="561"/>
                    <a:pt x="110" y="564"/>
                    <a:pt x="108" y="566"/>
                  </a:cubicBezTo>
                  <a:cubicBezTo>
                    <a:pt x="107" y="567"/>
                    <a:pt x="106" y="567"/>
                    <a:pt x="106" y="569"/>
                  </a:cubicBezTo>
                  <a:cubicBezTo>
                    <a:pt x="105" y="570"/>
                    <a:pt x="106" y="571"/>
                    <a:pt x="105" y="572"/>
                  </a:cubicBezTo>
                  <a:cubicBezTo>
                    <a:pt x="105" y="574"/>
                    <a:pt x="105" y="577"/>
                    <a:pt x="103" y="574"/>
                  </a:cubicBezTo>
                  <a:cubicBezTo>
                    <a:pt x="103" y="575"/>
                    <a:pt x="103" y="575"/>
                    <a:pt x="103" y="576"/>
                  </a:cubicBezTo>
                  <a:cubicBezTo>
                    <a:pt x="101" y="576"/>
                    <a:pt x="102" y="574"/>
                    <a:pt x="100" y="575"/>
                  </a:cubicBezTo>
                  <a:cubicBezTo>
                    <a:pt x="99" y="575"/>
                    <a:pt x="99" y="578"/>
                    <a:pt x="97" y="578"/>
                  </a:cubicBezTo>
                  <a:cubicBezTo>
                    <a:pt x="96" y="578"/>
                    <a:pt x="95" y="576"/>
                    <a:pt x="95" y="575"/>
                  </a:cubicBezTo>
                  <a:cubicBezTo>
                    <a:pt x="94" y="573"/>
                    <a:pt x="92" y="572"/>
                    <a:pt x="90" y="571"/>
                  </a:cubicBezTo>
                  <a:cubicBezTo>
                    <a:pt x="89" y="574"/>
                    <a:pt x="95" y="576"/>
                    <a:pt x="92" y="579"/>
                  </a:cubicBezTo>
                  <a:cubicBezTo>
                    <a:pt x="91" y="580"/>
                    <a:pt x="84" y="579"/>
                    <a:pt x="85" y="583"/>
                  </a:cubicBezTo>
                  <a:cubicBezTo>
                    <a:pt x="86" y="583"/>
                    <a:pt x="89" y="582"/>
                    <a:pt x="88" y="584"/>
                  </a:cubicBezTo>
                  <a:cubicBezTo>
                    <a:pt x="88" y="586"/>
                    <a:pt x="86" y="586"/>
                    <a:pt x="84" y="586"/>
                  </a:cubicBezTo>
                  <a:cubicBezTo>
                    <a:pt x="83" y="586"/>
                    <a:pt x="81" y="585"/>
                    <a:pt x="81" y="586"/>
                  </a:cubicBezTo>
                  <a:cubicBezTo>
                    <a:pt x="81" y="588"/>
                    <a:pt x="83" y="588"/>
                    <a:pt x="81" y="589"/>
                  </a:cubicBezTo>
                  <a:cubicBezTo>
                    <a:pt x="82" y="589"/>
                    <a:pt x="83" y="589"/>
                    <a:pt x="83" y="590"/>
                  </a:cubicBezTo>
                  <a:cubicBezTo>
                    <a:pt x="83" y="591"/>
                    <a:pt x="80" y="591"/>
                    <a:pt x="79" y="592"/>
                  </a:cubicBezTo>
                  <a:cubicBezTo>
                    <a:pt x="78" y="593"/>
                    <a:pt x="77" y="594"/>
                    <a:pt x="76" y="595"/>
                  </a:cubicBezTo>
                  <a:cubicBezTo>
                    <a:pt x="75" y="596"/>
                    <a:pt x="74" y="596"/>
                    <a:pt x="74" y="597"/>
                  </a:cubicBezTo>
                  <a:cubicBezTo>
                    <a:pt x="73" y="598"/>
                    <a:pt x="74" y="599"/>
                    <a:pt x="73" y="599"/>
                  </a:cubicBezTo>
                  <a:cubicBezTo>
                    <a:pt x="73" y="600"/>
                    <a:pt x="71" y="600"/>
                    <a:pt x="71" y="601"/>
                  </a:cubicBezTo>
                  <a:cubicBezTo>
                    <a:pt x="70" y="602"/>
                    <a:pt x="70" y="603"/>
                    <a:pt x="69" y="604"/>
                  </a:cubicBezTo>
                  <a:cubicBezTo>
                    <a:pt x="68" y="605"/>
                    <a:pt x="66" y="605"/>
                    <a:pt x="65" y="607"/>
                  </a:cubicBezTo>
                  <a:cubicBezTo>
                    <a:pt x="64" y="608"/>
                    <a:pt x="63" y="610"/>
                    <a:pt x="62" y="608"/>
                  </a:cubicBezTo>
                  <a:cubicBezTo>
                    <a:pt x="61" y="608"/>
                    <a:pt x="62" y="605"/>
                    <a:pt x="61" y="604"/>
                  </a:cubicBezTo>
                  <a:cubicBezTo>
                    <a:pt x="61" y="606"/>
                    <a:pt x="60" y="608"/>
                    <a:pt x="59" y="609"/>
                  </a:cubicBezTo>
                  <a:cubicBezTo>
                    <a:pt x="58" y="611"/>
                    <a:pt x="57" y="610"/>
                    <a:pt x="55" y="611"/>
                  </a:cubicBezTo>
                  <a:cubicBezTo>
                    <a:pt x="53" y="611"/>
                    <a:pt x="52" y="613"/>
                    <a:pt x="51" y="613"/>
                  </a:cubicBezTo>
                  <a:cubicBezTo>
                    <a:pt x="49" y="613"/>
                    <a:pt x="48" y="612"/>
                    <a:pt x="47" y="612"/>
                  </a:cubicBezTo>
                  <a:cubicBezTo>
                    <a:pt x="46" y="611"/>
                    <a:pt x="45" y="612"/>
                    <a:pt x="45" y="612"/>
                  </a:cubicBezTo>
                  <a:cubicBezTo>
                    <a:pt x="44" y="611"/>
                    <a:pt x="44" y="611"/>
                    <a:pt x="43" y="611"/>
                  </a:cubicBezTo>
                  <a:cubicBezTo>
                    <a:pt x="43" y="610"/>
                    <a:pt x="44" y="610"/>
                    <a:pt x="43" y="610"/>
                  </a:cubicBezTo>
                  <a:cubicBezTo>
                    <a:pt x="42" y="610"/>
                    <a:pt x="41" y="610"/>
                    <a:pt x="40" y="610"/>
                  </a:cubicBezTo>
                  <a:cubicBezTo>
                    <a:pt x="40" y="610"/>
                    <a:pt x="37" y="608"/>
                    <a:pt x="37" y="608"/>
                  </a:cubicBezTo>
                  <a:cubicBezTo>
                    <a:pt x="36" y="607"/>
                    <a:pt x="37" y="606"/>
                    <a:pt x="36" y="606"/>
                  </a:cubicBezTo>
                  <a:cubicBezTo>
                    <a:pt x="36" y="605"/>
                    <a:pt x="35" y="606"/>
                    <a:pt x="35" y="605"/>
                  </a:cubicBezTo>
                  <a:cubicBezTo>
                    <a:pt x="35" y="605"/>
                    <a:pt x="35" y="604"/>
                    <a:pt x="36" y="604"/>
                  </a:cubicBezTo>
                  <a:cubicBezTo>
                    <a:pt x="34" y="604"/>
                    <a:pt x="34" y="604"/>
                    <a:pt x="33" y="604"/>
                  </a:cubicBezTo>
                  <a:cubicBezTo>
                    <a:pt x="31" y="603"/>
                    <a:pt x="31" y="604"/>
                    <a:pt x="29" y="603"/>
                  </a:cubicBezTo>
                  <a:cubicBezTo>
                    <a:pt x="28" y="603"/>
                    <a:pt x="27" y="602"/>
                    <a:pt x="25" y="601"/>
                  </a:cubicBezTo>
                  <a:cubicBezTo>
                    <a:pt x="23" y="600"/>
                    <a:pt x="22" y="600"/>
                    <a:pt x="21" y="598"/>
                  </a:cubicBezTo>
                  <a:cubicBezTo>
                    <a:pt x="21" y="596"/>
                    <a:pt x="21" y="596"/>
                    <a:pt x="19" y="596"/>
                  </a:cubicBezTo>
                  <a:cubicBezTo>
                    <a:pt x="18" y="595"/>
                    <a:pt x="17" y="596"/>
                    <a:pt x="17" y="595"/>
                  </a:cubicBezTo>
                  <a:cubicBezTo>
                    <a:pt x="15" y="594"/>
                    <a:pt x="14" y="590"/>
                    <a:pt x="12" y="589"/>
                  </a:cubicBezTo>
                  <a:cubicBezTo>
                    <a:pt x="12" y="588"/>
                    <a:pt x="11" y="587"/>
                    <a:pt x="11" y="586"/>
                  </a:cubicBezTo>
                  <a:cubicBezTo>
                    <a:pt x="11" y="585"/>
                    <a:pt x="12" y="584"/>
                    <a:pt x="12" y="583"/>
                  </a:cubicBezTo>
                  <a:cubicBezTo>
                    <a:pt x="13" y="581"/>
                    <a:pt x="13" y="579"/>
                    <a:pt x="13" y="577"/>
                  </a:cubicBezTo>
                  <a:cubicBezTo>
                    <a:pt x="13" y="576"/>
                    <a:pt x="12" y="576"/>
                    <a:pt x="13" y="575"/>
                  </a:cubicBezTo>
                  <a:cubicBezTo>
                    <a:pt x="14" y="575"/>
                    <a:pt x="15" y="575"/>
                    <a:pt x="16" y="575"/>
                  </a:cubicBezTo>
                  <a:cubicBezTo>
                    <a:pt x="15" y="577"/>
                    <a:pt x="14" y="579"/>
                    <a:pt x="15" y="581"/>
                  </a:cubicBezTo>
                  <a:cubicBezTo>
                    <a:pt x="16" y="581"/>
                    <a:pt x="16" y="577"/>
                    <a:pt x="18" y="577"/>
                  </a:cubicBezTo>
                  <a:cubicBezTo>
                    <a:pt x="19" y="578"/>
                    <a:pt x="19" y="579"/>
                    <a:pt x="20" y="580"/>
                  </a:cubicBezTo>
                  <a:cubicBezTo>
                    <a:pt x="20" y="580"/>
                    <a:pt x="23" y="582"/>
                    <a:pt x="24" y="582"/>
                  </a:cubicBezTo>
                  <a:cubicBezTo>
                    <a:pt x="26" y="582"/>
                    <a:pt x="22" y="580"/>
                    <a:pt x="22" y="579"/>
                  </a:cubicBezTo>
                  <a:cubicBezTo>
                    <a:pt x="22" y="577"/>
                    <a:pt x="28" y="577"/>
                    <a:pt x="29" y="575"/>
                  </a:cubicBezTo>
                  <a:cubicBezTo>
                    <a:pt x="28" y="575"/>
                    <a:pt x="26" y="575"/>
                    <a:pt x="25" y="575"/>
                  </a:cubicBezTo>
                  <a:cubicBezTo>
                    <a:pt x="23" y="576"/>
                    <a:pt x="22" y="577"/>
                    <a:pt x="21" y="577"/>
                  </a:cubicBezTo>
                  <a:cubicBezTo>
                    <a:pt x="21" y="577"/>
                    <a:pt x="21" y="576"/>
                    <a:pt x="21" y="576"/>
                  </a:cubicBezTo>
                  <a:cubicBezTo>
                    <a:pt x="21" y="575"/>
                    <a:pt x="20" y="575"/>
                    <a:pt x="20" y="574"/>
                  </a:cubicBezTo>
                  <a:cubicBezTo>
                    <a:pt x="20" y="572"/>
                    <a:pt x="20" y="572"/>
                    <a:pt x="21" y="572"/>
                  </a:cubicBezTo>
                  <a:cubicBezTo>
                    <a:pt x="22" y="571"/>
                    <a:pt x="21" y="571"/>
                    <a:pt x="22" y="570"/>
                  </a:cubicBezTo>
                  <a:cubicBezTo>
                    <a:pt x="22" y="569"/>
                    <a:pt x="23" y="569"/>
                    <a:pt x="23" y="568"/>
                  </a:cubicBezTo>
                  <a:cubicBezTo>
                    <a:pt x="25" y="566"/>
                    <a:pt x="26" y="566"/>
                    <a:pt x="28" y="564"/>
                  </a:cubicBezTo>
                  <a:cubicBezTo>
                    <a:pt x="27" y="564"/>
                    <a:pt x="25" y="563"/>
                    <a:pt x="24" y="563"/>
                  </a:cubicBezTo>
                  <a:cubicBezTo>
                    <a:pt x="22" y="563"/>
                    <a:pt x="22" y="562"/>
                    <a:pt x="23" y="561"/>
                  </a:cubicBezTo>
                  <a:cubicBezTo>
                    <a:pt x="24" y="560"/>
                    <a:pt x="25" y="558"/>
                    <a:pt x="26" y="557"/>
                  </a:cubicBezTo>
                  <a:cubicBezTo>
                    <a:pt x="27" y="556"/>
                    <a:pt x="29" y="556"/>
                    <a:pt x="30" y="555"/>
                  </a:cubicBezTo>
                  <a:cubicBezTo>
                    <a:pt x="29" y="555"/>
                    <a:pt x="28" y="556"/>
                    <a:pt x="27" y="555"/>
                  </a:cubicBezTo>
                  <a:cubicBezTo>
                    <a:pt x="27" y="554"/>
                    <a:pt x="27" y="552"/>
                    <a:pt x="27" y="551"/>
                  </a:cubicBezTo>
                  <a:cubicBezTo>
                    <a:pt x="24" y="552"/>
                    <a:pt x="25" y="560"/>
                    <a:pt x="20" y="558"/>
                  </a:cubicBezTo>
                  <a:cubicBezTo>
                    <a:pt x="17" y="557"/>
                    <a:pt x="18" y="555"/>
                    <a:pt x="16" y="558"/>
                  </a:cubicBezTo>
                  <a:cubicBezTo>
                    <a:pt x="15" y="559"/>
                    <a:pt x="13" y="560"/>
                    <a:pt x="12" y="561"/>
                  </a:cubicBezTo>
                  <a:cubicBezTo>
                    <a:pt x="12" y="563"/>
                    <a:pt x="10" y="566"/>
                    <a:pt x="9" y="563"/>
                  </a:cubicBezTo>
                  <a:cubicBezTo>
                    <a:pt x="9" y="563"/>
                    <a:pt x="10" y="562"/>
                    <a:pt x="10" y="561"/>
                  </a:cubicBezTo>
                  <a:cubicBezTo>
                    <a:pt x="9" y="561"/>
                    <a:pt x="9" y="562"/>
                    <a:pt x="8" y="562"/>
                  </a:cubicBezTo>
                  <a:cubicBezTo>
                    <a:pt x="5" y="561"/>
                    <a:pt x="7" y="556"/>
                    <a:pt x="7" y="554"/>
                  </a:cubicBezTo>
                  <a:cubicBezTo>
                    <a:pt x="7" y="553"/>
                    <a:pt x="9" y="549"/>
                    <a:pt x="10" y="552"/>
                  </a:cubicBezTo>
                  <a:cubicBezTo>
                    <a:pt x="10" y="554"/>
                    <a:pt x="8" y="556"/>
                    <a:pt x="10" y="556"/>
                  </a:cubicBezTo>
                  <a:cubicBezTo>
                    <a:pt x="13" y="556"/>
                    <a:pt x="12" y="553"/>
                    <a:pt x="12" y="552"/>
                  </a:cubicBezTo>
                  <a:cubicBezTo>
                    <a:pt x="12" y="551"/>
                    <a:pt x="14" y="550"/>
                    <a:pt x="15" y="551"/>
                  </a:cubicBezTo>
                  <a:cubicBezTo>
                    <a:pt x="16" y="551"/>
                    <a:pt x="15" y="551"/>
                    <a:pt x="16" y="551"/>
                  </a:cubicBezTo>
                  <a:cubicBezTo>
                    <a:pt x="16" y="552"/>
                    <a:pt x="16" y="552"/>
                    <a:pt x="17" y="552"/>
                  </a:cubicBezTo>
                  <a:cubicBezTo>
                    <a:pt x="18" y="552"/>
                    <a:pt x="18" y="552"/>
                    <a:pt x="18" y="551"/>
                  </a:cubicBezTo>
                  <a:cubicBezTo>
                    <a:pt x="18" y="551"/>
                    <a:pt x="17" y="550"/>
                    <a:pt x="18" y="548"/>
                  </a:cubicBezTo>
                  <a:cubicBezTo>
                    <a:pt x="18" y="547"/>
                    <a:pt x="19" y="547"/>
                    <a:pt x="20" y="547"/>
                  </a:cubicBezTo>
                  <a:cubicBezTo>
                    <a:pt x="21" y="547"/>
                    <a:pt x="26" y="546"/>
                    <a:pt x="25" y="545"/>
                  </a:cubicBezTo>
                  <a:cubicBezTo>
                    <a:pt x="24" y="543"/>
                    <a:pt x="21" y="547"/>
                    <a:pt x="20" y="546"/>
                  </a:cubicBezTo>
                  <a:cubicBezTo>
                    <a:pt x="20" y="546"/>
                    <a:pt x="20" y="545"/>
                    <a:pt x="20" y="544"/>
                  </a:cubicBezTo>
                  <a:cubicBezTo>
                    <a:pt x="18" y="544"/>
                    <a:pt x="18" y="546"/>
                    <a:pt x="16" y="546"/>
                  </a:cubicBezTo>
                  <a:cubicBezTo>
                    <a:pt x="16" y="544"/>
                    <a:pt x="14" y="543"/>
                    <a:pt x="15" y="541"/>
                  </a:cubicBezTo>
                  <a:cubicBezTo>
                    <a:pt x="17" y="539"/>
                    <a:pt x="18" y="540"/>
                    <a:pt x="20" y="539"/>
                  </a:cubicBezTo>
                  <a:cubicBezTo>
                    <a:pt x="21" y="538"/>
                    <a:pt x="20" y="537"/>
                    <a:pt x="21" y="536"/>
                  </a:cubicBezTo>
                  <a:cubicBezTo>
                    <a:pt x="22" y="535"/>
                    <a:pt x="25" y="534"/>
                    <a:pt x="26" y="533"/>
                  </a:cubicBezTo>
                  <a:cubicBezTo>
                    <a:pt x="26" y="532"/>
                    <a:pt x="24" y="533"/>
                    <a:pt x="24" y="533"/>
                  </a:cubicBezTo>
                  <a:cubicBezTo>
                    <a:pt x="22" y="530"/>
                    <a:pt x="24" y="529"/>
                    <a:pt x="26" y="527"/>
                  </a:cubicBezTo>
                  <a:cubicBezTo>
                    <a:pt x="27" y="525"/>
                    <a:pt x="28" y="523"/>
                    <a:pt x="31" y="522"/>
                  </a:cubicBezTo>
                  <a:cubicBezTo>
                    <a:pt x="31" y="521"/>
                    <a:pt x="36" y="518"/>
                    <a:pt x="33" y="518"/>
                  </a:cubicBezTo>
                  <a:cubicBezTo>
                    <a:pt x="32" y="518"/>
                    <a:pt x="31" y="520"/>
                    <a:pt x="30" y="520"/>
                  </a:cubicBezTo>
                  <a:cubicBezTo>
                    <a:pt x="29" y="521"/>
                    <a:pt x="28" y="521"/>
                    <a:pt x="27" y="521"/>
                  </a:cubicBezTo>
                  <a:cubicBezTo>
                    <a:pt x="24" y="519"/>
                    <a:pt x="24" y="522"/>
                    <a:pt x="24" y="524"/>
                  </a:cubicBezTo>
                  <a:cubicBezTo>
                    <a:pt x="24" y="524"/>
                    <a:pt x="23" y="527"/>
                    <a:pt x="23" y="527"/>
                  </a:cubicBezTo>
                  <a:cubicBezTo>
                    <a:pt x="22" y="528"/>
                    <a:pt x="22" y="527"/>
                    <a:pt x="21" y="527"/>
                  </a:cubicBezTo>
                  <a:cubicBezTo>
                    <a:pt x="20" y="528"/>
                    <a:pt x="20" y="529"/>
                    <a:pt x="19" y="531"/>
                  </a:cubicBezTo>
                  <a:cubicBezTo>
                    <a:pt x="19" y="532"/>
                    <a:pt x="18" y="532"/>
                    <a:pt x="18" y="533"/>
                  </a:cubicBezTo>
                  <a:cubicBezTo>
                    <a:pt x="18" y="534"/>
                    <a:pt x="18" y="536"/>
                    <a:pt x="17" y="537"/>
                  </a:cubicBezTo>
                  <a:cubicBezTo>
                    <a:pt x="16" y="537"/>
                    <a:pt x="15" y="537"/>
                    <a:pt x="15" y="537"/>
                  </a:cubicBezTo>
                  <a:cubicBezTo>
                    <a:pt x="15" y="536"/>
                    <a:pt x="16" y="536"/>
                    <a:pt x="16" y="535"/>
                  </a:cubicBezTo>
                  <a:cubicBezTo>
                    <a:pt x="16" y="534"/>
                    <a:pt x="16" y="533"/>
                    <a:pt x="16" y="532"/>
                  </a:cubicBezTo>
                  <a:cubicBezTo>
                    <a:pt x="16" y="531"/>
                    <a:pt x="17" y="530"/>
                    <a:pt x="16" y="530"/>
                  </a:cubicBezTo>
                  <a:cubicBezTo>
                    <a:pt x="15" y="530"/>
                    <a:pt x="14" y="531"/>
                    <a:pt x="13" y="532"/>
                  </a:cubicBezTo>
                  <a:cubicBezTo>
                    <a:pt x="13" y="531"/>
                    <a:pt x="13" y="531"/>
                    <a:pt x="14" y="530"/>
                  </a:cubicBezTo>
                  <a:cubicBezTo>
                    <a:pt x="14" y="529"/>
                    <a:pt x="14" y="528"/>
                    <a:pt x="14" y="528"/>
                  </a:cubicBezTo>
                  <a:cubicBezTo>
                    <a:pt x="14" y="527"/>
                    <a:pt x="15" y="524"/>
                    <a:pt x="15" y="523"/>
                  </a:cubicBezTo>
                  <a:cubicBezTo>
                    <a:pt x="13" y="523"/>
                    <a:pt x="12" y="528"/>
                    <a:pt x="11" y="529"/>
                  </a:cubicBezTo>
                  <a:cubicBezTo>
                    <a:pt x="11" y="530"/>
                    <a:pt x="10" y="531"/>
                    <a:pt x="9" y="531"/>
                  </a:cubicBezTo>
                  <a:cubicBezTo>
                    <a:pt x="8" y="531"/>
                    <a:pt x="8" y="529"/>
                    <a:pt x="7" y="528"/>
                  </a:cubicBezTo>
                  <a:cubicBezTo>
                    <a:pt x="8" y="527"/>
                    <a:pt x="5" y="526"/>
                    <a:pt x="5" y="525"/>
                  </a:cubicBezTo>
                  <a:cubicBezTo>
                    <a:pt x="5" y="523"/>
                    <a:pt x="6" y="522"/>
                    <a:pt x="7" y="522"/>
                  </a:cubicBezTo>
                  <a:cubicBezTo>
                    <a:pt x="7" y="521"/>
                    <a:pt x="7" y="516"/>
                    <a:pt x="9" y="518"/>
                  </a:cubicBezTo>
                  <a:cubicBezTo>
                    <a:pt x="10" y="518"/>
                    <a:pt x="11" y="521"/>
                    <a:pt x="12" y="521"/>
                  </a:cubicBezTo>
                  <a:cubicBezTo>
                    <a:pt x="14" y="522"/>
                    <a:pt x="15" y="520"/>
                    <a:pt x="15" y="518"/>
                  </a:cubicBezTo>
                  <a:cubicBezTo>
                    <a:pt x="16" y="516"/>
                    <a:pt x="17" y="515"/>
                    <a:pt x="16" y="512"/>
                  </a:cubicBezTo>
                  <a:cubicBezTo>
                    <a:pt x="15" y="505"/>
                    <a:pt x="12" y="515"/>
                    <a:pt x="10" y="513"/>
                  </a:cubicBezTo>
                  <a:cubicBezTo>
                    <a:pt x="10" y="512"/>
                    <a:pt x="10" y="510"/>
                    <a:pt x="10" y="510"/>
                  </a:cubicBezTo>
                  <a:cubicBezTo>
                    <a:pt x="10" y="509"/>
                    <a:pt x="8" y="506"/>
                    <a:pt x="7" y="506"/>
                  </a:cubicBezTo>
                  <a:cubicBezTo>
                    <a:pt x="8" y="505"/>
                    <a:pt x="11" y="504"/>
                    <a:pt x="10" y="503"/>
                  </a:cubicBezTo>
                  <a:cubicBezTo>
                    <a:pt x="10" y="503"/>
                    <a:pt x="5" y="506"/>
                    <a:pt x="5" y="504"/>
                  </a:cubicBezTo>
                  <a:cubicBezTo>
                    <a:pt x="3" y="504"/>
                    <a:pt x="3" y="504"/>
                    <a:pt x="2" y="503"/>
                  </a:cubicBezTo>
                  <a:cubicBezTo>
                    <a:pt x="2" y="502"/>
                    <a:pt x="1" y="500"/>
                    <a:pt x="1" y="500"/>
                  </a:cubicBezTo>
                  <a:cubicBezTo>
                    <a:pt x="1" y="499"/>
                    <a:pt x="2" y="497"/>
                    <a:pt x="3" y="496"/>
                  </a:cubicBezTo>
                  <a:cubicBezTo>
                    <a:pt x="4" y="495"/>
                    <a:pt x="5" y="496"/>
                    <a:pt x="7" y="496"/>
                  </a:cubicBezTo>
                  <a:cubicBezTo>
                    <a:pt x="7" y="497"/>
                    <a:pt x="9" y="496"/>
                    <a:pt x="9" y="497"/>
                  </a:cubicBezTo>
                  <a:cubicBezTo>
                    <a:pt x="10" y="497"/>
                    <a:pt x="10" y="497"/>
                    <a:pt x="10" y="497"/>
                  </a:cubicBezTo>
                  <a:cubicBezTo>
                    <a:pt x="11" y="497"/>
                    <a:pt x="11" y="496"/>
                    <a:pt x="11" y="496"/>
                  </a:cubicBezTo>
                  <a:cubicBezTo>
                    <a:pt x="12" y="495"/>
                    <a:pt x="13" y="495"/>
                    <a:pt x="14" y="495"/>
                  </a:cubicBezTo>
                  <a:cubicBezTo>
                    <a:pt x="15" y="495"/>
                    <a:pt x="15" y="494"/>
                    <a:pt x="16" y="494"/>
                  </a:cubicBezTo>
                  <a:cubicBezTo>
                    <a:pt x="17" y="496"/>
                    <a:pt x="18" y="494"/>
                    <a:pt x="19" y="493"/>
                  </a:cubicBezTo>
                  <a:cubicBezTo>
                    <a:pt x="21" y="493"/>
                    <a:pt x="22" y="494"/>
                    <a:pt x="23" y="494"/>
                  </a:cubicBezTo>
                  <a:cubicBezTo>
                    <a:pt x="25" y="495"/>
                    <a:pt x="25" y="494"/>
                    <a:pt x="26" y="495"/>
                  </a:cubicBezTo>
                  <a:cubicBezTo>
                    <a:pt x="26" y="495"/>
                    <a:pt x="26" y="496"/>
                    <a:pt x="26" y="496"/>
                  </a:cubicBezTo>
                  <a:cubicBezTo>
                    <a:pt x="27" y="497"/>
                    <a:pt x="27" y="496"/>
                    <a:pt x="28" y="496"/>
                  </a:cubicBezTo>
                  <a:cubicBezTo>
                    <a:pt x="28" y="496"/>
                    <a:pt x="28" y="496"/>
                    <a:pt x="28" y="496"/>
                  </a:cubicBezTo>
                  <a:cubicBezTo>
                    <a:pt x="29" y="496"/>
                    <a:pt x="29" y="495"/>
                    <a:pt x="30" y="495"/>
                  </a:cubicBezTo>
                  <a:cubicBezTo>
                    <a:pt x="30" y="494"/>
                    <a:pt x="31" y="493"/>
                    <a:pt x="32" y="493"/>
                  </a:cubicBezTo>
                  <a:cubicBezTo>
                    <a:pt x="34" y="491"/>
                    <a:pt x="36" y="491"/>
                    <a:pt x="38" y="493"/>
                  </a:cubicBezTo>
                  <a:cubicBezTo>
                    <a:pt x="39" y="494"/>
                    <a:pt x="41" y="497"/>
                    <a:pt x="40" y="498"/>
                  </a:cubicBezTo>
                  <a:cubicBezTo>
                    <a:pt x="39" y="499"/>
                    <a:pt x="37" y="499"/>
                    <a:pt x="37" y="501"/>
                  </a:cubicBezTo>
                  <a:cubicBezTo>
                    <a:pt x="38" y="501"/>
                    <a:pt x="40" y="499"/>
                    <a:pt x="42" y="500"/>
                  </a:cubicBezTo>
                  <a:cubicBezTo>
                    <a:pt x="43" y="501"/>
                    <a:pt x="42" y="503"/>
                    <a:pt x="43" y="503"/>
                  </a:cubicBezTo>
                  <a:cubicBezTo>
                    <a:pt x="46" y="499"/>
                    <a:pt x="37" y="494"/>
                    <a:pt x="45" y="494"/>
                  </a:cubicBezTo>
                  <a:cubicBezTo>
                    <a:pt x="46" y="493"/>
                    <a:pt x="47" y="494"/>
                    <a:pt x="48" y="494"/>
                  </a:cubicBezTo>
                  <a:cubicBezTo>
                    <a:pt x="49" y="494"/>
                    <a:pt x="48" y="494"/>
                    <a:pt x="48" y="492"/>
                  </a:cubicBezTo>
                  <a:cubicBezTo>
                    <a:pt x="49" y="491"/>
                    <a:pt x="54" y="491"/>
                    <a:pt x="54" y="490"/>
                  </a:cubicBezTo>
                  <a:cubicBezTo>
                    <a:pt x="54" y="490"/>
                    <a:pt x="49" y="488"/>
                    <a:pt x="48" y="488"/>
                  </a:cubicBezTo>
                  <a:cubicBezTo>
                    <a:pt x="48" y="486"/>
                    <a:pt x="48" y="483"/>
                    <a:pt x="49" y="481"/>
                  </a:cubicBezTo>
                  <a:cubicBezTo>
                    <a:pt x="50" y="480"/>
                    <a:pt x="52" y="479"/>
                    <a:pt x="51" y="478"/>
                  </a:cubicBezTo>
                  <a:cubicBezTo>
                    <a:pt x="49" y="478"/>
                    <a:pt x="47" y="481"/>
                    <a:pt x="46" y="482"/>
                  </a:cubicBezTo>
                  <a:cubicBezTo>
                    <a:pt x="45" y="484"/>
                    <a:pt x="45" y="485"/>
                    <a:pt x="46" y="487"/>
                  </a:cubicBezTo>
                  <a:cubicBezTo>
                    <a:pt x="46" y="489"/>
                    <a:pt x="47" y="490"/>
                    <a:pt x="45" y="491"/>
                  </a:cubicBezTo>
                  <a:cubicBezTo>
                    <a:pt x="43" y="492"/>
                    <a:pt x="40" y="491"/>
                    <a:pt x="38" y="490"/>
                  </a:cubicBezTo>
                  <a:cubicBezTo>
                    <a:pt x="37" y="490"/>
                    <a:pt x="34" y="489"/>
                    <a:pt x="33" y="488"/>
                  </a:cubicBezTo>
                  <a:cubicBezTo>
                    <a:pt x="32" y="487"/>
                    <a:pt x="35" y="484"/>
                    <a:pt x="34" y="482"/>
                  </a:cubicBezTo>
                  <a:cubicBezTo>
                    <a:pt x="33" y="482"/>
                    <a:pt x="33" y="484"/>
                    <a:pt x="33" y="485"/>
                  </a:cubicBezTo>
                  <a:cubicBezTo>
                    <a:pt x="32" y="486"/>
                    <a:pt x="31" y="486"/>
                    <a:pt x="30" y="487"/>
                  </a:cubicBezTo>
                  <a:cubicBezTo>
                    <a:pt x="29" y="489"/>
                    <a:pt x="32" y="494"/>
                    <a:pt x="28" y="492"/>
                  </a:cubicBezTo>
                  <a:cubicBezTo>
                    <a:pt x="27" y="492"/>
                    <a:pt x="26" y="491"/>
                    <a:pt x="25" y="491"/>
                  </a:cubicBezTo>
                  <a:cubicBezTo>
                    <a:pt x="24" y="490"/>
                    <a:pt x="23" y="491"/>
                    <a:pt x="22" y="491"/>
                  </a:cubicBezTo>
                  <a:cubicBezTo>
                    <a:pt x="22" y="491"/>
                    <a:pt x="22" y="490"/>
                    <a:pt x="22" y="490"/>
                  </a:cubicBezTo>
                  <a:cubicBezTo>
                    <a:pt x="21" y="490"/>
                    <a:pt x="20" y="490"/>
                    <a:pt x="20" y="490"/>
                  </a:cubicBezTo>
                  <a:cubicBezTo>
                    <a:pt x="19" y="490"/>
                    <a:pt x="17" y="492"/>
                    <a:pt x="17" y="490"/>
                  </a:cubicBezTo>
                  <a:cubicBezTo>
                    <a:pt x="16" y="490"/>
                    <a:pt x="15" y="491"/>
                    <a:pt x="14" y="492"/>
                  </a:cubicBezTo>
                  <a:cubicBezTo>
                    <a:pt x="13" y="492"/>
                    <a:pt x="12" y="492"/>
                    <a:pt x="11" y="493"/>
                  </a:cubicBezTo>
                  <a:cubicBezTo>
                    <a:pt x="11" y="493"/>
                    <a:pt x="11" y="493"/>
                    <a:pt x="10" y="494"/>
                  </a:cubicBezTo>
                  <a:cubicBezTo>
                    <a:pt x="10" y="494"/>
                    <a:pt x="5" y="493"/>
                    <a:pt x="4" y="492"/>
                  </a:cubicBezTo>
                  <a:cubicBezTo>
                    <a:pt x="4" y="491"/>
                    <a:pt x="6" y="491"/>
                    <a:pt x="4" y="489"/>
                  </a:cubicBezTo>
                  <a:cubicBezTo>
                    <a:pt x="4" y="489"/>
                    <a:pt x="3" y="489"/>
                    <a:pt x="2" y="488"/>
                  </a:cubicBezTo>
                  <a:cubicBezTo>
                    <a:pt x="0" y="487"/>
                    <a:pt x="5" y="485"/>
                    <a:pt x="6" y="484"/>
                  </a:cubicBezTo>
                  <a:cubicBezTo>
                    <a:pt x="6" y="485"/>
                    <a:pt x="6" y="487"/>
                    <a:pt x="7" y="487"/>
                  </a:cubicBezTo>
                  <a:cubicBezTo>
                    <a:pt x="8" y="487"/>
                    <a:pt x="7" y="485"/>
                    <a:pt x="8" y="485"/>
                  </a:cubicBezTo>
                  <a:cubicBezTo>
                    <a:pt x="9" y="483"/>
                    <a:pt x="11" y="484"/>
                    <a:pt x="12" y="483"/>
                  </a:cubicBezTo>
                  <a:cubicBezTo>
                    <a:pt x="11" y="482"/>
                    <a:pt x="8" y="483"/>
                    <a:pt x="6" y="484"/>
                  </a:cubicBezTo>
                  <a:cubicBezTo>
                    <a:pt x="5" y="484"/>
                    <a:pt x="0" y="485"/>
                    <a:pt x="2" y="482"/>
                  </a:cubicBezTo>
                  <a:cubicBezTo>
                    <a:pt x="3" y="481"/>
                    <a:pt x="6" y="479"/>
                    <a:pt x="7" y="479"/>
                  </a:cubicBezTo>
                  <a:cubicBezTo>
                    <a:pt x="9" y="479"/>
                    <a:pt x="10" y="480"/>
                    <a:pt x="11" y="480"/>
                  </a:cubicBezTo>
                  <a:cubicBezTo>
                    <a:pt x="13" y="480"/>
                    <a:pt x="14" y="479"/>
                    <a:pt x="16" y="478"/>
                  </a:cubicBezTo>
                  <a:cubicBezTo>
                    <a:pt x="14" y="478"/>
                    <a:pt x="12" y="479"/>
                    <a:pt x="10" y="479"/>
                  </a:cubicBezTo>
                  <a:cubicBezTo>
                    <a:pt x="8" y="479"/>
                    <a:pt x="6" y="477"/>
                    <a:pt x="5" y="476"/>
                  </a:cubicBezTo>
                  <a:cubicBezTo>
                    <a:pt x="6" y="475"/>
                    <a:pt x="7" y="476"/>
                    <a:pt x="8" y="475"/>
                  </a:cubicBezTo>
                  <a:cubicBezTo>
                    <a:pt x="8" y="473"/>
                    <a:pt x="7" y="473"/>
                    <a:pt x="5" y="472"/>
                  </a:cubicBezTo>
                  <a:cubicBezTo>
                    <a:pt x="4" y="472"/>
                    <a:pt x="1" y="473"/>
                    <a:pt x="0" y="471"/>
                  </a:cubicBezTo>
                  <a:cubicBezTo>
                    <a:pt x="0" y="469"/>
                    <a:pt x="2" y="468"/>
                    <a:pt x="3" y="468"/>
                  </a:cubicBezTo>
                  <a:cubicBezTo>
                    <a:pt x="3" y="469"/>
                    <a:pt x="4" y="468"/>
                    <a:pt x="5" y="467"/>
                  </a:cubicBezTo>
                  <a:cubicBezTo>
                    <a:pt x="5" y="466"/>
                    <a:pt x="5" y="466"/>
                    <a:pt x="6" y="465"/>
                  </a:cubicBezTo>
                  <a:cubicBezTo>
                    <a:pt x="6" y="464"/>
                    <a:pt x="7" y="464"/>
                    <a:pt x="7" y="464"/>
                  </a:cubicBezTo>
                  <a:cubicBezTo>
                    <a:pt x="7" y="463"/>
                    <a:pt x="7" y="463"/>
                    <a:pt x="7" y="462"/>
                  </a:cubicBezTo>
                  <a:cubicBezTo>
                    <a:pt x="8" y="461"/>
                    <a:pt x="9" y="461"/>
                    <a:pt x="11" y="461"/>
                  </a:cubicBezTo>
                  <a:cubicBezTo>
                    <a:pt x="11" y="461"/>
                    <a:pt x="11" y="461"/>
                    <a:pt x="11" y="461"/>
                  </a:cubicBezTo>
                  <a:cubicBezTo>
                    <a:pt x="11" y="462"/>
                    <a:pt x="14" y="461"/>
                    <a:pt x="14" y="461"/>
                  </a:cubicBezTo>
                  <a:cubicBezTo>
                    <a:pt x="17" y="462"/>
                    <a:pt x="14" y="462"/>
                    <a:pt x="14" y="464"/>
                  </a:cubicBezTo>
                  <a:cubicBezTo>
                    <a:pt x="15" y="464"/>
                    <a:pt x="19" y="463"/>
                    <a:pt x="20" y="463"/>
                  </a:cubicBezTo>
                  <a:cubicBezTo>
                    <a:pt x="21" y="464"/>
                    <a:pt x="19" y="466"/>
                    <a:pt x="19" y="467"/>
                  </a:cubicBezTo>
                  <a:cubicBezTo>
                    <a:pt x="20" y="466"/>
                    <a:pt x="21" y="465"/>
                    <a:pt x="22" y="464"/>
                  </a:cubicBezTo>
                  <a:cubicBezTo>
                    <a:pt x="23" y="464"/>
                    <a:pt x="23" y="466"/>
                    <a:pt x="24" y="466"/>
                  </a:cubicBezTo>
                  <a:cubicBezTo>
                    <a:pt x="25" y="465"/>
                    <a:pt x="24" y="464"/>
                    <a:pt x="26" y="464"/>
                  </a:cubicBezTo>
                  <a:cubicBezTo>
                    <a:pt x="27" y="464"/>
                    <a:pt x="28" y="465"/>
                    <a:pt x="30" y="465"/>
                  </a:cubicBezTo>
                  <a:cubicBezTo>
                    <a:pt x="31" y="465"/>
                    <a:pt x="32" y="464"/>
                    <a:pt x="33" y="463"/>
                  </a:cubicBezTo>
                  <a:cubicBezTo>
                    <a:pt x="33" y="463"/>
                    <a:pt x="37" y="463"/>
                    <a:pt x="36" y="462"/>
                  </a:cubicBezTo>
                  <a:cubicBezTo>
                    <a:pt x="35" y="461"/>
                    <a:pt x="32" y="463"/>
                    <a:pt x="30" y="463"/>
                  </a:cubicBezTo>
                  <a:cubicBezTo>
                    <a:pt x="29" y="463"/>
                    <a:pt x="28" y="463"/>
                    <a:pt x="26" y="463"/>
                  </a:cubicBezTo>
                  <a:cubicBezTo>
                    <a:pt x="25" y="463"/>
                    <a:pt x="24" y="463"/>
                    <a:pt x="23" y="463"/>
                  </a:cubicBezTo>
                  <a:cubicBezTo>
                    <a:pt x="22" y="462"/>
                    <a:pt x="20" y="462"/>
                    <a:pt x="19" y="461"/>
                  </a:cubicBezTo>
                  <a:cubicBezTo>
                    <a:pt x="18" y="460"/>
                    <a:pt x="16" y="460"/>
                    <a:pt x="14" y="459"/>
                  </a:cubicBezTo>
                  <a:cubicBezTo>
                    <a:pt x="11" y="459"/>
                    <a:pt x="10" y="459"/>
                    <a:pt x="7" y="460"/>
                  </a:cubicBezTo>
                  <a:cubicBezTo>
                    <a:pt x="5" y="461"/>
                    <a:pt x="5" y="460"/>
                    <a:pt x="4" y="458"/>
                  </a:cubicBezTo>
                  <a:cubicBezTo>
                    <a:pt x="3" y="458"/>
                    <a:pt x="1" y="457"/>
                    <a:pt x="3" y="456"/>
                  </a:cubicBezTo>
                  <a:cubicBezTo>
                    <a:pt x="5" y="456"/>
                    <a:pt x="4" y="458"/>
                    <a:pt x="6" y="458"/>
                  </a:cubicBezTo>
                  <a:cubicBezTo>
                    <a:pt x="7" y="459"/>
                    <a:pt x="8" y="457"/>
                    <a:pt x="8" y="456"/>
                  </a:cubicBezTo>
                  <a:cubicBezTo>
                    <a:pt x="8" y="454"/>
                    <a:pt x="7" y="453"/>
                    <a:pt x="5" y="452"/>
                  </a:cubicBezTo>
                  <a:cubicBezTo>
                    <a:pt x="4" y="452"/>
                    <a:pt x="3" y="452"/>
                    <a:pt x="3" y="450"/>
                  </a:cubicBezTo>
                  <a:cubicBezTo>
                    <a:pt x="3" y="450"/>
                    <a:pt x="4" y="449"/>
                    <a:pt x="5" y="449"/>
                  </a:cubicBezTo>
                  <a:cubicBezTo>
                    <a:pt x="7" y="448"/>
                    <a:pt x="7" y="451"/>
                    <a:pt x="8" y="452"/>
                  </a:cubicBezTo>
                  <a:cubicBezTo>
                    <a:pt x="8" y="453"/>
                    <a:pt x="10" y="456"/>
                    <a:pt x="11" y="456"/>
                  </a:cubicBezTo>
                  <a:cubicBezTo>
                    <a:pt x="14" y="455"/>
                    <a:pt x="11" y="453"/>
                    <a:pt x="10" y="452"/>
                  </a:cubicBezTo>
                  <a:cubicBezTo>
                    <a:pt x="9" y="450"/>
                    <a:pt x="11" y="449"/>
                    <a:pt x="13" y="450"/>
                  </a:cubicBezTo>
                  <a:cubicBezTo>
                    <a:pt x="14" y="450"/>
                    <a:pt x="15" y="453"/>
                    <a:pt x="16" y="453"/>
                  </a:cubicBezTo>
                  <a:cubicBezTo>
                    <a:pt x="17" y="453"/>
                    <a:pt x="16" y="451"/>
                    <a:pt x="15" y="450"/>
                  </a:cubicBezTo>
                  <a:cubicBezTo>
                    <a:pt x="16" y="450"/>
                    <a:pt x="19" y="449"/>
                    <a:pt x="19" y="450"/>
                  </a:cubicBezTo>
                  <a:cubicBezTo>
                    <a:pt x="19" y="452"/>
                    <a:pt x="18" y="453"/>
                    <a:pt x="17" y="456"/>
                  </a:cubicBezTo>
                  <a:cubicBezTo>
                    <a:pt x="18" y="455"/>
                    <a:pt x="19" y="454"/>
                    <a:pt x="20" y="453"/>
                  </a:cubicBezTo>
                  <a:cubicBezTo>
                    <a:pt x="21" y="452"/>
                    <a:pt x="20" y="452"/>
                    <a:pt x="22" y="453"/>
                  </a:cubicBezTo>
                  <a:cubicBezTo>
                    <a:pt x="23" y="453"/>
                    <a:pt x="27" y="456"/>
                    <a:pt x="28" y="454"/>
                  </a:cubicBezTo>
                  <a:cubicBezTo>
                    <a:pt x="28" y="453"/>
                    <a:pt x="25" y="453"/>
                    <a:pt x="25" y="453"/>
                  </a:cubicBezTo>
                  <a:cubicBezTo>
                    <a:pt x="24" y="452"/>
                    <a:pt x="23" y="451"/>
                    <a:pt x="22" y="450"/>
                  </a:cubicBezTo>
                  <a:cubicBezTo>
                    <a:pt x="21" y="448"/>
                    <a:pt x="21" y="446"/>
                    <a:pt x="23" y="444"/>
                  </a:cubicBezTo>
                  <a:cubicBezTo>
                    <a:pt x="25" y="443"/>
                    <a:pt x="27" y="442"/>
                    <a:pt x="29" y="444"/>
                  </a:cubicBezTo>
                  <a:cubicBezTo>
                    <a:pt x="30" y="446"/>
                    <a:pt x="32" y="450"/>
                    <a:pt x="31" y="453"/>
                  </a:cubicBezTo>
                  <a:cubicBezTo>
                    <a:pt x="34" y="452"/>
                    <a:pt x="32" y="447"/>
                    <a:pt x="31" y="445"/>
                  </a:cubicBezTo>
                  <a:cubicBezTo>
                    <a:pt x="31" y="445"/>
                    <a:pt x="28" y="442"/>
                    <a:pt x="30" y="441"/>
                  </a:cubicBezTo>
                  <a:cubicBezTo>
                    <a:pt x="31" y="440"/>
                    <a:pt x="31" y="442"/>
                    <a:pt x="32" y="442"/>
                  </a:cubicBezTo>
                  <a:cubicBezTo>
                    <a:pt x="33" y="442"/>
                    <a:pt x="32" y="441"/>
                    <a:pt x="33" y="440"/>
                  </a:cubicBezTo>
                  <a:cubicBezTo>
                    <a:pt x="34" y="437"/>
                    <a:pt x="37" y="441"/>
                    <a:pt x="38" y="443"/>
                  </a:cubicBezTo>
                  <a:cubicBezTo>
                    <a:pt x="40" y="445"/>
                    <a:pt x="41" y="447"/>
                    <a:pt x="40" y="450"/>
                  </a:cubicBezTo>
                  <a:cubicBezTo>
                    <a:pt x="39" y="451"/>
                    <a:pt x="39" y="452"/>
                    <a:pt x="40" y="453"/>
                  </a:cubicBezTo>
                  <a:cubicBezTo>
                    <a:pt x="41" y="454"/>
                    <a:pt x="42" y="453"/>
                    <a:pt x="43" y="453"/>
                  </a:cubicBezTo>
                  <a:cubicBezTo>
                    <a:pt x="43" y="453"/>
                    <a:pt x="45" y="453"/>
                    <a:pt x="45" y="453"/>
                  </a:cubicBezTo>
                  <a:cubicBezTo>
                    <a:pt x="46" y="452"/>
                    <a:pt x="44" y="452"/>
                    <a:pt x="43" y="451"/>
                  </a:cubicBezTo>
                  <a:cubicBezTo>
                    <a:pt x="42" y="451"/>
                    <a:pt x="42" y="452"/>
                    <a:pt x="41" y="451"/>
                  </a:cubicBezTo>
                  <a:cubicBezTo>
                    <a:pt x="41" y="450"/>
                    <a:pt x="42" y="447"/>
                    <a:pt x="42" y="446"/>
                  </a:cubicBezTo>
                  <a:cubicBezTo>
                    <a:pt x="43" y="446"/>
                    <a:pt x="44" y="447"/>
                    <a:pt x="45" y="447"/>
                  </a:cubicBezTo>
                  <a:cubicBezTo>
                    <a:pt x="46" y="446"/>
                    <a:pt x="46" y="446"/>
                    <a:pt x="47" y="446"/>
                  </a:cubicBezTo>
                  <a:cubicBezTo>
                    <a:pt x="47" y="446"/>
                    <a:pt x="47" y="447"/>
                    <a:pt x="48" y="447"/>
                  </a:cubicBezTo>
                  <a:cubicBezTo>
                    <a:pt x="49" y="447"/>
                    <a:pt x="49" y="446"/>
                    <a:pt x="48" y="445"/>
                  </a:cubicBezTo>
                  <a:cubicBezTo>
                    <a:pt x="47" y="444"/>
                    <a:pt x="46" y="445"/>
                    <a:pt x="45" y="444"/>
                  </a:cubicBezTo>
                  <a:cubicBezTo>
                    <a:pt x="41" y="444"/>
                    <a:pt x="41" y="442"/>
                    <a:pt x="39" y="440"/>
                  </a:cubicBezTo>
                  <a:cubicBezTo>
                    <a:pt x="38" y="438"/>
                    <a:pt x="35" y="437"/>
                    <a:pt x="33" y="435"/>
                  </a:cubicBezTo>
                  <a:cubicBezTo>
                    <a:pt x="32" y="434"/>
                    <a:pt x="30" y="435"/>
                    <a:pt x="28" y="435"/>
                  </a:cubicBezTo>
                  <a:cubicBezTo>
                    <a:pt x="26" y="434"/>
                    <a:pt x="25" y="432"/>
                    <a:pt x="27" y="431"/>
                  </a:cubicBezTo>
                  <a:cubicBezTo>
                    <a:pt x="28" y="430"/>
                    <a:pt x="31" y="430"/>
                    <a:pt x="32" y="431"/>
                  </a:cubicBezTo>
                  <a:cubicBezTo>
                    <a:pt x="33" y="432"/>
                    <a:pt x="32" y="434"/>
                    <a:pt x="34" y="433"/>
                  </a:cubicBezTo>
                  <a:cubicBezTo>
                    <a:pt x="35" y="432"/>
                    <a:pt x="35" y="430"/>
                    <a:pt x="36" y="430"/>
                  </a:cubicBezTo>
                  <a:cubicBezTo>
                    <a:pt x="37" y="431"/>
                    <a:pt x="38" y="432"/>
                    <a:pt x="39" y="432"/>
                  </a:cubicBezTo>
                  <a:cubicBezTo>
                    <a:pt x="40" y="432"/>
                    <a:pt x="39" y="428"/>
                    <a:pt x="42" y="430"/>
                  </a:cubicBezTo>
                  <a:cubicBezTo>
                    <a:pt x="43" y="430"/>
                    <a:pt x="42" y="433"/>
                    <a:pt x="44" y="433"/>
                  </a:cubicBezTo>
                  <a:cubicBezTo>
                    <a:pt x="44" y="433"/>
                    <a:pt x="44" y="431"/>
                    <a:pt x="44" y="431"/>
                  </a:cubicBezTo>
                  <a:cubicBezTo>
                    <a:pt x="46" y="430"/>
                    <a:pt x="51" y="434"/>
                    <a:pt x="52" y="435"/>
                  </a:cubicBezTo>
                  <a:cubicBezTo>
                    <a:pt x="52" y="435"/>
                    <a:pt x="52" y="434"/>
                    <a:pt x="53" y="434"/>
                  </a:cubicBezTo>
                  <a:cubicBezTo>
                    <a:pt x="53" y="433"/>
                    <a:pt x="54" y="433"/>
                    <a:pt x="54" y="433"/>
                  </a:cubicBezTo>
                  <a:cubicBezTo>
                    <a:pt x="53" y="432"/>
                    <a:pt x="51" y="433"/>
                    <a:pt x="51" y="430"/>
                  </a:cubicBezTo>
                  <a:cubicBezTo>
                    <a:pt x="53" y="428"/>
                    <a:pt x="55" y="427"/>
                    <a:pt x="59" y="427"/>
                  </a:cubicBezTo>
                  <a:cubicBezTo>
                    <a:pt x="60" y="427"/>
                    <a:pt x="64" y="428"/>
                    <a:pt x="62" y="426"/>
                  </a:cubicBezTo>
                  <a:cubicBezTo>
                    <a:pt x="60" y="424"/>
                    <a:pt x="57" y="425"/>
                    <a:pt x="55" y="426"/>
                  </a:cubicBezTo>
                  <a:cubicBezTo>
                    <a:pt x="54" y="426"/>
                    <a:pt x="47" y="429"/>
                    <a:pt x="49" y="426"/>
                  </a:cubicBezTo>
                  <a:cubicBezTo>
                    <a:pt x="49" y="425"/>
                    <a:pt x="51" y="425"/>
                    <a:pt x="50" y="424"/>
                  </a:cubicBezTo>
                  <a:cubicBezTo>
                    <a:pt x="49" y="424"/>
                    <a:pt x="47" y="425"/>
                    <a:pt x="46" y="425"/>
                  </a:cubicBezTo>
                  <a:cubicBezTo>
                    <a:pt x="45" y="425"/>
                    <a:pt x="39" y="426"/>
                    <a:pt x="41" y="424"/>
                  </a:cubicBezTo>
                  <a:cubicBezTo>
                    <a:pt x="42" y="422"/>
                    <a:pt x="47" y="423"/>
                    <a:pt x="44" y="421"/>
                  </a:cubicBezTo>
                  <a:cubicBezTo>
                    <a:pt x="43" y="421"/>
                    <a:pt x="38" y="419"/>
                    <a:pt x="39" y="417"/>
                  </a:cubicBezTo>
                  <a:cubicBezTo>
                    <a:pt x="41" y="416"/>
                    <a:pt x="43" y="414"/>
                    <a:pt x="46" y="414"/>
                  </a:cubicBezTo>
                  <a:cubicBezTo>
                    <a:pt x="47" y="414"/>
                    <a:pt x="47" y="415"/>
                    <a:pt x="48" y="416"/>
                  </a:cubicBezTo>
                  <a:cubicBezTo>
                    <a:pt x="48" y="416"/>
                    <a:pt x="48" y="418"/>
                    <a:pt x="49" y="418"/>
                  </a:cubicBezTo>
                  <a:cubicBezTo>
                    <a:pt x="50" y="419"/>
                    <a:pt x="52" y="416"/>
                    <a:pt x="54" y="416"/>
                  </a:cubicBezTo>
                  <a:cubicBezTo>
                    <a:pt x="56" y="415"/>
                    <a:pt x="56" y="416"/>
                    <a:pt x="54" y="418"/>
                  </a:cubicBezTo>
                  <a:cubicBezTo>
                    <a:pt x="56" y="418"/>
                    <a:pt x="58" y="416"/>
                    <a:pt x="60" y="416"/>
                  </a:cubicBezTo>
                  <a:cubicBezTo>
                    <a:pt x="62" y="416"/>
                    <a:pt x="62" y="418"/>
                    <a:pt x="63" y="420"/>
                  </a:cubicBezTo>
                  <a:cubicBezTo>
                    <a:pt x="64" y="422"/>
                    <a:pt x="65" y="423"/>
                    <a:pt x="67" y="425"/>
                  </a:cubicBezTo>
                  <a:cubicBezTo>
                    <a:pt x="68" y="426"/>
                    <a:pt x="70" y="429"/>
                    <a:pt x="71" y="429"/>
                  </a:cubicBezTo>
                  <a:cubicBezTo>
                    <a:pt x="72" y="428"/>
                    <a:pt x="70" y="426"/>
                    <a:pt x="69" y="425"/>
                  </a:cubicBezTo>
                  <a:cubicBezTo>
                    <a:pt x="68" y="423"/>
                    <a:pt x="66" y="423"/>
                    <a:pt x="65" y="421"/>
                  </a:cubicBezTo>
                  <a:cubicBezTo>
                    <a:pt x="64" y="420"/>
                    <a:pt x="64" y="417"/>
                    <a:pt x="62" y="416"/>
                  </a:cubicBezTo>
                  <a:cubicBezTo>
                    <a:pt x="61" y="414"/>
                    <a:pt x="59" y="414"/>
                    <a:pt x="60" y="412"/>
                  </a:cubicBezTo>
                  <a:cubicBezTo>
                    <a:pt x="60" y="411"/>
                    <a:pt x="61" y="410"/>
                    <a:pt x="62" y="410"/>
                  </a:cubicBezTo>
                  <a:cubicBezTo>
                    <a:pt x="63" y="410"/>
                    <a:pt x="62" y="412"/>
                    <a:pt x="62" y="412"/>
                  </a:cubicBezTo>
                  <a:cubicBezTo>
                    <a:pt x="63" y="414"/>
                    <a:pt x="65" y="414"/>
                    <a:pt x="66" y="415"/>
                  </a:cubicBezTo>
                  <a:cubicBezTo>
                    <a:pt x="67" y="417"/>
                    <a:pt x="70" y="423"/>
                    <a:pt x="73" y="422"/>
                  </a:cubicBezTo>
                  <a:cubicBezTo>
                    <a:pt x="74" y="420"/>
                    <a:pt x="70" y="419"/>
                    <a:pt x="70" y="417"/>
                  </a:cubicBezTo>
                  <a:cubicBezTo>
                    <a:pt x="69" y="415"/>
                    <a:pt x="71" y="416"/>
                    <a:pt x="72" y="416"/>
                  </a:cubicBezTo>
                  <a:cubicBezTo>
                    <a:pt x="72" y="414"/>
                    <a:pt x="68" y="414"/>
                    <a:pt x="67" y="413"/>
                  </a:cubicBezTo>
                  <a:cubicBezTo>
                    <a:pt x="66" y="413"/>
                    <a:pt x="63" y="410"/>
                    <a:pt x="65" y="410"/>
                  </a:cubicBezTo>
                  <a:cubicBezTo>
                    <a:pt x="65" y="413"/>
                    <a:pt x="67" y="410"/>
                    <a:pt x="68" y="409"/>
                  </a:cubicBezTo>
                  <a:cubicBezTo>
                    <a:pt x="70" y="408"/>
                    <a:pt x="71" y="410"/>
                    <a:pt x="73" y="410"/>
                  </a:cubicBezTo>
                  <a:cubicBezTo>
                    <a:pt x="73" y="409"/>
                    <a:pt x="73" y="408"/>
                    <a:pt x="72" y="408"/>
                  </a:cubicBezTo>
                  <a:cubicBezTo>
                    <a:pt x="74" y="407"/>
                    <a:pt x="75" y="407"/>
                    <a:pt x="77" y="406"/>
                  </a:cubicBezTo>
                  <a:cubicBezTo>
                    <a:pt x="76" y="405"/>
                    <a:pt x="75" y="405"/>
                    <a:pt x="74" y="405"/>
                  </a:cubicBezTo>
                  <a:cubicBezTo>
                    <a:pt x="72" y="405"/>
                    <a:pt x="72" y="405"/>
                    <a:pt x="71" y="404"/>
                  </a:cubicBezTo>
                  <a:cubicBezTo>
                    <a:pt x="71" y="403"/>
                    <a:pt x="70" y="403"/>
                    <a:pt x="70" y="402"/>
                  </a:cubicBezTo>
                  <a:cubicBezTo>
                    <a:pt x="71" y="401"/>
                    <a:pt x="74" y="401"/>
                    <a:pt x="75" y="400"/>
                  </a:cubicBezTo>
                  <a:cubicBezTo>
                    <a:pt x="74" y="399"/>
                    <a:pt x="72" y="399"/>
                    <a:pt x="74" y="397"/>
                  </a:cubicBezTo>
                  <a:cubicBezTo>
                    <a:pt x="74" y="397"/>
                    <a:pt x="76" y="395"/>
                    <a:pt x="77" y="396"/>
                  </a:cubicBezTo>
                  <a:cubicBezTo>
                    <a:pt x="78" y="396"/>
                    <a:pt x="77" y="397"/>
                    <a:pt x="78" y="397"/>
                  </a:cubicBezTo>
                  <a:cubicBezTo>
                    <a:pt x="80" y="397"/>
                    <a:pt x="79" y="395"/>
                    <a:pt x="80" y="395"/>
                  </a:cubicBezTo>
                  <a:cubicBezTo>
                    <a:pt x="81" y="395"/>
                    <a:pt x="82" y="397"/>
                    <a:pt x="82" y="398"/>
                  </a:cubicBezTo>
                  <a:cubicBezTo>
                    <a:pt x="82" y="398"/>
                    <a:pt x="81" y="401"/>
                    <a:pt x="82" y="401"/>
                  </a:cubicBezTo>
                  <a:cubicBezTo>
                    <a:pt x="82" y="402"/>
                    <a:pt x="84" y="400"/>
                    <a:pt x="84" y="400"/>
                  </a:cubicBezTo>
                  <a:cubicBezTo>
                    <a:pt x="86" y="399"/>
                    <a:pt x="87" y="399"/>
                    <a:pt x="89" y="398"/>
                  </a:cubicBezTo>
                  <a:cubicBezTo>
                    <a:pt x="88" y="398"/>
                    <a:pt x="84" y="399"/>
                    <a:pt x="84" y="396"/>
                  </a:cubicBezTo>
                  <a:cubicBezTo>
                    <a:pt x="85" y="395"/>
                    <a:pt x="88" y="395"/>
                    <a:pt x="89" y="395"/>
                  </a:cubicBezTo>
                  <a:cubicBezTo>
                    <a:pt x="89" y="394"/>
                    <a:pt x="89" y="394"/>
                    <a:pt x="89" y="394"/>
                  </a:cubicBezTo>
                  <a:cubicBezTo>
                    <a:pt x="88" y="393"/>
                    <a:pt x="85" y="395"/>
                    <a:pt x="85" y="392"/>
                  </a:cubicBezTo>
                  <a:cubicBezTo>
                    <a:pt x="85" y="390"/>
                    <a:pt x="88" y="389"/>
                    <a:pt x="88" y="392"/>
                  </a:cubicBezTo>
                  <a:cubicBezTo>
                    <a:pt x="89" y="391"/>
                    <a:pt x="89" y="390"/>
                    <a:pt x="90" y="390"/>
                  </a:cubicBezTo>
                  <a:cubicBezTo>
                    <a:pt x="91" y="391"/>
                    <a:pt x="92" y="390"/>
                    <a:pt x="91" y="389"/>
                  </a:cubicBezTo>
                  <a:cubicBezTo>
                    <a:pt x="91" y="387"/>
                    <a:pt x="93" y="387"/>
                    <a:pt x="94" y="387"/>
                  </a:cubicBezTo>
                  <a:cubicBezTo>
                    <a:pt x="94" y="387"/>
                    <a:pt x="95" y="389"/>
                    <a:pt x="95" y="389"/>
                  </a:cubicBezTo>
                  <a:cubicBezTo>
                    <a:pt x="96" y="391"/>
                    <a:pt x="96" y="392"/>
                    <a:pt x="96" y="393"/>
                  </a:cubicBezTo>
                  <a:cubicBezTo>
                    <a:pt x="98" y="395"/>
                    <a:pt x="98" y="397"/>
                    <a:pt x="97" y="399"/>
                  </a:cubicBezTo>
                  <a:cubicBezTo>
                    <a:pt x="96" y="402"/>
                    <a:pt x="98" y="399"/>
                    <a:pt x="99" y="399"/>
                  </a:cubicBezTo>
                  <a:cubicBezTo>
                    <a:pt x="99" y="400"/>
                    <a:pt x="101" y="401"/>
                    <a:pt x="102" y="401"/>
                  </a:cubicBezTo>
                  <a:cubicBezTo>
                    <a:pt x="102" y="402"/>
                    <a:pt x="103" y="401"/>
                    <a:pt x="103" y="402"/>
                  </a:cubicBezTo>
                  <a:cubicBezTo>
                    <a:pt x="104" y="402"/>
                    <a:pt x="104" y="403"/>
                    <a:pt x="104" y="403"/>
                  </a:cubicBezTo>
                  <a:cubicBezTo>
                    <a:pt x="105" y="403"/>
                    <a:pt x="105" y="401"/>
                    <a:pt x="104" y="401"/>
                  </a:cubicBezTo>
                  <a:cubicBezTo>
                    <a:pt x="104" y="400"/>
                    <a:pt x="103" y="400"/>
                    <a:pt x="103" y="399"/>
                  </a:cubicBezTo>
                  <a:cubicBezTo>
                    <a:pt x="102" y="399"/>
                    <a:pt x="101" y="398"/>
                    <a:pt x="101" y="398"/>
                  </a:cubicBezTo>
                  <a:cubicBezTo>
                    <a:pt x="101" y="397"/>
                    <a:pt x="101" y="396"/>
                    <a:pt x="102" y="396"/>
                  </a:cubicBezTo>
                  <a:cubicBezTo>
                    <a:pt x="103" y="395"/>
                    <a:pt x="104" y="395"/>
                    <a:pt x="106" y="395"/>
                  </a:cubicBezTo>
                  <a:cubicBezTo>
                    <a:pt x="107" y="396"/>
                    <a:pt x="108" y="395"/>
                    <a:pt x="110" y="395"/>
                  </a:cubicBezTo>
                  <a:cubicBezTo>
                    <a:pt x="110" y="396"/>
                    <a:pt x="110" y="396"/>
                    <a:pt x="110" y="396"/>
                  </a:cubicBezTo>
                  <a:cubicBezTo>
                    <a:pt x="111" y="396"/>
                    <a:pt x="112" y="395"/>
                    <a:pt x="114" y="395"/>
                  </a:cubicBezTo>
                  <a:cubicBezTo>
                    <a:pt x="114" y="396"/>
                    <a:pt x="114" y="396"/>
                    <a:pt x="115" y="396"/>
                  </a:cubicBezTo>
                  <a:cubicBezTo>
                    <a:pt x="116" y="396"/>
                    <a:pt x="117" y="395"/>
                    <a:pt x="118" y="394"/>
                  </a:cubicBezTo>
                  <a:cubicBezTo>
                    <a:pt x="117" y="394"/>
                    <a:pt x="117" y="394"/>
                    <a:pt x="116" y="394"/>
                  </a:cubicBezTo>
                  <a:cubicBezTo>
                    <a:pt x="116" y="392"/>
                    <a:pt x="114" y="393"/>
                    <a:pt x="115" y="391"/>
                  </a:cubicBezTo>
                  <a:cubicBezTo>
                    <a:pt x="115" y="391"/>
                    <a:pt x="118" y="389"/>
                    <a:pt x="116" y="388"/>
                  </a:cubicBezTo>
                  <a:cubicBezTo>
                    <a:pt x="115" y="388"/>
                    <a:pt x="115" y="390"/>
                    <a:pt x="114" y="390"/>
                  </a:cubicBezTo>
                  <a:cubicBezTo>
                    <a:pt x="112" y="391"/>
                    <a:pt x="113" y="389"/>
                    <a:pt x="114" y="388"/>
                  </a:cubicBezTo>
                  <a:cubicBezTo>
                    <a:pt x="114" y="387"/>
                    <a:pt x="116" y="385"/>
                    <a:pt x="117" y="384"/>
                  </a:cubicBezTo>
                  <a:cubicBezTo>
                    <a:pt x="118" y="384"/>
                    <a:pt x="119" y="383"/>
                    <a:pt x="119" y="383"/>
                  </a:cubicBezTo>
                  <a:cubicBezTo>
                    <a:pt x="120" y="383"/>
                    <a:pt x="120" y="384"/>
                    <a:pt x="121" y="384"/>
                  </a:cubicBezTo>
                  <a:cubicBezTo>
                    <a:pt x="122" y="384"/>
                    <a:pt x="122" y="383"/>
                    <a:pt x="123" y="382"/>
                  </a:cubicBezTo>
                  <a:cubicBezTo>
                    <a:pt x="124" y="381"/>
                    <a:pt x="125" y="381"/>
                    <a:pt x="126" y="381"/>
                  </a:cubicBezTo>
                  <a:cubicBezTo>
                    <a:pt x="127" y="380"/>
                    <a:pt x="127" y="379"/>
                    <a:pt x="128" y="379"/>
                  </a:cubicBezTo>
                  <a:cubicBezTo>
                    <a:pt x="128" y="377"/>
                    <a:pt x="122" y="377"/>
                    <a:pt x="121" y="377"/>
                  </a:cubicBezTo>
                  <a:cubicBezTo>
                    <a:pt x="121" y="376"/>
                    <a:pt x="121" y="375"/>
                    <a:pt x="122" y="375"/>
                  </a:cubicBezTo>
                  <a:cubicBezTo>
                    <a:pt x="123" y="374"/>
                    <a:pt x="124" y="374"/>
                    <a:pt x="125" y="373"/>
                  </a:cubicBezTo>
                  <a:cubicBezTo>
                    <a:pt x="126" y="373"/>
                    <a:pt x="128" y="372"/>
                    <a:pt x="128" y="371"/>
                  </a:cubicBezTo>
                  <a:cubicBezTo>
                    <a:pt x="128" y="370"/>
                    <a:pt x="126" y="371"/>
                    <a:pt x="125" y="370"/>
                  </a:cubicBezTo>
                  <a:cubicBezTo>
                    <a:pt x="124" y="369"/>
                    <a:pt x="126" y="368"/>
                    <a:pt x="125" y="367"/>
                  </a:cubicBezTo>
                  <a:cubicBezTo>
                    <a:pt x="124" y="368"/>
                    <a:pt x="123" y="369"/>
                    <a:pt x="122" y="370"/>
                  </a:cubicBezTo>
                  <a:cubicBezTo>
                    <a:pt x="121" y="371"/>
                    <a:pt x="120" y="372"/>
                    <a:pt x="118" y="373"/>
                  </a:cubicBezTo>
                  <a:cubicBezTo>
                    <a:pt x="116" y="374"/>
                    <a:pt x="111" y="376"/>
                    <a:pt x="110" y="379"/>
                  </a:cubicBezTo>
                  <a:cubicBezTo>
                    <a:pt x="112" y="379"/>
                    <a:pt x="114" y="377"/>
                    <a:pt x="116" y="376"/>
                  </a:cubicBezTo>
                  <a:cubicBezTo>
                    <a:pt x="119" y="376"/>
                    <a:pt x="120" y="378"/>
                    <a:pt x="118" y="380"/>
                  </a:cubicBezTo>
                  <a:cubicBezTo>
                    <a:pt x="117" y="382"/>
                    <a:pt x="115" y="383"/>
                    <a:pt x="114" y="384"/>
                  </a:cubicBezTo>
                  <a:cubicBezTo>
                    <a:pt x="112" y="385"/>
                    <a:pt x="112" y="386"/>
                    <a:pt x="111" y="387"/>
                  </a:cubicBezTo>
                  <a:cubicBezTo>
                    <a:pt x="109" y="389"/>
                    <a:pt x="104" y="391"/>
                    <a:pt x="101" y="392"/>
                  </a:cubicBezTo>
                  <a:cubicBezTo>
                    <a:pt x="99" y="393"/>
                    <a:pt x="99" y="392"/>
                    <a:pt x="98" y="390"/>
                  </a:cubicBezTo>
                  <a:cubicBezTo>
                    <a:pt x="97" y="389"/>
                    <a:pt x="95" y="388"/>
                    <a:pt x="95" y="387"/>
                  </a:cubicBezTo>
                  <a:cubicBezTo>
                    <a:pt x="95" y="384"/>
                    <a:pt x="102" y="383"/>
                    <a:pt x="101" y="381"/>
                  </a:cubicBezTo>
                  <a:cubicBezTo>
                    <a:pt x="100" y="379"/>
                    <a:pt x="95" y="384"/>
                    <a:pt x="93" y="385"/>
                  </a:cubicBezTo>
                  <a:cubicBezTo>
                    <a:pt x="92" y="385"/>
                    <a:pt x="91" y="386"/>
                    <a:pt x="91" y="384"/>
                  </a:cubicBezTo>
                  <a:cubicBezTo>
                    <a:pt x="91" y="382"/>
                    <a:pt x="93" y="382"/>
                    <a:pt x="94" y="381"/>
                  </a:cubicBezTo>
                  <a:cubicBezTo>
                    <a:pt x="93" y="381"/>
                    <a:pt x="91" y="381"/>
                    <a:pt x="90" y="380"/>
                  </a:cubicBezTo>
                  <a:cubicBezTo>
                    <a:pt x="92" y="378"/>
                    <a:pt x="94" y="378"/>
                    <a:pt x="97" y="377"/>
                  </a:cubicBezTo>
                  <a:cubicBezTo>
                    <a:pt x="98" y="376"/>
                    <a:pt x="99" y="375"/>
                    <a:pt x="100" y="374"/>
                  </a:cubicBezTo>
                  <a:cubicBezTo>
                    <a:pt x="100" y="374"/>
                    <a:pt x="102" y="374"/>
                    <a:pt x="103" y="373"/>
                  </a:cubicBezTo>
                  <a:cubicBezTo>
                    <a:pt x="101" y="371"/>
                    <a:pt x="100" y="371"/>
                    <a:pt x="99" y="368"/>
                  </a:cubicBezTo>
                  <a:cubicBezTo>
                    <a:pt x="99" y="366"/>
                    <a:pt x="101" y="365"/>
                    <a:pt x="102" y="367"/>
                  </a:cubicBezTo>
                  <a:cubicBezTo>
                    <a:pt x="103" y="367"/>
                    <a:pt x="103" y="365"/>
                    <a:pt x="103" y="365"/>
                  </a:cubicBezTo>
                  <a:cubicBezTo>
                    <a:pt x="104" y="364"/>
                    <a:pt x="103" y="363"/>
                    <a:pt x="103" y="362"/>
                  </a:cubicBezTo>
                  <a:cubicBezTo>
                    <a:pt x="104" y="359"/>
                    <a:pt x="106" y="362"/>
                    <a:pt x="107" y="360"/>
                  </a:cubicBezTo>
                  <a:cubicBezTo>
                    <a:pt x="107" y="359"/>
                    <a:pt x="105" y="359"/>
                    <a:pt x="106" y="358"/>
                  </a:cubicBezTo>
                  <a:cubicBezTo>
                    <a:pt x="107" y="358"/>
                    <a:pt x="108" y="358"/>
                    <a:pt x="109" y="358"/>
                  </a:cubicBezTo>
                  <a:cubicBezTo>
                    <a:pt x="109" y="357"/>
                    <a:pt x="108" y="356"/>
                    <a:pt x="109" y="356"/>
                  </a:cubicBezTo>
                  <a:cubicBezTo>
                    <a:pt x="109" y="355"/>
                    <a:pt x="110" y="355"/>
                    <a:pt x="111" y="355"/>
                  </a:cubicBezTo>
                  <a:cubicBezTo>
                    <a:pt x="111" y="354"/>
                    <a:pt x="112" y="354"/>
                    <a:pt x="112" y="353"/>
                  </a:cubicBezTo>
                  <a:cubicBezTo>
                    <a:pt x="110" y="353"/>
                    <a:pt x="109" y="352"/>
                    <a:pt x="108" y="352"/>
                  </a:cubicBezTo>
                  <a:cubicBezTo>
                    <a:pt x="108" y="350"/>
                    <a:pt x="109" y="351"/>
                    <a:pt x="110" y="351"/>
                  </a:cubicBezTo>
                  <a:cubicBezTo>
                    <a:pt x="112" y="352"/>
                    <a:pt x="111" y="353"/>
                    <a:pt x="114" y="352"/>
                  </a:cubicBezTo>
                  <a:cubicBezTo>
                    <a:pt x="115" y="354"/>
                    <a:pt x="118" y="353"/>
                    <a:pt x="115" y="351"/>
                  </a:cubicBezTo>
                  <a:cubicBezTo>
                    <a:pt x="115" y="351"/>
                    <a:pt x="113" y="351"/>
                    <a:pt x="113" y="351"/>
                  </a:cubicBezTo>
                  <a:cubicBezTo>
                    <a:pt x="113" y="349"/>
                    <a:pt x="116" y="350"/>
                    <a:pt x="116" y="350"/>
                  </a:cubicBezTo>
                  <a:cubicBezTo>
                    <a:pt x="117" y="348"/>
                    <a:pt x="118" y="349"/>
                    <a:pt x="119" y="347"/>
                  </a:cubicBezTo>
                  <a:cubicBezTo>
                    <a:pt x="119" y="346"/>
                    <a:pt x="117" y="345"/>
                    <a:pt x="118" y="344"/>
                  </a:cubicBezTo>
                  <a:cubicBezTo>
                    <a:pt x="118" y="344"/>
                    <a:pt x="120" y="343"/>
                    <a:pt x="120" y="344"/>
                  </a:cubicBezTo>
                  <a:cubicBezTo>
                    <a:pt x="121" y="344"/>
                    <a:pt x="121" y="346"/>
                    <a:pt x="121" y="347"/>
                  </a:cubicBezTo>
                  <a:cubicBezTo>
                    <a:pt x="121" y="347"/>
                    <a:pt x="122" y="348"/>
                    <a:pt x="122" y="348"/>
                  </a:cubicBezTo>
                  <a:cubicBezTo>
                    <a:pt x="122" y="349"/>
                    <a:pt x="122" y="350"/>
                    <a:pt x="122" y="350"/>
                  </a:cubicBezTo>
                  <a:cubicBezTo>
                    <a:pt x="123" y="352"/>
                    <a:pt x="124" y="351"/>
                    <a:pt x="126" y="351"/>
                  </a:cubicBezTo>
                  <a:cubicBezTo>
                    <a:pt x="126" y="352"/>
                    <a:pt x="124" y="354"/>
                    <a:pt x="125" y="355"/>
                  </a:cubicBezTo>
                  <a:cubicBezTo>
                    <a:pt x="125" y="357"/>
                    <a:pt x="127" y="352"/>
                    <a:pt x="127" y="352"/>
                  </a:cubicBezTo>
                  <a:cubicBezTo>
                    <a:pt x="127" y="352"/>
                    <a:pt x="127" y="351"/>
                    <a:pt x="127" y="350"/>
                  </a:cubicBezTo>
                  <a:cubicBezTo>
                    <a:pt x="128" y="350"/>
                    <a:pt x="129" y="351"/>
                    <a:pt x="130" y="350"/>
                  </a:cubicBezTo>
                  <a:cubicBezTo>
                    <a:pt x="131" y="349"/>
                    <a:pt x="130" y="349"/>
                    <a:pt x="128" y="348"/>
                  </a:cubicBezTo>
                  <a:cubicBezTo>
                    <a:pt x="129" y="347"/>
                    <a:pt x="134" y="345"/>
                    <a:pt x="133" y="344"/>
                  </a:cubicBezTo>
                  <a:cubicBezTo>
                    <a:pt x="133" y="343"/>
                    <a:pt x="130" y="344"/>
                    <a:pt x="131" y="342"/>
                  </a:cubicBezTo>
                  <a:cubicBezTo>
                    <a:pt x="130" y="342"/>
                    <a:pt x="129" y="344"/>
                    <a:pt x="129" y="344"/>
                  </a:cubicBezTo>
                  <a:cubicBezTo>
                    <a:pt x="129" y="344"/>
                    <a:pt x="129" y="343"/>
                    <a:pt x="129" y="343"/>
                  </a:cubicBezTo>
                  <a:cubicBezTo>
                    <a:pt x="128" y="342"/>
                    <a:pt x="128" y="342"/>
                    <a:pt x="127" y="342"/>
                  </a:cubicBezTo>
                  <a:cubicBezTo>
                    <a:pt x="127" y="341"/>
                    <a:pt x="127" y="340"/>
                    <a:pt x="127" y="339"/>
                  </a:cubicBezTo>
                  <a:cubicBezTo>
                    <a:pt x="128" y="337"/>
                    <a:pt x="127" y="338"/>
                    <a:pt x="128" y="338"/>
                  </a:cubicBezTo>
                  <a:cubicBezTo>
                    <a:pt x="129" y="337"/>
                    <a:pt x="131" y="337"/>
                    <a:pt x="131" y="337"/>
                  </a:cubicBezTo>
                  <a:cubicBezTo>
                    <a:pt x="131" y="336"/>
                    <a:pt x="131" y="336"/>
                    <a:pt x="131" y="335"/>
                  </a:cubicBezTo>
                  <a:cubicBezTo>
                    <a:pt x="132" y="335"/>
                    <a:pt x="136" y="336"/>
                    <a:pt x="135" y="333"/>
                  </a:cubicBezTo>
                  <a:cubicBezTo>
                    <a:pt x="134" y="332"/>
                    <a:pt x="132" y="333"/>
                    <a:pt x="134" y="332"/>
                  </a:cubicBezTo>
                  <a:cubicBezTo>
                    <a:pt x="133" y="330"/>
                    <a:pt x="133" y="330"/>
                    <a:pt x="131" y="329"/>
                  </a:cubicBezTo>
                  <a:cubicBezTo>
                    <a:pt x="131" y="326"/>
                    <a:pt x="133" y="328"/>
                    <a:pt x="135" y="326"/>
                  </a:cubicBezTo>
                  <a:cubicBezTo>
                    <a:pt x="135" y="326"/>
                    <a:pt x="135" y="325"/>
                    <a:pt x="136" y="324"/>
                  </a:cubicBezTo>
                  <a:cubicBezTo>
                    <a:pt x="136" y="323"/>
                    <a:pt x="138" y="322"/>
                    <a:pt x="139" y="321"/>
                  </a:cubicBezTo>
                  <a:cubicBezTo>
                    <a:pt x="139" y="324"/>
                    <a:pt x="142" y="323"/>
                    <a:pt x="143" y="322"/>
                  </a:cubicBezTo>
                  <a:cubicBezTo>
                    <a:pt x="144" y="321"/>
                    <a:pt x="146" y="321"/>
                    <a:pt x="147" y="321"/>
                  </a:cubicBezTo>
                  <a:cubicBezTo>
                    <a:pt x="149" y="321"/>
                    <a:pt x="150" y="320"/>
                    <a:pt x="151" y="319"/>
                  </a:cubicBezTo>
                  <a:cubicBezTo>
                    <a:pt x="153" y="317"/>
                    <a:pt x="156" y="313"/>
                    <a:pt x="157" y="310"/>
                  </a:cubicBezTo>
                  <a:cubicBezTo>
                    <a:pt x="154" y="310"/>
                    <a:pt x="152" y="313"/>
                    <a:pt x="151" y="315"/>
                  </a:cubicBezTo>
                  <a:cubicBezTo>
                    <a:pt x="149" y="317"/>
                    <a:pt x="149" y="319"/>
                    <a:pt x="145" y="318"/>
                  </a:cubicBezTo>
                  <a:cubicBezTo>
                    <a:pt x="146" y="318"/>
                    <a:pt x="145" y="317"/>
                    <a:pt x="145" y="317"/>
                  </a:cubicBezTo>
                  <a:cubicBezTo>
                    <a:pt x="146" y="316"/>
                    <a:pt x="147" y="317"/>
                    <a:pt x="147" y="316"/>
                  </a:cubicBezTo>
                  <a:cubicBezTo>
                    <a:pt x="148" y="316"/>
                    <a:pt x="147" y="314"/>
                    <a:pt x="146" y="314"/>
                  </a:cubicBezTo>
                  <a:cubicBezTo>
                    <a:pt x="146" y="313"/>
                    <a:pt x="145" y="314"/>
                    <a:pt x="145" y="313"/>
                  </a:cubicBezTo>
                  <a:cubicBezTo>
                    <a:pt x="145" y="313"/>
                    <a:pt x="146" y="312"/>
                    <a:pt x="146" y="312"/>
                  </a:cubicBezTo>
                  <a:cubicBezTo>
                    <a:pt x="146" y="311"/>
                    <a:pt x="147" y="309"/>
                    <a:pt x="148" y="308"/>
                  </a:cubicBezTo>
                  <a:cubicBezTo>
                    <a:pt x="148" y="307"/>
                    <a:pt x="148" y="306"/>
                    <a:pt x="149" y="305"/>
                  </a:cubicBezTo>
                  <a:cubicBezTo>
                    <a:pt x="150" y="304"/>
                    <a:pt x="151" y="305"/>
                    <a:pt x="151" y="303"/>
                  </a:cubicBezTo>
                  <a:cubicBezTo>
                    <a:pt x="151" y="302"/>
                    <a:pt x="151" y="298"/>
                    <a:pt x="150" y="298"/>
                  </a:cubicBezTo>
                  <a:cubicBezTo>
                    <a:pt x="149" y="298"/>
                    <a:pt x="148" y="299"/>
                    <a:pt x="147" y="300"/>
                  </a:cubicBezTo>
                  <a:cubicBezTo>
                    <a:pt x="146" y="299"/>
                    <a:pt x="145" y="296"/>
                    <a:pt x="146" y="295"/>
                  </a:cubicBezTo>
                  <a:cubicBezTo>
                    <a:pt x="146" y="294"/>
                    <a:pt x="148" y="291"/>
                    <a:pt x="149" y="291"/>
                  </a:cubicBezTo>
                  <a:cubicBezTo>
                    <a:pt x="149" y="292"/>
                    <a:pt x="150" y="295"/>
                    <a:pt x="151" y="295"/>
                  </a:cubicBezTo>
                  <a:cubicBezTo>
                    <a:pt x="154" y="297"/>
                    <a:pt x="153" y="294"/>
                    <a:pt x="152" y="293"/>
                  </a:cubicBezTo>
                  <a:cubicBezTo>
                    <a:pt x="152" y="292"/>
                    <a:pt x="149" y="291"/>
                    <a:pt x="150" y="289"/>
                  </a:cubicBezTo>
                  <a:cubicBezTo>
                    <a:pt x="150" y="289"/>
                    <a:pt x="151" y="289"/>
                    <a:pt x="152" y="289"/>
                  </a:cubicBezTo>
                  <a:cubicBezTo>
                    <a:pt x="153" y="288"/>
                    <a:pt x="152" y="287"/>
                    <a:pt x="151" y="286"/>
                  </a:cubicBezTo>
                  <a:cubicBezTo>
                    <a:pt x="151" y="284"/>
                    <a:pt x="152" y="282"/>
                    <a:pt x="154" y="281"/>
                  </a:cubicBezTo>
                  <a:cubicBezTo>
                    <a:pt x="156" y="279"/>
                    <a:pt x="157" y="283"/>
                    <a:pt x="159" y="282"/>
                  </a:cubicBezTo>
                  <a:cubicBezTo>
                    <a:pt x="159" y="284"/>
                    <a:pt x="161" y="284"/>
                    <a:pt x="162" y="285"/>
                  </a:cubicBezTo>
                  <a:cubicBezTo>
                    <a:pt x="162" y="283"/>
                    <a:pt x="161" y="282"/>
                    <a:pt x="159" y="280"/>
                  </a:cubicBezTo>
                  <a:cubicBezTo>
                    <a:pt x="158" y="279"/>
                    <a:pt x="157" y="278"/>
                    <a:pt x="158" y="276"/>
                  </a:cubicBezTo>
                  <a:cubicBezTo>
                    <a:pt x="157" y="275"/>
                    <a:pt x="154" y="276"/>
                    <a:pt x="153" y="275"/>
                  </a:cubicBezTo>
                  <a:cubicBezTo>
                    <a:pt x="152" y="274"/>
                    <a:pt x="154" y="273"/>
                    <a:pt x="155" y="272"/>
                  </a:cubicBezTo>
                  <a:cubicBezTo>
                    <a:pt x="157" y="271"/>
                    <a:pt x="159" y="272"/>
                    <a:pt x="161" y="271"/>
                  </a:cubicBezTo>
                  <a:cubicBezTo>
                    <a:pt x="162" y="270"/>
                    <a:pt x="164" y="268"/>
                    <a:pt x="165" y="267"/>
                  </a:cubicBezTo>
                  <a:cubicBezTo>
                    <a:pt x="166" y="267"/>
                    <a:pt x="167" y="267"/>
                    <a:pt x="168" y="267"/>
                  </a:cubicBezTo>
                  <a:cubicBezTo>
                    <a:pt x="168" y="268"/>
                    <a:pt x="167" y="268"/>
                    <a:pt x="167" y="269"/>
                  </a:cubicBezTo>
                  <a:cubicBezTo>
                    <a:pt x="167" y="269"/>
                    <a:pt x="168" y="269"/>
                    <a:pt x="168" y="270"/>
                  </a:cubicBezTo>
                  <a:cubicBezTo>
                    <a:pt x="168" y="270"/>
                    <a:pt x="168" y="271"/>
                    <a:pt x="168" y="272"/>
                  </a:cubicBezTo>
                  <a:cubicBezTo>
                    <a:pt x="168" y="276"/>
                    <a:pt x="170" y="270"/>
                    <a:pt x="172" y="271"/>
                  </a:cubicBezTo>
                  <a:cubicBezTo>
                    <a:pt x="172" y="269"/>
                    <a:pt x="171" y="269"/>
                    <a:pt x="171" y="267"/>
                  </a:cubicBezTo>
                  <a:cubicBezTo>
                    <a:pt x="171" y="266"/>
                    <a:pt x="172" y="266"/>
                    <a:pt x="173" y="266"/>
                  </a:cubicBezTo>
                  <a:cubicBezTo>
                    <a:pt x="174" y="267"/>
                    <a:pt x="173" y="268"/>
                    <a:pt x="175" y="267"/>
                  </a:cubicBezTo>
                  <a:cubicBezTo>
                    <a:pt x="176" y="267"/>
                    <a:pt x="177" y="266"/>
                    <a:pt x="178" y="266"/>
                  </a:cubicBezTo>
                  <a:cubicBezTo>
                    <a:pt x="179" y="265"/>
                    <a:pt x="180" y="265"/>
                    <a:pt x="180" y="264"/>
                  </a:cubicBezTo>
                  <a:cubicBezTo>
                    <a:pt x="181" y="263"/>
                    <a:pt x="181" y="262"/>
                    <a:pt x="179" y="262"/>
                  </a:cubicBezTo>
                  <a:cubicBezTo>
                    <a:pt x="178" y="263"/>
                    <a:pt x="178" y="264"/>
                    <a:pt x="177" y="265"/>
                  </a:cubicBezTo>
                  <a:cubicBezTo>
                    <a:pt x="176" y="265"/>
                    <a:pt x="175" y="265"/>
                    <a:pt x="174" y="265"/>
                  </a:cubicBezTo>
                  <a:cubicBezTo>
                    <a:pt x="174" y="262"/>
                    <a:pt x="171" y="265"/>
                    <a:pt x="170" y="265"/>
                  </a:cubicBezTo>
                  <a:cubicBezTo>
                    <a:pt x="170" y="264"/>
                    <a:pt x="166" y="261"/>
                    <a:pt x="165" y="261"/>
                  </a:cubicBezTo>
                  <a:cubicBezTo>
                    <a:pt x="163" y="261"/>
                    <a:pt x="164" y="264"/>
                    <a:pt x="161" y="264"/>
                  </a:cubicBezTo>
                  <a:cubicBezTo>
                    <a:pt x="161" y="261"/>
                    <a:pt x="161" y="263"/>
                    <a:pt x="159" y="262"/>
                  </a:cubicBezTo>
                  <a:cubicBezTo>
                    <a:pt x="158" y="262"/>
                    <a:pt x="159" y="261"/>
                    <a:pt x="160" y="260"/>
                  </a:cubicBezTo>
                  <a:cubicBezTo>
                    <a:pt x="163" y="257"/>
                    <a:pt x="161" y="256"/>
                    <a:pt x="158" y="253"/>
                  </a:cubicBezTo>
                  <a:cubicBezTo>
                    <a:pt x="159" y="252"/>
                    <a:pt x="161" y="251"/>
                    <a:pt x="162" y="252"/>
                  </a:cubicBezTo>
                  <a:cubicBezTo>
                    <a:pt x="164" y="254"/>
                    <a:pt x="162" y="255"/>
                    <a:pt x="165" y="255"/>
                  </a:cubicBezTo>
                  <a:cubicBezTo>
                    <a:pt x="165" y="254"/>
                    <a:pt x="163" y="253"/>
                    <a:pt x="165" y="252"/>
                  </a:cubicBezTo>
                  <a:cubicBezTo>
                    <a:pt x="167" y="251"/>
                    <a:pt x="169" y="252"/>
                    <a:pt x="171" y="253"/>
                  </a:cubicBezTo>
                  <a:cubicBezTo>
                    <a:pt x="170" y="252"/>
                    <a:pt x="168" y="251"/>
                    <a:pt x="168" y="250"/>
                  </a:cubicBezTo>
                  <a:cubicBezTo>
                    <a:pt x="169" y="249"/>
                    <a:pt x="172" y="249"/>
                    <a:pt x="173" y="249"/>
                  </a:cubicBezTo>
                  <a:cubicBezTo>
                    <a:pt x="170" y="246"/>
                    <a:pt x="165" y="251"/>
                    <a:pt x="163" y="251"/>
                  </a:cubicBezTo>
                  <a:cubicBezTo>
                    <a:pt x="162" y="250"/>
                    <a:pt x="164" y="249"/>
                    <a:pt x="164" y="248"/>
                  </a:cubicBezTo>
                  <a:cubicBezTo>
                    <a:pt x="165" y="248"/>
                    <a:pt x="165" y="247"/>
                    <a:pt x="166" y="247"/>
                  </a:cubicBezTo>
                  <a:cubicBezTo>
                    <a:pt x="166" y="247"/>
                    <a:pt x="168" y="247"/>
                    <a:pt x="168" y="247"/>
                  </a:cubicBezTo>
                  <a:cubicBezTo>
                    <a:pt x="169" y="245"/>
                    <a:pt x="164" y="244"/>
                    <a:pt x="163" y="243"/>
                  </a:cubicBezTo>
                  <a:cubicBezTo>
                    <a:pt x="163" y="242"/>
                    <a:pt x="167" y="243"/>
                    <a:pt x="168" y="243"/>
                  </a:cubicBezTo>
                  <a:cubicBezTo>
                    <a:pt x="169" y="244"/>
                    <a:pt x="170" y="245"/>
                    <a:pt x="172" y="244"/>
                  </a:cubicBezTo>
                  <a:cubicBezTo>
                    <a:pt x="172" y="244"/>
                    <a:pt x="173" y="243"/>
                    <a:pt x="173" y="243"/>
                  </a:cubicBezTo>
                  <a:cubicBezTo>
                    <a:pt x="174" y="243"/>
                    <a:pt x="175" y="243"/>
                    <a:pt x="176" y="243"/>
                  </a:cubicBezTo>
                  <a:cubicBezTo>
                    <a:pt x="175" y="241"/>
                    <a:pt x="171" y="243"/>
                    <a:pt x="172" y="240"/>
                  </a:cubicBezTo>
                  <a:cubicBezTo>
                    <a:pt x="171" y="239"/>
                    <a:pt x="169" y="240"/>
                    <a:pt x="169" y="239"/>
                  </a:cubicBezTo>
                  <a:cubicBezTo>
                    <a:pt x="169" y="238"/>
                    <a:pt x="170" y="238"/>
                    <a:pt x="171" y="238"/>
                  </a:cubicBezTo>
                  <a:cubicBezTo>
                    <a:pt x="172" y="239"/>
                    <a:pt x="175" y="240"/>
                    <a:pt x="174" y="239"/>
                  </a:cubicBezTo>
                  <a:cubicBezTo>
                    <a:pt x="174" y="238"/>
                    <a:pt x="172" y="237"/>
                    <a:pt x="172" y="236"/>
                  </a:cubicBezTo>
                  <a:cubicBezTo>
                    <a:pt x="171" y="234"/>
                    <a:pt x="170" y="234"/>
                    <a:pt x="168" y="233"/>
                  </a:cubicBezTo>
                  <a:cubicBezTo>
                    <a:pt x="169" y="231"/>
                    <a:pt x="172" y="232"/>
                    <a:pt x="173" y="231"/>
                  </a:cubicBezTo>
                  <a:cubicBezTo>
                    <a:pt x="173" y="231"/>
                    <a:pt x="174" y="231"/>
                    <a:pt x="174" y="231"/>
                  </a:cubicBezTo>
                  <a:cubicBezTo>
                    <a:pt x="174" y="230"/>
                    <a:pt x="175" y="230"/>
                    <a:pt x="175" y="230"/>
                  </a:cubicBezTo>
                  <a:cubicBezTo>
                    <a:pt x="176" y="230"/>
                    <a:pt x="176" y="229"/>
                    <a:pt x="177" y="229"/>
                  </a:cubicBezTo>
                  <a:cubicBezTo>
                    <a:pt x="177" y="229"/>
                    <a:pt x="175" y="232"/>
                    <a:pt x="177" y="232"/>
                  </a:cubicBezTo>
                  <a:cubicBezTo>
                    <a:pt x="179" y="231"/>
                    <a:pt x="177" y="228"/>
                    <a:pt x="178" y="227"/>
                  </a:cubicBezTo>
                  <a:cubicBezTo>
                    <a:pt x="180" y="227"/>
                    <a:pt x="179" y="230"/>
                    <a:pt x="180" y="230"/>
                  </a:cubicBezTo>
                  <a:cubicBezTo>
                    <a:pt x="181" y="231"/>
                    <a:pt x="183" y="228"/>
                    <a:pt x="183" y="227"/>
                  </a:cubicBezTo>
                  <a:cubicBezTo>
                    <a:pt x="185" y="226"/>
                    <a:pt x="187" y="227"/>
                    <a:pt x="189" y="228"/>
                  </a:cubicBezTo>
                  <a:cubicBezTo>
                    <a:pt x="190" y="225"/>
                    <a:pt x="184" y="226"/>
                    <a:pt x="184" y="225"/>
                  </a:cubicBezTo>
                  <a:cubicBezTo>
                    <a:pt x="184" y="224"/>
                    <a:pt x="184" y="223"/>
                    <a:pt x="185" y="223"/>
                  </a:cubicBezTo>
                  <a:cubicBezTo>
                    <a:pt x="185" y="222"/>
                    <a:pt x="185" y="221"/>
                    <a:pt x="186" y="221"/>
                  </a:cubicBezTo>
                  <a:cubicBezTo>
                    <a:pt x="186" y="223"/>
                    <a:pt x="186" y="222"/>
                    <a:pt x="188" y="222"/>
                  </a:cubicBezTo>
                  <a:cubicBezTo>
                    <a:pt x="189" y="222"/>
                    <a:pt x="189" y="221"/>
                    <a:pt x="190" y="221"/>
                  </a:cubicBezTo>
                  <a:cubicBezTo>
                    <a:pt x="191" y="222"/>
                    <a:pt x="191" y="223"/>
                    <a:pt x="192" y="222"/>
                  </a:cubicBezTo>
                  <a:cubicBezTo>
                    <a:pt x="192" y="221"/>
                    <a:pt x="191" y="221"/>
                    <a:pt x="191" y="220"/>
                  </a:cubicBezTo>
                  <a:cubicBezTo>
                    <a:pt x="191" y="219"/>
                    <a:pt x="192" y="219"/>
                    <a:pt x="193" y="219"/>
                  </a:cubicBezTo>
                  <a:cubicBezTo>
                    <a:pt x="196" y="218"/>
                    <a:pt x="195" y="220"/>
                    <a:pt x="195" y="222"/>
                  </a:cubicBezTo>
                  <a:cubicBezTo>
                    <a:pt x="197" y="225"/>
                    <a:pt x="196" y="221"/>
                    <a:pt x="197" y="220"/>
                  </a:cubicBezTo>
                  <a:cubicBezTo>
                    <a:pt x="198" y="218"/>
                    <a:pt x="200" y="219"/>
                    <a:pt x="202" y="219"/>
                  </a:cubicBezTo>
                  <a:cubicBezTo>
                    <a:pt x="202" y="220"/>
                    <a:pt x="204" y="220"/>
                    <a:pt x="204" y="220"/>
                  </a:cubicBezTo>
                  <a:cubicBezTo>
                    <a:pt x="204" y="221"/>
                    <a:pt x="203" y="225"/>
                    <a:pt x="205" y="225"/>
                  </a:cubicBezTo>
                  <a:cubicBezTo>
                    <a:pt x="206" y="225"/>
                    <a:pt x="206" y="224"/>
                    <a:pt x="206" y="223"/>
                  </a:cubicBezTo>
                  <a:cubicBezTo>
                    <a:pt x="207" y="222"/>
                    <a:pt x="207" y="221"/>
                    <a:pt x="206" y="221"/>
                  </a:cubicBezTo>
                  <a:cubicBezTo>
                    <a:pt x="206" y="220"/>
                    <a:pt x="205" y="220"/>
                    <a:pt x="205" y="220"/>
                  </a:cubicBezTo>
                  <a:cubicBezTo>
                    <a:pt x="205" y="218"/>
                    <a:pt x="207" y="219"/>
                    <a:pt x="208" y="220"/>
                  </a:cubicBezTo>
                  <a:cubicBezTo>
                    <a:pt x="209" y="220"/>
                    <a:pt x="213" y="221"/>
                    <a:pt x="210" y="219"/>
                  </a:cubicBezTo>
                  <a:cubicBezTo>
                    <a:pt x="207" y="217"/>
                    <a:pt x="203" y="217"/>
                    <a:pt x="200" y="217"/>
                  </a:cubicBezTo>
                  <a:cubicBezTo>
                    <a:pt x="200" y="215"/>
                    <a:pt x="200" y="215"/>
                    <a:pt x="201" y="213"/>
                  </a:cubicBezTo>
                  <a:cubicBezTo>
                    <a:pt x="199" y="213"/>
                    <a:pt x="198" y="214"/>
                    <a:pt x="197" y="215"/>
                  </a:cubicBezTo>
                  <a:cubicBezTo>
                    <a:pt x="196" y="215"/>
                    <a:pt x="195" y="215"/>
                    <a:pt x="194" y="215"/>
                  </a:cubicBezTo>
                  <a:cubicBezTo>
                    <a:pt x="193" y="216"/>
                    <a:pt x="192" y="218"/>
                    <a:pt x="190" y="219"/>
                  </a:cubicBezTo>
                  <a:cubicBezTo>
                    <a:pt x="190" y="217"/>
                    <a:pt x="191" y="217"/>
                    <a:pt x="191" y="216"/>
                  </a:cubicBezTo>
                  <a:cubicBezTo>
                    <a:pt x="190" y="215"/>
                    <a:pt x="187" y="217"/>
                    <a:pt x="185" y="216"/>
                  </a:cubicBezTo>
                  <a:cubicBezTo>
                    <a:pt x="186" y="215"/>
                    <a:pt x="187" y="213"/>
                    <a:pt x="188" y="212"/>
                  </a:cubicBezTo>
                  <a:cubicBezTo>
                    <a:pt x="189" y="210"/>
                    <a:pt x="189" y="208"/>
                    <a:pt x="191" y="208"/>
                  </a:cubicBezTo>
                  <a:cubicBezTo>
                    <a:pt x="193" y="207"/>
                    <a:pt x="192" y="209"/>
                    <a:pt x="194" y="209"/>
                  </a:cubicBezTo>
                  <a:cubicBezTo>
                    <a:pt x="195" y="210"/>
                    <a:pt x="198" y="208"/>
                    <a:pt x="199" y="207"/>
                  </a:cubicBezTo>
                  <a:cubicBezTo>
                    <a:pt x="197" y="206"/>
                    <a:pt x="197" y="207"/>
                    <a:pt x="198" y="206"/>
                  </a:cubicBezTo>
                  <a:cubicBezTo>
                    <a:pt x="198" y="205"/>
                    <a:pt x="200" y="204"/>
                    <a:pt x="200" y="204"/>
                  </a:cubicBezTo>
                  <a:cubicBezTo>
                    <a:pt x="200" y="205"/>
                    <a:pt x="200" y="207"/>
                    <a:pt x="201" y="207"/>
                  </a:cubicBezTo>
                  <a:cubicBezTo>
                    <a:pt x="202" y="207"/>
                    <a:pt x="202" y="205"/>
                    <a:pt x="202" y="205"/>
                  </a:cubicBezTo>
                  <a:cubicBezTo>
                    <a:pt x="203" y="204"/>
                    <a:pt x="206" y="205"/>
                    <a:pt x="206" y="205"/>
                  </a:cubicBezTo>
                  <a:cubicBezTo>
                    <a:pt x="207" y="206"/>
                    <a:pt x="207" y="208"/>
                    <a:pt x="207" y="209"/>
                  </a:cubicBezTo>
                  <a:cubicBezTo>
                    <a:pt x="207" y="210"/>
                    <a:pt x="211" y="217"/>
                    <a:pt x="211" y="213"/>
                  </a:cubicBezTo>
                  <a:cubicBezTo>
                    <a:pt x="211" y="212"/>
                    <a:pt x="210" y="211"/>
                    <a:pt x="209" y="210"/>
                  </a:cubicBezTo>
                  <a:cubicBezTo>
                    <a:pt x="208" y="209"/>
                    <a:pt x="208" y="207"/>
                    <a:pt x="208" y="206"/>
                  </a:cubicBezTo>
                  <a:cubicBezTo>
                    <a:pt x="208" y="205"/>
                    <a:pt x="209" y="203"/>
                    <a:pt x="210" y="203"/>
                  </a:cubicBezTo>
                  <a:cubicBezTo>
                    <a:pt x="211" y="202"/>
                    <a:pt x="213" y="202"/>
                    <a:pt x="213" y="202"/>
                  </a:cubicBezTo>
                  <a:cubicBezTo>
                    <a:pt x="214" y="201"/>
                    <a:pt x="214" y="201"/>
                    <a:pt x="213" y="200"/>
                  </a:cubicBezTo>
                  <a:cubicBezTo>
                    <a:pt x="212" y="200"/>
                    <a:pt x="210" y="201"/>
                    <a:pt x="210" y="201"/>
                  </a:cubicBezTo>
                  <a:cubicBezTo>
                    <a:pt x="209" y="202"/>
                    <a:pt x="208" y="203"/>
                    <a:pt x="207" y="203"/>
                  </a:cubicBezTo>
                  <a:cubicBezTo>
                    <a:pt x="206" y="203"/>
                    <a:pt x="203" y="202"/>
                    <a:pt x="203" y="202"/>
                  </a:cubicBezTo>
                  <a:cubicBezTo>
                    <a:pt x="202" y="201"/>
                    <a:pt x="201" y="200"/>
                    <a:pt x="202" y="199"/>
                  </a:cubicBezTo>
                  <a:cubicBezTo>
                    <a:pt x="203" y="199"/>
                    <a:pt x="204" y="200"/>
                    <a:pt x="205" y="200"/>
                  </a:cubicBezTo>
                  <a:cubicBezTo>
                    <a:pt x="205" y="200"/>
                    <a:pt x="205" y="198"/>
                    <a:pt x="205" y="198"/>
                  </a:cubicBezTo>
                  <a:cubicBezTo>
                    <a:pt x="204" y="197"/>
                    <a:pt x="205" y="198"/>
                    <a:pt x="204" y="198"/>
                  </a:cubicBezTo>
                  <a:cubicBezTo>
                    <a:pt x="203" y="198"/>
                    <a:pt x="203" y="198"/>
                    <a:pt x="202" y="197"/>
                  </a:cubicBezTo>
                  <a:cubicBezTo>
                    <a:pt x="201" y="197"/>
                    <a:pt x="201" y="197"/>
                    <a:pt x="200" y="197"/>
                  </a:cubicBezTo>
                  <a:cubicBezTo>
                    <a:pt x="200" y="196"/>
                    <a:pt x="202" y="195"/>
                    <a:pt x="202" y="195"/>
                  </a:cubicBezTo>
                  <a:cubicBezTo>
                    <a:pt x="202" y="195"/>
                    <a:pt x="203" y="193"/>
                    <a:pt x="203" y="193"/>
                  </a:cubicBezTo>
                  <a:cubicBezTo>
                    <a:pt x="204" y="192"/>
                    <a:pt x="204" y="193"/>
                    <a:pt x="205" y="194"/>
                  </a:cubicBezTo>
                  <a:cubicBezTo>
                    <a:pt x="205" y="194"/>
                    <a:pt x="206" y="195"/>
                    <a:pt x="207" y="195"/>
                  </a:cubicBezTo>
                  <a:cubicBezTo>
                    <a:pt x="207" y="195"/>
                    <a:pt x="209" y="195"/>
                    <a:pt x="209" y="194"/>
                  </a:cubicBezTo>
                  <a:cubicBezTo>
                    <a:pt x="209" y="193"/>
                    <a:pt x="207" y="193"/>
                    <a:pt x="207" y="192"/>
                  </a:cubicBezTo>
                  <a:cubicBezTo>
                    <a:pt x="206" y="191"/>
                    <a:pt x="207" y="191"/>
                    <a:pt x="208" y="191"/>
                  </a:cubicBezTo>
                  <a:cubicBezTo>
                    <a:pt x="209" y="192"/>
                    <a:pt x="210" y="193"/>
                    <a:pt x="211" y="194"/>
                  </a:cubicBezTo>
                  <a:cubicBezTo>
                    <a:pt x="212" y="195"/>
                    <a:pt x="213" y="195"/>
                    <a:pt x="213" y="194"/>
                  </a:cubicBezTo>
                  <a:cubicBezTo>
                    <a:pt x="213" y="193"/>
                    <a:pt x="211" y="191"/>
                    <a:pt x="211" y="191"/>
                  </a:cubicBezTo>
                  <a:cubicBezTo>
                    <a:pt x="209" y="189"/>
                    <a:pt x="206" y="187"/>
                    <a:pt x="204" y="189"/>
                  </a:cubicBezTo>
                  <a:cubicBezTo>
                    <a:pt x="201" y="191"/>
                    <a:pt x="199" y="194"/>
                    <a:pt x="195" y="196"/>
                  </a:cubicBezTo>
                  <a:cubicBezTo>
                    <a:pt x="194" y="196"/>
                    <a:pt x="192" y="197"/>
                    <a:pt x="192" y="195"/>
                  </a:cubicBezTo>
                  <a:cubicBezTo>
                    <a:pt x="192" y="194"/>
                    <a:pt x="194" y="194"/>
                    <a:pt x="194" y="194"/>
                  </a:cubicBezTo>
                  <a:cubicBezTo>
                    <a:pt x="194" y="193"/>
                    <a:pt x="194" y="192"/>
                    <a:pt x="193" y="192"/>
                  </a:cubicBezTo>
                  <a:cubicBezTo>
                    <a:pt x="194" y="190"/>
                    <a:pt x="197" y="192"/>
                    <a:pt x="198" y="191"/>
                  </a:cubicBezTo>
                  <a:cubicBezTo>
                    <a:pt x="198" y="190"/>
                    <a:pt x="198" y="191"/>
                    <a:pt x="198" y="189"/>
                  </a:cubicBezTo>
                  <a:cubicBezTo>
                    <a:pt x="197" y="189"/>
                    <a:pt x="190" y="189"/>
                    <a:pt x="193" y="187"/>
                  </a:cubicBezTo>
                  <a:cubicBezTo>
                    <a:pt x="194" y="187"/>
                    <a:pt x="197" y="187"/>
                    <a:pt x="198" y="186"/>
                  </a:cubicBezTo>
                  <a:cubicBezTo>
                    <a:pt x="199" y="186"/>
                    <a:pt x="198" y="186"/>
                    <a:pt x="198" y="185"/>
                  </a:cubicBezTo>
                  <a:cubicBezTo>
                    <a:pt x="199" y="185"/>
                    <a:pt x="199" y="184"/>
                    <a:pt x="200" y="184"/>
                  </a:cubicBezTo>
                  <a:cubicBezTo>
                    <a:pt x="201" y="185"/>
                    <a:pt x="200" y="186"/>
                    <a:pt x="201" y="186"/>
                  </a:cubicBezTo>
                  <a:cubicBezTo>
                    <a:pt x="202" y="186"/>
                    <a:pt x="203" y="185"/>
                    <a:pt x="203" y="185"/>
                  </a:cubicBezTo>
                  <a:cubicBezTo>
                    <a:pt x="204" y="184"/>
                    <a:pt x="206" y="182"/>
                    <a:pt x="207" y="182"/>
                  </a:cubicBezTo>
                  <a:cubicBezTo>
                    <a:pt x="207" y="183"/>
                    <a:pt x="206" y="185"/>
                    <a:pt x="207" y="185"/>
                  </a:cubicBezTo>
                  <a:cubicBezTo>
                    <a:pt x="208" y="185"/>
                    <a:pt x="209" y="182"/>
                    <a:pt x="210" y="181"/>
                  </a:cubicBezTo>
                  <a:cubicBezTo>
                    <a:pt x="210" y="181"/>
                    <a:pt x="212" y="180"/>
                    <a:pt x="212" y="181"/>
                  </a:cubicBezTo>
                  <a:cubicBezTo>
                    <a:pt x="213" y="181"/>
                    <a:pt x="212" y="182"/>
                    <a:pt x="213" y="183"/>
                  </a:cubicBezTo>
                  <a:cubicBezTo>
                    <a:pt x="215" y="184"/>
                    <a:pt x="215" y="176"/>
                    <a:pt x="219" y="178"/>
                  </a:cubicBezTo>
                  <a:cubicBezTo>
                    <a:pt x="220" y="182"/>
                    <a:pt x="222" y="186"/>
                    <a:pt x="226" y="188"/>
                  </a:cubicBezTo>
                  <a:cubicBezTo>
                    <a:pt x="226" y="186"/>
                    <a:pt x="225" y="186"/>
                    <a:pt x="224" y="184"/>
                  </a:cubicBezTo>
                  <a:cubicBezTo>
                    <a:pt x="223" y="183"/>
                    <a:pt x="222" y="181"/>
                    <a:pt x="223" y="179"/>
                  </a:cubicBezTo>
                  <a:cubicBezTo>
                    <a:pt x="225" y="180"/>
                    <a:pt x="224" y="182"/>
                    <a:pt x="225" y="183"/>
                  </a:cubicBezTo>
                  <a:cubicBezTo>
                    <a:pt x="226" y="182"/>
                    <a:pt x="226" y="181"/>
                    <a:pt x="226" y="179"/>
                  </a:cubicBezTo>
                  <a:cubicBezTo>
                    <a:pt x="226" y="178"/>
                    <a:pt x="226" y="177"/>
                    <a:pt x="225" y="177"/>
                  </a:cubicBezTo>
                  <a:cubicBezTo>
                    <a:pt x="224" y="176"/>
                    <a:pt x="225" y="174"/>
                    <a:pt x="226" y="174"/>
                  </a:cubicBezTo>
                  <a:cubicBezTo>
                    <a:pt x="228" y="174"/>
                    <a:pt x="227" y="177"/>
                    <a:pt x="230" y="175"/>
                  </a:cubicBezTo>
                  <a:cubicBezTo>
                    <a:pt x="229" y="174"/>
                    <a:pt x="228" y="173"/>
                    <a:pt x="227" y="173"/>
                  </a:cubicBezTo>
                  <a:cubicBezTo>
                    <a:pt x="225" y="172"/>
                    <a:pt x="226" y="173"/>
                    <a:pt x="225" y="173"/>
                  </a:cubicBezTo>
                  <a:cubicBezTo>
                    <a:pt x="224" y="173"/>
                    <a:pt x="224" y="174"/>
                    <a:pt x="223" y="173"/>
                  </a:cubicBezTo>
                  <a:cubicBezTo>
                    <a:pt x="222" y="172"/>
                    <a:pt x="222" y="172"/>
                    <a:pt x="223" y="171"/>
                  </a:cubicBezTo>
                  <a:cubicBezTo>
                    <a:pt x="223" y="171"/>
                    <a:pt x="224" y="171"/>
                    <a:pt x="225" y="170"/>
                  </a:cubicBezTo>
                  <a:cubicBezTo>
                    <a:pt x="226" y="170"/>
                    <a:pt x="226" y="169"/>
                    <a:pt x="227" y="169"/>
                  </a:cubicBezTo>
                  <a:cubicBezTo>
                    <a:pt x="229" y="168"/>
                    <a:pt x="230" y="171"/>
                    <a:pt x="232" y="171"/>
                  </a:cubicBezTo>
                  <a:cubicBezTo>
                    <a:pt x="232" y="169"/>
                    <a:pt x="230" y="168"/>
                    <a:pt x="229" y="167"/>
                  </a:cubicBezTo>
                  <a:cubicBezTo>
                    <a:pt x="228" y="165"/>
                    <a:pt x="228" y="163"/>
                    <a:pt x="225" y="162"/>
                  </a:cubicBezTo>
                  <a:cubicBezTo>
                    <a:pt x="225" y="161"/>
                    <a:pt x="221" y="161"/>
                    <a:pt x="222" y="160"/>
                  </a:cubicBezTo>
                  <a:cubicBezTo>
                    <a:pt x="222" y="158"/>
                    <a:pt x="226" y="157"/>
                    <a:pt x="227" y="157"/>
                  </a:cubicBezTo>
                  <a:cubicBezTo>
                    <a:pt x="228" y="157"/>
                    <a:pt x="231" y="156"/>
                    <a:pt x="232" y="157"/>
                  </a:cubicBezTo>
                  <a:cubicBezTo>
                    <a:pt x="232" y="157"/>
                    <a:pt x="233" y="158"/>
                    <a:pt x="233" y="158"/>
                  </a:cubicBezTo>
                  <a:cubicBezTo>
                    <a:pt x="234" y="160"/>
                    <a:pt x="233" y="159"/>
                    <a:pt x="233" y="161"/>
                  </a:cubicBezTo>
                  <a:cubicBezTo>
                    <a:pt x="235" y="161"/>
                    <a:pt x="235" y="161"/>
                    <a:pt x="236" y="160"/>
                  </a:cubicBezTo>
                  <a:cubicBezTo>
                    <a:pt x="238" y="159"/>
                    <a:pt x="238" y="158"/>
                    <a:pt x="239" y="159"/>
                  </a:cubicBezTo>
                  <a:cubicBezTo>
                    <a:pt x="239" y="161"/>
                    <a:pt x="239" y="161"/>
                    <a:pt x="240" y="163"/>
                  </a:cubicBezTo>
                  <a:cubicBezTo>
                    <a:pt x="241" y="163"/>
                    <a:pt x="242" y="164"/>
                    <a:pt x="242" y="165"/>
                  </a:cubicBezTo>
                  <a:cubicBezTo>
                    <a:pt x="243" y="166"/>
                    <a:pt x="243" y="172"/>
                    <a:pt x="244" y="167"/>
                  </a:cubicBezTo>
                  <a:cubicBezTo>
                    <a:pt x="244" y="164"/>
                    <a:pt x="243" y="164"/>
                    <a:pt x="241" y="161"/>
                  </a:cubicBezTo>
                  <a:cubicBezTo>
                    <a:pt x="240" y="159"/>
                    <a:pt x="240" y="157"/>
                    <a:pt x="243" y="156"/>
                  </a:cubicBezTo>
                  <a:cubicBezTo>
                    <a:pt x="244" y="157"/>
                    <a:pt x="244" y="159"/>
                    <a:pt x="246" y="159"/>
                  </a:cubicBezTo>
                  <a:cubicBezTo>
                    <a:pt x="248" y="159"/>
                    <a:pt x="246" y="157"/>
                    <a:pt x="245" y="157"/>
                  </a:cubicBezTo>
                  <a:cubicBezTo>
                    <a:pt x="245" y="156"/>
                    <a:pt x="246" y="155"/>
                    <a:pt x="248" y="155"/>
                  </a:cubicBezTo>
                  <a:cubicBezTo>
                    <a:pt x="250" y="156"/>
                    <a:pt x="250" y="158"/>
                    <a:pt x="253" y="157"/>
                  </a:cubicBezTo>
                  <a:cubicBezTo>
                    <a:pt x="253" y="157"/>
                    <a:pt x="250" y="155"/>
                    <a:pt x="249" y="155"/>
                  </a:cubicBezTo>
                  <a:cubicBezTo>
                    <a:pt x="248" y="154"/>
                    <a:pt x="246" y="155"/>
                    <a:pt x="246" y="153"/>
                  </a:cubicBezTo>
                  <a:cubicBezTo>
                    <a:pt x="246" y="152"/>
                    <a:pt x="248" y="150"/>
                    <a:pt x="247" y="150"/>
                  </a:cubicBezTo>
                  <a:cubicBezTo>
                    <a:pt x="246" y="150"/>
                    <a:pt x="243" y="152"/>
                    <a:pt x="243" y="152"/>
                  </a:cubicBezTo>
                  <a:cubicBezTo>
                    <a:pt x="242" y="153"/>
                    <a:pt x="241" y="155"/>
                    <a:pt x="238" y="154"/>
                  </a:cubicBezTo>
                  <a:cubicBezTo>
                    <a:pt x="237" y="154"/>
                    <a:pt x="238" y="152"/>
                    <a:pt x="237" y="151"/>
                  </a:cubicBezTo>
                  <a:cubicBezTo>
                    <a:pt x="236" y="151"/>
                    <a:pt x="234" y="153"/>
                    <a:pt x="233" y="154"/>
                  </a:cubicBezTo>
                  <a:cubicBezTo>
                    <a:pt x="231" y="154"/>
                    <a:pt x="229" y="155"/>
                    <a:pt x="227" y="154"/>
                  </a:cubicBezTo>
                  <a:cubicBezTo>
                    <a:pt x="227" y="153"/>
                    <a:pt x="226" y="152"/>
                    <a:pt x="227" y="150"/>
                  </a:cubicBezTo>
                  <a:cubicBezTo>
                    <a:pt x="227" y="149"/>
                    <a:pt x="229" y="150"/>
                    <a:pt x="229" y="149"/>
                  </a:cubicBezTo>
                  <a:cubicBezTo>
                    <a:pt x="229" y="149"/>
                    <a:pt x="228" y="148"/>
                    <a:pt x="228" y="148"/>
                  </a:cubicBezTo>
                  <a:cubicBezTo>
                    <a:pt x="228" y="147"/>
                    <a:pt x="228" y="147"/>
                    <a:pt x="228" y="146"/>
                  </a:cubicBezTo>
                  <a:cubicBezTo>
                    <a:pt x="229" y="144"/>
                    <a:pt x="229" y="144"/>
                    <a:pt x="231" y="144"/>
                  </a:cubicBezTo>
                  <a:cubicBezTo>
                    <a:pt x="233" y="143"/>
                    <a:pt x="233" y="143"/>
                    <a:pt x="235" y="142"/>
                  </a:cubicBezTo>
                  <a:cubicBezTo>
                    <a:pt x="236" y="141"/>
                    <a:pt x="236" y="141"/>
                    <a:pt x="237" y="142"/>
                  </a:cubicBezTo>
                  <a:cubicBezTo>
                    <a:pt x="238" y="143"/>
                    <a:pt x="239" y="145"/>
                    <a:pt x="239" y="144"/>
                  </a:cubicBezTo>
                  <a:cubicBezTo>
                    <a:pt x="240" y="143"/>
                    <a:pt x="238" y="142"/>
                    <a:pt x="239" y="141"/>
                  </a:cubicBezTo>
                  <a:cubicBezTo>
                    <a:pt x="242" y="138"/>
                    <a:pt x="245" y="144"/>
                    <a:pt x="248" y="142"/>
                  </a:cubicBezTo>
                  <a:cubicBezTo>
                    <a:pt x="247" y="141"/>
                    <a:pt x="246" y="142"/>
                    <a:pt x="245" y="141"/>
                  </a:cubicBezTo>
                  <a:cubicBezTo>
                    <a:pt x="245" y="141"/>
                    <a:pt x="245" y="140"/>
                    <a:pt x="245" y="139"/>
                  </a:cubicBezTo>
                  <a:cubicBezTo>
                    <a:pt x="244" y="138"/>
                    <a:pt x="242" y="140"/>
                    <a:pt x="242" y="138"/>
                  </a:cubicBezTo>
                  <a:cubicBezTo>
                    <a:pt x="241" y="136"/>
                    <a:pt x="244" y="135"/>
                    <a:pt x="246" y="136"/>
                  </a:cubicBezTo>
                  <a:cubicBezTo>
                    <a:pt x="247" y="136"/>
                    <a:pt x="250" y="139"/>
                    <a:pt x="251" y="138"/>
                  </a:cubicBezTo>
                  <a:cubicBezTo>
                    <a:pt x="252" y="136"/>
                    <a:pt x="248" y="135"/>
                    <a:pt x="248" y="134"/>
                  </a:cubicBezTo>
                  <a:cubicBezTo>
                    <a:pt x="247" y="131"/>
                    <a:pt x="250" y="132"/>
                    <a:pt x="252" y="132"/>
                  </a:cubicBezTo>
                  <a:cubicBezTo>
                    <a:pt x="254" y="131"/>
                    <a:pt x="253" y="131"/>
                    <a:pt x="252" y="130"/>
                  </a:cubicBezTo>
                  <a:cubicBezTo>
                    <a:pt x="251" y="130"/>
                    <a:pt x="251" y="128"/>
                    <a:pt x="250" y="128"/>
                  </a:cubicBezTo>
                  <a:cubicBezTo>
                    <a:pt x="249" y="127"/>
                    <a:pt x="246" y="130"/>
                    <a:pt x="245" y="128"/>
                  </a:cubicBezTo>
                  <a:cubicBezTo>
                    <a:pt x="245" y="127"/>
                    <a:pt x="246" y="126"/>
                    <a:pt x="246" y="125"/>
                  </a:cubicBezTo>
                  <a:cubicBezTo>
                    <a:pt x="247" y="124"/>
                    <a:pt x="247" y="124"/>
                    <a:pt x="248" y="123"/>
                  </a:cubicBezTo>
                  <a:cubicBezTo>
                    <a:pt x="249" y="122"/>
                    <a:pt x="249" y="122"/>
                    <a:pt x="249" y="121"/>
                  </a:cubicBezTo>
                  <a:cubicBezTo>
                    <a:pt x="249" y="120"/>
                    <a:pt x="249" y="119"/>
                    <a:pt x="250" y="118"/>
                  </a:cubicBezTo>
                  <a:cubicBezTo>
                    <a:pt x="250" y="118"/>
                    <a:pt x="252" y="118"/>
                    <a:pt x="253" y="118"/>
                  </a:cubicBezTo>
                  <a:cubicBezTo>
                    <a:pt x="253" y="118"/>
                    <a:pt x="254" y="117"/>
                    <a:pt x="255" y="117"/>
                  </a:cubicBezTo>
                  <a:cubicBezTo>
                    <a:pt x="255" y="117"/>
                    <a:pt x="259" y="116"/>
                    <a:pt x="258" y="116"/>
                  </a:cubicBezTo>
                  <a:cubicBezTo>
                    <a:pt x="258" y="115"/>
                    <a:pt x="258" y="115"/>
                    <a:pt x="258" y="115"/>
                  </a:cubicBezTo>
                  <a:cubicBezTo>
                    <a:pt x="258" y="113"/>
                    <a:pt x="258" y="113"/>
                    <a:pt x="257" y="112"/>
                  </a:cubicBezTo>
                  <a:cubicBezTo>
                    <a:pt x="255" y="109"/>
                    <a:pt x="256" y="108"/>
                    <a:pt x="258" y="107"/>
                  </a:cubicBezTo>
                  <a:cubicBezTo>
                    <a:pt x="259" y="105"/>
                    <a:pt x="259" y="104"/>
                    <a:pt x="259" y="102"/>
                  </a:cubicBezTo>
                  <a:cubicBezTo>
                    <a:pt x="259" y="102"/>
                    <a:pt x="259" y="100"/>
                    <a:pt x="259" y="100"/>
                  </a:cubicBezTo>
                  <a:cubicBezTo>
                    <a:pt x="260" y="99"/>
                    <a:pt x="261" y="99"/>
                    <a:pt x="262" y="98"/>
                  </a:cubicBezTo>
                  <a:cubicBezTo>
                    <a:pt x="262" y="101"/>
                    <a:pt x="262" y="103"/>
                    <a:pt x="265" y="103"/>
                  </a:cubicBezTo>
                  <a:cubicBezTo>
                    <a:pt x="265" y="105"/>
                    <a:pt x="264" y="110"/>
                    <a:pt x="265" y="111"/>
                  </a:cubicBezTo>
                  <a:cubicBezTo>
                    <a:pt x="267" y="112"/>
                    <a:pt x="267" y="108"/>
                    <a:pt x="267" y="108"/>
                  </a:cubicBezTo>
                  <a:cubicBezTo>
                    <a:pt x="267" y="108"/>
                    <a:pt x="268" y="110"/>
                    <a:pt x="269" y="110"/>
                  </a:cubicBezTo>
                  <a:cubicBezTo>
                    <a:pt x="270" y="109"/>
                    <a:pt x="269" y="108"/>
                    <a:pt x="271" y="107"/>
                  </a:cubicBezTo>
                  <a:cubicBezTo>
                    <a:pt x="273" y="107"/>
                    <a:pt x="274" y="109"/>
                    <a:pt x="275" y="109"/>
                  </a:cubicBezTo>
                  <a:cubicBezTo>
                    <a:pt x="276" y="107"/>
                    <a:pt x="273" y="106"/>
                    <a:pt x="272" y="105"/>
                  </a:cubicBezTo>
                  <a:cubicBezTo>
                    <a:pt x="270" y="104"/>
                    <a:pt x="269" y="103"/>
                    <a:pt x="268" y="101"/>
                  </a:cubicBezTo>
                  <a:cubicBezTo>
                    <a:pt x="267" y="100"/>
                    <a:pt x="266" y="100"/>
                    <a:pt x="266" y="99"/>
                  </a:cubicBezTo>
                  <a:cubicBezTo>
                    <a:pt x="265" y="95"/>
                    <a:pt x="268" y="96"/>
                    <a:pt x="270" y="95"/>
                  </a:cubicBezTo>
                  <a:cubicBezTo>
                    <a:pt x="273" y="94"/>
                    <a:pt x="272" y="95"/>
                    <a:pt x="273" y="97"/>
                  </a:cubicBezTo>
                  <a:cubicBezTo>
                    <a:pt x="273" y="98"/>
                    <a:pt x="274" y="99"/>
                    <a:pt x="275" y="100"/>
                  </a:cubicBezTo>
                  <a:cubicBezTo>
                    <a:pt x="276" y="102"/>
                    <a:pt x="276" y="104"/>
                    <a:pt x="277" y="105"/>
                  </a:cubicBezTo>
                  <a:cubicBezTo>
                    <a:pt x="278" y="105"/>
                    <a:pt x="279" y="106"/>
                    <a:pt x="280" y="106"/>
                  </a:cubicBezTo>
                  <a:cubicBezTo>
                    <a:pt x="281" y="106"/>
                    <a:pt x="282" y="105"/>
                    <a:pt x="283" y="106"/>
                  </a:cubicBezTo>
                  <a:cubicBezTo>
                    <a:pt x="285" y="108"/>
                    <a:pt x="279" y="109"/>
                    <a:pt x="279" y="111"/>
                  </a:cubicBezTo>
                  <a:cubicBezTo>
                    <a:pt x="279" y="110"/>
                    <a:pt x="282" y="112"/>
                    <a:pt x="282" y="112"/>
                  </a:cubicBezTo>
                  <a:cubicBezTo>
                    <a:pt x="282" y="112"/>
                    <a:pt x="282" y="112"/>
                    <a:pt x="282" y="112"/>
                  </a:cubicBezTo>
                  <a:cubicBezTo>
                    <a:pt x="282" y="112"/>
                    <a:pt x="284" y="112"/>
                    <a:pt x="283" y="112"/>
                  </a:cubicBezTo>
                  <a:cubicBezTo>
                    <a:pt x="285" y="112"/>
                    <a:pt x="285" y="113"/>
                    <a:pt x="285" y="111"/>
                  </a:cubicBezTo>
                  <a:cubicBezTo>
                    <a:pt x="285" y="110"/>
                    <a:pt x="285" y="107"/>
                    <a:pt x="285" y="105"/>
                  </a:cubicBezTo>
                  <a:cubicBezTo>
                    <a:pt x="284" y="103"/>
                    <a:pt x="282" y="103"/>
                    <a:pt x="280" y="103"/>
                  </a:cubicBezTo>
                  <a:cubicBezTo>
                    <a:pt x="278" y="102"/>
                    <a:pt x="276" y="101"/>
                    <a:pt x="276" y="99"/>
                  </a:cubicBezTo>
                  <a:cubicBezTo>
                    <a:pt x="276" y="96"/>
                    <a:pt x="278" y="96"/>
                    <a:pt x="279" y="94"/>
                  </a:cubicBezTo>
                  <a:cubicBezTo>
                    <a:pt x="277" y="93"/>
                    <a:pt x="274" y="95"/>
                    <a:pt x="274" y="91"/>
                  </a:cubicBezTo>
                  <a:cubicBezTo>
                    <a:pt x="275" y="90"/>
                    <a:pt x="275" y="89"/>
                    <a:pt x="276" y="88"/>
                  </a:cubicBezTo>
                  <a:cubicBezTo>
                    <a:pt x="277" y="87"/>
                    <a:pt x="277" y="86"/>
                    <a:pt x="277" y="85"/>
                  </a:cubicBezTo>
                  <a:cubicBezTo>
                    <a:pt x="278" y="84"/>
                    <a:pt x="278" y="84"/>
                    <a:pt x="279" y="83"/>
                  </a:cubicBezTo>
                  <a:cubicBezTo>
                    <a:pt x="279" y="83"/>
                    <a:pt x="280" y="82"/>
                    <a:pt x="280" y="82"/>
                  </a:cubicBezTo>
                  <a:cubicBezTo>
                    <a:pt x="282" y="81"/>
                    <a:pt x="285" y="81"/>
                    <a:pt x="287" y="80"/>
                  </a:cubicBezTo>
                  <a:cubicBezTo>
                    <a:pt x="288" y="80"/>
                    <a:pt x="290" y="79"/>
                    <a:pt x="290" y="81"/>
                  </a:cubicBezTo>
                  <a:cubicBezTo>
                    <a:pt x="291" y="83"/>
                    <a:pt x="289" y="85"/>
                    <a:pt x="289" y="88"/>
                  </a:cubicBezTo>
                  <a:cubicBezTo>
                    <a:pt x="289" y="89"/>
                    <a:pt x="289" y="90"/>
                    <a:pt x="289" y="92"/>
                  </a:cubicBezTo>
                  <a:cubicBezTo>
                    <a:pt x="289" y="93"/>
                    <a:pt x="288" y="94"/>
                    <a:pt x="288" y="96"/>
                  </a:cubicBezTo>
                  <a:cubicBezTo>
                    <a:pt x="288" y="97"/>
                    <a:pt x="288" y="98"/>
                    <a:pt x="287" y="100"/>
                  </a:cubicBezTo>
                  <a:cubicBezTo>
                    <a:pt x="287" y="101"/>
                    <a:pt x="286" y="102"/>
                    <a:pt x="285" y="103"/>
                  </a:cubicBezTo>
                  <a:cubicBezTo>
                    <a:pt x="287" y="103"/>
                    <a:pt x="289" y="100"/>
                    <a:pt x="290" y="98"/>
                  </a:cubicBezTo>
                  <a:cubicBezTo>
                    <a:pt x="290" y="97"/>
                    <a:pt x="290" y="95"/>
                    <a:pt x="290" y="93"/>
                  </a:cubicBezTo>
                  <a:cubicBezTo>
                    <a:pt x="292" y="88"/>
                    <a:pt x="295" y="95"/>
                    <a:pt x="298" y="94"/>
                  </a:cubicBezTo>
                  <a:cubicBezTo>
                    <a:pt x="298" y="92"/>
                    <a:pt x="296" y="92"/>
                    <a:pt x="295" y="92"/>
                  </a:cubicBezTo>
                  <a:cubicBezTo>
                    <a:pt x="293" y="91"/>
                    <a:pt x="292" y="90"/>
                    <a:pt x="292" y="88"/>
                  </a:cubicBezTo>
                  <a:cubicBezTo>
                    <a:pt x="291" y="86"/>
                    <a:pt x="292" y="85"/>
                    <a:pt x="293" y="83"/>
                  </a:cubicBezTo>
                  <a:cubicBezTo>
                    <a:pt x="293" y="82"/>
                    <a:pt x="293" y="80"/>
                    <a:pt x="294" y="79"/>
                  </a:cubicBezTo>
                  <a:cubicBezTo>
                    <a:pt x="294" y="80"/>
                    <a:pt x="294" y="81"/>
                    <a:pt x="295" y="82"/>
                  </a:cubicBezTo>
                  <a:cubicBezTo>
                    <a:pt x="296" y="82"/>
                    <a:pt x="296" y="80"/>
                    <a:pt x="296" y="79"/>
                  </a:cubicBezTo>
                  <a:cubicBezTo>
                    <a:pt x="296" y="78"/>
                    <a:pt x="296" y="77"/>
                    <a:pt x="296" y="77"/>
                  </a:cubicBezTo>
                  <a:cubicBezTo>
                    <a:pt x="296" y="76"/>
                    <a:pt x="297" y="76"/>
                    <a:pt x="297" y="76"/>
                  </a:cubicBezTo>
                  <a:cubicBezTo>
                    <a:pt x="298" y="75"/>
                    <a:pt x="298" y="74"/>
                    <a:pt x="298" y="73"/>
                  </a:cubicBezTo>
                  <a:cubicBezTo>
                    <a:pt x="299" y="72"/>
                    <a:pt x="300" y="71"/>
                    <a:pt x="301" y="70"/>
                  </a:cubicBezTo>
                  <a:cubicBezTo>
                    <a:pt x="303" y="74"/>
                    <a:pt x="303" y="76"/>
                    <a:pt x="302" y="81"/>
                  </a:cubicBezTo>
                  <a:cubicBezTo>
                    <a:pt x="302" y="82"/>
                    <a:pt x="301" y="85"/>
                    <a:pt x="301" y="86"/>
                  </a:cubicBezTo>
                  <a:cubicBezTo>
                    <a:pt x="302" y="88"/>
                    <a:pt x="303" y="89"/>
                    <a:pt x="303" y="91"/>
                  </a:cubicBezTo>
                  <a:cubicBezTo>
                    <a:pt x="302" y="92"/>
                    <a:pt x="301" y="92"/>
                    <a:pt x="301" y="93"/>
                  </a:cubicBezTo>
                  <a:cubicBezTo>
                    <a:pt x="300" y="95"/>
                    <a:pt x="300" y="97"/>
                    <a:pt x="300" y="98"/>
                  </a:cubicBezTo>
                  <a:cubicBezTo>
                    <a:pt x="300" y="99"/>
                    <a:pt x="299" y="101"/>
                    <a:pt x="299" y="102"/>
                  </a:cubicBezTo>
                  <a:cubicBezTo>
                    <a:pt x="298" y="104"/>
                    <a:pt x="296" y="104"/>
                    <a:pt x="295" y="106"/>
                  </a:cubicBezTo>
                  <a:cubicBezTo>
                    <a:pt x="295" y="106"/>
                    <a:pt x="294" y="108"/>
                    <a:pt x="293" y="109"/>
                  </a:cubicBezTo>
                  <a:cubicBezTo>
                    <a:pt x="293" y="110"/>
                    <a:pt x="294" y="110"/>
                    <a:pt x="295" y="109"/>
                  </a:cubicBezTo>
                  <a:cubicBezTo>
                    <a:pt x="296" y="108"/>
                    <a:pt x="297" y="106"/>
                    <a:pt x="298" y="105"/>
                  </a:cubicBezTo>
                  <a:cubicBezTo>
                    <a:pt x="300" y="104"/>
                    <a:pt x="301" y="103"/>
                    <a:pt x="301" y="102"/>
                  </a:cubicBezTo>
                  <a:cubicBezTo>
                    <a:pt x="302" y="100"/>
                    <a:pt x="303" y="98"/>
                    <a:pt x="303" y="96"/>
                  </a:cubicBezTo>
                  <a:cubicBezTo>
                    <a:pt x="303" y="96"/>
                    <a:pt x="304" y="94"/>
                    <a:pt x="304" y="93"/>
                  </a:cubicBezTo>
                  <a:cubicBezTo>
                    <a:pt x="305" y="93"/>
                    <a:pt x="307" y="95"/>
                    <a:pt x="307" y="96"/>
                  </a:cubicBezTo>
                  <a:cubicBezTo>
                    <a:pt x="308" y="96"/>
                    <a:pt x="310" y="96"/>
                    <a:pt x="311" y="97"/>
                  </a:cubicBezTo>
                  <a:cubicBezTo>
                    <a:pt x="312" y="96"/>
                    <a:pt x="309" y="95"/>
                    <a:pt x="309" y="94"/>
                  </a:cubicBezTo>
                  <a:cubicBezTo>
                    <a:pt x="308" y="94"/>
                    <a:pt x="308" y="93"/>
                    <a:pt x="307" y="92"/>
                  </a:cubicBezTo>
                  <a:cubicBezTo>
                    <a:pt x="307" y="91"/>
                    <a:pt x="306" y="91"/>
                    <a:pt x="306" y="90"/>
                  </a:cubicBezTo>
                  <a:cubicBezTo>
                    <a:pt x="304" y="89"/>
                    <a:pt x="305" y="89"/>
                    <a:pt x="305" y="87"/>
                  </a:cubicBezTo>
                  <a:cubicBezTo>
                    <a:pt x="305" y="86"/>
                    <a:pt x="305" y="86"/>
                    <a:pt x="305" y="85"/>
                  </a:cubicBezTo>
                  <a:cubicBezTo>
                    <a:pt x="305" y="84"/>
                    <a:pt x="304" y="83"/>
                    <a:pt x="304" y="83"/>
                  </a:cubicBezTo>
                  <a:cubicBezTo>
                    <a:pt x="304" y="81"/>
                    <a:pt x="308" y="82"/>
                    <a:pt x="310" y="80"/>
                  </a:cubicBezTo>
                  <a:cubicBezTo>
                    <a:pt x="311" y="79"/>
                    <a:pt x="311" y="77"/>
                    <a:pt x="312" y="76"/>
                  </a:cubicBezTo>
                  <a:cubicBezTo>
                    <a:pt x="313" y="74"/>
                    <a:pt x="314" y="74"/>
                    <a:pt x="315" y="73"/>
                  </a:cubicBezTo>
                  <a:cubicBezTo>
                    <a:pt x="316" y="74"/>
                    <a:pt x="313" y="76"/>
                    <a:pt x="313" y="78"/>
                  </a:cubicBezTo>
                  <a:cubicBezTo>
                    <a:pt x="314" y="80"/>
                    <a:pt x="314" y="81"/>
                    <a:pt x="315" y="79"/>
                  </a:cubicBezTo>
                  <a:cubicBezTo>
                    <a:pt x="316" y="79"/>
                    <a:pt x="316" y="76"/>
                    <a:pt x="317" y="76"/>
                  </a:cubicBezTo>
                  <a:cubicBezTo>
                    <a:pt x="318" y="76"/>
                    <a:pt x="317" y="80"/>
                    <a:pt x="318" y="79"/>
                  </a:cubicBezTo>
                  <a:cubicBezTo>
                    <a:pt x="318" y="79"/>
                    <a:pt x="318" y="79"/>
                    <a:pt x="318" y="79"/>
                  </a:cubicBezTo>
                  <a:cubicBezTo>
                    <a:pt x="319" y="78"/>
                    <a:pt x="319" y="76"/>
                    <a:pt x="319" y="75"/>
                  </a:cubicBezTo>
                  <a:cubicBezTo>
                    <a:pt x="319" y="74"/>
                    <a:pt x="320" y="74"/>
                    <a:pt x="320" y="73"/>
                  </a:cubicBezTo>
                  <a:cubicBezTo>
                    <a:pt x="320" y="71"/>
                    <a:pt x="319" y="72"/>
                    <a:pt x="319" y="70"/>
                  </a:cubicBezTo>
                  <a:cubicBezTo>
                    <a:pt x="319" y="69"/>
                    <a:pt x="320" y="68"/>
                    <a:pt x="320" y="67"/>
                  </a:cubicBezTo>
                  <a:cubicBezTo>
                    <a:pt x="322" y="66"/>
                    <a:pt x="325" y="69"/>
                    <a:pt x="325" y="71"/>
                  </a:cubicBezTo>
                  <a:cubicBezTo>
                    <a:pt x="326" y="72"/>
                    <a:pt x="326" y="73"/>
                    <a:pt x="327" y="74"/>
                  </a:cubicBezTo>
                  <a:cubicBezTo>
                    <a:pt x="328" y="74"/>
                    <a:pt x="330" y="74"/>
                    <a:pt x="331" y="76"/>
                  </a:cubicBezTo>
                  <a:cubicBezTo>
                    <a:pt x="332" y="78"/>
                    <a:pt x="332" y="82"/>
                    <a:pt x="334" y="83"/>
                  </a:cubicBezTo>
                  <a:cubicBezTo>
                    <a:pt x="338" y="86"/>
                    <a:pt x="335" y="80"/>
                    <a:pt x="335" y="79"/>
                  </a:cubicBezTo>
                  <a:cubicBezTo>
                    <a:pt x="334" y="78"/>
                    <a:pt x="334" y="77"/>
                    <a:pt x="334" y="76"/>
                  </a:cubicBezTo>
                  <a:cubicBezTo>
                    <a:pt x="334" y="76"/>
                    <a:pt x="333" y="75"/>
                    <a:pt x="333" y="74"/>
                  </a:cubicBezTo>
                  <a:cubicBezTo>
                    <a:pt x="332" y="70"/>
                    <a:pt x="334" y="68"/>
                    <a:pt x="335" y="72"/>
                  </a:cubicBezTo>
                  <a:cubicBezTo>
                    <a:pt x="336" y="72"/>
                    <a:pt x="336" y="69"/>
                    <a:pt x="335" y="69"/>
                  </a:cubicBezTo>
                  <a:cubicBezTo>
                    <a:pt x="335" y="68"/>
                    <a:pt x="336" y="68"/>
                    <a:pt x="334" y="68"/>
                  </a:cubicBezTo>
                  <a:cubicBezTo>
                    <a:pt x="334" y="67"/>
                    <a:pt x="333" y="68"/>
                    <a:pt x="332" y="68"/>
                  </a:cubicBezTo>
                  <a:cubicBezTo>
                    <a:pt x="332" y="68"/>
                    <a:pt x="331" y="68"/>
                    <a:pt x="330" y="67"/>
                  </a:cubicBezTo>
                  <a:cubicBezTo>
                    <a:pt x="330" y="66"/>
                    <a:pt x="331" y="66"/>
                    <a:pt x="332" y="66"/>
                  </a:cubicBezTo>
                  <a:cubicBezTo>
                    <a:pt x="333" y="65"/>
                    <a:pt x="334" y="65"/>
                    <a:pt x="335" y="65"/>
                  </a:cubicBezTo>
                  <a:cubicBezTo>
                    <a:pt x="335" y="64"/>
                    <a:pt x="336" y="62"/>
                    <a:pt x="336" y="62"/>
                  </a:cubicBezTo>
                  <a:cubicBezTo>
                    <a:pt x="334" y="62"/>
                    <a:pt x="333" y="65"/>
                    <a:pt x="331" y="63"/>
                  </a:cubicBezTo>
                  <a:cubicBezTo>
                    <a:pt x="330" y="64"/>
                    <a:pt x="330" y="65"/>
                    <a:pt x="329" y="65"/>
                  </a:cubicBezTo>
                  <a:cubicBezTo>
                    <a:pt x="328" y="65"/>
                    <a:pt x="328" y="64"/>
                    <a:pt x="327" y="64"/>
                  </a:cubicBezTo>
                  <a:cubicBezTo>
                    <a:pt x="326" y="63"/>
                    <a:pt x="325" y="63"/>
                    <a:pt x="324" y="62"/>
                  </a:cubicBezTo>
                  <a:cubicBezTo>
                    <a:pt x="323" y="61"/>
                    <a:pt x="325" y="60"/>
                    <a:pt x="324" y="59"/>
                  </a:cubicBezTo>
                  <a:cubicBezTo>
                    <a:pt x="323" y="58"/>
                    <a:pt x="318" y="60"/>
                    <a:pt x="319" y="56"/>
                  </a:cubicBezTo>
                  <a:cubicBezTo>
                    <a:pt x="320" y="53"/>
                    <a:pt x="324" y="53"/>
                    <a:pt x="324" y="57"/>
                  </a:cubicBezTo>
                  <a:cubicBezTo>
                    <a:pt x="326" y="55"/>
                    <a:pt x="323" y="52"/>
                    <a:pt x="325" y="50"/>
                  </a:cubicBezTo>
                  <a:cubicBezTo>
                    <a:pt x="326" y="51"/>
                    <a:pt x="326" y="54"/>
                    <a:pt x="327" y="54"/>
                  </a:cubicBezTo>
                  <a:cubicBezTo>
                    <a:pt x="328" y="52"/>
                    <a:pt x="328" y="49"/>
                    <a:pt x="328" y="47"/>
                  </a:cubicBezTo>
                  <a:cubicBezTo>
                    <a:pt x="331" y="46"/>
                    <a:pt x="330" y="51"/>
                    <a:pt x="330" y="52"/>
                  </a:cubicBezTo>
                  <a:cubicBezTo>
                    <a:pt x="329" y="56"/>
                    <a:pt x="329" y="58"/>
                    <a:pt x="331" y="60"/>
                  </a:cubicBezTo>
                  <a:cubicBezTo>
                    <a:pt x="332" y="60"/>
                    <a:pt x="332" y="57"/>
                    <a:pt x="332" y="57"/>
                  </a:cubicBezTo>
                  <a:cubicBezTo>
                    <a:pt x="331" y="55"/>
                    <a:pt x="331" y="54"/>
                    <a:pt x="332" y="52"/>
                  </a:cubicBezTo>
                  <a:cubicBezTo>
                    <a:pt x="333" y="50"/>
                    <a:pt x="333" y="50"/>
                    <a:pt x="334" y="51"/>
                  </a:cubicBezTo>
                  <a:cubicBezTo>
                    <a:pt x="334" y="51"/>
                    <a:pt x="334" y="52"/>
                    <a:pt x="334" y="52"/>
                  </a:cubicBezTo>
                  <a:cubicBezTo>
                    <a:pt x="335" y="52"/>
                    <a:pt x="335" y="51"/>
                    <a:pt x="336" y="51"/>
                  </a:cubicBezTo>
                  <a:cubicBezTo>
                    <a:pt x="336" y="52"/>
                    <a:pt x="336" y="57"/>
                    <a:pt x="337" y="54"/>
                  </a:cubicBezTo>
                  <a:cubicBezTo>
                    <a:pt x="337" y="54"/>
                    <a:pt x="337" y="53"/>
                    <a:pt x="337" y="52"/>
                  </a:cubicBezTo>
                  <a:cubicBezTo>
                    <a:pt x="338" y="52"/>
                    <a:pt x="339" y="52"/>
                    <a:pt x="339" y="53"/>
                  </a:cubicBezTo>
                  <a:cubicBezTo>
                    <a:pt x="340" y="54"/>
                    <a:pt x="339" y="58"/>
                    <a:pt x="339" y="60"/>
                  </a:cubicBezTo>
                  <a:cubicBezTo>
                    <a:pt x="339" y="61"/>
                    <a:pt x="343" y="62"/>
                    <a:pt x="345" y="62"/>
                  </a:cubicBezTo>
                  <a:cubicBezTo>
                    <a:pt x="346" y="60"/>
                    <a:pt x="343" y="60"/>
                    <a:pt x="343" y="60"/>
                  </a:cubicBezTo>
                  <a:cubicBezTo>
                    <a:pt x="341" y="59"/>
                    <a:pt x="341" y="57"/>
                    <a:pt x="342" y="56"/>
                  </a:cubicBezTo>
                  <a:cubicBezTo>
                    <a:pt x="342" y="54"/>
                    <a:pt x="343" y="54"/>
                    <a:pt x="344" y="55"/>
                  </a:cubicBezTo>
                  <a:cubicBezTo>
                    <a:pt x="345" y="55"/>
                    <a:pt x="345" y="56"/>
                    <a:pt x="345" y="56"/>
                  </a:cubicBezTo>
                  <a:cubicBezTo>
                    <a:pt x="346" y="57"/>
                    <a:pt x="348" y="57"/>
                    <a:pt x="348" y="57"/>
                  </a:cubicBezTo>
                  <a:cubicBezTo>
                    <a:pt x="350" y="57"/>
                    <a:pt x="352" y="56"/>
                    <a:pt x="352" y="58"/>
                  </a:cubicBezTo>
                  <a:cubicBezTo>
                    <a:pt x="353" y="60"/>
                    <a:pt x="350" y="62"/>
                    <a:pt x="349" y="62"/>
                  </a:cubicBezTo>
                  <a:cubicBezTo>
                    <a:pt x="347" y="63"/>
                    <a:pt x="339" y="63"/>
                    <a:pt x="340" y="67"/>
                  </a:cubicBezTo>
                  <a:cubicBezTo>
                    <a:pt x="341" y="66"/>
                    <a:pt x="342" y="65"/>
                    <a:pt x="344" y="65"/>
                  </a:cubicBezTo>
                  <a:cubicBezTo>
                    <a:pt x="345" y="65"/>
                    <a:pt x="346" y="65"/>
                    <a:pt x="347" y="65"/>
                  </a:cubicBezTo>
                  <a:cubicBezTo>
                    <a:pt x="349" y="64"/>
                    <a:pt x="351" y="63"/>
                    <a:pt x="353" y="61"/>
                  </a:cubicBezTo>
                  <a:cubicBezTo>
                    <a:pt x="354" y="63"/>
                    <a:pt x="353" y="65"/>
                    <a:pt x="354" y="66"/>
                  </a:cubicBezTo>
                  <a:cubicBezTo>
                    <a:pt x="354" y="67"/>
                    <a:pt x="355" y="67"/>
                    <a:pt x="356" y="67"/>
                  </a:cubicBezTo>
                  <a:cubicBezTo>
                    <a:pt x="356" y="68"/>
                    <a:pt x="356" y="68"/>
                    <a:pt x="356" y="69"/>
                  </a:cubicBezTo>
                  <a:cubicBezTo>
                    <a:pt x="356" y="71"/>
                    <a:pt x="356" y="71"/>
                    <a:pt x="357" y="70"/>
                  </a:cubicBezTo>
                  <a:cubicBezTo>
                    <a:pt x="358" y="70"/>
                    <a:pt x="359" y="69"/>
                    <a:pt x="359" y="69"/>
                  </a:cubicBezTo>
                  <a:cubicBezTo>
                    <a:pt x="360" y="69"/>
                    <a:pt x="359" y="70"/>
                    <a:pt x="360" y="70"/>
                  </a:cubicBezTo>
                  <a:cubicBezTo>
                    <a:pt x="361" y="71"/>
                    <a:pt x="360" y="71"/>
                    <a:pt x="361" y="71"/>
                  </a:cubicBezTo>
                  <a:cubicBezTo>
                    <a:pt x="362" y="70"/>
                    <a:pt x="363" y="70"/>
                    <a:pt x="363" y="69"/>
                  </a:cubicBezTo>
                  <a:cubicBezTo>
                    <a:pt x="364" y="67"/>
                    <a:pt x="363" y="67"/>
                    <a:pt x="361" y="67"/>
                  </a:cubicBezTo>
                  <a:cubicBezTo>
                    <a:pt x="360" y="67"/>
                    <a:pt x="358" y="65"/>
                    <a:pt x="357" y="64"/>
                  </a:cubicBezTo>
                  <a:cubicBezTo>
                    <a:pt x="357" y="62"/>
                    <a:pt x="360" y="62"/>
                    <a:pt x="361" y="62"/>
                  </a:cubicBezTo>
                  <a:cubicBezTo>
                    <a:pt x="361" y="60"/>
                    <a:pt x="359" y="59"/>
                    <a:pt x="362" y="58"/>
                  </a:cubicBezTo>
                  <a:cubicBezTo>
                    <a:pt x="362" y="56"/>
                    <a:pt x="360" y="58"/>
                    <a:pt x="359" y="57"/>
                  </a:cubicBezTo>
                  <a:cubicBezTo>
                    <a:pt x="357" y="56"/>
                    <a:pt x="359" y="56"/>
                    <a:pt x="360" y="56"/>
                  </a:cubicBezTo>
                  <a:cubicBezTo>
                    <a:pt x="361" y="56"/>
                    <a:pt x="364" y="56"/>
                    <a:pt x="363" y="55"/>
                  </a:cubicBezTo>
                  <a:cubicBezTo>
                    <a:pt x="363" y="54"/>
                    <a:pt x="360" y="54"/>
                    <a:pt x="360" y="54"/>
                  </a:cubicBezTo>
                  <a:cubicBezTo>
                    <a:pt x="359" y="54"/>
                    <a:pt x="359" y="53"/>
                    <a:pt x="359" y="53"/>
                  </a:cubicBezTo>
                  <a:cubicBezTo>
                    <a:pt x="360" y="52"/>
                    <a:pt x="362" y="53"/>
                    <a:pt x="363" y="52"/>
                  </a:cubicBezTo>
                  <a:cubicBezTo>
                    <a:pt x="366" y="52"/>
                    <a:pt x="364" y="51"/>
                    <a:pt x="364" y="50"/>
                  </a:cubicBezTo>
                  <a:cubicBezTo>
                    <a:pt x="363" y="48"/>
                    <a:pt x="365" y="46"/>
                    <a:pt x="366" y="45"/>
                  </a:cubicBezTo>
                  <a:cubicBezTo>
                    <a:pt x="368" y="44"/>
                    <a:pt x="369" y="42"/>
                    <a:pt x="370" y="41"/>
                  </a:cubicBezTo>
                  <a:cubicBezTo>
                    <a:pt x="372" y="40"/>
                    <a:pt x="374" y="40"/>
                    <a:pt x="376" y="40"/>
                  </a:cubicBezTo>
                  <a:cubicBezTo>
                    <a:pt x="377" y="41"/>
                    <a:pt x="380" y="43"/>
                    <a:pt x="380" y="42"/>
                  </a:cubicBezTo>
                  <a:cubicBezTo>
                    <a:pt x="381" y="41"/>
                    <a:pt x="378" y="39"/>
                    <a:pt x="378" y="39"/>
                  </a:cubicBezTo>
                  <a:cubicBezTo>
                    <a:pt x="377" y="38"/>
                    <a:pt x="375" y="38"/>
                    <a:pt x="375" y="37"/>
                  </a:cubicBezTo>
                  <a:cubicBezTo>
                    <a:pt x="375" y="36"/>
                    <a:pt x="377" y="36"/>
                    <a:pt x="377" y="35"/>
                  </a:cubicBezTo>
                  <a:cubicBezTo>
                    <a:pt x="379" y="34"/>
                    <a:pt x="378" y="32"/>
                    <a:pt x="379" y="30"/>
                  </a:cubicBezTo>
                  <a:cubicBezTo>
                    <a:pt x="380" y="28"/>
                    <a:pt x="382" y="27"/>
                    <a:pt x="383" y="29"/>
                  </a:cubicBezTo>
                  <a:cubicBezTo>
                    <a:pt x="384" y="30"/>
                    <a:pt x="384" y="32"/>
                    <a:pt x="386" y="32"/>
                  </a:cubicBezTo>
                  <a:cubicBezTo>
                    <a:pt x="387" y="34"/>
                    <a:pt x="388" y="33"/>
                    <a:pt x="388" y="31"/>
                  </a:cubicBezTo>
                  <a:cubicBezTo>
                    <a:pt x="387" y="29"/>
                    <a:pt x="386" y="28"/>
                    <a:pt x="385" y="27"/>
                  </a:cubicBezTo>
                  <a:cubicBezTo>
                    <a:pt x="383" y="25"/>
                    <a:pt x="382" y="25"/>
                    <a:pt x="380" y="24"/>
                  </a:cubicBezTo>
                  <a:cubicBezTo>
                    <a:pt x="378" y="24"/>
                    <a:pt x="378" y="23"/>
                    <a:pt x="378" y="21"/>
                  </a:cubicBezTo>
                  <a:cubicBezTo>
                    <a:pt x="378" y="20"/>
                    <a:pt x="378" y="20"/>
                    <a:pt x="379" y="19"/>
                  </a:cubicBezTo>
                  <a:cubicBezTo>
                    <a:pt x="379" y="19"/>
                    <a:pt x="381" y="18"/>
                    <a:pt x="382" y="18"/>
                  </a:cubicBezTo>
                  <a:cubicBezTo>
                    <a:pt x="382" y="19"/>
                    <a:pt x="382" y="19"/>
                    <a:pt x="382" y="20"/>
                  </a:cubicBezTo>
                  <a:cubicBezTo>
                    <a:pt x="383" y="21"/>
                    <a:pt x="383" y="21"/>
                    <a:pt x="384" y="21"/>
                  </a:cubicBezTo>
                  <a:cubicBezTo>
                    <a:pt x="384" y="22"/>
                    <a:pt x="385" y="24"/>
                    <a:pt x="386" y="23"/>
                  </a:cubicBezTo>
                  <a:cubicBezTo>
                    <a:pt x="386" y="22"/>
                    <a:pt x="384" y="17"/>
                    <a:pt x="387" y="18"/>
                  </a:cubicBezTo>
                  <a:cubicBezTo>
                    <a:pt x="387" y="17"/>
                    <a:pt x="386" y="17"/>
                    <a:pt x="385" y="16"/>
                  </a:cubicBezTo>
                  <a:cubicBezTo>
                    <a:pt x="384" y="16"/>
                    <a:pt x="384" y="14"/>
                    <a:pt x="384" y="13"/>
                  </a:cubicBezTo>
                  <a:cubicBezTo>
                    <a:pt x="385" y="12"/>
                    <a:pt x="387" y="11"/>
                    <a:pt x="388" y="12"/>
                  </a:cubicBezTo>
                  <a:cubicBezTo>
                    <a:pt x="390" y="12"/>
                    <a:pt x="389" y="14"/>
                    <a:pt x="389" y="16"/>
                  </a:cubicBezTo>
                  <a:cubicBezTo>
                    <a:pt x="393" y="18"/>
                    <a:pt x="391" y="12"/>
                    <a:pt x="393" y="11"/>
                  </a:cubicBezTo>
                  <a:cubicBezTo>
                    <a:pt x="393" y="12"/>
                    <a:pt x="394" y="14"/>
                    <a:pt x="393" y="15"/>
                  </a:cubicBezTo>
                  <a:cubicBezTo>
                    <a:pt x="393" y="17"/>
                    <a:pt x="392" y="18"/>
                    <a:pt x="393" y="19"/>
                  </a:cubicBezTo>
                  <a:cubicBezTo>
                    <a:pt x="394" y="18"/>
                    <a:pt x="394" y="16"/>
                    <a:pt x="396" y="16"/>
                  </a:cubicBezTo>
                  <a:cubicBezTo>
                    <a:pt x="396" y="16"/>
                    <a:pt x="398" y="19"/>
                    <a:pt x="398" y="19"/>
                  </a:cubicBezTo>
                  <a:cubicBezTo>
                    <a:pt x="398" y="20"/>
                    <a:pt x="397" y="24"/>
                    <a:pt x="399" y="22"/>
                  </a:cubicBezTo>
                  <a:cubicBezTo>
                    <a:pt x="400" y="22"/>
                    <a:pt x="400" y="18"/>
                    <a:pt x="400" y="17"/>
                  </a:cubicBezTo>
                  <a:cubicBezTo>
                    <a:pt x="400" y="16"/>
                    <a:pt x="399" y="13"/>
                    <a:pt x="400" y="12"/>
                  </a:cubicBezTo>
                  <a:cubicBezTo>
                    <a:pt x="401" y="12"/>
                    <a:pt x="402" y="16"/>
                    <a:pt x="403" y="17"/>
                  </a:cubicBezTo>
                  <a:cubicBezTo>
                    <a:pt x="403" y="19"/>
                    <a:pt x="402" y="19"/>
                    <a:pt x="404" y="17"/>
                  </a:cubicBezTo>
                  <a:cubicBezTo>
                    <a:pt x="405" y="16"/>
                    <a:pt x="406" y="16"/>
                    <a:pt x="407" y="18"/>
                  </a:cubicBezTo>
                  <a:cubicBezTo>
                    <a:pt x="408" y="18"/>
                    <a:pt x="408" y="16"/>
                    <a:pt x="410" y="16"/>
                  </a:cubicBezTo>
                  <a:cubicBezTo>
                    <a:pt x="411" y="17"/>
                    <a:pt x="411" y="18"/>
                    <a:pt x="411" y="20"/>
                  </a:cubicBezTo>
                  <a:cubicBezTo>
                    <a:pt x="410" y="21"/>
                    <a:pt x="409" y="22"/>
                    <a:pt x="409" y="22"/>
                  </a:cubicBezTo>
                  <a:cubicBezTo>
                    <a:pt x="408" y="23"/>
                    <a:pt x="406" y="24"/>
                    <a:pt x="406" y="24"/>
                  </a:cubicBezTo>
                  <a:cubicBezTo>
                    <a:pt x="405" y="25"/>
                    <a:pt x="405" y="27"/>
                    <a:pt x="405" y="28"/>
                  </a:cubicBezTo>
                  <a:cubicBezTo>
                    <a:pt x="404" y="29"/>
                    <a:pt x="403" y="29"/>
                    <a:pt x="402" y="30"/>
                  </a:cubicBezTo>
                  <a:cubicBezTo>
                    <a:pt x="401" y="31"/>
                    <a:pt x="400" y="32"/>
                    <a:pt x="399" y="34"/>
                  </a:cubicBezTo>
                  <a:cubicBezTo>
                    <a:pt x="398" y="35"/>
                    <a:pt x="396" y="36"/>
                    <a:pt x="395" y="38"/>
                  </a:cubicBezTo>
                  <a:cubicBezTo>
                    <a:pt x="397" y="39"/>
                    <a:pt x="397" y="37"/>
                    <a:pt x="397" y="40"/>
                  </a:cubicBezTo>
                  <a:cubicBezTo>
                    <a:pt x="398" y="42"/>
                    <a:pt x="398" y="44"/>
                    <a:pt x="398" y="46"/>
                  </a:cubicBezTo>
                  <a:cubicBezTo>
                    <a:pt x="397" y="46"/>
                    <a:pt x="395" y="47"/>
                    <a:pt x="395" y="49"/>
                  </a:cubicBezTo>
                  <a:cubicBezTo>
                    <a:pt x="395" y="50"/>
                    <a:pt x="396" y="50"/>
                    <a:pt x="396" y="51"/>
                  </a:cubicBezTo>
                  <a:cubicBezTo>
                    <a:pt x="396" y="52"/>
                    <a:pt x="395" y="52"/>
                    <a:pt x="395" y="53"/>
                  </a:cubicBezTo>
                  <a:cubicBezTo>
                    <a:pt x="393" y="54"/>
                    <a:pt x="393" y="55"/>
                    <a:pt x="392" y="57"/>
                  </a:cubicBezTo>
                  <a:cubicBezTo>
                    <a:pt x="392" y="58"/>
                    <a:pt x="390" y="64"/>
                    <a:pt x="393" y="65"/>
                  </a:cubicBezTo>
                  <a:cubicBezTo>
                    <a:pt x="395" y="65"/>
                    <a:pt x="392" y="60"/>
                    <a:pt x="394" y="60"/>
                  </a:cubicBezTo>
                  <a:cubicBezTo>
                    <a:pt x="395" y="61"/>
                    <a:pt x="395" y="65"/>
                    <a:pt x="397" y="64"/>
                  </a:cubicBezTo>
                  <a:cubicBezTo>
                    <a:pt x="398" y="63"/>
                    <a:pt x="398" y="61"/>
                    <a:pt x="398" y="60"/>
                  </a:cubicBezTo>
                  <a:cubicBezTo>
                    <a:pt x="399" y="57"/>
                    <a:pt x="401" y="56"/>
                    <a:pt x="402" y="54"/>
                  </a:cubicBezTo>
                  <a:cubicBezTo>
                    <a:pt x="402" y="53"/>
                    <a:pt x="403" y="52"/>
                    <a:pt x="403" y="51"/>
                  </a:cubicBezTo>
                  <a:cubicBezTo>
                    <a:pt x="403" y="51"/>
                    <a:pt x="402" y="50"/>
                    <a:pt x="402" y="50"/>
                  </a:cubicBezTo>
                  <a:cubicBezTo>
                    <a:pt x="400" y="47"/>
                    <a:pt x="406" y="43"/>
                    <a:pt x="407" y="41"/>
                  </a:cubicBezTo>
                  <a:cubicBezTo>
                    <a:pt x="411" y="38"/>
                    <a:pt x="412" y="33"/>
                    <a:pt x="413" y="29"/>
                  </a:cubicBezTo>
                  <a:cubicBezTo>
                    <a:pt x="414" y="27"/>
                    <a:pt x="416" y="25"/>
                    <a:pt x="417" y="23"/>
                  </a:cubicBezTo>
                  <a:cubicBezTo>
                    <a:pt x="417" y="21"/>
                    <a:pt x="418" y="19"/>
                    <a:pt x="420" y="18"/>
                  </a:cubicBezTo>
                  <a:cubicBezTo>
                    <a:pt x="421" y="16"/>
                    <a:pt x="426" y="10"/>
                    <a:pt x="427" y="15"/>
                  </a:cubicBezTo>
                  <a:cubicBezTo>
                    <a:pt x="427" y="17"/>
                    <a:pt x="426" y="18"/>
                    <a:pt x="426" y="20"/>
                  </a:cubicBezTo>
                  <a:cubicBezTo>
                    <a:pt x="426" y="21"/>
                    <a:pt x="426" y="21"/>
                    <a:pt x="426" y="23"/>
                  </a:cubicBezTo>
                  <a:cubicBezTo>
                    <a:pt x="426" y="25"/>
                    <a:pt x="426" y="27"/>
                    <a:pt x="424" y="28"/>
                  </a:cubicBezTo>
                  <a:cubicBezTo>
                    <a:pt x="424" y="29"/>
                    <a:pt x="420" y="31"/>
                    <a:pt x="420" y="31"/>
                  </a:cubicBezTo>
                  <a:cubicBezTo>
                    <a:pt x="421" y="33"/>
                    <a:pt x="424" y="30"/>
                    <a:pt x="425" y="31"/>
                  </a:cubicBezTo>
                  <a:cubicBezTo>
                    <a:pt x="425" y="32"/>
                    <a:pt x="425" y="36"/>
                    <a:pt x="424" y="37"/>
                  </a:cubicBezTo>
                  <a:cubicBezTo>
                    <a:pt x="424" y="39"/>
                    <a:pt x="423" y="41"/>
                    <a:pt x="422" y="43"/>
                  </a:cubicBezTo>
                  <a:cubicBezTo>
                    <a:pt x="422" y="44"/>
                    <a:pt x="422" y="47"/>
                    <a:pt x="422" y="48"/>
                  </a:cubicBezTo>
                  <a:cubicBezTo>
                    <a:pt x="423" y="49"/>
                    <a:pt x="423" y="48"/>
                    <a:pt x="424" y="47"/>
                  </a:cubicBezTo>
                  <a:cubicBezTo>
                    <a:pt x="424" y="47"/>
                    <a:pt x="424" y="46"/>
                    <a:pt x="425" y="45"/>
                  </a:cubicBezTo>
                  <a:cubicBezTo>
                    <a:pt x="425" y="44"/>
                    <a:pt x="426" y="45"/>
                    <a:pt x="426" y="44"/>
                  </a:cubicBezTo>
                  <a:cubicBezTo>
                    <a:pt x="427" y="44"/>
                    <a:pt x="427" y="44"/>
                    <a:pt x="427" y="44"/>
                  </a:cubicBezTo>
                  <a:cubicBezTo>
                    <a:pt x="427" y="43"/>
                    <a:pt x="428" y="43"/>
                    <a:pt x="428" y="42"/>
                  </a:cubicBezTo>
                  <a:cubicBezTo>
                    <a:pt x="428" y="41"/>
                    <a:pt x="428" y="41"/>
                    <a:pt x="430" y="41"/>
                  </a:cubicBezTo>
                  <a:cubicBezTo>
                    <a:pt x="431" y="41"/>
                    <a:pt x="432" y="43"/>
                    <a:pt x="434" y="42"/>
                  </a:cubicBezTo>
                  <a:cubicBezTo>
                    <a:pt x="433" y="41"/>
                    <a:pt x="432" y="39"/>
                    <a:pt x="432" y="37"/>
                  </a:cubicBezTo>
                  <a:cubicBezTo>
                    <a:pt x="431" y="36"/>
                    <a:pt x="432" y="33"/>
                    <a:pt x="434" y="34"/>
                  </a:cubicBezTo>
                  <a:cubicBezTo>
                    <a:pt x="434" y="34"/>
                    <a:pt x="438" y="37"/>
                    <a:pt x="437" y="34"/>
                  </a:cubicBezTo>
                  <a:cubicBezTo>
                    <a:pt x="437" y="33"/>
                    <a:pt x="435" y="33"/>
                    <a:pt x="435" y="32"/>
                  </a:cubicBezTo>
                  <a:cubicBezTo>
                    <a:pt x="434" y="31"/>
                    <a:pt x="435" y="31"/>
                    <a:pt x="435" y="30"/>
                  </a:cubicBezTo>
                  <a:cubicBezTo>
                    <a:pt x="435" y="29"/>
                    <a:pt x="435" y="29"/>
                    <a:pt x="435" y="29"/>
                  </a:cubicBezTo>
                  <a:cubicBezTo>
                    <a:pt x="434" y="28"/>
                    <a:pt x="434" y="28"/>
                    <a:pt x="434" y="28"/>
                  </a:cubicBezTo>
                  <a:cubicBezTo>
                    <a:pt x="433" y="26"/>
                    <a:pt x="434" y="26"/>
                    <a:pt x="435" y="25"/>
                  </a:cubicBezTo>
                  <a:cubicBezTo>
                    <a:pt x="437" y="25"/>
                    <a:pt x="438" y="26"/>
                    <a:pt x="438" y="24"/>
                  </a:cubicBezTo>
                  <a:cubicBezTo>
                    <a:pt x="438" y="24"/>
                    <a:pt x="438" y="23"/>
                    <a:pt x="438" y="23"/>
                  </a:cubicBezTo>
                  <a:cubicBezTo>
                    <a:pt x="438" y="22"/>
                    <a:pt x="438" y="21"/>
                    <a:pt x="439" y="21"/>
                  </a:cubicBezTo>
                  <a:cubicBezTo>
                    <a:pt x="441" y="20"/>
                    <a:pt x="443" y="23"/>
                    <a:pt x="444" y="22"/>
                  </a:cubicBezTo>
                  <a:cubicBezTo>
                    <a:pt x="443" y="21"/>
                    <a:pt x="443" y="22"/>
                    <a:pt x="442" y="21"/>
                  </a:cubicBezTo>
                  <a:cubicBezTo>
                    <a:pt x="442" y="21"/>
                    <a:pt x="442" y="20"/>
                    <a:pt x="442" y="19"/>
                  </a:cubicBezTo>
                  <a:cubicBezTo>
                    <a:pt x="442" y="19"/>
                    <a:pt x="440" y="17"/>
                    <a:pt x="440" y="17"/>
                  </a:cubicBezTo>
                  <a:cubicBezTo>
                    <a:pt x="438" y="16"/>
                    <a:pt x="438" y="17"/>
                    <a:pt x="436" y="16"/>
                  </a:cubicBezTo>
                  <a:cubicBezTo>
                    <a:pt x="435" y="16"/>
                    <a:pt x="434" y="14"/>
                    <a:pt x="435" y="13"/>
                  </a:cubicBezTo>
                  <a:cubicBezTo>
                    <a:pt x="436" y="11"/>
                    <a:pt x="440" y="15"/>
                    <a:pt x="438" y="12"/>
                  </a:cubicBezTo>
                  <a:cubicBezTo>
                    <a:pt x="437" y="11"/>
                    <a:pt x="436" y="11"/>
                    <a:pt x="437" y="9"/>
                  </a:cubicBezTo>
                  <a:cubicBezTo>
                    <a:pt x="438" y="8"/>
                    <a:pt x="439" y="9"/>
                    <a:pt x="440" y="9"/>
                  </a:cubicBezTo>
                  <a:cubicBezTo>
                    <a:pt x="440" y="9"/>
                    <a:pt x="441" y="9"/>
                    <a:pt x="441" y="9"/>
                  </a:cubicBezTo>
                  <a:cubicBezTo>
                    <a:pt x="441" y="10"/>
                    <a:pt x="441" y="11"/>
                    <a:pt x="441" y="11"/>
                  </a:cubicBezTo>
                  <a:cubicBezTo>
                    <a:pt x="442" y="12"/>
                    <a:pt x="443" y="12"/>
                    <a:pt x="444" y="11"/>
                  </a:cubicBezTo>
                  <a:cubicBezTo>
                    <a:pt x="444" y="9"/>
                    <a:pt x="442" y="8"/>
                    <a:pt x="442" y="7"/>
                  </a:cubicBezTo>
                  <a:cubicBezTo>
                    <a:pt x="442" y="5"/>
                    <a:pt x="443" y="6"/>
                    <a:pt x="444" y="4"/>
                  </a:cubicBezTo>
                  <a:cubicBezTo>
                    <a:pt x="445" y="4"/>
                    <a:pt x="444" y="3"/>
                    <a:pt x="445" y="3"/>
                  </a:cubicBezTo>
                  <a:cubicBezTo>
                    <a:pt x="445" y="3"/>
                    <a:pt x="447" y="6"/>
                    <a:pt x="447" y="6"/>
                  </a:cubicBezTo>
                  <a:cubicBezTo>
                    <a:pt x="447" y="6"/>
                    <a:pt x="448" y="6"/>
                    <a:pt x="448" y="6"/>
                  </a:cubicBezTo>
                  <a:cubicBezTo>
                    <a:pt x="448" y="7"/>
                    <a:pt x="448" y="7"/>
                    <a:pt x="448" y="7"/>
                  </a:cubicBezTo>
                  <a:cubicBezTo>
                    <a:pt x="449" y="8"/>
                    <a:pt x="451" y="8"/>
                    <a:pt x="451" y="7"/>
                  </a:cubicBezTo>
                  <a:cubicBezTo>
                    <a:pt x="452" y="7"/>
                    <a:pt x="451" y="6"/>
                    <a:pt x="452" y="6"/>
                  </a:cubicBezTo>
                  <a:cubicBezTo>
                    <a:pt x="452" y="6"/>
                    <a:pt x="453" y="7"/>
                    <a:pt x="453" y="7"/>
                  </a:cubicBezTo>
                  <a:cubicBezTo>
                    <a:pt x="453" y="7"/>
                    <a:pt x="454" y="7"/>
                    <a:pt x="454" y="7"/>
                  </a:cubicBezTo>
                  <a:cubicBezTo>
                    <a:pt x="455" y="6"/>
                    <a:pt x="455" y="5"/>
                    <a:pt x="455" y="5"/>
                  </a:cubicBezTo>
                  <a:cubicBezTo>
                    <a:pt x="456" y="7"/>
                    <a:pt x="455" y="9"/>
                    <a:pt x="456" y="10"/>
                  </a:cubicBezTo>
                  <a:cubicBezTo>
                    <a:pt x="456" y="11"/>
                    <a:pt x="458" y="10"/>
                    <a:pt x="459" y="10"/>
                  </a:cubicBezTo>
                  <a:cubicBezTo>
                    <a:pt x="462" y="10"/>
                    <a:pt x="462" y="10"/>
                    <a:pt x="462" y="13"/>
                  </a:cubicBezTo>
                  <a:cubicBezTo>
                    <a:pt x="461" y="14"/>
                    <a:pt x="461" y="15"/>
                    <a:pt x="461" y="16"/>
                  </a:cubicBezTo>
                  <a:cubicBezTo>
                    <a:pt x="460" y="17"/>
                    <a:pt x="459" y="17"/>
                    <a:pt x="459" y="18"/>
                  </a:cubicBezTo>
                  <a:cubicBezTo>
                    <a:pt x="459" y="18"/>
                    <a:pt x="460" y="18"/>
                    <a:pt x="460" y="18"/>
                  </a:cubicBezTo>
                  <a:cubicBezTo>
                    <a:pt x="460" y="20"/>
                    <a:pt x="458" y="20"/>
                    <a:pt x="457" y="20"/>
                  </a:cubicBezTo>
                  <a:cubicBezTo>
                    <a:pt x="456" y="21"/>
                    <a:pt x="456" y="20"/>
                    <a:pt x="456" y="21"/>
                  </a:cubicBezTo>
                  <a:cubicBezTo>
                    <a:pt x="456" y="22"/>
                    <a:pt x="457" y="22"/>
                    <a:pt x="457" y="23"/>
                  </a:cubicBezTo>
                  <a:cubicBezTo>
                    <a:pt x="455" y="26"/>
                    <a:pt x="453" y="22"/>
                    <a:pt x="452" y="22"/>
                  </a:cubicBezTo>
                  <a:cubicBezTo>
                    <a:pt x="451" y="21"/>
                    <a:pt x="450" y="22"/>
                    <a:pt x="449" y="22"/>
                  </a:cubicBezTo>
                  <a:cubicBezTo>
                    <a:pt x="448" y="23"/>
                    <a:pt x="447" y="22"/>
                    <a:pt x="446" y="23"/>
                  </a:cubicBezTo>
                  <a:cubicBezTo>
                    <a:pt x="447" y="23"/>
                    <a:pt x="448" y="24"/>
                    <a:pt x="447" y="25"/>
                  </a:cubicBezTo>
                  <a:cubicBezTo>
                    <a:pt x="448" y="25"/>
                    <a:pt x="451" y="25"/>
                    <a:pt x="451" y="25"/>
                  </a:cubicBezTo>
                  <a:cubicBezTo>
                    <a:pt x="451" y="25"/>
                    <a:pt x="451" y="25"/>
                    <a:pt x="451" y="25"/>
                  </a:cubicBezTo>
                  <a:cubicBezTo>
                    <a:pt x="452" y="26"/>
                    <a:pt x="454" y="25"/>
                    <a:pt x="453" y="27"/>
                  </a:cubicBezTo>
                  <a:cubicBezTo>
                    <a:pt x="453" y="28"/>
                    <a:pt x="452" y="28"/>
                    <a:pt x="451" y="29"/>
                  </a:cubicBezTo>
                  <a:cubicBezTo>
                    <a:pt x="450" y="29"/>
                    <a:pt x="449" y="30"/>
                    <a:pt x="448" y="31"/>
                  </a:cubicBezTo>
                  <a:cubicBezTo>
                    <a:pt x="447" y="32"/>
                    <a:pt x="446" y="32"/>
                    <a:pt x="444" y="33"/>
                  </a:cubicBezTo>
                  <a:cubicBezTo>
                    <a:pt x="446" y="37"/>
                    <a:pt x="455" y="28"/>
                    <a:pt x="457" y="27"/>
                  </a:cubicBezTo>
                  <a:cubicBezTo>
                    <a:pt x="459" y="31"/>
                    <a:pt x="454" y="36"/>
                    <a:pt x="451" y="38"/>
                  </a:cubicBezTo>
                  <a:cubicBezTo>
                    <a:pt x="450" y="39"/>
                    <a:pt x="447" y="41"/>
                    <a:pt x="450" y="41"/>
                  </a:cubicBezTo>
                  <a:cubicBezTo>
                    <a:pt x="451" y="41"/>
                    <a:pt x="453" y="39"/>
                    <a:pt x="453" y="42"/>
                  </a:cubicBezTo>
                  <a:cubicBezTo>
                    <a:pt x="455" y="43"/>
                    <a:pt x="455" y="40"/>
                    <a:pt x="457" y="39"/>
                  </a:cubicBezTo>
                  <a:cubicBezTo>
                    <a:pt x="457" y="40"/>
                    <a:pt x="457" y="41"/>
                    <a:pt x="456" y="42"/>
                  </a:cubicBezTo>
                  <a:cubicBezTo>
                    <a:pt x="455" y="42"/>
                    <a:pt x="455" y="45"/>
                    <a:pt x="455" y="45"/>
                  </a:cubicBezTo>
                  <a:cubicBezTo>
                    <a:pt x="455" y="48"/>
                    <a:pt x="454" y="50"/>
                    <a:pt x="454" y="52"/>
                  </a:cubicBezTo>
                  <a:cubicBezTo>
                    <a:pt x="454" y="54"/>
                    <a:pt x="454" y="56"/>
                    <a:pt x="454" y="58"/>
                  </a:cubicBezTo>
                  <a:cubicBezTo>
                    <a:pt x="454" y="60"/>
                    <a:pt x="453" y="62"/>
                    <a:pt x="453" y="64"/>
                  </a:cubicBezTo>
                  <a:cubicBezTo>
                    <a:pt x="457" y="64"/>
                    <a:pt x="456" y="54"/>
                    <a:pt x="456" y="53"/>
                  </a:cubicBezTo>
                  <a:cubicBezTo>
                    <a:pt x="455" y="50"/>
                    <a:pt x="456" y="48"/>
                    <a:pt x="457" y="46"/>
                  </a:cubicBezTo>
                  <a:cubicBezTo>
                    <a:pt x="458" y="44"/>
                    <a:pt x="458" y="41"/>
                    <a:pt x="460" y="41"/>
                  </a:cubicBezTo>
                  <a:cubicBezTo>
                    <a:pt x="460" y="41"/>
                    <a:pt x="460" y="42"/>
                    <a:pt x="461" y="43"/>
                  </a:cubicBezTo>
                  <a:cubicBezTo>
                    <a:pt x="461" y="43"/>
                    <a:pt x="462" y="40"/>
                    <a:pt x="462" y="40"/>
                  </a:cubicBezTo>
                  <a:cubicBezTo>
                    <a:pt x="462" y="39"/>
                    <a:pt x="461" y="39"/>
                    <a:pt x="460" y="38"/>
                  </a:cubicBezTo>
                  <a:cubicBezTo>
                    <a:pt x="459" y="36"/>
                    <a:pt x="460" y="35"/>
                    <a:pt x="460" y="34"/>
                  </a:cubicBezTo>
                  <a:cubicBezTo>
                    <a:pt x="461" y="33"/>
                    <a:pt x="461" y="31"/>
                    <a:pt x="461" y="30"/>
                  </a:cubicBezTo>
                  <a:cubicBezTo>
                    <a:pt x="462" y="29"/>
                    <a:pt x="463" y="30"/>
                    <a:pt x="463" y="28"/>
                  </a:cubicBezTo>
                  <a:cubicBezTo>
                    <a:pt x="463" y="28"/>
                    <a:pt x="462" y="27"/>
                    <a:pt x="462" y="26"/>
                  </a:cubicBezTo>
                  <a:cubicBezTo>
                    <a:pt x="462" y="24"/>
                    <a:pt x="465" y="21"/>
                    <a:pt x="466" y="19"/>
                  </a:cubicBezTo>
                  <a:cubicBezTo>
                    <a:pt x="466" y="17"/>
                    <a:pt x="469" y="17"/>
                    <a:pt x="471" y="17"/>
                  </a:cubicBezTo>
                  <a:cubicBezTo>
                    <a:pt x="471" y="17"/>
                    <a:pt x="472" y="17"/>
                    <a:pt x="472" y="17"/>
                  </a:cubicBezTo>
                  <a:cubicBezTo>
                    <a:pt x="472" y="17"/>
                    <a:pt x="472" y="18"/>
                    <a:pt x="472" y="18"/>
                  </a:cubicBezTo>
                  <a:cubicBezTo>
                    <a:pt x="473" y="19"/>
                    <a:pt x="474" y="18"/>
                    <a:pt x="475" y="19"/>
                  </a:cubicBezTo>
                  <a:cubicBezTo>
                    <a:pt x="476" y="20"/>
                    <a:pt x="476" y="21"/>
                    <a:pt x="476" y="22"/>
                  </a:cubicBezTo>
                  <a:cubicBezTo>
                    <a:pt x="477" y="22"/>
                    <a:pt x="478" y="22"/>
                    <a:pt x="479" y="23"/>
                  </a:cubicBezTo>
                  <a:cubicBezTo>
                    <a:pt x="479" y="24"/>
                    <a:pt x="475" y="26"/>
                    <a:pt x="478" y="26"/>
                  </a:cubicBezTo>
                  <a:cubicBezTo>
                    <a:pt x="478" y="27"/>
                    <a:pt x="475" y="30"/>
                    <a:pt x="477" y="31"/>
                  </a:cubicBezTo>
                  <a:cubicBezTo>
                    <a:pt x="478" y="31"/>
                    <a:pt x="479" y="29"/>
                    <a:pt x="479" y="29"/>
                  </a:cubicBezTo>
                  <a:cubicBezTo>
                    <a:pt x="480" y="28"/>
                    <a:pt x="481" y="28"/>
                    <a:pt x="482" y="27"/>
                  </a:cubicBezTo>
                  <a:cubicBezTo>
                    <a:pt x="482" y="27"/>
                    <a:pt x="483" y="26"/>
                    <a:pt x="484" y="26"/>
                  </a:cubicBezTo>
                  <a:cubicBezTo>
                    <a:pt x="485" y="26"/>
                    <a:pt x="485" y="25"/>
                    <a:pt x="485" y="26"/>
                  </a:cubicBezTo>
                  <a:cubicBezTo>
                    <a:pt x="487" y="28"/>
                    <a:pt x="484" y="31"/>
                    <a:pt x="484" y="32"/>
                  </a:cubicBezTo>
                  <a:cubicBezTo>
                    <a:pt x="488" y="34"/>
                    <a:pt x="488" y="30"/>
                    <a:pt x="490" y="28"/>
                  </a:cubicBezTo>
                  <a:cubicBezTo>
                    <a:pt x="491" y="27"/>
                    <a:pt x="493" y="27"/>
                    <a:pt x="494" y="28"/>
                  </a:cubicBezTo>
                  <a:cubicBezTo>
                    <a:pt x="495" y="29"/>
                    <a:pt x="494" y="29"/>
                    <a:pt x="494" y="30"/>
                  </a:cubicBezTo>
                  <a:cubicBezTo>
                    <a:pt x="493" y="32"/>
                    <a:pt x="494" y="31"/>
                    <a:pt x="495" y="32"/>
                  </a:cubicBezTo>
                  <a:cubicBezTo>
                    <a:pt x="496" y="32"/>
                    <a:pt x="497" y="33"/>
                    <a:pt x="497" y="34"/>
                  </a:cubicBezTo>
                  <a:cubicBezTo>
                    <a:pt x="497" y="37"/>
                    <a:pt x="492" y="36"/>
                    <a:pt x="491" y="38"/>
                  </a:cubicBezTo>
                  <a:cubicBezTo>
                    <a:pt x="492" y="38"/>
                    <a:pt x="496" y="38"/>
                    <a:pt x="497" y="38"/>
                  </a:cubicBezTo>
                  <a:cubicBezTo>
                    <a:pt x="499" y="37"/>
                    <a:pt x="500" y="35"/>
                    <a:pt x="502" y="37"/>
                  </a:cubicBezTo>
                  <a:cubicBezTo>
                    <a:pt x="502" y="38"/>
                    <a:pt x="502" y="39"/>
                    <a:pt x="502" y="39"/>
                  </a:cubicBezTo>
                  <a:cubicBezTo>
                    <a:pt x="503" y="40"/>
                    <a:pt x="504" y="40"/>
                    <a:pt x="504" y="41"/>
                  </a:cubicBezTo>
                  <a:cubicBezTo>
                    <a:pt x="505" y="41"/>
                    <a:pt x="505" y="44"/>
                    <a:pt x="506" y="45"/>
                  </a:cubicBezTo>
                  <a:cubicBezTo>
                    <a:pt x="507" y="45"/>
                    <a:pt x="507" y="43"/>
                    <a:pt x="508" y="42"/>
                  </a:cubicBezTo>
                  <a:cubicBezTo>
                    <a:pt x="509" y="42"/>
                    <a:pt x="510" y="44"/>
                    <a:pt x="510" y="45"/>
                  </a:cubicBezTo>
                  <a:cubicBezTo>
                    <a:pt x="511" y="47"/>
                    <a:pt x="511" y="47"/>
                    <a:pt x="511" y="49"/>
                  </a:cubicBezTo>
                  <a:cubicBezTo>
                    <a:pt x="511" y="49"/>
                    <a:pt x="511" y="51"/>
                    <a:pt x="511" y="51"/>
                  </a:cubicBezTo>
                  <a:cubicBezTo>
                    <a:pt x="511" y="53"/>
                    <a:pt x="510" y="54"/>
                    <a:pt x="508" y="54"/>
                  </a:cubicBezTo>
                  <a:cubicBezTo>
                    <a:pt x="506" y="54"/>
                    <a:pt x="504" y="53"/>
                    <a:pt x="502" y="54"/>
                  </a:cubicBezTo>
                  <a:cubicBezTo>
                    <a:pt x="501" y="54"/>
                    <a:pt x="501" y="55"/>
                    <a:pt x="500" y="55"/>
                  </a:cubicBezTo>
                  <a:cubicBezTo>
                    <a:pt x="500" y="56"/>
                    <a:pt x="500" y="56"/>
                    <a:pt x="500" y="57"/>
                  </a:cubicBezTo>
                  <a:cubicBezTo>
                    <a:pt x="499" y="58"/>
                    <a:pt x="498" y="57"/>
                    <a:pt x="498" y="58"/>
                  </a:cubicBezTo>
                  <a:cubicBezTo>
                    <a:pt x="497" y="59"/>
                    <a:pt x="498" y="60"/>
                    <a:pt x="497" y="61"/>
                  </a:cubicBezTo>
                  <a:cubicBezTo>
                    <a:pt x="497" y="62"/>
                    <a:pt x="495" y="62"/>
                    <a:pt x="494" y="63"/>
                  </a:cubicBezTo>
                  <a:cubicBezTo>
                    <a:pt x="492" y="64"/>
                    <a:pt x="492" y="65"/>
                    <a:pt x="490" y="65"/>
                  </a:cubicBezTo>
                  <a:cubicBezTo>
                    <a:pt x="486" y="64"/>
                    <a:pt x="482" y="63"/>
                    <a:pt x="478" y="62"/>
                  </a:cubicBezTo>
                  <a:cubicBezTo>
                    <a:pt x="474" y="62"/>
                    <a:pt x="471" y="60"/>
                    <a:pt x="467" y="59"/>
                  </a:cubicBezTo>
                  <a:cubicBezTo>
                    <a:pt x="467" y="59"/>
                    <a:pt x="465" y="57"/>
                    <a:pt x="464" y="58"/>
                  </a:cubicBezTo>
                  <a:cubicBezTo>
                    <a:pt x="462" y="59"/>
                    <a:pt x="465" y="59"/>
                    <a:pt x="465" y="60"/>
                  </a:cubicBezTo>
                  <a:cubicBezTo>
                    <a:pt x="465" y="61"/>
                    <a:pt x="463" y="62"/>
                    <a:pt x="464" y="63"/>
                  </a:cubicBezTo>
                  <a:cubicBezTo>
                    <a:pt x="464" y="64"/>
                    <a:pt x="466" y="62"/>
                    <a:pt x="467" y="63"/>
                  </a:cubicBezTo>
                  <a:cubicBezTo>
                    <a:pt x="468" y="63"/>
                    <a:pt x="468" y="64"/>
                    <a:pt x="468" y="64"/>
                  </a:cubicBezTo>
                  <a:cubicBezTo>
                    <a:pt x="468" y="64"/>
                    <a:pt x="470" y="65"/>
                    <a:pt x="470" y="65"/>
                  </a:cubicBezTo>
                  <a:cubicBezTo>
                    <a:pt x="471" y="66"/>
                    <a:pt x="475" y="65"/>
                    <a:pt x="474" y="67"/>
                  </a:cubicBezTo>
                  <a:cubicBezTo>
                    <a:pt x="475" y="68"/>
                    <a:pt x="476" y="68"/>
                    <a:pt x="478" y="68"/>
                  </a:cubicBezTo>
                  <a:cubicBezTo>
                    <a:pt x="479" y="68"/>
                    <a:pt x="479" y="69"/>
                    <a:pt x="480" y="69"/>
                  </a:cubicBezTo>
                  <a:cubicBezTo>
                    <a:pt x="483" y="70"/>
                    <a:pt x="485" y="70"/>
                    <a:pt x="482" y="72"/>
                  </a:cubicBezTo>
                  <a:cubicBezTo>
                    <a:pt x="481" y="73"/>
                    <a:pt x="478" y="74"/>
                    <a:pt x="478" y="76"/>
                  </a:cubicBezTo>
                  <a:cubicBezTo>
                    <a:pt x="478" y="79"/>
                    <a:pt x="482" y="74"/>
                    <a:pt x="483" y="74"/>
                  </a:cubicBezTo>
                  <a:cubicBezTo>
                    <a:pt x="483" y="75"/>
                    <a:pt x="484" y="74"/>
                    <a:pt x="485" y="74"/>
                  </a:cubicBezTo>
                  <a:cubicBezTo>
                    <a:pt x="486" y="76"/>
                    <a:pt x="485" y="78"/>
                    <a:pt x="484" y="80"/>
                  </a:cubicBezTo>
                  <a:cubicBezTo>
                    <a:pt x="483" y="81"/>
                    <a:pt x="483" y="83"/>
                    <a:pt x="483" y="84"/>
                  </a:cubicBezTo>
                  <a:cubicBezTo>
                    <a:pt x="482" y="85"/>
                    <a:pt x="481" y="86"/>
                    <a:pt x="481" y="87"/>
                  </a:cubicBezTo>
                  <a:cubicBezTo>
                    <a:pt x="483" y="87"/>
                    <a:pt x="483" y="85"/>
                    <a:pt x="484" y="85"/>
                  </a:cubicBezTo>
                  <a:cubicBezTo>
                    <a:pt x="486" y="83"/>
                    <a:pt x="486" y="84"/>
                    <a:pt x="488" y="84"/>
                  </a:cubicBezTo>
                  <a:cubicBezTo>
                    <a:pt x="489" y="84"/>
                    <a:pt x="490" y="83"/>
                    <a:pt x="490" y="83"/>
                  </a:cubicBezTo>
                  <a:cubicBezTo>
                    <a:pt x="491" y="84"/>
                    <a:pt x="490" y="85"/>
                    <a:pt x="490" y="86"/>
                  </a:cubicBezTo>
                  <a:cubicBezTo>
                    <a:pt x="491" y="86"/>
                    <a:pt x="491" y="85"/>
                    <a:pt x="492" y="85"/>
                  </a:cubicBezTo>
                  <a:cubicBezTo>
                    <a:pt x="493" y="85"/>
                    <a:pt x="493" y="87"/>
                    <a:pt x="495" y="86"/>
                  </a:cubicBezTo>
                  <a:cubicBezTo>
                    <a:pt x="495" y="85"/>
                    <a:pt x="493" y="84"/>
                    <a:pt x="494" y="83"/>
                  </a:cubicBezTo>
                  <a:cubicBezTo>
                    <a:pt x="494" y="82"/>
                    <a:pt x="495" y="82"/>
                    <a:pt x="495" y="81"/>
                  </a:cubicBezTo>
                  <a:cubicBezTo>
                    <a:pt x="495" y="81"/>
                    <a:pt x="494" y="80"/>
                    <a:pt x="494" y="79"/>
                  </a:cubicBezTo>
                  <a:cubicBezTo>
                    <a:pt x="494" y="78"/>
                    <a:pt x="494" y="76"/>
                    <a:pt x="494" y="76"/>
                  </a:cubicBezTo>
                  <a:cubicBezTo>
                    <a:pt x="495" y="76"/>
                    <a:pt x="495" y="76"/>
                    <a:pt x="496" y="76"/>
                  </a:cubicBezTo>
                  <a:cubicBezTo>
                    <a:pt x="497" y="77"/>
                    <a:pt x="496" y="77"/>
                    <a:pt x="496" y="78"/>
                  </a:cubicBezTo>
                  <a:cubicBezTo>
                    <a:pt x="496" y="78"/>
                    <a:pt x="497" y="78"/>
                    <a:pt x="497" y="79"/>
                  </a:cubicBezTo>
                  <a:cubicBezTo>
                    <a:pt x="497" y="79"/>
                    <a:pt x="497" y="78"/>
                    <a:pt x="497" y="79"/>
                  </a:cubicBezTo>
                  <a:cubicBezTo>
                    <a:pt x="498" y="81"/>
                    <a:pt x="497" y="83"/>
                    <a:pt x="498" y="85"/>
                  </a:cubicBezTo>
                  <a:cubicBezTo>
                    <a:pt x="498" y="87"/>
                    <a:pt x="499" y="88"/>
                    <a:pt x="500" y="86"/>
                  </a:cubicBezTo>
                  <a:cubicBezTo>
                    <a:pt x="500" y="83"/>
                    <a:pt x="499" y="81"/>
                    <a:pt x="500" y="79"/>
                  </a:cubicBezTo>
                  <a:cubicBezTo>
                    <a:pt x="503" y="79"/>
                    <a:pt x="504" y="80"/>
                    <a:pt x="504" y="82"/>
                  </a:cubicBezTo>
                  <a:cubicBezTo>
                    <a:pt x="505" y="82"/>
                    <a:pt x="506" y="80"/>
                    <a:pt x="507" y="80"/>
                  </a:cubicBezTo>
                  <a:cubicBezTo>
                    <a:pt x="507" y="83"/>
                    <a:pt x="508" y="86"/>
                    <a:pt x="509" y="89"/>
                  </a:cubicBezTo>
                  <a:cubicBezTo>
                    <a:pt x="509" y="91"/>
                    <a:pt x="510" y="94"/>
                    <a:pt x="507" y="95"/>
                  </a:cubicBezTo>
                  <a:cubicBezTo>
                    <a:pt x="506" y="96"/>
                    <a:pt x="504" y="96"/>
                    <a:pt x="502" y="95"/>
                  </a:cubicBezTo>
                  <a:cubicBezTo>
                    <a:pt x="499" y="94"/>
                    <a:pt x="500" y="93"/>
                    <a:pt x="499" y="91"/>
                  </a:cubicBezTo>
                  <a:cubicBezTo>
                    <a:pt x="498" y="90"/>
                    <a:pt x="495" y="89"/>
                    <a:pt x="494" y="89"/>
                  </a:cubicBezTo>
                  <a:cubicBezTo>
                    <a:pt x="492" y="89"/>
                    <a:pt x="495" y="91"/>
                    <a:pt x="495" y="92"/>
                  </a:cubicBezTo>
                  <a:cubicBezTo>
                    <a:pt x="496" y="94"/>
                    <a:pt x="494" y="98"/>
                    <a:pt x="493" y="100"/>
                  </a:cubicBezTo>
                  <a:cubicBezTo>
                    <a:pt x="493" y="102"/>
                    <a:pt x="491" y="104"/>
                    <a:pt x="489" y="104"/>
                  </a:cubicBezTo>
                  <a:cubicBezTo>
                    <a:pt x="488" y="106"/>
                    <a:pt x="485" y="104"/>
                    <a:pt x="484" y="106"/>
                  </a:cubicBezTo>
                  <a:cubicBezTo>
                    <a:pt x="483" y="107"/>
                    <a:pt x="483" y="108"/>
                    <a:pt x="483" y="108"/>
                  </a:cubicBezTo>
                  <a:cubicBezTo>
                    <a:pt x="482" y="109"/>
                    <a:pt x="480" y="108"/>
                    <a:pt x="479" y="108"/>
                  </a:cubicBezTo>
                  <a:cubicBezTo>
                    <a:pt x="475" y="110"/>
                    <a:pt x="476" y="115"/>
                    <a:pt x="475" y="118"/>
                  </a:cubicBezTo>
                  <a:cubicBezTo>
                    <a:pt x="474" y="121"/>
                    <a:pt x="470" y="125"/>
                    <a:pt x="467" y="121"/>
                  </a:cubicBezTo>
                  <a:cubicBezTo>
                    <a:pt x="465" y="117"/>
                    <a:pt x="470" y="111"/>
                    <a:pt x="472" y="109"/>
                  </a:cubicBezTo>
                  <a:cubicBezTo>
                    <a:pt x="473" y="107"/>
                    <a:pt x="475" y="104"/>
                    <a:pt x="476" y="102"/>
                  </a:cubicBezTo>
                  <a:cubicBezTo>
                    <a:pt x="478" y="100"/>
                    <a:pt x="477" y="98"/>
                    <a:pt x="476" y="95"/>
                  </a:cubicBezTo>
                  <a:cubicBezTo>
                    <a:pt x="475" y="93"/>
                    <a:pt x="475" y="91"/>
                    <a:pt x="474" y="89"/>
                  </a:cubicBezTo>
                  <a:cubicBezTo>
                    <a:pt x="473" y="87"/>
                    <a:pt x="470" y="86"/>
                    <a:pt x="468" y="84"/>
                  </a:cubicBezTo>
                  <a:cubicBezTo>
                    <a:pt x="466" y="83"/>
                    <a:pt x="463" y="82"/>
                    <a:pt x="460" y="80"/>
                  </a:cubicBezTo>
                  <a:cubicBezTo>
                    <a:pt x="460" y="80"/>
                    <a:pt x="459" y="79"/>
                    <a:pt x="459" y="78"/>
                  </a:cubicBezTo>
                  <a:cubicBezTo>
                    <a:pt x="458" y="77"/>
                    <a:pt x="458" y="77"/>
                    <a:pt x="457" y="75"/>
                  </a:cubicBezTo>
                  <a:cubicBezTo>
                    <a:pt x="455" y="74"/>
                    <a:pt x="454" y="73"/>
                    <a:pt x="453" y="71"/>
                  </a:cubicBezTo>
                  <a:cubicBezTo>
                    <a:pt x="452" y="70"/>
                    <a:pt x="451" y="69"/>
                    <a:pt x="451" y="68"/>
                  </a:cubicBezTo>
                  <a:cubicBezTo>
                    <a:pt x="450" y="67"/>
                    <a:pt x="450" y="65"/>
                    <a:pt x="449" y="64"/>
                  </a:cubicBezTo>
                  <a:cubicBezTo>
                    <a:pt x="447" y="66"/>
                    <a:pt x="445" y="64"/>
                    <a:pt x="444" y="66"/>
                  </a:cubicBezTo>
                  <a:cubicBezTo>
                    <a:pt x="442" y="67"/>
                    <a:pt x="441" y="69"/>
                    <a:pt x="440" y="70"/>
                  </a:cubicBezTo>
                  <a:cubicBezTo>
                    <a:pt x="438" y="72"/>
                    <a:pt x="437" y="74"/>
                    <a:pt x="435" y="74"/>
                  </a:cubicBezTo>
                  <a:cubicBezTo>
                    <a:pt x="433" y="74"/>
                    <a:pt x="431" y="73"/>
                    <a:pt x="429" y="72"/>
                  </a:cubicBezTo>
                  <a:cubicBezTo>
                    <a:pt x="424" y="72"/>
                    <a:pt x="422" y="74"/>
                    <a:pt x="420" y="78"/>
                  </a:cubicBezTo>
                  <a:cubicBezTo>
                    <a:pt x="419" y="79"/>
                    <a:pt x="419" y="81"/>
                    <a:pt x="417" y="83"/>
                  </a:cubicBezTo>
                  <a:cubicBezTo>
                    <a:pt x="416" y="85"/>
                    <a:pt x="414" y="84"/>
                    <a:pt x="413" y="86"/>
                  </a:cubicBezTo>
                  <a:cubicBezTo>
                    <a:pt x="411" y="87"/>
                    <a:pt x="412" y="90"/>
                    <a:pt x="412" y="92"/>
                  </a:cubicBezTo>
                  <a:cubicBezTo>
                    <a:pt x="412" y="94"/>
                    <a:pt x="410" y="96"/>
                    <a:pt x="410" y="99"/>
                  </a:cubicBezTo>
                  <a:cubicBezTo>
                    <a:pt x="409" y="101"/>
                    <a:pt x="410" y="103"/>
                    <a:pt x="410" y="105"/>
                  </a:cubicBezTo>
                  <a:cubicBezTo>
                    <a:pt x="409" y="107"/>
                    <a:pt x="408" y="109"/>
                    <a:pt x="408" y="111"/>
                  </a:cubicBezTo>
                  <a:cubicBezTo>
                    <a:pt x="407" y="114"/>
                    <a:pt x="408" y="116"/>
                    <a:pt x="408" y="118"/>
                  </a:cubicBezTo>
                  <a:cubicBezTo>
                    <a:pt x="408" y="120"/>
                    <a:pt x="407" y="121"/>
                    <a:pt x="408" y="122"/>
                  </a:cubicBezTo>
                  <a:cubicBezTo>
                    <a:pt x="408" y="123"/>
                    <a:pt x="408" y="123"/>
                    <a:pt x="408" y="124"/>
                  </a:cubicBezTo>
                  <a:cubicBezTo>
                    <a:pt x="408" y="125"/>
                    <a:pt x="407" y="126"/>
                    <a:pt x="407" y="127"/>
                  </a:cubicBezTo>
                  <a:cubicBezTo>
                    <a:pt x="407" y="128"/>
                    <a:pt x="407" y="129"/>
                    <a:pt x="406" y="130"/>
                  </a:cubicBezTo>
                  <a:cubicBezTo>
                    <a:pt x="406" y="131"/>
                    <a:pt x="403" y="133"/>
                    <a:pt x="402" y="130"/>
                  </a:cubicBezTo>
                  <a:cubicBezTo>
                    <a:pt x="399" y="132"/>
                    <a:pt x="395" y="135"/>
                    <a:pt x="395" y="139"/>
                  </a:cubicBezTo>
                  <a:cubicBezTo>
                    <a:pt x="396" y="141"/>
                    <a:pt x="396" y="142"/>
                    <a:pt x="395" y="144"/>
                  </a:cubicBezTo>
                  <a:cubicBezTo>
                    <a:pt x="394" y="145"/>
                    <a:pt x="394" y="145"/>
                    <a:pt x="393" y="145"/>
                  </a:cubicBezTo>
                  <a:cubicBezTo>
                    <a:pt x="393" y="146"/>
                    <a:pt x="392" y="147"/>
                    <a:pt x="392" y="147"/>
                  </a:cubicBezTo>
                  <a:cubicBezTo>
                    <a:pt x="390" y="148"/>
                    <a:pt x="390" y="148"/>
                    <a:pt x="389" y="147"/>
                  </a:cubicBezTo>
                  <a:cubicBezTo>
                    <a:pt x="388" y="146"/>
                    <a:pt x="388" y="144"/>
                    <a:pt x="386" y="143"/>
                  </a:cubicBezTo>
                  <a:cubicBezTo>
                    <a:pt x="385" y="142"/>
                    <a:pt x="383" y="142"/>
                    <a:pt x="381" y="141"/>
                  </a:cubicBezTo>
                  <a:cubicBezTo>
                    <a:pt x="379" y="140"/>
                    <a:pt x="378" y="139"/>
                    <a:pt x="377" y="138"/>
                  </a:cubicBezTo>
                  <a:cubicBezTo>
                    <a:pt x="376" y="137"/>
                    <a:pt x="373" y="136"/>
                    <a:pt x="371" y="136"/>
                  </a:cubicBezTo>
                  <a:cubicBezTo>
                    <a:pt x="370" y="136"/>
                    <a:pt x="369" y="137"/>
                    <a:pt x="369" y="138"/>
                  </a:cubicBezTo>
                  <a:cubicBezTo>
                    <a:pt x="368" y="140"/>
                    <a:pt x="367" y="141"/>
                    <a:pt x="365" y="142"/>
                  </a:cubicBezTo>
                  <a:cubicBezTo>
                    <a:pt x="363" y="142"/>
                    <a:pt x="361" y="143"/>
                    <a:pt x="360" y="144"/>
                  </a:cubicBezTo>
                  <a:cubicBezTo>
                    <a:pt x="358" y="145"/>
                    <a:pt x="357" y="145"/>
                    <a:pt x="356" y="143"/>
                  </a:cubicBezTo>
                  <a:cubicBezTo>
                    <a:pt x="354" y="142"/>
                    <a:pt x="354" y="142"/>
                    <a:pt x="352" y="142"/>
                  </a:cubicBezTo>
                  <a:cubicBezTo>
                    <a:pt x="350" y="142"/>
                    <a:pt x="349" y="142"/>
                    <a:pt x="347" y="141"/>
                  </a:cubicBezTo>
                  <a:cubicBezTo>
                    <a:pt x="345" y="139"/>
                    <a:pt x="345" y="140"/>
                    <a:pt x="342" y="140"/>
                  </a:cubicBezTo>
                  <a:cubicBezTo>
                    <a:pt x="343" y="136"/>
                    <a:pt x="341" y="134"/>
                    <a:pt x="339" y="130"/>
                  </a:cubicBezTo>
                  <a:cubicBezTo>
                    <a:pt x="338" y="129"/>
                    <a:pt x="338" y="128"/>
                    <a:pt x="337" y="126"/>
                  </a:cubicBezTo>
                  <a:cubicBezTo>
                    <a:pt x="337" y="125"/>
                    <a:pt x="335" y="124"/>
                    <a:pt x="334" y="123"/>
                  </a:cubicBezTo>
                  <a:cubicBezTo>
                    <a:pt x="332" y="121"/>
                    <a:pt x="330" y="118"/>
                    <a:pt x="329" y="115"/>
                  </a:cubicBezTo>
                  <a:cubicBezTo>
                    <a:pt x="328" y="113"/>
                    <a:pt x="328" y="111"/>
                    <a:pt x="327" y="110"/>
                  </a:cubicBezTo>
                  <a:cubicBezTo>
                    <a:pt x="326" y="109"/>
                    <a:pt x="325" y="110"/>
                    <a:pt x="324" y="110"/>
                  </a:cubicBezTo>
                  <a:cubicBezTo>
                    <a:pt x="323" y="109"/>
                    <a:pt x="322" y="109"/>
                    <a:pt x="320" y="109"/>
                  </a:cubicBezTo>
                  <a:cubicBezTo>
                    <a:pt x="319" y="110"/>
                    <a:pt x="317" y="111"/>
                    <a:pt x="316" y="112"/>
                  </a:cubicBezTo>
                  <a:cubicBezTo>
                    <a:pt x="315" y="115"/>
                    <a:pt x="317" y="117"/>
                    <a:pt x="317" y="120"/>
                  </a:cubicBezTo>
                  <a:cubicBezTo>
                    <a:pt x="317" y="123"/>
                    <a:pt x="314" y="122"/>
                    <a:pt x="313" y="121"/>
                  </a:cubicBezTo>
                  <a:cubicBezTo>
                    <a:pt x="312" y="120"/>
                    <a:pt x="311" y="119"/>
                    <a:pt x="309" y="119"/>
                  </a:cubicBezTo>
                  <a:cubicBezTo>
                    <a:pt x="308" y="120"/>
                    <a:pt x="307" y="122"/>
                    <a:pt x="307" y="123"/>
                  </a:cubicBezTo>
                  <a:cubicBezTo>
                    <a:pt x="307" y="123"/>
                    <a:pt x="307" y="121"/>
                    <a:pt x="307" y="123"/>
                  </a:cubicBezTo>
                  <a:close/>
                  <a:moveTo>
                    <a:pt x="61" y="394"/>
                  </a:moveTo>
                  <a:cubicBezTo>
                    <a:pt x="60" y="394"/>
                    <a:pt x="59" y="395"/>
                    <a:pt x="58" y="396"/>
                  </a:cubicBezTo>
                  <a:cubicBezTo>
                    <a:pt x="57" y="396"/>
                    <a:pt x="56" y="396"/>
                    <a:pt x="56" y="397"/>
                  </a:cubicBezTo>
                  <a:cubicBezTo>
                    <a:pt x="56" y="398"/>
                    <a:pt x="57" y="398"/>
                    <a:pt x="58" y="399"/>
                  </a:cubicBezTo>
                  <a:cubicBezTo>
                    <a:pt x="58" y="399"/>
                    <a:pt x="59" y="400"/>
                    <a:pt x="60" y="400"/>
                  </a:cubicBezTo>
                  <a:cubicBezTo>
                    <a:pt x="61" y="401"/>
                    <a:pt x="63" y="401"/>
                    <a:pt x="63" y="399"/>
                  </a:cubicBezTo>
                  <a:cubicBezTo>
                    <a:pt x="64" y="397"/>
                    <a:pt x="62" y="396"/>
                    <a:pt x="63" y="395"/>
                  </a:cubicBezTo>
                  <a:cubicBezTo>
                    <a:pt x="62" y="395"/>
                    <a:pt x="62" y="394"/>
                    <a:pt x="61" y="394"/>
                  </a:cubicBezTo>
                  <a:close/>
                  <a:moveTo>
                    <a:pt x="69" y="390"/>
                  </a:moveTo>
                  <a:cubicBezTo>
                    <a:pt x="68" y="391"/>
                    <a:pt x="63" y="395"/>
                    <a:pt x="67" y="395"/>
                  </a:cubicBezTo>
                  <a:cubicBezTo>
                    <a:pt x="68" y="397"/>
                    <a:pt x="70" y="396"/>
                    <a:pt x="71" y="395"/>
                  </a:cubicBezTo>
                  <a:cubicBezTo>
                    <a:pt x="73" y="394"/>
                    <a:pt x="75" y="394"/>
                    <a:pt x="77" y="393"/>
                  </a:cubicBezTo>
                  <a:cubicBezTo>
                    <a:pt x="78" y="393"/>
                    <a:pt x="82" y="392"/>
                    <a:pt x="82" y="391"/>
                  </a:cubicBezTo>
                  <a:cubicBezTo>
                    <a:pt x="83" y="389"/>
                    <a:pt x="81" y="389"/>
                    <a:pt x="80" y="389"/>
                  </a:cubicBezTo>
                  <a:cubicBezTo>
                    <a:pt x="80" y="387"/>
                    <a:pt x="79" y="386"/>
                    <a:pt x="77" y="386"/>
                  </a:cubicBezTo>
                  <a:cubicBezTo>
                    <a:pt x="76" y="387"/>
                    <a:pt x="72" y="387"/>
                    <a:pt x="72" y="388"/>
                  </a:cubicBezTo>
                  <a:cubicBezTo>
                    <a:pt x="71" y="389"/>
                    <a:pt x="73" y="389"/>
                    <a:pt x="72" y="390"/>
                  </a:cubicBezTo>
                  <a:cubicBezTo>
                    <a:pt x="71" y="392"/>
                    <a:pt x="70" y="390"/>
                    <a:pt x="69" y="390"/>
                  </a:cubicBezTo>
                  <a:cubicBezTo>
                    <a:pt x="68" y="391"/>
                    <a:pt x="69" y="390"/>
                    <a:pt x="69" y="390"/>
                  </a:cubicBezTo>
                  <a:close/>
                  <a:moveTo>
                    <a:pt x="73" y="381"/>
                  </a:moveTo>
                  <a:cubicBezTo>
                    <a:pt x="72" y="383"/>
                    <a:pt x="70" y="383"/>
                    <a:pt x="68" y="383"/>
                  </a:cubicBezTo>
                  <a:cubicBezTo>
                    <a:pt x="66" y="384"/>
                    <a:pt x="64" y="385"/>
                    <a:pt x="67" y="385"/>
                  </a:cubicBezTo>
                  <a:cubicBezTo>
                    <a:pt x="68" y="385"/>
                    <a:pt x="69" y="384"/>
                    <a:pt x="70" y="384"/>
                  </a:cubicBezTo>
                  <a:cubicBezTo>
                    <a:pt x="71" y="384"/>
                    <a:pt x="72" y="385"/>
                    <a:pt x="73" y="385"/>
                  </a:cubicBezTo>
                  <a:cubicBezTo>
                    <a:pt x="77" y="385"/>
                    <a:pt x="76" y="382"/>
                    <a:pt x="76" y="379"/>
                  </a:cubicBezTo>
                  <a:cubicBezTo>
                    <a:pt x="75" y="380"/>
                    <a:pt x="74" y="380"/>
                    <a:pt x="73" y="381"/>
                  </a:cubicBezTo>
                  <a:close/>
                  <a:moveTo>
                    <a:pt x="200" y="179"/>
                  </a:moveTo>
                  <a:cubicBezTo>
                    <a:pt x="199" y="180"/>
                    <a:pt x="198" y="178"/>
                    <a:pt x="197" y="179"/>
                  </a:cubicBezTo>
                  <a:cubicBezTo>
                    <a:pt x="196" y="180"/>
                    <a:pt x="196" y="181"/>
                    <a:pt x="197" y="182"/>
                  </a:cubicBezTo>
                  <a:cubicBezTo>
                    <a:pt x="199" y="183"/>
                    <a:pt x="203" y="181"/>
                    <a:pt x="200" y="179"/>
                  </a:cubicBezTo>
                  <a:moveTo>
                    <a:pt x="203" y="178"/>
                  </a:moveTo>
                  <a:cubicBezTo>
                    <a:pt x="205" y="178"/>
                    <a:pt x="205" y="176"/>
                    <a:pt x="206" y="176"/>
                  </a:cubicBezTo>
                  <a:cubicBezTo>
                    <a:pt x="207" y="175"/>
                    <a:pt x="208" y="175"/>
                    <a:pt x="209" y="174"/>
                  </a:cubicBezTo>
                  <a:cubicBezTo>
                    <a:pt x="210" y="173"/>
                    <a:pt x="212" y="169"/>
                    <a:pt x="209" y="170"/>
                  </a:cubicBezTo>
                  <a:cubicBezTo>
                    <a:pt x="209" y="170"/>
                    <a:pt x="209" y="172"/>
                    <a:pt x="208" y="173"/>
                  </a:cubicBezTo>
                  <a:cubicBezTo>
                    <a:pt x="207" y="173"/>
                    <a:pt x="207" y="171"/>
                    <a:pt x="206" y="171"/>
                  </a:cubicBezTo>
                  <a:cubicBezTo>
                    <a:pt x="205" y="171"/>
                    <a:pt x="206" y="171"/>
                    <a:pt x="205" y="172"/>
                  </a:cubicBezTo>
                  <a:cubicBezTo>
                    <a:pt x="205" y="173"/>
                    <a:pt x="204" y="174"/>
                    <a:pt x="204" y="175"/>
                  </a:cubicBezTo>
                  <a:cubicBezTo>
                    <a:pt x="202" y="175"/>
                    <a:pt x="203" y="177"/>
                    <a:pt x="203" y="178"/>
                  </a:cubicBezTo>
                  <a:cubicBezTo>
                    <a:pt x="205" y="178"/>
                    <a:pt x="203" y="177"/>
                    <a:pt x="203" y="178"/>
                  </a:cubicBezTo>
                  <a:close/>
                  <a:moveTo>
                    <a:pt x="211" y="175"/>
                  </a:moveTo>
                  <a:cubicBezTo>
                    <a:pt x="211" y="176"/>
                    <a:pt x="208" y="178"/>
                    <a:pt x="210" y="178"/>
                  </a:cubicBezTo>
                  <a:cubicBezTo>
                    <a:pt x="210" y="179"/>
                    <a:pt x="212" y="177"/>
                    <a:pt x="212" y="176"/>
                  </a:cubicBezTo>
                  <a:cubicBezTo>
                    <a:pt x="213" y="176"/>
                    <a:pt x="214" y="176"/>
                    <a:pt x="214" y="175"/>
                  </a:cubicBezTo>
                  <a:cubicBezTo>
                    <a:pt x="215" y="177"/>
                    <a:pt x="216" y="177"/>
                    <a:pt x="217" y="176"/>
                  </a:cubicBezTo>
                  <a:cubicBezTo>
                    <a:pt x="218" y="175"/>
                    <a:pt x="218" y="174"/>
                    <a:pt x="218" y="172"/>
                  </a:cubicBezTo>
                  <a:cubicBezTo>
                    <a:pt x="218" y="171"/>
                    <a:pt x="218" y="171"/>
                    <a:pt x="218" y="169"/>
                  </a:cubicBezTo>
                  <a:cubicBezTo>
                    <a:pt x="217" y="168"/>
                    <a:pt x="217" y="168"/>
                    <a:pt x="217" y="167"/>
                  </a:cubicBezTo>
                  <a:cubicBezTo>
                    <a:pt x="217" y="166"/>
                    <a:pt x="217" y="165"/>
                    <a:pt x="216" y="165"/>
                  </a:cubicBezTo>
                  <a:cubicBezTo>
                    <a:pt x="215" y="166"/>
                    <a:pt x="215" y="167"/>
                    <a:pt x="215" y="168"/>
                  </a:cubicBezTo>
                  <a:cubicBezTo>
                    <a:pt x="215" y="168"/>
                    <a:pt x="214" y="168"/>
                    <a:pt x="214" y="169"/>
                  </a:cubicBezTo>
                  <a:cubicBezTo>
                    <a:pt x="214" y="169"/>
                    <a:pt x="214" y="170"/>
                    <a:pt x="214" y="170"/>
                  </a:cubicBezTo>
                  <a:cubicBezTo>
                    <a:pt x="214" y="171"/>
                    <a:pt x="214" y="171"/>
                    <a:pt x="214" y="172"/>
                  </a:cubicBezTo>
                  <a:cubicBezTo>
                    <a:pt x="213" y="173"/>
                    <a:pt x="213" y="172"/>
                    <a:pt x="212" y="173"/>
                  </a:cubicBezTo>
                  <a:cubicBezTo>
                    <a:pt x="212" y="174"/>
                    <a:pt x="212" y="174"/>
                    <a:pt x="211" y="175"/>
                  </a:cubicBezTo>
                  <a:close/>
                  <a:moveTo>
                    <a:pt x="155" y="184"/>
                  </a:moveTo>
                  <a:cubicBezTo>
                    <a:pt x="153" y="187"/>
                    <a:pt x="156" y="187"/>
                    <a:pt x="158" y="185"/>
                  </a:cubicBezTo>
                  <a:cubicBezTo>
                    <a:pt x="158" y="184"/>
                    <a:pt x="159" y="183"/>
                    <a:pt x="159" y="182"/>
                  </a:cubicBezTo>
                  <a:cubicBezTo>
                    <a:pt x="158" y="181"/>
                    <a:pt x="157" y="181"/>
                    <a:pt x="156" y="179"/>
                  </a:cubicBezTo>
                  <a:cubicBezTo>
                    <a:pt x="156" y="180"/>
                    <a:pt x="155" y="183"/>
                    <a:pt x="155" y="184"/>
                  </a:cubicBezTo>
                  <a:cubicBezTo>
                    <a:pt x="155" y="185"/>
                    <a:pt x="155" y="183"/>
                    <a:pt x="155" y="184"/>
                  </a:cubicBezTo>
                  <a:close/>
                  <a:moveTo>
                    <a:pt x="160" y="176"/>
                  </a:moveTo>
                  <a:cubicBezTo>
                    <a:pt x="160" y="175"/>
                    <a:pt x="161" y="173"/>
                    <a:pt x="160" y="173"/>
                  </a:cubicBezTo>
                  <a:cubicBezTo>
                    <a:pt x="159" y="172"/>
                    <a:pt x="157" y="175"/>
                    <a:pt x="157" y="176"/>
                  </a:cubicBezTo>
                  <a:cubicBezTo>
                    <a:pt x="157" y="177"/>
                    <a:pt x="158" y="180"/>
                    <a:pt x="160" y="180"/>
                  </a:cubicBezTo>
                  <a:cubicBezTo>
                    <a:pt x="162" y="180"/>
                    <a:pt x="160" y="177"/>
                    <a:pt x="160" y="176"/>
                  </a:cubicBezTo>
                  <a:cubicBezTo>
                    <a:pt x="160" y="175"/>
                    <a:pt x="160" y="177"/>
                    <a:pt x="160" y="176"/>
                  </a:cubicBezTo>
                  <a:close/>
                  <a:moveTo>
                    <a:pt x="162" y="176"/>
                  </a:moveTo>
                  <a:cubicBezTo>
                    <a:pt x="162" y="176"/>
                    <a:pt x="163" y="178"/>
                    <a:pt x="163" y="178"/>
                  </a:cubicBezTo>
                  <a:cubicBezTo>
                    <a:pt x="164" y="177"/>
                    <a:pt x="165" y="177"/>
                    <a:pt x="166" y="176"/>
                  </a:cubicBezTo>
                  <a:cubicBezTo>
                    <a:pt x="166" y="175"/>
                    <a:pt x="167" y="172"/>
                    <a:pt x="166" y="171"/>
                  </a:cubicBezTo>
                  <a:cubicBezTo>
                    <a:pt x="166" y="171"/>
                    <a:pt x="165" y="170"/>
                    <a:pt x="165" y="170"/>
                  </a:cubicBezTo>
                  <a:cubicBezTo>
                    <a:pt x="163" y="172"/>
                    <a:pt x="163" y="174"/>
                    <a:pt x="162" y="176"/>
                  </a:cubicBezTo>
                  <a:cubicBezTo>
                    <a:pt x="162" y="176"/>
                    <a:pt x="162" y="175"/>
                    <a:pt x="162" y="176"/>
                  </a:cubicBezTo>
                  <a:close/>
                  <a:moveTo>
                    <a:pt x="169" y="174"/>
                  </a:moveTo>
                  <a:cubicBezTo>
                    <a:pt x="168" y="172"/>
                    <a:pt x="170" y="174"/>
                    <a:pt x="170" y="174"/>
                  </a:cubicBezTo>
                  <a:cubicBezTo>
                    <a:pt x="171" y="174"/>
                    <a:pt x="171" y="175"/>
                    <a:pt x="172" y="175"/>
                  </a:cubicBezTo>
                  <a:cubicBezTo>
                    <a:pt x="172" y="174"/>
                    <a:pt x="172" y="173"/>
                    <a:pt x="173" y="172"/>
                  </a:cubicBezTo>
                  <a:cubicBezTo>
                    <a:pt x="174" y="174"/>
                    <a:pt x="175" y="171"/>
                    <a:pt x="175" y="171"/>
                  </a:cubicBezTo>
                  <a:cubicBezTo>
                    <a:pt x="175" y="171"/>
                    <a:pt x="175" y="170"/>
                    <a:pt x="175" y="170"/>
                  </a:cubicBezTo>
                  <a:cubicBezTo>
                    <a:pt x="175" y="169"/>
                    <a:pt x="176" y="169"/>
                    <a:pt x="177" y="169"/>
                  </a:cubicBezTo>
                  <a:cubicBezTo>
                    <a:pt x="178" y="168"/>
                    <a:pt x="180" y="167"/>
                    <a:pt x="180" y="166"/>
                  </a:cubicBezTo>
                  <a:cubicBezTo>
                    <a:pt x="180" y="164"/>
                    <a:pt x="179" y="165"/>
                    <a:pt x="178" y="165"/>
                  </a:cubicBezTo>
                  <a:cubicBezTo>
                    <a:pt x="176" y="165"/>
                    <a:pt x="176" y="164"/>
                    <a:pt x="175" y="163"/>
                  </a:cubicBezTo>
                  <a:cubicBezTo>
                    <a:pt x="174" y="163"/>
                    <a:pt x="174" y="163"/>
                    <a:pt x="173" y="163"/>
                  </a:cubicBezTo>
                  <a:cubicBezTo>
                    <a:pt x="172" y="163"/>
                    <a:pt x="171" y="163"/>
                    <a:pt x="170" y="164"/>
                  </a:cubicBezTo>
                  <a:cubicBezTo>
                    <a:pt x="169" y="165"/>
                    <a:pt x="168" y="166"/>
                    <a:pt x="170" y="166"/>
                  </a:cubicBezTo>
                  <a:cubicBezTo>
                    <a:pt x="170" y="167"/>
                    <a:pt x="168" y="167"/>
                    <a:pt x="168" y="169"/>
                  </a:cubicBezTo>
                  <a:cubicBezTo>
                    <a:pt x="168" y="170"/>
                    <a:pt x="169" y="173"/>
                    <a:pt x="169" y="174"/>
                  </a:cubicBezTo>
                  <a:cubicBezTo>
                    <a:pt x="169" y="173"/>
                    <a:pt x="169" y="173"/>
                    <a:pt x="169" y="174"/>
                  </a:cubicBezTo>
                  <a:close/>
                  <a:moveTo>
                    <a:pt x="184" y="166"/>
                  </a:moveTo>
                  <a:cubicBezTo>
                    <a:pt x="183" y="166"/>
                    <a:pt x="181" y="167"/>
                    <a:pt x="181" y="168"/>
                  </a:cubicBezTo>
                  <a:cubicBezTo>
                    <a:pt x="182" y="169"/>
                    <a:pt x="184" y="168"/>
                    <a:pt x="185" y="168"/>
                  </a:cubicBezTo>
                  <a:cubicBezTo>
                    <a:pt x="186" y="168"/>
                    <a:pt x="187" y="167"/>
                    <a:pt x="188" y="167"/>
                  </a:cubicBezTo>
                  <a:cubicBezTo>
                    <a:pt x="190" y="166"/>
                    <a:pt x="189" y="165"/>
                    <a:pt x="190" y="164"/>
                  </a:cubicBezTo>
                  <a:cubicBezTo>
                    <a:pt x="191" y="162"/>
                    <a:pt x="192" y="160"/>
                    <a:pt x="193" y="157"/>
                  </a:cubicBezTo>
                  <a:cubicBezTo>
                    <a:pt x="193" y="157"/>
                    <a:pt x="194" y="155"/>
                    <a:pt x="192" y="155"/>
                  </a:cubicBezTo>
                  <a:cubicBezTo>
                    <a:pt x="191" y="155"/>
                    <a:pt x="191" y="157"/>
                    <a:pt x="191" y="158"/>
                  </a:cubicBezTo>
                  <a:cubicBezTo>
                    <a:pt x="191" y="157"/>
                    <a:pt x="190" y="155"/>
                    <a:pt x="189" y="156"/>
                  </a:cubicBezTo>
                  <a:cubicBezTo>
                    <a:pt x="187" y="156"/>
                    <a:pt x="189" y="158"/>
                    <a:pt x="188" y="159"/>
                  </a:cubicBezTo>
                  <a:cubicBezTo>
                    <a:pt x="188" y="159"/>
                    <a:pt x="185" y="156"/>
                    <a:pt x="185" y="159"/>
                  </a:cubicBezTo>
                  <a:cubicBezTo>
                    <a:pt x="185" y="160"/>
                    <a:pt x="188" y="161"/>
                    <a:pt x="186" y="162"/>
                  </a:cubicBezTo>
                  <a:cubicBezTo>
                    <a:pt x="185" y="163"/>
                    <a:pt x="185" y="160"/>
                    <a:pt x="184" y="162"/>
                  </a:cubicBezTo>
                  <a:cubicBezTo>
                    <a:pt x="183" y="163"/>
                    <a:pt x="184" y="165"/>
                    <a:pt x="184" y="166"/>
                  </a:cubicBezTo>
                  <a:cubicBezTo>
                    <a:pt x="183" y="166"/>
                    <a:pt x="184" y="165"/>
                    <a:pt x="184" y="166"/>
                  </a:cubicBezTo>
                  <a:close/>
                  <a:moveTo>
                    <a:pt x="194" y="163"/>
                  </a:moveTo>
                  <a:cubicBezTo>
                    <a:pt x="194" y="162"/>
                    <a:pt x="196" y="161"/>
                    <a:pt x="196" y="160"/>
                  </a:cubicBezTo>
                  <a:cubicBezTo>
                    <a:pt x="197" y="159"/>
                    <a:pt x="197" y="158"/>
                    <a:pt x="198" y="157"/>
                  </a:cubicBezTo>
                  <a:cubicBezTo>
                    <a:pt x="200" y="155"/>
                    <a:pt x="200" y="154"/>
                    <a:pt x="197" y="155"/>
                  </a:cubicBezTo>
                  <a:cubicBezTo>
                    <a:pt x="195" y="155"/>
                    <a:pt x="195" y="157"/>
                    <a:pt x="194" y="159"/>
                  </a:cubicBezTo>
                  <a:cubicBezTo>
                    <a:pt x="194" y="160"/>
                    <a:pt x="191" y="163"/>
                    <a:pt x="193" y="164"/>
                  </a:cubicBezTo>
                  <a:cubicBezTo>
                    <a:pt x="193" y="164"/>
                    <a:pt x="194" y="163"/>
                    <a:pt x="194" y="163"/>
                  </a:cubicBezTo>
                  <a:cubicBezTo>
                    <a:pt x="194" y="162"/>
                    <a:pt x="194" y="163"/>
                    <a:pt x="194" y="163"/>
                  </a:cubicBezTo>
                  <a:close/>
                  <a:moveTo>
                    <a:pt x="192" y="141"/>
                  </a:moveTo>
                  <a:cubicBezTo>
                    <a:pt x="193" y="142"/>
                    <a:pt x="195" y="142"/>
                    <a:pt x="196" y="141"/>
                  </a:cubicBezTo>
                  <a:cubicBezTo>
                    <a:pt x="198" y="140"/>
                    <a:pt x="197" y="140"/>
                    <a:pt x="198" y="139"/>
                  </a:cubicBezTo>
                  <a:cubicBezTo>
                    <a:pt x="200" y="136"/>
                    <a:pt x="201" y="139"/>
                    <a:pt x="201" y="141"/>
                  </a:cubicBezTo>
                  <a:cubicBezTo>
                    <a:pt x="199" y="141"/>
                    <a:pt x="197" y="142"/>
                    <a:pt x="196" y="143"/>
                  </a:cubicBezTo>
                  <a:cubicBezTo>
                    <a:pt x="194" y="144"/>
                    <a:pt x="194" y="144"/>
                    <a:pt x="195" y="146"/>
                  </a:cubicBezTo>
                  <a:cubicBezTo>
                    <a:pt x="196" y="149"/>
                    <a:pt x="201" y="147"/>
                    <a:pt x="203" y="145"/>
                  </a:cubicBezTo>
                  <a:cubicBezTo>
                    <a:pt x="204" y="143"/>
                    <a:pt x="205" y="141"/>
                    <a:pt x="204" y="140"/>
                  </a:cubicBezTo>
                  <a:cubicBezTo>
                    <a:pt x="204" y="138"/>
                    <a:pt x="203" y="138"/>
                    <a:pt x="203" y="137"/>
                  </a:cubicBezTo>
                  <a:cubicBezTo>
                    <a:pt x="203" y="136"/>
                    <a:pt x="205" y="136"/>
                    <a:pt x="204" y="135"/>
                  </a:cubicBezTo>
                  <a:cubicBezTo>
                    <a:pt x="204" y="134"/>
                    <a:pt x="204" y="135"/>
                    <a:pt x="204" y="135"/>
                  </a:cubicBezTo>
                  <a:cubicBezTo>
                    <a:pt x="203" y="134"/>
                    <a:pt x="203" y="134"/>
                    <a:pt x="203" y="133"/>
                  </a:cubicBezTo>
                  <a:cubicBezTo>
                    <a:pt x="203" y="132"/>
                    <a:pt x="203" y="131"/>
                    <a:pt x="202" y="130"/>
                  </a:cubicBezTo>
                  <a:cubicBezTo>
                    <a:pt x="199" y="133"/>
                    <a:pt x="202" y="124"/>
                    <a:pt x="199" y="124"/>
                  </a:cubicBezTo>
                  <a:cubicBezTo>
                    <a:pt x="197" y="125"/>
                    <a:pt x="198" y="128"/>
                    <a:pt x="198" y="129"/>
                  </a:cubicBezTo>
                  <a:cubicBezTo>
                    <a:pt x="199" y="130"/>
                    <a:pt x="199" y="131"/>
                    <a:pt x="200" y="132"/>
                  </a:cubicBezTo>
                  <a:cubicBezTo>
                    <a:pt x="200" y="133"/>
                    <a:pt x="200" y="135"/>
                    <a:pt x="199" y="134"/>
                  </a:cubicBezTo>
                  <a:cubicBezTo>
                    <a:pt x="199" y="134"/>
                    <a:pt x="198" y="135"/>
                    <a:pt x="198" y="135"/>
                  </a:cubicBezTo>
                  <a:cubicBezTo>
                    <a:pt x="197" y="135"/>
                    <a:pt x="197" y="133"/>
                    <a:pt x="197" y="133"/>
                  </a:cubicBezTo>
                  <a:cubicBezTo>
                    <a:pt x="197" y="132"/>
                    <a:pt x="197" y="127"/>
                    <a:pt x="195" y="129"/>
                  </a:cubicBezTo>
                  <a:cubicBezTo>
                    <a:pt x="194" y="130"/>
                    <a:pt x="195" y="131"/>
                    <a:pt x="195" y="131"/>
                  </a:cubicBezTo>
                  <a:cubicBezTo>
                    <a:pt x="196" y="131"/>
                    <a:pt x="196" y="132"/>
                    <a:pt x="196" y="132"/>
                  </a:cubicBezTo>
                  <a:cubicBezTo>
                    <a:pt x="196" y="133"/>
                    <a:pt x="196" y="133"/>
                    <a:pt x="196" y="134"/>
                  </a:cubicBezTo>
                  <a:cubicBezTo>
                    <a:pt x="196" y="135"/>
                    <a:pt x="197" y="137"/>
                    <a:pt x="196" y="137"/>
                  </a:cubicBezTo>
                  <a:cubicBezTo>
                    <a:pt x="195" y="138"/>
                    <a:pt x="194" y="136"/>
                    <a:pt x="194" y="135"/>
                  </a:cubicBezTo>
                  <a:cubicBezTo>
                    <a:pt x="193" y="136"/>
                    <a:pt x="193" y="138"/>
                    <a:pt x="192" y="138"/>
                  </a:cubicBezTo>
                  <a:cubicBezTo>
                    <a:pt x="190" y="137"/>
                    <a:pt x="191" y="135"/>
                    <a:pt x="190" y="134"/>
                  </a:cubicBezTo>
                  <a:cubicBezTo>
                    <a:pt x="190" y="134"/>
                    <a:pt x="190" y="137"/>
                    <a:pt x="189" y="138"/>
                  </a:cubicBezTo>
                  <a:cubicBezTo>
                    <a:pt x="188" y="138"/>
                    <a:pt x="189" y="135"/>
                    <a:pt x="188" y="135"/>
                  </a:cubicBezTo>
                  <a:cubicBezTo>
                    <a:pt x="186" y="135"/>
                    <a:pt x="187" y="137"/>
                    <a:pt x="187" y="138"/>
                  </a:cubicBezTo>
                  <a:cubicBezTo>
                    <a:pt x="187" y="138"/>
                    <a:pt x="188" y="138"/>
                    <a:pt x="188" y="139"/>
                  </a:cubicBezTo>
                  <a:cubicBezTo>
                    <a:pt x="188" y="139"/>
                    <a:pt x="187" y="139"/>
                    <a:pt x="186" y="140"/>
                  </a:cubicBezTo>
                  <a:cubicBezTo>
                    <a:pt x="185" y="141"/>
                    <a:pt x="185" y="141"/>
                    <a:pt x="186" y="143"/>
                  </a:cubicBezTo>
                  <a:cubicBezTo>
                    <a:pt x="185" y="143"/>
                    <a:pt x="186" y="144"/>
                    <a:pt x="186" y="144"/>
                  </a:cubicBezTo>
                  <a:cubicBezTo>
                    <a:pt x="186" y="145"/>
                    <a:pt x="186" y="145"/>
                    <a:pt x="187" y="146"/>
                  </a:cubicBezTo>
                  <a:cubicBezTo>
                    <a:pt x="189" y="148"/>
                    <a:pt x="191" y="141"/>
                    <a:pt x="191" y="140"/>
                  </a:cubicBezTo>
                  <a:cubicBezTo>
                    <a:pt x="192" y="140"/>
                    <a:pt x="192" y="141"/>
                    <a:pt x="192" y="141"/>
                  </a:cubicBezTo>
                  <a:close/>
                  <a:moveTo>
                    <a:pt x="207" y="129"/>
                  </a:moveTo>
                  <a:cubicBezTo>
                    <a:pt x="208" y="128"/>
                    <a:pt x="208" y="126"/>
                    <a:pt x="208" y="124"/>
                  </a:cubicBezTo>
                  <a:cubicBezTo>
                    <a:pt x="213" y="125"/>
                    <a:pt x="214" y="122"/>
                    <a:pt x="217" y="118"/>
                  </a:cubicBezTo>
                  <a:cubicBezTo>
                    <a:pt x="219" y="115"/>
                    <a:pt x="221" y="111"/>
                    <a:pt x="219" y="107"/>
                  </a:cubicBezTo>
                  <a:cubicBezTo>
                    <a:pt x="214" y="109"/>
                    <a:pt x="214" y="115"/>
                    <a:pt x="210" y="117"/>
                  </a:cubicBezTo>
                  <a:cubicBezTo>
                    <a:pt x="208" y="119"/>
                    <a:pt x="207" y="120"/>
                    <a:pt x="206" y="123"/>
                  </a:cubicBezTo>
                  <a:cubicBezTo>
                    <a:pt x="206" y="125"/>
                    <a:pt x="204" y="128"/>
                    <a:pt x="206" y="130"/>
                  </a:cubicBezTo>
                  <a:cubicBezTo>
                    <a:pt x="206" y="130"/>
                    <a:pt x="207" y="129"/>
                    <a:pt x="207" y="129"/>
                  </a:cubicBezTo>
                  <a:close/>
                  <a:moveTo>
                    <a:pt x="215" y="132"/>
                  </a:moveTo>
                  <a:cubicBezTo>
                    <a:pt x="215" y="131"/>
                    <a:pt x="216" y="128"/>
                    <a:pt x="215" y="127"/>
                  </a:cubicBezTo>
                  <a:cubicBezTo>
                    <a:pt x="214" y="125"/>
                    <a:pt x="210" y="127"/>
                    <a:pt x="209" y="129"/>
                  </a:cubicBezTo>
                  <a:cubicBezTo>
                    <a:pt x="208" y="131"/>
                    <a:pt x="210" y="134"/>
                    <a:pt x="208" y="135"/>
                  </a:cubicBezTo>
                  <a:cubicBezTo>
                    <a:pt x="207" y="136"/>
                    <a:pt x="206" y="135"/>
                    <a:pt x="207" y="137"/>
                  </a:cubicBezTo>
                  <a:cubicBezTo>
                    <a:pt x="207" y="138"/>
                    <a:pt x="209" y="138"/>
                    <a:pt x="209" y="139"/>
                  </a:cubicBezTo>
                  <a:cubicBezTo>
                    <a:pt x="209" y="140"/>
                    <a:pt x="207" y="140"/>
                    <a:pt x="207" y="140"/>
                  </a:cubicBezTo>
                  <a:cubicBezTo>
                    <a:pt x="206" y="141"/>
                    <a:pt x="206" y="142"/>
                    <a:pt x="206" y="142"/>
                  </a:cubicBezTo>
                  <a:cubicBezTo>
                    <a:pt x="206" y="143"/>
                    <a:pt x="209" y="145"/>
                    <a:pt x="208" y="146"/>
                  </a:cubicBezTo>
                  <a:cubicBezTo>
                    <a:pt x="208" y="146"/>
                    <a:pt x="207" y="145"/>
                    <a:pt x="206" y="146"/>
                  </a:cubicBezTo>
                  <a:cubicBezTo>
                    <a:pt x="206" y="146"/>
                    <a:pt x="206" y="147"/>
                    <a:pt x="206" y="148"/>
                  </a:cubicBezTo>
                  <a:cubicBezTo>
                    <a:pt x="205" y="148"/>
                    <a:pt x="203" y="148"/>
                    <a:pt x="202" y="148"/>
                  </a:cubicBezTo>
                  <a:cubicBezTo>
                    <a:pt x="202" y="149"/>
                    <a:pt x="203" y="151"/>
                    <a:pt x="203" y="152"/>
                  </a:cubicBezTo>
                  <a:cubicBezTo>
                    <a:pt x="203" y="154"/>
                    <a:pt x="202" y="154"/>
                    <a:pt x="201" y="155"/>
                  </a:cubicBezTo>
                  <a:cubicBezTo>
                    <a:pt x="200" y="156"/>
                    <a:pt x="199" y="159"/>
                    <a:pt x="199" y="160"/>
                  </a:cubicBezTo>
                  <a:cubicBezTo>
                    <a:pt x="197" y="163"/>
                    <a:pt x="198" y="165"/>
                    <a:pt x="200" y="162"/>
                  </a:cubicBezTo>
                  <a:cubicBezTo>
                    <a:pt x="202" y="158"/>
                    <a:pt x="206" y="156"/>
                    <a:pt x="208" y="152"/>
                  </a:cubicBezTo>
                  <a:cubicBezTo>
                    <a:pt x="208" y="154"/>
                    <a:pt x="208" y="155"/>
                    <a:pt x="207" y="156"/>
                  </a:cubicBezTo>
                  <a:cubicBezTo>
                    <a:pt x="207" y="157"/>
                    <a:pt x="205" y="158"/>
                    <a:pt x="205" y="159"/>
                  </a:cubicBezTo>
                  <a:cubicBezTo>
                    <a:pt x="204" y="162"/>
                    <a:pt x="207" y="160"/>
                    <a:pt x="208" y="161"/>
                  </a:cubicBezTo>
                  <a:cubicBezTo>
                    <a:pt x="209" y="161"/>
                    <a:pt x="210" y="163"/>
                    <a:pt x="210" y="161"/>
                  </a:cubicBezTo>
                  <a:cubicBezTo>
                    <a:pt x="211" y="160"/>
                    <a:pt x="210" y="159"/>
                    <a:pt x="210" y="158"/>
                  </a:cubicBezTo>
                  <a:cubicBezTo>
                    <a:pt x="210" y="158"/>
                    <a:pt x="212" y="156"/>
                    <a:pt x="212" y="156"/>
                  </a:cubicBezTo>
                  <a:cubicBezTo>
                    <a:pt x="212" y="156"/>
                    <a:pt x="212" y="157"/>
                    <a:pt x="213" y="157"/>
                  </a:cubicBezTo>
                  <a:cubicBezTo>
                    <a:pt x="213" y="156"/>
                    <a:pt x="214" y="154"/>
                    <a:pt x="214" y="153"/>
                  </a:cubicBezTo>
                  <a:cubicBezTo>
                    <a:pt x="215" y="154"/>
                    <a:pt x="215" y="157"/>
                    <a:pt x="215" y="158"/>
                  </a:cubicBezTo>
                  <a:cubicBezTo>
                    <a:pt x="217" y="158"/>
                    <a:pt x="217" y="153"/>
                    <a:pt x="218" y="152"/>
                  </a:cubicBezTo>
                  <a:cubicBezTo>
                    <a:pt x="220" y="150"/>
                    <a:pt x="222" y="148"/>
                    <a:pt x="225" y="148"/>
                  </a:cubicBezTo>
                  <a:cubicBezTo>
                    <a:pt x="227" y="148"/>
                    <a:pt x="227" y="148"/>
                    <a:pt x="227" y="146"/>
                  </a:cubicBezTo>
                  <a:cubicBezTo>
                    <a:pt x="227" y="145"/>
                    <a:pt x="227" y="144"/>
                    <a:pt x="228" y="143"/>
                  </a:cubicBezTo>
                  <a:cubicBezTo>
                    <a:pt x="228" y="141"/>
                    <a:pt x="227" y="139"/>
                    <a:pt x="227" y="137"/>
                  </a:cubicBezTo>
                  <a:cubicBezTo>
                    <a:pt x="227" y="136"/>
                    <a:pt x="227" y="135"/>
                    <a:pt x="225" y="134"/>
                  </a:cubicBezTo>
                  <a:cubicBezTo>
                    <a:pt x="225" y="133"/>
                    <a:pt x="224" y="132"/>
                    <a:pt x="223" y="131"/>
                  </a:cubicBezTo>
                  <a:cubicBezTo>
                    <a:pt x="222" y="130"/>
                    <a:pt x="222" y="130"/>
                    <a:pt x="221" y="131"/>
                  </a:cubicBezTo>
                  <a:cubicBezTo>
                    <a:pt x="221" y="132"/>
                    <a:pt x="222" y="132"/>
                    <a:pt x="221" y="133"/>
                  </a:cubicBezTo>
                  <a:cubicBezTo>
                    <a:pt x="221" y="133"/>
                    <a:pt x="221" y="133"/>
                    <a:pt x="221" y="133"/>
                  </a:cubicBezTo>
                  <a:cubicBezTo>
                    <a:pt x="220" y="134"/>
                    <a:pt x="219" y="133"/>
                    <a:pt x="219" y="135"/>
                  </a:cubicBezTo>
                  <a:cubicBezTo>
                    <a:pt x="219" y="136"/>
                    <a:pt x="221" y="137"/>
                    <a:pt x="221" y="138"/>
                  </a:cubicBezTo>
                  <a:cubicBezTo>
                    <a:pt x="221" y="139"/>
                    <a:pt x="219" y="138"/>
                    <a:pt x="218" y="139"/>
                  </a:cubicBezTo>
                  <a:cubicBezTo>
                    <a:pt x="217" y="140"/>
                    <a:pt x="220" y="143"/>
                    <a:pt x="218" y="144"/>
                  </a:cubicBezTo>
                  <a:cubicBezTo>
                    <a:pt x="217" y="143"/>
                    <a:pt x="218" y="142"/>
                    <a:pt x="216" y="143"/>
                  </a:cubicBezTo>
                  <a:cubicBezTo>
                    <a:pt x="216" y="143"/>
                    <a:pt x="215" y="144"/>
                    <a:pt x="215" y="145"/>
                  </a:cubicBezTo>
                  <a:cubicBezTo>
                    <a:pt x="214" y="146"/>
                    <a:pt x="214" y="149"/>
                    <a:pt x="213" y="150"/>
                  </a:cubicBezTo>
                  <a:cubicBezTo>
                    <a:pt x="211" y="148"/>
                    <a:pt x="212" y="145"/>
                    <a:pt x="213" y="144"/>
                  </a:cubicBezTo>
                  <a:cubicBezTo>
                    <a:pt x="215" y="141"/>
                    <a:pt x="216" y="140"/>
                    <a:pt x="216" y="136"/>
                  </a:cubicBezTo>
                  <a:cubicBezTo>
                    <a:pt x="215" y="136"/>
                    <a:pt x="213" y="140"/>
                    <a:pt x="212" y="138"/>
                  </a:cubicBezTo>
                  <a:cubicBezTo>
                    <a:pt x="212" y="137"/>
                    <a:pt x="214" y="133"/>
                    <a:pt x="215" y="132"/>
                  </a:cubicBezTo>
                  <a:cubicBezTo>
                    <a:pt x="215" y="131"/>
                    <a:pt x="214" y="133"/>
                    <a:pt x="215" y="132"/>
                  </a:cubicBezTo>
                  <a:close/>
                  <a:moveTo>
                    <a:pt x="221" y="126"/>
                  </a:moveTo>
                  <a:cubicBezTo>
                    <a:pt x="219" y="127"/>
                    <a:pt x="222" y="128"/>
                    <a:pt x="223" y="129"/>
                  </a:cubicBezTo>
                  <a:cubicBezTo>
                    <a:pt x="224" y="129"/>
                    <a:pt x="226" y="131"/>
                    <a:pt x="228" y="131"/>
                  </a:cubicBezTo>
                  <a:cubicBezTo>
                    <a:pt x="229" y="130"/>
                    <a:pt x="229" y="127"/>
                    <a:pt x="229" y="126"/>
                  </a:cubicBezTo>
                  <a:cubicBezTo>
                    <a:pt x="228" y="126"/>
                    <a:pt x="227" y="126"/>
                    <a:pt x="227" y="126"/>
                  </a:cubicBezTo>
                  <a:cubicBezTo>
                    <a:pt x="225" y="126"/>
                    <a:pt x="224" y="126"/>
                    <a:pt x="223" y="125"/>
                  </a:cubicBezTo>
                  <a:cubicBezTo>
                    <a:pt x="222" y="125"/>
                    <a:pt x="222" y="125"/>
                    <a:pt x="221" y="126"/>
                  </a:cubicBezTo>
                  <a:close/>
                  <a:moveTo>
                    <a:pt x="221" y="157"/>
                  </a:moveTo>
                  <a:cubicBezTo>
                    <a:pt x="223" y="156"/>
                    <a:pt x="224" y="156"/>
                    <a:pt x="224" y="154"/>
                  </a:cubicBezTo>
                  <a:cubicBezTo>
                    <a:pt x="225" y="153"/>
                    <a:pt x="225" y="151"/>
                    <a:pt x="224" y="150"/>
                  </a:cubicBezTo>
                  <a:cubicBezTo>
                    <a:pt x="220" y="148"/>
                    <a:pt x="220" y="155"/>
                    <a:pt x="219" y="157"/>
                  </a:cubicBezTo>
                  <a:cubicBezTo>
                    <a:pt x="220" y="157"/>
                    <a:pt x="221" y="157"/>
                    <a:pt x="221" y="157"/>
                  </a:cubicBezTo>
                  <a:close/>
                  <a:moveTo>
                    <a:pt x="233" y="136"/>
                  </a:moveTo>
                  <a:cubicBezTo>
                    <a:pt x="231" y="138"/>
                    <a:pt x="234" y="139"/>
                    <a:pt x="235" y="139"/>
                  </a:cubicBezTo>
                  <a:cubicBezTo>
                    <a:pt x="236" y="139"/>
                    <a:pt x="238" y="138"/>
                    <a:pt x="239" y="137"/>
                  </a:cubicBezTo>
                  <a:cubicBezTo>
                    <a:pt x="239" y="136"/>
                    <a:pt x="238" y="136"/>
                    <a:pt x="238" y="135"/>
                  </a:cubicBezTo>
                  <a:cubicBezTo>
                    <a:pt x="238" y="136"/>
                    <a:pt x="237" y="133"/>
                    <a:pt x="237" y="133"/>
                  </a:cubicBezTo>
                  <a:cubicBezTo>
                    <a:pt x="235" y="132"/>
                    <a:pt x="236" y="135"/>
                    <a:pt x="234" y="136"/>
                  </a:cubicBezTo>
                  <a:cubicBezTo>
                    <a:pt x="234" y="136"/>
                    <a:pt x="233" y="136"/>
                    <a:pt x="233" y="136"/>
                  </a:cubicBezTo>
                  <a:close/>
                  <a:moveTo>
                    <a:pt x="240" y="132"/>
                  </a:moveTo>
                  <a:cubicBezTo>
                    <a:pt x="239" y="133"/>
                    <a:pt x="240" y="136"/>
                    <a:pt x="241" y="135"/>
                  </a:cubicBezTo>
                  <a:cubicBezTo>
                    <a:pt x="242" y="135"/>
                    <a:pt x="244" y="132"/>
                    <a:pt x="244" y="132"/>
                  </a:cubicBezTo>
                  <a:cubicBezTo>
                    <a:pt x="245" y="131"/>
                    <a:pt x="243" y="129"/>
                    <a:pt x="242" y="129"/>
                  </a:cubicBezTo>
                  <a:cubicBezTo>
                    <a:pt x="241" y="129"/>
                    <a:pt x="241" y="131"/>
                    <a:pt x="240" y="132"/>
                  </a:cubicBezTo>
                  <a:close/>
                  <a:moveTo>
                    <a:pt x="246" y="120"/>
                  </a:moveTo>
                  <a:cubicBezTo>
                    <a:pt x="245" y="120"/>
                    <a:pt x="240" y="124"/>
                    <a:pt x="243" y="125"/>
                  </a:cubicBezTo>
                  <a:cubicBezTo>
                    <a:pt x="245" y="125"/>
                    <a:pt x="247" y="121"/>
                    <a:pt x="247" y="119"/>
                  </a:cubicBezTo>
                  <a:cubicBezTo>
                    <a:pt x="246" y="119"/>
                    <a:pt x="246" y="119"/>
                    <a:pt x="246" y="120"/>
                  </a:cubicBezTo>
                  <a:close/>
                  <a:moveTo>
                    <a:pt x="254" y="115"/>
                  </a:moveTo>
                  <a:cubicBezTo>
                    <a:pt x="254" y="113"/>
                    <a:pt x="254" y="112"/>
                    <a:pt x="254" y="110"/>
                  </a:cubicBezTo>
                  <a:cubicBezTo>
                    <a:pt x="254" y="108"/>
                    <a:pt x="254" y="107"/>
                    <a:pt x="255" y="106"/>
                  </a:cubicBezTo>
                  <a:cubicBezTo>
                    <a:pt x="256" y="105"/>
                    <a:pt x="257" y="105"/>
                    <a:pt x="257" y="105"/>
                  </a:cubicBezTo>
                  <a:cubicBezTo>
                    <a:pt x="258" y="104"/>
                    <a:pt x="258" y="101"/>
                    <a:pt x="257" y="101"/>
                  </a:cubicBezTo>
                  <a:cubicBezTo>
                    <a:pt x="256" y="101"/>
                    <a:pt x="256" y="102"/>
                    <a:pt x="256" y="102"/>
                  </a:cubicBezTo>
                  <a:cubicBezTo>
                    <a:pt x="254" y="102"/>
                    <a:pt x="255" y="100"/>
                    <a:pt x="256" y="100"/>
                  </a:cubicBezTo>
                  <a:cubicBezTo>
                    <a:pt x="256" y="99"/>
                    <a:pt x="257" y="98"/>
                    <a:pt x="257" y="97"/>
                  </a:cubicBezTo>
                  <a:cubicBezTo>
                    <a:pt x="257" y="97"/>
                    <a:pt x="255" y="96"/>
                    <a:pt x="255" y="96"/>
                  </a:cubicBezTo>
                  <a:cubicBezTo>
                    <a:pt x="254" y="96"/>
                    <a:pt x="254" y="102"/>
                    <a:pt x="252" y="100"/>
                  </a:cubicBezTo>
                  <a:cubicBezTo>
                    <a:pt x="251" y="98"/>
                    <a:pt x="255" y="94"/>
                    <a:pt x="253" y="93"/>
                  </a:cubicBezTo>
                  <a:cubicBezTo>
                    <a:pt x="252" y="92"/>
                    <a:pt x="252" y="93"/>
                    <a:pt x="252" y="94"/>
                  </a:cubicBezTo>
                  <a:cubicBezTo>
                    <a:pt x="251" y="94"/>
                    <a:pt x="251" y="94"/>
                    <a:pt x="250" y="93"/>
                  </a:cubicBezTo>
                  <a:cubicBezTo>
                    <a:pt x="249" y="94"/>
                    <a:pt x="250" y="95"/>
                    <a:pt x="249" y="96"/>
                  </a:cubicBezTo>
                  <a:cubicBezTo>
                    <a:pt x="248" y="96"/>
                    <a:pt x="248" y="92"/>
                    <a:pt x="246" y="92"/>
                  </a:cubicBezTo>
                  <a:cubicBezTo>
                    <a:pt x="245" y="93"/>
                    <a:pt x="247" y="96"/>
                    <a:pt x="248" y="97"/>
                  </a:cubicBezTo>
                  <a:cubicBezTo>
                    <a:pt x="249" y="99"/>
                    <a:pt x="249" y="100"/>
                    <a:pt x="247" y="98"/>
                  </a:cubicBezTo>
                  <a:cubicBezTo>
                    <a:pt x="246" y="97"/>
                    <a:pt x="244" y="94"/>
                    <a:pt x="243" y="95"/>
                  </a:cubicBezTo>
                  <a:cubicBezTo>
                    <a:pt x="242" y="96"/>
                    <a:pt x="246" y="98"/>
                    <a:pt x="243" y="98"/>
                  </a:cubicBezTo>
                  <a:cubicBezTo>
                    <a:pt x="242" y="98"/>
                    <a:pt x="239" y="95"/>
                    <a:pt x="241" y="99"/>
                  </a:cubicBezTo>
                  <a:cubicBezTo>
                    <a:pt x="242" y="99"/>
                    <a:pt x="246" y="101"/>
                    <a:pt x="245" y="102"/>
                  </a:cubicBezTo>
                  <a:cubicBezTo>
                    <a:pt x="245" y="102"/>
                    <a:pt x="243" y="102"/>
                    <a:pt x="243" y="102"/>
                  </a:cubicBezTo>
                  <a:cubicBezTo>
                    <a:pt x="243" y="103"/>
                    <a:pt x="244" y="103"/>
                    <a:pt x="244" y="104"/>
                  </a:cubicBezTo>
                  <a:cubicBezTo>
                    <a:pt x="243" y="104"/>
                    <a:pt x="242" y="103"/>
                    <a:pt x="241" y="103"/>
                  </a:cubicBezTo>
                  <a:cubicBezTo>
                    <a:pt x="240" y="102"/>
                    <a:pt x="239" y="103"/>
                    <a:pt x="238" y="103"/>
                  </a:cubicBezTo>
                  <a:cubicBezTo>
                    <a:pt x="238" y="103"/>
                    <a:pt x="233" y="102"/>
                    <a:pt x="235" y="104"/>
                  </a:cubicBezTo>
                  <a:cubicBezTo>
                    <a:pt x="235" y="105"/>
                    <a:pt x="236" y="104"/>
                    <a:pt x="237" y="105"/>
                  </a:cubicBezTo>
                  <a:cubicBezTo>
                    <a:pt x="238" y="105"/>
                    <a:pt x="237" y="105"/>
                    <a:pt x="238" y="106"/>
                  </a:cubicBezTo>
                  <a:cubicBezTo>
                    <a:pt x="239" y="107"/>
                    <a:pt x="239" y="108"/>
                    <a:pt x="237" y="107"/>
                  </a:cubicBezTo>
                  <a:cubicBezTo>
                    <a:pt x="234" y="107"/>
                    <a:pt x="234" y="107"/>
                    <a:pt x="236" y="109"/>
                  </a:cubicBezTo>
                  <a:cubicBezTo>
                    <a:pt x="237" y="109"/>
                    <a:pt x="237" y="109"/>
                    <a:pt x="238" y="110"/>
                  </a:cubicBezTo>
                  <a:cubicBezTo>
                    <a:pt x="239" y="110"/>
                    <a:pt x="240" y="109"/>
                    <a:pt x="240" y="110"/>
                  </a:cubicBezTo>
                  <a:cubicBezTo>
                    <a:pt x="239" y="112"/>
                    <a:pt x="235" y="111"/>
                    <a:pt x="235" y="113"/>
                  </a:cubicBezTo>
                  <a:cubicBezTo>
                    <a:pt x="235" y="113"/>
                    <a:pt x="236" y="114"/>
                    <a:pt x="237" y="114"/>
                  </a:cubicBezTo>
                  <a:cubicBezTo>
                    <a:pt x="238" y="115"/>
                    <a:pt x="239" y="114"/>
                    <a:pt x="240" y="114"/>
                  </a:cubicBezTo>
                  <a:cubicBezTo>
                    <a:pt x="239" y="115"/>
                    <a:pt x="237" y="117"/>
                    <a:pt x="236" y="117"/>
                  </a:cubicBezTo>
                  <a:cubicBezTo>
                    <a:pt x="235" y="118"/>
                    <a:pt x="233" y="118"/>
                    <a:pt x="232" y="118"/>
                  </a:cubicBezTo>
                  <a:cubicBezTo>
                    <a:pt x="231" y="119"/>
                    <a:pt x="231" y="121"/>
                    <a:pt x="233" y="121"/>
                  </a:cubicBezTo>
                  <a:cubicBezTo>
                    <a:pt x="235" y="122"/>
                    <a:pt x="236" y="120"/>
                    <a:pt x="238" y="120"/>
                  </a:cubicBezTo>
                  <a:cubicBezTo>
                    <a:pt x="238" y="121"/>
                    <a:pt x="237" y="123"/>
                    <a:pt x="237" y="124"/>
                  </a:cubicBezTo>
                  <a:cubicBezTo>
                    <a:pt x="238" y="125"/>
                    <a:pt x="240" y="124"/>
                    <a:pt x="240" y="123"/>
                  </a:cubicBezTo>
                  <a:cubicBezTo>
                    <a:pt x="241" y="121"/>
                    <a:pt x="240" y="120"/>
                    <a:pt x="241" y="119"/>
                  </a:cubicBezTo>
                  <a:cubicBezTo>
                    <a:pt x="242" y="118"/>
                    <a:pt x="243" y="117"/>
                    <a:pt x="244" y="115"/>
                  </a:cubicBezTo>
                  <a:cubicBezTo>
                    <a:pt x="245" y="114"/>
                    <a:pt x="246" y="112"/>
                    <a:pt x="247" y="114"/>
                  </a:cubicBezTo>
                  <a:cubicBezTo>
                    <a:pt x="247" y="115"/>
                    <a:pt x="246" y="116"/>
                    <a:pt x="248" y="116"/>
                  </a:cubicBezTo>
                  <a:cubicBezTo>
                    <a:pt x="248" y="116"/>
                    <a:pt x="254" y="114"/>
                    <a:pt x="254" y="115"/>
                  </a:cubicBezTo>
                  <a:close/>
                  <a:moveTo>
                    <a:pt x="269" y="87"/>
                  </a:moveTo>
                  <a:cubicBezTo>
                    <a:pt x="267" y="86"/>
                    <a:pt x="264" y="85"/>
                    <a:pt x="262" y="85"/>
                  </a:cubicBezTo>
                  <a:cubicBezTo>
                    <a:pt x="260" y="85"/>
                    <a:pt x="260" y="86"/>
                    <a:pt x="261" y="88"/>
                  </a:cubicBezTo>
                  <a:cubicBezTo>
                    <a:pt x="262" y="89"/>
                    <a:pt x="266" y="90"/>
                    <a:pt x="263" y="92"/>
                  </a:cubicBezTo>
                  <a:cubicBezTo>
                    <a:pt x="261" y="93"/>
                    <a:pt x="262" y="92"/>
                    <a:pt x="261" y="91"/>
                  </a:cubicBezTo>
                  <a:cubicBezTo>
                    <a:pt x="260" y="90"/>
                    <a:pt x="260" y="90"/>
                    <a:pt x="258" y="90"/>
                  </a:cubicBezTo>
                  <a:cubicBezTo>
                    <a:pt x="256" y="90"/>
                    <a:pt x="255" y="92"/>
                    <a:pt x="257" y="93"/>
                  </a:cubicBezTo>
                  <a:cubicBezTo>
                    <a:pt x="259" y="95"/>
                    <a:pt x="261" y="96"/>
                    <a:pt x="263" y="94"/>
                  </a:cubicBezTo>
                  <a:cubicBezTo>
                    <a:pt x="265" y="94"/>
                    <a:pt x="266" y="93"/>
                    <a:pt x="267" y="93"/>
                  </a:cubicBezTo>
                  <a:cubicBezTo>
                    <a:pt x="268" y="93"/>
                    <a:pt x="269" y="93"/>
                    <a:pt x="270" y="93"/>
                  </a:cubicBezTo>
                  <a:cubicBezTo>
                    <a:pt x="273" y="92"/>
                    <a:pt x="271" y="89"/>
                    <a:pt x="271" y="87"/>
                  </a:cubicBezTo>
                  <a:cubicBezTo>
                    <a:pt x="270" y="87"/>
                    <a:pt x="270" y="87"/>
                    <a:pt x="269" y="87"/>
                  </a:cubicBezTo>
                  <a:close/>
                  <a:moveTo>
                    <a:pt x="264" y="84"/>
                  </a:moveTo>
                  <a:cubicBezTo>
                    <a:pt x="264" y="84"/>
                    <a:pt x="267" y="86"/>
                    <a:pt x="268" y="85"/>
                  </a:cubicBezTo>
                  <a:cubicBezTo>
                    <a:pt x="269" y="85"/>
                    <a:pt x="268" y="83"/>
                    <a:pt x="268" y="82"/>
                  </a:cubicBezTo>
                  <a:cubicBezTo>
                    <a:pt x="268" y="82"/>
                    <a:pt x="268" y="80"/>
                    <a:pt x="268" y="80"/>
                  </a:cubicBezTo>
                  <a:cubicBezTo>
                    <a:pt x="267" y="80"/>
                    <a:pt x="266" y="82"/>
                    <a:pt x="266" y="83"/>
                  </a:cubicBezTo>
                  <a:cubicBezTo>
                    <a:pt x="265" y="81"/>
                    <a:pt x="265" y="81"/>
                    <a:pt x="264" y="80"/>
                  </a:cubicBezTo>
                  <a:cubicBezTo>
                    <a:pt x="264" y="80"/>
                    <a:pt x="264" y="80"/>
                    <a:pt x="264" y="80"/>
                  </a:cubicBezTo>
                  <a:cubicBezTo>
                    <a:pt x="263" y="80"/>
                    <a:pt x="263" y="81"/>
                    <a:pt x="262" y="81"/>
                  </a:cubicBezTo>
                  <a:cubicBezTo>
                    <a:pt x="262" y="83"/>
                    <a:pt x="262" y="84"/>
                    <a:pt x="264" y="84"/>
                  </a:cubicBezTo>
                  <a:close/>
                  <a:moveTo>
                    <a:pt x="271" y="83"/>
                  </a:moveTo>
                  <a:cubicBezTo>
                    <a:pt x="269" y="87"/>
                    <a:pt x="275" y="86"/>
                    <a:pt x="276" y="82"/>
                  </a:cubicBezTo>
                  <a:cubicBezTo>
                    <a:pt x="277" y="79"/>
                    <a:pt x="273" y="78"/>
                    <a:pt x="272" y="75"/>
                  </a:cubicBezTo>
                  <a:cubicBezTo>
                    <a:pt x="272" y="75"/>
                    <a:pt x="271" y="76"/>
                    <a:pt x="271" y="76"/>
                  </a:cubicBezTo>
                  <a:cubicBezTo>
                    <a:pt x="270" y="76"/>
                    <a:pt x="268" y="75"/>
                    <a:pt x="269" y="78"/>
                  </a:cubicBezTo>
                  <a:cubicBezTo>
                    <a:pt x="271" y="79"/>
                    <a:pt x="272" y="81"/>
                    <a:pt x="271" y="83"/>
                  </a:cubicBezTo>
                  <a:close/>
                  <a:moveTo>
                    <a:pt x="278" y="80"/>
                  </a:moveTo>
                  <a:cubicBezTo>
                    <a:pt x="282" y="82"/>
                    <a:pt x="284" y="78"/>
                    <a:pt x="285" y="75"/>
                  </a:cubicBezTo>
                  <a:cubicBezTo>
                    <a:pt x="285" y="73"/>
                    <a:pt x="286" y="72"/>
                    <a:pt x="287" y="71"/>
                  </a:cubicBezTo>
                  <a:cubicBezTo>
                    <a:pt x="288" y="71"/>
                    <a:pt x="289" y="69"/>
                    <a:pt x="288" y="68"/>
                  </a:cubicBezTo>
                  <a:cubicBezTo>
                    <a:pt x="286" y="71"/>
                    <a:pt x="287" y="67"/>
                    <a:pt x="287" y="66"/>
                  </a:cubicBezTo>
                  <a:cubicBezTo>
                    <a:pt x="285" y="63"/>
                    <a:pt x="284" y="69"/>
                    <a:pt x="283" y="69"/>
                  </a:cubicBezTo>
                  <a:cubicBezTo>
                    <a:pt x="283" y="69"/>
                    <a:pt x="282" y="67"/>
                    <a:pt x="281" y="67"/>
                  </a:cubicBezTo>
                  <a:cubicBezTo>
                    <a:pt x="281" y="66"/>
                    <a:pt x="281" y="66"/>
                    <a:pt x="281" y="65"/>
                  </a:cubicBezTo>
                  <a:cubicBezTo>
                    <a:pt x="280" y="65"/>
                    <a:pt x="280" y="65"/>
                    <a:pt x="280" y="65"/>
                  </a:cubicBezTo>
                  <a:cubicBezTo>
                    <a:pt x="279" y="64"/>
                    <a:pt x="280" y="64"/>
                    <a:pt x="279" y="64"/>
                  </a:cubicBezTo>
                  <a:cubicBezTo>
                    <a:pt x="279" y="64"/>
                    <a:pt x="277" y="65"/>
                    <a:pt x="277" y="65"/>
                  </a:cubicBezTo>
                  <a:cubicBezTo>
                    <a:pt x="277" y="66"/>
                    <a:pt x="278" y="66"/>
                    <a:pt x="278" y="67"/>
                  </a:cubicBezTo>
                  <a:cubicBezTo>
                    <a:pt x="277" y="68"/>
                    <a:pt x="276" y="67"/>
                    <a:pt x="275" y="67"/>
                  </a:cubicBezTo>
                  <a:cubicBezTo>
                    <a:pt x="273" y="67"/>
                    <a:pt x="273" y="68"/>
                    <a:pt x="273" y="70"/>
                  </a:cubicBezTo>
                  <a:cubicBezTo>
                    <a:pt x="273" y="70"/>
                    <a:pt x="275" y="70"/>
                    <a:pt x="274" y="71"/>
                  </a:cubicBezTo>
                  <a:cubicBezTo>
                    <a:pt x="273" y="72"/>
                    <a:pt x="272" y="71"/>
                    <a:pt x="271" y="72"/>
                  </a:cubicBezTo>
                  <a:cubicBezTo>
                    <a:pt x="270" y="73"/>
                    <a:pt x="272" y="74"/>
                    <a:pt x="272" y="74"/>
                  </a:cubicBezTo>
                  <a:cubicBezTo>
                    <a:pt x="274" y="76"/>
                    <a:pt x="276" y="77"/>
                    <a:pt x="277" y="79"/>
                  </a:cubicBezTo>
                  <a:cubicBezTo>
                    <a:pt x="277" y="80"/>
                    <a:pt x="277" y="80"/>
                    <a:pt x="278" y="80"/>
                  </a:cubicBezTo>
                  <a:close/>
                  <a:moveTo>
                    <a:pt x="291" y="74"/>
                  </a:moveTo>
                  <a:cubicBezTo>
                    <a:pt x="291" y="73"/>
                    <a:pt x="293" y="68"/>
                    <a:pt x="290" y="69"/>
                  </a:cubicBezTo>
                  <a:cubicBezTo>
                    <a:pt x="290" y="69"/>
                    <a:pt x="289" y="71"/>
                    <a:pt x="289" y="71"/>
                  </a:cubicBezTo>
                  <a:cubicBezTo>
                    <a:pt x="288" y="72"/>
                    <a:pt x="287" y="73"/>
                    <a:pt x="286" y="74"/>
                  </a:cubicBezTo>
                  <a:cubicBezTo>
                    <a:pt x="286" y="75"/>
                    <a:pt x="285" y="77"/>
                    <a:pt x="287" y="78"/>
                  </a:cubicBezTo>
                  <a:cubicBezTo>
                    <a:pt x="288" y="78"/>
                    <a:pt x="289" y="76"/>
                    <a:pt x="290" y="75"/>
                  </a:cubicBezTo>
                  <a:cubicBezTo>
                    <a:pt x="290" y="74"/>
                    <a:pt x="291" y="74"/>
                    <a:pt x="291" y="74"/>
                  </a:cubicBezTo>
                  <a:close/>
                  <a:moveTo>
                    <a:pt x="271" y="68"/>
                  </a:moveTo>
                  <a:cubicBezTo>
                    <a:pt x="271" y="66"/>
                    <a:pt x="275" y="67"/>
                    <a:pt x="275" y="64"/>
                  </a:cubicBezTo>
                  <a:cubicBezTo>
                    <a:pt x="274" y="61"/>
                    <a:pt x="272" y="64"/>
                    <a:pt x="271" y="64"/>
                  </a:cubicBezTo>
                  <a:cubicBezTo>
                    <a:pt x="270" y="62"/>
                    <a:pt x="270" y="63"/>
                    <a:pt x="269" y="65"/>
                  </a:cubicBezTo>
                  <a:cubicBezTo>
                    <a:pt x="268" y="66"/>
                    <a:pt x="268" y="67"/>
                    <a:pt x="270" y="69"/>
                  </a:cubicBezTo>
                  <a:cubicBezTo>
                    <a:pt x="271" y="69"/>
                    <a:pt x="271" y="68"/>
                    <a:pt x="271" y="68"/>
                  </a:cubicBezTo>
                  <a:close/>
                  <a:moveTo>
                    <a:pt x="276" y="60"/>
                  </a:moveTo>
                  <a:cubicBezTo>
                    <a:pt x="276" y="61"/>
                    <a:pt x="277" y="62"/>
                    <a:pt x="278" y="63"/>
                  </a:cubicBezTo>
                  <a:cubicBezTo>
                    <a:pt x="279" y="63"/>
                    <a:pt x="279" y="61"/>
                    <a:pt x="280" y="60"/>
                  </a:cubicBezTo>
                  <a:cubicBezTo>
                    <a:pt x="280" y="59"/>
                    <a:pt x="280" y="59"/>
                    <a:pt x="280" y="57"/>
                  </a:cubicBezTo>
                  <a:cubicBezTo>
                    <a:pt x="280" y="57"/>
                    <a:pt x="280" y="57"/>
                    <a:pt x="279" y="56"/>
                  </a:cubicBezTo>
                  <a:cubicBezTo>
                    <a:pt x="279" y="56"/>
                    <a:pt x="280" y="55"/>
                    <a:pt x="279" y="54"/>
                  </a:cubicBezTo>
                  <a:cubicBezTo>
                    <a:pt x="277" y="54"/>
                    <a:pt x="278" y="55"/>
                    <a:pt x="278" y="56"/>
                  </a:cubicBezTo>
                  <a:cubicBezTo>
                    <a:pt x="278" y="57"/>
                    <a:pt x="277" y="58"/>
                    <a:pt x="277" y="59"/>
                  </a:cubicBezTo>
                  <a:cubicBezTo>
                    <a:pt x="276" y="60"/>
                    <a:pt x="276" y="60"/>
                    <a:pt x="276" y="60"/>
                  </a:cubicBezTo>
                  <a:close/>
                  <a:moveTo>
                    <a:pt x="282" y="60"/>
                  </a:moveTo>
                  <a:cubicBezTo>
                    <a:pt x="282" y="62"/>
                    <a:pt x="282" y="62"/>
                    <a:pt x="283" y="63"/>
                  </a:cubicBezTo>
                  <a:cubicBezTo>
                    <a:pt x="284" y="63"/>
                    <a:pt x="286" y="64"/>
                    <a:pt x="286" y="63"/>
                  </a:cubicBezTo>
                  <a:cubicBezTo>
                    <a:pt x="288" y="62"/>
                    <a:pt x="284" y="58"/>
                    <a:pt x="282" y="60"/>
                  </a:cubicBezTo>
                  <a:cubicBezTo>
                    <a:pt x="282" y="61"/>
                    <a:pt x="283" y="59"/>
                    <a:pt x="282" y="60"/>
                  </a:cubicBezTo>
                  <a:close/>
                  <a:moveTo>
                    <a:pt x="294" y="65"/>
                  </a:moveTo>
                  <a:cubicBezTo>
                    <a:pt x="295" y="65"/>
                    <a:pt x="296" y="64"/>
                    <a:pt x="296" y="63"/>
                  </a:cubicBezTo>
                  <a:cubicBezTo>
                    <a:pt x="297" y="62"/>
                    <a:pt x="297" y="63"/>
                    <a:pt x="297" y="61"/>
                  </a:cubicBezTo>
                  <a:cubicBezTo>
                    <a:pt x="296" y="61"/>
                    <a:pt x="295" y="61"/>
                    <a:pt x="295" y="60"/>
                  </a:cubicBezTo>
                  <a:cubicBezTo>
                    <a:pt x="294" y="60"/>
                    <a:pt x="294" y="59"/>
                    <a:pt x="294" y="58"/>
                  </a:cubicBezTo>
                  <a:cubicBezTo>
                    <a:pt x="292" y="56"/>
                    <a:pt x="293" y="57"/>
                    <a:pt x="292" y="58"/>
                  </a:cubicBezTo>
                  <a:cubicBezTo>
                    <a:pt x="291" y="60"/>
                    <a:pt x="291" y="57"/>
                    <a:pt x="291" y="56"/>
                  </a:cubicBezTo>
                  <a:cubicBezTo>
                    <a:pt x="290" y="55"/>
                    <a:pt x="289" y="55"/>
                    <a:pt x="289" y="54"/>
                  </a:cubicBezTo>
                  <a:cubicBezTo>
                    <a:pt x="289" y="54"/>
                    <a:pt x="289" y="52"/>
                    <a:pt x="288" y="52"/>
                  </a:cubicBezTo>
                  <a:cubicBezTo>
                    <a:pt x="288" y="52"/>
                    <a:pt x="287" y="53"/>
                    <a:pt x="287" y="54"/>
                  </a:cubicBezTo>
                  <a:cubicBezTo>
                    <a:pt x="286" y="55"/>
                    <a:pt x="286" y="54"/>
                    <a:pt x="287" y="55"/>
                  </a:cubicBezTo>
                  <a:cubicBezTo>
                    <a:pt x="287" y="56"/>
                    <a:pt x="288" y="57"/>
                    <a:pt x="289" y="58"/>
                  </a:cubicBezTo>
                  <a:cubicBezTo>
                    <a:pt x="289" y="58"/>
                    <a:pt x="289" y="59"/>
                    <a:pt x="289" y="60"/>
                  </a:cubicBezTo>
                  <a:cubicBezTo>
                    <a:pt x="290" y="61"/>
                    <a:pt x="290" y="62"/>
                    <a:pt x="290" y="63"/>
                  </a:cubicBezTo>
                  <a:cubicBezTo>
                    <a:pt x="290" y="65"/>
                    <a:pt x="291" y="64"/>
                    <a:pt x="292" y="65"/>
                  </a:cubicBezTo>
                  <a:cubicBezTo>
                    <a:pt x="293" y="65"/>
                    <a:pt x="293" y="65"/>
                    <a:pt x="294" y="65"/>
                  </a:cubicBezTo>
                  <a:close/>
                  <a:moveTo>
                    <a:pt x="304" y="65"/>
                  </a:moveTo>
                  <a:cubicBezTo>
                    <a:pt x="305" y="65"/>
                    <a:pt x="305" y="63"/>
                    <a:pt x="306" y="63"/>
                  </a:cubicBezTo>
                  <a:cubicBezTo>
                    <a:pt x="307" y="62"/>
                    <a:pt x="307" y="63"/>
                    <a:pt x="307" y="64"/>
                  </a:cubicBezTo>
                  <a:cubicBezTo>
                    <a:pt x="307" y="64"/>
                    <a:pt x="307" y="65"/>
                    <a:pt x="307" y="65"/>
                  </a:cubicBezTo>
                  <a:cubicBezTo>
                    <a:pt x="308" y="66"/>
                    <a:pt x="308" y="65"/>
                    <a:pt x="309" y="65"/>
                  </a:cubicBezTo>
                  <a:cubicBezTo>
                    <a:pt x="310" y="64"/>
                    <a:pt x="309" y="66"/>
                    <a:pt x="310" y="64"/>
                  </a:cubicBezTo>
                  <a:cubicBezTo>
                    <a:pt x="310" y="64"/>
                    <a:pt x="310" y="63"/>
                    <a:pt x="310" y="62"/>
                  </a:cubicBezTo>
                  <a:cubicBezTo>
                    <a:pt x="310" y="61"/>
                    <a:pt x="311" y="60"/>
                    <a:pt x="311" y="59"/>
                  </a:cubicBezTo>
                  <a:cubicBezTo>
                    <a:pt x="311" y="57"/>
                    <a:pt x="310" y="57"/>
                    <a:pt x="310" y="55"/>
                  </a:cubicBezTo>
                  <a:cubicBezTo>
                    <a:pt x="308" y="54"/>
                    <a:pt x="307" y="56"/>
                    <a:pt x="305" y="57"/>
                  </a:cubicBezTo>
                  <a:cubicBezTo>
                    <a:pt x="305" y="58"/>
                    <a:pt x="304" y="58"/>
                    <a:pt x="303" y="59"/>
                  </a:cubicBezTo>
                  <a:cubicBezTo>
                    <a:pt x="303" y="60"/>
                    <a:pt x="303" y="62"/>
                    <a:pt x="303" y="63"/>
                  </a:cubicBezTo>
                  <a:cubicBezTo>
                    <a:pt x="303" y="64"/>
                    <a:pt x="304" y="65"/>
                    <a:pt x="304" y="65"/>
                  </a:cubicBezTo>
                  <a:close/>
                  <a:moveTo>
                    <a:pt x="306" y="75"/>
                  </a:moveTo>
                  <a:cubicBezTo>
                    <a:pt x="306" y="76"/>
                    <a:pt x="305" y="77"/>
                    <a:pt x="305" y="79"/>
                  </a:cubicBezTo>
                  <a:cubicBezTo>
                    <a:pt x="306" y="80"/>
                    <a:pt x="307" y="81"/>
                    <a:pt x="308" y="80"/>
                  </a:cubicBezTo>
                  <a:cubicBezTo>
                    <a:pt x="309" y="79"/>
                    <a:pt x="309" y="76"/>
                    <a:pt x="309" y="75"/>
                  </a:cubicBezTo>
                  <a:cubicBezTo>
                    <a:pt x="309" y="74"/>
                    <a:pt x="307" y="73"/>
                    <a:pt x="306" y="75"/>
                  </a:cubicBezTo>
                  <a:cubicBezTo>
                    <a:pt x="306" y="76"/>
                    <a:pt x="306" y="74"/>
                    <a:pt x="306" y="75"/>
                  </a:cubicBezTo>
                  <a:close/>
                  <a:moveTo>
                    <a:pt x="310" y="68"/>
                  </a:moveTo>
                  <a:cubicBezTo>
                    <a:pt x="310" y="70"/>
                    <a:pt x="310" y="73"/>
                    <a:pt x="313" y="72"/>
                  </a:cubicBezTo>
                  <a:cubicBezTo>
                    <a:pt x="314" y="72"/>
                    <a:pt x="314" y="72"/>
                    <a:pt x="315" y="71"/>
                  </a:cubicBezTo>
                  <a:cubicBezTo>
                    <a:pt x="315" y="70"/>
                    <a:pt x="316" y="69"/>
                    <a:pt x="316" y="68"/>
                  </a:cubicBezTo>
                  <a:cubicBezTo>
                    <a:pt x="316" y="68"/>
                    <a:pt x="314" y="68"/>
                    <a:pt x="313" y="68"/>
                  </a:cubicBezTo>
                  <a:cubicBezTo>
                    <a:pt x="312" y="67"/>
                    <a:pt x="312" y="66"/>
                    <a:pt x="310" y="68"/>
                  </a:cubicBezTo>
                  <a:cubicBezTo>
                    <a:pt x="310" y="68"/>
                    <a:pt x="311" y="67"/>
                    <a:pt x="310" y="68"/>
                  </a:cubicBezTo>
                  <a:close/>
                  <a:moveTo>
                    <a:pt x="353" y="52"/>
                  </a:moveTo>
                  <a:cubicBezTo>
                    <a:pt x="352" y="52"/>
                    <a:pt x="352" y="51"/>
                    <a:pt x="351" y="50"/>
                  </a:cubicBezTo>
                  <a:cubicBezTo>
                    <a:pt x="350" y="49"/>
                    <a:pt x="350" y="49"/>
                    <a:pt x="349" y="48"/>
                  </a:cubicBezTo>
                  <a:cubicBezTo>
                    <a:pt x="348" y="48"/>
                    <a:pt x="348" y="50"/>
                    <a:pt x="347" y="47"/>
                  </a:cubicBezTo>
                  <a:cubicBezTo>
                    <a:pt x="346" y="47"/>
                    <a:pt x="345" y="48"/>
                    <a:pt x="344" y="48"/>
                  </a:cubicBezTo>
                  <a:cubicBezTo>
                    <a:pt x="344" y="48"/>
                    <a:pt x="344" y="50"/>
                    <a:pt x="344" y="50"/>
                  </a:cubicBezTo>
                  <a:cubicBezTo>
                    <a:pt x="343" y="50"/>
                    <a:pt x="343" y="47"/>
                    <a:pt x="341" y="48"/>
                  </a:cubicBezTo>
                  <a:cubicBezTo>
                    <a:pt x="341" y="49"/>
                    <a:pt x="342" y="51"/>
                    <a:pt x="343" y="52"/>
                  </a:cubicBezTo>
                  <a:cubicBezTo>
                    <a:pt x="344" y="53"/>
                    <a:pt x="346" y="53"/>
                    <a:pt x="347" y="53"/>
                  </a:cubicBezTo>
                  <a:cubicBezTo>
                    <a:pt x="348" y="54"/>
                    <a:pt x="349" y="54"/>
                    <a:pt x="350" y="54"/>
                  </a:cubicBezTo>
                  <a:cubicBezTo>
                    <a:pt x="351" y="54"/>
                    <a:pt x="353" y="53"/>
                    <a:pt x="354" y="54"/>
                  </a:cubicBezTo>
                  <a:cubicBezTo>
                    <a:pt x="354" y="53"/>
                    <a:pt x="353" y="53"/>
                    <a:pt x="353" y="52"/>
                  </a:cubicBezTo>
                  <a:close/>
                  <a:moveTo>
                    <a:pt x="356" y="48"/>
                  </a:moveTo>
                  <a:cubicBezTo>
                    <a:pt x="355" y="49"/>
                    <a:pt x="355" y="54"/>
                    <a:pt x="358" y="52"/>
                  </a:cubicBezTo>
                  <a:cubicBezTo>
                    <a:pt x="359" y="52"/>
                    <a:pt x="360" y="51"/>
                    <a:pt x="360" y="51"/>
                  </a:cubicBezTo>
                  <a:cubicBezTo>
                    <a:pt x="361" y="49"/>
                    <a:pt x="360" y="50"/>
                    <a:pt x="359" y="49"/>
                  </a:cubicBezTo>
                  <a:cubicBezTo>
                    <a:pt x="359" y="50"/>
                    <a:pt x="364" y="46"/>
                    <a:pt x="364" y="45"/>
                  </a:cubicBezTo>
                  <a:cubicBezTo>
                    <a:pt x="366" y="43"/>
                    <a:pt x="366" y="41"/>
                    <a:pt x="365" y="39"/>
                  </a:cubicBezTo>
                  <a:cubicBezTo>
                    <a:pt x="364" y="38"/>
                    <a:pt x="363" y="37"/>
                    <a:pt x="361" y="38"/>
                  </a:cubicBezTo>
                  <a:cubicBezTo>
                    <a:pt x="360" y="39"/>
                    <a:pt x="361" y="39"/>
                    <a:pt x="360" y="40"/>
                  </a:cubicBezTo>
                  <a:cubicBezTo>
                    <a:pt x="359" y="41"/>
                    <a:pt x="358" y="41"/>
                    <a:pt x="358" y="39"/>
                  </a:cubicBezTo>
                  <a:cubicBezTo>
                    <a:pt x="357" y="39"/>
                    <a:pt x="357" y="40"/>
                    <a:pt x="356" y="40"/>
                  </a:cubicBezTo>
                  <a:cubicBezTo>
                    <a:pt x="356" y="40"/>
                    <a:pt x="356" y="39"/>
                    <a:pt x="356" y="39"/>
                  </a:cubicBezTo>
                  <a:cubicBezTo>
                    <a:pt x="355" y="39"/>
                    <a:pt x="355" y="39"/>
                    <a:pt x="354" y="40"/>
                  </a:cubicBezTo>
                  <a:cubicBezTo>
                    <a:pt x="354" y="40"/>
                    <a:pt x="353" y="42"/>
                    <a:pt x="352" y="42"/>
                  </a:cubicBezTo>
                  <a:cubicBezTo>
                    <a:pt x="352" y="44"/>
                    <a:pt x="353" y="44"/>
                    <a:pt x="353" y="45"/>
                  </a:cubicBezTo>
                  <a:cubicBezTo>
                    <a:pt x="353" y="46"/>
                    <a:pt x="350" y="45"/>
                    <a:pt x="352" y="47"/>
                  </a:cubicBezTo>
                  <a:cubicBezTo>
                    <a:pt x="354" y="50"/>
                    <a:pt x="356" y="47"/>
                    <a:pt x="356" y="44"/>
                  </a:cubicBezTo>
                  <a:cubicBezTo>
                    <a:pt x="357" y="45"/>
                    <a:pt x="356" y="47"/>
                    <a:pt x="356" y="48"/>
                  </a:cubicBezTo>
                  <a:close/>
                  <a:moveTo>
                    <a:pt x="367" y="35"/>
                  </a:moveTo>
                  <a:cubicBezTo>
                    <a:pt x="367" y="36"/>
                    <a:pt x="368" y="39"/>
                    <a:pt x="370" y="39"/>
                  </a:cubicBezTo>
                  <a:cubicBezTo>
                    <a:pt x="371" y="39"/>
                    <a:pt x="372" y="38"/>
                    <a:pt x="373" y="37"/>
                  </a:cubicBezTo>
                  <a:cubicBezTo>
                    <a:pt x="375" y="35"/>
                    <a:pt x="376" y="34"/>
                    <a:pt x="375" y="32"/>
                  </a:cubicBezTo>
                  <a:cubicBezTo>
                    <a:pt x="374" y="30"/>
                    <a:pt x="374" y="28"/>
                    <a:pt x="373" y="28"/>
                  </a:cubicBezTo>
                  <a:cubicBezTo>
                    <a:pt x="372" y="27"/>
                    <a:pt x="371" y="28"/>
                    <a:pt x="371" y="27"/>
                  </a:cubicBezTo>
                  <a:cubicBezTo>
                    <a:pt x="370" y="27"/>
                    <a:pt x="370" y="26"/>
                    <a:pt x="370" y="26"/>
                  </a:cubicBezTo>
                  <a:cubicBezTo>
                    <a:pt x="369" y="25"/>
                    <a:pt x="368" y="25"/>
                    <a:pt x="367" y="26"/>
                  </a:cubicBezTo>
                  <a:cubicBezTo>
                    <a:pt x="365" y="28"/>
                    <a:pt x="367" y="31"/>
                    <a:pt x="367" y="33"/>
                  </a:cubicBezTo>
                  <a:cubicBezTo>
                    <a:pt x="367" y="34"/>
                    <a:pt x="367" y="35"/>
                    <a:pt x="367" y="35"/>
                  </a:cubicBezTo>
                  <a:close/>
                  <a:moveTo>
                    <a:pt x="340" y="39"/>
                  </a:moveTo>
                  <a:cubicBezTo>
                    <a:pt x="341" y="40"/>
                    <a:pt x="341" y="40"/>
                    <a:pt x="342" y="40"/>
                  </a:cubicBezTo>
                  <a:cubicBezTo>
                    <a:pt x="342" y="40"/>
                    <a:pt x="343" y="40"/>
                    <a:pt x="343" y="40"/>
                  </a:cubicBezTo>
                  <a:cubicBezTo>
                    <a:pt x="343" y="40"/>
                    <a:pt x="343" y="39"/>
                    <a:pt x="344" y="39"/>
                  </a:cubicBezTo>
                  <a:cubicBezTo>
                    <a:pt x="345" y="38"/>
                    <a:pt x="344" y="39"/>
                    <a:pt x="345" y="39"/>
                  </a:cubicBezTo>
                  <a:cubicBezTo>
                    <a:pt x="347" y="40"/>
                    <a:pt x="346" y="39"/>
                    <a:pt x="347" y="37"/>
                  </a:cubicBezTo>
                  <a:cubicBezTo>
                    <a:pt x="348" y="34"/>
                    <a:pt x="348" y="38"/>
                    <a:pt x="349" y="38"/>
                  </a:cubicBezTo>
                  <a:cubicBezTo>
                    <a:pt x="349" y="39"/>
                    <a:pt x="352" y="37"/>
                    <a:pt x="353" y="36"/>
                  </a:cubicBezTo>
                  <a:cubicBezTo>
                    <a:pt x="354" y="35"/>
                    <a:pt x="355" y="35"/>
                    <a:pt x="356" y="33"/>
                  </a:cubicBezTo>
                  <a:cubicBezTo>
                    <a:pt x="356" y="32"/>
                    <a:pt x="357" y="32"/>
                    <a:pt x="357" y="31"/>
                  </a:cubicBezTo>
                  <a:cubicBezTo>
                    <a:pt x="357" y="31"/>
                    <a:pt x="357" y="30"/>
                    <a:pt x="356" y="30"/>
                  </a:cubicBezTo>
                  <a:cubicBezTo>
                    <a:pt x="357" y="29"/>
                    <a:pt x="358" y="30"/>
                    <a:pt x="359" y="29"/>
                  </a:cubicBezTo>
                  <a:cubicBezTo>
                    <a:pt x="359" y="29"/>
                    <a:pt x="360" y="27"/>
                    <a:pt x="360" y="27"/>
                  </a:cubicBezTo>
                  <a:cubicBezTo>
                    <a:pt x="360" y="26"/>
                    <a:pt x="360" y="26"/>
                    <a:pt x="361" y="26"/>
                  </a:cubicBezTo>
                  <a:cubicBezTo>
                    <a:pt x="361" y="25"/>
                    <a:pt x="361" y="25"/>
                    <a:pt x="361" y="25"/>
                  </a:cubicBezTo>
                  <a:cubicBezTo>
                    <a:pt x="362" y="25"/>
                    <a:pt x="362" y="23"/>
                    <a:pt x="363" y="23"/>
                  </a:cubicBezTo>
                  <a:cubicBezTo>
                    <a:pt x="363" y="22"/>
                    <a:pt x="364" y="23"/>
                    <a:pt x="363" y="21"/>
                  </a:cubicBezTo>
                  <a:cubicBezTo>
                    <a:pt x="363" y="21"/>
                    <a:pt x="362" y="19"/>
                    <a:pt x="362" y="19"/>
                  </a:cubicBezTo>
                  <a:cubicBezTo>
                    <a:pt x="361" y="19"/>
                    <a:pt x="360" y="19"/>
                    <a:pt x="360" y="20"/>
                  </a:cubicBezTo>
                  <a:cubicBezTo>
                    <a:pt x="360" y="20"/>
                    <a:pt x="360" y="21"/>
                    <a:pt x="360" y="21"/>
                  </a:cubicBezTo>
                  <a:cubicBezTo>
                    <a:pt x="360" y="23"/>
                    <a:pt x="359" y="22"/>
                    <a:pt x="358" y="22"/>
                  </a:cubicBezTo>
                  <a:cubicBezTo>
                    <a:pt x="357" y="22"/>
                    <a:pt x="355" y="21"/>
                    <a:pt x="355" y="22"/>
                  </a:cubicBezTo>
                  <a:cubicBezTo>
                    <a:pt x="353" y="25"/>
                    <a:pt x="357" y="24"/>
                    <a:pt x="356" y="26"/>
                  </a:cubicBezTo>
                  <a:cubicBezTo>
                    <a:pt x="356" y="26"/>
                    <a:pt x="353" y="29"/>
                    <a:pt x="353" y="29"/>
                  </a:cubicBezTo>
                  <a:cubicBezTo>
                    <a:pt x="352" y="30"/>
                    <a:pt x="352" y="26"/>
                    <a:pt x="351" y="25"/>
                  </a:cubicBezTo>
                  <a:cubicBezTo>
                    <a:pt x="350" y="25"/>
                    <a:pt x="349" y="25"/>
                    <a:pt x="349" y="25"/>
                  </a:cubicBezTo>
                  <a:cubicBezTo>
                    <a:pt x="348" y="26"/>
                    <a:pt x="349" y="27"/>
                    <a:pt x="349" y="28"/>
                  </a:cubicBezTo>
                  <a:cubicBezTo>
                    <a:pt x="350" y="29"/>
                    <a:pt x="350" y="30"/>
                    <a:pt x="350" y="31"/>
                  </a:cubicBezTo>
                  <a:cubicBezTo>
                    <a:pt x="349" y="32"/>
                    <a:pt x="348" y="31"/>
                    <a:pt x="348" y="31"/>
                  </a:cubicBezTo>
                  <a:cubicBezTo>
                    <a:pt x="346" y="31"/>
                    <a:pt x="346" y="32"/>
                    <a:pt x="346" y="30"/>
                  </a:cubicBezTo>
                  <a:cubicBezTo>
                    <a:pt x="346" y="30"/>
                    <a:pt x="347" y="26"/>
                    <a:pt x="345" y="27"/>
                  </a:cubicBezTo>
                  <a:cubicBezTo>
                    <a:pt x="344" y="28"/>
                    <a:pt x="345" y="29"/>
                    <a:pt x="344" y="29"/>
                  </a:cubicBezTo>
                  <a:cubicBezTo>
                    <a:pt x="343" y="30"/>
                    <a:pt x="343" y="28"/>
                    <a:pt x="343" y="28"/>
                  </a:cubicBezTo>
                  <a:cubicBezTo>
                    <a:pt x="342" y="28"/>
                    <a:pt x="342" y="31"/>
                    <a:pt x="342" y="32"/>
                  </a:cubicBezTo>
                  <a:cubicBezTo>
                    <a:pt x="341" y="32"/>
                    <a:pt x="340" y="29"/>
                    <a:pt x="339" y="30"/>
                  </a:cubicBezTo>
                  <a:cubicBezTo>
                    <a:pt x="338" y="30"/>
                    <a:pt x="339" y="32"/>
                    <a:pt x="337" y="32"/>
                  </a:cubicBezTo>
                  <a:cubicBezTo>
                    <a:pt x="337" y="31"/>
                    <a:pt x="333" y="29"/>
                    <a:pt x="334" y="31"/>
                  </a:cubicBezTo>
                  <a:cubicBezTo>
                    <a:pt x="334" y="32"/>
                    <a:pt x="335" y="32"/>
                    <a:pt x="335" y="32"/>
                  </a:cubicBezTo>
                  <a:cubicBezTo>
                    <a:pt x="335" y="33"/>
                    <a:pt x="335" y="33"/>
                    <a:pt x="335" y="34"/>
                  </a:cubicBezTo>
                  <a:cubicBezTo>
                    <a:pt x="336" y="33"/>
                    <a:pt x="338" y="32"/>
                    <a:pt x="340" y="33"/>
                  </a:cubicBezTo>
                  <a:cubicBezTo>
                    <a:pt x="341" y="34"/>
                    <a:pt x="340" y="34"/>
                    <a:pt x="339" y="36"/>
                  </a:cubicBezTo>
                  <a:cubicBezTo>
                    <a:pt x="338" y="37"/>
                    <a:pt x="337" y="39"/>
                    <a:pt x="337" y="40"/>
                  </a:cubicBezTo>
                  <a:cubicBezTo>
                    <a:pt x="338" y="43"/>
                    <a:pt x="340" y="38"/>
                    <a:pt x="340" y="37"/>
                  </a:cubicBezTo>
                  <a:cubicBezTo>
                    <a:pt x="340" y="38"/>
                    <a:pt x="340" y="38"/>
                    <a:pt x="340" y="39"/>
                  </a:cubicBezTo>
                  <a:close/>
                  <a:moveTo>
                    <a:pt x="375" y="11"/>
                  </a:moveTo>
                  <a:cubicBezTo>
                    <a:pt x="377" y="11"/>
                    <a:pt x="377" y="10"/>
                    <a:pt x="377" y="9"/>
                  </a:cubicBezTo>
                  <a:cubicBezTo>
                    <a:pt x="376" y="8"/>
                    <a:pt x="373" y="8"/>
                    <a:pt x="372" y="9"/>
                  </a:cubicBezTo>
                  <a:cubicBezTo>
                    <a:pt x="371" y="10"/>
                    <a:pt x="372" y="10"/>
                    <a:pt x="372" y="11"/>
                  </a:cubicBezTo>
                  <a:cubicBezTo>
                    <a:pt x="372" y="11"/>
                    <a:pt x="372" y="12"/>
                    <a:pt x="372" y="12"/>
                  </a:cubicBezTo>
                  <a:cubicBezTo>
                    <a:pt x="372" y="13"/>
                    <a:pt x="371" y="12"/>
                    <a:pt x="371" y="13"/>
                  </a:cubicBezTo>
                  <a:cubicBezTo>
                    <a:pt x="371" y="13"/>
                    <a:pt x="373" y="15"/>
                    <a:pt x="373" y="15"/>
                  </a:cubicBezTo>
                  <a:cubicBezTo>
                    <a:pt x="374" y="16"/>
                    <a:pt x="375" y="15"/>
                    <a:pt x="376" y="15"/>
                  </a:cubicBezTo>
                  <a:cubicBezTo>
                    <a:pt x="377" y="14"/>
                    <a:pt x="378" y="13"/>
                    <a:pt x="377" y="12"/>
                  </a:cubicBezTo>
                  <a:cubicBezTo>
                    <a:pt x="376" y="12"/>
                    <a:pt x="376" y="12"/>
                    <a:pt x="375" y="12"/>
                  </a:cubicBezTo>
                  <a:cubicBezTo>
                    <a:pt x="375" y="12"/>
                    <a:pt x="375" y="11"/>
                    <a:pt x="375" y="11"/>
                  </a:cubicBezTo>
                  <a:cubicBezTo>
                    <a:pt x="375" y="11"/>
                    <a:pt x="375" y="11"/>
                    <a:pt x="375" y="11"/>
                  </a:cubicBezTo>
                  <a:cubicBezTo>
                    <a:pt x="376" y="11"/>
                    <a:pt x="375" y="11"/>
                    <a:pt x="375" y="11"/>
                  </a:cubicBezTo>
                  <a:close/>
                  <a:moveTo>
                    <a:pt x="387" y="8"/>
                  </a:moveTo>
                  <a:cubicBezTo>
                    <a:pt x="387" y="9"/>
                    <a:pt x="387" y="8"/>
                    <a:pt x="388" y="8"/>
                  </a:cubicBezTo>
                  <a:cubicBezTo>
                    <a:pt x="388" y="8"/>
                    <a:pt x="389" y="6"/>
                    <a:pt x="389" y="6"/>
                  </a:cubicBezTo>
                  <a:cubicBezTo>
                    <a:pt x="389" y="5"/>
                    <a:pt x="388" y="5"/>
                    <a:pt x="388" y="4"/>
                  </a:cubicBezTo>
                  <a:cubicBezTo>
                    <a:pt x="388" y="3"/>
                    <a:pt x="385" y="5"/>
                    <a:pt x="384" y="6"/>
                  </a:cubicBezTo>
                  <a:cubicBezTo>
                    <a:pt x="384" y="7"/>
                    <a:pt x="386" y="7"/>
                    <a:pt x="387" y="8"/>
                  </a:cubicBezTo>
                  <a:cubicBezTo>
                    <a:pt x="387" y="9"/>
                    <a:pt x="386" y="7"/>
                    <a:pt x="387" y="8"/>
                  </a:cubicBezTo>
                  <a:close/>
                  <a:moveTo>
                    <a:pt x="403" y="10"/>
                  </a:moveTo>
                  <a:cubicBezTo>
                    <a:pt x="401" y="12"/>
                    <a:pt x="402" y="13"/>
                    <a:pt x="404" y="14"/>
                  </a:cubicBezTo>
                  <a:cubicBezTo>
                    <a:pt x="404" y="14"/>
                    <a:pt x="405" y="14"/>
                    <a:pt x="406" y="14"/>
                  </a:cubicBezTo>
                  <a:cubicBezTo>
                    <a:pt x="407" y="14"/>
                    <a:pt x="406" y="12"/>
                    <a:pt x="406" y="12"/>
                  </a:cubicBezTo>
                  <a:cubicBezTo>
                    <a:pt x="407" y="11"/>
                    <a:pt x="408" y="12"/>
                    <a:pt x="409" y="12"/>
                  </a:cubicBezTo>
                  <a:cubicBezTo>
                    <a:pt x="411" y="12"/>
                    <a:pt x="412" y="12"/>
                    <a:pt x="413" y="11"/>
                  </a:cubicBezTo>
                  <a:cubicBezTo>
                    <a:pt x="414" y="11"/>
                    <a:pt x="416" y="10"/>
                    <a:pt x="417" y="9"/>
                  </a:cubicBezTo>
                  <a:cubicBezTo>
                    <a:pt x="417" y="8"/>
                    <a:pt x="416" y="7"/>
                    <a:pt x="415" y="7"/>
                  </a:cubicBezTo>
                  <a:cubicBezTo>
                    <a:pt x="414" y="7"/>
                    <a:pt x="413" y="11"/>
                    <a:pt x="412" y="10"/>
                  </a:cubicBezTo>
                  <a:cubicBezTo>
                    <a:pt x="411" y="10"/>
                    <a:pt x="411" y="9"/>
                    <a:pt x="411" y="9"/>
                  </a:cubicBezTo>
                  <a:cubicBezTo>
                    <a:pt x="411" y="8"/>
                    <a:pt x="411" y="8"/>
                    <a:pt x="410" y="7"/>
                  </a:cubicBezTo>
                  <a:cubicBezTo>
                    <a:pt x="412" y="5"/>
                    <a:pt x="414" y="6"/>
                    <a:pt x="413" y="2"/>
                  </a:cubicBezTo>
                  <a:cubicBezTo>
                    <a:pt x="411" y="3"/>
                    <a:pt x="410" y="4"/>
                    <a:pt x="408" y="4"/>
                  </a:cubicBezTo>
                  <a:cubicBezTo>
                    <a:pt x="408" y="3"/>
                    <a:pt x="409" y="2"/>
                    <a:pt x="408" y="1"/>
                  </a:cubicBezTo>
                  <a:cubicBezTo>
                    <a:pt x="408" y="1"/>
                    <a:pt x="407" y="1"/>
                    <a:pt x="407" y="1"/>
                  </a:cubicBezTo>
                  <a:cubicBezTo>
                    <a:pt x="406" y="1"/>
                    <a:pt x="405" y="0"/>
                    <a:pt x="404" y="1"/>
                  </a:cubicBezTo>
                  <a:cubicBezTo>
                    <a:pt x="403" y="2"/>
                    <a:pt x="409" y="6"/>
                    <a:pt x="407" y="8"/>
                  </a:cubicBezTo>
                  <a:cubicBezTo>
                    <a:pt x="405" y="7"/>
                    <a:pt x="406" y="5"/>
                    <a:pt x="404" y="5"/>
                  </a:cubicBezTo>
                  <a:cubicBezTo>
                    <a:pt x="402" y="4"/>
                    <a:pt x="403" y="5"/>
                    <a:pt x="401" y="6"/>
                  </a:cubicBezTo>
                  <a:cubicBezTo>
                    <a:pt x="401" y="6"/>
                    <a:pt x="401" y="5"/>
                    <a:pt x="400" y="5"/>
                  </a:cubicBezTo>
                  <a:cubicBezTo>
                    <a:pt x="400" y="5"/>
                    <a:pt x="399" y="7"/>
                    <a:pt x="399" y="7"/>
                  </a:cubicBezTo>
                  <a:cubicBezTo>
                    <a:pt x="398" y="10"/>
                    <a:pt x="401" y="8"/>
                    <a:pt x="402" y="8"/>
                  </a:cubicBezTo>
                  <a:cubicBezTo>
                    <a:pt x="403" y="8"/>
                    <a:pt x="404" y="9"/>
                    <a:pt x="403" y="10"/>
                  </a:cubicBezTo>
                  <a:close/>
                  <a:moveTo>
                    <a:pt x="489" y="75"/>
                  </a:moveTo>
                  <a:cubicBezTo>
                    <a:pt x="487" y="75"/>
                    <a:pt x="488" y="77"/>
                    <a:pt x="487" y="79"/>
                  </a:cubicBezTo>
                  <a:cubicBezTo>
                    <a:pt x="487" y="79"/>
                    <a:pt x="485" y="81"/>
                    <a:pt x="486" y="82"/>
                  </a:cubicBezTo>
                  <a:cubicBezTo>
                    <a:pt x="487" y="82"/>
                    <a:pt x="490" y="80"/>
                    <a:pt x="491" y="80"/>
                  </a:cubicBezTo>
                  <a:cubicBezTo>
                    <a:pt x="492" y="79"/>
                    <a:pt x="492" y="79"/>
                    <a:pt x="491" y="78"/>
                  </a:cubicBezTo>
                  <a:cubicBezTo>
                    <a:pt x="491" y="78"/>
                    <a:pt x="491" y="78"/>
                    <a:pt x="491" y="77"/>
                  </a:cubicBezTo>
                  <a:cubicBezTo>
                    <a:pt x="490" y="77"/>
                    <a:pt x="490" y="76"/>
                    <a:pt x="490" y="75"/>
                  </a:cubicBezTo>
                  <a:cubicBezTo>
                    <a:pt x="490" y="75"/>
                    <a:pt x="490" y="75"/>
                    <a:pt x="489" y="75"/>
                  </a:cubicBezTo>
                  <a:close/>
                  <a:moveTo>
                    <a:pt x="7" y="543"/>
                  </a:moveTo>
                  <a:cubicBezTo>
                    <a:pt x="8" y="544"/>
                    <a:pt x="9" y="546"/>
                    <a:pt x="11" y="546"/>
                  </a:cubicBezTo>
                  <a:cubicBezTo>
                    <a:pt x="12" y="545"/>
                    <a:pt x="11" y="540"/>
                    <a:pt x="9" y="539"/>
                  </a:cubicBezTo>
                  <a:cubicBezTo>
                    <a:pt x="8" y="539"/>
                    <a:pt x="8" y="542"/>
                    <a:pt x="7" y="543"/>
                  </a:cubicBezTo>
                  <a:cubicBezTo>
                    <a:pt x="8" y="544"/>
                    <a:pt x="8" y="542"/>
                    <a:pt x="7" y="543"/>
                  </a:cubicBezTo>
                  <a:close/>
                  <a:moveTo>
                    <a:pt x="1" y="506"/>
                  </a:moveTo>
                  <a:cubicBezTo>
                    <a:pt x="2" y="508"/>
                    <a:pt x="6" y="517"/>
                    <a:pt x="8" y="514"/>
                  </a:cubicBezTo>
                  <a:cubicBezTo>
                    <a:pt x="9" y="513"/>
                    <a:pt x="7" y="510"/>
                    <a:pt x="6" y="509"/>
                  </a:cubicBezTo>
                  <a:cubicBezTo>
                    <a:pt x="5" y="507"/>
                    <a:pt x="3" y="506"/>
                    <a:pt x="1" y="506"/>
                  </a:cubicBezTo>
                  <a:cubicBezTo>
                    <a:pt x="2" y="508"/>
                    <a:pt x="3" y="506"/>
                    <a:pt x="1" y="506"/>
                  </a:cubicBezTo>
                  <a:close/>
                  <a:moveTo>
                    <a:pt x="22" y="444"/>
                  </a:moveTo>
                  <a:cubicBezTo>
                    <a:pt x="23" y="442"/>
                    <a:pt x="19" y="437"/>
                    <a:pt x="18" y="441"/>
                  </a:cubicBezTo>
                  <a:cubicBezTo>
                    <a:pt x="17" y="443"/>
                    <a:pt x="20" y="446"/>
                    <a:pt x="22" y="444"/>
                  </a:cubicBezTo>
                  <a:close/>
                  <a:moveTo>
                    <a:pt x="13" y="445"/>
                  </a:moveTo>
                  <a:cubicBezTo>
                    <a:pt x="13" y="446"/>
                    <a:pt x="13" y="449"/>
                    <a:pt x="15" y="448"/>
                  </a:cubicBezTo>
                  <a:cubicBezTo>
                    <a:pt x="16" y="448"/>
                    <a:pt x="16" y="448"/>
                    <a:pt x="16" y="447"/>
                  </a:cubicBezTo>
                  <a:cubicBezTo>
                    <a:pt x="16" y="445"/>
                    <a:pt x="15" y="445"/>
                    <a:pt x="13" y="445"/>
                  </a:cubicBezTo>
                  <a:cubicBezTo>
                    <a:pt x="13" y="446"/>
                    <a:pt x="15" y="445"/>
                    <a:pt x="13" y="445"/>
                  </a:cubicBezTo>
                  <a:close/>
                  <a:moveTo>
                    <a:pt x="62" y="404"/>
                  </a:moveTo>
                  <a:cubicBezTo>
                    <a:pt x="62" y="405"/>
                    <a:pt x="57" y="407"/>
                    <a:pt x="61" y="408"/>
                  </a:cubicBezTo>
                  <a:cubicBezTo>
                    <a:pt x="63" y="408"/>
                    <a:pt x="64" y="405"/>
                    <a:pt x="62" y="404"/>
                  </a:cubicBezTo>
                  <a:cubicBezTo>
                    <a:pt x="62" y="405"/>
                    <a:pt x="63" y="405"/>
                    <a:pt x="62" y="404"/>
                  </a:cubicBezTo>
                  <a:close/>
                  <a:moveTo>
                    <a:pt x="51" y="413"/>
                  </a:moveTo>
                  <a:cubicBezTo>
                    <a:pt x="51" y="413"/>
                    <a:pt x="50" y="412"/>
                    <a:pt x="49" y="412"/>
                  </a:cubicBezTo>
                  <a:cubicBezTo>
                    <a:pt x="48" y="413"/>
                    <a:pt x="49" y="415"/>
                    <a:pt x="50" y="415"/>
                  </a:cubicBezTo>
                  <a:cubicBezTo>
                    <a:pt x="51" y="416"/>
                    <a:pt x="53" y="416"/>
                    <a:pt x="54" y="415"/>
                  </a:cubicBezTo>
                  <a:cubicBezTo>
                    <a:pt x="54" y="413"/>
                    <a:pt x="54" y="411"/>
                    <a:pt x="53" y="410"/>
                  </a:cubicBezTo>
                  <a:cubicBezTo>
                    <a:pt x="52" y="410"/>
                    <a:pt x="52" y="413"/>
                    <a:pt x="51" y="413"/>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3" name="Freeform 606"/>
            <p:cNvSpPr>
              <a:spLocks/>
            </p:cNvSpPr>
            <p:nvPr/>
          </p:nvSpPr>
          <p:spPr bwMode="auto">
            <a:xfrm>
              <a:off x="9834563" y="5291613"/>
              <a:ext cx="138113" cy="149225"/>
            </a:xfrm>
            <a:custGeom>
              <a:avLst/>
              <a:gdLst>
                <a:gd name="T0" fmla="*/ 32 w 35"/>
                <a:gd name="T1" fmla="*/ 24 h 38"/>
                <a:gd name="T2" fmla="*/ 32 w 35"/>
                <a:gd name="T3" fmla="*/ 22 h 38"/>
                <a:gd name="T4" fmla="*/ 33 w 35"/>
                <a:gd name="T5" fmla="*/ 21 h 38"/>
                <a:gd name="T6" fmla="*/ 34 w 35"/>
                <a:gd name="T7" fmla="*/ 18 h 38"/>
                <a:gd name="T8" fmla="*/ 31 w 35"/>
                <a:gd name="T9" fmla="*/ 16 h 38"/>
                <a:gd name="T10" fmla="*/ 27 w 35"/>
                <a:gd name="T11" fmla="*/ 14 h 38"/>
                <a:gd name="T12" fmla="*/ 27 w 35"/>
                <a:gd name="T13" fmla="*/ 13 h 38"/>
                <a:gd name="T14" fmla="*/ 26 w 35"/>
                <a:gd name="T15" fmla="*/ 12 h 38"/>
                <a:gd name="T16" fmla="*/ 24 w 35"/>
                <a:gd name="T17" fmla="*/ 10 h 38"/>
                <a:gd name="T18" fmla="*/ 20 w 35"/>
                <a:gd name="T19" fmla="*/ 6 h 38"/>
                <a:gd name="T20" fmla="*/ 18 w 35"/>
                <a:gd name="T21" fmla="*/ 4 h 38"/>
                <a:gd name="T22" fmla="*/ 16 w 35"/>
                <a:gd name="T23" fmla="*/ 2 h 38"/>
                <a:gd name="T24" fmla="*/ 12 w 35"/>
                <a:gd name="T25" fmla="*/ 2 h 38"/>
                <a:gd name="T26" fmla="*/ 13 w 35"/>
                <a:gd name="T27" fmla="*/ 6 h 38"/>
                <a:gd name="T28" fmla="*/ 9 w 35"/>
                <a:gd name="T29" fmla="*/ 9 h 38"/>
                <a:gd name="T30" fmla="*/ 9 w 35"/>
                <a:gd name="T31" fmla="*/ 12 h 38"/>
                <a:gd name="T32" fmla="*/ 5 w 35"/>
                <a:gd name="T33" fmla="*/ 12 h 38"/>
                <a:gd name="T34" fmla="*/ 4 w 35"/>
                <a:gd name="T35" fmla="*/ 14 h 38"/>
                <a:gd name="T36" fmla="*/ 1 w 35"/>
                <a:gd name="T37" fmla="*/ 14 h 38"/>
                <a:gd name="T38" fmla="*/ 2 w 35"/>
                <a:gd name="T39" fmla="*/ 16 h 38"/>
                <a:gd name="T40" fmla="*/ 1 w 35"/>
                <a:gd name="T41" fmla="*/ 19 h 38"/>
                <a:gd name="T42" fmla="*/ 4 w 35"/>
                <a:gd name="T43" fmla="*/ 25 h 38"/>
                <a:gd name="T44" fmla="*/ 7 w 35"/>
                <a:gd name="T45" fmla="*/ 27 h 38"/>
                <a:gd name="T46" fmla="*/ 11 w 35"/>
                <a:gd name="T47" fmla="*/ 38 h 38"/>
                <a:gd name="T48" fmla="*/ 15 w 35"/>
                <a:gd name="T49" fmla="*/ 34 h 38"/>
                <a:gd name="T50" fmla="*/ 20 w 35"/>
                <a:gd name="T51" fmla="*/ 30 h 38"/>
                <a:gd name="T52" fmla="*/ 23 w 35"/>
                <a:gd name="T53" fmla="*/ 30 h 38"/>
                <a:gd name="T54" fmla="*/ 25 w 35"/>
                <a:gd name="T55" fmla="*/ 31 h 38"/>
                <a:gd name="T56" fmla="*/ 27 w 35"/>
                <a:gd name="T57" fmla="*/ 29 h 38"/>
                <a:gd name="T58" fmla="*/ 31 w 35"/>
                <a:gd name="T59" fmla="*/ 28 h 38"/>
                <a:gd name="T60" fmla="*/ 30 w 35"/>
                <a:gd name="T61" fmla="*/ 25 h 38"/>
                <a:gd name="T62" fmla="*/ 32 w 35"/>
                <a:gd name="T6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 h="38">
                  <a:moveTo>
                    <a:pt x="32" y="24"/>
                  </a:moveTo>
                  <a:cubicBezTo>
                    <a:pt x="32" y="23"/>
                    <a:pt x="32" y="23"/>
                    <a:pt x="32" y="22"/>
                  </a:cubicBezTo>
                  <a:cubicBezTo>
                    <a:pt x="32" y="22"/>
                    <a:pt x="33" y="21"/>
                    <a:pt x="33" y="21"/>
                  </a:cubicBezTo>
                  <a:cubicBezTo>
                    <a:pt x="34" y="20"/>
                    <a:pt x="34" y="18"/>
                    <a:pt x="34" y="18"/>
                  </a:cubicBezTo>
                  <a:cubicBezTo>
                    <a:pt x="35" y="16"/>
                    <a:pt x="33" y="16"/>
                    <a:pt x="31" y="16"/>
                  </a:cubicBezTo>
                  <a:cubicBezTo>
                    <a:pt x="31" y="14"/>
                    <a:pt x="28" y="16"/>
                    <a:pt x="27" y="14"/>
                  </a:cubicBezTo>
                  <a:cubicBezTo>
                    <a:pt x="27" y="14"/>
                    <a:pt x="27" y="13"/>
                    <a:pt x="27" y="13"/>
                  </a:cubicBezTo>
                  <a:cubicBezTo>
                    <a:pt x="27" y="12"/>
                    <a:pt x="27" y="12"/>
                    <a:pt x="26" y="12"/>
                  </a:cubicBezTo>
                  <a:cubicBezTo>
                    <a:pt x="25" y="11"/>
                    <a:pt x="25" y="11"/>
                    <a:pt x="24" y="10"/>
                  </a:cubicBezTo>
                  <a:cubicBezTo>
                    <a:pt x="23" y="8"/>
                    <a:pt x="22" y="6"/>
                    <a:pt x="20" y="6"/>
                  </a:cubicBezTo>
                  <a:cubicBezTo>
                    <a:pt x="19" y="5"/>
                    <a:pt x="19" y="5"/>
                    <a:pt x="18" y="4"/>
                  </a:cubicBezTo>
                  <a:cubicBezTo>
                    <a:pt x="16" y="4"/>
                    <a:pt x="17" y="4"/>
                    <a:pt x="16" y="2"/>
                  </a:cubicBezTo>
                  <a:cubicBezTo>
                    <a:pt x="15" y="0"/>
                    <a:pt x="14" y="1"/>
                    <a:pt x="12" y="2"/>
                  </a:cubicBezTo>
                  <a:cubicBezTo>
                    <a:pt x="10" y="4"/>
                    <a:pt x="13" y="4"/>
                    <a:pt x="13" y="6"/>
                  </a:cubicBezTo>
                  <a:cubicBezTo>
                    <a:pt x="13" y="8"/>
                    <a:pt x="10" y="7"/>
                    <a:pt x="9" y="9"/>
                  </a:cubicBezTo>
                  <a:cubicBezTo>
                    <a:pt x="8" y="10"/>
                    <a:pt x="9" y="11"/>
                    <a:pt x="9" y="12"/>
                  </a:cubicBezTo>
                  <a:cubicBezTo>
                    <a:pt x="8" y="13"/>
                    <a:pt x="6" y="13"/>
                    <a:pt x="5" y="12"/>
                  </a:cubicBezTo>
                  <a:cubicBezTo>
                    <a:pt x="4" y="13"/>
                    <a:pt x="4" y="14"/>
                    <a:pt x="4" y="14"/>
                  </a:cubicBezTo>
                  <a:cubicBezTo>
                    <a:pt x="3" y="14"/>
                    <a:pt x="2" y="14"/>
                    <a:pt x="1" y="14"/>
                  </a:cubicBezTo>
                  <a:cubicBezTo>
                    <a:pt x="0" y="15"/>
                    <a:pt x="1" y="15"/>
                    <a:pt x="2" y="16"/>
                  </a:cubicBezTo>
                  <a:cubicBezTo>
                    <a:pt x="2" y="17"/>
                    <a:pt x="2" y="18"/>
                    <a:pt x="1" y="19"/>
                  </a:cubicBezTo>
                  <a:cubicBezTo>
                    <a:pt x="3" y="20"/>
                    <a:pt x="3" y="23"/>
                    <a:pt x="4" y="25"/>
                  </a:cubicBezTo>
                  <a:cubicBezTo>
                    <a:pt x="5" y="27"/>
                    <a:pt x="6" y="26"/>
                    <a:pt x="7" y="27"/>
                  </a:cubicBezTo>
                  <a:cubicBezTo>
                    <a:pt x="10" y="28"/>
                    <a:pt x="12" y="35"/>
                    <a:pt x="11" y="38"/>
                  </a:cubicBezTo>
                  <a:cubicBezTo>
                    <a:pt x="14" y="38"/>
                    <a:pt x="14" y="37"/>
                    <a:pt x="15" y="34"/>
                  </a:cubicBezTo>
                  <a:cubicBezTo>
                    <a:pt x="15" y="32"/>
                    <a:pt x="18" y="31"/>
                    <a:pt x="20" y="30"/>
                  </a:cubicBezTo>
                  <a:cubicBezTo>
                    <a:pt x="22" y="30"/>
                    <a:pt x="22" y="30"/>
                    <a:pt x="23" y="30"/>
                  </a:cubicBezTo>
                  <a:cubicBezTo>
                    <a:pt x="24" y="31"/>
                    <a:pt x="24" y="31"/>
                    <a:pt x="25" y="31"/>
                  </a:cubicBezTo>
                  <a:cubicBezTo>
                    <a:pt x="26" y="31"/>
                    <a:pt x="26" y="29"/>
                    <a:pt x="27" y="29"/>
                  </a:cubicBezTo>
                  <a:cubicBezTo>
                    <a:pt x="28" y="28"/>
                    <a:pt x="30" y="28"/>
                    <a:pt x="31" y="28"/>
                  </a:cubicBezTo>
                  <a:cubicBezTo>
                    <a:pt x="30" y="27"/>
                    <a:pt x="30" y="26"/>
                    <a:pt x="30" y="25"/>
                  </a:cubicBezTo>
                  <a:cubicBezTo>
                    <a:pt x="30" y="24"/>
                    <a:pt x="32" y="25"/>
                    <a:pt x="32" y="24"/>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6" name="Freeform 609"/>
            <p:cNvSpPr>
              <a:spLocks noEditPoints="1"/>
            </p:cNvSpPr>
            <p:nvPr/>
          </p:nvSpPr>
          <p:spPr bwMode="auto">
            <a:xfrm>
              <a:off x="6378575" y="2038826"/>
              <a:ext cx="885825" cy="588963"/>
            </a:xfrm>
            <a:custGeom>
              <a:avLst/>
              <a:gdLst>
                <a:gd name="T0" fmla="*/ 222 w 224"/>
                <a:gd name="T1" fmla="*/ 55 h 149"/>
                <a:gd name="T2" fmla="*/ 220 w 224"/>
                <a:gd name="T3" fmla="*/ 43 h 149"/>
                <a:gd name="T4" fmla="*/ 205 w 224"/>
                <a:gd name="T5" fmla="*/ 38 h 149"/>
                <a:gd name="T6" fmla="*/ 194 w 224"/>
                <a:gd name="T7" fmla="*/ 32 h 149"/>
                <a:gd name="T8" fmla="*/ 188 w 224"/>
                <a:gd name="T9" fmla="*/ 16 h 149"/>
                <a:gd name="T10" fmla="*/ 182 w 224"/>
                <a:gd name="T11" fmla="*/ 12 h 149"/>
                <a:gd name="T12" fmla="*/ 169 w 224"/>
                <a:gd name="T13" fmla="*/ 5 h 149"/>
                <a:gd name="T14" fmla="*/ 160 w 224"/>
                <a:gd name="T15" fmla="*/ 2 h 149"/>
                <a:gd name="T16" fmla="*/ 157 w 224"/>
                <a:gd name="T17" fmla="*/ 21 h 149"/>
                <a:gd name="T18" fmla="*/ 140 w 224"/>
                <a:gd name="T19" fmla="*/ 27 h 149"/>
                <a:gd name="T20" fmla="*/ 129 w 224"/>
                <a:gd name="T21" fmla="*/ 37 h 149"/>
                <a:gd name="T22" fmla="*/ 118 w 224"/>
                <a:gd name="T23" fmla="*/ 22 h 149"/>
                <a:gd name="T24" fmla="*/ 107 w 224"/>
                <a:gd name="T25" fmla="*/ 24 h 149"/>
                <a:gd name="T26" fmla="*/ 93 w 224"/>
                <a:gd name="T27" fmla="*/ 32 h 149"/>
                <a:gd name="T28" fmla="*/ 82 w 224"/>
                <a:gd name="T29" fmla="*/ 27 h 149"/>
                <a:gd name="T30" fmla="*/ 82 w 224"/>
                <a:gd name="T31" fmla="*/ 49 h 149"/>
                <a:gd name="T32" fmla="*/ 72 w 224"/>
                <a:gd name="T33" fmla="*/ 59 h 149"/>
                <a:gd name="T34" fmla="*/ 61 w 224"/>
                <a:gd name="T35" fmla="*/ 49 h 149"/>
                <a:gd name="T36" fmla="*/ 65 w 224"/>
                <a:gd name="T37" fmla="*/ 32 h 149"/>
                <a:gd name="T38" fmla="*/ 60 w 224"/>
                <a:gd name="T39" fmla="*/ 24 h 149"/>
                <a:gd name="T40" fmla="*/ 50 w 224"/>
                <a:gd name="T41" fmla="*/ 16 h 149"/>
                <a:gd name="T42" fmla="*/ 33 w 224"/>
                <a:gd name="T43" fmla="*/ 6 h 149"/>
                <a:gd name="T44" fmla="*/ 36 w 224"/>
                <a:gd name="T45" fmla="*/ 11 h 149"/>
                <a:gd name="T46" fmla="*/ 40 w 224"/>
                <a:gd name="T47" fmla="*/ 18 h 149"/>
                <a:gd name="T48" fmla="*/ 42 w 224"/>
                <a:gd name="T49" fmla="*/ 31 h 149"/>
                <a:gd name="T50" fmla="*/ 33 w 224"/>
                <a:gd name="T51" fmla="*/ 26 h 149"/>
                <a:gd name="T52" fmla="*/ 19 w 224"/>
                <a:gd name="T53" fmla="*/ 22 h 149"/>
                <a:gd name="T54" fmla="*/ 22 w 224"/>
                <a:gd name="T55" fmla="*/ 39 h 149"/>
                <a:gd name="T56" fmla="*/ 19 w 224"/>
                <a:gd name="T57" fmla="*/ 45 h 149"/>
                <a:gd name="T58" fmla="*/ 11 w 224"/>
                <a:gd name="T59" fmla="*/ 52 h 149"/>
                <a:gd name="T60" fmla="*/ 33 w 224"/>
                <a:gd name="T61" fmla="*/ 49 h 149"/>
                <a:gd name="T62" fmla="*/ 40 w 224"/>
                <a:gd name="T63" fmla="*/ 45 h 149"/>
                <a:gd name="T64" fmla="*/ 49 w 224"/>
                <a:gd name="T65" fmla="*/ 52 h 149"/>
                <a:gd name="T66" fmla="*/ 41 w 224"/>
                <a:gd name="T67" fmla="*/ 66 h 149"/>
                <a:gd name="T68" fmla="*/ 38 w 224"/>
                <a:gd name="T69" fmla="*/ 74 h 149"/>
                <a:gd name="T70" fmla="*/ 30 w 224"/>
                <a:gd name="T71" fmla="*/ 74 h 149"/>
                <a:gd name="T72" fmla="*/ 24 w 224"/>
                <a:gd name="T73" fmla="*/ 77 h 149"/>
                <a:gd name="T74" fmla="*/ 16 w 224"/>
                <a:gd name="T75" fmla="*/ 86 h 149"/>
                <a:gd name="T76" fmla="*/ 38 w 224"/>
                <a:gd name="T77" fmla="*/ 85 h 149"/>
                <a:gd name="T78" fmla="*/ 43 w 224"/>
                <a:gd name="T79" fmla="*/ 93 h 149"/>
                <a:gd name="T80" fmla="*/ 56 w 224"/>
                <a:gd name="T81" fmla="*/ 93 h 149"/>
                <a:gd name="T82" fmla="*/ 54 w 224"/>
                <a:gd name="T83" fmla="*/ 96 h 149"/>
                <a:gd name="T84" fmla="*/ 57 w 224"/>
                <a:gd name="T85" fmla="*/ 105 h 149"/>
                <a:gd name="T86" fmla="*/ 49 w 224"/>
                <a:gd name="T87" fmla="*/ 114 h 149"/>
                <a:gd name="T88" fmla="*/ 38 w 224"/>
                <a:gd name="T89" fmla="*/ 120 h 149"/>
                <a:gd name="T90" fmla="*/ 41 w 224"/>
                <a:gd name="T91" fmla="*/ 129 h 149"/>
                <a:gd name="T92" fmla="*/ 76 w 224"/>
                <a:gd name="T93" fmla="*/ 132 h 149"/>
                <a:gd name="T94" fmla="*/ 86 w 224"/>
                <a:gd name="T95" fmla="*/ 134 h 149"/>
                <a:gd name="T96" fmla="*/ 111 w 224"/>
                <a:gd name="T97" fmla="*/ 148 h 149"/>
                <a:gd name="T98" fmla="*/ 138 w 224"/>
                <a:gd name="T99" fmla="*/ 137 h 149"/>
                <a:gd name="T100" fmla="*/ 144 w 224"/>
                <a:gd name="T101" fmla="*/ 132 h 149"/>
                <a:gd name="T102" fmla="*/ 156 w 224"/>
                <a:gd name="T103" fmla="*/ 126 h 149"/>
                <a:gd name="T104" fmla="*/ 171 w 224"/>
                <a:gd name="T105" fmla="*/ 118 h 149"/>
                <a:gd name="T106" fmla="*/ 189 w 224"/>
                <a:gd name="T107" fmla="*/ 104 h 149"/>
                <a:gd name="T108" fmla="*/ 195 w 224"/>
                <a:gd name="T109" fmla="*/ 103 h 149"/>
                <a:gd name="T110" fmla="*/ 209 w 224"/>
                <a:gd name="T111" fmla="*/ 87 h 149"/>
                <a:gd name="T112" fmla="*/ 207 w 224"/>
                <a:gd name="T113" fmla="*/ 78 h 149"/>
                <a:gd name="T114" fmla="*/ 216 w 224"/>
                <a:gd name="T115" fmla="*/ 67 h 149"/>
                <a:gd name="T116" fmla="*/ 224 w 224"/>
                <a:gd name="T117" fmla="*/ 6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4" h="149">
                  <a:moveTo>
                    <a:pt x="224" y="63"/>
                  </a:moveTo>
                  <a:cubicBezTo>
                    <a:pt x="224" y="62"/>
                    <a:pt x="224" y="62"/>
                    <a:pt x="224" y="62"/>
                  </a:cubicBezTo>
                  <a:cubicBezTo>
                    <a:pt x="224" y="61"/>
                    <a:pt x="224" y="60"/>
                    <a:pt x="224" y="59"/>
                  </a:cubicBezTo>
                  <a:cubicBezTo>
                    <a:pt x="223" y="60"/>
                    <a:pt x="222" y="61"/>
                    <a:pt x="222" y="62"/>
                  </a:cubicBezTo>
                  <a:cubicBezTo>
                    <a:pt x="220" y="61"/>
                    <a:pt x="220" y="61"/>
                    <a:pt x="220" y="61"/>
                  </a:cubicBezTo>
                  <a:cubicBezTo>
                    <a:pt x="221" y="60"/>
                    <a:pt x="221" y="60"/>
                    <a:pt x="221" y="60"/>
                  </a:cubicBezTo>
                  <a:cubicBezTo>
                    <a:pt x="219" y="60"/>
                    <a:pt x="219" y="60"/>
                    <a:pt x="219" y="60"/>
                  </a:cubicBezTo>
                  <a:cubicBezTo>
                    <a:pt x="221" y="59"/>
                    <a:pt x="221" y="59"/>
                    <a:pt x="221" y="59"/>
                  </a:cubicBezTo>
                  <a:cubicBezTo>
                    <a:pt x="221" y="59"/>
                    <a:pt x="221" y="58"/>
                    <a:pt x="221" y="58"/>
                  </a:cubicBezTo>
                  <a:cubicBezTo>
                    <a:pt x="219" y="58"/>
                    <a:pt x="216" y="58"/>
                    <a:pt x="214" y="59"/>
                  </a:cubicBezTo>
                  <a:cubicBezTo>
                    <a:pt x="213" y="59"/>
                    <a:pt x="213" y="59"/>
                    <a:pt x="213" y="58"/>
                  </a:cubicBezTo>
                  <a:cubicBezTo>
                    <a:pt x="216" y="58"/>
                    <a:pt x="220" y="58"/>
                    <a:pt x="222" y="55"/>
                  </a:cubicBezTo>
                  <a:cubicBezTo>
                    <a:pt x="222" y="54"/>
                    <a:pt x="222" y="54"/>
                    <a:pt x="222" y="54"/>
                  </a:cubicBezTo>
                  <a:cubicBezTo>
                    <a:pt x="219" y="52"/>
                    <a:pt x="216" y="54"/>
                    <a:pt x="213" y="55"/>
                  </a:cubicBezTo>
                  <a:cubicBezTo>
                    <a:pt x="214" y="54"/>
                    <a:pt x="216" y="53"/>
                    <a:pt x="217" y="53"/>
                  </a:cubicBezTo>
                  <a:cubicBezTo>
                    <a:pt x="218" y="52"/>
                    <a:pt x="218" y="52"/>
                    <a:pt x="218" y="52"/>
                  </a:cubicBezTo>
                  <a:cubicBezTo>
                    <a:pt x="218" y="51"/>
                    <a:pt x="218" y="51"/>
                    <a:pt x="218" y="51"/>
                  </a:cubicBezTo>
                  <a:cubicBezTo>
                    <a:pt x="216" y="50"/>
                    <a:pt x="216" y="50"/>
                    <a:pt x="216" y="50"/>
                  </a:cubicBezTo>
                  <a:cubicBezTo>
                    <a:pt x="217" y="50"/>
                    <a:pt x="217" y="50"/>
                    <a:pt x="217" y="50"/>
                  </a:cubicBezTo>
                  <a:cubicBezTo>
                    <a:pt x="219" y="50"/>
                    <a:pt x="219" y="50"/>
                    <a:pt x="219" y="50"/>
                  </a:cubicBezTo>
                  <a:cubicBezTo>
                    <a:pt x="219" y="49"/>
                    <a:pt x="219" y="49"/>
                    <a:pt x="219" y="49"/>
                  </a:cubicBezTo>
                  <a:cubicBezTo>
                    <a:pt x="219" y="48"/>
                    <a:pt x="219" y="48"/>
                    <a:pt x="219" y="48"/>
                  </a:cubicBezTo>
                  <a:cubicBezTo>
                    <a:pt x="220" y="47"/>
                    <a:pt x="220" y="47"/>
                    <a:pt x="220" y="47"/>
                  </a:cubicBezTo>
                  <a:cubicBezTo>
                    <a:pt x="219" y="46"/>
                    <a:pt x="220" y="44"/>
                    <a:pt x="220" y="43"/>
                  </a:cubicBezTo>
                  <a:cubicBezTo>
                    <a:pt x="218" y="41"/>
                    <a:pt x="218" y="41"/>
                    <a:pt x="218" y="41"/>
                  </a:cubicBezTo>
                  <a:cubicBezTo>
                    <a:pt x="217" y="41"/>
                    <a:pt x="217" y="41"/>
                    <a:pt x="217" y="41"/>
                  </a:cubicBezTo>
                  <a:cubicBezTo>
                    <a:pt x="217" y="42"/>
                    <a:pt x="216" y="42"/>
                    <a:pt x="216" y="43"/>
                  </a:cubicBezTo>
                  <a:cubicBezTo>
                    <a:pt x="215" y="42"/>
                    <a:pt x="215" y="41"/>
                    <a:pt x="215" y="41"/>
                  </a:cubicBezTo>
                  <a:cubicBezTo>
                    <a:pt x="214" y="41"/>
                    <a:pt x="214" y="41"/>
                    <a:pt x="214" y="41"/>
                  </a:cubicBezTo>
                  <a:cubicBezTo>
                    <a:pt x="214" y="39"/>
                    <a:pt x="214" y="39"/>
                    <a:pt x="214" y="39"/>
                  </a:cubicBezTo>
                  <a:cubicBezTo>
                    <a:pt x="214" y="39"/>
                    <a:pt x="214" y="39"/>
                    <a:pt x="214" y="39"/>
                  </a:cubicBezTo>
                  <a:cubicBezTo>
                    <a:pt x="211" y="39"/>
                    <a:pt x="211" y="39"/>
                    <a:pt x="211" y="39"/>
                  </a:cubicBezTo>
                  <a:cubicBezTo>
                    <a:pt x="206" y="37"/>
                    <a:pt x="206" y="37"/>
                    <a:pt x="206" y="37"/>
                  </a:cubicBezTo>
                  <a:cubicBezTo>
                    <a:pt x="207" y="39"/>
                    <a:pt x="207" y="39"/>
                    <a:pt x="207" y="39"/>
                  </a:cubicBezTo>
                  <a:cubicBezTo>
                    <a:pt x="206" y="38"/>
                    <a:pt x="206" y="38"/>
                    <a:pt x="206" y="38"/>
                  </a:cubicBezTo>
                  <a:cubicBezTo>
                    <a:pt x="205" y="38"/>
                    <a:pt x="205" y="38"/>
                    <a:pt x="205" y="38"/>
                  </a:cubicBezTo>
                  <a:cubicBezTo>
                    <a:pt x="204" y="40"/>
                    <a:pt x="203" y="43"/>
                    <a:pt x="201" y="44"/>
                  </a:cubicBezTo>
                  <a:cubicBezTo>
                    <a:pt x="201" y="43"/>
                    <a:pt x="201" y="43"/>
                    <a:pt x="201" y="43"/>
                  </a:cubicBezTo>
                  <a:cubicBezTo>
                    <a:pt x="202" y="42"/>
                    <a:pt x="204" y="40"/>
                    <a:pt x="204" y="38"/>
                  </a:cubicBezTo>
                  <a:cubicBezTo>
                    <a:pt x="206" y="37"/>
                    <a:pt x="206" y="37"/>
                    <a:pt x="206" y="37"/>
                  </a:cubicBezTo>
                  <a:cubicBezTo>
                    <a:pt x="205" y="36"/>
                    <a:pt x="203" y="36"/>
                    <a:pt x="203" y="35"/>
                  </a:cubicBezTo>
                  <a:cubicBezTo>
                    <a:pt x="204" y="32"/>
                    <a:pt x="204" y="32"/>
                    <a:pt x="204" y="32"/>
                  </a:cubicBezTo>
                  <a:cubicBezTo>
                    <a:pt x="203" y="31"/>
                    <a:pt x="203" y="31"/>
                    <a:pt x="203" y="31"/>
                  </a:cubicBezTo>
                  <a:cubicBezTo>
                    <a:pt x="200" y="33"/>
                    <a:pt x="197" y="34"/>
                    <a:pt x="195" y="35"/>
                  </a:cubicBezTo>
                  <a:cubicBezTo>
                    <a:pt x="194" y="35"/>
                    <a:pt x="194" y="35"/>
                    <a:pt x="194" y="35"/>
                  </a:cubicBezTo>
                  <a:cubicBezTo>
                    <a:pt x="195" y="32"/>
                    <a:pt x="195" y="32"/>
                    <a:pt x="195" y="32"/>
                  </a:cubicBezTo>
                  <a:cubicBezTo>
                    <a:pt x="194" y="33"/>
                    <a:pt x="194" y="34"/>
                    <a:pt x="193" y="34"/>
                  </a:cubicBezTo>
                  <a:cubicBezTo>
                    <a:pt x="194" y="32"/>
                    <a:pt x="194" y="32"/>
                    <a:pt x="194" y="32"/>
                  </a:cubicBezTo>
                  <a:cubicBezTo>
                    <a:pt x="194" y="31"/>
                    <a:pt x="194" y="31"/>
                    <a:pt x="194" y="31"/>
                  </a:cubicBezTo>
                  <a:cubicBezTo>
                    <a:pt x="196" y="29"/>
                    <a:pt x="198" y="26"/>
                    <a:pt x="197" y="23"/>
                  </a:cubicBezTo>
                  <a:cubicBezTo>
                    <a:pt x="196" y="22"/>
                    <a:pt x="196" y="21"/>
                    <a:pt x="196" y="20"/>
                  </a:cubicBezTo>
                  <a:cubicBezTo>
                    <a:pt x="195" y="19"/>
                    <a:pt x="195" y="19"/>
                    <a:pt x="195" y="19"/>
                  </a:cubicBezTo>
                  <a:cubicBezTo>
                    <a:pt x="194" y="20"/>
                    <a:pt x="194" y="20"/>
                    <a:pt x="194" y="20"/>
                  </a:cubicBezTo>
                  <a:cubicBezTo>
                    <a:pt x="192" y="21"/>
                    <a:pt x="192" y="21"/>
                    <a:pt x="192" y="21"/>
                  </a:cubicBezTo>
                  <a:cubicBezTo>
                    <a:pt x="191" y="22"/>
                    <a:pt x="189" y="21"/>
                    <a:pt x="188" y="21"/>
                  </a:cubicBezTo>
                  <a:cubicBezTo>
                    <a:pt x="188" y="20"/>
                    <a:pt x="188" y="20"/>
                    <a:pt x="188" y="20"/>
                  </a:cubicBezTo>
                  <a:cubicBezTo>
                    <a:pt x="188" y="19"/>
                    <a:pt x="188" y="19"/>
                    <a:pt x="188" y="19"/>
                  </a:cubicBezTo>
                  <a:cubicBezTo>
                    <a:pt x="187" y="19"/>
                    <a:pt x="186" y="19"/>
                    <a:pt x="186" y="18"/>
                  </a:cubicBezTo>
                  <a:cubicBezTo>
                    <a:pt x="186" y="17"/>
                    <a:pt x="186" y="17"/>
                    <a:pt x="186" y="17"/>
                  </a:cubicBezTo>
                  <a:cubicBezTo>
                    <a:pt x="188" y="16"/>
                    <a:pt x="188" y="16"/>
                    <a:pt x="188" y="16"/>
                  </a:cubicBezTo>
                  <a:cubicBezTo>
                    <a:pt x="189" y="15"/>
                    <a:pt x="190" y="14"/>
                    <a:pt x="190" y="13"/>
                  </a:cubicBezTo>
                  <a:cubicBezTo>
                    <a:pt x="189" y="11"/>
                    <a:pt x="189" y="11"/>
                    <a:pt x="189" y="11"/>
                  </a:cubicBezTo>
                  <a:cubicBezTo>
                    <a:pt x="188" y="11"/>
                    <a:pt x="188" y="11"/>
                    <a:pt x="188" y="11"/>
                  </a:cubicBezTo>
                  <a:cubicBezTo>
                    <a:pt x="189" y="9"/>
                    <a:pt x="189" y="9"/>
                    <a:pt x="189" y="9"/>
                  </a:cubicBezTo>
                  <a:cubicBezTo>
                    <a:pt x="191" y="9"/>
                    <a:pt x="195" y="6"/>
                    <a:pt x="196" y="4"/>
                  </a:cubicBezTo>
                  <a:cubicBezTo>
                    <a:pt x="193" y="5"/>
                    <a:pt x="193" y="5"/>
                    <a:pt x="193" y="5"/>
                  </a:cubicBezTo>
                  <a:cubicBezTo>
                    <a:pt x="191" y="5"/>
                    <a:pt x="191" y="5"/>
                    <a:pt x="191" y="5"/>
                  </a:cubicBezTo>
                  <a:cubicBezTo>
                    <a:pt x="189" y="5"/>
                    <a:pt x="188" y="6"/>
                    <a:pt x="188" y="8"/>
                  </a:cubicBezTo>
                  <a:cubicBezTo>
                    <a:pt x="186" y="9"/>
                    <a:pt x="186" y="9"/>
                    <a:pt x="186" y="9"/>
                  </a:cubicBezTo>
                  <a:cubicBezTo>
                    <a:pt x="186" y="10"/>
                    <a:pt x="186" y="10"/>
                    <a:pt x="186" y="10"/>
                  </a:cubicBezTo>
                  <a:cubicBezTo>
                    <a:pt x="185" y="11"/>
                    <a:pt x="184" y="11"/>
                    <a:pt x="182" y="11"/>
                  </a:cubicBezTo>
                  <a:cubicBezTo>
                    <a:pt x="182" y="12"/>
                    <a:pt x="182" y="12"/>
                    <a:pt x="182" y="12"/>
                  </a:cubicBezTo>
                  <a:cubicBezTo>
                    <a:pt x="182" y="14"/>
                    <a:pt x="182" y="15"/>
                    <a:pt x="181" y="17"/>
                  </a:cubicBezTo>
                  <a:cubicBezTo>
                    <a:pt x="181" y="16"/>
                    <a:pt x="180" y="15"/>
                    <a:pt x="178" y="14"/>
                  </a:cubicBezTo>
                  <a:cubicBezTo>
                    <a:pt x="178" y="14"/>
                    <a:pt x="178" y="14"/>
                    <a:pt x="178" y="14"/>
                  </a:cubicBezTo>
                  <a:cubicBezTo>
                    <a:pt x="175" y="13"/>
                    <a:pt x="175" y="13"/>
                    <a:pt x="175" y="13"/>
                  </a:cubicBezTo>
                  <a:cubicBezTo>
                    <a:pt x="175" y="12"/>
                    <a:pt x="175" y="12"/>
                    <a:pt x="175" y="12"/>
                  </a:cubicBezTo>
                  <a:cubicBezTo>
                    <a:pt x="174" y="12"/>
                    <a:pt x="174" y="11"/>
                    <a:pt x="173" y="11"/>
                  </a:cubicBezTo>
                  <a:cubicBezTo>
                    <a:pt x="174" y="10"/>
                    <a:pt x="174" y="9"/>
                    <a:pt x="175" y="8"/>
                  </a:cubicBezTo>
                  <a:cubicBezTo>
                    <a:pt x="174" y="6"/>
                    <a:pt x="174" y="6"/>
                    <a:pt x="174" y="6"/>
                  </a:cubicBezTo>
                  <a:cubicBezTo>
                    <a:pt x="173" y="6"/>
                    <a:pt x="173" y="6"/>
                    <a:pt x="173" y="6"/>
                  </a:cubicBezTo>
                  <a:cubicBezTo>
                    <a:pt x="171" y="6"/>
                    <a:pt x="171" y="6"/>
                    <a:pt x="171" y="6"/>
                  </a:cubicBezTo>
                  <a:cubicBezTo>
                    <a:pt x="172" y="5"/>
                    <a:pt x="172" y="5"/>
                    <a:pt x="172" y="5"/>
                  </a:cubicBezTo>
                  <a:cubicBezTo>
                    <a:pt x="169" y="5"/>
                    <a:pt x="169" y="5"/>
                    <a:pt x="169" y="5"/>
                  </a:cubicBezTo>
                  <a:cubicBezTo>
                    <a:pt x="169" y="3"/>
                    <a:pt x="169" y="3"/>
                    <a:pt x="169" y="3"/>
                  </a:cubicBezTo>
                  <a:cubicBezTo>
                    <a:pt x="170" y="2"/>
                    <a:pt x="170" y="2"/>
                    <a:pt x="170" y="2"/>
                  </a:cubicBezTo>
                  <a:cubicBezTo>
                    <a:pt x="169" y="1"/>
                    <a:pt x="168" y="1"/>
                    <a:pt x="167" y="0"/>
                  </a:cubicBezTo>
                  <a:cubicBezTo>
                    <a:pt x="166" y="0"/>
                    <a:pt x="166" y="0"/>
                    <a:pt x="166" y="0"/>
                  </a:cubicBezTo>
                  <a:cubicBezTo>
                    <a:pt x="165" y="0"/>
                    <a:pt x="165" y="0"/>
                    <a:pt x="165" y="0"/>
                  </a:cubicBezTo>
                  <a:cubicBezTo>
                    <a:pt x="164" y="1"/>
                    <a:pt x="164" y="1"/>
                    <a:pt x="164" y="1"/>
                  </a:cubicBezTo>
                  <a:cubicBezTo>
                    <a:pt x="164" y="1"/>
                    <a:pt x="164" y="1"/>
                    <a:pt x="164" y="1"/>
                  </a:cubicBezTo>
                  <a:cubicBezTo>
                    <a:pt x="163" y="1"/>
                    <a:pt x="163" y="1"/>
                    <a:pt x="163" y="1"/>
                  </a:cubicBezTo>
                  <a:cubicBezTo>
                    <a:pt x="163" y="3"/>
                    <a:pt x="163" y="3"/>
                    <a:pt x="163" y="3"/>
                  </a:cubicBezTo>
                  <a:cubicBezTo>
                    <a:pt x="162" y="3"/>
                    <a:pt x="162" y="3"/>
                    <a:pt x="162" y="3"/>
                  </a:cubicBezTo>
                  <a:cubicBezTo>
                    <a:pt x="161" y="1"/>
                    <a:pt x="161" y="1"/>
                    <a:pt x="161" y="1"/>
                  </a:cubicBezTo>
                  <a:cubicBezTo>
                    <a:pt x="160" y="2"/>
                    <a:pt x="160" y="2"/>
                    <a:pt x="160" y="2"/>
                  </a:cubicBezTo>
                  <a:cubicBezTo>
                    <a:pt x="160" y="1"/>
                    <a:pt x="160" y="1"/>
                    <a:pt x="160" y="1"/>
                  </a:cubicBezTo>
                  <a:cubicBezTo>
                    <a:pt x="158" y="2"/>
                    <a:pt x="158" y="2"/>
                    <a:pt x="158" y="2"/>
                  </a:cubicBezTo>
                  <a:cubicBezTo>
                    <a:pt x="158" y="3"/>
                    <a:pt x="158" y="3"/>
                    <a:pt x="158" y="3"/>
                  </a:cubicBezTo>
                  <a:cubicBezTo>
                    <a:pt x="157" y="2"/>
                    <a:pt x="157" y="2"/>
                    <a:pt x="157" y="2"/>
                  </a:cubicBezTo>
                  <a:cubicBezTo>
                    <a:pt x="156" y="4"/>
                    <a:pt x="158" y="6"/>
                    <a:pt x="158" y="8"/>
                  </a:cubicBezTo>
                  <a:cubicBezTo>
                    <a:pt x="161" y="12"/>
                    <a:pt x="159" y="13"/>
                    <a:pt x="160" y="17"/>
                  </a:cubicBezTo>
                  <a:cubicBezTo>
                    <a:pt x="161" y="18"/>
                    <a:pt x="161" y="18"/>
                    <a:pt x="161" y="18"/>
                  </a:cubicBezTo>
                  <a:cubicBezTo>
                    <a:pt x="160" y="19"/>
                    <a:pt x="160" y="18"/>
                    <a:pt x="159" y="17"/>
                  </a:cubicBezTo>
                  <a:cubicBezTo>
                    <a:pt x="157" y="18"/>
                    <a:pt x="157" y="18"/>
                    <a:pt x="157" y="18"/>
                  </a:cubicBezTo>
                  <a:cubicBezTo>
                    <a:pt x="158" y="17"/>
                    <a:pt x="158" y="17"/>
                    <a:pt x="159" y="16"/>
                  </a:cubicBezTo>
                  <a:cubicBezTo>
                    <a:pt x="156" y="18"/>
                    <a:pt x="155" y="18"/>
                    <a:pt x="158" y="21"/>
                  </a:cubicBezTo>
                  <a:cubicBezTo>
                    <a:pt x="157" y="21"/>
                    <a:pt x="157" y="21"/>
                    <a:pt x="157" y="21"/>
                  </a:cubicBezTo>
                  <a:cubicBezTo>
                    <a:pt x="156" y="19"/>
                    <a:pt x="156" y="19"/>
                    <a:pt x="156" y="19"/>
                  </a:cubicBezTo>
                  <a:cubicBezTo>
                    <a:pt x="155" y="21"/>
                    <a:pt x="155" y="21"/>
                    <a:pt x="155" y="21"/>
                  </a:cubicBezTo>
                  <a:cubicBezTo>
                    <a:pt x="154" y="20"/>
                    <a:pt x="154" y="20"/>
                    <a:pt x="154" y="20"/>
                  </a:cubicBezTo>
                  <a:cubicBezTo>
                    <a:pt x="154" y="19"/>
                    <a:pt x="154" y="19"/>
                    <a:pt x="154" y="19"/>
                  </a:cubicBezTo>
                  <a:cubicBezTo>
                    <a:pt x="153" y="19"/>
                    <a:pt x="152" y="20"/>
                    <a:pt x="151" y="21"/>
                  </a:cubicBezTo>
                  <a:cubicBezTo>
                    <a:pt x="151" y="20"/>
                    <a:pt x="151" y="20"/>
                    <a:pt x="151" y="20"/>
                  </a:cubicBezTo>
                  <a:cubicBezTo>
                    <a:pt x="150" y="16"/>
                    <a:pt x="146" y="16"/>
                    <a:pt x="144" y="19"/>
                  </a:cubicBezTo>
                  <a:cubicBezTo>
                    <a:pt x="145" y="22"/>
                    <a:pt x="141" y="25"/>
                    <a:pt x="142" y="29"/>
                  </a:cubicBezTo>
                  <a:cubicBezTo>
                    <a:pt x="141" y="27"/>
                    <a:pt x="141" y="27"/>
                    <a:pt x="141" y="27"/>
                  </a:cubicBezTo>
                  <a:cubicBezTo>
                    <a:pt x="138" y="27"/>
                    <a:pt x="138" y="27"/>
                    <a:pt x="138" y="27"/>
                  </a:cubicBezTo>
                  <a:cubicBezTo>
                    <a:pt x="139" y="28"/>
                    <a:pt x="139" y="28"/>
                    <a:pt x="139" y="28"/>
                  </a:cubicBezTo>
                  <a:cubicBezTo>
                    <a:pt x="140" y="27"/>
                    <a:pt x="140" y="27"/>
                    <a:pt x="140" y="27"/>
                  </a:cubicBezTo>
                  <a:cubicBezTo>
                    <a:pt x="138" y="28"/>
                    <a:pt x="140" y="29"/>
                    <a:pt x="140" y="31"/>
                  </a:cubicBezTo>
                  <a:cubicBezTo>
                    <a:pt x="138" y="28"/>
                    <a:pt x="136" y="24"/>
                    <a:pt x="133" y="22"/>
                  </a:cubicBezTo>
                  <a:cubicBezTo>
                    <a:pt x="133" y="22"/>
                    <a:pt x="133" y="22"/>
                    <a:pt x="133" y="22"/>
                  </a:cubicBezTo>
                  <a:cubicBezTo>
                    <a:pt x="132" y="20"/>
                    <a:pt x="132" y="20"/>
                    <a:pt x="132" y="20"/>
                  </a:cubicBezTo>
                  <a:cubicBezTo>
                    <a:pt x="131" y="20"/>
                    <a:pt x="131" y="20"/>
                    <a:pt x="131" y="20"/>
                  </a:cubicBezTo>
                  <a:cubicBezTo>
                    <a:pt x="129" y="20"/>
                    <a:pt x="129" y="20"/>
                    <a:pt x="129" y="20"/>
                  </a:cubicBezTo>
                  <a:cubicBezTo>
                    <a:pt x="128" y="20"/>
                    <a:pt x="128" y="20"/>
                    <a:pt x="128" y="20"/>
                  </a:cubicBezTo>
                  <a:cubicBezTo>
                    <a:pt x="127" y="20"/>
                    <a:pt x="126" y="19"/>
                    <a:pt x="124" y="19"/>
                  </a:cubicBezTo>
                  <a:cubicBezTo>
                    <a:pt x="122" y="23"/>
                    <a:pt x="126" y="26"/>
                    <a:pt x="126" y="30"/>
                  </a:cubicBezTo>
                  <a:cubicBezTo>
                    <a:pt x="127" y="32"/>
                    <a:pt x="127" y="32"/>
                    <a:pt x="127" y="32"/>
                  </a:cubicBezTo>
                  <a:cubicBezTo>
                    <a:pt x="128" y="31"/>
                    <a:pt x="128" y="31"/>
                    <a:pt x="128" y="31"/>
                  </a:cubicBezTo>
                  <a:cubicBezTo>
                    <a:pt x="129" y="33"/>
                    <a:pt x="130" y="35"/>
                    <a:pt x="129" y="37"/>
                  </a:cubicBezTo>
                  <a:cubicBezTo>
                    <a:pt x="129" y="37"/>
                    <a:pt x="129" y="37"/>
                    <a:pt x="129" y="37"/>
                  </a:cubicBezTo>
                  <a:cubicBezTo>
                    <a:pt x="129" y="40"/>
                    <a:pt x="129" y="40"/>
                    <a:pt x="129" y="40"/>
                  </a:cubicBezTo>
                  <a:cubicBezTo>
                    <a:pt x="130" y="41"/>
                    <a:pt x="130" y="42"/>
                    <a:pt x="130" y="43"/>
                  </a:cubicBezTo>
                  <a:cubicBezTo>
                    <a:pt x="130" y="44"/>
                    <a:pt x="130" y="44"/>
                    <a:pt x="130" y="44"/>
                  </a:cubicBezTo>
                  <a:cubicBezTo>
                    <a:pt x="129" y="42"/>
                    <a:pt x="129" y="41"/>
                    <a:pt x="127" y="39"/>
                  </a:cubicBezTo>
                  <a:cubicBezTo>
                    <a:pt x="127" y="38"/>
                    <a:pt x="127" y="36"/>
                    <a:pt x="127" y="34"/>
                  </a:cubicBezTo>
                  <a:cubicBezTo>
                    <a:pt x="126" y="33"/>
                    <a:pt x="126" y="33"/>
                    <a:pt x="126" y="33"/>
                  </a:cubicBezTo>
                  <a:cubicBezTo>
                    <a:pt x="125" y="32"/>
                    <a:pt x="125" y="31"/>
                    <a:pt x="124" y="30"/>
                  </a:cubicBezTo>
                  <a:cubicBezTo>
                    <a:pt x="122" y="30"/>
                    <a:pt x="121" y="29"/>
                    <a:pt x="120" y="29"/>
                  </a:cubicBezTo>
                  <a:cubicBezTo>
                    <a:pt x="120" y="27"/>
                    <a:pt x="121" y="24"/>
                    <a:pt x="118" y="23"/>
                  </a:cubicBezTo>
                  <a:cubicBezTo>
                    <a:pt x="117" y="24"/>
                    <a:pt x="117" y="24"/>
                    <a:pt x="117" y="24"/>
                  </a:cubicBezTo>
                  <a:cubicBezTo>
                    <a:pt x="118" y="22"/>
                    <a:pt x="118" y="22"/>
                    <a:pt x="118" y="22"/>
                  </a:cubicBezTo>
                  <a:cubicBezTo>
                    <a:pt x="116" y="20"/>
                    <a:pt x="116" y="20"/>
                    <a:pt x="116" y="20"/>
                  </a:cubicBezTo>
                  <a:cubicBezTo>
                    <a:pt x="116" y="20"/>
                    <a:pt x="116" y="20"/>
                    <a:pt x="116" y="20"/>
                  </a:cubicBezTo>
                  <a:cubicBezTo>
                    <a:pt x="114" y="21"/>
                    <a:pt x="114" y="21"/>
                    <a:pt x="114" y="21"/>
                  </a:cubicBezTo>
                  <a:cubicBezTo>
                    <a:pt x="114" y="20"/>
                    <a:pt x="114" y="20"/>
                    <a:pt x="115" y="19"/>
                  </a:cubicBezTo>
                  <a:cubicBezTo>
                    <a:pt x="113" y="18"/>
                    <a:pt x="113" y="18"/>
                    <a:pt x="113" y="18"/>
                  </a:cubicBezTo>
                  <a:cubicBezTo>
                    <a:pt x="112" y="21"/>
                    <a:pt x="112" y="21"/>
                    <a:pt x="112" y="21"/>
                  </a:cubicBezTo>
                  <a:cubicBezTo>
                    <a:pt x="112" y="19"/>
                    <a:pt x="112" y="19"/>
                    <a:pt x="112" y="19"/>
                  </a:cubicBezTo>
                  <a:cubicBezTo>
                    <a:pt x="111" y="19"/>
                    <a:pt x="111" y="19"/>
                    <a:pt x="111" y="19"/>
                  </a:cubicBezTo>
                  <a:cubicBezTo>
                    <a:pt x="110" y="19"/>
                    <a:pt x="109" y="20"/>
                    <a:pt x="109" y="21"/>
                  </a:cubicBezTo>
                  <a:cubicBezTo>
                    <a:pt x="109" y="22"/>
                    <a:pt x="108" y="23"/>
                    <a:pt x="109" y="25"/>
                  </a:cubicBezTo>
                  <a:cubicBezTo>
                    <a:pt x="107" y="24"/>
                    <a:pt x="107" y="24"/>
                    <a:pt x="107" y="24"/>
                  </a:cubicBezTo>
                  <a:cubicBezTo>
                    <a:pt x="107" y="24"/>
                    <a:pt x="107" y="24"/>
                    <a:pt x="107" y="24"/>
                  </a:cubicBezTo>
                  <a:cubicBezTo>
                    <a:pt x="106" y="24"/>
                    <a:pt x="106" y="24"/>
                    <a:pt x="106" y="24"/>
                  </a:cubicBezTo>
                  <a:cubicBezTo>
                    <a:pt x="104" y="24"/>
                    <a:pt x="102" y="24"/>
                    <a:pt x="102" y="26"/>
                  </a:cubicBezTo>
                  <a:cubicBezTo>
                    <a:pt x="102" y="28"/>
                    <a:pt x="102" y="28"/>
                    <a:pt x="102" y="28"/>
                  </a:cubicBezTo>
                  <a:cubicBezTo>
                    <a:pt x="102" y="29"/>
                    <a:pt x="102" y="29"/>
                    <a:pt x="101" y="29"/>
                  </a:cubicBezTo>
                  <a:cubicBezTo>
                    <a:pt x="101" y="30"/>
                    <a:pt x="101" y="30"/>
                    <a:pt x="101" y="30"/>
                  </a:cubicBezTo>
                  <a:cubicBezTo>
                    <a:pt x="103" y="32"/>
                    <a:pt x="104" y="38"/>
                    <a:pt x="102" y="41"/>
                  </a:cubicBezTo>
                  <a:cubicBezTo>
                    <a:pt x="102" y="40"/>
                    <a:pt x="101" y="39"/>
                    <a:pt x="100" y="39"/>
                  </a:cubicBezTo>
                  <a:cubicBezTo>
                    <a:pt x="100" y="41"/>
                    <a:pt x="100" y="41"/>
                    <a:pt x="100" y="41"/>
                  </a:cubicBezTo>
                  <a:cubicBezTo>
                    <a:pt x="98" y="39"/>
                    <a:pt x="98" y="39"/>
                    <a:pt x="98" y="39"/>
                  </a:cubicBezTo>
                  <a:cubicBezTo>
                    <a:pt x="98" y="38"/>
                    <a:pt x="97" y="36"/>
                    <a:pt x="97" y="34"/>
                  </a:cubicBezTo>
                  <a:cubicBezTo>
                    <a:pt x="96" y="34"/>
                    <a:pt x="95" y="33"/>
                    <a:pt x="93" y="33"/>
                  </a:cubicBezTo>
                  <a:cubicBezTo>
                    <a:pt x="93" y="32"/>
                    <a:pt x="93" y="32"/>
                    <a:pt x="93" y="32"/>
                  </a:cubicBezTo>
                  <a:cubicBezTo>
                    <a:pt x="92" y="30"/>
                    <a:pt x="92" y="30"/>
                    <a:pt x="92" y="30"/>
                  </a:cubicBezTo>
                  <a:cubicBezTo>
                    <a:pt x="92" y="30"/>
                    <a:pt x="92" y="30"/>
                    <a:pt x="92" y="30"/>
                  </a:cubicBezTo>
                  <a:cubicBezTo>
                    <a:pt x="91" y="28"/>
                    <a:pt x="91" y="26"/>
                    <a:pt x="90" y="25"/>
                  </a:cubicBezTo>
                  <a:cubicBezTo>
                    <a:pt x="89" y="24"/>
                    <a:pt x="89" y="24"/>
                    <a:pt x="89" y="24"/>
                  </a:cubicBezTo>
                  <a:cubicBezTo>
                    <a:pt x="89" y="22"/>
                    <a:pt x="89" y="22"/>
                    <a:pt x="89" y="22"/>
                  </a:cubicBezTo>
                  <a:cubicBezTo>
                    <a:pt x="89" y="23"/>
                    <a:pt x="89" y="23"/>
                    <a:pt x="89" y="23"/>
                  </a:cubicBezTo>
                  <a:cubicBezTo>
                    <a:pt x="87" y="22"/>
                    <a:pt x="87" y="22"/>
                    <a:pt x="87" y="22"/>
                  </a:cubicBezTo>
                  <a:cubicBezTo>
                    <a:pt x="86" y="24"/>
                    <a:pt x="86" y="24"/>
                    <a:pt x="86" y="24"/>
                  </a:cubicBezTo>
                  <a:cubicBezTo>
                    <a:pt x="85" y="24"/>
                    <a:pt x="85" y="24"/>
                    <a:pt x="85" y="24"/>
                  </a:cubicBezTo>
                  <a:cubicBezTo>
                    <a:pt x="84" y="24"/>
                    <a:pt x="83" y="25"/>
                    <a:pt x="82" y="25"/>
                  </a:cubicBezTo>
                  <a:cubicBezTo>
                    <a:pt x="83" y="26"/>
                    <a:pt x="83" y="26"/>
                    <a:pt x="83" y="26"/>
                  </a:cubicBezTo>
                  <a:cubicBezTo>
                    <a:pt x="82" y="27"/>
                    <a:pt x="82" y="27"/>
                    <a:pt x="82" y="27"/>
                  </a:cubicBezTo>
                  <a:cubicBezTo>
                    <a:pt x="83" y="28"/>
                    <a:pt x="83" y="30"/>
                    <a:pt x="83" y="31"/>
                  </a:cubicBezTo>
                  <a:cubicBezTo>
                    <a:pt x="84" y="33"/>
                    <a:pt x="85" y="34"/>
                    <a:pt x="85" y="36"/>
                  </a:cubicBezTo>
                  <a:cubicBezTo>
                    <a:pt x="84" y="36"/>
                    <a:pt x="84" y="36"/>
                    <a:pt x="84" y="36"/>
                  </a:cubicBezTo>
                  <a:cubicBezTo>
                    <a:pt x="85" y="38"/>
                    <a:pt x="87" y="41"/>
                    <a:pt x="85" y="43"/>
                  </a:cubicBezTo>
                  <a:cubicBezTo>
                    <a:pt x="85" y="44"/>
                    <a:pt x="85" y="44"/>
                    <a:pt x="85" y="44"/>
                  </a:cubicBezTo>
                  <a:cubicBezTo>
                    <a:pt x="85" y="45"/>
                    <a:pt x="85" y="45"/>
                    <a:pt x="85" y="45"/>
                  </a:cubicBezTo>
                  <a:cubicBezTo>
                    <a:pt x="85" y="46"/>
                    <a:pt x="84" y="47"/>
                    <a:pt x="83" y="48"/>
                  </a:cubicBezTo>
                  <a:cubicBezTo>
                    <a:pt x="84" y="49"/>
                    <a:pt x="84" y="49"/>
                    <a:pt x="84" y="49"/>
                  </a:cubicBezTo>
                  <a:cubicBezTo>
                    <a:pt x="83" y="50"/>
                    <a:pt x="83" y="50"/>
                    <a:pt x="83" y="50"/>
                  </a:cubicBezTo>
                  <a:cubicBezTo>
                    <a:pt x="83" y="48"/>
                    <a:pt x="83" y="48"/>
                    <a:pt x="83" y="48"/>
                  </a:cubicBezTo>
                  <a:cubicBezTo>
                    <a:pt x="81" y="48"/>
                    <a:pt x="81" y="48"/>
                    <a:pt x="81" y="48"/>
                  </a:cubicBezTo>
                  <a:cubicBezTo>
                    <a:pt x="82" y="49"/>
                    <a:pt x="82" y="49"/>
                    <a:pt x="82" y="49"/>
                  </a:cubicBezTo>
                  <a:cubicBezTo>
                    <a:pt x="83" y="50"/>
                    <a:pt x="83" y="50"/>
                    <a:pt x="83" y="50"/>
                  </a:cubicBezTo>
                  <a:cubicBezTo>
                    <a:pt x="82" y="52"/>
                    <a:pt x="82" y="52"/>
                    <a:pt x="82" y="52"/>
                  </a:cubicBezTo>
                  <a:cubicBezTo>
                    <a:pt x="81" y="52"/>
                    <a:pt x="81" y="52"/>
                    <a:pt x="81" y="52"/>
                  </a:cubicBezTo>
                  <a:cubicBezTo>
                    <a:pt x="80" y="50"/>
                    <a:pt x="80" y="50"/>
                    <a:pt x="80" y="50"/>
                  </a:cubicBezTo>
                  <a:cubicBezTo>
                    <a:pt x="80" y="48"/>
                    <a:pt x="80" y="48"/>
                    <a:pt x="80" y="48"/>
                  </a:cubicBezTo>
                  <a:cubicBezTo>
                    <a:pt x="79" y="48"/>
                    <a:pt x="79" y="48"/>
                    <a:pt x="79" y="48"/>
                  </a:cubicBezTo>
                  <a:cubicBezTo>
                    <a:pt x="78" y="50"/>
                    <a:pt x="78" y="50"/>
                    <a:pt x="78" y="50"/>
                  </a:cubicBezTo>
                  <a:cubicBezTo>
                    <a:pt x="78" y="48"/>
                    <a:pt x="78" y="46"/>
                    <a:pt x="79" y="44"/>
                  </a:cubicBezTo>
                  <a:cubicBezTo>
                    <a:pt x="77" y="43"/>
                    <a:pt x="77" y="43"/>
                    <a:pt x="77" y="43"/>
                  </a:cubicBezTo>
                  <a:cubicBezTo>
                    <a:pt x="75" y="45"/>
                    <a:pt x="73" y="47"/>
                    <a:pt x="72" y="49"/>
                  </a:cubicBezTo>
                  <a:cubicBezTo>
                    <a:pt x="71" y="53"/>
                    <a:pt x="72" y="56"/>
                    <a:pt x="73" y="59"/>
                  </a:cubicBezTo>
                  <a:cubicBezTo>
                    <a:pt x="72" y="59"/>
                    <a:pt x="72" y="59"/>
                    <a:pt x="72" y="59"/>
                  </a:cubicBezTo>
                  <a:cubicBezTo>
                    <a:pt x="70" y="54"/>
                    <a:pt x="70" y="54"/>
                    <a:pt x="70" y="54"/>
                  </a:cubicBezTo>
                  <a:cubicBezTo>
                    <a:pt x="69" y="54"/>
                    <a:pt x="69" y="54"/>
                    <a:pt x="69" y="54"/>
                  </a:cubicBezTo>
                  <a:cubicBezTo>
                    <a:pt x="69" y="58"/>
                    <a:pt x="70" y="60"/>
                    <a:pt x="69" y="63"/>
                  </a:cubicBezTo>
                  <a:cubicBezTo>
                    <a:pt x="69" y="64"/>
                    <a:pt x="70" y="65"/>
                    <a:pt x="70" y="67"/>
                  </a:cubicBezTo>
                  <a:cubicBezTo>
                    <a:pt x="70" y="67"/>
                    <a:pt x="70" y="67"/>
                    <a:pt x="69" y="68"/>
                  </a:cubicBezTo>
                  <a:cubicBezTo>
                    <a:pt x="69" y="68"/>
                    <a:pt x="69" y="67"/>
                    <a:pt x="69" y="67"/>
                  </a:cubicBezTo>
                  <a:cubicBezTo>
                    <a:pt x="69" y="67"/>
                    <a:pt x="69" y="67"/>
                    <a:pt x="69" y="67"/>
                  </a:cubicBezTo>
                  <a:cubicBezTo>
                    <a:pt x="69" y="64"/>
                    <a:pt x="67" y="62"/>
                    <a:pt x="67" y="59"/>
                  </a:cubicBezTo>
                  <a:cubicBezTo>
                    <a:pt x="67" y="56"/>
                    <a:pt x="67" y="54"/>
                    <a:pt x="65" y="53"/>
                  </a:cubicBezTo>
                  <a:cubicBezTo>
                    <a:pt x="64" y="54"/>
                    <a:pt x="63" y="54"/>
                    <a:pt x="61" y="54"/>
                  </a:cubicBezTo>
                  <a:cubicBezTo>
                    <a:pt x="64" y="52"/>
                    <a:pt x="65" y="50"/>
                    <a:pt x="65" y="47"/>
                  </a:cubicBezTo>
                  <a:cubicBezTo>
                    <a:pt x="63" y="47"/>
                    <a:pt x="62" y="48"/>
                    <a:pt x="61" y="49"/>
                  </a:cubicBezTo>
                  <a:cubicBezTo>
                    <a:pt x="62" y="47"/>
                    <a:pt x="64" y="46"/>
                    <a:pt x="62" y="45"/>
                  </a:cubicBezTo>
                  <a:cubicBezTo>
                    <a:pt x="60" y="44"/>
                    <a:pt x="58" y="45"/>
                    <a:pt x="57" y="43"/>
                  </a:cubicBezTo>
                  <a:cubicBezTo>
                    <a:pt x="58" y="41"/>
                    <a:pt x="57" y="40"/>
                    <a:pt x="56" y="39"/>
                  </a:cubicBezTo>
                  <a:cubicBezTo>
                    <a:pt x="56" y="39"/>
                    <a:pt x="56" y="39"/>
                    <a:pt x="56" y="39"/>
                  </a:cubicBezTo>
                  <a:cubicBezTo>
                    <a:pt x="58" y="39"/>
                    <a:pt x="59" y="42"/>
                    <a:pt x="60" y="43"/>
                  </a:cubicBezTo>
                  <a:cubicBezTo>
                    <a:pt x="62" y="43"/>
                    <a:pt x="62" y="43"/>
                    <a:pt x="62" y="43"/>
                  </a:cubicBezTo>
                  <a:cubicBezTo>
                    <a:pt x="63" y="42"/>
                    <a:pt x="64" y="41"/>
                    <a:pt x="64" y="41"/>
                  </a:cubicBezTo>
                  <a:cubicBezTo>
                    <a:pt x="64" y="40"/>
                    <a:pt x="63" y="39"/>
                    <a:pt x="62" y="39"/>
                  </a:cubicBezTo>
                  <a:cubicBezTo>
                    <a:pt x="64" y="39"/>
                    <a:pt x="65" y="37"/>
                    <a:pt x="66" y="35"/>
                  </a:cubicBezTo>
                  <a:cubicBezTo>
                    <a:pt x="65" y="34"/>
                    <a:pt x="65" y="34"/>
                    <a:pt x="65" y="34"/>
                  </a:cubicBezTo>
                  <a:cubicBezTo>
                    <a:pt x="65" y="33"/>
                    <a:pt x="65" y="33"/>
                    <a:pt x="65" y="33"/>
                  </a:cubicBezTo>
                  <a:cubicBezTo>
                    <a:pt x="65" y="32"/>
                    <a:pt x="65" y="32"/>
                    <a:pt x="65" y="32"/>
                  </a:cubicBezTo>
                  <a:cubicBezTo>
                    <a:pt x="65" y="31"/>
                    <a:pt x="65" y="31"/>
                    <a:pt x="65" y="31"/>
                  </a:cubicBezTo>
                  <a:cubicBezTo>
                    <a:pt x="62" y="32"/>
                    <a:pt x="62" y="32"/>
                    <a:pt x="62" y="32"/>
                  </a:cubicBezTo>
                  <a:cubicBezTo>
                    <a:pt x="64" y="30"/>
                    <a:pt x="64" y="30"/>
                    <a:pt x="64" y="30"/>
                  </a:cubicBezTo>
                  <a:cubicBezTo>
                    <a:pt x="62" y="30"/>
                    <a:pt x="61" y="31"/>
                    <a:pt x="59" y="31"/>
                  </a:cubicBezTo>
                  <a:cubicBezTo>
                    <a:pt x="59" y="31"/>
                    <a:pt x="59" y="31"/>
                    <a:pt x="59" y="30"/>
                  </a:cubicBezTo>
                  <a:cubicBezTo>
                    <a:pt x="61" y="30"/>
                    <a:pt x="63" y="29"/>
                    <a:pt x="65" y="29"/>
                  </a:cubicBezTo>
                  <a:cubicBezTo>
                    <a:pt x="64" y="28"/>
                    <a:pt x="64" y="28"/>
                    <a:pt x="64" y="28"/>
                  </a:cubicBezTo>
                  <a:cubicBezTo>
                    <a:pt x="63" y="27"/>
                    <a:pt x="63" y="27"/>
                    <a:pt x="63" y="27"/>
                  </a:cubicBezTo>
                  <a:cubicBezTo>
                    <a:pt x="61" y="28"/>
                    <a:pt x="61" y="28"/>
                    <a:pt x="61" y="28"/>
                  </a:cubicBezTo>
                  <a:cubicBezTo>
                    <a:pt x="60" y="26"/>
                    <a:pt x="60" y="26"/>
                    <a:pt x="60" y="26"/>
                  </a:cubicBezTo>
                  <a:cubicBezTo>
                    <a:pt x="61" y="25"/>
                    <a:pt x="61" y="25"/>
                    <a:pt x="61" y="25"/>
                  </a:cubicBezTo>
                  <a:cubicBezTo>
                    <a:pt x="60" y="24"/>
                    <a:pt x="60" y="24"/>
                    <a:pt x="60" y="24"/>
                  </a:cubicBezTo>
                  <a:cubicBezTo>
                    <a:pt x="58" y="25"/>
                    <a:pt x="59" y="25"/>
                    <a:pt x="59" y="27"/>
                  </a:cubicBezTo>
                  <a:cubicBezTo>
                    <a:pt x="58" y="28"/>
                    <a:pt x="58" y="28"/>
                    <a:pt x="58" y="28"/>
                  </a:cubicBezTo>
                  <a:cubicBezTo>
                    <a:pt x="59" y="26"/>
                    <a:pt x="59" y="26"/>
                    <a:pt x="59" y="26"/>
                  </a:cubicBezTo>
                  <a:cubicBezTo>
                    <a:pt x="58" y="25"/>
                    <a:pt x="58" y="25"/>
                    <a:pt x="58" y="25"/>
                  </a:cubicBezTo>
                  <a:cubicBezTo>
                    <a:pt x="56" y="26"/>
                    <a:pt x="57" y="21"/>
                    <a:pt x="56" y="20"/>
                  </a:cubicBezTo>
                  <a:cubicBezTo>
                    <a:pt x="55" y="19"/>
                    <a:pt x="55" y="19"/>
                    <a:pt x="55" y="19"/>
                  </a:cubicBezTo>
                  <a:cubicBezTo>
                    <a:pt x="54" y="19"/>
                    <a:pt x="54" y="19"/>
                    <a:pt x="54" y="19"/>
                  </a:cubicBezTo>
                  <a:cubicBezTo>
                    <a:pt x="53" y="18"/>
                    <a:pt x="53" y="18"/>
                    <a:pt x="53" y="18"/>
                  </a:cubicBezTo>
                  <a:cubicBezTo>
                    <a:pt x="52" y="19"/>
                    <a:pt x="52" y="19"/>
                    <a:pt x="52" y="19"/>
                  </a:cubicBezTo>
                  <a:cubicBezTo>
                    <a:pt x="53" y="17"/>
                    <a:pt x="53" y="17"/>
                    <a:pt x="53" y="17"/>
                  </a:cubicBezTo>
                  <a:cubicBezTo>
                    <a:pt x="52" y="16"/>
                    <a:pt x="52" y="16"/>
                    <a:pt x="52" y="16"/>
                  </a:cubicBezTo>
                  <a:cubicBezTo>
                    <a:pt x="50" y="16"/>
                    <a:pt x="50" y="16"/>
                    <a:pt x="50" y="16"/>
                  </a:cubicBezTo>
                  <a:cubicBezTo>
                    <a:pt x="49" y="15"/>
                    <a:pt x="49" y="15"/>
                    <a:pt x="49" y="15"/>
                  </a:cubicBezTo>
                  <a:cubicBezTo>
                    <a:pt x="49" y="16"/>
                    <a:pt x="49" y="16"/>
                    <a:pt x="49" y="16"/>
                  </a:cubicBezTo>
                  <a:cubicBezTo>
                    <a:pt x="49" y="15"/>
                    <a:pt x="49" y="15"/>
                    <a:pt x="49" y="15"/>
                  </a:cubicBezTo>
                  <a:cubicBezTo>
                    <a:pt x="47" y="16"/>
                    <a:pt x="47" y="16"/>
                    <a:pt x="47" y="16"/>
                  </a:cubicBezTo>
                  <a:cubicBezTo>
                    <a:pt x="47" y="13"/>
                    <a:pt x="47" y="13"/>
                    <a:pt x="47" y="13"/>
                  </a:cubicBezTo>
                  <a:cubicBezTo>
                    <a:pt x="48" y="13"/>
                    <a:pt x="48" y="13"/>
                    <a:pt x="48" y="13"/>
                  </a:cubicBezTo>
                  <a:cubicBezTo>
                    <a:pt x="47" y="12"/>
                    <a:pt x="47" y="12"/>
                    <a:pt x="47" y="12"/>
                  </a:cubicBezTo>
                  <a:cubicBezTo>
                    <a:pt x="46" y="11"/>
                    <a:pt x="46" y="11"/>
                    <a:pt x="46" y="11"/>
                  </a:cubicBezTo>
                  <a:cubicBezTo>
                    <a:pt x="44" y="10"/>
                    <a:pt x="45" y="8"/>
                    <a:pt x="43" y="7"/>
                  </a:cubicBezTo>
                  <a:cubicBezTo>
                    <a:pt x="43" y="7"/>
                    <a:pt x="43" y="8"/>
                    <a:pt x="43" y="8"/>
                  </a:cubicBezTo>
                  <a:cubicBezTo>
                    <a:pt x="42" y="8"/>
                    <a:pt x="41" y="7"/>
                    <a:pt x="41" y="7"/>
                  </a:cubicBezTo>
                  <a:cubicBezTo>
                    <a:pt x="38" y="10"/>
                    <a:pt x="36" y="6"/>
                    <a:pt x="33" y="6"/>
                  </a:cubicBezTo>
                  <a:cubicBezTo>
                    <a:pt x="35" y="7"/>
                    <a:pt x="35" y="7"/>
                    <a:pt x="35" y="7"/>
                  </a:cubicBezTo>
                  <a:cubicBezTo>
                    <a:pt x="34" y="8"/>
                    <a:pt x="34" y="8"/>
                    <a:pt x="34" y="8"/>
                  </a:cubicBezTo>
                  <a:cubicBezTo>
                    <a:pt x="34" y="7"/>
                    <a:pt x="34" y="7"/>
                    <a:pt x="34" y="7"/>
                  </a:cubicBezTo>
                  <a:cubicBezTo>
                    <a:pt x="32" y="7"/>
                    <a:pt x="32" y="7"/>
                    <a:pt x="32" y="7"/>
                  </a:cubicBezTo>
                  <a:cubicBezTo>
                    <a:pt x="32" y="8"/>
                    <a:pt x="32" y="8"/>
                    <a:pt x="32" y="8"/>
                  </a:cubicBezTo>
                  <a:cubicBezTo>
                    <a:pt x="30" y="7"/>
                    <a:pt x="30" y="7"/>
                    <a:pt x="30" y="7"/>
                  </a:cubicBezTo>
                  <a:cubicBezTo>
                    <a:pt x="29" y="8"/>
                    <a:pt x="31" y="9"/>
                    <a:pt x="32" y="10"/>
                  </a:cubicBezTo>
                  <a:cubicBezTo>
                    <a:pt x="31" y="11"/>
                    <a:pt x="31" y="11"/>
                    <a:pt x="31" y="11"/>
                  </a:cubicBezTo>
                  <a:cubicBezTo>
                    <a:pt x="29" y="11"/>
                    <a:pt x="29" y="11"/>
                    <a:pt x="29" y="11"/>
                  </a:cubicBezTo>
                  <a:cubicBezTo>
                    <a:pt x="29" y="11"/>
                    <a:pt x="29" y="11"/>
                    <a:pt x="28" y="11"/>
                  </a:cubicBezTo>
                  <a:cubicBezTo>
                    <a:pt x="29" y="13"/>
                    <a:pt x="31" y="14"/>
                    <a:pt x="33" y="14"/>
                  </a:cubicBezTo>
                  <a:cubicBezTo>
                    <a:pt x="34" y="13"/>
                    <a:pt x="35" y="12"/>
                    <a:pt x="36" y="11"/>
                  </a:cubicBezTo>
                  <a:cubicBezTo>
                    <a:pt x="36" y="12"/>
                    <a:pt x="35" y="13"/>
                    <a:pt x="36" y="13"/>
                  </a:cubicBezTo>
                  <a:cubicBezTo>
                    <a:pt x="37" y="13"/>
                    <a:pt x="37" y="12"/>
                    <a:pt x="38" y="11"/>
                  </a:cubicBezTo>
                  <a:cubicBezTo>
                    <a:pt x="38" y="12"/>
                    <a:pt x="38" y="14"/>
                    <a:pt x="38" y="14"/>
                  </a:cubicBezTo>
                  <a:cubicBezTo>
                    <a:pt x="40" y="15"/>
                    <a:pt x="40" y="15"/>
                    <a:pt x="40" y="15"/>
                  </a:cubicBezTo>
                  <a:cubicBezTo>
                    <a:pt x="42" y="13"/>
                    <a:pt x="42" y="13"/>
                    <a:pt x="42" y="13"/>
                  </a:cubicBezTo>
                  <a:cubicBezTo>
                    <a:pt x="42" y="14"/>
                    <a:pt x="42" y="14"/>
                    <a:pt x="42" y="14"/>
                  </a:cubicBezTo>
                  <a:cubicBezTo>
                    <a:pt x="41" y="15"/>
                    <a:pt x="41" y="15"/>
                    <a:pt x="41" y="15"/>
                  </a:cubicBezTo>
                  <a:cubicBezTo>
                    <a:pt x="42" y="16"/>
                    <a:pt x="42" y="16"/>
                    <a:pt x="42" y="16"/>
                  </a:cubicBezTo>
                  <a:cubicBezTo>
                    <a:pt x="43" y="16"/>
                    <a:pt x="43" y="16"/>
                    <a:pt x="44" y="15"/>
                  </a:cubicBezTo>
                  <a:cubicBezTo>
                    <a:pt x="43" y="16"/>
                    <a:pt x="42" y="17"/>
                    <a:pt x="41" y="17"/>
                  </a:cubicBezTo>
                  <a:cubicBezTo>
                    <a:pt x="41" y="18"/>
                    <a:pt x="41" y="18"/>
                    <a:pt x="41" y="18"/>
                  </a:cubicBezTo>
                  <a:cubicBezTo>
                    <a:pt x="40" y="18"/>
                    <a:pt x="40" y="18"/>
                    <a:pt x="40" y="18"/>
                  </a:cubicBezTo>
                  <a:cubicBezTo>
                    <a:pt x="40" y="15"/>
                    <a:pt x="32" y="15"/>
                    <a:pt x="33" y="18"/>
                  </a:cubicBezTo>
                  <a:cubicBezTo>
                    <a:pt x="34" y="22"/>
                    <a:pt x="39" y="24"/>
                    <a:pt x="42" y="25"/>
                  </a:cubicBezTo>
                  <a:cubicBezTo>
                    <a:pt x="43" y="24"/>
                    <a:pt x="43" y="24"/>
                    <a:pt x="43" y="24"/>
                  </a:cubicBezTo>
                  <a:cubicBezTo>
                    <a:pt x="44" y="24"/>
                    <a:pt x="44" y="24"/>
                    <a:pt x="44" y="24"/>
                  </a:cubicBezTo>
                  <a:cubicBezTo>
                    <a:pt x="43" y="25"/>
                    <a:pt x="43" y="25"/>
                    <a:pt x="43" y="25"/>
                  </a:cubicBezTo>
                  <a:cubicBezTo>
                    <a:pt x="42" y="27"/>
                    <a:pt x="43" y="30"/>
                    <a:pt x="44" y="32"/>
                  </a:cubicBezTo>
                  <a:cubicBezTo>
                    <a:pt x="43" y="33"/>
                    <a:pt x="43" y="33"/>
                    <a:pt x="43" y="33"/>
                  </a:cubicBezTo>
                  <a:cubicBezTo>
                    <a:pt x="43" y="35"/>
                    <a:pt x="43" y="35"/>
                    <a:pt x="43" y="35"/>
                  </a:cubicBezTo>
                  <a:cubicBezTo>
                    <a:pt x="42" y="36"/>
                    <a:pt x="42" y="36"/>
                    <a:pt x="42" y="36"/>
                  </a:cubicBezTo>
                  <a:cubicBezTo>
                    <a:pt x="42" y="35"/>
                    <a:pt x="43" y="33"/>
                    <a:pt x="43" y="32"/>
                  </a:cubicBezTo>
                  <a:cubicBezTo>
                    <a:pt x="42" y="33"/>
                    <a:pt x="42" y="33"/>
                    <a:pt x="42" y="33"/>
                  </a:cubicBezTo>
                  <a:cubicBezTo>
                    <a:pt x="42" y="31"/>
                    <a:pt x="42" y="31"/>
                    <a:pt x="42" y="31"/>
                  </a:cubicBezTo>
                  <a:cubicBezTo>
                    <a:pt x="42" y="31"/>
                    <a:pt x="42" y="31"/>
                    <a:pt x="42" y="31"/>
                  </a:cubicBezTo>
                  <a:cubicBezTo>
                    <a:pt x="42" y="31"/>
                    <a:pt x="41" y="30"/>
                    <a:pt x="41" y="29"/>
                  </a:cubicBezTo>
                  <a:cubicBezTo>
                    <a:pt x="40" y="32"/>
                    <a:pt x="39" y="34"/>
                    <a:pt x="39" y="36"/>
                  </a:cubicBezTo>
                  <a:cubicBezTo>
                    <a:pt x="37" y="35"/>
                    <a:pt x="39" y="32"/>
                    <a:pt x="40" y="31"/>
                  </a:cubicBezTo>
                  <a:cubicBezTo>
                    <a:pt x="40" y="29"/>
                    <a:pt x="38" y="28"/>
                    <a:pt x="38" y="26"/>
                  </a:cubicBezTo>
                  <a:cubicBezTo>
                    <a:pt x="35" y="25"/>
                    <a:pt x="36" y="31"/>
                    <a:pt x="35" y="32"/>
                  </a:cubicBezTo>
                  <a:cubicBezTo>
                    <a:pt x="35" y="31"/>
                    <a:pt x="36" y="29"/>
                    <a:pt x="35" y="28"/>
                  </a:cubicBezTo>
                  <a:cubicBezTo>
                    <a:pt x="35" y="29"/>
                    <a:pt x="34" y="30"/>
                    <a:pt x="33" y="30"/>
                  </a:cubicBezTo>
                  <a:cubicBezTo>
                    <a:pt x="35" y="27"/>
                    <a:pt x="35" y="27"/>
                    <a:pt x="35" y="27"/>
                  </a:cubicBezTo>
                  <a:cubicBezTo>
                    <a:pt x="34" y="27"/>
                    <a:pt x="34" y="27"/>
                    <a:pt x="34" y="27"/>
                  </a:cubicBezTo>
                  <a:cubicBezTo>
                    <a:pt x="33" y="26"/>
                    <a:pt x="33" y="26"/>
                    <a:pt x="33" y="26"/>
                  </a:cubicBezTo>
                  <a:cubicBezTo>
                    <a:pt x="33" y="26"/>
                    <a:pt x="33" y="26"/>
                    <a:pt x="33" y="26"/>
                  </a:cubicBezTo>
                  <a:cubicBezTo>
                    <a:pt x="33" y="27"/>
                    <a:pt x="31" y="28"/>
                    <a:pt x="31" y="29"/>
                  </a:cubicBezTo>
                  <a:cubicBezTo>
                    <a:pt x="32" y="27"/>
                    <a:pt x="33" y="25"/>
                    <a:pt x="31" y="23"/>
                  </a:cubicBezTo>
                  <a:cubicBezTo>
                    <a:pt x="31" y="23"/>
                    <a:pt x="31" y="23"/>
                    <a:pt x="31" y="23"/>
                  </a:cubicBezTo>
                  <a:cubicBezTo>
                    <a:pt x="30" y="23"/>
                    <a:pt x="30" y="24"/>
                    <a:pt x="30" y="24"/>
                  </a:cubicBezTo>
                  <a:cubicBezTo>
                    <a:pt x="30" y="21"/>
                    <a:pt x="25" y="19"/>
                    <a:pt x="23" y="18"/>
                  </a:cubicBezTo>
                  <a:cubicBezTo>
                    <a:pt x="22" y="19"/>
                    <a:pt x="22" y="19"/>
                    <a:pt x="22" y="19"/>
                  </a:cubicBezTo>
                  <a:cubicBezTo>
                    <a:pt x="21" y="19"/>
                    <a:pt x="21" y="19"/>
                    <a:pt x="21" y="19"/>
                  </a:cubicBezTo>
                  <a:cubicBezTo>
                    <a:pt x="20" y="20"/>
                    <a:pt x="20" y="20"/>
                    <a:pt x="20" y="20"/>
                  </a:cubicBezTo>
                  <a:cubicBezTo>
                    <a:pt x="20" y="21"/>
                    <a:pt x="20" y="21"/>
                    <a:pt x="20" y="21"/>
                  </a:cubicBezTo>
                  <a:cubicBezTo>
                    <a:pt x="22" y="21"/>
                    <a:pt x="22" y="21"/>
                    <a:pt x="22" y="21"/>
                  </a:cubicBezTo>
                  <a:cubicBezTo>
                    <a:pt x="23" y="22"/>
                    <a:pt x="23" y="22"/>
                    <a:pt x="23" y="23"/>
                  </a:cubicBezTo>
                  <a:cubicBezTo>
                    <a:pt x="22" y="21"/>
                    <a:pt x="20" y="21"/>
                    <a:pt x="19" y="22"/>
                  </a:cubicBezTo>
                  <a:cubicBezTo>
                    <a:pt x="20" y="24"/>
                    <a:pt x="21" y="25"/>
                    <a:pt x="23" y="26"/>
                  </a:cubicBezTo>
                  <a:cubicBezTo>
                    <a:pt x="24" y="28"/>
                    <a:pt x="24" y="28"/>
                    <a:pt x="24" y="28"/>
                  </a:cubicBezTo>
                  <a:cubicBezTo>
                    <a:pt x="24" y="28"/>
                    <a:pt x="24" y="28"/>
                    <a:pt x="24" y="28"/>
                  </a:cubicBezTo>
                  <a:cubicBezTo>
                    <a:pt x="23" y="26"/>
                    <a:pt x="23" y="26"/>
                    <a:pt x="23" y="26"/>
                  </a:cubicBezTo>
                  <a:cubicBezTo>
                    <a:pt x="21" y="28"/>
                    <a:pt x="17" y="22"/>
                    <a:pt x="16" y="25"/>
                  </a:cubicBezTo>
                  <a:cubicBezTo>
                    <a:pt x="14" y="29"/>
                    <a:pt x="22" y="34"/>
                    <a:pt x="25" y="34"/>
                  </a:cubicBezTo>
                  <a:cubicBezTo>
                    <a:pt x="26" y="35"/>
                    <a:pt x="26" y="35"/>
                    <a:pt x="26" y="35"/>
                  </a:cubicBezTo>
                  <a:cubicBezTo>
                    <a:pt x="27" y="35"/>
                    <a:pt x="27" y="35"/>
                    <a:pt x="27" y="35"/>
                  </a:cubicBezTo>
                  <a:cubicBezTo>
                    <a:pt x="26" y="36"/>
                    <a:pt x="22" y="33"/>
                    <a:pt x="21" y="33"/>
                  </a:cubicBezTo>
                  <a:cubicBezTo>
                    <a:pt x="19" y="34"/>
                    <a:pt x="17" y="31"/>
                    <a:pt x="15" y="31"/>
                  </a:cubicBezTo>
                  <a:cubicBezTo>
                    <a:pt x="13" y="33"/>
                    <a:pt x="15" y="36"/>
                    <a:pt x="17" y="38"/>
                  </a:cubicBezTo>
                  <a:cubicBezTo>
                    <a:pt x="18" y="37"/>
                    <a:pt x="20" y="39"/>
                    <a:pt x="22" y="39"/>
                  </a:cubicBezTo>
                  <a:cubicBezTo>
                    <a:pt x="24" y="39"/>
                    <a:pt x="25" y="38"/>
                    <a:pt x="27" y="38"/>
                  </a:cubicBezTo>
                  <a:cubicBezTo>
                    <a:pt x="26" y="39"/>
                    <a:pt x="26" y="39"/>
                    <a:pt x="26" y="39"/>
                  </a:cubicBezTo>
                  <a:cubicBezTo>
                    <a:pt x="26" y="40"/>
                    <a:pt x="26" y="40"/>
                    <a:pt x="26" y="40"/>
                  </a:cubicBezTo>
                  <a:cubicBezTo>
                    <a:pt x="25" y="39"/>
                    <a:pt x="24" y="40"/>
                    <a:pt x="22" y="40"/>
                  </a:cubicBezTo>
                  <a:cubicBezTo>
                    <a:pt x="22" y="40"/>
                    <a:pt x="22" y="40"/>
                    <a:pt x="22" y="40"/>
                  </a:cubicBezTo>
                  <a:cubicBezTo>
                    <a:pt x="21" y="40"/>
                    <a:pt x="21" y="40"/>
                    <a:pt x="21" y="40"/>
                  </a:cubicBezTo>
                  <a:cubicBezTo>
                    <a:pt x="21" y="43"/>
                    <a:pt x="23" y="43"/>
                    <a:pt x="25" y="43"/>
                  </a:cubicBezTo>
                  <a:cubicBezTo>
                    <a:pt x="23" y="44"/>
                    <a:pt x="23" y="44"/>
                    <a:pt x="23" y="44"/>
                  </a:cubicBezTo>
                  <a:cubicBezTo>
                    <a:pt x="23" y="45"/>
                    <a:pt x="23" y="45"/>
                    <a:pt x="23" y="45"/>
                  </a:cubicBezTo>
                  <a:cubicBezTo>
                    <a:pt x="21" y="44"/>
                    <a:pt x="21" y="44"/>
                    <a:pt x="21" y="44"/>
                  </a:cubicBezTo>
                  <a:cubicBezTo>
                    <a:pt x="20" y="45"/>
                    <a:pt x="20" y="45"/>
                    <a:pt x="20" y="45"/>
                  </a:cubicBezTo>
                  <a:cubicBezTo>
                    <a:pt x="20" y="45"/>
                    <a:pt x="20" y="45"/>
                    <a:pt x="19" y="45"/>
                  </a:cubicBezTo>
                  <a:cubicBezTo>
                    <a:pt x="21" y="42"/>
                    <a:pt x="13" y="36"/>
                    <a:pt x="10" y="36"/>
                  </a:cubicBezTo>
                  <a:cubicBezTo>
                    <a:pt x="8" y="37"/>
                    <a:pt x="9" y="40"/>
                    <a:pt x="10" y="41"/>
                  </a:cubicBezTo>
                  <a:cubicBezTo>
                    <a:pt x="11" y="43"/>
                    <a:pt x="13" y="44"/>
                    <a:pt x="15" y="46"/>
                  </a:cubicBezTo>
                  <a:cubicBezTo>
                    <a:pt x="13" y="45"/>
                    <a:pt x="11" y="44"/>
                    <a:pt x="9" y="43"/>
                  </a:cubicBezTo>
                  <a:cubicBezTo>
                    <a:pt x="10" y="45"/>
                    <a:pt x="12" y="47"/>
                    <a:pt x="13" y="49"/>
                  </a:cubicBezTo>
                  <a:cubicBezTo>
                    <a:pt x="15" y="49"/>
                    <a:pt x="15" y="49"/>
                    <a:pt x="15" y="49"/>
                  </a:cubicBezTo>
                  <a:cubicBezTo>
                    <a:pt x="13" y="50"/>
                    <a:pt x="13" y="50"/>
                    <a:pt x="13" y="50"/>
                  </a:cubicBezTo>
                  <a:cubicBezTo>
                    <a:pt x="10" y="50"/>
                    <a:pt x="8" y="44"/>
                    <a:pt x="5" y="44"/>
                  </a:cubicBezTo>
                  <a:cubicBezTo>
                    <a:pt x="4" y="45"/>
                    <a:pt x="4" y="45"/>
                    <a:pt x="4" y="45"/>
                  </a:cubicBezTo>
                  <a:cubicBezTo>
                    <a:pt x="3" y="47"/>
                    <a:pt x="2" y="49"/>
                    <a:pt x="0" y="50"/>
                  </a:cubicBezTo>
                  <a:cubicBezTo>
                    <a:pt x="1" y="51"/>
                    <a:pt x="3" y="50"/>
                    <a:pt x="4" y="51"/>
                  </a:cubicBezTo>
                  <a:cubicBezTo>
                    <a:pt x="7" y="51"/>
                    <a:pt x="9" y="51"/>
                    <a:pt x="11" y="52"/>
                  </a:cubicBezTo>
                  <a:cubicBezTo>
                    <a:pt x="11" y="54"/>
                    <a:pt x="11" y="54"/>
                    <a:pt x="11" y="54"/>
                  </a:cubicBezTo>
                  <a:cubicBezTo>
                    <a:pt x="13" y="55"/>
                    <a:pt x="13" y="55"/>
                    <a:pt x="13" y="55"/>
                  </a:cubicBezTo>
                  <a:cubicBezTo>
                    <a:pt x="16" y="54"/>
                    <a:pt x="16" y="54"/>
                    <a:pt x="16" y="54"/>
                  </a:cubicBezTo>
                  <a:cubicBezTo>
                    <a:pt x="18" y="52"/>
                    <a:pt x="20" y="53"/>
                    <a:pt x="23" y="51"/>
                  </a:cubicBezTo>
                  <a:cubicBezTo>
                    <a:pt x="26" y="52"/>
                    <a:pt x="26" y="52"/>
                    <a:pt x="26" y="52"/>
                  </a:cubicBezTo>
                  <a:cubicBezTo>
                    <a:pt x="27" y="50"/>
                    <a:pt x="27" y="50"/>
                    <a:pt x="27" y="48"/>
                  </a:cubicBezTo>
                  <a:cubicBezTo>
                    <a:pt x="28" y="49"/>
                    <a:pt x="30" y="50"/>
                    <a:pt x="32" y="48"/>
                  </a:cubicBezTo>
                  <a:cubicBezTo>
                    <a:pt x="32" y="46"/>
                    <a:pt x="32" y="46"/>
                    <a:pt x="32" y="46"/>
                  </a:cubicBezTo>
                  <a:cubicBezTo>
                    <a:pt x="32" y="47"/>
                    <a:pt x="33" y="48"/>
                    <a:pt x="33" y="48"/>
                  </a:cubicBezTo>
                  <a:cubicBezTo>
                    <a:pt x="33" y="48"/>
                    <a:pt x="34" y="47"/>
                    <a:pt x="34" y="46"/>
                  </a:cubicBezTo>
                  <a:cubicBezTo>
                    <a:pt x="35" y="47"/>
                    <a:pt x="35" y="47"/>
                    <a:pt x="35" y="47"/>
                  </a:cubicBezTo>
                  <a:cubicBezTo>
                    <a:pt x="33" y="49"/>
                    <a:pt x="33" y="49"/>
                    <a:pt x="33" y="49"/>
                  </a:cubicBezTo>
                  <a:cubicBezTo>
                    <a:pt x="34" y="50"/>
                    <a:pt x="34" y="50"/>
                    <a:pt x="34" y="50"/>
                  </a:cubicBezTo>
                  <a:cubicBezTo>
                    <a:pt x="35" y="50"/>
                    <a:pt x="35" y="50"/>
                    <a:pt x="35" y="50"/>
                  </a:cubicBezTo>
                  <a:cubicBezTo>
                    <a:pt x="35" y="51"/>
                    <a:pt x="35" y="51"/>
                    <a:pt x="35" y="51"/>
                  </a:cubicBezTo>
                  <a:cubicBezTo>
                    <a:pt x="37" y="51"/>
                    <a:pt x="37" y="51"/>
                    <a:pt x="37" y="51"/>
                  </a:cubicBezTo>
                  <a:cubicBezTo>
                    <a:pt x="36" y="46"/>
                    <a:pt x="36" y="46"/>
                    <a:pt x="36" y="46"/>
                  </a:cubicBezTo>
                  <a:cubicBezTo>
                    <a:pt x="36" y="45"/>
                    <a:pt x="36" y="45"/>
                    <a:pt x="36" y="45"/>
                  </a:cubicBezTo>
                  <a:cubicBezTo>
                    <a:pt x="36" y="45"/>
                    <a:pt x="37" y="46"/>
                    <a:pt x="37" y="46"/>
                  </a:cubicBezTo>
                  <a:cubicBezTo>
                    <a:pt x="36" y="47"/>
                    <a:pt x="37" y="49"/>
                    <a:pt x="37" y="50"/>
                  </a:cubicBezTo>
                  <a:cubicBezTo>
                    <a:pt x="38" y="50"/>
                    <a:pt x="38" y="50"/>
                    <a:pt x="38" y="50"/>
                  </a:cubicBezTo>
                  <a:cubicBezTo>
                    <a:pt x="38" y="48"/>
                    <a:pt x="38" y="48"/>
                    <a:pt x="38" y="48"/>
                  </a:cubicBezTo>
                  <a:cubicBezTo>
                    <a:pt x="39" y="50"/>
                    <a:pt x="39" y="50"/>
                    <a:pt x="39" y="50"/>
                  </a:cubicBezTo>
                  <a:cubicBezTo>
                    <a:pt x="41" y="49"/>
                    <a:pt x="40" y="47"/>
                    <a:pt x="40" y="45"/>
                  </a:cubicBezTo>
                  <a:cubicBezTo>
                    <a:pt x="41" y="47"/>
                    <a:pt x="40" y="50"/>
                    <a:pt x="41" y="51"/>
                  </a:cubicBezTo>
                  <a:cubicBezTo>
                    <a:pt x="42" y="51"/>
                    <a:pt x="42" y="51"/>
                    <a:pt x="42" y="51"/>
                  </a:cubicBezTo>
                  <a:cubicBezTo>
                    <a:pt x="43" y="49"/>
                    <a:pt x="43" y="49"/>
                    <a:pt x="43" y="49"/>
                  </a:cubicBezTo>
                  <a:cubicBezTo>
                    <a:pt x="43" y="50"/>
                    <a:pt x="43" y="50"/>
                    <a:pt x="43" y="50"/>
                  </a:cubicBezTo>
                  <a:cubicBezTo>
                    <a:pt x="45" y="49"/>
                    <a:pt x="45" y="49"/>
                    <a:pt x="45" y="49"/>
                  </a:cubicBezTo>
                  <a:cubicBezTo>
                    <a:pt x="45" y="49"/>
                    <a:pt x="45" y="49"/>
                    <a:pt x="45" y="49"/>
                  </a:cubicBezTo>
                  <a:cubicBezTo>
                    <a:pt x="45" y="50"/>
                    <a:pt x="44" y="50"/>
                    <a:pt x="44" y="50"/>
                  </a:cubicBezTo>
                  <a:cubicBezTo>
                    <a:pt x="46" y="51"/>
                    <a:pt x="47" y="49"/>
                    <a:pt x="48" y="47"/>
                  </a:cubicBezTo>
                  <a:cubicBezTo>
                    <a:pt x="48" y="50"/>
                    <a:pt x="47" y="50"/>
                    <a:pt x="44" y="51"/>
                  </a:cubicBezTo>
                  <a:cubicBezTo>
                    <a:pt x="42" y="52"/>
                    <a:pt x="45" y="53"/>
                    <a:pt x="46" y="55"/>
                  </a:cubicBezTo>
                  <a:cubicBezTo>
                    <a:pt x="47" y="55"/>
                    <a:pt x="49" y="52"/>
                    <a:pt x="49" y="51"/>
                  </a:cubicBezTo>
                  <a:cubicBezTo>
                    <a:pt x="49" y="52"/>
                    <a:pt x="49" y="52"/>
                    <a:pt x="49" y="52"/>
                  </a:cubicBezTo>
                  <a:cubicBezTo>
                    <a:pt x="50" y="52"/>
                    <a:pt x="51" y="52"/>
                    <a:pt x="51" y="51"/>
                  </a:cubicBezTo>
                  <a:cubicBezTo>
                    <a:pt x="51" y="52"/>
                    <a:pt x="52" y="53"/>
                    <a:pt x="52" y="53"/>
                  </a:cubicBezTo>
                  <a:cubicBezTo>
                    <a:pt x="52" y="54"/>
                    <a:pt x="52" y="54"/>
                    <a:pt x="51" y="55"/>
                  </a:cubicBezTo>
                  <a:cubicBezTo>
                    <a:pt x="53" y="54"/>
                    <a:pt x="55" y="54"/>
                    <a:pt x="56" y="54"/>
                  </a:cubicBezTo>
                  <a:cubicBezTo>
                    <a:pt x="55" y="55"/>
                    <a:pt x="53" y="55"/>
                    <a:pt x="52" y="56"/>
                  </a:cubicBezTo>
                  <a:cubicBezTo>
                    <a:pt x="52" y="57"/>
                    <a:pt x="52" y="57"/>
                    <a:pt x="52" y="57"/>
                  </a:cubicBezTo>
                  <a:cubicBezTo>
                    <a:pt x="51" y="56"/>
                    <a:pt x="50" y="58"/>
                    <a:pt x="50" y="58"/>
                  </a:cubicBezTo>
                  <a:cubicBezTo>
                    <a:pt x="48" y="60"/>
                    <a:pt x="46" y="60"/>
                    <a:pt x="44" y="61"/>
                  </a:cubicBezTo>
                  <a:cubicBezTo>
                    <a:pt x="43" y="62"/>
                    <a:pt x="43" y="62"/>
                    <a:pt x="43" y="62"/>
                  </a:cubicBezTo>
                  <a:cubicBezTo>
                    <a:pt x="42" y="62"/>
                    <a:pt x="42" y="62"/>
                    <a:pt x="42" y="62"/>
                  </a:cubicBezTo>
                  <a:cubicBezTo>
                    <a:pt x="42" y="63"/>
                    <a:pt x="40" y="65"/>
                    <a:pt x="39" y="66"/>
                  </a:cubicBezTo>
                  <a:cubicBezTo>
                    <a:pt x="41" y="66"/>
                    <a:pt x="41" y="66"/>
                    <a:pt x="41" y="66"/>
                  </a:cubicBezTo>
                  <a:cubicBezTo>
                    <a:pt x="39" y="67"/>
                    <a:pt x="39" y="67"/>
                    <a:pt x="39" y="67"/>
                  </a:cubicBezTo>
                  <a:cubicBezTo>
                    <a:pt x="40" y="68"/>
                    <a:pt x="40" y="68"/>
                    <a:pt x="40" y="68"/>
                  </a:cubicBezTo>
                  <a:cubicBezTo>
                    <a:pt x="41" y="68"/>
                    <a:pt x="42" y="67"/>
                    <a:pt x="43" y="68"/>
                  </a:cubicBezTo>
                  <a:cubicBezTo>
                    <a:pt x="45" y="68"/>
                    <a:pt x="46" y="69"/>
                    <a:pt x="47" y="69"/>
                  </a:cubicBezTo>
                  <a:cubicBezTo>
                    <a:pt x="50" y="70"/>
                    <a:pt x="52" y="68"/>
                    <a:pt x="54" y="67"/>
                  </a:cubicBezTo>
                  <a:cubicBezTo>
                    <a:pt x="54" y="66"/>
                    <a:pt x="54" y="66"/>
                    <a:pt x="54" y="66"/>
                  </a:cubicBezTo>
                  <a:cubicBezTo>
                    <a:pt x="55" y="65"/>
                    <a:pt x="55" y="65"/>
                    <a:pt x="55" y="65"/>
                  </a:cubicBezTo>
                  <a:cubicBezTo>
                    <a:pt x="57" y="67"/>
                    <a:pt x="55" y="70"/>
                    <a:pt x="54" y="71"/>
                  </a:cubicBezTo>
                  <a:cubicBezTo>
                    <a:pt x="56" y="76"/>
                    <a:pt x="50" y="73"/>
                    <a:pt x="48" y="73"/>
                  </a:cubicBezTo>
                  <a:cubicBezTo>
                    <a:pt x="47" y="74"/>
                    <a:pt x="44" y="73"/>
                    <a:pt x="43" y="73"/>
                  </a:cubicBezTo>
                  <a:cubicBezTo>
                    <a:pt x="42" y="73"/>
                    <a:pt x="41" y="72"/>
                    <a:pt x="40" y="72"/>
                  </a:cubicBezTo>
                  <a:cubicBezTo>
                    <a:pt x="39" y="73"/>
                    <a:pt x="39" y="74"/>
                    <a:pt x="38" y="74"/>
                  </a:cubicBezTo>
                  <a:cubicBezTo>
                    <a:pt x="39" y="75"/>
                    <a:pt x="39" y="75"/>
                    <a:pt x="39" y="75"/>
                  </a:cubicBezTo>
                  <a:cubicBezTo>
                    <a:pt x="38" y="76"/>
                    <a:pt x="38" y="76"/>
                    <a:pt x="38" y="76"/>
                  </a:cubicBezTo>
                  <a:cubicBezTo>
                    <a:pt x="37" y="74"/>
                    <a:pt x="37" y="74"/>
                    <a:pt x="37" y="74"/>
                  </a:cubicBezTo>
                  <a:cubicBezTo>
                    <a:pt x="36" y="73"/>
                    <a:pt x="36" y="73"/>
                    <a:pt x="36" y="73"/>
                  </a:cubicBezTo>
                  <a:cubicBezTo>
                    <a:pt x="35" y="73"/>
                    <a:pt x="35" y="73"/>
                    <a:pt x="35" y="73"/>
                  </a:cubicBezTo>
                  <a:cubicBezTo>
                    <a:pt x="36" y="73"/>
                    <a:pt x="36" y="73"/>
                    <a:pt x="36" y="73"/>
                  </a:cubicBezTo>
                  <a:cubicBezTo>
                    <a:pt x="36" y="72"/>
                    <a:pt x="36" y="72"/>
                    <a:pt x="36" y="72"/>
                  </a:cubicBezTo>
                  <a:cubicBezTo>
                    <a:pt x="35" y="71"/>
                    <a:pt x="35" y="71"/>
                    <a:pt x="35" y="71"/>
                  </a:cubicBezTo>
                  <a:cubicBezTo>
                    <a:pt x="33" y="73"/>
                    <a:pt x="33" y="73"/>
                    <a:pt x="33" y="73"/>
                  </a:cubicBezTo>
                  <a:cubicBezTo>
                    <a:pt x="33" y="73"/>
                    <a:pt x="34" y="73"/>
                    <a:pt x="34" y="73"/>
                  </a:cubicBezTo>
                  <a:cubicBezTo>
                    <a:pt x="34" y="74"/>
                    <a:pt x="32" y="74"/>
                    <a:pt x="31" y="75"/>
                  </a:cubicBezTo>
                  <a:cubicBezTo>
                    <a:pt x="30" y="74"/>
                    <a:pt x="30" y="74"/>
                    <a:pt x="30" y="74"/>
                  </a:cubicBezTo>
                  <a:cubicBezTo>
                    <a:pt x="29" y="74"/>
                    <a:pt x="29" y="76"/>
                    <a:pt x="28" y="76"/>
                  </a:cubicBezTo>
                  <a:cubicBezTo>
                    <a:pt x="28" y="78"/>
                    <a:pt x="28" y="78"/>
                    <a:pt x="28" y="78"/>
                  </a:cubicBezTo>
                  <a:cubicBezTo>
                    <a:pt x="27" y="77"/>
                    <a:pt x="27" y="77"/>
                    <a:pt x="27" y="77"/>
                  </a:cubicBezTo>
                  <a:cubicBezTo>
                    <a:pt x="27" y="76"/>
                    <a:pt x="27" y="76"/>
                    <a:pt x="27" y="76"/>
                  </a:cubicBezTo>
                  <a:cubicBezTo>
                    <a:pt x="27" y="75"/>
                    <a:pt x="27" y="75"/>
                    <a:pt x="27" y="75"/>
                  </a:cubicBezTo>
                  <a:cubicBezTo>
                    <a:pt x="28" y="74"/>
                    <a:pt x="28" y="74"/>
                    <a:pt x="28" y="74"/>
                  </a:cubicBezTo>
                  <a:cubicBezTo>
                    <a:pt x="26" y="74"/>
                    <a:pt x="26" y="74"/>
                    <a:pt x="26" y="74"/>
                  </a:cubicBezTo>
                  <a:cubicBezTo>
                    <a:pt x="25" y="75"/>
                    <a:pt x="25" y="75"/>
                    <a:pt x="25" y="75"/>
                  </a:cubicBezTo>
                  <a:cubicBezTo>
                    <a:pt x="25" y="77"/>
                    <a:pt x="25" y="77"/>
                    <a:pt x="25" y="77"/>
                  </a:cubicBezTo>
                  <a:cubicBezTo>
                    <a:pt x="25" y="78"/>
                    <a:pt x="25" y="78"/>
                    <a:pt x="25" y="78"/>
                  </a:cubicBezTo>
                  <a:cubicBezTo>
                    <a:pt x="24" y="78"/>
                    <a:pt x="24" y="78"/>
                    <a:pt x="24" y="78"/>
                  </a:cubicBezTo>
                  <a:cubicBezTo>
                    <a:pt x="24" y="77"/>
                    <a:pt x="24" y="77"/>
                    <a:pt x="24" y="77"/>
                  </a:cubicBezTo>
                  <a:cubicBezTo>
                    <a:pt x="23" y="77"/>
                    <a:pt x="23" y="77"/>
                    <a:pt x="23" y="77"/>
                  </a:cubicBezTo>
                  <a:cubicBezTo>
                    <a:pt x="23" y="76"/>
                    <a:pt x="23" y="76"/>
                    <a:pt x="23" y="76"/>
                  </a:cubicBezTo>
                  <a:cubicBezTo>
                    <a:pt x="22" y="76"/>
                    <a:pt x="22" y="76"/>
                    <a:pt x="22" y="76"/>
                  </a:cubicBezTo>
                  <a:cubicBezTo>
                    <a:pt x="22" y="76"/>
                    <a:pt x="22" y="77"/>
                    <a:pt x="22" y="77"/>
                  </a:cubicBezTo>
                  <a:cubicBezTo>
                    <a:pt x="21" y="77"/>
                    <a:pt x="20" y="76"/>
                    <a:pt x="19" y="77"/>
                  </a:cubicBezTo>
                  <a:cubicBezTo>
                    <a:pt x="18" y="78"/>
                    <a:pt x="18" y="78"/>
                    <a:pt x="18" y="78"/>
                  </a:cubicBezTo>
                  <a:cubicBezTo>
                    <a:pt x="18" y="78"/>
                    <a:pt x="18" y="78"/>
                    <a:pt x="18" y="78"/>
                  </a:cubicBezTo>
                  <a:cubicBezTo>
                    <a:pt x="16" y="81"/>
                    <a:pt x="11" y="76"/>
                    <a:pt x="9" y="79"/>
                  </a:cubicBezTo>
                  <a:cubicBezTo>
                    <a:pt x="9" y="79"/>
                    <a:pt x="8" y="79"/>
                    <a:pt x="8" y="79"/>
                  </a:cubicBezTo>
                  <a:cubicBezTo>
                    <a:pt x="8" y="81"/>
                    <a:pt x="10" y="83"/>
                    <a:pt x="10" y="85"/>
                  </a:cubicBezTo>
                  <a:cubicBezTo>
                    <a:pt x="11" y="86"/>
                    <a:pt x="11" y="86"/>
                    <a:pt x="12" y="87"/>
                  </a:cubicBezTo>
                  <a:cubicBezTo>
                    <a:pt x="13" y="87"/>
                    <a:pt x="15" y="86"/>
                    <a:pt x="16" y="86"/>
                  </a:cubicBezTo>
                  <a:cubicBezTo>
                    <a:pt x="17" y="86"/>
                    <a:pt x="16" y="84"/>
                    <a:pt x="17" y="83"/>
                  </a:cubicBezTo>
                  <a:cubicBezTo>
                    <a:pt x="20" y="84"/>
                    <a:pt x="20" y="84"/>
                    <a:pt x="20" y="84"/>
                  </a:cubicBezTo>
                  <a:cubicBezTo>
                    <a:pt x="22" y="83"/>
                    <a:pt x="23" y="82"/>
                    <a:pt x="25" y="82"/>
                  </a:cubicBezTo>
                  <a:cubicBezTo>
                    <a:pt x="27" y="85"/>
                    <a:pt x="31" y="84"/>
                    <a:pt x="34" y="84"/>
                  </a:cubicBezTo>
                  <a:cubicBezTo>
                    <a:pt x="35" y="85"/>
                    <a:pt x="35" y="85"/>
                    <a:pt x="35" y="85"/>
                  </a:cubicBezTo>
                  <a:cubicBezTo>
                    <a:pt x="36" y="85"/>
                    <a:pt x="36" y="85"/>
                    <a:pt x="36" y="85"/>
                  </a:cubicBezTo>
                  <a:cubicBezTo>
                    <a:pt x="34" y="84"/>
                    <a:pt x="34" y="84"/>
                    <a:pt x="34" y="84"/>
                  </a:cubicBezTo>
                  <a:cubicBezTo>
                    <a:pt x="37" y="84"/>
                    <a:pt x="37" y="84"/>
                    <a:pt x="37" y="84"/>
                  </a:cubicBezTo>
                  <a:cubicBezTo>
                    <a:pt x="37" y="85"/>
                    <a:pt x="37" y="85"/>
                    <a:pt x="37" y="85"/>
                  </a:cubicBezTo>
                  <a:cubicBezTo>
                    <a:pt x="37" y="86"/>
                    <a:pt x="37" y="86"/>
                    <a:pt x="37" y="86"/>
                  </a:cubicBezTo>
                  <a:cubicBezTo>
                    <a:pt x="39" y="85"/>
                    <a:pt x="39" y="85"/>
                    <a:pt x="39" y="85"/>
                  </a:cubicBezTo>
                  <a:cubicBezTo>
                    <a:pt x="38" y="85"/>
                    <a:pt x="38" y="85"/>
                    <a:pt x="38" y="85"/>
                  </a:cubicBezTo>
                  <a:cubicBezTo>
                    <a:pt x="39" y="84"/>
                    <a:pt x="39" y="84"/>
                    <a:pt x="39" y="84"/>
                  </a:cubicBezTo>
                  <a:cubicBezTo>
                    <a:pt x="41" y="84"/>
                    <a:pt x="41" y="84"/>
                    <a:pt x="41" y="84"/>
                  </a:cubicBezTo>
                  <a:cubicBezTo>
                    <a:pt x="41" y="84"/>
                    <a:pt x="42" y="84"/>
                    <a:pt x="42" y="83"/>
                  </a:cubicBezTo>
                  <a:cubicBezTo>
                    <a:pt x="42" y="84"/>
                    <a:pt x="41" y="85"/>
                    <a:pt x="41" y="86"/>
                  </a:cubicBezTo>
                  <a:cubicBezTo>
                    <a:pt x="43" y="86"/>
                    <a:pt x="43" y="86"/>
                    <a:pt x="43" y="86"/>
                  </a:cubicBezTo>
                  <a:cubicBezTo>
                    <a:pt x="45" y="86"/>
                    <a:pt x="42" y="89"/>
                    <a:pt x="42" y="90"/>
                  </a:cubicBezTo>
                  <a:cubicBezTo>
                    <a:pt x="42" y="90"/>
                    <a:pt x="46" y="88"/>
                    <a:pt x="46" y="87"/>
                  </a:cubicBezTo>
                  <a:cubicBezTo>
                    <a:pt x="46" y="88"/>
                    <a:pt x="46" y="88"/>
                    <a:pt x="46" y="88"/>
                  </a:cubicBezTo>
                  <a:cubicBezTo>
                    <a:pt x="43" y="89"/>
                    <a:pt x="43" y="89"/>
                    <a:pt x="43" y="89"/>
                  </a:cubicBezTo>
                  <a:cubicBezTo>
                    <a:pt x="43" y="92"/>
                    <a:pt x="43" y="92"/>
                    <a:pt x="43" y="92"/>
                  </a:cubicBezTo>
                  <a:cubicBezTo>
                    <a:pt x="41" y="91"/>
                    <a:pt x="41" y="91"/>
                    <a:pt x="41" y="91"/>
                  </a:cubicBezTo>
                  <a:cubicBezTo>
                    <a:pt x="42" y="91"/>
                    <a:pt x="42" y="92"/>
                    <a:pt x="43" y="93"/>
                  </a:cubicBezTo>
                  <a:cubicBezTo>
                    <a:pt x="43" y="94"/>
                    <a:pt x="43" y="95"/>
                    <a:pt x="43" y="96"/>
                  </a:cubicBezTo>
                  <a:cubicBezTo>
                    <a:pt x="45" y="95"/>
                    <a:pt x="45" y="95"/>
                    <a:pt x="45" y="95"/>
                  </a:cubicBezTo>
                  <a:cubicBezTo>
                    <a:pt x="45" y="96"/>
                    <a:pt x="45" y="96"/>
                    <a:pt x="45" y="96"/>
                  </a:cubicBezTo>
                  <a:cubicBezTo>
                    <a:pt x="45" y="98"/>
                    <a:pt x="45" y="98"/>
                    <a:pt x="45" y="98"/>
                  </a:cubicBezTo>
                  <a:cubicBezTo>
                    <a:pt x="45" y="99"/>
                    <a:pt x="45" y="99"/>
                    <a:pt x="45" y="99"/>
                  </a:cubicBezTo>
                  <a:cubicBezTo>
                    <a:pt x="45" y="99"/>
                    <a:pt x="45" y="99"/>
                    <a:pt x="46" y="98"/>
                  </a:cubicBezTo>
                  <a:cubicBezTo>
                    <a:pt x="46" y="99"/>
                    <a:pt x="46" y="100"/>
                    <a:pt x="47" y="100"/>
                  </a:cubicBezTo>
                  <a:cubicBezTo>
                    <a:pt x="49" y="100"/>
                    <a:pt x="49" y="98"/>
                    <a:pt x="49" y="96"/>
                  </a:cubicBezTo>
                  <a:cubicBezTo>
                    <a:pt x="50" y="97"/>
                    <a:pt x="50" y="97"/>
                    <a:pt x="50" y="97"/>
                  </a:cubicBezTo>
                  <a:cubicBezTo>
                    <a:pt x="52" y="96"/>
                    <a:pt x="52" y="96"/>
                    <a:pt x="52" y="96"/>
                  </a:cubicBezTo>
                  <a:cubicBezTo>
                    <a:pt x="53" y="96"/>
                    <a:pt x="53" y="96"/>
                    <a:pt x="53" y="96"/>
                  </a:cubicBezTo>
                  <a:cubicBezTo>
                    <a:pt x="53" y="95"/>
                    <a:pt x="55" y="94"/>
                    <a:pt x="56" y="93"/>
                  </a:cubicBezTo>
                  <a:cubicBezTo>
                    <a:pt x="56" y="92"/>
                    <a:pt x="56" y="92"/>
                    <a:pt x="56" y="92"/>
                  </a:cubicBezTo>
                  <a:cubicBezTo>
                    <a:pt x="57" y="92"/>
                    <a:pt x="57" y="92"/>
                    <a:pt x="57" y="92"/>
                  </a:cubicBezTo>
                  <a:cubicBezTo>
                    <a:pt x="58" y="91"/>
                    <a:pt x="58" y="91"/>
                    <a:pt x="58" y="91"/>
                  </a:cubicBezTo>
                  <a:cubicBezTo>
                    <a:pt x="60" y="91"/>
                    <a:pt x="60" y="91"/>
                    <a:pt x="60" y="91"/>
                  </a:cubicBezTo>
                  <a:cubicBezTo>
                    <a:pt x="60" y="92"/>
                    <a:pt x="60" y="92"/>
                    <a:pt x="60" y="92"/>
                  </a:cubicBezTo>
                  <a:cubicBezTo>
                    <a:pt x="59" y="92"/>
                    <a:pt x="59" y="92"/>
                    <a:pt x="59" y="92"/>
                  </a:cubicBezTo>
                  <a:cubicBezTo>
                    <a:pt x="57" y="93"/>
                    <a:pt x="57" y="93"/>
                    <a:pt x="57" y="93"/>
                  </a:cubicBezTo>
                  <a:cubicBezTo>
                    <a:pt x="57" y="93"/>
                    <a:pt x="57" y="93"/>
                    <a:pt x="57" y="93"/>
                  </a:cubicBezTo>
                  <a:cubicBezTo>
                    <a:pt x="59" y="93"/>
                    <a:pt x="59" y="93"/>
                    <a:pt x="59" y="93"/>
                  </a:cubicBezTo>
                  <a:cubicBezTo>
                    <a:pt x="58" y="94"/>
                    <a:pt x="58" y="94"/>
                    <a:pt x="58" y="94"/>
                  </a:cubicBezTo>
                  <a:cubicBezTo>
                    <a:pt x="58" y="93"/>
                    <a:pt x="58" y="93"/>
                    <a:pt x="58" y="93"/>
                  </a:cubicBezTo>
                  <a:cubicBezTo>
                    <a:pt x="56" y="93"/>
                    <a:pt x="55" y="95"/>
                    <a:pt x="54" y="96"/>
                  </a:cubicBezTo>
                  <a:cubicBezTo>
                    <a:pt x="54" y="96"/>
                    <a:pt x="55" y="96"/>
                    <a:pt x="55" y="97"/>
                  </a:cubicBezTo>
                  <a:cubicBezTo>
                    <a:pt x="53" y="96"/>
                    <a:pt x="52" y="98"/>
                    <a:pt x="51" y="98"/>
                  </a:cubicBezTo>
                  <a:cubicBezTo>
                    <a:pt x="50" y="101"/>
                    <a:pt x="50" y="101"/>
                    <a:pt x="50" y="101"/>
                  </a:cubicBezTo>
                  <a:cubicBezTo>
                    <a:pt x="50" y="100"/>
                    <a:pt x="50" y="100"/>
                    <a:pt x="50" y="100"/>
                  </a:cubicBezTo>
                  <a:cubicBezTo>
                    <a:pt x="49" y="103"/>
                    <a:pt x="49" y="103"/>
                    <a:pt x="49" y="103"/>
                  </a:cubicBezTo>
                  <a:cubicBezTo>
                    <a:pt x="50" y="105"/>
                    <a:pt x="52" y="103"/>
                    <a:pt x="53" y="104"/>
                  </a:cubicBezTo>
                  <a:cubicBezTo>
                    <a:pt x="51" y="104"/>
                    <a:pt x="49" y="106"/>
                    <a:pt x="48" y="107"/>
                  </a:cubicBezTo>
                  <a:cubicBezTo>
                    <a:pt x="51" y="108"/>
                    <a:pt x="52" y="107"/>
                    <a:pt x="55" y="105"/>
                  </a:cubicBezTo>
                  <a:cubicBezTo>
                    <a:pt x="57" y="103"/>
                    <a:pt x="59" y="103"/>
                    <a:pt x="62" y="103"/>
                  </a:cubicBezTo>
                  <a:cubicBezTo>
                    <a:pt x="61" y="104"/>
                    <a:pt x="61" y="104"/>
                    <a:pt x="61" y="104"/>
                  </a:cubicBezTo>
                  <a:cubicBezTo>
                    <a:pt x="61" y="104"/>
                    <a:pt x="62" y="104"/>
                    <a:pt x="63" y="104"/>
                  </a:cubicBezTo>
                  <a:cubicBezTo>
                    <a:pt x="61" y="105"/>
                    <a:pt x="59" y="104"/>
                    <a:pt x="57" y="105"/>
                  </a:cubicBezTo>
                  <a:cubicBezTo>
                    <a:pt x="55" y="106"/>
                    <a:pt x="54" y="108"/>
                    <a:pt x="53" y="109"/>
                  </a:cubicBezTo>
                  <a:cubicBezTo>
                    <a:pt x="51" y="111"/>
                    <a:pt x="51" y="111"/>
                    <a:pt x="51" y="111"/>
                  </a:cubicBezTo>
                  <a:cubicBezTo>
                    <a:pt x="54" y="111"/>
                    <a:pt x="54" y="111"/>
                    <a:pt x="54" y="111"/>
                  </a:cubicBezTo>
                  <a:cubicBezTo>
                    <a:pt x="54" y="112"/>
                    <a:pt x="54" y="112"/>
                    <a:pt x="54" y="112"/>
                  </a:cubicBezTo>
                  <a:cubicBezTo>
                    <a:pt x="56" y="112"/>
                    <a:pt x="56" y="112"/>
                    <a:pt x="56" y="112"/>
                  </a:cubicBezTo>
                  <a:cubicBezTo>
                    <a:pt x="55" y="113"/>
                    <a:pt x="55" y="113"/>
                    <a:pt x="55" y="113"/>
                  </a:cubicBezTo>
                  <a:cubicBezTo>
                    <a:pt x="56" y="113"/>
                    <a:pt x="56" y="113"/>
                    <a:pt x="56" y="113"/>
                  </a:cubicBezTo>
                  <a:cubicBezTo>
                    <a:pt x="56" y="114"/>
                    <a:pt x="56" y="114"/>
                    <a:pt x="56" y="114"/>
                  </a:cubicBezTo>
                  <a:cubicBezTo>
                    <a:pt x="54" y="114"/>
                    <a:pt x="54" y="114"/>
                    <a:pt x="54" y="114"/>
                  </a:cubicBezTo>
                  <a:cubicBezTo>
                    <a:pt x="54" y="115"/>
                    <a:pt x="54" y="115"/>
                    <a:pt x="54" y="115"/>
                  </a:cubicBezTo>
                  <a:cubicBezTo>
                    <a:pt x="50" y="114"/>
                    <a:pt x="50" y="114"/>
                    <a:pt x="50" y="114"/>
                  </a:cubicBezTo>
                  <a:cubicBezTo>
                    <a:pt x="49" y="114"/>
                    <a:pt x="49" y="114"/>
                    <a:pt x="49" y="114"/>
                  </a:cubicBezTo>
                  <a:cubicBezTo>
                    <a:pt x="50" y="114"/>
                    <a:pt x="51" y="115"/>
                    <a:pt x="52" y="116"/>
                  </a:cubicBezTo>
                  <a:cubicBezTo>
                    <a:pt x="52" y="117"/>
                    <a:pt x="52" y="117"/>
                    <a:pt x="52" y="117"/>
                  </a:cubicBezTo>
                  <a:cubicBezTo>
                    <a:pt x="50" y="117"/>
                    <a:pt x="50" y="117"/>
                    <a:pt x="50" y="117"/>
                  </a:cubicBezTo>
                  <a:cubicBezTo>
                    <a:pt x="50" y="116"/>
                    <a:pt x="50" y="116"/>
                    <a:pt x="50" y="116"/>
                  </a:cubicBezTo>
                  <a:cubicBezTo>
                    <a:pt x="49" y="117"/>
                    <a:pt x="49" y="117"/>
                    <a:pt x="49" y="117"/>
                  </a:cubicBezTo>
                  <a:cubicBezTo>
                    <a:pt x="50" y="117"/>
                    <a:pt x="50" y="117"/>
                    <a:pt x="50" y="117"/>
                  </a:cubicBezTo>
                  <a:cubicBezTo>
                    <a:pt x="50" y="117"/>
                    <a:pt x="50" y="118"/>
                    <a:pt x="51" y="118"/>
                  </a:cubicBezTo>
                  <a:cubicBezTo>
                    <a:pt x="50" y="119"/>
                    <a:pt x="49" y="120"/>
                    <a:pt x="47" y="120"/>
                  </a:cubicBezTo>
                  <a:cubicBezTo>
                    <a:pt x="46" y="121"/>
                    <a:pt x="46" y="121"/>
                    <a:pt x="46" y="121"/>
                  </a:cubicBezTo>
                  <a:cubicBezTo>
                    <a:pt x="44" y="120"/>
                    <a:pt x="43" y="120"/>
                    <a:pt x="42" y="121"/>
                  </a:cubicBezTo>
                  <a:cubicBezTo>
                    <a:pt x="42" y="123"/>
                    <a:pt x="39" y="123"/>
                    <a:pt x="39" y="122"/>
                  </a:cubicBezTo>
                  <a:cubicBezTo>
                    <a:pt x="38" y="122"/>
                    <a:pt x="38" y="121"/>
                    <a:pt x="38" y="120"/>
                  </a:cubicBezTo>
                  <a:cubicBezTo>
                    <a:pt x="37" y="119"/>
                    <a:pt x="36" y="118"/>
                    <a:pt x="35" y="117"/>
                  </a:cubicBezTo>
                  <a:cubicBezTo>
                    <a:pt x="34" y="118"/>
                    <a:pt x="34" y="122"/>
                    <a:pt x="35" y="123"/>
                  </a:cubicBezTo>
                  <a:cubicBezTo>
                    <a:pt x="36" y="124"/>
                    <a:pt x="36" y="124"/>
                    <a:pt x="36" y="124"/>
                  </a:cubicBezTo>
                  <a:cubicBezTo>
                    <a:pt x="35" y="124"/>
                    <a:pt x="35" y="124"/>
                    <a:pt x="35" y="124"/>
                  </a:cubicBezTo>
                  <a:cubicBezTo>
                    <a:pt x="34" y="127"/>
                    <a:pt x="34" y="127"/>
                    <a:pt x="34" y="127"/>
                  </a:cubicBezTo>
                  <a:cubicBezTo>
                    <a:pt x="35" y="127"/>
                    <a:pt x="35" y="127"/>
                    <a:pt x="35" y="127"/>
                  </a:cubicBezTo>
                  <a:cubicBezTo>
                    <a:pt x="34" y="129"/>
                    <a:pt x="34" y="129"/>
                    <a:pt x="34" y="129"/>
                  </a:cubicBezTo>
                  <a:cubicBezTo>
                    <a:pt x="35" y="130"/>
                    <a:pt x="35" y="130"/>
                    <a:pt x="35" y="130"/>
                  </a:cubicBezTo>
                  <a:cubicBezTo>
                    <a:pt x="36" y="130"/>
                    <a:pt x="36" y="130"/>
                    <a:pt x="36" y="130"/>
                  </a:cubicBezTo>
                  <a:cubicBezTo>
                    <a:pt x="38" y="130"/>
                    <a:pt x="38" y="130"/>
                    <a:pt x="38" y="130"/>
                  </a:cubicBezTo>
                  <a:cubicBezTo>
                    <a:pt x="41" y="129"/>
                    <a:pt x="41" y="129"/>
                    <a:pt x="41" y="129"/>
                  </a:cubicBezTo>
                  <a:cubicBezTo>
                    <a:pt x="41" y="129"/>
                    <a:pt x="41" y="129"/>
                    <a:pt x="41" y="129"/>
                  </a:cubicBezTo>
                  <a:cubicBezTo>
                    <a:pt x="42" y="128"/>
                    <a:pt x="42" y="128"/>
                    <a:pt x="42" y="128"/>
                  </a:cubicBezTo>
                  <a:cubicBezTo>
                    <a:pt x="46" y="129"/>
                    <a:pt x="48" y="129"/>
                    <a:pt x="51" y="129"/>
                  </a:cubicBezTo>
                  <a:cubicBezTo>
                    <a:pt x="54" y="128"/>
                    <a:pt x="55" y="128"/>
                    <a:pt x="57" y="130"/>
                  </a:cubicBezTo>
                  <a:cubicBezTo>
                    <a:pt x="63" y="129"/>
                    <a:pt x="63" y="129"/>
                    <a:pt x="63" y="129"/>
                  </a:cubicBezTo>
                  <a:cubicBezTo>
                    <a:pt x="63" y="127"/>
                    <a:pt x="65" y="127"/>
                    <a:pt x="67" y="127"/>
                  </a:cubicBezTo>
                  <a:cubicBezTo>
                    <a:pt x="66" y="127"/>
                    <a:pt x="66" y="127"/>
                    <a:pt x="66" y="127"/>
                  </a:cubicBezTo>
                  <a:cubicBezTo>
                    <a:pt x="65" y="126"/>
                    <a:pt x="65" y="126"/>
                    <a:pt x="65" y="126"/>
                  </a:cubicBezTo>
                  <a:cubicBezTo>
                    <a:pt x="66" y="124"/>
                    <a:pt x="66" y="124"/>
                    <a:pt x="66" y="124"/>
                  </a:cubicBezTo>
                  <a:cubicBezTo>
                    <a:pt x="68" y="124"/>
                    <a:pt x="69" y="125"/>
                    <a:pt x="70" y="124"/>
                  </a:cubicBezTo>
                  <a:cubicBezTo>
                    <a:pt x="69" y="125"/>
                    <a:pt x="68" y="125"/>
                    <a:pt x="67" y="125"/>
                  </a:cubicBezTo>
                  <a:cubicBezTo>
                    <a:pt x="67" y="128"/>
                    <a:pt x="71" y="129"/>
                    <a:pt x="73" y="131"/>
                  </a:cubicBezTo>
                  <a:cubicBezTo>
                    <a:pt x="74" y="132"/>
                    <a:pt x="74" y="132"/>
                    <a:pt x="76" y="132"/>
                  </a:cubicBezTo>
                  <a:cubicBezTo>
                    <a:pt x="77" y="131"/>
                    <a:pt x="77" y="129"/>
                    <a:pt x="78" y="128"/>
                  </a:cubicBezTo>
                  <a:cubicBezTo>
                    <a:pt x="78" y="129"/>
                    <a:pt x="78" y="131"/>
                    <a:pt x="77" y="132"/>
                  </a:cubicBezTo>
                  <a:cubicBezTo>
                    <a:pt x="78" y="132"/>
                    <a:pt x="78" y="132"/>
                    <a:pt x="78" y="132"/>
                  </a:cubicBezTo>
                  <a:cubicBezTo>
                    <a:pt x="79" y="132"/>
                    <a:pt x="79" y="132"/>
                    <a:pt x="79" y="132"/>
                  </a:cubicBezTo>
                  <a:cubicBezTo>
                    <a:pt x="80" y="133"/>
                    <a:pt x="80" y="133"/>
                    <a:pt x="80" y="133"/>
                  </a:cubicBezTo>
                  <a:cubicBezTo>
                    <a:pt x="78" y="133"/>
                    <a:pt x="78" y="133"/>
                    <a:pt x="78" y="133"/>
                  </a:cubicBezTo>
                  <a:cubicBezTo>
                    <a:pt x="77" y="132"/>
                    <a:pt x="77" y="132"/>
                    <a:pt x="77" y="132"/>
                  </a:cubicBezTo>
                  <a:cubicBezTo>
                    <a:pt x="76" y="132"/>
                    <a:pt x="76" y="132"/>
                    <a:pt x="76" y="132"/>
                  </a:cubicBezTo>
                  <a:cubicBezTo>
                    <a:pt x="80" y="135"/>
                    <a:pt x="80" y="135"/>
                    <a:pt x="80" y="135"/>
                  </a:cubicBezTo>
                  <a:cubicBezTo>
                    <a:pt x="80" y="133"/>
                    <a:pt x="82" y="131"/>
                    <a:pt x="84" y="130"/>
                  </a:cubicBezTo>
                  <a:cubicBezTo>
                    <a:pt x="84" y="130"/>
                    <a:pt x="83" y="131"/>
                    <a:pt x="84" y="132"/>
                  </a:cubicBezTo>
                  <a:cubicBezTo>
                    <a:pt x="84" y="133"/>
                    <a:pt x="85" y="134"/>
                    <a:pt x="86" y="134"/>
                  </a:cubicBezTo>
                  <a:cubicBezTo>
                    <a:pt x="85" y="134"/>
                    <a:pt x="85" y="134"/>
                    <a:pt x="85" y="134"/>
                  </a:cubicBezTo>
                  <a:cubicBezTo>
                    <a:pt x="84" y="133"/>
                    <a:pt x="81" y="132"/>
                    <a:pt x="81" y="134"/>
                  </a:cubicBezTo>
                  <a:cubicBezTo>
                    <a:pt x="81" y="136"/>
                    <a:pt x="82" y="138"/>
                    <a:pt x="83" y="138"/>
                  </a:cubicBezTo>
                  <a:cubicBezTo>
                    <a:pt x="82" y="136"/>
                    <a:pt x="82" y="136"/>
                    <a:pt x="82" y="136"/>
                  </a:cubicBezTo>
                  <a:cubicBezTo>
                    <a:pt x="83" y="136"/>
                    <a:pt x="84" y="138"/>
                    <a:pt x="85" y="140"/>
                  </a:cubicBezTo>
                  <a:cubicBezTo>
                    <a:pt x="86" y="140"/>
                    <a:pt x="86" y="140"/>
                    <a:pt x="86" y="140"/>
                  </a:cubicBezTo>
                  <a:cubicBezTo>
                    <a:pt x="85" y="140"/>
                    <a:pt x="85" y="140"/>
                    <a:pt x="85" y="140"/>
                  </a:cubicBezTo>
                  <a:cubicBezTo>
                    <a:pt x="87" y="142"/>
                    <a:pt x="88" y="143"/>
                    <a:pt x="91" y="143"/>
                  </a:cubicBezTo>
                  <a:cubicBezTo>
                    <a:pt x="93" y="144"/>
                    <a:pt x="96" y="143"/>
                    <a:pt x="98" y="143"/>
                  </a:cubicBezTo>
                  <a:cubicBezTo>
                    <a:pt x="96" y="143"/>
                    <a:pt x="96" y="143"/>
                    <a:pt x="96" y="143"/>
                  </a:cubicBezTo>
                  <a:cubicBezTo>
                    <a:pt x="99" y="143"/>
                    <a:pt x="99" y="143"/>
                    <a:pt x="99" y="143"/>
                  </a:cubicBezTo>
                  <a:cubicBezTo>
                    <a:pt x="99" y="145"/>
                    <a:pt x="109" y="148"/>
                    <a:pt x="111" y="148"/>
                  </a:cubicBezTo>
                  <a:cubicBezTo>
                    <a:pt x="112" y="148"/>
                    <a:pt x="112" y="148"/>
                    <a:pt x="112" y="148"/>
                  </a:cubicBezTo>
                  <a:cubicBezTo>
                    <a:pt x="113" y="149"/>
                    <a:pt x="117" y="149"/>
                    <a:pt x="119" y="149"/>
                  </a:cubicBezTo>
                  <a:cubicBezTo>
                    <a:pt x="124" y="149"/>
                    <a:pt x="128" y="147"/>
                    <a:pt x="132" y="146"/>
                  </a:cubicBezTo>
                  <a:cubicBezTo>
                    <a:pt x="130" y="146"/>
                    <a:pt x="130" y="144"/>
                    <a:pt x="129" y="142"/>
                  </a:cubicBezTo>
                  <a:cubicBezTo>
                    <a:pt x="130" y="142"/>
                    <a:pt x="130" y="142"/>
                    <a:pt x="130" y="142"/>
                  </a:cubicBezTo>
                  <a:cubicBezTo>
                    <a:pt x="131" y="143"/>
                    <a:pt x="131" y="143"/>
                    <a:pt x="131" y="143"/>
                  </a:cubicBezTo>
                  <a:cubicBezTo>
                    <a:pt x="132" y="142"/>
                    <a:pt x="132" y="142"/>
                    <a:pt x="133" y="142"/>
                  </a:cubicBezTo>
                  <a:cubicBezTo>
                    <a:pt x="133" y="143"/>
                    <a:pt x="132" y="144"/>
                    <a:pt x="131" y="144"/>
                  </a:cubicBezTo>
                  <a:cubicBezTo>
                    <a:pt x="133" y="147"/>
                    <a:pt x="139" y="141"/>
                    <a:pt x="139" y="139"/>
                  </a:cubicBezTo>
                  <a:cubicBezTo>
                    <a:pt x="137" y="139"/>
                    <a:pt x="137" y="139"/>
                    <a:pt x="137" y="139"/>
                  </a:cubicBezTo>
                  <a:cubicBezTo>
                    <a:pt x="137" y="138"/>
                    <a:pt x="137" y="138"/>
                    <a:pt x="137" y="138"/>
                  </a:cubicBezTo>
                  <a:cubicBezTo>
                    <a:pt x="138" y="137"/>
                    <a:pt x="138" y="137"/>
                    <a:pt x="138" y="137"/>
                  </a:cubicBezTo>
                  <a:cubicBezTo>
                    <a:pt x="139" y="138"/>
                    <a:pt x="139" y="138"/>
                    <a:pt x="139" y="138"/>
                  </a:cubicBezTo>
                  <a:cubicBezTo>
                    <a:pt x="140" y="136"/>
                    <a:pt x="140" y="136"/>
                    <a:pt x="140" y="136"/>
                  </a:cubicBezTo>
                  <a:cubicBezTo>
                    <a:pt x="138" y="136"/>
                    <a:pt x="138" y="136"/>
                    <a:pt x="138" y="136"/>
                  </a:cubicBezTo>
                  <a:cubicBezTo>
                    <a:pt x="137" y="136"/>
                    <a:pt x="137" y="136"/>
                    <a:pt x="137" y="136"/>
                  </a:cubicBezTo>
                  <a:cubicBezTo>
                    <a:pt x="136" y="136"/>
                    <a:pt x="136" y="136"/>
                    <a:pt x="136" y="136"/>
                  </a:cubicBezTo>
                  <a:cubicBezTo>
                    <a:pt x="138" y="135"/>
                    <a:pt x="137" y="134"/>
                    <a:pt x="139" y="133"/>
                  </a:cubicBezTo>
                  <a:cubicBezTo>
                    <a:pt x="140" y="132"/>
                    <a:pt x="140" y="132"/>
                    <a:pt x="140" y="132"/>
                  </a:cubicBezTo>
                  <a:cubicBezTo>
                    <a:pt x="140" y="132"/>
                    <a:pt x="140" y="132"/>
                    <a:pt x="140" y="132"/>
                  </a:cubicBezTo>
                  <a:cubicBezTo>
                    <a:pt x="141" y="132"/>
                    <a:pt x="141" y="132"/>
                    <a:pt x="141" y="132"/>
                  </a:cubicBezTo>
                  <a:cubicBezTo>
                    <a:pt x="142" y="132"/>
                    <a:pt x="142" y="132"/>
                    <a:pt x="142" y="132"/>
                  </a:cubicBezTo>
                  <a:cubicBezTo>
                    <a:pt x="142" y="130"/>
                    <a:pt x="142" y="130"/>
                    <a:pt x="142" y="130"/>
                  </a:cubicBezTo>
                  <a:cubicBezTo>
                    <a:pt x="144" y="132"/>
                    <a:pt x="144" y="132"/>
                    <a:pt x="144" y="132"/>
                  </a:cubicBezTo>
                  <a:cubicBezTo>
                    <a:pt x="142" y="132"/>
                    <a:pt x="142" y="132"/>
                    <a:pt x="142" y="132"/>
                  </a:cubicBezTo>
                  <a:cubicBezTo>
                    <a:pt x="142" y="134"/>
                    <a:pt x="142" y="134"/>
                    <a:pt x="142" y="134"/>
                  </a:cubicBezTo>
                  <a:cubicBezTo>
                    <a:pt x="144" y="132"/>
                    <a:pt x="144" y="132"/>
                    <a:pt x="144" y="132"/>
                  </a:cubicBezTo>
                  <a:cubicBezTo>
                    <a:pt x="144" y="131"/>
                    <a:pt x="144" y="131"/>
                    <a:pt x="144" y="131"/>
                  </a:cubicBezTo>
                  <a:cubicBezTo>
                    <a:pt x="145" y="132"/>
                    <a:pt x="145" y="132"/>
                    <a:pt x="145" y="132"/>
                  </a:cubicBezTo>
                  <a:cubicBezTo>
                    <a:pt x="149" y="130"/>
                    <a:pt x="149" y="130"/>
                    <a:pt x="149" y="130"/>
                  </a:cubicBezTo>
                  <a:cubicBezTo>
                    <a:pt x="150" y="130"/>
                    <a:pt x="151" y="129"/>
                    <a:pt x="152" y="128"/>
                  </a:cubicBezTo>
                  <a:cubicBezTo>
                    <a:pt x="153" y="129"/>
                    <a:pt x="153" y="129"/>
                    <a:pt x="153" y="129"/>
                  </a:cubicBezTo>
                  <a:cubicBezTo>
                    <a:pt x="153" y="128"/>
                    <a:pt x="153" y="128"/>
                    <a:pt x="153" y="128"/>
                  </a:cubicBezTo>
                  <a:cubicBezTo>
                    <a:pt x="154" y="129"/>
                    <a:pt x="154" y="129"/>
                    <a:pt x="154" y="129"/>
                  </a:cubicBezTo>
                  <a:cubicBezTo>
                    <a:pt x="157" y="129"/>
                    <a:pt x="157" y="129"/>
                    <a:pt x="157" y="129"/>
                  </a:cubicBezTo>
                  <a:cubicBezTo>
                    <a:pt x="156" y="126"/>
                    <a:pt x="156" y="126"/>
                    <a:pt x="156" y="126"/>
                  </a:cubicBezTo>
                  <a:cubicBezTo>
                    <a:pt x="157" y="126"/>
                    <a:pt x="157" y="126"/>
                    <a:pt x="157" y="126"/>
                  </a:cubicBezTo>
                  <a:cubicBezTo>
                    <a:pt x="157" y="123"/>
                    <a:pt x="157" y="123"/>
                    <a:pt x="157" y="123"/>
                  </a:cubicBezTo>
                  <a:cubicBezTo>
                    <a:pt x="158" y="124"/>
                    <a:pt x="158" y="124"/>
                    <a:pt x="158" y="124"/>
                  </a:cubicBezTo>
                  <a:cubicBezTo>
                    <a:pt x="158" y="129"/>
                    <a:pt x="158" y="129"/>
                    <a:pt x="158" y="129"/>
                  </a:cubicBezTo>
                  <a:cubicBezTo>
                    <a:pt x="158" y="129"/>
                    <a:pt x="158" y="129"/>
                    <a:pt x="158" y="129"/>
                  </a:cubicBezTo>
                  <a:cubicBezTo>
                    <a:pt x="158" y="128"/>
                    <a:pt x="158" y="127"/>
                    <a:pt x="158" y="126"/>
                  </a:cubicBezTo>
                  <a:cubicBezTo>
                    <a:pt x="159" y="127"/>
                    <a:pt x="159" y="127"/>
                    <a:pt x="159" y="128"/>
                  </a:cubicBezTo>
                  <a:cubicBezTo>
                    <a:pt x="159" y="128"/>
                    <a:pt x="159" y="128"/>
                    <a:pt x="159" y="128"/>
                  </a:cubicBezTo>
                  <a:cubicBezTo>
                    <a:pt x="159" y="126"/>
                    <a:pt x="159" y="126"/>
                    <a:pt x="159" y="126"/>
                  </a:cubicBezTo>
                  <a:cubicBezTo>
                    <a:pt x="160" y="126"/>
                    <a:pt x="160" y="126"/>
                    <a:pt x="160" y="126"/>
                  </a:cubicBezTo>
                  <a:cubicBezTo>
                    <a:pt x="161" y="128"/>
                    <a:pt x="161" y="128"/>
                    <a:pt x="161" y="128"/>
                  </a:cubicBezTo>
                  <a:cubicBezTo>
                    <a:pt x="161" y="126"/>
                    <a:pt x="170" y="122"/>
                    <a:pt x="171" y="118"/>
                  </a:cubicBezTo>
                  <a:cubicBezTo>
                    <a:pt x="171" y="119"/>
                    <a:pt x="170" y="119"/>
                    <a:pt x="170" y="119"/>
                  </a:cubicBezTo>
                  <a:cubicBezTo>
                    <a:pt x="171" y="118"/>
                    <a:pt x="171" y="117"/>
                    <a:pt x="172" y="117"/>
                  </a:cubicBezTo>
                  <a:cubicBezTo>
                    <a:pt x="172" y="117"/>
                    <a:pt x="172" y="117"/>
                    <a:pt x="172" y="117"/>
                  </a:cubicBezTo>
                  <a:cubicBezTo>
                    <a:pt x="174" y="116"/>
                    <a:pt x="174" y="116"/>
                    <a:pt x="174" y="116"/>
                  </a:cubicBezTo>
                  <a:cubicBezTo>
                    <a:pt x="173" y="115"/>
                    <a:pt x="176" y="113"/>
                    <a:pt x="178" y="112"/>
                  </a:cubicBezTo>
                  <a:cubicBezTo>
                    <a:pt x="177" y="112"/>
                    <a:pt x="177" y="112"/>
                    <a:pt x="176" y="112"/>
                  </a:cubicBezTo>
                  <a:cubicBezTo>
                    <a:pt x="178" y="110"/>
                    <a:pt x="181" y="110"/>
                    <a:pt x="183" y="109"/>
                  </a:cubicBezTo>
                  <a:cubicBezTo>
                    <a:pt x="183" y="108"/>
                    <a:pt x="183" y="108"/>
                    <a:pt x="183" y="108"/>
                  </a:cubicBezTo>
                  <a:cubicBezTo>
                    <a:pt x="182" y="108"/>
                    <a:pt x="182" y="109"/>
                    <a:pt x="181" y="109"/>
                  </a:cubicBezTo>
                  <a:cubicBezTo>
                    <a:pt x="183" y="107"/>
                    <a:pt x="186" y="106"/>
                    <a:pt x="188" y="105"/>
                  </a:cubicBezTo>
                  <a:cubicBezTo>
                    <a:pt x="187" y="105"/>
                    <a:pt x="187" y="105"/>
                    <a:pt x="187" y="105"/>
                  </a:cubicBezTo>
                  <a:cubicBezTo>
                    <a:pt x="189" y="104"/>
                    <a:pt x="189" y="104"/>
                    <a:pt x="189" y="104"/>
                  </a:cubicBezTo>
                  <a:cubicBezTo>
                    <a:pt x="190" y="103"/>
                    <a:pt x="190" y="103"/>
                    <a:pt x="190" y="103"/>
                  </a:cubicBezTo>
                  <a:cubicBezTo>
                    <a:pt x="189" y="102"/>
                    <a:pt x="189" y="102"/>
                    <a:pt x="189" y="102"/>
                  </a:cubicBezTo>
                  <a:cubicBezTo>
                    <a:pt x="190" y="101"/>
                    <a:pt x="190" y="101"/>
                    <a:pt x="190" y="101"/>
                  </a:cubicBezTo>
                  <a:cubicBezTo>
                    <a:pt x="189" y="100"/>
                    <a:pt x="189" y="100"/>
                    <a:pt x="188" y="99"/>
                  </a:cubicBezTo>
                  <a:cubicBezTo>
                    <a:pt x="189" y="100"/>
                    <a:pt x="190" y="100"/>
                    <a:pt x="190" y="101"/>
                  </a:cubicBezTo>
                  <a:cubicBezTo>
                    <a:pt x="190" y="102"/>
                    <a:pt x="190" y="102"/>
                    <a:pt x="190" y="102"/>
                  </a:cubicBezTo>
                  <a:cubicBezTo>
                    <a:pt x="192" y="103"/>
                    <a:pt x="192" y="103"/>
                    <a:pt x="192" y="103"/>
                  </a:cubicBezTo>
                  <a:cubicBezTo>
                    <a:pt x="191" y="101"/>
                    <a:pt x="191" y="101"/>
                    <a:pt x="191" y="101"/>
                  </a:cubicBezTo>
                  <a:cubicBezTo>
                    <a:pt x="192" y="103"/>
                    <a:pt x="192" y="103"/>
                    <a:pt x="192" y="103"/>
                  </a:cubicBezTo>
                  <a:cubicBezTo>
                    <a:pt x="193" y="103"/>
                    <a:pt x="193" y="103"/>
                    <a:pt x="193" y="103"/>
                  </a:cubicBezTo>
                  <a:cubicBezTo>
                    <a:pt x="193" y="103"/>
                    <a:pt x="193" y="104"/>
                    <a:pt x="193" y="104"/>
                  </a:cubicBezTo>
                  <a:cubicBezTo>
                    <a:pt x="194" y="104"/>
                    <a:pt x="194" y="103"/>
                    <a:pt x="195" y="103"/>
                  </a:cubicBezTo>
                  <a:cubicBezTo>
                    <a:pt x="197" y="103"/>
                    <a:pt x="197" y="104"/>
                    <a:pt x="199" y="104"/>
                  </a:cubicBezTo>
                  <a:cubicBezTo>
                    <a:pt x="200" y="103"/>
                    <a:pt x="200" y="103"/>
                    <a:pt x="200" y="103"/>
                  </a:cubicBezTo>
                  <a:cubicBezTo>
                    <a:pt x="200" y="102"/>
                    <a:pt x="200" y="102"/>
                    <a:pt x="200" y="102"/>
                  </a:cubicBezTo>
                  <a:cubicBezTo>
                    <a:pt x="199" y="102"/>
                    <a:pt x="199" y="102"/>
                    <a:pt x="199" y="102"/>
                  </a:cubicBezTo>
                  <a:cubicBezTo>
                    <a:pt x="198" y="101"/>
                    <a:pt x="198" y="101"/>
                    <a:pt x="198" y="101"/>
                  </a:cubicBezTo>
                  <a:cubicBezTo>
                    <a:pt x="199" y="100"/>
                    <a:pt x="199" y="100"/>
                    <a:pt x="199" y="100"/>
                  </a:cubicBezTo>
                  <a:cubicBezTo>
                    <a:pt x="199" y="100"/>
                    <a:pt x="199" y="100"/>
                    <a:pt x="200" y="100"/>
                  </a:cubicBezTo>
                  <a:cubicBezTo>
                    <a:pt x="201" y="99"/>
                    <a:pt x="203" y="97"/>
                    <a:pt x="203" y="95"/>
                  </a:cubicBezTo>
                  <a:cubicBezTo>
                    <a:pt x="204" y="96"/>
                    <a:pt x="205" y="96"/>
                    <a:pt x="206" y="96"/>
                  </a:cubicBezTo>
                  <a:cubicBezTo>
                    <a:pt x="205" y="96"/>
                    <a:pt x="203" y="97"/>
                    <a:pt x="202" y="98"/>
                  </a:cubicBezTo>
                  <a:cubicBezTo>
                    <a:pt x="204" y="97"/>
                    <a:pt x="206" y="97"/>
                    <a:pt x="207" y="95"/>
                  </a:cubicBezTo>
                  <a:cubicBezTo>
                    <a:pt x="208" y="93"/>
                    <a:pt x="208" y="90"/>
                    <a:pt x="209" y="87"/>
                  </a:cubicBezTo>
                  <a:cubicBezTo>
                    <a:pt x="208" y="88"/>
                    <a:pt x="208" y="89"/>
                    <a:pt x="207" y="90"/>
                  </a:cubicBezTo>
                  <a:cubicBezTo>
                    <a:pt x="205" y="88"/>
                    <a:pt x="205" y="88"/>
                    <a:pt x="205" y="88"/>
                  </a:cubicBezTo>
                  <a:cubicBezTo>
                    <a:pt x="205" y="88"/>
                    <a:pt x="205" y="88"/>
                    <a:pt x="205" y="88"/>
                  </a:cubicBezTo>
                  <a:cubicBezTo>
                    <a:pt x="208" y="87"/>
                    <a:pt x="208" y="87"/>
                    <a:pt x="208" y="87"/>
                  </a:cubicBezTo>
                  <a:cubicBezTo>
                    <a:pt x="208" y="87"/>
                    <a:pt x="208" y="87"/>
                    <a:pt x="208" y="87"/>
                  </a:cubicBezTo>
                  <a:cubicBezTo>
                    <a:pt x="208" y="86"/>
                    <a:pt x="208" y="86"/>
                    <a:pt x="208" y="86"/>
                  </a:cubicBezTo>
                  <a:cubicBezTo>
                    <a:pt x="206" y="85"/>
                    <a:pt x="206" y="85"/>
                    <a:pt x="206" y="85"/>
                  </a:cubicBezTo>
                  <a:cubicBezTo>
                    <a:pt x="207" y="84"/>
                    <a:pt x="207" y="84"/>
                    <a:pt x="207" y="84"/>
                  </a:cubicBezTo>
                  <a:cubicBezTo>
                    <a:pt x="211" y="84"/>
                    <a:pt x="211" y="84"/>
                    <a:pt x="211" y="84"/>
                  </a:cubicBezTo>
                  <a:cubicBezTo>
                    <a:pt x="210" y="83"/>
                    <a:pt x="208" y="83"/>
                    <a:pt x="208" y="80"/>
                  </a:cubicBezTo>
                  <a:cubicBezTo>
                    <a:pt x="206" y="80"/>
                    <a:pt x="206" y="80"/>
                    <a:pt x="206" y="80"/>
                  </a:cubicBezTo>
                  <a:cubicBezTo>
                    <a:pt x="206" y="79"/>
                    <a:pt x="207" y="79"/>
                    <a:pt x="207" y="78"/>
                  </a:cubicBezTo>
                  <a:cubicBezTo>
                    <a:pt x="208" y="79"/>
                    <a:pt x="209" y="80"/>
                    <a:pt x="209" y="82"/>
                  </a:cubicBezTo>
                  <a:cubicBezTo>
                    <a:pt x="211" y="83"/>
                    <a:pt x="215" y="81"/>
                    <a:pt x="216" y="80"/>
                  </a:cubicBezTo>
                  <a:cubicBezTo>
                    <a:pt x="216" y="79"/>
                    <a:pt x="215" y="78"/>
                    <a:pt x="215" y="78"/>
                  </a:cubicBezTo>
                  <a:cubicBezTo>
                    <a:pt x="216" y="77"/>
                    <a:pt x="218" y="77"/>
                    <a:pt x="219" y="77"/>
                  </a:cubicBezTo>
                  <a:cubicBezTo>
                    <a:pt x="219" y="76"/>
                    <a:pt x="219" y="76"/>
                    <a:pt x="219" y="76"/>
                  </a:cubicBezTo>
                  <a:cubicBezTo>
                    <a:pt x="216" y="75"/>
                    <a:pt x="216" y="75"/>
                    <a:pt x="216" y="75"/>
                  </a:cubicBezTo>
                  <a:cubicBezTo>
                    <a:pt x="217" y="75"/>
                    <a:pt x="217" y="75"/>
                    <a:pt x="217" y="75"/>
                  </a:cubicBezTo>
                  <a:cubicBezTo>
                    <a:pt x="219" y="75"/>
                    <a:pt x="219" y="75"/>
                    <a:pt x="219" y="75"/>
                  </a:cubicBezTo>
                  <a:cubicBezTo>
                    <a:pt x="223" y="73"/>
                    <a:pt x="215" y="72"/>
                    <a:pt x="214" y="71"/>
                  </a:cubicBezTo>
                  <a:cubicBezTo>
                    <a:pt x="216" y="71"/>
                    <a:pt x="218" y="71"/>
                    <a:pt x="220" y="71"/>
                  </a:cubicBezTo>
                  <a:cubicBezTo>
                    <a:pt x="221" y="70"/>
                    <a:pt x="221" y="70"/>
                    <a:pt x="221" y="70"/>
                  </a:cubicBezTo>
                  <a:cubicBezTo>
                    <a:pt x="220" y="69"/>
                    <a:pt x="218" y="69"/>
                    <a:pt x="216" y="67"/>
                  </a:cubicBezTo>
                  <a:cubicBezTo>
                    <a:pt x="210" y="67"/>
                    <a:pt x="210" y="67"/>
                    <a:pt x="210" y="67"/>
                  </a:cubicBezTo>
                  <a:cubicBezTo>
                    <a:pt x="210" y="66"/>
                    <a:pt x="210" y="66"/>
                    <a:pt x="210" y="66"/>
                  </a:cubicBezTo>
                  <a:cubicBezTo>
                    <a:pt x="214" y="66"/>
                    <a:pt x="214" y="66"/>
                    <a:pt x="214" y="66"/>
                  </a:cubicBezTo>
                  <a:cubicBezTo>
                    <a:pt x="215" y="65"/>
                    <a:pt x="215" y="65"/>
                    <a:pt x="215" y="65"/>
                  </a:cubicBezTo>
                  <a:cubicBezTo>
                    <a:pt x="214" y="65"/>
                    <a:pt x="214" y="64"/>
                    <a:pt x="214" y="64"/>
                  </a:cubicBezTo>
                  <a:cubicBezTo>
                    <a:pt x="215" y="65"/>
                    <a:pt x="216" y="65"/>
                    <a:pt x="218" y="66"/>
                  </a:cubicBezTo>
                  <a:cubicBezTo>
                    <a:pt x="219" y="67"/>
                    <a:pt x="219" y="67"/>
                    <a:pt x="219" y="67"/>
                  </a:cubicBezTo>
                  <a:cubicBezTo>
                    <a:pt x="222" y="67"/>
                    <a:pt x="222" y="67"/>
                    <a:pt x="222" y="67"/>
                  </a:cubicBezTo>
                  <a:cubicBezTo>
                    <a:pt x="223" y="66"/>
                    <a:pt x="223" y="66"/>
                    <a:pt x="223" y="66"/>
                  </a:cubicBezTo>
                  <a:cubicBezTo>
                    <a:pt x="222" y="65"/>
                    <a:pt x="222" y="65"/>
                    <a:pt x="222" y="65"/>
                  </a:cubicBezTo>
                  <a:cubicBezTo>
                    <a:pt x="224" y="64"/>
                    <a:pt x="224" y="64"/>
                    <a:pt x="224" y="64"/>
                  </a:cubicBezTo>
                  <a:lnTo>
                    <a:pt x="224" y="63"/>
                  </a:lnTo>
                  <a:close/>
                  <a:moveTo>
                    <a:pt x="58" y="52"/>
                  </a:moveTo>
                  <a:cubicBezTo>
                    <a:pt x="58" y="52"/>
                    <a:pt x="58" y="52"/>
                    <a:pt x="58" y="52"/>
                  </a:cubicBezTo>
                  <a:cubicBezTo>
                    <a:pt x="58" y="52"/>
                    <a:pt x="58" y="52"/>
                    <a:pt x="59" y="52"/>
                  </a:cubicBezTo>
                  <a:cubicBezTo>
                    <a:pt x="58" y="52"/>
                    <a:pt x="58" y="52"/>
                    <a:pt x="58" y="52"/>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7" name="Freeform 610"/>
            <p:cNvSpPr>
              <a:spLocks/>
            </p:cNvSpPr>
            <p:nvPr/>
          </p:nvSpPr>
          <p:spPr bwMode="auto">
            <a:xfrm>
              <a:off x="11377613" y="5259863"/>
              <a:ext cx="522288" cy="268288"/>
            </a:xfrm>
            <a:custGeom>
              <a:avLst/>
              <a:gdLst>
                <a:gd name="T0" fmla="*/ 120 w 132"/>
                <a:gd name="T1" fmla="*/ 42 h 68"/>
                <a:gd name="T2" fmla="*/ 116 w 132"/>
                <a:gd name="T3" fmla="*/ 40 h 68"/>
                <a:gd name="T4" fmla="*/ 113 w 132"/>
                <a:gd name="T5" fmla="*/ 30 h 68"/>
                <a:gd name="T6" fmla="*/ 104 w 132"/>
                <a:gd name="T7" fmla="*/ 27 h 68"/>
                <a:gd name="T8" fmla="*/ 96 w 132"/>
                <a:gd name="T9" fmla="*/ 22 h 68"/>
                <a:gd name="T10" fmla="*/ 86 w 132"/>
                <a:gd name="T11" fmla="*/ 24 h 68"/>
                <a:gd name="T12" fmla="*/ 80 w 132"/>
                <a:gd name="T13" fmla="*/ 26 h 68"/>
                <a:gd name="T14" fmla="*/ 74 w 132"/>
                <a:gd name="T15" fmla="*/ 26 h 68"/>
                <a:gd name="T16" fmla="*/ 73 w 132"/>
                <a:gd name="T17" fmla="*/ 22 h 68"/>
                <a:gd name="T18" fmla="*/ 66 w 132"/>
                <a:gd name="T19" fmla="*/ 19 h 68"/>
                <a:gd name="T20" fmla="*/ 59 w 132"/>
                <a:gd name="T21" fmla="*/ 14 h 68"/>
                <a:gd name="T22" fmla="*/ 53 w 132"/>
                <a:gd name="T23" fmla="*/ 12 h 68"/>
                <a:gd name="T24" fmla="*/ 41 w 132"/>
                <a:gd name="T25" fmla="*/ 11 h 68"/>
                <a:gd name="T26" fmla="*/ 29 w 132"/>
                <a:gd name="T27" fmla="*/ 8 h 68"/>
                <a:gd name="T28" fmla="*/ 22 w 132"/>
                <a:gd name="T29" fmla="*/ 6 h 68"/>
                <a:gd name="T30" fmla="*/ 14 w 132"/>
                <a:gd name="T31" fmla="*/ 2 h 68"/>
                <a:gd name="T32" fmla="*/ 7 w 132"/>
                <a:gd name="T33" fmla="*/ 1 h 68"/>
                <a:gd name="T34" fmla="*/ 4 w 132"/>
                <a:gd name="T35" fmla="*/ 7 h 68"/>
                <a:gd name="T36" fmla="*/ 13 w 132"/>
                <a:gd name="T37" fmla="*/ 13 h 68"/>
                <a:gd name="T38" fmla="*/ 23 w 132"/>
                <a:gd name="T39" fmla="*/ 19 h 68"/>
                <a:gd name="T40" fmla="*/ 31 w 132"/>
                <a:gd name="T41" fmla="*/ 28 h 68"/>
                <a:gd name="T42" fmla="*/ 35 w 132"/>
                <a:gd name="T43" fmla="*/ 48 h 68"/>
                <a:gd name="T44" fmla="*/ 38 w 132"/>
                <a:gd name="T45" fmla="*/ 56 h 68"/>
                <a:gd name="T46" fmla="*/ 50 w 132"/>
                <a:gd name="T47" fmla="*/ 56 h 68"/>
                <a:gd name="T48" fmla="*/ 56 w 132"/>
                <a:gd name="T49" fmla="*/ 56 h 68"/>
                <a:gd name="T50" fmla="*/ 63 w 132"/>
                <a:gd name="T51" fmla="*/ 61 h 68"/>
                <a:gd name="T52" fmla="*/ 69 w 132"/>
                <a:gd name="T53" fmla="*/ 66 h 68"/>
                <a:gd name="T54" fmla="*/ 78 w 132"/>
                <a:gd name="T55" fmla="*/ 65 h 68"/>
                <a:gd name="T56" fmla="*/ 83 w 132"/>
                <a:gd name="T57" fmla="*/ 63 h 68"/>
                <a:gd name="T58" fmla="*/ 88 w 132"/>
                <a:gd name="T59" fmla="*/ 64 h 68"/>
                <a:gd name="T60" fmla="*/ 94 w 132"/>
                <a:gd name="T61" fmla="*/ 63 h 68"/>
                <a:gd name="T62" fmla="*/ 105 w 132"/>
                <a:gd name="T63" fmla="*/ 57 h 68"/>
                <a:gd name="T64" fmla="*/ 119 w 132"/>
                <a:gd name="T65" fmla="*/ 64 h 68"/>
                <a:gd name="T66" fmla="*/ 126 w 132"/>
                <a:gd name="T67" fmla="*/ 67 h 68"/>
                <a:gd name="T68" fmla="*/ 126 w 132"/>
                <a:gd name="T69" fmla="*/ 57 h 68"/>
                <a:gd name="T70" fmla="*/ 124 w 132"/>
                <a:gd name="T71" fmla="*/ 53 h 68"/>
                <a:gd name="T72" fmla="*/ 124 w 132"/>
                <a:gd name="T73" fmla="*/ 49 h 68"/>
                <a:gd name="T74" fmla="*/ 127 w 132"/>
                <a:gd name="T75" fmla="*/ 46 h 68"/>
                <a:gd name="T76" fmla="*/ 123 w 132"/>
                <a:gd name="T77" fmla="*/ 4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68">
                  <a:moveTo>
                    <a:pt x="123" y="43"/>
                  </a:moveTo>
                  <a:cubicBezTo>
                    <a:pt x="122" y="43"/>
                    <a:pt x="121" y="43"/>
                    <a:pt x="120" y="42"/>
                  </a:cubicBezTo>
                  <a:cubicBezTo>
                    <a:pt x="119" y="42"/>
                    <a:pt x="118" y="42"/>
                    <a:pt x="117" y="42"/>
                  </a:cubicBezTo>
                  <a:cubicBezTo>
                    <a:pt x="117" y="41"/>
                    <a:pt x="116" y="41"/>
                    <a:pt x="116" y="40"/>
                  </a:cubicBezTo>
                  <a:cubicBezTo>
                    <a:pt x="113" y="39"/>
                    <a:pt x="110" y="37"/>
                    <a:pt x="111" y="34"/>
                  </a:cubicBezTo>
                  <a:cubicBezTo>
                    <a:pt x="112" y="33"/>
                    <a:pt x="113" y="32"/>
                    <a:pt x="113" y="30"/>
                  </a:cubicBezTo>
                  <a:cubicBezTo>
                    <a:pt x="112" y="28"/>
                    <a:pt x="110" y="28"/>
                    <a:pt x="109" y="28"/>
                  </a:cubicBezTo>
                  <a:cubicBezTo>
                    <a:pt x="107" y="28"/>
                    <a:pt x="105" y="29"/>
                    <a:pt x="104" y="27"/>
                  </a:cubicBezTo>
                  <a:cubicBezTo>
                    <a:pt x="102" y="25"/>
                    <a:pt x="102" y="25"/>
                    <a:pt x="100" y="24"/>
                  </a:cubicBezTo>
                  <a:cubicBezTo>
                    <a:pt x="99" y="24"/>
                    <a:pt x="97" y="22"/>
                    <a:pt x="96" y="22"/>
                  </a:cubicBezTo>
                  <a:cubicBezTo>
                    <a:pt x="95" y="22"/>
                    <a:pt x="95" y="24"/>
                    <a:pt x="94" y="26"/>
                  </a:cubicBezTo>
                  <a:cubicBezTo>
                    <a:pt x="91" y="23"/>
                    <a:pt x="90" y="22"/>
                    <a:pt x="86" y="24"/>
                  </a:cubicBezTo>
                  <a:cubicBezTo>
                    <a:pt x="85" y="24"/>
                    <a:pt x="83" y="25"/>
                    <a:pt x="82" y="26"/>
                  </a:cubicBezTo>
                  <a:cubicBezTo>
                    <a:pt x="81" y="26"/>
                    <a:pt x="80" y="26"/>
                    <a:pt x="80" y="26"/>
                  </a:cubicBezTo>
                  <a:cubicBezTo>
                    <a:pt x="79" y="26"/>
                    <a:pt x="78" y="28"/>
                    <a:pt x="77" y="28"/>
                  </a:cubicBezTo>
                  <a:cubicBezTo>
                    <a:pt x="77" y="26"/>
                    <a:pt x="75" y="27"/>
                    <a:pt x="74" y="26"/>
                  </a:cubicBezTo>
                  <a:cubicBezTo>
                    <a:pt x="73" y="26"/>
                    <a:pt x="75" y="25"/>
                    <a:pt x="75" y="24"/>
                  </a:cubicBezTo>
                  <a:cubicBezTo>
                    <a:pt x="75" y="23"/>
                    <a:pt x="75" y="23"/>
                    <a:pt x="73" y="22"/>
                  </a:cubicBezTo>
                  <a:cubicBezTo>
                    <a:pt x="72" y="22"/>
                    <a:pt x="72" y="21"/>
                    <a:pt x="71" y="20"/>
                  </a:cubicBezTo>
                  <a:cubicBezTo>
                    <a:pt x="69" y="19"/>
                    <a:pt x="68" y="19"/>
                    <a:pt x="66" y="19"/>
                  </a:cubicBezTo>
                  <a:cubicBezTo>
                    <a:pt x="65" y="18"/>
                    <a:pt x="63" y="18"/>
                    <a:pt x="61" y="17"/>
                  </a:cubicBezTo>
                  <a:cubicBezTo>
                    <a:pt x="60" y="16"/>
                    <a:pt x="60" y="14"/>
                    <a:pt x="59" y="14"/>
                  </a:cubicBezTo>
                  <a:cubicBezTo>
                    <a:pt x="59" y="13"/>
                    <a:pt x="57" y="12"/>
                    <a:pt x="56" y="12"/>
                  </a:cubicBezTo>
                  <a:cubicBezTo>
                    <a:pt x="55" y="11"/>
                    <a:pt x="54" y="11"/>
                    <a:pt x="53" y="12"/>
                  </a:cubicBezTo>
                  <a:cubicBezTo>
                    <a:pt x="50" y="12"/>
                    <a:pt x="48" y="9"/>
                    <a:pt x="45" y="10"/>
                  </a:cubicBezTo>
                  <a:cubicBezTo>
                    <a:pt x="43" y="10"/>
                    <a:pt x="42" y="11"/>
                    <a:pt x="41" y="11"/>
                  </a:cubicBezTo>
                  <a:cubicBezTo>
                    <a:pt x="40" y="11"/>
                    <a:pt x="37" y="11"/>
                    <a:pt x="36" y="11"/>
                  </a:cubicBezTo>
                  <a:cubicBezTo>
                    <a:pt x="33" y="10"/>
                    <a:pt x="31" y="10"/>
                    <a:pt x="29" y="8"/>
                  </a:cubicBezTo>
                  <a:cubicBezTo>
                    <a:pt x="28" y="7"/>
                    <a:pt x="27" y="7"/>
                    <a:pt x="26" y="6"/>
                  </a:cubicBezTo>
                  <a:cubicBezTo>
                    <a:pt x="25" y="6"/>
                    <a:pt x="24" y="6"/>
                    <a:pt x="22" y="6"/>
                  </a:cubicBezTo>
                  <a:cubicBezTo>
                    <a:pt x="20" y="5"/>
                    <a:pt x="19" y="5"/>
                    <a:pt x="18" y="4"/>
                  </a:cubicBezTo>
                  <a:cubicBezTo>
                    <a:pt x="17" y="3"/>
                    <a:pt x="15" y="2"/>
                    <a:pt x="14" y="2"/>
                  </a:cubicBezTo>
                  <a:cubicBezTo>
                    <a:pt x="13" y="1"/>
                    <a:pt x="12" y="2"/>
                    <a:pt x="11" y="2"/>
                  </a:cubicBezTo>
                  <a:cubicBezTo>
                    <a:pt x="9" y="2"/>
                    <a:pt x="8" y="1"/>
                    <a:pt x="7" y="1"/>
                  </a:cubicBezTo>
                  <a:cubicBezTo>
                    <a:pt x="3" y="0"/>
                    <a:pt x="2" y="2"/>
                    <a:pt x="0" y="5"/>
                  </a:cubicBezTo>
                  <a:cubicBezTo>
                    <a:pt x="2" y="5"/>
                    <a:pt x="3" y="6"/>
                    <a:pt x="4" y="7"/>
                  </a:cubicBezTo>
                  <a:cubicBezTo>
                    <a:pt x="5" y="8"/>
                    <a:pt x="5" y="9"/>
                    <a:pt x="6" y="11"/>
                  </a:cubicBezTo>
                  <a:cubicBezTo>
                    <a:pt x="7" y="12"/>
                    <a:pt x="11" y="12"/>
                    <a:pt x="13" y="13"/>
                  </a:cubicBezTo>
                  <a:cubicBezTo>
                    <a:pt x="15" y="14"/>
                    <a:pt x="19" y="14"/>
                    <a:pt x="21" y="16"/>
                  </a:cubicBezTo>
                  <a:cubicBezTo>
                    <a:pt x="22" y="17"/>
                    <a:pt x="22" y="18"/>
                    <a:pt x="23" y="19"/>
                  </a:cubicBezTo>
                  <a:cubicBezTo>
                    <a:pt x="23" y="21"/>
                    <a:pt x="24" y="22"/>
                    <a:pt x="26" y="22"/>
                  </a:cubicBezTo>
                  <a:cubicBezTo>
                    <a:pt x="29" y="24"/>
                    <a:pt x="30" y="24"/>
                    <a:pt x="31" y="28"/>
                  </a:cubicBezTo>
                  <a:cubicBezTo>
                    <a:pt x="31" y="31"/>
                    <a:pt x="32" y="35"/>
                    <a:pt x="33" y="38"/>
                  </a:cubicBezTo>
                  <a:cubicBezTo>
                    <a:pt x="34" y="41"/>
                    <a:pt x="36" y="44"/>
                    <a:pt x="35" y="48"/>
                  </a:cubicBezTo>
                  <a:cubicBezTo>
                    <a:pt x="34" y="51"/>
                    <a:pt x="32" y="52"/>
                    <a:pt x="31" y="55"/>
                  </a:cubicBezTo>
                  <a:cubicBezTo>
                    <a:pt x="33" y="57"/>
                    <a:pt x="35" y="58"/>
                    <a:pt x="38" y="56"/>
                  </a:cubicBezTo>
                  <a:cubicBezTo>
                    <a:pt x="40" y="56"/>
                    <a:pt x="43" y="55"/>
                    <a:pt x="45" y="56"/>
                  </a:cubicBezTo>
                  <a:cubicBezTo>
                    <a:pt x="47" y="57"/>
                    <a:pt x="48" y="58"/>
                    <a:pt x="50" y="56"/>
                  </a:cubicBezTo>
                  <a:cubicBezTo>
                    <a:pt x="51" y="55"/>
                    <a:pt x="51" y="53"/>
                    <a:pt x="53" y="53"/>
                  </a:cubicBezTo>
                  <a:cubicBezTo>
                    <a:pt x="57" y="53"/>
                    <a:pt x="55" y="54"/>
                    <a:pt x="56" y="56"/>
                  </a:cubicBezTo>
                  <a:cubicBezTo>
                    <a:pt x="56" y="57"/>
                    <a:pt x="60" y="58"/>
                    <a:pt x="61" y="59"/>
                  </a:cubicBezTo>
                  <a:cubicBezTo>
                    <a:pt x="61" y="60"/>
                    <a:pt x="62" y="60"/>
                    <a:pt x="63" y="61"/>
                  </a:cubicBezTo>
                  <a:cubicBezTo>
                    <a:pt x="63" y="62"/>
                    <a:pt x="62" y="62"/>
                    <a:pt x="63" y="63"/>
                  </a:cubicBezTo>
                  <a:cubicBezTo>
                    <a:pt x="64" y="65"/>
                    <a:pt x="68" y="63"/>
                    <a:pt x="69" y="66"/>
                  </a:cubicBezTo>
                  <a:cubicBezTo>
                    <a:pt x="70" y="65"/>
                    <a:pt x="72" y="66"/>
                    <a:pt x="73" y="66"/>
                  </a:cubicBezTo>
                  <a:cubicBezTo>
                    <a:pt x="74" y="66"/>
                    <a:pt x="76" y="65"/>
                    <a:pt x="78" y="65"/>
                  </a:cubicBezTo>
                  <a:cubicBezTo>
                    <a:pt x="78" y="65"/>
                    <a:pt x="80" y="64"/>
                    <a:pt x="81" y="64"/>
                  </a:cubicBezTo>
                  <a:cubicBezTo>
                    <a:pt x="82" y="63"/>
                    <a:pt x="82" y="63"/>
                    <a:pt x="83" y="63"/>
                  </a:cubicBezTo>
                  <a:cubicBezTo>
                    <a:pt x="84" y="63"/>
                    <a:pt x="85" y="63"/>
                    <a:pt x="86" y="63"/>
                  </a:cubicBezTo>
                  <a:cubicBezTo>
                    <a:pt x="87" y="63"/>
                    <a:pt x="88" y="64"/>
                    <a:pt x="88" y="64"/>
                  </a:cubicBezTo>
                  <a:cubicBezTo>
                    <a:pt x="89" y="64"/>
                    <a:pt x="89" y="63"/>
                    <a:pt x="90" y="63"/>
                  </a:cubicBezTo>
                  <a:cubicBezTo>
                    <a:pt x="92" y="63"/>
                    <a:pt x="93" y="63"/>
                    <a:pt x="94" y="63"/>
                  </a:cubicBezTo>
                  <a:cubicBezTo>
                    <a:pt x="96" y="62"/>
                    <a:pt x="97" y="61"/>
                    <a:pt x="99" y="61"/>
                  </a:cubicBezTo>
                  <a:cubicBezTo>
                    <a:pt x="100" y="60"/>
                    <a:pt x="103" y="57"/>
                    <a:pt x="105" y="57"/>
                  </a:cubicBezTo>
                  <a:cubicBezTo>
                    <a:pt x="107" y="57"/>
                    <a:pt x="111" y="58"/>
                    <a:pt x="112" y="60"/>
                  </a:cubicBezTo>
                  <a:cubicBezTo>
                    <a:pt x="114" y="62"/>
                    <a:pt x="116" y="64"/>
                    <a:pt x="119" y="64"/>
                  </a:cubicBezTo>
                  <a:cubicBezTo>
                    <a:pt x="121" y="64"/>
                    <a:pt x="122" y="63"/>
                    <a:pt x="123" y="64"/>
                  </a:cubicBezTo>
                  <a:cubicBezTo>
                    <a:pt x="124" y="64"/>
                    <a:pt x="125" y="66"/>
                    <a:pt x="126" y="67"/>
                  </a:cubicBezTo>
                  <a:cubicBezTo>
                    <a:pt x="129" y="68"/>
                    <a:pt x="131" y="66"/>
                    <a:pt x="131" y="63"/>
                  </a:cubicBezTo>
                  <a:cubicBezTo>
                    <a:pt x="132" y="60"/>
                    <a:pt x="129" y="58"/>
                    <a:pt x="126" y="57"/>
                  </a:cubicBezTo>
                  <a:cubicBezTo>
                    <a:pt x="125" y="57"/>
                    <a:pt x="124" y="56"/>
                    <a:pt x="124" y="55"/>
                  </a:cubicBezTo>
                  <a:cubicBezTo>
                    <a:pt x="124" y="55"/>
                    <a:pt x="124" y="54"/>
                    <a:pt x="124" y="53"/>
                  </a:cubicBezTo>
                  <a:cubicBezTo>
                    <a:pt x="123" y="53"/>
                    <a:pt x="123" y="53"/>
                    <a:pt x="123" y="52"/>
                  </a:cubicBezTo>
                  <a:cubicBezTo>
                    <a:pt x="122" y="51"/>
                    <a:pt x="122" y="50"/>
                    <a:pt x="124" y="49"/>
                  </a:cubicBezTo>
                  <a:cubicBezTo>
                    <a:pt x="124" y="48"/>
                    <a:pt x="125" y="48"/>
                    <a:pt x="125" y="48"/>
                  </a:cubicBezTo>
                  <a:cubicBezTo>
                    <a:pt x="126" y="47"/>
                    <a:pt x="126" y="46"/>
                    <a:pt x="127" y="46"/>
                  </a:cubicBezTo>
                  <a:cubicBezTo>
                    <a:pt x="127" y="44"/>
                    <a:pt x="123" y="45"/>
                    <a:pt x="123" y="43"/>
                  </a:cubicBezTo>
                  <a:cubicBezTo>
                    <a:pt x="122" y="43"/>
                    <a:pt x="123" y="45"/>
                    <a:pt x="123" y="43"/>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9" name="Freeform 612"/>
            <p:cNvSpPr>
              <a:spLocks/>
            </p:cNvSpPr>
            <p:nvPr/>
          </p:nvSpPr>
          <p:spPr bwMode="auto">
            <a:xfrm>
              <a:off x="9499600" y="5074126"/>
              <a:ext cx="307975" cy="292100"/>
            </a:xfrm>
            <a:custGeom>
              <a:avLst/>
              <a:gdLst>
                <a:gd name="T0" fmla="*/ 56 w 78"/>
                <a:gd name="T1" fmla="*/ 72 h 74"/>
                <a:gd name="T2" fmla="*/ 55 w 78"/>
                <a:gd name="T3" fmla="*/ 68 h 74"/>
                <a:gd name="T4" fmla="*/ 55 w 78"/>
                <a:gd name="T5" fmla="*/ 66 h 74"/>
                <a:gd name="T6" fmla="*/ 55 w 78"/>
                <a:gd name="T7" fmla="*/ 64 h 74"/>
                <a:gd name="T8" fmla="*/ 57 w 78"/>
                <a:gd name="T9" fmla="*/ 62 h 74"/>
                <a:gd name="T10" fmla="*/ 59 w 78"/>
                <a:gd name="T11" fmla="*/ 57 h 74"/>
                <a:gd name="T12" fmla="*/ 62 w 78"/>
                <a:gd name="T13" fmla="*/ 54 h 74"/>
                <a:gd name="T14" fmla="*/ 65 w 78"/>
                <a:gd name="T15" fmla="*/ 55 h 74"/>
                <a:gd name="T16" fmla="*/ 65 w 78"/>
                <a:gd name="T17" fmla="*/ 48 h 74"/>
                <a:gd name="T18" fmla="*/ 67 w 78"/>
                <a:gd name="T19" fmla="*/ 49 h 74"/>
                <a:gd name="T20" fmla="*/ 70 w 78"/>
                <a:gd name="T21" fmla="*/ 48 h 74"/>
                <a:gd name="T22" fmla="*/ 73 w 78"/>
                <a:gd name="T23" fmla="*/ 47 h 74"/>
                <a:gd name="T24" fmla="*/ 74 w 78"/>
                <a:gd name="T25" fmla="*/ 48 h 74"/>
                <a:gd name="T26" fmla="*/ 75 w 78"/>
                <a:gd name="T27" fmla="*/ 46 h 74"/>
                <a:gd name="T28" fmla="*/ 73 w 78"/>
                <a:gd name="T29" fmla="*/ 41 h 74"/>
                <a:gd name="T30" fmla="*/ 71 w 78"/>
                <a:gd name="T31" fmla="*/ 36 h 74"/>
                <a:gd name="T32" fmla="*/ 77 w 78"/>
                <a:gd name="T33" fmla="*/ 36 h 74"/>
                <a:gd name="T34" fmla="*/ 73 w 78"/>
                <a:gd name="T35" fmla="*/ 31 h 74"/>
                <a:gd name="T36" fmla="*/ 72 w 78"/>
                <a:gd name="T37" fmla="*/ 29 h 74"/>
                <a:gd name="T38" fmla="*/ 69 w 78"/>
                <a:gd name="T39" fmla="*/ 28 h 74"/>
                <a:gd name="T40" fmla="*/ 69 w 78"/>
                <a:gd name="T41" fmla="*/ 20 h 74"/>
                <a:gd name="T42" fmla="*/ 73 w 78"/>
                <a:gd name="T43" fmla="*/ 14 h 74"/>
                <a:gd name="T44" fmla="*/ 67 w 78"/>
                <a:gd name="T45" fmla="*/ 10 h 74"/>
                <a:gd name="T46" fmla="*/ 64 w 78"/>
                <a:gd name="T47" fmla="*/ 12 h 74"/>
                <a:gd name="T48" fmla="*/ 61 w 78"/>
                <a:gd name="T49" fmla="*/ 8 h 74"/>
                <a:gd name="T50" fmla="*/ 57 w 78"/>
                <a:gd name="T51" fmla="*/ 6 h 74"/>
                <a:gd name="T52" fmla="*/ 50 w 78"/>
                <a:gd name="T53" fmla="*/ 4 h 74"/>
                <a:gd name="T54" fmla="*/ 47 w 78"/>
                <a:gd name="T55" fmla="*/ 5 h 74"/>
                <a:gd name="T56" fmla="*/ 44 w 78"/>
                <a:gd name="T57" fmla="*/ 5 h 74"/>
                <a:gd name="T58" fmla="*/ 40 w 78"/>
                <a:gd name="T59" fmla="*/ 5 h 74"/>
                <a:gd name="T60" fmla="*/ 37 w 78"/>
                <a:gd name="T61" fmla="*/ 4 h 74"/>
                <a:gd name="T62" fmla="*/ 34 w 78"/>
                <a:gd name="T63" fmla="*/ 4 h 74"/>
                <a:gd name="T64" fmla="*/ 32 w 78"/>
                <a:gd name="T65" fmla="*/ 3 h 74"/>
                <a:gd name="T66" fmla="*/ 29 w 78"/>
                <a:gd name="T67" fmla="*/ 4 h 74"/>
                <a:gd name="T68" fmla="*/ 24 w 78"/>
                <a:gd name="T69" fmla="*/ 1 h 74"/>
                <a:gd name="T70" fmla="*/ 20 w 78"/>
                <a:gd name="T71" fmla="*/ 3 h 74"/>
                <a:gd name="T72" fmla="*/ 15 w 78"/>
                <a:gd name="T73" fmla="*/ 4 h 74"/>
                <a:gd name="T74" fmla="*/ 12 w 78"/>
                <a:gd name="T75" fmla="*/ 8 h 74"/>
                <a:gd name="T76" fmla="*/ 10 w 78"/>
                <a:gd name="T77" fmla="*/ 6 h 74"/>
                <a:gd name="T78" fmla="*/ 7 w 78"/>
                <a:gd name="T79" fmla="*/ 4 h 74"/>
                <a:gd name="T80" fmla="*/ 2 w 78"/>
                <a:gd name="T81" fmla="*/ 5 h 74"/>
                <a:gd name="T82" fmla="*/ 2 w 78"/>
                <a:gd name="T83" fmla="*/ 12 h 74"/>
                <a:gd name="T84" fmla="*/ 2 w 78"/>
                <a:gd name="T85" fmla="*/ 17 h 74"/>
                <a:gd name="T86" fmla="*/ 5 w 78"/>
                <a:gd name="T87" fmla="*/ 17 h 74"/>
                <a:gd name="T88" fmla="*/ 7 w 78"/>
                <a:gd name="T89" fmla="*/ 20 h 74"/>
                <a:gd name="T90" fmla="*/ 7 w 78"/>
                <a:gd name="T91" fmla="*/ 21 h 74"/>
                <a:gd name="T92" fmla="*/ 9 w 78"/>
                <a:gd name="T93" fmla="*/ 22 h 74"/>
                <a:gd name="T94" fmla="*/ 11 w 78"/>
                <a:gd name="T95" fmla="*/ 29 h 74"/>
                <a:gd name="T96" fmla="*/ 21 w 78"/>
                <a:gd name="T97" fmla="*/ 41 h 74"/>
                <a:gd name="T98" fmla="*/ 26 w 78"/>
                <a:gd name="T99" fmla="*/ 48 h 74"/>
                <a:gd name="T100" fmla="*/ 32 w 78"/>
                <a:gd name="T101" fmla="*/ 53 h 74"/>
                <a:gd name="T102" fmla="*/ 37 w 78"/>
                <a:gd name="T103" fmla="*/ 59 h 74"/>
                <a:gd name="T104" fmla="*/ 41 w 78"/>
                <a:gd name="T105" fmla="*/ 65 h 74"/>
                <a:gd name="T106" fmla="*/ 44 w 78"/>
                <a:gd name="T107" fmla="*/ 67 h 74"/>
                <a:gd name="T108" fmla="*/ 46 w 78"/>
                <a:gd name="T109" fmla="*/ 69 h 74"/>
                <a:gd name="T110" fmla="*/ 54 w 78"/>
                <a:gd name="T111" fmla="*/ 74 h 74"/>
                <a:gd name="T112" fmla="*/ 56 w 78"/>
                <a:gd name="T113" fmla="*/ 72 h 74"/>
                <a:gd name="T114" fmla="*/ 56 w 78"/>
                <a:gd name="T115" fmla="*/ 7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74">
                  <a:moveTo>
                    <a:pt x="56" y="72"/>
                  </a:moveTo>
                  <a:cubicBezTo>
                    <a:pt x="57" y="71"/>
                    <a:pt x="55" y="70"/>
                    <a:pt x="55" y="68"/>
                  </a:cubicBezTo>
                  <a:cubicBezTo>
                    <a:pt x="55" y="67"/>
                    <a:pt x="55" y="67"/>
                    <a:pt x="55" y="66"/>
                  </a:cubicBezTo>
                  <a:cubicBezTo>
                    <a:pt x="55" y="65"/>
                    <a:pt x="55" y="64"/>
                    <a:pt x="55" y="64"/>
                  </a:cubicBezTo>
                  <a:cubicBezTo>
                    <a:pt x="55" y="63"/>
                    <a:pt x="57" y="63"/>
                    <a:pt x="57" y="62"/>
                  </a:cubicBezTo>
                  <a:cubicBezTo>
                    <a:pt x="58" y="61"/>
                    <a:pt x="58" y="58"/>
                    <a:pt x="59" y="57"/>
                  </a:cubicBezTo>
                  <a:cubicBezTo>
                    <a:pt x="59" y="55"/>
                    <a:pt x="60" y="54"/>
                    <a:pt x="62" y="54"/>
                  </a:cubicBezTo>
                  <a:cubicBezTo>
                    <a:pt x="63" y="54"/>
                    <a:pt x="65" y="55"/>
                    <a:pt x="65" y="55"/>
                  </a:cubicBezTo>
                  <a:cubicBezTo>
                    <a:pt x="68" y="54"/>
                    <a:pt x="64" y="50"/>
                    <a:pt x="65" y="48"/>
                  </a:cubicBezTo>
                  <a:cubicBezTo>
                    <a:pt x="65" y="48"/>
                    <a:pt x="66" y="48"/>
                    <a:pt x="67" y="49"/>
                  </a:cubicBezTo>
                  <a:cubicBezTo>
                    <a:pt x="68" y="49"/>
                    <a:pt x="69" y="49"/>
                    <a:pt x="70" y="48"/>
                  </a:cubicBezTo>
                  <a:cubicBezTo>
                    <a:pt x="71" y="48"/>
                    <a:pt x="71" y="47"/>
                    <a:pt x="73" y="47"/>
                  </a:cubicBezTo>
                  <a:cubicBezTo>
                    <a:pt x="73" y="48"/>
                    <a:pt x="74" y="48"/>
                    <a:pt x="74" y="48"/>
                  </a:cubicBezTo>
                  <a:cubicBezTo>
                    <a:pt x="75" y="48"/>
                    <a:pt x="75" y="47"/>
                    <a:pt x="75" y="46"/>
                  </a:cubicBezTo>
                  <a:cubicBezTo>
                    <a:pt x="75" y="44"/>
                    <a:pt x="75" y="43"/>
                    <a:pt x="73" y="41"/>
                  </a:cubicBezTo>
                  <a:cubicBezTo>
                    <a:pt x="72" y="40"/>
                    <a:pt x="70" y="38"/>
                    <a:pt x="71" y="36"/>
                  </a:cubicBezTo>
                  <a:cubicBezTo>
                    <a:pt x="72" y="36"/>
                    <a:pt x="76" y="38"/>
                    <a:pt x="77" y="36"/>
                  </a:cubicBezTo>
                  <a:cubicBezTo>
                    <a:pt x="78" y="34"/>
                    <a:pt x="74" y="31"/>
                    <a:pt x="73" y="31"/>
                  </a:cubicBezTo>
                  <a:cubicBezTo>
                    <a:pt x="73" y="30"/>
                    <a:pt x="73" y="29"/>
                    <a:pt x="72" y="29"/>
                  </a:cubicBezTo>
                  <a:cubicBezTo>
                    <a:pt x="71" y="28"/>
                    <a:pt x="70" y="29"/>
                    <a:pt x="69" y="28"/>
                  </a:cubicBezTo>
                  <a:cubicBezTo>
                    <a:pt x="66" y="26"/>
                    <a:pt x="68" y="22"/>
                    <a:pt x="69" y="20"/>
                  </a:cubicBezTo>
                  <a:cubicBezTo>
                    <a:pt x="71" y="18"/>
                    <a:pt x="73" y="16"/>
                    <a:pt x="73" y="14"/>
                  </a:cubicBezTo>
                  <a:cubicBezTo>
                    <a:pt x="74" y="10"/>
                    <a:pt x="70" y="10"/>
                    <a:pt x="67" y="10"/>
                  </a:cubicBezTo>
                  <a:cubicBezTo>
                    <a:pt x="67" y="11"/>
                    <a:pt x="65" y="12"/>
                    <a:pt x="64" y="12"/>
                  </a:cubicBezTo>
                  <a:cubicBezTo>
                    <a:pt x="63" y="13"/>
                    <a:pt x="61" y="9"/>
                    <a:pt x="61" y="8"/>
                  </a:cubicBezTo>
                  <a:cubicBezTo>
                    <a:pt x="60" y="6"/>
                    <a:pt x="59" y="6"/>
                    <a:pt x="57" y="6"/>
                  </a:cubicBezTo>
                  <a:cubicBezTo>
                    <a:pt x="54" y="7"/>
                    <a:pt x="52" y="5"/>
                    <a:pt x="50" y="4"/>
                  </a:cubicBezTo>
                  <a:cubicBezTo>
                    <a:pt x="50" y="5"/>
                    <a:pt x="48" y="5"/>
                    <a:pt x="47" y="5"/>
                  </a:cubicBezTo>
                  <a:cubicBezTo>
                    <a:pt x="46" y="4"/>
                    <a:pt x="45" y="5"/>
                    <a:pt x="44" y="5"/>
                  </a:cubicBezTo>
                  <a:cubicBezTo>
                    <a:pt x="42" y="6"/>
                    <a:pt x="42" y="6"/>
                    <a:pt x="40" y="5"/>
                  </a:cubicBezTo>
                  <a:cubicBezTo>
                    <a:pt x="39" y="4"/>
                    <a:pt x="39" y="4"/>
                    <a:pt x="37" y="4"/>
                  </a:cubicBezTo>
                  <a:cubicBezTo>
                    <a:pt x="36" y="4"/>
                    <a:pt x="35" y="6"/>
                    <a:pt x="34" y="4"/>
                  </a:cubicBezTo>
                  <a:cubicBezTo>
                    <a:pt x="33" y="4"/>
                    <a:pt x="32" y="3"/>
                    <a:pt x="32" y="3"/>
                  </a:cubicBezTo>
                  <a:cubicBezTo>
                    <a:pt x="30" y="3"/>
                    <a:pt x="30" y="4"/>
                    <a:pt x="29" y="4"/>
                  </a:cubicBezTo>
                  <a:cubicBezTo>
                    <a:pt x="27" y="3"/>
                    <a:pt x="26" y="0"/>
                    <a:pt x="24" y="1"/>
                  </a:cubicBezTo>
                  <a:cubicBezTo>
                    <a:pt x="22" y="2"/>
                    <a:pt x="22" y="3"/>
                    <a:pt x="20" y="3"/>
                  </a:cubicBezTo>
                  <a:cubicBezTo>
                    <a:pt x="17" y="3"/>
                    <a:pt x="16" y="2"/>
                    <a:pt x="15" y="4"/>
                  </a:cubicBezTo>
                  <a:cubicBezTo>
                    <a:pt x="14" y="5"/>
                    <a:pt x="13" y="8"/>
                    <a:pt x="12" y="8"/>
                  </a:cubicBezTo>
                  <a:cubicBezTo>
                    <a:pt x="11" y="7"/>
                    <a:pt x="10" y="6"/>
                    <a:pt x="10" y="6"/>
                  </a:cubicBezTo>
                  <a:cubicBezTo>
                    <a:pt x="9" y="5"/>
                    <a:pt x="8" y="4"/>
                    <a:pt x="7" y="4"/>
                  </a:cubicBezTo>
                  <a:cubicBezTo>
                    <a:pt x="5" y="3"/>
                    <a:pt x="3" y="3"/>
                    <a:pt x="2" y="5"/>
                  </a:cubicBezTo>
                  <a:cubicBezTo>
                    <a:pt x="1" y="7"/>
                    <a:pt x="2" y="10"/>
                    <a:pt x="2" y="12"/>
                  </a:cubicBezTo>
                  <a:cubicBezTo>
                    <a:pt x="2" y="14"/>
                    <a:pt x="0" y="16"/>
                    <a:pt x="2" y="17"/>
                  </a:cubicBezTo>
                  <a:cubicBezTo>
                    <a:pt x="3" y="17"/>
                    <a:pt x="4" y="17"/>
                    <a:pt x="5" y="17"/>
                  </a:cubicBezTo>
                  <a:cubicBezTo>
                    <a:pt x="6" y="18"/>
                    <a:pt x="7" y="19"/>
                    <a:pt x="7" y="20"/>
                  </a:cubicBezTo>
                  <a:cubicBezTo>
                    <a:pt x="7" y="21"/>
                    <a:pt x="7" y="21"/>
                    <a:pt x="7" y="21"/>
                  </a:cubicBezTo>
                  <a:cubicBezTo>
                    <a:pt x="7" y="22"/>
                    <a:pt x="8" y="22"/>
                    <a:pt x="9" y="22"/>
                  </a:cubicBezTo>
                  <a:cubicBezTo>
                    <a:pt x="10" y="24"/>
                    <a:pt x="10" y="27"/>
                    <a:pt x="11" y="29"/>
                  </a:cubicBezTo>
                  <a:cubicBezTo>
                    <a:pt x="13" y="34"/>
                    <a:pt x="17" y="37"/>
                    <a:pt x="21" y="41"/>
                  </a:cubicBezTo>
                  <a:cubicBezTo>
                    <a:pt x="22" y="44"/>
                    <a:pt x="24" y="46"/>
                    <a:pt x="26" y="48"/>
                  </a:cubicBezTo>
                  <a:cubicBezTo>
                    <a:pt x="28" y="50"/>
                    <a:pt x="31" y="50"/>
                    <a:pt x="32" y="53"/>
                  </a:cubicBezTo>
                  <a:cubicBezTo>
                    <a:pt x="32" y="56"/>
                    <a:pt x="35" y="57"/>
                    <a:pt x="37" y="59"/>
                  </a:cubicBezTo>
                  <a:cubicBezTo>
                    <a:pt x="38" y="61"/>
                    <a:pt x="39" y="64"/>
                    <a:pt x="41" y="65"/>
                  </a:cubicBezTo>
                  <a:cubicBezTo>
                    <a:pt x="42" y="66"/>
                    <a:pt x="43" y="66"/>
                    <a:pt x="44" y="67"/>
                  </a:cubicBezTo>
                  <a:cubicBezTo>
                    <a:pt x="45" y="67"/>
                    <a:pt x="45" y="69"/>
                    <a:pt x="46" y="69"/>
                  </a:cubicBezTo>
                  <a:cubicBezTo>
                    <a:pt x="48" y="71"/>
                    <a:pt x="52" y="72"/>
                    <a:pt x="54" y="74"/>
                  </a:cubicBezTo>
                  <a:cubicBezTo>
                    <a:pt x="55" y="74"/>
                    <a:pt x="56" y="74"/>
                    <a:pt x="56" y="72"/>
                  </a:cubicBezTo>
                  <a:cubicBezTo>
                    <a:pt x="57" y="70"/>
                    <a:pt x="56" y="74"/>
                    <a:pt x="56" y="72"/>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0" name="Freeform 613"/>
            <p:cNvSpPr>
              <a:spLocks noEditPoints="1"/>
            </p:cNvSpPr>
            <p:nvPr/>
          </p:nvSpPr>
          <p:spPr bwMode="auto">
            <a:xfrm>
              <a:off x="11749088" y="5437663"/>
              <a:ext cx="434975" cy="360363"/>
            </a:xfrm>
            <a:custGeom>
              <a:avLst/>
              <a:gdLst>
                <a:gd name="T0" fmla="*/ 10 w 110"/>
                <a:gd name="T1" fmla="*/ 71 h 91"/>
                <a:gd name="T2" fmla="*/ 0 w 110"/>
                <a:gd name="T3" fmla="*/ 58 h 91"/>
                <a:gd name="T4" fmla="*/ 8 w 110"/>
                <a:gd name="T5" fmla="*/ 60 h 91"/>
                <a:gd name="T6" fmla="*/ 11 w 110"/>
                <a:gd name="T7" fmla="*/ 61 h 91"/>
                <a:gd name="T8" fmla="*/ 20 w 110"/>
                <a:gd name="T9" fmla="*/ 61 h 91"/>
                <a:gd name="T10" fmla="*/ 24 w 110"/>
                <a:gd name="T11" fmla="*/ 68 h 91"/>
                <a:gd name="T12" fmla="*/ 27 w 110"/>
                <a:gd name="T13" fmla="*/ 78 h 91"/>
                <a:gd name="T14" fmla="*/ 66 w 110"/>
                <a:gd name="T15" fmla="*/ 11 h 91"/>
                <a:gd name="T16" fmla="*/ 60 w 110"/>
                <a:gd name="T17" fmla="*/ 18 h 91"/>
                <a:gd name="T18" fmla="*/ 49 w 110"/>
                <a:gd name="T19" fmla="*/ 13 h 91"/>
                <a:gd name="T20" fmla="*/ 42 w 110"/>
                <a:gd name="T21" fmla="*/ 5 h 91"/>
                <a:gd name="T22" fmla="*/ 39 w 110"/>
                <a:gd name="T23" fmla="*/ 2 h 91"/>
                <a:gd name="T24" fmla="*/ 34 w 110"/>
                <a:gd name="T25" fmla="*/ 1 h 91"/>
                <a:gd name="T26" fmla="*/ 30 w 110"/>
                <a:gd name="T27" fmla="*/ 3 h 91"/>
                <a:gd name="T28" fmla="*/ 29 w 110"/>
                <a:gd name="T29" fmla="*/ 8 h 91"/>
                <a:gd name="T30" fmla="*/ 37 w 110"/>
                <a:gd name="T31" fmla="*/ 17 h 91"/>
                <a:gd name="T32" fmla="*/ 30 w 110"/>
                <a:gd name="T33" fmla="*/ 20 h 91"/>
                <a:gd name="T34" fmla="*/ 19 w 110"/>
                <a:gd name="T35" fmla="*/ 17 h 91"/>
                <a:gd name="T36" fmla="*/ 9 w 110"/>
                <a:gd name="T37" fmla="*/ 13 h 91"/>
                <a:gd name="T38" fmla="*/ 6 w 110"/>
                <a:gd name="T39" fmla="*/ 18 h 91"/>
                <a:gd name="T40" fmla="*/ 9 w 110"/>
                <a:gd name="T41" fmla="*/ 20 h 91"/>
                <a:gd name="T42" fmla="*/ 10 w 110"/>
                <a:gd name="T43" fmla="*/ 22 h 91"/>
                <a:gd name="T44" fmla="*/ 17 w 110"/>
                <a:gd name="T45" fmla="*/ 28 h 91"/>
                <a:gd name="T46" fmla="*/ 15 w 110"/>
                <a:gd name="T47" fmla="*/ 38 h 91"/>
                <a:gd name="T48" fmla="*/ 24 w 110"/>
                <a:gd name="T49" fmla="*/ 44 h 91"/>
                <a:gd name="T50" fmla="*/ 17 w 110"/>
                <a:gd name="T51" fmla="*/ 50 h 91"/>
                <a:gd name="T52" fmla="*/ 22 w 110"/>
                <a:gd name="T53" fmla="*/ 54 h 91"/>
                <a:gd name="T54" fmla="*/ 31 w 110"/>
                <a:gd name="T55" fmla="*/ 59 h 91"/>
                <a:gd name="T56" fmla="*/ 34 w 110"/>
                <a:gd name="T57" fmla="*/ 63 h 91"/>
                <a:gd name="T58" fmla="*/ 35 w 110"/>
                <a:gd name="T59" fmla="*/ 67 h 91"/>
                <a:gd name="T60" fmla="*/ 32 w 110"/>
                <a:gd name="T61" fmla="*/ 69 h 91"/>
                <a:gd name="T62" fmla="*/ 34 w 110"/>
                <a:gd name="T63" fmla="*/ 77 h 91"/>
                <a:gd name="T64" fmla="*/ 44 w 110"/>
                <a:gd name="T65" fmla="*/ 69 h 91"/>
                <a:gd name="T66" fmla="*/ 51 w 110"/>
                <a:gd name="T67" fmla="*/ 63 h 91"/>
                <a:gd name="T68" fmla="*/ 59 w 110"/>
                <a:gd name="T69" fmla="*/ 57 h 91"/>
                <a:gd name="T70" fmla="*/ 63 w 110"/>
                <a:gd name="T71" fmla="*/ 57 h 91"/>
                <a:gd name="T72" fmla="*/ 69 w 110"/>
                <a:gd name="T73" fmla="*/ 66 h 91"/>
                <a:gd name="T74" fmla="*/ 69 w 110"/>
                <a:gd name="T75" fmla="*/ 75 h 91"/>
                <a:gd name="T76" fmla="*/ 67 w 110"/>
                <a:gd name="T77" fmla="*/ 82 h 91"/>
                <a:gd name="T78" fmla="*/ 73 w 110"/>
                <a:gd name="T79" fmla="*/ 86 h 91"/>
                <a:gd name="T80" fmla="*/ 80 w 110"/>
                <a:gd name="T81" fmla="*/ 85 h 91"/>
                <a:gd name="T82" fmla="*/ 81 w 110"/>
                <a:gd name="T83" fmla="*/ 76 h 91"/>
                <a:gd name="T84" fmla="*/ 85 w 110"/>
                <a:gd name="T85" fmla="*/ 73 h 91"/>
                <a:gd name="T86" fmla="*/ 87 w 110"/>
                <a:gd name="T87" fmla="*/ 71 h 91"/>
                <a:gd name="T88" fmla="*/ 90 w 110"/>
                <a:gd name="T89" fmla="*/ 67 h 91"/>
                <a:gd name="T90" fmla="*/ 90 w 110"/>
                <a:gd name="T91" fmla="*/ 57 h 91"/>
                <a:gd name="T92" fmla="*/ 92 w 110"/>
                <a:gd name="T93" fmla="*/ 50 h 91"/>
                <a:gd name="T94" fmla="*/ 98 w 110"/>
                <a:gd name="T95" fmla="*/ 44 h 91"/>
                <a:gd name="T96" fmla="*/ 110 w 110"/>
                <a:gd name="T97" fmla="*/ 43 h 91"/>
                <a:gd name="T98" fmla="*/ 97 w 110"/>
                <a:gd name="T99" fmla="*/ 35 h 91"/>
                <a:gd name="T100" fmla="*/ 90 w 110"/>
                <a:gd name="T101" fmla="*/ 27 h 91"/>
                <a:gd name="T102" fmla="*/ 79 w 110"/>
                <a:gd name="T103" fmla="*/ 8 h 91"/>
                <a:gd name="T104" fmla="*/ 72 w 110"/>
                <a:gd name="T105" fmla="*/ 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0" h="91">
                  <a:moveTo>
                    <a:pt x="27" y="78"/>
                  </a:moveTo>
                  <a:cubicBezTo>
                    <a:pt x="20" y="78"/>
                    <a:pt x="15" y="75"/>
                    <a:pt x="10" y="71"/>
                  </a:cubicBezTo>
                  <a:cubicBezTo>
                    <a:pt x="8" y="69"/>
                    <a:pt x="6" y="67"/>
                    <a:pt x="4" y="64"/>
                  </a:cubicBezTo>
                  <a:cubicBezTo>
                    <a:pt x="3" y="62"/>
                    <a:pt x="2" y="59"/>
                    <a:pt x="0" y="58"/>
                  </a:cubicBezTo>
                  <a:cubicBezTo>
                    <a:pt x="0" y="55"/>
                    <a:pt x="3" y="56"/>
                    <a:pt x="5" y="56"/>
                  </a:cubicBezTo>
                  <a:cubicBezTo>
                    <a:pt x="8" y="56"/>
                    <a:pt x="6" y="58"/>
                    <a:pt x="8" y="60"/>
                  </a:cubicBezTo>
                  <a:cubicBezTo>
                    <a:pt x="8" y="60"/>
                    <a:pt x="9" y="60"/>
                    <a:pt x="10" y="60"/>
                  </a:cubicBezTo>
                  <a:cubicBezTo>
                    <a:pt x="11" y="60"/>
                    <a:pt x="11" y="61"/>
                    <a:pt x="11" y="61"/>
                  </a:cubicBezTo>
                  <a:cubicBezTo>
                    <a:pt x="13" y="62"/>
                    <a:pt x="13" y="61"/>
                    <a:pt x="15" y="61"/>
                  </a:cubicBezTo>
                  <a:cubicBezTo>
                    <a:pt x="17" y="60"/>
                    <a:pt x="20" y="59"/>
                    <a:pt x="20" y="61"/>
                  </a:cubicBezTo>
                  <a:cubicBezTo>
                    <a:pt x="21" y="64"/>
                    <a:pt x="18" y="65"/>
                    <a:pt x="22" y="67"/>
                  </a:cubicBezTo>
                  <a:cubicBezTo>
                    <a:pt x="22" y="67"/>
                    <a:pt x="24" y="67"/>
                    <a:pt x="24" y="68"/>
                  </a:cubicBezTo>
                  <a:cubicBezTo>
                    <a:pt x="24" y="69"/>
                    <a:pt x="23" y="70"/>
                    <a:pt x="24" y="72"/>
                  </a:cubicBezTo>
                  <a:cubicBezTo>
                    <a:pt x="24" y="74"/>
                    <a:pt x="25" y="76"/>
                    <a:pt x="27" y="78"/>
                  </a:cubicBezTo>
                  <a:close/>
                  <a:moveTo>
                    <a:pt x="72" y="6"/>
                  </a:moveTo>
                  <a:cubicBezTo>
                    <a:pt x="70" y="9"/>
                    <a:pt x="68" y="10"/>
                    <a:pt x="66" y="11"/>
                  </a:cubicBezTo>
                  <a:cubicBezTo>
                    <a:pt x="64" y="11"/>
                    <a:pt x="62" y="13"/>
                    <a:pt x="62" y="14"/>
                  </a:cubicBezTo>
                  <a:cubicBezTo>
                    <a:pt x="62" y="15"/>
                    <a:pt x="61" y="18"/>
                    <a:pt x="60" y="18"/>
                  </a:cubicBezTo>
                  <a:cubicBezTo>
                    <a:pt x="59" y="19"/>
                    <a:pt x="55" y="18"/>
                    <a:pt x="53" y="17"/>
                  </a:cubicBezTo>
                  <a:cubicBezTo>
                    <a:pt x="51" y="17"/>
                    <a:pt x="49" y="16"/>
                    <a:pt x="49" y="13"/>
                  </a:cubicBezTo>
                  <a:cubicBezTo>
                    <a:pt x="48" y="11"/>
                    <a:pt x="47" y="11"/>
                    <a:pt x="45" y="9"/>
                  </a:cubicBezTo>
                  <a:cubicBezTo>
                    <a:pt x="44" y="8"/>
                    <a:pt x="44" y="6"/>
                    <a:pt x="42" y="5"/>
                  </a:cubicBezTo>
                  <a:cubicBezTo>
                    <a:pt x="42" y="5"/>
                    <a:pt x="41" y="4"/>
                    <a:pt x="40" y="4"/>
                  </a:cubicBezTo>
                  <a:cubicBezTo>
                    <a:pt x="40" y="3"/>
                    <a:pt x="40" y="2"/>
                    <a:pt x="39" y="2"/>
                  </a:cubicBezTo>
                  <a:cubicBezTo>
                    <a:pt x="37" y="1"/>
                    <a:pt x="37" y="3"/>
                    <a:pt x="35" y="2"/>
                  </a:cubicBezTo>
                  <a:cubicBezTo>
                    <a:pt x="35" y="2"/>
                    <a:pt x="35" y="1"/>
                    <a:pt x="34" y="1"/>
                  </a:cubicBezTo>
                  <a:cubicBezTo>
                    <a:pt x="33" y="0"/>
                    <a:pt x="33" y="1"/>
                    <a:pt x="32" y="2"/>
                  </a:cubicBezTo>
                  <a:cubicBezTo>
                    <a:pt x="32" y="2"/>
                    <a:pt x="31" y="3"/>
                    <a:pt x="30" y="3"/>
                  </a:cubicBezTo>
                  <a:cubicBezTo>
                    <a:pt x="29" y="4"/>
                    <a:pt x="28" y="4"/>
                    <a:pt x="28" y="5"/>
                  </a:cubicBezTo>
                  <a:cubicBezTo>
                    <a:pt x="28" y="7"/>
                    <a:pt x="29" y="7"/>
                    <a:pt x="29" y="8"/>
                  </a:cubicBezTo>
                  <a:cubicBezTo>
                    <a:pt x="30" y="8"/>
                    <a:pt x="30" y="9"/>
                    <a:pt x="30" y="10"/>
                  </a:cubicBezTo>
                  <a:cubicBezTo>
                    <a:pt x="31" y="13"/>
                    <a:pt x="38" y="12"/>
                    <a:pt x="37" y="17"/>
                  </a:cubicBezTo>
                  <a:cubicBezTo>
                    <a:pt x="37" y="19"/>
                    <a:pt x="37" y="21"/>
                    <a:pt x="35" y="22"/>
                  </a:cubicBezTo>
                  <a:cubicBezTo>
                    <a:pt x="33" y="23"/>
                    <a:pt x="32" y="21"/>
                    <a:pt x="30" y="20"/>
                  </a:cubicBezTo>
                  <a:cubicBezTo>
                    <a:pt x="28" y="18"/>
                    <a:pt x="28" y="19"/>
                    <a:pt x="25" y="19"/>
                  </a:cubicBezTo>
                  <a:cubicBezTo>
                    <a:pt x="23" y="19"/>
                    <a:pt x="21" y="18"/>
                    <a:pt x="19" y="17"/>
                  </a:cubicBezTo>
                  <a:cubicBezTo>
                    <a:pt x="17" y="15"/>
                    <a:pt x="17" y="14"/>
                    <a:pt x="15" y="13"/>
                  </a:cubicBezTo>
                  <a:cubicBezTo>
                    <a:pt x="12" y="12"/>
                    <a:pt x="12" y="12"/>
                    <a:pt x="9" y="13"/>
                  </a:cubicBezTo>
                  <a:cubicBezTo>
                    <a:pt x="8" y="14"/>
                    <a:pt x="5" y="15"/>
                    <a:pt x="5" y="16"/>
                  </a:cubicBezTo>
                  <a:cubicBezTo>
                    <a:pt x="5" y="18"/>
                    <a:pt x="6" y="17"/>
                    <a:pt x="6" y="18"/>
                  </a:cubicBezTo>
                  <a:cubicBezTo>
                    <a:pt x="7" y="18"/>
                    <a:pt x="7" y="18"/>
                    <a:pt x="8" y="18"/>
                  </a:cubicBezTo>
                  <a:cubicBezTo>
                    <a:pt x="8" y="19"/>
                    <a:pt x="8" y="19"/>
                    <a:pt x="9" y="20"/>
                  </a:cubicBezTo>
                  <a:cubicBezTo>
                    <a:pt x="8" y="20"/>
                    <a:pt x="6" y="20"/>
                    <a:pt x="6" y="22"/>
                  </a:cubicBezTo>
                  <a:cubicBezTo>
                    <a:pt x="7" y="22"/>
                    <a:pt x="9" y="22"/>
                    <a:pt x="10" y="22"/>
                  </a:cubicBezTo>
                  <a:cubicBezTo>
                    <a:pt x="11" y="23"/>
                    <a:pt x="13" y="23"/>
                    <a:pt x="14" y="24"/>
                  </a:cubicBezTo>
                  <a:cubicBezTo>
                    <a:pt x="14" y="25"/>
                    <a:pt x="17" y="27"/>
                    <a:pt x="17" y="28"/>
                  </a:cubicBezTo>
                  <a:cubicBezTo>
                    <a:pt x="17" y="31"/>
                    <a:pt x="11" y="29"/>
                    <a:pt x="13" y="34"/>
                  </a:cubicBezTo>
                  <a:cubicBezTo>
                    <a:pt x="13" y="35"/>
                    <a:pt x="14" y="37"/>
                    <a:pt x="15" y="38"/>
                  </a:cubicBezTo>
                  <a:cubicBezTo>
                    <a:pt x="16" y="40"/>
                    <a:pt x="19" y="40"/>
                    <a:pt x="20" y="41"/>
                  </a:cubicBezTo>
                  <a:cubicBezTo>
                    <a:pt x="21" y="42"/>
                    <a:pt x="23" y="42"/>
                    <a:pt x="24" y="44"/>
                  </a:cubicBezTo>
                  <a:cubicBezTo>
                    <a:pt x="24" y="45"/>
                    <a:pt x="23" y="47"/>
                    <a:pt x="22" y="48"/>
                  </a:cubicBezTo>
                  <a:cubicBezTo>
                    <a:pt x="22" y="49"/>
                    <a:pt x="14" y="48"/>
                    <a:pt x="17" y="50"/>
                  </a:cubicBezTo>
                  <a:cubicBezTo>
                    <a:pt x="18" y="51"/>
                    <a:pt x="20" y="51"/>
                    <a:pt x="21" y="52"/>
                  </a:cubicBezTo>
                  <a:cubicBezTo>
                    <a:pt x="21" y="53"/>
                    <a:pt x="21" y="53"/>
                    <a:pt x="22" y="54"/>
                  </a:cubicBezTo>
                  <a:cubicBezTo>
                    <a:pt x="23" y="54"/>
                    <a:pt x="23" y="54"/>
                    <a:pt x="24" y="55"/>
                  </a:cubicBezTo>
                  <a:cubicBezTo>
                    <a:pt x="25" y="55"/>
                    <a:pt x="30" y="62"/>
                    <a:pt x="31" y="59"/>
                  </a:cubicBezTo>
                  <a:cubicBezTo>
                    <a:pt x="32" y="60"/>
                    <a:pt x="33" y="59"/>
                    <a:pt x="34" y="60"/>
                  </a:cubicBezTo>
                  <a:cubicBezTo>
                    <a:pt x="35" y="61"/>
                    <a:pt x="35" y="62"/>
                    <a:pt x="34" y="63"/>
                  </a:cubicBezTo>
                  <a:cubicBezTo>
                    <a:pt x="33" y="63"/>
                    <a:pt x="32" y="63"/>
                    <a:pt x="32" y="64"/>
                  </a:cubicBezTo>
                  <a:cubicBezTo>
                    <a:pt x="32" y="65"/>
                    <a:pt x="34" y="66"/>
                    <a:pt x="35" y="67"/>
                  </a:cubicBezTo>
                  <a:cubicBezTo>
                    <a:pt x="35" y="67"/>
                    <a:pt x="36" y="69"/>
                    <a:pt x="36" y="70"/>
                  </a:cubicBezTo>
                  <a:cubicBezTo>
                    <a:pt x="35" y="70"/>
                    <a:pt x="33" y="69"/>
                    <a:pt x="32" y="69"/>
                  </a:cubicBezTo>
                  <a:cubicBezTo>
                    <a:pt x="31" y="70"/>
                    <a:pt x="33" y="71"/>
                    <a:pt x="33" y="72"/>
                  </a:cubicBezTo>
                  <a:cubicBezTo>
                    <a:pt x="34" y="73"/>
                    <a:pt x="33" y="75"/>
                    <a:pt x="34" y="77"/>
                  </a:cubicBezTo>
                  <a:cubicBezTo>
                    <a:pt x="37" y="77"/>
                    <a:pt x="38" y="72"/>
                    <a:pt x="41" y="71"/>
                  </a:cubicBezTo>
                  <a:cubicBezTo>
                    <a:pt x="42" y="70"/>
                    <a:pt x="43" y="70"/>
                    <a:pt x="44" y="69"/>
                  </a:cubicBezTo>
                  <a:cubicBezTo>
                    <a:pt x="45" y="68"/>
                    <a:pt x="46" y="66"/>
                    <a:pt x="47" y="65"/>
                  </a:cubicBezTo>
                  <a:cubicBezTo>
                    <a:pt x="49" y="65"/>
                    <a:pt x="50" y="64"/>
                    <a:pt x="51" y="63"/>
                  </a:cubicBezTo>
                  <a:cubicBezTo>
                    <a:pt x="52" y="62"/>
                    <a:pt x="53" y="62"/>
                    <a:pt x="54" y="61"/>
                  </a:cubicBezTo>
                  <a:cubicBezTo>
                    <a:pt x="56" y="60"/>
                    <a:pt x="59" y="60"/>
                    <a:pt x="59" y="57"/>
                  </a:cubicBezTo>
                  <a:cubicBezTo>
                    <a:pt x="60" y="57"/>
                    <a:pt x="60" y="57"/>
                    <a:pt x="61" y="57"/>
                  </a:cubicBezTo>
                  <a:cubicBezTo>
                    <a:pt x="62" y="58"/>
                    <a:pt x="62" y="57"/>
                    <a:pt x="63" y="57"/>
                  </a:cubicBezTo>
                  <a:cubicBezTo>
                    <a:pt x="64" y="58"/>
                    <a:pt x="65" y="59"/>
                    <a:pt x="66" y="60"/>
                  </a:cubicBezTo>
                  <a:cubicBezTo>
                    <a:pt x="67" y="61"/>
                    <a:pt x="71" y="63"/>
                    <a:pt x="69" y="66"/>
                  </a:cubicBezTo>
                  <a:cubicBezTo>
                    <a:pt x="68" y="67"/>
                    <a:pt x="65" y="67"/>
                    <a:pt x="66" y="70"/>
                  </a:cubicBezTo>
                  <a:cubicBezTo>
                    <a:pt x="66" y="71"/>
                    <a:pt x="70" y="73"/>
                    <a:pt x="69" y="75"/>
                  </a:cubicBezTo>
                  <a:cubicBezTo>
                    <a:pt x="67" y="76"/>
                    <a:pt x="64" y="76"/>
                    <a:pt x="63" y="78"/>
                  </a:cubicBezTo>
                  <a:cubicBezTo>
                    <a:pt x="63" y="80"/>
                    <a:pt x="66" y="81"/>
                    <a:pt x="67" y="82"/>
                  </a:cubicBezTo>
                  <a:cubicBezTo>
                    <a:pt x="68" y="83"/>
                    <a:pt x="68" y="84"/>
                    <a:pt x="70" y="84"/>
                  </a:cubicBezTo>
                  <a:cubicBezTo>
                    <a:pt x="71" y="85"/>
                    <a:pt x="72" y="85"/>
                    <a:pt x="73" y="86"/>
                  </a:cubicBezTo>
                  <a:cubicBezTo>
                    <a:pt x="74" y="88"/>
                    <a:pt x="75" y="91"/>
                    <a:pt x="78" y="89"/>
                  </a:cubicBezTo>
                  <a:cubicBezTo>
                    <a:pt x="78" y="88"/>
                    <a:pt x="80" y="87"/>
                    <a:pt x="80" y="85"/>
                  </a:cubicBezTo>
                  <a:cubicBezTo>
                    <a:pt x="80" y="83"/>
                    <a:pt x="79" y="82"/>
                    <a:pt x="79" y="80"/>
                  </a:cubicBezTo>
                  <a:cubicBezTo>
                    <a:pt x="79" y="78"/>
                    <a:pt x="81" y="77"/>
                    <a:pt x="81" y="76"/>
                  </a:cubicBezTo>
                  <a:cubicBezTo>
                    <a:pt x="83" y="74"/>
                    <a:pt x="82" y="73"/>
                    <a:pt x="83" y="71"/>
                  </a:cubicBezTo>
                  <a:cubicBezTo>
                    <a:pt x="84" y="70"/>
                    <a:pt x="84" y="73"/>
                    <a:pt x="85" y="73"/>
                  </a:cubicBezTo>
                  <a:cubicBezTo>
                    <a:pt x="85" y="74"/>
                    <a:pt x="85" y="75"/>
                    <a:pt x="84" y="75"/>
                  </a:cubicBezTo>
                  <a:cubicBezTo>
                    <a:pt x="86" y="76"/>
                    <a:pt x="87" y="73"/>
                    <a:pt x="87" y="71"/>
                  </a:cubicBezTo>
                  <a:cubicBezTo>
                    <a:pt x="87" y="70"/>
                    <a:pt x="87" y="69"/>
                    <a:pt x="88" y="68"/>
                  </a:cubicBezTo>
                  <a:cubicBezTo>
                    <a:pt x="89" y="67"/>
                    <a:pt x="89" y="68"/>
                    <a:pt x="90" y="67"/>
                  </a:cubicBezTo>
                  <a:cubicBezTo>
                    <a:pt x="92" y="65"/>
                    <a:pt x="89" y="64"/>
                    <a:pt x="89" y="62"/>
                  </a:cubicBezTo>
                  <a:cubicBezTo>
                    <a:pt x="88" y="60"/>
                    <a:pt x="89" y="58"/>
                    <a:pt x="90" y="57"/>
                  </a:cubicBezTo>
                  <a:cubicBezTo>
                    <a:pt x="90" y="56"/>
                    <a:pt x="90" y="54"/>
                    <a:pt x="91" y="53"/>
                  </a:cubicBezTo>
                  <a:cubicBezTo>
                    <a:pt x="91" y="52"/>
                    <a:pt x="92" y="51"/>
                    <a:pt x="92" y="50"/>
                  </a:cubicBezTo>
                  <a:cubicBezTo>
                    <a:pt x="92" y="49"/>
                    <a:pt x="92" y="48"/>
                    <a:pt x="92" y="47"/>
                  </a:cubicBezTo>
                  <a:cubicBezTo>
                    <a:pt x="93" y="45"/>
                    <a:pt x="96" y="45"/>
                    <a:pt x="98" y="44"/>
                  </a:cubicBezTo>
                  <a:cubicBezTo>
                    <a:pt x="100" y="43"/>
                    <a:pt x="101" y="42"/>
                    <a:pt x="103" y="41"/>
                  </a:cubicBezTo>
                  <a:cubicBezTo>
                    <a:pt x="106" y="39"/>
                    <a:pt x="107" y="42"/>
                    <a:pt x="110" y="43"/>
                  </a:cubicBezTo>
                  <a:cubicBezTo>
                    <a:pt x="110" y="40"/>
                    <a:pt x="108" y="37"/>
                    <a:pt x="105" y="36"/>
                  </a:cubicBezTo>
                  <a:cubicBezTo>
                    <a:pt x="103" y="35"/>
                    <a:pt x="100" y="35"/>
                    <a:pt x="97" y="35"/>
                  </a:cubicBezTo>
                  <a:cubicBezTo>
                    <a:pt x="95" y="34"/>
                    <a:pt x="94" y="33"/>
                    <a:pt x="93" y="32"/>
                  </a:cubicBezTo>
                  <a:cubicBezTo>
                    <a:pt x="92" y="31"/>
                    <a:pt x="90" y="28"/>
                    <a:pt x="90" y="27"/>
                  </a:cubicBezTo>
                  <a:cubicBezTo>
                    <a:pt x="86" y="24"/>
                    <a:pt x="86" y="17"/>
                    <a:pt x="84" y="13"/>
                  </a:cubicBezTo>
                  <a:cubicBezTo>
                    <a:pt x="83" y="11"/>
                    <a:pt x="81" y="10"/>
                    <a:pt x="79" y="8"/>
                  </a:cubicBezTo>
                  <a:cubicBezTo>
                    <a:pt x="78" y="5"/>
                    <a:pt x="77" y="3"/>
                    <a:pt x="75" y="1"/>
                  </a:cubicBezTo>
                  <a:cubicBezTo>
                    <a:pt x="73" y="3"/>
                    <a:pt x="72" y="5"/>
                    <a:pt x="72" y="6"/>
                  </a:cubicBezTo>
                  <a:cubicBezTo>
                    <a:pt x="71" y="8"/>
                    <a:pt x="72" y="5"/>
                    <a:pt x="72" y="6"/>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1" name="Freeform 614"/>
            <p:cNvSpPr>
              <a:spLocks/>
            </p:cNvSpPr>
            <p:nvPr/>
          </p:nvSpPr>
          <p:spPr bwMode="auto">
            <a:xfrm>
              <a:off x="11650663" y="5501163"/>
              <a:ext cx="244475" cy="244475"/>
            </a:xfrm>
            <a:custGeom>
              <a:avLst/>
              <a:gdLst>
                <a:gd name="T0" fmla="*/ 26 w 62"/>
                <a:gd name="T1" fmla="*/ 1 h 62"/>
                <a:gd name="T2" fmla="*/ 22 w 62"/>
                <a:gd name="T3" fmla="*/ 2 h 62"/>
                <a:gd name="T4" fmla="*/ 19 w 62"/>
                <a:gd name="T5" fmla="*/ 3 h 62"/>
                <a:gd name="T6" fmla="*/ 13 w 62"/>
                <a:gd name="T7" fmla="*/ 2 h 62"/>
                <a:gd name="T8" fmla="*/ 11 w 62"/>
                <a:gd name="T9" fmla="*/ 3 h 62"/>
                <a:gd name="T10" fmla="*/ 8 w 62"/>
                <a:gd name="T11" fmla="*/ 4 h 62"/>
                <a:gd name="T12" fmla="*/ 4 w 62"/>
                <a:gd name="T13" fmla="*/ 5 h 62"/>
                <a:gd name="T14" fmla="*/ 0 w 62"/>
                <a:gd name="T15" fmla="*/ 5 h 62"/>
                <a:gd name="T16" fmla="*/ 1 w 62"/>
                <a:gd name="T17" fmla="*/ 8 h 62"/>
                <a:gd name="T18" fmla="*/ 3 w 62"/>
                <a:gd name="T19" fmla="*/ 10 h 62"/>
                <a:gd name="T20" fmla="*/ 3 w 62"/>
                <a:gd name="T21" fmla="*/ 17 h 62"/>
                <a:gd name="T22" fmla="*/ 2 w 62"/>
                <a:gd name="T23" fmla="*/ 23 h 62"/>
                <a:gd name="T24" fmla="*/ 5 w 62"/>
                <a:gd name="T25" fmla="*/ 29 h 62"/>
                <a:gd name="T26" fmla="*/ 9 w 62"/>
                <a:gd name="T27" fmla="*/ 33 h 62"/>
                <a:gd name="T28" fmla="*/ 16 w 62"/>
                <a:gd name="T29" fmla="*/ 32 h 62"/>
                <a:gd name="T30" fmla="*/ 21 w 62"/>
                <a:gd name="T31" fmla="*/ 36 h 62"/>
                <a:gd name="T32" fmla="*/ 25 w 62"/>
                <a:gd name="T33" fmla="*/ 42 h 62"/>
                <a:gd name="T34" fmla="*/ 30 w 62"/>
                <a:gd name="T35" fmla="*/ 40 h 62"/>
                <a:gd name="T36" fmla="*/ 33 w 62"/>
                <a:gd name="T37" fmla="*/ 44 h 62"/>
                <a:gd name="T38" fmla="*/ 35 w 62"/>
                <a:gd name="T39" fmla="*/ 44 h 62"/>
                <a:gd name="T40" fmla="*/ 36 w 62"/>
                <a:gd name="T41" fmla="*/ 45 h 62"/>
                <a:gd name="T42" fmla="*/ 41 w 62"/>
                <a:gd name="T43" fmla="*/ 45 h 62"/>
                <a:gd name="T44" fmla="*/ 45 w 62"/>
                <a:gd name="T45" fmla="*/ 44 h 62"/>
                <a:gd name="T46" fmla="*/ 45 w 62"/>
                <a:gd name="T47" fmla="*/ 48 h 62"/>
                <a:gd name="T48" fmla="*/ 49 w 62"/>
                <a:gd name="T49" fmla="*/ 52 h 62"/>
                <a:gd name="T50" fmla="*/ 49 w 62"/>
                <a:gd name="T51" fmla="*/ 56 h 62"/>
                <a:gd name="T52" fmla="*/ 52 w 62"/>
                <a:gd name="T53" fmla="*/ 62 h 62"/>
                <a:gd name="T54" fmla="*/ 59 w 62"/>
                <a:gd name="T55" fmla="*/ 61 h 62"/>
                <a:gd name="T56" fmla="*/ 58 w 62"/>
                <a:gd name="T57" fmla="*/ 56 h 62"/>
                <a:gd name="T58" fmla="*/ 57 w 62"/>
                <a:gd name="T59" fmla="*/ 53 h 62"/>
                <a:gd name="T60" fmla="*/ 60 w 62"/>
                <a:gd name="T61" fmla="*/ 54 h 62"/>
                <a:gd name="T62" fmla="*/ 60 w 62"/>
                <a:gd name="T63" fmla="*/ 51 h 62"/>
                <a:gd name="T64" fmla="*/ 57 w 62"/>
                <a:gd name="T65" fmla="*/ 49 h 62"/>
                <a:gd name="T66" fmla="*/ 59 w 62"/>
                <a:gd name="T67" fmla="*/ 47 h 62"/>
                <a:gd name="T68" fmla="*/ 59 w 62"/>
                <a:gd name="T69" fmla="*/ 44 h 62"/>
                <a:gd name="T70" fmla="*/ 56 w 62"/>
                <a:gd name="T71" fmla="*/ 43 h 62"/>
                <a:gd name="T72" fmla="*/ 49 w 62"/>
                <a:gd name="T73" fmla="*/ 39 h 62"/>
                <a:gd name="T74" fmla="*/ 47 w 62"/>
                <a:gd name="T75" fmla="*/ 38 h 62"/>
                <a:gd name="T76" fmla="*/ 46 w 62"/>
                <a:gd name="T77" fmla="*/ 36 h 62"/>
                <a:gd name="T78" fmla="*/ 42 w 62"/>
                <a:gd name="T79" fmla="*/ 34 h 62"/>
                <a:gd name="T80" fmla="*/ 47 w 62"/>
                <a:gd name="T81" fmla="*/ 32 h 62"/>
                <a:gd name="T82" fmla="*/ 49 w 62"/>
                <a:gd name="T83" fmla="*/ 28 h 62"/>
                <a:gd name="T84" fmla="*/ 45 w 62"/>
                <a:gd name="T85" fmla="*/ 25 h 62"/>
                <a:gd name="T86" fmla="*/ 41 w 62"/>
                <a:gd name="T87" fmla="*/ 22 h 62"/>
                <a:gd name="T88" fmla="*/ 38 w 62"/>
                <a:gd name="T89" fmla="*/ 18 h 62"/>
                <a:gd name="T90" fmla="*/ 42 w 62"/>
                <a:gd name="T91" fmla="*/ 12 h 62"/>
                <a:gd name="T92" fmla="*/ 39 w 62"/>
                <a:gd name="T93" fmla="*/ 8 h 62"/>
                <a:gd name="T94" fmla="*/ 35 w 62"/>
                <a:gd name="T95" fmla="*/ 6 h 62"/>
                <a:gd name="T96" fmla="*/ 31 w 62"/>
                <a:gd name="T97" fmla="*/ 6 h 62"/>
                <a:gd name="T98" fmla="*/ 34 w 62"/>
                <a:gd name="T99" fmla="*/ 4 h 62"/>
                <a:gd name="T100" fmla="*/ 32 w 62"/>
                <a:gd name="T101" fmla="*/ 2 h 62"/>
                <a:gd name="T102" fmla="*/ 30 w 62"/>
                <a:gd name="T103" fmla="*/ 0 h 62"/>
                <a:gd name="T104" fmla="*/ 26 w 62"/>
                <a:gd name="T105"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2">
                  <a:moveTo>
                    <a:pt x="26" y="1"/>
                  </a:moveTo>
                  <a:cubicBezTo>
                    <a:pt x="24" y="3"/>
                    <a:pt x="23" y="2"/>
                    <a:pt x="22" y="2"/>
                  </a:cubicBezTo>
                  <a:cubicBezTo>
                    <a:pt x="21" y="2"/>
                    <a:pt x="20" y="3"/>
                    <a:pt x="19" y="3"/>
                  </a:cubicBezTo>
                  <a:cubicBezTo>
                    <a:pt x="17" y="3"/>
                    <a:pt x="14" y="1"/>
                    <a:pt x="13" y="2"/>
                  </a:cubicBezTo>
                  <a:cubicBezTo>
                    <a:pt x="12" y="2"/>
                    <a:pt x="12" y="3"/>
                    <a:pt x="11" y="3"/>
                  </a:cubicBezTo>
                  <a:cubicBezTo>
                    <a:pt x="10" y="3"/>
                    <a:pt x="9" y="4"/>
                    <a:pt x="8" y="4"/>
                  </a:cubicBezTo>
                  <a:cubicBezTo>
                    <a:pt x="7" y="4"/>
                    <a:pt x="5" y="5"/>
                    <a:pt x="4" y="5"/>
                  </a:cubicBezTo>
                  <a:cubicBezTo>
                    <a:pt x="3" y="5"/>
                    <a:pt x="1" y="4"/>
                    <a:pt x="0" y="5"/>
                  </a:cubicBezTo>
                  <a:cubicBezTo>
                    <a:pt x="0" y="6"/>
                    <a:pt x="0" y="7"/>
                    <a:pt x="1" y="8"/>
                  </a:cubicBezTo>
                  <a:cubicBezTo>
                    <a:pt x="1" y="9"/>
                    <a:pt x="2" y="9"/>
                    <a:pt x="3" y="10"/>
                  </a:cubicBezTo>
                  <a:cubicBezTo>
                    <a:pt x="4" y="13"/>
                    <a:pt x="4" y="14"/>
                    <a:pt x="3" y="17"/>
                  </a:cubicBezTo>
                  <a:cubicBezTo>
                    <a:pt x="3" y="19"/>
                    <a:pt x="1" y="21"/>
                    <a:pt x="2" y="23"/>
                  </a:cubicBezTo>
                  <a:cubicBezTo>
                    <a:pt x="3" y="25"/>
                    <a:pt x="4" y="27"/>
                    <a:pt x="5" y="29"/>
                  </a:cubicBezTo>
                  <a:cubicBezTo>
                    <a:pt x="6" y="31"/>
                    <a:pt x="7" y="32"/>
                    <a:pt x="9" y="33"/>
                  </a:cubicBezTo>
                  <a:cubicBezTo>
                    <a:pt x="12" y="33"/>
                    <a:pt x="14" y="32"/>
                    <a:pt x="16" y="32"/>
                  </a:cubicBezTo>
                  <a:cubicBezTo>
                    <a:pt x="18" y="33"/>
                    <a:pt x="20" y="35"/>
                    <a:pt x="21" y="36"/>
                  </a:cubicBezTo>
                  <a:cubicBezTo>
                    <a:pt x="23" y="38"/>
                    <a:pt x="25" y="39"/>
                    <a:pt x="25" y="42"/>
                  </a:cubicBezTo>
                  <a:cubicBezTo>
                    <a:pt x="25" y="39"/>
                    <a:pt x="28" y="40"/>
                    <a:pt x="30" y="40"/>
                  </a:cubicBezTo>
                  <a:cubicBezTo>
                    <a:pt x="33" y="40"/>
                    <a:pt x="31" y="42"/>
                    <a:pt x="33" y="44"/>
                  </a:cubicBezTo>
                  <a:cubicBezTo>
                    <a:pt x="33" y="44"/>
                    <a:pt x="34" y="44"/>
                    <a:pt x="35" y="44"/>
                  </a:cubicBezTo>
                  <a:cubicBezTo>
                    <a:pt x="36" y="44"/>
                    <a:pt x="36" y="45"/>
                    <a:pt x="36" y="45"/>
                  </a:cubicBezTo>
                  <a:cubicBezTo>
                    <a:pt x="38" y="46"/>
                    <a:pt x="39" y="45"/>
                    <a:pt x="41" y="45"/>
                  </a:cubicBezTo>
                  <a:cubicBezTo>
                    <a:pt x="42" y="44"/>
                    <a:pt x="44" y="44"/>
                    <a:pt x="45" y="44"/>
                  </a:cubicBezTo>
                  <a:cubicBezTo>
                    <a:pt x="46" y="45"/>
                    <a:pt x="45" y="47"/>
                    <a:pt x="45" y="48"/>
                  </a:cubicBezTo>
                  <a:cubicBezTo>
                    <a:pt x="45" y="51"/>
                    <a:pt x="48" y="50"/>
                    <a:pt x="49" y="52"/>
                  </a:cubicBezTo>
                  <a:cubicBezTo>
                    <a:pt x="49" y="53"/>
                    <a:pt x="48" y="55"/>
                    <a:pt x="49" y="56"/>
                  </a:cubicBezTo>
                  <a:cubicBezTo>
                    <a:pt x="49" y="58"/>
                    <a:pt x="51" y="60"/>
                    <a:pt x="52" y="62"/>
                  </a:cubicBezTo>
                  <a:cubicBezTo>
                    <a:pt x="54" y="61"/>
                    <a:pt x="56" y="61"/>
                    <a:pt x="59" y="61"/>
                  </a:cubicBezTo>
                  <a:cubicBezTo>
                    <a:pt x="58" y="59"/>
                    <a:pt x="59" y="57"/>
                    <a:pt x="58" y="56"/>
                  </a:cubicBezTo>
                  <a:cubicBezTo>
                    <a:pt x="58" y="55"/>
                    <a:pt x="56" y="54"/>
                    <a:pt x="57" y="53"/>
                  </a:cubicBezTo>
                  <a:cubicBezTo>
                    <a:pt x="58" y="53"/>
                    <a:pt x="60" y="54"/>
                    <a:pt x="60" y="54"/>
                  </a:cubicBezTo>
                  <a:cubicBezTo>
                    <a:pt x="62" y="53"/>
                    <a:pt x="60" y="51"/>
                    <a:pt x="60" y="51"/>
                  </a:cubicBezTo>
                  <a:cubicBezTo>
                    <a:pt x="59" y="50"/>
                    <a:pt x="57" y="50"/>
                    <a:pt x="57" y="49"/>
                  </a:cubicBezTo>
                  <a:cubicBezTo>
                    <a:pt x="56" y="47"/>
                    <a:pt x="58" y="47"/>
                    <a:pt x="59" y="47"/>
                  </a:cubicBezTo>
                  <a:cubicBezTo>
                    <a:pt x="59" y="46"/>
                    <a:pt x="60" y="45"/>
                    <a:pt x="59" y="44"/>
                  </a:cubicBezTo>
                  <a:cubicBezTo>
                    <a:pt x="58" y="43"/>
                    <a:pt x="57" y="44"/>
                    <a:pt x="56" y="43"/>
                  </a:cubicBezTo>
                  <a:cubicBezTo>
                    <a:pt x="55" y="46"/>
                    <a:pt x="50" y="39"/>
                    <a:pt x="49" y="39"/>
                  </a:cubicBezTo>
                  <a:cubicBezTo>
                    <a:pt x="49" y="38"/>
                    <a:pt x="48" y="38"/>
                    <a:pt x="47" y="38"/>
                  </a:cubicBezTo>
                  <a:cubicBezTo>
                    <a:pt x="46" y="37"/>
                    <a:pt x="46" y="37"/>
                    <a:pt x="46" y="36"/>
                  </a:cubicBezTo>
                  <a:cubicBezTo>
                    <a:pt x="45" y="35"/>
                    <a:pt x="43" y="35"/>
                    <a:pt x="42" y="34"/>
                  </a:cubicBezTo>
                  <a:cubicBezTo>
                    <a:pt x="39" y="32"/>
                    <a:pt x="47" y="33"/>
                    <a:pt x="47" y="32"/>
                  </a:cubicBezTo>
                  <a:cubicBezTo>
                    <a:pt x="48" y="31"/>
                    <a:pt x="49" y="29"/>
                    <a:pt x="49" y="28"/>
                  </a:cubicBezTo>
                  <a:cubicBezTo>
                    <a:pt x="49" y="26"/>
                    <a:pt x="47" y="26"/>
                    <a:pt x="45" y="25"/>
                  </a:cubicBezTo>
                  <a:cubicBezTo>
                    <a:pt x="44" y="24"/>
                    <a:pt x="42" y="24"/>
                    <a:pt x="41" y="22"/>
                  </a:cubicBezTo>
                  <a:cubicBezTo>
                    <a:pt x="40" y="21"/>
                    <a:pt x="38" y="19"/>
                    <a:pt x="38" y="18"/>
                  </a:cubicBezTo>
                  <a:cubicBezTo>
                    <a:pt x="36" y="13"/>
                    <a:pt x="42" y="15"/>
                    <a:pt x="42" y="12"/>
                  </a:cubicBezTo>
                  <a:cubicBezTo>
                    <a:pt x="42" y="11"/>
                    <a:pt x="39" y="9"/>
                    <a:pt x="39" y="8"/>
                  </a:cubicBezTo>
                  <a:cubicBezTo>
                    <a:pt x="38" y="7"/>
                    <a:pt x="36" y="7"/>
                    <a:pt x="35" y="6"/>
                  </a:cubicBezTo>
                  <a:cubicBezTo>
                    <a:pt x="34" y="6"/>
                    <a:pt x="32" y="6"/>
                    <a:pt x="31" y="6"/>
                  </a:cubicBezTo>
                  <a:cubicBezTo>
                    <a:pt x="30" y="4"/>
                    <a:pt x="33" y="4"/>
                    <a:pt x="34" y="4"/>
                  </a:cubicBezTo>
                  <a:cubicBezTo>
                    <a:pt x="33" y="3"/>
                    <a:pt x="32" y="2"/>
                    <a:pt x="32" y="2"/>
                  </a:cubicBezTo>
                  <a:cubicBezTo>
                    <a:pt x="31" y="1"/>
                    <a:pt x="29" y="2"/>
                    <a:pt x="30" y="0"/>
                  </a:cubicBezTo>
                  <a:cubicBezTo>
                    <a:pt x="28" y="0"/>
                    <a:pt x="27" y="0"/>
                    <a:pt x="26" y="1"/>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2" name="Freeform 615"/>
            <p:cNvSpPr>
              <a:spLocks/>
            </p:cNvSpPr>
            <p:nvPr/>
          </p:nvSpPr>
          <p:spPr bwMode="auto">
            <a:xfrm>
              <a:off x="9779000" y="5353526"/>
              <a:ext cx="134938" cy="320675"/>
            </a:xfrm>
            <a:custGeom>
              <a:avLst/>
              <a:gdLst>
                <a:gd name="T0" fmla="*/ 19 w 34"/>
                <a:gd name="T1" fmla="*/ 79 h 81"/>
                <a:gd name="T2" fmla="*/ 20 w 34"/>
                <a:gd name="T3" fmla="*/ 75 h 81"/>
                <a:gd name="T4" fmla="*/ 22 w 34"/>
                <a:gd name="T5" fmla="*/ 75 h 81"/>
                <a:gd name="T6" fmla="*/ 22 w 34"/>
                <a:gd name="T7" fmla="*/ 74 h 81"/>
                <a:gd name="T8" fmla="*/ 19 w 34"/>
                <a:gd name="T9" fmla="*/ 72 h 81"/>
                <a:gd name="T10" fmla="*/ 22 w 34"/>
                <a:gd name="T11" fmla="*/ 69 h 81"/>
                <a:gd name="T12" fmla="*/ 26 w 34"/>
                <a:gd name="T13" fmla="*/ 68 h 81"/>
                <a:gd name="T14" fmla="*/ 28 w 34"/>
                <a:gd name="T15" fmla="*/ 63 h 81"/>
                <a:gd name="T16" fmla="*/ 30 w 34"/>
                <a:gd name="T17" fmla="*/ 59 h 81"/>
                <a:gd name="T18" fmla="*/ 34 w 34"/>
                <a:gd name="T19" fmla="*/ 56 h 81"/>
                <a:gd name="T20" fmla="*/ 33 w 34"/>
                <a:gd name="T21" fmla="*/ 52 h 81"/>
                <a:gd name="T22" fmla="*/ 33 w 34"/>
                <a:gd name="T23" fmla="*/ 49 h 81"/>
                <a:gd name="T24" fmla="*/ 29 w 34"/>
                <a:gd name="T25" fmla="*/ 47 h 81"/>
                <a:gd name="T26" fmla="*/ 27 w 34"/>
                <a:gd name="T27" fmla="*/ 43 h 81"/>
                <a:gd name="T28" fmla="*/ 24 w 34"/>
                <a:gd name="T29" fmla="*/ 38 h 81"/>
                <a:gd name="T30" fmla="*/ 24 w 34"/>
                <a:gd name="T31" fmla="*/ 33 h 81"/>
                <a:gd name="T32" fmla="*/ 23 w 34"/>
                <a:gd name="T33" fmla="*/ 31 h 81"/>
                <a:gd name="T34" fmla="*/ 23 w 34"/>
                <a:gd name="T35" fmla="*/ 30 h 81"/>
                <a:gd name="T36" fmla="*/ 24 w 34"/>
                <a:gd name="T37" fmla="*/ 28 h 81"/>
                <a:gd name="T38" fmla="*/ 24 w 34"/>
                <a:gd name="T39" fmla="*/ 25 h 81"/>
                <a:gd name="T40" fmla="*/ 25 w 34"/>
                <a:gd name="T41" fmla="*/ 18 h 81"/>
                <a:gd name="T42" fmla="*/ 22 w 34"/>
                <a:gd name="T43" fmla="*/ 11 h 81"/>
                <a:gd name="T44" fmla="*/ 18 w 34"/>
                <a:gd name="T45" fmla="*/ 9 h 81"/>
                <a:gd name="T46" fmla="*/ 15 w 34"/>
                <a:gd name="T47" fmla="*/ 3 h 81"/>
                <a:gd name="T48" fmla="*/ 11 w 34"/>
                <a:gd name="T49" fmla="*/ 6 h 81"/>
                <a:gd name="T50" fmla="*/ 9 w 34"/>
                <a:gd name="T51" fmla="*/ 2 h 81"/>
                <a:gd name="T52" fmla="*/ 3 w 34"/>
                <a:gd name="T53" fmla="*/ 8 h 81"/>
                <a:gd name="T54" fmla="*/ 3 w 34"/>
                <a:gd name="T55" fmla="*/ 8 h 81"/>
                <a:gd name="T56" fmla="*/ 0 w 34"/>
                <a:gd name="T57" fmla="*/ 14 h 81"/>
                <a:gd name="T58" fmla="*/ 1 w 34"/>
                <a:gd name="T59" fmla="*/ 21 h 81"/>
                <a:gd name="T60" fmla="*/ 5 w 34"/>
                <a:gd name="T61" fmla="*/ 23 h 81"/>
                <a:gd name="T62" fmla="*/ 5 w 34"/>
                <a:gd name="T63" fmla="*/ 29 h 81"/>
                <a:gd name="T64" fmla="*/ 4 w 34"/>
                <a:gd name="T65" fmla="*/ 30 h 81"/>
                <a:gd name="T66" fmla="*/ 4 w 34"/>
                <a:gd name="T67" fmla="*/ 32 h 81"/>
                <a:gd name="T68" fmla="*/ 2 w 34"/>
                <a:gd name="T69" fmla="*/ 35 h 81"/>
                <a:gd name="T70" fmla="*/ 4 w 34"/>
                <a:gd name="T71" fmla="*/ 37 h 81"/>
                <a:gd name="T72" fmla="*/ 3 w 34"/>
                <a:gd name="T73" fmla="*/ 43 h 81"/>
                <a:gd name="T74" fmla="*/ 4 w 34"/>
                <a:gd name="T75" fmla="*/ 46 h 81"/>
                <a:gd name="T76" fmla="*/ 3 w 34"/>
                <a:gd name="T77" fmla="*/ 47 h 81"/>
                <a:gd name="T78" fmla="*/ 1 w 34"/>
                <a:gd name="T79" fmla="*/ 52 h 81"/>
                <a:gd name="T80" fmla="*/ 1 w 34"/>
                <a:gd name="T81" fmla="*/ 55 h 81"/>
                <a:gd name="T82" fmla="*/ 2 w 34"/>
                <a:gd name="T83" fmla="*/ 58 h 81"/>
                <a:gd name="T84" fmla="*/ 3 w 34"/>
                <a:gd name="T85" fmla="*/ 61 h 81"/>
                <a:gd name="T86" fmla="*/ 1 w 34"/>
                <a:gd name="T87" fmla="*/ 60 h 81"/>
                <a:gd name="T88" fmla="*/ 8 w 34"/>
                <a:gd name="T89" fmla="*/ 67 h 81"/>
                <a:gd name="T90" fmla="*/ 12 w 34"/>
                <a:gd name="T91" fmla="*/ 70 h 81"/>
                <a:gd name="T92" fmla="*/ 13 w 34"/>
                <a:gd name="T93" fmla="*/ 72 h 81"/>
                <a:gd name="T94" fmla="*/ 14 w 34"/>
                <a:gd name="T95" fmla="*/ 74 h 81"/>
                <a:gd name="T96" fmla="*/ 14 w 34"/>
                <a:gd name="T97" fmla="*/ 78 h 81"/>
                <a:gd name="T98" fmla="*/ 16 w 34"/>
                <a:gd name="T99" fmla="*/ 79 h 81"/>
                <a:gd name="T100" fmla="*/ 17 w 34"/>
                <a:gd name="T101" fmla="*/ 81 h 81"/>
                <a:gd name="T102" fmla="*/ 19 w 34"/>
                <a:gd name="T103" fmla="*/ 7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 h="81">
                  <a:moveTo>
                    <a:pt x="19" y="79"/>
                  </a:moveTo>
                  <a:cubicBezTo>
                    <a:pt x="20" y="78"/>
                    <a:pt x="19" y="76"/>
                    <a:pt x="20" y="75"/>
                  </a:cubicBezTo>
                  <a:cubicBezTo>
                    <a:pt x="20" y="75"/>
                    <a:pt x="21" y="76"/>
                    <a:pt x="22" y="75"/>
                  </a:cubicBezTo>
                  <a:cubicBezTo>
                    <a:pt x="22" y="75"/>
                    <a:pt x="22" y="74"/>
                    <a:pt x="22" y="74"/>
                  </a:cubicBezTo>
                  <a:cubicBezTo>
                    <a:pt x="21" y="73"/>
                    <a:pt x="20" y="73"/>
                    <a:pt x="19" y="72"/>
                  </a:cubicBezTo>
                  <a:cubicBezTo>
                    <a:pt x="19" y="70"/>
                    <a:pt x="21" y="70"/>
                    <a:pt x="22" y="69"/>
                  </a:cubicBezTo>
                  <a:cubicBezTo>
                    <a:pt x="23" y="69"/>
                    <a:pt x="25" y="69"/>
                    <a:pt x="26" y="68"/>
                  </a:cubicBezTo>
                  <a:cubicBezTo>
                    <a:pt x="27" y="67"/>
                    <a:pt x="28" y="64"/>
                    <a:pt x="28" y="63"/>
                  </a:cubicBezTo>
                  <a:cubicBezTo>
                    <a:pt x="29" y="62"/>
                    <a:pt x="29" y="60"/>
                    <a:pt x="30" y="59"/>
                  </a:cubicBezTo>
                  <a:cubicBezTo>
                    <a:pt x="31" y="58"/>
                    <a:pt x="33" y="59"/>
                    <a:pt x="34" y="56"/>
                  </a:cubicBezTo>
                  <a:cubicBezTo>
                    <a:pt x="34" y="55"/>
                    <a:pt x="34" y="53"/>
                    <a:pt x="33" y="52"/>
                  </a:cubicBezTo>
                  <a:cubicBezTo>
                    <a:pt x="33" y="50"/>
                    <a:pt x="33" y="51"/>
                    <a:pt x="33" y="49"/>
                  </a:cubicBezTo>
                  <a:cubicBezTo>
                    <a:pt x="33" y="46"/>
                    <a:pt x="31" y="47"/>
                    <a:pt x="29" y="47"/>
                  </a:cubicBezTo>
                  <a:cubicBezTo>
                    <a:pt x="27" y="47"/>
                    <a:pt x="28" y="45"/>
                    <a:pt x="27" y="43"/>
                  </a:cubicBezTo>
                  <a:cubicBezTo>
                    <a:pt x="26" y="41"/>
                    <a:pt x="25" y="40"/>
                    <a:pt x="24" y="38"/>
                  </a:cubicBezTo>
                  <a:cubicBezTo>
                    <a:pt x="23" y="36"/>
                    <a:pt x="25" y="35"/>
                    <a:pt x="24" y="33"/>
                  </a:cubicBezTo>
                  <a:cubicBezTo>
                    <a:pt x="24" y="32"/>
                    <a:pt x="23" y="32"/>
                    <a:pt x="23" y="31"/>
                  </a:cubicBezTo>
                  <a:cubicBezTo>
                    <a:pt x="23" y="30"/>
                    <a:pt x="23" y="31"/>
                    <a:pt x="23" y="30"/>
                  </a:cubicBezTo>
                  <a:cubicBezTo>
                    <a:pt x="24" y="29"/>
                    <a:pt x="24" y="29"/>
                    <a:pt x="24" y="28"/>
                  </a:cubicBezTo>
                  <a:cubicBezTo>
                    <a:pt x="24" y="27"/>
                    <a:pt x="24" y="26"/>
                    <a:pt x="24" y="25"/>
                  </a:cubicBezTo>
                  <a:cubicBezTo>
                    <a:pt x="25" y="22"/>
                    <a:pt x="26" y="20"/>
                    <a:pt x="25" y="18"/>
                  </a:cubicBezTo>
                  <a:cubicBezTo>
                    <a:pt x="25" y="16"/>
                    <a:pt x="24" y="13"/>
                    <a:pt x="22" y="11"/>
                  </a:cubicBezTo>
                  <a:cubicBezTo>
                    <a:pt x="21" y="10"/>
                    <a:pt x="19" y="11"/>
                    <a:pt x="18" y="9"/>
                  </a:cubicBezTo>
                  <a:cubicBezTo>
                    <a:pt x="17" y="7"/>
                    <a:pt x="18" y="5"/>
                    <a:pt x="15" y="3"/>
                  </a:cubicBezTo>
                  <a:cubicBezTo>
                    <a:pt x="14" y="4"/>
                    <a:pt x="12" y="6"/>
                    <a:pt x="11" y="6"/>
                  </a:cubicBezTo>
                  <a:cubicBezTo>
                    <a:pt x="9" y="5"/>
                    <a:pt x="10" y="3"/>
                    <a:pt x="9" y="2"/>
                  </a:cubicBezTo>
                  <a:cubicBezTo>
                    <a:pt x="7" y="0"/>
                    <a:pt x="3" y="6"/>
                    <a:pt x="3" y="8"/>
                  </a:cubicBezTo>
                  <a:cubicBezTo>
                    <a:pt x="3" y="8"/>
                    <a:pt x="3" y="8"/>
                    <a:pt x="3" y="8"/>
                  </a:cubicBezTo>
                  <a:cubicBezTo>
                    <a:pt x="2" y="10"/>
                    <a:pt x="0" y="12"/>
                    <a:pt x="0" y="14"/>
                  </a:cubicBezTo>
                  <a:cubicBezTo>
                    <a:pt x="1" y="17"/>
                    <a:pt x="2" y="19"/>
                    <a:pt x="1" y="21"/>
                  </a:cubicBezTo>
                  <a:cubicBezTo>
                    <a:pt x="2" y="22"/>
                    <a:pt x="5" y="22"/>
                    <a:pt x="5" y="23"/>
                  </a:cubicBezTo>
                  <a:cubicBezTo>
                    <a:pt x="6" y="24"/>
                    <a:pt x="6" y="29"/>
                    <a:pt x="5" y="29"/>
                  </a:cubicBezTo>
                  <a:cubicBezTo>
                    <a:pt x="5" y="30"/>
                    <a:pt x="4" y="29"/>
                    <a:pt x="4" y="30"/>
                  </a:cubicBezTo>
                  <a:cubicBezTo>
                    <a:pt x="3" y="31"/>
                    <a:pt x="5" y="32"/>
                    <a:pt x="4" y="32"/>
                  </a:cubicBezTo>
                  <a:cubicBezTo>
                    <a:pt x="4" y="33"/>
                    <a:pt x="3" y="34"/>
                    <a:pt x="2" y="35"/>
                  </a:cubicBezTo>
                  <a:cubicBezTo>
                    <a:pt x="2" y="36"/>
                    <a:pt x="3" y="36"/>
                    <a:pt x="4" y="37"/>
                  </a:cubicBezTo>
                  <a:cubicBezTo>
                    <a:pt x="5" y="39"/>
                    <a:pt x="3" y="41"/>
                    <a:pt x="3" y="43"/>
                  </a:cubicBezTo>
                  <a:cubicBezTo>
                    <a:pt x="3" y="44"/>
                    <a:pt x="4" y="45"/>
                    <a:pt x="4" y="46"/>
                  </a:cubicBezTo>
                  <a:cubicBezTo>
                    <a:pt x="4" y="47"/>
                    <a:pt x="4" y="46"/>
                    <a:pt x="3" y="47"/>
                  </a:cubicBezTo>
                  <a:cubicBezTo>
                    <a:pt x="2" y="49"/>
                    <a:pt x="2" y="50"/>
                    <a:pt x="1" y="52"/>
                  </a:cubicBezTo>
                  <a:cubicBezTo>
                    <a:pt x="1" y="53"/>
                    <a:pt x="0" y="53"/>
                    <a:pt x="1" y="55"/>
                  </a:cubicBezTo>
                  <a:cubicBezTo>
                    <a:pt x="2" y="56"/>
                    <a:pt x="3" y="56"/>
                    <a:pt x="2" y="58"/>
                  </a:cubicBezTo>
                  <a:cubicBezTo>
                    <a:pt x="3" y="58"/>
                    <a:pt x="5" y="61"/>
                    <a:pt x="3" y="61"/>
                  </a:cubicBezTo>
                  <a:cubicBezTo>
                    <a:pt x="2" y="61"/>
                    <a:pt x="2" y="59"/>
                    <a:pt x="1" y="60"/>
                  </a:cubicBezTo>
                  <a:cubicBezTo>
                    <a:pt x="0" y="62"/>
                    <a:pt x="6" y="66"/>
                    <a:pt x="8" y="67"/>
                  </a:cubicBezTo>
                  <a:cubicBezTo>
                    <a:pt x="9" y="68"/>
                    <a:pt x="11" y="69"/>
                    <a:pt x="12" y="70"/>
                  </a:cubicBezTo>
                  <a:cubicBezTo>
                    <a:pt x="12" y="71"/>
                    <a:pt x="12" y="72"/>
                    <a:pt x="13" y="72"/>
                  </a:cubicBezTo>
                  <a:cubicBezTo>
                    <a:pt x="13" y="73"/>
                    <a:pt x="14" y="73"/>
                    <a:pt x="14" y="74"/>
                  </a:cubicBezTo>
                  <a:cubicBezTo>
                    <a:pt x="15" y="75"/>
                    <a:pt x="13" y="76"/>
                    <a:pt x="14" y="78"/>
                  </a:cubicBezTo>
                  <a:cubicBezTo>
                    <a:pt x="15" y="78"/>
                    <a:pt x="16" y="78"/>
                    <a:pt x="16" y="79"/>
                  </a:cubicBezTo>
                  <a:cubicBezTo>
                    <a:pt x="17" y="80"/>
                    <a:pt x="17" y="79"/>
                    <a:pt x="17" y="81"/>
                  </a:cubicBezTo>
                  <a:cubicBezTo>
                    <a:pt x="17" y="80"/>
                    <a:pt x="18" y="79"/>
                    <a:pt x="19" y="79"/>
                  </a:cubicBezTo>
                  <a:close/>
                </a:path>
              </a:pathLst>
            </a:custGeom>
            <a:grp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spTree>
    <p:extLst>
      <p:ext uri="{BB962C8B-B14F-4D97-AF65-F5344CB8AC3E}">
        <p14:creationId xmlns:p14="http://schemas.microsoft.com/office/powerpoint/2010/main" val="2536232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42802"/>
                                        </p:tgtEl>
                                        <p:attrNameLst>
                                          <p:attrName>style.visibility</p:attrName>
                                        </p:attrNameLst>
                                      </p:cBhvr>
                                      <p:to>
                                        <p:strVal val="visible"/>
                                      </p:to>
                                    </p:set>
                                    <p:animEffect transition="in" filter="fade">
                                      <p:cBhvr>
                                        <p:cTn id="7" dur="1000"/>
                                        <p:tgtEl>
                                          <p:spTgt spid="42802"/>
                                        </p:tgtEl>
                                      </p:cBhvr>
                                    </p:animEffect>
                                    <p:anim calcmode="lin" valueType="num">
                                      <p:cBhvr>
                                        <p:cTn id="8" dur="1000" fill="hold"/>
                                        <p:tgtEl>
                                          <p:spTgt spid="42802"/>
                                        </p:tgtEl>
                                        <p:attrNameLst>
                                          <p:attrName>ppt_x</p:attrName>
                                        </p:attrNameLst>
                                      </p:cBhvr>
                                      <p:tavLst>
                                        <p:tav tm="0">
                                          <p:val>
                                            <p:strVal val="#ppt_x"/>
                                          </p:val>
                                        </p:tav>
                                        <p:tav tm="100000">
                                          <p:val>
                                            <p:strVal val="#ppt_x"/>
                                          </p:val>
                                        </p:tav>
                                      </p:tavLst>
                                    </p:anim>
                                    <p:anim calcmode="lin" valueType="num">
                                      <p:cBhvr>
                                        <p:cTn id="9" dur="1000" fill="hold"/>
                                        <p:tgtEl>
                                          <p:spTgt spid="42802"/>
                                        </p:tgtEl>
                                        <p:attrNameLst>
                                          <p:attrName>ppt_y</p:attrName>
                                        </p:attrNameLst>
                                      </p:cBhvr>
                                      <p:tavLst>
                                        <p:tav tm="0">
                                          <p:val>
                                            <p:strVal val="#ppt_y-.1"/>
                                          </p:val>
                                        </p:tav>
                                        <p:tav tm="100000">
                                          <p:val>
                                            <p:strVal val="#ppt_y"/>
                                          </p:val>
                                        </p:tav>
                                      </p:tavLst>
                                    </p:anim>
                                  </p:childTnLst>
                                </p:cTn>
                              </p:par>
                              <p:par>
                                <p:cTn id="10" presetID="1" presetClass="emph" presetSubtype="1" repeatCount="indefinite" decel="100000" autoRev="1" nodeType="withEffect">
                                  <p:stCondLst>
                                    <p:cond delay="0"/>
                                  </p:stCondLst>
                                  <p:childTnLst>
                                    <p:set>
                                      <p:cBhvr>
                                        <p:cTn id="11" dur="indefinite"/>
                                        <p:tgtEl>
                                          <p:spTgt spid="42933"/>
                                        </p:tgtEl>
                                        <p:attrNameLst>
                                          <p:attrName>fillcolor</p:attrName>
                                        </p:attrNameLst>
                                      </p:cBhvr>
                                      <p:to>
                                        <p:clrVal>
                                          <a:srgbClr val="00CEE8"/>
                                        </p:clrVal>
                                      </p:to>
                                    </p:set>
                                    <p:set>
                                      <p:cBhvr>
                                        <p:cTn id="12" dur="indefinite"/>
                                        <p:tgtEl>
                                          <p:spTgt spid="42933"/>
                                        </p:tgtEl>
                                        <p:attrNameLst>
                                          <p:attrName>fill.type</p:attrName>
                                        </p:attrNameLst>
                                      </p:cBhvr>
                                      <p:to>
                                        <p:strVal val="solid"/>
                                      </p:to>
                                    </p:set>
                                    <p:set>
                                      <p:cBhvr>
                                        <p:cTn id="13" dur="indefinite"/>
                                        <p:tgtEl>
                                          <p:spTgt spid="42933"/>
                                        </p:tgtEl>
                                        <p:attrNameLst>
                                          <p:attrName>fill.on</p:attrName>
                                        </p:attrNameLst>
                                      </p:cBhvr>
                                      <p:to>
                                        <p:strVal val="true"/>
                                      </p:to>
                                    </p:set>
                                  </p:childTnLst>
                                </p:cTn>
                              </p:par>
                              <p:par>
                                <p:cTn id="14" presetID="1" presetClass="emph" presetSubtype="1" repeatCount="indefinite" decel="100000" autoRev="1" nodeType="withEffect">
                                  <p:stCondLst>
                                    <p:cond delay="100"/>
                                  </p:stCondLst>
                                  <p:childTnLst>
                                    <p:set>
                                      <p:cBhvr>
                                        <p:cTn id="15" dur="indefinite"/>
                                        <p:tgtEl>
                                          <p:spTgt spid="42934"/>
                                        </p:tgtEl>
                                        <p:attrNameLst>
                                          <p:attrName>fillcolor</p:attrName>
                                        </p:attrNameLst>
                                      </p:cBhvr>
                                      <p:to>
                                        <p:clrVal>
                                          <a:srgbClr val="00CEE8"/>
                                        </p:clrVal>
                                      </p:to>
                                    </p:set>
                                    <p:set>
                                      <p:cBhvr>
                                        <p:cTn id="16" dur="indefinite"/>
                                        <p:tgtEl>
                                          <p:spTgt spid="42934"/>
                                        </p:tgtEl>
                                        <p:attrNameLst>
                                          <p:attrName>fill.type</p:attrName>
                                        </p:attrNameLst>
                                      </p:cBhvr>
                                      <p:to>
                                        <p:strVal val="solid"/>
                                      </p:to>
                                    </p:set>
                                    <p:set>
                                      <p:cBhvr>
                                        <p:cTn id="17" dur="indefinite"/>
                                        <p:tgtEl>
                                          <p:spTgt spid="42934"/>
                                        </p:tgtEl>
                                        <p:attrNameLst>
                                          <p:attrName>fill.on</p:attrName>
                                        </p:attrNameLst>
                                      </p:cBhvr>
                                      <p:to>
                                        <p:strVal val="true"/>
                                      </p:to>
                                    </p:set>
                                  </p:childTnLst>
                                </p:cTn>
                              </p:par>
                              <p:par>
                                <p:cTn id="18" presetID="1" presetClass="emph" presetSubtype="1" repeatCount="indefinite" decel="100000" autoRev="1" nodeType="withEffect">
                                  <p:stCondLst>
                                    <p:cond delay="200"/>
                                  </p:stCondLst>
                                  <p:childTnLst>
                                    <p:set>
                                      <p:cBhvr>
                                        <p:cTn id="19" dur="indefinite"/>
                                        <p:tgtEl>
                                          <p:spTgt spid="42935"/>
                                        </p:tgtEl>
                                        <p:attrNameLst>
                                          <p:attrName>fillcolor</p:attrName>
                                        </p:attrNameLst>
                                      </p:cBhvr>
                                      <p:to>
                                        <p:clrVal>
                                          <a:srgbClr val="00CEE8"/>
                                        </p:clrVal>
                                      </p:to>
                                    </p:set>
                                    <p:set>
                                      <p:cBhvr>
                                        <p:cTn id="20" dur="indefinite"/>
                                        <p:tgtEl>
                                          <p:spTgt spid="42935"/>
                                        </p:tgtEl>
                                        <p:attrNameLst>
                                          <p:attrName>fill.type</p:attrName>
                                        </p:attrNameLst>
                                      </p:cBhvr>
                                      <p:to>
                                        <p:strVal val="solid"/>
                                      </p:to>
                                    </p:set>
                                    <p:set>
                                      <p:cBhvr>
                                        <p:cTn id="21" dur="indefinite"/>
                                        <p:tgtEl>
                                          <p:spTgt spid="42935"/>
                                        </p:tgtEl>
                                        <p:attrNameLst>
                                          <p:attrName>fill.on</p:attrName>
                                        </p:attrNameLst>
                                      </p:cBhvr>
                                      <p:to>
                                        <p:strVal val="true"/>
                                      </p:to>
                                    </p:set>
                                  </p:childTnLst>
                                </p:cTn>
                              </p:par>
                              <p:par>
                                <p:cTn id="22" presetID="1" presetClass="emph" presetSubtype="1" repeatCount="indefinite" decel="100000" autoRev="1" nodeType="withEffect">
                                  <p:stCondLst>
                                    <p:cond delay="300"/>
                                  </p:stCondLst>
                                  <p:childTnLst>
                                    <p:set>
                                      <p:cBhvr>
                                        <p:cTn id="23" dur="indefinite"/>
                                        <p:tgtEl>
                                          <p:spTgt spid="42936"/>
                                        </p:tgtEl>
                                        <p:attrNameLst>
                                          <p:attrName>fillcolor</p:attrName>
                                        </p:attrNameLst>
                                      </p:cBhvr>
                                      <p:to>
                                        <p:clrVal>
                                          <a:srgbClr val="00CEE8"/>
                                        </p:clrVal>
                                      </p:to>
                                    </p:set>
                                    <p:set>
                                      <p:cBhvr>
                                        <p:cTn id="24" dur="indefinite"/>
                                        <p:tgtEl>
                                          <p:spTgt spid="42936"/>
                                        </p:tgtEl>
                                        <p:attrNameLst>
                                          <p:attrName>fill.type</p:attrName>
                                        </p:attrNameLst>
                                      </p:cBhvr>
                                      <p:to>
                                        <p:strVal val="solid"/>
                                      </p:to>
                                    </p:set>
                                    <p:set>
                                      <p:cBhvr>
                                        <p:cTn id="25" dur="indefinite"/>
                                        <p:tgtEl>
                                          <p:spTgt spid="42936"/>
                                        </p:tgtEl>
                                        <p:attrNameLst>
                                          <p:attrName>fill.on</p:attrName>
                                        </p:attrNameLst>
                                      </p:cBhvr>
                                      <p:to>
                                        <p:strVal val="true"/>
                                      </p:to>
                                    </p:set>
                                  </p:childTnLst>
                                </p:cTn>
                              </p:par>
                              <p:par>
                                <p:cTn id="26" presetID="1" presetClass="emph" presetSubtype="1" repeatCount="indefinite" decel="100000" autoRev="1" nodeType="withEffect">
                                  <p:stCondLst>
                                    <p:cond delay="400"/>
                                  </p:stCondLst>
                                  <p:childTnLst>
                                    <p:set>
                                      <p:cBhvr>
                                        <p:cTn id="27" dur="indefinite"/>
                                        <p:tgtEl>
                                          <p:spTgt spid="42937"/>
                                        </p:tgtEl>
                                        <p:attrNameLst>
                                          <p:attrName>fillcolor</p:attrName>
                                        </p:attrNameLst>
                                      </p:cBhvr>
                                      <p:to>
                                        <p:clrVal>
                                          <a:srgbClr val="00CEE8"/>
                                        </p:clrVal>
                                      </p:to>
                                    </p:set>
                                    <p:set>
                                      <p:cBhvr>
                                        <p:cTn id="28" dur="indefinite"/>
                                        <p:tgtEl>
                                          <p:spTgt spid="42937"/>
                                        </p:tgtEl>
                                        <p:attrNameLst>
                                          <p:attrName>fill.type</p:attrName>
                                        </p:attrNameLst>
                                      </p:cBhvr>
                                      <p:to>
                                        <p:strVal val="solid"/>
                                      </p:to>
                                    </p:set>
                                    <p:set>
                                      <p:cBhvr>
                                        <p:cTn id="29" dur="indefinite"/>
                                        <p:tgtEl>
                                          <p:spTgt spid="42937"/>
                                        </p:tgtEl>
                                        <p:attrNameLst>
                                          <p:attrName>fill.on</p:attrName>
                                        </p:attrNameLst>
                                      </p:cBhvr>
                                      <p:to>
                                        <p:strVal val="true"/>
                                      </p:to>
                                    </p:set>
                                  </p:childTnLst>
                                </p:cTn>
                              </p:par>
                              <p:par>
                                <p:cTn id="30" presetID="1" presetClass="emph" presetSubtype="1" repeatCount="indefinite" decel="100000" autoRev="1" nodeType="withEffect">
                                  <p:stCondLst>
                                    <p:cond delay="500"/>
                                  </p:stCondLst>
                                  <p:childTnLst>
                                    <p:set>
                                      <p:cBhvr>
                                        <p:cTn id="31" dur="indefinite"/>
                                        <p:tgtEl>
                                          <p:spTgt spid="42938"/>
                                        </p:tgtEl>
                                        <p:attrNameLst>
                                          <p:attrName>fillcolor</p:attrName>
                                        </p:attrNameLst>
                                      </p:cBhvr>
                                      <p:to>
                                        <p:clrVal>
                                          <a:srgbClr val="00CEE8"/>
                                        </p:clrVal>
                                      </p:to>
                                    </p:set>
                                    <p:set>
                                      <p:cBhvr>
                                        <p:cTn id="32" dur="indefinite"/>
                                        <p:tgtEl>
                                          <p:spTgt spid="42938"/>
                                        </p:tgtEl>
                                        <p:attrNameLst>
                                          <p:attrName>fill.type</p:attrName>
                                        </p:attrNameLst>
                                      </p:cBhvr>
                                      <p:to>
                                        <p:strVal val="solid"/>
                                      </p:to>
                                    </p:set>
                                    <p:set>
                                      <p:cBhvr>
                                        <p:cTn id="33" dur="indefinite"/>
                                        <p:tgtEl>
                                          <p:spTgt spid="42938"/>
                                        </p:tgtEl>
                                        <p:attrNameLst>
                                          <p:attrName>fill.on</p:attrName>
                                        </p:attrNameLst>
                                      </p:cBhvr>
                                      <p:to>
                                        <p:strVal val="true"/>
                                      </p:to>
                                    </p:set>
                                  </p:childTnLst>
                                </p:cTn>
                              </p:par>
                              <p:par>
                                <p:cTn id="34" presetID="1" presetClass="emph" presetSubtype="1" repeatCount="indefinite" decel="100000" autoRev="1" nodeType="withEffect">
                                  <p:stCondLst>
                                    <p:cond delay="600"/>
                                  </p:stCondLst>
                                  <p:childTnLst>
                                    <p:set>
                                      <p:cBhvr>
                                        <p:cTn id="35" dur="indefinite"/>
                                        <p:tgtEl>
                                          <p:spTgt spid="42939"/>
                                        </p:tgtEl>
                                        <p:attrNameLst>
                                          <p:attrName>fillcolor</p:attrName>
                                        </p:attrNameLst>
                                      </p:cBhvr>
                                      <p:to>
                                        <p:clrVal>
                                          <a:srgbClr val="00CEE8"/>
                                        </p:clrVal>
                                      </p:to>
                                    </p:set>
                                    <p:set>
                                      <p:cBhvr>
                                        <p:cTn id="36" dur="indefinite"/>
                                        <p:tgtEl>
                                          <p:spTgt spid="42939"/>
                                        </p:tgtEl>
                                        <p:attrNameLst>
                                          <p:attrName>fill.type</p:attrName>
                                        </p:attrNameLst>
                                      </p:cBhvr>
                                      <p:to>
                                        <p:strVal val="solid"/>
                                      </p:to>
                                    </p:set>
                                    <p:set>
                                      <p:cBhvr>
                                        <p:cTn id="37" dur="indefinite"/>
                                        <p:tgtEl>
                                          <p:spTgt spid="42939"/>
                                        </p:tgtEl>
                                        <p:attrNameLst>
                                          <p:attrName>fill.on</p:attrName>
                                        </p:attrNameLst>
                                      </p:cBhvr>
                                      <p:to>
                                        <p:strVal val="true"/>
                                      </p:to>
                                    </p:set>
                                  </p:childTnLst>
                                </p:cTn>
                              </p:par>
                              <p:par>
                                <p:cTn id="38" presetID="1" presetClass="emph" presetSubtype="1" repeatCount="indefinite" decel="100000" autoRev="1" nodeType="withEffect">
                                  <p:stCondLst>
                                    <p:cond delay="700"/>
                                  </p:stCondLst>
                                  <p:childTnLst>
                                    <p:set>
                                      <p:cBhvr>
                                        <p:cTn id="39" dur="indefinite"/>
                                        <p:tgtEl>
                                          <p:spTgt spid="42940"/>
                                        </p:tgtEl>
                                        <p:attrNameLst>
                                          <p:attrName>fillcolor</p:attrName>
                                        </p:attrNameLst>
                                      </p:cBhvr>
                                      <p:to>
                                        <p:clrVal>
                                          <a:srgbClr val="00CEE8"/>
                                        </p:clrVal>
                                      </p:to>
                                    </p:set>
                                    <p:set>
                                      <p:cBhvr>
                                        <p:cTn id="40" dur="indefinite"/>
                                        <p:tgtEl>
                                          <p:spTgt spid="42940"/>
                                        </p:tgtEl>
                                        <p:attrNameLst>
                                          <p:attrName>fill.type</p:attrName>
                                        </p:attrNameLst>
                                      </p:cBhvr>
                                      <p:to>
                                        <p:strVal val="solid"/>
                                      </p:to>
                                    </p:set>
                                    <p:set>
                                      <p:cBhvr>
                                        <p:cTn id="41" dur="indefinite"/>
                                        <p:tgtEl>
                                          <p:spTgt spid="42940"/>
                                        </p:tgtEl>
                                        <p:attrNameLst>
                                          <p:attrName>fill.on</p:attrName>
                                        </p:attrNameLst>
                                      </p:cBhvr>
                                      <p:to>
                                        <p:strVal val="true"/>
                                      </p:to>
                                    </p:set>
                                  </p:childTnLst>
                                </p:cTn>
                              </p:par>
                              <p:par>
                                <p:cTn id="42" presetID="1" presetClass="emph" presetSubtype="1" repeatCount="indefinite" decel="100000" autoRev="1" nodeType="withEffect">
                                  <p:stCondLst>
                                    <p:cond delay="800"/>
                                  </p:stCondLst>
                                  <p:childTnLst>
                                    <p:set>
                                      <p:cBhvr>
                                        <p:cTn id="43" dur="indefinite"/>
                                        <p:tgtEl>
                                          <p:spTgt spid="42941"/>
                                        </p:tgtEl>
                                        <p:attrNameLst>
                                          <p:attrName>fillcolor</p:attrName>
                                        </p:attrNameLst>
                                      </p:cBhvr>
                                      <p:to>
                                        <p:clrVal>
                                          <a:srgbClr val="00CEE8"/>
                                        </p:clrVal>
                                      </p:to>
                                    </p:set>
                                    <p:set>
                                      <p:cBhvr>
                                        <p:cTn id="44" dur="indefinite"/>
                                        <p:tgtEl>
                                          <p:spTgt spid="42941"/>
                                        </p:tgtEl>
                                        <p:attrNameLst>
                                          <p:attrName>fill.type</p:attrName>
                                        </p:attrNameLst>
                                      </p:cBhvr>
                                      <p:to>
                                        <p:strVal val="solid"/>
                                      </p:to>
                                    </p:set>
                                    <p:set>
                                      <p:cBhvr>
                                        <p:cTn id="45" dur="indefinite"/>
                                        <p:tgtEl>
                                          <p:spTgt spid="42941"/>
                                        </p:tgtEl>
                                        <p:attrNameLst>
                                          <p:attrName>fill.on</p:attrName>
                                        </p:attrNameLst>
                                      </p:cBhvr>
                                      <p:to>
                                        <p:strVal val="true"/>
                                      </p:to>
                                    </p:set>
                                  </p:childTnLst>
                                </p:cTn>
                              </p:par>
                              <p:par>
                                <p:cTn id="46" presetID="1" presetClass="emph" presetSubtype="1" repeatCount="indefinite" decel="100000" autoRev="1" nodeType="withEffect">
                                  <p:stCondLst>
                                    <p:cond delay="900"/>
                                  </p:stCondLst>
                                  <p:childTnLst>
                                    <p:set>
                                      <p:cBhvr>
                                        <p:cTn id="47" dur="indefinite"/>
                                        <p:tgtEl>
                                          <p:spTgt spid="42942"/>
                                        </p:tgtEl>
                                        <p:attrNameLst>
                                          <p:attrName>fillcolor</p:attrName>
                                        </p:attrNameLst>
                                      </p:cBhvr>
                                      <p:to>
                                        <p:clrVal>
                                          <a:srgbClr val="00CEE8"/>
                                        </p:clrVal>
                                      </p:to>
                                    </p:set>
                                    <p:set>
                                      <p:cBhvr>
                                        <p:cTn id="48" dur="indefinite"/>
                                        <p:tgtEl>
                                          <p:spTgt spid="42942"/>
                                        </p:tgtEl>
                                        <p:attrNameLst>
                                          <p:attrName>fill.type</p:attrName>
                                        </p:attrNameLst>
                                      </p:cBhvr>
                                      <p:to>
                                        <p:strVal val="solid"/>
                                      </p:to>
                                    </p:set>
                                    <p:set>
                                      <p:cBhvr>
                                        <p:cTn id="49" dur="indefinite"/>
                                        <p:tgtEl>
                                          <p:spTgt spid="42942"/>
                                        </p:tgtEl>
                                        <p:attrNameLst>
                                          <p:attrName>fill.on</p:attrName>
                                        </p:attrNameLst>
                                      </p:cBhvr>
                                      <p:to>
                                        <p:strVal val="true"/>
                                      </p:to>
                                    </p:set>
                                  </p:childTnLst>
                                </p:cTn>
                              </p:par>
                              <p:par>
                                <p:cTn id="50" presetID="1" presetClass="emph" presetSubtype="1" repeatCount="indefinite" decel="100000" autoRev="1" nodeType="withEffect">
                                  <p:stCondLst>
                                    <p:cond delay="1000"/>
                                  </p:stCondLst>
                                  <p:childTnLst>
                                    <p:set>
                                      <p:cBhvr>
                                        <p:cTn id="51" dur="indefinite"/>
                                        <p:tgtEl>
                                          <p:spTgt spid="42943"/>
                                        </p:tgtEl>
                                        <p:attrNameLst>
                                          <p:attrName>fillcolor</p:attrName>
                                        </p:attrNameLst>
                                      </p:cBhvr>
                                      <p:to>
                                        <p:clrVal>
                                          <a:srgbClr val="00CEE8"/>
                                        </p:clrVal>
                                      </p:to>
                                    </p:set>
                                    <p:set>
                                      <p:cBhvr>
                                        <p:cTn id="52" dur="indefinite"/>
                                        <p:tgtEl>
                                          <p:spTgt spid="42943"/>
                                        </p:tgtEl>
                                        <p:attrNameLst>
                                          <p:attrName>fill.type</p:attrName>
                                        </p:attrNameLst>
                                      </p:cBhvr>
                                      <p:to>
                                        <p:strVal val="solid"/>
                                      </p:to>
                                    </p:set>
                                    <p:set>
                                      <p:cBhvr>
                                        <p:cTn id="53" dur="indefinite"/>
                                        <p:tgtEl>
                                          <p:spTgt spid="42943"/>
                                        </p:tgtEl>
                                        <p:attrNameLst>
                                          <p:attrName>fill.on</p:attrName>
                                        </p:attrNameLst>
                                      </p:cBhvr>
                                      <p:to>
                                        <p:strVal val="true"/>
                                      </p:to>
                                    </p:set>
                                  </p:childTnLst>
                                </p:cTn>
                              </p:par>
                              <p:par>
                                <p:cTn id="54" presetID="1" presetClass="emph" presetSubtype="1" repeatCount="indefinite" decel="100000" autoRev="1" nodeType="withEffect">
                                  <p:stCondLst>
                                    <p:cond delay="1100"/>
                                  </p:stCondLst>
                                  <p:childTnLst>
                                    <p:set>
                                      <p:cBhvr>
                                        <p:cTn id="55" dur="indefinite"/>
                                        <p:tgtEl>
                                          <p:spTgt spid="576"/>
                                        </p:tgtEl>
                                        <p:attrNameLst>
                                          <p:attrName>fillcolor</p:attrName>
                                        </p:attrNameLst>
                                      </p:cBhvr>
                                      <p:to>
                                        <p:clrVal>
                                          <a:srgbClr val="00CEE8"/>
                                        </p:clrVal>
                                      </p:to>
                                    </p:set>
                                    <p:set>
                                      <p:cBhvr>
                                        <p:cTn id="56" dur="indefinite"/>
                                        <p:tgtEl>
                                          <p:spTgt spid="576"/>
                                        </p:tgtEl>
                                        <p:attrNameLst>
                                          <p:attrName>fill.type</p:attrName>
                                        </p:attrNameLst>
                                      </p:cBhvr>
                                      <p:to>
                                        <p:strVal val="solid"/>
                                      </p:to>
                                    </p:set>
                                    <p:set>
                                      <p:cBhvr>
                                        <p:cTn id="57" dur="indefinite"/>
                                        <p:tgtEl>
                                          <p:spTgt spid="576"/>
                                        </p:tgtEl>
                                        <p:attrNameLst>
                                          <p:attrName>fill.on</p:attrName>
                                        </p:attrNameLst>
                                      </p:cBhvr>
                                      <p:to>
                                        <p:strVal val="true"/>
                                      </p:to>
                                    </p:set>
                                  </p:childTnLst>
                                </p:cTn>
                              </p:par>
                              <p:par>
                                <p:cTn id="58" presetID="1" presetClass="emph" presetSubtype="1" repeatCount="indefinite" decel="100000" autoRev="1" nodeType="withEffect">
                                  <p:stCondLst>
                                    <p:cond delay="1200"/>
                                  </p:stCondLst>
                                  <p:childTnLst>
                                    <p:set>
                                      <p:cBhvr>
                                        <p:cTn id="59" dur="indefinite"/>
                                        <p:tgtEl>
                                          <p:spTgt spid="577"/>
                                        </p:tgtEl>
                                        <p:attrNameLst>
                                          <p:attrName>fillcolor</p:attrName>
                                        </p:attrNameLst>
                                      </p:cBhvr>
                                      <p:to>
                                        <p:clrVal>
                                          <a:srgbClr val="00CEE8"/>
                                        </p:clrVal>
                                      </p:to>
                                    </p:set>
                                    <p:set>
                                      <p:cBhvr>
                                        <p:cTn id="60" dur="indefinite"/>
                                        <p:tgtEl>
                                          <p:spTgt spid="577"/>
                                        </p:tgtEl>
                                        <p:attrNameLst>
                                          <p:attrName>fill.type</p:attrName>
                                        </p:attrNameLst>
                                      </p:cBhvr>
                                      <p:to>
                                        <p:strVal val="solid"/>
                                      </p:to>
                                    </p:set>
                                    <p:set>
                                      <p:cBhvr>
                                        <p:cTn id="61" dur="indefinite"/>
                                        <p:tgtEl>
                                          <p:spTgt spid="577"/>
                                        </p:tgtEl>
                                        <p:attrNameLst>
                                          <p:attrName>fill.on</p:attrName>
                                        </p:attrNameLst>
                                      </p:cBhvr>
                                      <p:to>
                                        <p:strVal val="true"/>
                                      </p:to>
                                    </p:set>
                                  </p:childTnLst>
                                </p:cTn>
                              </p:par>
                              <p:par>
                                <p:cTn id="62" presetID="1" presetClass="emph" presetSubtype="1" repeatCount="indefinite" decel="100000" autoRev="1" nodeType="withEffect">
                                  <p:stCondLst>
                                    <p:cond delay="1300"/>
                                  </p:stCondLst>
                                  <p:childTnLst>
                                    <p:set>
                                      <p:cBhvr>
                                        <p:cTn id="63" dur="indefinite"/>
                                        <p:tgtEl>
                                          <p:spTgt spid="578"/>
                                        </p:tgtEl>
                                        <p:attrNameLst>
                                          <p:attrName>fillcolor</p:attrName>
                                        </p:attrNameLst>
                                      </p:cBhvr>
                                      <p:to>
                                        <p:clrVal>
                                          <a:srgbClr val="00CEE8"/>
                                        </p:clrVal>
                                      </p:to>
                                    </p:set>
                                    <p:set>
                                      <p:cBhvr>
                                        <p:cTn id="64" dur="indefinite"/>
                                        <p:tgtEl>
                                          <p:spTgt spid="578"/>
                                        </p:tgtEl>
                                        <p:attrNameLst>
                                          <p:attrName>fill.type</p:attrName>
                                        </p:attrNameLst>
                                      </p:cBhvr>
                                      <p:to>
                                        <p:strVal val="solid"/>
                                      </p:to>
                                    </p:set>
                                    <p:set>
                                      <p:cBhvr>
                                        <p:cTn id="65" dur="indefinite"/>
                                        <p:tgtEl>
                                          <p:spTgt spid="578"/>
                                        </p:tgtEl>
                                        <p:attrNameLst>
                                          <p:attrName>fill.on</p:attrName>
                                        </p:attrNameLst>
                                      </p:cBhvr>
                                      <p:to>
                                        <p:strVal val="true"/>
                                      </p:to>
                                    </p:set>
                                  </p:childTnLst>
                                </p:cTn>
                              </p:par>
                              <p:par>
                                <p:cTn id="66" presetID="1" presetClass="emph" presetSubtype="1" repeatCount="indefinite" decel="100000" autoRev="1" nodeType="withEffect">
                                  <p:stCondLst>
                                    <p:cond delay="1400"/>
                                  </p:stCondLst>
                                  <p:childTnLst>
                                    <p:set>
                                      <p:cBhvr>
                                        <p:cTn id="67" dur="indefinite"/>
                                        <p:tgtEl>
                                          <p:spTgt spid="579"/>
                                        </p:tgtEl>
                                        <p:attrNameLst>
                                          <p:attrName>fillcolor</p:attrName>
                                        </p:attrNameLst>
                                      </p:cBhvr>
                                      <p:to>
                                        <p:clrVal>
                                          <a:srgbClr val="00CEE8"/>
                                        </p:clrVal>
                                      </p:to>
                                    </p:set>
                                    <p:set>
                                      <p:cBhvr>
                                        <p:cTn id="68" dur="indefinite"/>
                                        <p:tgtEl>
                                          <p:spTgt spid="579"/>
                                        </p:tgtEl>
                                        <p:attrNameLst>
                                          <p:attrName>fill.type</p:attrName>
                                        </p:attrNameLst>
                                      </p:cBhvr>
                                      <p:to>
                                        <p:strVal val="solid"/>
                                      </p:to>
                                    </p:set>
                                    <p:set>
                                      <p:cBhvr>
                                        <p:cTn id="69" dur="indefinite"/>
                                        <p:tgtEl>
                                          <p:spTgt spid="579"/>
                                        </p:tgtEl>
                                        <p:attrNameLst>
                                          <p:attrName>fill.on</p:attrName>
                                        </p:attrNameLst>
                                      </p:cBhvr>
                                      <p:to>
                                        <p:strVal val="true"/>
                                      </p:to>
                                    </p:set>
                                  </p:childTnLst>
                                </p:cTn>
                              </p:par>
                              <p:par>
                                <p:cTn id="70" presetID="1" presetClass="emph" presetSubtype="1" repeatCount="indefinite" decel="100000" autoRev="1" nodeType="withEffect">
                                  <p:stCondLst>
                                    <p:cond delay="1500"/>
                                  </p:stCondLst>
                                  <p:childTnLst>
                                    <p:set>
                                      <p:cBhvr>
                                        <p:cTn id="71" dur="indefinite"/>
                                        <p:tgtEl>
                                          <p:spTgt spid="580"/>
                                        </p:tgtEl>
                                        <p:attrNameLst>
                                          <p:attrName>fillcolor</p:attrName>
                                        </p:attrNameLst>
                                      </p:cBhvr>
                                      <p:to>
                                        <p:clrVal>
                                          <a:srgbClr val="00CEE8"/>
                                        </p:clrVal>
                                      </p:to>
                                    </p:set>
                                    <p:set>
                                      <p:cBhvr>
                                        <p:cTn id="72" dur="indefinite"/>
                                        <p:tgtEl>
                                          <p:spTgt spid="580"/>
                                        </p:tgtEl>
                                        <p:attrNameLst>
                                          <p:attrName>fill.type</p:attrName>
                                        </p:attrNameLst>
                                      </p:cBhvr>
                                      <p:to>
                                        <p:strVal val="solid"/>
                                      </p:to>
                                    </p:set>
                                    <p:set>
                                      <p:cBhvr>
                                        <p:cTn id="73" dur="indefinite"/>
                                        <p:tgtEl>
                                          <p:spTgt spid="580"/>
                                        </p:tgtEl>
                                        <p:attrNameLst>
                                          <p:attrName>fill.on</p:attrName>
                                        </p:attrNameLst>
                                      </p:cBhvr>
                                      <p:to>
                                        <p:strVal val="true"/>
                                      </p:to>
                                    </p:set>
                                  </p:childTnLst>
                                </p:cTn>
                              </p:par>
                              <p:par>
                                <p:cTn id="74" presetID="1" presetClass="emph" presetSubtype="1" repeatCount="indefinite" decel="100000" autoRev="1" nodeType="withEffect">
                                  <p:stCondLst>
                                    <p:cond delay="1600"/>
                                  </p:stCondLst>
                                  <p:childTnLst>
                                    <p:set>
                                      <p:cBhvr>
                                        <p:cTn id="75" dur="indefinite"/>
                                        <p:tgtEl>
                                          <p:spTgt spid="581"/>
                                        </p:tgtEl>
                                        <p:attrNameLst>
                                          <p:attrName>fillcolor</p:attrName>
                                        </p:attrNameLst>
                                      </p:cBhvr>
                                      <p:to>
                                        <p:clrVal>
                                          <a:srgbClr val="00CEE8"/>
                                        </p:clrVal>
                                      </p:to>
                                    </p:set>
                                    <p:set>
                                      <p:cBhvr>
                                        <p:cTn id="76" dur="indefinite"/>
                                        <p:tgtEl>
                                          <p:spTgt spid="581"/>
                                        </p:tgtEl>
                                        <p:attrNameLst>
                                          <p:attrName>fill.type</p:attrName>
                                        </p:attrNameLst>
                                      </p:cBhvr>
                                      <p:to>
                                        <p:strVal val="solid"/>
                                      </p:to>
                                    </p:set>
                                    <p:set>
                                      <p:cBhvr>
                                        <p:cTn id="77" dur="indefinite"/>
                                        <p:tgtEl>
                                          <p:spTgt spid="581"/>
                                        </p:tgtEl>
                                        <p:attrNameLst>
                                          <p:attrName>fill.on</p:attrName>
                                        </p:attrNameLst>
                                      </p:cBhvr>
                                      <p:to>
                                        <p:strVal val="true"/>
                                      </p:to>
                                    </p:set>
                                  </p:childTnLst>
                                </p:cTn>
                              </p:par>
                              <p:par>
                                <p:cTn id="78" presetID="1" presetClass="emph" presetSubtype="1" repeatCount="indefinite" decel="100000" autoRev="1" nodeType="withEffect">
                                  <p:stCondLst>
                                    <p:cond delay="1700"/>
                                  </p:stCondLst>
                                  <p:childTnLst>
                                    <p:set>
                                      <p:cBhvr>
                                        <p:cTn id="79" dur="indefinite"/>
                                        <p:tgtEl>
                                          <p:spTgt spid="582"/>
                                        </p:tgtEl>
                                        <p:attrNameLst>
                                          <p:attrName>fillcolor</p:attrName>
                                        </p:attrNameLst>
                                      </p:cBhvr>
                                      <p:to>
                                        <p:clrVal>
                                          <a:srgbClr val="00CEE8"/>
                                        </p:clrVal>
                                      </p:to>
                                    </p:set>
                                    <p:set>
                                      <p:cBhvr>
                                        <p:cTn id="80" dur="indefinite"/>
                                        <p:tgtEl>
                                          <p:spTgt spid="582"/>
                                        </p:tgtEl>
                                        <p:attrNameLst>
                                          <p:attrName>fill.type</p:attrName>
                                        </p:attrNameLst>
                                      </p:cBhvr>
                                      <p:to>
                                        <p:strVal val="solid"/>
                                      </p:to>
                                    </p:set>
                                    <p:set>
                                      <p:cBhvr>
                                        <p:cTn id="81" dur="indefinite"/>
                                        <p:tgtEl>
                                          <p:spTgt spid="582"/>
                                        </p:tgtEl>
                                        <p:attrNameLst>
                                          <p:attrName>fill.on</p:attrName>
                                        </p:attrNameLst>
                                      </p:cBhvr>
                                      <p:to>
                                        <p:strVal val="true"/>
                                      </p:to>
                                    </p:set>
                                  </p:childTnLst>
                                </p:cTn>
                              </p:par>
                              <p:par>
                                <p:cTn id="82" presetID="1" presetClass="emph" presetSubtype="1" repeatCount="indefinite" decel="100000" autoRev="1" nodeType="withEffect">
                                  <p:stCondLst>
                                    <p:cond delay="1800"/>
                                  </p:stCondLst>
                                  <p:childTnLst>
                                    <p:set>
                                      <p:cBhvr>
                                        <p:cTn id="83" dur="indefinite"/>
                                        <p:tgtEl>
                                          <p:spTgt spid="583"/>
                                        </p:tgtEl>
                                        <p:attrNameLst>
                                          <p:attrName>fillcolor</p:attrName>
                                        </p:attrNameLst>
                                      </p:cBhvr>
                                      <p:to>
                                        <p:clrVal>
                                          <a:srgbClr val="00CEE8"/>
                                        </p:clrVal>
                                      </p:to>
                                    </p:set>
                                    <p:set>
                                      <p:cBhvr>
                                        <p:cTn id="84" dur="indefinite"/>
                                        <p:tgtEl>
                                          <p:spTgt spid="583"/>
                                        </p:tgtEl>
                                        <p:attrNameLst>
                                          <p:attrName>fill.type</p:attrName>
                                        </p:attrNameLst>
                                      </p:cBhvr>
                                      <p:to>
                                        <p:strVal val="solid"/>
                                      </p:to>
                                    </p:set>
                                    <p:set>
                                      <p:cBhvr>
                                        <p:cTn id="85" dur="indefinite"/>
                                        <p:tgtEl>
                                          <p:spTgt spid="583"/>
                                        </p:tgtEl>
                                        <p:attrNameLst>
                                          <p:attrName>fill.on</p:attrName>
                                        </p:attrNameLst>
                                      </p:cBhvr>
                                      <p:to>
                                        <p:strVal val="true"/>
                                      </p:to>
                                    </p:set>
                                  </p:childTnLst>
                                </p:cTn>
                              </p:par>
                              <p:par>
                                <p:cTn id="86" presetID="1" presetClass="emph" presetSubtype="1" repeatCount="indefinite" decel="100000" autoRev="1" nodeType="withEffect">
                                  <p:stCondLst>
                                    <p:cond delay="1900"/>
                                  </p:stCondLst>
                                  <p:childTnLst>
                                    <p:set>
                                      <p:cBhvr>
                                        <p:cTn id="87" dur="indefinite"/>
                                        <p:tgtEl>
                                          <p:spTgt spid="584"/>
                                        </p:tgtEl>
                                        <p:attrNameLst>
                                          <p:attrName>fillcolor</p:attrName>
                                        </p:attrNameLst>
                                      </p:cBhvr>
                                      <p:to>
                                        <p:clrVal>
                                          <a:srgbClr val="00CEE8"/>
                                        </p:clrVal>
                                      </p:to>
                                    </p:set>
                                    <p:set>
                                      <p:cBhvr>
                                        <p:cTn id="88" dur="indefinite"/>
                                        <p:tgtEl>
                                          <p:spTgt spid="584"/>
                                        </p:tgtEl>
                                        <p:attrNameLst>
                                          <p:attrName>fill.type</p:attrName>
                                        </p:attrNameLst>
                                      </p:cBhvr>
                                      <p:to>
                                        <p:strVal val="solid"/>
                                      </p:to>
                                    </p:set>
                                    <p:set>
                                      <p:cBhvr>
                                        <p:cTn id="89" dur="indefinite"/>
                                        <p:tgtEl>
                                          <p:spTgt spid="584"/>
                                        </p:tgtEl>
                                        <p:attrNameLst>
                                          <p:attrName>fill.on</p:attrName>
                                        </p:attrNameLst>
                                      </p:cBhvr>
                                      <p:to>
                                        <p:strVal val="true"/>
                                      </p:to>
                                    </p:set>
                                  </p:childTnLst>
                                </p:cTn>
                              </p:par>
                              <p:par>
                                <p:cTn id="90" presetID="1" presetClass="emph" presetSubtype="1" repeatCount="indefinite" decel="100000" autoRev="1" nodeType="withEffect">
                                  <p:stCondLst>
                                    <p:cond delay="2000"/>
                                  </p:stCondLst>
                                  <p:childTnLst>
                                    <p:set>
                                      <p:cBhvr>
                                        <p:cTn id="91" dur="indefinite"/>
                                        <p:tgtEl>
                                          <p:spTgt spid="585"/>
                                        </p:tgtEl>
                                        <p:attrNameLst>
                                          <p:attrName>fillcolor</p:attrName>
                                        </p:attrNameLst>
                                      </p:cBhvr>
                                      <p:to>
                                        <p:clrVal>
                                          <a:srgbClr val="00CEE8"/>
                                        </p:clrVal>
                                      </p:to>
                                    </p:set>
                                    <p:set>
                                      <p:cBhvr>
                                        <p:cTn id="92" dur="indefinite"/>
                                        <p:tgtEl>
                                          <p:spTgt spid="585"/>
                                        </p:tgtEl>
                                        <p:attrNameLst>
                                          <p:attrName>fill.type</p:attrName>
                                        </p:attrNameLst>
                                      </p:cBhvr>
                                      <p:to>
                                        <p:strVal val="solid"/>
                                      </p:to>
                                    </p:set>
                                    <p:set>
                                      <p:cBhvr>
                                        <p:cTn id="93" dur="indefinite"/>
                                        <p:tgtEl>
                                          <p:spTgt spid="585"/>
                                        </p:tgtEl>
                                        <p:attrNameLst>
                                          <p:attrName>fill.on</p:attrName>
                                        </p:attrNameLst>
                                      </p:cBhvr>
                                      <p:to>
                                        <p:strVal val="true"/>
                                      </p:to>
                                    </p:set>
                                  </p:childTnLst>
                                </p:cTn>
                              </p:par>
                              <p:par>
                                <p:cTn id="94" presetID="1" presetClass="emph" presetSubtype="1" repeatCount="indefinite" decel="100000" autoRev="1" nodeType="withEffect">
                                  <p:stCondLst>
                                    <p:cond delay="2100"/>
                                  </p:stCondLst>
                                  <p:childTnLst>
                                    <p:set>
                                      <p:cBhvr>
                                        <p:cTn id="95" dur="indefinite"/>
                                        <p:tgtEl>
                                          <p:spTgt spid="586"/>
                                        </p:tgtEl>
                                        <p:attrNameLst>
                                          <p:attrName>fillcolor</p:attrName>
                                        </p:attrNameLst>
                                      </p:cBhvr>
                                      <p:to>
                                        <p:clrVal>
                                          <a:srgbClr val="00CEE8"/>
                                        </p:clrVal>
                                      </p:to>
                                    </p:set>
                                    <p:set>
                                      <p:cBhvr>
                                        <p:cTn id="96" dur="indefinite"/>
                                        <p:tgtEl>
                                          <p:spTgt spid="586"/>
                                        </p:tgtEl>
                                        <p:attrNameLst>
                                          <p:attrName>fill.type</p:attrName>
                                        </p:attrNameLst>
                                      </p:cBhvr>
                                      <p:to>
                                        <p:strVal val="solid"/>
                                      </p:to>
                                    </p:set>
                                    <p:set>
                                      <p:cBhvr>
                                        <p:cTn id="97" dur="indefinite"/>
                                        <p:tgtEl>
                                          <p:spTgt spid="586"/>
                                        </p:tgtEl>
                                        <p:attrNameLst>
                                          <p:attrName>fill.on</p:attrName>
                                        </p:attrNameLst>
                                      </p:cBhvr>
                                      <p:to>
                                        <p:strVal val="true"/>
                                      </p:to>
                                    </p:set>
                                  </p:childTnLst>
                                </p:cTn>
                              </p:par>
                              <p:par>
                                <p:cTn id="98" presetID="1" presetClass="emph" presetSubtype="1" repeatCount="indefinite" decel="100000" autoRev="1" nodeType="withEffect">
                                  <p:stCondLst>
                                    <p:cond delay="2200"/>
                                  </p:stCondLst>
                                  <p:childTnLst>
                                    <p:set>
                                      <p:cBhvr>
                                        <p:cTn id="99" dur="indefinite"/>
                                        <p:tgtEl>
                                          <p:spTgt spid="587"/>
                                        </p:tgtEl>
                                        <p:attrNameLst>
                                          <p:attrName>fillcolor</p:attrName>
                                        </p:attrNameLst>
                                      </p:cBhvr>
                                      <p:to>
                                        <p:clrVal>
                                          <a:srgbClr val="00CEE8"/>
                                        </p:clrVal>
                                      </p:to>
                                    </p:set>
                                    <p:set>
                                      <p:cBhvr>
                                        <p:cTn id="100" dur="indefinite"/>
                                        <p:tgtEl>
                                          <p:spTgt spid="587"/>
                                        </p:tgtEl>
                                        <p:attrNameLst>
                                          <p:attrName>fill.type</p:attrName>
                                        </p:attrNameLst>
                                      </p:cBhvr>
                                      <p:to>
                                        <p:strVal val="solid"/>
                                      </p:to>
                                    </p:set>
                                    <p:set>
                                      <p:cBhvr>
                                        <p:cTn id="101" dur="indefinite"/>
                                        <p:tgtEl>
                                          <p:spTgt spid="587"/>
                                        </p:tgtEl>
                                        <p:attrNameLst>
                                          <p:attrName>fill.on</p:attrName>
                                        </p:attrNameLst>
                                      </p:cBhvr>
                                      <p:to>
                                        <p:strVal val="true"/>
                                      </p:to>
                                    </p:set>
                                  </p:childTnLst>
                                </p:cTn>
                              </p:par>
                              <p:par>
                                <p:cTn id="102" presetID="1" presetClass="emph" presetSubtype="1" repeatCount="indefinite" decel="100000" autoRev="1" nodeType="withEffect">
                                  <p:stCondLst>
                                    <p:cond delay="2300"/>
                                  </p:stCondLst>
                                  <p:childTnLst>
                                    <p:set>
                                      <p:cBhvr>
                                        <p:cTn id="103" dur="indefinite"/>
                                        <p:tgtEl>
                                          <p:spTgt spid="588"/>
                                        </p:tgtEl>
                                        <p:attrNameLst>
                                          <p:attrName>fillcolor</p:attrName>
                                        </p:attrNameLst>
                                      </p:cBhvr>
                                      <p:to>
                                        <p:clrVal>
                                          <a:srgbClr val="00CEE8"/>
                                        </p:clrVal>
                                      </p:to>
                                    </p:set>
                                    <p:set>
                                      <p:cBhvr>
                                        <p:cTn id="104" dur="indefinite"/>
                                        <p:tgtEl>
                                          <p:spTgt spid="588"/>
                                        </p:tgtEl>
                                        <p:attrNameLst>
                                          <p:attrName>fill.type</p:attrName>
                                        </p:attrNameLst>
                                      </p:cBhvr>
                                      <p:to>
                                        <p:strVal val="solid"/>
                                      </p:to>
                                    </p:set>
                                    <p:set>
                                      <p:cBhvr>
                                        <p:cTn id="105" dur="indefinite"/>
                                        <p:tgtEl>
                                          <p:spTgt spid="588"/>
                                        </p:tgtEl>
                                        <p:attrNameLst>
                                          <p:attrName>fill.on</p:attrName>
                                        </p:attrNameLst>
                                      </p:cBhvr>
                                      <p:to>
                                        <p:strVal val="true"/>
                                      </p:to>
                                    </p:set>
                                  </p:childTnLst>
                                </p:cTn>
                              </p:par>
                              <p:par>
                                <p:cTn id="106" presetID="1" presetClass="emph" presetSubtype="1" repeatCount="indefinite" decel="100000" autoRev="1" nodeType="withEffect">
                                  <p:stCondLst>
                                    <p:cond delay="2400"/>
                                  </p:stCondLst>
                                  <p:childTnLst>
                                    <p:set>
                                      <p:cBhvr>
                                        <p:cTn id="107" dur="indefinite"/>
                                        <p:tgtEl>
                                          <p:spTgt spid="589"/>
                                        </p:tgtEl>
                                        <p:attrNameLst>
                                          <p:attrName>fillcolor</p:attrName>
                                        </p:attrNameLst>
                                      </p:cBhvr>
                                      <p:to>
                                        <p:clrVal>
                                          <a:srgbClr val="00CEE8"/>
                                        </p:clrVal>
                                      </p:to>
                                    </p:set>
                                    <p:set>
                                      <p:cBhvr>
                                        <p:cTn id="108" dur="indefinite"/>
                                        <p:tgtEl>
                                          <p:spTgt spid="589"/>
                                        </p:tgtEl>
                                        <p:attrNameLst>
                                          <p:attrName>fill.type</p:attrName>
                                        </p:attrNameLst>
                                      </p:cBhvr>
                                      <p:to>
                                        <p:strVal val="solid"/>
                                      </p:to>
                                    </p:set>
                                    <p:set>
                                      <p:cBhvr>
                                        <p:cTn id="109" dur="indefinite"/>
                                        <p:tgtEl>
                                          <p:spTgt spid="589"/>
                                        </p:tgtEl>
                                        <p:attrNameLst>
                                          <p:attrName>fill.on</p:attrName>
                                        </p:attrNameLst>
                                      </p:cBhvr>
                                      <p:to>
                                        <p:strVal val="true"/>
                                      </p:to>
                                    </p:set>
                                  </p:childTnLst>
                                </p:cTn>
                              </p:par>
                              <p:par>
                                <p:cTn id="110" presetID="1" presetClass="emph" presetSubtype="1" repeatCount="indefinite" decel="100000" autoRev="1" nodeType="withEffect">
                                  <p:stCondLst>
                                    <p:cond delay="2500"/>
                                  </p:stCondLst>
                                  <p:childTnLst>
                                    <p:set>
                                      <p:cBhvr>
                                        <p:cTn id="111" dur="indefinite"/>
                                        <p:tgtEl>
                                          <p:spTgt spid="590"/>
                                        </p:tgtEl>
                                        <p:attrNameLst>
                                          <p:attrName>fillcolor</p:attrName>
                                        </p:attrNameLst>
                                      </p:cBhvr>
                                      <p:to>
                                        <p:clrVal>
                                          <a:srgbClr val="00CEE8"/>
                                        </p:clrVal>
                                      </p:to>
                                    </p:set>
                                    <p:set>
                                      <p:cBhvr>
                                        <p:cTn id="112" dur="indefinite"/>
                                        <p:tgtEl>
                                          <p:spTgt spid="590"/>
                                        </p:tgtEl>
                                        <p:attrNameLst>
                                          <p:attrName>fill.type</p:attrName>
                                        </p:attrNameLst>
                                      </p:cBhvr>
                                      <p:to>
                                        <p:strVal val="solid"/>
                                      </p:to>
                                    </p:set>
                                    <p:set>
                                      <p:cBhvr>
                                        <p:cTn id="113" dur="indefinite"/>
                                        <p:tgtEl>
                                          <p:spTgt spid="590"/>
                                        </p:tgtEl>
                                        <p:attrNameLst>
                                          <p:attrName>fill.on</p:attrName>
                                        </p:attrNameLst>
                                      </p:cBhvr>
                                      <p:to>
                                        <p:strVal val="true"/>
                                      </p:to>
                                    </p:set>
                                  </p:childTnLst>
                                </p:cTn>
                              </p:par>
                              <p:par>
                                <p:cTn id="114" presetID="1" presetClass="emph" presetSubtype="1" repeatCount="indefinite" decel="100000" autoRev="1" nodeType="withEffect">
                                  <p:stCondLst>
                                    <p:cond delay="2600"/>
                                  </p:stCondLst>
                                  <p:childTnLst>
                                    <p:set>
                                      <p:cBhvr>
                                        <p:cTn id="115" dur="indefinite"/>
                                        <p:tgtEl>
                                          <p:spTgt spid="591"/>
                                        </p:tgtEl>
                                        <p:attrNameLst>
                                          <p:attrName>fillcolor</p:attrName>
                                        </p:attrNameLst>
                                      </p:cBhvr>
                                      <p:to>
                                        <p:clrVal>
                                          <a:srgbClr val="00CEE8"/>
                                        </p:clrVal>
                                      </p:to>
                                    </p:set>
                                    <p:set>
                                      <p:cBhvr>
                                        <p:cTn id="116" dur="indefinite"/>
                                        <p:tgtEl>
                                          <p:spTgt spid="591"/>
                                        </p:tgtEl>
                                        <p:attrNameLst>
                                          <p:attrName>fill.type</p:attrName>
                                        </p:attrNameLst>
                                      </p:cBhvr>
                                      <p:to>
                                        <p:strVal val="solid"/>
                                      </p:to>
                                    </p:set>
                                    <p:set>
                                      <p:cBhvr>
                                        <p:cTn id="117" dur="indefinite"/>
                                        <p:tgtEl>
                                          <p:spTgt spid="591"/>
                                        </p:tgtEl>
                                        <p:attrNameLst>
                                          <p:attrName>fill.on</p:attrName>
                                        </p:attrNameLst>
                                      </p:cBhvr>
                                      <p:to>
                                        <p:strVal val="true"/>
                                      </p:to>
                                    </p:set>
                                  </p:childTnLst>
                                </p:cTn>
                              </p:par>
                              <p:par>
                                <p:cTn id="118" presetID="1" presetClass="emph" presetSubtype="1" repeatCount="indefinite" decel="100000" autoRev="1" nodeType="withEffect">
                                  <p:stCondLst>
                                    <p:cond delay="2700"/>
                                  </p:stCondLst>
                                  <p:childTnLst>
                                    <p:set>
                                      <p:cBhvr>
                                        <p:cTn id="119" dur="indefinite"/>
                                        <p:tgtEl>
                                          <p:spTgt spid="592"/>
                                        </p:tgtEl>
                                        <p:attrNameLst>
                                          <p:attrName>fillcolor</p:attrName>
                                        </p:attrNameLst>
                                      </p:cBhvr>
                                      <p:to>
                                        <p:clrVal>
                                          <a:srgbClr val="00CEE8"/>
                                        </p:clrVal>
                                      </p:to>
                                    </p:set>
                                    <p:set>
                                      <p:cBhvr>
                                        <p:cTn id="120" dur="indefinite"/>
                                        <p:tgtEl>
                                          <p:spTgt spid="592"/>
                                        </p:tgtEl>
                                        <p:attrNameLst>
                                          <p:attrName>fill.type</p:attrName>
                                        </p:attrNameLst>
                                      </p:cBhvr>
                                      <p:to>
                                        <p:strVal val="solid"/>
                                      </p:to>
                                    </p:set>
                                    <p:set>
                                      <p:cBhvr>
                                        <p:cTn id="121" dur="indefinite"/>
                                        <p:tgtEl>
                                          <p:spTgt spid="592"/>
                                        </p:tgtEl>
                                        <p:attrNameLst>
                                          <p:attrName>fill.on</p:attrName>
                                        </p:attrNameLst>
                                      </p:cBhvr>
                                      <p:to>
                                        <p:strVal val="true"/>
                                      </p:to>
                                    </p:set>
                                  </p:childTnLst>
                                </p:cTn>
                              </p:par>
                              <p:par>
                                <p:cTn id="122" presetID="1" presetClass="emph" presetSubtype="1" repeatCount="indefinite" decel="100000" autoRev="1" nodeType="withEffect">
                                  <p:stCondLst>
                                    <p:cond delay="2800"/>
                                  </p:stCondLst>
                                  <p:childTnLst>
                                    <p:set>
                                      <p:cBhvr>
                                        <p:cTn id="123" dur="indefinite"/>
                                        <p:tgtEl>
                                          <p:spTgt spid="593"/>
                                        </p:tgtEl>
                                        <p:attrNameLst>
                                          <p:attrName>fillcolor</p:attrName>
                                        </p:attrNameLst>
                                      </p:cBhvr>
                                      <p:to>
                                        <p:clrVal>
                                          <a:srgbClr val="00CEE8"/>
                                        </p:clrVal>
                                      </p:to>
                                    </p:set>
                                    <p:set>
                                      <p:cBhvr>
                                        <p:cTn id="124" dur="indefinite"/>
                                        <p:tgtEl>
                                          <p:spTgt spid="593"/>
                                        </p:tgtEl>
                                        <p:attrNameLst>
                                          <p:attrName>fill.type</p:attrName>
                                        </p:attrNameLst>
                                      </p:cBhvr>
                                      <p:to>
                                        <p:strVal val="solid"/>
                                      </p:to>
                                    </p:set>
                                    <p:set>
                                      <p:cBhvr>
                                        <p:cTn id="125" dur="indefinite"/>
                                        <p:tgtEl>
                                          <p:spTgt spid="593"/>
                                        </p:tgtEl>
                                        <p:attrNameLst>
                                          <p:attrName>fill.on</p:attrName>
                                        </p:attrNameLst>
                                      </p:cBhvr>
                                      <p:to>
                                        <p:strVal val="true"/>
                                      </p:to>
                                    </p:set>
                                  </p:childTnLst>
                                </p:cTn>
                              </p:par>
                              <p:par>
                                <p:cTn id="126" presetID="1" presetClass="emph" presetSubtype="1" repeatCount="indefinite" decel="100000" autoRev="1" nodeType="withEffect">
                                  <p:stCondLst>
                                    <p:cond delay="2900"/>
                                  </p:stCondLst>
                                  <p:childTnLst>
                                    <p:set>
                                      <p:cBhvr>
                                        <p:cTn id="127" dur="indefinite"/>
                                        <p:tgtEl>
                                          <p:spTgt spid="609"/>
                                        </p:tgtEl>
                                        <p:attrNameLst>
                                          <p:attrName>fillcolor</p:attrName>
                                        </p:attrNameLst>
                                      </p:cBhvr>
                                      <p:to>
                                        <p:clrVal>
                                          <a:srgbClr val="00CEE8"/>
                                        </p:clrVal>
                                      </p:to>
                                    </p:set>
                                    <p:set>
                                      <p:cBhvr>
                                        <p:cTn id="128" dur="indefinite"/>
                                        <p:tgtEl>
                                          <p:spTgt spid="609"/>
                                        </p:tgtEl>
                                        <p:attrNameLst>
                                          <p:attrName>fill.type</p:attrName>
                                        </p:attrNameLst>
                                      </p:cBhvr>
                                      <p:to>
                                        <p:strVal val="solid"/>
                                      </p:to>
                                    </p:set>
                                    <p:set>
                                      <p:cBhvr>
                                        <p:cTn id="129" dur="indefinite"/>
                                        <p:tgtEl>
                                          <p:spTgt spid="609"/>
                                        </p:tgtEl>
                                        <p:attrNameLst>
                                          <p:attrName>fill.on</p:attrName>
                                        </p:attrNameLst>
                                      </p:cBhvr>
                                      <p:to>
                                        <p:strVal val="true"/>
                                      </p:to>
                                    </p:set>
                                  </p:childTnLst>
                                </p:cTn>
                              </p:par>
                              <p:par>
                                <p:cTn id="130" presetID="1" presetClass="emph" presetSubtype="1" repeatCount="indefinite" decel="100000" autoRev="1" nodeType="withEffect">
                                  <p:stCondLst>
                                    <p:cond delay="3000"/>
                                  </p:stCondLst>
                                  <p:childTnLst>
                                    <p:set>
                                      <p:cBhvr>
                                        <p:cTn id="131" dur="indefinite"/>
                                        <p:tgtEl>
                                          <p:spTgt spid="610"/>
                                        </p:tgtEl>
                                        <p:attrNameLst>
                                          <p:attrName>fillcolor</p:attrName>
                                        </p:attrNameLst>
                                      </p:cBhvr>
                                      <p:to>
                                        <p:clrVal>
                                          <a:srgbClr val="00CEE8"/>
                                        </p:clrVal>
                                      </p:to>
                                    </p:set>
                                    <p:set>
                                      <p:cBhvr>
                                        <p:cTn id="132" dur="indefinite"/>
                                        <p:tgtEl>
                                          <p:spTgt spid="610"/>
                                        </p:tgtEl>
                                        <p:attrNameLst>
                                          <p:attrName>fill.type</p:attrName>
                                        </p:attrNameLst>
                                      </p:cBhvr>
                                      <p:to>
                                        <p:strVal val="solid"/>
                                      </p:to>
                                    </p:set>
                                    <p:set>
                                      <p:cBhvr>
                                        <p:cTn id="133" dur="indefinite"/>
                                        <p:tgtEl>
                                          <p:spTgt spid="610"/>
                                        </p:tgtEl>
                                        <p:attrNameLst>
                                          <p:attrName>fill.on</p:attrName>
                                        </p:attrNameLst>
                                      </p:cBhvr>
                                      <p:to>
                                        <p:strVal val="true"/>
                                      </p:to>
                                    </p:set>
                                  </p:childTnLst>
                                </p:cTn>
                              </p:par>
                              <p:par>
                                <p:cTn id="134" presetID="1" presetClass="emph" presetSubtype="1" repeatCount="indefinite" decel="100000" autoRev="1" nodeType="withEffect">
                                  <p:stCondLst>
                                    <p:cond delay="3100"/>
                                  </p:stCondLst>
                                  <p:childTnLst>
                                    <p:set>
                                      <p:cBhvr>
                                        <p:cTn id="135" dur="indefinite"/>
                                        <p:tgtEl>
                                          <p:spTgt spid="611"/>
                                        </p:tgtEl>
                                        <p:attrNameLst>
                                          <p:attrName>fillcolor</p:attrName>
                                        </p:attrNameLst>
                                      </p:cBhvr>
                                      <p:to>
                                        <p:clrVal>
                                          <a:srgbClr val="00CEE8"/>
                                        </p:clrVal>
                                      </p:to>
                                    </p:set>
                                    <p:set>
                                      <p:cBhvr>
                                        <p:cTn id="136" dur="indefinite"/>
                                        <p:tgtEl>
                                          <p:spTgt spid="611"/>
                                        </p:tgtEl>
                                        <p:attrNameLst>
                                          <p:attrName>fill.type</p:attrName>
                                        </p:attrNameLst>
                                      </p:cBhvr>
                                      <p:to>
                                        <p:strVal val="solid"/>
                                      </p:to>
                                    </p:set>
                                    <p:set>
                                      <p:cBhvr>
                                        <p:cTn id="137" dur="indefinite"/>
                                        <p:tgtEl>
                                          <p:spTgt spid="611"/>
                                        </p:tgtEl>
                                        <p:attrNameLst>
                                          <p:attrName>fill.on</p:attrName>
                                        </p:attrNameLst>
                                      </p:cBhvr>
                                      <p:to>
                                        <p:strVal val="true"/>
                                      </p:to>
                                    </p:set>
                                  </p:childTnLst>
                                </p:cTn>
                              </p:par>
                              <p:par>
                                <p:cTn id="138" presetID="1" presetClass="emph" presetSubtype="1" repeatCount="indefinite" decel="100000" autoRev="1" nodeType="withEffect">
                                  <p:stCondLst>
                                    <p:cond delay="3200"/>
                                  </p:stCondLst>
                                  <p:childTnLst>
                                    <p:set>
                                      <p:cBhvr>
                                        <p:cTn id="139" dur="indefinite"/>
                                        <p:tgtEl>
                                          <p:spTgt spid="612"/>
                                        </p:tgtEl>
                                        <p:attrNameLst>
                                          <p:attrName>fillcolor</p:attrName>
                                        </p:attrNameLst>
                                      </p:cBhvr>
                                      <p:to>
                                        <p:clrVal>
                                          <a:srgbClr val="00CEE8"/>
                                        </p:clrVal>
                                      </p:to>
                                    </p:set>
                                    <p:set>
                                      <p:cBhvr>
                                        <p:cTn id="140" dur="indefinite"/>
                                        <p:tgtEl>
                                          <p:spTgt spid="612"/>
                                        </p:tgtEl>
                                        <p:attrNameLst>
                                          <p:attrName>fill.type</p:attrName>
                                        </p:attrNameLst>
                                      </p:cBhvr>
                                      <p:to>
                                        <p:strVal val="solid"/>
                                      </p:to>
                                    </p:set>
                                    <p:set>
                                      <p:cBhvr>
                                        <p:cTn id="141" dur="indefinite"/>
                                        <p:tgtEl>
                                          <p:spTgt spid="612"/>
                                        </p:tgtEl>
                                        <p:attrNameLst>
                                          <p:attrName>fill.on</p:attrName>
                                        </p:attrNameLst>
                                      </p:cBhvr>
                                      <p:to>
                                        <p:strVal val="true"/>
                                      </p:to>
                                    </p:set>
                                  </p:childTnLst>
                                </p:cTn>
                              </p:par>
                              <p:par>
                                <p:cTn id="142" presetID="1" presetClass="emph" presetSubtype="1" repeatCount="indefinite" decel="100000" autoRev="1" nodeType="withEffect">
                                  <p:stCondLst>
                                    <p:cond delay="3300"/>
                                  </p:stCondLst>
                                  <p:childTnLst>
                                    <p:set>
                                      <p:cBhvr>
                                        <p:cTn id="143" dur="indefinite"/>
                                        <p:tgtEl>
                                          <p:spTgt spid="613"/>
                                        </p:tgtEl>
                                        <p:attrNameLst>
                                          <p:attrName>fillcolor</p:attrName>
                                        </p:attrNameLst>
                                      </p:cBhvr>
                                      <p:to>
                                        <p:clrVal>
                                          <a:srgbClr val="00CEE8"/>
                                        </p:clrVal>
                                      </p:to>
                                    </p:set>
                                    <p:set>
                                      <p:cBhvr>
                                        <p:cTn id="144" dur="indefinite"/>
                                        <p:tgtEl>
                                          <p:spTgt spid="613"/>
                                        </p:tgtEl>
                                        <p:attrNameLst>
                                          <p:attrName>fill.type</p:attrName>
                                        </p:attrNameLst>
                                      </p:cBhvr>
                                      <p:to>
                                        <p:strVal val="solid"/>
                                      </p:to>
                                    </p:set>
                                    <p:set>
                                      <p:cBhvr>
                                        <p:cTn id="145" dur="indefinite"/>
                                        <p:tgtEl>
                                          <p:spTgt spid="613"/>
                                        </p:tgtEl>
                                        <p:attrNameLst>
                                          <p:attrName>fill.on</p:attrName>
                                        </p:attrNameLst>
                                      </p:cBhvr>
                                      <p:to>
                                        <p:strVal val="true"/>
                                      </p:to>
                                    </p:set>
                                  </p:childTnLst>
                                </p:cTn>
                              </p:par>
                              <p:par>
                                <p:cTn id="146" presetID="1" presetClass="emph" presetSubtype="1" repeatCount="indefinite" decel="100000" autoRev="1" nodeType="withEffect">
                                  <p:stCondLst>
                                    <p:cond delay="3400"/>
                                  </p:stCondLst>
                                  <p:childTnLst>
                                    <p:set>
                                      <p:cBhvr>
                                        <p:cTn id="147" dur="indefinite"/>
                                        <p:tgtEl>
                                          <p:spTgt spid="614"/>
                                        </p:tgtEl>
                                        <p:attrNameLst>
                                          <p:attrName>fillcolor</p:attrName>
                                        </p:attrNameLst>
                                      </p:cBhvr>
                                      <p:to>
                                        <p:clrVal>
                                          <a:srgbClr val="00CEE8"/>
                                        </p:clrVal>
                                      </p:to>
                                    </p:set>
                                    <p:set>
                                      <p:cBhvr>
                                        <p:cTn id="148" dur="indefinite"/>
                                        <p:tgtEl>
                                          <p:spTgt spid="614"/>
                                        </p:tgtEl>
                                        <p:attrNameLst>
                                          <p:attrName>fill.type</p:attrName>
                                        </p:attrNameLst>
                                      </p:cBhvr>
                                      <p:to>
                                        <p:strVal val="solid"/>
                                      </p:to>
                                    </p:set>
                                    <p:set>
                                      <p:cBhvr>
                                        <p:cTn id="149" dur="indefinite"/>
                                        <p:tgtEl>
                                          <p:spTgt spid="614"/>
                                        </p:tgtEl>
                                        <p:attrNameLst>
                                          <p:attrName>fill.on</p:attrName>
                                        </p:attrNameLst>
                                      </p:cBhvr>
                                      <p:to>
                                        <p:strVal val="true"/>
                                      </p:to>
                                    </p:set>
                                  </p:childTnLst>
                                </p:cTn>
                              </p:par>
                              <p:par>
                                <p:cTn id="150" presetID="2" presetClass="entr" presetSubtype="8" fill="hold" nodeType="withEffect">
                                  <p:stCondLst>
                                    <p:cond delay="3400"/>
                                  </p:stCondLst>
                                  <p:childTnLst>
                                    <p:set>
                                      <p:cBhvr>
                                        <p:cTn id="151" dur="1" fill="hold">
                                          <p:stCondLst>
                                            <p:cond delay="0"/>
                                          </p:stCondLst>
                                        </p:cTn>
                                        <p:tgtEl>
                                          <p:spTgt spid="42898"/>
                                        </p:tgtEl>
                                        <p:attrNameLst>
                                          <p:attrName>style.visibility</p:attrName>
                                        </p:attrNameLst>
                                      </p:cBhvr>
                                      <p:to>
                                        <p:strVal val="visible"/>
                                      </p:to>
                                    </p:set>
                                    <p:anim calcmode="lin" valueType="num">
                                      <p:cBhvr additive="base">
                                        <p:cTn id="152" dur="500" fill="hold"/>
                                        <p:tgtEl>
                                          <p:spTgt spid="42898"/>
                                        </p:tgtEl>
                                        <p:attrNameLst>
                                          <p:attrName>ppt_x</p:attrName>
                                        </p:attrNameLst>
                                      </p:cBhvr>
                                      <p:tavLst>
                                        <p:tav tm="0">
                                          <p:val>
                                            <p:strVal val="0-#ppt_w/2"/>
                                          </p:val>
                                        </p:tav>
                                        <p:tav tm="100000">
                                          <p:val>
                                            <p:strVal val="#ppt_x"/>
                                          </p:val>
                                        </p:tav>
                                      </p:tavLst>
                                    </p:anim>
                                    <p:anim calcmode="lin" valueType="num">
                                      <p:cBhvr additive="base">
                                        <p:cTn id="153" dur="500" fill="hold"/>
                                        <p:tgtEl>
                                          <p:spTgt spid="42898"/>
                                        </p:tgtEl>
                                        <p:attrNameLst>
                                          <p:attrName>ppt_y</p:attrName>
                                        </p:attrNameLst>
                                      </p:cBhvr>
                                      <p:tavLst>
                                        <p:tav tm="0">
                                          <p:val>
                                            <p:strVal val="#ppt_y"/>
                                          </p:val>
                                        </p:tav>
                                        <p:tav tm="100000">
                                          <p:val>
                                            <p:strVal val="#ppt_y"/>
                                          </p:val>
                                        </p:tav>
                                      </p:tavLst>
                                    </p:anim>
                                  </p:childTnLst>
                                </p:cTn>
                              </p:par>
                              <p:par>
                                <p:cTn id="154" presetID="2" presetClass="entr" presetSubtype="8" fill="hold" nodeType="withEffect">
                                  <p:stCondLst>
                                    <p:cond delay="3400"/>
                                  </p:stCondLst>
                                  <p:childTnLst>
                                    <p:set>
                                      <p:cBhvr>
                                        <p:cTn id="155" dur="1" fill="hold">
                                          <p:stCondLst>
                                            <p:cond delay="0"/>
                                          </p:stCondLst>
                                        </p:cTn>
                                        <p:tgtEl>
                                          <p:spTgt spid="42928"/>
                                        </p:tgtEl>
                                        <p:attrNameLst>
                                          <p:attrName>style.visibility</p:attrName>
                                        </p:attrNameLst>
                                      </p:cBhvr>
                                      <p:to>
                                        <p:strVal val="visible"/>
                                      </p:to>
                                    </p:set>
                                    <p:anim calcmode="lin" valueType="num">
                                      <p:cBhvr additive="base">
                                        <p:cTn id="156" dur="500" fill="hold"/>
                                        <p:tgtEl>
                                          <p:spTgt spid="42928"/>
                                        </p:tgtEl>
                                        <p:attrNameLst>
                                          <p:attrName>ppt_x</p:attrName>
                                        </p:attrNameLst>
                                      </p:cBhvr>
                                      <p:tavLst>
                                        <p:tav tm="0">
                                          <p:val>
                                            <p:strVal val="0-#ppt_w/2"/>
                                          </p:val>
                                        </p:tav>
                                        <p:tav tm="100000">
                                          <p:val>
                                            <p:strVal val="#ppt_x"/>
                                          </p:val>
                                        </p:tav>
                                      </p:tavLst>
                                    </p:anim>
                                    <p:anim calcmode="lin" valueType="num">
                                      <p:cBhvr additive="base">
                                        <p:cTn id="157" dur="500" fill="hold"/>
                                        <p:tgtEl>
                                          <p:spTgt spid="42928"/>
                                        </p:tgtEl>
                                        <p:attrNameLst>
                                          <p:attrName>ppt_y</p:attrName>
                                        </p:attrNameLst>
                                      </p:cBhvr>
                                      <p:tavLst>
                                        <p:tav tm="0">
                                          <p:val>
                                            <p:strVal val="#ppt_y"/>
                                          </p:val>
                                        </p:tav>
                                        <p:tav tm="100000">
                                          <p:val>
                                            <p:strVal val="#ppt_y"/>
                                          </p:val>
                                        </p:tav>
                                      </p:tavLst>
                                    </p:anim>
                                  </p:childTnLst>
                                </p:cTn>
                              </p:par>
                              <p:par>
                                <p:cTn id="158" presetID="53" presetClass="entr" presetSubtype="16" fill="hold" nodeType="withEffect">
                                  <p:stCondLst>
                                    <p:cond delay="3400"/>
                                  </p:stCondLst>
                                  <p:childTnLst>
                                    <p:set>
                                      <p:cBhvr>
                                        <p:cTn id="159" dur="1" fill="hold">
                                          <p:stCondLst>
                                            <p:cond delay="0"/>
                                          </p:stCondLst>
                                        </p:cTn>
                                        <p:tgtEl>
                                          <p:spTgt spid="42899"/>
                                        </p:tgtEl>
                                        <p:attrNameLst>
                                          <p:attrName>style.visibility</p:attrName>
                                        </p:attrNameLst>
                                      </p:cBhvr>
                                      <p:to>
                                        <p:strVal val="visible"/>
                                      </p:to>
                                    </p:set>
                                    <p:anim calcmode="lin" valueType="num">
                                      <p:cBhvr>
                                        <p:cTn id="160" dur="500" fill="hold"/>
                                        <p:tgtEl>
                                          <p:spTgt spid="42899"/>
                                        </p:tgtEl>
                                        <p:attrNameLst>
                                          <p:attrName>ppt_w</p:attrName>
                                        </p:attrNameLst>
                                      </p:cBhvr>
                                      <p:tavLst>
                                        <p:tav tm="0">
                                          <p:val>
                                            <p:fltVal val="0"/>
                                          </p:val>
                                        </p:tav>
                                        <p:tav tm="100000">
                                          <p:val>
                                            <p:strVal val="#ppt_w"/>
                                          </p:val>
                                        </p:tav>
                                      </p:tavLst>
                                    </p:anim>
                                    <p:anim calcmode="lin" valueType="num">
                                      <p:cBhvr>
                                        <p:cTn id="161" dur="500" fill="hold"/>
                                        <p:tgtEl>
                                          <p:spTgt spid="42899"/>
                                        </p:tgtEl>
                                        <p:attrNameLst>
                                          <p:attrName>ppt_h</p:attrName>
                                        </p:attrNameLst>
                                      </p:cBhvr>
                                      <p:tavLst>
                                        <p:tav tm="0">
                                          <p:val>
                                            <p:fltVal val="0"/>
                                          </p:val>
                                        </p:tav>
                                        <p:tav tm="100000">
                                          <p:val>
                                            <p:strVal val="#ppt_h"/>
                                          </p:val>
                                        </p:tav>
                                      </p:tavLst>
                                    </p:anim>
                                    <p:animEffect transition="in" filter="fade">
                                      <p:cBhvr>
                                        <p:cTn id="162" dur="500"/>
                                        <p:tgtEl>
                                          <p:spTgt spid="428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80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6464301" y="5476875"/>
            <a:ext cx="434975" cy="246063"/>
          </a:xfrm>
          <a:custGeom>
            <a:avLst/>
            <a:gdLst>
              <a:gd name="T0" fmla="*/ 106 w 106"/>
              <a:gd name="T1" fmla="*/ 58 h 60"/>
              <a:gd name="T2" fmla="*/ 98 w 106"/>
              <a:gd name="T3" fmla="*/ 60 h 60"/>
              <a:gd name="T4" fmla="*/ 97 w 106"/>
              <a:gd name="T5" fmla="*/ 58 h 60"/>
              <a:gd name="T6" fmla="*/ 99 w 106"/>
              <a:gd name="T7" fmla="*/ 57 h 60"/>
              <a:gd name="T8" fmla="*/ 101 w 106"/>
              <a:gd name="T9" fmla="*/ 57 h 60"/>
              <a:gd name="T10" fmla="*/ 106 w 106"/>
              <a:gd name="T11" fmla="*/ 58 h 60"/>
              <a:gd name="T12" fmla="*/ 54 w 106"/>
              <a:gd name="T13" fmla="*/ 4 h 60"/>
              <a:gd name="T14" fmla="*/ 48 w 106"/>
              <a:gd name="T15" fmla="*/ 9 h 60"/>
              <a:gd name="T16" fmla="*/ 39 w 106"/>
              <a:gd name="T17" fmla="*/ 20 h 60"/>
              <a:gd name="T18" fmla="*/ 33 w 106"/>
              <a:gd name="T19" fmla="*/ 16 h 60"/>
              <a:gd name="T20" fmla="*/ 18 w 106"/>
              <a:gd name="T21" fmla="*/ 15 h 60"/>
              <a:gd name="T22" fmla="*/ 5 w 106"/>
              <a:gd name="T23" fmla="*/ 15 h 60"/>
              <a:gd name="T24" fmla="*/ 5 w 106"/>
              <a:gd name="T25" fmla="*/ 21 h 60"/>
              <a:gd name="T26" fmla="*/ 4 w 106"/>
              <a:gd name="T27" fmla="*/ 22 h 60"/>
              <a:gd name="T28" fmla="*/ 0 w 106"/>
              <a:gd name="T29" fmla="*/ 25 h 60"/>
              <a:gd name="T30" fmla="*/ 0 w 106"/>
              <a:gd name="T31" fmla="*/ 26 h 60"/>
              <a:gd name="T32" fmla="*/ 1 w 106"/>
              <a:gd name="T33" fmla="*/ 40 h 60"/>
              <a:gd name="T34" fmla="*/ 4 w 106"/>
              <a:gd name="T35" fmla="*/ 48 h 60"/>
              <a:gd name="T36" fmla="*/ 5 w 106"/>
              <a:gd name="T37" fmla="*/ 54 h 60"/>
              <a:gd name="T38" fmla="*/ 9 w 106"/>
              <a:gd name="T39" fmla="*/ 57 h 60"/>
              <a:gd name="T40" fmla="*/ 15 w 106"/>
              <a:gd name="T41" fmla="*/ 57 h 60"/>
              <a:gd name="T42" fmla="*/ 18 w 106"/>
              <a:gd name="T43" fmla="*/ 56 h 60"/>
              <a:gd name="T44" fmla="*/ 27 w 106"/>
              <a:gd name="T45" fmla="*/ 51 h 60"/>
              <a:gd name="T46" fmla="*/ 36 w 106"/>
              <a:gd name="T47" fmla="*/ 50 h 60"/>
              <a:gd name="T48" fmla="*/ 41 w 106"/>
              <a:gd name="T49" fmla="*/ 48 h 60"/>
              <a:gd name="T50" fmla="*/ 44 w 106"/>
              <a:gd name="T51" fmla="*/ 47 h 60"/>
              <a:gd name="T52" fmla="*/ 50 w 106"/>
              <a:gd name="T53" fmla="*/ 45 h 60"/>
              <a:gd name="T54" fmla="*/ 56 w 106"/>
              <a:gd name="T55" fmla="*/ 43 h 60"/>
              <a:gd name="T56" fmla="*/ 59 w 106"/>
              <a:gd name="T57" fmla="*/ 40 h 60"/>
              <a:gd name="T58" fmla="*/ 65 w 106"/>
              <a:gd name="T59" fmla="*/ 37 h 60"/>
              <a:gd name="T60" fmla="*/ 70 w 106"/>
              <a:gd name="T61" fmla="*/ 36 h 60"/>
              <a:gd name="T62" fmla="*/ 73 w 106"/>
              <a:gd name="T63" fmla="*/ 35 h 60"/>
              <a:gd name="T64" fmla="*/ 81 w 106"/>
              <a:gd name="T65" fmla="*/ 32 h 60"/>
              <a:gd name="T66" fmla="*/ 85 w 106"/>
              <a:gd name="T67" fmla="*/ 30 h 60"/>
              <a:gd name="T68" fmla="*/ 86 w 106"/>
              <a:gd name="T69" fmla="*/ 29 h 60"/>
              <a:gd name="T70" fmla="*/ 86 w 106"/>
              <a:gd name="T71" fmla="*/ 24 h 60"/>
              <a:gd name="T72" fmla="*/ 92 w 106"/>
              <a:gd name="T73" fmla="*/ 21 h 60"/>
              <a:gd name="T74" fmla="*/ 82 w 106"/>
              <a:gd name="T75" fmla="*/ 0 h 60"/>
              <a:gd name="T76" fmla="*/ 68 w 106"/>
              <a:gd name="T77" fmla="*/ 3 h 60"/>
              <a:gd name="T78" fmla="*/ 54 w 106"/>
              <a:gd name="T79"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60">
                <a:moveTo>
                  <a:pt x="106" y="58"/>
                </a:moveTo>
                <a:cubicBezTo>
                  <a:pt x="104" y="60"/>
                  <a:pt x="101" y="60"/>
                  <a:pt x="98" y="60"/>
                </a:cubicBezTo>
                <a:cubicBezTo>
                  <a:pt x="97" y="60"/>
                  <a:pt x="96" y="59"/>
                  <a:pt x="97" y="58"/>
                </a:cubicBezTo>
                <a:cubicBezTo>
                  <a:pt x="97" y="56"/>
                  <a:pt x="98" y="57"/>
                  <a:pt x="99" y="57"/>
                </a:cubicBezTo>
                <a:cubicBezTo>
                  <a:pt x="100" y="57"/>
                  <a:pt x="100" y="58"/>
                  <a:pt x="101" y="57"/>
                </a:cubicBezTo>
                <a:cubicBezTo>
                  <a:pt x="103" y="56"/>
                  <a:pt x="104" y="57"/>
                  <a:pt x="106" y="58"/>
                </a:cubicBezTo>
                <a:close/>
                <a:moveTo>
                  <a:pt x="54" y="4"/>
                </a:moveTo>
                <a:cubicBezTo>
                  <a:pt x="54" y="4"/>
                  <a:pt x="49" y="8"/>
                  <a:pt x="48" y="9"/>
                </a:cubicBezTo>
                <a:cubicBezTo>
                  <a:pt x="48" y="9"/>
                  <a:pt x="39" y="19"/>
                  <a:pt x="39" y="20"/>
                </a:cubicBezTo>
                <a:cubicBezTo>
                  <a:pt x="39" y="20"/>
                  <a:pt x="33" y="16"/>
                  <a:pt x="33" y="16"/>
                </a:cubicBezTo>
                <a:cubicBezTo>
                  <a:pt x="33" y="16"/>
                  <a:pt x="18" y="15"/>
                  <a:pt x="18" y="15"/>
                </a:cubicBezTo>
                <a:cubicBezTo>
                  <a:pt x="5" y="15"/>
                  <a:pt x="5" y="15"/>
                  <a:pt x="5" y="15"/>
                </a:cubicBezTo>
                <a:cubicBezTo>
                  <a:pt x="5" y="15"/>
                  <a:pt x="5" y="20"/>
                  <a:pt x="5" y="21"/>
                </a:cubicBezTo>
                <a:cubicBezTo>
                  <a:pt x="5" y="21"/>
                  <a:pt x="4" y="22"/>
                  <a:pt x="4" y="22"/>
                </a:cubicBezTo>
                <a:cubicBezTo>
                  <a:pt x="4" y="22"/>
                  <a:pt x="1" y="24"/>
                  <a:pt x="0" y="25"/>
                </a:cubicBezTo>
                <a:cubicBezTo>
                  <a:pt x="0" y="25"/>
                  <a:pt x="0" y="26"/>
                  <a:pt x="0" y="26"/>
                </a:cubicBezTo>
                <a:cubicBezTo>
                  <a:pt x="1" y="31"/>
                  <a:pt x="0" y="35"/>
                  <a:pt x="1" y="40"/>
                </a:cubicBezTo>
                <a:cubicBezTo>
                  <a:pt x="2" y="41"/>
                  <a:pt x="3" y="46"/>
                  <a:pt x="4" y="48"/>
                </a:cubicBezTo>
                <a:cubicBezTo>
                  <a:pt x="4" y="49"/>
                  <a:pt x="5" y="53"/>
                  <a:pt x="5" y="54"/>
                </a:cubicBezTo>
                <a:cubicBezTo>
                  <a:pt x="5" y="56"/>
                  <a:pt x="8" y="57"/>
                  <a:pt x="9" y="57"/>
                </a:cubicBezTo>
                <a:cubicBezTo>
                  <a:pt x="9" y="58"/>
                  <a:pt x="13" y="58"/>
                  <a:pt x="15" y="57"/>
                </a:cubicBezTo>
                <a:cubicBezTo>
                  <a:pt x="16" y="57"/>
                  <a:pt x="18" y="56"/>
                  <a:pt x="18" y="56"/>
                </a:cubicBezTo>
                <a:cubicBezTo>
                  <a:pt x="22" y="56"/>
                  <a:pt x="25" y="54"/>
                  <a:pt x="27" y="51"/>
                </a:cubicBezTo>
                <a:cubicBezTo>
                  <a:pt x="30" y="50"/>
                  <a:pt x="33" y="50"/>
                  <a:pt x="36" y="50"/>
                </a:cubicBezTo>
                <a:cubicBezTo>
                  <a:pt x="38" y="50"/>
                  <a:pt x="40" y="50"/>
                  <a:pt x="41" y="48"/>
                </a:cubicBezTo>
                <a:cubicBezTo>
                  <a:pt x="43" y="49"/>
                  <a:pt x="44" y="48"/>
                  <a:pt x="44" y="47"/>
                </a:cubicBezTo>
                <a:cubicBezTo>
                  <a:pt x="46" y="45"/>
                  <a:pt x="48" y="44"/>
                  <a:pt x="50" y="45"/>
                </a:cubicBezTo>
                <a:cubicBezTo>
                  <a:pt x="52" y="46"/>
                  <a:pt x="54" y="45"/>
                  <a:pt x="56" y="43"/>
                </a:cubicBezTo>
                <a:cubicBezTo>
                  <a:pt x="57" y="42"/>
                  <a:pt x="57" y="40"/>
                  <a:pt x="59" y="40"/>
                </a:cubicBezTo>
                <a:cubicBezTo>
                  <a:pt x="61" y="39"/>
                  <a:pt x="63" y="37"/>
                  <a:pt x="65" y="37"/>
                </a:cubicBezTo>
                <a:cubicBezTo>
                  <a:pt x="67" y="37"/>
                  <a:pt x="69" y="37"/>
                  <a:pt x="70" y="36"/>
                </a:cubicBezTo>
                <a:cubicBezTo>
                  <a:pt x="71" y="35"/>
                  <a:pt x="72" y="35"/>
                  <a:pt x="73" y="35"/>
                </a:cubicBezTo>
                <a:cubicBezTo>
                  <a:pt x="76" y="34"/>
                  <a:pt x="79" y="34"/>
                  <a:pt x="81" y="32"/>
                </a:cubicBezTo>
                <a:cubicBezTo>
                  <a:pt x="82" y="32"/>
                  <a:pt x="83" y="31"/>
                  <a:pt x="85" y="30"/>
                </a:cubicBezTo>
                <a:cubicBezTo>
                  <a:pt x="86" y="30"/>
                  <a:pt x="86" y="30"/>
                  <a:pt x="86" y="29"/>
                </a:cubicBezTo>
                <a:cubicBezTo>
                  <a:pt x="85" y="27"/>
                  <a:pt x="85" y="25"/>
                  <a:pt x="86" y="24"/>
                </a:cubicBezTo>
                <a:cubicBezTo>
                  <a:pt x="88" y="22"/>
                  <a:pt x="90" y="22"/>
                  <a:pt x="92" y="21"/>
                </a:cubicBezTo>
                <a:cubicBezTo>
                  <a:pt x="82" y="0"/>
                  <a:pt x="82" y="0"/>
                  <a:pt x="82" y="0"/>
                </a:cubicBezTo>
                <a:cubicBezTo>
                  <a:pt x="82" y="0"/>
                  <a:pt x="68" y="3"/>
                  <a:pt x="68" y="3"/>
                </a:cubicBezTo>
                <a:cubicBezTo>
                  <a:pt x="67" y="3"/>
                  <a:pt x="54" y="4"/>
                  <a:pt x="54" y="4"/>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noEditPoints="1"/>
          </p:cNvSpPr>
          <p:nvPr/>
        </p:nvSpPr>
        <p:spPr bwMode="auto">
          <a:xfrm>
            <a:off x="8626476" y="5308600"/>
            <a:ext cx="303213" cy="560388"/>
          </a:xfrm>
          <a:custGeom>
            <a:avLst/>
            <a:gdLst>
              <a:gd name="T0" fmla="*/ 71 w 74"/>
              <a:gd name="T1" fmla="*/ 100 h 137"/>
              <a:gd name="T2" fmla="*/ 71 w 74"/>
              <a:gd name="T3" fmla="*/ 105 h 137"/>
              <a:gd name="T4" fmla="*/ 70 w 74"/>
              <a:gd name="T5" fmla="*/ 109 h 137"/>
              <a:gd name="T6" fmla="*/ 63 w 74"/>
              <a:gd name="T7" fmla="*/ 116 h 137"/>
              <a:gd name="T8" fmla="*/ 54 w 74"/>
              <a:gd name="T9" fmla="*/ 121 h 137"/>
              <a:gd name="T10" fmla="*/ 48 w 74"/>
              <a:gd name="T11" fmla="*/ 119 h 137"/>
              <a:gd name="T12" fmla="*/ 49 w 74"/>
              <a:gd name="T13" fmla="*/ 124 h 137"/>
              <a:gd name="T14" fmla="*/ 48 w 74"/>
              <a:gd name="T15" fmla="*/ 126 h 137"/>
              <a:gd name="T16" fmla="*/ 45 w 74"/>
              <a:gd name="T17" fmla="*/ 127 h 137"/>
              <a:gd name="T18" fmla="*/ 40 w 74"/>
              <a:gd name="T19" fmla="*/ 131 h 137"/>
              <a:gd name="T20" fmla="*/ 34 w 74"/>
              <a:gd name="T21" fmla="*/ 137 h 137"/>
              <a:gd name="T22" fmla="*/ 34 w 74"/>
              <a:gd name="T23" fmla="*/ 134 h 137"/>
              <a:gd name="T24" fmla="*/ 36 w 74"/>
              <a:gd name="T25" fmla="*/ 124 h 137"/>
              <a:gd name="T26" fmla="*/ 30 w 74"/>
              <a:gd name="T27" fmla="*/ 120 h 137"/>
              <a:gd name="T28" fmla="*/ 35 w 74"/>
              <a:gd name="T29" fmla="*/ 115 h 137"/>
              <a:gd name="T30" fmla="*/ 43 w 74"/>
              <a:gd name="T31" fmla="*/ 116 h 137"/>
              <a:gd name="T32" fmla="*/ 42 w 74"/>
              <a:gd name="T33" fmla="*/ 111 h 137"/>
              <a:gd name="T34" fmla="*/ 49 w 74"/>
              <a:gd name="T35" fmla="*/ 106 h 137"/>
              <a:gd name="T36" fmla="*/ 56 w 74"/>
              <a:gd name="T37" fmla="*/ 95 h 137"/>
              <a:gd name="T38" fmla="*/ 52 w 74"/>
              <a:gd name="T39" fmla="*/ 85 h 137"/>
              <a:gd name="T40" fmla="*/ 53 w 74"/>
              <a:gd name="T41" fmla="*/ 78 h 137"/>
              <a:gd name="T42" fmla="*/ 53 w 74"/>
              <a:gd name="T43" fmla="*/ 72 h 137"/>
              <a:gd name="T44" fmla="*/ 52 w 74"/>
              <a:gd name="T45" fmla="*/ 68 h 137"/>
              <a:gd name="T46" fmla="*/ 46 w 74"/>
              <a:gd name="T47" fmla="*/ 63 h 137"/>
              <a:gd name="T48" fmla="*/ 40 w 74"/>
              <a:gd name="T49" fmla="*/ 59 h 137"/>
              <a:gd name="T50" fmla="*/ 34 w 74"/>
              <a:gd name="T51" fmla="*/ 50 h 137"/>
              <a:gd name="T52" fmla="*/ 27 w 74"/>
              <a:gd name="T53" fmla="*/ 45 h 137"/>
              <a:gd name="T54" fmla="*/ 20 w 74"/>
              <a:gd name="T55" fmla="*/ 42 h 137"/>
              <a:gd name="T56" fmla="*/ 20 w 74"/>
              <a:gd name="T57" fmla="*/ 36 h 137"/>
              <a:gd name="T58" fmla="*/ 26 w 74"/>
              <a:gd name="T59" fmla="*/ 32 h 137"/>
              <a:gd name="T60" fmla="*/ 25 w 74"/>
              <a:gd name="T61" fmla="*/ 28 h 137"/>
              <a:gd name="T62" fmla="*/ 18 w 74"/>
              <a:gd name="T63" fmla="*/ 24 h 137"/>
              <a:gd name="T64" fmla="*/ 9 w 74"/>
              <a:gd name="T65" fmla="*/ 21 h 137"/>
              <a:gd name="T66" fmla="*/ 5 w 74"/>
              <a:gd name="T67" fmla="*/ 14 h 137"/>
              <a:gd name="T68" fmla="*/ 0 w 74"/>
              <a:gd name="T69" fmla="*/ 9 h 137"/>
              <a:gd name="T70" fmla="*/ 8 w 74"/>
              <a:gd name="T71" fmla="*/ 6 h 137"/>
              <a:gd name="T72" fmla="*/ 17 w 74"/>
              <a:gd name="T73" fmla="*/ 5 h 137"/>
              <a:gd name="T74" fmla="*/ 28 w 74"/>
              <a:gd name="T75" fmla="*/ 0 h 137"/>
              <a:gd name="T76" fmla="*/ 39 w 74"/>
              <a:gd name="T77" fmla="*/ 4 h 137"/>
              <a:gd name="T78" fmla="*/ 47 w 74"/>
              <a:gd name="T79" fmla="*/ 16 h 137"/>
              <a:gd name="T80" fmla="*/ 52 w 74"/>
              <a:gd name="T81" fmla="*/ 18 h 137"/>
              <a:gd name="T82" fmla="*/ 46 w 74"/>
              <a:gd name="T83" fmla="*/ 22 h 137"/>
              <a:gd name="T84" fmla="*/ 40 w 74"/>
              <a:gd name="T85" fmla="*/ 23 h 137"/>
              <a:gd name="T86" fmla="*/ 35 w 74"/>
              <a:gd name="T87" fmla="*/ 33 h 137"/>
              <a:gd name="T88" fmla="*/ 34 w 74"/>
              <a:gd name="T89" fmla="*/ 39 h 137"/>
              <a:gd name="T90" fmla="*/ 34 w 74"/>
              <a:gd name="T91" fmla="*/ 44 h 137"/>
              <a:gd name="T92" fmla="*/ 40 w 74"/>
              <a:gd name="T93" fmla="*/ 49 h 137"/>
              <a:gd name="T94" fmla="*/ 51 w 74"/>
              <a:gd name="T95" fmla="*/ 61 h 137"/>
              <a:gd name="T96" fmla="*/ 63 w 74"/>
              <a:gd name="T97" fmla="*/ 71 h 137"/>
              <a:gd name="T98" fmla="*/ 68 w 74"/>
              <a:gd name="T99" fmla="*/ 81 h 137"/>
              <a:gd name="T100" fmla="*/ 70 w 74"/>
              <a:gd name="T101" fmla="*/ 91 h 137"/>
              <a:gd name="T102" fmla="*/ 24 w 74"/>
              <a:gd name="T103" fmla="*/ 121 h 137"/>
              <a:gd name="T104" fmla="*/ 27 w 74"/>
              <a:gd name="T105" fmla="*/ 123 h 137"/>
              <a:gd name="T106" fmla="*/ 24 w 74"/>
              <a:gd name="T107" fmla="*/ 1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4" h="137">
                <a:moveTo>
                  <a:pt x="74" y="98"/>
                </a:moveTo>
                <a:cubicBezTo>
                  <a:pt x="73" y="99"/>
                  <a:pt x="74" y="100"/>
                  <a:pt x="73" y="100"/>
                </a:cubicBezTo>
                <a:cubicBezTo>
                  <a:pt x="72" y="99"/>
                  <a:pt x="72" y="98"/>
                  <a:pt x="72" y="99"/>
                </a:cubicBezTo>
                <a:cubicBezTo>
                  <a:pt x="71" y="99"/>
                  <a:pt x="71" y="99"/>
                  <a:pt x="71" y="100"/>
                </a:cubicBezTo>
                <a:cubicBezTo>
                  <a:pt x="72" y="100"/>
                  <a:pt x="72" y="102"/>
                  <a:pt x="72" y="102"/>
                </a:cubicBezTo>
                <a:cubicBezTo>
                  <a:pt x="72" y="102"/>
                  <a:pt x="71" y="103"/>
                  <a:pt x="71" y="103"/>
                </a:cubicBezTo>
                <a:cubicBezTo>
                  <a:pt x="71" y="103"/>
                  <a:pt x="70" y="104"/>
                  <a:pt x="70" y="104"/>
                </a:cubicBezTo>
                <a:cubicBezTo>
                  <a:pt x="70" y="104"/>
                  <a:pt x="70" y="105"/>
                  <a:pt x="71" y="105"/>
                </a:cubicBezTo>
                <a:cubicBezTo>
                  <a:pt x="71" y="106"/>
                  <a:pt x="71" y="106"/>
                  <a:pt x="71" y="106"/>
                </a:cubicBezTo>
                <a:cubicBezTo>
                  <a:pt x="71" y="106"/>
                  <a:pt x="70" y="107"/>
                  <a:pt x="70" y="107"/>
                </a:cubicBezTo>
                <a:cubicBezTo>
                  <a:pt x="70" y="107"/>
                  <a:pt x="71" y="108"/>
                  <a:pt x="71" y="108"/>
                </a:cubicBezTo>
                <a:cubicBezTo>
                  <a:pt x="71" y="109"/>
                  <a:pt x="71" y="109"/>
                  <a:pt x="70" y="109"/>
                </a:cubicBezTo>
                <a:cubicBezTo>
                  <a:pt x="69" y="110"/>
                  <a:pt x="69" y="110"/>
                  <a:pt x="68" y="110"/>
                </a:cubicBezTo>
                <a:cubicBezTo>
                  <a:pt x="68" y="111"/>
                  <a:pt x="68" y="112"/>
                  <a:pt x="68" y="112"/>
                </a:cubicBezTo>
                <a:cubicBezTo>
                  <a:pt x="68" y="113"/>
                  <a:pt x="66" y="114"/>
                  <a:pt x="66" y="114"/>
                </a:cubicBezTo>
                <a:cubicBezTo>
                  <a:pt x="65" y="114"/>
                  <a:pt x="63" y="115"/>
                  <a:pt x="63" y="116"/>
                </a:cubicBezTo>
                <a:cubicBezTo>
                  <a:pt x="63" y="116"/>
                  <a:pt x="63" y="117"/>
                  <a:pt x="63" y="117"/>
                </a:cubicBezTo>
                <a:cubicBezTo>
                  <a:pt x="62" y="118"/>
                  <a:pt x="61" y="117"/>
                  <a:pt x="61" y="118"/>
                </a:cubicBezTo>
                <a:cubicBezTo>
                  <a:pt x="60" y="118"/>
                  <a:pt x="59" y="119"/>
                  <a:pt x="59" y="120"/>
                </a:cubicBezTo>
                <a:cubicBezTo>
                  <a:pt x="58" y="120"/>
                  <a:pt x="55" y="121"/>
                  <a:pt x="54" y="121"/>
                </a:cubicBezTo>
                <a:cubicBezTo>
                  <a:pt x="54" y="121"/>
                  <a:pt x="52" y="121"/>
                  <a:pt x="51" y="120"/>
                </a:cubicBezTo>
                <a:cubicBezTo>
                  <a:pt x="51" y="120"/>
                  <a:pt x="50" y="119"/>
                  <a:pt x="50" y="119"/>
                </a:cubicBezTo>
                <a:cubicBezTo>
                  <a:pt x="50" y="119"/>
                  <a:pt x="49" y="120"/>
                  <a:pt x="49" y="120"/>
                </a:cubicBezTo>
                <a:cubicBezTo>
                  <a:pt x="49" y="120"/>
                  <a:pt x="48" y="119"/>
                  <a:pt x="48" y="119"/>
                </a:cubicBezTo>
                <a:cubicBezTo>
                  <a:pt x="48" y="120"/>
                  <a:pt x="49" y="121"/>
                  <a:pt x="48" y="121"/>
                </a:cubicBezTo>
                <a:cubicBezTo>
                  <a:pt x="48" y="121"/>
                  <a:pt x="48" y="121"/>
                  <a:pt x="48" y="121"/>
                </a:cubicBezTo>
                <a:cubicBezTo>
                  <a:pt x="48" y="121"/>
                  <a:pt x="49" y="122"/>
                  <a:pt x="49" y="122"/>
                </a:cubicBezTo>
                <a:cubicBezTo>
                  <a:pt x="49" y="122"/>
                  <a:pt x="50" y="124"/>
                  <a:pt x="49" y="124"/>
                </a:cubicBezTo>
                <a:cubicBezTo>
                  <a:pt x="49" y="124"/>
                  <a:pt x="49" y="125"/>
                  <a:pt x="49" y="125"/>
                </a:cubicBezTo>
                <a:cubicBezTo>
                  <a:pt x="49" y="125"/>
                  <a:pt x="47" y="124"/>
                  <a:pt x="47" y="124"/>
                </a:cubicBezTo>
                <a:cubicBezTo>
                  <a:pt x="47" y="124"/>
                  <a:pt x="47" y="125"/>
                  <a:pt x="47" y="125"/>
                </a:cubicBezTo>
                <a:cubicBezTo>
                  <a:pt x="48" y="125"/>
                  <a:pt x="48" y="126"/>
                  <a:pt x="48" y="126"/>
                </a:cubicBezTo>
                <a:cubicBezTo>
                  <a:pt x="48" y="126"/>
                  <a:pt x="48" y="127"/>
                  <a:pt x="47" y="127"/>
                </a:cubicBezTo>
                <a:cubicBezTo>
                  <a:pt x="47" y="127"/>
                  <a:pt x="46" y="127"/>
                  <a:pt x="46" y="126"/>
                </a:cubicBezTo>
                <a:cubicBezTo>
                  <a:pt x="46" y="126"/>
                  <a:pt x="45" y="126"/>
                  <a:pt x="45" y="126"/>
                </a:cubicBezTo>
                <a:cubicBezTo>
                  <a:pt x="45" y="126"/>
                  <a:pt x="45" y="127"/>
                  <a:pt x="45" y="127"/>
                </a:cubicBezTo>
                <a:cubicBezTo>
                  <a:pt x="45" y="127"/>
                  <a:pt x="45" y="129"/>
                  <a:pt x="45" y="129"/>
                </a:cubicBezTo>
                <a:cubicBezTo>
                  <a:pt x="45" y="129"/>
                  <a:pt x="43" y="130"/>
                  <a:pt x="43" y="130"/>
                </a:cubicBezTo>
                <a:cubicBezTo>
                  <a:pt x="43" y="130"/>
                  <a:pt x="42" y="130"/>
                  <a:pt x="42" y="131"/>
                </a:cubicBezTo>
                <a:cubicBezTo>
                  <a:pt x="41" y="131"/>
                  <a:pt x="40" y="131"/>
                  <a:pt x="40" y="131"/>
                </a:cubicBezTo>
                <a:cubicBezTo>
                  <a:pt x="40" y="131"/>
                  <a:pt x="40" y="132"/>
                  <a:pt x="40" y="132"/>
                </a:cubicBezTo>
                <a:cubicBezTo>
                  <a:pt x="39" y="133"/>
                  <a:pt x="40" y="134"/>
                  <a:pt x="39" y="134"/>
                </a:cubicBezTo>
                <a:cubicBezTo>
                  <a:pt x="39" y="134"/>
                  <a:pt x="36" y="136"/>
                  <a:pt x="36" y="136"/>
                </a:cubicBezTo>
                <a:cubicBezTo>
                  <a:pt x="35" y="136"/>
                  <a:pt x="34" y="137"/>
                  <a:pt x="34" y="137"/>
                </a:cubicBezTo>
                <a:cubicBezTo>
                  <a:pt x="33" y="137"/>
                  <a:pt x="32" y="137"/>
                  <a:pt x="32" y="136"/>
                </a:cubicBezTo>
                <a:cubicBezTo>
                  <a:pt x="32" y="136"/>
                  <a:pt x="32" y="136"/>
                  <a:pt x="32" y="136"/>
                </a:cubicBezTo>
                <a:cubicBezTo>
                  <a:pt x="33" y="135"/>
                  <a:pt x="35" y="135"/>
                  <a:pt x="35" y="135"/>
                </a:cubicBezTo>
                <a:cubicBezTo>
                  <a:pt x="35" y="135"/>
                  <a:pt x="34" y="134"/>
                  <a:pt x="34" y="134"/>
                </a:cubicBezTo>
                <a:cubicBezTo>
                  <a:pt x="33" y="134"/>
                  <a:pt x="33" y="134"/>
                  <a:pt x="33" y="133"/>
                </a:cubicBezTo>
                <a:cubicBezTo>
                  <a:pt x="33" y="132"/>
                  <a:pt x="33" y="127"/>
                  <a:pt x="33" y="127"/>
                </a:cubicBezTo>
                <a:cubicBezTo>
                  <a:pt x="34" y="126"/>
                  <a:pt x="34" y="126"/>
                  <a:pt x="35" y="125"/>
                </a:cubicBezTo>
                <a:cubicBezTo>
                  <a:pt x="35" y="125"/>
                  <a:pt x="36" y="124"/>
                  <a:pt x="36" y="124"/>
                </a:cubicBezTo>
                <a:cubicBezTo>
                  <a:pt x="37" y="123"/>
                  <a:pt x="37" y="123"/>
                  <a:pt x="37" y="123"/>
                </a:cubicBezTo>
                <a:cubicBezTo>
                  <a:pt x="37" y="123"/>
                  <a:pt x="30" y="123"/>
                  <a:pt x="30" y="123"/>
                </a:cubicBezTo>
                <a:cubicBezTo>
                  <a:pt x="30" y="123"/>
                  <a:pt x="30" y="122"/>
                  <a:pt x="30" y="121"/>
                </a:cubicBezTo>
                <a:cubicBezTo>
                  <a:pt x="30" y="121"/>
                  <a:pt x="30" y="121"/>
                  <a:pt x="30" y="120"/>
                </a:cubicBezTo>
                <a:cubicBezTo>
                  <a:pt x="30" y="120"/>
                  <a:pt x="31" y="118"/>
                  <a:pt x="31" y="118"/>
                </a:cubicBezTo>
                <a:cubicBezTo>
                  <a:pt x="31" y="118"/>
                  <a:pt x="32" y="118"/>
                  <a:pt x="33" y="118"/>
                </a:cubicBezTo>
                <a:cubicBezTo>
                  <a:pt x="34" y="117"/>
                  <a:pt x="34" y="117"/>
                  <a:pt x="34" y="116"/>
                </a:cubicBezTo>
                <a:cubicBezTo>
                  <a:pt x="34" y="116"/>
                  <a:pt x="34" y="115"/>
                  <a:pt x="35" y="115"/>
                </a:cubicBezTo>
                <a:cubicBezTo>
                  <a:pt x="36" y="115"/>
                  <a:pt x="37" y="116"/>
                  <a:pt x="37" y="116"/>
                </a:cubicBezTo>
                <a:cubicBezTo>
                  <a:pt x="38" y="116"/>
                  <a:pt x="39" y="116"/>
                  <a:pt x="39" y="115"/>
                </a:cubicBezTo>
                <a:cubicBezTo>
                  <a:pt x="40" y="115"/>
                  <a:pt x="41" y="115"/>
                  <a:pt x="42" y="115"/>
                </a:cubicBezTo>
                <a:cubicBezTo>
                  <a:pt x="42" y="115"/>
                  <a:pt x="43" y="116"/>
                  <a:pt x="43" y="116"/>
                </a:cubicBezTo>
                <a:cubicBezTo>
                  <a:pt x="44" y="117"/>
                  <a:pt x="45" y="117"/>
                  <a:pt x="45" y="117"/>
                </a:cubicBezTo>
                <a:cubicBezTo>
                  <a:pt x="46" y="116"/>
                  <a:pt x="46" y="115"/>
                  <a:pt x="46" y="115"/>
                </a:cubicBezTo>
                <a:cubicBezTo>
                  <a:pt x="46" y="114"/>
                  <a:pt x="45" y="113"/>
                  <a:pt x="45" y="113"/>
                </a:cubicBezTo>
                <a:cubicBezTo>
                  <a:pt x="44" y="112"/>
                  <a:pt x="42" y="112"/>
                  <a:pt x="42" y="111"/>
                </a:cubicBezTo>
                <a:cubicBezTo>
                  <a:pt x="42" y="111"/>
                  <a:pt x="42" y="109"/>
                  <a:pt x="42" y="109"/>
                </a:cubicBezTo>
                <a:cubicBezTo>
                  <a:pt x="43" y="108"/>
                  <a:pt x="43" y="108"/>
                  <a:pt x="44" y="108"/>
                </a:cubicBezTo>
                <a:cubicBezTo>
                  <a:pt x="45" y="108"/>
                  <a:pt x="46" y="108"/>
                  <a:pt x="47" y="107"/>
                </a:cubicBezTo>
                <a:cubicBezTo>
                  <a:pt x="48" y="107"/>
                  <a:pt x="48" y="107"/>
                  <a:pt x="49" y="106"/>
                </a:cubicBezTo>
                <a:cubicBezTo>
                  <a:pt x="50" y="105"/>
                  <a:pt x="50" y="105"/>
                  <a:pt x="52" y="104"/>
                </a:cubicBezTo>
                <a:cubicBezTo>
                  <a:pt x="53" y="104"/>
                  <a:pt x="54" y="103"/>
                  <a:pt x="55" y="102"/>
                </a:cubicBezTo>
                <a:cubicBezTo>
                  <a:pt x="55" y="101"/>
                  <a:pt x="56" y="100"/>
                  <a:pt x="56" y="99"/>
                </a:cubicBezTo>
                <a:cubicBezTo>
                  <a:pt x="56" y="98"/>
                  <a:pt x="56" y="97"/>
                  <a:pt x="56" y="95"/>
                </a:cubicBezTo>
                <a:cubicBezTo>
                  <a:pt x="56" y="94"/>
                  <a:pt x="56" y="93"/>
                  <a:pt x="56" y="92"/>
                </a:cubicBezTo>
                <a:cubicBezTo>
                  <a:pt x="56" y="91"/>
                  <a:pt x="56" y="90"/>
                  <a:pt x="55" y="89"/>
                </a:cubicBezTo>
                <a:cubicBezTo>
                  <a:pt x="55" y="88"/>
                  <a:pt x="54" y="87"/>
                  <a:pt x="53" y="87"/>
                </a:cubicBezTo>
                <a:cubicBezTo>
                  <a:pt x="53" y="87"/>
                  <a:pt x="53" y="86"/>
                  <a:pt x="52" y="85"/>
                </a:cubicBezTo>
                <a:cubicBezTo>
                  <a:pt x="52" y="85"/>
                  <a:pt x="52" y="85"/>
                  <a:pt x="53" y="84"/>
                </a:cubicBezTo>
                <a:cubicBezTo>
                  <a:pt x="53" y="83"/>
                  <a:pt x="54" y="83"/>
                  <a:pt x="54" y="82"/>
                </a:cubicBezTo>
                <a:cubicBezTo>
                  <a:pt x="54" y="81"/>
                  <a:pt x="54" y="81"/>
                  <a:pt x="53" y="80"/>
                </a:cubicBezTo>
                <a:cubicBezTo>
                  <a:pt x="53" y="79"/>
                  <a:pt x="53" y="79"/>
                  <a:pt x="53" y="78"/>
                </a:cubicBezTo>
                <a:cubicBezTo>
                  <a:pt x="53" y="77"/>
                  <a:pt x="52" y="77"/>
                  <a:pt x="53" y="77"/>
                </a:cubicBezTo>
                <a:cubicBezTo>
                  <a:pt x="54" y="76"/>
                  <a:pt x="55" y="75"/>
                  <a:pt x="55" y="75"/>
                </a:cubicBezTo>
                <a:cubicBezTo>
                  <a:pt x="55" y="75"/>
                  <a:pt x="56" y="74"/>
                  <a:pt x="55" y="73"/>
                </a:cubicBezTo>
                <a:cubicBezTo>
                  <a:pt x="54" y="73"/>
                  <a:pt x="53" y="73"/>
                  <a:pt x="53" y="72"/>
                </a:cubicBezTo>
                <a:cubicBezTo>
                  <a:pt x="53" y="71"/>
                  <a:pt x="53" y="71"/>
                  <a:pt x="53" y="70"/>
                </a:cubicBezTo>
                <a:cubicBezTo>
                  <a:pt x="54" y="69"/>
                  <a:pt x="54" y="69"/>
                  <a:pt x="54" y="69"/>
                </a:cubicBezTo>
                <a:cubicBezTo>
                  <a:pt x="54" y="68"/>
                  <a:pt x="54" y="68"/>
                  <a:pt x="54" y="67"/>
                </a:cubicBezTo>
                <a:cubicBezTo>
                  <a:pt x="54" y="67"/>
                  <a:pt x="53" y="68"/>
                  <a:pt x="52" y="68"/>
                </a:cubicBezTo>
                <a:cubicBezTo>
                  <a:pt x="52" y="68"/>
                  <a:pt x="51" y="66"/>
                  <a:pt x="50" y="66"/>
                </a:cubicBezTo>
                <a:cubicBezTo>
                  <a:pt x="50" y="66"/>
                  <a:pt x="48" y="66"/>
                  <a:pt x="48" y="66"/>
                </a:cubicBezTo>
                <a:cubicBezTo>
                  <a:pt x="48" y="66"/>
                  <a:pt x="48" y="65"/>
                  <a:pt x="48" y="64"/>
                </a:cubicBezTo>
                <a:cubicBezTo>
                  <a:pt x="48" y="64"/>
                  <a:pt x="47" y="64"/>
                  <a:pt x="46" y="63"/>
                </a:cubicBezTo>
                <a:cubicBezTo>
                  <a:pt x="46" y="63"/>
                  <a:pt x="44" y="62"/>
                  <a:pt x="44" y="62"/>
                </a:cubicBezTo>
                <a:cubicBezTo>
                  <a:pt x="44" y="62"/>
                  <a:pt x="44" y="60"/>
                  <a:pt x="44" y="60"/>
                </a:cubicBezTo>
                <a:cubicBezTo>
                  <a:pt x="44" y="60"/>
                  <a:pt x="43" y="59"/>
                  <a:pt x="42" y="59"/>
                </a:cubicBezTo>
                <a:cubicBezTo>
                  <a:pt x="41" y="59"/>
                  <a:pt x="40" y="59"/>
                  <a:pt x="40" y="59"/>
                </a:cubicBezTo>
                <a:cubicBezTo>
                  <a:pt x="39" y="58"/>
                  <a:pt x="40" y="57"/>
                  <a:pt x="39" y="56"/>
                </a:cubicBezTo>
                <a:cubicBezTo>
                  <a:pt x="38" y="56"/>
                  <a:pt x="37" y="55"/>
                  <a:pt x="37" y="54"/>
                </a:cubicBezTo>
                <a:cubicBezTo>
                  <a:pt x="36" y="54"/>
                  <a:pt x="36" y="53"/>
                  <a:pt x="36" y="52"/>
                </a:cubicBezTo>
                <a:cubicBezTo>
                  <a:pt x="36" y="52"/>
                  <a:pt x="35" y="50"/>
                  <a:pt x="34" y="50"/>
                </a:cubicBezTo>
                <a:cubicBezTo>
                  <a:pt x="34" y="50"/>
                  <a:pt x="33" y="50"/>
                  <a:pt x="32" y="49"/>
                </a:cubicBezTo>
                <a:cubicBezTo>
                  <a:pt x="32" y="49"/>
                  <a:pt x="31" y="47"/>
                  <a:pt x="30" y="47"/>
                </a:cubicBezTo>
                <a:cubicBezTo>
                  <a:pt x="30" y="46"/>
                  <a:pt x="30" y="46"/>
                  <a:pt x="29" y="46"/>
                </a:cubicBezTo>
                <a:cubicBezTo>
                  <a:pt x="28" y="46"/>
                  <a:pt x="28" y="46"/>
                  <a:pt x="27" y="45"/>
                </a:cubicBezTo>
                <a:cubicBezTo>
                  <a:pt x="27" y="45"/>
                  <a:pt x="26" y="45"/>
                  <a:pt x="26" y="45"/>
                </a:cubicBezTo>
                <a:cubicBezTo>
                  <a:pt x="25" y="44"/>
                  <a:pt x="24" y="45"/>
                  <a:pt x="23" y="44"/>
                </a:cubicBezTo>
                <a:cubicBezTo>
                  <a:pt x="23" y="44"/>
                  <a:pt x="22" y="43"/>
                  <a:pt x="22" y="43"/>
                </a:cubicBezTo>
                <a:cubicBezTo>
                  <a:pt x="22" y="43"/>
                  <a:pt x="20" y="42"/>
                  <a:pt x="20" y="42"/>
                </a:cubicBezTo>
                <a:cubicBezTo>
                  <a:pt x="20" y="41"/>
                  <a:pt x="20" y="41"/>
                  <a:pt x="20" y="40"/>
                </a:cubicBezTo>
                <a:cubicBezTo>
                  <a:pt x="21" y="40"/>
                  <a:pt x="21" y="39"/>
                  <a:pt x="20" y="39"/>
                </a:cubicBezTo>
                <a:cubicBezTo>
                  <a:pt x="20" y="39"/>
                  <a:pt x="19" y="38"/>
                  <a:pt x="19" y="37"/>
                </a:cubicBezTo>
                <a:cubicBezTo>
                  <a:pt x="19" y="37"/>
                  <a:pt x="20" y="37"/>
                  <a:pt x="20" y="36"/>
                </a:cubicBezTo>
                <a:cubicBezTo>
                  <a:pt x="20" y="36"/>
                  <a:pt x="21" y="36"/>
                  <a:pt x="22" y="36"/>
                </a:cubicBezTo>
                <a:cubicBezTo>
                  <a:pt x="23" y="36"/>
                  <a:pt x="23" y="35"/>
                  <a:pt x="24" y="35"/>
                </a:cubicBezTo>
                <a:cubicBezTo>
                  <a:pt x="25" y="35"/>
                  <a:pt x="25" y="34"/>
                  <a:pt x="26" y="34"/>
                </a:cubicBezTo>
                <a:cubicBezTo>
                  <a:pt x="26" y="33"/>
                  <a:pt x="26" y="32"/>
                  <a:pt x="26" y="32"/>
                </a:cubicBezTo>
                <a:cubicBezTo>
                  <a:pt x="26" y="32"/>
                  <a:pt x="26" y="31"/>
                  <a:pt x="27" y="31"/>
                </a:cubicBezTo>
                <a:cubicBezTo>
                  <a:pt x="27" y="31"/>
                  <a:pt x="28" y="31"/>
                  <a:pt x="28" y="30"/>
                </a:cubicBezTo>
                <a:cubicBezTo>
                  <a:pt x="28" y="30"/>
                  <a:pt x="28" y="29"/>
                  <a:pt x="27" y="29"/>
                </a:cubicBezTo>
                <a:cubicBezTo>
                  <a:pt x="25" y="28"/>
                  <a:pt x="25" y="28"/>
                  <a:pt x="25" y="28"/>
                </a:cubicBezTo>
                <a:cubicBezTo>
                  <a:pt x="25" y="27"/>
                  <a:pt x="25" y="26"/>
                  <a:pt x="25" y="26"/>
                </a:cubicBezTo>
                <a:cubicBezTo>
                  <a:pt x="24" y="25"/>
                  <a:pt x="23" y="25"/>
                  <a:pt x="22" y="24"/>
                </a:cubicBezTo>
                <a:cubicBezTo>
                  <a:pt x="22" y="24"/>
                  <a:pt x="22" y="23"/>
                  <a:pt x="21" y="23"/>
                </a:cubicBezTo>
                <a:cubicBezTo>
                  <a:pt x="20" y="23"/>
                  <a:pt x="18" y="23"/>
                  <a:pt x="18" y="24"/>
                </a:cubicBezTo>
                <a:cubicBezTo>
                  <a:pt x="17" y="24"/>
                  <a:pt x="18" y="25"/>
                  <a:pt x="16" y="25"/>
                </a:cubicBezTo>
                <a:cubicBezTo>
                  <a:pt x="15" y="24"/>
                  <a:pt x="15" y="24"/>
                  <a:pt x="14" y="24"/>
                </a:cubicBezTo>
                <a:cubicBezTo>
                  <a:pt x="13" y="24"/>
                  <a:pt x="11" y="24"/>
                  <a:pt x="11" y="23"/>
                </a:cubicBezTo>
                <a:cubicBezTo>
                  <a:pt x="10" y="23"/>
                  <a:pt x="9" y="21"/>
                  <a:pt x="9" y="21"/>
                </a:cubicBezTo>
                <a:cubicBezTo>
                  <a:pt x="8" y="20"/>
                  <a:pt x="7" y="19"/>
                  <a:pt x="7" y="19"/>
                </a:cubicBezTo>
                <a:cubicBezTo>
                  <a:pt x="6" y="18"/>
                  <a:pt x="5" y="18"/>
                  <a:pt x="6" y="17"/>
                </a:cubicBezTo>
                <a:cubicBezTo>
                  <a:pt x="6" y="17"/>
                  <a:pt x="7" y="16"/>
                  <a:pt x="6" y="16"/>
                </a:cubicBezTo>
                <a:cubicBezTo>
                  <a:pt x="6" y="15"/>
                  <a:pt x="6" y="15"/>
                  <a:pt x="5" y="14"/>
                </a:cubicBezTo>
                <a:cubicBezTo>
                  <a:pt x="5" y="13"/>
                  <a:pt x="4" y="13"/>
                  <a:pt x="4" y="12"/>
                </a:cubicBezTo>
                <a:cubicBezTo>
                  <a:pt x="3" y="12"/>
                  <a:pt x="3" y="11"/>
                  <a:pt x="2" y="11"/>
                </a:cubicBezTo>
                <a:cubicBezTo>
                  <a:pt x="0" y="10"/>
                  <a:pt x="0" y="10"/>
                  <a:pt x="0" y="10"/>
                </a:cubicBezTo>
                <a:cubicBezTo>
                  <a:pt x="0" y="9"/>
                  <a:pt x="0" y="9"/>
                  <a:pt x="0" y="9"/>
                </a:cubicBezTo>
                <a:cubicBezTo>
                  <a:pt x="0" y="9"/>
                  <a:pt x="1" y="7"/>
                  <a:pt x="1" y="7"/>
                </a:cubicBezTo>
                <a:cubicBezTo>
                  <a:pt x="1" y="6"/>
                  <a:pt x="4" y="6"/>
                  <a:pt x="4" y="7"/>
                </a:cubicBezTo>
                <a:cubicBezTo>
                  <a:pt x="5" y="7"/>
                  <a:pt x="6" y="8"/>
                  <a:pt x="6" y="8"/>
                </a:cubicBezTo>
                <a:cubicBezTo>
                  <a:pt x="6" y="8"/>
                  <a:pt x="8" y="6"/>
                  <a:pt x="8" y="6"/>
                </a:cubicBezTo>
                <a:cubicBezTo>
                  <a:pt x="9" y="6"/>
                  <a:pt x="9" y="7"/>
                  <a:pt x="10" y="7"/>
                </a:cubicBezTo>
                <a:cubicBezTo>
                  <a:pt x="10" y="7"/>
                  <a:pt x="11" y="6"/>
                  <a:pt x="12" y="6"/>
                </a:cubicBezTo>
                <a:cubicBezTo>
                  <a:pt x="12" y="6"/>
                  <a:pt x="13" y="7"/>
                  <a:pt x="14" y="6"/>
                </a:cubicBezTo>
                <a:cubicBezTo>
                  <a:pt x="16" y="6"/>
                  <a:pt x="17" y="5"/>
                  <a:pt x="17" y="5"/>
                </a:cubicBezTo>
                <a:cubicBezTo>
                  <a:pt x="18" y="5"/>
                  <a:pt x="20" y="5"/>
                  <a:pt x="20" y="5"/>
                </a:cubicBezTo>
                <a:cubicBezTo>
                  <a:pt x="21" y="5"/>
                  <a:pt x="22" y="2"/>
                  <a:pt x="22" y="1"/>
                </a:cubicBezTo>
                <a:cubicBezTo>
                  <a:pt x="23" y="1"/>
                  <a:pt x="23" y="1"/>
                  <a:pt x="25" y="1"/>
                </a:cubicBezTo>
                <a:cubicBezTo>
                  <a:pt x="26" y="1"/>
                  <a:pt x="27" y="0"/>
                  <a:pt x="28" y="0"/>
                </a:cubicBezTo>
                <a:cubicBezTo>
                  <a:pt x="28" y="0"/>
                  <a:pt x="29" y="1"/>
                  <a:pt x="29" y="2"/>
                </a:cubicBezTo>
                <a:cubicBezTo>
                  <a:pt x="29" y="3"/>
                  <a:pt x="32" y="3"/>
                  <a:pt x="33" y="4"/>
                </a:cubicBezTo>
                <a:cubicBezTo>
                  <a:pt x="33" y="4"/>
                  <a:pt x="35" y="4"/>
                  <a:pt x="36" y="4"/>
                </a:cubicBezTo>
                <a:cubicBezTo>
                  <a:pt x="37" y="4"/>
                  <a:pt x="39" y="3"/>
                  <a:pt x="39" y="4"/>
                </a:cubicBezTo>
                <a:cubicBezTo>
                  <a:pt x="39" y="4"/>
                  <a:pt x="40" y="6"/>
                  <a:pt x="39" y="7"/>
                </a:cubicBezTo>
                <a:cubicBezTo>
                  <a:pt x="39" y="7"/>
                  <a:pt x="39" y="8"/>
                  <a:pt x="38" y="9"/>
                </a:cubicBezTo>
                <a:cubicBezTo>
                  <a:pt x="38" y="10"/>
                  <a:pt x="39" y="11"/>
                  <a:pt x="40" y="11"/>
                </a:cubicBezTo>
                <a:cubicBezTo>
                  <a:pt x="40" y="12"/>
                  <a:pt x="46" y="15"/>
                  <a:pt x="47" y="16"/>
                </a:cubicBezTo>
                <a:cubicBezTo>
                  <a:pt x="48" y="16"/>
                  <a:pt x="50" y="16"/>
                  <a:pt x="51" y="16"/>
                </a:cubicBezTo>
                <a:cubicBezTo>
                  <a:pt x="51" y="16"/>
                  <a:pt x="53" y="16"/>
                  <a:pt x="53" y="17"/>
                </a:cubicBezTo>
                <a:cubicBezTo>
                  <a:pt x="53" y="17"/>
                  <a:pt x="53" y="17"/>
                  <a:pt x="53" y="17"/>
                </a:cubicBezTo>
                <a:cubicBezTo>
                  <a:pt x="53" y="17"/>
                  <a:pt x="53" y="18"/>
                  <a:pt x="52" y="18"/>
                </a:cubicBezTo>
                <a:cubicBezTo>
                  <a:pt x="52" y="19"/>
                  <a:pt x="50" y="19"/>
                  <a:pt x="50" y="19"/>
                </a:cubicBezTo>
                <a:cubicBezTo>
                  <a:pt x="49" y="19"/>
                  <a:pt x="49" y="20"/>
                  <a:pt x="48" y="20"/>
                </a:cubicBezTo>
                <a:cubicBezTo>
                  <a:pt x="47" y="20"/>
                  <a:pt x="46" y="19"/>
                  <a:pt x="46" y="20"/>
                </a:cubicBezTo>
                <a:cubicBezTo>
                  <a:pt x="46" y="20"/>
                  <a:pt x="46" y="22"/>
                  <a:pt x="46" y="22"/>
                </a:cubicBezTo>
                <a:cubicBezTo>
                  <a:pt x="45" y="22"/>
                  <a:pt x="45" y="23"/>
                  <a:pt x="45" y="23"/>
                </a:cubicBezTo>
                <a:cubicBezTo>
                  <a:pt x="44" y="23"/>
                  <a:pt x="43" y="22"/>
                  <a:pt x="43" y="23"/>
                </a:cubicBezTo>
                <a:cubicBezTo>
                  <a:pt x="42" y="23"/>
                  <a:pt x="41" y="24"/>
                  <a:pt x="41" y="23"/>
                </a:cubicBezTo>
                <a:cubicBezTo>
                  <a:pt x="41" y="23"/>
                  <a:pt x="40" y="22"/>
                  <a:pt x="40" y="23"/>
                </a:cubicBezTo>
                <a:cubicBezTo>
                  <a:pt x="39" y="24"/>
                  <a:pt x="39" y="29"/>
                  <a:pt x="39" y="29"/>
                </a:cubicBezTo>
                <a:cubicBezTo>
                  <a:pt x="39" y="30"/>
                  <a:pt x="38" y="31"/>
                  <a:pt x="38" y="31"/>
                </a:cubicBezTo>
                <a:cubicBezTo>
                  <a:pt x="38" y="32"/>
                  <a:pt x="38" y="32"/>
                  <a:pt x="37" y="32"/>
                </a:cubicBezTo>
                <a:cubicBezTo>
                  <a:pt x="36" y="33"/>
                  <a:pt x="35" y="32"/>
                  <a:pt x="35" y="33"/>
                </a:cubicBezTo>
                <a:cubicBezTo>
                  <a:pt x="35" y="33"/>
                  <a:pt x="35" y="34"/>
                  <a:pt x="34" y="34"/>
                </a:cubicBezTo>
                <a:cubicBezTo>
                  <a:pt x="34" y="35"/>
                  <a:pt x="34" y="36"/>
                  <a:pt x="34" y="36"/>
                </a:cubicBezTo>
                <a:cubicBezTo>
                  <a:pt x="34" y="36"/>
                  <a:pt x="35" y="37"/>
                  <a:pt x="35" y="37"/>
                </a:cubicBezTo>
                <a:cubicBezTo>
                  <a:pt x="35" y="38"/>
                  <a:pt x="35" y="39"/>
                  <a:pt x="34" y="39"/>
                </a:cubicBezTo>
                <a:cubicBezTo>
                  <a:pt x="34" y="40"/>
                  <a:pt x="34" y="40"/>
                  <a:pt x="33" y="41"/>
                </a:cubicBezTo>
                <a:cubicBezTo>
                  <a:pt x="33" y="42"/>
                  <a:pt x="33" y="42"/>
                  <a:pt x="33" y="42"/>
                </a:cubicBezTo>
                <a:cubicBezTo>
                  <a:pt x="34" y="43"/>
                  <a:pt x="34" y="43"/>
                  <a:pt x="34" y="43"/>
                </a:cubicBezTo>
                <a:cubicBezTo>
                  <a:pt x="34" y="44"/>
                  <a:pt x="34" y="44"/>
                  <a:pt x="34" y="44"/>
                </a:cubicBezTo>
                <a:cubicBezTo>
                  <a:pt x="34" y="45"/>
                  <a:pt x="34" y="45"/>
                  <a:pt x="34" y="45"/>
                </a:cubicBezTo>
                <a:cubicBezTo>
                  <a:pt x="35" y="45"/>
                  <a:pt x="35" y="46"/>
                  <a:pt x="36" y="46"/>
                </a:cubicBezTo>
                <a:cubicBezTo>
                  <a:pt x="37" y="47"/>
                  <a:pt x="38" y="47"/>
                  <a:pt x="38" y="47"/>
                </a:cubicBezTo>
                <a:cubicBezTo>
                  <a:pt x="39" y="48"/>
                  <a:pt x="40" y="49"/>
                  <a:pt x="40" y="49"/>
                </a:cubicBezTo>
                <a:cubicBezTo>
                  <a:pt x="41" y="49"/>
                  <a:pt x="42" y="49"/>
                  <a:pt x="42" y="50"/>
                </a:cubicBezTo>
                <a:cubicBezTo>
                  <a:pt x="42" y="50"/>
                  <a:pt x="42" y="53"/>
                  <a:pt x="42" y="54"/>
                </a:cubicBezTo>
                <a:cubicBezTo>
                  <a:pt x="43" y="55"/>
                  <a:pt x="43" y="56"/>
                  <a:pt x="44" y="57"/>
                </a:cubicBezTo>
                <a:cubicBezTo>
                  <a:pt x="45" y="57"/>
                  <a:pt x="50" y="61"/>
                  <a:pt x="51" y="61"/>
                </a:cubicBezTo>
                <a:cubicBezTo>
                  <a:pt x="52" y="62"/>
                  <a:pt x="54" y="63"/>
                  <a:pt x="55" y="63"/>
                </a:cubicBezTo>
                <a:cubicBezTo>
                  <a:pt x="56" y="64"/>
                  <a:pt x="57" y="65"/>
                  <a:pt x="58" y="66"/>
                </a:cubicBezTo>
                <a:cubicBezTo>
                  <a:pt x="58" y="66"/>
                  <a:pt x="58" y="66"/>
                  <a:pt x="59" y="67"/>
                </a:cubicBezTo>
                <a:cubicBezTo>
                  <a:pt x="60" y="68"/>
                  <a:pt x="63" y="70"/>
                  <a:pt x="63" y="71"/>
                </a:cubicBezTo>
                <a:cubicBezTo>
                  <a:pt x="64" y="72"/>
                  <a:pt x="64" y="72"/>
                  <a:pt x="65" y="74"/>
                </a:cubicBezTo>
                <a:cubicBezTo>
                  <a:pt x="65" y="75"/>
                  <a:pt x="66" y="75"/>
                  <a:pt x="66" y="76"/>
                </a:cubicBezTo>
                <a:cubicBezTo>
                  <a:pt x="67" y="77"/>
                  <a:pt x="66" y="78"/>
                  <a:pt x="67" y="78"/>
                </a:cubicBezTo>
                <a:cubicBezTo>
                  <a:pt x="67" y="79"/>
                  <a:pt x="67" y="80"/>
                  <a:pt x="68" y="81"/>
                </a:cubicBezTo>
                <a:cubicBezTo>
                  <a:pt x="68" y="81"/>
                  <a:pt x="68" y="84"/>
                  <a:pt x="69" y="85"/>
                </a:cubicBezTo>
                <a:cubicBezTo>
                  <a:pt x="69" y="85"/>
                  <a:pt x="70" y="86"/>
                  <a:pt x="70" y="87"/>
                </a:cubicBezTo>
                <a:cubicBezTo>
                  <a:pt x="70" y="87"/>
                  <a:pt x="70" y="88"/>
                  <a:pt x="70" y="89"/>
                </a:cubicBezTo>
                <a:cubicBezTo>
                  <a:pt x="70" y="90"/>
                  <a:pt x="70" y="90"/>
                  <a:pt x="70" y="91"/>
                </a:cubicBezTo>
                <a:cubicBezTo>
                  <a:pt x="70" y="92"/>
                  <a:pt x="70" y="92"/>
                  <a:pt x="71" y="94"/>
                </a:cubicBezTo>
                <a:cubicBezTo>
                  <a:pt x="71" y="95"/>
                  <a:pt x="72" y="95"/>
                  <a:pt x="72" y="96"/>
                </a:cubicBezTo>
                <a:cubicBezTo>
                  <a:pt x="73" y="98"/>
                  <a:pt x="74" y="98"/>
                  <a:pt x="74" y="98"/>
                </a:cubicBezTo>
                <a:close/>
                <a:moveTo>
                  <a:pt x="24" y="121"/>
                </a:moveTo>
                <a:cubicBezTo>
                  <a:pt x="24" y="121"/>
                  <a:pt x="25" y="121"/>
                  <a:pt x="25" y="121"/>
                </a:cubicBezTo>
                <a:cubicBezTo>
                  <a:pt x="25" y="122"/>
                  <a:pt x="24" y="122"/>
                  <a:pt x="25" y="123"/>
                </a:cubicBezTo>
                <a:cubicBezTo>
                  <a:pt x="25" y="123"/>
                  <a:pt x="24" y="124"/>
                  <a:pt x="25" y="124"/>
                </a:cubicBezTo>
                <a:cubicBezTo>
                  <a:pt x="26" y="124"/>
                  <a:pt x="26" y="124"/>
                  <a:pt x="27" y="123"/>
                </a:cubicBezTo>
                <a:cubicBezTo>
                  <a:pt x="27" y="122"/>
                  <a:pt x="27" y="121"/>
                  <a:pt x="27" y="121"/>
                </a:cubicBezTo>
                <a:cubicBezTo>
                  <a:pt x="27" y="121"/>
                  <a:pt x="27" y="120"/>
                  <a:pt x="26" y="120"/>
                </a:cubicBezTo>
                <a:cubicBezTo>
                  <a:pt x="26" y="120"/>
                  <a:pt x="25" y="120"/>
                  <a:pt x="24" y="121"/>
                </a:cubicBezTo>
                <a:cubicBezTo>
                  <a:pt x="24" y="121"/>
                  <a:pt x="24" y="121"/>
                  <a:pt x="24" y="121"/>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6948488" y="4305300"/>
            <a:ext cx="625475" cy="412750"/>
          </a:xfrm>
          <a:custGeom>
            <a:avLst/>
            <a:gdLst>
              <a:gd name="T0" fmla="*/ 106 w 153"/>
              <a:gd name="T1" fmla="*/ 101 h 101"/>
              <a:gd name="T2" fmla="*/ 108 w 153"/>
              <a:gd name="T3" fmla="*/ 93 h 101"/>
              <a:gd name="T4" fmla="*/ 111 w 153"/>
              <a:gd name="T5" fmla="*/ 89 h 101"/>
              <a:gd name="T6" fmla="*/ 109 w 153"/>
              <a:gd name="T7" fmla="*/ 82 h 101"/>
              <a:gd name="T8" fmla="*/ 105 w 153"/>
              <a:gd name="T9" fmla="*/ 79 h 101"/>
              <a:gd name="T10" fmla="*/ 102 w 153"/>
              <a:gd name="T11" fmla="*/ 76 h 101"/>
              <a:gd name="T12" fmla="*/ 107 w 153"/>
              <a:gd name="T13" fmla="*/ 72 h 101"/>
              <a:gd name="T14" fmla="*/ 113 w 153"/>
              <a:gd name="T15" fmla="*/ 72 h 101"/>
              <a:gd name="T16" fmla="*/ 115 w 153"/>
              <a:gd name="T17" fmla="*/ 68 h 101"/>
              <a:gd name="T18" fmla="*/ 118 w 153"/>
              <a:gd name="T19" fmla="*/ 66 h 101"/>
              <a:gd name="T20" fmla="*/ 118 w 153"/>
              <a:gd name="T21" fmla="*/ 61 h 101"/>
              <a:gd name="T22" fmla="*/ 121 w 153"/>
              <a:gd name="T23" fmla="*/ 59 h 101"/>
              <a:gd name="T24" fmla="*/ 128 w 153"/>
              <a:gd name="T25" fmla="*/ 58 h 101"/>
              <a:gd name="T26" fmla="*/ 131 w 153"/>
              <a:gd name="T27" fmla="*/ 58 h 101"/>
              <a:gd name="T28" fmla="*/ 129 w 153"/>
              <a:gd name="T29" fmla="*/ 63 h 101"/>
              <a:gd name="T30" fmla="*/ 133 w 153"/>
              <a:gd name="T31" fmla="*/ 67 h 101"/>
              <a:gd name="T32" fmla="*/ 135 w 153"/>
              <a:gd name="T33" fmla="*/ 69 h 101"/>
              <a:gd name="T34" fmla="*/ 135 w 153"/>
              <a:gd name="T35" fmla="*/ 65 h 101"/>
              <a:gd name="T36" fmla="*/ 139 w 153"/>
              <a:gd name="T37" fmla="*/ 66 h 101"/>
              <a:gd name="T38" fmla="*/ 145 w 153"/>
              <a:gd name="T39" fmla="*/ 63 h 101"/>
              <a:gd name="T40" fmla="*/ 149 w 153"/>
              <a:gd name="T41" fmla="*/ 62 h 101"/>
              <a:gd name="T42" fmla="*/ 153 w 153"/>
              <a:gd name="T43" fmla="*/ 60 h 101"/>
              <a:gd name="T44" fmla="*/ 147 w 153"/>
              <a:gd name="T45" fmla="*/ 57 h 101"/>
              <a:gd name="T46" fmla="*/ 142 w 153"/>
              <a:gd name="T47" fmla="*/ 54 h 101"/>
              <a:gd name="T48" fmla="*/ 139 w 153"/>
              <a:gd name="T49" fmla="*/ 53 h 101"/>
              <a:gd name="T50" fmla="*/ 136 w 153"/>
              <a:gd name="T51" fmla="*/ 55 h 101"/>
              <a:gd name="T52" fmla="*/ 130 w 153"/>
              <a:gd name="T53" fmla="*/ 52 h 101"/>
              <a:gd name="T54" fmla="*/ 133 w 153"/>
              <a:gd name="T55" fmla="*/ 46 h 101"/>
              <a:gd name="T56" fmla="*/ 134 w 153"/>
              <a:gd name="T57" fmla="*/ 42 h 101"/>
              <a:gd name="T58" fmla="*/ 124 w 153"/>
              <a:gd name="T59" fmla="*/ 48 h 101"/>
              <a:gd name="T60" fmla="*/ 117 w 153"/>
              <a:gd name="T61" fmla="*/ 52 h 101"/>
              <a:gd name="T62" fmla="*/ 112 w 153"/>
              <a:gd name="T63" fmla="*/ 57 h 101"/>
              <a:gd name="T64" fmla="*/ 113 w 153"/>
              <a:gd name="T65" fmla="*/ 62 h 101"/>
              <a:gd name="T66" fmla="*/ 107 w 153"/>
              <a:gd name="T67" fmla="*/ 55 h 101"/>
              <a:gd name="T68" fmla="*/ 90 w 153"/>
              <a:gd name="T69" fmla="*/ 46 h 101"/>
              <a:gd name="T70" fmla="*/ 90 w 153"/>
              <a:gd name="T71" fmla="*/ 33 h 101"/>
              <a:gd name="T72" fmla="*/ 85 w 153"/>
              <a:gd name="T73" fmla="*/ 28 h 101"/>
              <a:gd name="T74" fmla="*/ 72 w 153"/>
              <a:gd name="T75" fmla="*/ 25 h 101"/>
              <a:gd name="T76" fmla="*/ 47 w 153"/>
              <a:gd name="T77" fmla="*/ 18 h 101"/>
              <a:gd name="T78" fmla="*/ 23 w 153"/>
              <a:gd name="T79" fmla="*/ 0 h 101"/>
              <a:gd name="T80" fmla="*/ 9 w 153"/>
              <a:gd name="T81" fmla="*/ 54 h 101"/>
              <a:gd name="T82" fmla="*/ 10 w 153"/>
              <a:gd name="T83" fmla="*/ 51 h 101"/>
              <a:gd name="T84" fmla="*/ 17 w 153"/>
              <a:gd name="T85" fmla="*/ 43 h 101"/>
              <a:gd name="T86" fmla="*/ 21 w 153"/>
              <a:gd name="T87" fmla="*/ 38 h 101"/>
              <a:gd name="T88" fmla="*/ 24 w 153"/>
              <a:gd name="T89" fmla="*/ 36 h 101"/>
              <a:gd name="T90" fmla="*/ 36 w 153"/>
              <a:gd name="T91" fmla="*/ 43 h 101"/>
              <a:gd name="T92" fmla="*/ 39 w 153"/>
              <a:gd name="T93" fmla="*/ 47 h 101"/>
              <a:gd name="T94" fmla="*/ 38 w 153"/>
              <a:gd name="T95" fmla="*/ 50 h 101"/>
              <a:gd name="T96" fmla="*/ 39 w 153"/>
              <a:gd name="T97" fmla="*/ 54 h 101"/>
              <a:gd name="T98" fmla="*/ 46 w 153"/>
              <a:gd name="T99" fmla="*/ 53 h 101"/>
              <a:gd name="T100" fmla="*/ 50 w 153"/>
              <a:gd name="T101" fmla="*/ 53 h 101"/>
              <a:gd name="T102" fmla="*/ 58 w 153"/>
              <a:gd name="T103" fmla="*/ 64 h 101"/>
              <a:gd name="T104" fmla="*/ 86 w 153"/>
              <a:gd name="T105" fmla="*/ 88 h 101"/>
              <a:gd name="T106" fmla="*/ 95 w 153"/>
              <a:gd name="T107" fmla="*/ 91 h 101"/>
              <a:gd name="T108" fmla="*/ 95 w 153"/>
              <a:gd name="T109"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 h="101">
                <a:moveTo>
                  <a:pt x="101" y="101"/>
                </a:moveTo>
                <a:cubicBezTo>
                  <a:pt x="103" y="100"/>
                  <a:pt x="103" y="100"/>
                  <a:pt x="103" y="100"/>
                </a:cubicBezTo>
                <a:cubicBezTo>
                  <a:pt x="106" y="101"/>
                  <a:pt x="106" y="101"/>
                  <a:pt x="106" y="101"/>
                </a:cubicBezTo>
                <a:cubicBezTo>
                  <a:pt x="106" y="97"/>
                  <a:pt x="106" y="97"/>
                  <a:pt x="106" y="97"/>
                </a:cubicBezTo>
                <a:cubicBezTo>
                  <a:pt x="106" y="97"/>
                  <a:pt x="107" y="96"/>
                  <a:pt x="107" y="96"/>
                </a:cubicBezTo>
                <a:cubicBezTo>
                  <a:pt x="107" y="96"/>
                  <a:pt x="108" y="93"/>
                  <a:pt x="108" y="93"/>
                </a:cubicBezTo>
                <a:cubicBezTo>
                  <a:pt x="110" y="92"/>
                  <a:pt x="110" y="92"/>
                  <a:pt x="110" y="92"/>
                </a:cubicBezTo>
                <a:cubicBezTo>
                  <a:pt x="110" y="92"/>
                  <a:pt x="111" y="92"/>
                  <a:pt x="111" y="91"/>
                </a:cubicBezTo>
                <a:cubicBezTo>
                  <a:pt x="111" y="91"/>
                  <a:pt x="111" y="89"/>
                  <a:pt x="111" y="89"/>
                </a:cubicBezTo>
                <a:cubicBezTo>
                  <a:pt x="111" y="89"/>
                  <a:pt x="108" y="87"/>
                  <a:pt x="108" y="87"/>
                </a:cubicBezTo>
                <a:cubicBezTo>
                  <a:pt x="108" y="87"/>
                  <a:pt x="108" y="83"/>
                  <a:pt x="108" y="83"/>
                </a:cubicBezTo>
                <a:cubicBezTo>
                  <a:pt x="108" y="83"/>
                  <a:pt x="108" y="83"/>
                  <a:pt x="109" y="82"/>
                </a:cubicBezTo>
                <a:cubicBezTo>
                  <a:pt x="109" y="82"/>
                  <a:pt x="109" y="80"/>
                  <a:pt x="109" y="80"/>
                </a:cubicBezTo>
                <a:cubicBezTo>
                  <a:pt x="107" y="79"/>
                  <a:pt x="107" y="79"/>
                  <a:pt x="107" y="79"/>
                </a:cubicBezTo>
                <a:cubicBezTo>
                  <a:pt x="105" y="79"/>
                  <a:pt x="105" y="79"/>
                  <a:pt x="105" y="79"/>
                </a:cubicBezTo>
                <a:cubicBezTo>
                  <a:pt x="105" y="79"/>
                  <a:pt x="105" y="79"/>
                  <a:pt x="104" y="78"/>
                </a:cubicBezTo>
                <a:cubicBezTo>
                  <a:pt x="104" y="78"/>
                  <a:pt x="102" y="77"/>
                  <a:pt x="102" y="77"/>
                </a:cubicBezTo>
                <a:cubicBezTo>
                  <a:pt x="102" y="77"/>
                  <a:pt x="102" y="76"/>
                  <a:pt x="102" y="76"/>
                </a:cubicBezTo>
                <a:cubicBezTo>
                  <a:pt x="102" y="75"/>
                  <a:pt x="103" y="73"/>
                  <a:pt x="103" y="73"/>
                </a:cubicBezTo>
                <a:cubicBezTo>
                  <a:pt x="103" y="73"/>
                  <a:pt x="105" y="72"/>
                  <a:pt x="105" y="72"/>
                </a:cubicBezTo>
                <a:cubicBezTo>
                  <a:pt x="105" y="72"/>
                  <a:pt x="107" y="72"/>
                  <a:pt x="107" y="72"/>
                </a:cubicBezTo>
                <a:cubicBezTo>
                  <a:pt x="108" y="73"/>
                  <a:pt x="109" y="73"/>
                  <a:pt x="109" y="73"/>
                </a:cubicBezTo>
                <a:cubicBezTo>
                  <a:pt x="112" y="73"/>
                  <a:pt x="112" y="73"/>
                  <a:pt x="112" y="73"/>
                </a:cubicBezTo>
                <a:cubicBezTo>
                  <a:pt x="112" y="73"/>
                  <a:pt x="112" y="73"/>
                  <a:pt x="113" y="72"/>
                </a:cubicBezTo>
                <a:cubicBezTo>
                  <a:pt x="113" y="71"/>
                  <a:pt x="114" y="70"/>
                  <a:pt x="114" y="70"/>
                </a:cubicBezTo>
                <a:cubicBezTo>
                  <a:pt x="115" y="70"/>
                  <a:pt x="115" y="69"/>
                  <a:pt x="115" y="69"/>
                </a:cubicBezTo>
                <a:cubicBezTo>
                  <a:pt x="115" y="69"/>
                  <a:pt x="115" y="68"/>
                  <a:pt x="115" y="68"/>
                </a:cubicBezTo>
                <a:cubicBezTo>
                  <a:pt x="115" y="68"/>
                  <a:pt x="113" y="67"/>
                  <a:pt x="113" y="67"/>
                </a:cubicBezTo>
                <a:cubicBezTo>
                  <a:pt x="115" y="66"/>
                  <a:pt x="115" y="66"/>
                  <a:pt x="115" y="66"/>
                </a:cubicBezTo>
                <a:cubicBezTo>
                  <a:pt x="118" y="66"/>
                  <a:pt x="118" y="66"/>
                  <a:pt x="118" y="66"/>
                </a:cubicBezTo>
                <a:cubicBezTo>
                  <a:pt x="119" y="65"/>
                  <a:pt x="119" y="65"/>
                  <a:pt x="119" y="65"/>
                </a:cubicBezTo>
                <a:cubicBezTo>
                  <a:pt x="119" y="63"/>
                  <a:pt x="119" y="63"/>
                  <a:pt x="119" y="63"/>
                </a:cubicBezTo>
                <a:cubicBezTo>
                  <a:pt x="118" y="61"/>
                  <a:pt x="118" y="61"/>
                  <a:pt x="118" y="61"/>
                </a:cubicBezTo>
                <a:cubicBezTo>
                  <a:pt x="119" y="61"/>
                  <a:pt x="119" y="61"/>
                  <a:pt x="119" y="61"/>
                </a:cubicBezTo>
                <a:cubicBezTo>
                  <a:pt x="119" y="61"/>
                  <a:pt x="120" y="60"/>
                  <a:pt x="120" y="60"/>
                </a:cubicBezTo>
                <a:cubicBezTo>
                  <a:pt x="120" y="59"/>
                  <a:pt x="121" y="59"/>
                  <a:pt x="121" y="59"/>
                </a:cubicBezTo>
                <a:cubicBezTo>
                  <a:pt x="122" y="61"/>
                  <a:pt x="122" y="61"/>
                  <a:pt x="122" y="61"/>
                </a:cubicBezTo>
                <a:cubicBezTo>
                  <a:pt x="122" y="61"/>
                  <a:pt x="124" y="61"/>
                  <a:pt x="124" y="61"/>
                </a:cubicBezTo>
                <a:cubicBezTo>
                  <a:pt x="124" y="60"/>
                  <a:pt x="128" y="58"/>
                  <a:pt x="128" y="58"/>
                </a:cubicBezTo>
                <a:cubicBezTo>
                  <a:pt x="129" y="56"/>
                  <a:pt x="129" y="56"/>
                  <a:pt x="129" y="56"/>
                </a:cubicBezTo>
                <a:cubicBezTo>
                  <a:pt x="130" y="57"/>
                  <a:pt x="130" y="57"/>
                  <a:pt x="130" y="57"/>
                </a:cubicBezTo>
                <a:cubicBezTo>
                  <a:pt x="131" y="58"/>
                  <a:pt x="131" y="58"/>
                  <a:pt x="131" y="58"/>
                </a:cubicBezTo>
                <a:cubicBezTo>
                  <a:pt x="131" y="58"/>
                  <a:pt x="131" y="59"/>
                  <a:pt x="131" y="59"/>
                </a:cubicBezTo>
                <a:cubicBezTo>
                  <a:pt x="131" y="59"/>
                  <a:pt x="132" y="60"/>
                  <a:pt x="132" y="60"/>
                </a:cubicBezTo>
                <a:cubicBezTo>
                  <a:pt x="129" y="63"/>
                  <a:pt x="129" y="63"/>
                  <a:pt x="129" y="63"/>
                </a:cubicBezTo>
                <a:cubicBezTo>
                  <a:pt x="130" y="64"/>
                  <a:pt x="130" y="64"/>
                  <a:pt x="130" y="64"/>
                </a:cubicBezTo>
                <a:cubicBezTo>
                  <a:pt x="131" y="65"/>
                  <a:pt x="131" y="65"/>
                  <a:pt x="131" y="65"/>
                </a:cubicBezTo>
                <a:cubicBezTo>
                  <a:pt x="133" y="67"/>
                  <a:pt x="133" y="67"/>
                  <a:pt x="133" y="67"/>
                </a:cubicBezTo>
                <a:cubicBezTo>
                  <a:pt x="134" y="66"/>
                  <a:pt x="134" y="66"/>
                  <a:pt x="134" y="66"/>
                </a:cubicBezTo>
                <a:cubicBezTo>
                  <a:pt x="134" y="66"/>
                  <a:pt x="134" y="67"/>
                  <a:pt x="134" y="67"/>
                </a:cubicBezTo>
                <a:cubicBezTo>
                  <a:pt x="134" y="67"/>
                  <a:pt x="135" y="69"/>
                  <a:pt x="135" y="69"/>
                </a:cubicBezTo>
                <a:cubicBezTo>
                  <a:pt x="135" y="69"/>
                  <a:pt x="136" y="69"/>
                  <a:pt x="136" y="69"/>
                </a:cubicBezTo>
                <a:cubicBezTo>
                  <a:pt x="136" y="69"/>
                  <a:pt x="136" y="68"/>
                  <a:pt x="136" y="68"/>
                </a:cubicBezTo>
                <a:cubicBezTo>
                  <a:pt x="136" y="67"/>
                  <a:pt x="135" y="66"/>
                  <a:pt x="135" y="65"/>
                </a:cubicBezTo>
                <a:cubicBezTo>
                  <a:pt x="135" y="65"/>
                  <a:pt x="135" y="65"/>
                  <a:pt x="136" y="65"/>
                </a:cubicBezTo>
                <a:cubicBezTo>
                  <a:pt x="136" y="65"/>
                  <a:pt x="137" y="64"/>
                  <a:pt x="138" y="64"/>
                </a:cubicBezTo>
                <a:cubicBezTo>
                  <a:pt x="138" y="65"/>
                  <a:pt x="139" y="65"/>
                  <a:pt x="139" y="66"/>
                </a:cubicBezTo>
                <a:cubicBezTo>
                  <a:pt x="139" y="66"/>
                  <a:pt x="140" y="66"/>
                  <a:pt x="141" y="66"/>
                </a:cubicBezTo>
                <a:cubicBezTo>
                  <a:pt x="141" y="66"/>
                  <a:pt x="143" y="66"/>
                  <a:pt x="143" y="65"/>
                </a:cubicBezTo>
                <a:cubicBezTo>
                  <a:pt x="144" y="65"/>
                  <a:pt x="144" y="64"/>
                  <a:pt x="145" y="63"/>
                </a:cubicBezTo>
                <a:cubicBezTo>
                  <a:pt x="145" y="63"/>
                  <a:pt x="147" y="63"/>
                  <a:pt x="147" y="63"/>
                </a:cubicBezTo>
                <a:cubicBezTo>
                  <a:pt x="147" y="62"/>
                  <a:pt x="147" y="62"/>
                  <a:pt x="147" y="62"/>
                </a:cubicBezTo>
                <a:cubicBezTo>
                  <a:pt x="147" y="62"/>
                  <a:pt x="148" y="61"/>
                  <a:pt x="149" y="62"/>
                </a:cubicBezTo>
                <a:cubicBezTo>
                  <a:pt x="149" y="62"/>
                  <a:pt x="150" y="62"/>
                  <a:pt x="150" y="62"/>
                </a:cubicBezTo>
                <a:cubicBezTo>
                  <a:pt x="150" y="62"/>
                  <a:pt x="151" y="61"/>
                  <a:pt x="151" y="61"/>
                </a:cubicBezTo>
                <a:cubicBezTo>
                  <a:pt x="151" y="60"/>
                  <a:pt x="153" y="60"/>
                  <a:pt x="153" y="60"/>
                </a:cubicBezTo>
                <a:cubicBezTo>
                  <a:pt x="153" y="59"/>
                  <a:pt x="153" y="59"/>
                  <a:pt x="153" y="59"/>
                </a:cubicBezTo>
                <a:cubicBezTo>
                  <a:pt x="153" y="59"/>
                  <a:pt x="150" y="59"/>
                  <a:pt x="149" y="59"/>
                </a:cubicBezTo>
                <a:cubicBezTo>
                  <a:pt x="149" y="58"/>
                  <a:pt x="147" y="57"/>
                  <a:pt x="147" y="57"/>
                </a:cubicBezTo>
                <a:cubicBezTo>
                  <a:pt x="147" y="57"/>
                  <a:pt x="145" y="56"/>
                  <a:pt x="145" y="56"/>
                </a:cubicBezTo>
                <a:cubicBezTo>
                  <a:pt x="145" y="56"/>
                  <a:pt x="146" y="55"/>
                  <a:pt x="144" y="54"/>
                </a:cubicBezTo>
                <a:cubicBezTo>
                  <a:pt x="142" y="54"/>
                  <a:pt x="142" y="54"/>
                  <a:pt x="142" y="54"/>
                </a:cubicBezTo>
                <a:cubicBezTo>
                  <a:pt x="142" y="53"/>
                  <a:pt x="141" y="52"/>
                  <a:pt x="141" y="51"/>
                </a:cubicBezTo>
                <a:cubicBezTo>
                  <a:pt x="141" y="51"/>
                  <a:pt x="139" y="50"/>
                  <a:pt x="139" y="51"/>
                </a:cubicBezTo>
                <a:cubicBezTo>
                  <a:pt x="139" y="51"/>
                  <a:pt x="139" y="53"/>
                  <a:pt x="139" y="53"/>
                </a:cubicBezTo>
                <a:cubicBezTo>
                  <a:pt x="138" y="54"/>
                  <a:pt x="138" y="54"/>
                  <a:pt x="138" y="54"/>
                </a:cubicBezTo>
                <a:cubicBezTo>
                  <a:pt x="137" y="55"/>
                  <a:pt x="137" y="55"/>
                  <a:pt x="137" y="55"/>
                </a:cubicBezTo>
                <a:cubicBezTo>
                  <a:pt x="137" y="55"/>
                  <a:pt x="136" y="55"/>
                  <a:pt x="136" y="55"/>
                </a:cubicBezTo>
                <a:cubicBezTo>
                  <a:pt x="135" y="55"/>
                  <a:pt x="133" y="55"/>
                  <a:pt x="133" y="54"/>
                </a:cubicBezTo>
                <a:cubicBezTo>
                  <a:pt x="133" y="54"/>
                  <a:pt x="132" y="52"/>
                  <a:pt x="132" y="52"/>
                </a:cubicBezTo>
                <a:cubicBezTo>
                  <a:pt x="132" y="52"/>
                  <a:pt x="130" y="52"/>
                  <a:pt x="130" y="52"/>
                </a:cubicBezTo>
                <a:cubicBezTo>
                  <a:pt x="130" y="52"/>
                  <a:pt x="127" y="51"/>
                  <a:pt x="127" y="51"/>
                </a:cubicBezTo>
                <a:cubicBezTo>
                  <a:pt x="128" y="49"/>
                  <a:pt x="128" y="49"/>
                  <a:pt x="128" y="49"/>
                </a:cubicBezTo>
                <a:cubicBezTo>
                  <a:pt x="133" y="46"/>
                  <a:pt x="133" y="46"/>
                  <a:pt x="133" y="46"/>
                </a:cubicBezTo>
                <a:cubicBezTo>
                  <a:pt x="134" y="44"/>
                  <a:pt x="134" y="44"/>
                  <a:pt x="134" y="44"/>
                </a:cubicBezTo>
                <a:cubicBezTo>
                  <a:pt x="136" y="43"/>
                  <a:pt x="136" y="43"/>
                  <a:pt x="136" y="43"/>
                </a:cubicBezTo>
                <a:cubicBezTo>
                  <a:pt x="134" y="42"/>
                  <a:pt x="134" y="42"/>
                  <a:pt x="134" y="42"/>
                </a:cubicBezTo>
                <a:cubicBezTo>
                  <a:pt x="131" y="44"/>
                  <a:pt x="131" y="44"/>
                  <a:pt x="131" y="44"/>
                </a:cubicBezTo>
                <a:cubicBezTo>
                  <a:pt x="131" y="44"/>
                  <a:pt x="129" y="44"/>
                  <a:pt x="129" y="44"/>
                </a:cubicBezTo>
                <a:cubicBezTo>
                  <a:pt x="129" y="44"/>
                  <a:pt x="124" y="48"/>
                  <a:pt x="124" y="48"/>
                </a:cubicBezTo>
                <a:cubicBezTo>
                  <a:pt x="121" y="50"/>
                  <a:pt x="121" y="50"/>
                  <a:pt x="121" y="50"/>
                </a:cubicBezTo>
                <a:cubicBezTo>
                  <a:pt x="120" y="52"/>
                  <a:pt x="120" y="52"/>
                  <a:pt x="120" y="52"/>
                </a:cubicBezTo>
                <a:cubicBezTo>
                  <a:pt x="117" y="52"/>
                  <a:pt x="117" y="52"/>
                  <a:pt x="117" y="52"/>
                </a:cubicBezTo>
                <a:cubicBezTo>
                  <a:pt x="116" y="55"/>
                  <a:pt x="116" y="55"/>
                  <a:pt x="116" y="55"/>
                </a:cubicBezTo>
                <a:cubicBezTo>
                  <a:pt x="114" y="57"/>
                  <a:pt x="114" y="57"/>
                  <a:pt x="114" y="57"/>
                </a:cubicBezTo>
                <a:cubicBezTo>
                  <a:pt x="112" y="57"/>
                  <a:pt x="112" y="57"/>
                  <a:pt x="112" y="57"/>
                </a:cubicBezTo>
                <a:cubicBezTo>
                  <a:pt x="112" y="57"/>
                  <a:pt x="113" y="59"/>
                  <a:pt x="113" y="60"/>
                </a:cubicBezTo>
                <a:cubicBezTo>
                  <a:pt x="114" y="60"/>
                  <a:pt x="114" y="61"/>
                  <a:pt x="114" y="61"/>
                </a:cubicBezTo>
                <a:cubicBezTo>
                  <a:pt x="113" y="62"/>
                  <a:pt x="113" y="62"/>
                  <a:pt x="113" y="62"/>
                </a:cubicBezTo>
                <a:cubicBezTo>
                  <a:pt x="107" y="59"/>
                  <a:pt x="107" y="59"/>
                  <a:pt x="107" y="59"/>
                </a:cubicBezTo>
                <a:cubicBezTo>
                  <a:pt x="108" y="57"/>
                  <a:pt x="108" y="57"/>
                  <a:pt x="108" y="57"/>
                </a:cubicBezTo>
                <a:cubicBezTo>
                  <a:pt x="107" y="55"/>
                  <a:pt x="107" y="55"/>
                  <a:pt x="107" y="55"/>
                </a:cubicBezTo>
                <a:cubicBezTo>
                  <a:pt x="96" y="55"/>
                  <a:pt x="96" y="55"/>
                  <a:pt x="96" y="55"/>
                </a:cubicBezTo>
                <a:cubicBezTo>
                  <a:pt x="94" y="46"/>
                  <a:pt x="94" y="46"/>
                  <a:pt x="94" y="46"/>
                </a:cubicBezTo>
                <a:cubicBezTo>
                  <a:pt x="90" y="46"/>
                  <a:pt x="90" y="46"/>
                  <a:pt x="90" y="46"/>
                </a:cubicBezTo>
                <a:cubicBezTo>
                  <a:pt x="90" y="46"/>
                  <a:pt x="91" y="39"/>
                  <a:pt x="91" y="39"/>
                </a:cubicBezTo>
                <a:cubicBezTo>
                  <a:pt x="91" y="39"/>
                  <a:pt x="91" y="33"/>
                  <a:pt x="91" y="33"/>
                </a:cubicBezTo>
                <a:cubicBezTo>
                  <a:pt x="90" y="33"/>
                  <a:pt x="90" y="33"/>
                  <a:pt x="90" y="33"/>
                </a:cubicBezTo>
                <a:cubicBezTo>
                  <a:pt x="89" y="34"/>
                  <a:pt x="89" y="34"/>
                  <a:pt x="89" y="34"/>
                </a:cubicBezTo>
                <a:cubicBezTo>
                  <a:pt x="88" y="34"/>
                  <a:pt x="88" y="34"/>
                  <a:pt x="88" y="34"/>
                </a:cubicBezTo>
                <a:cubicBezTo>
                  <a:pt x="85" y="28"/>
                  <a:pt x="85" y="28"/>
                  <a:pt x="85" y="28"/>
                </a:cubicBezTo>
                <a:cubicBezTo>
                  <a:pt x="81" y="24"/>
                  <a:pt x="81" y="24"/>
                  <a:pt x="81" y="24"/>
                </a:cubicBezTo>
                <a:cubicBezTo>
                  <a:pt x="77" y="26"/>
                  <a:pt x="77" y="26"/>
                  <a:pt x="77" y="26"/>
                </a:cubicBezTo>
                <a:cubicBezTo>
                  <a:pt x="72" y="25"/>
                  <a:pt x="72" y="25"/>
                  <a:pt x="72" y="25"/>
                </a:cubicBezTo>
                <a:cubicBezTo>
                  <a:pt x="61" y="25"/>
                  <a:pt x="61" y="25"/>
                  <a:pt x="61" y="25"/>
                </a:cubicBezTo>
                <a:cubicBezTo>
                  <a:pt x="54" y="26"/>
                  <a:pt x="54" y="26"/>
                  <a:pt x="54" y="26"/>
                </a:cubicBezTo>
                <a:cubicBezTo>
                  <a:pt x="47" y="18"/>
                  <a:pt x="47" y="18"/>
                  <a:pt x="47" y="18"/>
                </a:cubicBezTo>
                <a:cubicBezTo>
                  <a:pt x="45" y="15"/>
                  <a:pt x="45" y="15"/>
                  <a:pt x="45" y="15"/>
                </a:cubicBezTo>
                <a:cubicBezTo>
                  <a:pt x="37" y="8"/>
                  <a:pt x="37" y="8"/>
                  <a:pt x="37" y="8"/>
                </a:cubicBezTo>
                <a:cubicBezTo>
                  <a:pt x="23" y="0"/>
                  <a:pt x="23" y="0"/>
                  <a:pt x="23" y="0"/>
                </a:cubicBezTo>
                <a:cubicBezTo>
                  <a:pt x="0" y="8"/>
                  <a:pt x="0" y="8"/>
                  <a:pt x="0" y="8"/>
                </a:cubicBezTo>
                <a:cubicBezTo>
                  <a:pt x="0" y="53"/>
                  <a:pt x="0" y="53"/>
                  <a:pt x="0" y="53"/>
                </a:cubicBezTo>
                <a:cubicBezTo>
                  <a:pt x="9" y="54"/>
                  <a:pt x="9" y="54"/>
                  <a:pt x="9" y="54"/>
                </a:cubicBezTo>
                <a:cubicBezTo>
                  <a:pt x="11" y="53"/>
                  <a:pt x="11" y="53"/>
                  <a:pt x="11" y="53"/>
                </a:cubicBezTo>
                <a:cubicBezTo>
                  <a:pt x="11" y="53"/>
                  <a:pt x="11" y="53"/>
                  <a:pt x="11" y="52"/>
                </a:cubicBezTo>
                <a:cubicBezTo>
                  <a:pt x="11" y="52"/>
                  <a:pt x="10" y="51"/>
                  <a:pt x="10" y="51"/>
                </a:cubicBezTo>
                <a:cubicBezTo>
                  <a:pt x="10" y="50"/>
                  <a:pt x="10" y="46"/>
                  <a:pt x="10" y="46"/>
                </a:cubicBezTo>
                <a:cubicBezTo>
                  <a:pt x="10" y="46"/>
                  <a:pt x="13" y="43"/>
                  <a:pt x="13" y="43"/>
                </a:cubicBezTo>
                <a:cubicBezTo>
                  <a:pt x="17" y="43"/>
                  <a:pt x="17" y="43"/>
                  <a:pt x="17" y="43"/>
                </a:cubicBezTo>
                <a:cubicBezTo>
                  <a:pt x="17" y="43"/>
                  <a:pt x="18" y="39"/>
                  <a:pt x="18" y="39"/>
                </a:cubicBezTo>
                <a:cubicBezTo>
                  <a:pt x="19" y="39"/>
                  <a:pt x="22" y="41"/>
                  <a:pt x="22" y="40"/>
                </a:cubicBezTo>
                <a:cubicBezTo>
                  <a:pt x="22" y="40"/>
                  <a:pt x="21" y="38"/>
                  <a:pt x="21" y="38"/>
                </a:cubicBezTo>
                <a:cubicBezTo>
                  <a:pt x="21" y="38"/>
                  <a:pt x="21" y="37"/>
                  <a:pt x="21" y="37"/>
                </a:cubicBezTo>
                <a:cubicBezTo>
                  <a:pt x="21" y="37"/>
                  <a:pt x="23" y="37"/>
                  <a:pt x="23" y="37"/>
                </a:cubicBezTo>
                <a:cubicBezTo>
                  <a:pt x="23" y="37"/>
                  <a:pt x="24" y="36"/>
                  <a:pt x="24" y="36"/>
                </a:cubicBezTo>
                <a:cubicBezTo>
                  <a:pt x="31" y="41"/>
                  <a:pt x="31" y="41"/>
                  <a:pt x="31" y="41"/>
                </a:cubicBezTo>
                <a:cubicBezTo>
                  <a:pt x="36" y="41"/>
                  <a:pt x="36" y="41"/>
                  <a:pt x="36" y="41"/>
                </a:cubicBezTo>
                <a:cubicBezTo>
                  <a:pt x="36" y="43"/>
                  <a:pt x="36" y="43"/>
                  <a:pt x="36" y="43"/>
                </a:cubicBezTo>
                <a:cubicBezTo>
                  <a:pt x="36" y="44"/>
                  <a:pt x="36" y="44"/>
                  <a:pt x="36" y="44"/>
                </a:cubicBezTo>
                <a:cubicBezTo>
                  <a:pt x="36" y="44"/>
                  <a:pt x="36" y="45"/>
                  <a:pt x="36" y="45"/>
                </a:cubicBezTo>
                <a:cubicBezTo>
                  <a:pt x="36" y="45"/>
                  <a:pt x="39" y="47"/>
                  <a:pt x="39" y="47"/>
                </a:cubicBezTo>
                <a:cubicBezTo>
                  <a:pt x="36" y="48"/>
                  <a:pt x="36" y="48"/>
                  <a:pt x="36" y="48"/>
                </a:cubicBezTo>
                <a:cubicBezTo>
                  <a:pt x="36" y="48"/>
                  <a:pt x="37" y="48"/>
                  <a:pt x="37" y="49"/>
                </a:cubicBezTo>
                <a:cubicBezTo>
                  <a:pt x="37" y="49"/>
                  <a:pt x="38" y="50"/>
                  <a:pt x="38" y="50"/>
                </a:cubicBezTo>
                <a:cubicBezTo>
                  <a:pt x="38" y="50"/>
                  <a:pt x="37" y="51"/>
                  <a:pt x="37" y="51"/>
                </a:cubicBezTo>
                <a:cubicBezTo>
                  <a:pt x="37" y="52"/>
                  <a:pt x="37" y="52"/>
                  <a:pt x="37" y="52"/>
                </a:cubicBezTo>
                <a:cubicBezTo>
                  <a:pt x="39" y="54"/>
                  <a:pt x="39" y="54"/>
                  <a:pt x="39" y="54"/>
                </a:cubicBezTo>
                <a:cubicBezTo>
                  <a:pt x="44" y="54"/>
                  <a:pt x="44" y="54"/>
                  <a:pt x="44" y="54"/>
                </a:cubicBezTo>
                <a:cubicBezTo>
                  <a:pt x="45" y="53"/>
                  <a:pt x="45" y="53"/>
                  <a:pt x="45" y="53"/>
                </a:cubicBezTo>
                <a:cubicBezTo>
                  <a:pt x="46" y="53"/>
                  <a:pt x="46" y="53"/>
                  <a:pt x="46" y="53"/>
                </a:cubicBezTo>
                <a:cubicBezTo>
                  <a:pt x="47" y="54"/>
                  <a:pt x="47" y="54"/>
                  <a:pt x="47" y="54"/>
                </a:cubicBezTo>
                <a:cubicBezTo>
                  <a:pt x="48" y="54"/>
                  <a:pt x="48" y="54"/>
                  <a:pt x="48" y="54"/>
                </a:cubicBezTo>
                <a:cubicBezTo>
                  <a:pt x="50" y="53"/>
                  <a:pt x="50" y="53"/>
                  <a:pt x="50" y="53"/>
                </a:cubicBezTo>
                <a:cubicBezTo>
                  <a:pt x="54" y="58"/>
                  <a:pt x="54" y="58"/>
                  <a:pt x="54" y="58"/>
                </a:cubicBezTo>
                <a:cubicBezTo>
                  <a:pt x="55" y="61"/>
                  <a:pt x="55" y="61"/>
                  <a:pt x="55" y="61"/>
                </a:cubicBezTo>
                <a:cubicBezTo>
                  <a:pt x="55" y="61"/>
                  <a:pt x="58" y="64"/>
                  <a:pt x="58" y="64"/>
                </a:cubicBezTo>
                <a:cubicBezTo>
                  <a:pt x="58" y="64"/>
                  <a:pt x="58" y="68"/>
                  <a:pt x="58" y="68"/>
                </a:cubicBezTo>
                <a:cubicBezTo>
                  <a:pt x="72" y="78"/>
                  <a:pt x="72" y="78"/>
                  <a:pt x="72" y="78"/>
                </a:cubicBezTo>
                <a:cubicBezTo>
                  <a:pt x="86" y="88"/>
                  <a:pt x="86" y="88"/>
                  <a:pt x="86" y="88"/>
                </a:cubicBezTo>
                <a:cubicBezTo>
                  <a:pt x="90" y="88"/>
                  <a:pt x="90" y="88"/>
                  <a:pt x="90" y="88"/>
                </a:cubicBezTo>
                <a:cubicBezTo>
                  <a:pt x="90" y="88"/>
                  <a:pt x="92" y="90"/>
                  <a:pt x="93" y="90"/>
                </a:cubicBezTo>
                <a:cubicBezTo>
                  <a:pt x="93" y="90"/>
                  <a:pt x="95" y="91"/>
                  <a:pt x="95" y="91"/>
                </a:cubicBezTo>
                <a:cubicBezTo>
                  <a:pt x="95" y="93"/>
                  <a:pt x="95" y="93"/>
                  <a:pt x="95" y="93"/>
                </a:cubicBezTo>
                <a:cubicBezTo>
                  <a:pt x="95" y="93"/>
                  <a:pt x="94" y="93"/>
                  <a:pt x="94" y="94"/>
                </a:cubicBezTo>
                <a:cubicBezTo>
                  <a:pt x="94" y="94"/>
                  <a:pt x="95" y="99"/>
                  <a:pt x="95" y="99"/>
                </a:cubicBezTo>
                <a:cubicBezTo>
                  <a:pt x="98" y="98"/>
                  <a:pt x="98" y="98"/>
                  <a:pt x="98" y="98"/>
                </a:cubicBezTo>
                <a:lnTo>
                  <a:pt x="101" y="101"/>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6791326" y="5186363"/>
            <a:ext cx="176213" cy="146050"/>
          </a:xfrm>
          <a:custGeom>
            <a:avLst/>
            <a:gdLst>
              <a:gd name="T0" fmla="*/ 31 w 43"/>
              <a:gd name="T1" fmla="*/ 36 h 36"/>
              <a:gd name="T2" fmla="*/ 32 w 43"/>
              <a:gd name="T3" fmla="*/ 32 h 36"/>
              <a:gd name="T4" fmla="*/ 34 w 43"/>
              <a:gd name="T5" fmla="*/ 27 h 36"/>
              <a:gd name="T6" fmla="*/ 34 w 43"/>
              <a:gd name="T7" fmla="*/ 24 h 36"/>
              <a:gd name="T8" fmla="*/ 34 w 43"/>
              <a:gd name="T9" fmla="*/ 23 h 36"/>
              <a:gd name="T10" fmla="*/ 35 w 43"/>
              <a:gd name="T11" fmla="*/ 23 h 36"/>
              <a:gd name="T12" fmla="*/ 38 w 43"/>
              <a:gd name="T13" fmla="*/ 22 h 36"/>
              <a:gd name="T14" fmla="*/ 38 w 43"/>
              <a:gd name="T15" fmla="*/ 21 h 36"/>
              <a:gd name="T16" fmla="*/ 37 w 43"/>
              <a:gd name="T17" fmla="*/ 20 h 36"/>
              <a:gd name="T18" fmla="*/ 37 w 43"/>
              <a:gd name="T19" fmla="*/ 16 h 36"/>
              <a:gd name="T20" fmla="*/ 37 w 43"/>
              <a:gd name="T21" fmla="*/ 14 h 36"/>
              <a:gd name="T22" fmla="*/ 38 w 43"/>
              <a:gd name="T23" fmla="*/ 13 h 36"/>
              <a:gd name="T24" fmla="*/ 39 w 43"/>
              <a:gd name="T25" fmla="*/ 13 h 36"/>
              <a:gd name="T26" fmla="*/ 39 w 43"/>
              <a:gd name="T27" fmla="*/ 15 h 36"/>
              <a:gd name="T28" fmla="*/ 40 w 43"/>
              <a:gd name="T29" fmla="*/ 15 h 36"/>
              <a:gd name="T30" fmla="*/ 41 w 43"/>
              <a:gd name="T31" fmla="*/ 14 h 36"/>
              <a:gd name="T32" fmla="*/ 43 w 43"/>
              <a:gd name="T33" fmla="*/ 13 h 36"/>
              <a:gd name="T34" fmla="*/ 43 w 43"/>
              <a:gd name="T35" fmla="*/ 12 h 36"/>
              <a:gd name="T36" fmla="*/ 43 w 43"/>
              <a:gd name="T37" fmla="*/ 11 h 36"/>
              <a:gd name="T38" fmla="*/ 43 w 43"/>
              <a:gd name="T39" fmla="*/ 6 h 36"/>
              <a:gd name="T40" fmla="*/ 43 w 43"/>
              <a:gd name="T41" fmla="*/ 4 h 36"/>
              <a:gd name="T42" fmla="*/ 43 w 43"/>
              <a:gd name="T43" fmla="*/ 2 h 36"/>
              <a:gd name="T44" fmla="*/ 42 w 43"/>
              <a:gd name="T45" fmla="*/ 0 h 36"/>
              <a:gd name="T46" fmla="*/ 41 w 43"/>
              <a:gd name="T47" fmla="*/ 1 h 36"/>
              <a:gd name="T48" fmla="*/ 40 w 43"/>
              <a:gd name="T49" fmla="*/ 1 h 36"/>
              <a:gd name="T50" fmla="*/ 40 w 43"/>
              <a:gd name="T51" fmla="*/ 2 h 36"/>
              <a:gd name="T52" fmla="*/ 39 w 43"/>
              <a:gd name="T53" fmla="*/ 4 h 36"/>
              <a:gd name="T54" fmla="*/ 35 w 43"/>
              <a:gd name="T55" fmla="*/ 7 h 36"/>
              <a:gd name="T56" fmla="*/ 32 w 43"/>
              <a:gd name="T57" fmla="*/ 11 h 36"/>
              <a:gd name="T58" fmla="*/ 28 w 43"/>
              <a:gd name="T59" fmla="*/ 14 h 36"/>
              <a:gd name="T60" fmla="*/ 26 w 43"/>
              <a:gd name="T61" fmla="*/ 17 h 36"/>
              <a:gd name="T62" fmla="*/ 23 w 43"/>
              <a:gd name="T63" fmla="*/ 19 h 36"/>
              <a:gd name="T64" fmla="*/ 15 w 43"/>
              <a:gd name="T65" fmla="*/ 20 h 36"/>
              <a:gd name="T66" fmla="*/ 9 w 43"/>
              <a:gd name="T67" fmla="*/ 20 h 36"/>
              <a:gd name="T68" fmla="*/ 2 w 43"/>
              <a:gd name="T69" fmla="*/ 22 h 36"/>
              <a:gd name="T70" fmla="*/ 1 w 43"/>
              <a:gd name="T71" fmla="*/ 20 h 36"/>
              <a:gd name="T72" fmla="*/ 0 w 43"/>
              <a:gd name="T73" fmla="*/ 19 h 36"/>
              <a:gd name="T74" fmla="*/ 8 w 43"/>
              <a:gd name="T75" fmla="*/ 33 h 36"/>
              <a:gd name="T76" fmla="*/ 31 w 43"/>
              <a:gd name="T7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 h="36">
                <a:moveTo>
                  <a:pt x="31" y="36"/>
                </a:moveTo>
                <a:cubicBezTo>
                  <a:pt x="32" y="32"/>
                  <a:pt x="32" y="32"/>
                  <a:pt x="32" y="32"/>
                </a:cubicBezTo>
                <a:cubicBezTo>
                  <a:pt x="32" y="32"/>
                  <a:pt x="34" y="28"/>
                  <a:pt x="34" y="27"/>
                </a:cubicBezTo>
                <a:cubicBezTo>
                  <a:pt x="34" y="27"/>
                  <a:pt x="34" y="25"/>
                  <a:pt x="34" y="24"/>
                </a:cubicBezTo>
                <a:cubicBezTo>
                  <a:pt x="34" y="24"/>
                  <a:pt x="34" y="23"/>
                  <a:pt x="34" y="23"/>
                </a:cubicBezTo>
                <a:cubicBezTo>
                  <a:pt x="35" y="23"/>
                  <a:pt x="35" y="23"/>
                  <a:pt x="35" y="23"/>
                </a:cubicBezTo>
                <a:cubicBezTo>
                  <a:pt x="38" y="22"/>
                  <a:pt x="38" y="22"/>
                  <a:pt x="38" y="22"/>
                </a:cubicBezTo>
                <a:cubicBezTo>
                  <a:pt x="38" y="22"/>
                  <a:pt x="39" y="21"/>
                  <a:pt x="38" y="21"/>
                </a:cubicBezTo>
                <a:cubicBezTo>
                  <a:pt x="38" y="21"/>
                  <a:pt x="37" y="20"/>
                  <a:pt x="37" y="20"/>
                </a:cubicBezTo>
                <a:cubicBezTo>
                  <a:pt x="37" y="19"/>
                  <a:pt x="37" y="16"/>
                  <a:pt x="37" y="16"/>
                </a:cubicBezTo>
                <a:cubicBezTo>
                  <a:pt x="37" y="16"/>
                  <a:pt x="37" y="15"/>
                  <a:pt x="37" y="14"/>
                </a:cubicBezTo>
                <a:cubicBezTo>
                  <a:pt x="37" y="14"/>
                  <a:pt x="38" y="13"/>
                  <a:pt x="38" y="13"/>
                </a:cubicBezTo>
                <a:cubicBezTo>
                  <a:pt x="38" y="13"/>
                  <a:pt x="39" y="13"/>
                  <a:pt x="39" y="13"/>
                </a:cubicBezTo>
                <a:cubicBezTo>
                  <a:pt x="39" y="14"/>
                  <a:pt x="39" y="15"/>
                  <a:pt x="39" y="15"/>
                </a:cubicBezTo>
                <a:cubicBezTo>
                  <a:pt x="39" y="15"/>
                  <a:pt x="40" y="16"/>
                  <a:pt x="40" y="15"/>
                </a:cubicBezTo>
                <a:cubicBezTo>
                  <a:pt x="40" y="15"/>
                  <a:pt x="41" y="14"/>
                  <a:pt x="41" y="14"/>
                </a:cubicBezTo>
                <a:cubicBezTo>
                  <a:pt x="43" y="13"/>
                  <a:pt x="43" y="13"/>
                  <a:pt x="43" y="13"/>
                </a:cubicBezTo>
                <a:cubicBezTo>
                  <a:pt x="43" y="12"/>
                  <a:pt x="43" y="12"/>
                  <a:pt x="43" y="12"/>
                </a:cubicBezTo>
                <a:cubicBezTo>
                  <a:pt x="43" y="12"/>
                  <a:pt x="43" y="12"/>
                  <a:pt x="43" y="11"/>
                </a:cubicBezTo>
                <a:cubicBezTo>
                  <a:pt x="43" y="10"/>
                  <a:pt x="43" y="8"/>
                  <a:pt x="43" y="6"/>
                </a:cubicBezTo>
                <a:cubicBezTo>
                  <a:pt x="42" y="5"/>
                  <a:pt x="42" y="5"/>
                  <a:pt x="43" y="4"/>
                </a:cubicBezTo>
                <a:cubicBezTo>
                  <a:pt x="43" y="3"/>
                  <a:pt x="43" y="2"/>
                  <a:pt x="43" y="2"/>
                </a:cubicBezTo>
                <a:cubicBezTo>
                  <a:pt x="43" y="1"/>
                  <a:pt x="43" y="0"/>
                  <a:pt x="42" y="0"/>
                </a:cubicBezTo>
                <a:cubicBezTo>
                  <a:pt x="41" y="0"/>
                  <a:pt x="41" y="0"/>
                  <a:pt x="41" y="1"/>
                </a:cubicBezTo>
                <a:cubicBezTo>
                  <a:pt x="40" y="1"/>
                  <a:pt x="40" y="1"/>
                  <a:pt x="40" y="1"/>
                </a:cubicBezTo>
                <a:cubicBezTo>
                  <a:pt x="40" y="1"/>
                  <a:pt x="40" y="2"/>
                  <a:pt x="40" y="2"/>
                </a:cubicBezTo>
                <a:cubicBezTo>
                  <a:pt x="40" y="3"/>
                  <a:pt x="39" y="4"/>
                  <a:pt x="39" y="4"/>
                </a:cubicBezTo>
                <a:cubicBezTo>
                  <a:pt x="37" y="5"/>
                  <a:pt x="36" y="6"/>
                  <a:pt x="35" y="7"/>
                </a:cubicBezTo>
                <a:cubicBezTo>
                  <a:pt x="34" y="8"/>
                  <a:pt x="33" y="10"/>
                  <a:pt x="32" y="11"/>
                </a:cubicBezTo>
                <a:cubicBezTo>
                  <a:pt x="31" y="13"/>
                  <a:pt x="29" y="13"/>
                  <a:pt x="28" y="14"/>
                </a:cubicBezTo>
                <a:cubicBezTo>
                  <a:pt x="27" y="15"/>
                  <a:pt x="27" y="16"/>
                  <a:pt x="26" y="17"/>
                </a:cubicBezTo>
                <a:cubicBezTo>
                  <a:pt x="25" y="18"/>
                  <a:pt x="24" y="18"/>
                  <a:pt x="23" y="19"/>
                </a:cubicBezTo>
                <a:cubicBezTo>
                  <a:pt x="20" y="21"/>
                  <a:pt x="18" y="21"/>
                  <a:pt x="15" y="20"/>
                </a:cubicBezTo>
                <a:cubicBezTo>
                  <a:pt x="13" y="20"/>
                  <a:pt x="10" y="19"/>
                  <a:pt x="9" y="20"/>
                </a:cubicBezTo>
                <a:cubicBezTo>
                  <a:pt x="7" y="22"/>
                  <a:pt x="5" y="22"/>
                  <a:pt x="2" y="22"/>
                </a:cubicBezTo>
                <a:cubicBezTo>
                  <a:pt x="2" y="21"/>
                  <a:pt x="2" y="21"/>
                  <a:pt x="1" y="20"/>
                </a:cubicBezTo>
                <a:cubicBezTo>
                  <a:pt x="1" y="20"/>
                  <a:pt x="1" y="19"/>
                  <a:pt x="0" y="19"/>
                </a:cubicBezTo>
                <a:cubicBezTo>
                  <a:pt x="8" y="33"/>
                  <a:pt x="8" y="33"/>
                  <a:pt x="8" y="33"/>
                </a:cubicBezTo>
                <a:lnTo>
                  <a:pt x="31" y="36"/>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6824663" y="4452938"/>
            <a:ext cx="512763" cy="355600"/>
          </a:xfrm>
          <a:custGeom>
            <a:avLst/>
            <a:gdLst>
              <a:gd name="T0" fmla="*/ 23 w 125"/>
              <a:gd name="T1" fmla="*/ 56 h 87"/>
              <a:gd name="T2" fmla="*/ 35 w 125"/>
              <a:gd name="T3" fmla="*/ 53 h 87"/>
              <a:gd name="T4" fmla="*/ 42 w 125"/>
              <a:gd name="T5" fmla="*/ 53 h 87"/>
              <a:gd name="T6" fmla="*/ 51 w 125"/>
              <a:gd name="T7" fmla="*/ 58 h 87"/>
              <a:gd name="T8" fmla="*/ 58 w 125"/>
              <a:gd name="T9" fmla="*/ 59 h 87"/>
              <a:gd name="T10" fmla="*/ 62 w 125"/>
              <a:gd name="T11" fmla="*/ 65 h 87"/>
              <a:gd name="T12" fmla="*/ 69 w 125"/>
              <a:gd name="T13" fmla="*/ 71 h 87"/>
              <a:gd name="T14" fmla="*/ 77 w 125"/>
              <a:gd name="T15" fmla="*/ 76 h 87"/>
              <a:gd name="T16" fmla="*/ 76 w 125"/>
              <a:gd name="T17" fmla="*/ 80 h 87"/>
              <a:gd name="T18" fmla="*/ 79 w 125"/>
              <a:gd name="T19" fmla="*/ 82 h 87"/>
              <a:gd name="T20" fmla="*/ 86 w 125"/>
              <a:gd name="T21" fmla="*/ 86 h 87"/>
              <a:gd name="T22" fmla="*/ 89 w 125"/>
              <a:gd name="T23" fmla="*/ 86 h 87"/>
              <a:gd name="T24" fmla="*/ 94 w 125"/>
              <a:gd name="T25" fmla="*/ 84 h 87"/>
              <a:gd name="T26" fmla="*/ 94 w 125"/>
              <a:gd name="T27" fmla="*/ 80 h 87"/>
              <a:gd name="T28" fmla="*/ 102 w 125"/>
              <a:gd name="T29" fmla="*/ 78 h 87"/>
              <a:gd name="T30" fmla="*/ 108 w 125"/>
              <a:gd name="T31" fmla="*/ 71 h 87"/>
              <a:gd name="T32" fmla="*/ 111 w 125"/>
              <a:gd name="T33" fmla="*/ 64 h 87"/>
              <a:gd name="T34" fmla="*/ 116 w 125"/>
              <a:gd name="T35" fmla="*/ 62 h 87"/>
              <a:gd name="T36" fmla="*/ 121 w 125"/>
              <a:gd name="T37" fmla="*/ 62 h 87"/>
              <a:gd name="T38" fmla="*/ 125 w 125"/>
              <a:gd name="T39" fmla="*/ 57 h 87"/>
              <a:gd name="T40" fmla="*/ 120 w 125"/>
              <a:gd name="T41" fmla="*/ 52 h 87"/>
              <a:gd name="T42" fmla="*/ 88 w 125"/>
              <a:gd name="T43" fmla="*/ 32 h 87"/>
              <a:gd name="T44" fmla="*/ 84 w 125"/>
              <a:gd name="T45" fmla="*/ 22 h 87"/>
              <a:gd name="T46" fmla="*/ 77 w 125"/>
              <a:gd name="T47" fmla="*/ 18 h 87"/>
              <a:gd name="T48" fmla="*/ 74 w 125"/>
              <a:gd name="T49" fmla="*/ 18 h 87"/>
              <a:gd name="T50" fmla="*/ 67 w 125"/>
              <a:gd name="T51" fmla="*/ 15 h 87"/>
              <a:gd name="T52" fmla="*/ 66 w 125"/>
              <a:gd name="T53" fmla="*/ 12 h 87"/>
              <a:gd name="T54" fmla="*/ 66 w 125"/>
              <a:gd name="T55" fmla="*/ 8 h 87"/>
              <a:gd name="T56" fmla="*/ 61 w 125"/>
              <a:gd name="T57" fmla="*/ 5 h 87"/>
              <a:gd name="T58" fmla="*/ 51 w 125"/>
              <a:gd name="T59" fmla="*/ 1 h 87"/>
              <a:gd name="T60" fmla="*/ 48 w 125"/>
              <a:gd name="T61" fmla="*/ 3 h 87"/>
              <a:gd name="T62" fmla="*/ 40 w 125"/>
              <a:gd name="T63" fmla="*/ 10 h 87"/>
              <a:gd name="T64" fmla="*/ 41 w 125"/>
              <a:gd name="T65" fmla="*/ 17 h 87"/>
              <a:gd name="T66" fmla="*/ 25 w 125"/>
              <a:gd name="T67" fmla="*/ 17 h 87"/>
              <a:gd name="T68" fmla="*/ 13 w 125"/>
              <a:gd name="T69" fmla="*/ 5 h 87"/>
              <a:gd name="T70" fmla="*/ 0 w 125"/>
              <a:gd name="T71" fmla="*/ 11 h 87"/>
              <a:gd name="T72" fmla="*/ 3 w 125"/>
              <a:gd name="T73" fmla="*/ 16 h 87"/>
              <a:gd name="T74" fmla="*/ 8 w 125"/>
              <a:gd name="T75" fmla="*/ 8 h 87"/>
              <a:gd name="T76" fmla="*/ 19 w 125"/>
              <a:gd name="T77" fmla="*/ 20 h 87"/>
              <a:gd name="T78" fmla="*/ 17 w 125"/>
              <a:gd name="T79" fmla="*/ 22 h 87"/>
              <a:gd name="T80" fmla="*/ 13 w 125"/>
              <a:gd name="T81" fmla="*/ 26 h 87"/>
              <a:gd name="T82" fmla="*/ 5 w 125"/>
              <a:gd name="T83" fmla="*/ 24 h 87"/>
              <a:gd name="T84" fmla="*/ 2 w 125"/>
              <a:gd name="T85" fmla="*/ 31 h 87"/>
              <a:gd name="T86" fmla="*/ 9 w 125"/>
              <a:gd name="T87" fmla="*/ 33 h 87"/>
              <a:gd name="T88" fmla="*/ 9 w 125"/>
              <a:gd name="T89" fmla="*/ 38 h 87"/>
              <a:gd name="T90" fmla="*/ 9 w 125"/>
              <a:gd name="T91" fmla="*/ 41 h 87"/>
              <a:gd name="T92" fmla="*/ 13 w 125"/>
              <a:gd name="T93" fmla="*/ 46 h 87"/>
              <a:gd name="T94" fmla="*/ 12 w 125"/>
              <a:gd name="T95" fmla="*/ 59 h 87"/>
              <a:gd name="T96" fmla="*/ 16 w 125"/>
              <a:gd name="T97" fmla="*/ 6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 h="87">
                <a:moveTo>
                  <a:pt x="19" y="62"/>
                </a:moveTo>
                <a:cubicBezTo>
                  <a:pt x="19" y="62"/>
                  <a:pt x="19" y="59"/>
                  <a:pt x="20" y="59"/>
                </a:cubicBezTo>
                <a:cubicBezTo>
                  <a:pt x="20" y="58"/>
                  <a:pt x="22" y="57"/>
                  <a:pt x="23" y="56"/>
                </a:cubicBezTo>
                <a:cubicBezTo>
                  <a:pt x="23" y="56"/>
                  <a:pt x="25" y="54"/>
                  <a:pt x="25" y="54"/>
                </a:cubicBezTo>
                <a:cubicBezTo>
                  <a:pt x="26" y="54"/>
                  <a:pt x="32" y="54"/>
                  <a:pt x="32" y="54"/>
                </a:cubicBezTo>
                <a:cubicBezTo>
                  <a:pt x="33" y="54"/>
                  <a:pt x="35" y="53"/>
                  <a:pt x="35" y="53"/>
                </a:cubicBezTo>
                <a:cubicBezTo>
                  <a:pt x="37" y="52"/>
                  <a:pt x="37" y="52"/>
                  <a:pt x="37" y="52"/>
                </a:cubicBezTo>
                <a:cubicBezTo>
                  <a:pt x="40" y="53"/>
                  <a:pt x="40" y="53"/>
                  <a:pt x="40" y="53"/>
                </a:cubicBezTo>
                <a:cubicBezTo>
                  <a:pt x="42" y="53"/>
                  <a:pt x="42" y="53"/>
                  <a:pt x="42" y="53"/>
                </a:cubicBezTo>
                <a:cubicBezTo>
                  <a:pt x="43" y="56"/>
                  <a:pt x="43" y="56"/>
                  <a:pt x="43" y="56"/>
                </a:cubicBezTo>
                <a:cubicBezTo>
                  <a:pt x="43" y="56"/>
                  <a:pt x="47" y="57"/>
                  <a:pt x="47" y="57"/>
                </a:cubicBezTo>
                <a:cubicBezTo>
                  <a:pt x="48" y="57"/>
                  <a:pt x="51" y="58"/>
                  <a:pt x="51" y="58"/>
                </a:cubicBezTo>
                <a:cubicBezTo>
                  <a:pt x="51" y="59"/>
                  <a:pt x="53" y="59"/>
                  <a:pt x="53" y="59"/>
                </a:cubicBezTo>
                <a:cubicBezTo>
                  <a:pt x="53" y="59"/>
                  <a:pt x="54" y="59"/>
                  <a:pt x="55" y="59"/>
                </a:cubicBezTo>
                <a:cubicBezTo>
                  <a:pt x="55" y="59"/>
                  <a:pt x="58" y="59"/>
                  <a:pt x="58" y="59"/>
                </a:cubicBezTo>
                <a:cubicBezTo>
                  <a:pt x="58" y="59"/>
                  <a:pt x="59" y="60"/>
                  <a:pt x="59" y="60"/>
                </a:cubicBezTo>
                <a:cubicBezTo>
                  <a:pt x="59" y="60"/>
                  <a:pt x="61" y="61"/>
                  <a:pt x="61" y="61"/>
                </a:cubicBezTo>
                <a:cubicBezTo>
                  <a:pt x="61" y="62"/>
                  <a:pt x="62" y="65"/>
                  <a:pt x="62" y="65"/>
                </a:cubicBezTo>
                <a:cubicBezTo>
                  <a:pt x="64" y="66"/>
                  <a:pt x="64" y="66"/>
                  <a:pt x="64" y="66"/>
                </a:cubicBezTo>
                <a:cubicBezTo>
                  <a:pt x="64" y="66"/>
                  <a:pt x="66" y="65"/>
                  <a:pt x="66" y="66"/>
                </a:cubicBezTo>
                <a:cubicBezTo>
                  <a:pt x="66" y="66"/>
                  <a:pt x="69" y="71"/>
                  <a:pt x="69" y="71"/>
                </a:cubicBezTo>
                <a:cubicBezTo>
                  <a:pt x="77" y="71"/>
                  <a:pt x="77" y="71"/>
                  <a:pt x="77" y="71"/>
                </a:cubicBezTo>
                <a:cubicBezTo>
                  <a:pt x="77" y="74"/>
                  <a:pt x="77" y="74"/>
                  <a:pt x="77" y="74"/>
                </a:cubicBezTo>
                <a:cubicBezTo>
                  <a:pt x="77" y="76"/>
                  <a:pt x="77" y="76"/>
                  <a:pt x="77" y="76"/>
                </a:cubicBezTo>
                <a:cubicBezTo>
                  <a:pt x="77" y="76"/>
                  <a:pt x="78" y="76"/>
                  <a:pt x="78" y="77"/>
                </a:cubicBezTo>
                <a:cubicBezTo>
                  <a:pt x="77" y="77"/>
                  <a:pt x="76" y="78"/>
                  <a:pt x="76" y="78"/>
                </a:cubicBezTo>
                <a:cubicBezTo>
                  <a:pt x="76" y="80"/>
                  <a:pt x="76" y="80"/>
                  <a:pt x="76" y="80"/>
                </a:cubicBezTo>
                <a:cubicBezTo>
                  <a:pt x="78" y="81"/>
                  <a:pt x="78" y="81"/>
                  <a:pt x="78" y="81"/>
                </a:cubicBezTo>
                <a:cubicBezTo>
                  <a:pt x="78" y="82"/>
                  <a:pt x="78" y="82"/>
                  <a:pt x="78" y="82"/>
                </a:cubicBezTo>
                <a:cubicBezTo>
                  <a:pt x="79" y="82"/>
                  <a:pt x="79" y="82"/>
                  <a:pt x="79" y="82"/>
                </a:cubicBezTo>
                <a:cubicBezTo>
                  <a:pt x="80" y="84"/>
                  <a:pt x="80" y="84"/>
                  <a:pt x="80" y="84"/>
                </a:cubicBezTo>
                <a:cubicBezTo>
                  <a:pt x="85" y="84"/>
                  <a:pt x="85" y="84"/>
                  <a:pt x="85" y="84"/>
                </a:cubicBezTo>
                <a:cubicBezTo>
                  <a:pt x="85" y="84"/>
                  <a:pt x="86" y="86"/>
                  <a:pt x="86" y="86"/>
                </a:cubicBezTo>
                <a:cubicBezTo>
                  <a:pt x="87" y="87"/>
                  <a:pt x="87" y="87"/>
                  <a:pt x="87" y="87"/>
                </a:cubicBezTo>
                <a:cubicBezTo>
                  <a:pt x="88" y="85"/>
                  <a:pt x="88" y="85"/>
                  <a:pt x="88" y="85"/>
                </a:cubicBezTo>
                <a:cubicBezTo>
                  <a:pt x="88" y="85"/>
                  <a:pt x="89" y="86"/>
                  <a:pt x="89" y="86"/>
                </a:cubicBezTo>
                <a:cubicBezTo>
                  <a:pt x="89" y="86"/>
                  <a:pt x="90" y="86"/>
                  <a:pt x="91" y="86"/>
                </a:cubicBezTo>
                <a:cubicBezTo>
                  <a:pt x="91" y="86"/>
                  <a:pt x="91" y="85"/>
                  <a:pt x="92" y="85"/>
                </a:cubicBezTo>
                <a:cubicBezTo>
                  <a:pt x="92" y="84"/>
                  <a:pt x="94" y="84"/>
                  <a:pt x="94" y="84"/>
                </a:cubicBezTo>
                <a:cubicBezTo>
                  <a:pt x="94" y="82"/>
                  <a:pt x="94" y="82"/>
                  <a:pt x="94" y="82"/>
                </a:cubicBezTo>
                <a:cubicBezTo>
                  <a:pt x="95" y="81"/>
                  <a:pt x="95" y="81"/>
                  <a:pt x="95" y="81"/>
                </a:cubicBezTo>
                <a:cubicBezTo>
                  <a:pt x="94" y="80"/>
                  <a:pt x="94" y="80"/>
                  <a:pt x="94" y="80"/>
                </a:cubicBezTo>
                <a:cubicBezTo>
                  <a:pt x="94" y="79"/>
                  <a:pt x="94" y="79"/>
                  <a:pt x="94" y="79"/>
                </a:cubicBezTo>
                <a:cubicBezTo>
                  <a:pt x="98" y="78"/>
                  <a:pt x="98" y="78"/>
                  <a:pt x="98" y="78"/>
                </a:cubicBezTo>
                <a:cubicBezTo>
                  <a:pt x="102" y="78"/>
                  <a:pt x="102" y="78"/>
                  <a:pt x="102" y="78"/>
                </a:cubicBezTo>
                <a:cubicBezTo>
                  <a:pt x="102" y="78"/>
                  <a:pt x="103" y="76"/>
                  <a:pt x="103" y="76"/>
                </a:cubicBezTo>
                <a:cubicBezTo>
                  <a:pt x="103" y="76"/>
                  <a:pt x="107" y="74"/>
                  <a:pt x="107" y="74"/>
                </a:cubicBezTo>
                <a:cubicBezTo>
                  <a:pt x="107" y="74"/>
                  <a:pt x="108" y="71"/>
                  <a:pt x="108" y="71"/>
                </a:cubicBezTo>
                <a:cubicBezTo>
                  <a:pt x="108" y="70"/>
                  <a:pt x="108" y="68"/>
                  <a:pt x="108" y="67"/>
                </a:cubicBezTo>
                <a:cubicBezTo>
                  <a:pt x="108" y="67"/>
                  <a:pt x="109" y="66"/>
                  <a:pt x="109" y="66"/>
                </a:cubicBezTo>
                <a:cubicBezTo>
                  <a:pt x="109" y="65"/>
                  <a:pt x="111" y="64"/>
                  <a:pt x="111" y="64"/>
                </a:cubicBezTo>
                <a:cubicBezTo>
                  <a:pt x="111" y="64"/>
                  <a:pt x="113" y="64"/>
                  <a:pt x="113" y="64"/>
                </a:cubicBezTo>
                <a:cubicBezTo>
                  <a:pt x="116" y="64"/>
                  <a:pt x="116" y="64"/>
                  <a:pt x="116" y="64"/>
                </a:cubicBezTo>
                <a:cubicBezTo>
                  <a:pt x="116" y="64"/>
                  <a:pt x="116" y="63"/>
                  <a:pt x="116" y="62"/>
                </a:cubicBezTo>
                <a:cubicBezTo>
                  <a:pt x="116" y="62"/>
                  <a:pt x="117" y="61"/>
                  <a:pt x="117" y="60"/>
                </a:cubicBezTo>
                <a:cubicBezTo>
                  <a:pt x="117" y="60"/>
                  <a:pt x="119" y="61"/>
                  <a:pt x="119" y="61"/>
                </a:cubicBezTo>
                <a:cubicBezTo>
                  <a:pt x="121" y="62"/>
                  <a:pt x="121" y="62"/>
                  <a:pt x="121" y="62"/>
                </a:cubicBezTo>
                <a:cubicBezTo>
                  <a:pt x="125" y="63"/>
                  <a:pt x="125" y="63"/>
                  <a:pt x="125" y="63"/>
                </a:cubicBezTo>
                <a:cubicBezTo>
                  <a:pt x="125" y="63"/>
                  <a:pt x="124" y="58"/>
                  <a:pt x="124" y="58"/>
                </a:cubicBezTo>
                <a:cubicBezTo>
                  <a:pt x="124" y="57"/>
                  <a:pt x="125" y="57"/>
                  <a:pt x="125" y="57"/>
                </a:cubicBezTo>
                <a:cubicBezTo>
                  <a:pt x="125" y="55"/>
                  <a:pt x="125" y="55"/>
                  <a:pt x="125" y="55"/>
                </a:cubicBezTo>
                <a:cubicBezTo>
                  <a:pt x="125" y="55"/>
                  <a:pt x="123" y="54"/>
                  <a:pt x="123" y="54"/>
                </a:cubicBezTo>
                <a:cubicBezTo>
                  <a:pt x="122" y="54"/>
                  <a:pt x="120" y="52"/>
                  <a:pt x="120" y="52"/>
                </a:cubicBezTo>
                <a:cubicBezTo>
                  <a:pt x="116" y="52"/>
                  <a:pt x="116" y="52"/>
                  <a:pt x="116" y="52"/>
                </a:cubicBezTo>
                <a:cubicBezTo>
                  <a:pt x="102" y="42"/>
                  <a:pt x="102" y="42"/>
                  <a:pt x="102" y="42"/>
                </a:cubicBezTo>
                <a:cubicBezTo>
                  <a:pt x="88" y="32"/>
                  <a:pt x="88" y="32"/>
                  <a:pt x="88" y="32"/>
                </a:cubicBezTo>
                <a:cubicBezTo>
                  <a:pt x="88" y="32"/>
                  <a:pt x="88" y="28"/>
                  <a:pt x="88" y="28"/>
                </a:cubicBezTo>
                <a:cubicBezTo>
                  <a:pt x="88" y="28"/>
                  <a:pt x="85" y="25"/>
                  <a:pt x="85" y="25"/>
                </a:cubicBezTo>
                <a:cubicBezTo>
                  <a:pt x="84" y="22"/>
                  <a:pt x="84" y="22"/>
                  <a:pt x="84" y="22"/>
                </a:cubicBezTo>
                <a:cubicBezTo>
                  <a:pt x="80" y="17"/>
                  <a:pt x="80" y="17"/>
                  <a:pt x="80" y="17"/>
                </a:cubicBezTo>
                <a:cubicBezTo>
                  <a:pt x="78" y="18"/>
                  <a:pt x="78" y="18"/>
                  <a:pt x="78" y="18"/>
                </a:cubicBezTo>
                <a:cubicBezTo>
                  <a:pt x="77" y="18"/>
                  <a:pt x="77" y="18"/>
                  <a:pt x="77" y="18"/>
                </a:cubicBezTo>
                <a:cubicBezTo>
                  <a:pt x="76" y="17"/>
                  <a:pt x="76" y="17"/>
                  <a:pt x="76" y="17"/>
                </a:cubicBezTo>
                <a:cubicBezTo>
                  <a:pt x="75" y="17"/>
                  <a:pt x="75" y="17"/>
                  <a:pt x="75" y="17"/>
                </a:cubicBezTo>
                <a:cubicBezTo>
                  <a:pt x="74" y="18"/>
                  <a:pt x="74" y="18"/>
                  <a:pt x="74" y="18"/>
                </a:cubicBezTo>
                <a:cubicBezTo>
                  <a:pt x="69" y="18"/>
                  <a:pt x="69" y="18"/>
                  <a:pt x="69" y="18"/>
                </a:cubicBezTo>
                <a:cubicBezTo>
                  <a:pt x="67" y="16"/>
                  <a:pt x="67" y="16"/>
                  <a:pt x="67" y="16"/>
                </a:cubicBezTo>
                <a:cubicBezTo>
                  <a:pt x="67" y="15"/>
                  <a:pt x="67" y="15"/>
                  <a:pt x="67" y="15"/>
                </a:cubicBezTo>
                <a:cubicBezTo>
                  <a:pt x="67" y="15"/>
                  <a:pt x="68" y="14"/>
                  <a:pt x="68" y="14"/>
                </a:cubicBezTo>
                <a:cubicBezTo>
                  <a:pt x="68" y="14"/>
                  <a:pt x="67" y="13"/>
                  <a:pt x="67" y="13"/>
                </a:cubicBezTo>
                <a:cubicBezTo>
                  <a:pt x="67" y="12"/>
                  <a:pt x="66" y="12"/>
                  <a:pt x="66" y="12"/>
                </a:cubicBezTo>
                <a:cubicBezTo>
                  <a:pt x="69" y="11"/>
                  <a:pt x="69" y="11"/>
                  <a:pt x="69" y="11"/>
                </a:cubicBezTo>
                <a:cubicBezTo>
                  <a:pt x="69" y="11"/>
                  <a:pt x="66" y="9"/>
                  <a:pt x="66" y="9"/>
                </a:cubicBezTo>
                <a:cubicBezTo>
                  <a:pt x="66" y="9"/>
                  <a:pt x="66" y="8"/>
                  <a:pt x="66" y="8"/>
                </a:cubicBezTo>
                <a:cubicBezTo>
                  <a:pt x="66" y="7"/>
                  <a:pt x="66" y="7"/>
                  <a:pt x="66" y="7"/>
                </a:cubicBezTo>
                <a:cubicBezTo>
                  <a:pt x="66" y="5"/>
                  <a:pt x="66" y="5"/>
                  <a:pt x="66" y="5"/>
                </a:cubicBezTo>
                <a:cubicBezTo>
                  <a:pt x="61" y="5"/>
                  <a:pt x="61" y="5"/>
                  <a:pt x="61" y="5"/>
                </a:cubicBezTo>
                <a:cubicBezTo>
                  <a:pt x="54" y="0"/>
                  <a:pt x="54" y="0"/>
                  <a:pt x="54" y="0"/>
                </a:cubicBezTo>
                <a:cubicBezTo>
                  <a:pt x="54" y="0"/>
                  <a:pt x="53" y="1"/>
                  <a:pt x="53" y="1"/>
                </a:cubicBezTo>
                <a:cubicBezTo>
                  <a:pt x="53" y="1"/>
                  <a:pt x="51" y="1"/>
                  <a:pt x="51" y="1"/>
                </a:cubicBezTo>
                <a:cubicBezTo>
                  <a:pt x="51" y="1"/>
                  <a:pt x="51" y="2"/>
                  <a:pt x="51" y="2"/>
                </a:cubicBezTo>
                <a:cubicBezTo>
                  <a:pt x="51" y="2"/>
                  <a:pt x="52" y="4"/>
                  <a:pt x="52" y="4"/>
                </a:cubicBezTo>
                <a:cubicBezTo>
                  <a:pt x="52" y="5"/>
                  <a:pt x="49" y="3"/>
                  <a:pt x="48" y="3"/>
                </a:cubicBezTo>
                <a:cubicBezTo>
                  <a:pt x="48" y="3"/>
                  <a:pt x="47" y="7"/>
                  <a:pt x="47" y="7"/>
                </a:cubicBezTo>
                <a:cubicBezTo>
                  <a:pt x="43" y="7"/>
                  <a:pt x="43" y="7"/>
                  <a:pt x="43" y="7"/>
                </a:cubicBezTo>
                <a:cubicBezTo>
                  <a:pt x="43" y="7"/>
                  <a:pt x="40" y="10"/>
                  <a:pt x="40" y="10"/>
                </a:cubicBezTo>
                <a:cubicBezTo>
                  <a:pt x="40" y="10"/>
                  <a:pt x="40" y="14"/>
                  <a:pt x="40" y="15"/>
                </a:cubicBezTo>
                <a:cubicBezTo>
                  <a:pt x="40" y="15"/>
                  <a:pt x="41" y="16"/>
                  <a:pt x="41" y="16"/>
                </a:cubicBezTo>
                <a:cubicBezTo>
                  <a:pt x="41" y="17"/>
                  <a:pt x="41" y="17"/>
                  <a:pt x="41" y="17"/>
                </a:cubicBezTo>
                <a:cubicBezTo>
                  <a:pt x="39" y="18"/>
                  <a:pt x="39" y="18"/>
                  <a:pt x="39" y="18"/>
                </a:cubicBezTo>
                <a:cubicBezTo>
                  <a:pt x="30" y="17"/>
                  <a:pt x="30" y="17"/>
                  <a:pt x="30" y="17"/>
                </a:cubicBezTo>
                <a:cubicBezTo>
                  <a:pt x="25" y="17"/>
                  <a:pt x="25" y="17"/>
                  <a:pt x="25" y="17"/>
                </a:cubicBezTo>
                <a:cubicBezTo>
                  <a:pt x="23" y="13"/>
                  <a:pt x="23" y="13"/>
                  <a:pt x="23" y="13"/>
                </a:cubicBezTo>
                <a:cubicBezTo>
                  <a:pt x="23" y="13"/>
                  <a:pt x="19" y="7"/>
                  <a:pt x="17" y="6"/>
                </a:cubicBezTo>
                <a:cubicBezTo>
                  <a:pt x="16" y="5"/>
                  <a:pt x="13" y="5"/>
                  <a:pt x="13" y="5"/>
                </a:cubicBezTo>
                <a:cubicBezTo>
                  <a:pt x="13" y="5"/>
                  <a:pt x="9" y="6"/>
                  <a:pt x="8" y="6"/>
                </a:cubicBezTo>
                <a:cubicBezTo>
                  <a:pt x="8" y="6"/>
                  <a:pt x="4" y="8"/>
                  <a:pt x="3" y="8"/>
                </a:cubicBezTo>
                <a:cubicBezTo>
                  <a:pt x="3" y="8"/>
                  <a:pt x="1" y="10"/>
                  <a:pt x="0" y="11"/>
                </a:cubicBezTo>
                <a:cubicBezTo>
                  <a:pt x="0" y="12"/>
                  <a:pt x="0" y="13"/>
                  <a:pt x="0" y="13"/>
                </a:cubicBezTo>
                <a:cubicBezTo>
                  <a:pt x="0" y="14"/>
                  <a:pt x="0" y="14"/>
                  <a:pt x="0" y="15"/>
                </a:cubicBezTo>
                <a:cubicBezTo>
                  <a:pt x="0" y="16"/>
                  <a:pt x="2" y="16"/>
                  <a:pt x="3" y="16"/>
                </a:cubicBezTo>
                <a:cubicBezTo>
                  <a:pt x="3" y="15"/>
                  <a:pt x="3" y="14"/>
                  <a:pt x="2" y="14"/>
                </a:cubicBezTo>
                <a:cubicBezTo>
                  <a:pt x="3" y="13"/>
                  <a:pt x="3" y="12"/>
                  <a:pt x="3" y="11"/>
                </a:cubicBezTo>
                <a:cubicBezTo>
                  <a:pt x="4" y="9"/>
                  <a:pt x="6" y="9"/>
                  <a:pt x="8" y="8"/>
                </a:cubicBezTo>
                <a:cubicBezTo>
                  <a:pt x="9" y="8"/>
                  <a:pt x="11" y="8"/>
                  <a:pt x="12" y="9"/>
                </a:cubicBezTo>
                <a:cubicBezTo>
                  <a:pt x="13" y="10"/>
                  <a:pt x="13" y="11"/>
                  <a:pt x="13" y="12"/>
                </a:cubicBezTo>
                <a:cubicBezTo>
                  <a:pt x="13" y="15"/>
                  <a:pt x="17" y="18"/>
                  <a:pt x="19" y="20"/>
                </a:cubicBezTo>
                <a:cubicBezTo>
                  <a:pt x="20" y="21"/>
                  <a:pt x="20" y="21"/>
                  <a:pt x="20" y="22"/>
                </a:cubicBezTo>
                <a:cubicBezTo>
                  <a:pt x="20" y="22"/>
                  <a:pt x="19" y="22"/>
                  <a:pt x="18" y="22"/>
                </a:cubicBezTo>
                <a:cubicBezTo>
                  <a:pt x="18" y="22"/>
                  <a:pt x="17" y="22"/>
                  <a:pt x="17" y="22"/>
                </a:cubicBezTo>
                <a:cubicBezTo>
                  <a:pt x="16" y="22"/>
                  <a:pt x="16" y="23"/>
                  <a:pt x="16" y="23"/>
                </a:cubicBezTo>
                <a:cubicBezTo>
                  <a:pt x="16" y="24"/>
                  <a:pt x="17" y="24"/>
                  <a:pt x="18" y="24"/>
                </a:cubicBezTo>
                <a:cubicBezTo>
                  <a:pt x="16" y="25"/>
                  <a:pt x="14" y="25"/>
                  <a:pt x="13" y="26"/>
                </a:cubicBezTo>
                <a:cubicBezTo>
                  <a:pt x="12" y="26"/>
                  <a:pt x="12" y="26"/>
                  <a:pt x="12" y="26"/>
                </a:cubicBezTo>
                <a:cubicBezTo>
                  <a:pt x="11" y="25"/>
                  <a:pt x="11" y="24"/>
                  <a:pt x="11" y="23"/>
                </a:cubicBezTo>
                <a:cubicBezTo>
                  <a:pt x="9" y="24"/>
                  <a:pt x="7" y="24"/>
                  <a:pt x="5" y="24"/>
                </a:cubicBezTo>
                <a:cubicBezTo>
                  <a:pt x="5" y="23"/>
                  <a:pt x="4" y="23"/>
                  <a:pt x="3" y="23"/>
                </a:cubicBezTo>
                <a:cubicBezTo>
                  <a:pt x="3" y="24"/>
                  <a:pt x="3" y="24"/>
                  <a:pt x="3" y="24"/>
                </a:cubicBezTo>
                <a:cubicBezTo>
                  <a:pt x="2" y="26"/>
                  <a:pt x="2" y="28"/>
                  <a:pt x="2" y="31"/>
                </a:cubicBezTo>
                <a:cubicBezTo>
                  <a:pt x="2" y="31"/>
                  <a:pt x="2" y="32"/>
                  <a:pt x="2" y="32"/>
                </a:cubicBezTo>
                <a:cubicBezTo>
                  <a:pt x="3" y="33"/>
                  <a:pt x="3" y="33"/>
                  <a:pt x="4" y="33"/>
                </a:cubicBezTo>
                <a:cubicBezTo>
                  <a:pt x="5" y="33"/>
                  <a:pt x="7" y="33"/>
                  <a:pt x="9" y="33"/>
                </a:cubicBezTo>
                <a:cubicBezTo>
                  <a:pt x="10" y="33"/>
                  <a:pt x="9" y="33"/>
                  <a:pt x="9" y="34"/>
                </a:cubicBezTo>
                <a:cubicBezTo>
                  <a:pt x="9" y="34"/>
                  <a:pt x="8" y="34"/>
                  <a:pt x="8" y="35"/>
                </a:cubicBezTo>
                <a:cubicBezTo>
                  <a:pt x="8" y="36"/>
                  <a:pt x="9" y="37"/>
                  <a:pt x="9" y="38"/>
                </a:cubicBezTo>
                <a:cubicBezTo>
                  <a:pt x="8" y="38"/>
                  <a:pt x="7" y="38"/>
                  <a:pt x="6" y="39"/>
                </a:cubicBezTo>
                <a:cubicBezTo>
                  <a:pt x="5" y="39"/>
                  <a:pt x="4" y="39"/>
                  <a:pt x="5" y="40"/>
                </a:cubicBezTo>
                <a:cubicBezTo>
                  <a:pt x="6" y="40"/>
                  <a:pt x="8" y="39"/>
                  <a:pt x="9" y="41"/>
                </a:cubicBezTo>
                <a:cubicBezTo>
                  <a:pt x="10" y="42"/>
                  <a:pt x="10" y="43"/>
                  <a:pt x="11" y="44"/>
                </a:cubicBezTo>
                <a:cubicBezTo>
                  <a:pt x="11" y="44"/>
                  <a:pt x="12" y="44"/>
                  <a:pt x="12" y="44"/>
                </a:cubicBezTo>
                <a:cubicBezTo>
                  <a:pt x="13" y="45"/>
                  <a:pt x="13" y="45"/>
                  <a:pt x="13" y="46"/>
                </a:cubicBezTo>
                <a:cubicBezTo>
                  <a:pt x="13" y="46"/>
                  <a:pt x="13" y="46"/>
                  <a:pt x="13" y="46"/>
                </a:cubicBezTo>
                <a:cubicBezTo>
                  <a:pt x="11" y="48"/>
                  <a:pt x="12" y="51"/>
                  <a:pt x="12" y="53"/>
                </a:cubicBezTo>
                <a:cubicBezTo>
                  <a:pt x="12" y="55"/>
                  <a:pt x="11" y="57"/>
                  <a:pt x="12" y="59"/>
                </a:cubicBezTo>
                <a:cubicBezTo>
                  <a:pt x="12" y="60"/>
                  <a:pt x="12" y="60"/>
                  <a:pt x="12" y="61"/>
                </a:cubicBezTo>
                <a:cubicBezTo>
                  <a:pt x="13" y="61"/>
                  <a:pt x="12" y="62"/>
                  <a:pt x="12" y="63"/>
                </a:cubicBezTo>
                <a:cubicBezTo>
                  <a:pt x="16" y="63"/>
                  <a:pt x="16" y="63"/>
                  <a:pt x="16" y="63"/>
                </a:cubicBezTo>
                <a:cubicBezTo>
                  <a:pt x="16" y="63"/>
                  <a:pt x="18" y="62"/>
                  <a:pt x="19" y="62"/>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noEditPoints="1"/>
          </p:cNvSpPr>
          <p:nvPr/>
        </p:nvSpPr>
        <p:spPr bwMode="auto">
          <a:xfrm>
            <a:off x="5842001" y="4481513"/>
            <a:ext cx="692150" cy="295275"/>
          </a:xfrm>
          <a:custGeom>
            <a:avLst/>
            <a:gdLst>
              <a:gd name="T0" fmla="*/ 21 w 169"/>
              <a:gd name="T1" fmla="*/ 5 h 72"/>
              <a:gd name="T2" fmla="*/ 28 w 169"/>
              <a:gd name="T3" fmla="*/ 13 h 72"/>
              <a:gd name="T4" fmla="*/ 20 w 169"/>
              <a:gd name="T5" fmla="*/ 13 h 72"/>
              <a:gd name="T6" fmla="*/ 14 w 169"/>
              <a:gd name="T7" fmla="*/ 16 h 72"/>
              <a:gd name="T8" fmla="*/ 5 w 169"/>
              <a:gd name="T9" fmla="*/ 24 h 72"/>
              <a:gd name="T10" fmla="*/ 10 w 169"/>
              <a:gd name="T11" fmla="*/ 17 h 72"/>
              <a:gd name="T12" fmla="*/ 5 w 169"/>
              <a:gd name="T13" fmla="*/ 15 h 72"/>
              <a:gd name="T14" fmla="*/ 7 w 169"/>
              <a:gd name="T15" fmla="*/ 10 h 72"/>
              <a:gd name="T16" fmla="*/ 6 w 169"/>
              <a:gd name="T17" fmla="*/ 5 h 72"/>
              <a:gd name="T18" fmla="*/ 13 w 169"/>
              <a:gd name="T19" fmla="*/ 1 h 72"/>
              <a:gd name="T20" fmla="*/ 17 w 169"/>
              <a:gd name="T21" fmla="*/ 2 h 72"/>
              <a:gd name="T22" fmla="*/ 166 w 169"/>
              <a:gd name="T23" fmla="*/ 25 h 72"/>
              <a:gd name="T24" fmla="*/ 160 w 169"/>
              <a:gd name="T25" fmla="*/ 16 h 72"/>
              <a:gd name="T26" fmla="*/ 155 w 169"/>
              <a:gd name="T27" fmla="*/ 10 h 72"/>
              <a:gd name="T28" fmla="*/ 150 w 169"/>
              <a:gd name="T29" fmla="*/ 6 h 72"/>
              <a:gd name="T30" fmla="*/ 141 w 169"/>
              <a:gd name="T31" fmla="*/ 7 h 72"/>
              <a:gd name="T32" fmla="*/ 125 w 169"/>
              <a:gd name="T33" fmla="*/ 13 h 72"/>
              <a:gd name="T34" fmla="*/ 116 w 169"/>
              <a:gd name="T35" fmla="*/ 14 h 72"/>
              <a:gd name="T36" fmla="*/ 109 w 169"/>
              <a:gd name="T37" fmla="*/ 13 h 72"/>
              <a:gd name="T38" fmla="*/ 101 w 169"/>
              <a:gd name="T39" fmla="*/ 11 h 72"/>
              <a:gd name="T40" fmla="*/ 93 w 169"/>
              <a:gd name="T41" fmla="*/ 7 h 72"/>
              <a:gd name="T42" fmla="*/ 84 w 169"/>
              <a:gd name="T43" fmla="*/ 3 h 72"/>
              <a:gd name="T44" fmla="*/ 73 w 169"/>
              <a:gd name="T45" fmla="*/ 2 h 72"/>
              <a:gd name="T46" fmla="*/ 53 w 169"/>
              <a:gd name="T47" fmla="*/ 9 h 72"/>
              <a:gd name="T48" fmla="*/ 44 w 169"/>
              <a:gd name="T49" fmla="*/ 12 h 72"/>
              <a:gd name="T50" fmla="*/ 31 w 169"/>
              <a:gd name="T51" fmla="*/ 11 h 72"/>
              <a:gd name="T52" fmla="*/ 36 w 169"/>
              <a:gd name="T53" fmla="*/ 17 h 72"/>
              <a:gd name="T54" fmla="*/ 31 w 169"/>
              <a:gd name="T55" fmla="*/ 20 h 72"/>
              <a:gd name="T56" fmla="*/ 19 w 169"/>
              <a:gd name="T57" fmla="*/ 21 h 72"/>
              <a:gd name="T58" fmla="*/ 8 w 169"/>
              <a:gd name="T59" fmla="*/ 22 h 72"/>
              <a:gd name="T60" fmla="*/ 4 w 169"/>
              <a:gd name="T61" fmla="*/ 26 h 72"/>
              <a:gd name="T62" fmla="*/ 9 w 169"/>
              <a:gd name="T63" fmla="*/ 33 h 72"/>
              <a:gd name="T64" fmla="*/ 11 w 169"/>
              <a:gd name="T65" fmla="*/ 39 h 72"/>
              <a:gd name="T66" fmla="*/ 9 w 169"/>
              <a:gd name="T67" fmla="*/ 43 h 72"/>
              <a:gd name="T68" fmla="*/ 7 w 169"/>
              <a:gd name="T69" fmla="*/ 43 h 72"/>
              <a:gd name="T70" fmla="*/ 11 w 169"/>
              <a:gd name="T71" fmla="*/ 48 h 72"/>
              <a:gd name="T72" fmla="*/ 13 w 169"/>
              <a:gd name="T73" fmla="*/ 52 h 72"/>
              <a:gd name="T74" fmla="*/ 16 w 169"/>
              <a:gd name="T75" fmla="*/ 55 h 72"/>
              <a:gd name="T76" fmla="*/ 23 w 169"/>
              <a:gd name="T77" fmla="*/ 59 h 72"/>
              <a:gd name="T78" fmla="*/ 23 w 169"/>
              <a:gd name="T79" fmla="*/ 61 h 72"/>
              <a:gd name="T80" fmla="*/ 30 w 169"/>
              <a:gd name="T81" fmla="*/ 64 h 72"/>
              <a:gd name="T82" fmla="*/ 41 w 169"/>
              <a:gd name="T83" fmla="*/ 67 h 72"/>
              <a:gd name="T84" fmla="*/ 46 w 169"/>
              <a:gd name="T85" fmla="*/ 60 h 72"/>
              <a:gd name="T86" fmla="*/ 66 w 169"/>
              <a:gd name="T87" fmla="*/ 68 h 72"/>
              <a:gd name="T88" fmla="*/ 74 w 169"/>
              <a:gd name="T89" fmla="*/ 65 h 72"/>
              <a:gd name="T90" fmla="*/ 87 w 169"/>
              <a:gd name="T91" fmla="*/ 63 h 72"/>
              <a:gd name="T92" fmla="*/ 93 w 169"/>
              <a:gd name="T93" fmla="*/ 61 h 72"/>
              <a:gd name="T94" fmla="*/ 91 w 169"/>
              <a:gd name="T95" fmla="*/ 71 h 72"/>
              <a:gd name="T96" fmla="*/ 97 w 169"/>
              <a:gd name="T97" fmla="*/ 67 h 72"/>
              <a:gd name="T98" fmla="*/ 100 w 169"/>
              <a:gd name="T99" fmla="*/ 63 h 72"/>
              <a:gd name="T100" fmla="*/ 112 w 169"/>
              <a:gd name="T101" fmla="*/ 60 h 72"/>
              <a:gd name="T102" fmla="*/ 133 w 169"/>
              <a:gd name="T103" fmla="*/ 58 h 72"/>
              <a:gd name="T104" fmla="*/ 147 w 169"/>
              <a:gd name="T105" fmla="*/ 56 h 72"/>
              <a:gd name="T106" fmla="*/ 158 w 169"/>
              <a:gd name="T107" fmla="*/ 56 h 72"/>
              <a:gd name="T108" fmla="*/ 164 w 169"/>
              <a:gd name="T109" fmla="*/ 59 h 72"/>
              <a:gd name="T110" fmla="*/ 169 w 169"/>
              <a:gd name="T111" fmla="*/ 56 h 72"/>
              <a:gd name="T112" fmla="*/ 167 w 169"/>
              <a:gd name="T113" fmla="*/ 51 h 72"/>
              <a:gd name="T114" fmla="*/ 166 w 169"/>
              <a:gd name="T115" fmla="*/ 45 h 72"/>
              <a:gd name="T116" fmla="*/ 163 w 169"/>
              <a:gd name="T117" fmla="*/ 34 h 72"/>
              <a:gd name="T118" fmla="*/ 169 w 169"/>
              <a:gd name="T119" fmla="*/ 29 h 72"/>
              <a:gd name="T120" fmla="*/ 0 w 169"/>
              <a:gd name="T121" fmla="*/ 23 h 72"/>
              <a:gd name="T122" fmla="*/ 1 w 169"/>
              <a:gd name="T123" fmla="*/ 22 h 72"/>
              <a:gd name="T124" fmla="*/ 16 w 169"/>
              <a:gd name="T125" fmla="*/ 6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72">
                <a:moveTo>
                  <a:pt x="19" y="2"/>
                </a:moveTo>
                <a:cubicBezTo>
                  <a:pt x="20" y="1"/>
                  <a:pt x="20" y="1"/>
                  <a:pt x="21" y="1"/>
                </a:cubicBezTo>
                <a:cubicBezTo>
                  <a:pt x="21" y="2"/>
                  <a:pt x="21" y="2"/>
                  <a:pt x="20" y="3"/>
                </a:cubicBezTo>
                <a:cubicBezTo>
                  <a:pt x="20" y="4"/>
                  <a:pt x="21" y="5"/>
                  <a:pt x="21" y="5"/>
                </a:cubicBezTo>
                <a:cubicBezTo>
                  <a:pt x="22" y="7"/>
                  <a:pt x="24" y="8"/>
                  <a:pt x="26" y="9"/>
                </a:cubicBezTo>
                <a:cubicBezTo>
                  <a:pt x="27" y="10"/>
                  <a:pt x="28" y="10"/>
                  <a:pt x="29" y="10"/>
                </a:cubicBezTo>
                <a:cubicBezTo>
                  <a:pt x="30" y="10"/>
                  <a:pt x="30" y="11"/>
                  <a:pt x="30" y="12"/>
                </a:cubicBezTo>
                <a:cubicBezTo>
                  <a:pt x="29" y="13"/>
                  <a:pt x="29" y="13"/>
                  <a:pt x="28" y="13"/>
                </a:cubicBezTo>
                <a:cubicBezTo>
                  <a:pt x="27" y="14"/>
                  <a:pt x="26" y="13"/>
                  <a:pt x="26" y="13"/>
                </a:cubicBezTo>
                <a:cubicBezTo>
                  <a:pt x="26" y="14"/>
                  <a:pt x="24" y="13"/>
                  <a:pt x="24" y="13"/>
                </a:cubicBezTo>
                <a:cubicBezTo>
                  <a:pt x="23" y="12"/>
                  <a:pt x="22" y="12"/>
                  <a:pt x="21" y="12"/>
                </a:cubicBezTo>
                <a:cubicBezTo>
                  <a:pt x="21" y="13"/>
                  <a:pt x="20" y="13"/>
                  <a:pt x="20" y="13"/>
                </a:cubicBezTo>
                <a:cubicBezTo>
                  <a:pt x="20" y="13"/>
                  <a:pt x="19" y="13"/>
                  <a:pt x="19" y="13"/>
                </a:cubicBezTo>
                <a:cubicBezTo>
                  <a:pt x="18" y="13"/>
                  <a:pt x="17" y="13"/>
                  <a:pt x="16" y="14"/>
                </a:cubicBezTo>
                <a:cubicBezTo>
                  <a:pt x="16" y="14"/>
                  <a:pt x="16" y="15"/>
                  <a:pt x="16" y="15"/>
                </a:cubicBezTo>
                <a:cubicBezTo>
                  <a:pt x="15" y="15"/>
                  <a:pt x="15" y="16"/>
                  <a:pt x="14" y="16"/>
                </a:cubicBezTo>
                <a:cubicBezTo>
                  <a:pt x="14" y="17"/>
                  <a:pt x="13" y="18"/>
                  <a:pt x="12" y="18"/>
                </a:cubicBezTo>
                <a:cubicBezTo>
                  <a:pt x="11" y="18"/>
                  <a:pt x="9" y="19"/>
                  <a:pt x="9" y="20"/>
                </a:cubicBezTo>
                <a:cubicBezTo>
                  <a:pt x="8" y="20"/>
                  <a:pt x="7" y="21"/>
                  <a:pt x="7" y="22"/>
                </a:cubicBezTo>
                <a:cubicBezTo>
                  <a:pt x="6" y="22"/>
                  <a:pt x="5" y="24"/>
                  <a:pt x="5" y="24"/>
                </a:cubicBezTo>
                <a:cubicBezTo>
                  <a:pt x="4" y="24"/>
                  <a:pt x="4" y="23"/>
                  <a:pt x="5" y="23"/>
                </a:cubicBezTo>
                <a:cubicBezTo>
                  <a:pt x="5" y="22"/>
                  <a:pt x="5" y="21"/>
                  <a:pt x="5" y="21"/>
                </a:cubicBezTo>
                <a:cubicBezTo>
                  <a:pt x="6" y="20"/>
                  <a:pt x="7" y="19"/>
                  <a:pt x="8" y="19"/>
                </a:cubicBezTo>
                <a:cubicBezTo>
                  <a:pt x="9" y="19"/>
                  <a:pt x="10" y="18"/>
                  <a:pt x="10" y="17"/>
                </a:cubicBezTo>
                <a:cubicBezTo>
                  <a:pt x="9" y="17"/>
                  <a:pt x="8" y="18"/>
                  <a:pt x="8" y="18"/>
                </a:cubicBezTo>
                <a:cubicBezTo>
                  <a:pt x="7" y="18"/>
                  <a:pt x="6" y="18"/>
                  <a:pt x="5" y="18"/>
                </a:cubicBezTo>
                <a:cubicBezTo>
                  <a:pt x="4" y="18"/>
                  <a:pt x="4" y="18"/>
                  <a:pt x="3" y="16"/>
                </a:cubicBezTo>
                <a:cubicBezTo>
                  <a:pt x="4" y="16"/>
                  <a:pt x="4" y="15"/>
                  <a:pt x="5" y="15"/>
                </a:cubicBezTo>
                <a:cubicBezTo>
                  <a:pt x="6" y="14"/>
                  <a:pt x="6" y="14"/>
                  <a:pt x="6" y="13"/>
                </a:cubicBezTo>
                <a:cubicBezTo>
                  <a:pt x="6" y="12"/>
                  <a:pt x="6" y="11"/>
                  <a:pt x="6" y="11"/>
                </a:cubicBezTo>
                <a:cubicBezTo>
                  <a:pt x="6" y="10"/>
                  <a:pt x="6" y="10"/>
                  <a:pt x="7" y="10"/>
                </a:cubicBezTo>
                <a:cubicBezTo>
                  <a:pt x="7" y="10"/>
                  <a:pt x="7" y="10"/>
                  <a:pt x="7" y="10"/>
                </a:cubicBezTo>
                <a:cubicBezTo>
                  <a:pt x="8" y="9"/>
                  <a:pt x="8" y="10"/>
                  <a:pt x="8" y="9"/>
                </a:cubicBezTo>
                <a:cubicBezTo>
                  <a:pt x="9" y="9"/>
                  <a:pt x="8" y="8"/>
                  <a:pt x="8" y="8"/>
                </a:cubicBezTo>
                <a:cubicBezTo>
                  <a:pt x="8" y="7"/>
                  <a:pt x="8" y="7"/>
                  <a:pt x="8" y="6"/>
                </a:cubicBezTo>
                <a:cubicBezTo>
                  <a:pt x="7" y="5"/>
                  <a:pt x="7" y="5"/>
                  <a:pt x="6" y="5"/>
                </a:cubicBezTo>
                <a:cubicBezTo>
                  <a:pt x="6" y="4"/>
                  <a:pt x="6" y="4"/>
                  <a:pt x="7" y="4"/>
                </a:cubicBezTo>
                <a:cubicBezTo>
                  <a:pt x="8" y="3"/>
                  <a:pt x="8" y="3"/>
                  <a:pt x="8" y="2"/>
                </a:cubicBezTo>
                <a:cubicBezTo>
                  <a:pt x="9" y="1"/>
                  <a:pt x="12" y="2"/>
                  <a:pt x="12" y="0"/>
                </a:cubicBezTo>
                <a:cubicBezTo>
                  <a:pt x="13" y="0"/>
                  <a:pt x="13" y="1"/>
                  <a:pt x="13" y="1"/>
                </a:cubicBezTo>
                <a:cubicBezTo>
                  <a:pt x="14" y="1"/>
                  <a:pt x="14" y="0"/>
                  <a:pt x="14" y="0"/>
                </a:cubicBezTo>
                <a:cubicBezTo>
                  <a:pt x="15" y="0"/>
                  <a:pt x="14" y="0"/>
                  <a:pt x="15" y="1"/>
                </a:cubicBezTo>
                <a:cubicBezTo>
                  <a:pt x="15" y="1"/>
                  <a:pt x="15" y="1"/>
                  <a:pt x="16" y="2"/>
                </a:cubicBezTo>
                <a:cubicBezTo>
                  <a:pt x="16" y="2"/>
                  <a:pt x="16" y="2"/>
                  <a:pt x="17" y="2"/>
                </a:cubicBezTo>
                <a:cubicBezTo>
                  <a:pt x="17" y="3"/>
                  <a:pt x="17" y="2"/>
                  <a:pt x="18" y="2"/>
                </a:cubicBezTo>
                <a:cubicBezTo>
                  <a:pt x="18" y="2"/>
                  <a:pt x="19" y="2"/>
                  <a:pt x="19" y="2"/>
                </a:cubicBezTo>
                <a:close/>
                <a:moveTo>
                  <a:pt x="168" y="27"/>
                </a:moveTo>
                <a:cubicBezTo>
                  <a:pt x="167" y="26"/>
                  <a:pt x="167" y="25"/>
                  <a:pt x="166" y="25"/>
                </a:cubicBezTo>
                <a:cubicBezTo>
                  <a:pt x="165" y="24"/>
                  <a:pt x="164" y="25"/>
                  <a:pt x="163" y="25"/>
                </a:cubicBezTo>
                <a:cubicBezTo>
                  <a:pt x="161" y="25"/>
                  <a:pt x="160" y="23"/>
                  <a:pt x="159" y="22"/>
                </a:cubicBezTo>
                <a:cubicBezTo>
                  <a:pt x="159" y="21"/>
                  <a:pt x="159" y="20"/>
                  <a:pt x="159" y="19"/>
                </a:cubicBezTo>
                <a:cubicBezTo>
                  <a:pt x="159" y="18"/>
                  <a:pt x="160" y="17"/>
                  <a:pt x="160" y="16"/>
                </a:cubicBezTo>
                <a:cubicBezTo>
                  <a:pt x="160" y="15"/>
                  <a:pt x="159" y="14"/>
                  <a:pt x="158" y="13"/>
                </a:cubicBezTo>
                <a:cubicBezTo>
                  <a:pt x="158" y="13"/>
                  <a:pt x="158" y="12"/>
                  <a:pt x="157" y="11"/>
                </a:cubicBezTo>
                <a:cubicBezTo>
                  <a:pt x="156" y="11"/>
                  <a:pt x="156" y="11"/>
                  <a:pt x="155" y="10"/>
                </a:cubicBezTo>
                <a:cubicBezTo>
                  <a:pt x="155" y="10"/>
                  <a:pt x="155" y="10"/>
                  <a:pt x="155" y="10"/>
                </a:cubicBezTo>
                <a:cubicBezTo>
                  <a:pt x="155" y="9"/>
                  <a:pt x="154" y="9"/>
                  <a:pt x="154" y="9"/>
                </a:cubicBezTo>
                <a:cubicBezTo>
                  <a:pt x="153" y="8"/>
                  <a:pt x="152" y="8"/>
                  <a:pt x="152" y="7"/>
                </a:cubicBezTo>
                <a:cubicBezTo>
                  <a:pt x="152" y="7"/>
                  <a:pt x="152" y="7"/>
                  <a:pt x="152" y="7"/>
                </a:cubicBezTo>
                <a:cubicBezTo>
                  <a:pt x="152" y="6"/>
                  <a:pt x="151" y="6"/>
                  <a:pt x="150" y="6"/>
                </a:cubicBezTo>
                <a:cubicBezTo>
                  <a:pt x="150" y="7"/>
                  <a:pt x="150" y="7"/>
                  <a:pt x="149" y="8"/>
                </a:cubicBezTo>
                <a:cubicBezTo>
                  <a:pt x="148" y="8"/>
                  <a:pt x="148" y="8"/>
                  <a:pt x="147" y="8"/>
                </a:cubicBezTo>
                <a:cubicBezTo>
                  <a:pt x="146" y="7"/>
                  <a:pt x="145" y="7"/>
                  <a:pt x="144" y="8"/>
                </a:cubicBezTo>
                <a:cubicBezTo>
                  <a:pt x="142" y="8"/>
                  <a:pt x="142" y="8"/>
                  <a:pt x="141" y="7"/>
                </a:cubicBezTo>
                <a:cubicBezTo>
                  <a:pt x="139" y="10"/>
                  <a:pt x="136" y="11"/>
                  <a:pt x="134" y="12"/>
                </a:cubicBezTo>
                <a:cubicBezTo>
                  <a:pt x="132" y="12"/>
                  <a:pt x="131" y="13"/>
                  <a:pt x="130" y="14"/>
                </a:cubicBezTo>
                <a:cubicBezTo>
                  <a:pt x="129" y="14"/>
                  <a:pt x="128" y="14"/>
                  <a:pt x="126" y="14"/>
                </a:cubicBezTo>
                <a:cubicBezTo>
                  <a:pt x="126" y="14"/>
                  <a:pt x="125" y="14"/>
                  <a:pt x="125" y="13"/>
                </a:cubicBezTo>
                <a:cubicBezTo>
                  <a:pt x="124" y="13"/>
                  <a:pt x="124" y="13"/>
                  <a:pt x="124" y="12"/>
                </a:cubicBezTo>
                <a:cubicBezTo>
                  <a:pt x="123" y="12"/>
                  <a:pt x="122" y="13"/>
                  <a:pt x="120" y="13"/>
                </a:cubicBezTo>
                <a:cubicBezTo>
                  <a:pt x="120" y="13"/>
                  <a:pt x="119" y="13"/>
                  <a:pt x="118" y="13"/>
                </a:cubicBezTo>
                <a:cubicBezTo>
                  <a:pt x="118" y="13"/>
                  <a:pt x="117" y="13"/>
                  <a:pt x="116" y="14"/>
                </a:cubicBezTo>
                <a:cubicBezTo>
                  <a:pt x="116" y="14"/>
                  <a:pt x="115" y="13"/>
                  <a:pt x="115" y="13"/>
                </a:cubicBezTo>
                <a:cubicBezTo>
                  <a:pt x="114" y="13"/>
                  <a:pt x="114" y="14"/>
                  <a:pt x="113" y="14"/>
                </a:cubicBezTo>
                <a:cubicBezTo>
                  <a:pt x="113" y="14"/>
                  <a:pt x="113" y="14"/>
                  <a:pt x="113" y="14"/>
                </a:cubicBezTo>
                <a:cubicBezTo>
                  <a:pt x="111" y="14"/>
                  <a:pt x="110" y="14"/>
                  <a:pt x="109" y="13"/>
                </a:cubicBezTo>
                <a:cubicBezTo>
                  <a:pt x="108" y="13"/>
                  <a:pt x="108" y="13"/>
                  <a:pt x="107" y="12"/>
                </a:cubicBezTo>
                <a:cubicBezTo>
                  <a:pt x="106" y="12"/>
                  <a:pt x="106" y="13"/>
                  <a:pt x="105" y="13"/>
                </a:cubicBezTo>
                <a:cubicBezTo>
                  <a:pt x="104" y="13"/>
                  <a:pt x="104" y="12"/>
                  <a:pt x="103" y="12"/>
                </a:cubicBezTo>
                <a:cubicBezTo>
                  <a:pt x="102" y="12"/>
                  <a:pt x="102" y="12"/>
                  <a:pt x="101" y="11"/>
                </a:cubicBezTo>
                <a:cubicBezTo>
                  <a:pt x="101" y="10"/>
                  <a:pt x="100" y="10"/>
                  <a:pt x="100" y="9"/>
                </a:cubicBezTo>
                <a:cubicBezTo>
                  <a:pt x="99" y="9"/>
                  <a:pt x="98" y="9"/>
                  <a:pt x="97" y="9"/>
                </a:cubicBezTo>
                <a:cubicBezTo>
                  <a:pt x="96" y="10"/>
                  <a:pt x="97" y="10"/>
                  <a:pt x="96" y="11"/>
                </a:cubicBezTo>
                <a:cubicBezTo>
                  <a:pt x="95" y="11"/>
                  <a:pt x="93" y="8"/>
                  <a:pt x="93" y="7"/>
                </a:cubicBezTo>
                <a:cubicBezTo>
                  <a:pt x="92" y="6"/>
                  <a:pt x="92" y="4"/>
                  <a:pt x="91" y="5"/>
                </a:cubicBezTo>
                <a:cubicBezTo>
                  <a:pt x="90" y="5"/>
                  <a:pt x="89" y="6"/>
                  <a:pt x="88" y="6"/>
                </a:cubicBezTo>
                <a:cubicBezTo>
                  <a:pt x="87" y="6"/>
                  <a:pt x="86" y="5"/>
                  <a:pt x="86" y="4"/>
                </a:cubicBezTo>
                <a:cubicBezTo>
                  <a:pt x="85" y="4"/>
                  <a:pt x="84" y="4"/>
                  <a:pt x="84" y="3"/>
                </a:cubicBezTo>
                <a:cubicBezTo>
                  <a:pt x="84" y="2"/>
                  <a:pt x="85" y="2"/>
                  <a:pt x="85" y="1"/>
                </a:cubicBezTo>
                <a:cubicBezTo>
                  <a:pt x="84" y="1"/>
                  <a:pt x="83" y="0"/>
                  <a:pt x="83" y="1"/>
                </a:cubicBezTo>
                <a:cubicBezTo>
                  <a:pt x="82" y="1"/>
                  <a:pt x="81" y="2"/>
                  <a:pt x="80" y="2"/>
                </a:cubicBezTo>
                <a:cubicBezTo>
                  <a:pt x="78" y="2"/>
                  <a:pt x="75" y="2"/>
                  <a:pt x="73" y="2"/>
                </a:cubicBezTo>
                <a:cubicBezTo>
                  <a:pt x="72" y="2"/>
                  <a:pt x="70" y="1"/>
                  <a:pt x="69" y="1"/>
                </a:cubicBezTo>
                <a:cubicBezTo>
                  <a:pt x="68" y="1"/>
                  <a:pt x="67" y="2"/>
                  <a:pt x="66" y="2"/>
                </a:cubicBezTo>
                <a:cubicBezTo>
                  <a:pt x="63" y="3"/>
                  <a:pt x="61" y="4"/>
                  <a:pt x="59" y="5"/>
                </a:cubicBezTo>
                <a:cubicBezTo>
                  <a:pt x="57" y="6"/>
                  <a:pt x="56" y="8"/>
                  <a:pt x="53" y="9"/>
                </a:cubicBezTo>
                <a:cubicBezTo>
                  <a:pt x="53" y="9"/>
                  <a:pt x="52" y="9"/>
                  <a:pt x="51" y="10"/>
                </a:cubicBezTo>
                <a:cubicBezTo>
                  <a:pt x="51" y="11"/>
                  <a:pt x="51" y="11"/>
                  <a:pt x="49" y="12"/>
                </a:cubicBezTo>
                <a:cubicBezTo>
                  <a:pt x="49" y="12"/>
                  <a:pt x="48" y="12"/>
                  <a:pt x="47" y="12"/>
                </a:cubicBezTo>
                <a:cubicBezTo>
                  <a:pt x="46" y="12"/>
                  <a:pt x="45" y="12"/>
                  <a:pt x="44" y="12"/>
                </a:cubicBezTo>
                <a:cubicBezTo>
                  <a:pt x="43" y="11"/>
                  <a:pt x="42" y="11"/>
                  <a:pt x="41" y="11"/>
                </a:cubicBezTo>
                <a:cubicBezTo>
                  <a:pt x="40" y="11"/>
                  <a:pt x="39" y="11"/>
                  <a:pt x="38" y="11"/>
                </a:cubicBezTo>
                <a:cubicBezTo>
                  <a:pt x="37" y="11"/>
                  <a:pt x="36" y="11"/>
                  <a:pt x="34" y="11"/>
                </a:cubicBezTo>
                <a:cubicBezTo>
                  <a:pt x="33" y="11"/>
                  <a:pt x="32" y="10"/>
                  <a:pt x="31" y="11"/>
                </a:cubicBezTo>
                <a:cubicBezTo>
                  <a:pt x="30" y="11"/>
                  <a:pt x="30" y="12"/>
                  <a:pt x="30" y="13"/>
                </a:cubicBezTo>
                <a:cubicBezTo>
                  <a:pt x="30" y="14"/>
                  <a:pt x="31" y="14"/>
                  <a:pt x="32" y="15"/>
                </a:cubicBezTo>
                <a:cubicBezTo>
                  <a:pt x="34" y="16"/>
                  <a:pt x="36" y="16"/>
                  <a:pt x="38" y="16"/>
                </a:cubicBezTo>
                <a:cubicBezTo>
                  <a:pt x="37" y="17"/>
                  <a:pt x="36" y="17"/>
                  <a:pt x="36" y="17"/>
                </a:cubicBezTo>
                <a:cubicBezTo>
                  <a:pt x="35" y="17"/>
                  <a:pt x="34" y="17"/>
                  <a:pt x="33" y="17"/>
                </a:cubicBezTo>
                <a:cubicBezTo>
                  <a:pt x="32" y="17"/>
                  <a:pt x="31" y="17"/>
                  <a:pt x="30" y="17"/>
                </a:cubicBezTo>
                <a:cubicBezTo>
                  <a:pt x="29" y="18"/>
                  <a:pt x="28" y="18"/>
                  <a:pt x="28" y="19"/>
                </a:cubicBezTo>
                <a:cubicBezTo>
                  <a:pt x="28" y="20"/>
                  <a:pt x="30" y="19"/>
                  <a:pt x="31" y="20"/>
                </a:cubicBezTo>
                <a:cubicBezTo>
                  <a:pt x="30" y="20"/>
                  <a:pt x="31" y="21"/>
                  <a:pt x="30" y="21"/>
                </a:cubicBezTo>
                <a:cubicBezTo>
                  <a:pt x="29" y="21"/>
                  <a:pt x="29" y="20"/>
                  <a:pt x="28" y="20"/>
                </a:cubicBezTo>
                <a:cubicBezTo>
                  <a:pt x="28" y="20"/>
                  <a:pt x="26" y="21"/>
                  <a:pt x="25" y="20"/>
                </a:cubicBezTo>
                <a:cubicBezTo>
                  <a:pt x="23" y="20"/>
                  <a:pt x="21" y="21"/>
                  <a:pt x="19" y="21"/>
                </a:cubicBezTo>
                <a:cubicBezTo>
                  <a:pt x="18" y="21"/>
                  <a:pt x="15" y="21"/>
                  <a:pt x="15" y="20"/>
                </a:cubicBezTo>
                <a:cubicBezTo>
                  <a:pt x="14" y="20"/>
                  <a:pt x="13" y="20"/>
                  <a:pt x="12" y="20"/>
                </a:cubicBezTo>
                <a:cubicBezTo>
                  <a:pt x="11" y="20"/>
                  <a:pt x="11" y="20"/>
                  <a:pt x="10" y="20"/>
                </a:cubicBezTo>
                <a:cubicBezTo>
                  <a:pt x="9" y="21"/>
                  <a:pt x="9" y="21"/>
                  <a:pt x="8" y="22"/>
                </a:cubicBezTo>
                <a:cubicBezTo>
                  <a:pt x="8" y="22"/>
                  <a:pt x="7" y="23"/>
                  <a:pt x="7" y="23"/>
                </a:cubicBezTo>
                <a:cubicBezTo>
                  <a:pt x="7" y="23"/>
                  <a:pt x="7" y="24"/>
                  <a:pt x="7" y="24"/>
                </a:cubicBezTo>
                <a:cubicBezTo>
                  <a:pt x="6" y="24"/>
                  <a:pt x="6" y="25"/>
                  <a:pt x="6" y="25"/>
                </a:cubicBezTo>
                <a:cubicBezTo>
                  <a:pt x="5" y="25"/>
                  <a:pt x="4" y="25"/>
                  <a:pt x="4" y="26"/>
                </a:cubicBezTo>
                <a:cubicBezTo>
                  <a:pt x="4" y="27"/>
                  <a:pt x="4" y="28"/>
                  <a:pt x="4" y="29"/>
                </a:cubicBezTo>
                <a:cubicBezTo>
                  <a:pt x="4" y="29"/>
                  <a:pt x="4" y="30"/>
                  <a:pt x="4" y="30"/>
                </a:cubicBezTo>
                <a:cubicBezTo>
                  <a:pt x="4" y="33"/>
                  <a:pt x="10" y="29"/>
                  <a:pt x="11" y="30"/>
                </a:cubicBezTo>
                <a:cubicBezTo>
                  <a:pt x="12" y="31"/>
                  <a:pt x="9" y="32"/>
                  <a:pt x="9" y="33"/>
                </a:cubicBezTo>
                <a:cubicBezTo>
                  <a:pt x="8" y="35"/>
                  <a:pt x="11" y="34"/>
                  <a:pt x="11" y="35"/>
                </a:cubicBezTo>
                <a:cubicBezTo>
                  <a:pt x="10" y="36"/>
                  <a:pt x="10" y="37"/>
                  <a:pt x="11" y="37"/>
                </a:cubicBezTo>
                <a:cubicBezTo>
                  <a:pt x="11" y="38"/>
                  <a:pt x="12" y="37"/>
                  <a:pt x="12" y="38"/>
                </a:cubicBezTo>
                <a:cubicBezTo>
                  <a:pt x="12" y="38"/>
                  <a:pt x="12" y="39"/>
                  <a:pt x="11" y="39"/>
                </a:cubicBezTo>
                <a:cubicBezTo>
                  <a:pt x="11" y="39"/>
                  <a:pt x="10" y="39"/>
                  <a:pt x="10" y="40"/>
                </a:cubicBezTo>
                <a:cubicBezTo>
                  <a:pt x="9" y="41"/>
                  <a:pt x="11" y="42"/>
                  <a:pt x="12" y="42"/>
                </a:cubicBezTo>
                <a:cubicBezTo>
                  <a:pt x="12" y="43"/>
                  <a:pt x="14" y="43"/>
                  <a:pt x="12" y="43"/>
                </a:cubicBezTo>
                <a:cubicBezTo>
                  <a:pt x="12" y="43"/>
                  <a:pt x="10" y="44"/>
                  <a:pt x="9" y="43"/>
                </a:cubicBezTo>
                <a:cubicBezTo>
                  <a:pt x="9" y="43"/>
                  <a:pt x="9" y="44"/>
                  <a:pt x="9" y="44"/>
                </a:cubicBezTo>
                <a:cubicBezTo>
                  <a:pt x="8" y="43"/>
                  <a:pt x="8" y="42"/>
                  <a:pt x="8" y="41"/>
                </a:cubicBezTo>
                <a:cubicBezTo>
                  <a:pt x="8" y="41"/>
                  <a:pt x="8" y="40"/>
                  <a:pt x="7" y="40"/>
                </a:cubicBezTo>
                <a:cubicBezTo>
                  <a:pt x="5" y="40"/>
                  <a:pt x="8" y="43"/>
                  <a:pt x="7" y="43"/>
                </a:cubicBezTo>
                <a:cubicBezTo>
                  <a:pt x="7" y="44"/>
                  <a:pt x="5" y="44"/>
                  <a:pt x="6" y="45"/>
                </a:cubicBezTo>
                <a:cubicBezTo>
                  <a:pt x="6" y="45"/>
                  <a:pt x="7" y="46"/>
                  <a:pt x="7" y="46"/>
                </a:cubicBezTo>
                <a:cubicBezTo>
                  <a:pt x="8" y="46"/>
                  <a:pt x="9" y="45"/>
                  <a:pt x="10" y="46"/>
                </a:cubicBezTo>
                <a:cubicBezTo>
                  <a:pt x="10" y="46"/>
                  <a:pt x="11" y="47"/>
                  <a:pt x="11" y="48"/>
                </a:cubicBezTo>
                <a:cubicBezTo>
                  <a:pt x="12" y="48"/>
                  <a:pt x="14" y="48"/>
                  <a:pt x="14" y="49"/>
                </a:cubicBezTo>
                <a:cubicBezTo>
                  <a:pt x="15" y="49"/>
                  <a:pt x="14" y="50"/>
                  <a:pt x="14" y="51"/>
                </a:cubicBezTo>
                <a:cubicBezTo>
                  <a:pt x="14" y="51"/>
                  <a:pt x="13" y="51"/>
                  <a:pt x="13" y="51"/>
                </a:cubicBezTo>
                <a:cubicBezTo>
                  <a:pt x="13" y="52"/>
                  <a:pt x="13" y="52"/>
                  <a:pt x="13" y="52"/>
                </a:cubicBezTo>
                <a:cubicBezTo>
                  <a:pt x="13" y="52"/>
                  <a:pt x="13" y="52"/>
                  <a:pt x="13" y="52"/>
                </a:cubicBezTo>
                <a:cubicBezTo>
                  <a:pt x="14" y="53"/>
                  <a:pt x="14" y="53"/>
                  <a:pt x="14" y="53"/>
                </a:cubicBezTo>
                <a:cubicBezTo>
                  <a:pt x="14" y="54"/>
                  <a:pt x="14" y="54"/>
                  <a:pt x="14" y="55"/>
                </a:cubicBezTo>
                <a:cubicBezTo>
                  <a:pt x="15" y="55"/>
                  <a:pt x="15" y="55"/>
                  <a:pt x="16" y="55"/>
                </a:cubicBezTo>
                <a:cubicBezTo>
                  <a:pt x="15" y="56"/>
                  <a:pt x="18" y="56"/>
                  <a:pt x="17" y="57"/>
                </a:cubicBezTo>
                <a:cubicBezTo>
                  <a:pt x="16" y="58"/>
                  <a:pt x="14" y="57"/>
                  <a:pt x="14" y="58"/>
                </a:cubicBezTo>
                <a:cubicBezTo>
                  <a:pt x="14" y="60"/>
                  <a:pt x="16" y="59"/>
                  <a:pt x="17" y="59"/>
                </a:cubicBezTo>
                <a:cubicBezTo>
                  <a:pt x="19" y="59"/>
                  <a:pt x="21" y="59"/>
                  <a:pt x="23" y="59"/>
                </a:cubicBezTo>
                <a:cubicBezTo>
                  <a:pt x="23" y="60"/>
                  <a:pt x="21" y="59"/>
                  <a:pt x="21" y="60"/>
                </a:cubicBezTo>
                <a:cubicBezTo>
                  <a:pt x="20" y="60"/>
                  <a:pt x="21" y="61"/>
                  <a:pt x="21" y="61"/>
                </a:cubicBezTo>
                <a:cubicBezTo>
                  <a:pt x="21" y="62"/>
                  <a:pt x="21" y="63"/>
                  <a:pt x="21" y="63"/>
                </a:cubicBezTo>
                <a:cubicBezTo>
                  <a:pt x="21" y="62"/>
                  <a:pt x="23" y="62"/>
                  <a:pt x="23" y="61"/>
                </a:cubicBezTo>
                <a:cubicBezTo>
                  <a:pt x="24" y="61"/>
                  <a:pt x="25" y="61"/>
                  <a:pt x="25" y="61"/>
                </a:cubicBezTo>
                <a:cubicBezTo>
                  <a:pt x="26" y="62"/>
                  <a:pt x="27" y="63"/>
                  <a:pt x="28" y="62"/>
                </a:cubicBezTo>
                <a:cubicBezTo>
                  <a:pt x="28" y="62"/>
                  <a:pt x="29" y="62"/>
                  <a:pt x="30" y="63"/>
                </a:cubicBezTo>
                <a:cubicBezTo>
                  <a:pt x="30" y="63"/>
                  <a:pt x="30" y="64"/>
                  <a:pt x="30" y="64"/>
                </a:cubicBezTo>
                <a:cubicBezTo>
                  <a:pt x="30" y="64"/>
                  <a:pt x="31" y="65"/>
                  <a:pt x="31" y="65"/>
                </a:cubicBezTo>
                <a:cubicBezTo>
                  <a:pt x="32" y="67"/>
                  <a:pt x="34" y="68"/>
                  <a:pt x="36" y="68"/>
                </a:cubicBezTo>
                <a:cubicBezTo>
                  <a:pt x="37" y="68"/>
                  <a:pt x="38" y="67"/>
                  <a:pt x="39" y="67"/>
                </a:cubicBezTo>
                <a:cubicBezTo>
                  <a:pt x="40" y="67"/>
                  <a:pt x="40" y="67"/>
                  <a:pt x="41" y="67"/>
                </a:cubicBezTo>
                <a:cubicBezTo>
                  <a:pt x="41" y="67"/>
                  <a:pt x="42" y="67"/>
                  <a:pt x="42" y="67"/>
                </a:cubicBezTo>
                <a:cubicBezTo>
                  <a:pt x="43" y="67"/>
                  <a:pt x="43" y="64"/>
                  <a:pt x="43" y="63"/>
                </a:cubicBezTo>
                <a:cubicBezTo>
                  <a:pt x="43" y="62"/>
                  <a:pt x="43" y="61"/>
                  <a:pt x="43" y="60"/>
                </a:cubicBezTo>
                <a:cubicBezTo>
                  <a:pt x="44" y="60"/>
                  <a:pt x="45" y="60"/>
                  <a:pt x="46" y="60"/>
                </a:cubicBezTo>
                <a:cubicBezTo>
                  <a:pt x="48" y="61"/>
                  <a:pt x="50" y="62"/>
                  <a:pt x="52" y="63"/>
                </a:cubicBezTo>
                <a:cubicBezTo>
                  <a:pt x="54" y="64"/>
                  <a:pt x="56" y="65"/>
                  <a:pt x="58" y="66"/>
                </a:cubicBezTo>
                <a:cubicBezTo>
                  <a:pt x="59" y="68"/>
                  <a:pt x="60" y="69"/>
                  <a:pt x="62" y="69"/>
                </a:cubicBezTo>
                <a:cubicBezTo>
                  <a:pt x="64" y="69"/>
                  <a:pt x="65" y="68"/>
                  <a:pt x="66" y="68"/>
                </a:cubicBezTo>
                <a:cubicBezTo>
                  <a:pt x="68" y="68"/>
                  <a:pt x="69" y="68"/>
                  <a:pt x="70" y="68"/>
                </a:cubicBezTo>
                <a:cubicBezTo>
                  <a:pt x="71" y="67"/>
                  <a:pt x="71" y="67"/>
                  <a:pt x="72" y="67"/>
                </a:cubicBezTo>
                <a:cubicBezTo>
                  <a:pt x="72" y="67"/>
                  <a:pt x="73" y="67"/>
                  <a:pt x="73" y="67"/>
                </a:cubicBezTo>
                <a:cubicBezTo>
                  <a:pt x="74" y="67"/>
                  <a:pt x="74" y="66"/>
                  <a:pt x="74" y="65"/>
                </a:cubicBezTo>
                <a:cubicBezTo>
                  <a:pt x="76" y="64"/>
                  <a:pt x="77" y="63"/>
                  <a:pt x="78" y="62"/>
                </a:cubicBezTo>
                <a:cubicBezTo>
                  <a:pt x="79" y="62"/>
                  <a:pt x="79" y="61"/>
                  <a:pt x="81" y="61"/>
                </a:cubicBezTo>
                <a:cubicBezTo>
                  <a:pt x="82" y="62"/>
                  <a:pt x="83" y="63"/>
                  <a:pt x="85" y="63"/>
                </a:cubicBezTo>
                <a:cubicBezTo>
                  <a:pt x="85" y="64"/>
                  <a:pt x="86" y="64"/>
                  <a:pt x="87" y="63"/>
                </a:cubicBezTo>
                <a:cubicBezTo>
                  <a:pt x="88" y="63"/>
                  <a:pt x="87" y="62"/>
                  <a:pt x="87" y="61"/>
                </a:cubicBezTo>
                <a:cubicBezTo>
                  <a:pt x="89" y="62"/>
                  <a:pt x="90" y="62"/>
                  <a:pt x="91" y="61"/>
                </a:cubicBezTo>
                <a:cubicBezTo>
                  <a:pt x="91" y="60"/>
                  <a:pt x="91" y="60"/>
                  <a:pt x="92" y="60"/>
                </a:cubicBezTo>
                <a:cubicBezTo>
                  <a:pt x="92" y="60"/>
                  <a:pt x="93" y="60"/>
                  <a:pt x="93" y="61"/>
                </a:cubicBezTo>
                <a:cubicBezTo>
                  <a:pt x="93" y="62"/>
                  <a:pt x="93" y="63"/>
                  <a:pt x="93" y="64"/>
                </a:cubicBezTo>
                <a:cubicBezTo>
                  <a:pt x="92" y="64"/>
                  <a:pt x="92" y="65"/>
                  <a:pt x="91" y="65"/>
                </a:cubicBezTo>
                <a:cubicBezTo>
                  <a:pt x="90" y="65"/>
                  <a:pt x="90" y="66"/>
                  <a:pt x="89" y="67"/>
                </a:cubicBezTo>
                <a:cubicBezTo>
                  <a:pt x="91" y="68"/>
                  <a:pt x="90" y="70"/>
                  <a:pt x="91" y="71"/>
                </a:cubicBezTo>
                <a:cubicBezTo>
                  <a:pt x="92" y="72"/>
                  <a:pt x="93" y="71"/>
                  <a:pt x="93" y="71"/>
                </a:cubicBezTo>
                <a:cubicBezTo>
                  <a:pt x="94" y="70"/>
                  <a:pt x="94" y="70"/>
                  <a:pt x="94" y="70"/>
                </a:cubicBezTo>
                <a:cubicBezTo>
                  <a:pt x="95" y="69"/>
                  <a:pt x="94" y="69"/>
                  <a:pt x="94" y="68"/>
                </a:cubicBezTo>
                <a:cubicBezTo>
                  <a:pt x="95" y="67"/>
                  <a:pt x="96" y="68"/>
                  <a:pt x="97" y="67"/>
                </a:cubicBezTo>
                <a:cubicBezTo>
                  <a:pt x="97" y="67"/>
                  <a:pt x="97" y="66"/>
                  <a:pt x="97" y="66"/>
                </a:cubicBezTo>
                <a:cubicBezTo>
                  <a:pt x="96" y="65"/>
                  <a:pt x="97" y="65"/>
                  <a:pt x="97" y="64"/>
                </a:cubicBezTo>
                <a:cubicBezTo>
                  <a:pt x="97" y="63"/>
                  <a:pt x="97" y="61"/>
                  <a:pt x="98" y="61"/>
                </a:cubicBezTo>
                <a:cubicBezTo>
                  <a:pt x="99" y="60"/>
                  <a:pt x="100" y="62"/>
                  <a:pt x="100" y="63"/>
                </a:cubicBezTo>
                <a:cubicBezTo>
                  <a:pt x="102" y="62"/>
                  <a:pt x="103" y="63"/>
                  <a:pt x="105" y="62"/>
                </a:cubicBezTo>
                <a:cubicBezTo>
                  <a:pt x="105" y="62"/>
                  <a:pt x="106" y="62"/>
                  <a:pt x="106" y="62"/>
                </a:cubicBezTo>
                <a:cubicBezTo>
                  <a:pt x="107" y="62"/>
                  <a:pt x="108" y="61"/>
                  <a:pt x="108" y="61"/>
                </a:cubicBezTo>
                <a:cubicBezTo>
                  <a:pt x="110" y="60"/>
                  <a:pt x="111" y="60"/>
                  <a:pt x="112" y="60"/>
                </a:cubicBezTo>
                <a:cubicBezTo>
                  <a:pt x="114" y="61"/>
                  <a:pt x="115" y="62"/>
                  <a:pt x="116" y="62"/>
                </a:cubicBezTo>
                <a:cubicBezTo>
                  <a:pt x="117" y="62"/>
                  <a:pt x="119" y="62"/>
                  <a:pt x="120" y="62"/>
                </a:cubicBezTo>
                <a:cubicBezTo>
                  <a:pt x="122" y="62"/>
                  <a:pt x="123" y="61"/>
                  <a:pt x="125" y="61"/>
                </a:cubicBezTo>
                <a:cubicBezTo>
                  <a:pt x="128" y="60"/>
                  <a:pt x="130" y="58"/>
                  <a:pt x="133" y="58"/>
                </a:cubicBezTo>
                <a:cubicBezTo>
                  <a:pt x="134" y="57"/>
                  <a:pt x="135" y="57"/>
                  <a:pt x="137" y="57"/>
                </a:cubicBezTo>
                <a:cubicBezTo>
                  <a:pt x="138" y="57"/>
                  <a:pt x="140" y="57"/>
                  <a:pt x="141" y="57"/>
                </a:cubicBezTo>
                <a:cubicBezTo>
                  <a:pt x="143" y="57"/>
                  <a:pt x="144" y="57"/>
                  <a:pt x="145" y="56"/>
                </a:cubicBezTo>
                <a:cubicBezTo>
                  <a:pt x="146" y="56"/>
                  <a:pt x="146" y="55"/>
                  <a:pt x="147" y="56"/>
                </a:cubicBezTo>
                <a:cubicBezTo>
                  <a:pt x="148" y="57"/>
                  <a:pt x="148" y="58"/>
                  <a:pt x="149" y="57"/>
                </a:cubicBezTo>
                <a:cubicBezTo>
                  <a:pt x="150" y="57"/>
                  <a:pt x="151" y="55"/>
                  <a:pt x="152" y="55"/>
                </a:cubicBezTo>
                <a:cubicBezTo>
                  <a:pt x="153" y="55"/>
                  <a:pt x="155" y="55"/>
                  <a:pt x="156" y="56"/>
                </a:cubicBezTo>
                <a:cubicBezTo>
                  <a:pt x="157" y="56"/>
                  <a:pt x="157" y="56"/>
                  <a:pt x="158" y="56"/>
                </a:cubicBezTo>
                <a:cubicBezTo>
                  <a:pt x="159" y="56"/>
                  <a:pt x="159" y="56"/>
                  <a:pt x="160" y="56"/>
                </a:cubicBezTo>
                <a:cubicBezTo>
                  <a:pt x="161" y="57"/>
                  <a:pt x="162" y="55"/>
                  <a:pt x="163" y="55"/>
                </a:cubicBezTo>
                <a:cubicBezTo>
                  <a:pt x="164" y="55"/>
                  <a:pt x="164" y="56"/>
                  <a:pt x="164" y="57"/>
                </a:cubicBezTo>
                <a:cubicBezTo>
                  <a:pt x="164" y="58"/>
                  <a:pt x="164" y="59"/>
                  <a:pt x="164" y="59"/>
                </a:cubicBezTo>
                <a:cubicBezTo>
                  <a:pt x="165" y="59"/>
                  <a:pt x="165" y="58"/>
                  <a:pt x="165" y="58"/>
                </a:cubicBezTo>
                <a:cubicBezTo>
                  <a:pt x="166" y="58"/>
                  <a:pt x="167" y="57"/>
                  <a:pt x="167" y="57"/>
                </a:cubicBezTo>
                <a:cubicBezTo>
                  <a:pt x="168" y="57"/>
                  <a:pt x="168" y="57"/>
                  <a:pt x="169" y="57"/>
                </a:cubicBezTo>
                <a:cubicBezTo>
                  <a:pt x="169" y="56"/>
                  <a:pt x="169" y="56"/>
                  <a:pt x="169" y="56"/>
                </a:cubicBezTo>
                <a:cubicBezTo>
                  <a:pt x="169" y="55"/>
                  <a:pt x="168" y="54"/>
                  <a:pt x="167" y="54"/>
                </a:cubicBezTo>
                <a:cubicBezTo>
                  <a:pt x="167" y="54"/>
                  <a:pt x="168" y="53"/>
                  <a:pt x="168" y="53"/>
                </a:cubicBezTo>
                <a:cubicBezTo>
                  <a:pt x="168" y="53"/>
                  <a:pt x="168" y="53"/>
                  <a:pt x="167" y="52"/>
                </a:cubicBezTo>
                <a:cubicBezTo>
                  <a:pt x="167" y="52"/>
                  <a:pt x="168" y="51"/>
                  <a:pt x="167" y="51"/>
                </a:cubicBezTo>
                <a:cubicBezTo>
                  <a:pt x="167" y="50"/>
                  <a:pt x="167" y="50"/>
                  <a:pt x="166" y="50"/>
                </a:cubicBezTo>
                <a:cubicBezTo>
                  <a:pt x="166" y="49"/>
                  <a:pt x="166" y="49"/>
                  <a:pt x="164" y="49"/>
                </a:cubicBezTo>
                <a:cubicBezTo>
                  <a:pt x="164" y="48"/>
                  <a:pt x="165" y="48"/>
                  <a:pt x="165" y="47"/>
                </a:cubicBezTo>
                <a:cubicBezTo>
                  <a:pt x="166" y="46"/>
                  <a:pt x="166" y="46"/>
                  <a:pt x="166" y="45"/>
                </a:cubicBezTo>
                <a:cubicBezTo>
                  <a:pt x="167" y="43"/>
                  <a:pt x="165" y="44"/>
                  <a:pt x="165" y="42"/>
                </a:cubicBezTo>
                <a:cubicBezTo>
                  <a:pt x="165" y="42"/>
                  <a:pt x="165" y="41"/>
                  <a:pt x="165" y="41"/>
                </a:cubicBezTo>
                <a:cubicBezTo>
                  <a:pt x="165" y="40"/>
                  <a:pt x="165" y="39"/>
                  <a:pt x="164" y="38"/>
                </a:cubicBezTo>
                <a:cubicBezTo>
                  <a:pt x="164" y="36"/>
                  <a:pt x="164" y="35"/>
                  <a:pt x="163" y="34"/>
                </a:cubicBezTo>
                <a:cubicBezTo>
                  <a:pt x="163" y="34"/>
                  <a:pt x="162" y="33"/>
                  <a:pt x="162" y="32"/>
                </a:cubicBezTo>
                <a:cubicBezTo>
                  <a:pt x="163" y="31"/>
                  <a:pt x="165" y="32"/>
                  <a:pt x="166" y="32"/>
                </a:cubicBezTo>
                <a:cubicBezTo>
                  <a:pt x="167" y="31"/>
                  <a:pt x="166" y="30"/>
                  <a:pt x="166" y="29"/>
                </a:cubicBezTo>
                <a:cubicBezTo>
                  <a:pt x="167" y="28"/>
                  <a:pt x="168" y="28"/>
                  <a:pt x="169" y="29"/>
                </a:cubicBezTo>
                <a:cubicBezTo>
                  <a:pt x="169" y="28"/>
                  <a:pt x="169" y="27"/>
                  <a:pt x="168" y="27"/>
                </a:cubicBezTo>
                <a:cubicBezTo>
                  <a:pt x="168" y="26"/>
                  <a:pt x="169" y="27"/>
                  <a:pt x="168" y="27"/>
                </a:cubicBezTo>
                <a:close/>
                <a:moveTo>
                  <a:pt x="1" y="22"/>
                </a:moveTo>
                <a:cubicBezTo>
                  <a:pt x="1" y="23"/>
                  <a:pt x="0" y="22"/>
                  <a:pt x="0" y="23"/>
                </a:cubicBezTo>
                <a:cubicBezTo>
                  <a:pt x="0" y="23"/>
                  <a:pt x="0" y="24"/>
                  <a:pt x="1" y="24"/>
                </a:cubicBezTo>
                <a:cubicBezTo>
                  <a:pt x="1" y="24"/>
                  <a:pt x="2" y="23"/>
                  <a:pt x="3" y="23"/>
                </a:cubicBezTo>
                <a:cubicBezTo>
                  <a:pt x="3" y="22"/>
                  <a:pt x="2" y="22"/>
                  <a:pt x="1" y="22"/>
                </a:cubicBezTo>
                <a:cubicBezTo>
                  <a:pt x="1" y="22"/>
                  <a:pt x="2" y="22"/>
                  <a:pt x="1" y="22"/>
                </a:cubicBezTo>
                <a:close/>
                <a:moveTo>
                  <a:pt x="20" y="61"/>
                </a:moveTo>
                <a:cubicBezTo>
                  <a:pt x="19" y="61"/>
                  <a:pt x="18" y="61"/>
                  <a:pt x="18" y="61"/>
                </a:cubicBezTo>
                <a:cubicBezTo>
                  <a:pt x="17" y="61"/>
                  <a:pt x="17" y="62"/>
                  <a:pt x="17" y="62"/>
                </a:cubicBezTo>
                <a:cubicBezTo>
                  <a:pt x="16" y="62"/>
                  <a:pt x="16" y="62"/>
                  <a:pt x="16" y="62"/>
                </a:cubicBezTo>
                <a:cubicBezTo>
                  <a:pt x="15" y="62"/>
                  <a:pt x="15" y="62"/>
                  <a:pt x="16" y="63"/>
                </a:cubicBezTo>
                <a:cubicBezTo>
                  <a:pt x="17" y="63"/>
                  <a:pt x="17" y="62"/>
                  <a:pt x="18" y="62"/>
                </a:cubicBezTo>
                <a:cubicBezTo>
                  <a:pt x="18" y="62"/>
                  <a:pt x="20" y="62"/>
                  <a:pt x="20" y="61"/>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a:off x="8462963" y="5419725"/>
            <a:ext cx="315913" cy="555625"/>
          </a:xfrm>
          <a:custGeom>
            <a:avLst/>
            <a:gdLst>
              <a:gd name="T0" fmla="*/ 71 w 77"/>
              <a:gd name="T1" fmla="*/ 41 h 136"/>
              <a:gd name="T2" fmla="*/ 68 w 77"/>
              <a:gd name="T3" fmla="*/ 33 h 136"/>
              <a:gd name="T4" fmla="*/ 60 w 77"/>
              <a:gd name="T5" fmla="*/ 22 h 136"/>
              <a:gd name="T6" fmla="*/ 53 w 77"/>
              <a:gd name="T7" fmla="*/ 22 h 136"/>
              <a:gd name="T8" fmla="*/ 46 w 77"/>
              <a:gd name="T9" fmla="*/ 24 h 136"/>
              <a:gd name="T10" fmla="*/ 38 w 77"/>
              <a:gd name="T11" fmla="*/ 23 h 136"/>
              <a:gd name="T12" fmla="*/ 34 w 77"/>
              <a:gd name="T13" fmla="*/ 23 h 136"/>
              <a:gd name="T14" fmla="*/ 33 w 77"/>
              <a:gd name="T15" fmla="*/ 13 h 136"/>
              <a:gd name="T16" fmla="*/ 27 w 77"/>
              <a:gd name="T17" fmla="*/ 10 h 136"/>
              <a:gd name="T18" fmla="*/ 24 w 77"/>
              <a:gd name="T19" fmla="*/ 2 h 136"/>
              <a:gd name="T20" fmla="*/ 18 w 77"/>
              <a:gd name="T21" fmla="*/ 2 h 136"/>
              <a:gd name="T22" fmla="*/ 13 w 77"/>
              <a:gd name="T23" fmla="*/ 9 h 136"/>
              <a:gd name="T24" fmla="*/ 5 w 77"/>
              <a:gd name="T25" fmla="*/ 14 h 136"/>
              <a:gd name="T26" fmla="*/ 2 w 77"/>
              <a:gd name="T27" fmla="*/ 22 h 136"/>
              <a:gd name="T28" fmla="*/ 12 w 77"/>
              <a:gd name="T29" fmla="*/ 36 h 136"/>
              <a:gd name="T30" fmla="*/ 13 w 77"/>
              <a:gd name="T31" fmla="*/ 44 h 136"/>
              <a:gd name="T32" fmla="*/ 14 w 77"/>
              <a:gd name="T33" fmla="*/ 55 h 136"/>
              <a:gd name="T34" fmla="*/ 22 w 77"/>
              <a:gd name="T35" fmla="*/ 74 h 136"/>
              <a:gd name="T36" fmla="*/ 21 w 77"/>
              <a:gd name="T37" fmla="*/ 86 h 136"/>
              <a:gd name="T38" fmla="*/ 17 w 77"/>
              <a:gd name="T39" fmla="*/ 96 h 136"/>
              <a:gd name="T40" fmla="*/ 16 w 77"/>
              <a:gd name="T41" fmla="*/ 102 h 136"/>
              <a:gd name="T42" fmla="*/ 13 w 77"/>
              <a:gd name="T43" fmla="*/ 110 h 136"/>
              <a:gd name="T44" fmla="*/ 19 w 77"/>
              <a:gd name="T45" fmla="*/ 114 h 136"/>
              <a:gd name="T46" fmla="*/ 25 w 77"/>
              <a:gd name="T47" fmla="*/ 120 h 136"/>
              <a:gd name="T48" fmla="*/ 30 w 77"/>
              <a:gd name="T49" fmla="*/ 127 h 136"/>
              <a:gd name="T50" fmla="*/ 37 w 77"/>
              <a:gd name="T51" fmla="*/ 128 h 136"/>
              <a:gd name="T52" fmla="*/ 40 w 77"/>
              <a:gd name="T53" fmla="*/ 134 h 136"/>
              <a:gd name="T54" fmla="*/ 49 w 77"/>
              <a:gd name="T55" fmla="*/ 134 h 136"/>
              <a:gd name="T56" fmla="*/ 46 w 77"/>
              <a:gd name="T57" fmla="*/ 129 h 136"/>
              <a:gd name="T58" fmla="*/ 39 w 77"/>
              <a:gd name="T59" fmla="*/ 124 h 136"/>
              <a:gd name="T60" fmla="*/ 35 w 77"/>
              <a:gd name="T61" fmla="*/ 121 h 136"/>
              <a:gd name="T62" fmla="*/ 35 w 77"/>
              <a:gd name="T63" fmla="*/ 118 h 136"/>
              <a:gd name="T64" fmla="*/ 33 w 77"/>
              <a:gd name="T65" fmla="*/ 112 h 136"/>
              <a:gd name="T66" fmla="*/ 30 w 77"/>
              <a:gd name="T67" fmla="*/ 110 h 136"/>
              <a:gd name="T68" fmla="*/ 28 w 77"/>
              <a:gd name="T69" fmla="*/ 105 h 136"/>
              <a:gd name="T70" fmla="*/ 23 w 77"/>
              <a:gd name="T71" fmla="*/ 104 h 136"/>
              <a:gd name="T72" fmla="*/ 22 w 77"/>
              <a:gd name="T73" fmla="*/ 98 h 136"/>
              <a:gd name="T74" fmla="*/ 22 w 77"/>
              <a:gd name="T75" fmla="*/ 95 h 136"/>
              <a:gd name="T76" fmla="*/ 24 w 77"/>
              <a:gd name="T77" fmla="*/ 89 h 136"/>
              <a:gd name="T78" fmla="*/ 26 w 77"/>
              <a:gd name="T79" fmla="*/ 80 h 136"/>
              <a:gd name="T80" fmla="*/ 27 w 77"/>
              <a:gd name="T81" fmla="*/ 74 h 136"/>
              <a:gd name="T82" fmla="*/ 28 w 77"/>
              <a:gd name="T83" fmla="*/ 68 h 136"/>
              <a:gd name="T84" fmla="*/ 32 w 77"/>
              <a:gd name="T85" fmla="*/ 66 h 136"/>
              <a:gd name="T86" fmla="*/ 35 w 77"/>
              <a:gd name="T87" fmla="*/ 70 h 136"/>
              <a:gd name="T88" fmla="*/ 37 w 77"/>
              <a:gd name="T89" fmla="*/ 74 h 136"/>
              <a:gd name="T90" fmla="*/ 43 w 77"/>
              <a:gd name="T91" fmla="*/ 73 h 136"/>
              <a:gd name="T92" fmla="*/ 50 w 77"/>
              <a:gd name="T93" fmla="*/ 78 h 136"/>
              <a:gd name="T94" fmla="*/ 49 w 77"/>
              <a:gd name="T95" fmla="*/ 69 h 136"/>
              <a:gd name="T96" fmla="*/ 54 w 77"/>
              <a:gd name="T97" fmla="*/ 57 h 136"/>
              <a:gd name="T98" fmla="*/ 65 w 77"/>
              <a:gd name="T99" fmla="*/ 56 h 136"/>
              <a:gd name="T100" fmla="*/ 74 w 77"/>
              <a:gd name="T101" fmla="*/ 57 h 136"/>
              <a:gd name="T102" fmla="*/ 76 w 77"/>
              <a:gd name="T103" fmla="*/ 4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136">
                <a:moveTo>
                  <a:pt x="76" y="44"/>
                </a:moveTo>
                <a:cubicBezTo>
                  <a:pt x="75" y="44"/>
                  <a:pt x="75" y="43"/>
                  <a:pt x="75" y="43"/>
                </a:cubicBezTo>
                <a:cubicBezTo>
                  <a:pt x="74" y="42"/>
                  <a:pt x="75" y="42"/>
                  <a:pt x="74" y="41"/>
                </a:cubicBezTo>
                <a:cubicBezTo>
                  <a:pt x="73" y="41"/>
                  <a:pt x="72" y="42"/>
                  <a:pt x="71" y="41"/>
                </a:cubicBezTo>
                <a:cubicBezTo>
                  <a:pt x="71" y="41"/>
                  <a:pt x="70" y="40"/>
                  <a:pt x="69" y="39"/>
                </a:cubicBezTo>
                <a:cubicBezTo>
                  <a:pt x="69" y="39"/>
                  <a:pt x="68" y="39"/>
                  <a:pt x="68" y="38"/>
                </a:cubicBezTo>
                <a:cubicBezTo>
                  <a:pt x="68" y="37"/>
                  <a:pt x="68" y="37"/>
                  <a:pt x="68" y="36"/>
                </a:cubicBezTo>
                <a:cubicBezTo>
                  <a:pt x="69" y="35"/>
                  <a:pt x="68" y="33"/>
                  <a:pt x="68" y="33"/>
                </a:cubicBezTo>
                <a:cubicBezTo>
                  <a:pt x="68" y="33"/>
                  <a:pt x="68" y="33"/>
                  <a:pt x="68" y="32"/>
                </a:cubicBezTo>
                <a:cubicBezTo>
                  <a:pt x="68" y="31"/>
                  <a:pt x="68" y="28"/>
                  <a:pt x="66" y="27"/>
                </a:cubicBezTo>
                <a:cubicBezTo>
                  <a:pt x="65" y="26"/>
                  <a:pt x="63" y="26"/>
                  <a:pt x="62" y="24"/>
                </a:cubicBezTo>
                <a:cubicBezTo>
                  <a:pt x="61" y="23"/>
                  <a:pt x="61" y="23"/>
                  <a:pt x="60" y="22"/>
                </a:cubicBezTo>
                <a:cubicBezTo>
                  <a:pt x="60" y="22"/>
                  <a:pt x="58" y="21"/>
                  <a:pt x="58" y="21"/>
                </a:cubicBezTo>
                <a:cubicBezTo>
                  <a:pt x="57" y="20"/>
                  <a:pt x="56" y="20"/>
                  <a:pt x="56" y="20"/>
                </a:cubicBezTo>
                <a:cubicBezTo>
                  <a:pt x="55" y="21"/>
                  <a:pt x="55" y="21"/>
                  <a:pt x="54" y="21"/>
                </a:cubicBezTo>
                <a:cubicBezTo>
                  <a:pt x="53" y="21"/>
                  <a:pt x="53" y="21"/>
                  <a:pt x="53" y="22"/>
                </a:cubicBezTo>
                <a:cubicBezTo>
                  <a:pt x="53" y="23"/>
                  <a:pt x="53" y="23"/>
                  <a:pt x="52" y="23"/>
                </a:cubicBezTo>
                <a:cubicBezTo>
                  <a:pt x="52" y="24"/>
                  <a:pt x="52" y="25"/>
                  <a:pt x="51" y="25"/>
                </a:cubicBezTo>
                <a:cubicBezTo>
                  <a:pt x="50" y="25"/>
                  <a:pt x="48" y="26"/>
                  <a:pt x="48" y="25"/>
                </a:cubicBezTo>
                <a:cubicBezTo>
                  <a:pt x="47" y="25"/>
                  <a:pt x="47" y="24"/>
                  <a:pt x="46" y="24"/>
                </a:cubicBezTo>
                <a:cubicBezTo>
                  <a:pt x="45" y="24"/>
                  <a:pt x="44" y="24"/>
                  <a:pt x="43" y="23"/>
                </a:cubicBezTo>
                <a:cubicBezTo>
                  <a:pt x="43" y="23"/>
                  <a:pt x="42" y="22"/>
                  <a:pt x="41" y="22"/>
                </a:cubicBezTo>
                <a:cubicBezTo>
                  <a:pt x="40" y="22"/>
                  <a:pt x="40" y="23"/>
                  <a:pt x="40" y="23"/>
                </a:cubicBezTo>
                <a:cubicBezTo>
                  <a:pt x="39" y="23"/>
                  <a:pt x="39" y="23"/>
                  <a:pt x="38" y="23"/>
                </a:cubicBezTo>
                <a:cubicBezTo>
                  <a:pt x="38" y="24"/>
                  <a:pt x="38" y="25"/>
                  <a:pt x="38" y="25"/>
                </a:cubicBezTo>
                <a:cubicBezTo>
                  <a:pt x="37" y="25"/>
                  <a:pt x="36" y="25"/>
                  <a:pt x="35" y="26"/>
                </a:cubicBezTo>
                <a:cubicBezTo>
                  <a:pt x="35" y="26"/>
                  <a:pt x="34" y="27"/>
                  <a:pt x="34" y="27"/>
                </a:cubicBezTo>
                <a:cubicBezTo>
                  <a:pt x="33" y="26"/>
                  <a:pt x="33" y="24"/>
                  <a:pt x="34" y="23"/>
                </a:cubicBezTo>
                <a:cubicBezTo>
                  <a:pt x="34" y="22"/>
                  <a:pt x="34" y="21"/>
                  <a:pt x="33" y="20"/>
                </a:cubicBezTo>
                <a:cubicBezTo>
                  <a:pt x="33" y="19"/>
                  <a:pt x="33" y="18"/>
                  <a:pt x="33" y="18"/>
                </a:cubicBezTo>
                <a:cubicBezTo>
                  <a:pt x="33" y="17"/>
                  <a:pt x="34" y="17"/>
                  <a:pt x="34" y="16"/>
                </a:cubicBezTo>
                <a:cubicBezTo>
                  <a:pt x="34" y="15"/>
                  <a:pt x="33" y="14"/>
                  <a:pt x="33" y="13"/>
                </a:cubicBezTo>
                <a:cubicBezTo>
                  <a:pt x="33" y="13"/>
                  <a:pt x="34" y="12"/>
                  <a:pt x="34" y="12"/>
                </a:cubicBezTo>
                <a:cubicBezTo>
                  <a:pt x="34" y="11"/>
                  <a:pt x="34" y="10"/>
                  <a:pt x="34" y="9"/>
                </a:cubicBezTo>
                <a:cubicBezTo>
                  <a:pt x="33" y="9"/>
                  <a:pt x="30" y="9"/>
                  <a:pt x="30" y="9"/>
                </a:cubicBezTo>
                <a:cubicBezTo>
                  <a:pt x="29" y="10"/>
                  <a:pt x="27" y="11"/>
                  <a:pt x="27" y="10"/>
                </a:cubicBezTo>
                <a:cubicBezTo>
                  <a:pt x="27" y="10"/>
                  <a:pt x="26" y="8"/>
                  <a:pt x="26" y="8"/>
                </a:cubicBezTo>
                <a:cubicBezTo>
                  <a:pt x="27" y="8"/>
                  <a:pt x="27" y="7"/>
                  <a:pt x="27" y="6"/>
                </a:cubicBezTo>
                <a:cubicBezTo>
                  <a:pt x="27" y="6"/>
                  <a:pt x="27" y="4"/>
                  <a:pt x="27" y="3"/>
                </a:cubicBezTo>
                <a:cubicBezTo>
                  <a:pt x="27" y="3"/>
                  <a:pt x="25" y="2"/>
                  <a:pt x="24" y="2"/>
                </a:cubicBezTo>
                <a:cubicBezTo>
                  <a:pt x="24" y="2"/>
                  <a:pt x="23" y="3"/>
                  <a:pt x="22" y="2"/>
                </a:cubicBezTo>
                <a:cubicBezTo>
                  <a:pt x="22" y="2"/>
                  <a:pt x="22" y="1"/>
                  <a:pt x="22" y="0"/>
                </a:cubicBezTo>
                <a:cubicBezTo>
                  <a:pt x="22" y="0"/>
                  <a:pt x="21" y="0"/>
                  <a:pt x="21" y="0"/>
                </a:cubicBezTo>
                <a:cubicBezTo>
                  <a:pt x="20" y="1"/>
                  <a:pt x="18" y="1"/>
                  <a:pt x="18" y="2"/>
                </a:cubicBezTo>
                <a:cubicBezTo>
                  <a:pt x="17" y="2"/>
                  <a:pt x="18" y="3"/>
                  <a:pt x="18" y="4"/>
                </a:cubicBezTo>
                <a:cubicBezTo>
                  <a:pt x="18" y="5"/>
                  <a:pt x="16" y="4"/>
                  <a:pt x="16" y="4"/>
                </a:cubicBezTo>
                <a:cubicBezTo>
                  <a:pt x="16" y="4"/>
                  <a:pt x="15" y="5"/>
                  <a:pt x="14" y="5"/>
                </a:cubicBezTo>
                <a:cubicBezTo>
                  <a:pt x="14" y="5"/>
                  <a:pt x="13" y="8"/>
                  <a:pt x="13" y="9"/>
                </a:cubicBezTo>
                <a:cubicBezTo>
                  <a:pt x="12" y="9"/>
                  <a:pt x="11" y="9"/>
                  <a:pt x="10" y="9"/>
                </a:cubicBezTo>
                <a:cubicBezTo>
                  <a:pt x="10" y="10"/>
                  <a:pt x="9" y="10"/>
                  <a:pt x="8" y="9"/>
                </a:cubicBezTo>
                <a:cubicBezTo>
                  <a:pt x="7" y="9"/>
                  <a:pt x="6" y="10"/>
                  <a:pt x="5" y="10"/>
                </a:cubicBezTo>
                <a:cubicBezTo>
                  <a:pt x="4" y="11"/>
                  <a:pt x="5" y="13"/>
                  <a:pt x="5" y="14"/>
                </a:cubicBezTo>
                <a:cubicBezTo>
                  <a:pt x="5" y="15"/>
                  <a:pt x="4" y="15"/>
                  <a:pt x="4" y="16"/>
                </a:cubicBezTo>
                <a:cubicBezTo>
                  <a:pt x="3" y="17"/>
                  <a:pt x="4" y="18"/>
                  <a:pt x="4" y="19"/>
                </a:cubicBezTo>
                <a:cubicBezTo>
                  <a:pt x="4" y="20"/>
                  <a:pt x="2" y="20"/>
                  <a:pt x="1" y="21"/>
                </a:cubicBezTo>
                <a:cubicBezTo>
                  <a:pt x="0" y="22"/>
                  <a:pt x="1" y="22"/>
                  <a:pt x="2" y="22"/>
                </a:cubicBezTo>
                <a:cubicBezTo>
                  <a:pt x="3" y="23"/>
                  <a:pt x="3" y="23"/>
                  <a:pt x="5" y="26"/>
                </a:cubicBezTo>
                <a:cubicBezTo>
                  <a:pt x="6" y="28"/>
                  <a:pt x="7" y="28"/>
                  <a:pt x="7" y="29"/>
                </a:cubicBezTo>
                <a:cubicBezTo>
                  <a:pt x="8" y="30"/>
                  <a:pt x="9" y="32"/>
                  <a:pt x="9" y="33"/>
                </a:cubicBezTo>
                <a:cubicBezTo>
                  <a:pt x="10" y="34"/>
                  <a:pt x="12" y="35"/>
                  <a:pt x="12" y="36"/>
                </a:cubicBezTo>
                <a:cubicBezTo>
                  <a:pt x="12" y="36"/>
                  <a:pt x="12" y="37"/>
                  <a:pt x="13" y="38"/>
                </a:cubicBezTo>
                <a:cubicBezTo>
                  <a:pt x="13" y="38"/>
                  <a:pt x="15" y="39"/>
                  <a:pt x="15" y="40"/>
                </a:cubicBezTo>
                <a:cubicBezTo>
                  <a:pt x="15" y="40"/>
                  <a:pt x="13" y="41"/>
                  <a:pt x="13" y="42"/>
                </a:cubicBezTo>
                <a:cubicBezTo>
                  <a:pt x="12" y="42"/>
                  <a:pt x="13" y="43"/>
                  <a:pt x="13" y="44"/>
                </a:cubicBezTo>
                <a:cubicBezTo>
                  <a:pt x="13" y="44"/>
                  <a:pt x="13" y="45"/>
                  <a:pt x="13" y="47"/>
                </a:cubicBezTo>
                <a:cubicBezTo>
                  <a:pt x="13" y="48"/>
                  <a:pt x="12" y="48"/>
                  <a:pt x="12" y="48"/>
                </a:cubicBezTo>
                <a:cubicBezTo>
                  <a:pt x="12" y="49"/>
                  <a:pt x="12" y="51"/>
                  <a:pt x="12" y="51"/>
                </a:cubicBezTo>
                <a:cubicBezTo>
                  <a:pt x="12" y="52"/>
                  <a:pt x="12" y="54"/>
                  <a:pt x="14" y="55"/>
                </a:cubicBezTo>
                <a:cubicBezTo>
                  <a:pt x="15" y="57"/>
                  <a:pt x="18" y="59"/>
                  <a:pt x="19" y="61"/>
                </a:cubicBezTo>
                <a:cubicBezTo>
                  <a:pt x="21" y="62"/>
                  <a:pt x="21" y="63"/>
                  <a:pt x="21" y="66"/>
                </a:cubicBezTo>
                <a:cubicBezTo>
                  <a:pt x="21" y="69"/>
                  <a:pt x="21" y="68"/>
                  <a:pt x="21" y="69"/>
                </a:cubicBezTo>
                <a:cubicBezTo>
                  <a:pt x="21" y="70"/>
                  <a:pt x="22" y="72"/>
                  <a:pt x="22" y="74"/>
                </a:cubicBezTo>
                <a:cubicBezTo>
                  <a:pt x="23" y="75"/>
                  <a:pt x="23" y="77"/>
                  <a:pt x="23" y="78"/>
                </a:cubicBezTo>
                <a:cubicBezTo>
                  <a:pt x="23" y="78"/>
                  <a:pt x="24" y="80"/>
                  <a:pt x="23" y="81"/>
                </a:cubicBezTo>
                <a:cubicBezTo>
                  <a:pt x="23" y="82"/>
                  <a:pt x="23" y="82"/>
                  <a:pt x="23" y="83"/>
                </a:cubicBezTo>
                <a:cubicBezTo>
                  <a:pt x="22" y="83"/>
                  <a:pt x="22" y="86"/>
                  <a:pt x="21" y="86"/>
                </a:cubicBezTo>
                <a:cubicBezTo>
                  <a:pt x="20" y="87"/>
                  <a:pt x="19" y="88"/>
                  <a:pt x="19" y="89"/>
                </a:cubicBezTo>
                <a:cubicBezTo>
                  <a:pt x="18" y="90"/>
                  <a:pt x="18" y="91"/>
                  <a:pt x="18" y="92"/>
                </a:cubicBezTo>
                <a:cubicBezTo>
                  <a:pt x="18" y="93"/>
                  <a:pt x="16" y="96"/>
                  <a:pt x="16" y="96"/>
                </a:cubicBezTo>
                <a:cubicBezTo>
                  <a:pt x="17" y="96"/>
                  <a:pt x="17" y="96"/>
                  <a:pt x="17" y="96"/>
                </a:cubicBezTo>
                <a:cubicBezTo>
                  <a:pt x="17" y="97"/>
                  <a:pt x="17" y="98"/>
                  <a:pt x="17" y="98"/>
                </a:cubicBezTo>
                <a:cubicBezTo>
                  <a:pt x="16" y="98"/>
                  <a:pt x="17" y="99"/>
                  <a:pt x="17" y="99"/>
                </a:cubicBezTo>
                <a:cubicBezTo>
                  <a:pt x="17" y="100"/>
                  <a:pt x="16" y="100"/>
                  <a:pt x="16" y="101"/>
                </a:cubicBezTo>
                <a:cubicBezTo>
                  <a:pt x="16" y="101"/>
                  <a:pt x="16" y="101"/>
                  <a:pt x="16" y="102"/>
                </a:cubicBezTo>
                <a:cubicBezTo>
                  <a:pt x="16" y="102"/>
                  <a:pt x="15" y="102"/>
                  <a:pt x="15" y="102"/>
                </a:cubicBezTo>
                <a:cubicBezTo>
                  <a:pt x="15" y="102"/>
                  <a:pt x="15" y="104"/>
                  <a:pt x="15" y="105"/>
                </a:cubicBezTo>
                <a:cubicBezTo>
                  <a:pt x="15" y="106"/>
                  <a:pt x="14" y="106"/>
                  <a:pt x="14" y="107"/>
                </a:cubicBezTo>
                <a:cubicBezTo>
                  <a:pt x="13" y="107"/>
                  <a:pt x="13" y="109"/>
                  <a:pt x="13" y="110"/>
                </a:cubicBezTo>
                <a:cubicBezTo>
                  <a:pt x="14" y="111"/>
                  <a:pt x="14" y="112"/>
                  <a:pt x="15" y="113"/>
                </a:cubicBezTo>
                <a:cubicBezTo>
                  <a:pt x="16" y="114"/>
                  <a:pt x="16" y="113"/>
                  <a:pt x="16" y="113"/>
                </a:cubicBezTo>
                <a:cubicBezTo>
                  <a:pt x="17" y="112"/>
                  <a:pt x="18" y="112"/>
                  <a:pt x="18" y="112"/>
                </a:cubicBezTo>
                <a:cubicBezTo>
                  <a:pt x="18" y="113"/>
                  <a:pt x="18" y="114"/>
                  <a:pt x="19" y="114"/>
                </a:cubicBezTo>
                <a:cubicBezTo>
                  <a:pt x="20" y="115"/>
                  <a:pt x="21" y="115"/>
                  <a:pt x="21" y="116"/>
                </a:cubicBezTo>
                <a:cubicBezTo>
                  <a:pt x="21" y="116"/>
                  <a:pt x="21" y="117"/>
                  <a:pt x="22" y="117"/>
                </a:cubicBezTo>
                <a:cubicBezTo>
                  <a:pt x="22" y="118"/>
                  <a:pt x="23" y="118"/>
                  <a:pt x="23" y="119"/>
                </a:cubicBezTo>
                <a:cubicBezTo>
                  <a:pt x="24" y="119"/>
                  <a:pt x="25" y="120"/>
                  <a:pt x="25" y="120"/>
                </a:cubicBezTo>
                <a:cubicBezTo>
                  <a:pt x="25" y="121"/>
                  <a:pt x="25" y="121"/>
                  <a:pt x="26" y="122"/>
                </a:cubicBezTo>
                <a:cubicBezTo>
                  <a:pt x="27" y="122"/>
                  <a:pt x="27" y="122"/>
                  <a:pt x="28" y="123"/>
                </a:cubicBezTo>
                <a:cubicBezTo>
                  <a:pt x="28" y="124"/>
                  <a:pt x="27" y="124"/>
                  <a:pt x="27" y="125"/>
                </a:cubicBezTo>
                <a:cubicBezTo>
                  <a:pt x="28" y="126"/>
                  <a:pt x="29" y="126"/>
                  <a:pt x="30" y="127"/>
                </a:cubicBezTo>
                <a:cubicBezTo>
                  <a:pt x="31" y="128"/>
                  <a:pt x="31" y="129"/>
                  <a:pt x="32" y="129"/>
                </a:cubicBezTo>
                <a:cubicBezTo>
                  <a:pt x="32" y="129"/>
                  <a:pt x="33" y="128"/>
                  <a:pt x="33" y="127"/>
                </a:cubicBezTo>
                <a:cubicBezTo>
                  <a:pt x="33" y="127"/>
                  <a:pt x="34" y="125"/>
                  <a:pt x="35" y="126"/>
                </a:cubicBezTo>
                <a:cubicBezTo>
                  <a:pt x="36" y="127"/>
                  <a:pt x="36" y="128"/>
                  <a:pt x="37" y="128"/>
                </a:cubicBezTo>
                <a:cubicBezTo>
                  <a:pt x="38" y="128"/>
                  <a:pt x="38" y="129"/>
                  <a:pt x="39" y="129"/>
                </a:cubicBezTo>
                <a:cubicBezTo>
                  <a:pt x="40" y="129"/>
                  <a:pt x="41" y="129"/>
                  <a:pt x="41" y="130"/>
                </a:cubicBezTo>
                <a:cubicBezTo>
                  <a:pt x="42" y="130"/>
                  <a:pt x="41" y="132"/>
                  <a:pt x="41" y="132"/>
                </a:cubicBezTo>
                <a:cubicBezTo>
                  <a:pt x="41" y="133"/>
                  <a:pt x="40" y="133"/>
                  <a:pt x="40" y="134"/>
                </a:cubicBezTo>
                <a:cubicBezTo>
                  <a:pt x="40" y="135"/>
                  <a:pt x="41" y="136"/>
                  <a:pt x="42" y="135"/>
                </a:cubicBezTo>
                <a:cubicBezTo>
                  <a:pt x="43" y="135"/>
                  <a:pt x="45" y="134"/>
                  <a:pt x="45" y="134"/>
                </a:cubicBezTo>
                <a:cubicBezTo>
                  <a:pt x="46" y="134"/>
                  <a:pt x="47" y="134"/>
                  <a:pt x="47" y="135"/>
                </a:cubicBezTo>
                <a:cubicBezTo>
                  <a:pt x="48" y="135"/>
                  <a:pt x="48" y="134"/>
                  <a:pt x="49" y="134"/>
                </a:cubicBezTo>
                <a:cubicBezTo>
                  <a:pt x="49" y="134"/>
                  <a:pt x="49" y="133"/>
                  <a:pt x="49" y="132"/>
                </a:cubicBezTo>
                <a:cubicBezTo>
                  <a:pt x="49" y="132"/>
                  <a:pt x="49" y="132"/>
                  <a:pt x="49" y="132"/>
                </a:cubicBezTo>
                <a:cubicBezTo>
                  <a:pt x="49" y="132"/>
                  <a:pt x="48" y="131"/>
                  <a:pt x="48" y="130"/>
                </a:cubicBezTo>
                <a:cubicBezTo>
                  <a:pt x="47" y="130"/>
                  <a:pt x="46" y="129"/>
                  <a:pt x="46" y="129"/>
                </a:cubicBezTo>
                <a:cubicBezTo>
                  <a:pt x="46" y="128"/>
                  <a:pt x="46" y="127"/>
                  <a:pt x="46" y="127"/>
                </a:cubicBezTo>
                <a:cubicBezTo>
                  <a:pt x="45" y="126"/>
                  <a:pt x="44" y="126"/>
                  <a:pt x="43" y="126"/>
                </a:cubicBezTo>
                <a:cubicBezTo>
                  <a:pt x="42" y="125"/>
                  <a:pt x="42" y="126"/>
                  <a:pt x="41" y="126"/>
                </a:cubicBezTo>
                <a:cubicBezTo>
                  <a:pt x="40" y="126"/>
                  <a:pt x="40" y="125"/>
                  <a:pt x="39" y="124"/>
                </a:cubicBezTo>
                <a:cubicBezTo>
                  <a:pt x="38" y="124"/>
                  <a:pt x="37" y="122"/>
                  <a:pt x="36" y="122"/>
                </a:cubicBezTo>
                <a:cubicBezTo>
                  <a:pt x="36" y="121"/>
                  <a:pt x="36" y="121"/>
                  <a:pt x="36" y="121"/>
                </a:cubicBezTo>
                <a:cubicBezTo>
                  <a:pt x="36" y="120"/>
                  <a:pt x="36" y="120"/>
                  <a:pt x="35" y="120"/>
                </a:cubicBezTo>
                <a:cubicBezTo>
                  <a:pt x="35" y="120"/>
                  <a:pt x="35" y="121"/>
                  <a:pt x="35" y="121"/>
                </a:cubicBezTo>
                <a:cubicBezTo>
                  <a:pt x="34" y="121"/>
                  <a:pt x="33" y="121"/>
                  <a:pt x="33" y="121"/>
                </a:cubicBezTo>
                <a:cubicBezTo>
                  <a:pt x="33" y="120"/>
                  <a:pt x="33" y="120"/>
                  <a:pt x="33" y="119"/>
                </a:cubicBezTo>
                <a:cubicBezTo>
                  <a:pt x="33" y="119"/>
                  <a:pt x="34" y="119"/>
                  <a:pt x="34" y="119"/>
                </a:cubicBezTo>
                <a:cubicBezTo>
                  <a:pt x="35" y="119"/>
                  <a:pt x="35" y="118"/>
                  <a:pt x="35" y="118"/>
                </a:cubicBezTo>
                <a:cubicBezTo>
                  <a:pt x="35" y="117"/>
                  <a:pt x="35" y="115"/>
                  <a:pt x="35" y="115"/>
                </a:cubicBezTo>
                <a:cubicBezTo>
                  <a:pt x="35" y="114"/>
                  <a:pt x="34" y="114"/>
                  <a:pt x="34" y="114"/>
                </a:cubicBezTo>
                <a:cubicBezTo>
                  <a:pt x="34" y="114"/>
                  <a:pt x="34" y="113"/>
                  <a:pt x="34" y="113"/>
                </a:cubicBezTo>
                <a:cubicBezTo>
                  <a:pt x="34" y="113"/>
                  <a:pt x="34" y="112"/>
                  <a:pt x="33" y="112"/>
                </a:cubicBezTo>
                <a:cubicBezTo>
                  <a:pt x="33" y="112"/>
                  <a:pt x="33" y="112"/>
                  <a:pt x="33" y="111"/>
                </a:cubicBezTo>
                <a:cubicBezTo>
                  <a:pt x="33" y="110"/>
                  <a:pt x="32" y="110"/>
                  <a:pt x="32" y="110"/>
                </a:cubicBezTo>
                <a:cubicBezTo>
                  <a:pt x="32" y="110"/>
                  <a:pt x="32" y="111"/>
                  <a:pt x="32" y="111"/>
                </a:cubicBezTo>
                <a:cubicBezTo>
                  <a:pt x="32" y="111"/>
                  <a:pt x="30" y="110"/>
                  <a:pt x="30" y="110"/>
                </a:cubicBezTo>
                <a:cubicBezTo>
                  <a:pt x="30" y="109"/>
                  <a:pt x="30" y="109"/>
                  <a:pt x="29" y="109"/>
                </a:cubicBezTo>
                <a:cubicBezTo>
                  <a:pt x="29" y="109"/>
                  <a:pt x="29" y="108"/>
                  <a:pt x="29" y="107"/>
                </a:cubicBezTo>
                <a:cubicBezTo>
                  <a:pt x="29" y="107"/>
                  <a:pt x="29" y="107"/>
                  <a:pt x="29" y="106"/>
                </a:cubicBezTo>
                <a:cubicBezTo>
                  <a:pt x="29" y="106"/>
                  <a:pt x="28" y="105"/>
                  <a:pt x="28" y="105"/>
                </a:cubicBezTo>
                <a:cubicBezTo>
                  <a:pt x="28" y="104"/>
                  <a:pt x="28" y="104"/>
                  <a:pt x="27" y="103"/>
                </a:cubicBezTo>
                <a:cubicBezTo>
                  <a:pt x="27" y="103"/>
                  <a:pt x="26" y="103"/>
                  <a:pt x="25" y="103"/>
                </a:cubicBezTo>
                <a:cubicBezTo>
                  <a:pt x="25" y="104"/>
                  <a:pt x="24" y="105"/>
                  <a:pt x="23" y="105"/>
                </a:cubicBezTo>
                <a:cubicBezTo>
                  <a:pt x="23" y="105"/>
                  <a:pt x="23" y="104"/>
                  <a:pt x="23" y="104"/>
                </a:cubicBezTo>
                <a:cubicBezTo>
                  <a:pt x="23" y="103"/>
                  <a:pt x="24" y="102"/>
                  <a:pt x="24" y="102"/>
                </a:cubicBezTo>
                <a:cubicBezTo>
                  <a:pt x="24" y="102"/>
                  <a:pt x="23" y="102"/>
                  <a:pt x="23" y="101"/>
                </a:cubicBezTo>
                <a:cubicBezTo>
                  <a:pt x="23" y="101"/>
                  <a:pt x="22" y="101"/>
                  <a:pt x="22" y="100"/>
                </a:cubicBezTo>
                <a:cubicBezTo>
                  <a:pt x="22" y="100"/>
                  <a:pt x="22" y="99"/>
                  <a:pt x="22" y="98"/>
                </a:cubicBezTo>
                <a:cubicBezTo>
                  <a:pt x="22" y="98"/>
                  <a:pt x="22" y="98"/>
                  <a:pt x="22" y="98"/>
                </a:cubicBezTo>
                <a:cubicBezTo>
                  <a:pt x="21" y="98"/>
                  <a:pt x="22" y="97"/>
                  <a:pt x="22" y="96"/>
                </a:cubicBezTo>
                <a:cubicBezTo>
                  <a:pt x="22" y="96"/>
                  <a:pt x="22" y="95"/>
                  <a:pt x="22" y="95"/>
                </a:cubicBezTo>
                <a:cubicBezTo>
                  <a:pt x="22" y="95"/>
                  <a:pt x="22" y="95"/>
                  <a:pt x="22" y="95"/>
                </a:cubicBezTo>
                <a:cubicBezTo>
                  <a:pt x="22" y="94"/>
                  <a:pt x="22" y="94"/>
                  <a:pt x="22" y="94"/>
                </a:cubicBezTo>
                <a:cubicBezTo>
                  <a:pt x="22" y="93"/>
                  <a:pt x="22" y="93"/>
                  <a:pt x="22" y="92"/>
                </a:cubicBezTo>
                <a:cubicBezTo>
                  <a:pt x="22" y="92"/>
                  <a:pt x="22" y="91"/>
                  <a:pt x="22" y="91"/>
                </a:cubicBezTo>
                <a:cubicBezTo>
                  <a:pt x="23" y="90"/>
                  <a:pt x="24" y="90"/>
                  <a:pt x="24" y="89"/>
                </a:cubicBezTo>
                <a:cubicBezTo>
                  <a:pt x="25" y="88"/>
                  <a:pt x="25" y="87"/>
                  <a:pt x="25" y="87"/>
                </a:cubicBezTo>
                <a:cubicBezTo>
                  <a:pt x="25" y="86"/>
                  <a:pt x="25" y="84"/>
                  <a:pt x="25" y="84"/>
                </a:cubicBezTo>
                <a:cubicBezTo>
                  <a:pt x="25" y="83"/>
                  <a:pt x="25" y="82"/>
                  <a:pt x="26" y="81"/>
                </a:cubicBezTo>
                <a:cubicBezTo>
                  <a:pt x="26" y="81"/>
                  <a:pt x="26" y="80"/>
                  <a:pt x="26" y="80"/>
                </a:cubicBezTo>
                <a:cubicBezTo>
                  <a:pt x="26" y="79"/>
                  <a:pt x="27" y="78"/>
                  <a:pt x="27" y="78"/>
                </a:cubicBezTo>
                <a:cubicBezTo>
                  <a:pt x="28" y="77"/>
                  <a:pt x="28" y="77"/>
                  <a:pt x="28" y="77"/>
                </a:cubicBezTo>
                <a:cubicBezTo>
                  <a:pt x="28" y="77"/>
                  <a:pt x="28" y="75"/>
                  <a:pt x="28" y="75"/>
                </a:cubicBezTo>
                <a:cubicBezTo>
                  <a:pt x="28" y="75"/>
                  <a:pt x="28" y="74"/>
                  <a:pt x="27" y="74"/>
                </a:cubicBezTo>
                <a:cubicBezTo>
                  <a:pt x="27" y="74"/>
                  <a:pt x="27" y="72"/>
                  <a:pt x="27" y="72"/>
                </a:cubicBezTo>
                <a:cubicBezTo>
                  <a:pt x="27" y="72"/>
                  <a:pt x="28" y="71"/>
                  <a:pt x="28" y="71"/>
                </a:cubicBezTo>
                <a:cubicBezTo>
                  <a:pt x="28" y="70"/>
                  <a:pt x="28" y="70"/>
                  <a:pt x="28" y="70"/>
                </a:cubicBezTo>
                <a:cubicBezTo>
                  <a:pt x="28" y="69"/>
                  <a:pt x="28" y="69"/>
                  <a:pt x="28" y="68"/>
                </a:cubicBezTo>
                <a:cubicBezTo>
                  <a:pt x="28" y="68"/>
                  <a:pt x="27" y="68"/>
                  <a:pt x="27" y="68"/>
                </a:cubicBezTo>
                <a:cubicBezTo>
                  <a:pt x="27" y="67"/>
                  <a:pt x="27" y="67"/>
                  <a:pt x="27" y="66"/>
                </a:cubicBezTo>
                <a:cubicBezTo>
                  <a:pt x="28" y="66"/>
                  <a:pt x="29" y="66"/>
                  <a:pt x="29" y="66"/>
                </a:cubicBezTo>
                <a:cubicBezTo>
                  <a:pt x="30" y="66"/>
                  <a:pt x="31" y="66"/>
                  <a:pt x="32" y="66"/>
                </a:cubicBezTo>
                <a:cubicBezTo>
                  <a:pt x="32" y="66"/>
                  <a:pt x="33" y="66"/>
                  <a:pt x="34" y="66"/>
                </a:cubicBezTo>
                <a:cubicBezTo>
                  <a:pt x="35" y="66"/>
                  <a:pt x="35" y="66"/>
                  <a:pt x="36" y="67"/>
                </a:cubicBezTo>
                <a:cubicBezTo>
                  <a:pt x="36" y="67"/>
                  <a:pt x="36" y="67"/>
                  <a:pt x="35" y="68"/>
                </a:cubicBezTo>
                <a:cubicBezTo>
                  <a:pt x="35" y="69"/>
                  <a:pt x="35" y="69"/>
                  <a:pt x="35" y="70"/>
                </a:cubicBezTo>
                <a:cubicBezTo>
                  <a:pt x="35" y="70"/>
                  <a:pt x="36" y="71"/>
                  <a:pt x="36" y="71"/>
                </a:cubicBezTo>
                <a:cubicBezTo>
                  <a:pt x="36" y="71"/>
                  <a:pt x="35" y="72"/>
                  <a:pt x="35" y="72"/>
                </a:cubicBezTo>
                <a:cubicBezTo>
                  <a:pt x="35" y="73"/>
                  <a:pt x="35" y="73"/>
                  <a:pt x="36" y="73"/>
                </a:cubicBezTo>
                <a:cubicBezTo>
                  <a:pt x="37" y="73"/>
                  <a:pt x="37" y="73"/>
                  <a:pt x="37" y="74"/>
                </a:cubicBezTo>
                <a:cubicBezTo>
                  <a:pt x="38" y="74"/>
                  <a:pt x="38" y="73"/>
                  <a:pt x="38" y="73"/>
                </a:cubicBezTo>
                <a:cubicBezTo>
                  <a:pt x="39" y="73"/>
                  <a:pt x="40" y="74"/>
                  <a:pt x="40" y="74"/>
                </a:cubicBezTo>
                <a:cubicBezTo>
                  <a:pt x="40" y="74"/>
                  <a:pt x="42" y="74"/>
                  <a:pt x="42" y="74"/>
                </a:cubicBezTo>
                <a:cubicBezTo>
                  <a:pt x="43" y="74"/>
                  <a:pt x="42" y="73"/>
                  <a:pt x="43" y="73"/>
                </a:cubicBezTo>
                <a:cubicBezTo>
                  <a:pt x="43" y="73"/>
                  <a:pt x="44" y="73"/>
                  <a:pt x="44" y="73"/>
                </a:cubicBezTo>
                <a:cubicBezTo>
                  <a:pt x="44" y="73"/>
                  <a:pt x="46" y="74"/>
                  <a:pt x="46" y="75"/>
                </a:cubicBezTo>
                <a:cubicBezTo>
                  <a:pt x="46" y="75"/>
                  <a:pt x="49" y="77"/>
                  <a:pt x="49" y="78"/>
                </a:cubicBezTo>
                <a:cubicBezTo>
                  <a:pt x="50" y="78"/>
                  <a:pt x="50" y="78"/>
                  <a:pt x="50" y="78"/>
                </a:cubicBezTo>
                <a:cubicBezTo>
                  <a:pt x="51" y="79"/>
                  <a:pt x="51" y="78"/>
                  <a:pt x="51" y="78"/>
                </a:cubicBezTo>
                <a:cubicBezTo>
                  <a:pt x="51" y="78"/>
                  <a:pt x="52" y="76"/>
                  <a:pt x="52" y="75"/>
                </a:cubicBezTo>
                <a:cubicBezTo>
                  <a:pt x="52" y="75"/>
                  <a:pt x="52" y="72"/>
                  <a:pt x="51" y="71"/>
                </a:cubicBezTo>
                <a:cubicBezTo>
                  <a:pt x="51" y="71"/>
                  <a:pt x="49" y="70"/>
                  <a:pt x="49" y="69"/>
                </a:cubicBezTo>
                <a:cubicBezTo>
                  <a:pt x="49" y="69"/>
                  <a:pt x="49" y="66"/>
                  <a:pt x="49" y="65"/>
                </a:cubicBezTo>
                <a:cubicBezTo>
                  <a:pt x="49" y="64"/>
                  <a:pt x="49" y="64"/>
                  <a:pt x="50" y="63"/>
                </a:cubicBezTo>
                <a:cubicBezTo>
                  <a:pt x="51" y="62"/>
                  <a:pt x="51" y="60"/>
                  <a:pt x="52" y="59"/>
                </a:cubicBezTo>
                <a:cubicBezTo>
                  <a:pt x="52" y="58"/>
                  <a:pt x="53" y="57"/>
                  <a:pt x="54" y="57"/>
                </a:cubicBezTo>
                <a:cubicBezTo>
                  <a:pt x="55" y="57"/>
                  <a:pt x="56" y="57"/>
                  <a:pt x="57" y="56"/>
                </a:cubicBezTo>
                <a:cubicBezTo>
                  <a:pt x="58" y="56"/>
                  <a:pt x="59" y="56"/>
                  <a:pt x="60" y="56"/>
                </a:cubicBezTo>
                <a:cubicBezTo>
                  <a:pt x="61" y="56"/>
                  <a:pt x="62" y="56"/>
                  <a:pt x="63" y="56"/>
                </a:cubicBezTo>
                <a:cubicBezTo>
                  <a:pt x="64" y="56"/>
                  <a:pt x="65" y="56"/>
                  <a:pt x="65" y="56"/>
                </a:cubicBezTo>
                <a:cubicBezTo>
                  <a:pt x="66" y="56"/>
                  <a:pt x="67" y="56"/>
                  <a:pt x="68" y="56"/>
                </a:cubicBezTo>
                <a:cubicBezTo>
                  <a:pt x="69" y="56"/>
                  <a:pt x="70" y="55"/>
                  <a:pt x="71" y="56"/>
                </a:cubicBezTo>
                <a:cubicBezTo>
                  <a:pt x="71" y="56"/>
                  <a:pt x="72" y="57"/>
                  <a:pt x="73" y="57"/>
                </a:cubicBezTo>
                <a:cubicBezTo>
                  <a:pt x="73" y="57"/>
                  <a:pt x="74" y="57"/>
                  <a:pt x="74" y="57"/>
                </a:cubicBezTo>
                <a:cubicBezTo>
                  <a:pt x="75" y="56"/>
                  <a:pt x="75" y="56"/>
                  <a:pt x="75" y="56"/>
                </a:cubicBezTo>
                <a:cubicBezTo>
                  <a:pt x="75" y="56"/>
                  <a:pt x="76" y="55"/>
                  <a:pt x="76" y="54"/>
                </a:cubicBezTo>
                <a:cubicBezTo>
                  <a:pt x="76" y="54"/>
                  <a:pt x="77" y="52"/>
                  <a:pt x="76" y="51"/>
                </a:cubicBezTo>
                <a:cubicBezTo>
                  <a:pt x="76" y="51"/>
                  <a:pt x="76" y="50"/>
                  <a:pt x="76" y="49"/>
                </a:cubicBezTo>
                <a:cubicBezTo>
                  <a:pt x="76" y="49"/>
                  <a:pt x="76" y="48"/>
                  <a:pt x="76" y="47"/>
                </a:cubicBezTo>
                <a:cubicBezTo>
                  <a:pt x="76" y="47"/>
                  <a:pt x="77" y="47"/>
                  <a:pt x="77" y="46"/>
                </a:cubicBezTo>
                <a:cubicBezTo>
                  <a:pt x="77" y="46"/>
                  <a:pt x="77" y="45"/>
                  <a:pt x="76" y="44"/>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a:off x="7366001" y="4533900"/>
            <a:ext cx="285750" cy="204788"/>
          </a:xfrm>
          <a:custGeom>
            <a:avLst/>
            <a:gdLst>
              <a:gd name="T0" fmla="*/ 67 w 70"/>
              <a:gd name="T1" fmla="*/ 34 h 50"/>
              <a:gd name="T2" fmla="*/ 63 w 70"/>
              <a:gd name="T3" fmla="*/ 29 h 50"/>
              <a:gd name="T4" fmla="*/ 59 w 70"/>
              <a:gd name="T5" fmla="*/ 29 h 50"/>
              <a:gd name="T6" fmla="*/ 58 w 70"/>
              <a:gd name="T7" fmla="*/ 24 h 50"/>
              <a:gd name="T8" fmla="*/ 55 w 70"/>
              <a:gd name="T9" fmla="*/ 19 h 50"/>
              <a:gd name="T10" fmla="*/ 50 w 70"/>
              <a:gd name="T11" fmla="*/ 20 h 50"/>
              <a:gd name="T12" fmla="*/ 46 w 70"/>
              <a:gd name="T13" fmla="*/ 20 h 50"/>
              <a:gd name="T14" fmla="*/ 42 w 70"/>
              <a:gd name="T15" fmla="*/ 20 h 50"/>
              <a:gd name="T16" fmla="*/ 39 w 70"/>
              <a:gd name="T17" fmla="*/ 19 h 50"/>
              <a:gd name="T18" fmla="*/ 37 w 70"/>
              <a:gd name="T19" fmla="*/ 17 h 50"/>
              <a:gd name="T20" fmla="*/ 33 w 70"/>
              <a:gd name="T21" fmla="*/ 19 h 50"/>
              <a:gd name="T22" fmla="*/ 30 w 70"/>
              <a:gd name="T23" fmla="*/ 18 h 50"/>
              <a:gd name="T24" fmla="*/ 18 w 70"/>
              <a:gd name="T25" fmla="*/ 18 h 50"/>
              <a:gd name="T26" fmla="*/ 17 w 70"/>
              <a:gd name="T27" fmla="*/ 14 h 50"/>
              <a:gd name="T28" fmla="*/ 19 w 70"/>
              <a:gd name="T29" fmla="*/ 13 h 50"/>
              <a:gd name="T30" fmla="*/ 23 w 70"/>
              <a:gd name="T31" fmla="*/ 10 h 50"/>
              <a:gd name="T32" fmla="*/ 27 w 70"/>
              <a:gd name="T33" fmla="*/ 12 h 50"/>
              <a:gd name="T34" fmla="*/ 29 w 70"/>
              <a:gd name="T35" fmla="*/ 12 h 50"/>
              <a:gd name="T36" fmla="*/ 29 w 70"/>
              <a:gd name="T37" fmla="*/ 9 h 50"/>
              <a:gd name="T38" fmla="*/ 27 w 70"/>
              <a:gd name="T39" fmla="*/ 7 h 50"/>
              <a:gd name="T40" fmla="*/ 29 w 70"/>
              <a:gd name="T41" fmla="*/ 3 h 50"/>
              <a:gd name="T42" fmla="*/ 28 w 70"/>
              <a:gd name="T43" fmla="*/ 1 h 50"/>
              <a:gd name="T44" fmla="*/ 26 w 70"/>
              <a:gd name="T45" fmla="*/ 2 h 50"/>
              <a:gd name="T46" fmla="*/ 20 w 70"/>
              <a:gd name="T47" fmla="*/ 5 h 50"/>
              <a:gd name="T48" fmla="*/ 18 w 70"/>
              <a:gd name="T49" fmla="*/ 4 h 50"/>
              <a:gd name="T50" fmla="*/ 16 w 70"/>
              <a:gd name="T51" fmla="*/ 5 h 50"/>
              <a:gd name="T52" fmla="*/ 17 w 70"/>
              <a:gd name="T53" fmla="*/ 9 h 50"/>
              <a:gd name="T54" fmla="*/ 13 w 70"/>
              <a:gd name="T55" fmla="*/ 10 h 50"/>
              <a:gd name="T56" fmla="*/ 13 w 70"/>
              <a:gd name="T57" fmla="*/ 12 h 50"/>
              <a:gd name="T58" fmla="*/ 12 w 70"/>
              <a:gd name="T59" fmla="*/ 14 h 50"/>
              <a:gd name="T60" fmla="*/ 10 w 70"/>
              <a:gd name="T61" fmla="*/ 17 h 50"/>
              <a:gd name="T62" fmla="*/ 5 w 70"/>
              <a:gd name="T63" fmla="*/ 16 h 50"/>
              <a:gd name="T64" fmla="*/ 1 w 70"/>
              <a:gd name="T65" fmla="*/ 17 h 50"/>
              <a:gd name="T66" fmla="*/ 0 w 70"/>
              <a:gd name="T67" fmla="*/ 21 h 50"/>
              <a:gd name="T68" fmla="*/ 3 w 70"/>
              <a:gd name="T69" fmla="*/ 23 h 50"/>
              <a:gd name="T70" fmla="*/ 7 w 70"/>
              <a:gd name="T71" fmla="*/ 24 h 50"/>
              <a:gd name="T72" fmla="*/ 6 w 70"/>
              <a:gd name="T73" fmla="*/ 27 h 50"/>
              <a:gd name="T74" fmla="*/ 9 w 70"/>
              <a:gd name="T75" fmla="*/ 33 h 50"/>
              <a:gd name="T76" fmla="*/ 8 w 70"/>
              <a:gd name="T77" fmla="*/ 36 h 50"/>
              <a:gd name="T78" fmla="*/ 5 w 70"/>
              <a:gd name="T79" fmla="*/ 40 h 50"/>
              <a:gd name="T80" fmla="*/ 4 w 70"/>
              <a:gd name="T81" fmla="*/ 45 h 50"/>
              <a:gd name="T82" fmla="*/ 9 w 70"/>
              <a:gd name="T83" fmla="*/ 46 h 50"/>
              <a:gd name="T84" fmla="*/ 14 w 70"/>
              <a:gd name="T85" fmla="*/ 43 h 50"/>
              <a:gd name="T86" fmla="*/ 18 w 70"/>
              <a:gd name="T87" fmla="*/ 45 h 50"/>
              <a:gd name="T88" fmla="*/ 25 w 70"/>
              <a:gd name="T89" fmla="*/ 40 h 50"/>
              <a:gd name="T90" fmla="*/ 28 w 70"/>
              <a:gd name="T91" fmla="*/ 33 h 50"/>
              <a:gd name="T92" fmla="*/ 32 w 70"/>
              <a:gd name="T93" fmla="*/ 30 h 50"/>
              <a:gd name="T94" fmla="*/ 35 w 70"/>
              <a:gd name="T95" fmla="*/ 32 h 50"/>
              <a:gd name="T96" fmla="*/ 34 w 70"/>
              <a:gd name="T97" fmla="*/ 35 h 50"/>
              <a:gd name="T98" fmla="*/ 37 w 70"/>
              <a:gd name="T99" fmla="*/ 36 h 50"/>
              <a:gd name="T100" fmla="*/ 37 w 70"/>
              <a:gd name="T101" fmla="*/ 42 h 50"/>
              <a:gd name="T102" fmla="*/ 38 w 70"/>
              <a:gd name="T103" fmla="*/ 50 h 50"/>
              <a:gd name="T104" fmla="*/ 43 w 70"/>
              <a:gd name="T105" fmla="*/ 47 h 50"/>
              <a:gd name="T106" fmla="*/ 49 w 70"/>
              <a:gd name="T107" fmla="*/ 45 h 50"/>
              <a:gd name="T108" fmla="*/ 53 w 70"/>
              <a:gd name="T109" fmla="*/ 42 h 50"/>
              <a:gd name="T110" fmla="*/ 56 w 70"/>
              <a:gd name="T111" fmla="*/ 44 h 50"/>
              <a:gd name="T112" fmla="*/ 60 w 70"/>
              <a:gd name="T113" fmla="*/ 42 h 50"/>
              <a:gd name="T114" fmla="*/ 66 w 70"/>
              <a:gd name="T115" fmla="*/ 42 h 50"/>
              <a:gd name="T116" fmla="*/ 69 w 70"/>
              <a:gd name="T117" fmla="*/ 43 h 50"/>
              <a:gd name="T118" fmla="*/ 68 w 70"/>
              <a:gd name="T119"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 h="50">
                <a:moveTo>
                  <a:pt x="68" y="38"/>
                </a:moveTo>
                <a:cubicBezTo>
                  <a:pt x="68" y="37"/>
                  <a:pt x="67" y="34"/>
                  <a:pt x="67" y="34"/>
                </a:cubicBezTo>
                <a:cubicBezTo>
                  <a:pt x="67" y="34"/>
                  <a:pt x="66" y="32"/>
                  <a:pt x="66" y="31"/>
                </a:cubicBezTo>
                <a:cubicBezTo>
                  <a:pt x="66" y="31"/>
                  <a:pt x="63" y="29"/>
                  <a:pt x="63" y="29"/>
                </a:cubicBezTo>
                <a:cubicBezTo>
                  <a:pt x="63" y="29"/>
                  <a:pt x="62" y="29"/>
                  <a:pt x="61" y="29"/>
                </a:cubicBezTo>
                <a:cubicBezTo>
                  <a:pt x="61" y="29"/>
                  <a:pt x="59" y="29"/>
                  <a:pt x="59" y="29"/>
                </a:cubicBezTo>
                <a:cubicBezTo>
                  <a:pt x="58" y="29"/>
                  <a:pt x="57" y="26"/>
                  <a:pt x="57" y="26"/>
                </a:cubicBezTo>
                <a:cubicBezTo>
                  <a:pt x="58" y="24"/>
                  <a:pt x="58" y="24"/>
                  <a:pt x="58" y="24"/>
                </a:cubicBezTo>
                <a:cubicBezTo>
                  <a:pt x="55" y="20"/>
                  <a:pt x="55" y="20"/>
                  <a:pt x="55" y="20"/>
                </a:cubicBezTo>
                <a:cubicBezTo>
                  <a:pt x="55" y="19"/>
                  <a:pt x="55" y="19"/>
                  <a:pt x="55" y="19"/>
                </a:cubicBezTo>
                <a:cubicBezTo>
                  <a:pt x="54" y="19"/>
                  <a:pt x="54" y="19"/>
                  <a:pt x="54" y="19"/>
                </a:cubicBezTo>
                <a:cubicBezTo>
                  <a:pt x="54" y="19"/>
                  <a:pt x="50" y="20"/>
                  <a:pt x="50" y="20"/>
                </a:cubicBezTo>
                <a:cubicBezTo>
                  <a:pt x="50" y="19"/>
                  <a:pt x="48" y="19"/>
                  <a:pt x="48" y="19"/>
                </a:cubicBezTo>
                <a:cubicBezTo>
                  <a:pt x="48" y="19"/>
                  <a:pt x="46" y="20"/>
                  <a:pt x="46" y="20"/>
                </a:cubicBezTo>
                <a:cubicBezTo>
                  <a:pt x="46" y="20"/>
                  <a:pt x="43" y="21"/>
                  <a:pt x="43" y="21"/>
                </a:cubicBezTo>
                <a:cubicBezTo>
                  <a:pt x="42" y="20"/>
                  <a:pt x="42" y="20"/>
                  <a:pt x="42" y="20"/>
                </a:cubicBezTo>
                <a:cubicBezTo>
                  <a:pt x="42" y="20"/>
                  <a:pt x="40" y="20"/>
                  <a:pt x="40" y="20"/>
                </a:cubicBezTo>
                <a:cubicBezTo>
                  <a:pt x="40" y="20"/>
                  <a:pt x="40" y="19"/>
                  <a:pt x="39" y="19"/>
                </a:cubicBezTo>
                <a:cubicBezTo>
                  <a:pt x="39" y="18"/>
                  <a:pt x="38" y="18"/>
                  <a:pt x="38" y="18"/>
                </a:cubicBezTo>
                <a:cubicBezTo>
                  <a:pt x="37" y="17"/>
                  <a:pt x="37" y="17"/>
                  <a:pt x="37" y="17"/>
                </a:cubicBezTo>
                <a:cubicBezTo>
                  <a:pt x="37" y="17"/>
                  <a:pt x="36" y="17"/>
                  <a:pt x="36" y="18"/>
                </a:cubicBezTo>
                <a:cubicBezTo>
                  <a:pt x="36" y="18"/>
                  <a:pt x="33" y="19"/>
                  <a:pt x="33" y="19"/>
                </a:cubicBezTo>
                <a:cubicBezTo>
                  <a:pt x="31" y="19"/>
                  <a:pt x="31" y="19"/>
                  <a:pt x="31" y="19"/>
                </a:cubicBezTo>
                <a:cubicBezTo>
                  <a:pt x="30" y="18"/>
                  <a:pt x="30" y="18"/>
                  <a:pt x="30" y="18"/>
                </a:cubicBezTo>
                <a:cubicBezTo>
                  <a:pt x="21" y="18"/>
                  <a:pt x="21" y="18"/>
                  <a:pt x="21" y="18"/>
                </a:cubicBezTo>
                <a:cubicBezTo>
                  <a:pt x="18" y="18"/>
                  <a:pt x="18" y="18"/>
                  <a:pt x="18" y="18"/>
                </a:cubicBezTo>
                <a:cubicBezTo>
                  <a:pt x="17" y="16"/>
                  <a:pt x="17" y="16"/>
                  <a:pt x="17" y="16"/>
                </a:cubicBezTo>
                <a:cubicBezTo>
                  <a:pt x="17" y="16"/>
                  <a:pt x="17" y="14"/>
                  <a:pt x="17" y="14"/>
                </a:cubicBezTo>
                <a:cubicBezTo>
                  <a:pt x="17" y="13"/>
                  <a:pt x="17" y="13"/>
                  <a:pt x="17" y="13"/>
                </a:cubicBezTo>
                <a:cubicBezTo>
                  <a:pt x="19" y="13"/>
                  <a:pt x="19" y="13"/>
                  <a:pt x="19" y="13"/>
                </a:cubicBezTo>
                <a:cubicBezTo>
                  <a:pt x="20" y="11"/>
                  <a:pt x="20" y="11"/>
                  <a:pt x="20" y="11"/>
                </a:cubicBezTo>
                <a:cubicBezTo>
                  <a:pt x="23" y="10"/>
                  <a:pt x="23" y="10"/>
                  <a:pt x="23" y="10"/>
                </a:cubicBezTo>
                <a:cubicBezTo>
                  <a:pt x="25" y="11"/>
                  <a:pt x="25" y="11"/>
                  <a:pt x="25" y="11"/>
                </a:cubicBezTo>
                <a:cubicBezTo>
                  <a:pt x="27" y="12"/>
                  <a:pt x="27" y="12"/>
                  <a:pt x="27" y="12"/>
                </a:cubicBezTo>
                <a:cubicBezTo>
                  <a:pt x="29" y="14"/>
                  <a:pt x="29" y="14"/>
                  <a:pt x="29" y="14"/>
                </a:cubicBezTo>
                <a:cubicBezTo>
                  <a:pt x="29" y="12"/>
                  <a:pt x="29" y="12"/>
                  <a:pt x="29" y="12"/>
                </a:cubicBezTo>
                <a:cubicBezTo>
                  <a:pt x="31" y="11"/>
                  <a:pt x="31" y="11"/>
                  <a:pt x="31" y="11"/>
                </a:cubicBezTo>
                <a:cubicBezTo>
                  <a:pt x="29" y="9"/>
                  <a:pt x="29" y="9"/>
                  <a:pt x="29" y="9"/>
                </a:cubicBezTo>
                <a:cubicBezTo>
                  <a:pt x="28" y="8"/>
                  <a:pt x="28" y="8"/>
                  <a:pt x="28" y="8"/>
                </a:cubicBezTo>
                <a:cubicBezTo>
                  <a:pt x="27" y="7"/>
                  <a:pt x="27" y="7"/>
                  <a:pt x="27" y="7"/>
                </a:cubicBezTo>
                <a:cubicBezTo>
                  <a:pt x="30" y="4"/>
                  <a:pt x="30" y="4"/>
                  <a:pt x="30" y="4"/>
                </a:cubicBezTo>
                <a:cubicBezTo>
                  <a:pt x="30" y="4"/>
                  <a:pt x="29" y="3"/>
                  <a:pt x="29" y="3"/>
                </a:cubicBezTo>
                <a:cubicBezTo>
                  <a:pt x="29" y="3"/>
                  <a:pt x="29" y="2"/>
                  <a:pt x="29" y="2"/>
                </a:cubicBezTo>
                <a:cubicBezTo>
                  <a:pt x="28" y="1"/>
                  <a:pt x="28" y="1"/>
                  <a:pt x="28" y="1"/>
                </a:cubicBezTo>
                <a:cubicBezTo>
                  <a:pt x="27" y="0"/>
                  <a:pt x="27" y="0"/>
                  <a:pt x="27" y="0"/>
                </a:cubicBezTo>
                <a:cubicBezTo>
                  <a:pt x="26" y="2"/>
                  <a:pt x="26" y="2"/>
                  <a:pt x="26" y="2"/>
                </a:cubicBezTo>
                <a:cubicBezTo>
                  <a:pt x="26" y="2"/>
                  <a:pt x="22" y="4"/>
                  <a:pt x="22" y="5"/>
                </a:cubicBezTo>
                <a:cubicBezTo>
                  <a:pt x="22" y="5"/>
                  <a:pt x="20" y="5"/>
                  <a:pt x="20" y="5"/>
                </a:cubicBezTo>
                <a:cubicBezTo>
                  <a:pt x="19" y="3"/>
                  <a:pt x="19" y="3"/>
                  <a:pt x="19" y="3"/>
                </a:cubicBezTo>
                <a:cubicBezTo>
                  <a:pt x="19" y="3"/>
                  <a:pt x="18" y="3"/>
                  <a:pt x="18" y="4"/>
                </a:cubicBezTo>
                <a:cubicBezTo>
                  <a:pt x="18" y="4"/>
                  <a:pt x="17" y="5"/>
                  <a:pt x="17" y="5"/>
                </a:cubicBezTo>
                <a:cubicBezTo>
                  <a:pt x="16" y="5"/>
                  <a:pt x="16" y="5"/>
                  <a:pt x="16" y="5"/>
                </a:cubicBezTo>
                <a:cubicBezTo>
                  <a:pt x="17" y="7"/>
                  <a:pt x="17" y="7"/>
                  <a:pt x="17" y="7"/>
                </a:cubicBezTo>
                <a:cubicBezTo>
                  <a:pt x="17" y="9"/>
                  <a:pt x="17" y="9"/>
                  <a:pt x="17" y="9"/>
                </a:cubicBezTo>
                <a:cubicBezTo>
                  <a:pt x="16" y="10"/>
                  <a:pt x="16" y="10"/>
                  <a:pt x="16" y="10"/>
                </a:cubicBezTo>
                <a:cubicBezTo>
                  <a:pt x="13" y="10"/>
                  <a:pt x="13" y="10"/>
                  <a:pt x="13" y="10"/>
                </a:cubicBezTo>
                <a:cubicBezTo>
                  <a:pt x="11" y="11"/>
                  <a:pt x="11" y="11"/>
                  <a:pt x="11" y="11"/>
                </a:cubicBezTo>
                <a:cubicBezTo>
                  <a:pt x="11" y="11"/>
                  <a:pt x="13" y="12"/>
                  <a:pt x="13" y="12"/>
                </a:cubicBezTo>
                <a:cubicBezTo>
                  <a:pt x="13" y="12"/>
                  <a:pt x="13" y="13"/>
                  <a:pt x="13" y="13"/>
                </a:cubicBezTo>
                <a:cubicBezTo>
                  <a:pt x="13" y="13"/>
                  <a:pt x="13" y="14"/>
                  <a:pt x="12" y="14"/>
                </a:cubicBezTo>
                <a:cubicBezTo>
                  <a:pt x="12" y="14"/>
                  <a:pt x="11" y="15"/>
                  <a:pt x="11" y="16"/>
                </a:cubicBezTo>
                <a:cubicBezTo>
                  <a:pt x="10" y="17"/>
                  <a:pt x="10" y="17"/>
                  <a:pt x="10" y="17"/>
                </a:cubicBezTo>
                <a:cubicBezTo>
                  <a:pt x="7" y="17"/>
                  <a:pt x="7" y="17"/>
                  <a:pt x="7" y="17"/>
                </a:cubicBezTo>
                <a:cubicBezTo>
                  <a:pt x="7" y="17"/>
                  <a:pt x="6" y="17"/>
                  <a:pt x="5" y="16"/>
                </a:cubicBezTo>
                <a:cubicBezTo>
                  <a:pt x="5" y="16"/>
                  <a:pt x="3" y="16"/>
                  <a:pt x="3" y="16"/>
                </a:cubicBezTo>
                <a:cubicBezTo>
                  <a:pt x="3" y="16"/>
                  <a:pt x="1" y="17"/>
                  <a:pt x="1" y="17"/>
                </a:cubicBezTo>
                <a:cubicBezTo>
                  <a:pt x="1" y="17"/>
                  <a:pt x="0" y="19"/>
                  <a:pt x="0" y="20"/>
                </a:cubicBezTo>
                <a:cubicBezTo>
                  <a:pt x="0" y="20"/>
                  <a:pt x="0" y="21"/>
                  <a:pt x="0" y="21"/>
                </a:cubicBezTo>
                <a:cubicBezTo>
                  <a:pt x="0" y="21"/>
                  <a:pt x="2" y="22"/>
                  <a:pt x="2" y="22"/>
                </a:cubicBezTo>
                <a:cubicBezTo>
                  <a:pt x="3" y="23"/>
                  <a:pt x="3" y="23"/>
                  <a:pt x="3" y="23"/>
                </a:cubicBezTo>
                <a:cubicBezTo>
                  <a:pt x="5" y="23"/>
                  <a:pt x="5" y="23"/>
                  <a:pt x="5" y="23"/>
                </a:cubicBezTo>
                <a:cubicBezTo>
                  <a:pt x="7" y="24"/>
                  <a:pt x="7" y="24"/>
                  <a:pt x="7" y="24"/>
                </a:cubicBezTo>
                <a:cubicBezTo>
                  <a:pt x="7" y="24"/>
                  <a:pt x="7" y="26"/>
                  <a:pt x="7" y="26"/>
                </a:cubicBezTo>
                <a:cubicBezTo>
                  <a:pt x="6" y="27"/>
                  <a:pt x="6" y="27"/>
                  <a:pt x="6" y="27"/>
                </a:cubicBezTo>
                <a:cubicBezTo>
                  <a:pt x="6" y="27"/>
                  <a:pt x="6" y="31"/>
                  <a:pt x="6" y="31"/>
                </a:cubicBezTo>
                <a:cubicBezTo>
                  <a:pt x="6" y="31"/>
                  <a:pt x="9" y="33"/>
                  <a:pt x="9" y="33"/>
                </a:cubicBezTo>
                <a:cubicBezTo>
                  <a:pt x="9" y="33"/>
                  <a:pt x="9" y="35"/>
                  <a:pt x="9" y="35"/>
                </a:cubicBezTo>
                <a:cubicBezTo>
                  <a:pt x="9" y="36"/>
                  <a:pt x="8" y="36"/>
                  <a:pt x="8" y="36"/>
                </a:cubicBezTo>
                <a:cubicBezTo>
                  <a:pt x="6" y="37"/>
                  <a:pt x="6" y="37"/>
                  <a:pt x="6" y="37"/>
                </a:cubicBezTo>
                <a:cubicBezTo>
                  <a:pt x="6" y="37"/>
                  <a:pt x="5" y="40"/>
                  <a:pt x="5" y="40"/>
                </a:cubicBezTo>
                <a:cubicBezTo>
                  <a:pt x="5" y="40"/>
                  <a:pt x="4" y="41"/>
                  <a:pt x="4" y="41"/>
                </a:cubicBezTo>
                <a:cubicBezTo>
                  <a:pt x="4" y="45"/>
                  <a:pt x="4" y="45"/>
                  <a:pt x="4" y="45"/>
                </a:cubicBezTo>
                <a:cubicBezTo>
                  <a:pt x="6" y="47"/>
                  <a:pt x="6" y="47"/>
                  <a:pt x="6" y="47"/>
                </a:cubicBezTo>
                <a:cubicBezTo>
                  <a:pt x="9" y="46"/>
                  <a:pt x="9" y="46"/>
                  <a:pt x="9" y="46"/>
                </a:cubicBezTo>
                <a:cubicBezTo>
                  <a:pt x="13" y="43"/>
                  <a:pt x="13" y="43"/>
                  <a:pt x="13" y="43"/>
                </a:cubicBezTo>
                <a:cubicBezTo>
                  <a:pt x="14" y="43"/>
                  <a:pt x="14" y="43"/>
                  <a:pt x="14" y="43"/>
                </a:cubicBezTo>
                <a:cubicBezTo>
                  <a:pt x="17" y="45"/>
                  <a:pt x="17" y="45"/>
                  <a:pt x="17" y="45"/>
                </a:cubicBezTo>
                <a:cubicBezTo>
                  <a:pt x="17" y="45"/>
                  <a:pt x="18" y="45"/>
                  <a:pt x="18" y="45"/>
                </a:cubicBezTo>
                <a:cubicBezTo>
                  <a:pt x="18" y="44"/>
                  <a:pt x="19" y="41"/>
                  <a:pt x="19" y="41"/>
                </a:cubicBezTo>
                <a:cubicBezTo>
                  <a:pt x="25" y="40"/>
                  <a:pt x="25" y="40"/>
                  <a:pt x="25" y="40"/>
                </a:cubicBezTo>
                <a:cubicBezTo>
                  <a:pt x="25" y="40"/>
                  <a:pt x="25" y="36"/>
                  <a:pt x="25" y="36"/>
                </a:cubicBezTo>
                <a:cubicBezTo>
                  <a:pt x="26" y="36"/>
                  <a:pt x="28" y="33"/>
                  <a:pt x="28" y="33"/>
                </a:cubicBezTo>
                <a:cubicBezTo>
                  <a:pt x="28" y="32"/>
                  <a:pt x="30" y="30"/>
                  <a:pt x="31" y="30"/>
                </a:cubicBezTo>
                <a:cubicBezTo>
                  <a:pt x="31" y="30"/>
                  <a:pt x="32" y="30"/>
                  <a:pt x="32" y="30"/>
                </a:cubicBezTo>
                <a:cubicBezTo>
                  <a:pt x="32" y="30"/>
                  <a:pt x="33" y="31"/>
                  <a:pt x="33" y="31"/>
                </a:cubicBezTo>
                <a:cubicBezTo>
                  <a:pt x="33" y="31"/>
                  <a:pt x="35" y="32"/>
                  <a:pt x="35" y="32"/>
                </a:cubicBezTo>
                <a:cubicBezTo>
                  <a:pt x="36" y="33"/>
                  <a:pt x="36" y="33"/>
                  <a:pt x="36" y="33"/>
                </a:cubicBezTo>
                <a:cubicBezTo>
                  <a:pt x="34" y="35"/>
                  <a:pt x="34" y="35"/>
                  <a:pt x="34" y="35"/>
                </a:cubicBezTo>
                <a:cubicBezTo>
                  <a:pt x="35" y="36"/>
                  <a:pt x="35" y="36"/>
                  <a:pt x="35" y="36"/>
                </a:cubicBezTo>
                <a:cubicBezTo>
                  <a:pt x="37" y="36"/>
                  <a:pt x="37" y="36"/>
                  <a:pt x="37" y="36"/>
                </a:cubicBezTo>
                <a:cubicBezTo>
                  <a:pt x="37" y="41"/>
                  <a:pt x="37" y="41"/>
                  <a:pt x="37" y="41"/>
                </a:cubicBezTo>
                <a:cubicBezTo>
                  <a:pt x="37" y="42"/>
                  <a:pt x="37" y="42"/>
                  <a:pt x="37" y="42"/>
                </a:cubicBezTo>
                <a:cubicBezTo>
                  <a:pt x="36" y="46"/>
                  <a:pt x="36" y="46"/>
                  <a:pt x="36" y="46"/>
                </a:cubicBezTo>
                <a:cubicBezTo>
                  <a:pt x="38" y="50"/>
                  <a:pt x="38" y="50"/>
                  <a:pt x="38" y="50"/>
                </a:cubicBezTo>
                <a:cubicBezTo>
                  <a:pt x="41" y="48"/>
                  <a:pt x="41" y="48"/>
                  <a:pt x="41" y="48"/>
                </a:cubicBezTo>
                <a:cubicBezTo>
                  <a:pt x="43" y="47"/>
                  <a:pt x="43" y="47"/>
                  <a:pt x="43" y="47"/>
                </a:cubicBezTo>
                <a:cubicBezTo>
                  <a:pt x="47" y="46"/>
                  <a:pt x="47" y="46"/>
                  <a:pt x="47" y="46"/>
                </a:cubicBezTo>
                <a:cubicBezTo>
                  <a:pt x="47" y="46"/>
                  <a:pt x="48" y="45"/>
                  <a:pt x="49" y="45"/>
                </a:cubicBezTo>
                <a:cubicBezTo>
                  <a:pt x="49" y="44"/>
                  <a:pt x="51" y="42"/>
                  <a:pt x="51" y="42"/>
                </a:cubicBezTo>
                <a:cubicBezTo>
                  <a:pt x="51" y="42"/>
                  <a:pt x="53" y="42"/>
                  <a:pt x="53" y="42"/>
                </a:cubicBezTo>
                <a:cubicBezTo>
                  <a:pt x="54" y="42"/>
                  <a:pt x="57" y="42"/>
                  <a:pt x="57" y="42"/>
                </a:cubicBezTo>
                <a:cubicBezTo>
                  <a:pt x="56" y="44"/>
                  <a:pt x="56" y="44"/>
                  <a:pt x="56" y="44"/>
                </a:cubicBezTo>
                <a:cubicBezTo>
                  <a:pt x="58" y="43"/>
                  <a:pt x="58" y="43"/>
                  <a:pt x="58" y="43"/>
                </a:cubicBezTo>
                <a:cubicBezTo>
                  <a:pt x="60" y="42"/>
                  <a:pt x="60" y="42"/>
                  <a:pt x="60" y="42"/>
                </a:cubicBezTo>
                <a:cubicBezTo>
                  <a:pt x="60" y="42"/>
                  <a:pt x="61" y="42"/>
                  <a:pt x="61" y="42"/>
                </a:cubicBezTo>
                <a:cubicBezTo>
                  <a:pt x="61" y="42"/>
                  <a:pt x="66" y="42"/>
                  <a:pt x="66" y="42"/>
                </a:cubicBezTo>
                <a:cubicBezTo>
                  <a:pt x="67" y="44"/>
                  <a:pt x="67" y="44"/>
                  <a:pt x="67" y="44"/>
                </a:cubicBezTo>
                <a:cubicBezTo>
                  <a:pt x="69" y="43"/>
                  <a:pt x="69" y="43"/>
                  <a:pt x="69" y="43"/>
                </a:cubicBezTo>
                <a:cubicBezTo>
                  <a:pt x="69" y="43"/>
                  <a:pt x="70" y="42"/>
                  <a:pt x="70" y="41"/>
                </a:cubicBezTo>
                <a:cubicBezTo>
                  <a:pt x="70" y="41"/>
                  <a:pt x="69" y="38"/>
                  <a:pt x="68" y="38"/>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9290051" y="5222875"/>
            <a:ext cx="69850" cy="130175"/>
          </a:xfrm>
          <a:custGeom>
            <a:avLst/>
            <a:gdLst>
              <a:gd name="T0" fmla="*/ 17 w 17"/>
              <a:gd name="T1" fmla="*/ 3 h 32"/>
              <a:gd name="T2" fmla="*/ 16 w 17"/>
              <a:gd name="T3" fmla="*/ 1 h 32"/>
              <a:gd name="T4" fmla="*/ 12 w 17"/>
              <a:gd name="T5" fmla="*/ 1 h 32"/>
              <a:gd name="T6" fmla="*/ 7 w 17"/>
              <a:gd name="T7" fmla="*/ 4 h 32"/>
              <a:gd name="T8" fmla="*/ 5 w 17"/>
              <a:gd name="T9" fmla="*/ 8 h 32"/>
              <a:gd name="T10" fmla="*/ 2 w 17"/>
              <a:gd name="T11" fmla="*/ 12 h 32"/>
              <a:gd name="T12" fmla="*/ 1 w 17"/>
              <a:gd name="T13" fmla="*/ 19 h 32"/>
              <a:gd name="T14" fmla="*/ 0 w 17"/>
              <a:gd name="T15" fmla="*/ 20 h 32"/>
              <a:gd name="T16" fmla="*/ 3 w 17"/>
              <a:gd name="T17" fmla="*/ 28 h 32"/>
              <a:gd name="T18" fmla="*/ 5 w 17"/>
              <a:gd name="T19" fmla="*/ 28 h 32"/>
              <a:gd name="T20" fmla="*/ 5 w 17"/>
              <a:gd name="T21" fmla="*/ 29 h 32"/>
              <a:gd name="T22" fmla="*/ 6 w 17"/>
              <a:gd name="T23" fmla="*/ 32 h 32"/>
              <a:gd name="T24" fmla="*/ 7 w 17"/>
              <a:gd name="T25" fmla="*/ 31 h 32"/>
              <a:gd name="T26" fmla="*/ 7 w 17"/>
              <a:gd name="T27" fmla="*/ 29 h 32"/>
              <a:gd name="T28" fmla="*/ 7 w 17"/>
              <a:gd name="T29" fmla="*/ 29 h 32"/>
              <a:gd name="T30" fmla="*/ 7 w 17"/>
              <a:gd name="T31" fmla="*/ 29 h 32"/>
              <a:gd name="T32" fmla="*/ 7 w 17"/>
              <a:gd name="T33" fmla="*/ 29 h 32"/>
              <a:gd name="T34" fmla="*/ 10 w 17"/>
              <a:gd name="T35" fmla="*/ 24 h 32"/>
              <a:gd name="T36" fmla="*/ 14 w 17"/>
              <a:gd name="T37" fmla="*/ 11 h 32"/>
              <a:gd name="T38" fmla="*/ 15 w 17"/>
              <a:gd name="T39" fmla="*/ 8 h 32"/>
              <a:gd name="T40" fmla="*/ 16 w 17"/>
              <a:gd name="T41" fmla="*/ 6 h 32"/>
              <a:gd name="T42" fmla="*/ 16 w 17"/>
              <a:gd name="T43" fmla="*/ 5 h 32"/>
              <a:gd name="T44" fmla="*/ 16 w 17"/>
              <a:gd name="T45" fmla="*/ 4 h 32"/>
              <a:gd name="T46" fmla="*/ 17 w 17"/>
              <a:gd name="T47"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32">
                <a:moveTo>
                  <a:pt x="17" y="3"/>
                </a:moveTo>
                <a:cubicBezTo>
                  <a:pt x="17" y="2"/>
                  <a:pt x="16" y="2"/>
                  <a:pt x="16" y="1"/>
                </a:cubicBezTo>
                <a:cubicBezTo>
                  <a:pt x="15" y="0"/>
                  <a:pt x="14" y="0"/>
                  <a:pt x="12" y="1"/>
                </a:cubicBezTo>
                <a:cubicBezTo>
                  <a:pt x="10" y="1"/>
                  <a:pt x="8" y="2"/>
                  <a:pt x="7" y="4"/>
                </a:cubicBezTo>
                <a:cubicBezTo>
                  <a:pt x="6" y="5"/>
                  <a:pt x="6" y="7"/>
                  <a:pt x="5" y="8"/>
                </a:cubicBezTo>
                <a:cubicBezTo>
                  <a:pt x="4" y="9"/>
                  <a:pt x="3" y="11"/>
                  <a:pt x="2" y="12"/>
                </a:cubicBezTo>
                <a:cubicBezTo>
                  <a:pt x="1" y="14"/>
                  <a:pt x="1" y="16"/>
                  <a:pt x="1" y="19"/>
                </a:cubicBezTo>
                <a:cubicBezTo>
                  <a:pt x="0" y="19"/>
                  <a:pt x="0" y="20"/>
                  <a:pt x="0" y="20"/>
                </a:cubicBezTo>
                <a:cubicBezTo>
                  <a:pt x="0" y="23"/>
                  <a:pt x="2" y="27"/>
                  <a:pt x="3" y="28"/>
                </a:cubicBezTo>
                <a:cubicBezTo>
                  <a:pt x="4" y="28"/>
                  <a:pt x="4" y="28"/>
                  <a:pt x="5" y="28"/>
                </a:cubicBezTo>
                <a:cubicBezTo>
                  <a:pt x="5" y="29"/>
                  <a:pt x="5" y="29"/>
                  <a:pt x="5" y="29"/>
                </a:cubicBezTo>
                <a:cubicBezTo>
                  <a:pt x="6" y="30"/>
                  <a:pt x="5" y="32"/>
                  <a:pt x="6" y="32"/>
                </a:cubicBezTo>
                <a:cubicBezTo>
                  <a:pt x="7" y="32"/>
                  <a:pt x="7" y="32"/>
                  <a:pt x="7" y="31"/>
                </a:cubicBezTo>
                <a:cubicBezTo>
                  <a:pt x="7" y="31"/>
                  <a:pt x="7" y="30"/>
                  <a:pt x="7" y="29"/>
                </a:cubicBezTo>
                <a:cubicBezTo>
                  <a:pt x="7" y="29"/>
                  <a:pt x="7" y="29"/>
                  <a:pt x="7" y="29"/>
                </a:cubicBezTo>
                <a:cubicBezTo>
                  <a:pt x="7" y="29"/>
                  <a:pt x="7" y="29"/>
                  <a:pt x="7" y="29"/>
                </a:cubicBezTo>
                <a:cubicBezTo>
                  <a:pt x="7" y="29"/>
                  <a:pt x="7" y="29"/>
                  <a:pt x="7" y="29"/>
                </a:cubicBezTo>
                <a:cubicBezTo>
                  <a:pt x="8" y="27"/>
                  <a:pt x="9" y="26"/>
                  <a:pt x="10" y="24"/>
                </a:cubicBezTo>
                <a:cubicBezTo>
                  <a:pt x="12" y="20"/>
                  <a:pt x="14" y="16"/>
                  <a:pt x="14" y="11"/>
                </a:cubicBezTo>
                <a:cubicBezTo>
                  <a:pt x="14" y="10"/>
                  <a:pt x="15" y="9"/>
                  <a:pt x="15" y="8"/>
                </a:cubicBezTo>
                <a:cubicBezTo>
                  <a:pt x="16" y="8"/>
                  <a:pt x="16" y="7"/>
                  <a:pt x="16" y="6"/>
                </a:cubicBezTo>
                <a:cubicBezTo>
                  <a:pt x="16" y="6"/>
                  <a:pt x="16" y="6"/>
                  <a:pt x="16" y="5"/>
                </a:cubicBezTo>
                <a:cubicBezTo>
                  <a:pt x="16" y="5"/>
                  <a:pt x="16" y="5"/>
                  <a:pt x="16" y="4"/>
                </a:cubicBezTo>
                <a:cubicBezTo>
                  <a:pt x="16" y="4"/>
                  <a:pt x="17" y="3"/>
                  <a:pt x="17" y="3"/>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6210301" y="4706938"/>
            <a:ext cx="241300" cy="228600"/>
          </a:xfrm>
          <a:custGeom>
            <a:avLst/>
            <a:gdLst>
              <a:gd name="T0" fmla="*/ 57 w 59"/>
              <a:gd name="T1" fmla="*/ 1 h 56"/>
              <a:gd name="T2" fmla="*/ 55 w 59"/>
              <a:gd name="T3" fmla="*/ 1 h 56"/>
              <a:gd name="T4" fmla="*/ 51 w 59"/>
              <a:gd name="T5" fmla="*/ 2 h 56"/>
              <a:gd name="T6" fmla="*/ 47 w 59"/>
              <a:gd name="T7" fmla="*/ 2 h 56"/>
              <a:gd name="T8" fmla="*/ 43 w 59"/>
              <a:gd name="T9" fmla="*/ 3 h 56"/>
              <a:gd name="T10" fmla="*/ 35 w 59"/>
              <a:gd name="T11" fmla="*/ 6 h 56"/>
              <a:gd name="T12" fmla="*/ 30 w 59"/>
              <a:gd name="T13" fmla="*/ 7 h 56"/>
              <a:gd name="T14" fmla="*/ 26 w 59"/>
              <a:gd name="T15" fmla="*/ 7 h 56"/>
              <a:gd name="T16" fmla="*/ 22 w 59"/>
              <a:gd name="T17" fmla="*/ 5 h 56"/>
              <a:gd name="T18" fmla="*/ 18 w 59"/>
              <a:gd name="T19" fmla="*/ 6 h 56"/>
              <a:gd name="T20" fmla="*/ 16 w 59"/>
              <a:gd name="T21" fmla="*/ 7 h 56"/>
              <a:gd name="T22" fmla="*/ 15 w 59"/>
              <a:gd name="T23" fmla="*/ 7 h 56"/>
              <a:gd name="T24" fmla="*/ 10 w 59"/>
              <a:gd name="T25" fmla="*/ 8 h 56"/>
              <a:gd name="T26" fmla="*/ 8 w 59"/>
              <a:gd name="T27" fmla="*/ 6 h 56"/>
              <a:gd name="T28" fmla="*/ 7 w 59"/>
              <a:gd name="T29" fmla="*/ 9 h 56"/>
              <a:gd name="T30" fmla="*/ 7 w 59"/>
              <a:gd name="T31" fmla="*/ 11 h 56"/>
              <a:gd name="T32" fmla="*/ 7 w 59"/>
              <a:gd name="T33" fmla="*/ 12 h 56"/>
              <a:gd name="T34" fmla="*/ 4 w 59"/>
              <a:gd name="T35" fmla="*/ 13 h 56"/>
              <a:gd name="T36" fmla="*/ 4 w 59"/>
              <a:gd name="T37" fmla="*/ 15 h 56"/>
              <a:gd name="T38" fmla="*/ 3 w 59"/>
              <a:gd name="T39" fmla="*/ 16 h 56"/>
              <a:gd name="T40" fmla="*/ 1 w 59"/>
              <a:gd name="T41" fmla="*/ 16 h 56"/>
              <a:gd name="T42" fmla="*/ 1 w 59"/>
              <a:gd name="T43" fmla="*/ 18 h 56"/>
              <a:gd name="T44" fmla="*/ 2 w 59"/>
              <a:gd name="T45" fmla="*/ 25 h 56"/>
              <a:gd name="T46" fmla="*/ 2 w 59"/>
              <a:gd name="T47" fmla="*/ 27 h 56"/>
              <a:gd name="T48" fmla="*/ 2 w 59"/>
              <a:gd name="T49" fmla="*/ 28 h 56"/>
              <a:gd name="T50" fmla="*/ 2 w 59"/>
              <a:gd name="T51" fmla="*/ 30 h 56"/>
              <a:gd name="T52" fmla="*/ 6 w 59"/>
              <a:gd name="T53" fmla="*/ 30 h 56"/>
              <a:gd name="T54" fmla="*/ 5 w 59"/>
              <a:gd name="T55" fmla="*/ 32 h 56"/>
              <a:gd name="T56" fmla="*/ 7 w 59"/>
              <a:gd name="T57" fmla="*/ 33 h 56"/>
              <a:gd name="T58" fmla="*/ 8 w 59"/>
              <a:gd name="T59" fmla="*/ 35 h 56"/>
              <a:gd name="T60" fmla="*/ 5 w 59"/>
              <a:gd name="T61" fmla="*/ 37 h 56"/>
              <a:gd name="T62" fmla="*/ 5 w 59"/>
              <a:gd name="T63" fmla="*/ 39 h 56"/>
              <a:gd name="T64" fmla="*/ 4 w 59"/>
              <a:gd name="T65" fmla="*/ 39 h 56"/>
              <a:gd name="T66" fmla="*/ 2 w 59"/>
              <a:gd name="T67" fmla="*/ 41 h 56"/>
              <a:gd name="T68" fmla="*/ 2 w 59"/>
              <a:gd name="T69" fmla="*/ 43 h 56"/>
              <a:gd name="T70" fmla="*/ 1 w 59"/>
              <a:gd name="T71" fmla="*/ 44 h 56"/>
              <a:gd name="T72" fmla="*/ 0 w 59"/>
              <a:gd name="T73" fmla="*/ 45 h 56"/>
              <a:gd name="T74" fmla="*/ 1 w 59"/>
              <a:gd name="T75" fmla="*/ 47 h 56"/>
              <a:gd name="T76" fmla="*/ 1 w 59"/>
              <a:gd name="T77" fmla="*/ 50 h 56"/>
              <a:gd name="T78" fmla="*/ 3 w 59"/>
              <a:gd name="T79" fmla="*/ 54 h 56"/>
              <a:gd name="T80" fmla="*/ 10 w 59"/>
              <a:gd name="T81" fmla="*/ 56 h 56"/>
              <a:gd name="T82" fmla="*/ 27 w 59"/>
              <a:gd name="T83" fmla="*/ 45 h 56"/>
              <a:gd name="T84" fmla="*/ 48 w 59"/>
              <a:gd name="T85" fmla="*/ 32 h 56"/>
              <a:gd name="T86" fmla="*/ 50 w 59"/>
              <a:gd name="T87" fmla="*/ 23 h 56"/>
              <a:gd name="T88" fmla="*/ 50 w 59"/>
              <a:gd name="T89" fmla="*/ 18 h 56"/>
              <a:gd name="T90" fmla="*/ 49 w 59"/>
              <a:gd name="T91" fmla="*/ 11 h 56"/>
              <a:gd name="T92" fmla="*/ 54 w 59"/>
              <a:gd name="T93" fmla="*/ 10 h 56"/>
              <a:gd name="T94" fmla="*/ 58 w 59"/>
              <a:gd name="T95" fmla="*/ 6 h 56"/>
              <a:gd name="T96" fmla="*/ 59 w 59"/>
              <a:gd name="T97" fmla="*/ 4 h 56"/>
              <a:gd name="T98" fmla="*/ 59 w 59"/>
              <a:gd name="T99" fmla="*/ 2 h 56"/>
              <a:gd name="T100" fmla="*/ 57 w 59"/>
              <a:gd name="T10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 h="56">
                <a:moveTo>
                  <a:pt x="57" y="1"/>
                </a:moveTo>
                <a:cubicBezTo>
                  <a:pt x="56" y="0"/>
                  <a:pt x="56" y="1"/>
                  <a:pt x="55" y="1"/>
                </a:cubicBezTo>
                <a:cubicBezTo>
                  <a:pt x="54" y="2"/>
                  <a:pt x="53" y="2"/>
                  <a:pt x="51" y="2"/>
                </a:cubicBezTo>
                <a:cubicBezTo>
                  <a:pt x="50" y="2"/>
                  <a:pt x="48" y="2"/>
                  <a:pt x="47" y="2"/>
                </a:cubicBezTo>
                <a:cubicBezTo>
                  <a:pt x="45" y="2"/>
                  <a:pt x="44" y="2"/>
                  <a:pt x="43" y="3"/>
                </a:cubicBezTo>
                <a:cubicBezTo>
                  <a:pt x="40" y="3"/>
                  <a:pt x="38" y="5"/>
                  <a:pt x="35" y="6"/>
                </a:cubicBezTo>
                <a:cubicBezTo>
                  <a:pt x="33" y="6"/>
                  <a:pt x="32" y="7"/>
                  <a:pt x="30" y="7"/>
                </a:cubicBezTo>
                <a:cubicBezTo>
                  <a:pt x="29" y="7"/>
                  <a:pt x="27" y="7"/>
                  <a:pt x="26" y="7"/>
                </a:cubicBezTo>
                <a:cubicBezTo>
                  <a:pt x="25" y="7"/>
                  <a:pt x="24" y="6"/>
                  <a:pt x="22" y="5"/>
                </a:cubicBezTo>
                <a:cubicBezTo>
                  <a:pt x="21" y="5"/>
                  <a:pt x="20" y="5"/>
                  <a:pt x="18" y="6"/>
                </a:cubicBezTo>
                <a:cubicBezTo>
                  <a:pt x="18" y="6"/>
                  <a:pt x="17" y="7"/>
                  <a:pt x="16" y="7"/>
                </a:cubicBezTo>
                <a:cubicBezTo>
                  <a:pt x="16" y="7"/>
                  <a:pt x="15" y="7"/>
                  <a:pt x="15" y="7"/>
                </a:cubicBezTo>
                <a:cubicBezTo>
                  <a:pt x="13" y="8"/>
                  <a:pt x="12" y="7"/>
                  <a:pt x="10" y="8"/>
                </a:cubicBezTo>
                <a:cubicBezTo>
                  <a:pt x="10" y="7"/>
                  <a:pt x="9" y="5"/>
                  <a:pt x="8" y="6"/>
                </a:cubicBezTo>
                <a:cubicBezTo>
                  <a:pt x="7" y="6"/>
                  <a:pt x="7" y="8"/>
                  <a:pt x="7" y="9"/>
                </a:cubicBezTo>
                <a:cubicBezTo>
                  <a:pt x="7" y="10"/>
                  <a:pt x="6" y="10"/>
                  <a:pt x="7" y="11"/>
                </a:cubicBezTo>
                <a:cubicBezTo>
                  <a:pt x="7" y="11"/>
                  <a:pt x="7" y="12"/>
                  <a:pt x="7" y="12"/>
                </a:cubicBezTo>
                <a:cubicBezTo>
                  <a:pt x="6" y="13"/>
                  <a:pt x="5" y="12"/>
                  <a:pt x="4" y="13"/>
                </a:cubicBezTo>
                <a:cubicBezTo>
                  <a:pt x="4" y="14"/>
                  <a:pt x="5" y="14"/>
                  <a:pt x="4" y="15"/>
                </a:cubicBezTo>
                <a:cubicBezTo>
                  <a:pt x="4" y="15"/>
                  <a:pt x="4" y="15"/>
                  <a:pt x="3" y="16"/>
                </a:cubicBezTo>
                <a:cubicBezTo>
                  <a:pt x="3" y="16"/>
                  <a:pt x="2" y="16"/>
                  <a:pt x="1" y="16"/>
                </a:cubicBezTo>
                <a:cubicBezTo>
                  <a:pt x="1" y="17"/>
                  <a:pt x="1" y="17"/>
                  <a:pt x="1" y="18"/>
                </a:cubicBezTo>
                <a:cubicBezTo>
                  <a:pt x="1" y="20"/>
                  <a:pt x="2" y="23"/>
                  <a:pt x="2" y="25"/>
                </a:cubicBezTo>
                <a:cubicBezTo>
                  <a:pt x="2" y="26"/>
                  <a:pt x="2" y="26"/>
                  <a:pt x="2" y="27"/>
                </a:cubicBezTo>
                <a:cubicBezTo>
                  <a:pt x="2" y="27"/>
                  <a:pt x="2" y="28"/>
                  <a:pt x="2" y="28"/>
                </a:cubicBezTo>
                <a:cubicBezTo>
                  <a:pt x="2" y="29"/>
                  <a:pt x="2" y="30"/>
                  <a:pt x="2" y="30"/>
                </a:cubicBezTo>
                <a:cubicBezTo>
                  <a:pt x="6" y="30"/>
                  <a:pt x="6" y="30"/>
                  <a:pt x="6" y="30"/>
                </a:cubicBezTo>
                <a:cubicBezTo>
                  <a:pt x="6" y="30"/>
                  <a:pt x="5" y="32"/>
                  <a:pt x="5" y="32"/>
                </a:cubicBezTo>
                <a:cubicBezTo>
                  <a:pt x="5" y="32"/>
                  <a:pt x="6" y="33"/>
                  <a:pt x="7" y="33"/>
                </a:cubicBezTo>
                <a:cubicBezTo>
                  <a:pt x="7" y="33"/>
                  <a:pt x="8" y="35"/>
                  <a:pt x="8" y="35"/>
                </a:cubicBezTo>
                <a:cubicBezTo>
                  <a:pt x="8" y="35"/>
                  <a:pt x="5" y="37"/>
                  <a:pt x="5" y="37"/>
                </a:cubicBezTo>
                <a:cubicBezTo>
                  <a:pt x="5" y="38"/>
                  <a:pt x="5" y="39"/>
                  <a:pt x="5" y="39"/>
                </a:cubicBezTo>
                <a:cubicBezTo>
                  <a:pt x="4" y="39"/>
                  <a:pt x="4" y="39"/>
                  <a:pt x="4" y="39"/>
                </a:cubicBezTo>
                <a:cubicBezTo>
                  <a:pt x="4" y="39"/>
                  <a:pt x="2" y="41"/>
                  <a:pt x="2" y="41"/>
                </a:cubicBezTo>
                <a:cubicBezTo>
                  <a:pt x="2" y="41"/>
                  <a:pt x="2" y="42"/>
                  <a:pt x="2" y="43"/>
                </a:cubicBezTo>
                <a:cubicBezTo>
                  <a:pt x="2" y="43"/>
                  <a:pt x="1" y="44"/>
                  <a:pt x="1" y="44"/>
                </a:cubicBezTo>
                <a:cubicBezTo>
                  <a:pt x="1" y="44"/>
                  <a:pt x="1" y="44"/>
                  <a:pt x="0" y="45"/>
                </a:cubicBezTo>
                <a:cubicBezTo>
                  <a:pt x="1" y="47"/>
                  <a:pt x="1" y="47"/>
                  <a:pt x="1" y="47"/>
                </a:cubicBezTo>
                <a:cubicBezTo>
                  <a:pt x="1" y="50"/>
                  <a:pt x="1" y="50"/>
                  <a:pt x="1" y="50"/>
                </a:cubicBezTo>
                <a:cubicBezTo>
                  <a:pt x="3" y="54"/>
                  <a:pt x="3" y="54"/>
                  <a:pt x="3" y="54"/>
                </a:cubicBezTo>
                <a:cubicBezTo>
                  <a:pt x="10" y="56"/>
                  <a:pt x="10" y="56"/>
                  <a:pt x="10" y="56"/>
                </a:cubicBezTo>
                <a:cubicBezTo>
                  <a:pt x="27" y="45"/>
                  <a:pt x="27" y="45"/>
                  <a:pt x="27" y="45"/>
                </a:cubicBezTo>
                <a:cubicBezTo>
                  <a:pt x="48" y="32"/>
                  <a:pt x="48" y="32"/>
                  <a:pt x="48" y="32"/>
                </a:cubicBezTo>
                <a:cubicBezTo>
                  <a:pt x="48" y="32"/>
                  <a:pt x="50" y="23"/>
                  <a:pt x="50" y="23"/>
                </a:cubicBezTo>
                <a:cubicBezTo>
                  <a:pt x="50" y="22"/>
                  <a:pt x="50" y="19"/>
                  <a:pt x="50" y="18"/>
                </a:cubicBezTo>
                <a:cubicBezTo>
                  <a:pt x="50" y="18"/>
                  <a:pt x="49" y="11"/>
                  <a:pt x="49" y="11"/>
                </a:cubicBezTo>
                <a:cubicBezTo>
                  <a:pt x="54" y="10"/>
                  <a:pt x="54" y="10"/>
                  <a:pt x="54" y="10"/>
                </a:cubicBezTo>
                <a:cubicBezTo>
                  <a:pt x="58" y="6"/>
                  <a:pt x="58" y="6"/>
                  <a:pt x="58" y="6"/>
                </a:cubicBezTo>
                <a:cubicBezTo>
                  <a:pt x="58" y="6"/>
                  <a:pt x="59" y="4"/>
                  <a:pt x="59" y="4"/>
                </a:cubicBezTo>
                <a:cubicBezTo>
                  <a:pt x="59" y="4"/>
                  <a:pt x="59" y="3"/>
                  <a:pt x="59" y="2"/>
                </a:cubicBezTo>
                <a:cubicBezTo>
                  <a:pt x="58" y="2"/>
                  <a:pt x="58" y="2"/>
                  <a:pt x="57" y="1"/>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7820026" y="5816600"/>
            <a:ext cx="77788" cy="147638"/>
          </a:xfrm>
          <a:custGeom>
            <a:avLst/>
            <a:gdLst>
              <a:gd name="T0" fmla="*/ 19 w 19"/>
              <a:gd name="T1" fmla="*/ 25 h 36"/>
              <a:gd name="T2" fmla="*/ 18 w 19"/>
              <a:gd name="T3" fmla="*/ 28 h 36"/>
              <a:gd name="T4" fmla="*/ 11 w 19"/>
              <a:gd name="T5" fmla="*/ 33 h 36"/>
              <a:gd name="T6" fmla="*/ 10 w 19"/>
              <a:gd name="T7" fmla="*/ 34 h 36"/>
              <a:gd name="T8" fmla="*/ 6 w 19"/>
              <a:gd name="T9" fmla="*/ 35 h 36"/>
              <a:gd name="T10" fmla="*/ 2 w 19"/>
              <a:gd name="T11" fmla="*/ 30 h 36"/>
              <a:gd name="T12" fmla="*/ 0 w 19"/>
              <a:gd name="T13" fmla="*/ 21 h 36"/>
              <a:gd name="T14" fmla="*/ 1 w 19"/>
              <a:gd name="T15" fmla="*/ 17 h 36"/>
              <a:gd name="T16" fmla="*/ 3 w 19"/>
              <a:gd name="T17" fmla="*/ 4 h 36"/>
              <a:gd name="T18" fmla="*/ 3 w 19"/>
              <a:gd name="T19" fmla="*/ 2 h 36"/>
              <a:gd name="T20" fmla="*/ 4 w 19"/>
              <a:gd name="T21" fmla="*/ 2 h 36"/>
              <a:gd name="T22" fmla="*/ 3 w 19"/>
              <a:gd name="T23" fmla="*/ 1 h 36"/>
              <a:gd name="T24" fmla="*/ 2 w 19"/>
              <a:gd name="T25" fmla="*/ 1 h 36"/>
              <a:gd name="T26" fmla="*/ 4 w 19"/>
              <a:gd name="T27" fmla="*/ 0 h 36"/>
              <a:gd name="T28" fmla="*/ 4 w 19"/>
              <a:gd name="T29" fmla="*/ 1 h 36"/>
              <a:gd name="T30" fmla="*/ 4 w 19"/>
              <a:gd name="T31" fmla="*/ 2 h 36"/>
              <a:gd name="T32" fmla="*/ 5 w 19"/>
              <a:gd name="T33" fmla="*/ 3 h 36"/>
              <a:gd name="T34" fmla="*/ 7 w 19"/>
              <a:gd name="T35" fmla="*/ 3 h 36"/>
              <a:gd name="T36" fmla="*/ 10 w 19"/>
              <a:gd name="T37" fmla="*/ 6 h 36"/>
              <a:gd name="T38" fmla="*/ 11 w 19"/>
              <a:gd name="T39" fmla="*/ 8 h 36"/>
              <a:gd name="T40" fmla="*/ 15 w 19"/>
              <a:gd name="T41" fmla="*/ 14 h 36"/>
              <a:gd name="T42" fmla="*/ 15 w 19"/>
              <a:gd name="T43" fmla="*/ 16 h 36"/>
              <a:gd name="T44" fmla="*/ 19 w 19"/>
              <a:gd name="T45"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36">
                <a:moveTo>
                  <a:pt x="19" y="25"/>
                </a:moveTo>
                <a:cubicBezTo>
                  <a:pt x="19" y="26"/>
                  <a:pt x="19" y="27"/>
                  <a:pt x="18" y="28"/>
                </a:cubicBezTo>
                <a:cubicBezTo>
                  <a:pt x="17" y="31"/>
                  <a:pt x="14" y="33"/>
                  <a:pt x="11" y="33"/>
                </a:cubicBezTo>
                <a:cubicBezTo>
                  <a:pt x="10" y="33"/>
                  <a:pt x="10" y="33"/>
                  <a:pt x="10" y="34"/>
                </a:cubicBezTo>
                <a:cubicBezTo>
                  <a:pt x="8" y="35"/>
                  <a:pt x="7" y="36"/>
                  <a:pt x="6" y="35"/>
                </a:cubicBezTo>
                <a:cubicBezTo>
                  <a:pt x="3" y="34"/>
                  <a:pt x="2" y="32"/>
                  <a:pt x="2" y="30"/>
                </a:cubicBezTo>
                <a:cubicBezTo>
                  <a:pt x="1" y="27"/>
                  <a:pt x="1" y="24"/>
                  <a:pt x="0" y="21"/>
                </a:cubicBezTo>
                <a:cubicBezTo>
                  <a:pt x="0" y="20"/>
                  <a:pt x="1" y="19"/>
                  <a:pt x="1" y="17"/>
                </a:cubicBezTo>
                <a:cubicBezTo>
                  <a:pt x="1" y="13"/>
                  <a:pt x="1" y="8"/>
                  <a:pt x="3" y="4"/>
                </a:cubicBezTo>
                <a:cubicBezTo>
                  <a:pt x="4" y="3"/>
                  <a:pt x="3" y="3"/>
                  <a:pt x="3" y="2"/>
                </a:cubicBezTo>
                <a:cubicBezTo>
                  <a:pt x="4" y="2"/>
                  <a:pt x="4" y="2"/>
                  <a:pt x="4" y="2"/>
                </a:cubicBezTo>
                <a:cubicBezTo>
                  <a:pt x="4" y="2"/>
                  <a:pt x="3" y="2"/>
                  <a:pt x="3" y="1"/>
                </a:cubicBezTo>
                <a:cubicBezTo>
                  <a:pt x="3" y="1"/>
                  <a:pt x="2" y="1"/>
                  <a:pt x="2" y="1"/>
                </a:cubicBezTo>
                <a:cubicBezTo>
                  <a:pt x="2" y="0"/>
                  <a:pt x="3" y="0"/>
                  <a:pt x="4" y="0"/>
                </a:cubicBezTo>
                <a:cubicBezTo>
                  <a:pt x="4" y="0"/>
                  <a:pt x="4" y="0"/>
                  <a:pt x="4" y="1"/>
                </a:cubicBezTo>
                <a:cubicBezTo>
                  <a:pt x="5" y="2"/>
                  <a:pt x="4" y="2"/>
                  <a:pt x="4" y="2"/>
                </a:cubicBezTo>
                <a:cubicBezTo>
                  <a:pt x="5" y="2"/>
                  <a:pt x="5" y="3"/>
                  <a:pt x="5" y="3"/>
                </a:cubicBezTo>
                <a:cubicBezTo>
                  <a:pt x="6" y="2"/>
                  <a:pt x="7" y="2"/>
                  <a:pt x="7" y="3"/>
                </a:cubicBezTo>
                <a:cubicBezTo>
                  <a:pt x="8" y="4"/>
                  <a:pt x="9" y="5"/>
                  <a:pt x="10" y="6"/>
                </a:cubicBezTo>
                <a:cubicBezTo>
                  <a:pt x="10" y="7"/>
                  <a:pt x="11" y="7"/>
                  <a:pt x="11" y="8"/>
                </a:cubicBezTo>
                <a:cubicBezTo>
                  <a:pt x="12" y="10"/>
                  <a:pt x="14" y="12"/>
                  <a:pt x="15" y="14"/>
                </a:cubicBezTo>
                <a:cubicBezTo>
                  <a:pt x="15" y="15"/>
                  <a:pt x="15" y="15"/>
                  <a:pt x="15" y="16"/>
                </a:cubicBezTo>
                <a:cubicBezTo>
                  <a:pt x="17" y="19"/>
                  <a:pt x="19" y="21"/>
                  <a:pt x="19" y="25"/>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noEditPoints="1"/>
          </p:cNvSpPr>
          <p:nvPr/>
        </p:nvSpPr>
        <p:spPr bwMode="auto">
          <a:xfrm>
            <a:off x="9510713" y="4652963"/>
            <a:ext cx="123825" cy="238125"/>
          </a:xfrm>
          <a:custGeom>
            <a:avLst/>
            <a:gdLst>
              <a:gd name="T0" fmla="*/ 2 w 30"/>
              <a:gd name="T1" fmla="*/ 23 h 58"/>
              <a:gd name="T2" fmla="*/ 2 w 30"/>
              <a:gd name="T3" fmla="*/ 23 h 58"/>
              <a:gd name="T4" fmla="*/ 6 w 30"/>
              <a:gd name="T5" fmla="*/ 56 h 58"/>
              <a:gd name="T6" fmla="*/ 1 w 30"/>
              <a:gd name="T7" fmla="*/ 56 h 58"/>
              <a:gd name="T8" fmla="*/ 1 w 30"/>
              <a:gd name="T9" fmla="*/ 57 h 58"/>
              <a:gd name="T10" fmla="*/ 1 w 30"/>
              <a:gd name="T11" fmla="*/ 58 h 58"/>
              <a:gd name="T12" fmla="*/ 3 w 30"/>
              <a:gd name="T13" fmla="*/ 58 h 58"/>
              <a:gd name="T14" fmla="*/ 6 w 30"/>
              <a:gd name="T15" fmla="*/ 56 h 58"/>
              <a:gd name="T16" fmla="*/ 18 w 30"/>
              <a:gd name="T17" fmla="*/ 2 h 58"/>
              <a:gd name="T18" fmla="*/ 11 w 30"/>
              <a:gd name="T19" fmla="*/ 3 h 58"/>
              <a:gd name="T20" fmla="*/ 7 w 30"/>
              <a:gd name="T21" fmla="*/ 4 h 58"/>
              <a:gd name="T22" fmla="*/ 3 w 30"/>
              <a:gd name="T23" fmla="*/ 9 h 58"/>
              <a:gd name="T24" fmla="*/ 2 w 30"/>
              <a:gd name="T25" fmla="*/ 10 h 58"/>
              <a:gd name="T26" fmla="*/ 4 w 30"/>
              <a:gd name="T27" fmla="*/ 11 h 58"/>
              <a:gd name="T28" fmla="*/ 5 w 30"/>
              <a:gd name="T29" fmla="*/ 14 h 58"/>
              <a:gd name="T30" fmla="*/ 3 w 30"/>
              <a:gd name="T31" fmla="*/ 17 h 58"/>
              <a:gd name="T32" fmla="*/ 2 w 30"/>
              <a:gd name="T33" fmla="*/ 17 h 58"/>
              <a:gd name="T34" fmla="*/ 0 w 30"/>
              <a:gd name="T35" fmla="*/ 19 h 58"/>
              <a:gd name="T36" fmla="*/ 1 w 30"/>
              <a:gd name="T37" fmla="*/ 21 h 58"/>
              <a:gd name="T38" fmla="*/ 3 w 30"/>
              <a:gd name="T39" fmla="*/ 22 h 58"/>
              <a:gd name="T40" fmla="*/ 3 w 30"/>
              <a:gd name="T41" fmla="*/ 25 h 58"/>
              <a:gd name="T42" fmla="*/ 4 w 30"/>
              <a:gd name="T43" fmla="*/ 27 h 58"/>
              <a:gd name="T44" fmla="*/ 4 w 30"/>
              <a:gd name="T45" fmla="*/ 31 h 58"/>
              <a:gd name="T46" fmla="*/ 2 w 30"/>
              <a:gd name="T47" fmla="*/ 35 h 58"/>
              <a:gd name="T48" fmla="*/ 2 w 30"/>
              <a:gd name="T49" fmla="*/ 37 h 58"/>
              <a:gd name="T50" fmla="*/ 1 w 30"/>
              <a:gd name="T51" fmla="*/ 38 h 58"/>
              <a:gd name="T52" fmla="*/ 1 w 30"/>
              <a:gd name="T53" fmla="*/ 41 h 58"/>
              <a:gd name="T54" fmla="*/ 3 w 30"/>
              <a:gd name="T55" fmla="*/ 46 h 58"/>
              <a:gd name="T56" fmla="*/ 10 w 30"/>
              <a:gd name="T57" fmla="*/ 44 h 58"/>
              <a:gd name="T58" fmla="*/ 14 w 30"/>
              <a:gd name="T59" fmla="*/ 41 h 58"/>
              <a:gd name="T60" fmla="*/ 14 w 30"/>
              <a:gd name="T61" fmla="*/ 40 h 58"/>
              <a:gd name="T62" fmla="*/ 16 w 30"/>
              <a:gd name="T63" fmla="*/ 42 h 58"/>
              <a:gd name="T64" fmla="*/ 16 w 30"/>
              <a:gd name="T65" fmla="*/ 41 h 58"/>
              <a:gd name="T66" fmla="*/ 16 w 30"/>
              <a:gd name="T67" fmla="*/ 40 h 58"/>
              <a:gd name="T68" fmla="*/ 18 w 30"/>
              <a:gd name="T69" fmla="*/ 40 h 58"/>
              <a:gd name="T70" fmla="*/ 20 w 30"/>
              <a:gd name="T71" fmla="*/ 40 h 58"/>
              <a:gd name="T72" fmla="*/ 22 w 30"/>
              <a:gd name="T73" fmla="*/ 41 h 58"/>
              <a:gd name="T74" fmla="*/ 23 w 30"/>
              <a:gd name="T75" fmla="*/ 40 h 58"/>
              <a:gd name="T76" fmla="*/ 21 w 30"/>
              <a:gd name="T77" fmla="*/ 39 h 58"/>
              <a:gd name="T78" fmla="*/ 22 w 30"/>
              <a:gd name="T79" fmla="*/ 38 h 58"/>
              <a:gd name="T80" fmla="*/ 25 w 30"/>
              <a:gd name="T81" fmla="*/ 38 h 58"/>
              <a:gd name="T82" fmla="*/ 30 w 30"/>
              <a:gd name="T83" fmla="*/ 28 h 58"/>
              <a:gd name="T84" fmla="*/ 29 w 30"/>
              <a:gd name="T85" fmla="*/ 23 h 58"/>
              <a:gd name="T86" fmla="*/ 29 w 30"/>
              <a:gd name="T87" fmla="*/ 22 h 58"/>
              <a:gd name="T88" fmla="*/ 27 w 30"/>
              <a:gd name="T89" fmla="*/ 12 h 58"/>
              <a:gd name="T90" fmla="*/ 21 w 30"/>
              <a:gd name="T91" fmla="*/ 2 h 58"/>
              <a:gd name="T92" fmla="*/ 19 w 30"/>
              <a:gd name="T9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 h="58">
                <a:moveTo>
                  <a:pt x="3" y="23"/>
                </a:moveTo>
                <a:cubicBezTo>
                  <a:pt x="2" y="23"/>
                  <a:pt x="2" y="23"/>
                  <a:pt x="2" y="23"/>
                </a:cubicBezTo>
                <a:cubicBezTo>
                  <a:pt x="2" y="23"/>
                  <a:pt x="2" y="23"/>
                  <a:pt x="2" y="23"/>
                </a:cubicBezTo>
                <a:cubicBezTo>
                  <a:pt x="2" y="23"/>
                  <a:pt x="2" y="22"/>
                  <a:pt x="2" y="23"/>
                </a:cubicBezTo>
                <a:cubicBezTo>
                  <a:pt x="2" y="23"/>
                  <a:pt x="2" y="23"/>
                  <a:pt x="3" y="23"/>
                </a:cubicBezTo>
                <a:close/>
                <a:moveTo>
                  <a:pt x="6" y="56"/>
                </a:moveTo>
                <a:cubicBezTo>
                  <a:pt x="6" y="54"/>
                  <a:pt x="5" y="54"/>
                  <a:pt x="4" y="55"/>
                </a:cubicBezTo>
                <a:cubicBezTo>
                  <a:pt x="3" y="55"/>
                  <a:pt x="2" y="55"/>
                  <a:pt x="1" y="56"/>
                </a:cubicBezTo>
                <a:cubicBezTo>
                  <a:pt x="1" y="56"/>
                  <a:pt x="0" y="56"/>
                  <a:pt x="0" y="56"/>
                </a:cubicBezTo>
                <a:cubicBezTo>
                  <a:pt x="0" y="57"/>
                  <a:pt x="1" y="57"/>
                  <a:pt x="1" y="57"/>
                </a:cubicBezTo>
                <a:cubicBezTo>
                  <a:pt x="1" y="57"/>
                  <a:pt x="1" y="57"/>
                  <a:pt x="1" y="58"/>
                </a:cubicBezTo>
                <a:cubicBezTo>
                  <a:pt x="1" y="58"/>
                  <a:pt x="1" y="58"/>
                  <a:pt x="1" y="58"/>
                </a:cubicBezTo>
                <a:cubicBezTo>
                  <a:pt x="2" y="58"/>
                  <a:pt x="3" y="58"/>
                  <a:pt x="3" y="58"/>
                </a:cubicBezTo>
                <a:cubicBezTo>
                  <a:pt x="3" y="58"/>
                  <a:pt x="3" y="58"/>
                  <a:pt x="3" y="58"/>
                </a:cubicBezTo>
                <a:cubicBezTo>
                  <a:pt x="4" y="58"/>
                  <a:pt x="4" y="58"/>
                  <a:pt x="5" y="58"/>
                </a:cubicBezTo>
                <a:cubicBezTo>
                  <a:pt x="6" y="57"/>
                  <a:pt x="7" y="57"/>
                  <a:pt x="6" y="56"/>
                </a:cubicBezTo>
                <a:cubicBezTo>
                  <a:pt x="6" y="56"/>
                  <a:pt x="6" y="56"/>
                  <a:pt x="6" y="56"/>
                </a:cubicBezTo>
                <a:close/>
                <a:moveTo>
                  <a:pt x="18" y="2"/>
                </a:moveTo>
                <a:cubicBezTo>
                  <a:pt x="17" y="3"/>
                  <a:pt x="17" y="3"/>
                  <a:pt x="17" y="3"/>
                </a:cubicBezTo>
                <a:cubicBezTo>
                  <a:pt x="15" y="3"/>
                  <a:pt x="13" y="3"/>
                  <a:pt x="11" y="3"/>
                </a:cubicBezTo>
                <a:cubicBezTo>
                  <a:pt x="10" y="3"/>
                  <a:pt x="10" y="3"/>
                  <a:pt x="9" y="3"/>
                </a:cubicBezTo>
                <a:cubicBezTo>
                  <a:pt x="8" y="3"/>
                  <a:pt x="8" y="4"/>
                  <a:pt x="7" y="4"/>
                </a:cubicBezTo>
                <a:cubicBezTo>
                  <a:pt x="6" y="5"/>
                  <a:pt x="5" y="7"/>
                  <a:pt x="4" y="8"/>
                </a:cubicBezTo>
                <a:cubicBezTo>
                  <a:pt x="4" y="8"/>
                  <a:pt x="3" y="9"/>
                  <a:pt x="3" y="9"/>
                </a:cubicBezTo>
                <a:cubicBezTo>
                  <a:pt x="2" y="9"/>
                  <a:pt x="2" y="10"/>
                  <a:pt x="2" y="10"/>
                </a:cubicBezTo>
                <a:cubicBezTo>
                  <a:pt x="2" y="10"/>
                  <a:pt x="2" y="10"/>
                  <a:pt x="2" y="10"/>
                </a:cubicBezTo>
                <a:cubicBezTo>
                  <a:pt x="2" y="10"/>
                  <a:pt x="3" y="10"/>
                  <a:pt x="4" y="10"/>
                </a:cubicBezTo>
                <a:cubicBezTo>
                  <a:pt x="4" y="10"/>
                  <a:pt x="4" y="10"/>
                  <a:pt x="4" y="11"/>
                </a:cubicBezTo>
                <a:cubicBezTo>
                  <a:pt x="3" y="12"/>
                  <a:pt x="4" y="13"/>
                  <a:pt x="5" y="13"/>
                </a:cubicBezTo>
                <a:cubicBezTo>
                  <a:pt x="5" y="13"/>
                  <a:pt x="5" y="14"/>
                  <a:pt x="5" y="14"/>
                </a:cubicBezTo>
                <a:cubicBezTo>
                  <a:pt x="5" y="14"/>
                  <a:pt x="5" y="15"/>
                  <a:pt x="5" y="15"/>
                </a:cubicBezTo>
                <a:cubicBezTo>
                  <a:pt x="4" y="16"/>
                  <a:pt x="4" y="16"/>
                  <a:pt x="3" y="17"/>
                </a:cubicBezTo>
                <a:cubicBezTo>
                  <a:pt x="3" y="17"/>
                  <a:pt x="3" y="17"/>
                  <a:pt x="3" y="17"/>
                </a:cubicBezTo>
                <a:cubicBezTo>
                  <a:pt x="2" y="17"/>
                  <a:pt x="2" y="17"/>
                  <a:pt x="2" y="17"/>
                </a:cubicBezTo>
                <a:cubicBezTo>
                  <a:pt x="2" y="17"/>
                  <a:pt x="2" y="17"/>
                  <a:pt x="1" y="17"/>
                </a:cubicBezTo>
                <a:cubicBezTo>
                  <a:pt x="1" y="18"/>
                  <a:pt x="1" y="18"/>
                  <a:pt x="0" y="19"/>
                </a:cubicBezTo>
                <a:cubicBezTo>
                  <a:pt x="0" y="19"/>
                  <a:pt x="0" y="20"/>
                  <a:pt x="1" y="20"/>
                </a:cubicBezTo>
                <a:cubicBezTo>
                  <a:pt x="1" y="21"/>
                  <a:pt x="1" y="21"/>
                  <a:pt x="1" y="21"/>
                </a:cubicBezTo>
                <a:cubicBezTo>
                  <a:pt x="2" y="21"/>
                  <a:pt x="3" y="22"/>
                  <a:pt x="3" y="22"/>
                </a:cubicBezTo>
                <a:cubicBezTo>
                  <a:pt x="3" y="22"/>
                  <a:pt x="3" y="22"/>
                  <a:pt x="3" y="22"/>
                </a:cubicBezTo>
                <a:cubicBezTo>
                  <a:pt x="3" y="23"/>
                  <a:pt x="3" y="23"/>
                  <a:pt x="3" y="23"/>
                </a:cubicBezTo>
                <a:cubicBezTo>
                  <a:pt x="3" y="24"/>
                  <a:pt x="3" y="24"/>
                  <a:pt x="3" y="25"/>
                </a:cubicBezTo>
                <a:cubicBezTo>
                  <a:pt x="3" y="25"/>
                  <a:pt x="3" y="26"/>
                  <a:pt x="4" y="26"/>
                </a:cubicBezTo>
                <a:cubicBezTo>
                  <a:pt x="4" y="26"/>
                  <a:pt x="4" y="27"/>
                  <a:pt x="4" y="27"/>
                </a:cubicBezTo>
                <a:cubicBezTo>
                  <a:pt x="4" y="29"/>
                  <a:pt x="4" y="30"/>
                  <a:pt x="4" y="31"/>
                </a:cubicBezTo>
                <a:cubicBezTo>
                  <a:pt x="4" y="31"/>
                  <a:pt x="4" y="31"/>
                  <a:pt x="4" y="31"/>
                </a:cubicBezTo>
                <a:cubicBezTo>
                  <a:pt x="3" y="32"/>
                  <a:pt x="3" y="33"/>
                  <a:pt x="2" y="34"/>
                </a:cubicBezTo>
                <a:cubicBezTo>
                  <a:pt x="2" y="35"/>
                  <a:pt x="2" y="35"/>
                  <a:pt x="2" y="35"/>
                </a:cubicBezTo>
                <a:cubicBezTo>
                  <a:pt x="2" y="35"/>
                  <a:pt x="2" y="35"/>
                  <a:pt x="2" y="36"/>
                </a:cubicBezTo>
                <a:cubicBezTo>
                  <a:pt x="2" y="36"/>
                  <a:pt x="2" y="37"/>
                  <a:pt x="2" y="37"/>
                </a:cubicBezTo>
                <a:cubicBezTo>
                  <a:pt x="2" y="37"/>
                  <a:pt x="2" y="37"/>
                  <a:pt x="2" y="37"/>
                </a:cubicBezTo>
                <a:cubicBezTo>
                  <a:pt x="1" y="38"/>
                  <a:pt x="1" y="38"/>
                  <a:pt x="1" y="38"/>
                </a:cubicBezTo>
                <a:cubicBezTo>
                  <a:pt x="1" y="38"/>
                  <a:pt x="1" y="38"/>
                  <a:pt x="1" y="39"/>
                </a:cubicBezTo>
                <a:cubicBezTo>
                  <a:pt x="1" y="39"/>
                  <a:pt x="1" y="40"/>
                  <a:pt x="1" y="41"/>
                </a:cubicBezTo>
                <a:cubicBezTo>
                  <a:pt x="1" y="42"/>
                  <a:pt x="0" y="44"/>
                  <a:pt x="0" y="45"/>
                </a:cubicBezTo>
                <a:cubicBezTo>
                  <a:pt x="1" y="46"/>
                  <a:pt x="2" y="46"/>
                  <a:pt x="3" y="46"/>
                </a:cubicBezTo>
                <a:cubicBezTo>
                  <a:pt x="5" y="46"/>
                  <a:pt x="7" y="44"/>
                  <a:pt x="9" y="42"/>
                </a:cubicBezTo>
                <a:cubicBezTo>
                  <a:pt x="10" y="43"/>
                  <a:pt x="9" y="44"/>
                  <a:pt x="10" y="44"/>
                </a:cubicBezTo>
                <a:cubicBezTo>
                  <a:pt x="11" y="45"/>
                  <a:pt x="14" y="43"/>
                  <a:pt x="14" y="41"/>
                </a:cubicBezTo>
                <a:cubicBezTo>
                  <a:pt x="14" y="41"/>
                  <a:pt x="14" y="41"/>
                  <a:pt x="14" y="41"/>
                </a:cubicBezTo>
                <a:cubicBezTo>
                  <a:pt x="14" y="41"/>
                  <a:pt x="14" y="40"/>
                  <a:pt x="14" y="40"/>
                </a:cubicBezTo>
                <a:cubicBezTo>
                  <a:pt x="14" y="40"/>
                  <a:pt x="14" y="40"/>
                  <a:pt x="14" y="40"/>
                </a:cubicBezTo>
                <a:cubicBezTo>
                  <a:pt x="15" y="39"/>
                  <a:pt x="15" y="40"/>
                  <a:pt x="15" y="41"/>
                </a:cubicBezTo>
                <a:cubicBezTo>
                  <a:pt x="15" y="41"/>
                  <a:pt x="15" y="42"/>
                  <a:pt x="16" y="42"/>
                </a:cubicBezTo>
                <a:cubicBezTo>
                  <a:pt x="16" y="42"/>
                  <a:pt x="16" y="42"/>
                  <a:pt x="16" y="42"/>
                </a:cubicBezTo>
                <a:cubicBezTo>
                  <a:pt x="16" y="42"/>
                  <a:pt x="16" y="42"/>
                  <a:pt x="16" y="41"/>
                </a:cubicBezTo>
                <a:cubicBezTo>
                  <a:pt x="16" y="41"/>
                  <a:pt x="16" y="41"/>
                  <a:pt x="16" y="40"/>
                </a:cubicBezTo>
                <a:cubicBezTo>
                  <a:pt x="16" y="40"/>
                  <a:pt x="16" y="40"/>
                  <a:pt x="16" y="40"/>
                </a:cubicBezTo>
                <a:cubicBezTo>
                  <a:pt x="16" y="39"/>
                  <a:pt x="16" y="39"/>
                  <a:pt x="17" y="40"/>
                </a:cubicBezTo>
                <a:cubicBezTo>
                  <a:pt x="17" y="40"/>
                  <a:pt x="18" y="40"/>
                  <a:pt x="18" y="40"/>
                </a:cubicBezTo>
                <a:cubicBezTo>
                  <a:pt x="18" y="40"/>
                  <a:pt x="18" y="40"/>
                  <a:pt x="18" y="40"/>
                </a:cubicBezTo>
                <a:cubicBezTo>
                  <a:pt x="19" y="40"/>
                  <a:pt x="20" y="40"/>
                  <a:pt x="20" y="40"/>
                </a:cubicBezTo>
                <a:cubicBezTo>
                  <a:pt x="20" y="41"/>
                  <a:pt x="21" y="41"/>
                  <a:pt x="21" y="41"/>
                </a:cubicBezTo>
                <a:cubicBezTo>
                  <a:pt x="21" y="42"/>
                  <a:pt x="22" y="42"/>
                  <a:pt x="22" y="41"/>
                </a:cubicBezTo>
                <a:cubicBezTo>
                  <a:pt x="23" y="41"/>
                  <a:pt x="23" y="41"/>
                  <a:pt x="23" y="40"/>
                </a:cubicBezTo>
                <a:cubicBezTo>
                  <a:pt x="23" y="40"/>
                  <a:pt x="23" y="40"/>
                  <a:pt x="23" y="40"/>
                </a:cubicBezTo>
                <a:cubicBezTo>
                  <a:pt x="23" y="39"/>
                  <a:pt x="22" y="39"/>
                  <a:pt x="22" y="39"/>
                </a:cubicBezTo>
                <a:cubicBezTo>
                  <a:pt x="21" y="39"/>
                  <a:pt x="21" y="40"/>
                  <a:pt x="21" y="39"/>
                </a:cubicBezTo>
                <a:cubicBezTo>
                  <a:pt x="21" y="39"/>
                  <a:pt x="21" y="39"/>
                  <a:pt x="21" y="39"/>
                </a:cubicBezTo>
                <a:cubicBezTo>
                  <a:pt x="21" y="38"/>
                  <a:pt x="21" y="38"/>
                  <a:pt x="22" y="38"/>
                </a:cubicBezTo>
                <a:cubicBezTo>
                  <a:pt x="23" y="38"/>
                  <a:pt x="23" y="38"/>
                  <a:pt x="24" y="38"/>
                </a:cubicBezTo>
                <a:cubicBezTo>
                  <a:pt x="24" y="38"/>
                  <a:pt x="25" y="38"/>
                  <a:pt x="25" y="38"/>
                </a:cubicBezTo>
                <a:cubicBezTo>
                  <a:pt x="27" y="39"/>
                  <a:pt x="27" y="37"/>
                  <a:pt x="27" y="36"/>
                </a:cubicBezTo>
                <a:cubicBezTo>
                  <a:pt x="30" y="34"/>
                  <a:pt x="29" y="30"/>
                  <a:pt x="30" y="28"/>
                </a:cubicBezTo>
                <a:cubicBezTo>
                  <a:pt x="30" y="27"/>
                  <a:pt x="29" y="26"/>
                  <a:pt x="29" y="26"/>
                </a:cubicBezTo>
                <a:cubicBezTo>
                  <a:pt x="29" y="25"/>
                  <a:pt x="29" y="24"/>
                  <a:pt x="29" y="23"/>
                </a:cubicBezTo>
                <a:cubicBezTo>
                  <a:pt x="29" y="23"/>
                  <a:pt x="29" y="23"/>
                  <a:pt x="29" y="23"/>
                </a:cubicBezTo>
                <a:cubicBezTo>
                  <a:pt x="29" y="23"/>
                  <a:pt x="29" y="22"/>
                  <a:pt x="29" y="22"/>
                </a:cubicBezTo>
                <a:cubicBezTo>
                  <a:pt x="29" y="21"/>
                  <a:pt x="29" y="20"/>
                  <a:pt x="29" y="20"/>
                </a:cubicBezTo>
                <a:cubicBezTo>
                  <a:pt x="29" y="17"/>
                  <a:pt x="29" y="14"/>
                  <a:pt x="27" y="12"/>
                </a:cubicBezTo>
                <a:cubicBezTo>
                  <a:pt x="27" y="12"/>
                  <a:pt x="27" y="12"/>
                  <a:pt x="27" y="11"/>
                </a:cubicBezTo>
                <a:cubicBezTo>
                  <a:pt x="24" y="9"/>
                  <a:pt x="23" y="5"/>
                  <a:pt x="21" y="2"/>
                </a:cubicBezTo>
                <a:cubicBezTo>
                  <a:pt x="21" y="1"/>
                  <a:pt x="20" y="1"/>
                  <a:pt x="20" y="0"/>
                </a:cubicBezTo>
                <a:cubicBezTo>
                  <a:pt x="20" y="1"/>
                  <a:pt x="19" y="1"/>
                  <a:pt x="19" y="2"/>
                </a:cubicBezTo>
                <a:cubicBezTo>
                  <a:pt x="18" y="2"/>
                  <a:pt x="18" y="2"/>
                  <a:pt x="18" y="2"/>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6169026" y="4940300"/>
            <a:ext cx="766763" cy="638175"/>
          </a:xfrm>
          <a:custGeom>
            <a:avLst/>
            <a:gdLst>
              <a:gd name="T0" fmla="*/ 160 w 187"/>
              <a:gd name="T1" fmla="*/ 93 h 156"/>
              <a:gd name="T2" fmla="*/ 151 w 187"/>
              <a:gd name="T3" fmla="*/ 76 h 156"/>
              <a:gd name="T4" fmla="*/ 149 w 187"/>
              <a:gd name="T5" fmla="*/ 77 h 156"/>
              <a:gd name="T6" fmla="*/ 144 w 187"/>
              <a:gd name="T7" fmla="*/ 76 h 156"/>
              <a:gd name="T8" fmla="*/ 144 w 187"/>
              <a:gd name="T9" fmla="*/ 73 h 156"/>
              <a:gd name="T10" fmla="*/ 140 w 187"/>
              <a:gd name="T11" fmla="*/ 61 h 156"/>
              <a:gd name="T12" fmla="*/ 139 w 187"/>
              <a:gd name="T13" fmla="*/ 56 h 156"/>
              <a:gd name="T14" fmla="*/ 128 w 187"/>
              <a:gd name="T15" fmla="*/ 45 h 156"/>
              <a:gd name="T16" fmla="*/ 124 w 187"/>
              <a:gd name="T17" fmla="*/ 37 h 156"/>
              <a:gd name="T18" fmla="*/ 115 w 187"/>
              <a:gd name="T19" fmla="*/ 35 h 156"/>
              <a:gd name="T20" fmla="*/ 106 w 187"/>
              <a:gd name="T21" fmla="*/ 32 h 156"/>
              <a:gd name="T22" fmla="*/ 65 w 187"/>
              <a:gd name="T23" fmla="*/ 10 h 156"/>
              <a:gd name="T24" fmla="*/ 41 w 187"/>
              <a:gd name="T25" fmla="*/ 0 h 156"/>
              <a:gd name="T26" fmla="*/ 32 w 187"/>
              <a:gd name="T27" fmla="*/ 4 h 156"/>
              <a:gd name="T28" fmla="*/ 30 w 187"/>
              <a:gd name="T29" fmla="*/ 18 h 156"/>
              <a:gd name="T30" fmla="*/ 26 w 187"/>
              <a:gd name="T31" fmla="*/ 23 h 156"/>
              <a:gd name="T32" fmla="*/ 19 w 187"/>
              <a:gd name="T33" fmla="*/ 24 h 156"/>
              <a:gd name="T34" fmla="*/ 2 w 187"/>
              <a:gd name="T35" fmla="*/ 29 h 156"/>
              <a:gd name="T36" fmla="*/ 0 w 187"/>
              <a:gd name="T37" fmla="*/ 38 h 156"/>
              <a:gd name="T38" fmla="*/ 3 w 187"/>
              <a:gd name="T39" fmla="*/ 42 h 156"/>
              <a:gd name="T40" fmla="*/ 11 w 187"/>
              <a:gd name="T41" fmla="*/ 55 h 156"/>
              <a:gd name="T42" fmla="*/ 22 w 187"/>
              <a:gd name="T43" fmla="*/ 69 h 156"/>
              <a:gd name="T44" fmla="*/ 24 w 187"/>
              <a:gd name="T45" fmla="*/ 81 h 156"/>
              <a:gd name="T46" fmla="*/ 33 w 187"/>
              <a:gd name="T47" fmla="*/ 87 h 156"/>
              <a:gd name="T48" fmla="*/ 37 w 187"/>
              <a:gd name="T49" fmla="*/ 94 h 156"/>
              <a:gd name="T50" fmla="*/ 44 w 187"/>
              <a:gd name="T51" fmla="*/ 117 h 156"/>
              <a:gd name="T52" fmla="*/ 57 w 187"/>
              <a:gd name="T53" fmla="*/ 132 h 156"/>
              <a:gd name="T54" fmla="*/ 60 w 187"/>
              <a:gd name="T55" fmla="*/ 138 h 156"/>
              <a:gd name="T56" fmla="*/ 72 w 187"/>
              <a:gd name="T57" fmla="*/ 156 h 156"/>
              <a:gd name="T58" fmla="*/ 77 w 187"/>
              <a:gd name="T59" fmla="*/ 152 h 156"/>
              <a:gd name="T60" fmla="*/ 90 w 187"/>
              <a:gd name="T61" fmla="*/ 146 h 156"/>
              <a:gd name="T62" fmla="*/ 111 w 187"/>
              <a:gd name="T63" fmla="*/ 151 h 156"/>
              <a:gd name="T64" fmla="*/ 126 w 187"/>
              <a:gd name="T65" fmla="*/ 135 h 156"/>
              <a:gd name="T66" fmla="*/ 154 w 187"/>
              <a:gd name="T67" fmla="*/ 131 h 156"/>
              <a:gd name="T68" fmla="*/ 182 w 187"/>
              <a:gd name="T69" fmla="*/ 121 h 156"/>
              <a:gd name="T70" fmla="*/ 183 w 187"/>
              <a:gd name="T71" fmla="*/ 9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7" h="156">
                <a:moveTo>
                  <a:pt x="183" y="96"/>
                </a:moveTo>
                <a:cubicBezTo>
                  <a:pt x="160" y="93"/>
                  <a:pt x="160" y="93"/>
                  <a:pt x="160" y="93"/>
                </a:cubicBezTo>
                <a:cubicBezTo>
                  <a:pt x="152" y="79"/>
                  <a:pt x="152" y="79"/>
                  <a:pt x="152" y="79"/>
                </a:cubicBezTo>
                <a:cubicBezTo>
                  <a:pt x="151" y="79"/>
                  <a:pt x="151" y="78"/>
                  <a:pt x="151" y="76"/>
                </a:cubicBezTo>
                <a:cubicBezTo>
                  <a:pt x="151" y="76"/>
                  <a:pt x="151" y="76"/>
                  <a:pt x="151" y="76"/>
                </a:cubicBezTo>
                <a:cubicBezTo>
                  <a:pt x="149" y="77"/>
                  <a:pt x="149" y="77"/>
                  <a:pt x="149" y="77"/>
                </a:cubicBezTo>
                <a:cubicBezTo>
                  <a:pt x="147" y="78"/>
                  <a:pt x="147" y="78"/>
                  <a:pt x="147" y="78"/>
                </a:cubicBezTo>
                <a:cubicBezTo>
                  <a:pt x="144" y="76"/>
                  <a:pt x="144" y="76"/>
                  <a:pt x="144" y="76"/>
                </a:cubicBezTo>
                <a:cubicBezTo>
                  <a:pt x="144" y="74"/>
                  <a:pt x="144" y="74"/>
                  <a:pt x="144" y="74"/>
                </a:cubicBezTo>
                <a:cubicBezTo>
                  <a:pt x="144" y="73"/>
                  <a:pt x="144" y="73"/>
                  <a:pt x="144" y="73"/>
                </a:cubicBezTo>
                <a:cubicBezTo>
                  <a:pt x="143" y="68"/>
                  <a:pt x="140" y="65"/>
                  <a:pt x="138" y="61"/>
                </a:cubicBezTo>
                <a:cubicBezTo>
                  <a:pt x="138" y="61"/>
                  <a:pt x="139" y="61"/>
                  <a:pt x="140" y="61"/>
                </a:cubicBezTo>
                <a:cubicBezTo>
                  <a:pt x="140" y="60"/>
                  <a:pt x="140" y="59"/>
                  <a:pt x="140" y="58"/>
                </a:cubicBezTo>
                <a:cubicBezTo>
                  <a:pt x="140" y="57"/>
                  <a:pt x="138" y="57"/>
                  <a:pt x="139" y="56"/>
                </a:cubicBezTo>
                <a:cubicBezTo>
                  <a:pt x="139" y="53"/>
                  <a:pt x="137" y="53"/>
                  <a:pt x="135" y="52"/>
                </a:cubicBezTo>
                <a:cubicBezTo>
                  <a:pt x="133" y="50"/>
                  <a:pt x="131" y="47"/>
                  <a:pt x="128" y="45"/>
                </a:cubicBezTo>
                <a:cubicBezTo>
                  <a:pt x="128" y="45"/>
                  <a:pt x="128" y="45"/>
                  <a:pt x="128" y="45"/>
                </a:cubicBezTo>
                <a:cubicBezTo>
                  <a:pt x="127" y="42"/>
                  <a:pt x="125" y="40"/>
                  <a:pt x="124" y="37"/>
                </a:cubicBezTo>
                <a:cubicBezTo>
                  <a:pt x="116" y="38"/>
                  <a:pt x="116" y="38"/>
                  <a:pt x="116" y="38"/>
                </a:cubicBezTo>
                <a:cubicBezTo>
                  <a:pt x="115" y="35"/>
                  <a:pt x="115" y="35"/>
                  <a:pt x="115" y="35"/>
                </a:cubicBezTo>
                <a:cubicBezTo>
                  <a:pt x="114" y="33"/>
                  <a:pt x="114" y="33"/>
                  <a:pt x="114" y="33"/>
                </a:cubicBezTo>
                <a:cubicBezTo>
                  <a:pt x="114" y="33"/>
                  <a:pt x="106" y="32"/>
                  <a:pt x="106" y="32"/>
                </a:cubicBezTo>
                <a:cubicBezTo>
                  <a:pt x="89" y="31"/>
                  <a:pt x="89" y="31"/>
                  <a:pt x="89" y="31"/>
                </a:cubicBezTo>
                <a:cubicBezTo>
                  <a:pt x="65" y="10"/>
                  <a:pt x="65" y="10"/>
                  <a:pt x="65" y="10"/>
                </a:cubicBezTo>
                <a:cubicBezTo>
                  <a:pt x="50" y="2"/>
                  <a:pt x="50" y="2"/>
                  <a:pt x="50" y="2"/>
                </a:cubicBezTo>
                <a:cubicBezTo>
                  <a:pt x="41" y="0"/>
                  <a:pt x="41" y="0"/>
                  <a:pt x="41" y="0"/>
                </a:cubicBezTo>
                <a:cubicBezTo>
                  <a:pt x="38" y="2"/>
                  <a:pt x="38" y="2"/>
                  <a:pt x="38" y="2"/>
                </a:cubicBezTo>
                <a:cubicBezTo>
                  <a:pt x="38" y="2"/>
                  <a:pt x="32" y="4"/>
                  <a:pt x="32" y="4"/>
                </a:cubicBezTo>
                <a:cubicBezTo>
                  <a:pt x="32" y="4"/>
                  <a:pt x="21" y="7"/>
                  <a:pt x="21" y="7"/>
                </a:cubicBezTo>
                <a:cubicBezTo>
                  <a:pt x="30" y="18"/>
                  <a:pt x="30" y="18"/>
                  <a:pt x="30" y="18"/>
                </a:cubicBezTo>
                <a:cubicBezTo>
                  <a:pt x="27" y="19"/>
                  <a:pt x="27" y="19"/>
                  <a:pt x="27" y="19"/>
                </a:cubicBezTo>
                <a:cubicBezTo>
                  <a:pt x="26" y="23"/>
                  <a:pt x="26" y="23"/>
                  <a:pt x="26" y="23"/>
                </a:cubicBezTo>
                <a:cubicBezTo>
                  <a:pt x="23" y="23"/>
                  <a:pt x="23" y="23"/>
                  <a:pt x="23" y="23"/>
                </a:cubicBezTo>
                <a:cubicBezTo>
                  <a:pt x="19" y="24"/>
                  <a:pt x="19" y="24"/>
                  <a:pt x="19" y="24"/>
                </a:cubicBezTo>
                <a:cubicBezTo>
                  <a:pt x="13" y="31"/>
                  <a:pt x="13" y="31"/>
                  <a:pt x="13" y="31"/>
                </a:cubicBezTo>
                <a:cubicBezTo>
                  <a:pt x="2" y="29"/>
                  <a:pt x="2" y="29"/>
                  <a:pt x="2" y="29"/>
                </a:cubicBezTo>
                <a:cubicBezTo>
                  <a:pt x="3" y="30"/>
                  <a:pt x="3" y="30"/>
                  <a:pt x="3" y="30"/>
                </a:cubicBezTo>
                <a:cubicBezTo>
                  <a:pt x="0" y="38"/>
                  <a:pt x="0" y="38"/>
                  <a:pt x="0" y="38"/>
                </a:cubicBezTo>
                <a:cubicBezTo>
                  <a:pt x="0" y="40"/>
                  <a:pt x="0" y="40"/>
                  <a:pt x="0" y="40"/>
                </a:cubicBezTo>
                <a:cubicBezTo>
                  <a:pt x="3" y="42"/>
                  <a:pt x="3" y="42"/>
                  <a:pt x="3" y="42"/>
                </a:cubicBezTo>
                <a:cubicBezTo>
                  <a:pt x="5" y="44"/>
                  <a:pt x="6" y="47"/>
                  <a:pt x="8" y="49"/>
                </a:cubicBezTo>
                <a:cubicBezTo>
                  <a:pt x="9" y="51"/>
                  <a:pt x="10" y="53"/>
                  <a:pt x="11" y="55"/>
                </a:cubicBezTo>
                <a:cubicBezTo>
                  <a:pt x="12" y="56"/>
                  <a:pt x="12" y="58"/>
                  <a:pt x="13" y="59"/>
                </a:cubicBezTo>
                <a:cubicBezTo>
                  <a:pt x="15" y="63"/>
                  <a:pt x="18" y="66"/>
                  <a:pt x="22" y="69"/>
                </a:cubicBezTo>
                <a:cubicBezTo>
                  <a:pt x="23" y="72"/>
                  <a:pt x="23" y="75"/>
                  <a:pt x="24" y="79"/>
                </a:cubicBezTo>
                <a:cubicBezTo>
                  <a:pt x="24" y="79"/>
                  <a:pt x="24" y="80"/>
                  <a:pt x="24" y="81"/>
                </a:cubicBezTo>
                <a:cubicBezTo>
                  <a:pt x="25" y="81"/>
                  <a:pt x="26" y="81"/>
                  <a:pt x="26" y="81"/>
                </a:cubicBezTo>
                <a:cubicBezTo>
                  <a:pt x="29" y="82"/>
                  <a:pt x="32" y="84"/>
                  <a:pt x="33" y="87"/>
                </a:cubicBezTo>
                <a:cubicBezTo>
                  <a:pt x="34" y="89"/>
                  <a:pt x="34" y="91"/>
                  <a:pt x="35" y="92"/>
                </a:cubicBezTo>
                <a:cubicBezTo>
                  <a:pt x="36" y="93"/>
                  <a:pt x="37" y="93"/>
                  <a:pt x="37" y="94"/>
                </a:cubicBezTo>
                <a:cubicBezTo>
                  <a:pt x="39" y="96"/>
                  <a:pt x="39" y="100"/>
                  <a:pt x="39" y="103"/>
                </a:cubicBezTo>
                <a:cubicBezTo>
                  <a:pt x="39" y="108"/>
                  <a:pt x="40" y="114"/>
                  <a:pt x="44" y="117"/>
                </a:cubicBezTo>
                <a:cubicBezTo>
                  <a:pt x="46" y="119"/>
                  <a:pt x="49" y="120"/>
                  <a:pt x="51" y="122"/>
                </a:cubicBezTo>
                <a:cubicBezTo>
                  <a:pt x="54" y="124"/>
                  <a:pt x="57" y="128"/>
                  <a:pt x="57" y="132"/>
                </a:cubicBezTo>
                <a:cubicBezTo>
                  <a:pt x="58" y="133"/>
                  <a:pt x="58" y="134"/>
                  <a:pt x="58" y="135"/>
                </a:cubicBezTo>
                <a:cubicBezTo>
                  <a:pt x="59" y="136"/>
                  <a:pt x="59" y="137"/>
                  <a:pt x="60" y="138"/>
                </a:cubicBezTo>
                <a:cubicBezTo>
                  <a:pt x="63" y="141"/>
                  <a:pt x="66" y="145"/>
                  <a:pt x="68" y="149"/>
                </a:cubicBezTo>
                <a:cubicBezTo>
                  <a:pt x="70" y="151"/>
                  <a:pt x="71" y="153"/>
                  <a:pt x="72" y="156"/>
                </a:cubicBezTo>
                <a:cubicBezTo>
                  <a:pt x="73" y="155"/>
                  <a:pt x="76" y="153"/>
                  <a:pt x="76" y="153"/>
                </a:cubicBezTo>
                <a:cubicBezTo>
                  <a:pt x="76" y="153"/>
                  <a:pt x="77" y="152"/>
                  <a:pt x="77" y="152"/>
                </a:cubicBezTo>
                <a:cubicBezTo>
                  <a:pt x="77" y="151"/>
                  <a:pt x="77" y="146"/>
                  <a:pt x="77" y="146"/>
                </a:cubicBezTo>
                <a:cubicBezTo>
                  <a:pt x="90" y="146"/>
                  <a:pt x="90" y="146"/>
                  <a:pt x="90" y="146"/>
                </a:cubicBezTo>
                <a:cubicBezTo>
                  <a:pt x="90" y="146"/>
                  <a:pt x="105" y="147"/>
                  <a:pt x="105" y="147"/>
                </a:cubicBezTo>
                <a:cubicBezTo>
                  <a:pt x="105" y="147"/>
                  <a:pt x="111" y="151"/>
                  <a:pt x="111" y="151"/>
                </a:cubicBezTo>
                <a:cubicBezTo>
                  <a:pt x="111" y="150"/>
                  <a:pt x="120" y="140"/>
                  <a:pt x="120" y="140"/>
                </a:cubicBezTo>
                <a:cubicBezTo>
                  <a:pt x="121" y="139"/>
                  <a:pt x="126" y="135"/>
                  <a:pt x="126" y="135"/>
                </a:cubicBezTo>
                <a:cubicBezTo>
                  <a:pt x="126" y="135"/>
                  <a:pt x="139" y="134"/>
                  <a:pt x="140" y="134"/>
                </a:cubicBezTo>
                <a:cubicBezTo>
                  <a:pt x="140" y="134"/>
                  <a:pt x="154" y="131"/>
                  <a:pt x="154" y="131"/>
                </a:cubicBezTo>
                <a:cubicBezTo>
                  <a:pt x="171" y="125"/>
                  <a:pt x="171" y="125"/>
                  <a:pt x="171" y="125"/>
                </a:cubicBezTo>
                <a:cubicBezTo>
                  <a:pt x="182" y="121"/>
                  <a:pt x="182" y="121"/>
                  <a:pt x="182" y="121"/>
                </a:cubicBezTo>
                <a:cubicBezTo>
                  <a:pt x="187" y="103"/>
                  <a:pt x="187" y="103"/>
                  <a:pt x="187" y="103"/>
                </a:cubicBezTo>
                <a:lnTo>
                  <a:pt x="183" y="96"/>
                </a:ln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noEditPoints="1"/>
          </p:cNvSpPr>
          <p:nvPr/>
        </p:nvSpPr>
        <p:spPr bwMode="auto">
          <a:xfrm>
            <a:off x="5899151" y="647700"/>
            <a:ext cx="6035675" cy="3878263"/>
          </a:xfrm>
          <a:custGeom>
            <a:avLst/>
            <a:gdLst>
              <a:gd name="T0" fmla="*/ 593 w 1474"/>
              <a:gd name="T1" fmla="*/ 123 h 947"/>
              <a:gd name="T2" fmla="*/ 697 w 1474"/>
              <a:gd name="T3" fmla="*/ 175 h 947"/>
              <a:gd name="T4" fmla="*/ 685 w 1474"/>
              <a:gd name="T5" fmla="*/ 149 h 947"/>
              <a:gd name="T6" fmla="*/ 182 w 1474"/>
              <a:gd name="T7" fmla="*/ 90 h 947"/>
              <a:gd name="T8" fmla="*/ 570 w 1474"/>
              <a:gd name="T9" fmla="*/ 116 h 947"/>
              <a:gd name="T10" fmla="*/ 260 w 1474"/>
              <a:gd name="T11" fmla="*/ 37 h 947"/>
              <a:gd name="T12" fmla="*/ 281 w 1474"/>
              <a:gd name="T13" fmla="*/ 9 h 947"/>
              <a:gd name="T14" fmla="*/ 470 w 1474"/>
              <a:gd name="T15" fmla="*/ 62 h 947"/>
              <a:gd name="T16" fmla="*/ 624 w 1474"/>
              <a:gd name="T17" fmla="*/ 73 h 947"/>
              <a:gd name="T18" fmla="*/ 200 w 1474"/>
              <a:gd name="T19" fmla="*/ 95 h 947"/>
              <a:gd name="T20" fmla="*/ 294 w 1474"/>
              <a:gd name="T21" fmla="*/ 37 h 947"/>
              <a:gd name="T22" fmla="*/ 276 w 1474"/>
              <a:gd name="T23" fmla="*/ 44 h 947"/>
              <a:gd name="T24" fmla="*/ 638 w 1474"/>
              <a:gd name="T25" fmla="*/ 176 h 947"/>
              <a:gd name="T26" fmla="*/ 246 w 1474"/>
              <a:gd name="T27" fmla="*/ 30 h 947"/>
              <a:gd name="T28" fmla="*/ 274 w 1474"/>
              <a:gd name="T29" fmla="*/ 100 h 947"/>
              <a:gd name="T30" fmla="*/ 254 w 1474"/>
              <a:gd name="T31" fmla="*/ 391 h 947"/>
              <a:gd name="T32" fmla="*/ 357 w 1474"/>
              <a:gd name="T33" fmla="*/ 245 h 947"/>
              <a:gd name="T34" fmla="*/ 244 w 1474"/>
              <a:gd name="T35" fmla="*/ 352 h 947"/>
              <a:gd name="T36" fmla="*/ 495 w 1474"/>
              <a:gd name="T37" fmla="*/ 280 h 947"/>
              <a:gd name="T38" fmla="*/ 286 w 1474"/>
              <a:gd name="T39" fmla="*/ 486 h 947"/>
              <a:gd name="T40" fmla="*/ 911 w 1474"/>
              <a:gd name="T41" fmla="*/ 402 h 947"/>
              <a:gd name="T42" fmla="*/ 908 w 1474"/>
              <a:gd name="T43" fmla="*/ 376 h 947"/>
              <a:gd name="T44" fmla="*/ 885 w 1474"/>
              <a:gd name="T45" fmla="*/ 393 h 947"/>
              <a:gd name="T46" fmla="*/ 987 w 1474"/>
              <a:gd name="T47" fmla="*/ 280 h 947"/>
              <a:gd name="T48" fmla="*/ 966 w 1474"/>
              <a:gd name="T49" fmla="*/ 341 h 947"/>
              <a:gd name="T50" fmla="*/ 1117 w 1474"/>
              <a:gd name="T51" fmla="*/ 275 h 947"/>
              <a:gd name="T52" fmla="*/ 885 w 1474"/>
              <a:gd name="T53" fmla="*/ 396 h 947"/>
              <a:gd name="T54" fmla="*/ 886 w 1474"/>
              <a:gd name="T55" fmla="*/ 403 h 947"/>
              <a:gd name="T56" fmla="*/ 1296 w 1474"/>
              <a:gd name="T57" fmla="*/ 466 h 947"/>
              <a:gd name="T58" fmla="*/ 1059 w 1474"/>
              <a:gd name="T59" fmla="*/ 410 h 947"/>
              <a:gd name="T60" fmla="*/ 906 w 1474"/>
              <a:gd name="T61" fmla="*/ 421 h 947"/>
              <a:gd name="T62" fmla="*/ 889 w 1474"/>
              <a:gd name="T63" fmla="*/ 365 h 947"/>
              <a:gd name="T64" fmla="*/ 773 w 1474"/>
              <a:gd name="T65" fmla="*/ 370 h 947"/>
              <a:gd name="T66" fmla="*/ 692 w 1474"/>
              <a:gd name="T67" fmla="*/ 387 h 947"/>
              <a:gd name="T68" fmla="*/ 719 w 1474"/>
              <a:gd name="T69" fmla="*/ 260 h 947"/>
              <a:gd name="T70" fmla="*/ 620 w 1474"/>
              <a:gd name="T71" fmla="*/ 280 h 947"/>
              <a:gd name="T72" fmla="*/ 476 w 1474"/>
              <a:gd name="T73" fmla="*/ 372 h 947"/>
              <a:gd name="T74" fmla="*/ 456 w 1474"/>
              <a:gd name="T75" fmla="*/ 431 h 947"/>
              <a:gd name="T76" fmla="*/ 412 w 1474"/>
              <a:gd name="T77" fmla="*/ 506 h 947"/>
              <a:gd name="T78" fmla="*/ 275 w 1474"/>
              <a:gd name="T79" fmla="*/ 495 h 947"/>
              <a:gd name="T80" fmla="*/ 166 w 1474"/>
              <a:gd name="T81" fmla="*/ 505 h 947"/>
              <a:gd name="T82" fmla="*/ 83 w 1474"/>
              <a:gd name="T83" fmla="*/ 587 h 947"/>
              <a:gd name="T84" fmla="*/ 55 w 1474"/>
              <a:gd name="T85" fmla="*/ 550 h 947"/>
              <a:gd name="T86" fmla="*/ 88 w 1474"/>
              <a:gd name="T87" fmla="*/ 496 h 947"/>
              <a:gd name="T88" fmla="*/ 12 w 1474"/>
              <a:gd name="T89" fmla="*/ 508 h 947"/>
              <a:gd name="T90" fmla="*/ 7 w 1474"/>
              <a:gd name="T91" fmla="*/ 692 h 947"/>
              <a:gd name="T92" fmla="*/ 63 w 1474"/>
              <a:gd name="T93" fmla="*/ 810 h 947"/>
              <a:gd name="T94" fmla="*/ 85 w 1474"/>
              <a:gd name="T95" fmla="*/ 897 h 947"/>
              <a:gd name="T96" fmla="*/ 194 w 1474"/>
              <a:gd name="T97" fmla="*/ 878 h 947"/>
              <a:gd name="T98" fmla="*/ 305 w 1474"/>
              <a:gd name="T99" fmla="*/ 823 h 947"/>
              <a:gd name="T100" fmla="*/ 405 w 1474"/>
              <a:gd name="T101" fmla="*/ 775 h 947"/>
              <a:gd name="T102" fmla="*/ 552 w 1474"/>
              <a:gd name="T103" fmla="*/ 841 h 947"/>
              <a:gd name="T104" fmla="*/ 739 w 1474"/>
              <a:gd name="T105" fmla="*/ 847 h 947"/>
              <a:gd name="T106" fmla="*/ 922 w 1474"/>
              <a:gd name="T107" fmla="*/ 851 h 947"/>
              <a:gd name="T108" fmla="*/ 1010 w 1474"/>
              <a:gd name="T109" fmla="*/ 822 h 947"/>
              <a:gd name="T110" fmla="*/ 1077 w 1474"/>
              <a:gd name="T111" fmla="*/ 688 h 947"/>
              <a:gd name="T112" fmla="*/ 1186 w 1474"/>
              <a:gd name="T113" fmla="*/ 659 h 947"/>
              <a:gd name="T114" fmla="*/ 1147 w 1474"/>
              <a:gd name="T115" fmla="*/ 737 h 947"/>
              <a:gd name="T116" fmla="*/ 1202 w 1474"/>
              <a:gd name="T117" fmla="*/ 716 h 947"/>
              <a:gd name="T118" fmla="*/ 1339 w 1474"/>
              <a:gd name="T119" fmla="*/ 631 h 947"/>
              <a:gd name="T120" fmla="*/ 1429 w 1474"/>
              <a:gd name="T121" fmla="*/ 570 h 947"/>
              <a:gd name="T122" fmla="*/ 1148 w 1474"/>
              <a:gd name="T123" fmla="*/ 824 h 947"/>
              <a:gd name="T124" fmla="*/ 1033 w 1474"/>
              <a:gd name="T125" fmla="*/ 801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4" h="947">
                <a:moveTo>
                  <a:pt x="115" y="590"/>
                </a:moveTo>
                <a:cubicBezTo>
                  <a:pt x="115" y="589"/>
                  <a:pt x="112" y="588"/>
                  <a:pt x="115" y="588"/>
                </a:cubicBezTo>
                <a:cubicBezTo>
                  <a:pt x="116" y="588"/>
                  <a:pt x="116" y="588"/>
                  <a:pt x="117" y="589"/>
                </a:cubicBezTo>
                <a:cubicBezTo>
                  <a:pt x="117" y="589"/>
                  <a:pt x="116" y="591"/>
                  <a:pt x="116" y="591"/>
                </a:cubicBezTo>
                <a:cubicBezTo>
                  <a:pt x="116" y="590"/>
                  <a:pt x="116" y="590"/>
                  <a:pt x="115" y="590"/>
                </a:cubicBezTo>
                <a:close/>
                <a:moveTo>
                  <a:pt x="113" y="590"/>
                </a:moveTo>
                <a:cubicBezTo>
                  <a:pt x="114" y="591"/>
                  <a:pt x="114" y="592"/>
                  <a:pt x="116" y="592"/>
                </a:cubicBezTo>
                <a:cubicBezTo>
                  <a:pt x="116" y="592"/>
                  <a:pt x="117" y="592"/>
                  <a:pt x="116" y="591"/>
                </a:cubicBezTo>
                <a:cubicBezTo>
                  <a:pt x="116" y="591"/>
                  <a:pt x="116" y="591"/>
                  <a:pt x="115" y="591"/>
                </a:cubicBezTo>
                <a:cubicBezTo>
                  <a:pt x="115" y="590"/>
                  <a:pt x="115" y="590"/>
                  <a:pt x="114" y="589"/>
                </a:cubicBezTo>
                <a:cubicBezTo>
                  <a:pt x="113" y="589"/>
                  <a:pt x="112" y="589"/>
                  <a:pt x="112" y="590"/>
                </a:cubicBezTo>
                <a:cubicBezTo>
                  <a:pt x="112" y="590"/>
                  <a:pt x="113" y="590"/>
                  <a:pt x="113" y="590"/>
                </a:cubicBezTo>
                <a:close/>
                <a:moveTo>
                  <a:pt x="1430" y="585"/>
                </a:moveTo>
                <a:cubicBezTo>
                  <a:pt x="1428" y="585"/>
                  <a:pt x="1427" y="586"/>
                  <a:pt x="1427" y="587"/>
                </a:cubicBezTo>
                <a:cubicBezTo>
                  <a:pt x="1427" y="588"/>
                  <a:pt x="1427" y="588"/>
                  <a:pt x="1428" y="588"/>
                </a:cubicBezTo>
                <a:cubicBezTo>
                  <a:pt x="1429" y="588"/>
                  <a:pt x="1430" y="587"/>
                  <a:pt x="1431" y="586"/>
                </a:cubicBezTo>
                <a:cubicBezTo>
                  <a:pt x="1431" y="586"/>
                  <a:pt x="1430" y="585"/>
                  <a:pt x="1430" y="585"/>
                </a:cubicBezTo>
                <a:close/>
                <a:moveTo>
                  <a:pt x="1429" y="672"/>
                </a:moveTo>
                <a:cubicBezTo>
                  <a:pt x="1429" y="673"/>
                  <a:pt x="1429" y="673"/>
                  <a:pt x="1428" y="673"/>
                </a:cubicBezTo>
                <a:cubicBezTo>
                  <a:pt x="1426" y="673"/>
                  <a:pt x="1425" y="670"/>
                  <a:pt x="1424" y="669"/>
                </a:cubicBezTo>
                <a:cubicBezTo>
                  <a:pt x="1423" y="669"/>
                  <a:pt x="1424" y="669"/>
                  <a:pt x="1424" y="669"/>
                </a:cubicBezTo>
                <a:cubicBezTo>
                  <a:pt x="1424" y="669"/>
                  <a:pt x="1424" y="669"/>
                  <a:pt x="1424" y="669"/>
                </a:cubicBezTo>
                <a:cubicBezTo>
                  <a:pt x="1425" y="670"/>
                  <a:pt x="1427" y="671"/>
                  <a:pt x="1429" y="671"/>
                </a:cubicBezTo>
                <a:cubicBezTo>
                  <a:pt x="1429" y="671"/>
                  <a:pt x="1429" y="672"/>
                  <a:pt x="1429" y="672"/>
                </a:cubicBezTo>
                <a:close/>
                <a:moveTo>
                  <a:pt x="1471" y="564"/>
                </a:moveTo>
                <a:cubicBezTo>
                  <a:pt x="1471" y="564"/>
                  <a:pt x="1471" y="564"/>
                  <a:pt x="1471" y="564"/>
                </a:cubicBezTo>
                <a:cubicBezTo>
                  <a:pt x="1471" y="564"/>
                  <a:pt x="1471" y="564"/>
                  <a:pt x="1471" y="564"/>
                </a:cubicBezTo>
                <a:cubicBezTo>
                  <a:pt x="1471" y="564"/>
                  <a:pt x="1471" y="564"/>
                  <a:pt x="1471" y="564"/>
                </a:cubicBezTo>
                <a:close/>
                <a:moveTo>
                  <a:pt x="1470" y="565"/>
                </a:moveTo>
                <a:cubicBezTo>
                  <a:pt x="1471" y="565"/>
                  <a:pt x="1471" y="565"/>
                  <a:pt x="1471" y="564"/>
                </a:cubicBezTo>
                <a:cubicBezTo>
                  <a:pt x="1471" y="565"/>
                  <a:pt x="1470" y="564"/>
                  <a:pt x="1470" y="565"/>
                </a:cubicBezTo>
                <a:close/>
                <a:moveTo>
                  <a:pt x="1447" y="726"/>
                </a:moveTo>
                <a:cubicBezTo>
                  <a:pt x="1447" y="726"/>
                  <a:pt x="1447" y="727"/>
                  <a:pt x="1448" y="727"/>
                </a:cubicBezTo>
                <a:cubicBezTo>
                  <a:pt x="1448" y="726"/>
                  <a:pt x="1448" y="726"/>
                  <a:pt x="1448" y="726"/>
                </a:cubicBezTo>
                <a:cubicBezTo>
                  <a:pt x="1448" y="726"/>
                  <a:pt x="1448" y="726"/>
                  <a:pt x="1448" y="726"/>
                </a:cubicBezTo>
                <a:cubicBezTo>
                  <a:pt x="1447" y="726"/>
                  <a:pt x="1447" y="726"/>
                  <a:pt x="1447" y="726"/>
                </a:cubicBezTo>
                <a:close/>
                <a:moveTo>
                  <a:pt x="1473" y="565"/>
                </a:moveTo>
                <a:cubicBezTo>
                  <a:pt x="1473" y="566"/>
                  <a:pt x="1473" y="567"/>
                  <a:pt x="1474" y="567"/>
                </a:cubicBezTo>
                <a:cubicBezTo>
                  <a:pt x="1474" y="566"/>
                  <a:pt x="1473" y="566"/>
                  <a:pt x="1473" y="565"/>
                </a:cubicBezTo>
                <a:close/>
                <a:moveTo>
                  <a:pt x="597" y="104"/>
                </a:moveTo>
                <a:cubicBezTo>
                  <a:pt x="597" y="104"/>
                  <a:pt x="597" y="104"/>
                  <a:pt x="597" y="104"/>
                </a:cubicBezTo>
                <a:cubicBezTo>
                  <a:pt x="597" y="104"/>
                  <a:pt x="597" y="104"/>
                  <a:pt x="597" y="104"/>
                </a:cubicBezTo>
                <a:cubicBezTo>
                  <a:pt x="597" y="104"/>
                  <a:pt x="597" y="104"/>
                  <a:pt x="597" y="104"/>
                </a:cubicBezTo>
                <a:cubicBezTo>
                  <a:pt x="597" y="104"/>
                  <a:pt x="597" y="104"/>
                  <a:pt x="597" y="104"/>
                </a:cubicBezTo>
                <a:cubicBezTo>
                  <a:pt x="597" y="104"/>
                  <a:pt x="597" y="104"/>
                  <a:pt x="597" y="104"/>
                </a:cubicBezTo>
                <a:close/>
                <a:moveTo>
                  <a:pt x="645" y="164"/>
                </a:moveTo>
                <a:cubicBezTo>
                  <a:pt x="644" y="164"/>
                  <a:pt x="643" y="163"/>
                  <a:pt x="642" y="164"/>
                </a:cubicBezTo>
                <a:cubicBezTo>
                  <a:pt x="642" y="164"/>
                  <a:pt x="642" y="164"/>
                  <a:pt x="642" y="164"/>
                </a:cubicBezTo>
                <a:cubicBezTo>
                  <a:pt x="642" y="164"/>
                  <a:pt x="642" y="164"/>
                  <a:pt x="641" y="164"/>
                </a:cubicBezTo>
                <a:cubicBezTo>
                  <a:pt x="640" y="165"/>
                  <a:pt x="639" y="165"/>
                  <a:pt x="637" y="164"/>
                </a:cubicBezTo>
                <a:cubicBezTo>
                  <a:pt x="637" y="164"/>
                  <a:pt x="637" y="164"/>
                  <a:pt x="636" y="164"/>
                </a:cubicBezTo>
                <a:cubicBezTo>
                  <a:pt x="636" y="164"/>
                  <a:pt x="636" y="164"/>
                  <a:pt x="636" y="164"/>
                </a:cubicBezTo>
                <a:cubicBezTo>
                  <a:pt x="636" y="164"/>
                  <a:pt x="636" y="164"/>
                  <a:pt x="636" y="164"/>
                </a:cubicBezTo>
                <a:cubicBezTo>
                  <a:pt x="636" y="165"/>
                  <a:pt x="636" y="166"/>
                  <a:pt x="635" y="166"/>
                </a:cubicBezTo>
                <a:cubicBezTo>
                  <a:pt x="634" y="166"/>
                  <a:pt x="634" y="165"/>
                  <a:pt x="634" y="164"/>
                </a:cubicBezTo>
                <a:cubicBezTo>
                  <a:pt x="634" y="164"/>
                  <a:pt x="634" y="164"/>
                  <a:pt x="634" y="164"/>
                </a:cubicBezTo>
                <a:cubicBezTo>
                  <a:pt x="634" y="164"/>
                  <a:pt x="634" y="164"/>
                  <a:pt x="634" y="164"/>
                </a:cubicBezTo>
                <a:cubicBezTo>
                  <a:pt x="634" y="164"/>
                  <a:pt x="634" y="164"/>
                  <a:pt x="634" y="164"/>
                </a:cubicBezTo>
                <a:cubicBezTo>
                  <a:pt x="634" y="164"/>
                  <a:pt x="634" y="164"/>
                  <a:pt x="634" y="164"/>
                </a:cubicBezTo>
                <a:cubicBezTo>
                  <a:pt x="634" y="164"/>
                  <a:pt x="634" y="164"/>
                  <a:pt x="634" y="164"/>
                </a:cubicBezTo>
                <a:cubicBezTo>
                  <a:pt x="633" y="164"/>
                  <a:pt x="632" y="165"/>
                  <a:pt x="632" y="164"/>
                </a:cubicBezTo>
                <a:cubicBezTo>
                  <a:pt x="631" y="163"/>
                  <a:pt x="630" y="163"/>
                  <a:pt x="629" y="164"/>
                </a:cubicBezTo>
                <a:cubicBezTo>
                  <a:pt x="628" y="164"/>
                  <a:pt x="626" y="163"/>
                  <a:pt x="626" y="162"/>
                </a:cubicBezTo>
                <a:cubicBezTo>
                  <a:pt x="625" y="161"/>
                  <a:pt x="625" y="161"/>
                  <a:pt x="624" y="160"/>
                </a:cubicBezTo>
                <a:cubicBezTo>
                  <a:pt x="623" y="160"/>
                  <a:pt x="622" y="159"/>
                  <a:pt x="622" y="157"/>
                </a:cubicBezTo>
                <a:cubicBezTo>
                  <a:pt x="622" y="156"/>
                  <a:pt x="622" y="156"/>
                  <a:pt x="621" y="155"/>
                </a:cubicBezTo>
                <a:cubicBezTo>
                  <a:pt x="621" y="155"/>
                  <a:pt x="621" y="155"/>
                  <a:pt x="621" y="155"/>
                </a:cubicBezTo>
                <a:cubicBezTo>
                  <a:pt x="621" y="155"/>
                  <a:pt x="621" y="155"/>
                  <a:pt x="621" y="155"/>
                </a:cubicBezTo>
                <a:cubicBezTo>
                  <a:pt x="620" y="155"/>
                  <a:pt x="620" y="155"/>
                  <a:pt x="619" y="155"/>
                </a:cubicBezTo>
                <a:cubicBezTo>
                  <a:pt x="617" y="156"/>
                  <a:pt x="617" y="155"/>
                  <a:pt x="616" y="155"/>
                </a:cubicBezTo>
                <a:cubicBezTo>
                  <a:pt x="615" y="156"/>
                  <a:pt x="612" y="156"/>
                  <a:pt x="611" y="155"/>
                </a:cubicBezTo>
                <a:cubicBezTo>
                  <a:pt x="610" y="155"/>
                  <a:pt x="610" y="154"/>
                  <a:pt x="611" y="154"/>
                </a:cubicBezTo>
                <a:cubicBezTo>
                  <a:pt x="611" y="152"/>
                  <a:pt x="610" y="152"/>
                  <a:pt x="609" y="151"/>
                </a:cubicBezTo>
                <a:cubicBezTo>
                  <a:pt x="609" y="150"/>
                  <a:pt x="608" y="151"/>
                  <a:pt x="608" y="151"/>
                </a:cubicBezTo>
                <a:cubicBezTo>
                  <a:pt x="608" y="152"/>
                  <a:pt x="607" y="152"/>
                  <a:pt x="606" y="153"/>
                </a:cubicBezTo>
                <a:cubicBezTo>
                  <a:pt x="605" y="154"/>
                  <a:pt x="603" y="154"/>
                  <a:pt x="603" y="152"/>
                </a:cubicBezTo>
                <a:cubicBezTo>
                  <a:pt x="602" y="150"/>
                  <a:pt x="600" y="149"/>
                  <a:pt x="601" y="147"/>
                </a:cubicBezTo>
                <a:cubicBezTo>
                  <a:pt x="601" y="147"/>
                  <a:pt x="601" y="146"/>
                  <a:pt x="601" y="146"/>
                </a:cubicBezTo>
                <a:cubicBezTo>
                  <a:pt x="598" y="144"/>
                  <a:pt x="599" y="142"/>
                  <a:pt x="599" y="139"/>
                </a:cubicBezTo>
                <a:cubicBezTo>
                  <a:pt x="598" y="137"/>
                  <a:pt x="599" y="134"/>
                  <a:pt x="599" y="132"/>
                </a:cubicBezTo>
                <a:cubicBezTo>
                  <a:pt x="599" y="132"/>
                  <a:pt x="599" y="132"/>
                  <a:pt x="599" y="132"/>
                </a:cubicBezTo>
                <a:cubicBezTo>
                  <a:pt x="598" y="132"/>
                  <a:pt x="598" y="132"/>
                  <a:pt x="597" y="132"/>
                </a:cubicBezTo>
                <a:cubicBezTo>
                  <a:pt x="596" y="132"/>
                  <a:pt x="595" y="132"/>
                  <a:pt x="596" y="133"/>
                </a:cubicBezTo>
                <a:cubicBezTo>
                  <a:pt x="596" y="134"/>
                  <a:pt x="595" y="134"/>
                  <a:pt x="594" y="134"/>
                </a:cubicBezTo>
                <a:cubicBezTo>
                  <a:pt x="594" y="134"/>
                  <a:pt x="594" y="134"/>
                  <a:pt x="594" y="134"/>
                </a:cubicBezTo>
                <a:cubicBezTo>
                  <a:pt x="595" y="133"/>
                  <a:pt x="593" y="132"/>
                  <a:pt x="594" y="132"/>
                </a:cubicBezTo>
                <a:cubicBezTo>
                  <a:pt x="594" y="131"/>
                  <a:pt x="596" y="131"/>
                  <a:pt x="595" y="130"/>
                </a:cubicBezTo>
                <a:cubicBezTo>
                  <a:pt x="594" y="129"/>
                  <a:pt x="593" y="128"/>
                  <a:pt x="592" y="128"/>
                </a:cubicBezTo>
                <a:cubicBezTo>
                  <a:pt x="591" y="129"/>
                  <a:pt x="590" y="129"/>
                  <a:pt x="591" y="131"/>
                </a:cubicBezTo>
                <a:cubicBezTo>
                  <a:pt x="591" y="132"/>
                  <a:pt x="590" y="133"/>
                  <a:pt x="589" y="133"/>
                </a:cubicBezTo>
                <a:cubicBezTo>
                  <a:pt x="588" y="133"/>
                  <a:pt x="588" y="132"/>
                  <a:pt x="588" y="132"/>
                </a:cubicBezTo>
                <a:cubicBezTo>
                  <a:pt x="588" y="130"/>
                  <a:pt x="587" y="130"/>
                  <a:pt x="586" y="130"/>
                </a:cubicBezTo>
                <a:cubicBezTo>
                  <a:pt x="585" y="129"/>
                  <a:pt x="585" y="129"/>
                  <a:pt x="585" y="128"/>
                </a:cubicBezTo>
                <a:cubicBezTo>
                  <a:pt x="585" y="128"/>
                  <a:pt x="586" y="127"/>
                  <a:pt x="586" y="128"/>
                </a:cubicBezTo>
                <a:cubicBezTo>
                  <a:pt x="590" y="128"/>
                  <a:pt x="591" y="126"/>
                  <a:pt x="593" y="123"/>
                </a:cubicBezTo>
                <a:cubicBezTo>
                  <a:pt x="594" y="120"/>
                  <a:pt x="595" y="118"/>
                  <a:pt x="598" y="116"/>
                </a:cubicBezTo>
                <a:cubicBezTo>
                  <a:pt x="599" y="116"/>
                  <a:pt x="599" y="116"/>
                  <a:pt x="599" y="115"/>
                </a:cubicBezTo>
                <a:cubicBezTo>
                  <a:pt x="599" y="115"/>
                  <a:pt x="599" y="115"/>
                  <a:pt x="599" y="115"/>
                </a:cubicBezTo>
                <a:cubicBezTo>
                  <a:pt x="599" y="115"/>
                  <a:pt x="599" y="114"/>
                  <a:pt x="598" y="114"/>
                </a:cubicBezTo>
                <a:cubicBezTo>
                  <a:pt x="596" y="113"/>
                  <a:pt x="597" y="111"/>
                  <a:pt x="598" y="109"/>
                </a:cubicBezTo>
                <a:cubicBezTo>
                  <a:pt x="598" y="109"/>
                  <a:pt x="598" y="109"/>
                  <a:pt x="598" y="109"/>
                </a:cubicBezTo>
                <a:cubicBezTo>
                  <a:pt x="598" y="107"/>
                  <a:pt x="599" y="106"/>
                  <a:pt x="601" y="106"/>
                </a:cubicBezTo>
                <a:cubicBezTo>
                  <a:pt x="601" y="106"/>
                  <a:pt x="601" y="106"/>
                  <a:pt x="601" y="106"/>
                </a:cubicBezTo>
                <a:cubicBezTo>
                  <a:pt x="601" y="106"/>
                  <a:pt x="601" y="106"/>
                  <a:pt x="601" y="106"/>
                </a:cubicBezTo>
                <a:cubicBezTo>
                  <a:pt x="602" y="105"/>
                  <a:pt x="602" y="104"/>
                  <a:pt x="603" y="104"/>
                </a:cubicBezTo>
                <a:cubicBezTo>
                  <a:pt x="604" y="103"/>
                  <a:pt x="604" y="102"/>
                  <a:pt x="604" y="101"/>
                </a:cubicBezTo>
                <a:cubicBezTo>
                  <a:pt x="605" y="102"/>
                  <a:pt x="605" y="103"/>
                  <a:pt x="606" y="104"/>
                </a:cubicBezTo>
                <a:cubicBezTo>
                  <a:pt x="606" y="104"/>
                  <a:pt x="606" y="104"/>
                  <a:pt x="606" y="104"/>
                </a:cubicBezTo>
                <a:cubicBezTo>
                  <a:pt x="606" y="104"/>
                  <a:pt x="606" y="104"/>
                  <a:pt x="606" y="104"/>
                </a:cubicBezTo>
                <a:cubicBezTo>
                  <a:pt x="607" y="105"/>
                  <a:pt x="607" y="104"/>
                  <a:pt x="607" y="104"/>
                </a:cubicBezTo>
                <a:cubicBezTo>
                  <a:pt x="608" y="103"/>
                  <a:pt x="607" y="101"/>
                  <a:pt x="609" y="101"/>
                </a:cubicBezTo>
                <a:cubicBezTo>
                  <a:pt x="610" y="101"/>
                  <a:pt x="611" y="101"/>
                  <a:pt x="612" y="101"/>
                </a:cubicBezTo>
                <a:cubicBezTo>
                  <a:pt x="614" y="101"/>
                  <a:pt x="615" y="101"/>
                  <a:pt x="617" y="101"/>
                </a:cubicBezTo>
                <a:cubicBezTo>
                  <a:pt x="617" y="101"/>
                  <a:pt x="617" y="101"/>
                  <a:pt x="617" y="101"/>
                </a:cubicBezTo>
                <a:cubicBezTo>
                  <a:pt x="619" y="99"/>
                  <a:pt x="622" y="100"/>
                  <a:pt x="623" y="98"/>
                </a:cubicBezTo>
                <a:cubicBezTo>
                  <a:pt x="624" y="97"/>
                  <a:pt x="627" y="98"/>
                  <a:pt x="628" y="99"/>
                </a:cubicBezTo>
                <a:cubicBezTo>
                  <a:pt x="629" y="99"/>
                  <a:pt x="629" y="100"/>
                  <a:pt x="630" y="100"/>
                </a:cubicBezTo>
                <a:cubicBezTo>
                  <a:pt x="630" y="100"/>
                  <a:pt x="630" y="100"/>
                  <a:pt x="630" y="100"/>
                </a:cubicBezTo>
                <a:cubicBezTo>
                  <a:pt x="631" y="100"/>
                  <a:pt x="632" y="101"/>
                  <a:pt x="631" y="102"/>
                </a:cubicBezTo>
                <a:cubicBezTo>
                  <a:pt x="632" y="103"/>
                  <a:pt x="632" y="103"/>
                  <a:pt x="631" y="104"/>
                </a:cubicBezTo>
                <a:cubicBezTo>
                  <a:pt x="631" y="105"/>
                  <a:pt x="630" y="105"/>
                  <a:pt x="630" y="106"/>
                </a:cubicBezTo>
                <a:cubicBezTo>
                  <a:pt x="630" y="106"/>
                  <a:pt x="630" y="106"/>
                  <a:pt x="630" y="106"/>
                </a:cubicBezTo>
                <a:cubicBezTo>
                  <a:pt x="631" y="109"/>
                  <a:pt x="631" y="111"/>
                  <a:pt x="629" y="112"/>
                </a:cubicBezTo>
                <a:cubicBezTo>
                  <a:pt x="629" y="114"/>
                  <a:pt x="627" y="113"/>
                  <a:pt x="626" y="113"/>
                </a:cubicBezTo>
                <a:cubicBezTo>
                  <a:pt x="627" y="115"/>
                  <a:pt x="627" y="115"/>
                  <a:pt x="624" y="115"/>
                </a:cubicBezTo>
                <a:cubicBezTo>
                  <a:pt x="624" y="116"/>
                  <a:pt x="623" y="117"/>
                  <a:pt x="622" y="117"/>
                </a:cubicBezTo>
                <a:cubicBezTo>
                  <a:pt x="622" y="117"/>
                  <a:pt x="622" y="117"/>
                  <a:pt x="622" y="117"/>
                </a:cubicBezTo>
                <a:cubicBezTo>
                  <a:pt x="622" y="118"/>
                  <a:pt x="620" y="117"/>
                  <a:pt x="619" y="119"/>
                </a:cubicBezTo>
                <a:cubicBezTo>
                  <a:pt x="619" y="119"/>
                  <a:pt x="618" y="120"/>
                  <a:pt x="618" y="120"/>
                </a:cubicBezTo>
                <a:cubicBezTo>
                  <a:pt x="619" y="121"/>
                  <a:pt x="619" y="120"/>
                  <a:pt x="620" y="120"/>
                </a:cubicBezTo>
                <a:cubicBezTo>
                  <a:pt x="622" y="120"/>
                  <a:pt x="624" y="116"/>
                  <a:pt x="626" y="116"/>
                </a:cubicBezTo>
                <a:cubicBezTo>
                  <a:pt x="627" y="116"/>
                  <a:pt x="628" y="116"/>
                  <a:pt x="628" y="116"/>
                </a:cubicBezTo>
                <a:cubicBezTo>
                  <a:pt x="629" y="117"/>
                  <a:pt x="628" y="118"/>
                  <a:pt x="627" y="118"/>
                </a:cubicBezTo>
                <a:cubicBezTo>
                  <a:pt x="627" y="119"/>
                  <a:pt x="626" y="119"/>
                  <a:pt x="625" y="120"/>
                </a:cubicBezTo>
                <a:cubicBezTo>
                  <a:pt x="624" y="121"/>
                  <a:pt x="623" y="123"/>
                  <a:pt x="624" y="125"/>
                </a:cubicBezTo>
                <a:cubicBezTo>
                  <a:pt x="624" y="125"/>
                  <a:pt x="624" y="124"/>
                  <a:pt x="624" y="124"/>
                </a:cubicBezTo>
                <a:cubicBezTo>
                  <a:pt x="624" y="124"/>
                  <a:pt x="624" y="124"/>
                  <a:pt x="624" y="124"/>
                </a:cubicBezTo>
                <a:cubicBezTo>
                  <a:pt x="624" y="124"/>
                  <a:pt x="624" y="124"/>
                  <a:pt x="624" y="124"/>
                </a:cubicBezTo>
                <a:cubicBezTo>
                  <a:pt x="624" y="124"/>
                  <a:pt x="624" y="124"/>
                  <a:pt x="624" y="124"/>
                </a:cubicBezTo>
                <a:cubicBezTo>
                  <a:pt x="624" y="124"/>
                  <a:pt x="624" y="124"/>
                  <a:pt x="624" y="124"/>
                </a:cubicBezTo>
                <a:cubicBezTo>
                  <a:pt x="624" y="122"/>
                  <a:pt x="625" y="122"/>
                  <a:pt x="625" y="121"/>
                </a:cubicBezTo>
                <a:cubicBezTo>
                  <a:pt x="626" y="121"/>
                  <a:pt x="627" y="120"/>
                  <a:pt x="628" y="120"/>
                </a:cubicBezTo>
                <a:cubicBezTo>
                  <a:pt x="629" y="119"/>
                  <a:pt x="630" y="118"/>
                  <a:pt x="630" y="117"/>
                </a:cubicBezTo>
                <a:cubicBezTo>
                  <a:pt x="630" y="117"/>
                  <a:pt x="630" y="117"/>
                  <a:pt x="630" y="117"/>
                </a:cubicBezTo>
                <a:cubicBezTo>
                  <a:pt x="630" y="117"/>
                  <a:pt x="630" y="117"/>
                  <a:pt x="630" y="117"/>
                </a:cubicBezTo>
                <a:cubicBezTo>
                  <a:pt x="630" y="116"/>
                  <a:pt x="630" y="116"/>
                  <a:pt x="630" y="116"/>
                </a:cubicBezTo>
                <a:cubicBezTo>
                  <a:pt x="633" y="116"/>
                  <a:pt x="634" y="114"/>
                  <a:pt x="632" y="112"/>
                </a:cubicBezTo>
                <a:cubicBezTo>
                  <a:pt x="632" y="112"/>
                  <a:pt x="632" y="111"/>
                  <a:pt x="633" y="111"/>
                </a:cubicBezTo>
                <a:cubicBezTo>
                  <a:pt x="634" y="111"/>
                  <a:pt x="634" y="110"/>
                  <a:pt x="634" y="109"/>
                </a:cubicBezTo>
                <a:cubicBezTo>
                  <a:pt x="634" y="109"/>
                  <a:pt x="634" y="108"/>
                  <a:pt x="635" y="109"/>
                </a:cubicBezTo>
                <a:cubicBezTo>
                  <a:pt x="635" y="109"/>
                  <a:pt x="635" y="109"/>
                  <a:pt x="635" y="109"/>
                </a:cubicBezTo>
                <a:cubicBezTo>
                  <a:pt x="635" y="109"/>
                  <a:pt x="635" y="109"/>
                  <a:pt x="635" y="109"/>
                </a:cubicBezTo>
                <a:cubicBezTo>
                  <a:pt x="635" y="109"/>
                  <a:pt x="636" y="109"/>
                  <a:pt x="636" y="109"/>
                </a:cubicBezTo>
                <a:cubicBezTo>
                  <a:pt x="636" y="108"/>
                  <a:pt x="637" y="107"/>
                  <a:pt x="636" y="106"/>
                </a:cubicBezTo>
                <a:cubicBezTo>
                  <a:pt x="635" y="105"/>
                  <a:pt x="635" y="103"/>
                  <a:pt x="637" y="103"/>
                </a:cubicBezTo>
                <a:cubicBezTo>
                  <a:pt x="638" y="105"/>
                  <a:pt x="639" y="103"/>
                  <a:pt x="640" y="103"/>
                </a:cubicBezTo>
                <a:cubicBezTo>
                  <a:pt x="641" y="103"/>
                  <a:pt x="641" y="103"/>
                  <a:pt x="642" y="103"/>
                </a:cubicBezTo>
                <a:cubicBezTo>
                  <a:pt x="643" y="103"/>
                  <a:pt x="642" y="104"/>
                  <a:pt x="642" y="105"/>
                </a:cubicBezTo>
                <a:cubicBezTo>
                  <a:pt x="642" y="105"/>
                  <a:pt x="643" y="104"/>
                  <a:pt x="644" y="105"/>
                </a:cubicBezTo>
                <a:cubicBezTo>
                  <a:pt x="644" y="105"/>
                  <a:pt x="643" y="106"/>
                  <a:pt x="643" y="106"/>
                </a:cubicBezTo>
                <a:cubicBezTo>
                  <a:pt x="646" y="106"/>
                  <a:pt x="646" y="110"/>
                  <a:pt x="648" y="111"/>
                </a:cubicBezTo>
                <a:cubicBezTo>
                  <a:pt x="648" y="111"/>
                  <a:pt x="648" y="112"/>
                  <a:pt x="648" y="113"/>
                </a:cubicBezTo>
                <a:cubicBezTo>
                  <a:pt x="648" y="113"/>
                  <a:pt x="648" y="113"/>
                  <a:pt x="649" y="114"/>
                </a:cubicBezTo>
                <a:cubicBezTo>
                  <a:pt x="649" y="114"/>
                  <a:pt x="649" y="114"/>
                  <a:pt x="649" y="114"/>
                </a:cubicBezTo>
                <a:cubicBezTo>
                  <a:pt x="650" y="115"/>
                  <a:pt x="650" y="116"/>
                  <a:pt x="650" y="118"/>
                </a:cubicBezTo>
                <a:cubicBezTo>
                  <a:pt x="650" y="118"/>
                  <a:pt x="649" y="119"/>
                  <a:pt x="648" y="119"/>
                </a:cubicBezTo>
                <a:cubicBezTo>
                  <a:pt x="648" y="120"/>
                  <a:pt x="649" y="122"/>
                  <a:pt x="648" y="123"/>
                </a:cubicBezTo>
                <a:cubicBezTo>
                  <a:pt x="648" y="123"/>
                  <a:pt x="648" y="124"/>
                  <a:pt x="648" y="124"/>
                </a:cubicBezTo>
                <a:cubicBezTo>
                  <a:pt x="648" y="124"/>
                  <a:pt x="648" y="124"/>
                  <a:pt x="648" y="124"/>
                </a:cubicBezTo>
                <a:cubicBezTo>
                  <a:pt x="648" y="125"/>
                  <a:pt x="648" y="126"/>
                  <a:pt x="648" y="126"/>
                </a:cubicBezTo>
                <a:cubicBezTo>
                  <a:pt x="647" y="127"/>
                  <a:pt x="646" y="128"/>
                  <a:pt x="648" y="129"/>
                </a:cubicBezTo>
                <a:cubicBezTo>
                  <a:pt x="648" y="129"/>
                  <a:pt x="648" y="129"/>
                  <a:pt x="648" y="129"/>
                </a:cubicBezTo>
                <a:cubicBezTo>
                  <a:pt x="648" y="130"/>
                  <a:pt x="648" y="131"/>
                  <a:pt x="648" y="131"/>
                </a:cubicBezTo>
                <a:cubicBezTo>
                  <a:pt x="647" y="132"/>
                  <a:pt x="647" y="133"/>
                  <a:pt x="647" y="134"/>
                </a:cubicBezTo>
                <a:cubicBezTo>
                  <a:pt x="648" y="135"/>
                  <a:pt x="648" y="136"/>
                  <a:pt x="647" y="137"/>
                </a:cubicBezTo>
                <a:cubicBezTo>
                  <a:pt x="647" y="137"/>
                  <a:pt x="647" y="137"/>
                  <a:pt x="647" y="137"/>
                </a:cubicBezTo>
                <a:cubicBezTo>
                  <a:pt x="647" y="137"/>
                  <a:pt x="647" y="137"/>
                  <a:pt x="647" y="137"/>
                </a:cubicBezTo>
                <a:cubicBezTo>
                  <a:pt x="647" y="138"/>
                  <a:pt x="647" y="139"/>
                  <a:pt x="647" y="141"/>
                </a:cubicBezTo>
                <a:cubicBezTo>
                  <a:pt x="648" y="142"/>
                  <a:pt x="646" y="142"/>
                  <a:pt x="646" y="143"/>
                </a:cubicBezTo>
                <a:cubicBezTo>
                  <a:pt x="645" y="144"/>
                  <a:pt x="645" y="142"/>
                  <a:pt x="644" y="142"/>
                </a:cubicBezTo>
                <a:cubicBezTo>
                  <a:pt x="644" y="142"/>
                  <a:pt x="644" y="142"/>
                  <a:pt x="643" y="141"/>
                </a:cubicBezTo>
                <a:cubicBezTo>
                  <a:pt x="643" y="141"/>
                  <a:pt x="642" y="141"/>
                  <a:pt x="642" y="141"/>
                </a:cubicBezTo>
                <a:cubicBezTo>
                  <a:pt x="641" y="142"/>
                  <a:pt x="642" y="142"/>
                  <a:pt x="642" y="143"/>
                </a:cubicBezTo>
                <a:cubicBezTo>
                  <a:pt x="643" y="144"/>
                  <a:pt x="644" y="146"/>
                  <a:pt x="645" y="147"/>
                </a:cubicBezTo>
                <a:cubicBezTo>
                  <a:pt x="646" y="147"/>
                  <a:pt x="646" y="148"/>
                  <a:pt x="646" y="148"/>
                </a:cubicBezTo>
                <a:cubicBezTo>
                  <a:pt x="645" y="150"/>
                  <a:pt x="646" y="150"/>
                  <a:pt x="647" y="150"/>
                </a:cubicBezTo>
                <a:cubicBezTo>
                  <a:pt x="648" y="151"/>
                  <a:pt x="648" y="152"/>
                  <a:pt x="649" y="153"/>
                </a:cubicBezTo>
                <a:cubicBezTo>
                  <a:pt x="650" y="155"/>
                  <a:pt x="650" y="157"/>
                  <a:pt x="649" y="160"/>
                </a:cubicBezTo>
                <a:cubicBezTo>
                  <a:pt x="648" y="161"/>
                  <a:pt x="646" y="162"/>
                  <a:pt x="645" y="164"/>
                </a:cubicBezTo>
                <a:close/>
                <a:moveTo>
                  <a:pt x="697" y="175"/>
                </a:moveTo>
                <a:cubicBezTo>
                  <a:pt x="698" y="176"/>
                  <a:pt x="698" y="177"/>
                  <a:pt x="697" y="177"/>
                </a:cubicBezTo>
                <a:cubicBezTo>
                  <a:pt x="697" y="177"/>
                  <a:pt x="697" y="177"/>
                  <a:pt x="697" y="177"/>
                </a:cubicBezTo>
                <a:cubicBezTo>
                  <a:pt x="696" y="180"/>
                  <a:pt x="695" y="182"/>
                  <a:pt x="694" y="185"/>
                </a:cubicBezTo>
                <a:cubicBezTo>
                  <a:pt x="693" y="186"/>
                  <a:pt x="692" y="187"/>
                  <a:pt x="690" y="186"/>
                </a:cubicBezTo>
                <a:cubicBezTo>
                  <a:pt x="690" y="186"/>
                  <a:pt x="690" y="186"/>
                  <a:pt x="690" y="186"/>
                </a:cubicBezTo>
                <a:cubicBezTo>
                  <a:pt x="689" y="187"/>
                  <a:pt x="688" y="187"/>
                  <a:pt x="687" y="187"/>
                </a:cubicBezTo>
                <a:cubicBezTo>
                  <a:pt x="685" y="188"/>
                  <a:pt x="684" y="189"/>
                  <a:pt x="682" y="190"/>
                </a:cubicBezTo>
                <a:cubicBezTo>
                  <a:pt x="682" y="190"/>
                  <a:pt x="682" y="190"/>
                  <a:pt x="682" y="190"/>
                </a:cubicBezTo>
                <a:cubicBezTo>
                  <a:pt x="681" y="191"/>
                  <a:pt x="680" y="190"/>
                  <a:pt x="679" y="190"/>
                </a:cubicBezTo>
                <a:cubicBezTo>
                  <a:pt x="679" y="191"/>
                  <a:pt x="678" y="191"/>
                  <a:pt x="678" y="191"/>
                </a:cubicBezTo>
                <a:cubicBezTo>
                  <a:pt x="678" y="191"/>
                  <a:pt x="678" y="191"/>
                  <a:pt x="678" y="191"/>
                </a:cubicBezTo>
                <a:cubicBezTo>
                  <a:pt x="678" y="191"/>
                  <a:pt x="678" y="191"/>
                  <a:pt x="678" y="191"/>
                </a:cubicBezTo>
                <a:cubicBezTo>
                  <a:pt x="677" y="191"/>
                  <a:pt x="676" y="191"/>
                  <a:pt x="676" y="191"/>
                </a:cubicBezTo>
                <a:cubicBezTo>
                  <a:pt x="676" y="191"/>
                  <a:pt x="676" y="191"/>
                  <a:pt x="676" y="191"/>
                </a:cubicBezTo>
                <a:cubicBezTo>
                  <a:pt x="676" y="191"/>
                  <a:pt x="676" y="191"/>
                  <a:pt x="676" y="191"/>
                </a:cubicBezTo>
                <a:cubicBezTo>
                  <a:pt x="675" y="192"/>
                  <a:pt x="675" y="194"/>
                  <a:pt x="674" y="194"/>
                </a:cubicBezTo>
                <a:cubicBezTo>
                  <a:pt x="673" y="193"/>
                  <a:pt x="674" y="192"/>
                  <a:pt x="673" y="192"/>
                </a:cubicBezTo>
                <a:cubicBezTo>
                  <a:pt x="673" y="192"/>
                  <a:pt x="673" y="192"/>
                  <a:pt x="673" y="192"/>
                </a:cubicBezTo>
                <a:cubicBezTo>
                  <a:pt x="673" y="192"/>
                  <a:pt x="673" y="192"/>
                  <a:pt x="673" y="192"/>
                </a:cubicBezTo>
                <a:cubicBezTo>
                  <a:pt x="672" y="192"/>
                  <a:pt x="670" y="192"/>
                  <a:pt x="669" y="192"/>
                </a:cubicBezTo>
                <a:cubicBezTo>
                  <a:pt x="668" y="192"/>
                  <a:pt x="668" y="193"/>
                  <a:pt x="667" y="192"/>
                </a:cubicBezTo>
                <a:cubicBezTo>
                  <a:pt x="667" y="192"/>
                  <a:pt x="667" y="192"/>
                  <a:pt x="667" y="192"/>
                </a:cubicBezTo>
                <a:cubicBezTo>
                  <a:pt x="667" y="192"/>
                  <a:pt x="667" y="192"/>
                  <a:pt x="667" y="192"/>
                </a:cubicBezTo>
                <a:cubicBezTo>
                  <a:pt x="666" y="192"/>
                  <a:pt x="665" y="192"/>
                  <a:pt x="664" y="192"/>
                </a:cubicBezTo>
                <a:cubicBezTo>
                  <a:pt x="664" y="192"/>
                  <a:pt x="664" y="192"/>
                  <a:pt x="664" y="192"/>
                </a:cubicBezTo>
                <a:cubicBezTo>
                  <a:pt x="664" y="192"/>
                  <a:pt x="664" y="192"/>
                  <a:pt x="664" y="192"/>
                </a:cubicBezTo>
                <a:cubicBezTo>
                  <a:pt x="663" y="193"/>
                  <a:pt x="662" y="193"/>
                  <a:pt x="660" y="193"/>
                </a:cubicBezTo>
                <a:cubicBezTo>
                  <a:pt x="659" y="193"/>
                  <a:pt x="658" y="195"/>
                  <a:pt x="657" y="196"/>
                </a:cubicBezTo>
                <a:cubicBezTo>
                  <a:pt x="654" y="198"/>
                  <a:pt x="652" y="200"/>
                  <a:pt x="649" y="202"/>
                </a:cubicBezTo>
                <a:cubicBezTo>
                  <a:pt x="649" y="203"/>
                  <a:pt x="648" y="203"/>
                  <a:pt x="647" y="202"/>
                </a:cubicBezTo>
                <a:cubicBezTo>
                  <a:pt x="646" y="202"/>
                  <a:pt x="646" y="202"/>
                  <a:pt x="645" y="203"/>
                </a:cubicBezTo>
                <a:cubicBezTo>
                  <a:pt x="643" y="199"/>
                  <a:pt x="644" y="195"/>
                  <a:pt x="646" y="191"/>
                </a:cubicBezTo>
                <a:cubicBezTo>
                  <a:pt x="648" y="188"/>
                  <a:pt x="649" y="184"/>
                  <a:pt x="651" y="180"/>
                </a:cubicBezTo>
                <a:cubicBezTo>
                  <a:pt x="652" y="180"/>
                  <a:pt x="651" y="179"/>
                  <a:pt x="651" y="178"/>
                </a:cubicBezTo>
                <a:cubicBezTo>
                  <a:pt x="651" y="177"/>
                  <a:pt x="651" y="175"/>
                  <a:pt x="653" y="175"/>
                </a:cubicBezTo>
                <a:cubicBezTo>
                  <a:pt x="653" y="175"/>
                  <a:pt x="653" y="174"/>
                  <a:pt x="653" y="174"/>
                </a:cubicBezTo>
                <a:cubicBezTo>
                  <a:pt x="652" y="173"/>
                  <a:pt x="653" y="171"/>
                  <a:pt x="653" y="170"/>
                </a:cubicBezTo>
                <a:cubicBezTo>
                  <a:pt x="653" y="170"/>
                  <a:pt x="653" y="170"/>
                  <a:pt x="653" y="170"/>
                </a:cubicBezTo>
                <a:cubicBezTo>
                  <a:pt x="654" y="169"/>
                  <a:pt x="653" y="167"/>
                  <a:pt x="654" y="165"/>
                </a:cubicBezTo>
                <a:cubicBezTo>
                  <a:pt x="654" y="165"/>
                  <a:pt x="655" y="164"/>
                  <a:pt x="656" y="165"/>
                </a:cubicBezTo>
                <a:cubicBezTo>
                  <a:pt x="656" y="166"/>
                  <a:pt x="657" y="166"/>
                  <a:pt x="658" y="166"/>
                </a:cubicBezTo>
                <a:cubicBezTo>
                  <a:pt x="658" y="166"/>
                  <a:pt x="658" y="166"/>
                  <a:pt x="658" y="166"/>
                </a:cubicBezTo>
                <a:cubicBezTo>
                  <a:pt x="658" y="166"/>
                  <a:pt x="658" y="166"/>
                  <a:pt x="658" y="166"/>
                </a:cubicBezTo>
                <a:cubicBezTo>
                  <a:pt x="659" y="166"/>
                  <a:pt x="659" y="166"/>
                  <a:pt x="659" y="166"/>
                </a:cubicBezTo>
                <a:cubicBezTo>
                  <a:pt x="657" y="166"/>
                  <a:pt x="657" y="165"/>
                  <a:pt x="656" y="163"/>
                </a:cubicBezTo>
                <a:cubicBezTo>
                  <a:pt x="656" y="161"/>
                  <a:pt x="657" y="159"/>
                  <a:pt x="657" y="156"/>
                </a:cubicBezTo>
                <a:cubicBezTo>
                  <a:pt x="658" y="154"/>
                  <a:pt x="658" y="154"/>
                  <a:pt x="660" y="155"/>
                </a:cubicBezTo>
                <a:cubicBezTo>
                  <a:pt x="661" y="156"/>
                  <a:pt x="661" y="156"/>
                  <a:pt x="662" y="156"/>
                </a:cubicBezTo>
                <a:cubicBezTo>
                  <a:pt x="662" y="156"/>
                  <a:pt x="662" y="156"/>
                  <a:pt x="662" y="156"/>
                </a:cubicBezTo>
                <a:cubicBezTo>
                  <a:pt x="662" y="156"/>
                  <a:pt x="662" y="156"/>
                  <a:pt x="662" y="156"/>
                </a:cubicBezTo>
                <a:cubicBezTo>
                  <a:pt x="662" y="156"/>
                  <a:pt x="662" y="156"/>
                  <a:pt x="662" y="156"/>
                </a:cubicBezTo>
                <a:cubicBezTo>
                  <a:pt x="662" y="156"/>
                  <a:pt x="661" y="155"/>
                  <a:pt x="661" y="155"/>
                </a:cubicBezTo>
                <a:cubicBezTo>
                  <a:pt x="660" y="154"/>
                  <a:pt x="660" y="154"/>
                  <a:pt x="660" y="154"/>
                </a:cubicBezTo>
                <a:cubicBezTo>
                  <a:pt x="659" y="154"/>
                  <a:pt x="658" y="153"/>
                  <a:pt x="658" y="152"/>
                </a:cubicBezTo>
                <a:cubicBezTo>
                  <a:pt x="658" y="150"/>
                  <a:pt x="659" y="150"/>
                  <a:pt x="661" y="150"/>
                </a:cubicBezTo>
                <a:cubicBezTo>
                  <a:pt x="661" y="150"/>
                  <a:pt x="661" y="150"/>
                  <a:pt x="661" y="150"/>
                </a:cubicBezTo>
                <a:cubicBezTo>
                  <a:pt x="661" y="150"/>
                  <a:pt x="661" y="150"/>
                  <a:pt x="661" y="150"/>
                </a:cubicBezTo>
                <a:cubicBezTo>
                  <a:pt x="659" y="148"/>
                  <a:pt x="660" y="145"/>
                  <a:pt x="663" y="144"/>
                </a:cubicBezTo>
                <a:cubicBezTo>
                  <a:pt x="663" y="144"/>
                  <a:pt x="663" y="144"/>
                  <a:pt x="663" y="144"/>
                </a:cubicBezTo>
                <a:cubicBezTo>
                  <a:pt x="663" y="143"/>
                  <a:pt x="663" y="142"/>
                  <a:pt x="663" y="141"/>
                </a:cubicBezTo>
                <a:cubicBezTo>
                  <a:pt x="663" y="141"/>
                  <a:pt x="663" y="140"/>
                  <a:pt x="663" y="139"/>
                </a:cubicBezTo>
                <a:cubicBezTo>
                  <a:pt x="664" y="139"/>
                  <a:pt x="664" y="138"/>
                  <a:pt x="665" y="138"/>
                </a:cubicBezTo>
                <a:cubicBezTo>
                  <a:pt x="666" y="138"/>
                  <a:pt x="665" y="139"/>
                  <a:pt x="666" y="139"/>
                </a:cubicBezTo>
                <a:cubicBezTo>
                  <a:pt x="666" y="140"/>
                  <a:pt x="666" y="140"/>
                  <a:pt x="666" y="140"/>
                </a:cubicBezTo>
                <a:cubicBezTo>
                  <a:pt x="666" y="140"/>
                  <a:pt x="666" y="140"/>
                  <a:pt x="666" y="140"/>
                </a:cubicBezTo>
                <a:cubicBezTo>
                  <a:pt x="667" y="141"/>
                  <a:pt x="666" y="142"/>
                  <a:pt x="667" y="143"/>
                </a:cubicBezTo>
                <a:cubicBezTo>
                  <a:pt x="667" y="143"/>
                  <a:pt x="667" y="144"/>
                  <a:pt x="667" y="144"/>
                </a:cubicBezTo>
                <a:cubicBezTo>
                  <a:pt x="668" y="145"/>
                  <a:pt x="668" y="145"/>
                  <a:pt x="669" y="145"/>
                </a:cubicBezTo>
                <a:cubicBezTo>
                  <a:pt x="670" y="144"/>
                  <a:pt x="669" y="144"/>
                  <a:pt x="669" y="143"/>
                </a:cubicBezTo>
                <a:cubicBezTo>
                  <a:pt x="669" y="141"/>
                  <a:pt x="668" y="140"/>
                  <a:pt x="669" y="138"/>
                </a:cubicBezTo>
                <a:cubicBezTo>
                  <a:pt x="669" y="135"/>
                  <a:pt x="670" y="135"/>
                  <a:pt x="672" y="136"/>
                </a:cubicBezTo>
                <a:cubicBezTo>
                  <a:pt x="674" y="137"/>
                  <a:pt x="675" y="139"/>
                  <a:pt x="677" y="141"/>
                </a:cubicBezTo>
                <a:cubicBezTo>
                  <a:pt x="678" y="141"/>
                  <a:pt x="677" y="142"/>
                  <a:pt x="677" y="142"/>
                </a:cubicBezTo>
                <a:cubicBezTo>
                  <a:pt x="675" y="143"/>
                  <a:pt x="675" y="145"/>
                  <a:pt x="674" y="146"/>
                </a:cubicBezTo>
                <a:cubicBezTo>
                  <a:pt x="674" y="146"/>
                  <a:pt x="674" y="146"/>
                  <a:pt x="674" y="146"/>
                </a:cubicBezTo>
                <a:cubicBezTo>
                  <a:pt x="674" y="146"/>
                  <a:pt x="674" y="146"/>
                  <a:pt x="674" y="146"/>
                </a:cubicBezTo>
                <a:cubicBezTo>
                  <a:pt x="674" y="147"/>
                  <a:pt x="674" y="148"/>
                  <a:pt x="674" y="149"/>
                </a:cubicBezTo>
                <a:cubicBezTo>
                  <a:pt x="674" y="150"/>
                  <a:pt x="674" y="150"/>
                  <a:pt x="674" y="151"/>
                </a:cubicBezTo>
                <a:cubicBezTo>
                  <a:pt x="674" y="151"/>
                  <a:pt x="674" y="151"/>
                  <a:pt x="674" y="151"/>
                </a:cubicBezTo>
                <a:cubicBezTo>
                  <a:pt x="674" y="151"/>
                  <a:pt x="674" y="151"/>
                  <a:pt x="674" y="151"/>
                </a:cubicBezTo>
                <a:cubicBezTo>
                  <a:pt x="674" y="153"/>
                  <a:pt x="674" y="154"/>
                  <a:pt x="673" y="156"/>
                </a:cubicBezTo>
                <a:cubicBezTo>
                  <a:pt x="673" y="158"/>
                  <a:pt x="672" y="161"/>
                  <a:pt x="671" y="163"/>
                </a:cubicBezTo>
                <a:cubicBezTo>
                  <a:pt x="671" y="163"/>
                  <a:pt x="671" y="163"/>
                  <a:pt x="671" y="163"/>
                </a:cubicBezTo>
                <a:cubicBezTo>
                  <a:pt x="671" y="163"/>
                  <a:pt x="671" y="163"/>
                  <a:pt x="671" y="163"/>
                </a:cubicBezTo>
                <a:cubicBezTo>
                  <a:pt x="671" y="165"/>
                  <a:pt x="672" y="164"/>
                  <a:pt x="672" y="163"/>
                </a:cubicBezTo>
                <a:cubicBezTo>
                  <a:pt x="673" y="160"/>
                  <a:pt x="675" y="158"/>
                  <a:pt x="675" y="155"/>
                </a:cubicBezTo>
                <a:cubicBezTo>
                  <a:pt x="675" y="154"/>
                  <a:pt x="676" y="154"/>
                  <a:pt x="676" y="153"/>
                </a:cubicBezTo>
                <a:cubicBezTo>
                  <a:pt x="677" y="153"/>
                  <a:pt x="678" y="152"/>
                  <a:pt x="679" y="151"/>
                </a:cubicBezTo>
                <a:cubicBezTo>
                  <a:pt x="680" y="150"/>
                  <a:pt x="680" y="148"/>
                  <a:pt x="681" y="147"/>
                </a:cubicBezTo>
                <a:cubicBezTo>
                  <a:pt x="682" y="147"/>
                  <a:pt x="681" y="148"/>
                  <a:pt x="682" y="149"/>
                </a:cubicBezTo>
                <a:cubicBezTo>
                  <a:pt x="683" y="149"/>
                  <a:pt x="683" y="148"/>
                  <a:pt x="683" y="147"/>
                </a:cubicBezTo>
                <a:cubicBezTo>
                  <a:pt x="683" y="147"/>
                  <a:pt x="683" y="147"/>
                  <a:pt x="683" y="147"/>
                </a:cubicBezTo>
                <a:cubicBezTo>
                  <a:pt x="683" y="147"/>
                  <a:pt x="683" y="147"/>
                  <a:pt x="683" y="147"/>
                </a:cubicBezTo>
                <a:cubicBezTo>
                  <a:pt x="684" y="147"/>
                  <a:pt x="684" y="148"/>
                  <a:pt x="684" y="149"/>
                </a:cubicBezTo>
                <a:cubicBezTo>
                  <a:pt x="684" y="149"/>
                  <a:pt x="685" y="149"/>
                  <a:pt x="685" y="149"/>
                </a:cubicBezTo>
                <a:cubicBezTo>
                  <a:pt x="685" y="149"/>
                  <a:pt x="685" y="149"/>
                  <a:pt x="685" y="149"/>
                </a:cubicBezTo>
                <a:cubicBezTo>
                  <a:pt x="685" y="149"/>
                  <a:pt x="685" y="149"/>
                  <a:pt x="685" y="149"/>
                </a:cubicBezTo>
                <a:cubicBezTo>
                  <a:pt x="686" y="150"/>
                  <a:pt x="686" y="151"/>
                  <a:pt x="685" y="151"/>
                </a:cubicBezTo>
                <a:cubicBezTo>
                  <a:pt x="685" y="152"/>
                  <a:pt x="684" y="153"/>
                  <a:pt x="685" y="153"/>
                </a:cubicBezTo>
                <a:cubicBezTo>
                  <a:pt x="685" y="153"/>
                  <a:pt x="685" y="153"/>
                  <a:pt x="685" y="153"/>
                </a:cubicBezTo>
                <a:cubicBezTo>
                  <a:pt x="685" y="153"/>
                  <a:pt x="685" y="153"/>
                  <a:pt x="685" y="153"/>
                </a:cubicBezTo>
                <a:cubicBezTo>
                  <a:pt x="686" y="153"/>
                  <a:pt x="686" y="154"/>
                  <a:pt x="686" y="154"/>
                </a:cubicBezTo>
                <a:cubicBezTo>
                  <a:pt x="687" y="154"/>
                  <a:pt x="687" y="154"/>
                  <a:pt x="688" y="154"/>
                </a:cubicBezTo>
                <a:cubicBezTo>
                  <a:pt x="687" y="154"/>
                  <a:pt x="687" y="155"/>
                  <a:pt x="686" y="155"/>
                </a:cubicBezTo>
                <a:cubicBezTo>
                  <a:pt x="686" y="155"/>
                  <a:pt x="686" y="155"/>
                  <a:pt x="686" y="155"/>
                </a:cubicBezTo>
                <a:cubicBezTo>
                  <a:pt x="688" y="155"/>
                  <a:pt x="688" y="157"/>
                  <a:pt x="689" y="159"/>
                </a:cubicBezTo>
                <a:cubicBezTo>
                  <a:pt x="689" y="159"/>
                  <a:pt x="689" y="159"/>
                  <a:pt x="689" y="159"/>
                </a:cubicBezTo>
                <a:cubicBezTo>
                  <a:pt x="690" y="159"/>
                  <a:pt x="689" y="160"/>
                  <a:pt x="689" y="161"/>
                </a:cubicBezTo>
                <a:cubicBezTo>
                  <a:pt x="690" y="161"/>
                  <a:pt x="690" y="161"/>
                  <a:pt x="690" y="162"/>
                </a:cubicBezTo>
                <a:cubicBezTo>
                  <a:pt x="689" y="162"/>
                  <a:pt x="689" y="163"/>
                  <a:pt x="689" y="163"/>
                </a:cubicBezTo>
                <a:cubicBezTo>
                  <a:pt x="689" y="163"/>
                  <a:pt x="689" y="163"/>
                  <a:pt x="689" y="163"/>
                </a:cubicBezTo>
                <a:cubicBezTo>
                  <a:pt x="689" y="163"/>
                  <a:pt x="690" y="164"/>
                  <a:pt x="690" y="164"/>
                </a:cubicBezTo>
                <a:cubicBezTo>
                  <a:pt x="690" y="164"/>
                  <a:pt x="690" y="164"/>
                  <a:pt x="690" y="164"/>
                </a:cubicBezTo>
                <a:cubicBezTo>
                  <a:pt x="690" y="164"/>
                  <a:pt x="690" y="164"/>
                  <a:pt x="690" y="164"/>
                </a:cubicBezTo>
                <a:cubicBezTo>
                  <a:pt x="691" y="164"/>
                  <a:pt x="690" y="165"/>
                  <a:pt x="691" y="165"/>
                </a:cubicBezTo>
                <a:cubicBezTo>
                  <a:pt x="691" y="165"/>
                  <a:pt x="691" y="164"/>
                  <a:pt x="691" y="164"/>
                </a:cubicBezTo>
                <a:cubicBezTo>
                  <a:pt x="691" y="163"/>
                  <a:pt x="692" y="162"/>
                  <a:pt x="693" y="163"/>
                </a:cubicBezTo>
                <a:cubicBezTo>
                  <a:pt x="694" y="163"/>
                  <a:pt x="695" y="164"/>
                  <a:pt x="696" y="165"/>
                </a:cubicBezTo>
                <a:cubicBezTo>
                  <a:pt x="697" y="166"/>
                  <a:pt x="696" y="167"/>
                  <a:pt x="696" y="168"/>
                </a:cubicBezTo>
                <a:cubicBezTo>
                  <a:pt x="696" y="168"/>
                  <a:pt x="696" y="168"/>
                  <a:pt x="696" y="168"/>
                </a:cubicBezTo>
                <a:cubicBezTo>
                  <a:pt x="696" y="168"/>
                  <a:pt x="696" y="168"/>
                  <a:pt x="696" y="168"/>
                </a:cubicBezTo>
                <a:cubicBezTo>
                  <a:pt x="697" y="169"/>
                  <a:pt x="697" y="170"/>
                  <a:pt x="697" y="170"/>
                </a:cubicBezTo>
                <a:cubicBezTo>
                  <a:pt x="697" y="170"/>
                  <a:pt x="697" y="170"/>
                  <a:pt x="697" y="170"/>
                </a:cubicBezTo>
                <a:cubicBezTo>
                  <a:pt x="697" y="170"/>
                  <a:pt x="697" y="170"/>
                  <a:pt x="697" y="170"/>
                </a:cubicBezTo>
                <a:cubicBezTo>
                  <a:pt x="698" y="172"/>
                  <a:pt x="697" y="173"/>
                  <a:pt x="697" y="175"/>
                </a:cubicBezTo>
                <a:cubicBezTo>
                  <a:pt x="697" y="175"/>
                  <a:pt x="697" y="175"/>
                  <a:pt x="697" y="175"/>
                </a:cubicBezTo>
                <a:close/>
                <a:moveTo>
                  <a:pt x="681" y="190"/>
                </a:moveTo>
                <a:cubicBezTo>
                  <a:pt x="681" y="190"/>
                  <a:pt x="681" y="190"/>
                  <a:pt x="681" y="190"/>
                </a:cubicBezTo>
                <a:cubicBezTo>
                  <a:pt x="681" y="190"/>
                  <a:pt x="681" y="190"/>
                  <a:pt x="681" y="190"/>
                </a:cubicBezTo>
                <a:cubicBezTo>
                  <a:pt x="681" y="190"/>
                  <a:pt x="681" y="190"/>
                  <a:pt x="681" y="190"/>
                </a:cubicBezTo>
                <a:close/>
                <a:moveTo>
                  <a:pt x="218" y="68"/>
                </a:moveTo>
                <a:cubicBezTo>
                  <a:pt x="216" y="67"/>
                  <a:pt x="215" y="65"/>
                  <a:pt x="214" y="64"/>
                </a:cubicBezTo>
                <a:cubicBezTo>
                  <a:pt x="214" y="64"/>
                  <a:pt x="213" y="63"/>
                  <a:pt x="213" y="63"/>
                </a:cubicBezTo>
                <a:cubicBezTo>
                  <a:pt x="212" y="64"/>
                  <a:pt x="211" y="65"/>
                  <a:pt x="210" y="64"/>
                </a:cubicBezTo>
                <a:cubicBezTo>
                  <a:pt x="209" y="66"/>
                  <a:pt x="207" y="65"/>
                  <a:pt x="207" y="66"/>
                </a:cubicBezTo>
                <a:cubicBezTo>
                  <a:pt x="206" y="67"/>
                  <a:pt x="205" y="68"/>
                  <a:pt x="205" y="67"/>
                </a:cubicBezTo>
                <a:cubicBezTo>
                  <a:pt x="204" y="66"/>
                  <a:pt x="205" y="66"/>
                  <a:pt x="205" y="65"/>
                </a:cubicBezTo>
                <a:cubicBezTo>
                  <a:pt x="206" y="65"/>
                  <a:pt x="207" y="64"/>
                  <a:pt x="206" y="63"/>
                </a:cubicBezTo>
                <a:cubicBezTo>
                  <a:pt x="206" y="63"/>
                  <a:pt x="206" y="63"/>
                  <a:pt x="206" y="63"/>
                </a:cubicBezTo>
                <a:cubicBezTo>
                  <a:pt x="207" y="63"/>
                  <a:pt x="208" y="63"/>
                  <a:pt x="208" y="62"/>
                </a:cubicBezTo>
                <a:cubicBezTo>
                  <a:pt x="208" y="62"/>
                  <a:pt x="208" y="62"/>
                  <a:pt x="209" y="61"/>
                </a:cubicBezTo>
                <a:cubicBezTo>
                  <a:pt x="211" y="61"/>
                  <a:pt x="211" y="59"/>
                  <a:pt x="210" y="58"/>
                </a:cubicBezTo>
                <a:cubicBezTo>
                  <a:pt x="210" y="57"/>
                  <a:pt x="211" y="56"/>
                  <a:pt x="210" y="56"/>
                </a:cubicBezTo>
                <a:cubicBezTo>
                  <a:pt x="210" y="56"/>
                  <a:pt x="210" y="56"/>
                  <a:pt x="210" y="56"/>
                </a:cubicBezTo>
                <a:cubicBezTo>
                  <a:pt x="210" y="56"/>
                  <a:pt x="209" y="55"/>
                  <a:pt x="209" y="56"/>
                </a:cubicBezTo>
                <a:cubicBezTo>
                  <a:pt x="208" y="57"/>
                  <a:pt x="207" y="58"/>
                  <a:pt x="205" y="59"/>
                </a:cubicBezTo>
                <a:cubicBezTo>
                  <a:pt x="205" y="59"/>
                  <a:pt x="205" y="59"/>
                  <a:pt x="205" y="59"/>
                </a:cubicBezTo>
                <a:cubicBezTo>
                  <a:pt x="204" y="59"/>
                  <a:pt x="204" y="59"/>
                  <a:pt x="204" y="59"/>
                </a:cubicBezTo>
                <a:cubicBezTo>
                  <a:pt x="204" y="60"/>
                  <a:pt x="203" y="61"/>
                  <a:pt x="203" y="60"/>
                </a:cubicBezTo>
                <a:cubicBezTo>
                  <a:pt x="202" y="59"/>
                  <a:pt x="201" y="59"/>
                  <a:pt x="202" y="58"/>
                </a:cubicBezTo>
                <a:cubicBezTo>
                  <a:pt x="203" y="58"/>
                  <a:pt x="203" y="57"/>
                  <a:pt x="203" y="57"/>
                </a:cubicBezTo>
                <a:cubicBezTo>
                  <a:pt x="203" y="57"/>
                  <a:pt x="204" y="57"/>
                  <a:pt x="204" y="57"/>
                </a:cubicBezTo>
                <a:cubicBezTo>
                  <a:pt x="204" y="57"/>
                  <a:pt x="205" y="57"/>
                  <a:pt x="205" y="56"/>
                </a:cubicBezTo>
                <a:cubicBezTo>
                  <a:pt x="205" y="55"/>
                  <a:pt x="204" y="55"/>
                  <a:pt x="203" y="55"/>
                </a:cubicBezTo>
                <a:cubicBezTo>
                  <a:pt x="203" y="55"/>
                  <a:pt x="202" y="56"/>
                  <a:pt x="202" y="56"/>
                </a:cubicBezTo>
                <a:cubicBezTo>
                  <a:pt x="202" y="56"/>
                  <a:pt x="202" y="56"/>
                  <a:pt x="202" y="56"/>
                </a:cubicBezTo>
                <a:cubicBezTo>
                  <a:pt x="202" y="56"/>
                  <a:pt x="202" y="56"/>
                  <a:pt x="202" y="56"/>
                </a:cubicBezTo>
                <a:cubicBezTo>
                  <a:pt x="201" y="56"/>
                  <a:pt x="201" y="56"/>
                  <a:pt x="200" y="57"/>
                </a:cubicBezTo>
                <a:cubicBezTo>
                  <a:pt x="200" y="60"/>
                  <a:pt x="198" y="61"/>
                  <a:pt x="196" y="63"/>
                </a:cubicBezTo>
                <a:cubicBezTo>
                  <a:pt x="195" y="63"/>
                  <a:pt x="194" y="64"/>
                  <a:pt x="194" y="64"/>
                </a:cubicBezTo>
                <a:cubicBezTo>
                  <a:pt x="194" y="65"/>
                  <a:pt x="194" y="66"/>
                  <a:pt x="193" y="66"/>
                </a:cubicBezTo>
                <a:cubicBezTo>
                  <a:pt x="193" y="67"/>
                  <a:pt x="193" y="67"/>
                  <a:pt x="193" y="67"/>
                </a:cubicBezTo>
                <a:cubicBezTo>
                  <a:pt x="194" y="68"/>
                  <a:pt x="194" y="68"/>
                  <a:pt x="194" y="67"/>
                </a:cubicBezTo>
                <a:cubicBezTo>
                  <a:pt x="194" y="67"/>
                  <a:pt x="194" y="66"/>
                  <a:pt x="195" y="66"/>
                </a:cubicBezTo>
                <a:cubicBezTo>
                  <a:pt x="196" y="67"/>
                  <a:pt x="195" y="67"/>
                  <a:pt x="195" y="68"/>
                </a:cubicBezTo>
                <a:cubicBezTo>
                  <a:pt x="195" y="68"/>
                  <a:pt x="195" y="69"/>
                  <a:pt x="195" y="69"/>
                </a:cubicBezTo>
                <a:cubicBezTo>
                  <a:pt x="196" y="69"/>
                  <a:pt x="196" y="69"/>
                  <a:pt x="196" y="69"/>
                </a:cubicBezTo>
                <a:cubicBezTo>
                  <a:pt x="197" y="68"/>
                  <a:pt x="198" y="67"/>
                  <a:pt x="199" y="69"/>
                </a:cubicBezTo>
                <a:cubicBezTo>
                  <a:pt x="199" y="70"/>
                  <a:pt x="199" y="71"/>
                  <a:pt x="197" y="72"/>
                </a:cubicBezTo>
                <a:cubicBezTo>
                  <a:pt x="196" y="72"/>
                  <a:pt x="196" y="72"/>
                  <a:pt x="196" y="74"/>
                </a:cubicBezTo>
                <a:cubicBezTo>
                  <a:pt x="196" y="74"/>
                  <a:pt x="196" y="74"/>
                  <a:pt x="196" y="75"/>
                </a:cubicBezTo>
                <a:cubicBezTo>
                  <a:pt x="195" y="75"/>
                  <a:pt x="195" y="76"/>
                  <a:pt x="195" y="77"/>
                </a:cubicBezTo>
                <a:cubicBezTo>
                  <a:pt x="195" y="78"/>
                  <a:pt x="195" y="79"/>
                  <a:pt x="193" y="78"/>
                </a:cubicBezTo>
                <a:cubicBezTo>
                  <a:pt x="192" y="78"/>
                  <a:pt x="192" y="78"/>
                  <a:pt x="192" y="79"/>
                </a:cubicBezTo>
                <a:cubicBezTo>
                  <a:pt x="191" y="82"/>
                  <a:pt x="191" y="80"/>
                  <a:pt x="190" y="79"/>
                </a:cubicBezTo>
                <a:cubicBezTo>
                  <a:pt x="189" y="79"/>
                  <a:pt x="189" y="78"/>
                  <a:pt x="189" y="78"/>
                </a:cubicBezTo>
                <a:cubicBezTo>
                  <a:pt x="189" y="77"/>
                  <a:pt x="188" y="77"/>
                  <a:pt x="187" y="77"/>
                </a:cubicBezTo>
                <a:cubicBezTo>
                  <a:pt x="186" y="78"/>
                  <a:pt x="185" y="77"/>
                  <a:pt x="184" y="78"/>
                </a:cubicBezTo>
                <a:cubicBezTo>
                  <a:pt x="183" y="79"/>
                  <a:pt x="181" y="80"/>
                  <a:pt x="180" y="81"/>
                </a:cubicBezTo>
                <a:cubicBezTo>
                  <a:pt x="179" y="82"/>
                  <a:pt x="179" y="82"/>
                  <a:pt x="179" y="82"/>
                </a:cubicBezTo>
                <a:cubicBezTo>
                  <a:pt x="180" y="83"/>
                  <a:pt x="180" y="82"/>
                  <a:pt x="180" y="82"/>
                </a:cubicBezTo>
                <a:cubicBezTo>
                  <a:pt x="181" y="81"/>
                  <a:pt x="183" y="81"/>
                  <a:pt x="184" y="82"/>
                </a:cubicBezTo>
                <a:cubicBezTo>
                  <a:pt x="185" y="82"/>
                  <a:pt x="187" y="84"/>
                  <a:pt x="186" y="85"/>
                </a:cubicBezTo>
                <a:cubicBezTo>
                  <a:pt x="186" y="86"/>
                  <a:pt x="185" y="85"/>
                  <a:pt x="184" y="85"/>
                </a:cubicBezTo>
                <a:cubicBezTo>
                  <a:pt x="183" y="85"/>
                  <a:pt x="183" y="85"/>
                  <a:pt x="182" y="85"/>
                </a:cubicBezTo>
                <a:cubicBezTo>
                  <a:pt x="182" y="85"/>
                  <a:pt x="181" y="85"/>
                  <a:pt x="181" y="85"/>
                </a:cubicBezTo>
                <a:cubicBezTo>
                  <a:pt x="181" y="86"/>
                  <a:pt x="181" y="86"/>
                  <a:pt x="181" y="87"/>
                </a:cubicBezTo>
                <a:cubicBezTo>
                  <a:pt x="182" y="87"/>
                  <a:pt x="182" y="87"/>
                  <a:pt x="183" y="88"/>
                </a:cubicBezTo>
                <a:cubicBezTo>
                  <a:pt x="184" y="88"/>
                  <a:pt x="185" y="87"/>
                  <a:pt x="184" y="89"/>
                </a:cubicBezTo>
                <a:cubicBezTo>
                  <a:pt x="184" y="90"/>
                  <a:pt x="184" y="91"/>
                  <a:pt x="182" y="90"/>
                </a:cubicBezTo>
                <a:cubicBezTo>
                  <a:pt x="182" y="90"/>
                  <a:pt x="180" y="91"/>
                  <a:pt x="180" y="89"/>
                </a:cubicBezTo>
                <a:cubicBezTo>
                  <a:pt x="180" y="89"/>
                  <a:pt x="179" y="89"/>
                  <a:pt x="179" y="90"/>
                </a:cubicBezTo>
                <a:cubicBezTo>
                  <a:pt x="178" y="90"/>
                  <a:pt x="178" y="90"/>
                  <a:pt x="178" y="90"/>
                </a:cubicBezTo>
                <a:cubicBezTo>
                  <a:pt x="177" y="89"/>
                  <a:pt x="178" y="89"/>
                  <a:pt x="178" y="89"/>
                </a:cubicBezTo>
                <a:cubicBezTo>
                  <a:pt x="179" y="88"/>
                  <a:pt x="178" y="87"/>
                  <a:pt x="177" y="86"/>
                </a:cubicBezTo>
                <a:cubicBezTo>
                  <a:pt x="177" y="86"/>
                  <a:pt x="176" y="86"/>
                  <a:pt x="175" y="87"/>
                </a:cubicBezTo>
                <a:cubicBezTo>
                  <a:pt x="175" y="88"/>
                  <a:pt x="175" y="89"/>
                  <a:pt x="174" y="89"/>
                </a:cubicBezTo>
                <a:cubicBezTo>
                  <a:pt x="172" y="90"/>
                  <a:pt x="173" y="90"/>
                  <a:pt x="173" y="92"/>
                </a:cubicBezTo>
                <a:cubicBezTo>
                  <a:pt x="174" y="93"/>
                  <a:pt x="175" y="94"/>
                  <a:pt x="175" y="95"/>
                </a:cubicBezTo>
                <a:cubicBezTo>
                  <a:pt x="175" y="97"/>
                  <a:pt x="175" y="97"/>
                  <a:pt x="177" y="97"/>
                </a:cubicBezTo>
                <a:cubicBezTo>
                  <a:pt x="178" y="96"/>
                  <a:pt x="179" y="97"/>
                  <a:pt x="179" y="96"/>
                </a:cubicBezTo>
                <a:cubicBezTo>
                  <a:pt x="179" y="95"/>
                  <a:pt x="178" y="95"/>
                  <a:pt x="179" y="94"/>
                </a:cubicBezTo>
                <a:cubicBezTo>
                  <a:pt x="179" y="94"/>
                  <a:pt x="180" y="94"/>
                  <a:pt x="181" y="94"/>
                </a:cubicBezTo>
                <a:cubicBezTo>
                  <a:pt x="181" y="94"/>
                  <a:pt x="181" y="94"/>
                  <a:pt x="181" y="94"/>
                </a:cubicBezTo>
                <a:cubicBezTo>
                  <a:pt x="181" y="94"/>
                  <a:pt x="182" y="94"/>
                  <a:pt x="182" y="94"/>
                </a:cubicBezTo>
                <a:cubicBezTo>
                  <a:pt x="183" y="93"/>
                  <a:pt x="184" y="93"/>
                  <a:pt x="184" y="94"/>
                </a:cubicBezTo>
                <a:cubicBezTo>
                  <a:pt x="184" y="94"/>
                  <a:pt x="184" y="94"/>
                  <a:pt x="183" y="95"/>
                </a:cubicBezTo>
                <a:cubicBezTo>
                  <a:pt x="183" y="95"/>
                  <a:pt x="183" y="96"/>
                  <a:pt x="184" y="96"/>
                </a:cubicBezTo>
                <a:cubicBezTo>
                  <a:pt x="184" y="96"/>
                  <a:pt x="185" y="96"/>
                  <a:pt x="185" y="96"/>
                </a:cubicBezTo>
                <a:cubicBezTo>
                  <a:pt x="182" y="97"/>
                  <a:pt x="182" y="100"/>
                  <a:pt x="182" y="102"/>
                </a:cubicBezTo>
                <a:cubicBezTo>
                  <a:pt x="181" y="102"/>
                  <a:pt x="181" y="103"/>
                  <a:pt x="182" y="103"/>
                </a:cubicBezTo>
                <a:cubicBezTo>
                  <a:pt x="183" y="103"/>
                  <a:pt x="185" y="103"/>
                  <a:pt x="185" y="101"/>
                </a:cubicBezTo>
                <a:cubicBezTo>
                  <a:pt x="185" y="101"/>
                  <a:pt x="185" y="100"/>
                  <a:pt x="185" y="100"/>
                </a:cubicBezTo>
                <a:cubicBezTo>
                  <a:pt x="186" y="100"/>
                  <a:pt x="186" y="100"/>
                  <a:pt x="187" y="100"/>
                </a:cubicBezTo>
                <a:cubicBezTo>
                  <a:pt x="187" y="101"/>
                  <a:pt x="187" y="102"/>
                  <a:pt x="187" y="102"/>
                </a:cubicBezTo>
                <a:cubicBezTo>
                  <a:pt x="188" y="101"/>
                  <a:pt x="188" y="101"/>
                  <a:pt x="189" y="100"/>
                </a:cubicBezTo>
                <a:cubicBezTo>
                  <a:pt x="189" y="100"/>
                  <a:pt x="189" y="100"/>
                  <a:pt x="189" y="100"/>
                </a:cubicBezTo>
                <a:cubicBezTo>
                  <a:pt x="189" y="100"/>
                  <a:pt x="189" y="99"/>
                  <a:pt x="188" y="98"/>
                </a:cubicBezTo>
                <a:cubicBezTo>
                  <a:pt x="188" y="98"/>
                  <a:pt x="188" y="97"/>
                  <a:pt x="188" y="97"/>
                </a:cubicBezTo>
                <a:cubicBezTo>
                  <a:pt x="189" y="96"/>
                  <a:pt x="189" y="97"/>
                  <a:pt x="190" y="97"/>
                </a:cubicBezTo>
                <a:cubicBezTo>
                  <a:pt x="190" y="98"/>
                  <a:pt x="191" y="98"/>
                  <a:pt x="191" y="98"/>
                </a:cubicBezTo>
                <a:cubicBezTo>
                  <a:pt x="192" y="99"/>
                  <a:pt x="193" y="98"/>
                  <a:pt x="194" y="97"/>
                </a:cubicBezTo>
                <a:cubicBezTo>
                  <a:pt x="194" y="97"/>
                  <a:pt x="194" y="96"/>
                  <a:pt x="193" y="96"/>
                </a:cubicBezTo>
                <a:cubicBezTo>
                  <a:pt x="192" y="95"/>
                  <a:pt x="192" y="95"/>
                  <a:pt x="192" y="94"/>
                </a:cubicBezTo>
                <a:cubicBezTo>
                  <a:pt x="193" y="92"/>
                  <a:pt x="192" y="91"/>
                  <a:pt x="190" y="91"/>
                </a:cubicBezTo>
                <a:cubicBezTo>
                  <a:pt x="189" y="91"/>
                  <a:pt x="189" y="90"/>
                  <a:pt x="189" y="89"/>
                </a:cubicBezTo>
                <a:cubicBezTo>
                  <a:pt x="189" y="89"/>
                  <a:pt x="189" y="89"/>
                  <a:pt x="189" y="89"/>
                </a:cubicBezTo>
                <a:cubicBezTo>
                  <a:pt x="189" y="89"/>
                  <a:pt x="189" y="89"/>
                  <a:pt x="189" y="89"/>
                </a:cubicBezTo>
                <a:cubicBezTo>
                  <a:pt x="189" y="89"/>
                  <a:pt x="189" y="89"/>
                  <a:pt x="189" y="89"/>
                </a:cubicBezTo>
                <a:cubicBezTo>
                  <a:pt x="190" y="89"/>
                  <a:pt x="191" y="89"/>
                  <a:pt x="191" y="89"/>
                </a:cubicBezTo>
                <a:cubicBezTo>
                  <a:pt x="191" y="89"/>
                  <a:pt x="191" y="89"/>
                  <a:pt x="191" y="89"/>
                </a:cubicBezTo>
                <a:cubicBezTo>
                  <a:pt x="191" y="89"/>
                  <a:pt x="191" y="89"/>
                  <a:pt x="191" y="89"/>
                </a:cubicBezTo>
                <a:cubicBezTo>
                  <a:pt x="192" y="88"/>
                  <a:pt x="190" y="87"/>
                  <a:pt x="192" y="86"/>
                </a:cubicBezTo>
                <a:cubicBezTo>
                  <a:pt x="193" y="86"/>
                  <a:pt x="194" y="87"/>
                  <a:pt x="195" y="87"/>
                </a:cubicBezTo>
                <a:cubicBezTo>
                  <a:pt x="198" y="88"/>
                  <a:pt x="198" y="88"/>
                  <a:pt x="200" y="86"/>
                </a:cubicBezTo>
                <a:cubicBezTo>
                  <a:pt x="201" y="85"/>
                  <a:pt x="201" y="84"/>
                  <a:pt x="200" y="83"/>
                </a:cubicBezTo>
                <a:cubicBezTo>
                  <a:pt x="200" y="83"/>
                  <a:pt x="200" y="83"/>
                  <a:pt x="200" y="83"/>
                </a:cubicBezTo>
                <a:cubicBezTo>
                  <a:pt x="199" y="82"/>
                  <a:pt x="199" y="81"/>
                  <a:pt x="200" y="81"/>
                </a:cubicBezTo>
                <a:cubicBezTo>
                  <a:pt x="202" y="80"/>
                  <a:pt x="203" y="79"/>
                  <a:pt x="205" y="78"/>
                </a:cubicBezTo>
                <a:cubicBezTo>
                  <a:pt x="207" y="78"/>
                  <a:pt x="208" y="79"/>
                  <a:pt x="209" y="78"/>
                </a:cubicBezTo>
                <a:cubicBezTo>
                  <a:pt x="209" y="78"/>
                  <a:pt x="209" y="78"/>
                  <a:pt x="209" y="78"/>
                </a:cubicBezTo>
                <a:cubicBezTo>
                  <a:pt x="211" y="78"/>
                  <a:pt x="212" y="77"/>
                  <a:pt x="212" y="75"/>
                </a:cubicBezTo>
                <a:cubicBezTo>
                  <a:pt x="213" y="75"/>
                  <a:pt x="212" y="74"/>
                  <a:pt x="212" y="73"/>
                </a:cubicBezTo>
                <a:cubicBezTo>
                  <a:pt x="215" y="73"/>
                  <a:pt x="216" y="71"/>
                  <a:pt x="217" y="69"/>
                </a:cubicBezTo>
                <a:cubicBezTo>
                  <a:pt x="218" y="69"/>
                  <a:pt x="218" y="68"/>
                  <a:pt x="218" y="68"/>
                </a:cubicBezTo>
                <a:close/>
                <a:moveTo>
                  <a:pt x="311" y="64"/>
                </a:moveTo>
                <a:cubicBezTo>
                  <a:pt x="311" y="64"/>
                  <a:pt x="311" y="64"/>
                  <a:pt x="311" y="64"/>
                </a:cubicBezTo>
                <a:cubicBezTo>
                  <a:pt x="311" y="63"/>
                  <a:pt x="311" y="63"/>
                  <a:pt x="311" y="62"/>
                </a:cubicBezTo>
                <a:cubicBezTo>
                  <a:pt x="311" y="62"/>
                  <a:pt x="311" y="62"/>
                  <a:pt x="311" y="62"/>
                </a:cubicBezTo>
                <a:cubicBezTo>
                  <a:pt x="309" y="59"/>
                  <a:pt x="307" y="59"/>
                  <a:pt x="304" y="61"/>
                </a:cubicBezTo>
                <a:cubicBezTo>
                  <a:pt x="304" y="62"/>
                  <a:pt x="304" y="62"/>
                  <a:pt x="303" y="62"/>
                </a:cubicBezTo>
                <a:cubicBezTo>
                  <a:pt x="302" y="61"/>
                  <a:pt x="301" y="63"/>
                  <a:pt x="300" y="63"/>
                </a:cubicBezTo>
                <a:cubicBezTo>
                  <a:pt x="298" y="63"/>
                  <a:pt x="296" y="64"/>
                  <a:pt x="295" y="64"/>
                </a:cubicBezTo>
                <a:cubicBezTo>
                  <a:pt x="294" y="64"/>
                  <a:pt x="293" y="64"/>
                  <a:pt x="292" y="64"/>
                </a:cubicBezTo>
                <a:cubicBezTo>
                  <a:pt x="292" y="63"/>
                  <a:pt x="292" y="63"/>
                  <a:pt x="292" y="63"/>
                </a:cubicBezTo>
                <a:cubicBezTo>
                  <a:pt x="293" y="63"/>
                  <a:pt x="294" y="63"/>
                  <a:pt x="293" y="62"/>
                </a:cubicBezTo>
                <a:cubicBezTo>
                  <a:pt x="293" y="62"/>
                  <a:pt x="292" y="62"/>
                  <a:pt x="292" y="62"/>
                </a:cubicBezTo>
                <a:cubicBezTo>
                  <a:pt x="290" y="62"/>
                  <a:pt x="288" y="64"/>
                  <a:pt x="288" y="66"/>
                </a:cubicBezTo>
                <a:cubicBezTo>
                  <a:pt x="288" y="66"/>
                  <a:pt x="288" y="67"/>
                  <a:pt x="287" y="67"/>
                </a:cubicBezTo>
                <a:cubicBezTo>
                  <a:pt x="286" y="69"/>
                  <a:pt x="286" y="71"/>
                  <a:pt x="286" y="73"/>
                </a:cubicBezTo>
                <a:cubicBezTo>
                  <a:pt x="287" y="73"/>
                  <a:pt x="287" y="73"/>
                  <a:pt x="286" y="74"/>
                </a:cubicBezTo>
                <a:cubicBezTo>
                  <a:pt x="285" y="75"/>
                  <a:pt x="286" y="76"/>
                  <a:pt x="286" y="78"/>
                </a:cubicBezTo>
                <a:cubicBezTo>
                  <a:pt x="286" y="80"/>
                  <a:pt x="286" y="81"/>
                  <a:pt x="287" y="83"/>
                </a:cubicBezTo>
                <a:cubicBezTo>
                  <a:pt x="288" y="85"/>
                  <a:pt x="289" y="86"/>
                  <a:pt x="290" y="85"/>
                </a:cubicBezTo>
                <a:cubicBezTo>
                  <a:pt x="291" y="85"/>
                  <a:pt x="292" y="84"/>
                  <a:pt x="292" y="84"/>
                </a:cubicBezTo>
                <a:cubicBezTo>
                  <a:pt x="295" y="82"/>
                  <a:pt x="295" y="82"/>
                  <a:pt x="297" y="85"/>
                </a:cubicBezTo>
                <a:cubicBezTo>
                  <a:pt x="298" y="87"/>
                  <a:pt x="301" y="87"/>
                  <a:pt x="302" y="86"/>
                </a:cubicBezTo>
                <a:cubicBezTo>
                  <a:pt x="304" y="85"/>
                  <a:pt x="304" y="82"/>
                  <a:pt x="306" y="81"/>
                </a:cubicBezTo>
                <a:cubicBezTo>
                  <a:pt x="306" y="81"/>
                  <a:pt x="306" y="81"/>
                  <a:pt x="306" y="81"/>
                </a:cubicBezTo>
                <a:cubicBezTo>
                  <a:pt x="306" y="79"/>
                  <a:pt x="306" y="77"/>
                  <a:pt x="308" y="76"/>
                </a:cubicBezTo>
                <a:cubicBezTo>
                  <a:pt x="309" y="76"/>
                  <a:pt x="310" y="75"/>
                  <a:pt x="310" y="74"/>
                </a:cubicBezTo>
                <a:cubicBezTo>
                  <a:pt x="309" y="73"/>
                  <a:pt x="310" y="72"/>
                  <a:pt x="311" y="71"/>
                </a:cubicBezTo>
                <a:cubicBezTo>
                  <a:pt x="312" y="68"/>
                  <a:pt x="312" y="66"/>
                  <a:pt x="311" y="64"/>
                </a:cubicBezTo>
                <a:close/>
                <a:moveTo>
                  <a:pt x="592" y="106"/>
                </a:moveTo>
                <a:cubicBezTo>
                  <a:pt x="592" y="106"/>
                  <a:pt x="592" y="106"/>
                  <a:pt x="592" y="106"/>
                </a:cubicBezTo>
                <a:cubicBezTo>
                  <a:pt x="592" y="106"/>
                  <a:pt x="592" y="106"/>
                  <a:pt x="592" y="106"/>
                </a:cubicBezTo>
                <a:cubicBezTo>
                  <a:pt x="592" y="106"/>
                  <a:pt x="592" y="106"/>
                  <a:pt x="592" y="106"/>
                </a:cubicBezTo>
                <a:cubicBezTo>
                  <a:pt x="592" y="106"/>
                  <a:pt x="592" y="106"/>
                  <a:pt x="592" y="106"/>
                </a:cubicBezTo>
                <a:close/>
                <a:moveTo>
                  <a:pt x="569" y="102"/>
                </a:moveTo>
                <a:cubicBezTo>
                  <a:pt x="569" y="102"/>
                  <a:pt x="569" y="103"/>
                  <a:pt x="569" y="103"/>
                </a:cubicBezTo>
                <a:cubicBezTo>
                  <a:pt x="569" y="103"/>
                  <a:pt x="569" y="103"/>
                  <a:pt x="569" y="103"/>
                </a:cubicBezTo>
                <a:cubicBezTo>
                  <a:pt x="571" y="105"/>
                  <a:pt x="571" y="106"/>
                  <a:pt x="569" y="108"/>
                </a:cubicBezTo>
                <a:cubicBezTo>
                  <a:pt x="569" y="108"/>
                  <a:pt x="568" y="109"/>
                  <a:pt x="569" y="109"/>
                </a:cubicBezTo>
                <a:cubicBezTo>
                  <a:pt x="569" y="110"/>
                  <a:pt x="569" y="111"/>
                  <a:pt x="569" y="112"/>
                </a:cubicBezTo>
                <a:cubicBezTo>
                  <a:pt x="568" y="114"/>
                  <a:pt x="569" y="116"/>
                  <a:pt x="570" y="116"/>
                </a:cubicBezTo>
                <a:cubicBezTo>
                  <a:pt x="573" y="116"/>
                  <a:pt x="575" y="117"/>
                  <a:pt x="577" y="117"/>
                </a:cubicBezTo>
                <a:cubicBezTo>
                  <a:pt x="578" y="117"/>
                  <a:pt x="579" y="117"/>
                  <a:pt x="579" y="118"/>
                </a:cubicBezTo>
                <a:cubicBezTo>
                  <a:pt x="579" y="119"/>
                  <a:pt x="578" y="119"/>
                  <a:pt x="577" y="119"/>
                </a:cubicBezTo>
                <a:cubicBezTo>
                  <a:pt x="576" y="120"/>
                  <a:pt x="574" y="120"/>
                  <a:pt x="573" y="119"/>
                </a:cubicBezTo>
                <a:cubicBezTo>
                  <a:pt x="572" y="119"/>
                  <a:pt x="571" y="119"/>
                  <a:pt x="571" y="119"/>
                </a:cubicBezTo>
                <a:cubicBezTo>
                  <a:pt x="570" y="119"/>
                  <a:pt x="570" y="119"/>
                  <a:pt x="569" y="120"/>
                </a:cubicBezTo>
                <a:cubicBezTo>
                  <a:pt x="569" y="120"/>
                  <a:pt x="569" y="121"/>
                  <a:pt x="570" y="121"/>
                </a:cubicBezTo>
                <a:cubicBezTo>
                  <a:pt x="571" y="122"/>
                  <a:pt x="572" y="124"/>
                  <a:pt x="574" y="124"/>
                </a:cubicBezTo>
                <a:cubicBezTo>
                  <a:pt x="575" y="125"/>
                  <a:pt x="575" y="125"/>
                  <a:pt x="576" y="124"/>
                </a:cubicBezTo>
                <a:cubicBezTo>
                  <a:pt x="576" y="124"/>
                  <a:pt x="577" y="124"/>
                  <a:pt x="577" y="124"/>
                </a:cubicBezTo>
                <a:cubicBezTo>
                  <a:pt x="579" y="123"/>
                  <a:pt x="581" y="124"/>
                  <a:pt x="583" y="123"/>
                </a:cubicBezTo>
                <a:cubicBezTo>
                  <a:pt x="583" y="123"/>
                  <a:pt x="583" y="123"/>
                  <a:pt x="583" y="123"/>
                </a:cubicBezTo>
                <a:cubicBezTo>
                  <a:pt x="585" y="122"/>
                  <a:pt x="586" y="121"/>
                  <a:pt x="587" y="121"/>
                </a:cubicBezTo>
                <a:cubicBezTo>
                  <a:pt x="588" y="121"/>
                  <a:pt x="588" y="121"/>
                  <a:pt x="588" y="121"/>
                </a:cubicBezTo>
                <a:cubicBezTo>
                  <a:pt x="590" y="118"/>
                  <a:pt x="592" y="115"/>
                  <a:pt x="594" y="113"/>
                </a:cubicBezTo>
                <a:cubicBezTo>
                  <a:pt x="595" y="112"/>
                  <a:pt x="595" y="111"/>
                  <a:pt x="594" y="110"/>
                </a:cubicBezTo>
                <a:cubicBezTo>
                  <a:pt x="594" y="110"/>
                  <a:pt x="594" y="110"/>
                  <a:pt x="594" y="110"/>
                </a:cubicBezTo>
                <a:cubicBezTo>
                  <a:pt x="594" y="110"/>
                  <a:pt x="594" y="110"/>
                  <a:pt x="594" y="110"/>
                </a:cubicBezTo>
                <a:cubicBezTo>
                  <a:pt x="594" y="110"/>
                  <a:pt x="593" y="109"/>
                  <a:pt x="593" y="109"/>
                </a:cubicBezTo>
                <a:cubicBezTo>
                  <a:pt x="591" y="108"/>
                  <a:pt x="591" y="108"/>
                  <a:pt x="592" y="106"/>
                </a:cubicBezTo>
                <a:cubicBezTo>
                  <a:pt x="591" y="106"/>
                  <a:pt x="589" y="106"/>
                  <a:pt x="588" y="106"/>
                </a:cubicBezTo>
                <a:cubicBezTo>
                  <a:pt x="587" y="105"/>
                  <a:pt x="586" y="105"/>
                  <a:pt x="585" y="105"/>
                </a:cubicBezTo>
                <a:cubicBezTo>
                  <a:pt x="582" y="105"/>
                  <a:pt x="580" y="104"/>
                  <a:pt x="578" y="104"/>
                </a:cubicBezTo>
                <a:cubicBezTo>
                  <a:pt x="577" y="104"/>
                  <a:pt x="577" y="103"/>
                  <a:pt x="577" y="103"/>
                </a:cubicBezTo>
                <a:cubicBezTo>
                  <a:pt x="577" y="102"/>
                  <a:pt x="577" y="102"/>
                  <a:pt x="576" y="102"/>
                </a:cubicBezTo>
                <a:cubicBezTo>
                  <a:pt x="574" y="103"/>
                  <a:pt x="572" y="102"/>
                  <a:pt x="569" y="102"/>
                </a:cubicBezTo>
                <a:close/>
                <a:moveTo>
                  <a:pt x="174" y="76"/>
                </a:moveTo>
                <a:cubicBezTo>
                  <a:pt x="175" y="74"/>
                  <a:pt x="176" y="74"/>
                  <a:pt x="178" y="75"/>
                </a:cubicBezTo>
                <a:cubicBezTo>
                  <a:pt x="178" y="75"/>
                  <a:pt x="178" y="75"/>
                  <a:pt x="179" y="75"/>
                </a:cubicBezTo>
                <a:cubicBezTo>
                  <a:pt x="179" y="74"/>
                  <a:pt x="179" y="74"/>
                  <a:pt x="178" y="73"/>
                </a:cubicBezTo>
                <a:cubicBezTo>
                  <a:pt x="178" y="72"/>
                  <a:pt x="177" y="71"/>
                  <a:pt x="178" y="69"/>
                </a:cubicBezTo>
                <a:cubicBezTo>
                  <a:pt x="179" y="69"/>
                  <a:pt x="179" y="70"/>
                  <a:pt x="180" y="70"/>
                </a:cubicBezTo>
                <a:cubicBezTo>
                  <a:pt x="180" y="69"/>
                  <a:pt x="180" y="68"/>
                  <a:pt x="179" y="68"/>
                </a:cubicBezTo>
                <a:cubicBezTo>
                  <a:pt x="179" y="67"/>
                  <a:pt x="179" y="67"/>
                  <a:pt x="179" y="67"/>
                </a:cubicBezTo>
                <a:cubicBezTo>
                  <a:pt x="180" y="67"/>
                  <a:pt x="180" y="67"/>
                  <a:pt x="180" y="66"/>
                </a:cubicBezTo>
                <a:cubicBezTo>
                  <a:pt x="180" y="64"/>
                  <a:pt x="181" y="64"/>
                  <a:pt x="183" y="64"/>
                </a:cubicBezTo>
                <a:cubicBezTo>
                  <a:pt x="183" y="65"/>
                  <a:pt x="184" y="66"/>
                  <a:pt x="183" y="67"/>
                </a:cubicBezTo>
                <a:cubicBezTo>
                  <a:pt x="183" y="67"/>
                  <a:pt x="183" y="67"/>
                  <a:pt x="183" y="67"/>
                </a:cubicBezTo>
                <a:cubicBezTo>
                  <a:pt x="183" y="67"/>
                  <a:pt x="183" y="67"/>
                  <a:pt x="183" y="67"/>
                </a:cubicBezTo>
                <a:cubicBezTo>
                  <a:pt x="183" y="67"/>
                  <a:pt x="183" y="67"/>
                  <a:pt x="183" y="67"/>
                </a:cubicBezTo>
                <a:cubicBezTo>
                  <a:pt x="185" y="67"/>
                  <a:pt x="185" y="68"/>
                  <a:pt x="185" y="69"/>
                </a:cubicBezTo>
                <a:cubicBezTo>
                  <a:pt x="184" y="71"/>
                  <a:pt x="185" y="72"/>
                  <a:pt x="187" y="72"/>
                </a:cubicBezTo>
                <a:cubicBezTo>
                  <a:pt x="188" y="71"/>
                  <a:pt x="188" y="72"/>
                  <a:pt x="188" y="72"/>
                </a:cubicBezTo>
                <a:cubicBezTo>
                  <a:pt x="189" y="73"/>
                  <a:pt x="190" y="74"/>
                  <a:pt x="191" y="73"/>
                </a:cubicBezTo>
                <a:cubicBezTo>
                  <a:pt x="191" y="72"/>
                  <a:pt x="191" y="71"/>
                  <a:pt x="190" y="70"/>
                </a:cubicBezTo>
                <a:cubicBezTo>
                  <a:pt x="190" y="69"/>
                  <a:pt x="188" y="68"/>
                  <a:pt x="189" y="65"/>
                </a:cubicBezTo>
                <a:cubicBezTo>
                  <a:pt x="190" y="65"/>
                  <a:pt x="189" y="64"/>
                  <a:pt x="189" y="63"/>
                </a:cubicBezTo>
                <a:cubicBezTo>
                  <a:pt x="189" y="63"/>
                  <a:pt x="189" y="63"/>
                  <a:pt x="189" y="63"/>
                </a:cubicBezTo>
                <a:cubicBezTo>
                  <a:pt x="187" y="62"/>
                  <a:pt x="185" y="63"/>
                  <a:pt x="184" y="63"/>
                </a:cubicBezTo>
                <a:cubicBezTo>
                  <a:pt x="184" y="63"/>
                  <a:pt x="184" y="63"/>
                  <a:pt x="184" y="63"/>
                </a:cubicBezTo>
                <a:cubicBezTo>
                  <a:pt x="183" y="62"/>
                  <a:pt x="181" y="61"/>
                  <a:pt x="180" y="60"/>
                </a:cubicBezTo>
                <a:cubicBezTo>
                  <a:pt x="180" y="60"/>
                  <a:pt x="180" y="60"/>
                  <a:pt x="180" y="60"/>
                </a:cubicBezTo>
                <a:cubicBezTo>
                  <a:pt x="178" y="61"/>
                  <a:pt x="177" y="61"/>
                  <a:pt x="177" y="63"/>
                </a:cubicBezTo>
                <a:cubicBezTo>
                  <a:pt x="177" y="63"/>
                  <a:pt x="177" y="64"/>
                  <a:pt x="176" y="64"/>
                </a:cubicBezTo>
                <a:cubicBezTo>
                  <a:pt x="175" y="65"/>
                  <a:pt x="174" y="66"/>
                  <a:pt x="173" y="67"/>
                </a:cubicBezTo>
                <a:cubicBezTo>
                  <a:pt x="173" y="67"/>
                  <a:pt x="173" y="67"/>
                  <a:pt x="173" y="67"/>
                </a:cubicBezTo>
                <a:cubicBezTo>
                  <a:pt x="173" y="67"/>
                  <a:pt x="173" y="67"/>
                  <a:pt x="173" y="67"/>
                </a:cubicBezTo>
                <a:cubicBezTo>
                  <a:pt x="172" y="67"/>
                  <a:pt x="171" y="68"/>
                  <a:pt x="170" y="69"/>
                </a:cubicBezTo>
                <a:cubicBezTo>
                  <a:pt x="169" y="69"/>
                  <a:pt x="168" y="70"/>
                  <a:pt x="167" y="71"/>
                </a:cubicBezTo>
                <a:cubicBezTo>
                  <a:pt x="164" y="71"/>
                  <a:pt x="161" y="72"/>
                  <a:pt x="158" y="73"/>
                </a:cubicBezTo>
                <a:cubicBezTo>
                  <a:pt x="157" y="74"/>
                  <a:pt x="157" y="74"/>
                  <a:pt x="157" y="74"/>
                </a:cubicBezTo>
                <a:cubicBezTo>
                  <a:pt x="156" y="75"/>
                  <a:pt x="157" y="75"/>
                  <a:pt x="157" y="75"/>
                </a:cubicBezTo>
                <a:cubicBezTo>
                  <a:pt x="158" y="76"/>
                  <a:pt x="159" y="76"/>
                  <a:pt x="160" y="76"/>
                </a:cubicBezTo>
                <a:cubicBezTo>
                  <a:pt x="160" y="77"/>
                  <a:pt x="161" y="77"/>
                  <a:pt x="161" y="77"/>
                </a:cubicBezTo>
                <a:cubicBezTo>
                  <a:pt x="162" y="79"/>
                  <a:pt x="162" y="78"/>
                  <a:pt x="163" y="78"/>
                </a:cubicBezTo>
                <a:cubicBezTo>
                  <a:pt x="164" y="77"/>
                  <a:pt x="164" y="77"/>
                  <a:pt x="164" y="77"/>
                </a:cubicBezTo>
                <a:cubicBezTo>
                  <a:pt x="165" y="77"/>
                  <a:pt x="165" y="77"/>
                  <a:pt x="166" y="77"/>
                </a:cubicBezTo>
                <a:cubicBezTo>
                  <a:pt x="166" y="77"/>
                  <a:pt x="166" y="77"/>
                  <a:pt x="166" y="77"/>
                </a:cubicBezTo>
                <a:cubicBezTo>
                  <a:pt x="166" y="77"/>
                  <a:pt x="166" y="77"/>
                  <a:pt x="166" y="77"/>
                </a:cubicBezTo>
                <a:cubicBezTo>
                  <a:pt x="166" y="77"/>
                  <a:pt x="167" y="77"/>
                  <a:pt x="167" y="78"/>
                </a:cubicBezTo>
                <a:cubicBezTo>
                  <a:pt x="167" y="79"/>
                  <a:pt x="167" y="79"/>
                  <a:pt x="167" y="80"/>
                </a:cubicBezTo>
                <a:cubicBezTo>
                  <a:pt x="166" y="82"/>
                  <a:pt x="167" y="83"/>
                  <a:pt x="168" y="83"/>
                </a:cubicBezTo>
                <a:cubicBezTo>
                  <a:pt x="169" y="83"/>
                  <a:pt x="170" y="82"/>
                  <a:pt x="170" y="81"/>
                </a:cubicBezTo>
                <a:cubicBezTo>
                  <a:pt x="169" y="80"/>
                  <a:pt x="172" y="79"/>
                  <a:pt x="171" y="78"/>
                </a:cubicBezTo>
                <a:cubicBezTo>
                  <a:pt x="171" y="77"/>
                  <a:pt x="172" y="77"/>
                  <a:pt x="172" y="78"/>
                </a:cubicBezTo>
                <a:cubicBezTo>
                  <a:pt x="174" y="79"/>
                  <a:pt x="174" y="78"/>
                  <a:pt x="174" y="76"/>
                </a:cubicBezTo>
                <a:close/>
                <a:moveTo>
                  <a:pt x="252" y="38"/>
                </a:moveTo>
                <a:cubicBezTo>
                  <a:pt x="252" y="38"/>
                  <a:pt x="252" y="39"/>
                  <a:pt x="252" y="39"/>
                </a:cubicBezTo>
                <a:cubicBezTo>
                  <a:pt x="251" y="40"/>
                  <a:pt x="252" y="41"/>
                  <a:pt x="254" y="41"/>
                </a:cubicBezTo>
                <a:cubicBezTo>
                  <a:pt x="255" y="42"/>
                  <a:pt x="256" y="41"/>
                  <a:pt x="257" y="40"/>
                </a:cubicBezTo>
                <a:cubicBezTo>
                  <a:pt x="257" y="40"/>
                  <a:pt x="258" y="40"/>
                  <a:pt x="259" y="40"/>
                </a:cubicBezTo>
                <a:cubicBezTo>
                  <a:pt x="259" y="41"/>
                  <a:pt x="259" y="41"/>
                  <a:pt x="259" y="42"/>
                </a:cubicBezTo>
                <a:cubicBezTo>
                  <a:pt x="259" y="42"/>
                  <a:pt x="259" y="43"/>
                  <a:pt x="259" y="43"/>
                </a:cubicBezTo>
                <a:cubicBezTo>
                  <a:pt x="260" y="43"/>
                  <a:pt x="260" y="43"/>
                  <a:pt x="261" y="43"/>
                </a:cubicBezTo>
                <a:cubicBezTo>
                  <a:pt x="262" y="42"/>
                  <a:pt x="263" y="41"/>
                  <a:pt x="263" y="40"/>
                </a:cubicBezTo>
                <a:cubicBezTo>
                  <a:pt x="265" y="38"/>
                  <a:pt x="266" y="37"/>
                  <a:pt x="268" y="37"/>
                </a:cubicBezTo>
                <a:cubicBezTo>
                  <a:pt x="270" y="36"/>
                  <a:pt x="271" y="36"/>
                  <a:pt x="273" y="35"/>
                </a:cubicBezTo>
                <a:cubicBezTo>
                  <a:pt x="272" y="34"/>
                  <a:pt x="271" y="33"/>
                  <a:pt x="270" y="33"/>
                </a:cubicBezTo>
                <a:cubicBezTo>
                  <a:pt x="269" y="34"/>
                  <a:pt x="269" y="33"/>
                  <a:pt x="268" y="32"/>
                </a:cubicBezTo>
                <a:cubicBezTo>
                  <a:pt x="268" y="32"/>
                  <a:pt x="268" y="32"/>
                  <a:pt x="268" y="31"/>
                </a:cubicBezTo>
                <a:cubicBezTo>
                  <a:pt x="266" y="30"/>
                  <a:pt x="264" y="29"/>
                  <a:pt x="262" y="28"/>
                </a:cubicBezTo>
                <a:cubicBezTo>
                  <a:pt x="261" y="28"/>
                  <a:pt x="259" y="28"/>
                  <a:pt x="259" y="29"/>
                </a:cubicBezTo>
                <a:cubicBezTo>
                  <a:pt x="260" y="31"/>
                  <a:pt x="259" y="34"/>
                  <a:pt x="261" y="36"/>
                </a:cubicBezTo>
                <a:cubicBezTo>
                  <a:pt x="261" y="36"/>
                  <a:pt x="261" y="37"/>
                  <a:pt x="261" y="37"/>
                </a:cubicBezTo>
                <a:cubicBezTo>
                  <a:pt x="261" y="37"/>
                  <a:pt x="260" y="37"/>
                  <a:pt x="260" y="37"/>
                </a:cubicBezTo>
                <a:cubicBezTo>
                  <a:pt x="259" y="36"/>
                  <a:pt x="257" y="35"/>
                  <a:pt x="256" y="34"/>
                </a:cubicBezTo>
                <a:cubicBezTo>
                  <a:pt x="255" y="34"/>
                  <a:pt x="254" y="35"/>
                  <a:pt x="253" y="34"/>
                </a:cubicBezTo>
                <a:cubicBezTo>
                  <a:pt x="252" y="32"/>
                  <a:pt x="252" y="34"/>
                  <a:pt x="251" y="34"/>
                </a:cubicBezTo>
                <a:cubicBezTo>
                  <a:pt x="252" y="35"/>
                  <a:pt x="250" y="37"/>
                  <a:pt x="252" y="38"/>
                </a:cubicBezTo>
                <a:close/>
                <a:moveTo>
                  <a:pt x="339" y="49"/>
                </a:moveTo>
                <a:cubicBezTo>
                  <a:pt x="339" y="49"/>
                  <a:pt x="339" y="49"/>
                  <a:pt x="339" y="49"/>
                </a:cubicBezTo>
                <a:cubicBezTo>
                  <a:pt x="339" y="48"/>
                  <a:pt x="340" y="47"/>
                  <a:pt x="339" y="47"/>
                </a:cubicBezTo>
                <a:cubicBezTo>
                  <a:pt x="339" y="47"/>
                  <a:pt x="339" y="47"/>
                  <a:pt x="339" y="47"/>
                </a:cubicBezTo>
                <a:cubicBezTo>
                  <a:pt x="338" y="45"/>
                  <a:pt x="338" y="44"/>
                  <a:pt x="336" y="43"/>
                </a:cubicBezTo>
                <a:cubicBezTo>
                  <a:pt x="335" y="42"/>
                  <a:pt x="333" y="41"/>
                  <a:pt x="332" y="41"/>
                </a:cubicBezTo>
                <a:cubicBezTo>
                  <a:pt x="330" y="42"/>
                  <a:pt x="329" y="43"/>
                  <a:pt x="329" y="44"/>
                </a:cubicBezTo>
                <a:cubicBezTo>
                  <a:pt x="328" y="46"/>
                  <a:pt x="328" y="49"/>
                  <a:pt x="329" y="51"/>
                </a:cubicBezTo>
                <a:cubicBezTo>
                  <a:pt x="329" y="53"/>
                  <a:pt x="327" y="54"/>
                  <a:pt x="325" y="54"/>
                </a:cubicBezTo>
                <a:cubicBezTo>
                  <a:pt x="321" y="54"/>
                  <a:pt x="320" y="54"/>
                  <a:pt x="319" y="57"/>
                </a:cubicBezTo>
                <a:cubicBezTo>
                  <a:pt x="319" y="57"/>
                  <a:pt x="319" y="57"/>
                  <a:pt x="319" y="57"/>
                </a:cubicBezTo>
                <a:cubicBezTo>
                  <a:pt x="317" y="59"/>
                  <a:pt x="316" y="61"/>
                  <a:pt x="314" y="63"/>
                </a:cubicBezTo>
                <a:cubicBezTo>
                  <a:pt x="314" y="64"/>
                  <a:pt x="314" y="65"/>
                  <a:pt x="314" y="65"/>
                </a:cubicBezTo>
                <a:cubicBezTo>
                  <a:pt x="316" y="67"/>
                  <a:pt x="317" y="69"/>
                  <a:pt x="318" y="71"/>
                </a:cubicBezTo>
                <a:cubicBezTo>
                  <a:pt x="318" y="72"/>
                  <a:pt x="319" y="72"/>
                  <a:pt x="320" y="72"/>
                </a:cubicBezTo>
                <a:cubicBezTo>
                  <a:pt x="322" y="71"/>
                  <a:pt x="323" y="69"/>
                  <a:pt x="325" y="70"/>
                </a:cubicBezTo>
                <a:cubicBezTo>
                  <a:pt x="326" y="70"/>
                  <a:pt x="327" y="70"/>
                  <a:pt x="327" y="69"/>
                </a:cubicBezTo>
                <a:cubicBezTo>
                  <a:pt x="328" y="69"/>
                  <a:pt x="328" y="69"/>
                  <a:pt x="328" y="69"/>
                </a:cubicBezTo>
                <a:cubicBezTo>
                  <a:pt x="329" y="69"/>
                  <a:pt x="329" y="69"/>
                  <a:pt x="330" y="69"/>
                </a:cubicBezTo>
                <a:cubicBezTo>
                  <a:pt x="330" y="69"/>
                  <a:pt x="330" y="69"/>
                  <a:pt x="330" y="69"/>
                </a:cubicBezTo>
                <a:cubicBezTo>
                  <a:pt x="332" y="67"/>
                  <a:pt x="335" y="66"/>
                  <a:pt x="336" y="63"/>
                </a:cubicBezTo>
                <a:cubicBezTo>
                  <a:pt x="337" y="62"/>
                  <a:pt x="338" y="61"/>
                  <a:pt x="338" y="60"/>
                </a:cubicBezTo>
                <a:cubicBezTo>
                  <a:pt x="340" y="58"/>
                  <a:pt x="339" y="55"/>
                  <a:pt x="338" y="53"/>
                </a:cubicBezTo>
                <a:cubicBezTo>
                  <a:pt x="338" y="53"/>
                  <a:pt x="339" y="52"/>
                  <a:pt x="339" y="52"/>
                </a:cubicBezTo>
                <a:cubicBezTo>
                  <a:pt x="340" y="51"/>
                  <a:pt x="340" y="50"/>
                  <a:pt x="339" y="49"/>
                </a:cubicBezTo>
                <a:close/>
                <a:moveTo>
                  <a:pt x="233" y="89"/>
                </a:moveTo>
                <a:cubicBezTo>
                  <a:pt x="232" y="86"/>
                  <a:pt x="232" y="85"/>
                  <a:pt x="229" y="86"/>
                </a:cubicBezTo>
                <a:cubicBezTo>
                  <a:pt x="228" y="86"/>
                  <a:pt x="227" y="87"/>
                  <a:pt x="228" y="89"/>
                </a:cubicBezTo>
                <a:cubicBezTo>
                  <a:pt x="228" y="90"/>
                  <a:pt x="228" y="90"/>
                  <a:pt x="227" y="91"/>
                </a:cubicBezTo>
                <a:cubicBezTo>
                  <a:pt x="226" y="91"/>
                  <a:pt x="225" y="92"/>
                  <a:pt x="224" y="92"/>
                </a:cubicBezTo>
                <a:cubicBezTo>
                  <a:pt x="222" y="92"/>
                  <a:pt x="222" y="93"/>
                  <a:pt x="222" y="95"/>
                </a:cubicBezTo>
                <a:cubicBezTo>
                  <a:pt x="223" y="97"/>
                  <a:pt x="225" y="97"/>
                  <a:pt x="227" y="98"/>
                </a:cubicBezTo>
                <a:cubicBezTo>
                  <a:pt x="227" y="99"/>
                  <a:pt x="228" y="98"/>
                  <a:pt x="229" y="98"/>
                </a:cubicBezTo>
                <a:cubicBezTo>
                  <a:pt x="229" y="98"/>
                  <a:pt x="229" y="98"/>
                  <a:pt x="229" y="98"/>
                </a:cubicBezTo>
                <a:cubicBezTo>
                  <a:pt x="229" y="98"/>
                  <a:pt x="229" y="98"/>
                  <a:pt x="229" y="98"/>
                </a:cubicBezTo>
                <a:cubicBezTo>
                  <a:pt x="229" y="98"/>
                  <a:pt x="229" y="98"/>
                  <a:pt x="229" y="98"/>
                </a:cubicBezTo>
                <a:cubicBezTo>
                  <a:pt x="229" y="98"/>
                  <a:pt x="229" y="98"/>
                  <a:pt x="229" y="98"/>
                </a:cubicBezTo>
                <a:cubicBezTo>
                  <a:pt x="230" y="98"/>
                  <a:pt x="231" y="98"/>
                  <a:pt x="231" y="98"/>
                </a:cubicBezTo>
                <a:cubicBezTo>
                  <a:pt x="231" y="98"/>
                  <a:pt x="231" y="98"/>
                  <a:pt x="231" y="98"/>
                </a:cubicBezTo>
                <a:cubicBezTo>
                  <a:pt x="231" y="98"/>
                  <a:pt x="231" y="98"/>
                  <a:pt x="231" y="98"/>
                </a:cubicBezTo>
                <a:cubicBezTo>
                  <a:pt x="232" y="99"/>
                  <a:pt x="233" y="99"/>
                  <a:pt x="234" y="98"/>
                </a:cubicBezTo>
                <a:cubicBezTo>
                  <a:pt x="234" y="98"/>
                  <a:pt x="234" y="97"/>
                  <a:pt x="234" y="96"/>
                </a:cubicBezTo>
                <a:cubicBezTo>
                  <a:pt x="234" y="96"/>
                  <a:pt x="234" y="96"/>
                  <a:pt x="234" y="96"/>
                </a:cubicBezTo>
                <a:cubicBezTo>
                  <a:pt x="234" y="96"/>
                  <a:pt x="234" y="96"/>
                  <a:pt x="234" y="96"/>
                </a:cubicBezTo>
                <a:cubicBezTo>
                  <a:pt x="234" y="95"/>
                  <a:pt x="235" y="95"/>
                  <a:pt x="235" y="96"/>
                </a:cubicBezTo>
                <a:cubicBezTo>
                  <a:pt x="236" y="96"/>
                  <a:pt x="236" y="96"/>
                  <a:pt x="237" y="95"/>
                </a:cubicBezTo>
                <a:cubicBezTo>
                  <a:pt x="238" y="94"/>
                  <a:pt x="237" y="93"/>
                  <a:pt x="236" y="93"/>
                </a:cubicBezTo>
                <a:cubicBezTo>
                  <a:pt x="235" y="91"/>
                  <a:pt x="233" y="90"/>
                  <a:pt x="233" y="89"/>
                </a:cubicBezTo>
                <a:close/>
                <a:moveTo>
                  <a:pt x="292" y="53"/>
                </a:moveTo>
                <a:cubicBezTo>
                  <a:pt x="292" y="53"/>
                  <a:pt x="291" y="54"/>
                  <a:pt x="292" y="54"/>
                </a:cubicBezTo>
                <a:cubicBezTo>
                  <a:pt x="294" y="55"/>
                  <a:pt x="295" y="58"/>
                  <a:pt x="297" y="58"/>
                </a:cubicBezTo>
                <a:cubicBezTo>
                  <a:pt x="298" y="59"/>
                  <a:pt x="299" y="59"/>
                  <a:pt x="299" y="58"/>
                </a:cubicBezTo>
                <a:cubicBezTo>
                  <a:pt x="299" y="58"/>
                  <a:pt x="299" y="58"/>
                  <a:pt x="299" y="58"/>
                </a:cubicBezTo>
                <a:cubicBezTo>
                  <a:pt x="301" y="58"/>
                  <a:pt x="302" y="57"/>
                  <a:pt x="302" y="55"/>
                </a:cubicBezTo>
                <a:cubicBezTo>
                  <a:pt x="303" y="54"/>
                  <a:pt x="304" y="52"/>
                  <a:pt x="305" y="51"/>
                </a:cubicBezTo>
                <a:cubicBezTo>
                  <a:pt x="306" y="50"/>
                  <a:pt x="306" y="50"/>
                  <a:pt x="305" y="49"/>
                </a:cubicBezTo>
                <a:cubicBezTo>
                  <a:pt x="305" y="49"/>
                  <a:pt x="305" y="49"/>
                  <a:pt x="305" y="49"/>
                </a:cubicBezTo>
                <a:cubicBezTo>
                  <a:pt x="305" y="49"/>
                  <a:pt x="305" y="48"/>
                  <a:pt x="305" y="47"/>
                </a:cubicBezTo>
                <a:cubicBezTo>
                  <a:pt x="306" y="46"/>
                  <a:pt x="305" y="46"/>
                  <a:pt x="304" y="46"/>
                </a:cubicBezTo>
                <a:cubicBezTo>
                  <a:pt x="303" y="45"/>
                  <a:pt x="302" y="45"/>
                  <a:pt x="301" y="46"/>
                </a:cubicBezTo>
                <a:cubicBezTo>
                  <a:pt x="297" y="47"/>
                  <a:pt x="295" y="50"/>
                  <a:pt x="292" y="53"/>
                </a:cubicBezTo>
                <a:close/>
                <a:moveTo>
                  <a:pt x="265" y="26"/>
                </a:moveTo>
                <a:cubicBezTo>
                  <a:pt x="265" y="26"/>
                  <a:pt x="266" y="26"/>
                  <a:pt x="266" y="26"/>
                </a:cubicBezTo>
                <a:cubicBezTo>
                  <a:pt x="267" y="27"/>
                  <a:pt x="268" y="27"/>
                  <a:pt x="269" y="27"/>
                </a:cubicBezTo>
                <a:cubicBezTo>
                  <a:pt x="269" y="27"/>
                  <a:pt x="269" y="27"/>
                  <a:pt x="269" y="27"/>
                </a:cubicBezTo>
                <a:cubicBezTo>
                  <a:pt x="269" y="27"/>
                  <a:pt x="269" y="27"/>
                  <a:pt x="269" y="27"/>
                </a:cubicBezTo>
                <a:cubicBezTo>
                  <a:pt x="270" y="28"/>
                  <a:pt x="271" y="29"/>
                  <a:pt x="272" y="30"/>
                </a:cubicBezTo>
                <a:cubicBezTo>
                  <a:pt x="273" y="30"/>
                  <a:pt x="273" y="30"/>
                  <a:pt x="274" y="30"/>
                </a:cubicBezTo>
                <a:cubicBezTo>
                  <a:pt x="274" y="30"/>
                  <a:pt x="274" y="30"/>
                  <a:pt x="274" y="30"/>
                </a:cubicBezTo>
                <a:cubicBezTo>
                  <a:pt x="274" y="30"/>
                  <a:pt x="274" y="30"/>
                  <a:pt x="274" y="30"/>
                </a:cubicBezTo>
                <a:cubicBezTo>
                  <a:pt x="276" y="31"/>
                  <a:pt x="277" y="29"/>
                  <a:pt x="278" y="28"/>
                </a:cubicBezTo>
                <a:cubicBezTo>
                  <a:pt x="279" y="27"/>
                  <a:pt x="279" y="26"/>
                  <a:pt x="278" y="26"/>
                </a:cubicBezTo>
                <a:cubicBezTo>
                  <a:pt x="278" y="26"/>
                  <a:pt x="278" y="26"/>
                  <a:pt x="278" y="26"/>
                </a:cubicBezTo>
                <a:cubicBezTo>
                  <a:pt x="277" y="25"/>
                  <a:pt x="277" y="23"/>
                  <a:pt x="275" y="23"/>
                </a:cubicBezTo>
                <a:cubicBezTo>
                  <a:pt x="273" y="23"/>
                  <a:pt x="273" y="22"/>
                  <a:pt x="272" y="21"/>
                </a:cubicBezTo>
                <a:cubicBezTo>
                  <a:pt x="272" y="20"/>
                  <a:pt x="272" y="19"/>
                  <a:pt x="272" y="19"/>
                </a:cubicBezTo>
                <a:cubicBezTo>
                  <a:pt x="272" y="19"/>
                  <a:pt x="272" y="19"/>
                  <a:pt x="272" y="19"/>
                </a:cubicBezTo>
                <a:cubicBezTo>
                  <a:pt x="272" y="19"/>
                  <a:pt x="272" y="19"/>
                  <a:pt x="272" y="19"/>
                </a:cubicBezTo>
                <a:cubicBezTo>
                  <a:pt x="270" y="19"/>
                  <a:pt x="269" y="19"/>
                  <a:pt x="268" y="20"/>
                </a:cubicBezTo>
                <a:cubicBezTo>
                  <a:pt x="268" y="20"/>
                  <a:pt x="267" y="20"/>
                  <a:pt x="267" y="20"/>
                </a:cubicBezTo>
                <a:cubicBezTo>
                  <a:pt x="265" y="20"/>
                  <a:pt x="263" y="20"/>
                  <a:pt x="264" y="22"/>
                </a:cubicBezTo>
                <a:cubicBezTo>
                  <a:pt x="264" y="23"/>
                  <a:pt x="264" y="23"/>
                  <a:pt x="264" y="23"/>
                </a:cubicBezTo>
                <a:cubicBezTo>
                  <a:pt x="263" y="24"/>
                  <a:pt x="263" y="25"/>
                  <a:pt x="263" y="25"/>
                </a:cubicBezTo>
                <a:cubicBezTo>
                  <a:pt x="264" y="26"/>
                  <a:pt x="264" y="26"/>
                  <a:pt x="265" y="26"/>
                </a:cubicBezTo>
                <a:close/>
                <a:moveTo>
                  <a:pt x="273" y="9"/>
                </a:moveTo>
                <a:cubicBezTo>
                  <a:pt x="274" y="10"/>
                  <a:pt x="274" y="11"/>
                  <a:pt x="275" y="11"/>
                </a:cubicBezTo>
                <a:cubicBezTo>
                  <a:pt x="276" y="10"/>
                  <a:pt x="278" y="10"/>
                  <a:pt x="278" y="9"/>
                </a:cubicBezTo>
                <a:cubicBezTo>
                  <a:pt x="279" y="9"/>
                  <a:pt x="280" y="9"/>
                  <a:pt x="280" y="9"/>
                </a:cubicBezTo>
                <a:cubicBezTo>
                  <a:pt x="280" y="9"/>
                  <a:pt x="280" y="9"/>
                  <a:pt x="280" y="9"/>
                </a:cubicBezTo>
                <a:cubicBezTo>
                  <a:pt x="280" y="9"/>
                  <a:pt x="280" y="9"/>
                  <a:pt x="280" y="9"/>
                </a:cubicBezTo>
                <a:cubicBezTo>
                  <a:pt x="281" y="9"/>
                  <a:pt x="281" y="9"/>
                  <a:pt x="281" y="9"/>
                </a:cubicBezTo>
                <a:cubicBezTo>
                  <a:pt x="281" y="9"/>
                  <a:pt x="281" y="9"/>
                  <a:pt x="281" y="9"/>
                </a:cubicBezTo>
                <a:cubicBezTo>
                  <a:pt x="282" y="9"/>
                  <a:pt x="283" y="9"/>
                  <a:pt x="283" y="9"/>
                </a:cubicBezTo>
                <a:cubicBezTo>
                  <a:pt x="283" y="9"/>
                  <a:pt x="283" y="9"/>
                  <a:pt x="283" y="9"/>
                </a:cubicBezTo>
                <a:cubicBezTo>
                  <a:pt x="285" y="8"/>
                  <a:pt x="286" y="7"/>
                  <a:pt x="285" y="6"/>
                </a:cubicBezTo>
                <a:cubicBezTo>
                  <a:pt x="285" y="5"/>
                  <a:pt x="285" y="5"/>
                  <a:pt x="285" y="5"/>
                </a:cubicBezTo>
                <a:cubicBezTo>
                  <a:pt x="286" y="4"/>
                  <a:pt x="286" y="3"/>
                  <a:pt x="285" y="2"/>
                </a:cubicBezTo>
                <a:cubicBezTo>
                  <a:pt x="285" y="2"/>
                  <a:pt x="285" y="2"/>
                  <a:pt x="285" y="2"/>
                </a:cubicBezTo>
                <a:cubicBezTo>
                  <a:pt x="283" y="0"/>
                  <a:pt x="281" y="0"/>
                  <a:pt x="279" y="1"/>
                </a:cubicBezTo>
                <a:cubicBezTo>
                  <a:pt x="278" y="2"/>
                  <a:pt x="277" y="2"/>
                  <a:pt x="276" y="2"/>
                </a:cubicBezTo>
                <a:cubicBezTo>
                  <a:pt x="274" y="2"/>
                  <a:pt x="273" y="3"/>
                  <a:pt x="274" y="5"/>
                </a:cubicBezTo>
                <a:cubicBezTo>
                  <a:pt x="274" y="6"/>
                  <a:pt x="274" y="6"/>
                  <a:pt x="274" y="7"/>
                </a:cubicBezTo>
                <a:cubicBezTo>
                  <a:pt x="273" y="7"/>
                  <a:pt x="273" y="8"/>
                  <a:pt x="273" y="9"/>
                </a:cubicBezTo>
                <a:close/>
                <a:moveTo>
                  <a:pt x="260" y="74"/>
                </a:moveTo>
                <a:cubicBezTo>
                  <a:pt x="261" y="74"/>
                  <a:pt x="262" y="74"/>
                  <a:pt x="262" y="74"/>
                </a:cubicBezTo>
                <a:cubicBezTo>
                  <a:pt x="262" y="74"/>
                  <a:pt x="262" y="74"/>
                  <a:pt x="262" y="74"/>
                </a:cubicBezTo>
                <a:cubicBezTo>
                  <a:pt x="264" y="74"/>
                  <a:pt x="264" y="72"/>
                  <a:pt x="265" y="71"/>
                </a:cubicBezTo>
                <a:cubicBezTo>
                  <a:pt x="265" y="71"/>
                  <a:pt x="265" y="71"/>
                  <a:pt x="265" y="70"/>
                </a:cubicBezTo>
                <a:cubicBezTo>
                  <a:pt x="265" y="70"/>
                  <a:pt x="265" y="70"/>
                  <a:pt x="265" y="70"/>
                </a:cubicBezTo>
                <a:cubicBezTo>
                  <a:pt x="265" y="70"/>
                  <a:pt x="265" y="70"/>
                  <a:pt x="265" y="70"/>
                </a:cubicBezTo>
                <a:cubicBezTo>
                  <a:pt x="266" y="71"/>
                  <a:pt x="269" y="70"/>
                  <a:pt x="270" y="69"/>
                </a:cubicBezTo>
                <a:cubicBezTo>
                  <a:pt x="271" y="67"/>
                  <a:pt x="272" y="65"/>
                  <a:pt x="271" y="64"/>
                </a:cubicBezTo>
                <a:cubicBezTo>
                  <a:pt x="270" y="63"/>
                  <a:pt x="271" y="63"/>
                  <a:pt x="271" y="63"/>
                </a:cubicBezTo>
                <a:cubicBezTo>
                  <a:pt x="271" y="62"/>
                  <a:pt x="271" y="62"/>
                  <a:pt x="272" y="62"/>
                </a:cubicBezTo>
                <a:cubicBezTo>
                  <a:pt x="272" y="62"/>
                  <a:pt x="272" y="62"/>
                  <a:pt x="272" y="62"/>
                </a:cubicBezTo>
                <a:cubicBezTo>
                  <a:pt x="272" y="62"/>
                  <a:pt x="272" y="62"/>
                  <a:pt x="272" y="62"/>
                </a:cubicBezTo>
                <a:cubicBezTo>
                  <a:pt x="273" y="61"/>
                  <a:pt x="274" y="59"/>
                  <a:pt x="276" y="58"/>
                </a:cubicBezTo>
                <a:cubicBezTo>
                  <a:pt x="277" y="57"/>
                  <a:pt x="276" y="57"/>
                  <a:pt x="276" y="57"/>
                </a:cubicBezTo>
                <a:cubicBezTo>
                  <a:pt x="275" y="56"/>
                  <a:pt x="275" y="56"/>
                  <a:pt x="274" y="56"/>
                </a:cubicBezTo>
                <a:cubicBezTo>
                  <a:pt x="274" y="55"/>
                  <a:pt x="274" y="55"/>
                  <a:pt x="274" y="55"/>
                </a:cubicBezTo>
                <a:cubicBezTo>
                  <a:pt x="274" y="55"/>
                  <a:pt x="274" y="55"/>
                  <a:pt x="274" y="55"/>
                </a:cubicBezTo>
                <a:cubicBezTo>
                  <a:pt x="274" y="55"/>
                  <a:pt x="274" y="55"/>
                  <a:pt x="274" y="55"/>
                </a:cubicBezTo>
                <a:cubicBezTo>
                  <a:pt x="275" y="55"/>
                  <a:pt x="275" y="54"/>
                  <a:pt x="275" y="54"/>
                </a:cubicBezTo>
                <a:cubicBezTo>
                  <a:pt x="274" y="54"/>
                  <a:pt x="274" y="53"/>
                  <a:pt x="273" y="54"/>
                </a:cubicBezTo>
                <a:cubicBezTo>
                  <a:pt x="273" y="54"/>
                  <a:pt x="273" y="54"/>
                  <a:pt x="273" y="55"/>
                </a:cubicBezTo>
                <a:cubicBezTo>
                  <a:pt x="273" y="55"/>
                  <a:pt x="273" y="55"/>
                  <a:pt x="273" y="55"/>
                </a:cubicBezTo>
                <a:cubicBezTo>
                  <a:pt x="273" y="55"/>
                  <a:pt x="273" y="55"/>
                  <a:pt x="273" y="55"/>
                </a:cubicBezTo>
                <a:cubicBezTo>
                  <a:pt x="272" y="55"/>
                  <a:pt x="272" y="54"/>
                  <a:pt x="272" y="54"/>
                </a:cubicBezTo>
                <a:cubicBezTo>
                  <a:pt x="270" y="53"/>
                  <a:pt x="270" y="51"/>
                  <a:pt x="269" y="50"/>
                </a:cubicBezTo>
                <a:cubicBezTo>
                  <a:pt x="267" y="49"/>
                  <a:pt x="264" y="49"/>
                  <a:pt x="262" y="47"/>
                </a:cubicBezTo>
                <a:cubicBezTo>
                  <a:pt x="262" y="47"/>
                  <a:pt x="262" y="47"/>
                  <a:pt x="261" y="47"/>
                </a:cubicBezTo>
                <a:cubicBezTo>
                  <a:pt x="260" y="48"/>
                  <a:pt x="258" y="47"/>
                  <a:pt x="257" y="46"/>
                </a:cubicBezTo>
                <a:cubicBezTo>
                  <a:pt x="257" y="48"/>
                  <a:pt x="260" y="49"/>
                  <a:pt x="261" y="50"/>
                </a:cubicBezTo>
                <a:cubicBezTo>
                  <a:pt x="263" y="51"/>
                  <a:pt x="264" y="52"/>
                  <a:pt x="264" y="53"/>
                </a:cubicBezTo>
                <a:cubicBezTo>
                  <a:pt x="264" y="54"/>
                  <a:pt x="265" y="55"/>
                  <a:pt x="265" y="56"/>
                </a:cubicBezTo>
                <a:cubicBezTo>
                  <a:pt x="266" y="56"/>
                  <a:pt x="267" y="57"/>
                  <a:pt x="267" y="58"/>
                </a:cubicBezTo>
                <a:cubicBezTo>
                  <a:pt x="267" y="59"/>
                  <a:pt x="268" y="60"/>
                  <a:pt x="269" y="61"/>
                </a:cubicBezTo>
                <a:cubicBezTo>
                  <a:pt x="269" y="61"/>
                  <a:pt x="268" y="61"/>
                  <a:pt x="268" y="61"/>
                </a:cubicBezTo>
                <a:cubicBezTo>
                  <a:pt x="268" y="61"/>
                  <a:pt x="268" y="61"/>
                  <a:pt x="268" y="61"/>
                </a:cubicBezTo>
                <a:cubicBezTo>
                  <a:pt x="267" y="60"/>
                  <a:pt x="264" y="60"/>
                  <a:pt x="263" y="58"/>
                </a:cubicBezTo>
                <a:cubicBezTo>
                  <a:pt x="262" y="56"/>
                  <a:pt x="261" y="54"/>
                  <a:pt x="258" y="52"/>
                </a:cubicBezTo>
                <a:cubicBezTo>
                  <a:pt x="257" y="51"/>
                  <a:pt x="256" y="50"/>
                  <a:pt x="254" y="51"/>
                </a:cubicBezTo>
                <a:cubicBezTo>
                  <a:pt x="253" y="52"/>
                  <a:pt x="251" y="52"/>
                  <a:pt x="251" y="51"/>
                </a:cubicBezTo>
                <a:cubicBezTo>
                  <a:pt x="249" y="50"/>
                  <a:pt x="248" y="48"/>
                  <a:pt x="245" y="47"/>
                </a:cubicBezTo>
                <a:cubicBezTo>
                  <a:pt x="245" y="47"/>
                  <a:pt x="245" y="46"/>
                  <a:pt x="244" y="46"/>
                </a:cubicBezTo>
                <a:cubicBezTo>
                  <a:pt x="244" y="46"/>
                  <a:pt x="244" y="47"/>
                  <a:pt x="244" y="47"/>
                </a:cubicBezTo>
                <a:cubicBezTo>
                  <a:pt x="244" y="48"/>
                  <a:pt x="243" y="49"/>
                  <a:pt x="243" y="50"/>
                </a:cubicBezTo>
                <a:cubicBezTo>
                  <a:pt x="242" y="51"/>
                  <a:pt x="242" y="51"/>
                  <a:pt x="243" y="52"/>
                </a:cubicBezTo>
                <a:cubicBezTo>
                  <a:pt x="244" y="52"/>
                  <a:pt x="246" y="53"/>
                  <a:pt x="246" y="54"/>
                </a:cubicBezTo>
                <a:cubicBezTo>
                  <a:pt x="246" y="55"/>
                  <a:pt x="247" y="56"/>
                  <a:pt x="248" y="56"/>
                </a:cubicBezTo>
                <a:cubicBezTo>
                  <a:pt x="250" y="55"/>
                  <a:pt x="254" y="58"/>
                  <a:pt x="254" y="60"/>
                </a:cubicBezTo>
                <a:cubicBezTo>
                  <a:pt x="254" y="61"/>
                  <a:pt x="255" y="62"/>
                  <a:pt x="256" y="63"/>
                </a:cubicBezTo>
                <a:cubicBezTo>
                  <a:pt x="257" y="63"/>
                  <a:pt x="258" y="64"/>
                  <a:pt x="259" y="64"/>
                </a:cubicBezTo>
                <a:cubicBezTo>
                  <a:pt x="263" y="64"/>
                  <a:pt x="264" y="66"/>
                  <a:pt x="265" y="69"/>
                </a:cubicBezTo>
                <a:cubicBezTo>
                  <a:pt x="264" y="69"/>
                  <a:pt x="264" y="69"/>
                  <a:pt x="264" y="69"/>
                </a:cubicBezTo>
                <a:cubicBezTo>
                  <a:pt x="263" y="69"/>
                  <a:pt x="263" y="68"/>
                  <a:pt x="262" y="67"/>
                </a:cubicBezTo>
                <a:cubicBezTo>
                  <a:pt x="262" y="66"/>
                  <a:pt x="261" y="65"/>
                  <a:pt x="260" y="66"/>
                </a:cubicBezTo>
                <a:cubicBezTo>
                  <a:pt x="259" y="66"/>
                  <a:pt x="257" y="66"/>
                  <a:pt x="256" y="66"/>
                </a:cubicBezTo>
                <a:cubicBezTo>
                  <a:pt x="255" y="66"/>
                  <a:pt x="254" y="66"/>
                  <a:pt x="254" y="67"/>
                </a:cubicBezTo>
                <a:cubicBezTo>
                  <a:pt x="253" y="68"/>
                  <a:pt x="253" y="68"/>
                  <a:pt x="251" y="68"/>
                </a:cubicBezTo>
                <a:cubicBezTo>
                  <a:pt x="251" y="68"/>
                  <a:pt x="251" y="69"/>
                  <a:pt x="251" y="70"/>
                </a:cubicBezTo>
                <a:cubicBezTo>
                  <a:pt x="251" y="70"/>
                  <a:pt x="251" y="70"/>
                  <a:pt x="252" y="70"/>
                </a:cubicBezTo>
                <a:cubicBezTo>
                  <a:pt x="252" y="70"/>
                  <a:pt x="252" y="69"/>
                  <a:pt x="253" y="70"/>
                </a:cubicBezTo>
                <a:cubicBezTo>
                  <a:pt x="252" y="73"/>
                  <a:pt x="252" y="73"/>
                  <a:pt x="255" y="74"/>
                </a:cubicBezTo>
                <a:cubicBezTo>
                  <a:pt x="256" y="74"/>
                  <a:pt x="258" y="74"/>
                  <a:pt x="260" y="74"/>
                </a:cubicBezTo>
                <a:close/>
                <a:moveTo>
                  <a:pt x="241" y="64"/>
                </a:moveTo>
                <a:cubicBezTo>
                  <a:pt x="242" y="64"/>
                  <a:pt x="243" y="64"/>
                  <a:pt x="243" y="64"/>
                </a:cubicBezTo>
                <a:cubicBezTo>
                  <a:pt x="243" y="65"/>
                  <a:pt x="244" y="66"/>
                  <a:pt x="244" y="67"/>
                </a:cubicBezTo>
                <a:cubicBezTo>
                  <a:pt x="245" y="68"/>
                  <a:pt x="246" y="69"/>
                  <a:pt x="246" y="68"/>
                </a:cubicBezTo>
                <a:cubicBezTo>
                  <a:pt x="247" y="68"/>
                  <a:pt x="248" y="68"/>
                  <a:pt x="249" y="67"/>
                </a:cubicBezTo>
                <a:cubicBezTo>
                  <a:pt x="250" y="67"/>
                  <a:pt x="251" y="67"/>
                  <a:pt x="251" y="67"/>
                </a:cubicBezTo>
                <a:cubicBezTo>
                  <a:pt x="251" y="67"/>
                  <a:pt x="251" y="67"/>
                  <a:pt x="251" y="67"/>
                </a:cubicBezTo>
                <a:cubicBezTo>
                  <a:pt x="252" y="66"/>
                  <a:pt x="252" y="66"/>
                  <a:pt x="253" y="66"/>
                </a:cubicBezTo>
                <a:cubicBezTo>
                  <a:pt x="254" y="66"/>
                  <a:pt x="255" y="66"/>
                  <a:pt x="255" y="65"/>
                </a:cubicBezTo>
                <a:cubicBezTo>
                  <a:pt x="255" y="64"/>
                  <a:pt x="254" y="64"/>
                  <a:pt x="253" y="63"/>
                </a:cubicBezTo>
                <a:cubicBezTo>
                  <a:pt x="252" y="62"/>
                  <a:pt x="250" y="62"/>
                  <a:pt x="249" y="60"/>
                </a:cubicBezTo>
                <a:cubicBezTo>
                  <a:pt x="248" y="58"/>
                  <a:pt x="247" y="59"/>
                  <a:pt x="246" y="60"/>
                </a:cubicBezTo>
                <a:cubicBezTo>
                  <a:pt x="246" y="61"/>
                  <a:pt x="245" y="61"/>
                  <a:pt x="245" y="60"/>
                </a:cubicBezTo>
                <a:cubicBezTo>
                  <a:pt x="244" y="59"/>
                  <a:pt x="244" y="59"/>
                  <a:pt x="243" y="60"/>
                </a:cubicBezTo>
                <a:cubicBezTo>
                  <a:pt x="242" y="60"/>
                  <a:pt x="241" y="60"/>
                  <a:pt x="240" y="60"/>
                </a:cubicBezTo>
                <a:cubicBezTo>
                  <a:pt x="238" y="60"/>
                  <a:pt x="238" y="62"/>
                  <a:pt x="238" y="63"/>
                </a:cubicBezTo>
                <a:cubicBezTo>
                  <a:pt x="238" y="64"/>
                  <a:pt x="239" y="65"/>
                  <a:pt x="241" y="64"/>
                </a:cubicBezTo>
                <a:close/>
                <a:moveTo>
                  <a:pt x="474" y="56"/>
                </a:moveTo>
                <a:cubicBezTo>
                  <a:pt x="469" y="52"/>
                  <a:pt x="464" y="53"/>
                  <a:pt x="462" y="59"/>
                </a:cubicBezTo>
                <a:cubicBezTo>
                  <a:pt x="462" y="60"/>
                  <a:pt x="462" y="61"/>
                  <a:pt x="463" y="62"/>
                </a:cubicBezTo>
                <a:cubicBezTo>
                  <a:pt x="465" y="62"/>
                  <a:pt x="467" y="62"/>
                  <a:pt x="470" y="62"/>
                </a:cubicBezTo>
                <a:cubicBezTo>
                  <a:pt x="470" y="62"/>
                  <a:pt x="470" y="62"/>
                  <a:pt x="470" y="62"/>
                </a:cubicBezTo>
                <a:cubicBezTo>
                  <a:pt x="471" y="61"/>
                  <a:pt x="473" y="60"/>
                  <a:pt x="474" y="58"/>
                </a:cubicBezTo>
                <a:cubicBezTo>
                  <a:pt x="474" y="57"/>
                  <a:pt x="474" y="57"/>
                  <a:pt x="474" y="56"/>
                </a:cubicBezTo>
                <a:close/>
                <a:moveTo>
                  <a:pt x="290" y="103"/>
                </a:moveTo>
                <a:cubicBezTo>
                  <a:pt x="290" y="102"/>
                  <a:pt x="288" y="102"/>
                  <a:pt x="287" y="102"/>
                </a:cubicBezTo>
                <a:cubicBezTo>
                  <a:pt x="285" y="102"/>
                  <a:pt x="281" y="104"/>
                  <a:pt x="281" y="105"/>
                </a:cubicBezTo>
                <a:cubicBezTo>
                  <a:pt x="280" y="106"/>
                  <a:pt x="281" y="106"/>
                  <a:pt x="281" y="106"/>
                </a:cubicBezTo>
                <a:cubicBezTo>
                  <a:pt x="283" y="107"/>
                  <a:pt x="284" y="108"/>
                  <a:pt x="285" y="110"/>
                </a:cubicBezTo>
                <a:cubicBezTo>
                  <a:pt x="286" y="111"/>
                  <a:pt x="286" y="110"/>
                  <a:pt x="287" y="109"/>
                </a:cubicBezTo>
                <a:cubicBezTo>
                  <a:pt x="288" y="109"/>
                  <a:pt x="288" y="110"/>
                  <a:pt x="289" y="109"/>
                </a:cubicBezTo>
                <a:cubicBezTo>
                  <a:pt x="289" y="109"/>
                  <a:pt x="289" y="109"/>
                  <a:pt x="289" y="109"/>
                </a:cubicBezTo>
                <a:cubicBezTo>
                  <a:pt x="289" y="109"/>
                  <a:pt x="289" y="109"/>
                  <a:pt x="289" y="109"/>
                </a:cubicBezTo>
                <a:cubicBezTo>
                  <a:pt x="289" y="109"/>
                  <a:pt x="289" y="108"/>
                  <a:pt x="290" y="108"/>
                </a:cubicBezTo>
                <a:cubicBezTo>
                  <a:pt x="292" y="106"/>
                  <a:pt x="290" y="105"/>
                  <a:pt x="290" y="103"/>
                </a:cubicBezTo>
                <a:close/>
                <a:moveTo>
                  <a:pt x="592" y="106"/>
                </a:moveTo>
                <a:cubicBezTo>
                  <a:pt x="590" y="104"/>
                  <a:pt x="588" y="103"/>
                  <a:pt x="586" y="101"/>
                </a:cubicBezTo>
                <a:cubicBezTo>
                  <a:pt x="585" y="100"/>
                  <a:pt x="585" y="100"/>
                  <a:pt x="585" y="99"/>
                </a:cubicBezTo>
                <a:cubicBezTo>
                  <a:pt x="586" y="98"/>
                  <a:pt x="586" y="98"/>
                  <a:pt x="585" y="97"/>
                </a:cubicBezTo>
                <a:cubicBezTo>
                  <a:pt x="584" y="96"/>
                  <a:pt x="583" y="95"/>
                  <a:pt x="582" y="95"/>
                </a:cubicBezTo>
                <a:cubicBezTo>
                  <a:pt x="582" y="95"/>
                  <a:pt x="582" y="95"/>
                  <a:pt x="582" y="95"/>
                </a:cubicBezTo>
                <a:cubicBezTo>
                  <a:pt x="581" y="95"/>
                  <a:pt x="581" y="95"/>
                  <a:pt x="581" y="95"/>
                </a:cubicBezTo>
                <a:cubicBezTo>
                  <a:pt x="580" y="95"/>
                  <a:pt x="580" y="94"/>
                  <a:pt x="580" y="94"/>
                </a:cubicBezTo>
                <a:cubicBezTo>
                  <a:pt x="580" y="93"/>
                  <a:pt x="580" y="93"/>
                  <a:pt x="581" y="93"/>
                </a:cubicBezTo>
                <a:cubicBezTo>
                  <a:pt x="584" y="92"/>
                  <a:pt x="587" y="91"/>
                  <a:pt x="589" y="95"/>
                </a:cubicBezTo>
                <a:cubicBezTo>
                  <a:pt x="590" y="92"/>
                  <a:pt x="589" y="92"/>
                  <a:pt x="587" y="91"/>
                </a:cubicBezTo>
                <a:cubicBezTo>
                  <a:pt x="587" y="91"/>
                  <a:pt x="587" y="91"/>
                  <a:pt x="587" y="91"/>
                </a:cubicBezTo>
                <a:cubicBezTo>
                  <a:pt x="585" y="90"/>
                  <a:pt x="583" y="91"/>
                  <a:pt x="581" y="91"/>
                </a:cubicBezTo>
                <a:cubicBezTo>
                  <a:pt x="581" y="91"/>
                  <a:pt x="580" y="92"/>
                  <a:pt x="580" y="91"/>
                </a:cubicBezTo>
                <a:cubicBezTo>
                  <a:pt x="580" y="90"/>
                  <a:pt x="580" y="90"/>
                  <a:pt x="579" y="90"/>
                </a:cubicBezTo>
                <a:cubicBezTo>
                  <a:pt x="578" y="90"/>
                  <a:pt x="578" y="90"/>
                  <a:pt x="577" y="90"/>
                </a:cubicBezTo>
                <a:cubicBezTo>
                  <a:pt x="578" y="89"/>
                  <a:pt x="577" y="87"/>
                  <a:pt x="579" y="89"/>
                </a:cubicBezTo>
                <a:cubicBezTo>
                  <a:pt x="581" y="90"/>
                  <a:pt x="583" y="89"/>
                  <a:pt x="584" y="87"/>
                </a:cubicBezTo>
                <a:cubicBezTo>
                  <a:pt x="584" y="87"/>
                  <a:pt x="584" y="87"/>
                  <a:pt x="583" y="87"/>
                </a:cubicBezTo>
                <a:cubicBezTo>
                  <a:pt x="583" y="87"/>
                  <a:pt x="583" y="87"/>
                  <a:pt x="583" y="87"/>
                </a:cubicBezTo>
                <a:cubicBezTo>
                  <a:pt x="582" y="87"/>
                  <a:pt x="582" y="87"/>
                  <a:pt x="581" y="86"/>
                </a:cubicBezTo>
                <a:cubicBezTo>
                  <a:pt x="580" y="86"/>
                  <a:pt x="579" y="86"/>
                  <a:pt x="578" y="85"/>
                </a:cubicBezTo>
                <a:cubicBezTo>
                  <a:pt x="580" y="85"/>
                  <a:pt x="581" y="85"/>
                  <a:pt x="581" y="83"/>
                </a:cubicBezTo>
                <a:cubicBezTo>
                  <a:pt x="581" y="82"/>
                  <a:pt x="582" y="82"/>
                  <a:pt x="582" y="82"/>
                </a:cubicBezTo>
                <a:cubicBezTo>
                  <a:pt x="583" y="82"/>
                  <a:pt x="584" y="82"/>
                  <a:pt x="585" y="81"/>
                </a:cubicBezTo>
                <a:cubicBezTo>
                  <a:pt x="585" y="81"/>
                  <a:pt x="585" y="81"/>
                  <a:pt x="585" y="81"/>
                </a:cubicBezTo>
                <a:cubicBezTo>
                  <a:pt x="584" y="81"/>
                  <a:pt x="584" y="81"/>
                  <a:pt x="583" y="80"/>
                </a:cubicBezTo>
                <a:cubicBezTo>
                  <a:pt x="583" y="80"/>
                  <a:pt x="583" y="80"/>
                  <a:pt x="583" y="80"/>
                </a:cubicBezTo>
                <a:cubicBezTo>
                  <a:pt x="585" y="79"/>
                  <a:pt x="585" y="78"/>
                  <a:pt x="585" y="76"/>
                </a:cubicBezTo>
                <a:cubicBezTo>
                  <a:pt x="585" y="74"/>
                  <a:pt x="586" y="72"/>
                  <a:pt x="587" y="71"/>
                </a:cubicBezTo>
                <a:cubicBezTo>
                  <a:pt x="587" y="70"/>
                  <a:pt x="588" y="69"/>
                  <a:pt x="589" y="68"/>
                </a:cubicBezTo>
                <a:cubicBezTo>
                  <a:pt x="590" y="68"/>
                  <a:pt x="588" y="67"/>
                  <a:pt x="589" y="67"/>
                </a:cubicBezTo>
                <a:cubicBezTo>
                  <a:pt x="589" y="67"/>
                  <a:pt x="589" y="67"/>
                  <a:pt x="589" y="67"/>
                </a:cubicBezTo>
                <a:cubicBezTo>
                  <a:pt x="589" y="66"/>
                  <a:pt x="590" y="65"/>
                  <a:pt x="589" y="64"/>
                </a:cubicBezTo>
                <a:cubicBezTo>
                  <a:pt x="588" y="65"/>
                  <a:pt x="588" y="67"/>
                  <a:pt x="587" y="67"/>
                </a:cubicBezTo>
                <a:cubicBezTo>
                  <a:pt x="586" y="68"/>
                  <a:pt x="586" y="68"/>
                  <a:pt x="585" y="68"/>
                </a:cubicBezTo>
                <a:cubicBezTo>
                  <a:pt x="584" y="68"/>
                  <a:pt x="583" y="68"/>
                  <a:pt x="583" y="68"/>
                </a:cubicBezTo>
                <a:cubicBezTo>
                  <a:pt x="582" y="67"/>
                  <a:pt x="583" y="66"/>
                  <a:pt x="584" y="66"/>
                </a:cubicBezTo>
                <a:cubicBezTo>
                  <a:pt x="584" y="65"/>
                  <a:pt x="585" y="64"/>
                  <a:pt x="585" y="63"/>
                </a:cubicBezTo>
                <a:cubicBezTo>
                  <a:pt x="585" y="62"/>
                  <a:pt x="585" y="62"/>
                  <a:pt x="585" y="61"/>
                </a:cubicBezTo>
                <a:cubicBezTo>
                  <a:pt x="587" y="60"/>
                  <a:pt x="589" y="59"/>
                  <a:pt x="588" y="56"/>
                </a:cubicBezTo>
                <a:cubicBezTo>
                  <a:pt x="587" y="55"/>
                  <a:pt x="589" y="55"/>
                  <a:pt x="589" y="55"/>
                </a:cubicBezTo>
                <a:cubicBezTo>
                  <a:pt x="590" y="54"/>
                  <a:pt x="591" y="52"/>
                  <a:pt x="593" y="53"/>
                </a:cubicBezTo>
                <a:cubicBezTo>
                  <a:pt x="593" y="53"/>
                  <a:pt x="593" y="53"/>
                  <a:pt x="593" y="53"/>
                </a:cubicBezTo>
                <a:cubicBezTo>
                  <a:pt x="593" y="51"/>
                  <a:pt x="594" y="51"/>
                  <a:pt x="595" y="50"/>
                </a:cubicBezTo>
                <a:cubicBezTo>
                  <a:pt x="597" y="49"/>
                  <a:pt x="598" y="48"/>
                  <a:pt x="600" y="47"/>
                </a:cubicBezTo>
                <a:cubicBezTo>
                  <a:pt x="603" y="47"/>
                  <a:pt x="604" y="44"/>
                  <a:pt x="606" y="42"/>
                </a:cubicBezTo>
                <a:cubicBezTo>
                  <a:pt x="607" y="41"/>
                  <a:pt x="608" y="41"/>
                  <a:pt x="609" y="41"/>
                </a:cubicBezTo>
                <a:cubicBezTo>
                  <a:pt x="609" y="41"/>
                  <a:pt x="610" y="41"/>
                  <a:pt x="610" y="40"/>
                </a:cubicBezTo>
                <a:cubicBezTo>
                  <a:pt x="610" y="40"/>
                  <a:pt x="609" y="40"/>
                  <a:pt x="609" y="40"/>
                </a:cubicBezTo>
                <a:cubicBezTo>
                  <a:pt x="609" y="40"/>
                  <a:pt x="609" y="40"/>
                  <a:pt x="609" y="40"/>
                </a:cubicBezTo>
                <a:cubicBezTo>
                  <a:pt x="609" y="40"/>
                  <a:pt x="609" y="40"/>
                  <a:pt x="609" y="40"/>
                </a:cubicBezTo>
                <a:cubicBezTo>
                  <a:pt x="609" y="40"/>
                  <a:pt x="608" y="40"/>
                  <a:pt x="607" y="40"/>
                </a:cubicBezTo>
                <a:cubicBezTo>
                  <a:pt x="606" y="40"/>
                  <a:pt x="605" y="40"/>
                  <a:pt x="606" y="38"/>
                </a:cubicBezTo>
                <a:cubicBezTo>
                  <a:pt x="606" y="38"/>
                  <a:pt x="606" y="38"/>
                  <a:pt x="606" y="38"/>
                </a:cubicBezTo>
                <a:cubicBezTo>
                  <a:pt x="606" y="37"/>
                  <a:pt x="607" y="37"/>
                  <a:pt x="608" y="37"/>
                </a:cubicBezTo>
                <a:cubicBezTo>
                  <a:pt x="610" y="36"/>
                  <a:pt x="611" y="36"/>
                  <a:pt x="613" y="38"/>
                </a:cubicBezTo>
                <a:cubicBezTo>
                  <a:pt x="613" y="39"/>
                  <a:pt x="613" y="40"/>
                  <a:pt x="613" y="41"/>
                </a:cubicBezTo>
                <a:cubicBezTo>
                  <a:pt x="613" y="41"/>
                  <a:pt x="613" y="41"/>
                  <a:pt x="613" y="41"/>
                </a:cubicBezTo>
                <a:cubicBezTo>
                  <a:pt x="613" y="41"/>
                  <a:pt x="613" y="41"/>
                  <a:pt x="613" y="41"/>
                </a:cubicBezTo>
                <a:cubicBezTo>
                  <a:pt x="612" y="41"/>
                  <a:pt x="611" y="42"/>
                  <a:pt x="613" y="42"/>
                </a:cubicBezTo>
                <a:cubicBezTo>
                  <a:pt x="614" y="42"/>
                  <a:pt x="614" y="44"/>
                  <a:pt x="615" y="44"/>
                </a:cubicBezTo>
                <a:cubicBezTo>
                  <a:pt x="615" y="44"/>
                  <a:pt x="615" y="44"/>
                  <a:pt x="615" y="44"/>
                </a:cubicBezTo>
                <a:cubicBezTo>
                  <a:pt x="615" y="44"/>
                  <a:pt x="615" y="44"/>
                  <a:pt x="615" y="44"/>
                </a:cubicBezTo>
                <a:cubicBezTo>
                  <a:pt x="616" y="44"/>
                  <a:pt x="615" y="45"/>
                  <a:pt x="616" y="46"/>
                </a:cubicBezTo>
                <a:cubicBezTo>
                  <a:pt x="616" y="47"/>
                  <a:pt x="617" y="48"/>
                  <a:pt x="618" y="49"/>
                </a:cubicBezTo>
                <a:cubicBezTo>
                  <a:pt x="618" y="49"/>
                  <a:pt x="618" y="49"/>
                  <a:pt x="618" y="49"/>
                </a:cubicBezTo>
                <a:cubicBezTo>
                  <a:pt x="619" y="50"/>
                  <a:pt x="618" y="51"/>
                  <a:pt x="618" y="51"/>
                </a:cubicBezTo>
                <a:cubicBezTo>
                  <a:pt x="619" y="52"/>
                  <a:pt x="619" y="52"/>
                  <a:pt x="620" y="53"/>
                </a:cubicBezTo>
                <a:cubicBezTo>
                  <a:pt x="620" y="53"/>
                  <a:pt x="620" y="53"/>
                  <a:pt x="620" y="53"/>
                </a:cubicBezTo>
                <a:cubicBezTo>
                  <a:pt x="620" y="54"/>
                  <a:pt x="620" y="55"/>
                  <a:pt x="620" y="56"/>
                </a:cubicBezTo>
                <a:cubicBezTo>
                  <a:pt x="620" y="56"/>
                  <a:pt x="620" y="57"/>
                  <a:pt x="620" y="57"/>
                </a:cubicBezTo>
                <a:cubicBezTo>
                  <a:pt x="623" y="58"/>
                  <a:pt x="624" y="61"/>
                  <a:pt x="626" y="63"/>
                </a:cubicBezTo>
                <a:cubicBezTo>
                  <a:pt x="626" y="63"/>
                  <a:pt x="627" y="63"/>
                  <a:pt x="627" y="63"/>
                </a:cubicBezTo>
                <a:cubicBezTo>
                  <a:pt x="630" y="64"/>
                  <a:pt x="630" y="65"/>
                  <a:pt x="630" y="68"/>
                </a:cubicBezTo>
                <a:cubicBezTo>
                  <a:pt x="630" y="68"/>
                  <a:pt x="630" y="68"/>
                  <a:pt x="630" y="68"/>
                </a:cubicBezTo>
                <a:cubicBezTo>
                  <a:pt x="631" y="69"/>
                  <a:pt x="631" y="70"/>
                  <a:pt x="631" y="71"/>
                </a:cubicBezTo>
                <a:cubicBezTo>
                  <a:pt x="630" y="72"/>
                  <a:pt x="628" y="72"/>
                  <a:pt x="627" y="72"/>
                </a:cubicBezTo>
                <a:cubicBezTo>
                  <a:pt x="627" y="73"/>
                  <a:pt x="626" y="74"/>
                  <a:pt x="625" y="73"/>
                </a:cubicBezTo>
                <a:cubicBezTo>
                  <a:pt x="625" y="73"/>
                  <a:pt x="624" y="73"/>
                  <a:pt x="624" y="73"/>
                </a:cubicBezTo>
                <a:cubicBezTo>
                  <a:pt x="624" y="73"/>
                  <a:pt x="624" y="73"/>
                  <a:pt x="624" y="73"/>
                </a:cubicBezTo>
                <a:cubicBezTo>
                  <a:pt x="624" y="74"/>
                  <a:pt x="624" y="76"/>
                  <a:pt x="623" y="77"/>
                </a:cubicBezTo>
                <a:cubicBezTo>
                  <a:pt x="623" y="77"/>
                  <a:pt x="623" y="77"/>
                  <a:pt x="623" y="77"/>
                </a:cubicBezTo>
                <a:cubicBezTo>
                  <a:pt x="623" y="77"/>
                  <a:pt x="623" y="77"/>
                  <a:pt x="623" y="77"/>
                </a:cubicBezTo>
                <a:cubicBezTo>
                  <a:pt x="623" y="78"/>
                  <a:pt x="623" y="79"/>
                  <a:pt x="623" y="80"/>
                </a:cubicBezTo>
                <a:cubicBezTo>
                  <a:pt x="623" y="81"/>
                  <a:pt x="623" y="81"/>
                  <a:pt x="624" y="81"/>
                </a:cubicBezTo>
                <a:cubicBezTo>
                  <a:pt x="624" y="81"/>
                  <a:pt x="624" y="81"/>
                  <a:pt x="624" y="81"/>
                </a:cubicBezTo>
                <a:cubicBezTo>
                  <a:pt x="625" y="82"/>
                  <a:pt x="624" y="83"/>
                  <a:pt x="624" y="84"/>
                </a:cubicBezTo>
                <a:cubicBezTo>
                  <a:pt x="624" y="84"/>
                  <a:pt x="624" y="84"/>
                  <a:pt x="624" y="84"/>
                </a:cubicBezTo>
                <a:cubicBezTo>
                  <a:pt x="624" y="84"/>
                  <a:pt x="624" y="84"/>
                  <a:pt x="624" y="84"/>
                </a:cubicBezTo>
                <a:cubicBezTo>
                  <a:pt x="625" y="85"/>
                  <a:pt x="624" y="87"/>
                  <a:pt x="625" y="89"/>
                </a:cubicBezTo>
                <a:cubicBezTo>
                  <a:pt x="625" y="89"/>
                  <a:pt x="625" y="89"/>
                  <a:pt x="626" y="89"/>
                </a:cubicBezTo>
                <a:cubicBezTo>
                  <a:pt x="626" y="89"/>
                  <a:pt x="626" y="89"/>
                  <a:pt x="626" y="89"/>
                </a:cubicBezTo>
                <a:cubicBezTo>
                  <a:pt x="626" y="90"/>
                  <a:pt x="626" y="91"/>
                  <a:pt x="626" y="91"/>
                </a:cubicBezTo>
                <a:cubicBezTo>
                  <a:pt x="626" y="91"/>
                  <a:pt x="626" y="91"/>
                  <a:pt x="626" y="91"/>
                </a:cubicBezTo>
                <a:cubicBezTo>
                  <a:pt x="626" y="91"/>
                  <a:pt x="626" y="91"/>
                  <a:pt x="626" y="91"/>
                </a:cubicBezTo>
                <a:cubicBezTo>
                  <a:pt x="626" y="91"/>
                  <a:pt x="626" y="91"/>
                  <a:pt x="626" y="91"/>
                </a:cubicBezTo>
                <a:cubicBezTo>
                  <a:pt x="626" y="92"/>
                  <a:pt x="626" y="92"/>
                  <a:pt x="626" y="92"/>
                </a:cubicBezTo>
                <a:cubicBezTo>
                  <a:pt x="626" y="92"/>
                  <a:pt x="627" y="92"/>
                  <a:pt x="626" y="92"/>
                </a:cubicBezTo>
                <a:cubicBezTo>
                  <a:pt x="626" y="93"/>
                  <a:pt x="626" y="92"/>
                  <a:pt x="625" y="92"/>
                </a:cubicBezTo>
                <a:cubicBezTo>
                  <a:pt x="625" y="93"/>
                  <a:pt x="625" y="93"/>
                  <a:pt x="625" y="94"/>
                </a:cubicBezTo>
                <a:cubicBezTo>
                  <a:pt x="624" y="95"/>
                  <a:pt x="623" y="94"/>
                  <a:pt x="622" y="95"/>
                </a:cubicBezTo>
                <a:cubicBezTo>
                  <a:pt x="622" y="95"/>
                  <a:pt x="622" y="95"/>
                  <a:pt x="622" y="95"/>
                </a:cubicBezTo>
                <a:cubicBezTo>
                  <a:pt x="622" y="95"/>
                  <a:pt x="622" y="95"/>
                  <a:pt x="622" y="95"/>
                </a:cubicBezTo>
                <a:cubicBezTo>
                  <a:pt x="621" y="95"/>
                  <a:pt x="620" y="95"/>
                  <a:pt x="619" y="95"/>
                </a:cubicBezTo>
                <a:cubicBezTo>
                  <a:pt x="618" y="95"/>
                  <a:pt x="618" y="95"/>
                  <a:pt x="618" y="95"/>
                </a:cubicBezTo>
                <a:cubicBezTo>
                  <a:pt x="618" y="95"/>
                  <a:pt x="618" y="95"/>
                  <a:pt x="618" y="95"/>
                </a:cubicBezTo>
                <a:cubicBezTo>
                  <a:pt x="618" y="95"/>
                  <a:pt x="618" y="95"/>
                  <a:pt x="618" y="95"/>
                </a:cubicBezTo>
                <a:cubicBezTo>
                  <a:pt x="618" y="95"/>
                  <a:pt x="618" y="95"/>
                  <a:pt x="618" y="95"/>
                </a:cubicBezTo>
                <a:cubicBezTo>
                  <a:pt x="618" y="95"/>
                  <a:pt x="618" y="95"/>
                  <a:pt x="618" y="95"/>
                </a:cubicBezTo>
                <a:cubicBezTo>
                  <a:pt x="618" y="95"/>
                  <a:pt x="618" y="95"/>
                  <a:pt x="618" y="95"/>
                </a:cubicBezTo>
                <a:cubicBezTo>
                  <a:pt x="616" y="96"/>
                  <a:pt x="615" y="95"/>
                  <a:pt x="614" y="95"/>
                </a:cubicBezTo>
                <a:cubicBezTo>
                  <a:pt x="614" y="95"/>
                  <a:pt x="614" y="95"/>
                  <a:pt x="614" y="95"/>
                </a:cubicBezTo>
                <a:cubicBezTo>
                  <a:pt x="614" y="95"/>
                  <a:pt x="614" y="95"/>
                  <a:pt x="614" y="95"/>
                </a:cubicBezTo>
                <a:cubicBezTo>
                  <a:pt x="613" y="96"/>
                  <a:pt x="611" y="96"/>
                  <a:pt x="610" y="96"/>
                </a:cubicBezTo>
                <a:cubicBezTo>
                  <a:pt x="608" y="97"/>
                  <a:pt x="607" y="98"/>
                  <a:pt x="606" y="98"/>
                </a:cubicBezTo>
                <a:cubicBezTo>
                  <a:pt x="605" y="99"/>
                  <a:pt x="604" y="99"/>
                  <a:pt x="603" y="99"/>
                </a:cubicBezTo>
                <a:cubicBezTo>
                  <a:pt x="602" y="99"/>
                  <a:pt x="600" y="99"/>
                  <a:pt x="599" y="101"/>
                </a:cubicBezTo>
                <a:cubicBezTo>
                  <a:pt x="599" y="102"/>
                  <a:pt x="598" y="103"/>
                  <a:pt x="597" y="104"/>
                </a:cubicBezTo>
                <a:cubicBezTo>
                  <a:pt x="596" y="104"/>
                  <a:pt x="596" y="104"/>
                  <a:pt x="595" y="104"/>
                </a:cubicBezTo>
                <a:cubicBezTo>
                  <a:pt x="595" y="104"/>
                  <a:pt x="595" y="104"/>
                  <a:pt x="595" y="104"/>
                </a:cubicBezTo>
                <a:cubicBezTo>
                  <a:pt x="594" y="105"/>
                  <a:pt x="593" y="105"/>
                  <a:pt x="592" y="106"/>
                </a:cubicBezTo>
                <a:close/>
                <a:moveTo>
                  <a:pt x="448" y="130"/>
                </a:moveTo>
                <a:cubicBezTo>
                  <a:pt x="446" y="129"/>
                  <a:pt x="444" y="128"/>
                  <a:pt x="442" y="127"/>
                </a:cubicBezTo>
                <a:cubicBezTo>
                  <a:pt x="441" y="126"/>
                  <a:pt x="440" y="125"/>
                  <a:pt x="438" y="125"/>
                </a:cubicBezTo>
                <a:cubicBezTo>
                  <a:pt x="438" y="125"/>
                  <a:pt x="438" y="125"/>
                  <a:pt x="438" y="124"/>
                </a:cubicBezTo>
                <a:cubicBezTo>
                  <a:pt x="438" y="124"/>
                  <a:pt x="438" y="124"/>
                  <a:pt x="438" y="124"/>
                </a:cubicBezTo>
                <a:cubicBezTo>
                  <a:pt x="437" y="124"/>
                  <a:pt x="436" y="123"/>
                  <a:pt x="436" y="125"/>
                </a:cubicBezTo>
                <a:cubicBezTo>
                  <a:pt x="435" y="126"/>
                  <a:pt x="437" y="130"/>
                  <a:pt x="438" y="130"/>
                </a:cubicBezTo>
                <a:cubicBezTo>
                  <a:pt x="440" y="130"/>
                  <a:pt x="441" y="130"/>
                  <a:pt x="441" y="132"/>
                </a:cubicBezTo>
                <a:cubicBezTo>
                  <a:pt x="441" y="132"/>
                  <a:pt x="441" y="132"/>
                  <a:pt x="442" y="133"/>
                </a:cubicBezTo>
                <a:cubicBezTo>
                  <a:pt x="444" y="132"/>
                  <a:pt x="446" y="133"/>
                  <a:pt x="448" y="132"/>
                </a:cubicBezTo>
                <a:cubicBezTo>
                  <a:pt x="448" y="131"/>
                  <a:pt x="449" y="131"/>
                  <a:pt x="448" y="130"/>
                </a:cubicBezTo>
                <a:close/>
                <a:moveTo>
                  <a:pt x="213" y="107"/>
                </a:moveTo>
                <a:cubicBezTo>
                  <a:pt x="212" y="107"/>
                  <a:pt x="213" y="106"/>
                  <a:pt x="213" y="106"/>
                </a:cubicBezTo>
                <a:cubicBezTo>
                  <a:pt x="214" y="105"/>
                  <a:pt x="214" y="104"/>
                  <a:pt x="213" y="103"/>
                </a:cubicBezTo>
                <a:cubicBezTo>
                  <a:pt x="213" y="103"/>
                  <a:pt x="213" y="103"/>
                  <a:pt x="213" y="103"/>
                </a:cubicBezTo>
                <a:cubicBezTo>
                  <a:pt x="213" y="103"/>
                  <a:pt x="213" y="103"/>
                  <a:pt x="213" y="103"/>
                </a:cubicBezTo>
                <a:cubicBezTo>
                  <a:pt x="212" y="103"/>
                  <a:pt x="213" y="102"/>
                  <a:pt x="212" y="102"/>
                </a:cubicBezTo>
                <a:cubicBezTo>
                  <a:pt x="212" y="101"/>
                  <a:pt x="211" y="101"/>
                  <a:pt x="211" y="101"/>
                </a:cubicBezTo>
                <a:cubicBezTo>
                  <a:pt x="210" y="103"/>
                  <a:pt x="208" y="104"/>
                  <a:pt x="207" y="106"/>
                </a:cubicBezTo>
                <a:cubicBezTo>
                  <a:pt x="207" y="107"/>
                  <a:pt x="207" y="108"/>
                  <a:pt x="205" y="107"/>
                </a:cubicBezTo>
                <a:cubicBezTo>
                  <a:pt x="205" y="107"/>
                  <a:pt x="205" y="106"/>
                  <a:pt x="204" y="107"/>
                </a:cubicBezTo>
                <a:cubicBezTo>
                  <a:pt x="204" y="107"/>
                  <a:pt x="202" y="108"/>
                  <a:pt x="203" y="109"/>
                </a:cubicBezTo>
                <a:cubicBezTo>
                  <a:pt x="203" y="109"/>
                  <a:pt x="204" y="110"/>
                  <a:pt x="205" y="109"/>
                </a:cubicBezTo>
                <a:cubicBezTo>
                  <a:pt x="205" y="109"/>
                  <a:pt x="205" y="109"/>
                  <a:pt x="205" y="109"/>
                </a:cubicBezTo>
                <a:cubicBezTo>
                  <a:pt x="205" y="109"/>
                  <a:pt x="205" y="109"/>
                  <a:pt x="205" y="109"/>
                </a:cubicBezTo>
                <a:cubicBezTo>
                  <a:pt x="205" y="109"/>
                  <a:pt x="206" y="110"/>
                  <a:pt x="206" y="110"/>
                </a:cubicBezTo>
                <a:cubicBezTo>
                  <a:pt x="206" y="110"/>
                  <a:pt x="206" y="110"/>
                  <a:pt x="207" y="110"/>
                </a:cubicBezTo>
                <a:cubicBezTo>
                  <a:pt x="207" y="110"/>
                  <a:pt x="207" y="110"/>
                  <a:pt x="207" y="110"/>
                </a:cubicBezTo>
                <a:cubicBezTo>
                  <a:pt x="207" y="110"/>
                  <a:pt x="207" y="110"/>
                  <a:pt x="207" y="110"/>
                </a:cubicBezTo>
                <a:cubicBezTo>
                  <a:pt x="207" y="110"/>
                  <a:pt x="207" y="110"/>
                  <a:pt x="207" y="110"/>
                </a:cubicBezTo>
                <a:cubicBezTo>
                  <a:pt x="208" y="111"/>
                  <a:pt x="209" y="110"/>
                  <a:pt x="210" y="110"/>
                </a:cubicBezTo>
                <a:cubicBezTo>
                  <a:pt x="210" y="110"/>
                  <a:pt x="210" y="110"/>
                  <a:pt x="210" y="110"/>
                </a:cubicBezTo>
                <a:cubicBezTo>
                  <a:pt x="210" y="110"/>
                  <a:pt x="210" y="110"/>
                  <a:pt x="210" y="110"/>
                </a:cubicBezTo>
                <a:cubicBezTo>
                  <a:pt x="210" y="111"/>
                  <a:pt x="211" y="111"/>
                  <a:pt x="211" y="111"/>
                </a:cubicBezTo>
                <a:cubicBezTo>
                  <a:pt x="212" y="111"/>
                  <a:pt x="213" y="111"/>
                  <a:pt x="214" y="111"/>
                </a:cubicBezTo>
                <a:cubicBezTo>
                  <a:pt x="214" y="111"/>
                  <a:pt x="214" y="111"/>
                  <a:pt x="214" y="111"/>
                </a:cubicBezTo>
                <a:cubicBezTo>
                  <a:pt x="214" y="111"/>
                  <a:pt x="214" y="111"/>
                  <a:pt x="214" y="111"/>
                </a:cubicBezTo>
                <a:cubicBezTo>
                  <a:pt x="215" y="109"/>
                  <a:pt x="214" y="108"/>
                  <a:pt x="213" y="107"/>
                </a:cubicBezTo>
                <a:close/>
                <a:moveTo>
                  <a:pt x="272" y="39"/>
                </a:moveTo>
                <a:cubicBezTo>
                  <a:pt x="269" y="39"/>
                  <a:pt x="267" y="41"/>
                  <a:pt x="265" y="42"/>
                </a:cubicBezTo>
                <a:cubicBezTo>
                  <a:pt x="264" y="43"/>
                  <a:pt x="264" y="43"/>
                  <a:pt x="264" y="44"/>
                </a:cubicBezTo>
                <a:cubicBezTo>
                  <a:pt x="266" y="44"/>
                  <a:pt x="266" y="46"/>
                  <a:pt x="268" y="46"/>
                </a:cubicBezTo>
                <a:cubicBezTo>
                  <a:pt x="269" y="47"/>
                  <a:pt x="269" y="47"/>
                  <a:pt x="270" y="46"/>
                </a:cubicBezTo>
                <a:cubicBezTo>
                  <a:pt x="270" y="46"/>
                  <a:pt x="270" y="46"/>
                  <a:pt x="270" y="46"/>
                </a:cubicBezTo>
                <a:cubicBezTo>
                  <a:pt x="271" y="46"/>
                  <a:pt x="272" y="45"/>
                  <a:pt x="272" y="43"/>
                </a:cubicBezTo>
                <a:cubicBezTo>
                  <a:pt x="272" y="43"/>
                  <a:pt x="272" y="42"/>
                  <a:pt x="273" y="42"/>
                </a:cubicBezTo>
                <a:cubicBezTo>
                  <a:pt x="274" y="41"/>
                  <a:pt x="274" y="41"/>
                  <a:pt x="274" y="40"/>
                </a:cubicBezTo>
                <a:cubicBezTo>
                  <a:pt x="274" y="39"/>
                  <a:pt x="273" y="39"/>
                  <a:pt x="272" y="39"/>
                </a:cubicBezTo>
                <a:close/>
                <a:moveTo>
                  <a:pt x="203" y="102"/>
                </a:moveTo>
                <a:cubicBezTo>
                  <a:pt x="203" y="101"/>
                  <a:pt x="203" y="100"/>
                  <a:pt x="203" y="100"/>
                </a:cubicBezTo>
                <a:cubicBezTo>
                  <a:pt x="205" y="100"/>
                  <a:pt x="205" y="98"/>
                  <a:pt x="205" y="98"/>
                </a:cubicBezTo>
                <a:cubicBezTo>
                  <a:pt x="206" y="97"/>
                  <a:pt x="206" y="96"/>
                  <a:pt x="205" y="96"/>
                </a:cubicBezTo>
                <a:cubicBezTo>
                  <a:pt x="205" y="96"/>
                  <a:pt x="205" y="96"/>
                  <a:pt x="205" y="96"/>
                </a:cubicBezTo>
                <a:cubicBezTo>
                  <a:pt x="203" y="94"/>
                  <a:pt x="202" y="94"/>
                  <a:pt x="200" y="95"/>
                </a:cubicBezTo>
                <a:cubicBezTo>
                  <a:pt x="200" y="96"/>
                  <a:pt x="199" y="96"/>
                  <a:pt x="199" y="96"/>
                </a:cubicBezTo>
                <a:cubicBezTo>
                  <a:pt x="198" y="97"/>
                  <a:pt x="198" y="98"/>
                  <a:pt x="199" y="99"/>
                </a:cubicBezTo>
                <a:cubicBezTo>
                  <a:pt x="199" y="100"/>
                  <a:pt x="201" y="101"/>
                  <a:pt x="201" y="102"/>
                </a:cubicBezTo>
                <a:cubicBezTo>
                  <a:pt x="201" y="103"/>
                  <a:pt x="201" y="104"/>
                  <a:pt x="202" y="104"/>
                </a:cubicBezTo>
                <a:cubicBezTo>
                  <a:pt x="203" y="104"/>
                  <a:pt x="204" y="103"/>
                  <a:pt x="203" y="102"/>
                </a:cubicBezTo>
                <a:close/>
                <a:moveTo>
                  <a:pt x="284" y="35"/>
                </a:moveTo>
                <a:cubicBezTo>
                  <a:pt x="285" y="34"/>
                  <a:pt x="286" y="33"/>
                  <a:pt x="285" y="31"/>
                </a:cubicBezTo>
                <a:cubicBezTo>
                  <a:pt x="285" y="30"/>
                  <a:pt x="285" y="30"/>
                  <a:pt x="285" y="29"/>
                </a:cubicBezTo>
                <a:cubicBezTo>
                  <a:pt x="285" y="29"/>
                  <a:pt x="285" y="29"/>
                  <a:pt x="285" y="29"/>
                </a:cubicBezTo>
                <a:cubicBezTo>
                  <a:pt x="285" y="29"/>
                  <a:pt x="285" y="29"/>
                  <a:pt x="285" y="29"/>
                </a:cubicBezTo>
                <a:cubicBezTo>
                  <a:pt x="284" y="29"/>
                  <a:pt x="284" y="28"/>
                  <a:pt x="284" y="27"/>
                </a:cubicBezTo>
                <a:cubicBezTo>
                  <a:pt x="282" y="27"/>
                  <a:pt x="281" y="27"/>
                  <a:pt x="279" y="29"/>
                </a:cubicBezTo>
                <a:cubicBezTo>
                  <a:pt x="278" y="30"/>
                  <a:pt x="278" y="32"/>
                  <a:pt x="279" y="33"/>
                </a:cubicBezTo>
                <a:cubicBezTo>
                  <a:pt x="280" y="35"/>
                  <a:pt x="282" y="35"/>
                  <a:pt x="284" y="35"/>
                </a:cubicBezTo>
                <a:close/>
                <a:moveTo>
                  <a:pt x="277" y="56"/>
                </a:moveTo>
                <a:cubicBezTo>
                  <a:pt x="277" y="56"/>
                  <a:pt x="278" y="56"/>
                  <a:pt x="279" y="56"/>
                </a:cubicBezTo>
                <a:cubicBezTo>
                  <a:pt x="279" y="56"/>
                  <a:pt x="279" y="56"/>
                  <a:pt x="279" y="56"/>
                </a:cubicBezTo>
                <a:cubicBezTo>
                  <a:pt x="279" y="56"/>
                  <a:pt x="279" y="56"/>
                  <a:pt x="279" y="56"/>
                </a:cubicBezTo>
                <a:cubicBezTo>
                  <a:pt x="279" y="55"/>
                  <a:pt x="279" y="54"/>
                  <a:pt x="279" y="54"/>
                </a:cubicBezTo>
                <a:cubicBezTo>
                  <a:pt x="281" y="52"/>
                  <a:pt x="280" y="51"/>
                  <a:pt x="278" y="49"/>
                </a:cubicBezTo>
                <a:cubicBezTo>
                  <a:pt x="278" y="49"/>
                  <a:pt x="278" y="49"/>
                  <a:pt x="278" y="49"/>
                </a:cubicBezTo>
                <a:cubicBezTo>
                  <a:pt x="278" y="49"/>
                  <a:pt x="278" y="49"/>
                  <a:pt x="278" y="49"/>
                </a:cubicBezTo>
                <a:cubicBezTo>
                  <a:pt x="278" y="49"/>
                  <a:pt x="278" y="49"/>
                  <a:pt x="278" y="49"/>
                </a:cubicBezTo>
                <a:cubicBezTo>
                  <a:pt x="278" y="49"/>
                  <a:pt x="278" y="49"/>
                  <a:pt x="278" y="49"/>
                </a:cubicBezTo>
                <a:cubicBezTo>
                  <a:pt x="278" y="49"/>
                  <a:pt x="278" y="49"/>
                  <a:pt x="278" y="49"/>
                </a:cubicBezTo>
                <a:cubicBezTo>
                  <a:pt x="278" y="49"/>
                  <a:pt x="278" y="49"/>
                  <a:pt x="277" y="48"/>
                </a:cubicBezTo>
                <a:cubicBezTo>
                  <a:pt x="276" y="47"/>
                  <a:pt x="275" y="46"/>
                  <a:pt x="274" y="48"/>
                </a:cubicBezTo>
                <a:cubicBezTo>
                  <a:pt x="274" y="49"/>
                  <a:pt x="274" y="49"/>
                  <a:pt x="274" y="49"/>
                </a:cubicBezTo>
                <a:cubicBezTo>
                  <a:pt x="272" y="49"/>
                  <a:pt x="272" y="50"/>
                  <a:pt x="273" y="51"/>
                </a:cubicBezTo>
                <a:cubicBezTo>
                  <a:pt x="274" y="52"/>
                  <a:pt x="275" y="53"/>
                  <a:pt x="275" y="54"/>
                </a:cubicBezTo>
                <a:cubicBezTo>
                  <a:pt x="276" y="54"/>
                  <a:pt x="276" y="55"/>
                  <a:pt x="277" y="56"/>
                </a:cubicBezTo>
                <a:close/>
                <a:moveTo>
                  <a:pt x="275" y="54"/>
                </a:moveTo>
                <a:cubicBezTo>
                  <a:pt x="275" y="54"/>
                  <a:pt x="275" y="54"/>
                  <a:pt x="275" y="54"/>
                </a:cubicBezTo>
                <a:cubicBezTo>
                  <a:pt x="275" y="54"/>
                  <a:pt x="275" y="54"/>
                  <a:pt x="275" y="54"/>
                </a:cubicBezTo>
                <a:cubicBezTo>
                  <a:pt x="275" y="54"/>
                  <a:pt x="275" y="54"/>
                  <a:pt x="275" y="54"/>
                </a:cubicBezTo>
                <a:cubicBezTo>
                  <a:pt x="275" y="54"/>
                  <a:pt x="275" y="54"/>
                  <a:pt x="275" y="54"/>
                </a:cubicBezTo>
                <a:cubicBezTo>
                  <a:pt x="275" y="54"/>
                  <a:pt x="275" y="54"/>
                  <a:pt x="275" y="54"/>
                </a:cubicBezTo>
                <a:close/>
                <a:moveTo>
                  <a:pt x="582" y="134"/>
                </a:moveTo>
                <a:cubicBezTo>
                  <a:pt x="582" y="134"/>
                  <a:pt x="582" y="134"/>
                  <a:pt x="581" y="133"/>
                </a:cubicBezTo>
                <a:cubicBezTo>
                  <a:pt x="581" y="133"/>
                  <a:pt x="580" y="133"/>
                  <a:pt x="580" y="134"/>
                </a:cubicBezTo>
                <a:cubicBezTo>
                  <a:pt x="578" y="135"/>
                  <a:pt x="576" y="134"/>
                  <a:pt x="574" y="133"/>
                </a:cubicBezTo>
                <a:cubicBezTo>
                  <a:pt x="573" y="131"/>
                  <a:pt x="572" y="129"/>
                  <a:pt x="569" y="129"/>
                </a:cubicBezTo>
                <a:cubicBezTo>
                  <a:pt x="569" y="129"/>
                  <a:pt x="568" y="129"/>
                  <a:pt x="568" y="129"/>
                </a:cubicBezTo>
                <a:cubicBezTo>
                  <a:pt x="568" y="130"/>
                  <a:pt x="568" y="131"/>
                  <a:pt x="569" y="131"/>
                </a:cubicBezTo>
                <a:cubicBezTo>
                  <a:pt x="570" y="131"/>
                  <a:pt x="571" y="132"/>
                  <a:pt x="571" y="133"/>
                </a:cubicBezTo>
                <a:cubicBezTo>
                  <a:pt x="571" y="134"/>
                  <a:pt x="571" y="134"/>
                  <a:pt x="572" y="134"/>
                </a:cubicBezTo>
                <a:cubicBezTo>
                  <a:pt x="574" y="134"/>
                  <a:pt x="576" y="136"/>
                  <a:pt x="578" y="137"/>
                </a:cubicBezTo>
                <a:cubicBezTo>
                  <a:pt x="579" y="137"/>
                  <a:pt x="579" y="138"/>
                  <a:pt x="580" y="137"/>
                </a:cubicBezTo>
                <a:cubicBezTo>
                  <a:pt x="581" y="137"/>
                  <a:pt x="582" y="135"/>
                  <a:pt x="582" y="134"/>
                </a:cubicBezTo>
                <a:close/>
                <a:moveTo>
                  <a:pt x="241" y="84"/>
                </a:moveTo>
                <a:cubicBezTo>
                  <a:pt x="241" y="83"/>
                  <a:pt x="243" y="82"/>
                  <a:pt x="242" y="81"/>
                </a:cubicBezTo>
                <a:cubicBezTo>
                  <a:pt x="241" y="80"/>
                  <a:pt x="242" y="77"/>
                  <a:pt x="239" y="78"/>
                </a:cubicBezTo>
                <a:cubicBezTo>
                  <a:pt x="239" y="76"/>
                  <a:pt x="241" y="76"/>
                  <a:pt x="239" y="75"/>
                </a:cubicBezTo>
                <a:cubicBezTo>
                  <a:pt x="239" y="74"/>
                  <a:pt x="238" y="74"/>
                  <a:pt x="237" y="74"/>
                </a:cubicBezTo>
                <a:cubicBezTo>
                  <a:pt x="237" y="75"/>
                  <a:pt x="236" y="76"/>
                  <a:pt x="236" y="77"/>
                </a:cubicBezTo>
                <a:cubicBezTo>
                  <a:pt x="237" y="78"/>
                  <a:pt x="237" y="79"/>
                  <a:pt x="237" y="80"/>
                </a:cubicBezTo>
                <a:cubicBezTo>
                  <a:pt x="236" y="81"/>
                  <a:pt x="239" y="84"/>
                  <a:pt x="240" y="84"/>
                </a:cubicBezTo>
                <a:cubicBezTo>
                  <a:pt x="241" y="84"/>
                  <a:pt x="241" y="84"/>
                  <a:pt x="241" y="84"/>
                </a:cubicBezTo>
                <a:close/>
                <a:moveTo>
                  <a:pt x="206" y="46"/>
                </a:moveTo>
                <a:cubicBezTo>
                  <a:pt x="206" y="47"/>
                  <a:pt x="206" y="48"/>
                  <a:pt x="206" y="50"/>
                </a:cubicBezTo>
                <a:cubicBezTo>
                  <a:pt x="207" y="49"/>
                  <a:pt x="208" y="49"/>
                  <a:pt x="209" y="48"/>
                </a:cubicBezTo>
                <a:cubicBezTo>
                  <a:pt x="209" y="47"/>
                  <a:pt x="210" y="46"/>
                  <a:pt x="211" y="45"/>
                </a:cubicBezTo>
                <a:cubicBezTo>
                  <a:pt x="211" y="45"/>
                  <a:pt x="211" y="44"/>
                  <a:pt x="211" y="43"/>
                </a:cubicBezTo>
                <a:cubicBezTo>
                  <a:pt x="211" y="43"/>
                  <a:pt x="211" y="43"/>
                  <a:pt x="211" y="43"/>
                </a:cubicBezTo>
                <a:cubicBezTo>
                  <a:pt x="210" y="42"/>
                  <a:pt x="209" y="41"/>
                  <a:pt x="207" y="42"/>
                </a:cubicBezTo>
                <a:cubicBezTo>
                  <a:pt x="206" y="42"/>
                  <a:pt x="204" y="43"/>
                  <a:pt x="206" y="45"/>
                </a:cubicBezTo>
                <a:cubicBezTo>
                  <a:pt x="206" y="45"/>
                  <a:pt x="206" y="45"/>
                  <a:pt x="206" y="46"/>
                </a:cubicBezTo>
                <a:close/>
                <a:moveTo>
                  <a:pt x="269" y="73"/>
                </a:moveTo>
                <a:cubicBezTo>
                  <a:pt x="268" y="74"/>
                  <a:pt x="267" y="74"/>
                  <a:pt x="267" y="75"/>
                </a:cubicBezTo>
                <a:cubicBezTo>
                  <a:pt x="267" y="76"/>
                  <a:pt x="268" y="78"/>
                  <a:pt x="269" y="78"/>
                </a:cubicBezTo>
                <a:cubicBezTo>
                  <a:pt x="270" y="78"/>
                  <a:pt x="272" y="79"/>
                  <a:pt x="272" y="78"/>
                </a:cubicBezTo>
                <a:cubicBezTo>
                  <a:pt x="273" y="77"/>
                  <a:pt x="274" y="75"/>
                  <a:pt x="274" y="74"/>
                </a:cubicBezTo>
                <a:cubicBezTo>
                  <a:pt x="274" y="73"/>
                  <a:pt x="274" y="73"/>
                  <a:pt x="273" y="73"/>
                </a:cubicBezTo>
                <a:cubicBezTo>
                  <a:pt x="272" y="72"/>
                  <a:pt x="271" y="73"/>
                  <a:pt x="269" y="73"/>
                </a:cubicBezTo>
                <a:close/>
                <a:moveTo>
                  <a:pt x="231" y="74"/>
                </a:moveTo>
                <a:cubicBezTo>
                  <a:pt x="231" y="75"/>
                  <a:pt x="231" y="75"/>
                  <a:pt x="231" y="76"/>
                </a:cubicBezTo>
                <a:cubicBezTo>
                  <a:pt x="231" y="77"/>
                  <a:pt x="231" y="79"/>
                  <a:pt x="231" y="80"/>
                </a:cubicBezTo>
                <a:cubicBezTo>
                  <a:pt x="232" y="81"/>
                  <a:pt x="232" y="81"/>
                  <a:pt x="233" y="81"/>
                </a:cubicBezTo>
                <a:cubicBezTo>
                  <a:pt x="233" y="81"/>
                  <a:pt x="233" y="80"/>
                  <a:pt x="233" y="80"/>
                </a:cubicBezTo>
                <a:cubicBezTo>
                  <a:pt x="234" y="79"/>
                  <a:pt x="233" y="78"/>
                  <a:pt x="233" y="77"/>
                </a:cubicBezTo>
                <a:cubicBezTo>
                  <a:pt x="233" y="76"/>
                  <a:pt x="233" y="74"/>
                  <a:pt x="232" y="73"/>
                </a:cubicBezTo>
                <a:cubicBezTo>
                  <a:pt x="232" y="73"/>
                  <a:pt x="232" y="73"/>
                  <a:pt x="232" y="73"/>
                </a:cubicBezTo>
                <a:cubicBezTo>
                  <a:pt x="232" y="73"/>
                  <a:pt x="232" y="73"/>
                  <a:pt x="232" y="73"/>
                </a:cubicBezTo>
                <a:cubicBezTo>
                  <a:pt x="231" y="72"/>
                  <a:pt x="231" y="72"/>
                  <a:pt x="230" y="73"/>
                </a:cubicBezTo>
                <a:cubicBezTo>
                  <a:pt x="229" y="74"/>
                  <a:pt x="230" y="74"/>
                  <a:pt x="231" y="74"/>
                </a:cubicBezTo>
                <a:close/>
                <a:moveTo>
                  <a:pt x="250" y="89"/>
                </a:moveTo>
                <a:cubicBezTo>
                  <a:pt x="250" y="88"/>
                  <a:pt x="250" y="89"/>
                  <a:pt x="249" y="89"/>
                </a:cubicBezTo>
                <a:cubicBezTo>
                  <a:pt x="249" y="90"/>
                  <a:pt x="248" y="90"/>
                  <a:pt x="248" y="91"/>
                </a:cubicBezTo>
                <a:cubicBezTo>
                  <a:pt x="249" y="92"/>
                  <a:pt x="248" y="92"/>
                  <a:pt x="247" y="93"/>
                </a:cubicBezTo>
                <a:cubicBezTo>
                  <a:pt x="247" y="93"/>
                  <a:pt x="246" y="93"/>
                  <a:pt x="247" y="93"/>
                </a:cubicBezTo>
                <a:cubicBezTo>
                  <a:pt x="247" y="94"/>
                  <a:pt x="247" y="96"/>
                  <a:pt x="248" y="95"/>
                </a:cubicBezTo>
                <a:cubicBezTo>
                  <a:pt x="250" y="94"/>
                  <a:pt x="251" y="93"/>
                  <a:pt x="251" y="91"/>
                </a:cubicBezTo>
                <a:cubicBezTo>
                  <a:pt x="252" y="90"/>
                  <a:pt x="251" y="90"/>
                  <a:pt x="250" y="89"/>
                </a:cubicBezTo>
                <a:close/>
                <a:moveTo>
                  <a:pt x="291" y="36"/>
                </a:moveTo>
                <a:cubicBezTo>
                  <a:pt x="292" y="37"/>
                  <a:pt x="293" y="37"/>
                  <a:pt x="294" y="37"/>
                </a:cubicBezTo>
                <a:cubicBezTo>
                  <a:pt x="295" y="38"/>
                  <a:pt x="296" y="38"/>
                  <a:pt x="296" y="37"/>
                </a:cubicBezTo>
                <a:cubicBezTo>
                  <a:pt x="297" y="36"/>
                  <a:pt x="296" y="35"/>
                  <a:pt x="296" y="35"/>
                </a:cubicBezTo>
                <a:cubicBezTo>
                  <a:pt x="294" y="34"/>
                  <a:pt x="293" y="34"/>
                  <a:pt x="291" y="34"/>
                </a:cubicBezTo>
                <a:cubicBezTo>
                  <a:pt x="291" y="34"/>
                  <a:pt x="290" y="34"/>
                  <a:pt x="290" y="35"/>
                </a:cubicBezTo>
                <a:cubicBezTo>
                  <a:pt x="290" y="36"/>
                  <a:pt x="291" y="36"/>
                  <a:pt x="291" y="36"/>
                </a:cubicBezTo>
                <a:close/>
                <a:moveTo>
                  <a:pt x="240" y="90"/>
                </a:moveTo>
                <a:cubicBezTo>
                  <a:pt x="239" y="90"/>
                  <a:pt x="238" y="91"/>
                  <a:pt x="239" y="92"/>
                </a:cubicBezTo>
                <a:cubicBezTo>
                  <a:pt x="239" y="94"/>
                  <a:pt x="239" y="95"/>
                  <a:pt x="239" y="97"/>
                </a:cubicBezTo>
                <a:cubicBezTo>
                  <a:pt x="241" y="95"/>
                  <a:pt x="242" y="93"/>
                  <a:pt x="241" y="91"/>
                </a:cubicBezTo>
                <a:cubicBezTo>
                  <a:pt x="241" y="91"/>
                  <a:pt x="241" y="90"/>
                  <a:pt x="240" y="90"/>
                </a:cubicBezTo>
                <a:close/>
                <a:moveTo>
                  <a:pt x="283" y="41"/>
                </a:moveTo>
                <a:cubicBezTo>
                  <a:pt x="284" y="42"/>
                  <a:pt x="285" y="41"/>
                  <a:pt x="286" y="42"/>
                </a:cubicBezTo>
                <a:cubicBezTo>
                  <a:pt x="286" y="42"/>
                  <a:pt x="286" y="42"/>
                  <a:pt x="286" y="42"/>
                </a:cubicBezTo>
                <a:cubicBezTo>
                  <a:pt x="286" y="42"/>
                  <a:pt x="286" y="42"/>
                  <a:pt x="286" y="42"/>
                </a:cubicBezTo>
                <a:cubicBezTo>
                  <a:pt x="287" y="42"/>
                  <a:pt x="287" y="42"/>
                  <a:pt x="287" y="42"/>
                </a:cubicBezTo>
                <a:cubicBezTo>
                  <a:pt x="288" y="42"/>
                  <a:pt x="288" y="43"/>
                  <a:pt x="289" y="43"/>
                </a:cubicBezTo>
                <a:cubicBezTo>
                  <a:pt x="289" y="42"/>
                  <a:pt x="289" y="42"/>
                  <a:pt x="289" y="41"/>
                </a:cubicBezTo>
                <a:cubicBezTo>
                  <a:pt x="289" y="40"/>
                  <a:pt x="288" y="40"/>
                  <a:pt x="288" y="40"/>
                </a:cubicBezTo>
                <a:cubicBezTo>
                  <a:pt x="286" y="40"/>
                  <a:pt x="285" y="40"/>
                  <a:pt x="284" y="40"/>
                </a:cubicBezTo>
                <a:cubicBezTo>
                  <a:pt x="282" y="40"/>
                  <a:pt x="282" y="40"/>
                  <a:pt x="283" y="41"/>
                </a:cubicBezTo>
                <a:close/>
                <a:moveTo>
                  <a:pt x="309" y="17"/>
                </a:moveTo>
                <a:cubicBezTo>
                  <a:pt x="309" y="17"/>
                  <a:pt x="308" y="17"/>
                  <a:pt x="308" y="18"/>
                </a:cubicBezTo>
                <a:cubicBezTo>
                  <a:pt x="307" y="18"/>
                  <a:pt x="309" y="21"/>
                  <a:pt x="310" y="21"/>
                </a:cubicBezTo>
                <a:cubicBezTo>
                  <a:pt x="311" y="21"/>
                  <a:pt x="312" y="21"/>
                  <a:pt x="312" y="20"/>
                </a:cubicBezTo>
                <a:cubicBezTo>
                  <a:pt x="312" y="18"/>
                  <a:pt x="310" y="18"/>
                  <a:pt x="309" y="17"/>
                </a:cubicBezTo>
                <a:close/>
                <a:moveTo>
                  <a:pt x="282" y="110"/>
                </a:moveTo>
                <a:cubicBezTo>
                  <a:pt x="281" y="109"/>
                  <a:pt x="280" y="108"/>
                  <a:pt x="280" y="107"/>
                </a:cubicBezTo>
                <a:cubicBezTo>
                  <a:pt x="279" y="107"/>
                  <a:pt x="279" y="107"/>
                  <a:pt x="279" y="107"/>
                </a:cubicBezTo>
                <a:cubicBezTo>
                  <a:pt x="278" y="108"/>
                  <a:pt x="277" y="107"/>
                  <a:pt x="277" y="108"/>
                </a:cubicBezTo>
                <a:cubicBezTo>
                  <a:pt x="277" y="109"/>
                  <a:pt x="276" y="109"/>
                  <a:pt x="277" y="109"/>
                </a:cubicBezTo>
                <a:cubicBezTo>
                  <a:pt x="277" y="109"/>
                  <a:pt x="278" y="109"/>
                  <a:pt x="279" y="109"/>
                </a:cubicBezTo>
                <a:cubicBezTo>
                  <a:pt x="279" y="109"/>
                  <a:pt x="279" y="109"/>
                  <a:pt x="279" y="109"/>
                </a:cubicBezTo>
                <a:cubicBezTo>
                  <a:pt x="279" y="109"/>
                  <a:pt x="279" y="109"/>
                  <a:pt x="279" y="109"/>
                </a:cubicBezTo>
                <a:cubicBezTo>
                  <a:pt x="279" y="110"/>
                  <a:pt x="280" y="111"/>
                  <a:pt x="280" y="111"/>
                </a:cubicBezTo>
                <a:cubicBezTo>
                  <a:pt x="281" y="111"/>
                  <a:pt x="281" y="111"/>
                  <a:pt x="282" y="111"/>
                </a:cubicBezTo>
                <a:cubicBezTo>
                  <a:pt x="282" y="111"/>
                  <a:pt x="282" y="110"/>
                  <a:pt x="282" y="110"/>
                </a:cubicBezTo>
                <a:close/>
                <a:moveTo>
                  <a:pt x="279" y="18"/>
                </a:moveTo>
                <a:cubicBezTo>
                  <a:pt x="279" y="17"/>
                  <a:pt x="280" y="17"/>
                  <a:pt x="280" y="16"/>
                </a:cubicBezTo>
                <a:cubicBezTo>
                  <a:pt x="280" y="15"/>
                  <a:pt x="280" y="14"/>
                  <a:pt x="279" y="14"/>
                </a:cubicBezTo>
                <a:cubicBezTo>
                  <a:pt x="278" y="14"/>
                  <a:pt x="277" y="14"/>
                  <a:pt x="277" y="15"/>
                </a:cubicBezTo>
                <a:cubicBezTo>
                  <a:pt x="277" y="16"/>
                  <a:pt x="276" y="17"/>
                  <a:pt x="277" y="18"/>
                </a:cubicBezTo>
                <a:cubicBezTo>
                  <a:pt x="277" y="18"/>
                  <a:pt x="278" y="18"/>
                  <a:pt x="279" y="18"/>
                </a:cubicBezTo>
                <a:close/>
                <a:moveTo>
                  <a:pt x="258" y="87"/>
                </a:moveTo>
                <a:cubicBezTo>
                  <a:pt x="258" y="86"/>
                  <a:pt x="256" y="84"/>
                  <a:pt x="255" y="84"/>
                </a:cubicBezTo>
                <a:cubicBezTo>
                  <a:pt x="254" y="84"/>
                  <a:pt x="254" y="85"/>
                  <a:pt x="254" y="85"/>
                </a:cubicBezTo>
                <a:cubicBezTo>
                  <a:pt x="254" y="85"/>
                  <a:pt x="254" y="86"/>
                  <a:pt x="254" y="86"/>
                </a:cubicBezTo>
                <a:cubicBezTo>
                  <a:pt x="255" y="87"/>
                  <a:pt x="256" y="87"/>
                  <a:pt x="257" y="88"/>
                </a:cubicBezTo>
                <a:cubicBezTo>
                  <a:pt x="258" y="88"/>
                  <a:pt x="258" y="87"/>
                  <a:pt x="258" y="87"/>
                </a:cubicBezTo>
                <a:close/>
                <a:moveTo>
                  <a:pt x="197" y="102"/>
                </a:moveTo>
                <a:cubicBezTo>
                  <a:pt x="196" y="101"/>
                  <a:pt x="197" y="103"/>
                  <a:pt x="196" y="103"/>
                </a:cubicBezTo>
                <a:cubicBezTo>
                  <a:pt x="196" y="103"/>
                  <a:pt x="196" y="104"/>
                  <a:pt x="196" y="104"/>
                </a:cubicBezTo>
                <a:cubicBezTo>
                  <a:pt x="196" y="104"/>
                  <a:pt x="196" y="104"/>
                  <a:pt x="196" y="104"/>
                </a:cubicBezTo>
                <a:cubicBezTo>
                  <a:pt x="196" y="104"/>
                  <a:pt x="196" y="104"/>
                  <a:pt x="196" y="104"/>
                </a:cubicBezTo>
                <a:cubicBezTo>
                  <a:pt x="195" y="104"/>
                  <a:pt x="195" y="104"/>
                  <a:pt x="195" y="104"/>
                </a:cubicBezTo>
                <a:cubicBezTo>
                  <a:pt x="195" y="105"/>
                  <a:pt x="195" y="105"/>
                  <a:pt x="195" y="106"/>
                </a:cubicBezTo>
                <a:cubicBezTo>
                  <a:pt x="195" y="107"/>
                  <a:pt x="195" y="107"/>
                  <a:pt x="196" y="106"/>
                </a:cubicBezTo>
                <a:cubicBezTo>
                  <a:pt x="196" y="106"/>
                  <a:pt x="196" y="106"/>
                  <a:pt x="196" y="105"/>
                </a:cubicBezTo>
                <a:cubicBezTo>
                  <a:pt x="198" y="106"/>
                  <a:pt x="199" y="105"/>
                  <a:pt x="199" y="104"/>
                </a:cubicBezTo>
                <a:cubicBezTo>
                  <a:pt x="199" y="103"/>
                  <a:pt x="198" y="102"/>
                  <a:pt x="197" y="102"/>
                </a:cubicBezTo>
                <a:close/>
                <a:moveTo>
                  <a:pt x="585" y="151"/>
                </a:moveTo>
                <a:cubicBezTo>
                  <a:pt x="584" y="151"/>
                  <a:pt x="582" y="149"/>
                  <a:pt x="581" y="149"/>
                </a:cubicBezTo>
                <a:cubicBezTo>
                  <a:pt x="580" y="149"/>
                  <a:pt x="580" y="149"/>
                  <a:pt x="580" y="149"/>
                </a:cubicBezTo>
                <a:cubicBezTo>
                  <a:pt x="579" y="150"/>
                  <a:pt x="580" y="150"/>
                  <a:pt x="580" y="150"/>
                </a:cubicBezTo>
                <a:cubicBezTo>
                  <a:pt x="581" y="151"/>
                  <a:pt x="583" y="152"/>
                  <a:pt x="584" y="153"/>
                </a:cubicBezTo>
                <a:cubicBezTo>
                  <a:pt x="584" y="153"/>
                  <a:pt x="585" y="152"/>
                  <a:pt x="585" y="152"/>
                </a:cubicBezTo>
                <a:cubicBezTo>
                  <a:pt x="585" y="152"/>
                  <a:pt x="585" y="152"/>
                  <a:pt x="585" y="151"/>
                </a:cubicBezTo>
                <a:close/>
                <a:moveTo>
                  <a:pt x="594" y="106"/>
                </a:moveTo>
                <a:cubicBezTo>
                  <a:pt x="594" y="107"/>
                  <a:pt x="594" y="107"/>
                  <a:pt x="594" y="107"/>
                </a:cubicBezTo>
                <a:cubicBezTo>
                  <a:pt x="595" y="108"/>
                  <a:pt x="595" y="108"/>
                  <a:pt x="595" y="108"/>
                </a:cubicBezTo>
                <a:cubicBezTo>
                  <a:pt x="597" y="107"/>
                  <a:pt x="597" y="106"/>
                  <a:pt x="598" y="104"/>
                </a:cubicBezTo>
                <a:cubicBezTo>
                  <a:pt x="599" y="104"/>
                  <a:pt x="598" y="104"/>
                  <a:pt x="597" y="104"/>
                </a:cubicBezTo>
                <a:cubicBezTo>
                  <a:pt x="597" y="105"/>
                  <a:pt x="595" y="105"/>
                  <a:pt x="594" y="106"/>
                </a:cubicBezTo>
                <a:close/>
                <a:moveTo>
                  <a:pt x="582" y="98"/>
                </a:moveTo>
                <a:cubicBezTo>
                  <a:pt x="582" y="98"/>
                  <a:pt x="581" y="98"/>
                  <a:pt x="581" y="97"/>
                </a:cubicBezTo>
                <a:cubicBezTo>
                  <a:pt x="580" y="97"/>
                  <a:pt x="580" y="97"/>
                  <a:pt x="579" y="98"/>
                </a:cubicBezTo>
                <a:cubicBezTo>
                  <a:pt x="579" y="98"/>
                  <a:pt x="579" y="98"/>
                  <a:pt x="579" y="99"/>
                </a:cubicBezTo>
                <a:cubicBezTo>
                  <a:pt x="580" y="100"/>
                  <a:pt x="581" y="100"/>
                  <a:pt x="582" y="100"/>
                </a:cubicBezTo>
                <a:cubicBezTo>
                  <a:pt x="582" y="99"/>
                  <a:pt x="583" y="100"/>
                  <a:pt x="584" y="99"/>
                </a:cubicBezTo>
                <a:cubicBezTo>
                  <a:pt x="584" y="98"/>
                  <a:pt x="583" y="99"/>
                  <a:pt x="582" y="98"/>
                </a:cubicBezTo>
                <a:close/>
                <a:moveTo>
                  <a:pt x="649" y="121"/>
                </a:moveTo>
                <a:cubicBezTo>
                  <a:pt x="650" y="122"/>
                  <a:pt x="649" y="124"/>
                  <a:pt x="649" y="126"/>
                </a:cubicBezTo>
                <a:cubicBezTo>
                  <a:pt x="649" y="125"/>
                  <a:pt x="650" y="123"/>
                  <a:pt x="651" y="123"/>
                </a:cubicBezTo>
                <a:cubicBezTo>
                  <a:pt x="652" y="123"/>
                  <a:pt x="652" y="122"/>
                  <a:pt x="652" y="122"/>
                </a:cubicBezTo>
                <a:cubicBezTo>
                  <a:pt x="651" y="122"/>
                  <a:pt x="651" y="120"/>
                  <a:pt x="650" y="120"/>
                </a:cubicBezTo>
                <a:cubicBezTo>
                  <a:pt x="650" y="120"/>
                  <a:pt x="649" y="121"/>
                  <a:pt x="649" y="121"/>
                </a:cubicBezTo>
                <a:close/>
                <a:moveTo>
                  <a:pt x="280" y="48"/>
                </a:moveTo>
                <a:cubicBezTo>
                  <a:pt x="281" y="48"/>
                  <a:pt x="281" y="47"/>
                  <a:pt x="280" y="46"/>
                </a:cubicBezTo>
                <a:cubicBezTo>
                  <a:pt x="280" y="46"/>
                  <a:pt x="280" y="46"/>
                  <a:pt x="279" y="46"/>
                </a:cubicBezTo>
                <a:cubicBezTo>
                  <a:pt x="278" y="47"/>
                  <a:pt x="278" y="47"/>
                  <a:pt x="278" y="48"/>
                </a:cubicBezTo>
                <a:cubicBezTo>
                  <a:pt x="278" y="48"/>
                  <a:pt x="278" y="49"/>
                  <a:pt x="278" y="49"/>
                </a:cubicBezTo>
                <a:cubicBezTo>
                  <a:pt x="279" y="49"/>
                  <a:pt x="280" y="49"/>
                  <a:pt x="280" y="48"/>
                </a:cubicBezTo>
                <a:close/>
                <a:moveTo>
                  <a:pt x="275" y="46"/>
                </a:moveTo>
                <a:cubicBezTo>
                  <a:pt x="276" y="46"/>
                  <a:pt x="276" y="46"/>
                  <a:pt x="277" y="46"/>
                </a:cubicBezTo>
                <a:cubicBezTo>
                  <a:pt x="277" y="46"/>
                  <a:pt x="279" y="45"/>
                  <a:pt x="278" y="44"/>
                </a:cubicBezTo>
                <a:cubicBezTo>
                  <a:pt x="278" y="44"/>
                  <a:pt x="277" y="43"/>
                  <a:pt x="276" y="44"/>
                </a:cubicBezTo>
                <a:cubicBezTo>
                  <a:pt x="275" y="44"/>
                  <a:pt x="275" y="44"/>
                  <a:pt x="275" y="46"/>
                </a:cubicBezTo>
                <a:close/>
                <a:moveTo>
                  <a:pt x="585" y="134"/>
                </a:moveTo>
                <a:cubicBezTo>
                  <a:pt x="585" y="134"/>
                  <a:pt x="584" y="135"/>
                  <a:pt x="584" y="135"/>
                </a:cubicBezTo>
                <a:cubicBezTo>
                  <a:pt x="584" y="136"/>
                  <a:pt x="585" y="137"/>
                  <a:pt x="585" y="137"/>
                </a:cubicBezTo>
                <a:cubicBezTo>
                  <a:pt x="586" y="137"/>
                  <a:pt x="587" y="136"/>
                  <a:pt x="587" y="135"/>
                </a:cubicBezTo>
                <a:cubicBezTo>
                  <a:pt x="587" y="135"/>
                  <a:pt x="586" y="134"/>
                  <a:pt x="585" y="134"/>
                </a:cubicBezTo>
                <a:close/>
                <a:moveTo>
                  <a:pt x="280" y="74"/>
                </a:moveTo>
                <a:cubicBezTo>
                  <a:pt x="279" y="74"/>
                  <a:pt x="278" y="75"/>
                  <a:pt x="278" y="75"/>
                </a:cubicBezTo>
                <a:cubicBezTo>
                  <a:pt x="278" y="76"/>
                  <a:pt x="279" y="76"/>
                  <a:pt x="280" y="76"/>
                </a:cubicBezTo>
                <a:cubicBezTo>
                  <a:pt x="281" y="76"/>
                  <a:pt x="281" y="75"/>
                  <a:pt x="281" y="75"/>
                </a:cubicBezTo>
                <a:cubicBezTo>
                  <a:pt x="281" y="75"/>
                  <a:pt x="281" y="75"/>
                  <a:pt x="281" y="75"/>
                </a:cubicBezTo>
                <a:cubicBezTo>
                  <a:pt x="281" y="75"/>
                  <a:pt x="281" y="75"/>
                  <a:pt x="281" y="75"/>
                </a:cubicBezTo>
                <a:cubicBezTo>
                  <a:pt x="281" y="73"/>
                  <a:pt x="281" y="73"/>
                  <a:pt x="280" y="74"/>
                </a:cubicBezTo>
                <a:close/>
                <a:moveTo>
                  <a:pt x="249" y="83"/>
                </a:moveTo>
                <a:cubicBezTo>
                  <a:pt x="249" y="83"/>
                  <a:pt x="249" y="83"/>
                  <a:pt x="249" y="83"/>
                </a:cubicBezTo>
                <a:cubicBezTo>
                  <a:pt x="249" y="83"/>
                  <a:pt x="249" y="83"/>
                  <a:pt x="249" y="83"/>
                </a:cubicBezTo>
                <a:cubicBezTo>
                  <a:pt x="249" y="84"/>
                  <a:pt x="249" y="84"/>
                  <a:pt x="248" y="84"/>
                </a:cubicBezTo>
                <a:cubicBezTo>
                  <a:pt x="247" y="84"/>
                  <a:pt x="247" y="85"/>
                  <a:pt x="247" y="86"/>
                </a:cubicBezTo>
                <a:cubicBezTo>
                  <a:pt x="248" y="87"/>
                  <a:pt x="249" y="86"/>
                  <a:pt x="249" y="85"/>
                </a:cubicBezTo>
                <a:cubicBezTo>
                  <a:pt x="249" y="85"/>
                  <a:pt x="249" y="85"/>
                  <a:pt x="249" y="85"/>
                </a:cubicBezTo>
                <a:cubicBezTo>
                  <a:pt x="249" y="85"/>
                  <a:pt x="249" y="85"/>
                  <a:pt x="249" y="85"/>
                </a:cubicBezTo>
                <a:cubicBezTo>
                  <a:pt x="250" y="84"/>
                  <a:pt x="250" y="84"/>
                  <a:pt x="249" y="83"/>
                </a:cubicBezTo>
                <a:close/>
                <a:moveTo>
                  <a:pt x="565" y="127"/>
                </a:moveTo>
                <a:cubicBezTo>
                  <a:pt x="564" y="128"/>
                  <a:pt x="564" y="128"/>
                  <a:pt x="564" y="129"/>
                </a:cubicBezTo>
                <a:cubicBezTo>
                  <a:pt x="565" y="130"/>
                  <a:pt x="565" y="130"/>
                  <a:pt x="566" y="129"/>
                </a:cubicBezTo>
                <a:cubicBezTo>
                  <a:pt x="566" y="129"/>
                  <a:pt x="566" y="129"/>
                  <a:pt x="566" y="129"/>
                </a:cubicBezTo>
                <a:cubicBezTo>
                  <a:pt x="567" y="129"/>
                  <a:pt x="567" y="128"/>
                  <a:pt x="567" y="128"/>
                </a:cubicBezTo>
                <a:cubicBezTo>
                  <a:pt x="567" y="127"/>
                  <a:pt x="566" y="127"/>
                  <a:pt x="565" y="127"/>
                </a:cubicBezTo>
                <a:close/>
                <a:moveTo>
                  <a:pt x="226" y="89"/>
                </a:moveTo>
                <a:cubicBezTo>
                  <a:pt x="225" y="89"/>
                  <a:pt x="224" y="88"/>
                  <a:pt x="224" y="88"/>
                </a:cubicBezTo>
                <a:cubicBezTo>
                  <a:pt x="223" y="87"/>
                  <a:pt x="223" y="87"/>
                  <a:pt x="223" y="87"/>
                </a:cubicBezTo>
                <a:cubicBezTo>
                  <a:pt x="222" y="88"/>
                  <a:pt x="222" y="88"/>
                  <a:pt x="223" y="89"/>
                </a:cubicBezTo>
                <a:cubicBezTo>
                  <a:pt x="223" y="90"/>
                  <a:pt x="224" y="90"/>
                  <a:pt x="226" y="89"/>
                </a:cubicBezTo>
                <a:close/>
                <a:moveTo>
                  <a:pt x="292" y="97"/>
                </a:moveTo>
                <a:cubicBezTo>
                  <a:pt x="292" y="97"/>
                  <a:pt x="291" y="97"/>
                  <a:pt x="291" y="97"/>
                </a:cubicBezTo>
                <a:cubicBezTo>
                  <a:pt x="291" y="98"/>
                  <a:pt x="292" y="99"/>
                  <a:pt x="293" y="99"/>
                </a:cubicBezTo>
                <a:cubicBezTo>
                  <a:pt x="293" y="99"/>
                  <a:pt x="293" y="99"/>
                  <a:pt x="293" y="98"/>
                </a:cubicBezTo>
                <a:cubicBezTo>
                  <a:pt x="293" y="98"/>
                  <a:pt x="293" y="97"/>
                  <a:pt x="292" y="97"/>
                </a:cubicBezTo>
                <a:close/>
                <a:moveTo>
                  <a:pt x="679" y="147"/>
                </a:moveTo>
                <a:cubicBezTo>
                  <a:pt x="680" y="147"/>
                  <a:pt x="680" y="147"/>
                  <a:pt x="680" y="146"/>
                </a:cubicBezTo>
                <a:cubicBezTo>
                  <a:pt x="680" y="146"/>
                  <a:pt x="680" y="145"/>
                  <a:pt x="679" y="145"/>
                </a:cubicBezTo>
                <a:cubicBezTo>
                  <a:pt x="679" y="145"/>
                  <a:pt x="678" y="146"/>
                  <a:pt x="678" y="146"/>
                </a:cubicBezTo>
                <a:cubicBezTo>
                  <a:pt x="678" y="147"/>
                  <a:pt x="679" y="147"/>
                  <a:pt x="679" y="147"/>
                </a:cubicBezTo>
                <a:close/>
                <a:moveTo>
                  <a:pt x="291" y="110"/>
                </a:moveTo>
                <a:cubicBezTo>
                  <a:pt x="291" y="110"/>
                  <a:pt x="290" y="110"/>
                  <a:pt x="290" y="111"/>
                </a:cubicBezTo>
                <a:cubicBezTo>
                  <a:pt x="290" y="111"/>
                  <a:pt x="290" y="112"/>
                  <a:pt x="291" y="112"/>
                </a:cubicBezTo>
                <a:cubicBezTo>
                  <a:pt x="291" y="111"/>
                  <a:pt x="292" y="111"/>
                  <a:pt x="292" y="110"/>
                </a:cubicBezTo>
                <a:cubicBezTo>
                  <a:pt x="292" y="110"/>
                  <a:pt x="292" y="110"/>
                  <a:pt x="291" y="110"/>
                </a:cubicBezTo>
                <a:close/>
                <a:moveTo>
                  <a:pt x="238" y="88"/>
                </a:moveTo>
                <a:cubicBezTo>
                  <a:pt x="237" y="88"/>
                  <a:pt x="237" y="89"/>
                  <a:pt x="237" y="89"/>
                </a:cubicBezTo>
                <a:cubicBezTo>
                  <a:pt x="237" y="90"/>
                  <a:pt x="237" y="90"/>
                  <a:pt x="238" y="90"/>
                </a:cubicBezTo>
                <a:cubicBezTo>
                  <a:pt x="238" y="90"/>
                  <a:pt x="238" y="90"/>
                  <a:pt x="238" y="89"/>
                </a:cubicBezTo>
                <a:cubicBezTo>
                  <a:pt x="238" y="89"/>
                  <a:pt x="238" y="88"/>
                  <a:pt x="238" y="88"/>
                </a:cubicBezTo>
                <a:close/>
                <a:moveTo>
                  <a:pt x="260" y="81"/>
                </a:moveTo>
                <a:cubicBezTo>
                  <a:pt x="260" y="81"/>
                  <a:pt x="260" y="82"/>
                  <a:pt x="261" y="82"/>
                </a:cubicBezTo>
                <a:cubicBezTo>
                  <a:pt x="261" y="81"/>
                  <a:pt x="262" y="81"/>
                  <a:pt x="262" y="81"/>
                </a:cubicBezTo>
                <a:cubicBezTo>
                  <a:pt x="262" y="80"/>
                  <a:pt x="261" y="80"/>
                  <a:pt x="261" y="80"/>
                </a:cubicBezTo>
                <a:cubicBezTo>
                  <a:pt x="260" y="80"/>
                  <a:pt x="260" y="80"/>
                  <a:pt x="260" y="81"/>
                </a:cubicBezTo>
                <a:close/>
                <a:moveTo>
                  <a:pt x="241" y="32"/>
                </a:moveTo>
                <a:cubicBezTo>
                  <a:pt x="240" y="33"/>
                  <a:pt x="241" y="34"/>
                  <a:pt x="241" y="35"/>
                </a:cubicBezTo>
                <a:cubicBezTo>
                  <a:pt x="242" y="34"/>
                  <a:pt x="241" y="33"/>
                  <a:pt x="241" y="32"/>
                </a:cubicBezTo>
                <a:close/>
                <a:moveTo>
                  <a:pt x="649" y="135"/>
                </a:moveTo>
                <a:cubicBezTo>
                  <a:pt x="649" y="135"/>
                  <a:pt x="649" y="136"/>
                  <a:pt x="649" y="136"/>
                </a:cubicBezTo>
                <a:cubicBezTo>
                  <a:pt x="649" y="136"/>
                  <a:pt x="650" y="135"/>
                  <a:pt x="650" y="135"/>
                </a:cubicBezTo>
                <a:cubicBezTo>
                  <a:pt x="650" y="134"/>
                  <a:pt x="650" y="134"/>
                  <a:pt x="649" y="134"/>
                </a:cubicBezTo>
                <a:cubicBezTo>
                  <a:pt x="649" y="134"/>
                  <a:pt x="649" y="134"/>
                  <a:pt x="649" y="135"/>
                </a:cubicBezTo>
                <a:close/>
                <a:moveTo>
                  <a:pt x="245" y="81"/>
                </a:moveTo>
                <a:cubicBezTo>
                  <a:pt x="245" y="82"/>
                  <a:pt x="245" y="82"/>
                  <a:pt x="245" y="82"/>
                </a:cubicBezTo>
                <a:cubicBezTo>
                  <a:pt x="247" y="83"/>
                  <a:pt x="247" y="83"/>
                  <a:pt x="247" y="81"/>
                </a:cubicBezTo>
                <a:cubicBezTo>
                  <a:pt x="248" y="80"/>
                  <a:pt x="247" y="79"/>
                  <a:pt x="246" y="79"/>
                </a:cubicBezTo>
                <a:cubicBezTo>
                  <a:pt x="246" y="77"/>
                  <a:pt x="244" y="78"/>
                  <a:pt x="244" y="78"/>
                </a:cubicBezTo>
                <a:cubicBezTo>
                  <a:pt x="243" y="79"/>
                  <a:pt x="243" y="80"/>
                  <a:pt x="244" y="80"/>
                </a:cubicBezTo>
                <a:cubicBezTo>
                  <a:pt x="244" y="80"/>
                  <a:pt x="244" y="80"/>
                  <a:pt x="244" y="80"/>
                </a:cubicBezTo>
                <a:cubicBezTo>
                  <a:pt x="243" y="82"/>
                  <a:pt x="242" y="83"/>
                  <a:pt x="242" y="85"/>
                </a:cubicBezTo>
                <a:cubicBezTo>
                  <a:pt x="242" y="86"/>
                  <a:pt x="243" y="87"/>
                  <a:pt x="244" y="88"/>
                </a:cubicBezTo>
                <a:cubicBezTo>
                  <a:pt x="244" y="88"/>
                  <a:pt x="245" y="87"/>
                  <a:pt x="246" y="86"/>
                </a:cubicBezTo>
                <a:cubicBezTo>
                  <a:pt x="247" y="85"/>
                  <a:pt x="244" y="86"/>
                  <a:pt x="245" y="85"/>
                </a:cubicBezTo>
                <a:cubicBezTo>
                  <a:pt x="245" y="84"/>
                  <a:pt x="245" y="83"/>
                  <a:pt x="245" y="82"/>
                </a:cubicBezTo>
                <a:cubicBezTo>
                  <a:pt x="244" y="81"/>
                  <a:pt x="245" y="81"/>
                  <a:pt x="245" y="81"/>
                </a:cubicBezTo>
                <a:close/>
                <a:moveTo>
                  <a:pt x="245" y="85"/>
                </a:moveTo>
                <a:cubicBezTo>
                  <a:pt x="245" y="85"/>
                  <a:pt x="245" y="85"/>
                  <a:pt x="245" y="85"/>
                </a:cubicBezTo>
                <a:cubicBezTo>
                  <a:pt x="245" y="85"/>
                  <a:pt x="245" y="85"/>
                  <a:pt x="245" y="85"/>
                </a:cubicBezTo>
                <a:close/>
                <a:moveTo>
                  <a:pt x="593" y="191"/>
                </a:moveTo>
                <a:cubicBezTo>
                  <a:pt x="592" y="191"/>
                  <a:pt x="592" y="192"/>
                  <a:pt x="592" y="192"/>
                </a:cubicBezTo>
                <a:cubicBezTo>
                  <a:pt x="592" y="192"/>
                  <a:pt x="592" y="193"/>
                  <a:pt x="593" y="193"/>
                </a:cubicBezTo>
                <a:cubicBezTo>
                  <a:pt x="593" y="193"/>
                  <a:pt x="593" y="193"/>
                  <a:pt x="593" y="192"/>
                </a:cubicBezTo>
                <a:cubicBezTo>
                  <a:pt x="593" y="192"/>
                  <a:pt x="593" y="191"/>
                  <a:pt x="593" y="191"/>
                </a:cubicBezTo>
                <a:close/>
                <a:moveTo>
                  <a:pt x="638" y="176"/>
                </a:moveTo>
                <a:cubicBezTo>
                  <a:pt x="638" y="176"/>
                  <a:pt x="638" y="176"/>
                  <a:pt x="638" y="176"/>
                </a:cubicBezTo>
                <a:cubicBezTo>
                  <a:pt x="638" y="176"/>
                  <a:pt x="638" y="176"/>
                  <a:pt x="638" y="176"/>
                </a:cubicBezTo>
                <a:cubicBezTo>
                  <a:pt x="638" y="175"/>
                  <a:pt x="638" y="175"/>
                  <a:pt x="638" y="174"/>
                </a:cubicBezTo>
                <a:cubicBezTo>
                  <a:pt x="638" y="173"/>
                  <a:pt x="639" y="172"/>
                  <a:pt x="638" y="171"/>
                </a:cubicBezTo>
                <a:cubicBezTo>
                  <a:pt x="636" y="172"/>
                  <a:pt x="637" y="173"/>
                  <a:pt x="637" y="174"/>
                </a:cubicBezTo>
                <a:cubicBezTo>
                  <a:pt x="637" y="176"/>
                  <a:pt x="637" y="178"/>
                  <a:pt x="638" y="180"/>
                </a:cubicBezTo>
                <a:cubicBezTo>
                  <a:pt x="639" y="179"/>
                  <a:pt x="638" y="177"/>
                  <a:pt x="638" y="176"/>
                </a:cubicBezTo>
                <a:close/>
                <a:moveTo>
                  <a:pt x="719" y="193"/>
                </a:moveTo>
                <a:cubicBezTo>
                  <a:pt x="719" y="193"/>
                  <a:pt x="719" y="193"/>
                  <a:pt x="719" y="193"/>
                </a:cubicBezTo>
                <a:cubicBezTo>
                  <a:pt x="718" y="192"/>
                  <a:pt x="718" y="191"/>
                  <a:pt x="717" y="191"/>
                </a:cubicBezTo>
                <a:cubicBezTo>
                  <a:pt x="716" y="190"/>
                  <a:pt x="715" y="191"/>
                  <a:pt x="714" y="191"/>
                </a:cubicBezTo>
                <a:cubicBezTo>
                  <a:pt x="713" y="192"/>
                  <a:pt x="712" y="191"/>
                  <a:pt x="711" y="191"/>
                </a:cubicBezTo>
                <a:cubicBezTo>
                  <a:pt x="710" y="191"/>
                  <a:pt x="710" y="190"/>
                  <a:pt x="711" y="189"/>
                </a:cubicBezTo>
                <a:cubicBezTo>
                  <a:pt x="711" y="189"/>
                  <a:pt x="711" y="189"/>
                  <a:pt x="711" y="189"/>
                </a:cubicBezTo>
                <a:cubicBezTo>
                  <a:pt x="711" y="189"/>
                  <a:pt x="711" y="189"/>
                  <a:pt x="711" y="189"/>
                </a:cubicBezTo>
                <a:cubicBezTo>
                  <a:pt x="711" y="188"/>
                  <a:pt x="711" y="187"/>
                  <a:pt x="711" y="186"/>
                </a:cubicBezTo>
                <a:cubicBezTo>
                  <a:pt x="710" y="185"/>
                  <a:pt x="709" y="184"/>
                  <a:pt x="708" y="182"/>
                </a:cubicBezTo>
                <a:cubicBezTo>
                  <a:pt x="708" y="182"/>
                  <a:pt x="707" y="182"/>
                  <a:pt x="707" y="183"/>
                </a:cubicBezTo>
                <a:cubicBezTo>
                  <a:pt x="707" y="184"/>
                  <a:pt x="706" y="185"/>
                  <a:pt x="706" y="187"/>
                </a:cubicBezTo>
                <a:cubicBezTo>
                  <a:pt x="706" y="187"/>
                  <a:pt x="706" y="187"/>
                  <a:pt x="706" y="187"/>
                </a:cubicBezTo>
                <a:cubicBezTo>
                  <a:pt x="703" y="188"/>
                  <a:pt x="703" y="189"/>
                  <a:pt x="703" y="191"/>
                </a:cubicBezTo>
                <a:cubicBezTo>
                  <a:pt x="703" y="191"/>
                  <a:pt x="703" y="191"/>
                  <a:pt x="704" y="191"/>
                </a:cubicBezTo>
                <a:cubicBezTo>
                  <a:pt x="704" y="191"/>
                  <a:pt x="704" y="191"/>
                  <a:pt x="704" y="191"/>
                </a:cubicBezTo>
                <a:cubicBezTo>
                  <a:pt x="704" y="191"/>
                  <a:pt x="704" y="191"/>
                  <a:pt x="704" y="191"/>
                </a:cubicBezTo>
                <a:cubicBezTo>
                  <a:pt x="704" y="191"/>
                  <a:pt x="704" y="191"/>
                  <a:pt x="704" y="191"/>
                </a:cubicBezTo>
                <a:cubicBezTo>
                  <a:pt x="704" y="192"/>
                  <a:pt x="703" y="193"/>
                  <a:pt x="704" y="194"/>
                </a:cubicBezTo>
                <a:cubicBezTo>
                  <a:pt x="706" y="194"/>
                  <a:pt x="706" y="196"/>
                  <a:pt x="707" y="197"/>
                </a:cubicBezTo>
                <a:cubicBezTo>
                  <a:pt x="709" y="198"/>
                  <a:pt x="710" y="197"/>
                  <a:pt x="712" y="197"/>
                </a:cubicBezTo>
                <a:cubicBezTo>
                  <a:pt x="712" y="197"/>
                  <a:pt x="712" y="197"/>
                  <a:pt x="712" y="197"/>
                </a:cubicBezTo>
                <a:cubicBezTo>
                  <a:pt x="712" y="197"/>
                  <a:pt x="712" y="197"/>
                  <a:pt x="712" y="197"/>
                </a:cubicBezTo>
                <a:cubicBezTo>
                  <a:pt x="712" y="197"/>
                  <a:pt x="712" y="197"/>
                  <a:pt x="712" y="197"/>
                </a:cubicBezTo>
                <a:cubicBezTo>
                  <a:pt x="713" y="198"/>
                  <a:pt x="713" y="198"/>
                  <a:pt x="714" y="198"/>
                </a:cubicBezTo>
                <a:cubicBezTo>
                  <a:pt x="714" y="198"/>
                  <a:pt x="714" y="198"/>
                  <a:pt x="714" y="198"/>
                </a:cubicBezTo>
                <a:cubicBezTo>
                  <a:pt x="714" y="198"/>
                  <a:pt x="714" y="198"/>
                  <a:pt x="714" y="198"/>
                </a:cubicBezTo>
                <a:cubicBezTo>
                  <a:pt x="715" y="198"/>
                  <a:pt x="715" y="200"/>
                  <a:pt x="716" y="199"/>
                </a:cubicBezTo>
                <a:cubicBezTo>
                  <a:pt x="717" y="199"/>
                  <a:pt x="718" y="198"/>
                  <a:pt x="718" y="197"/>
                </a:cubicBezTo>
                <a:cubicBezTo>
                  <a:pt x="719" y="197"/>
                  <a:pt x="719" y="196"/>
                  <a:pt x="719" y="196"/>
                </a:cubicBezTo>
                <a:cubicBezTo>
                  <a:pt x="719" y="196"/>
                  <a:pt x="719" y="196"/>
                  <a:pt x="719" y="196"/>
                </a:cubicBezTo>
                <a:cubicBezTo>
                  <a:pt x="719" y="195"/>
                  <a:pt x="719" y="194"/>
                  <a:pt x="719" y="193"/>
                </a:cubicBezTo>
                <a:close/>
                <a:moveTo>
                  <a:pt x="276" y="21"/>
                </a:moveTo>
                <a:cubicBezTo>
                  <a:pt x="276" y="21"/>
                  <a:pt x="276" y="21"/>
                  <a:pt x="276" y="21"/>
                </a:cubicBezTo>
                <a:cubicBezTo>
                  <a:pt x="276" y="22"/>
                  <a:pt x="276" y="22"/>
                  <a:pt x="276" y="22"/>
                </a:cubicBezTo>
                <a:cubicBezTo>
                  <a:pt x="277" y="22"/>
                  <a:pt x="277" y="22"/>
                  <a:pt x="277" y="21"/>
                </a:cubicBezTo>
                <a:cubicBezTo>
                  <a:pt x="277" y="21"/>
                  <a:pt x="277" y="21"/>
                  <a:pt x="276" y="21"/>
                </a:cubicBezTo>
                <a:close/>
                <a:moveTo>
                  <a:pt x="309" y="16"/>
                </a:moveTo>
                <a:cubicBezTo>
                  <a:pt x="309" y="16"/>
                  <a:pt x="309" y="15"/>
                  <a:pt x="310" y="15"/>
                </a:cubicBezTo>
                <a:cubicBezTo>
                  <a:pt x="310" y="14"/>
                  <a:pt x="309" y="14"/>
                  <a:pt x="309" y="15"/>
                </a:cubicBezTo>
                <a:cubicBezTo>
                  <a:pt x="309" y="15"/>
                  <a:pt x="309" y="15"/>
                  <a:pt x="308" y="15"/>
                </a:cubicBezTo>
                <a:cubicBezTo>
                  <a:pt x="308" y="15"/>
                  <a:pt x="309" y="16"/>
                  <a:pt x="309" y="16"/>
                </a:cubicBezTo>
                <a:close/>
                <a:moveTo>
                  <a:pt x="583" y="104"/>
                </a:moveTo>
                <a:cubicBezTo>
                  <a:pt x="583" y="104"/>
                  <a:pt x="583" y="104"/>
                  <a:pt x="584" y="104"/>
                </a:cubicBezTo>
                <a:cubicBezTo>
                  <a:pt x="584" y="104"/>
                  <a:pt x="584" y="104"/>
                  <a:pt x="584" y="103"/>
                </a:cubicBezTo>
                <a:cubicBezTo>
                  <a:pt x="584" y="103"/>
                  <a:pt x="584" y="103"/>
                  <a:pt x="584" y="103"/>
                </a:cubicBezTo>
                <a:cubicBezTo>
                  <a:pt x="583" y="103"/>
                  <a:pt x="583" y="104"/>
                  <a:pt x="583" y="104"/>
                </a:cubicBezTo>
                <a:close/>
                <a:moveTo>
                  <a:pt x="242" y="36"/>
                </a:moveTo>
                <a:cubicBezTo>
                  <a:pt x="242" y="36"/>
                  <a:pt x="243" y="36"/>
                  <a:pt x="243" y="36"/>
                </a:cubicBezTo>
                <a:cubicBezTo>
                  <a:pt x="242" y="36"/>
                  <a:pt x="242" y="36"/>
                  <a:pt x="242" y="35"/>
                </a:cubicBezTo>
                <a:cubicBezTo>
                  <a:pt x="242" y="35"/>
                  <a:pt x="242" y="36"/>
                  <a:pt x="242" y="36"/>
                </a:cubicBezTo>
                <a:cubicBezTo>
                  <a:pt x="242" y="36"/>
                  <a:pt x="242" y="36"/>
                  <a:pt x="242" y="36"/>
                </a:cubicBezTo>
                <a:close/>
                <a:moveTo>
                  <a:pt x="240" y="47"/>
                </a:moveTo>
                <a:cubicBezTo>
                  <a:pt x="241" y="47"/>
                  <a:pt x="241" y="47"/>
                  <a:pt x="241" y="47"/>
                </a:cubicBezTo>
                <a:cubicBezTo>
                  <a:pt x="241" y="47"/>
                  <a:pt x="241" y="47"/>
                  <a:pt x="240" y="46"/>
                </a:cubicBezTo>
                <a:cubicBezTo>
                  <a:pt x="240" y="46"/>
                  <a:pt x="240" y="47"/>
                  <a:pt x="240" y="47"/>
                </a:cubicBezTo>
                <a:cubicBezTo>
                  <a:pt x="240" y="47"/>
                  <a:pt x="240" y="47"/>
                  <a:pt x="240" y="47"/>
                </a:cubicBezTo>
                <a:close/>
                <a:moveTo>
                  <a:pt x="613" y="99"/>
                </a:moveTo>
                <a:cubicBezTo>
                  <a:pt x="613" y="99"/>
                  <a:pt x="613" y="99"/>
                  <a:pt x="613" y="99"/>
                </a:cubicBezTo>
                <a:cubicBezTo>
                  <a:pt x="613" y="99"/>
                  <a:pt x="613" y="100"/>
                  <a:pt x="613" y="99"/>
                </a:cubicBezTo>
                <a:cubicBezTo>
                  <a:pt x="614" y="99"/>
                  <a:pt x="614" y="99"/>
                  <a:pt x="614" y="99"/>
                </a:cubicBezTo>
                <a:cubicBezTo>
                  <a:pt x="614" y="99"/>
                  <a:pt x="614" y="99"/>
                  <a:pt x="613" y="99"/>
                </a:cubicBezTo>
                <a:close/>
                <a:moveTo>
                  <a:pt x="282" y="61"/>
                </a:moveTo>
                <a:cubicBezTo>
                  <a:pt x="282" y="61"/>
                  <a:pt x="282" y="61"/>
                  <a:pt x="282" y="61"/>
                </a:cubicBezTo>
                <a:cubicBezTo>
                  <a:pt x="282" y="60"/>
                  <a:pt x="282" y="59"/>
                  <a:pt x="280" y="59"/>
                </a:cubicBezTo>
                <a:cubicBezTo>
                  <a:pt x="278" y="59"/>
                  <a:pt x="275" y="59"/>
                  <a:pt x="274" y="62"/>
                </a:cubicBezTo>
                <a:cubicBezTo>
                  <a:pt x="274" y="63"/>
                  <a:pt x="274" y="63"/>
                  <a:pt x="273" y="63"/>
                </a:cubicBezTo>
                <a:cubicBezTo>
                  <a:pt x="272" y="64"/>
                  <a:pt x="272" y="65"/>
                  <a:pt x="274" y="66"/>
                </a:cubicBezTo>
                <a:cubicBezTo>
                  <a:pt x="274" y="66"/>
                  <a:pt x="275" y="66"/>
                  <a:pt x="276" y="67"/>
                </a:cubicBezTo>
                <a:cubicBezTo>
                  <a:pt x="277" y="69"/>
                  <a:pt x="279" y="67"/>
                  <a:pt x="280" y="66"/>
                </a:cubicBezTo>
                <a:cubicBezTo>
                  <a:pt x="280" y="66"/>
                  <a:pt x="281" y="66"/>
                  <a:pt x="282" y="65"/>
                </a:cubicBezTo>
                <a:cubicBezTo>
                  <a:pt x="282" y="65"/>
                  <a:pt x="282" y="65"/>
                  <a:pt x="282" y="65"/>
                </a:cubicBezTo>
                <a:cubicBezTo>
                  <a:pt x="282" y="65"/>
                  <a:pt x="282" y="65"/>
                  <a:pt x="282" y="65"/>
                </a:cubicBezTo>
                <a:cubicBezTo>
                  <a:pt x="282" y="65"/>
                  <a:pt x="282" y="64"/>
                  <a:pt x="282" y="64"/>
                </a:cubicBezTo>
                <a:cubicBezTo>
                  <a:pt x="283" y="63"/>
                  <a:pt x="283" y="62"/>
                  <a:pt x="282" y="61"/>
                </a:cubicBezTo>
                <a:close/>
                <a:moveTo>
                  <a:pt x="276" y="40"/>
                </a:moveTo>
                <a:cubicBezTo>
                  <a:pt x="276" y="40"/>
                  <a:pt x="276" y="40"/>
                  <a:pt x="276" y="40"/>
                </a:cubicBezTo>
                <a:cubicBezTo>
                  <a:pt x="276" y="40"/>
                  <a:pt x="276" y="40"/>
                  <a:pt x="275" y="40"/>
                </a:cubicBezTo>
                <a:cubicBezTo>
                  <a:pt x="275" y="40"/>
                  <a:pt x="276" y="40"/>
                  <a:pt x="276" y="41"/>
                </a:cubicBezTo>
                <a:cubicBezTo>
                  <a:pt x="276" y="41"/>
                  <a:pt x="276" y="40"/>
                  <a:pt x="276" y="40"/>
                </a:cubicBezTo>
                <a:close/>
                <a:moveTo>
                  <a:pt x="280" y="26"/>
                </a:moveTo>
                <a:cubicBezTo>
                  <a:pt x="280" y="26"/>
                  <a:pt x="281" y="26"/>
                  <a:pt x="281" y="25"/>
                </a:cubicBezTo>
                <a:cubicBezTo>
                  <a:pt x="281" y="25"/>
                  <a:pt x="280" y="25"/>
                  <a:pt x="280" y="25"/>
                </a:cubicBezTo>
                <a:cubicBezTo>
                  <a:pt x="280" y="25"/>
                  <a:pt x="280" y="25"/>
                  <a:pt x="280" y="26"/>
                </a:cubicBezTo>
                <a:cubicBezTo>
                  <a:pt x="280" y="26"/>
                  <a:pt x="280" y="26"/>
                  <a:pt x="280" y="26"/>
                </a:cubicBezTo>
                <a:close/>
                <a:moveTo>
                  <a:pt x="679" y="149"/>
                </a:moveTo>
                <a:cubicBezTo>
                  <a:pt x="679" y="149"/>
                  <a:pt x="679" y="149"/>
                  <a:pt x="679" y="149"/>
                </a:cubicBezTo>
                <a:cubicBezTo>
                  <a:pt x="680" y="149"/>
                  <a:pt x="680" y="149"/>
                  <a:pt x="680" y="149"/>
                </a:cubicBezTo>
                <a:cubicBezTo>
                  <a:pt x="680" y="149"/>
                  <a:pt x="680" y="148"/>
                  <a:pt x="680" y="148"/>
                </a:cubicBezTo>
                <a:cubicBezTo>
                  <a:pt x="679" y="148"/>
                  <a:pt x="679" y="149"/>
                  <a:pt x="679" y="149"/>
                </a:cubicBezTo>
                <a:close/>
                <a:moveTo>
                  <a:pt x="246" y="30"/>
                </a:moveTo>
                <a:cubicBezTo>
                  <a:pt x="246" y="30"/>
                  <a:pt x="246" y="30"/>
                  <a:pt x="246" y="29"/>
                </a:cubicBezTo>
                <a:cubicBezTo>
                  <a:pt x="246" y="29"/>
                  <a:pt x="246" y="29"/>
                  <a:pt x="246" y="29"/>
                </a:cubicBezTo>
                <a:cubicBezTo>
                  <a:pt x="246" y="29"/>
                  <a:pt x="246" y="29"/>
                  <a:pt x="246" y="29"/>
                </a:cubicBezTo>
                <a:cubicBezTo>
                  <a:pt x="245" y="29"/>
                  <a:pt x="246" y="30"/>
                  <a:pt x="246" y="30"/>
                </a:cubicBezTo>
                <a:close/>
                <a:moveTo>
                  <a:pt x="570" y="50"/>
                </a:moveTo>
                <a:cubicBezTo>
                  <a:pt x="570" y="50"/>
                  <a:pt x="570" y="50"/>
                  <a:pt x="570" y="50"/>
                </a:cubicBezTo>
                <a:cubicBezTo>
                  <a:pt x="572" y="49"/>
                  <a:pt x="575" y="47"/>
                  <a:pt x="574" y="44"/>
                </a:cubicBezTo>
                <a:cubicBezTo>
                  <a:pt x="574" y="43"/>
                  <a:pt x="575" y="42"/>
                  <a:pt x="574" y="42"/>
                </a:cubicBezTo>
                <a:cubicBezTo>
                  <a:pt x="574" y="42"/>
                  <a:pt x="574" y="42"/>
                  <a:pt x="574" y="42"/>
                </a:cubicBezTo>
                <a:cubicBezTo>
                  <a:pt x="574" y="42"/>
                  <a:pt x="574" y="42"/>
                  <a:pt x="574" y="42"/>
                </a:cubicBezTo>
                <a:cubicBezTo>
                  <a:pt x="570" y="40"/>
                  <a:pt x="567" y="40"/>
                  <a:pt x="563" y="41"/>
                </a:cubicBezTo>
                <a:cubicBezTo>
                  <a:pt x="562" y="41"/>
                  <a:pt x="561" y="42"/>
                  <a:pt x="560" y="43"/>
                </a:cubicBezTo>
                <a:cubicBezTo>
                  <a:pt x="560" y="45"/>
                  <a:pt x="560" y="46"/>
                  <a:pt x="561" y="47"/>
                </a:cubicBezTo>
                <a:cubicBezTo>
                  <a:pt x="563" y="49"/>
                  <a:pt x="565" y="49"/>
                  <a:pt x="568" y="50"/>
                </a:cubicBezTo>
                <a:cubicBezTo>
                  <a:pt x="568" y="50"/>
                  <a:pt x="568" y="50"/>
                  <a:pt x="568" y="50"/>
                </a:cubicBezTo>
                <a:cubicBezTo>
                  <a:pt x="568" y="50"/>
                  <a:pt x="569" y="50"/>
                  <a:pt x="570" y="50"/>
                </a:cubicBezTo>
                <a:close/>
                <a:moveTo>
                  <a:pt x="293" y="87"/>
                </a:moveTo>
                <a:cubicBezTo>
                  <a:pt x="293" y="87"/>
                  <a:pt x="293" y="87"/>
                  <a:pt x="293" y="87"/>
                </a:cubicBezTo>
                <a:cubicBezTo>
                  <a:pt x="293" y="87"/>
                  <a:pt x="293" y="87"/>
                  <a:pt x="293" y="87"/>
                </a:cubicBezTo>
                <a:cubicBezTo>
                  <a:pt x="293" y="88"/>
                  <a:pt x="293" y="88"/>
                  <a:pt x="292" y="88"/>
                </a:cubicBezTo>
                <a:cubicBezTo>
                  <a:pt x="293" y="88"/>
                  <a:pt x="294" y="88"/>
                  <a:pt x="294" y="88"/>
                </a:cubicBezTo>
                <a:cubicBezTo>
                  <a:pt x="294" y="87"/>
                  <a:pt x="294" y="87"/>
                  <a:pt x="293" y="87"/>
                </a:cubicBezTo>
                <a:close/>
                <a:moveTo>
                  <a:pt x="281" y="91"/>
                </a:moveTo>
                <a:cubicBezTo>
                  <a:pt x="281" y="91"/>
                  <a:pt x="281" y="91"/>
                  <a:pt x="281" y="91"/>
                </a:cubicBezTo>
                <a:cubicBezTo>
                  <a:pt x="281" y="91"/>
                  <a:pt x="281" y="91"/>
                  <a:pt x="281" y="91"/>
                </a:cubicBezTo>
                <a:cubicBezTo>
                  <a:pt x="281" y="91"/>
                  <a:pt x="281" y="91"/>
                  <a:pt x="281" y="91"/>
                </a:cubicBezTo>
                <a:cubicBezTo>
                  <a:pt x="281" y="91"/>
                  <a:pt x="281" y="91"/>
                  <a:pt x="281" y="91"/>
                </a:cubicBezTo>
                <a:close/>
                <a:moveTo>
                  <a:pt x="314" y="14"/>
                </a:moveTo>
                <a:cubicBezTo>
                  <a:pt x="314" y="16"/>
                  <a:pt x="316" y="17"/>
                  <a:pt x="318" y="18"/>
                </a:cubicBezTo>
                <a:cubicBezTo>
                  <a:pt x="318" y="18"/>
                  <a:pt x="319" y="18"/>
                  <a:pt x="320" y="18"/>
                </a:cubicBezTo>
                <a:cubicBezTo>
                  <a:pt x="320" y="18"/>
                  <a:pt x="320" y="18"/>
                  <a:pt x="320" y="18"/>
                </a:cubicBezTo>
                <a:cubicBezTo>
                  <a:pt x="320" y="18"/>
                  <a:pt x="320" y="18"/>
                  <a:pt x="320" y="18"/>
                </a:cubicBezTo>
                <a:cubicBezTo>
                  <a:pt x="320" y="18"/>
                  <a:pt x="320" y="18"/>
                  <a:pt x="320" y="18"/>
                </a:cubicBezTo>
                <a:cubicBezTo>
                  <a:pt x="321" y="19"/>
                  <a:pt x="322" y="19"/>
                  <a:pt x="323" y="18"/>
                </a:cubicBezTo>
                <a:cubicBezTo>
                  <a:pt x="323" y="18"/>
                  <a:pt x="323" y="18"/>
                  <a:pt x="323" y="18"/>
                </a:cubicBezTo>
                <a:cubicBezTo>
                  <a:pt x="324" y="17"/>
                  <a:pt x="325" y="16"/>
                  <a:pt x="326" y="15"/>
                </a:cubicBezTo>
                <a:cubicBezTo>
                  <a:pt x="326" y="15"/>
                  <a:pt x="326" y="15"/>
                  <a:pt x="326" y="15"/>
                </a:cubicBezTo>
                <a:cubicBezTo>
                  <a:pt x="326" y="14"/>
                  <a:pt x="326" y="14"/>
                  <a:pt x="325" y="13"/>
                </a:cubicBezTo>
                <a:cubicBezTo>
                  <a:pt x="325" y="13"/>
                  <a:pt x="325" y="13"/>
                  <a:pt x="325" y="13"/>
                </a:cubicBezTo>
                <a:cubicBezTo>
                  <a:pt x="325" y="11"/>
                  <a:pt x="323" y="9"/>
                  <a:pt x="321" y="10"/>
                </a:cubicBezTo>
                <a:cubicBezTo>
                  <a:pt x="318" y="10"/>
                  <a:pt x="316" y="10"/>
                  <a:pt x="313" y="10"/>
                </a:cubicBezTo>
                <a:cubicBezTo>
                  <a:pt x="312" y="10"/>
                  <a:pt x="312" y="11"/>
                  <a:pt x="311" y="12"/>
                </a:cubicBezTo>
                <a:cubicBezTo>
                  <a:pt x="311" y="13"/>
                  <a:pt x="312" y="13"/>
                  <a:pt x="313" y="13"/>
                </a:cubicBezTo>
                <a:cubicBezTo>
                  <a:pt x="313" y="14"/>
                  <a:pt x="314" y="14"/>
                  <a:pt x="314" y="14"/>
                </a:cubicBezTo>
                <a:close/>
                <a:moveTo>
                  <a:pt x="283" y="99"/>
                </a:moveTo>
                <a:cubicBezTo>
                  <a:pt x="283" y="99"/>
                  <a:pt x="283" y="100"/>
                  <a:pt x="283" y="100"/>
                </a:cubicBezTo>
                <a:cubicBezTo>
                  <a:pt x="284" y="100"/>
                  <a:pt x="284" y="100"/>
                  <a:pt x="285" y="100"/>
                </a:cubicBezTo>
                <a:cubicBezTo>
                  <a:pt x="285" y="100"/>
                  <a:pt x="285" y="100"/>
                  <a:pt x="285" y="100"/>
                </a:cubicBezTo>
                <a:cubicBezTo>
                  <a:pt x="285" y="100"/>
                  <a:pt x="285" y="100"/>
                  <a:pt x="285" y="100"/>
                </a:cubicBezTo>
                <a:cubicBezTo>
                  <a:pt x="285" y="99"/>
                  <a:pt x="284" y="99"/>
                  <a:pt x="283" y="99"/>
                </a:cubicBezTo>
                <a:close/>
                <a:moveTo>
                  <a:pt x="598" y="106"/>
                </a:moveTo>
                <a:cubicBezTo>
                  <a:pt x="598" y="106"/>
                  <a:pt x="598" y="106"/>
                  <a:pt x="598" y="106"/>
                </a:cubicBezTo>
                <a:cubicBezTo>
                  <a:pt x="599" y="106"/>
                  <a:pt x="599" y="106"/>
                  <a:pt x="599" y="106"/>
                </a:cubicBezTo>
                <a:cubicBezTo>
                  <a:pt x="599" y="106"/>
                  <a:pt x="599" y="106"/>
                  <a:pt x="598" y="106"/>
                </a:cubicBezTo>
                <a:cubicBezTo>
                  <a:pt x="598" y="106"/>
                  <a:pt x="598" y="106"/>
                  <a:pt x="598" y="106"/>
                </a:cubicBezTo>
                <a:close/>
                <a:moveTo>
                  <a:pt x="265" y="88"/>
                </a:moveTo>
                <a:cubicBezTo>
                  <a:pt x="264" y="87"/>
                  <a:pt x="263" y="87"/>
                  <a:pt x="262" y="88"/>
                </a:cubicBezTo>
                <a:cubicBezTo>
                  <a:pt x="262" y="90"/>
                  <a:pt x="261" y="90"/>
                  <a:pt x="260" y="89"/>
                </a:cubicBezTo>
                <a:cubicBezTo>
                  <a:pt x="259" y="89"/>
                  <a:pt x="259" y="89"/>
                  <a:pt x="259" y="89"/>
                </a:cubicBezTo>
                <a:cubicBezTo>
                  <a:pt x="257" y="88"/>
                  <a:pt x="255" y="90"/>
                  <a:pt x="255" y="91"/>
                </a:cubicBezTo>
                <a:cubicBezTo>
                  <a:pt x="256" y="92"/>
                  <a:pt x="256" y="94"/>
                  <a:pt x="256" y="95"/>
                </a:cubicBezTo>
                <a:cubicBezTo>
                  <a:pt x="257" y="96"/>
                  <a:pt x="257" y="97"/>
                  <a:pt x="256" y="99"/>
                </a:cubicBezTo>
                <a:cubicBezTo>
                  <a:pt x="254" y="101"/>
                  <a:pt x="254" y="101"/>
                  <a:pt x="256" y="103"/>
                </a:cubicBezTo>
                <a:cubicBezTo>
                  <a:pt x="258" y="104"/>
                  <a:pt x="259" y="103"/>
                  <a:pt x="260" y="103"/>
                </a:cubicBezTo>
                <a:cubicBezTo>
                  <a:pt x="260" y="103"/>
                  <a:pt x="260" y="103"/>
                  <a:pt x="260" y="103"/>
                </a:cubicBezTo>
                <a:cubicBezTo>
                  <a:pt x="260" y="103"/>
                  <a:pt x="260" y="103"/>
                  <a:pt x="260" y="103"/>
                </a:cubicBezTo>
                <a:cubicBezTo>
                  <a:pt x="261" y="103"/>
                  <a:pt x="262" y="104"/>
                  <a:pt x="263" y="103"/>
                </a:cubicBezTo>
                <a:cubicBezTo>
                  <a:pt x="263" y="103"/>
                  <a:pt x="264" y="103"/>
                  <a:pt x="265" y="103"/>
                </a:cubicBezTo>
                <a:cubicBezTo>
                  <a:pt x="265" y="103"/>
                  <a:pt x="265" y="103"/>
                  <a:pt x="265" y="103"/>
                </a:cubicBezTo>
                <a:cubicBezTo>
                  <a:pt x="265" y="103"/>
                  <a:pt x="265" y="103"/>
                  <a:pt x="265" y="103"/>
                </a:cubicBezTo>
                <a:cubicBezTo>
                  <a:pt x="265" y="102"/>
                  <a:pt x="266" y="101"/>
                  <a:pt x="266" y="99"/>
                </a:cubicBezTo>
                <a:cubicBezTo>
                  <a:pt x="265" y="98"/>
                  <a:pt x="265" y="97"/>
                  <a:pt x="266" y="96"/>
                </a:cubicBezTo>
                <a:cubicBezTo>
                  <a:pt x="265" y="94"/>
                  <a:pt x="266" y="92"/>
                  <a:pt x="266" y="89"/>
                </a:cubicBezTo>
                <a:cubicBezTo>
                  <a:pt x="266" y="89"/>
                  <a:pt x="266" y="89"/>
                  <a:pt x="266" y="89"/>
                </a:cubicBezTo>
                <a:cubicBezTo>
                  <a:pt x="265" y="89"/>
                  <a:pt x="265" y="89"/>
                  <a:pt x="265" y="88"/>
                </a:cubicBezTo>
                <a:close/>
                <a:moveTo>
                  <a:pt x="274" y="98"/>
                </a:moveTo>
                <a:cubicBezTo>
                  <a:pt x="274" y="98"/>
                  <a:pt x="275" y="98"/>
                  <a:pt x="275" y="98"/>
                </a:cubicBezTo>
                <a:cubicBezTo>
                  <a:pt x="276" y="98"/>
                  <a:pt x="277" y="99"/>
                  <a:pt x="277" y="98"/>
                </a:cubicBezTo>
                <a:cubicBezTo>
                  <a:pt x="277" y="97"/>
                  <a:pt x="278" y="95"/>
                  <a:pt x="276" y="94"/>
                </a:cubicBezTo>
                <a:cubicBezTo>
                  <a:pt x="274" y="94"/>
                  <a:pt x="274" y="93"/>
                  <a:pt x="276" y="92"/>
                </a:cubicBezTo>
                <a:cubicBezTo>
                  <a:pt x="276" y="91"/>
                  <a:pt x="277" y="91"/>
                  <a:pt x="277" y="91"/>
                </a:cubicBezTo>
                <a:cubicBezTo>
                  <a:pt x="278" y="90"/>
                  <a:pt x="279" y="91"/>
                  <a:pt x="279" y="90"/>
                </a:cubicBezTo>
                <a:cubicBezTo>
                  <a:pt x="279" y="89"/>
                  <a:pt x="280" y="89"/>
                  <a:pt x="281" y="89"/>
                </a:cubicBezTo>
                <a:cubicBezTo>
                  <a:pt x="282" y="90"/>
                  <a:pt x="283" y="89"/>
                  <a:pt x="284" y="90"/>
                </a:cubicBezTo>
                <a:cubicBezTo>
                  <a:pt x="285" y="89"/>
                  <a:pt x="285" y="89"/>
                  <a:pt x="285" y="88"/>
                </a:cubicBezTo>
                <a:cubicBezTo>
                  <a:pt x="284" y="87"/>
                  <a:pt x="283" y="85"/>
                  <a:pt x="282" y="84"/>
                </a:cubicBezTo>
                <a:cubicBezTo>
                  <a:pt x="279" y="82"/>
                  <a:pt x="276" y="81"/>
                  <a:pt x="274" y="81"/>
                </a:cubicBezTo>
                <a:cubicBezTo>
                  <a:pt x="271" y="80"/>
                  <a:pt x="270" y="82"/>
                  <a:pt x="268" y="82"/>
                </a:cubicBezTo>
                <a:cubicBezTo>
                  <a:pt x="267" y="82"/>
                  <a:pt x="267" y="82"/>
                  <a:pt x="266" y="82"/>
                </a:cubicBezTo>
                <a:cubicBezTo>
                  <a:pt x="265" y="82"/>
                  <a:pt x="264" y="83"/>
                  <a:pt x="266" y="84"/>
                </a:cubicBezTo>
                <a:cubicBezTo>
                  <a:pt x="267" y="85"/>
                  <a:pt x="267" y="87"/>
                  <a:pt x="267" y="89"/>
                </a:cubicBezTo>
                <a:cubicBezTo>
                  <a:pt x="267" y="89"/>
                  <a:pt x="267" y="89"/>
                  <a:pt x="267" y="89"/>
                </a:cubicBezTo>
                <a:cubicBezTo>
                  <a:pt x="267" y="91"/>
                  <a:pt x="266" y="93"/>
                  <a:pt x="267" y="95"/>
                </a:cubicBezTo>
                <a:cubicBezTo>
                  <a:pt x="267" y="95"/>
                  <a:pt x="267" y="95"/>
                  <a:pt x="267" y="95"/>
                </a:cubicBezTo>
                <a:cubicBezTo>
                  <a:pt x="267" y="95"/>
                  <a:pt x="268" y="96"/>
                  <a:pt x="267" y="96"/>
                </a:cubicBezTo>
                <a:cubicBezTo>
                  <a:pt x="267" y="98"/>
                  <a:pt x="268" y="98"/>
                  <a:pt x="268" y="99"/>
                </a:cubicBezTo>
                <a:cubicBezTo>
                  <a:pt x="270" y="100"/>
                  <a:pt x="271" y="101"/>
                  <a:pt x="272" y="101"/>
                </a:cubicBezTo>
                <a:cubicBezTo>
                  <a:pt x="273" y="101"/>
                  <a:pt x="273" y="102"/>
                  <a:pt x="274" y="101"/>
                </a:cubicBezTo>
                <a:cubicBezTo>
                  <a:pt x="274" y="101"/>
                  <a:pt x="274" y="100"/>
                  <a:pt x="274" y="100"/>
                </a:cubicBezTo>
                <a:cubicBezTo>
                  <a:pt x="274" y="99"/>
                  <a:pt x="273" y="99"/>
                  <a:pt x="274" y="98"/>
                </a:cubicBezTo>
                <a:close/>
                <a:moveTo>
                  <a:pt x="1225" y="693"/>
                </a:moveTo>
                <a:cubicBezTo>
                  <a:pt x="1224" y="692"/>
                  <a:pt x="1224" y="692"/>
                  <a:pt x="1223" y="693"/>
                </a:cubicBezTo>
                <a:cubicBezTo>
                  <a:pt x="1223" y="693"/>
                  <a:pt x="1222" y="693"/>
                  <a:pt x="1222" y="693"/>
                </a:cubicBezTo>
                <a:cubicBezTo>
                  <a:pt x="1220" y="694"/>
                  <a:pt x="1219" y="695"/>
                  <a:pt x="1218" y="696"/>
                </a:cubicBezTo>
                <a:cubicBezTo>
                  <a:pt x="1217" y="697"/>
                  <a:pt x="1216" y="698"/>
                  <a:pt x="1216" y="699"/>
                </a:cubicBezTo>
                <a:cubicBezTo>
                  <a:pt x="1216" y="700"/>
                  <a:pt x="1216" y="700"/>
                  <a:pt x="1215" y="701"/>
                </a:cubicBezTo>
                <a:cubicBezTo>
                  <a:pt x="1215" y="701"/>
                  <a:pt x="1215" y="701"/>
                  <a:pt x="1215" y="702"/>
                </a:cubicBezTo>
                <a:cubicBezTo>
                  <a:pt x="1215" y="702"/>
                  <a:pt x="1215" y="702"/>
                  <a:pt x="1216" y="702"/>
                </a:cubicBezTo>
                <a:cubicBezTo>
                  <a:pt x="1216" y="702"/>
                  <a:pt x="1216" y="702"/>
                  <a:pt x="1216" y="702"/>
                </a:cubicBezTo>
                <a:cubicBezTo>
                  <a:pt x="1216" y="702"/>
                  <a:pt x="1216" y="702"/>
                  <a:pt x="1216" y="702"/>
                </a:cubicBezTo>
                <a:cubicBezTo>
                  <a:pt x="1216" y="702"/>
                  <a:pt x="1216" y="702"/>
                  <a:pt x="1216" y="702"/>
                </a:cubicBezTo>
                <a:cubicBezTo>
                  <a:pt x="1216" y="702"/>
                  <a:pt x="1216" y="702"/>
                  <a:pt x="1216" y="702"/>
                </a:cubicBezTo>
                <a:cubicBezTo>
                  <a:pt x="1219" y="700"/>
                  <a:pt x="1221" y="698"/>
                  <a:pt x="1224" y="698"/>
                </a:cubicBezTo>
                <a:cubicBezTo>
                  <a:pt x="1224" y="698"/>
                  <a:pt x="1225" y="697"/>
                  <a:pt x="1225" y="697"/>
                </a:cubicBezTo>
                <a:cubicBezTo>
                  <a:pt x="1227" y="696"/>
                  <a:pt x="1225" y="694"/>
                  <a:pt x="1225" y="693"/>
                </a:cubicBezTo>
                <a:cubicBezTo>
                  <a:pt x="1225" y="693"/>
                  <a:pt x="1225" y="693"/>
                  <a:pt x="1225" y="693"/>
                </a:cubicBezTo>
                <a:close/>
                <a:moveTo>
                  <a:pt x="1214" y="705"/>
                </a:moveTo>
                <a:cubicBezTo>
                  <a:pt x="1214" y="705"/>
                  <a:pt x="1214" y="705"/>
                  <a:pt x="1214" y="705"/>
                </a:cubicBezTo>
                <a:cubicBezTo>
                  <a:pt x="1214" y="704"/>
                  <a:pt x="1215" y="704"/>
                  <a:pt x="1215" y="703"/>
                </a:cubicBezTo>
                <a:cubicBezTo>
                  <a:pt x="1214" y="703"/>
                  <a:pt x="1214" y="704"/>
                  <a:pt x="1214" y="705"/>
                </a:cubicBezTo>
                <a:close/>
                <a:moveTo>
                  <a:pt x="1241" y="764"/>
                </a:moveTo>
                <a:cubicBezTo>
                  <a:pt x="1242" y="765"/>
                  <a:pt x="1243" y="765"/>
                  <a:pt x="1243" y="767"/>
                </a:cubicBezTo>
                <a:cubicBezTo>
                  <a:pt x="1243" y="766"/>
                  <a:pt x="1244" y="766"/>
                  <a:pt x="1244" y="766"/>
                </a:cubicBezTo>
                <a:cubicBezTo>
                  <a:pt x="1244" y="765"/>
                  <a:pt x="1244" y="765"/>
                  <a:pt x="1243" y="765"/>
                </a:cubicBezTo>
                <a:cubicBezTo>
                  <a:pt x="1243" y="764"/>
                  <a:pt x="1242" y="763"/>
                  <a:pt x="1241" y="762"/>
                </a:cubicBezTo>
                <a:cubicBezTo>
                  <a:pt x="1241" y="761"/>
                  <a:pt x="1240" y="759"/>
                  <a:pt x="1240" y="758"/>
                </a:cubicBezTo>
                <a:cubicBezTo>
                  <a:pt x="1240" y="758"/>
                  <a:pt x="1240" y="757"/>
                  <a:pt x="1240" y="757"/>
                </a:cubicBezTo>
                <a:cubicBezTo>
                  <a:pt x="1239" y="756"/>
                  <a:pt x="1239" y="756"/>
                  <a:pt x="1238" y="756"/>
                </a:cubicBezTo>
                <a:cubicBezTo>
                  <a:pt x="1238" y="756"/>
                  <a:pt x="1238" y="757"/>
                  <a:pt x="1238" y="757"/>
                </a:cubicBezTo>
                <a:cubicBezTo>
                  <a:pt x="1237" y="757"/>
                  <a:pt x="1237" y="757"/>
                  <a:pt x="1237" y="757"/>
                </a:cubicBezTo>
                <a:cubicBezTo>
                  <a:pt x="1237" y="757"/>
                  <a:pt x="1237" y="758"/>
                  <a:pt x="1237" y="758"/>
                </a:cubicBezTo>
                <a:cubicBezTo>
                  <a:pt x="1238" y="758"/>
                  <a:pt x="1238" y="758"/>
                  <a:pt x="1238" y="759"/>
                </a:cubicBezTo>
                <a:cubicBezTo>
                  <a:pt x="1239" y="760"/>
                  <a:pt x="1239" y="761"/>
                  <a:pt x="1239" y="762"/>
                </a:cubicBezTo>
                <a:cubicBezTo>
                  <a:pt x="1239" y="763"/>
                  <a:pt x="1240" y="763"/>
                  <a:pt x="1241" y="764"/>
                </a:cubicBezTo>
                <a:close/>
                <a:moveTo>
                  <a:pt x="1255" y="768"/>
                </a:moveTo>
                <a:cubicBezTo>
                  <a:pt x="1255" y="767"/>
                  <a:pt x="1255" y="767"/>
                  <a:pt x="1255" y="767"/>
                </a:cubicBezTo>
                <a:cubicBezTo>
                  <a:pt x="1255" y="767"/>
                  <a:pt x="1254" y="766"/>
                  <a:pt x="1254" y="766"/>
                </a:cubicBezTo>
                <a:cubicBezTo>
                  <a:pt x="1254" y="766"/>
                  <a:pt x="1254" y="765"/>
                  <a:pt x="1254" y="765"/>
                </a:cubicBezTo>
                <a:cubicBezTo>
                  <a:pt x="1253" y="765"/>
                  <a:pt x="1253" y="765"/>
                  <a:pt x="1253" y="765"/>
                </a:cubicBezTo>
                <a:cubicBezTo>
                  <a:pt x="1253" y="765"/>
                  <a:pt x="1253" y="765"/>
                  <a:pt x="1253" y="766"/>
                </a:cubicBezTo>
                <a:cubicBezTo>
                  <a:pt x="1253" y="766"/>
                  <a:pt x="1253" y="766"/>
                  <a:pt x="1253" y="766"/>
                </a:cubicBezTo>
                <a:cubicBezTo>
                  <a:pt x="1253" y="767"/>
                  <a:pt x="1254" y="767"/>
                  <a:pt x="1254" y="768"/>
                </a:cubicBezTo>
                <a:cubicBezTo>
                  <a:pt x="1254" y="768"/>
                  <a:pt x="1254" y="768"/>
                  <a:pt x="1254" y="768"/>
                </a:cubicBezTo>
                <a:cubicBezTo>
                  <a:pt x="1254" y="768"/>
                  <a:pt x="1255" y="768"/>
                  <a:pt x="1255" y="768"/>
                </a:cubicBezTo>
                <a:cubicBezTo>
                  <a:pt x="1255" y="768"/>
                  <a:pt x="1255" y="768"/>
                  <a:pt x="1255" y="768"/>
                </a:cubicBezTo>
                <a:close/>
                <a:moveTo>
                  <a:pt x="223" y="425"/>
                </a:moveTo>
                <a:cubicBezTo>
                  <a:pt x="224" y="425"/>
                  <a:pt x="225" y="425"/>
                  <a:pt x="224" y="424"/>
                </a:cubicBezTo>
                <a:cubicBezTo>
                  <a:pt x="224" y="424"/>
                  <a:pt x="223" y="423"/>
                  <a:pt x="224" y="423"/>
                </a:cubicBezTo>
                <a:cubicBezTo>
                  <a:pt x="224" y="423"/>
                  <a:pt x="225" y="422"/>
                  <a:pt x="225" y="423"/>
                </a:cubicBezTo>
                <a:cubicBezTo>
                  <a:pt x="226" y="424"/>
                  <a:pt x="226" y="423"/>
                  <a:pt x="226" y="422"/>
                </a:cubicBezTo>
                <a:cubicBezTo>
                  <a:pt x="227" y="422"/>
                  <a:pt x="226" y="420"/>
                  <a:pt x="227" y="420"/>
                </a:cubicBezTo>
                <a:cubicBezTo>
                  <a:pt x="228" y="422"/>
                  <a:pt x="228" y="423"/>
                  <a:pt x="228" y="424"/>
                </a:cubicBezTo>
                <a:cubicBezTo>
                  <a:pt x="228" y="425"/>
                  <a:pt x="229" y="426"/>
                  <a:pt x="229" y="426"/>
                </a:cubicBezTo>
                <a:cubicBezTo>
                  <a:pt x="231" y="426"/>
                  <a:pt x="232" y="425"/>
                  <a:pt x="233" y="424"/>
                </a:cubicBezTo>
                <a:cubicBezTo>
                  <a:pt x="233" y="423"/>
                  <a:pt x="234" y="423"/>
                  <a:pt x="234" y="423"/>
                </a:cubicBezTo>
                <a:cubicBezTo>
                  <a:pt x="235" y="423"/>
                  <a:pt x="235" y="424"/>
                  <a:pt x="234" y="424"/>
                </a:cubicBezTo>
                <a:cubicBezTo>
                  <a:pt x="232" y="427"/>
                  <a:pt x="235" y="429"/>
                  <a:pt x="236" y="431"/>
                </a:cubicBezTo>
                <a:cubicBezTo>
                  <a:pt x="236" y="433"/>
                  <a:pt x="237" y="434"/>
                  <a:pt x="239" y="433"/>
                </a:cubicBezTo>
                <a:cubicBezTo>
                  <a:pt x="239" y="432"/>
                  <a:pt x="240" y="432"/>
                  <a:pt x="240" y="432"/>
                </a:cubicBezTo>
                <a:cubicBezTo>
                  <a:pt x="240" y="434"/>
                  <a:pt x="241" y="435"/>
                  <a:pt x="240" y="436"/>
                </a:cubicBezTo>
                <a:cubicBezTo>
                  <a:pt x="240" y="438"/>
                  <a:pt x="238" y="436"/>
                  <a:pt x="236" y="436"/>
                </a:cubicBezTo>
                <a:cubicBezTo>
                  <a:pt x="236" y="436"/>
                  <a:pt x="236" y="437"/>
                  <a:pt x="236" y="437"/>
                </a:cubicBezTo>
                <a:cubicBezTo>
                  <a:pt x="238" y="441"/>
                  <a:pt x="238" y="442"/>
                  <a:pt x="235" y="442"/>
                </a:cubicBezTo>
                <a:cubicBezTo>
                  <a:pt x="237" y="444"/>
                  <a:pt x="240" y="445"/>
                  <a:pt x="242" y="445"/>
                </a:cubicBezTo>
                <a:cubicBezTo>
                  <a:pt x="244" y="445"/>
                  <a:pt x="246" y="444"/>
                  <a:pt x="247" y="447"/>
                </a:cubicBezTo>
                <a:cubicBezTo>
                  <a:pt x="247" y="447"/>
                  <a:pt x="248" y="448"/>
                  <a:pt x="248" y="448"/>
                </a:cubicBezTo>
                <a:cubicBezTo>
                  <a:pt x="249" y="449"/>
                  <a:pt x="249" y="450"/>
                  <a:pt x="250" y="449"/>
                </a:cubicBezTo>
                <a:cubicBezTo>
                  <a:pt x="251" y="449"/>
                  <a:pt x="251" y="448"/>
                  <a:pt x="251" y="448"/>
                </a:cubicBezTo>
                <a:cubicBezTo>
                  <a:pt x="251" y="447"/>
                  <a:pt x="251" y="446"/>
                  <a:pt x="252" y="446"/>
                </a:cubicBezTo>
                <a:cubicBezTo>
                  <a:pt x="253" y="446"/>
                  <a:pt x="253" y="446"/>
                  <a:pt x="254" y="447"/>
                </a:cubicBezTo>
                <a:cubicBezTo>
                  <a:pt x="255" y="447"/>
                  <a:pt x="255" y="449"/>
                  <a:pt x="257" y="449"/>
                </a:cubicBezTo>
                <a:cubicBezTo>
                  <a:pt x="257" y="448"/>
                  <a:pt x="255" y="447"/>
                  <a:pt x="257" y="447"/>
                </a:cubicBezTo>
                <a:cubicBezTo>
                  <a:pt x="258" y="448"/>
                  <a:pt x="260" y="448"/>
                  <a:pt x="261" y="449"/>
                </a:cubicBezTo>
                <a:cubicBezTo>
                  <a:pt x="261" y="450"/>
                  <a:pt x="262" y="451"/>
                  <a:pt x="263" y="450"/>
                </a:cubicBezTo>
                <a:cubicBezTo>
                  <a:pt x="262" y="449"/>
                  <a:pt x="262" y="449"/>
                  <a:pt x="261" y="448"/>
                </a:cubicBezTo>
                <a:cubicBezTo>
                  <a:pt x="259" y="446"/>
                  <a:pt x="259" y="446"/>
                  <a:pt x="262" y="445"/>
                </a:cubicBezTo>
                <a:cubicBezTo>
                  <a:pt x="262" y="447"/>
                  <a:pt x="262" y="448"/>
                  <a:pt x="264" y="448"/>
                </a:cubicBezTo>
                <a:cubicBezTo>
                  <a:pt x="265" y="448"/>
                  <a:pt x="266" y="449"/>
                  <a:pt x="266" y="449"/>
                </a:cubicBezTo>
                <a:cubicBezTo>
                  <a:pt x="266" y="449"/>
                  <a:pt x="266" y="449"/>
                  <a:pt x="266" y="449"/>
                </a:cubicBezTo>
                <a:cubicBezTo>
                  <a:pt x="269" y="449"/>
                  <a:pt x="265" y="448"/>
                  <a:pt x="267" y="447"/>
                </a:cubicBezTo>
                <a:cubicBezTo>
                  <a:pt x="267" y="447"/>
                  <a:pt x="267" y="447"/>
                  <a:pt x="267" y="447"/>
                </a:cubicBezTo>
                <a:cubicBezTo>
                  <a:pt x="270" y="449"/>
                  <a:pt x="270" y="447"/>
                  <a:pt x="271" y="446"/>
                </a:cubicBezTo>
                <a:cubicBezTo>
                  <a:pt x="272" y="444"/>
                  <a:pt x="271" y="444"/>
                  <a:pt x="270" y="444"/>
                </a:cubicBezTo>
                <a:cubicBezTo>
                  <a:pt x="266" y="442"/>
                  <a:pt x="264" y="438"/>
                  <a:pt x="261" y="435"/>
                </a:cubicBezTo>
                <a:cubicBezTo>
                  <a:pt x="260" y="434"/>
                  <a:pt x="260" y="433"/>
                  <a:pt x="259" y="432"/>
                </a:cubicBezTo>
                <a:cubicBezTo>
                  <a:pt x="258" y="429"/>
                  <a:pt x="258" y="426"/>
                  <a:pt x="256" y="423"/>
                </a:cubicBezTo>
                <a:cubicBezTo>
                  <a:pt x="255" y="422"/>
                  <a:pt x="254" y="420"/>
                  <a:pt x="254" y="418"/>
                </a:cubicBezTo>
                <a:cubicBezTo>
                  <a:pt x="253" y="416"/>
                  <a:pt x="253" y="414"/>
                  <a:pt x="253" y="413"/>
                </a:cubicBezTo>
                <a:cubicBezTo>
                  <a:pt x="252" y="412"/>
                  <a:pt x="251" y="412"/>
                  <a:pt x="252" y="410"/>
                </a:cubicBezTo>
                <a:cubicBezTo>
                  <a:pt x="253" y="406"/>
                  <a:pt x="252" y="402"/>
                  <a:pt x="253" y="398"/>
                </a:cubicBezTo>
                <a:cubicBezTo>
                  <a:pt x="253" y="397"/>
                  <a:pt x="252" y="397"/>
                  <a:pt x="252" y="397"/>
                </a:cubicBezTo>
                <a:cubicBezTo>
                  <a:pt x="252" y="396"/>
                  <a:pt x="254" y="396"/>
                  <a:pt x="254" y="396"/>
                </a:cubicBezTo>
                <a:cubicBezTo>
                  <a:pt x="253" y="394"/>
                  <a:pt x="254" y="393"/>
                  <a:pt x="254" y="392"/>
                </a:cubicBezTo>
                <a:cubicBezTo>
                  <a:pt x="254" y="392"/>
                  <a:pt x="254" y="391"/>
                  <a:pt x="254" y="391"/>
                </a:cubicBezTo>
                <a:cubicBezTo>
                  <a:pt x="255" y="391"/>
                  <a:pt x="256" y="391"/>
                  <a:pt x="256" y="389"/>
                </a:cubicBezTo>
                <a:cubicBezTo>
                  <a:pt x="256" y="388"/>
                  <a:pt x="255" y="388"/>
                  <a:pt x="254" y="387"/>
                </a:cubicBezTo>
                <a:cubicBezTo>
                  <a:pt x="260" y="387"/>
                  <a:pt x="261" y="385"/>
                  <a:pt x="258" y="381"/>
                </a:cubicBezTo>
                <a:cubicBezTo>
                  <a:pt x="260" y="381"/>
                  <a:pt x="262" y="380"/>
                  <a:pt x="260" y="378"/>
                </a:cubicBezTo>
                <a:cubicBezTo>
                  <a:pt x="261" y="378"/>
                  <a:pt x="262" y="377"/>
                  <a:pt x="262" y="376"/>
                </a:cubicBezTo>
                <a:cubicBezTo>
                  <a:pt x="262" y="374"/>
                  <a:pt x="261" y="373"/>
                  <a:pt x="260" y="373"/>
                </a:cubicBezTo>
                <a:cubicBezTo>
                  <a:pt x="259" y="373"/>
                  <a:pt x="258" y="373"/>
                  <a:pt x="257" y="373"/>
                </a:cubicBezTo>
                <a:cubicBezTo>
                  <a:pt x="256" y="372"/>
                  <a:pt x="256" y="372"/>
                  <a:pt x="256" y="371"/>
                </a:cubicBezTo>
                <a:cubicBezTo>
                  <a:pt x="256" y="371"/>
                  <a:pt x="256" y="371"/>
                  <a:pt x="257" y="370"/>
                </a:cubicBezTo>
                <a:cubicBezTo>
                  <a:pt x="257" y="370"/>
                  <a:pt x="257" y="370"/>
                  <a:pt x="257" y="369"/>
                </a:cubicBezTo>
                <a:cubicBezTo>
                  <a:pt x="258" y="371"/>
                  <a:pt x="258" y="372"/>
                  <a:pt x="260" y="372"/>
                </a:cubicBezTo>
                <a:cubicBezTo>
                  <a:pt x="260" y="372"/>
                  <a:pt x="261" y="372"/>
                  <a:pt x="261" y="372"/>
                </a:cubicBezTo>
                <a:cubicBezTo>
                  <a:pt x="262" y="372"/>
                  <a:pt x="263" y="372"/>
                  <a:pt x="263" y="372"/>
                </a:cubicBezTo>
                <a:cubicBezTo>
                  <a:pt x="264" y="373"/>
                  <a:pt x="264" y="373"/>
                  <a:pt x="264" y="372"/>
                </a:cubicBezTo>
                <a:cubicBezTo>
                  <a:pt x="264" y="371"/>
                  <a:pt x="265" y="370"/>
                  <a:pt x="266" y="369"/>
                </a:cubicBezTo>
                <a:cubicBezTo>
                  <a:pt x="269" y="368"/>
                  <a:pt x="269" y="365"/>
                  <a:pt x="267" y="363"/>
                </a:cubicBezTo>
                <a:cubicBezTo>
                  <a:pt x="266" y="363"/>
                  <a:pt x="265" y="363"/>
                  <a:pt x="264" y="363"/>
                </a:cubicBezTo>
                <a:cubicBezTo>
                  <a:pt x="263" y="362"/>
                  <a:pt x="265" y="362"/>
                  <a:pt x="265" y="361"/>
                </a:cubicBezTo>
                <a:cubicBezTo>
                  <a:pt x="266" y="361"/>
                  <a:pt x="266" y="362"/>
                  <a:pt x="267" y="363"/>
                </a:cubicBezTo>
                <a:cubicBezTo>
                  <a:pt x="268" y="363"/>
                  <a:pt x="269" y="363"/>
                  <a:pt x="270" y="363"/>
                </a:cubicBezTo>
                <a:cubicBezTo>
                  <a:pt x="271" y="362"/>
                  <a:pt x="271" y="361"/>
                  <a:pt x="271" y="360"/>
                </a:cubicBezTo>
                <a:cubicBezTo>
                  <a:pt x="272" y="358"/>
                  <a:pt x="270" y="356"/>
                  <a:pt x="267" y="355"/>
                </a:cubicBezTo>
                <a:cubicBezTo>
                  <a:pt x="267" y="355"/>
                  <a:pt x="266" y="355"/>
                  <a:pt x="266" y="354"/>
                </a:cubicBezTo>
                <a:cubicBezTo>
                  <a:pt x="266" y="354"/>
                  <a:pt x="267" y="353"/>
                  <a:pt x="267" y="354"/>
                </a:cubicBezTo>
                <a:cubicBezTo>
                  <a:pt x="268" y="355"/>
                  <a:pt x="271" y="353"/>
                  <a:pt x="271" y="356"/>
                </a:cubicBezTo>
                <a:cubicBezTo>
                  <a:pt x="271" y="357"/>
                  <a:pt x="272" y="358"/>
                  <a:pt x="273" y="357"/>
                </a:cubicBezTo>
                <a:cubicBezTo>
                  <a:pt x="274" y="356"/>
                  <a:pt x="275" y="356"/>
                  <a:pt x="274" y="354"/>
                </a:cubicBezTo>
                <a:cubicBezTo>
                  <a:pt x="273" y="354"/>
                  <a:pt x="273" y="353"/>
                  <a:pt x="274" y="352"/>
                </a:cubicBezTo>
                <a:cubicBezTo>
                  <a:pt x="274" y="352"/>
                  <a:pt x="274" y="351"/>
                  <a:pt x="274" y="351"/>
                </a:cubicBezTo>
                <a:cubicBezTo>
                  <a:pt x="272" y="349"/>
                  <a:pt x="271" y="347"/>
                  <a:pt x="270" y="344"/>
                </a:cubicBezTo>
                <a:cubicBezTo>
                  <a:pt x="270" y="344"/>
                  <a:pt x="270" y="343"/>
                  <a:pt x="270" y="343"/>
                </a:cubicBezTo>
                <a:cubicBezTo>
                  <a:pt x="270" y="343"/>
                  <a:pt x="270" y="342"/>
                  <a:pt x="271" y="343"/>
                </a:cubicBezTo>
                <a:cubicBezTo>
                  <a:pt x="271" y="343"/>
                  <a:pt x="271" y="343"/>
                  <a:pt x="272" y="344"/>
                </a:cubicBezTo>
                <a:cubicBezTo>
                  <a:pt x="272" y="346"/>
                  <a:pt x="273" y="348"/>
                  <a:pt x="275" y="349"/>
                </a:cubicBezTo>
                <a:cubicBezTo>
                  <a:pt x="276" y="349"/>
                  <a:pt x="276" y="350"/>
                  <a:pt x="277" y="349"/>
                </a:cubicBezTo>
                <a:cubicBezTo>
                  <a:pt x="277" y="349"/>
                  <a:pt x="277" y="348"/>
                  <a:pt x="277" y="348"/>
                </a:cubicBezTo>
                <a:cubicBezTo>
                  <a:pt x="276" y="345"/>
                  <a:pt x="277" y="344"/>
                  <a:pt x="279" y="344"/>
                </a:cubicBezTo>
                <a:cubicBezTo>
                  <a:pt x="279" y="343"/>
                  <a:pt x="280" y="343"/>
                  <a:pt x="280" y="343"/>
                </a:cubicBezTo>
                <a:cubicBezTo>
                  <a:pt x="282" y="341"/>
                  <a:pt x="282" y="337"/>
                  <a:pt x="280" y="335"/>
                </a:cubicBezTo>
                <a:cubicBezTo>
                  <a:pt x="280" y="334"/>
                  <a:pt x="279" y="333"/>
                  <a:pt x="279" y="332"/>
                </a:cubicBezTo>
                <a:cubicBezTo>
                  <a:pt x="281" y="332"/>
                  <a:pt x="281" y="333"/>
                  <a:pt x="282" y="334"/>
                </a:cubicBezTo>
                <a:cubicBezTo>
                  <a:pt x="283" y="335"/>
                  <a:pt x="285" y="335"/>
                  <a:pt x="285" y="334"/>
                </a:cubicBezTo>
                <a:cubicBezTo>
                  <a:pt x="285" y="331"/>
                  <a:pt x="287" y="329"/>
                  <a:pt x="286" y="326"/>
                </a:cubicBezTo>
                <a:cubicBezTo>
                  <a:pt x="287" y="327"/>
                  <a:pt x="288" y="328"/>
                  <a:pt x="289" y="329"/>
                </a:cubicBezTo>
                <a:cubicBezTo>
                  <a:pt x="289" y="330"/>
                  <a:pt x="290" y="330"/>
                  <a:pt x="291" y="329"/>
                </a:cubicBezTo>
                <a:cubicBezTo>
                  <a:pt x="291" y="328"/>
                  <a:pt x="292" y="328"/>
                  <a:pt x="291" y="327"/>
                </a:cubicBezTo>
                <a:cubicBezTo>
                  <a:pt x="291" y="327"/>
                  <a:pt x="290" y="326"/>
                  <a:pt x="290" y="325"/>
                </a:cubicBezTo>
                <a:cubicBezTo>
                  <a:pt x="291" y="325"/>
                  <a:pt x="293" y="325"/>
                  <a:pt x="294" y="325"/>
                </a:cubicBezTo>
                <a:cubicBezTo>
                  <a:pt x="296" y="325"/>
                  <a:pt x="296" y="324"/>
                  <a:pt x="295" y="323"/>
                </a:cubicBezTo>
                <a:cubicBezTo>
                  <a:pt x="295" y="322"/>
                  <a:pt x="294" y="322"/>
                  <a:pt x="295" y="321"/>
                </a:cubicBezTo>
                <a:cubicBezTo>
                  <a:pt x="295" y="320"/>
                  <a:pt x="296" y="321"/>
                  <a:pt x="297" y="321"/>
                </a:cubicBezTo>
                <a:cubicBezTo>
                  <a:pt x="298" y="321"/>
                  <a:pt x="298" y="320"/>
                  <a:pt x="298" y="319"/>
                </a:cubicBezTo>
                <a:cubicBezTo>
                  <a:pt x="299" y="318"/>
                  <a:pt x="298" y="317"/>
                  <a:pt x="297" y="317"/>
                </a:cubicBezTo>
                <a:cubicBezTo>
                  <a:pt x="296" y="317"/>
                  <a:pt x="295" y="318"/>
                  <a:pt x="294" y="317"/>
                </a:cubicBezTo>
                <a:cubicBezTo>
                  <a:pt x="296" y="316"/>
                  <a:pt x="297" y="314"/>
                  <a:pt x="298" y="312"/>
                </a:cubicBezTo>
                <a:cubicBezTo>
                  <a:pt x="298" y="312"/>
                  <a:pt x="298" y="312"/>
                  <a:pt x="298" y="312"/>
                </a:cubicBezTo>
                <a:cubicBezTo>
                  <a:pt x="298" y="312"/>
                  <a:pt x="298" y="313"/>
                  <a:pt x="298" y="313"/>
                </a:cubicBezTo>
                <a:cubicBezTo>
                  <a:pt x="299" y="314"/>
                  <a:pt x="298" y="315"/>
                  <a:pt x="299" y="315"/>
                </a:cubicBezTo>
                <a:cubicBezTo>
                  <a:pt x="300" y="315"/>
                  <a:pt x="300" y="314"/>
                  <a:pt x="300" y="313"/>
                </a:cubicBezTo>
                <a:cubicBezTo>
                  <a:pt x="300" y="313"/>
                  <a:pt x="300" y="312"/>
                  <a:pt x="300" y="312"/>
                </a:cubicBezTo>
                <a:cubicBezTo>
                  <a:pt x="300" y="311"/>
                  <a:pt x="300" y="308"/>
                  <a:pt x="303" y="309"/>
                </a:cubicBezTo>
                <a:cubicBezTo>
                  <a:pt x="303" y="309"/>
                  <a:pt x="303" y="308"/>
                  <a:pt x="303" y="308"/>
                </a:cubicBezTo>
                <a:cubicBezTo>
                  <a:pt x="304" y="307"/>
                  <a:pt x="304" y="306"/>
                  <a:pt x="305" y="305"/>
                </a:cubicBezTo>
                <a:cubicBezTo>
                  <a:pt x="305" y="305"/>
                  <a:pt x="305" y="306"/>
                  <a:pt x="305" y="306"/>
                </a:cubicBezTo>
                <a:cubicBezTo>
                  <a:pt x="306" y="307"/>
                  <a:pt x="305" y="308"/>
                  <a:pt x="306" y="308"/>
                </a:cubicBezTo>
                <a:cubicBezTo>
                  <a:pt x="307" y="308"/>
                  <a:pt x="307" y="307"/>
                  <a:pt x="307" y="306"/>
                </a:cubicBezTo>
                <a:cubicBezTo>
                  <a:pt x="308" y="305"/>
                  <a:pt x="308" y="304"/>
                  <a:pt x="309" y="303"/>
                </a:cubicBezTo>
                <a:cubicBezTo>
                  <a:pt x="310" y="302"/>
                  <a:pt x="310" y="301"/>
                  <a:pt x="310" y="300"/>
                </a:cubicBezTo>
                <a:cubicBezTo>
                  <a:pt x="312" y="301"/>
                  <a:pt x="314" y="300"/>
                  <a:pt x="316" y="298"/>
                </a:cubicBezTo>
                <a:cubicBezTo>
                  <a:pt x="317" y="298"/>
                  <a:pt x="318" y="297"/>
                  <a:pt x="319" y="296"/>
                </a:cubicBezTo>
                <a:cubicBezTo>
                  <a:pt x="322" y="296"/>
                  <a:pt x="324" y="295"/>
                  <a:pt x="325" y="292"/>
                </a:cubicBezTo>
                <a:cubicBezTo>
                  <a:pt x="325" y="292"/>
                  <a:pt x="326" y="292"/>
                  <a:pt x="326" y="292"/>
                </a:cubicBezTo>
                <a:cubicBezTo>
                  <a:pt x="329" y="293"/>
                  <a:pt x="330" y="291"/>
                  <a:pt x="331" y="290"/>
                </a:cubicBezTo>
                <a:cubicBezTo>
                  <a:pt x="332" y="290"/>
                  <a:pt x="333" y="290"/>
                  <a:pt x="334" y="289"/>
                </a:cubicBezTo>
                <a:cubicBezTo>
                  <a:pt x="335" y="288"/>
                  <a:pt x="336" y="288"/>
                  <a:pt x="337" y="287"/>
                </a:cubicBezTo>
                <a:cubicBezTo>
                  <a:pt x="337" y="287"/>
                  <a:pt x="338" y="287"/>
                  <a:pt x="338" y="287"/>
                </a:cubicBezTo>
                <a:cubicBezTo>
                  <a:pt x="340" y="286"/>
                  <a:pt x="341" y="285"/>
                  <a:pt x="342" y="284"/>
                </a:cubicBezTo>
                <a:cubicBezTo>
                  <a:pt x="343" y="283"/>
                  <a:pt x="344" y="283"/>
                  <a:pt x="345" y="282"/>
                </a:cubicBezTo>
                <a:cubicBezTo>
                  <a:pt x="345" y="282"/>
                  <a:pt x="346" y="282"/>
                  <a:pt x="346" y="282"/>
                </a:cubicBezTo>
                <a:cubicBezTo>
                  <a:pt x="347" y="282"/>
                  <a:pt x="348" y="281"/>
                  <a:pt x="348" y="281"/>
                </a:cubicBezTo>
                <a:cubicBezTo>
                  <a:pt x="350" y="281"/>
                  <a:pt x="351" y="280"/>
                  <a:pt x="352" y="279"/>
                </a:cubicBezTo>
                <a:cubicBezTo>
                  <a:pt x="352" y="279"/>
                  <a:pt x="353" y="278"/>
                  <a:pt x="353" y="278"/>
                </a:cubicBezTo>
                <a:cubicBezTo>
                  <a:pt x="357" y="277"/>
                  <a:pt x="359" y="274"/>
                  <a:pt x="362" y="273"/>
                </a:cubicBezTo>
                <a:cubicBezTo>
                  <a:pt x="363" y="272"/>
                  <a:pt x="364" y="271"/>
                  <a:pt x="365" y="271"/>
                </a:cubicBezTo>
                <a:cubicBezTo>
                  <a:pt x="366" y="271"/>
                  <a:pt x="367" y="271"/>
                  <a:pt x="366" y="270"/>
                </a:cubicBezTo>
                <a:cubicBezTo>
                  <a:pt x="366" y="269"/>
                  <a:pt x="366" y="269"/>
                  <a:pt x="366" y="269"/>
                </a:cubicBezTo>
                <a:cubicBezTo>
                  <a:pt x="368" y="269"/>
                  <a:pt x="367" y="267"/>
                  <a:pt x="368" y="266"/>
                </a:cubicBezTo>
                <a:cubicBezTo>
                  <a:pt x="368" y="266"/>
                  <a:pt x="368" y="265"/>
                  <a:pt x="369" y="265"/>
                </a:cubicBezTo>
                <a:cubicBezTo>
                  <a:pt x="371" y="263"/>
                  <a:pt x="372" y="261"/>
                  <a:pt x="371" y="259"/>
                </a:cubicBezTo>
                <a:cubicBezTo>
                  <a:pt x="371" y="258"/>
                  <a:pt x="371" y="258"/>
                  <a:pt x="372" y="258"/>
                </a:cubicBezTo>
                <a:cubicBezTo>
                  <a:pt x="373" y="256"/>
                  <a:pt x="373" y="253"/>
                  <a:pt x="372" y="251"/>
                </a:cubicBezTo>
                <a:cubicBezTo>
                  <a:pt x="372" y="250"/>
                  <a:pt x="371" y="249"/>
                  <a:pt x="371" y="248"/>
                </a:cubicBezTo>
                <a:cubicBezTo>
                  <a:pt x="371" y="245"/>
                  <a:pt x="368" y="245"/>
                  <a:pt x="368" y="243"/>
                </a:cubicBezTo>
                <a:cubicBezTo>
                  <a:pt x="365" y="243"/>
                  <a:pt x="363" y="241"/>
                  <a:pt x="360" y="243"/>
                </a:cubicBezTo>
                <a:cubicBezTo>
                  <a:pt x="359" y="243"/>
                  <a:pt x="358" y="245"/>
                  <a:pt x="357" y="245"/>
                </a:cubicBezTo>
                <a:cubicBezTo>
                  <a:pt x="357" y="245"/>
                  <a:pt x="356" y="245"/>
                  <a:pt x="356" y="245"/>
                </a:cubicBezTo>
                <a:cubicBezTo>
                  <a:pt x="352" y="247"/>
                  <a:pt x="349" y="250"/>
                  <a:pt x="346" y="253"/>
                </a:cubicBezTo>
                <a:cubicBezTo>
                  <a:pt x="345" y="254"/>
                  <a:pt x="344" y="256"/>
                  <a:pt x="346" y="257"/>
                </a:cubicBezTo>
                <a:cubicBezTo>
                  <a:pt x="346" y="257"/>
                  <a:pt x="347" y="258"/>
                  <a:pt x="347" y="258"/>
                </a:cubicBezTo>
                <a:cubicBezTo>
                  <a:pt x="347" y="259"/>
                  <a:pt x="347" y="260"/>
                  <a:pt x="347" y="261"/>
                </a:cubicBezTo>
                <a:cubicBezTo>
                  <a:pt x="346" y="261"/>
                  <a:pt x="345" y="260"/>
                  <a:pt x="345" y="260"/>
                </a:cubicBezTo>
                <a:cubicBezTo>
                  <a:pt x="342" y="259"/>
                  <a:pt x="342" y="259"/>
                  <a:pt x="340" y="262"/>
                </a:cubicBezTo>
                <a:cubicBezTo>
                  <a:pt x="340" y="262"/>
                  <a:pt x="339" y="263"/>
                  <a:pt x="339" y="263"/>
                </a:cubicBezTo>
                <a:cubicBezTo>
                  <a:pt x="338" y="263"/>
                  <a:pt x="338" y="263"/>
                  <a:pt x="338" y="263"/>
                </a:cubicBezTo>
                <a:cubicBezTo>
                  <a:pt x="338" y="262"/>
                  <a:pt x="336" y="262"/>
                  <a:pt x="336" y="262"/>
                </a:cubicBezTo>
                <a:cubicBezTo>
                  <a:pt x="335" y="265"/>
                  <a:pt x="333" y="266"/>
                  <a:pt x="332" y="267"/>
                </a:cubicBezTo>
                <a:cubicBezTo>
                  <a:pt x="330" y="269"/>
                  <a:pt x="329" y="270"/>
                  <a:pt x="328" y="268"/>
                </a:cubicBezTo>
                <a:cubicBezTo>
                  <a:pt x="327" y="268"/>
                  <a:pt x="326" y="268"/>
                  <a:pt x="326" y="268"/>
                </a:cubicBezTo>
                <a:cubicBezTo>
                  <a:pt x="325" y="270"/>
                  <a:pt x="322" y="270"/>
                  <a:pt x="321" y="272"/>
                </a:cubicBezTo>
                <a:cubicBezTo>
                  <a:pt x="320" y="273"/>
                  <a:pt x="319" y="273"/>
                  <a:pt x="319" y="272"/>
                </a:cubicBezTo>
                <a:cubicBezTo>
                  <a:pt x="318" y="271"/>
                  <a:pt x="318" y="271"/>
                  <a:pt x="317" y="271"/>
                </a:cubicBezTo>
                <a:cubicBezTo>
                  <a:pt x="317" y="273"/>
                  <a:pt x="316" y="273"/>
                  <a:pt x="314" y="274"/>
                </a:cubicBezTo>
                <a:cubicBezTo>
                  <a:pt x="314" y="273"/>
                  <a:pt x="314" y="272"/>
                  <a:pt x="315" y="272"/>
                </a:cubicBezTo>
                <a:cubicBezTo>
                  <a:pt x="315" y="271"/>
                  <a:pt x="315" y="270"/>
                  <a:pt x="314" y="270"/>
                </a:cubicBezTo>
                <a:cubicBezTo>
                  <a:pt x="311" y="271"/>
                  <a:pt x="308" y="269"/>
                  <a:pt x="305" y="270"/>
                </a:cubicBezTo>
                <a:cubicBezTo>
                  <a:pt x="302" y="271"/>
                  <a:pt x="302" y="273"/>
                  <a:pt x="302" y="274"/>
                </a:cubicBezTo>
                <a:cubicBezTo>
                  <a:pt x="301" y="275"/>
                  <a:pt x="303" y="275"/>
                  <a:pt x="304" y="276"/>
                </a:cubicBezTo>
                <a:cubicBezTo>
                  <a:pt x="303" y="279"/>
                  <a:pt x="301" y="279"/>
                  <a:pt x="299" y="280"/>
                </a:cubicBezTo>
                <a:cubicBezTo>
                  <a:pt x="298" y="281"/>
                  <a:pt x="298" y="280"/>
                  <a:pt x="298" y="279"/>
                </a:cubicBezTo>
                <a:cubicBezTo>
                  <a:pt x="298" y="279"/>
                  <a:pt x="298" y="278"/>
                  <a:pt x="298" y="278"/>
                </a:cubicBezTo>
                <a:cubicBezTo>
                  <a:pt x="298" y="278"/>
                  <a:pt x="299" y="277"/>
                  <a:pt x="299" y="276"/>
                </a:cubicBezTo>
                <a:cubicBezTo>
                  <a:pt x="298" y="276"/>
                  <a:pt x="297" y="276"/>
                  <a:pt x="296" y="276"/>
                </a:cubicBezTo>
                <a:cubicBezTo>
                  <a:pt x="295" y="277"/>
                  <a:pt x="294" y="278"/>
                  <a:pt x="294" y="279"/>
                </a:cubicBezTo>
                <a:cubicBezTo>
                  <a:pt x="294" y="280"/>
                  <a:pt x="295" y="280"/>
                  <a:pt x="296" y="280"/>
                </a:cubicBezTo>
                <a:cubicBezTo>
                  <a:pt x="296" y="280"/>
                  <a:pt x="296" y="282"/>
                  <a:pt x="295" y="281"/>
                </a:cubicBezTo>
                <a:cubicBezTo>
                  <a:pt x="293" y="281"/>
                  <a:pt x="291" y="284"/>
                  <a:pt x="288" y="283"/>
                </a:cubicBezTo>
                <a:cubicBezTo>
                  <a:pt x="288" y="283"/>
                  <a:pt x="287" y="284"/>
                  <a:pt x="287" y="284"/>
                </a:cubicBezTo>
                <a:cubicBezTo>
                  <a:pt x="287" y="284"/>
                  <a:pt x="286" y="284"/>
                  <a:pt x="286" y="283"/>
                </a:cubicBezTo>
                <a:cubicBezTo>
                  <a:pt x="286" y="281"/>
                  <a:pt x="285" y="282"/>
                  <a:pt x="284" y="283"/>
                </a:cubicBezTo>
                <a:cubicBezTo>
                  <a:pt x="284" y="283"/>
                  <a:pt x="283" y="283"/>
                  <a:pt x="283" y="283"/>
                </a:cubicBezTo>
                <a:cubicBezTo>
                  <a:pt x="284" y="284"/>
                  <a:pt x="285" y="284"/>
                  <a:pt x="285" y="285"/>
                </a:cubicBezTo>
                <a:cubicBezTo>
                  <a:pt x="284" y="285"/>
                  <a:pt x="282" y="285"/>
                  <a:pt x="282" y="287"/>
                </a:cubicBezTo>
                <a:cubicBezTo>
                  <a:pt x="281" y="290"/>
                  <a:pt x="279" y="291"/>
                  <a:pt x="277" y="292"/>
                </a:cubicBezTo>
                <a:cubicBezTo>
                  <a:pt x="276" y="292"/>
                  <a:pt x="275" y="293"/>
                  <a:pt x="275" y="293"/>
                </a:cubicBezTo>
                <a:cubicBezTo>
                  <a:pt x="276" y="294"/>
                  <a:pt x="276" y="294"/>
                  <a:pt x="277" y="294"/>
                </a:cubicBezTo>
                <a:cubicBezTo>
                  <a:pt x="277" y="294"/>
                  <a:pt x="278" y="294"/>
                  <a:pt x="278" y="295"/>
                </a:cubicBezTo>
                <a:cubicBezTo>
                  <a:pt x="278" y="295"/>
                  <a:pt x="277" y="295"/>
                  <a:pt x="277" y="296"/>
                </a:cubicBezTo>
                <a:cubicBezTo>
                  <a:pt x="277" y="297"/>
                  <a:pt x="276" y="296"/>
                  <a:pt x="275" y="296"/>
                </a:cubicBezTo>
                <a:cubicBezTo>
                  <a:pt x="272" y="297"/>
                  <a:pt x="271" y="298"/>
                  <a:pt x="273" y="301"/>
                </a:cubicBezTo>
                <a:cubicBezTo>
                  <a:pt x="273" y="302"/>
                  <a:pt x="273" y="302"/>
                  <a:pt x="273" y="303"/>
                </a:cubicBezTo>
                <a:cubicBezTo>
                  <a:pt x="273" y="303"/>
                  <a:pt x="275" y="304"/>
                  <a:pt x="274" y="304"/>
                </a:cubicBezTo>
                <a:cubicBezTo>
                  <a:pt x="273" y="305"/>
                  <a:pt x="272" y="305"/>
                  <a:pt x="271" y="304"/>
                </a:cubicBezTo>
                <a:cubicBezTo>
                  <a:pt x="270" y="304"/>
                  <a:pt x="270" y="303"/>
                  <a:pt x="269" y="303"/>
                </a:cubicBezTo>
                <a:cubicBezTo>
                  <a:pt x="267" y="301"/>
                  <a:pt x="266" y="303"/>
                  <a:pt x="265" y="304"/>
                </a:cubicBezTo>
                <a:cubicBezTo>
                  <a:pt x="263" y="305"/>
                  <a:pt x="264" y="306"/>
                  <a:pt x="265" y="307"/>
                </a:cubicBezTo>
                <a:cubicBezTo>
                  <a:pt x="266" y="308"/>
                  <a:pt x="265" y="308"/>
                  <a:pt x="265" y="309"/>
                </a:cubicBezTo>
                <a:cubicBezTo>
                  <a:pt x="264" y="310"/>
                  <a:pt x="263" y="310"/>
                  <a:pt x="263" y="311"/>
                </a:cubicBezTo>
                <a:cubicBezTo>
                  <a:pt x="263" y="312"/>
                  <a:pt x="263" y="313"/>
                  <a:pt x="263" y="314"/>
                </a:cubicBezTo>
                <a:cubicBezTo>
                  <a:pt x="261" y="313"/>
                  <a:pt x="261" y="312"/>
                  <a:pt x="261" y="311"/>
                </a:cubicBezTo>
                <a:cubicBezTo>
                  <a:pt x="260" y="310"/>
                  <a:pt x="259" y="310"/>
                  <a:pt x="258" y="310"/>
                </a:cubicBezTo>
                <a:cubicBezTo>
                  <a:pt x="257" y="309"/>
                  <a:pt x="257" y="311"/>
                  <a:pt x="256" y="311"/>
                </a:cubicBezTo>
                <a:cubicBezTo>
                  <a:pt x="255" y="313"/>
                  <a:pt x="258" y="315"/>
                  <a:pt x="256" y="317"/>
                </a:cubicBezTo>
                <a:cubicBezTo>
                  <a:pt x="257" y="317"/>
                  <a:pt x="258" y="316"/>
                  <a:pt x="259" y="316"/>
                </a:cubicBezTo>
                <a:cubicBezTo>
                  <a:pt x="259" y="316"/>
                  <a:pt x="260" y="316"/>
                  <a:pt x="261" y="316"/>
                </a:cubicBezTo>
                <a:cubicBezTo>
                  <a:pt x="261" y="317"/>
                  <a:pt x="261" y="317"/>
                  <a:pt x="260" y="317"/>
                </a:cubicBezTo>
                <a:cubicBezTo>
                  <a:pt x="259" y="319"/>
                  <a:pt x="261" y="319"/>
                  <a:pt x="261" y="320"/>
                </a:cubicBezTo>
                <a:cubicBezTo>
                  <a:pt x="260" y="319"/>
                  <a:pt x="259" y="320"/>
                  <a:pt x="258" y="321"/>
                </a:cubicBezTo>
                <a:cubicBezTo>
                  <a:pt x="258" y="322"/>
                  <a:pt x="257" y="322"/>
                  <a:pt x="257" y="323"/>
                </a:cubicBezTo>
                <a:cubicBezTo>
                  <a:pt x="258" y="324"/>
                  <a:pt x="258" y="323"/>
                  <a:pt x="259" y="323"/>
                </a:cubicBezTo>
                <a:cubicBezTo>
                  <a:pt x="260" y="323"/>
                  <a:pt x="261" y="323"/>
                  <a:pt x="261" y="323"/>
                </a:cubicBezTo>
                <a:cubicBezTo>
                  <a:pt x="262" y="323"/>
                  <a:pt x="262" y="323"/>
                  <a:pt x="262" y="324"/>
                </a:cubicBezTo>
                <a:cubicBezTo>
                  <a:pt x="262" y="326"/>
                  <a:pt x="263" y="326"/>
                  <a:pt x="264" y="326"/>
                </a:cubicBezTo>
                <a:cubicBezTo>
                  <a:pt x="265" y="326"/>
                  <a:pt x="266" y="326"/>
                  <a:pt x="266" y="327"/>
                </a:cubicBezTo>
                <a:cubicBezTo>
                  <a:pt x="265" y="327"/>
                  <a:pt x="263" y="327"/>
                  <a:pt x="262" y="327"/>
                </a:cubicBezTo>
                <a:cubicBezTo>
                  <a:pt x="260" y="326"/>
                  <a:pt x="256" y="327"/>
                  <a:pt x="255" y="328"/>
                </a:cubicBezTo>
                <a:cubicBezTo>
                  <a:pt x="254" y="329"/>
                  <a:pt x="253" y="330"/>
                  <a:pt x="255" y="331"/>
                </a:cubicBezTo>
                <a:cubicBezTo>
                  <a:pt x="256" y="332"/>
                  <a:pt x="258" y="332"/>
                  <a:pt x="259" y="334"/>
                </a:cubicBezTo>
                <a:cubicBezTo>
                  <a:pt x="258" y="335"/>
                  <a:pt x="257" y="335"/>
                  <a:pt x="256" y="335"/>
                </a:cubicBezTo>
                <a:cubicBezTo>
                  <a:pt x="255" y="334"/>
                  <a:pt x="254" y="335"/>
                  <a:pt x="253" y="335"/>
                </a:cubicBezTo>
                <a:cubicBezTo>
                  <a:pt x="252" y="335"/>
                  <a:pt x="252" y="336"/>
                  <a:pt x="252" y="337"/>
                </a:cubicBezTo>
                <a:cubicBezTo>
                  <a:pt x="252" y="337"/>
                  <a:pt x="252" y="338"/>
                  <a:pt x="253" y="338"/>
                </a:cubicBezTo>
                <a:cubicBezTo>
                  <a:pt x="254" y="338"/>
                  <a:pt x="254" y="338"/>
                  <a:pt x="255" y="339"/>
                </a:cubicBezTo>
                <a:cubicBezTo>
                  <a:pt x="255" y="339"/>
                  <a:pt x="255" y="340"/>
                  <a:pt x="255" y="340"/>
                </a:cubicBezTo>
                <a:cubicBezTo>
                  <a:pt x="255" y="341"/>
                  <a:pt x="255" y="340"/>
                  <a:pt x="254" y="340"/>
                </a:cubicBezTo>
                <a:cubicBezTo>
                  <a:pt x="253" y="340"/>
                  <a:pt x="251" y="341"/>
                  <a:pt x="250" y="341"/>
                </a:cubicBezTo>
                <a:cubicBezTo>
                  <a:pt x="251" y="342"/>
                  <a:pt x="252" y="342"/>
                  <a:pt x="253" y="343"/>
                </a:cubicBezTo>
                <a:cubicBezTo>
                  <a:pt x="254" y="343"/>
                  <a:pt x="254" y="344"/>
                  <a:pt x="255" y="345"/>
                </a:cubicBezTo>
                <a:cubicBezTo>
                  <a:pt x="256" y="346"/>
                  <a:pt x="258" y="347"/>
                  <a:pt x="260" y="347"/>
                </a:cubicBezTo>
                <a:cubicBezTo>
                  <a:pt x="260" y="347"/>
                  <a:pt x="261" y="347"/>
                  <a:pt x="261" y="348"/>
                </a:cubicBezTo>
                <a:cubicBezTo>
                  <a:pt x="260" y="348"/>
                  <a:pt x="260" y="348"/>
                  <a:pt x="259" y="348"/>
                </a:cubicBezTo>
                <a:cubicBezTo>
                  <a:pt x="259" y="348"/>
                  <a:pt x="257" y="348"/>
                  <a:pt x="256" y="348"/>
                </a:cubicBezTo>
                <a:cubicBezTo>
                  <a:pt x="256" y="347"/>
                  <a:pt x="256" y="347"/>
                  <a:pt x="255" y="347"/>
                </a:cubicBezTo>
                <a:cubicBezTo>
                  <a:pt x="254" y="345"/>
                  <a:pt x="251" y="345"/>
                  <a:pt x="250" y="344"/>
                </a:cubicBezTo>
                <a:cubicBezTo>
                  <a:pt x="250" y="344"/>
                  <a:pt x="249" y="344"/>
                  <a:pt x="249" y="344"/>
                </a:cubicBezTo>
                <a:cubicBezTo>
                  <a:pt x="249" y="344"/>
                  <a:pt x="248" y="345"/>
                  <a:pt x="248" y="345"/>
                </a:cubicBezTo>
                <a:cubicBezTo>
                  <a:pt x="247" y="345"/>
                  <a:pt x="246" y="346"/>
                  <a:pt x="246" y="346"/>
                </a:cubicBezTo>
                <a:cubicBezTo>
                  <a:pt x="246" y="347"/>
                  <a:pt x="243" y="349"/>
                  <a:pt x="247" y="350"/>
                </a:cubicBezTo>
                <a:cubicBezTo>
                  <a:pt x="247" y="350"/>
                  <a:pt x="247" y="350"/>
                  <a:pt x="247" y="350"/>
                </a:cubicBezTo>
                <a:cubicBezTo>
                  <a:pt x="247" y="351"/>
                  <a:pt x="247" y="351"/>
                  <a:pt x="246" y="351"/>
                </a:cubicBezTo>
                <a:cubicBezTo>
                  <a:pt x="245" y="350"/>
                  <a:pt x="244" y="351"/>
                  <a:pt x="244" y="352"/>
                </a:cubicBezTo>
                <a:cubicBezTo>
                  <a:pt x="243" y="352"/>
                  <a:pt x="243" y="352"/>
                  <a:pt x="243" y="352"/>
                </a:cubicBezTo>
                <a:cubicBezTo>
                  <a:pt x="242" y="352"/>
                  <a:pt x="241" y="353"/>
                  <a:pt x="240" y="355"/>
                </a:cubicBezTo>
                <a:cubicBezTo>
                  <a:pt x="240" y="355"/>
                  <a:pt x="240" y="356"/>
                  <a:pt x="239" y="356"/>
                </a:cubicBezTo>
                <a:cubicBezTo>
                  <a:pt x="238" y="356"/>
                  <a:pt x="237" y="356"/>
                  <a:pt x="237" y="357"/>
                </a:cubicBezTo>
                <a:cubicBezTo>
                  <a:pt x="237" y="358"/>
                  <a:pt x="238" y="358"/>
                  <a:pt x="238" y="358"/>
                </a:cubicBezTo>
                <a:cubicBezTo>
                  <a:pt x="239" y="359"/>
                  <a:pt x="239" y="359"/>
                  <a:pt x="239" y="360"/>
                </a:cubicBezTo>
                <a:cubicBezTo>
                  <a:pt x="240" y="361"/>
                  <a:pt x="241" y="362"/>
                  <a:pt x="242" y="361"/>
                </a:cubicBezTo>
                <a:cubicBezTo>
                  <a:pt x="244" y="360"/>
                  <a:pt x="245" y="359"/>
                  <a:pt x="247" y="358"/>
                </a:cubicBezTo>
                <a:cubicBezTo>
                  <a:pt x="248" y="359"/>
                  <a:pt x="250" y="359"/>
                  <a:pt x="247" y="361"/>
                </a:cubicBezTo>
                <a:cubicBezTo>
                  <a:pt x="247" y="360"/>
                  <a:pt x="246" y="361"/>
                  <a:pt x="245" y="361"/>
                </a:cubicBezTo>
                <a:cubicBezTo>
                  <a:pt x="244" y="361"/>
                  <a:pt x="244" y="363"/>
                  <a:pt x="243" y="364"/>
                </a:cubicBezTo>
                <a:cubicBezTo>
                  <a:pt x="242" y="364"/>
                  <a:pt x="242" y="365"/>
                  <a:pt x="243" y="366"/>
                </a:cubicBezTo>
                <a:cubicBezTo>
                  <a:pt x="243" y="367"/>
                  <a:pt x="243" y="368"/>
                  <a:pt x="242" y="368"/>
                </a:cubicBezTo>
                <a:cubicBezTo>
                  <a:pt x="241" y="368"/>
                  <a:pt x="240" y="368"/>
                  <a:pt x="241" y="369"/>
                </a:cubicBezTo>
                <a:cubicBezTo>
                  <a:pt x="241" y="370"/>
                  <a:pt x="241" y="370"/>
                  <a:pt x="242" y="370"/>
                </a:cubicBezTo>
                <a:cubicBezTo>
                  <a:pt x="243" y="370"/>
                  <a:pt x="243" y="370"/>
                  <a:pt x="243" y="370"/>
                </a:cubicBezTo>
                <a:cubicBezTo>
                  <a:pt x="243" y="371"/>
                  <a:pt x="242" y="372"/>
                  <a:pt x="242" y="372"/>
                </a:cubicBezTo>
                <a:cubicBezTo>
                  <a:pt x="241" y="372"/>
                  <a:pt x="241" y="372"/>
                  <a:pt x="240" y="372"/>
                </a:cubicBezTo>
                <a:cubicBezTo>
                  <a:pt x="239" y="371"/>
                  <a:pt x="237" y="371"/>
                  <a:pt x="237" y="373"/>
                </a:cubicBezTo>
                <a:cubicBezTo>
                  <a:pt x="236" y="373"/>
                  <a:pt x="236" y="374"/>
                  <a:pt x="236" y="373"/>
                </a:cubicBezTo>
                <a:cubicBezTo>
                  <a:pt x="234" y="372"/>
                  <a:pt x="234" y="375"/>
                  <a:pt x="233" y="375"/>
                </a:cubicBezTo>
                <a:cubicBezTo>
                  <a:pt x="232" y="376"/>
                  <a:pt x="232" y="377"/>
                  <a:pt x="233" y="378"/>
                </a:cubicBezTo>
                <a:cubicBezTo>
                  <a:pt x="233" y="379"/>
                  <a:pt x="234" y="380"/>
                  <a:pt x="234" y="381"/>
                </a:cubicBezTo>
                <a:cubicBezTo>
                  <a:pt x="232" y="380"/>
                  <a:pt x="232" y="381"/>
                  <a:pt x="232" y="383"/>
                </a:cubicBezTo>
                <a:cubicBezTo>
                  <a:pt x="232" y="383"/>
                  <a:pt x="232" y="383"/>
                  <a:pt x="232" y="383"/>
                </a:cubicBezTo>
                <a:cubicBezTo>
                  <a:pt x="232" y="383"/>
                  <a:pt x="231" y="384"/>
                  <a:pt x="231" y="384"/>
                </a:cubicBezTo>
                <a:cubicBezTo>
                  <a:pt x="228" y="383"/>
                  <a:pt x="227" y="386"/>
                  <a:pt x="226" y="388"/>
                </a:cubicBezTo>
                <a:cubicBezTo>
                  <a:pt x="225" y="389"/>
                  <a:pt x="226" y="390"/>
                  <a:pt x="228" y="390"/>
                </a:cubicBezTo>
                <a:cubicBezTo>
                  <a:pt x="229" y="390"/>
                  <a:pt x="230" y="390"/>
                  <a:pt x="231" y="390"/>
                </a:cubicBezTo>
                <a:cubicBezTo>
                  <a:pt x="231" y="390"/>
                  <a:pt x="231" y="391"/>
                  <a:pt x="231" y="391"/>
                </a:cubicBezTo>
                <a:cubicBezTo>
                  <a:pt x="228" y="391"/>
                  <a:pt x="228" y="391"/>
                  <a:pt x="229" y="394"/>
                </a:cubicBezTo>
                <a:cubicBezTo>
                  <a:pt x="231" y="392"/>
                  <a:pt x="231" y="392"/>
                  <a:pt x="232" y="393"/>
                </a:cubicBezTo>
                <a:cubicBezTo>
                  <a:pt x="230" y="393"/>
                  <a:pt x="229" y="395"/>
                  <a:pt x="229" y="397"/>
                </a:cubicBezTo>
                <a:cubicBezTo>
                  <a:pt x="228" y="400"/>
                  <a:pt x="227" y="404"/>
                  <a:pt x="226" y="407"/>
                </a:cubicBezTo>
                <a:cubicBezTo>
                  <a:pt x="225" y="408"/>
                  <a:pt x="225" y="408"/>
                  <a:pt x="224" y="408"/>
                </a:cubicBezTo>
                <a:cubicBezTo>
                  <a:pt x="223" y="407"/>
                  <a:pt x="221" y="408"/>
                  <a:pt x="221" y="406"/>
                </a:cubicBezTo>
                <a:cubicBezTo>
                  <a:pt x="221" y="406"/>
                  <a:pt x="218" y="408"/>
                  <a:pt x="218" y="409"/>
                </a:cubicBezTo>
                <a:cubicBezTo>
                  <a:pt x="217" y="413"/>
                  <a:pt x="217" y="417"/>
                  <a:pt x="218" y="421"/>
                </a:cubicBezTo>
                <a:cubicBezTo>
                  <a:pt x="218" y="423"/>
                  <a:pt x="221" y="425"/>
                  <a:pt x="223" y="425"/>
                </a:cubicBezTo>
                <a:close/>
                <a:moveTo>
                  <a:pt x="291" y="472"/>
                </a:moveTo>
                <a:cubicBezTo>
                  <a:pt x="292" y="472"/>
                  <a:pt x="293" y="472"/>
                  <a:pt x="295" y="472"/>
                </a:cubicBezTo>
                <a:cubicBezTo>
                  <a:pt x="297" y="473"/>
                  <a:pt x="298" y="471"/>
                  <a:pt x="298" y="469"/>
                </a:cubicBezTo>
                <a:cubicBezTo>
                  <a:pt x="297" y="466"/>
                  <a:pt x="295" y="464"/>
                  <a:pt x="293" y="462"/>
                </a:cubicBezTo>
                <a:cubicBezTo>
                  <a:pt x="290" y="460"/>
                  <a:pt x="288" y="457"/>
                  <a:pt x="286" y="455"/>
                </a:cubicBezTo>
                <a:cubicBezTo>
                  <a:pt x="285" y="453"/>
                  <a:pt x="284" y="452"/>
                  <a:pt x="282" y="454"/>
                </a:cubicBezTo>
                <a:cubicBezTo>
                  <a:pt x="281" y="455"/>
                  <a:pt x="281" y="456"/>
                  <a:pt x="282" y="458"/>
                </a:cubicBezTo>
                <a:cubicBezTo>
                  <a:pt x="282" y="458"/>
                  <a:pt x="282" y="458"/>
                  <a:pt x="282" y="459"/>
                </a:cubicBezTo>
                <a:cubicBezTo>
                  <a:pt x="282" y="459"/>
                  <a:pt x="281" y="458"/>
                  <a:pt x="280" y="459"/>
                </a:cubicBezTo>
                <a:cubicBezTo>
                  <a:pt x="281" y="460"/>
                  <a:pt x="280" y="461"/>
                  <a:pt x="281" y="463"/>
                </a:cubicBezTo>
                <a:cubicBezTo>
                  <a:pt x="282" y="465"/>
                  <a:pt x="284" y="467"/>
                  <a:pt x="287" y="468"/>
                </a:cubicBezTo>
                <a:cubicBezTo>
                  <a:pt x="289" y="468"/>
                  <a:pt x="291" y="468"/>
                  <a:pt x="290" y="471"/>
                </a:cubicBezTo>
                <a:cubicBezTo>
                  <a:pt x="290" y="472"/>
                  <a:pt x="290" y="472"/>
                  <a:pt x="291" y="472"/>
                </a:cubicBezTo>
                <a:close/>
                <a:moveTo>
                  <a:pt x="382" y="380"/>
                </a:moveTo>
                <a:cubicBezTo>
                  <a:pt x="383" y="379"/>
                  <a:pt x="383" y="378"/>
                  <a:pt x="384" y="379"/>
                </a:cubicBezTo>
                <a:cubicBezTo>
                  <a:pt x="385" y="381"/>
                  <a:pt x="386" y="381"/>
                  <a:pt x="387" y="379"/>
                </a:cubicBezTo>
                <a:cubicBezTo>
                  <a:pt x="387" y="379"/>
                  <a:pt x="387" y="378"/>
                  <a:pt x="388" y="378"/>
                </a:cubicBezTo>
                <a:cubicBezTo>
                  <a:pt x="390" y="377"/>
                  <a:pt x="393" y="377"/>
                  <a:pt x="396" y="376"/>
                </a:cubicBezTo>
                <a:cubicBezTo>
                  <a:pt x="397" y="376"/>
                  <a:pt x="397" y="375"/>
                  <a:pt x="397" y="374"/>
                </a:cubicBezTo>
                <a:cubicBezTo>
                  <a:pt x="396" y="372"/>
                  <a:pt x="394" y="371"/>
                  <a:pt x="394" y="369"/>
                </a:cubicBezTo>
                <a:cubicBezTo>
                  <a:pt x="393" y="366"/>
                  <a:pt x="391" y="365"/>
                  <a:pt x="388" y="366"/>
                </a:cubicBezTo>
                <a:cubicBezTo>
                  <a:pt x="385" y="366"/>
                  <a:pt x="382" y="368"/>
                  <a:pt x="382" y="371"/>
                </a:cubicBezTo>
                <a:cubicBezTo>
                  <a:pt x="382" y="374"/>
                  <a:pt x="382" y="377"/>
                  <a:pt x="382" y="380"/>
                </a:cubicBezTo>
                <a:close/>
                <a:moveTo>
                  <a:pt x="191" y="496"/>
                </a:moveTo>
                <a:cubicBezTo>
                  <a:pt x="192" y="497"/>
                  <a:pt x="193" y="498"/>
                  <a:pt x="194" y="497"/>
                </a:cubicBezTo>
                <a:cubicBezTo>
                  <a:pt x="196" y="496"/>
                  <a:pt x="198" y="495"/>
                  <a:pt x="200" y="494"/>
                </a:cubicBezTo>
                <a:cubicBezTo>
                  <a:pt x="201" y="494"/>
                  <a:pt x="201" y="493"/>
                  <a:pt x="201" y="492"/>
                </a:cubicBezTo>
                <a:cubicBezTo>
                  <a:pt x="203" y="491"/>
                  <a:pt x="202" y="490"/>
                  <a:pt x="203" y="489"/>
                </a:cubicBezTo>
                <a:cubicBezTo>
                  <a:pt x="205" y="488"/>
                  <a:pt x="206" y="487"/>
                  <a:pt x="206" y="486"/>
                </a:cubicBezTo>
                <a:cubicBezTo>
                  <a:pt x="206" y="484"/>
                  <a:pt x="205" y="483"/>
                  <a:pt x="204" y="482"/>
                </a:cubicBezTo>
                <a:cubicBezTo>
                  <a:pt x="202" y="481"/>
                  <a:pt x="200" y="480"/>
                  <a:pt x="198" y="478"/>
                </a:cubicBezTo>
                <a:cubicBezTo>
                  <a:pt x="197" y="477"/>
                  <a:pt x="195" y="477"/>
                  <a:pt x="193" y="478"/>
                </a:cubicBezTo>
                <a:cubicBezTo>
                  <a:pt x="191" y="481"/>
                  <a:pt x="189" y="483"/>
                  <a:pt x="188" y="487"/>
                </a:cubicBezTo>
                <a:cubicBezTo>
                  <a:pt x="188" y="490"/>
                  <a:pt x="188" y="494"/>
                  <a:pt x="191" y="496"/>
                </a:cubicBezTo>
                <a:close/>
                <a:moveTo>
                  <a:pt x="461" y="388"/>
                </a:moveTo>
                <a:cubicBezTo>
                  <a:pt x="462" y="389"/>
                  <a:pt x="463" y="388"/>
                  <a:pt x="464" y="389"/>
                </a:cubicBezTo>
                <a:cubicBezTo>
                  <a:pt x="465" y="388"/>
                  <a:pt x="468" y="389"/>
                  <a:pt x="467" y="387"/>
                </a:cubicBezTo>
                <a:cubicBezTo>
                  <a:pt x="467" y="385"/>
                  <a:pt x="467" y="383"/>
                  <a:pt x="466" y="381"/>
                </a:cubicBezTo>
                <a:cubicBezTo>
                  <a:pt x="466" y="380"/>
                  <a:pt x="465" y="379"/>
                  <a:pt x="464" y="378"/>
                </a:cubicBezTo>
                <a:cubicBezTo>
                  <a:pt x="462" y="378"/>
                  <a:pt x="462" y="380"/>
                  <a:pt x="462" y="381"/>
                </a:cubicBezTo>
                <a:cubicBezTo>
                  <a:pt x="462" y="381"/>
                  <a:pt x="461" y="382"/>
                  <a:pt x="461" y="383"/>
                </a:cubicBezTo>
                <a:cubicBezTo>
                  <a:pt x="458" y="385"/>
                  <a:pt x="458" y="386"/>
                  <a:pt x="461" y="388"/>
                </a:cubicBezTo>
                <a:close/>
                <a:moveTo>
                  <a:pt x="231" y="430"/>
                </a:moveTo>
                <a:cubicBezTo>
                  <a:pt x="229" y="428"/>
                  <a:pt x="228" y="427"/>
                  <a:pt x="226" y="429"/>
                </a:cubicBezTo>
                <a:cubicBezTo>
                  <a:pt x="225" y="429"/>
                  <a:pt x="224" y="429"/>
                  <a:pt x="224" y="430"/>
                </a:cubicBezTo>
                <a:cubicBezTo>
                  <a:pt x="224" y="431"/>
                  <a:pt x="225" y="432"/>
                  <a:pt x="226" y="432"/>
                </a:cubicBezTo>
                <a:cubicBezTo>
                  <a:pt x="227" y="432"/>
                  <a:pt x="228" y="432"/>
                  <a:pt x="228" y="433"/>
                </a:cubicBezTo>
                <a:cubicBezTo>
                  <a:pt x="229" y="436"/>
                  <a:pt x="231" y="437"/>
                  <a:pt x="231" y="439"/>
                </a:cubicBezTo>
                <a:cubicBezTo>
                  <a:pt x="233" y="438"/>
                  <a:pt x="231" y="437"/>
                  <a:pt x="231" y="436"/>
                </a:cubicBezTo>
                <a:cubicBezTo>
                  <a:pt x="233" y="434"/>
                  <a:pt x="233" y="433"/>
                  <a:pt x="231" y="430"/>
                </a:cubicBezTo>
                <a:close/>
                <a:moveTo>
                  <a:pt x="493" y="281"/>
                </a:moveTo>
                <a:cubicBezTo>
                  <a:pt x="493" y="281"/>
                  <a:pt x="492" y="281"/>
                  <a:pt x="492" y="282"/>
                </a:cubicBezTo>
                <a:cubicBezTo>
                  <a:pt x="492" y="282"/>
                  <a:pt x="493" y="283"/>
                  <a:pt x="493" y="283"/>
                </a:cubicBezTo>
                <a:cubicBezTo>
                  <a:pt x="495" y="283"/>
                  <a:pt x="497" y="283"/>
                  <a:pt x="499" y="284"/>
                </a:cubicBezTo>
                <a:cubicBezTo>
                  <a:pt x="501" y="282"/>
                  <a:pt x="500" y="281"/>
                  <a:pt x="498" y="281"/>
                </a:cubicBezTo>
                <a:cubicBezTo>
                  <a:pt x="497" y="281"/>
                  <a:pt x="496" y="280"/>
                  <a:pt x="495" y="280"/>
                </a:cubicBezTo>
                <a:cubicBezTo>
                  <a:pt x="495" y="281"/>
                  <a:pt x="494" y="281"/>
                  <a:pt x="493" y="281"/>
                </a:cubicBezTo>
                <a:close/>
                <a:moveTo>
                  <a:pt x="435" y="374"/>
                </a:moveTo>
                <a:cubicBezTo>
                  <a:pt x="434" y="376"/>
                  <a:pt x="436" y="376"/>
                  <a:pt x="436" y="376"/>
                </a:cubicBezTo>
                <a:cubicBezTo>
                  <a:pt x="437" y="377"/>
                  <a:pt x="439" y="377"/>
                  <a:pt x="439" y="377"/>
                </a:cubicBezTo>
                <a:cubicBezTo>
                  <a:pt x="440" y="378"/>
                  <a:pt x="441" y="377"/>
                  <a:pt x="441" y="377"/>
                </a:cubicBezTo>
                <a:cubicBezTo>
                  <a:pt x="441" y="376"/>
                  <a:pt x="442" y="375"/>
                  <a:pt x="441" y="375"/>
                </a:cubicBezTo>
                <a:cubicBezTo>
                  <a:pt x="440" y="374"/>
                  <a:pt x="438" y="373"/>
                  <a:pt x="437" y="374"/>
                </a:cubicBezTo>
                <a:cubicBezTo>
                  <a:pt x="436" y="374"/>
                  <a:pt x="435" y="373"/>
                  <a:pt x="435" y="374"/>
                </a:cubicBezTo>
                <a:close/>
                <a:moveTo>
                  <a:pt x="488" y="311"/>
                </a:moveTo>
                <a:cubicBezTo>
                  <a:pt x="488" y="311"/>
                  <a:pt x="489" y="313"/>
                  <a:pt x="490" y="312"/>
                </a:cubicBezTo>
                <a:cubicBezTo>
                  <a:pt x="491" y="312"/>
                  <a:pt x="491" y="311"/>
                  <a:pt x="491" y="310"/>
                </a:cubicBezTo>
                <a:cubicBezTo>
                  <a:pt x="491" y="309"/>
                  <a:pt x="491" y="309"/>
                  <a:pt x="491" y="308"/>
                </a:cubicBezTo>
                <a:cubicBezTo>
                  <a:pt x="490" y="307"/>
                  <a:pt x="492" y="306"/>
                  <a:pt x="492" y="304"/>
                </a:cubicBezTo>
                <a:cubicBezTo>
                  <a:pt x="492" y="304"/>
                  <a:pt x="492" y="304"/>
                  <a:pt x="492" y="304"/>
                </a:cubicBezTo>
                <a:cubicBezTo>
                  <a:pt x="491" y="302"/>
                  <a:pt x="492" y="300"/>
                  <a:pt x="491" y="297"/>
                </a:cubicBezTo>
                <a:cubicBezTo>
                  <a:pt x="491" y="297"/>
                  <a:pt x="491" y="297"/>
                  <a:pt x="490" y="297"/>
                </a:cubicBezTo>
                <a:cubicBezTo>
                  <a:pt x="488" y="298"/>
                  <a:pt x="485" y="301"/>
                  <a:pt x="486" y="304"/>
                </a:cubicBezTo>
                <a:cubicBezTo>
                  <a:pt x="486" y="305"/>
                  <a:pt x="485" y="307"/>
                  <a:pt x="486" y="308"/>
                </a:cubicBezTo>
                <a:cubicBezTo>
                  <a:pt x="486" y="309"/>
                  <a:pt x="487" y="310"/>
                  <a:pt x="488" y="311"/>
                </a:cubicBezTo>
                <a:close/>
                <a:moveTo>
                  <a:pt x="487" y="284"/>
                </a:moveTo>
                <a:cubicBezTo>
                  <a:pt x="489" y="285"/>
                  <a:pt x="490" y="286"/>
                  <a:pt x="493" y="285"/>
                </a:cubicBezTo>
                <a:cubicBezTo>
                  <a:pt x="491" y="284"/>
                  <a:pt x="489" y="284"/>
                  <a:pt x="489" y="281"/>
                </a:cubicBezTo>
                <a:cubicBezTo>
                  <a:pt x="489" y="281"/>
                  <a:pt x="488" y="281"/>
                  <a:pt x="488" y="281"/>
                </a:cubicBezTo>
                <a:cubicBezTo>
                  <a:pt x="487" y="281"/>
                  <a:pt x="487" y="282"/>
                  <a:pt x="486" y="283"/>
                </a:cubicBezTo>
                <a:cubicBezTo>
                  <a:pt x="486" y="283"/>
                  <a:pt x="486" y="283"/>
                  <a:pt x="487" y="284"/>
                </a:cubicBezTo>
                <a:close/>
                <a:moveTo>
                  <a:pt x="357" y="481"/>
                </a:moveTo>
                <a:cubicBezTo>
                  <a:pt x="357" y="479"/>
                  <a:pt x="359" y="479"/>
                  <a:pt x="359" y="477"/>
                </a:cubicBezTo>
                <a:cubicBezTo>
                  <a:pt x="358" y="477"/>
                  <a:pt x="359" y="476"/>
                  <a:pt x="358" y="476"/>
                </a:cubicBezTo>
                <a:cubicBezTo>
                  <a:pt x="357" y="475"/>
                  <a:pt x="357" y="476"/>
                  <a:pt x="357" y="476"/>
                </a:cubicBezTo>
                <a:cubicBezTo>
                  <a:pt x="356" y="477"/>
                  <a:pt x="356" y="478"/>
                  <a:pt x="355" y="479"/>
                </a:cubicBezTo>
                <a:cubicBezTo>
                  <a:pt x="355" y="479"/>
                  <a:pt x="355" y="480"/>
                  <a:pt x="356" y="481"/>
                </a:cubicBezTo>
                <a:cubicBezTo>
                  <a:pt x="356" y="481"/>
                  <a:pt x="357" y="481"/>
                  <a:pt x="357" y="481"/>
                </a:cubicBezTo>
                <a:close/>
                <a:moveTo>
                  <a:pt x="523" y="333"/>
                </a:moveTo>
                <a:cubicBezTo>
                  <a:pt x="523" y="334"/>
                  <a:pt x="524" y="333"/>
                  <a:pt x="524" y="333"/>
                </a:cubicBezTo>
                <a:cubicBezTo>
                  <a:pt x="525" y="332"/>
                  <a:pt x="525" y="332"/>
                  <a:pt x="527" y="332"/>
                </a:cubicBezTo>
                <a:cubicBezTo>
                  <a:pt x="526" y="331"/>
                  <a:pt x="526" y="331"/>
                  <a:pt x="525" y="331"/>
                </a:cubicBezTo>
                <a:cubicBezTo>
                  <a:pt x="525" y="330"/>
                  <a:pt x="525" y="329"/>
                  <a:pt x="524" y="329"/>
                </a:cubicBezTo>
                <a:cubicBezTo>
                  <a:pt x="523" y="330"/>
                  <a:pt x="522" y="331"/>
                  <a:pt x="522" y="332"/>
                </a:cubicBezTo>
                <a:cubicBezTo>
                  <a:pt x="522" y="333"/>
                  <a:pt x="522" y="333"/>
                  <a:pt x="523" y="333"/>
                </a:cubicBezTo>
                <a:close/>
                <a:moveTo>
                  <a:pt x="499" y="447"/>
                </a:moveTo>
                <a:cubicBezTo>
                  <a:pt x="499" y="449"/>
                  <a:pt x="499" y="451"/>
                  <a:pt x="499" y="453"/>
                </a:cubicBezTo>
                <a:cubicBezTo>
                  <a:pt x="499" y="453"/>
                  <a:pt x="499" y="454"/>
                  <a:pt x="500" y="454"/>
                </a:cubicBezTo>
                <a:cubicBezTo>
                  <a:pt x="500" y="453"/>
                  <a:pt x="500" y="448"/>
                  <a:pt x="499" y="447"/>
                </a:cubicBezTo>
                <a:cubicBezTo>
                  <a:pt x="499" y="447"/>
                  <a:pt x="499" y="447"/>
                  <a:pt x="499" y="447"/>
                </a:cubicBezTo>
                <a:close/>
                <a:moveTo>
                  <a:pt x="519" y="330"/>
                </a:moveTo>
                <a:cubicBezTo>
                  <a:pt x="518" y="330"/>
                  <a:pt x="518" y="331"/>
                  <a:pt x="518" y="332"/>
                </a:cubicBezTo>
                <a:cubicBezTo>
                  <a:pt x="518" y="333"/>
                  <a:pt x="518" y="334"/>
                  <a:pt x="519" y="334"/>
                </a:cubicBezTo>
                <a:cubicBezTo>
                  <a:pt x="520" y="334"/>
                  <a:pt x="520" y="332"/>
                  <a:pt x="522" y="332"/>
                </a:cubicBezTo>
                <a:cubicBezTo>
                  <a:pt x="520" y="331"/>
                  <a:pt x="519" y="330"/>
                  <a:pt x="519" y="330"/>
                </a:cubicBezTo>
                <a:close/>
                <a:moveTo>
                  <a:pt x="466" y="374"/>
                </a:moveTo>
                <a:cubicBezTo>
                  <a:pt x="465" y="372"/>
                  <a:pt x="464" y="372"/>
                  <a:pt x="463" y="372"/>
                </a:cubicBezTo>
                <a:cubicBezTo>
                  <a:pt x="461" y="372"/>
                  <a:pt x="461" y="373"/>
                  <a:pt x="460" y="374"/>
                </a:cubicBezTo>
                <a:cubicBezTo>
                  <a:pt x="462" y="373"/>
                  <a:pt x="464" y="374"/>
                  <a:pt x="466" y="374"/>
                </a:cubicBezTo>
                <a:close/>
                <a:moveTo>
                  <a:pt x="432" y="367"/>
                </a:moveTo>
                <a:cubicBezTo>
                  <a:pt x="434" y="367"/>
                  <a:pt x="435" y="366"/>
                  <a:pt x="435" y="364"/>
                </a:cubicBezTo>
                <a:cubicBezTo>
                  <a:pt x="434" y="364"/>
                  <a:pt x="432" y="364"/>
                  <a:pt x="432" y="366"/>
                </a:cubicBezTo>
                <a:cubicBezTo>
                  <a:pt x="431" y="366"/>
                  <a:pt x="432" y="367"/>
                  <a:pt x="432" y="367"/>
                </a:cubicBezTo>
                <a:close/>
                <a:moveTo>
                  <a:pt x="493" y="346"/>
                </a:moveTo>
                <a:cubicBezTo>
                  <a:pt x="493" y="347"/>
                  <a:pt x="494" y="347"/>
                  <a:pt x="494" y="347"/>
                </a:cubicBezTo>
                <a:cubicBezTo>
                  <a:pt x="495" y="347"/>
                  <a:pt x="496" y="347"/>
                  <a:pt x="496" y="346"/>
                </a:cubicBezTo>
                <a:cubicBezTo>
                  <a:pt x="496" y="345"/>
                  <a:pt x="495" y="344"/>
                  <a:pt x="494" y="344"/>
                </a:cubicBezTo>
                <a:cubicBezTo>
                  <a:pt x="494" y="344"/>
                  <a:pt x="493" y="345"/>
                  <a:pt x="493" y="346"/>
                </a:cubicBezTo>
                <a:close/>
                <a:moveTo>
                  <a:pt x="293" y="277"/>
                </a:moveTo>
                <a:cubicBezTo>
                  <a:pt x="294" y="277"/>
                  <a:pt x="294" y="277"/>
                  <a:pt x="295" y="276"/>
                </a:cubicBezTo>
                <a:cubicBezTo>
                  <a:pt x="295" y="276"/>
                  <a:pt x="296" y="276"/>
                  <a:pt x="296" y="275"/>
                </a:cubicBezTo>
                <a:cubicBezTo>
                  <a:pt x="296" y="275"/>
                  <a:pt x="295" y="274"/>
                  <a:pt x="294" y="275"/>
                </a:cubicBezTo>
                <a:cubicBezTo>
                  <a:pt x="293" y="275"/>
                  <a:pt x="293" y="275"/>
                  <a:pt x="293" y="276"/>
                </a:cubicBezTo>
                <a:cubicBezTo>
                  <a:pt x="293" y="276"/>
                  <a:pt x="293" y="277"/>
                  <a:pt x="293" y="277"/>
                </a:cubicBezTo>
                <a:close/>
                <a:moveTo>
                  <a:pt x="467" y="332"/>
                </a:moveTo>
                <a:cubicBezTo>
                  <a:pt x="467" y="332"/>
                  <a:pt x="467" y="332"/>
                  <a:pt x="467" y="331"/>
                </a:cubicBezTo>
                <a:cubicBezTo>
                  <a:pt x="467" y="330"/>
                  <a:pt x="467" y="329"/>
                  <a:pt x="466" y="329"/>
                </a:cubicBezTo>
                <a:cubicBezTo>
                  <a:pt x="465" y="329"/>
                  <a:pt x="465" y="329"/>
                  <a:pt x="465" y="330"/>
                </a:cubicBezTo>
                <a:cubicBezTo>
                  <a:pt x="465" y="331"/>
                  <a:pt x="465" y="332"/>
                  <a:pt x="467" y="332"/>
                </a:cubicBezTo>
                <a:close/>
                <a:moveTo>
                  <a:pt x="499" y="346"/>
                </a:moveTo>
                <a:cubicBezTo>
                  <a:pt x="500" y="347"/>
                  <a:pt x="501" y="347"/>
                  <a:pt x="502" y="345"/>
                </a:cubicBezTo>
                <a:cubicBezTo>
                  <a:pt x="501" y="345"/>
                  <a:pt x="499" y="344"/>
                  <a:pt x="498" y="345"/>
                </a:cubicBezTo>
                <a:cubicBezTo>
                  <a:pt x="498" y="346"/>
                  <a:pt x="498" y="346"/>
                  <a:pt x="499" y="346"/>
                </a:cubicBezTo>
                <a:close/>
                <a:moveTo>
                  <a:pt x="521" y="323"/>
                </a:moveTo>
                <a:cubicBezTo>
                  <a:pt x="520" y="322"/>
                  <a:pt x="519" y="323"/>
                  <a:pt x="517" y="324"/>
                </a:cubicBezTo>
                <a:cubicBezTo>
                  <a:pt x="518" y="324"/>
                  <a:pt x="519" y="324"/>
                  <a:pt x="519" y="325"/>
                </a:cubicBezTo>
                <a:cubicBezTo>
                  <a:pt x="521" y="325"/>
                  <a:pt x="522" y="324"/>
                  <a:pt x="521" y="323"/>
                </a:cubicBezTo>
                <a:close/>
                <a:moveTo>
                  <a:pt x="501" y="447"/>
                </a:moveTo>
                <a:cubicBezTo>
                  <a:pt x="501" y="447"/>
                  <a:pt x="501" y="446"/>
                  <a:pt x="502" y="446"/>
                </a:cubicBezTo>
                <a:cubicBezTo>
                  <a:pt x="502" y="445"/>
                  <a:pt x="500" y="444"/>
                  <a:pt x="500" y="444"/>
                </a:cubicBezTo>
                <a:cubicBezTo>
                  <a:pt x="500" y="445"/>
                  <a:pt x="499" y="446"/>
                  <a:pt x="501" y="447"/>
                </a:cubicBezTo>
                <a:close/>
                <a:moveTo>
                  <a:pt x="395" y="377"/>
                </a:moveTo>
                <a:cubicBezTo>
                  <a:pt x="397" y="378"/>
                  <a:pt x="397" y="380"/>
                  <a:pt x="397" y="381"/>
                </a:cubicBezTo>
                <a:cubicBezTo>
                  <a:pt x="398" y="377"/>
                  <a:pt x="398" y="377"/>
                  <a:pt x="395" y="377"/>
                </a:cubicBezTo>
                <a:close/>
                <a:moveTo>
                  <a:pt x="527" y="348"/>
                </a:moveTo>
                <a:cubicBezTo>
                  <a:pt x="527" y="348"/>
                  <a:pt x="528" y="348"/>
                  <a:pt x="528" y="348"/>
                </a:cubicBezTo>
                <a:cubicBezTo>
                  <a:pt x="529" y="347"/>
                  <a:pt x="528" y="346"/>
                  <a:pt x="528" y="345"/>
                </a:cubicBezTo>
                <a:cubicBezTo>
                  <a:pt x="527" y="346"/>
                  <a:pt x="527" y="347"/>
                  <a:pt x="527" y="348"/>
                </a:cubicBezTo>
                <a:close/>
                <a:moveTo>
                  <a:pt x="286" y="486"/>
                </a:moveTo>
                <a:cubicBezTo>
                  <a:pt x="287" y="484"/>
                  <a:pt x="286" y="484"/>
                  <a:pt x="285" y="483"/>
                </a:cubicBezTo>
                <a:cubicBezTo>
                  <a:pt x="286" y="484"/>
                  <a:pt x="286" y="485"/>
                  <a:pt x="286" y="486"/>
                </a:cubicBezTo>
                <a:close/>
                <a:moveTo>
                  <a:pt x="514" y="332"/>
                </a:moveTo>
                <a:cubicBezTo>
                  <a:pt x="513" y="332"/>
                  <a:pt x="512" y="333"/>
                  <a:pt x="512" y="335"/>
                </a:cubicBezTo>
                <a:cubicBezTo>
                  <a:pt x="513" y="334"/>
                  <a:pt x="514" y="333"/>
                  <a:pt x="514" y="332"/>
                </a:cubicBezTo>
                <a:close/>
                <a:moveTo>
                  <a:pt x="532" y="351"/>
                </a:moveTo>
                <a:cubicBezTo>
                  <a:pt x="532" y="351"/>
                  <a:pt x="532" y="350"/>
                  <a:pt x="531" y="350"/>
                </a:cubicBezTo>
                <a:cubicBezTo>
                  <a:pt x="531" y="350"/>
                  <a:pt x="530" y="350"/>
                  <a:pt x="530" y="351"/>
                </a:cubicBezTo>
                <a:cubicBezTo>
                  <a:pt x="530" y="351"/>
                  <a:pt x="530" y="352"/>
                  <a:pt x="531" y="352"/>
                </a:cubicBezTo>
                <a:cubicBezTo>
                  <a:pt x="531" y="352"/>
                  <a:pt x="532" y="351"/>
                  <a:pt x="532" y="351"/>
                </a:cubicBezTo>
                <a:close/>
                <a:moveTo>
                  <a:pt x="518" y="335"/>
                </a:moveTo>
                <a:cubicBezTo>
                  <a:pt x="518" y="336"/>
                  <a:pt x="519" y="336"/>
                  <a:pt x="520" y="336"/>
                </a:cubicBezTo>
                <a:cubicBezTo>
                  <a:pt x="519" y="334"/>
                  <a:pt x="519" y="334"/>
                  <a:pt x="518" y="335"/>
                </a:cubicBezTo>
                <a:close/>
                <a:moveTo>
                  <a:pt x="213" y="504"/>
                </a:moveTo>
                <a:cubicBezTo>
                  <a:pt x="214" y="503"/>
                  <a:pt x="215" y="504"/>
                  <a:pt x="216" y="503"/>
                </a:cubicBezTo>
                <a:cubicBezTo>
                  <a:pt x="215" y="503"/>
                  <a:pt x="213" y="502"/>
                  <a:pt x="213" y="504"/>
                </a:cubicBezTo>
                <a:close/>
                <a:moveTo>
                  <a:pt x="509" y="349"/>
                </a:moveTo>
                <a:cubicBezTo>
                  <a:pt x="509" y="348"/>
                  <a:pt x="508" y="348"/>
                  <a:pt x="507" y="349"/>
                </a:cubicBezTo>
                <a:cubicBezTo>
                  <a:pt x="508" y="349"/>
                  <a:pt x="509" y="350"/>
                  <a:pt x="509" y="349"/>
                </a:cubicBezTo>
                <a:close/>
                <a:moveTo>
                  <a:pt x="266" y="451"/>
                </a:moveTo>
                <a:cubicBezTo>
                  <a:pt x="266" y="451"/>
                  <a:pt x="266" y="451"/>
                  <a:pt x="266" y="451"/>
                </a:cubicBezTo>
                <a:cubicBezTo>
                  <a:pt x="267" y="451"/>
                  <a:pt x="266" y="450"/>
                  <a:pt x="266" y="449"/>
                </a:cubicBezTo>
                <a:cubicBezTo>
                  <a:pt x="266" y="450"/>
                  <a:pt x="265" y="450"/>
                  <a:pt x="266" y="451"/>
                </a:cubicBezTo>
                <a:close/>
                <a:moveTo>
                  <a:pt x="354" y="475"/>
                </a:moveTo>
                <a:cubicBezTo>
                  <a:pt x="354" y="476"/>
                  <a:pt x="354" y="477"/>
                  <a:pt x="354" y="478"/>
                </a:cubicBezTo>
                <a:cubicBezTo>
                  <a:pt x="355" y="477"/>
                  <a:pt x="355" y="476"/>
                  <a:pt x="354" y="475"/>
                </a:cubicBezTo>
                <a:close/>
                <a:moveTo>
                  <a:pt x="523" y="323"/>
                </a:moveTo>
                <a:cubicBezTo>
                  <a:pt x="524" y="322"/>
                  <a:pt x="524" y="321"/>
                  <a:pt x="523" y="321"/>
                </a:cubicBezTo>
                <a:cubicBezTo>
                  <a:pt x="523" y="322"/>
                  <a:pt x="523" y="322"/>
                  <a:pt x="523" y="323"/>
                </a:cubicBezTo>
                <a:close/>
                <a:moveTo>
                  <a:pt x="520" y="344"/>
                </a:moveTo>
                <a:cubicBezTo>
                  <a:pt x="520" y="344"/>
                  <a:pt x="520" y="344"/>
                  <a:pt x="521" y="344"/>
                </a:cubicBezTo>
                <a:cubicBezTo>
                  <a:pt x="521" y="345"/>
                  <a:pt x="521" y="344"/>
                  <a:pt x="521" y="344"/>
                </a:cubicBezTo>
                <a:cubicBezTo>
                  <a:pt x="522" y="344"/>
                  <a:pt x="522" y="343"/>
                  <a:pt x="521" y="343"/>
                </a:cubicBezTo>
                <a:cubicBezTo>
                  <a:pt x="521" y="343"/>
                  <a:pt x="520" y="343"/>
                  <a:pt x="520" y="344"/>
                </a:cubicBezTo>
                <a:close/>
                <a:moveTo>
                  <a:pt x="437" y="365"/>
                </a:moveTo>
                <a:cubicBezTo>
                  <a:pt x="437" y="365"/>
                  <a:pt x="437" y="365"/>
                  <a:pt x="438" y="365"/>
                </a:cubicBezTo>
                <a:cubicBezTo>
                  <a:pt x="437" y="365"/>
                  <a:pt x="437" y="364"/>
                  <a:pt x="437" y="364"/>
                </a:cubicBezTo>
                <a:cubicBezTo>
                  <a:pt x="437" y="364"/>
                  <a:pt x="436" y="365"/>
                  <a:pt x="436" y="365"/>
                </a:cubicBezTo>
                <a:cubicBezTo>
                  <a:pt x="437" y="365"/>
                  <a:pt x="437" y="365"/>
                  <a:pt x="437" y="365"/>
                </a:cubicBezTo>
                <a:close/>
                <a:moveTo>
                  <a:pt x="527" y="351"/>
                </a:moveTo>
                <a:cubicBezTo>
                  <a:pt x="527" y="351"/>
                  <a:pt x="528" y="351"/>
                  <a:pt x="528" y="352"/>
                </a:cubicBezTo>
                <a:cubicBezTo>
                  <a:pt x="528" y="352"/>
                  <a:pt x="528" y="351"/>
                  <a:pt x="528" y="351"/>
                </a:cubicBezTo>
                <a:cubicBezTo>
                  <a:pt x="528" y="351"/>
                  <a:pt x="528" y="351"/>
                  <a:pt x="528" y="351"/>
                </a:cubicBezTo>
                <a:cubicBezTo>
                  <a:pt x="527" y="350"/>
                  <a:pt x="527" y="351"/>
                  <a:pt x="527" y="351"/>
                </a:cubicBezTo>
                <a:close/>
                <a:moveTo>
                  <a:pt x="242" y="507"/>
                </a:moveTo>
                <a:cubicBezTo>
                  <a:pt x="242" y="507"/>
                  <a:pt x="242" y="507"/>
                  <a:pt x="242" y="508"/>
                </a:cubicBezTo>
                <a:cubicBezTo>
                  <a:pt x="242" y="508"/>
                  <a:pt x="242" y="508"/>
                  <a:pt x="243" y="508"/>
                </a:cubicBezTo>
                <a:cubicBezTo>
                  <a:pt x="243" y="508"/>
                  <a:pt x="243" y="507"/>
                  <a:pt x="242" y="507"/>
                </a:cubicBezTo>
                <a:close/>
                <a:moveTo>
                  <a:pt x="351" y="439"/>
                </a:moveTo>
                <a:cubicBezTo>
                  <a:pt x="352" y="440"/>
                  <a:pt x="352" y="440"/>
                  <a:pt x="352" y="440"/>
                </a:cubicBezTo>
                <a:cubicBezTo>
                  <a:pt x="352" y="440"/>
                  <a:pt x="352" y="440"/>
                  <a:pt x="352" y="440"/>
                </a:cubicBezTo>
                <a:cubicBezTo>
                  <a:pt x="352" y="439"/>
                  <a:pt x="352" y="439"/>
                  <a:pt x="352" y="439"/>
                </a:cubicBezTo>
                <a:cubicBezTo>
                  <a:pt x="352" y="439"/>
                  <a:pt x="352" y="439"/>
                  <a:pt x="351" y="439"/>
                </a:cubicBezTo>
                <a:close/>
                <a:moveTo>
                  <a:pt x="754" y="338"/>
                </a:moveTo>
                <a:cubicBezTo>
                  <a:pt x="754" y="337"/>
                  <a:pt x="753" y="337"/>
                  <a:pt x="753" y="337"/>
                </a:cubicBezTo>
                <a:cubicBezTo>
                  <a:pt x="753" y="337"/>
                  <a:pt x="752" y="337"/>
                  <a:pt x="752" y="337"/>
                </a:cubicBezTo>
                <a:cubicBezTo>
                  <a:pt x="752" y="337"/>
                  <a:pt x="752" y="338"/>
                  <a:pt x="752" y="338"/>
                </a:cubicBezTo>
                <a:cubicBezTo>
                  <a:pt x="752" y="339"/>
                  <a:pt x="752" y="340"/>
                  <a:pt x="752" y="340"/>
                </a:cubicBezTo>
                <a:cubicBezTo>
                  <a:pt x="754" y="341"/>
                  <a:pt x="755" y="343"/>
                  <a:pt x="757" y="344"/>
                </a:cubicBezTo>
                <a:cubicBezTo>
                  <a:pt x="758" y="345"/>
                  <a:pt x="760" y="346"/>
                  <a:pt x="762" y="346"/>
                </a:cubicBezTo>
                <a:cubicBezTo>
                  <a:pt x="763" y="346"/>
                  <a:pt x="763" y="346"/>
                  <a:pt x="763" y="346"/>
                </a:cubicBezTo>
                <a:cubicBezTo>
                  <a:pt x="763" y="346"/>
                  <a:pt x="764" y="346"/>
                  <a:pt x="764" y="345"/>
                </a:cubicBezTo>
                <a:cubicBezTo>
                  <a:pt x="764" y="343"/>
                  <a:pt x="767" y="341"/>
                  <a:pt x="768" y="339"/>
                </a:cubicBezTo>
                <a:cubicBezTo>
                  <a:pt x="769" y="337"/>
                  <a:pt x="768" y="334"/>
                  <a:pt x="767" y="333"/>
                </a:cubicBezTo>
                <a:cubicBezTo>
                  <a:pt x="766" y="332"/>
                  <a:pt x="765" y="332"/>
                  <a:pt x="764" y="332"/>
                </a:cubicBezTo>
                <a:cubicBezTo>
                  <a:pt x="762" y="332"/>
                  <a:pt x="760" y="333"/>
                  <a:pt x="758" y="331"/>
                </a:cubicBezTo>
                <a:cubicBezTo>
                  <a:pt x="758" y="331"/>
                  <a:pt x="757" y="331"/>
                  <a:pt x="757" y="331"/>
                </a:cubicBezTo>
                <a:cubicBezTo>
                  <a:pt x="756" y="332"/>
                  <a:pt x="756" y="332"/>
                  <a:pt x="756" y="333"/>
                </a:cubicBezTo>
                <a:cubicBezTo>
                  <a:pt x="756" y="334"/>
                  <a:pt x="756" y="335"/>
                  <a:pt x="756" y="336"/>
                </a:cubicBezTo>
                <a:cubicBezTo>
                  <a:pt x="756" y="336"/>
                  <a:pt x="756" y="337"/>
                  <a:pt x="756" y="337"/>
                </a:cubicBezTo>
                <a:cubicBezTo>
                  <a:pt x="755" y="338"/>
                  <a:pt x="755" y="338"/>
                  <a:pt x="754" y="338"/>
                </a:cubicBezTo>
                <a:close/>
                <a:moveTo>
                  <a:pt x="911" y="401"/>
                </a:moveTo>
                <a:cubicBezTo>
                  <a:pt x="911" y="401"/>
                  <a:pt x="911" y="401"/>
                  <a:pt x="911" y="401"/>
                </a:cubicBezTo>
                <a:cubicBezTo>
                  <a:pt x="912" y="400"/>
                  <a:pt x="912" y="400"/>
                  <a:pt x="911" y="399"/>
                </a:cubicBezTo>
                <a:cubicBezTo>
                  <a:pt x="911" y="399"/>
                  <a:pt x="910" y="398"/>
                  <a:pt x="909" y="399"/>
                </a:cubicBezTo>
                <a:cubicBezTo>
                  <a:pt x="909" y="399"/>
                  <a:pt x="909" y="399"/>
                  <a:pt x="909" y="399"/>
                </a:cubicBezTo>
                <a:cubicBezTo>
                  <a:pt x="909" y="399"/>
                  <a:pt x="909" y="399"/>
                  <a:pt x="909" y="399"/>
                </a:cubicBezTo>
                <a:cubicBezTo>
                  <a:pt x="909" y="399"/>
                  <a:pt x="909" y="399"/>
                  <a:pt x="909" y="399"/>
                </a:cubicBezTo>
                <a:cubicBezTo>
                  <a:pt x="908" y="400"/>
                  <a:pt x="907" y="400"/>
                  <a:pt x="906" y="400"/>
                </a:cubicBezTo>
                <a:cubicBezTo>
                  <a:pt x="904" y="399"/>
                  <a:pt x="902" y="398"/>
                  <a:pt x="900" y="400"/>
                </a:cubicBezTo>
                <a:cubicBezTo>
                  <a:pt x="900" y="400"/>
                  <a:pt x="900" y="400"/>
                  <a:pt x="900" y="400"/>
                </a:cubicBezTo>
                <a:cubicBezTo>
                  <a:pt x="900" y="400"/>
                  <a:pt x="899" y="400"/>
                  <a:pt x="899" y="400"/>
                </a:cubicBezTo>
                <a:cubicBezTo>
                  <a:pt x="899" y="400"/>
                  <a:pt x="899" y="401"/>
                  <a:pt x="899" y="401"/>
                </a:cubicBezTo>
                <a:cubicBezTo>
                  <a:pt x="899" y="401"/>
                  <a:pt x="900" y="402"/>
                  <a:pt x="900" y="402"/>
                </a:cubicBezTo>
                <a:cubicBezTo>
                  <a:pt x="900" y="403"/>
                  <a:pt x="901" y="402"/>
                  <a:pt x="901" y="402"/>
                </a:cubicBezTo>
                <a:cubicBezTo>
                  <a:pt x="901" y="402"/>
                  <a:pt x="901" y="402"/>
                  <a:pt x="901" y="402"/>
                </a:cubicBezTo>
                <a:cubicBezTo>
                  <a:pt x="901" y="402"/>
                  <a:pt x="902" y="402"/>
                  <a:pt x="902" y="402"/>
                </a:cubicBezTo>
                <a:cubicBezTo>
                  <a:pt x="903" y="401"/>
                  <a:pt x="903" y="401"/>
                  <a:pt x="905" y="402"/>
                </a:cubicBezTo>
                <a:cubicBezTo>
                  <a:pt x="905" y="402"/>
                  <a:pt x="905" y="402"/>
                  <a:pt x="905" y="402"/>
                </a:cubicBezTo>
                <a:cubicBezTo>
                  <a:pt x="904" y="402"/>
                  <a:pt x="903" y="402"/>
                  <a:pt x="903" y="402"/>
                </a:cubicBezTo>
                <a:cubicBezTo>
                  <a:pt x="903" y="402"/>
                  <a:pt x="903" y="402"/>
                  <a:pt x="903" y="402"/>
                </a:cubicBezTo>
                <a:cubicBezTo>
                  <a:pt x="903" y="402"/>
                  <a:pt x="903" y="402"/>
                  <a:pt x="903" y="402"/>
                </a:cubicBezTo>
                <a:cubicBezTo>
                  <a:pt x="904" y="402"/>
                  <a:pt x="904" y="403"/>
                  <a:pt x="905" y="403"/>
                </a:cubicBezTo>
                <a:cubicBezTo>
                  <a:pt x="906" y="404"/>
                  <a:pt x="908" y="405"/>
                  <a:pt x="909" y="405"/>
                </a:cubicBezTo>
                <a:cubicBezTo>
                  <a:pt x="910" y="405"/>
                  <a:pt x="911" y="405"/>
                  <a:pt x="911" y="405"/>
                </a:cubicBezTo>
                <a:cubicBezTo>
                  <a:pt x="911" y="404"/>
                  <a:pt x="911" y="404"/>
                  <a:pt x="911" y="404"/>
                </a:cubicBezTo>
                <a:cubicBezTo>
                  <a:pt x="912" y="403"/>
                  <a:pt x="912" y="403"/>
                  <a:pt x="911" y="402"/>
                </a:cubicBezTo>
                <a:cubicBezTo>
                  <a:pt x="911" y="402"/>
                  <a:pt x="910" y="402"/>
                  <a:pt x="911" y="401"/>
                </a:cubicBezTo>
                <a:cubicBezTo>
                  <a:pt x="911" y="401"/>
                  <a:pt x="911" y="401"/>
                  <a:pt x="911" y="401"/>
                </a:cubicBezTo>
                <a:close/>
                <a:moveTo>
                  <a:pt x="614" y="274"/>
                </a:moveTo>
                <a:cubicBezTo>
                  <a:pt x="615" y="274"/>
                  <a:pt x="616" y="275"/>
                  <a:pt x="617" y="276"/>
                </a:cubicBezTo>
                <a:cubicBezTo>
                  <a:pt x="619" y="274"/>
                  <a:pt x="616" y="272"/>
                  <a:pt x="617" y="270"/>
                </a:cubicBezTo>
                <a:cubicBezTo>
                  <a:pt x="618" y="271"/>
                  <a:pt x="619" y="273"/>
                  <a:pt x="619" y="275"/>
                </a:cubicBezTo>
                <a:cubicBezTo>
                  <a:pt x="619" y="274"/>
                  <a:pt x="619" y="273"/>
                  <a:pt x="619" y="272"/>
                </a:cubicBezTo>
                <a:cubicBezTo>
                  <a:pt x="620" y="273"/>
                  <a:pt x="621" y="274"/>
                  <a:pt x="621" y="272"/>
                </a:cubicBezTo>
                <a:cubicBezTo>
                  <a:pt x="622" y="272"/>
                  <a:pt x="622" y="272"/>
                  <a:pt x="622" y="272"/>
                </a:cubicBezTo>
                <a:cubicBezTo>
                  <a:pt x="623" y="272"/>
                  <a:pt x="623" y="272"/>
                  <a:pt x="623" y="271"/>
                </a:cubicBezTo>
                <a:cubicBezTo>
                  <a:pt x="622" y="270"/>
                  <a:pt x="622" y="270"/>
                  <a:pt x="623" y="269"/>
                </a:cubicBezTo>
                <a:cubicBezTo>
                  <a:pt x="623" y="269"/>
                  <a:pt x="623" y="269"/>
                  <a:pt x="623" y="268"/>
                </a:cubicBezTo>
                <a:cubicBezTo>
                  <a:pt x="623" y="268"/>
                  <a:pt x="622" y="268"/>
                  <a:pt x="622" y="268"/>
                </a:cubicBezTo>
                <a:cubicBezTo>
                  <a:pt x="621" y="269"/>
                  <a:pt x="620" y="270"/>
                  <a:pt x="620" y="271"/>
                </a:cubicBezTo>
                <a:cubicBezTo>
                  <a:pt x="619" y="271"/>
                  <a:pt x="619" y="271"/>
                  <a:pt x="619" y="270"/>
                </a:cubicBezTo>
                <a:cubicBezTo>
                  <a:pt x="617" y="269"/>
                  <a:pt x="616" y="268"/>
                  <a:pt x="616" y="271"/>
                </a:cubicBezTo>
                <a:cubicBezTo>
                  <a:pt x="616" y="271"/>
                  <a:pt x="615" y="271"/>
                  <a:pt x="615" y="271"/>
                </a:cubicBezTo>
                <a:cubicBezTo>
                  <a:pt x="614" y="270"/>
                  <a:pt x="613" y="270"/>
                  <a:pt x="612" y="270"/>
                </a:cubicBezTo>
                <a:cubicBezTo>
                  <a:pt x="611" y="269"/>
                  <a:pt x="611" y="269"/>
                  <a:pt x="611" y="270"/>
                </a:cubicBezTo>
                <a:cubicBezTo>
                  <a:pt x="611" y="270"/>
                  <a:pt x="611" y="271"/>
                  <a:pt x="610" y="271"/>
                </a:cubicBezTo>
                <a:cubicBezTo>
                  <a:pt x="609" y="270"/>
                  <a:pt x="610" y="269"/>
                  <a:pt x="608" y="270"/>
                </a:cubicBezTo>
                <a:cubicBezTo>
                  <a:pt x="608" y="270"/>
                  <a:pt x="607" y="270"/>
                  <a:pt x="608" y="271"/>
                </a:cubicBezTo>
                <a:cubicBezTo>
                  <a:pt x="609" y="273"/>
                  <a:pt x="611" y="275"/>
                  <a:pt x="614" y="274"/>
                </a:cubicBezTo>
                <a:close/>
                <a:moveTo>
                  <a:pt x="611" y="243"/>
                </a:moveTo>
                <a:cubicBezTo>
                  <a:pt x="611" y="242"/>
                  <a:pt x="612" y="242"/>
                  <a:pt x="612" y="242"/>
                </a:cubicBezTo>
                <a:cubicBezTo>
                  <a:pt x="612" y="242"/>
                  <a:pt x="613" y="242"/>
                  <a:pt x="613" y="242"/>
                </a:cubicBezTo>
                <a:cubicBezTo>
                  <a:pt x="613" y="243"/>
                  <a:pt x="612" y="243"/>
                  <a:pt x="613" y="244"/>
                </a:cubicBezTo>
                <a:cubicBezTo>
                  <a:pt x="615" y="242"/>
                  <a:pt x="617" y="241"/>
                  <a:pt x="618" y="238"/>
                </a:cubicBezTo>
                <a:cubicBezTo>
                  <a:pt x="619" y="238"/>
                  <a:pt x="619" y="237"/>
                  <a:pt x="618" y="236"/>
                </a:cubicBezTo>
                <a:cubicBezTo>
                  <a:pt x="617" y="235"/>
                  <a:pt x="616" y="236"/>
                  <a:pt x="616" y="237"/>
                </a:cubicBezTo>
                <a:cubicBezTo>
                  <a:pt x="615" y="238"/>
                  <a:pt x="613" y="239"/>
                  <a:pt x="612" y="239"/>
                </a:cubicBezTo>
                <a:cubicBezTo>
                  <a:pt x="611" y="239"/>
                  <a:pt x="610" y="240"/>
                  <a:pt x="609" y="241"/>
                </a:cubicBezTo>
                <a:cubicBezTo>
                  <a:pt x="609" y="241"/>
                  <a:pt x="608" y="241"/>
                  <a:pt x="609" y="242"/>
                </a:cubicBezTo>
                <a:cubicBezTo>
                  <a:pt x="609" y="243"/>
                  <a:pt x="610" y="243"/>
                  <a:pt x="611" y="243"/>
                </a:cubicBezTo>
                <a:close/>
                <a:moveTo>
                  <a:pt x="550" y="243"/>
                </a:moveTo>
                <a:cubicBezTo>
                  <a:pt x="551" y="243"/>
                  <a:pt x="551" y="242"/>
                  <a:pt x="551" y="241"/>
                </a:cubicBezTo>
                <a:cubicBezTo>
                  <a:pt x="552" y="239"/>
                  <a:pt x="553" y="237"/>
                  <a:pt x="556" y="237"/>
                </a:cubicBezTo>
                <a:cubicBezTo>
                  <a:pt x="556" y="237"/>
                  <a:pt x="557" y="236"/>
                  <a:pt x="557" y="236"/>
                </a:cubicBezTo>
                <a:cubicBezTo>
                  <a:pt x="557" y="236"/>
                  <a:pt x="557" y="236"/>
                  <a:pt x="557" y="235"/>
                </a:cubicBezTo>
                <a:cubicBezTo>
                  <a:pt x="558" y="235"/>
                  <a:pt x="559" y="234"/>
                  <a:pt x="559" y="233"/>
                </a:cubicBezTo>
                <a:cubicBezTo>
                  <a:pt x="558" y="232"/>
                  <a:pt x="558" y="230"/>
                  <a:pt x="556" y="230"/>
                </a:cubicBezTo>
                <a:cubicBezTo>
                  <a:pt x="554" y="230"/>
                  <a:pt x="554" y="231"/>
                  <a:pt x="553" y="232"/>
                </a:cubicBezTo>
                <a:cubicBezTo>
                  <a:pt x="553" y="234"/>
                  <a:pt x="552" y="235"/>
                  <a:pt x="551" y="236"/>
                </a:cubicBezTo>
                <a:cubicBezTo>
                  <a:pt x="549" y="237"/>
                  <a:pt x="549" y="239"/>
                  <a:pt x="549" y="241"/>
                </a:cubicBezTo>
                <a:cubicBezTo>
                  <a:pt x="549" y="242"/>
                  <a:pt x="549" y="242"/>
                  <a:pt x="550" y="243"/>
                </a:cubicBezTo>
                <a:close/>
                <a:moveTo>
                  <a:pt x="903" y="387"/>
                </a:moveTo>
                <a:cubicBezTo>
                  <a:pt x="902" y="387"/>
                  <a:pt x="902" y="387"/>
                  <a:pt x="902" y="388"/>
                </a:cubicBezTo>
                <a:cubicBezTo>
                  <a:pt x="902" y="389"/>
                  <a:pt x="904" y="389"/>
                  <a:pt x="904" y="389"/>
                </a:cubicBezTo>
                <a:cubicBezTo>
                  <a:pt x="906" y="389"/>
                  <a:pt x="907" y="391"/>
                  <a:pt x="908" y="390"/>
                </a:cubicBezTo>
                <a:cubicBezTo>
                  <a:pt x="908" y="390"/>
                  <a:pt x="909" y="390"/>
                  <a:pt x="909" y="390"/>
                </a:cubicBezTo>
                <a:cubicBezTo>
                  <a:pt x="909" y="390"/>
                  <a:pt x="909" y="390"/>
                  <a:pt x="909" y="390"/>
                </a:cubicBezTo>
                <a:cubicBezTo>
                  <a:pt x="908" y="388"/>
                  <a:pt x="906" y="389"/>
                  <a:pt x="905" y="388"/>
                </a:cubicBezTo>
                <a:cubicBezTo>
                  <a:pt x="904" y="388"/>
                  <a:pt x="903" y="387"/>
                  <a:pt x="903" y="387"/>
                </a:cubicBezTo>
                <a:close/>
                <a:moveTo>
                  <a:pt x="861" y="359"/>
                </a:moveTo>
                <a:cubicBezTo>
                  <a:pt x="862" y="359"/>
                  <a:pt x="863" y="359"/>
                  <a:pt x="863" y="360"/>
                </a:cubicBezTo>
                <a:cubicBezTo>
                  <a:pt x="863" y="360"/>
                  <a:pt x="863" y="360"/>
                  <a:pt x="863" y="360"/>
                </a:cubicBezTo>
                <a:cubicBezTo>
                  <a:pt x="863" y="360"/>
                  <a:pt x="863" y="360"/>
                  <a:pt x="863" y="360"/>
                </a:cubicBezTo>
                <a:cubicBezTo>
                  <a:pt x="863" y="359"/>
                  <a:pt x="863" y="357"/>
                  <a:pt x="863" y="356"/>
                </a:cubicBezTo>
                <a:cubicBezTo>
                  <a:pt x="863" y="356"/>
                  <a:pt x="863" y="355"/>
                  <a:pt x="863" y="355"/>
                </a:cubicBezTo>
                <a:cubicBezTo>
                  <a:pt x="862" y="355"/>
                  <a:pt x="862" y="356"/>
                  <a:pt x="862" y="356"/>
                </a:cubicBezTo>
                <a:cubicBezTo>
                  <a:pt x="861" y="356"/>
                  <a:pt x="861" y="356"/>
                  <a:pt x="861" y="357"/>
                </a:cubicBezTo>
                <a:cubicBezTo>
                  <a:pt x="860" y="357"/>
                  <a:pt x="861" y="358"/>
                  <a:pt x="861" y="359"/>
                </a:cubicBezTo>
                <a:close/>
                <a:moveTo>
                  <a:pt x="494" y="223"/>
                </a:moveTo>
                <a:cubicBezTo>
                  <a:pt x="495" y="223"/>
                  <a:pt x="495" y="223"/>
                  <a:pt x="495" y="223"/>
                </a:cubicBezTo>
                <a:cubicBezTo>
                  <a:pt x="494" y="222"/>
                  <a:pt x="493" y="222"/>
                  <a:pt x="493" y="221"/>
                </a:cubicBezTo>
                <a:cubicBezTo>
                  <a:pt x="492" y="221"/>
                  <a:pt x="492" y="220"/>
                  <a:pt x="491" y="220"/>
                </a:cubicBezTo>
                <a:cubicBezTo>
                  <a:pt x="490" y="221"/>
                  <a:pt x="491" y="222"/>
                  <a:pt x="491" y="223"/>
                </a:cubicBezTo>
                <a:cubicBezTo>
                  <a:pt x="492" y="224"/>
                  <a:pt x="493" y="223"/>
                  <a:pt x="494" y="223"/>
                </a:cubicBezTo>
                <a:close/>
                <a:moveTo>
                  <a:pt x="566" y="232"/>
                </a:moveTo>
                <a:cubicBezTo>
                  <a:pt x="568" y="232"/>
                  <a:pt x="567" y="231"/>
                  <a:pt x="567" y="230"/>
                </a:cubicBezTo>
                <a:cubicBezTo>
                  <a:pt x="567" y="229"/>
                  <a:pt x="568" y="228"/>
                  <a:pt x="567" y="228"/>
                </a:cubicBezTo>
                <a:cubicBezTo>
                  <a:pt x="566" y="228"/>
                  <a:pt x="565" y="230"/>
                  <a:pt x="565" y="231"/>
                </a:cubicBezTo>
                <a:cubicBezTo>
                  <a:pt x="565" y="232"/>
                  <a:pt x="566" y="232"/>
                  <a:pt x="566" y="232"/>
                </a:cubicBezTo>
                <a:close/>
                <a:moveTo>
                  <a:pt x="614" y="257"/>
                </a:moveTo>
                <a:cubicBezTo>
                  <a:pt x="616" y="258"/>
                  <a:pt x="616" y="256"/>
                  <a:pt x="617" y="255"/>
                </a:cubicBezTo>
                <a:cubicBezTo>
                  <a:pt x="617" y="255"/>
                  <a:pt x="616" y="254"/>
                  <a:pt x="616" y="254"/>
                </a:cubicBezTo>
                <a:cubicBezTo>
                  <a:pt x="615" y="255"/>
                  <a:pt x="614" y="255"/>
                  <a:pt x="613" y="256"/>
                </a:cubicBezTo>
                <a:cubicBezTo>
                  <a:pt x="613" y="257"/>
                  <a:pt x="613" y="258"/>
                  <a:pt x="614" y="257"/>
                </a:cubicBezTo>
                <a:close/>
                <a:moveTo>
                  <a:pt x="561" y="238"/>
                </a:moveTo>
                <a:cubicBezTo>
                  <a:pt x="562" y="238"/>
                  <a:pt x="563" y="237"/>
                  <a:pt x="562" y="236"/>
                </a:cubicBezTo>
                <a:cubicBezTo>
                  <a:pt x="562" y="235"/>
                  <a:pt x="561" y="236"/>
                  <a:pt x="561" y="236"/>
                </a:cubicBezTo>
                <a:cubicBezTo>
                  <a:pt x="560" y="237"/>
                  <a:pt x="559" y="237"/>
                  <a:pt x="558" y="237"/>
                </a:cubicBezTo>
                <a:cubicBezTo>
                  <a:pt x="559" y="238"/>
                  <a:pt x="560" y="238"/>
                  <a:pt x="561" y="238"/>
                </a:cubicBezTo>
                <a:close/>
                <a:moveTo>
                  <a:pt x="578" y="218"/>
                </a:moveTo>
                <a:cubicBezTo>
                  <a:pt x="578" y="218"/>
                  <a:pt x="579" y="217"/>
                  <a:pt x="579" y="216"/>
                </a:cubicBezTo>
                <a:cubicBezTo>
                  <a:pt x="579" y="216"/>
                  <a:pt x="579" y="215"/>
                  <a:pt x="578" y="215"/>
                </a:cubicBezTo>
                <a:cubicBezTo>
                  <a:pt x="577" y="216"/>
                  <a:pt x="576" y="215"/>
                  <a:pt x="576" y="216"/>
                </a:cubicBezTo>
                <a:cubicBezTo>
                  <a:pt x="576" y="217"/>
                  <a:pt x="577" y="218"/>
                  <a:pt x="578" y="218"/>
                </a:cubicBezTo>
                <a:close/>
                <a:moveTo>
                  <a:pt x="908" y="379"/>
                </a:moveTo>
                <a:cubicBezTo>
                  <a:pt x="908" y="379"/>
                  <a:pt x="909" y="379"/>
                  <a:pt x="909" y="378"/>
                </a:cubicBezTo>
                <a:cubicBezTo>
                  <a:pt x="909" y="378"/>
                  <a:pt x="909" y="378"/>
                  <a:pt x="909" y="378"/>
                </a:cubicBezTo>
                <a:cubicBezTo>
                  <a:pt x="909" y="377"/>
                  <a:pt x="909" y="376"/>
                  <a:pt x="908" y="376"/>
                </a:cubicBezTo>
                <a:cubicBezTo>
                  <a:pt x="908" y="376"/>
                  <a:pt x="908" y="376"/>
                  <a:pt x="908" y="376"/>
                </a:cubicBezTo>
                <a:cubicBezTo>
                  <a:pt x="908" y="376"/>
                  <a:pt x="908" y="376"/>
                  <a:pt x="908" y="376"/>
                </a:cubicBezTo>
                <a:cubicBezTo>
                  <a:pt x="908" y="376"/>
                  <a:pt x="908" y="376"/>
                  <a:pt x="908" y="376"/>
                </a:cubicBezTo>
                <a:cubicBezTo>
                  <a:pt x="907" y="376"/>
                  <a:pt x="907" y="377"/>
                  <a:pt x="907" y="377"/>
                </a:cubicBezTo>
                <a:cubicBezTo>
                  <a:pt x="907" y="377"/>
                  <a:pt x="907" y="378"/>
                  <a:pt x="907" y="378"/>
                </a:cubicBezTo>
                <a:cubicBezTo>
                  <a:pt x="907" y="379"/>
                  <a:pt x="907" y="379"/>
                  <a:pt x="908" y="379"/>
                </a:cubicBezTo>
                <a:close/>
                <a:moveTo>
                  <a:pt x="616" y="246"/>
                </a:moveTo>
                <a:cubicBezTo>
                  <a:pt x="616" y="245"/>
                  <a:pt x="615" y="245"/>
                  <a:pt x="615" y="245"/>
                </a:cubicBezTo>
                <a:cubicBezTo>
                  <a:pt x="614" y="245"/>
                  <a:pt x="613" y="245"/>
                  <a:pt x="613" y="246"/>
                </a:cubicBezTo>
                <a:cubicBezTo>
                  <a:pt x="613" y="247"/>
                  <a:pt x="614" y="247"/>
                  <a:pt x="614" y="247"/>
                </a:cubicBezTo>
                <a:cubicBezTo>
                  <a:pt x="615" y="247"/>
                  <a:pt x="616" y="247"/>
                  <a:pt x="616" y="246"/>
                </a:cubicBezTo>
                <a:close/>
                <a:moveTo>
                  <a:pt x="910" y="384"/>
                </a:moveTo>
                <a:cubicBezTo>
                  <a:pt x="910" y="384"/>
                  <a:pt x="909" y="384"/>
                  <a:pt x="909" y="384"/>
                </a:cubicBezTo>
                <a:cubicBezTo>
                  <a:pt x="909" y="385"/>
                  <a:pt x="908" y="385"/>
                  <a:pt x="908" y="386"/>
                </a:cubicBezTo>
                <a:cubicBezTo>
                  <a:pt x="908" y="387"/>
                  <a:pt x="909" y="387"/>
                  <a:pt x="910" y="387"/>
                </a:cubicBezTo>
                <a:cubicBezTo>
                  <a:pt x="910" y="387"/>
                  <a:pt x="910" y="387"/>
                  <a:pt x="910" y="387"/>
                </a:cubicBezTo>
                <a:cubicBezTo>
                  <a:pt x="911" y="387"/>
                  <a:pt x="911" y="386"/>
                  <a:pt x="910" y="386"/>
                </a:cubicBezTo>
                <a:cubicBezTo>
                  <a:pt x="911" y="385"/>
                  <a:pt x="911" y="384"/>
                  <a:pt x="910" y="384"/>
                </a:cubicBezTo>
                <a:close/>
                <a:moveTo>
                  <a:pt x="909" y="411"/>
                </a:moveTo>
                <a:cubicBezTo>
                  <a:pt x="908" y="413"/>
                  <a:pt x="909" y="414"/>
                  <a:pt x="910" y="415"/>
                </a:cubicBezTo>
                <a:cubicBezTo>
                  <a:pt x="910" y="415"/>
                  <a:pt x="910" y="415"/>
                  <a:pt x="910" y="414"/>
                </a:cubicBezTo>
                <a:cubicBezTo>
                  <a:pt x="910" y="415"/>
                  <a:pt x="910" y="415"/>
                  <a:pt x="910" y="415"/>
                </a:cubicBezTo>
                <a:cubicBezTo>
                  <a:pt x="910" y="413"/>
                  <a:pt x="910" y="412"/>
                  <a:pt x="909" y="411"/>
                </a:cubicBezTo>
                <a:cubicBezTo>
                  <a:pt x="909" y="411"/>
                  <a:pt x="909" y="411"/>
                  <a:pt x="909" y="411"/>
                </a:cubicBezTo>
                <a:cubicBezTo>
                  <a:pt x="909" y="411"/>
                  <a:pt x="909" y="411"/>
                  <a:pt x="909" y="411"/>
                </a:cubicBezTo>
                <a:close/>
                <a:moveTo>
                  <a:pt x="893" y="394"/>
                </a:moveTo>
                <a:cubicBezTo>
                  <a:pt x="893" y="394"/>
                  <a:pt x="893" y="394"/>
                  <a:pt x="893" y="393"/>
                </a:cubicBezTo>
                <a:cubicBezTo>
                  <a:pt x="893" y="393"/>
                  <a:pt x="893" y="392"/>
                  <a:pt x="892" y="392"/>
                </a:cubicBezTo>
                <a:cubicBezTo>
                  <a:pt x="892" y="392"/>
                  <a:pt x="892" y="393"/>
                  <a:pt x="892" y="393"/>
                </a:cubicBezTo>
                <a:cubicBezTo>
                  <a:pt x="891" y="393"/>
                  <a:pt x="891" y="393"/>
                  <a:pt x="891" y="394"/>
                </a:cubicBezTo>
                <a:cubicBezTo>
                  <a:pt x="891" y="394"/>
                  <a:pt x="891" y="395"/>
                  <a:pt x="892" y="395"/>
                </a:cubicBezTo>
                <a:cubicBezTo>
                  <a:pt x="892" y="395"/>
                  <a:pt x="892" y="395"/>
                  <a:pt x="892" y="395"/>
                </a:cubicBezTo>
                <a:cubicBezTo>
                  <a:pt x="892" y="394"/>
                  <a:pt x="892" y="394"/>
                  <a:pt x="893" y="394"/>
                </a:cubicBezTo>
                <a:cubicBezTo>
                  <a:pt x="893" y="394"/>
                  <a:pt x="893" y="394"/>
                  <a:pt x="893" y="394"/>
                </a:cubicBezTo>
                <a:close/>
                <a:moveTo>
                  <a:pt x="627" y="258"/>
                </a:moveTo>
                <a:cubicBezTo>
                  <a:pt x="627" y="256"/>
                  <a:pt x="627" y="255"/>
                  <a:pt x="627" y="253"/>
                </a:cubicBezTo>
                <a:cubicBezTo>
                  <a:pt x="626" y="255"/>
                  <a:pt x="625" y="256"/>
                  <a:pt x="627" y="258"/>
                </a:cubicBezTo>
                <a:close/>
                <a:moveTo>
                  <a:pt x="618" y="268"/>
                </a:moveTo>
                <a:cubicBezTo>
                  <a:pt x="618" y="268"/>
                  <a:pt x="618" y="269"/>
                  <a:pt x="619" y="269"/>
                </a:cubicBezTo>
                <a:cubicBezTo>
                  <a:pt x="620" y="269"/>
                  <a:pt x="620" y="268"/>
                  <a:pt x="620" y="268"/>
                </a:cubicBezTo>
                <a:cubicBezTo>
                  <a:pt x="620" y="267"/>
                  <a:pt x="619" y="267"/>
                  <a:pt x="618" y="267"/>
                </a:cubicBezTo>
                <a:cubicBezTo>
                  <a:pt x="618" y="267"/>
                  <a:pt x="618" y="267"/>
                  <a:pt x="618" y="268"/>
                </a:cubicBezTo>
                <a:close/>
                <a:moveTo>
                  <a:pt x="604" y="271"/>
                </a:moveTo>
                <a:cubicBezTo>
                  <a:pt x="602" y="272"/>
                  <a:pt x="601" y="271"/>
                  <a:pt x="600" y="273"/>
                </a:cubicBezTo>
                <a:cubicBezTo>
                  <a:pt x="602" y="273"/>
                  <a:pt x="603" y="273"/>
                  <a:pt x="604" y="271"/>
                </a:cubicBezTo>
                <a:close/>
                <a:moveTo>
                  <a:pt x="909" y="391"/>
                </a:moveTo>
                <a:cubicBezTo>
                  <a:pt x="909" y="391"/>
                  <a:pt x="908" y="391"/>
                  <a:pt x="909" y="392"/>
                </a:cubicBezTo>
                <a:cubicBezTo>
                  <a:pt x="909" y="392"/>
                  <a:pt x="909" y="392"/>
                  <a:pt x="909" y="392"/>
                </a:cubicBezTo>
                <a:cubicBezTo>
                  <a:pt x="910" y="392"/>
                  <a:pt x="910" y="392"/>
                  <a:pt x="910" y="392"/>
                </a:cubicBezTo>
                <a:cubicBezTo>
                  <a:pt x="910" y="392"/>
                  <a:pt x="910" y="392"/>
                  <a:pt x="910" y="392"/>
                </a:cubicBezTo>
                <a:cubicBezTo>
                  <a:pt x="910" y="391"/>
                  <a:pt x="910" y="391"/>
                  <a:pt x="909" y="391"/>
                </a:cubicBezTo>
                <a:cubicBezTo>
                  <a:pt x="909" y="391"/>
                  <a:pt x="909" y="391"/>
                  <a:pt x="909" y="391"/>
                </a:cubicBezTo>
                <a:close/>
                <a:moveTo>
                  <a:pt x="628" y="252"/>
                </a:moveTo>
                <a:cubicBezTo>
                  <a:pt x="628" y="252"/>
                  <a:pt x="628" y="251"/>
                  <a:pt x="628" y="251"/>
                </a:cubicBezTo>
                <a:cubicBezTo>
                  <a:pt x="627" y="251"/>
                  <a:pt x="626" y="252"/>
                  <a:pt x="625" y="252"/>
                </a:cubicBezTo>
                <a:cubicBezTo>
                  <a:pt x="625" y="252"/>
                  <a:pt x="625" y="252"/>
                  <a:pt x="625" y="252"/>
                </a:cubicBezTo>
                <a:cubicBezTo>
                  <a:pt x="626" y="252"/>
                  <a:pt x="627" y="253"/>
                  <a:pt x="628" y="252"/>
                </a:cubicBezTo>
                <a:close/>
                <a:moveTo>
                  <a:pt x="898" y="389"/>
                </a:moveTo>
                <a:cubicBezTo>
                  <a:pt x="898" y="389"/>
                  <a:pt x="897" y="389"/>
                  <a:pt x="897" y="389"/>
                </a:cubicBezTo>
                <a:cubicBezTo>
                  <a:pt x="897" y="389"/>
                  <a:pt x="897" y="389"/>
                  <a:pt x="897" y="389"/>
                </a:cubicBezTo>
                <a:cubicBezTo>
                  <a:pt x="897" y="390"/>
                  <a:pt x="897" y="390"/>
                  <a:pt x="898" y="390"/>
                </a:cubicBezTo>
                <a:cubicBezTo>
                  <a:pt x="898" y="390"/>
                  <a:pt x="898" y="390"/>
                  <a:pt x="898" y="390"/>
                </a:cubicBezTo>
                <a:cubicBezTo>
                  <a:pt x="898" y="390"/>
                  <a:pt x="898" y="390"/>
                  <a:pt x="898" y="390"/>
                </a:cubicBezTo>
                <a:cubicBezTo>
                  <a:pt x="898" y="389"/>
                  <a:pt x="898" y="389"/>
                  <a:pt x="898" y="389"/>
                </a:cubicBezTo>
                <a:close/>
                <a:moveTo>
                  <a:pt x="883" y="403"/>
                </a:moveTo>
                <a:cubicBezTo>
                  <a:pt x="882" y="403"/>
                  <a:pt x="882" y="403"/>
                  <a:pt x="882" y="403"/>
                </a:cubicBezTo>
                <a:cubicBezTo>
                  <a:pt x="882" y="403"/>
                  <a:pt x="882" y="403"/>
                  <a:pt x="882" y="404"/>
                </a:cubicBezTo>
                <a:cubicBezTo>
                  <a:pt x="882" y="404"/>
                  <a:pt x="882" y="404"/>
                  <a:pt x="883" y="404"/>
                </a:cubicBezTo>
                <a:cubicBezTo>
                  <a:pt x="883" y="404"/>
                  <a:pt x="883" y="404"/>
                  <a:pt x="883" y="404"/>
                </a:cubicBezTo>
                <a:cubicBezTo>
                  <a:pt x="883" y="404"/>
                  <a:pt x="883" y="404"/>
                  <a:pt x="883" y="404"/>
                </a:cubicBezTo>
                <a:cubicBezTo>
                  <a:pt x="883" y="404"/>
                  <a:pt x="883" y="404"/>
                  <a:pt x="883" y="404"/>
                </a:cubicBezTo>
                <a:cubicBezTo>
                  <a:pt x="883" y="404"/>
                  <a:pt x="883" y="404"/>
                  <a:pt x="883" y="404"/>
                </a:cubicBezTo>
                <a:cubicBezTo>
                  <a:pt x="883" y="404"/>
                  <a:pt x="883" y="404"/>
                  <a:pt x="883" y="404"/>
                </a:cubicBezTo>
                <a:cubicBezTo>
                  <a:pt x="883" y="403"/>
                  <a:pt x="883" y="403"/>
                  <a:pt x="883" y="403"/>
                </a:cubicBezTo>
                <a:close/>
                <a:moveTo>
                  <a:pt x="585" y="286"/>
                </a:moveTo>
                <a:cubicBezTo>
                  <a:pt x="586" y="286"/>
                  <a:pt x="586" y="286"/>
                  <a:pt x="586" y="286"/>
                </a:cubicBezTo>
                <a:cubicBezTo>
                  <a:pt x="586" y="285"/>
                  <a:pt x="586" y="285"/>
                  <a:pt x="586" y="285"/>
                </a:cubicBezTo>
                <a:cubicBezTo>
                  <a:pt x="585" y="285"/>
                  <a:pt x="585" y="285"/>
                  <a:pt x="585" y="286"/>
                </a:cubicBezTo>
                <a:cubicBezTo>
                  <a:pt x="585" y="286"/>
                  <a:pt x="585" y="286"/>
                  <a:pt x="585" y="286"/>
                </a:cubicBezTo>
                <a:close/>
                <a:moveTo>
                  <a:pt x="906" y="381"/>
                </a:moveTo>
                <a:cubicBezTo>
                  <a:pt x="906" y="381"/>
                  <a:pt x="906" y="381"/>
                  <a:pt x="906" y="381"/>
                </a:cubicBezTo>
                <a:cubicBezTo>
                  <a:pt x="906" y="381"/>
                  <a:pt x="906" y="381"/>
                  <a:pt x="906" y="382"/>
                </a:cubicBezTo>
                <a:cubicBezTo>
                  <a:pt x="905" y="382"/>
                  <a:pt x="904" y="381"/>
                  <a:pt x="903" y="382"/>
                </a:cubicBezTo>
                <a:cubicBezTo>
                  <a:pt x="903" y="382"/>
                  <a:pt x="903" y="382"/>
                  <a:pt x="903" y="382"/>
                </a:cubicBezTo>
                <a:cubicBezTo>
                  <a:pt x="904" y="382"/>
                  <a:pt x="905" y="383"/>
                  <a:pt x="905" y="382"/>
                </a:cubicBezTo>
                <a:cubicBezTo>
                  <a:pt x="905" y="382"/>
                  <a:pt x="905" y="382"/>
                  <a:pt x="906" y="382"/>
                </a:cubicBezTo>
                <a:cubicBezTo>
                  <a:pt x="906" y="382"/>
                  <a:pt x="906" y="382"/>
                  <a:pt x="907" y="381"/>
                </a:cubicBezTo>
                <a:cubicBezTo>
                  <a:pt x="907" y="381"/>
                  <a:pt x="907" y="381"/>
                  <a:pt x="907" y="381"/>
                </a:cubicBezTo>
                <a:cubicBezTo>
                  <a:pt x="907" y="381"/>
                  <a:pt x="907" y="381"/>
                  <a:pt x="906" y="381"/>
                </a:cubicBezTo>
                <a:close/>
                <a:moveTo>
                  <a:pt x="748" y="339"/>
                </a:moveTo>
                <a:cubicBezTo>
                  <a:pt x="748" y="339"/>
                  <a:pt x="748" y="339"/>
                  <a:pt x="748" y="339"/>
                </a:cubicBezTo>
                <a:cubicBezTo>
                  <a:pt x="748" y="340"/>
                  <a:pt x="748" y="340"/>
                  <a:pt x="749" y="340"/>
                </a:cubicBezTo>
                <a:cubicBezTo>
                  <a:pt x="749" y="340"/>
                  <a:pt x="749" y="340"/>
                  <a:pt x="749" y="340"/>
                </a:cubicBezTo>
                <a:cubicBezTo>
                  <a:pt x="749" y="340"/>
                  <a:pt x="749" y="339"/>
                  <a:pt x="749" y="339"/>
                </a:cubicBezTo>
                <a:cubicBezTo>
                  <a:pt x="749" y="339"/>
                  <a:pt x="749" y="339"/>
                  <a:pt x="749" y="339"/>
                </a:cubicBezTo>
                <a:cubicBezTo>
                  <a:pt x="749" y="339"/>
                  <a:pt x="749" y="339"/>
                  <a:pt x="749" y="339"/>
                </a:cubicBezTo>
                <a:cubicBezTo>
                  <a:pt x="748" y="339"/>
                  <a:pt x="748" y="339"/>
                  <a:pt x="748" y="339"/>
                </a:cubicBezTo>
                <a:close/>
                <a:moveTo>
                  <a:pt x="885" y="393"/>
                </a:moveTo>
                <a:cubicBezTo>
                  <a:pt x="885" y="392"/>
                  <a:pt x="885" y="392"/>
                  <a:pt x="885" y="392"/>
                </a:cubicBezTo>
                <a:cubicBezTo>
                  <a:pt x="885" y="392"/>
                  <a:pt x="885" y="392"/>
                  <a:pt x="885" y="392"/>
                </a:cubicBezTo>
                <a:cubicBezTo>
                  <a:pt x="885" y="392"/>
                  <a:pt x="885" y="392"/>
                  <a:pt x="885" y="392"/>
                </a:cubicBezTo>
                <a:cubicBezTo>
                  <a:pt x="885" y="392"/>
                  <a:pt x="885" y="392"/>
                  <a:pt x="885" y="392"/>
                </a:cubicBezTo>
                <a:cubicBezTo>
                  <a:pt x="885" y="392"/>
                  <a:pt x="884" y="392"/>
                  <a:pt x="884" y="392"/>
                </a:cubicBezTo>
                <a:cubicBezTo>
                  <a:pt x="884" y="392"/>
                  <a:pt x="884" y="392"/>
                  <a:pt x="884" y="393"/>
                </a:cubicBezTo>
                <a:cubicBezTo>
                  <a:pt x="884" y="393"/>
                  <a:pt x="884" y="393"/>
                  <a:pt x="885" y="393"/>
                </a:cubicBezTo>
                <a:cubicBezTo>
                  <a:pt x="885" y="393"/>
                  <a:pt x="885" y="393"/>
                  <a:pt x="885" y="393"/>
                </a:cubicBezTo>
                <a:cubicBezTo>
                  <a:pt x="885" y="393"/>
                  <a:pt x="885" y="393"/>
                  <a:pt x="885" y="393"/>
                </a:cubicBezTo>
                <a:close/>
                <a:moveTo>
                  <a:pt x="892" y="396"/>
                </a:moveTo>
                <a:cubicBezTo>
                  <a:pt x="892" y="396"/>
                  <a:pt x="892" y="396"/>
                  <a:pt x="892" y="396"/>
                </a:cubicBezTo>
                <a:cubicBezTo>
                  <a:pt x="892" y="396"/>
                  <a:pt x="893" y="396"/>
                  <a:pt x="893" y="396"/>
                </a:cubicBezTo>
                <a:cubicBezTo>
                  <a:pt x="893" y="396"/>
                  <a:pt x="893" y="396"/>
                  <a:pt x="893" y="396"/>
                </a:cubicBezTo>
                <a:cubicBezTo>
                  <a:pt x="893" y="396"/>
                  <a:pt x="892" y="396"/>
                  <a:pt x="892" y="395"/>
                </a:cubicBezTo>
                <a:cubicBezTo>
                  <a:pt x="892" y="395"/>
                  <a:pt x="892" y="396"/>
                  <a:pt x="892" y="396"/>
                </a:cubicBezTo>
                <a:cubicBezTo>
                  <a:pt x="892" y="396"/>
                  <a:pt x="892" y="396"/>
                  <a:pt x="892" y="396"/>
                </a:cubicBezTo>
                <a:close/>
                <a:moveTo>
                  <a:pt x="605" y="274"/>
                </a:moveTo>
                <a:cubicBezTo>
                  <a:pt x="606" y="274"/>
                  <a:pt x="606" y="274"/>
                  <a:pt x="606" y="273"/>
                </a:cubicBezTo>
                <a:cubicBezTo>
                  <a:pt x="606" y="273"/>
                  <a:pt x="606" y="273"/>
                  <a:pt x="605" y="273"/>
                </a:cubicBezTo>
                <a:cubicBezTo>
                  <a:pt x="605" y="273"/>
                  <a:pt x="605" y="273"/>
                  <a:pt x="605" y="273"/>
                </a:cubicBezTo>
                <a:cubicBezTo>
                  <a:pt x="605" y="274"/>
                  <a:pt x="605" y="274"/>
                  <a:pt x="605" y="274"/>
                </a:cubicBezTo>
                <a:close/>
                <a:moveTo>
                  <a:pt x="905" y="408"/>
                </a:moveTo>
                <a:cubicBezTo>
                  <a:pt x="905" y="408"/>
                  <a:pt x="905" y="408"/>
                  <a:pt x="905" y="408"/>
                </a:cubicBezTo>
                <a:cubicBezTo>
                  <a:pt x="905" y="408"/>
                  <a:pt x="905" y="408"/>
                  <a:pt x="905" y="408"/>
                </a:cubicBezTo>
                <a:cubicBezTo>
                  <a:pt x="905" y="408"/>
                  <a:pt x="905" y="409"/>
                  <a:pt x="905" y="409"/>
                </a:cubicBezTo>
                <a:cubicBezTo>
                  <a:pt x="905" y="409"/>
                  <a:pt x="905" y="409"/>
                  <a:pt x="905" y="409"/>
                </a:cubicBezTo>
                <a:cubicBezTo>
                  <a:pt x="905" y="409"/>
                  <a:pt x="905" y="408"/>
                  <a:pt x="905" y="408"/>
                </a:cubicBezTo>
                <a:cubicBezTo>
                  <a:pt x="905" y="408"/>
                  <a:pt x="905" y="408"/>
                  <a:pt x="905" y="408"/>
                </a:cubicBezTo>
                <a:cubicBezTo>
                  <a:pt x="905" y="408"/>
                  <a:pt x="905" y="408"/>
                  <a:pt x="905" y="408"/>
                </a:cubicBezTo>
                <a:cubicBezTo>
                  <a:pt x="905" y="408"/>
                  <a:pt x="905" y="408"/>
                  <a:pt x="905" y="408"/>
                </a:cubicBezTo>
                <a:close/>
                <a:moveTo>
                  <a:pt x="980" y="304"/>
                </a:moveTo>
                <a:cubicBezTo>
                  <a:pt x="979" y="303"/>
                  <a:pt x="978" y="303"/>
                  <a:pt x="978" y="305"/>
                </a:cubicBezTo>
                <a:cubicBezTo>
                  <a:pt x="978" y="308"/>
                  <a:pt x="980" y="311"/>
                  <a:pt x="981" y="313"/>
                </a:cubicBezTo>
                <a:cubicBezTo>
                  <a:pt x="983" y="316"/>
                  <a:pt x="987" y="318"/>
                  <a:pt x="988" y="321"/>
                </a:cubicBezTo>
                <a:cubicBezTo>
                  <a:pt x="988" y="322"/>
                  <a:pt x="988" y="323"/>
                  <a:pt x="989" y="324"/>
                </a:cubicBezTo>
                <a:cubicBezTo>
                  <a:pt x="992" y="325"/>
                  <a:pt x="994" y="326"/>
                  <a:pt x="997" y="327"/>
                </a:cubicBezTo>
                <a:cubicBezTo>
                  <a:pt x="998" y="328"/>
                  <a:pt x="999" y="328"/>
                  <a:pt x="1000" y="327"/>
                </a:cubicBezTo>
                <a:cubicBezTo>
                  <a:pt x="1001" y="324"/>
                  <a:pt x="1003" y="323"/>
                  <a:pt x="1001" y="320"/>
                </a:cubicBezTo>
                <a:cubicBezTo>
                  <a:pt x="1001" y="319"/>
                  <a:pt x="1001" y="319"/>
                  <a:pt x="1001" y="318"/>
                </a:cubicBezTo>
                <a:cubicBezTo>
                  <a:pt x="1003" y="316"/>
                  <a:pt x="1003" y="318"/>
                  <a:pt x="1005" y="318"/>
                </a:cubicBezTo>
                <a:cubicBezTo>
                  <a:pt x="1006" y="322"/>
                  <a:pt x="1006" y="322"/>
                  <a:pt x="1010" y="321"/>
                </a:cubicBezTo>
                <a:cubicBezTo>
                  <a:pt x="1010" y="321"/>
                  <a:pt x="1010" y="321"/>
                  <a:pt x="1010" y="321"/>
                </a:cubicBezTo>
                <a:cubicBezTo>
                  <a:pt x="1013" y="319"/>
                  <a:pt x="1017" y="319"/>
                  <a:pt x="1020" y="317"/>
                </a:cubicBezTo>
                <a:cubicBezTo>
                  <a:pt x="1021" y="316"/>
                  <a:pt x="1022" y="316"/>
                  <a:pt x="1023" y="316"/>
                </a:cubicBezTo>
                <a:cubicBezTo>
                  <a:pt x="1024" y="317"/>
                  <a:pt x="1023" y="318"/>
                  <a:pt x="1024" y="319"/>
                </a:cubicBezTo>
                <a:cubicBezTo>
                  <a:pt x="1024" y="320"/>
                  <a:pt x="1025" y="321"/>
                  <a:pt x="1027" y="322"/>
                </a:cubicBezTo>
                <a:cubicBezTo>
                  <a:pt x="1028" y="322"/>
                  <a:pt x="1029" y="322"/>
                  <a:pt x="1029" y="320"/>
                </a:cubicBezTo>
                <a:cubicBezTo>
                  <a:pt x="1029" y="320"/>
                  <a:pt x="1030" y="320"/>
                  <a:pt x="1030" y="320"/>
                </a:cubicBezTo>
                <a:cubicBezTo>
                  <a:pt x="1032" y="320"/>
                  <a:pt x="1033" y="319"/>
                  <a:pt x="1035" y="319"/>
                </a:cubicBezTo>
                <a:cubicBezTo>
                  <a:pt x="1037" y="319"/>
                  <a:pt x="1037" y="318"/>
                  <a:pt x="1038" y="317"/>
                </a:cubicBezTo>
                <a:cubicBezTo>
                  <a:pt x="1038" y="316"/>
                  <a:pt x="1037" y="316"/>
                  <a:pt x="1036" y="316"/>
                </a:cubicBezTo>
                <a:cubicBezTo>
                  <a:pt x="1035" y="316"/>
                  <a:pt x="1035" y="316"/>
                  <a:pt x="1034" y="315"/>
                </a:cubicBezTo>
                <a:cubicBezTo>
                  <a:pt x="1034" y="314"/>
                  <a:pt x="1033" y="314"/>
                  <a:pt x="1032" y="314"/>
                </a:cubicBezTo>
                <a:cubicBezTo>
                  <a:pt x="1030" y="314"/>
                  <a:pt x="1029" y="313"/>
                  <a:pt x="1028" y="311"/>
                </a:cubicBezTo>
                <a:cubicBezTo>
                  <a:pt x="1027" y="309"/>
                  <a:pt x="1027" y="306"/>
                  <a:pt x="1025" y="304"/>
                </a:cubicBezTo>
                <a:cubicBezTo>
                  <a:pt x="1024" y="302"/>
                  <a:pt x="1024" y="299"/>
                  <a:pt x="1024" y="296"/>
                </a:cubicBezTo>
                <a:cubicBezTo>
                  <a:pt x="1024" y="294"/>
                  <a:pt x="1026" y="292"/>
                  <a:pt x="1027" y="290"/>
                </a:cubicBezTo>
                <a:cubicBezTo>
                  <a:pt x="1028" y="290"/>
                  <a:pt x="1028" y="290"/>
                  <a:pt x="1029" y="290"/>
                </a:cubicBezTo>
                <a:cubicBezTo>
                  <a:pt x="1032" y="290"/>
                  <a:pt x="1032" y="291"/>
                  <a:pt x="1032" y="293"/>
                </a:cubicBezTo>
                <a:cubicBezTo>
                  <a:pt x="1032" y="295"/>
                  <a:pt x="1031" y="296"/>
                  <a:pt x="1029" y="298"/>
                </a:cubicBezTo>
                <a:cubicBezTo>
                  <a:pt x="1029" y="299"/>
                  <a:pt x="1028" y="303"/>
                  <a:pt x="1028" y="304"/>
                </a:cubicBezTo>
                <a:cubicBezTo>
                  <a:pt x="1029" y="306"/>
                  <a:pt x="1030" y="308"/>
                  <a:pt x="1032" y="310"/>
                </a:cubicBezTo>
                <a:cubicBezTo>
                  <a:pt x="1033" y="312"/>
                  <a:pt x="1035" y="314"/>
                  <a:pt x="1038" y="314"/>
                </a:cubicBezTo>
                <a:cubicBezTo>
                  <a:pt x="1039" y="314"/>
                  <a:pt x="1040" y="313"/>
                  <a:pt x="1040" y="315"/>
                </a:cubicBezTo>
                <a:cubicBezTo>
                  <a:pt x="1040" y="316"/>
                  <a:pt x="1041" y="316"/>
                  <a:pt x="1042" y="315"/>
                </a:cubicBezTo>
                <a:cubicBezTo>
                  <a:pt x="1043" y="314"/>
                  <a:pt x="1044" y="314"/>
                  <a:pt x="1044" y="313"/>
                </a:cubicBezTo>
                <a:cubicBezTo>
                  <a:pt x="1047" y="311"/>
                  <a:pt x="1049" y="308"/>
                  <a:pt x="1048" y="304"/>
                </a:cubicBezTo>
                <a:cubicBezTo>
                  <a:pt x="1047" y="301"/>
                  <a:pt x="1050" y="299"/>
                  <a:pt x="1052" y="298"/>
                </a:cubicBezTo>
                <a:cubicBezTo>
                  <a:pt x="1052" y="298"/>
                  <a:pt x="1053" y="297"/>
                  <a:pt x="1052" y="297"/>
                </a:cubicBezTo>
                <a:cubicBezTo>
                  <a:pt x="1051" y="295"/>
                  <a:pt x="1050" y="293"/>
                  <a:pt x="1048" y="293"/>
                </a:cubicBezTo>
                <a:cubicBezTo>
                  <a:pt x="1047" y="293"/>
                  <a:pt x="1047" y="291"/>
                  <a:pt x="1046" y="291"/>
                </a:cubicBezTo>
                <a:cubicBezTo>
                  <a:pt x="1044" y="291"/>
                  <a:pt x="1042" y="289"/>
                  <a:pt x="1041" y="287"/>
                </a:cubicBezTo>
                <a:cubicBezTo>
                  <a:pt x="1040" y="286"/>
                  <a:pt x="1037" y="285"/>
                  <a:pt x="1035" y="286"/>
                </a:cubicBezTo>
                <a:cubicBezTo>
                  <a:pt x="1034" y="287"/>
                  <a:pt x="1033" y="288"/>
                  <a:pt x="1033" y="287"/>
                </a:cubicBezTo>
                <a:cubicBezTo>
                  <a:pt x="1030" y="286"/>
                  <a:pt x="1028" y="285"/>
                  <a:pt x="1027" y="283"/>
                </a:cubicBezTo>
                <a:cubicBezTo>
                  <a:pt x="1024" y="280"/>
                  <a:pt x="1022" y="277"/>
                  <a:pt x="1019" y="275"/>
                </a:cubicBezTo>
                <a:cubicBezTo>
                  <a:pt x="1019" y="275"/>
                  <a:pt x="1018" y="275"/>
                  <a:pt x="1018" y="275"/>
                </a:cubicBezTo>
                <a:cubicBezTo>
                  <a:pt x="1018" y="275"/>
                  <a:pt x="1018" y="276"/>
                  <a:pt x="1019" y="276"/>
                </a:cubicBezTo>
                <a:cubicBezTo>
                  <a:pt x="1019" y="277"/>
                  <a:pt x="1019" y="278"/>
                  <a:pt x="1019" y="279"/>
                </a:cubicBezTo>
                <a:cubicBezTo>
                  <a:pt x="1019" y="279"/>
                  <a:pt x="1019" y="279"/>
                  <a:pt x="1019" y="279"/>
                </a:cubicBezTo>
                <a:cubicBezTo>
                  <a:pt x="1015" y="278"/>
                  <a:pt x="1015" y="278"/>
                  <a:pt x="1014" y="281"/>
                </a:cubicBezTo>
                <a:cubicBezTo>
                  <a:pt x="1013" y="281"/>
                  <a:pt x="1013" y="282"/>
                  <a:pt x="1013" y="283"/>
                </a:cubicBezTo>
                <a:cubicBezTo>
                  <a:pt x="1014" y="286"/>
                  <a:pt x="1013" y="289"/>
                  <a:pt x="1014" y="293"/>
                </a:cubicBezTo>
                <a:cubicBezTo>
                  <a:pt x="1014" y="293"/>
                  <a:pt x="1013" y="293"/>
                  <a:pt x="1013" y="293"/>
                </a:cubicBezTo>
                <a:cubicBezTo>
                  <a:pt x="1012" y="291"/>
                  <a:pt x="1010" y="290"/>
                  <a:pt x="1009" y="288"/>
                </a:cubicBezTo>
                <a:cubicBezTo>
                  <a:pt x="1009" y="288"/>
                  <a:pt x="1009" y="287"/>
                  <a:pt x="1008" y="287"/>
                </a:cubicBezTo>
                <a:cubicBezTo>
                  <a:pt x="1005" y="287"/>
                  <a:pt x="1004" y="285"/>
                  <a:pt x="1004" y="283"/>
                </a:cubicBezTo>
                <a:cubicBezTo>
                  <a:pt x="1005" y="282"/>
                  <a:pt x="1004" y="281"/>
                  <a:pt x="1003" y="281"/>
                </a:cubicBezTo>
                <a:cubicBezTo>
                  <a:pt x="1002" y="281"/>
                  <a:pt x="1001" y="280"/>
                  <a:pt x="1000" y="279"/>
                </a:cubicBezTo>
                <a:cubicBezTo>
                  <a:pt x="999" y="277"/>
                  <a:pt x="997" y="276"/>
                  <a:pt x="997" y="274"/>
                </a:cubicBezTo>
                <a:cubicBezTo>
                  <a:pt x="997" y="272"/>
                  <a:pt x="995" y="273"/>
                  <a:pt x="994" y="273"/>
                </a:cubicBezTo>
                <a:cubicBezTo>
                  <a:pt x="994" y="273"/>
                  <a:pt x="993" y="274"/>
                  <a:pt x="992" y="275"/>
                </a:cubicBezTo>
                <a:cubicBezTo>
                  <a:pt x="992" y="275"/>
                  <a:pt x="992" y="276"/>
                  <a:pt x="991" y="276"/>
                </a:cubicBezTo>
                <a:cubicBezTo>
                  <a:pt x="989" y="276"/>
                  <a:pt x="989" y="276"/>
                  <a:pt x="989" y="277"/>
                </a:cubicBezTo>
                <a:cubicBezTo>
                  <a:pt x="989" y="279"/>
                  <a:pt x="989" y="280"/>
                  <a:pt x="987" y="280"/>
                </a:cubicBezTo>
                <a:cubicBezTo>
                  <a:pt x="986" y="280"/>
                  <a:pt x="986" y="280"/>
                  <a:pt x="986" y="281"/>
                </a:cubicBezTo>
                <a:cubicBezTo>
                  <a:pt x="983" y="281"/>
                  <a:pt x="982" y="282"/>
                  <a:pt x="983" y="284"/>
                </a:cubicBezTo>
                <a:cubicBezTo>
                  <a:pt x="983" y="286"/>
                  <a:pt x="984" y="286"/>
                  <a:pt x="984" y="288"/>
                </a:cubicBezTo>
                <a:cubicBezTo>
                  <a:pt x="984" y="288"/>
                  <a:pt x="983" y="288"/>
                  <a:pt x="983" y="289"/>
                </a:cubicBezTo>
                <a:cubicBezTo>
                  <a:pt x="980" y="289"/>
                  <a:pt x="980" y="289"/>
                  <a:pt x="980" y="292"/>
                </a:cubicBezTo>
                <a:cubicBezTo>
                  <a:pt x="981" y="293"/>
                  <a:pt x="980" y="294"/>
                  <a:pt x="979" y="294"/>
                </a:cubicBezTo>
                <a:cubicBezTo>
                  <a:pt x="979" y="295"/>
                  <a:pt x="978" y="295"/>
                  <a:pt x="979" y="296"/>
                </a:cubicBezTo>
                <a:cubicBezTo>
                  <a:pt x="980" y="297"/>
                  <a:pt x="981" y="298"/>
                  <a:pt x="980" y="300"/>
                </a:cubicBezTo>
                <a:cubicBezTo>
                  <a:pt x="980" y="301"/>
                  <a:pt x="981" y="301"/>
                  <a:pt x="982" y="302"/>
                </a:cubicBezTo>
                <a:cubicBezTo>
                  <a:pt x="982" y="302"/>
                  <a:pt x="982" y="303"/>
                  <a:pt x="982" y="304"/>
                </a:cubicBezTo>
                <a:cubicBezTo>
                  <a:pt x="982" y="304"/>
                  <a:pt x="981" y="304"/>
                  <a:pt x="980" y="304"/>
                </a:cubicBezTo>
                <a:close/>
                <a:moveTo>
                  <a:pt x="1067" y="314"/>
                </a:moveTo>
                <a:cubicBezTo>
                  <a:pt x="1068" y="315"/>
                  <a:pt x="1070" y="316"/>
                  <a:pt x="1071" y="316"/>
                </a:cubicBezTo>
                <a:cubicBezTo>
                  <a:pt x="1073" y="317"/>
                  <a:pt x="1075" y="318"/>
                  <a:pt x="1075" y="320"/>
                </a:cubicBezTo>
                <a:cubicBezTo>
                  <a:pt x="1077" y="323"/>
                  <a:pt x="1080" y="324"/>
                  <a:pt x="1084" y="324"/>
                </a:cubicBezTo>
                <a:cubicBezTo>
                  <a:pt x="1086" y="325"/>
                  <a:pt x="1087" y="324"/>
                  <a:pt x="1089" y="325"/>
                </a:cubicBezTo>
                <a:cubicBezTo>
                  <a:pt x="1090" y="325"/>
                  <a:pt x="1090" y="325"/>
                  <a:pt x="1090" y="324"/>
                </a:cubicBezTo>
                <a:cubicBezTo>
                  <a:pt x="1092" y="323"/>
                  <a:pt x="1094" y="322"/>
                  <a:pt x="1097" y="321"/>
                </a:cubicBezTo>
                <a:cubicBezTo>
                  <a:pt x="1100" y="321"/>
                  <a:pt x="1100" y="321"/>
                  <a:pt x="1100" y="317"/>
                </a:cubicBezTo>
                <a:cubicBezTo>
                  <a:pt x="1100" y="316"/>
                  <a:pt x="1101" y="314"/>
                  <a:pt x="1101" y="313"/>
                </a:cubicBezTo>
                <a:cubicBezTo>
                  <a:pt x="1102" y="312"/>
                  <a:pt x="1102" y="312"/>
                  <a:pt x="1102" y="312"/>
                </a:cubicBezTo>
                <a:cubicBezTo>
                  <a:pt x="1101" y="311"/>
                  <a:pt x="1101" y="311"/>
                  <a:pt x="1100" y="311"/>
                </a:cubicBezTo>
                <a:cubicBezTo>
                  <a:pt x="1100" y="312"/>
                  <a:pt x="1099" y="312"/>
                  <a:pt x="1098" y="311"/>
                </a:cubicBezTo>
                <a:cubicBezTo>
                  <a:pt x="1096" y="309"/>
                  <a:pt x="1094" y="309"/>
                  <a:pt x="1092" y="307"/>
                </a:cubicBezTo>
                <a:cubicBezTo>
                  <a:pt x="1090" y="306"/>
                  <a:pt x="1088" y="306"/>
                  <a:pt x="1086" y="308"/>
                </a:cubicBezTo>
                <a:cubicBezTo>
                  <a:pt x="1083" y="310"/>
                  <a:pt x="1082" y="309"/>
                  <a:pt x="1081" y="305"/>
                </a:cubicBezTo>
                <a:cubicBezTo>
                  <a:pt x="1081" y="305"/>
                  <a:pt x="1081" y="305"/>
                  <a:pt x="1081" y="304"/>
                </a:cubicBezTo>
                <a:cubicBezTo>
                  <a:pt x="1082" y="302"/>
                  <a:pt x="1080" y="302"/>
                  <a:pt x="1079" y="302"/>
                </a:cubicBezTo>
                <a:cubicBezTo>
                  <a:pt x="1077" y="302"/>
                  <a:pt x="1075" y="302"/>
                  <a:pt x="1074" y="301"/>
                </a:cubicBezTo>
                <a:cubicBezTo>
                  <a:pt x="1072" y="300"/>
                  <a:pt x="1071" y="301"/>
                  <a:pt x="1070" y="302"/>
                </a:cubicBezTo>
                <a:cubicBezTo>
                  <a:pt x="1069" y="305"/>
                  <a:pt x="1069" y="305"/>
                  <a:pt x="1066" y="303"/>
                </a:cubicBezTo>
                <a:cubicBezTo>
                  <a:pt x="1065" y="303"/>
                  <a:pt x="1065" y="303"/>
                  <a:pt x="1065" y="302"/>
                </a:cubicBezTo>
                <a:cubicBezTo>
                  <a:pt x="1065" y="301"/>
                  <a:pt x="1064" y="300"/>
                  <a:pt x="1065" y="299"/>
                </a:cubicBezTo>
                <a:cubicBezTo>
                  <a:pt x="1066" y="297"/>
                  <a:pt x="1064" y="296"/>
                  <a:pt x="1063" y="296"/>
                </a:cubicBezTo>
                <a:cubicBezTo>
                  <a:pt x="1061" y="296"/>
                  <a:pt x="1062" y="297"/>
                  <a:pt x="1062" y="298"/>
                </a:cubicBezTo>
                <a:cubicBezTo>
                  <a:pt x="1062" y="299"/>
                  <a:pt x="1062" y="300"/>
                  <a:pt x="1061" y="300"/>
                </a:cubicBezTo>
                <a:cubicBezTo>
                  <a:pt x="1061" y="301"/>
                  <a:pt x="1061" y="302"/>
                  <a:pt x="1061" y="303"/>
                </a:cubicBezTo>
                <a:cubicBezTo>
                  <a:pt x="1061" y="305"/>
                  <a:pt x="1062" y="307"/>
                  <a:pt x="1060" y="308"/>
                </a:cubicBezTo>
                <a:cubicBezTo>
                  <a:pt x="1062" y="311"/>
                  <a:pt x="1065" y="311"/>
                  <a:pt x="1067" y="314"/>
                </a:cubicBezTo>
                <a:close/>
                <a:moveTo>
                  <a:pt x="887" y="389"/>
                </a:moveTo>
                <a:cubicBezTo>
                  <a:pt x="887" y="389"/>
                  <a:pt x="887" y="389"/>
                  <a:pt x="887" y="389"/>
                </a:cubicBezTo>
                <a:cubicBezTo>
                  <a:pt x="887" y="390"/>
                  <a:pt x="887" y="390"/>
                  <a:pt x="887" y="390"/>
                </a:cubicBezTo>
                <a:cubicBezTo>
                  <a:pt x="887" y="390"/>
                  <a:pt x="887" y="390"/>
                  <a:pt x="887" y="389"/>
                </a:cubicBezTo>
                <a:close/>
                <a:moveTo>
                  <a:pt x="1004" y="369"/>
                </a:moveTo>
                <a:cubicBezTo>
                  <a:pt x="1005" y="370"/>
                  <a:pt x="1005" y="369"/>
                  <a:pt x="1006" y="369"/>
                </a:cubicBezTo>
                <a:cubicBezTo>
                  <a:pt x="1007" y="369"/>
                  <a:pt x="1007" y="368"/>
                  <a:pt x="1008" y="368"/>
                </a:cubicBezTo>
                <a:cubicBezTo>
                  <a:pt x="1009" y="368"/>
                  <a:pt x="1010" y="367"/>
                  <a:pt x="1011" y="367"/>
                </a:cubicBezTo>
                <a:cubicBezTo>
                  <a:pt x="1013" y="368"/>
                  <a:pt x="1014" y="368"/>
                  <a:pt x="1016" y="369"/>
                </a:cubicBezTo>
                <a:cubicBezTo>
                  <a:pt x="1018" y="371"/>
                  <a:pt x="1021" y="372"/>
                  <a:pt x="1023" y="372"/>
                </a:cubicBezTo>
                <a:cubicBezTo>
                  <a:pt x="1026" y="373"/>
                  <a:pt x="1029" y="373"/>
                  <a:pt x="1032" y="374"/>
                </a:cubicBezTo>
                <a:cubicBezTo>
                  <a:pt x="1034" y="376"/>
                  <a:pt x="1036" y="374"/>
                  <a:pt x="1036" y="371"/>
                </a:cubicBezTo>
                <a:cubicBezTo>
                  <a:pt x="1036" y="370"/>
                  <a:pt x="1036" y="369"/>
                  <a:pt x="1036" y="368"/>
                </a:cubicBezTo>
                <a:cubicBezTo>
                  <a:pt x="1036" y="367"/>
                  <a:pt x="1037" y="365"/>
                  <a:pt x="1036" y="364"/>
                </a:cubicBezTo>
                <a:cubicBezTo>
                  <a:pt x="1034" y="360"/>
                  <a:pt x="1031" y="358"/>
                  <a:pt x="1028" y="355"/>
                </a:cubicBezTo>
                <a:cubicBezTo>
                  <a:pt x="1027" y="354"/>
                  <a:pt x="1024" y="354"/>
                  <a:pt x="1023" y="352"/>
                </a:cubicBezTo>
                <a:cubicBezTo>
                  <a:pt x="1023" y="352"/>
                  <a:pt x="1022" y="352"/>
                  <a:pt x="1022" y="352"/>
                </a:cubicBezTo>
                <a:cubicBezTo>
                  <a:pt x="1019" y="353"/>
                  <a:pt x="1017" y="355"/>
                  <a:pt x="1015" y="354"/>
                </a:cubicBezTo>
                <a:cubicBezTo>
                  <a:pt x="1014" y="354"/>
                  <a:pt x="1014" y="355"/>
                  <a:pt x="1014" y="355"/>
                </a:cubicBezTo>
                <a:cubicBezTo>
                  <a:pt x="1013" y="358"/>
                  <a:pt x="1012" y="360"/>
                  <a:pt x="1011" y="363"/>
                </a:cubicBezTo>
                <a:cubicBezTo>
                  <a:pt x="1011" y="365"/>
                  <a:pt x="1008" y="367"/>
                  <a:pt x="1007" y="367"/>
                </a:cubicBezTo>
                <a:cubicBezTo>
                  <a:pt x="1006" y="367"/>
                  <a:pt x="1005" y="367"/>
                  <a:pt x="1005" y="367"/>
                </a:cubicBezTo>
                <a:cubicBezTo>
                  <a:pt x="1004" y="368"/>
                  <a:pt x="1004" y="369"/>
                  <a:pt x="1004" y="369"/>
                </a:cubicBezTo>
                <a:close/>
                <a:moveTo>
                  <a:pt x="1351" y="443"/>
                </a:moveTo>
                <a:cubicBezTo>
                  <a:pt x="1353" y="441"/>
                  <a:pt x="1354" y="441"/>
                  <a:pt x="1356" y="441"/>
                </a:cubicBezTo>
                <a:cubicBezTo>
                  <a:pt x="1357" y="441"/>
                  <a:pt x="1358" y="441"/>
                  <a:pt x="1359" y="440"/>
                </a:cubicBezTo>
                <a:cubicBezTo>
                  <a:pt x="1361" y="438"/>
                  <a:pt x="1363" y="439"/>
                  <a:pt x="1365" y="441"/>
                </a:cubicBezTo>
                <a:cubicBezTo>
                  <a:pt x="1366" y="442"/>
                  <a:pt x="1368" y="442"/>
                  <a:pt x="1369" y="440"/>
                </a:cubicBezTo>
                <a:cubicBezTo>
                  <a:pt x="1370" y="439"/>
                  <a:pt x="1372" y="439"/>
                  <a:pt x="1373" y="439"/>
                </a:cubicBezTo>
                <a:cubicBezTo>
                  <a:pt x="1376" y="439"/>
                  <a:pt x="1378" y="438"/>
                  <a:pt x="1380" y="437"/>
                </a:cubicBezTo>
                <a:cubicBezTo>
                  <a:pt x="1382" y="436"/>
                  <a:pt x="1383" y="434"/>
                  <a:pt x="1384" y="433"/>
                </a:cubicBezTo>
                <a:cubicBezTo>
                  <a:pt x="1384" y="431"/>
                  <a:pt x="1383" y="431"/>
                  <a:pt x="1382" y="431"/>
                </a:cubicBezTo>
                <a:cubicBezTo>
                  <a:pt x="1382" y="430"/>
                  <a:pt x="1382" y="430"/>
                  <a:pt x="1382" y="430"/>
                </a:cubicBezTo>
                <a:cubicBezTo>
                  <a:pt x="1379" y="427"/>
                  <a:pt x="1377" y="424"/>
                  <a:pt x="1374" y="423"/>
                </a:cubicBezTo>
                <a:cubicBezTo>
                  <a:pt x="1372" y="422"/>
                  <a:pt x="1371" y="421"/>
                  <a:pt x="1370" y="422"/>
                </a:cubicBezTo>
                <a:cubicBezTo>
                  <a:pt x="1369" y="422"/>
                  <a:pt x="1368" y="423"/>
                  <a:pt x="1367" y="423"/>
                </a:cubicBezTo>
                <a:cubicBezTo>
                  <a:pt x="1366" y="422"/>
                  <a:pt x="1365" y="422"/>
                  <a:pt x="1365" y="422"/>
                </a:cubicBezTo>
                <a:cubicBezTo>
                  <a:pt x="1363" y="423"/>
                  <a:pt x="1361" y="423"/>
                  <a:pt x="1360" y="424"/>
                </a:cubicBezTo>
                <a:cubicBezTo>
                  <a:pt x="1358" y="426"/>
                  <a:pt x="1355" y="427"/>
                  <a:pt x="1354" y="430"/>
                </a:cubicBezTo>
                <a:cubicBezTo>
                  <a:pt x="1354" y="431"/>
                  <a:pt x="1353" y="431"/>
                  <a:pt x="1352" y="431"/>
                </a:cubicBezTo>
                <a:cubicBezTo>
                  <a:pt x="1349" y="434"/>
                  <a:pt x="1348" y="439"/>
                  <a:pt x="1350" y="442"/>
                </a:cubicBezTo>
                <a:cubicBezTo>
                  <a:pt x="1350" y="443"/>
                  <a:pt x="1351" y="444"/>
                  <a:pt x="1351" y="443"/>
                </a:cubicBezTo>
                <a:close/>
                <a:moveTo>
                  <a:pt x="1010" y="352"/>
                </a:moveTo>
                <a:cubicBezTo>
                  <a:pt x="1012" y="352"/>
                  <a:pt x="1014" y="349"/>
                  <a:pt x="1014" y="348"/>
                </a:cubicBezTo>
                <a:cubicBezTo>
                  <a:pt x="1014" y="346"/>
                  <a:pt x="1014" y="345"/>
                  <a:pt x="1015" y="343"/>
                </a:cubicBezTo>
                <a:cubicBezTo>
                  <a:pt x="1015" y="341"/>
                  <a:pt x="1014" y="340"/>
                  <a:pt x="1012" y="340"/>
                </a:cubicBezTo>
                <a:cubicBezTo>
                  <a:pt x="1009" y="340"/>
                  <a:pt x="1007" y="341"/>
                  <a:pt x="1007" y="343"/>
                </a:cubicBezTo>
                <a:cubicBezTo>
                  <a:pt x="1007" y="344"/>
                  <a:pt x="1007" y="345"/>
                  <a:pt x="1007" y="346"/>
                </a:cubicBezTo>
                <a:cubicBezTo>
                  <a:pt x="1006" y="348"/>
                  <a:pt x="1008" y="349"/>
                  <a:pt x="1009" y="351"/>
                </a:cubicBezTo>
                <a:cubicBezTo>
                  <a:pt x="1009" y="352"/>
                  <a:pt x="1010" y="352"/>
                  <a:pt x="1010" y="352"/>
                </a:cubicBezTo>
                <a:close/>
                <a:moveTo>
                  <a:pt x="965" y="346"/>
                </a:moveTo>
                <a:cubicBezTo>
                  <a:pt x="966" y="347"/>
                  <a:pt x="967" y="348"/>
                  <a:pt x="967" y="349"/>
                </a:cubicBezTo>
                <a:cubicBezTo>
                  <a:pt x="967" y="350"/>
                  <a:pt x="968" y="351"/>
                  <a:pt x="969" y="352"/>
                </a:cubicBezTo>
                <a:cubicBezTo>
                  <a:pt x="970" y="353"/>
                  <a:pt x="970" y="353"/>
                  <a:pt x="972" y="353"/>
                </a:cubicBezTo>
                <a:cubicBezTo>
                  <a:pt x="973" y="352"/>
                  <a:pt x="972" y="351"/>
                  <a:pt x="973" y="350"/>
                </a:cubicBezTo>
                <a:cubicBezTo>
                  <a:pt x="972" y="346"/>
                  <a:pt x="969" y="344"/>
                  <a:pt x="966" y="341"/>
                </a:cubicBezTo>
                <a:cubicBezTo>
                  <a:pt x="965" y="340"/>
                  <a:pt x="964" y="341"/>
                  <a:pt x="964" y="342"/>
                </a:cubicBezTo>
                <a:cubicBezTo>
                  <a:pt x="964" y="343"/>
                  <a:pt x="964" y="345"/>
                  <a:pt x="965" y="346"/>
                </a:cubicBezTo>
                <a:close/>
                <a:moveTo>
                  <a:pt x="967" y="303"/>
                </a:moveTo>
                <a:cubicBezTo>
                  <a:pt x="969" y="303"/>
                  <a:pt x="970" y="301"/>
                  <a:pt x="969" y="300"/>
                </a:cubicBezTo>
                <a:cubicBezTo>
                  <a:pt x="969" y="298"/>
                  <a:pt x="970" y="296"/>
                  <a:pt x="971" y="295"/>
                </a:cubicBezTo>
                <a:cubicBezTo>
                  <a:pt x="971" y="294"/>
                  <a:pt x="971" y="294"/>
                  <a:pt x="971" y="293"/>
                </a:cubicBezTo>
                <a:cubicBezTo>
                  <a:pt x="970" y="292"/>
                  <a:pt x="969" y="290"/>
                  <a:pt x="968" y="289"/>
                </a:cubicBezTo>
                <a:cubicBezTo>
                  <a:pt x="968" y="289"/>
                  <a:pt x="968" y="288"/>
                  <a:pt x="967" y="288"/>
                </a:cubicBezTo>
                <a:cubicBezTo>
                  <a:pt x="967" y="288"/>
                  <a:pt x="966" y="289"/>
                  <a:pt x="966" y="289"/>
                </a:cubicBezTo>
                <a:cubicBezTo>
                  <a:pt x="966" y="293"/>
                  <a:pt x="967" y="296"/>
                  <a:pt x="966" y="299"/>
                </a:cubicBezTo>
                <a:cubicBezTo>
                  <a:pt x="966" y="302"/>
                  <a:pt x="966" y="302"/>
                  <a:pt x="967" y="303"/>
                </a:cubicBezTo>
                <a:close/>
                <a:moveTo>
                  <a:pt x="1083" y="257"/>
                </a:moveTo>
                <a:cubicBezTo>
                  <a:pt x="1086" y="257"/>
                  <a:pt x="1087" y="257"/>
                  <a:pt x="1088" y="254"/>
                </a:cubicBezTo>
                <a:cubicBezTo>
                  <a:pt x="1088" y="253"/>
                  <a:pt x="1089" y="253"/>
                  <a:pt x="1089" y="252"/>
                </a:cubicBezTo>
                <a:cubicBezTo>
                  <a:pt x="1090" y="252"/>
                  <a:pt x="1090" y="251"/>
                  <a:pt x="1089" y="251"/>
                </a:cubicBezTo>
                <a:cubicBezTo>
                  <a:pt x="1089" y="250"/>
                  <a:pt x="1089" y="250"/>
                  <a:pt x="1088" y="250"/>
                </a:cubicBezTo>
                <a:cubicBezTo>
                  <a:pt x="1086" y="251"/>
                  <a:pt x="1083" y="251"/>
                  <a:pt x="1082" y="253"/>
                </a:cubicBezTo>
                <a:cubicBezTo>
                  <a:pt x="1081" y="254"/>
                  <a:pt x="1080" y="255"/>
                  <a:pt x="1080" y="256"/>
                </a:cubicBezTo>
                <a:cubicBezTo>
                  <a:pt x="1081" y="258"/>
                  <a:pt x="1082" y="257"/>
                  <a:pt x="1083" y="257"/>
                </a:cubicBezTo>
                <a:close/>
                <a:moveTo>
                  <a:pt x="898" y="398"/>
                </a:moveTo>
                <a:cubicBezTo>
                  <a:pt x="901" y="398"/>
                  <a:pt x="903" y="398"/>
                  <a:pt x="906" y="398"/>
                </a:cubicBezTo>
                <a:cubicBezTo>
                  <a:pt x="907" y="398"/>
                  <a:pt x="908" y="398"/>
                  <a:pt x="910" y="398"/>
                </a:cubicBezTo>
                <a:cubicBezTo>
                  <a:pt x="910" y="398"/>
                  <a:pt x="910" y="398"/>
                  <a:pt x="910" y="398"/>
                </a:cubicBezTo>
                <a:cubicBezTo>
                  <a:pt x="910" y="398"/>
                  <a:pt x="910" y="398"/>
                  <a:pt x="910" y="398"/>
                </a:cubicBezTo>
                <a:cubicBezTo>
                  <a:pt x="909" y="396"/>
                  <a:pt x="909" y="396"/>
                  <a:pt x="908" y="396"/>
                </a:cubicBezTo>
                <a:cubicBezTo>
                  <a:pt x="907" y="396"/>
                  <a:pt x="906" y="397"/>
                  <a:pt x="906" y="395"/>
                </a:cubicBezTo>
                <a:cubicBezTo>
                  <a:pt x="906" y="395"/>
                  <a:pt x="907" y="394"/>
                  <a:pt x="907" y="393"/>
                </a:cubicBezTo>
                <a:cubicBezTo>
                  <a:pt x="908" y="393"/>
                  <a:pt x="908" y="392"/>
                  <a:pt x="907" y="392"/>
                </a:cubicBezTo>
                <a:cubicBezTo>
                  <a:pt x="906" y="391"/>
                  <a:pt x="905" y="390"/>
                  <a:pt x="904" y="391"/>
                </a:cubicBezTo>
                <a:cubicBezTo>
                  <a:pt x="904" y="391"/>
                  <a:pt x="904" y="391"/>
                  <a:pt x="904" y="391"/>
                </a:cubicBezTo>
                <a:cubicBezTo>
                  <a:pt x="904" y="391"/>
                  <a:pt x="904" y="391"/>
                  <a:pt x="904" y="391"/>
                </a:cubicBezTo>
                <a:cubicBezTo>
                  <a:pt x="905" y="392"/>
                  <a:pt x="905" y="393"/>
                  <a:pt x="904" y="394"/>
                </a:cubicBezTo>
                <a:cubicBezTo>
                  <a:pt x="904" y="394"/>
                  <a:pt x="904" y="394"/>
                  <a:pt x="904" y="394"/>
                </a:cubicBezTo>
                <a:cubicBezTo>
                  <a:pt x="904" y="394"/>
                  <a:pt x="904" y="394"/>
                  <a:pt x="903" y="394"/>
                </a:cubicBezTo>
                <a:cubicBezTo>
                  <a:pt x="903" y="394"/>
                  <a:pt x="903" y="394"/>
                  <a:pt x="903" y="394"/>
                </a:cubicBezTo>
                <a:cubicBezTo>
                  <a:pt x="903" y="394"/>
                  <a:pt x="903" y="395"/>
                  <a:pt x="903" y="395"/>
                </a:cubicBezTo>
                <a:cubicBezTo>
                  <a:pt x="902" y="395"/>
                  <a:pt x="901" y="394"/>
                  <a:pt x="900" y="394"/>
                </a:cubicBezTo>
                <a:cubicBezTo>
                  <a:pt x="899" y="394"/>
                  <a:pt x="899" y="393"/>
                  <a:pt x="898" y="393"/>
                </a:cubicBezTo>
                <a:cubicBezTo>
                  <a:pt x="898" y="393"/>
                  <a:pt x="898" y="393"/>
                  <a:pt x="898" y="394"/>
                </a:cubicBezTo>
                <a:cubicBezTo>
                  <a:pt x="897" y="394"/>
                  <a:pt x="899" y="394"/>
                  <a:pt x="899" y="395"/>
                </a:cubicBezTo>
                <a:cubicBezTo>
                  <a:pt x="898" y="395"/>
                  <a:pt x="897" y="395"/>
                  <a:pt x="895" y="394"/>
                </a:cubicBezTo>
                <a:cubicBezTo>
                  <a:pt x="895" y="394"/>
                  <a:pt x="895" y="394"/>
                  <a:pt x="895" y="394"/>
                </a:cubicBezTo>
                <a:cubicBezTo>
                  <a:pt x="895" y="394"/>
                  <a:pt x="895" y="394"/>
                  <a:pt x="895" y="394"/>
                </a:cubicBezTo>
                <a:cubicBezTo>
                  <a:pt x="895" y="397"/>
                  <a:pt x="896" y="398"/>
                  <a:pt x="898" y="398"/>
                </a:cubicBezTo>
                <a:close/>
                <a:moveTo>
                  <a:pt x="892" y="389"/>
                </a:moveTo>
                <a:cubicBezTo>
                  <a:pt x="892" y="388"/>
                  <a:pt x="891" y="388"/>
                  <a:pt x="891" y="389"/>
                </a:cubicBezTo>
                <a:cubicBezTo>
                  <a:pt x="890" y="390"/>
                  <a:pt x="889" y="389"/>
                  <a:pt x="887" y="389"/>
                </a:cubicBezTo>
                <a:cubicBezTo>
                  <a:pt x="887" y="389"/>
                  <a:pt x="887" y="389"/>
                  <a:pt x="887" y="389"/>
                </a:cubicBezTo>
                <a:cubicBezTo>
                  <a:pt x="887" y="390"/>
                  <a:pt x="887" y="390"/>
                  <a:pt x="887" y="390"/>
                </a:cubicBezTo>
                <a:cubicBezTo>
                  <a:pt x="887" y="390"/>
                  <a:pt x="886" y="391"/>
                  <a:pt x="887" y="391"/>
                </a:cubicBezTo>
                <a:cubicBezTo>
                  <a:pt x="888" y="391"/>
                  <a:pt x="888" y="392"/>
                  <a:pt x="888" y="393"/>
                </a:cubicBezTo>
                <a:cubicBezTo>
                  <a:pt x="888" y="393"/>
                  <a:pt x="889" y="393"/>
                  <a:pt x="889" y="393"/>
                </a:cubicBezTo>
                <a:cubicBezTo>
                  <a:pt x="889" y="393"/>
                  <a:pt x="890" y="393"/>
                  <a:pt x="890" y="393"/>
                </a:cubicBezTo>
                <a:cubicBezTo>
                  <a:pt x="891" y="392"/>
                  <a:pt x="892" y="390"/>
                  <a:pt x="892" y="389"/>
                </a:cubicBezTo>
                <a:close/>
                <a:moveTo>
                  <a:pt x="866" y="355"/>
                </a:moveTo>
                <a:cubicBezTo>
                  <a:pt x="867" y="355"/>
                  <a:pt x="867" y="355"/>
                  <a:pt x="868" y="355"/>
                </a:cubicBezTo>
                <a:cubicBezTo>
                  <a:pt x="868" y="355"/>
                  <a:pt x="868" y="355"/>
                  <a:pt x="868" y="355"/>
                </a:cubicBezTo>
                <a:cubicBezTo>
                  <a:pt x="868" y="355"/>
                  <a:pt x="868" y="355"/>
                  <a:pt x="868" y="355"/>
                </a:cubicBezTo>
                <a:cubicBezTo>
                  <a:pt x="869" y="353"/>
                  <a:pt x="870" y="353"/>
                  <a:pt x="871" y="353"/>
                </a:cubicBezTo>
                <a:cubicBezTo>
                  <a:pt x="871" y="353"/>
                  <a:pt x="871" y="353"/>
                  <a:pt x="871" y="353"/>
                </a:cubicBezTo>
                <a:cubicBezTo>
                  <a:pt x="871" y="353"/>
                  <a:pt x="871" y="353"/>
                  <a:pt x="871" y="353"/>
                </a:cubicBezTo>
                <a:cubicBezTo>
                  <a:pt x="871" y="353"/>
                  <a:pt x="871" y="353"/>
                  <a:pt x="871" y="353"/>
                </a:cubicBezTo>
                <a:cubicBezTo>
                  <a:pt x="871" y="353"/>
                  <a:pt x="871" y="352"/>
                  <a:pt x="871" y="352"/>
                </a:cubicBezTo>
                <a:cubicBezTo>
                  <a:pt x="871" y="352"/>
                  <a:pt x="871" y="352"/>
                  <a:pt x="871" y="352"/>
                </a:cubicBezTo>
                <a:cubicBezTo>
                  <a:pt x="870" y="351"/>
                  <a:pt x="869" y="351"/>
                  <a:pt x="869" y="351"/>
                </a:cubicBezTo>
                <a:cubicBezTo>
                  <a:pt x="869" y="351"/>
                  <a:pt x="869" y="351"/>
                  <a:pt x="869" y="351"/>
                </a:cubicBezTo>
                <a:cubicBezTo>
                  <a:pt x="868" y="351"/>
                  <a:pt x="868" y="351"/>
                  <a:pt x="867" y="351"/>
                </a:cubicBezTo>
                <a:cubicBezTo>
                  <a:pt x="867" y="352"/>
                  <a:pt x="866" y="352"/>
                  <a:pt x="866" y="352"/>
                </a:cubicBezTo>
                <a:cubicBezTo>
                  <a:pt x="866" y="352"/>
                  <a:pt x="866" y="352"/>
                  <a:pt x="866" y="352"/>
                </a:cubicBezTo>
                <a:cubicBezTo>
                  <a:pt x="866" y="352"/>
                  <a:pt x="866" y="353"/>
                  <a:pt x="866" y="353"/>
                </a:cubicBezTo>
                <a:cubicBezTo>
                  <a:pt x="865" y="353"/>
                  <a:pt x="866" y="354"/>
                  <a:pt x="866" y="355"/>
                </a:cubicBezTo>
                <a:close/>
                <a:moveTo>
                  <a:pt x="766" y="266"/>
                </a:moveTo>
                <a:cubicBezTo>
                  <a:pt x="766" y="267"/>
                  <a:pt x="767" y="267"/>
                  <a:pt x="768" y="267"/>
                </a:cubicBezTo>
                <a:cubicBezTo>
                  <a:pt x="768" y="267"/>
                  <a:pt x="769" y="267"/>
                  <a:pt x="769" y="267"/>
                </a:cubicBezTo>
                <a:cubicBezTo>
                  <a:pt x="769" y="267"/>
                  <a:pt x="769" y="266"/>
                  <a:pt x="769" y="266"/>
                </a:cubicBezTo>
                <a:cubicBezTo>
                  <a:pt x="769" y="265"/>
                  <a:pt x="769" y="265"/>
                  <a:pt x="769" y="264"/>
                </a:cubicBezTo>
                <a:cubicBezTo>
                  <a:pt x="768" y="263"/>
                  <a:pt x="768" y="262"/>
                  <a:pt x="766" y="261"/>
                </a:cubicBezTo>
                <a:cubicBezTo>
                  <a:pt x="766" y="261"/>
                  <a:pt x="766" y="261"/>
                  <a:pt x="766" y="261"/>
                </a:cubicBezTo>
                <a:cubicBezTo>
                  <a:pt x="765" y="261"/>
                  <a:pt x="765" y="261"/>
                  <a:pt x="765" y="261"/>
                </a:cubicBezTo>
                <a:cubicBezTo>
                  <a:pt x="766" y="263"/>
                  <a:pt x="766" y="264"/>
                  <a:pt x="766" y="266"/>
                </a:cubicBezTo>
                <a:close/>
                <a:moveTo>
                  <a:pt x="708" y="228"/>
                </a:moveTo>
                <a:cubicBezTo>
                  <a:pt x="708" y="228"/>
                  <a:pt x="708" y="228"/>
                  <a:pt x="708" y="228"/>
                </a:cubicBezTo>
                <a:cubicBezTo>
                  <a:pt x="708" y="228"/>
                  <a:pt x="708" y="228"/>
                  <a:pt x="708" y="228"/>
                </a:cubicBezTo>
                <a:cubicBezTo>
                  <a:pt x="709" y="227"/>
                  <a:pt x="709" y="227"/>
                  <a:pt x="710" y="226"/>
                </a:cubicBezTo>
                <a:cubicBezTo>
                  <a:pt x="710" y="226"/>
                  <a:pt x="711" y="225"/>
                  <a:pt x="711" y="225"/>
                </a:cubicBezTo>
                <a:cubicBezTo>
                  <a:pt x="712" y="225"/>
                  <a:pt x="712" y="224"/>
                  <a:pt x="711" y="224"/>
                </a:cubicBezTo>
                <a:cubicBezTo>
                  <a:pt x="711" y="223"/>
                  <a:pt x="710" y="223"/>
                  <a:pt x="709" y="223"/>
                </a:cubicBezTo>
                <a:cubicBezTo>
                  <a:pt x="709" y="223"/>
                  <a:pt x="709" y="223"/>
                  <a:pt x="709" y="224"/>
                </a:cubicBezTo>
                <a:cubicBezTo>
                  <a:pt x="708" y="224"/>
                  <a:pt x="707" y="225"/>
                  <a:pt x="707" y="226"/>
                </a:cubicBezTo>
                <a:cubicBezTo>
                  <a:pt x="707" y="226"/>
                  <a:pt x="707" y="226"/>
                  <a:pt x="707" y="226"/>
                </a:cubicBezTo>
                <a:cubicBezTo>
                  <a:pt x="707" y="227"/>
                  <a:pt x="707" y="227"/>
                  <a:pt x="708" y="228"/>
                </a:cubicBezTo>
                <a:close/>
                <a:moveTo>
                  <a:pt x="1118" y="277"/>
                </a:moveTo>
                <a:cubicBezTo>
                  <a:pt x="1120" y="277"/>
                  <a:pt x="1120" y="276"/>
                  <a:pt x="1120" y="275"/>
                </a:cubicBezTo>
                <a:cubicBezTo>
                  <a:pt x="1120" y="274"/>
                  <a:pt x="1120" y="273"/>
                  <a:pt x="1119" y="273"/>
                </a:cubicBezTo>
                <a:cubicBezTo>
                  <a:pt x="1117" y="273"/>
                  <a:pt x="1117" y="274"/>
                  <a:pt x="1117" y="275"/>
                </a:cubicBezTo>
                <a:cubicBezTo>
                  <a:pt x="1117" y="276"/>
                  <a:pt x="1117" y="277"/>
                  <a:pt x="1118" y="277"/>
                </a:cubicBezTo>
                <a:close/>
                <a:moveTo>
                  <a:pt x="911" y="407"/>
                </a:moveTo>
                <a:cubicBezTo>
                  <a:pt x="911" y="407"/>
                  <a:pt x="911" y="406"/>
                  <a:pt x="911" y="406"/>
                </a:cubicBezTo>
                <a:cubicBezTo>
                  <a:pt x="911" y="406"/>
                  <a:pt x="911" y="406"/>
                  <a:pt x="911" y="406"/>
                </a:cubicBezTo>
                <a:cubicBezTo>
                  <a:pt x="911" y="406"/>
                  <a:pt x="911" y="406"/>
                  <a:pt x="911" y="406"/>
                </a:cubicBezTo>
                <a:cubicBezTo>
                  <a:pt x="911" y="406"/>
                  <a:pt x="911" y="406"/>
                  <a:pt x="911" y="406"/>
                </a:cubicBezTo>
                <a:cubicBezTo>
                  <a:pt x="911" y="406"/>
                  <a:pt x="911" y="406"/>
                  <a:pt x="910" y="406"/>
                </a:cubicBezTo>
                <a:cubicBezTo>
                  <a:pt x="909" y="407"/>
                  <a:pt x="907" y="406"/>
                  <a:pt x="906" y="405"/>
                </a:cubicBezTo>
                <a:cubicBezTo>
                  <a:pt x="905" y="405"/>
                  <a:pt x="905" y="405"/>
                  <a:pt x="905" y="405"/>
                </a:cubicBezTo>
                <a:cubicBezTo>
                  <a:pt x="905" y="405"/>
                  <a:pt x="905" y="405"/>
                  <a:pt x="905" y="406"/>
                </a:cubicBezTo>
                <a:cubicBezTo>
                  <a:pt x="905" y="407"/>
                  <a:pt x="906" y="408"/>
                  <a:pt x="907" y="408"/>
                </a:cubicBezTo>
                <a:cubicBezTo>
                  <a:pt x="908" y="407"/>
                  <a:pt x="910" y="408"/>
                  <a:pt x="911" y="407"/>
                </a:cubicBezTo>
                <a:cubicBezTo>
                  <a:pt x="911" y="407"/>
                  <a:pt x="911" y="407"/>
                  <a:pt x="911" y="407"/>
                </a:cubicBezTo>
                <a:close/>
                <a:moveTo>
                  <a:pt x="895" y="368"/>
                </a:moveTo>
                <a:cubicBezTo>
                  <a:pt x="895" y="368"/>
                  <a:pt x="896" y="368"/>
                  <a:pt x="896" y="368"/>
                </a:cubicBezTo>
                <a:cubicBezTo>
                  <a:pt x="896" y="367"/>
                  <a:pt x="896" y="366"/>
                  <a:pt x="897" y="365"/>
                </a:cubicBezTo>
                <a:cubicBezTo>
                  <a:pt x="896" y="365"/>
                  <a:pt x="896" y="364"/>
                  <a:pt x="895" y="364"/>
                </a:cubicBezTo>
                <a:cubicBezTo>
                  <a:pt x="895" y="364"/>
                  <a:pt x="894" y="364"/>
                  <a:pt x="894" y="365"/>
                </a:cubicBezTo>
                <a:cubicBezTo>
                  <a:pt x="894" y="365"/>
                  <a:pt x="894" y="365"/>
                  <a:pt x="894" y="365"/>
                </a:cubicBezTo>
                <a:cubicBezTo>
                  <a:pt x="895" y="366"/>
                  <a:pt x="894" y="368"/>
                  <a:pt x="895" y="368"/>
                </a:cubicBezTo>
                <a:close/>
                <a:moveTo>
                  <a:pt x="1196" y="443"/>
                </a:moveTo>
                <a:cubicBezTo>
                  <a:pt x="1196" y="444"/>
                  <a:pt x="1196" y="445"/>
                  <a:pt x="1197" y="445"/>
                </a:cubicBezTo>
                <a:cubicBezTo>
                  <a:pt x="1198" y="445"/>
                  <a:pt x="1198" y="446"/>
                  <a:pt x="1199" y="447"/>
                </a:cubicBezTo>
                <a:cubicBezTo>
                  <a:pt x="1199" y="446"/>
                  <a:pt x="1199" y="445"/>
                  <a:pt x="1199" y="444"/>
                </a:cubicBezTo>
                <a:cubicBezTo>
                  <a:pt x="1199" y="443"/>
                  <a:pt x="1199" y="443"/>
                  <a:pt x="1198" y="443"/>
                </a:cubicBezTo>
                <a:cubicBezTo>
                  <a:pt x="1197" y="443"/>
                  <a:pt x="1197" y="443"/>
                  <a:pt x="1196" y="443"/>
                </a:cubicBezTo>
                <a:close/>
                <a:moveTo>
                  <a:pt x="1153" y="238"/>
                </a:moveTo>
                <a:cubicBezTo>
                  <a:pt x="1154" y="238"/>
                  <a:pt x="1154" y="238"/>
                  <a:pt x="1155" y="237"/>
                </a:cubicBezTo>
                <a:cubicBezTo>
                  <a:pt x="1155" y="237"/>
                  <a:pt x="1155" y="236"/>
                  <a:pt x="1155" y="236"/>
                </a:cubicBezTo>
                <a:cubicBezTo>
                  <a:pt x="1154" y="236"/>
                  <a:pt x="1153" y="237"/>
                  <a:pt x="1153" y="237"/>
                </a:cubicBezTo>
                <a:cubicBezTo>
                  <a:pt x="1152" y="237"/>
                  <a:pt x="1152" y="237"/>
                  <a:pt x="1151" y="238"/>
                </a:cubicBezTo>
                <a:cubicBezTo>
                  <a:pt x="1152" y="238"/>
                  <a:pt x="1152" y="238"/>
                  <a:pt x="1153" y="238"/>
                </a:cubicBezTo>
                <a:close/>
                <a:moveTo>
                  <a:pt x="901" y="390"/>
                </a:moveTo>
                <a:cubicBezTo>
                  <a:pt x="901" y="390"/>
                  <a:pt x="902" y="390"/>
                  <a:pt x="902" y="390"/>
                </a:cubicBezTo>
                <a:cubicBezTo>
                  <a:pt x="900" y="389"/>
                  <a:pt x="899" y="390"/>
                  <a:pt x="898" y="390"/>
                </a:cubicBezTo>
                <a:cubicBezTo>
                  <a:pt x="898" y="390"/>
                  <a:pt x="898" y="390"/>
                  <a:pt x="898" y="390"/>
                </a:cubicBezTo>
                <a:cubicBezTo>
                  <a:pt x="898" y="390"/>
                  <a:pt x="898" y="390"/>
                  <a:pt x="898" y="390"/>
                </a:cubicBezTo>
                <a:cubicBezTo>
                  <a:pt x="899" y="391"/>
                  <a:pt x="900" y="391"/>
                  <a:pt x="901" y="390"/>
                </a:cubicBezTo>
                <a:close/>
                <a:moveTo>
                  <a:pt x="1115" y="291"/>
                </a:moveTo>
                <a:cubicBezTo>
                  <a:pt x="1116" y="291"/>
                  <a:pt x="1116" y="291"/>
                  <a:pt x="1117" y="290"/>
                </a:cubicBezTo>
                <a:cubicBezTo>
                  <a:pt x="1117" y="289"/>
                  <a:pt x="1116" y="289"/>
                  <a:pt x="1115" y="289"/>
                </a:cubicBezTo>
                <a:cubicBezTo>
                  <a:pt x="1115" y="289"/>
                  <a:pt x="1114" y="289"/>
                  <a:pt x="1114" y="290"/>
                </a:cubicBezTo>
                <a:cubicBezTo>
                  <a:pt x="1114" y="291"/>
                  <a:pt x="1115" y="291"/>
                  <a:pt x="1115" y="291"/>
                </a:cubicBezTo>
                <a:close/>
                <a:moveTo>
                  <a:pt x="1197" y="442"/>
                </a:moveTo>
                <a:cubicBezTo>
                  <a:pt x="1197" y="441"/>
                  <a:pt x="1198" y="441"/>
                  <a:pt x="1197" y="441"/>
                </a:cubicBezTo>
                <a:cubicBezTo>
                  <a:pt x="1197" y="440"/>
                  <a:pt x="1197" y="440"/>
                  <a:pt x="1196" y="439"/>
                </a:cubicBezTo>
                <a:cubicBezTo>
                  <a:pt x="1196" y="440"/>
                  <a:pt x="1196" y="440"/>
                  <a:pt x="1196" y="440"/>
                </a:cubicBezTo>
                <a:cubicBezTo>
                  <a:pt x="1196" y="441"/>
                  <a:pt x="1196" y="442"/>
                  <a:pt x="1197" y="442"/>
                </a:cubicBezTo>
                <a:close/>
                <a:moveTo>
                  <a:pt x="720" y="244"/>
                </a:moveTo>
                <a:cubicBezTo>
                  <a:pt x="720" y="244"/>
                  <a:pt x="720" y="244"/>
                  <a:pt x="720" y="244"/>
                </a:cubicBezTo>
                <a:cubicBezTo>
                  <a:pt x="721" y="243"/>
                  <a:pt x="722" y="243"/>
                  <a:pt x="721" y="242"/>
                </a:cubicBezTo>
                <a:cubicBezTo>
                  <a:pt x="721" y="241"/>
                  <a:pt x="721" y="241"/>
                  <a:pt x="720" y="241"/>
                </a:cubicBezTo>
                <a:cubicBezTo>
                  <a:pt x="720" y="241"/>
                  <a:pt x="720" y="241"/>
                  <a:pt x="720" y="241"/>
                </a:cubicBezTo>
                <a:cubicBezTo>
                  <a:pt x="720" y="242"/>
                  <a:pt x="720" y="243"/>
                  <a:pt x="720" y="244"/>
                </a:cubicBezTo>
                <a:cubicBezTo>
                  <a:pt x="720" y="244"/>
                  <a:pt x="720" y="244"/>
                  <a:pt x="720" y="244"/>
                </a:cubicBezTo>
                <a:close/>
                <a:moveTo>
                  <a:pt x="1000" y="413"/>
                </a:moveTo>
                <a:cubicBezTo>
                  <a:pt x="1000" y="413"/>
                  <a:pt x="1001" y="413"/>
                  <a:pt x="1001" y="412"/>
                </a:cubicBezTo>
                <a:cubicBezTo>
                  <a:pt x="1001" y="411"/>
                  <a:pt x="999" y="411"/>
                  <a:pt x="999" y="410"/>
                </a:cubicBezTo>
                <a:cubicBezTo>
                  <a:pt x="998" y="412"/>
                  <a:pt x="999" y="412"/>
                  <a:pt x="1000" y="413"/>
                </a:cubicBezTo>
                <a:close/>
                <a:moveTo>
                  <a:pt x="1189" y="443"/>
                </a:moveTo>
                <a:cubicBezTo>
                  <a:pt x="1189" y="443"/>
                  <a:pt x="1189" y="443"/>
                  <a:pt x="1189" y="442"/>
                </a:cubicBezTo>
                <a:cubicBezTo>
                  <a:pt x="1189" y="442"/>
                  <a:pt x="1189" y="441"/>
                  <a:pt x="1189" y="441"/>
                </a:cubicBezTo>
                <a:cubicBezTo>
                  <a:pt x="1188" y="441"/>
                  <a:pt x="1188" y="442"/>
                  <a:pt x="1188" y="442"/>
                </a:cubicBezTo>
                <a:cubicBezTo>
                  <a:pt x="1188" y="443"/>
                  <a:pt x="1188" y="443"/>
                  <a:pt x="1189" y="443"/>
                </a:cubicBezTo>
                <a:close/>
                <a:moveTo>
                  <a:pt x="910" y="382"/>
                </a:moveTo>
                <a:cubicBezTo>
                  <a:pt x="911" y="382"/>
                  <a:pt x="911" y="383"/>
                  <a:pt x="911" y="382"/>
                </a:cubicBezTo>
                <a:cubicBezTo>
                  <a:pt x="911" y="382"/>
                  <a:pt x="912" y="382"/>
                  <a:pt x="911" y="382"/>
                </a:cubicBezTo>
                <a:cubicBezTo>
                  <a:pt x="911" y="381"/>
                  <a:pt x="911" y="381"/>
                  <a:pt x="910" y="381"/>
                </a:cubicBezTo>
                <a:cubicBezTo>
                  <a:pt x="910" y="381"/>
                  <a:pt x="910" y="381"/>
                  <a:pt x="910" y="381"/>
                </a:cubicBezTo>
                <a:cubicBezTo>
                  <a:pt x="910" y="381"/>
                  <a:pt x="910" y="381"/>
                  <a:pt x="910" y="381"/>
                </a:cubicBezTo>
                <a:cubicBezTo>
                  <a:pt x="910" y="381"/>
                  <a:pt x="910" y="381"/>
                  <a:pt x="910" y="381"/>
                </a:cubicBezTo>
                <a:cubicBezTo>
                  <a:pt x="910" y="382"/>
                  <a:pt x="910" y="382"/>
                  <a:pt x="910" y="382"/>
                </a:cubicBezTo>
                <a:cubicBezTo>
                  <a:pt x="909" y="382"/>
                  <a:pt x="910" y="382"/>
                  <a:pt x="910" y="382"/>
                </a:cubicBezTo>
                <a:close/>
                <a:moveTo>
                  <a:pt x="993" y="420"/>
                </a:moveTo>
                <a:cubicBezTo>
                  <a:pt x="994" y="420"/>
                  <a:pt x="994" y="419"/>
                  <a:pt x="994" y="419"/>
                </a:cubicBezTo>
                <a:cubicBezTo>
                  <a:pt x="994" y="418"/>
                  <a:pt x="994" y="418"/>
                  <a:pt x="993" y="418"/>
                </a:cubicBezTo>
                <a:cubicBezTo>
                  <a:pt x="993" y="418"/>
                  <a:pt x="992" y="419"/>
                  <a:pt x="992" y="419"/>
                </a:cubicBezTo>
                <a:cubicBezTo>
                  <a:pt x="992" y="420"/>
                  <a:pt x="993" y="420"/>
                  <a:pt x="993" y="420"/>
                </a:cubicBezTo>
                <a:close/>
                <a:moveTo>
                  <a:pt x="1273" y="472"/>
                </a:moveTo>
                <a:cubicBezTo>
                  <a:pt x="1273" y="472"/>
                  <a:pt x="1274" y="472"/>
                  <a:pt x="1274" y="472"/>
                </a:cubicBezTo>
                <a:cubicBezTo>
                  <a:pt x="1274" y="472"/>
                  <a:pt x="1274" y="472"/>
                  <a:pt x="1274" y="471"/>
                </a:cubicBezTo>
                <a:cubicBezTo>
                  <a:pt x="1274" y="471"/>
                  <a:pt x="1273" y="471"/>
                  <a:pt x="1273" y="471"/>
                </a:cubicBezTo>
                <a:cubicBezTo>
                  <a:pt x="1273" y="471"/>
                  <a:pt x="1273" y="471"/>
                  <a:pt x="1273" y="471"/>
                </a:cubicBezTo>
                <a:cubicBezTo>
                  <a:pt x="1272" y="471"/>
                  <a:pt x="1273" y="472"/>
                  <a:pt x="1273" y="472"/>
                </a:cubicBezTo>
                <a:close/>
                <a:moveTo>
                  <a:pt x="940" y="412"/>
                </a:moveTo>
                <a:cubicBezTo>
                  <a:pt x="940" y="412"/>
                  <a:pt x="940" y="412"/>
                  <a:pt x="940" y="412"/>
                </a:cubicBezTo>
                <a:cubicBezTo>
                  <a:pt x="940" y="412"/>
                  <a:pt x="940" y="412"/>
                  <a:pt x="940" y="412"/>
                </a:cubicBezTo>
                <a:cubicBezTo>
                  <a:pt x="940" y="412"/>
                  <a:pt x="940" y="412"/>
                  <a:pt x="940" y="412"/>
                </a:cubicBezTo>
                <a:close/>
                <a:moveTo>
                  <a:pt x="943" y="412"/>
                </a:moveTo>
                <a:cubicBezTo>
                  <a:pt x="941" y="411"/>
                  <a:pt x="941" y="411"/>
                  <a:pt x="940" y="412"/>
                </a:cubicBezTo>
                <a:cubicBezTo>
                  <a:pt x="941" y="412"/>
                  <a:pt x="942" y="413"/>
                  <a:pt x="943" y="412"/>
                </a:cubicBezTo>
                <a:close/>
                <a:moveTo>
                  <a:pt x="884" y="396"/>
                </a:moveTo>
                <a:cubicBezTo>
                  <a:pt x="884" y="396"/>
                  <a:pt x="884" y="396"/>
                  <a:pt x="884" y="396"/>
                </a:cubicBezTo>
                <a:cubicBezTo>
                  <a:pt x="884" y="396"/>
                  <a:pt x="884" y="396"/>
                  <a:pt x="884" y="396"/>
                </a:cubicBezTo>
                <a:cubicBezTo>
                  <a:pt x="884" y="396"/>
                  <a:pt x="884" y="396"/>
                  <a:pt x="885" y="396"/>
                </a:cubicBezTo>
                <a:cubicBezTo>
                  <a:pt x="885" y="396"/>
                  <a:pt x="885" y="395"/>
                  <a:pt x="885" y="395"/>
                </a:cubicBezTo>
                <a:cubicBezTo>
                  <a:pt x="885" y="395"/>
                  <a:pt x="885" y="395"/>
                  <a:pt x="885" y="395"/>
                </a:cubicBezTo>
                <a:cubicBezTo>
                  <a:pt x="885" y="395"/>
                  <a:pt x="884" y="395"/>
                  <a:pt x="884" y="394"/>
                </a:cubicBezTo>
                <a:cubicBezTo>
                  <a:pt x="884" y="394"/>
                  <a:pt x="884" y="394"/>
                  <a:pt x="884" y="395"/>
                </a:cubicBezTo>
                <a:cubicBezTo>
                  <a:pt x="884" y="395"/>
                  <a:pt x="884" y="395"/>
                  <a:pt x="884" y="395"/>
                </a:cubicBezTo>
                <a:cubicBezTo>
                  <a:pt x="884" y="396"/>
                  <a:pt x="883" y="396"/>
                  <a:pt x="884" y="396"/>
                </a:cubicBezTo>
                <a:close/>
                <a:moveTo>
                  <a:pt x="764" y="328"/>
                </a:moveTo>
                <a:cubicBezTo>
                  <a:pt x="764" y="328"/>
                  <a:pt x="764" y="328"/>
                  <a:pt x="764" y="328"/>
                </a:cubicBezTo>
                <a:cubicBezTo>
                  <a:pt x="765" y="327"/>
                  <a:pt x="765" y="327"/>
                  <a:pt x="764" y="326"/>
                </a:cubicBezTo>
                <a:cubicBezTo>
                  <a:pt x="763" y="327"/>
                  <a:pt x="764" y="328"/>
                  <a:pt x="764" y="328"/>
                </a:cubicBezTo>
                <a:cubicBezTo>
                  <a:pt x="764" y="328"/>
                  <a:pt x="764" y="328"/>
                  <a:pt x="764" y="328"/>
                </a:cubicBezTo>
                <a:close/>
                <a:moveTo>
                  <a:pt x="1165" y="251"/>
                </a:moveTo>
                <a:cubicBezTo>
                  <a:pt x="1166" y="251"/>
                  <a:pt x="1166" y="250"/>
                  <a:pt x="1166" y="250"/>
                </a:cubicBezTo>
                <a:cubicBezTo>
                  <a:pt x="1166" y="250"/>
                  <a:pt x="1166" y="250"/>
                  <a:pt x="1166" y="250"/>
                </a:cubicBezTo>
                <a:cubicBezTo>
                  <a:pt x="1165" y="250"/>
                  <a:pt x="1165" y="250"/>
                  <a:pt x="1165" y="250"/>
                </a:cubicBezTo>
                <a:cubicBezTo>
                  <a:pt x="1165" y="251"/>
                  <a:pt x="1165" y="251"/>
                  <a:pt x="1165" y="251"/>
                </a:cubicBezTo>
                <a:close/>
                <a:moveTo>
                  <a:pt x="993" y="414"/>
                </a:moveTo>
                <a:cubicBezTo>
                  <a:pt x="992" y="414"/>
                  <a:pt x="991" y="413"/>
                  <a:pt x="991" y="414"/>
                </a:cubicBezTo>
                <a:cubicBezTo>
                  <a:pt x="992" y="415"/>
                  <a:pt x="992" y="415"/>
                  <a:pt x="993" y="414"/>
                </a:cubicBezTo>
                <a:close/>
                <a:moveTo>
                  <a:pt x="858" y="358"/>
                </a:moveTo>
                <a:cubicBezTo>
                  <a:pt x="858" y="358"/>
                  <a:pt x="859" y="358"/>
                  <a:pt x="859" y="358"/>
                </a:cubicBezTo>
                <a:cubicBezTo>
                  <a:pt x="859" y="358"/>
                  <a:pt x="859" y="357"/>
                  <a:pt x="859" y="357"/>
                </a:cubicBezTo>
                <a:cubicBezTo>
                  <a:pt x="859" y="357"/>
                  <a:pt x="858" y="356"/>
                  <a:pt x="858" y="357"/>
                </a:cubicBezTo>
                <a:cubicBezTo>
                  <a:pt x="858" y="357"/>
                  <a:pt x="858" y="357"/>
                  <a:pt x="858" y="357"/>
                </a:cubicBezTo>
                <a:cubicBezTo>
                  <a:pt x="858" y="357"/>
                  <a:pt x="857" y="357"/>
                  <a:pt x="857" y="357"/>
                </a:cubicBezTo>
                <a:cubicBezTo>
                  <a:pt x="857" y="358"/>
                  <a:pt x="858" y="358"/>
                  <a:pt x="858" y="358"/>
                </a:cubicBezTo>
                <a:close/>
                <a:moveTo>
                  <a:pt x="1204" y="448"/>
                </a:moveTo>
                <a:cubicBezTo>
                  <a:pt x="1205" y="448"/>
                  <a:pt x="1205" y="448"/>
                  <a:pt x="1205" y="447"/>
                </a:cubicBezTo>
                <a:cubicBezTo>
                  <a:pt x="1205" y="447"/>
                  <a:pt x="1205" y="447"/>
                  <a:pt x="1204" y="447"/>
                </a:cubicBezTo>
                <a:cubicBezTo>
                  <a:pt x="1204" y="447"/>
                  <a:pt x="1204" y="447"/>
                  <a:pt x="1204" y="448"/>
                </a:cubicBezTo>
                <a:cubicBezTo>
                  <a:pt x="1204" y="448"/>
                  <a:pt x="1204" y="448"/>
                  <a:pt x="1204" y="448"/>
                </a:cubicBezTo>
                <a:close/>
                <a:moveTo>
                  <a:pt x="714" y="234"/>
                </a:moveTo>
                <a:cubicBezTo>
                  <a:pt x="715" y="234"/>
                  <a:pt x="715" y="234"/>
                  <a:pt x="715" y="233"/>
                </a:cubicBezTo>
                <a:cubicBezTo>
                  <a:pt x="715" y="233"/>
                  <a:pt x="715" y="233"/>
                  <a:pt x="715" y="233"/>
                </a:cubicBezTo>
                <a:cubicBezTo>
                  <a:pt x="716" y="233"/>
                  <a:pt x="716" y="232"/>
                  <a:pt x="717" y="232"/>
                </a:cubicBezTo>
                <a:cubicBezTo>
                  <a:pt x="717" y="232"/>
                  <a:pt x="717" y="231"/>
                  <a:pt x="718" y="230"/>
                </a:cubicBezTo>
                <a:cubicBezTo>
                  <a:pt x="718" y="230"/>
                  <a:pt x="718" y="229"/>
                  <a:pt x="717" y="229"/>
                </a:cubicBezTo>
                <a:cubicBezTo>
                  <a:pt x="716" y="230"/>
                  <a:pt x="716" y="228"/>
                  <a:pt x="715" y="229"/>
                </a:cubicBezTo>
                <a:cubicBezTo>
                  <a:pt x="715" y="229"/>
                  <a:pt x="715" y="229"/>
                  <a:pt x="715" y="229"/>
                </a:cubicBezTo>
                <a:cubicBezTo>
                  <a:pt x="714" y="230"/>
                  <a:pt x="715" y="231"/>
                  <a:pt x="715" y="232"/>
                </a:cubicBezTo>
                <a:cubicBezTo>
                  <a:pt x="715" y="232"/>
                  <a:pt x="715" y="232"/>
                  <a:pt x="715" y="233"/>
                </a:cubicBezTo>
                <a:cubicBezTo>
                  <a:pt x="715" y="233"/>
                  <a:pt x="715" y="233"/>
                  <a:pt x="714" y="233"/>
                </a:cubicBezTo>
                <a:cubicBezTo>
                  <a:pt x="714" y="233"/>
                  <a:pt x="714" y="233"/>
                  <a:pt x="714" y="233"/>
                </a:cubicBezTo>
                <a:cubicBezTo>
                  <a:pt x="714" y="233"/>
                  <a:pt x="714" y="234"/>
                  <a:pt x="714" y="234"/>
                </a:cubicBezTo>
                <a:close/>
                <a:moveTo>
                  <a:pt x="1400" y="428"/>
                </a:moveTo>
                <a:cubicBezTo>
                  <a:pt x="1400" y="428"/>
                  <a:pt x="1400" y="427"/>
                  <a:pt x="1400" y="427"/>
                </a:cubicBezTo>
                <a:cubicBezTo>
                  <a:pt x="1400" y="427"/>
                  <a:pt x="1400" y="427"/>
                  <a:pt x="1400" y="427"/>
                </a:cubicBezTo>
                <a:cubicBezTo>
                  <a:pt x="1399" y="427"/>
                  <a:pt x="1399" y="427"/>
                  <a:pt x="1399" y="427"/>
                </a:cubicBezTo>
                <a:cubicBezTo>
                  <a:pt x="1399" y="427"/>
                  <a:pt x="1400" y="428"/>
                  <a:pt x="1400" y="428"/>
                </a:cubicBezTo>
                <a:close/>
                <a:moveTo>
                  <a:pt x="853" y="379"/>
                </a:moveTo>
                <a:cubicBezTo>
                  <a:pt x="853" y="379"/>
                  <a:pt x="853" y="379"/>
                  <a:pt x="853" y="378"/>
                </a:cubicBezTo>
                <a:cubicBezTo>
                  <a:pt x="853" y="378"/>
                  <a:pt x="853" y="378"/>
                  <a:pt x="852" y="378"/>
                </a:cubicBezTo>
                <a:cubicBezTo>
                  <a:pt x="852" y="378"/>
                  <a:pt x="852" y="378"/>
                  <a:pt x="852" y="378"/>
                </a:cubicBezTo>
                <a:cubicBezTo>
                  <a:pt x="852" y="378"/>
                  <a:pt x="852" y="378"/>
                  <a:pt x="852" y="378"/>
                </a:cubicBezTo>
                <a:cubicBezTo>
                  <a:pt x="852" y="378"/>
                  <a:pt x="852" y="379"/>
                  <a:pt x="852" y="379"/>
                </a:cubicBezTo>
                <a:cubicBezTo>
                  <a:pt x="853" y="379"/>
                  <a:pt x="853" y="379"/>
                  <a:pt x="853" y="379"/>
                </a:cubicBezTo>
                <a:close/>
                <a:moveTo>
                  <a:pt x="894" y="391"/>
                </a:moveTo>
                <a:cubicBezTo>
                  <a:pt x="894" y="391"/>
                  <a:pt x="894" y="391"/>
                  <a:pt x="894" y="390"/>
                </a:cubicBezTo>
                <a:cubicBezTo>
                  <a:pt x="894" y="390"/>
                  <a:pt x="894" y="390"/>
                  <a:pt x="894" y="390"/>
                </a:cubicBezTo>
                <a:cubicBezTo>
                  <a:pt x="893" y="390"/>
                  <a:pt x="893" y="390"/>
                  <a:pt x="893" y="390"/>
                </a:cubicBezTo>
                <a:cubicBezTo>
                  <a:pt x="893" y="390"/>
                  <a:pt x="893" y="390"/>
                  <a:pt x="893" y="391"/>
                </a:cubicBezTo>
                <a:cubicBezTo>
                  <a:pt x="893" y="391"/>
                  <a:pt x="893" y="391"/>
                  <a:pt x="894" y="391"/>
                </a:cubicBezTo>
                <a:cubicBezTo>
                  <a:pt x="894" y="391"/>
                  <a:pt x="894" y="391"/>
                  <a:pt x="894" y="391"/>
                </a:cubicBezTo>
                <a:close/>
                <a:moveTo>
                  <a:pt x="945" y="412"/>
                </a:moveTo>
                <a:cubicBezTo>
                  <a:pt x="945" y="413"/>
                  <a:pt x="945" y="412"/>
                  <a:pt x="945" y="412"/>
                </a:cubicBezTo>
                <a:cubicBezTo>
                  <a:pt x="945" y="412"/>
                  <a:pt x="945" y="412"/>
                  <a:pt x="944" y="412"/>
                </a:cubicBezTo>
                <a:cubicBezTo>
                  <a:pt x="944" y="411"/>
                  <a:pt x="944" y="412"/>
                  <a:pt x="944" y="412"/>
                </a:cubicBezTo>
                <a:cubicBezTo>
                  <a:pt x="944" y="412"/>
                  <a:pt x="944" y="412"/>
                  <a:pt x="945" y="412"/>
                </a:cubicBezTo>
                <a:close/>
                <a:moveTo>
                  <a:pt x="895" y="393"/>
                </a:moveTo>
                <a:cubicBezTo>
                  <a:pt x="895" y="393"/>
                  <a:pt x="895" y="393"/>
                  <a:pt x="896" y="393"/>
                </a:cubicBezTo>
                <a:cubicBezTo>
                  <a:pt x="896" y="393"/>
                  <a:pt x="896" y="393"/>
                  <a:pt x="896" y="393"/>
                </a:cubicBezTo>
                <a:cubicBezTo>
                  <a:pt x="896" y="393"/>
                  <a:pt x="896" y="393"/>
                  <a:pt x="896" y="393"/>
                </a:cubicBezTo>
                <a:cubicBezTo>
                  <a:pt x="896" y="393"/>
                  <a:pt x="896" y="393"/>
                  <a:pt x="896" y="393"/>
                </a:cubicBezTo>
                <a:cubicBezTo>
                  <a:pt x="896" y="393"/>
                  <a:pt x="895" y="393"/>
                  <a:pt x="895" y="392"/>
                </a:cubicBezTo>
                <a:cubicBezTo>
                  <a:pt x="895" y="392"/>
                  <a:pt x="895" y="392"/>
                  <a:pt x="895" y="392"/>
                </a:cubicBezTo>
                <a:cubicBezTo>
                  <a:pt x="895" y="392"/>
                  <a:pt x="895" y="392"/>
                  <a:pt x="895" y="393"/>
                </a:cubicBezTo>
                <a:cubicBezTo>
                  <a:pt x="895" y="393"/>
                  <a:pt x="895" y="393"/>
                  <a:pt x="895" y="393"/>
                </a:cubicBezTo>
                <a:cubicBezTo>
                  <a:pt x="895" y="393"/>
                  <a:pt x="895" y="393"/>
                  <a:pt x="895" y="393"/>
                </a:cubicBezTo>
                <a:cubicBezTo>
                  <a:pt x="895" y="393"/>
                  <a:pt x="895" y="393"/>
                  <a:pt x="895" y="393"/>
                </a:cubicBezTo>
                <a:cubicBezTo>
                  <a:pt x="895" y="393"/>
                  <a:pt x="895" y="393"/>
                  <a:pt x="895" y="393"/>
                </a:cubicBezTo>
                <a:close/>
                <a:moveTo>
                  <a:pt x="907" y="384"/>
                </a:moveTo>
                <a:cubicBezTo>
                  <a:pt x="907" y="384"/>
                  <a:pt x="907" y="384"/>
                  <a:pt x="907" y="384"/>
                </a:cubicBezTo>
                <a:cubicBezTo>
                  <a:pt x="907" y="384"/>
                  <a:pt x="907" y="384"/>
                  <a:pt x="907" y="384"/>
                </a:cubicBezTo>
                <a:cubicBezTo>
                  <a:pt x="908" y="384"/>
                  <a:pt x="908" y="384"/>
                  <a:pt x="908" y="384"/>
                </a:cubicBezTo>
                <a:cubicBezTo>
                  <a:pt x="908" y="383"/>
                  <a:pt x="908" y="383"/>
                  <a:pt x="907" y="383"/>
                </a:cubicBezTo>
                <a:cubicBezTo>
                  <a:pt x="907" y="383"/>
                  <a:pt x="907" y="383"/>
                  <a:pt x="907" y="383"/>
                </a:cubicBezTo>
                <a:cubicBezTo>
                  <a:pt x="907" y="383"/>
                  <a:pt x="907" y="383"/>
                  <a:pt x="907" y="383"/>
                </a:cubicBezTo>
                <a:cubicBezTo>
                  <a:pt x="907" y="383"/>
                  <a:pt x="907" y="383"/>
                  <a:pt x="907" y="383"/>
                </a:cubicBezTo>
                <a:cubicBezTo>
                  <a:pt x="907" y="384"/>
                  <a:pt x="907" y="384"/>
                  <a:pt x="907" y="384"/>
                </a:cubicBezTo>
                <a:close/>
                <a:moveTo>
                  <a:pt x="885" y="402"/>
                </a:moveTo>
                <a:cubicBezTo>
                  <a:pt x="885" y="403"/>
                  <a:pt x="885" y="403"/>
                  <a:pt x="885" y="403"/>
                </a:cubicBezTo>
                <a:cubicBezTo>
                  <a:pt x="885" y="404"/>
                  <a:pt x="885" y="404"/>
                  <a:pt x="886" y="404"/>
                </a:cubicBezTo>
                <a:cubicBezTo>
                  <a:pt x="886" y="404"/>
                  <a:pt x="886" y="404"/>
                  <a:pt x="886" y="404"/>
                </a:cubicBezTo>
                <a:cubicBezTo>
                  <a:pt x="886" y="404"/>
                  <a:pt x="886" y="403"/>
                  <a:pt x="886" y="403"/>
                </a:cubicBezTo>
                <a:cubicBezTo>
                  <a:pt x="886" y="403"/>
                  <a:pt x="886" y="403"/>
                  <a:pt x="886" y="403"/>
                </a:cubicBezTo>
                <a:cubicBezTo>
                  <a:pt x="886" y="403"/>
                  <a:pt x="885" y="403"/>
                  <a:pt x="885" y="402"/>
                </a:cubicBezTo>
                <a:close/>
                <a:moveTo>
                  <a:pt x="854" y="386"/>
                </a:moveTo>
                <a:cubicBezTo>
                  <a:pt x="854" y="386"/>
                  <a:pt x="854" y="386"/>
                  <a:pt x="854" y="386"/>
                </a:cubicBezTo>
                <a:cubicBezTo>
                  <a:pt x="854" y="386"/>
                  <a:pt x="854" y="386"/>
                  <a:pt x="854" y="386"/>
                </a:cubicBezTo>
                <a:cubicBezTo>
                  <a:pt x="854" y="386"/>
                  <a:pt x="854" y="386"/>
                  <a:pt x="854" y="386"/>
                </a:cubicBezTo>
                <a:cubicBezTo>
                  <a:pt x="853" y="386"/>
                  <a:pt x="853" y="385"/>
                  <a:pt x="853" y="385"/>
                </a:cubicBezTo>
                <a:cubicBezTo>
                  <a:pt x="852" y="385"/>
                  <a:pt x="852" y="385"/>
                  <a:pt x="851" y="384"/>
                </a:cubicBezTo>
                <a:cubicBezTo>
                  <a:pt x="851" y="384"/>
                  <a:pt x="851" y="384"/>
                  <a:pt x="851" y="384"/>
                </a:cubicBezTo>
                <a:cubicBezTo>
                  <a:pt x="853" y="384"/>
                  <a:pt x="854" y="384"/>
                  <a:pt x="854" y="386"/>
                </a:cubicBezTo>
                <a:close/>
                <a:moveTo>
                  <a:pt x="1452" y="557"/>
                </a:moveTo>
                <a:cubicBezTo>
                  <a:pt x="1450" y="557"/>
                  <a:pt x="1449" y="556"/>
                  <a:pt x="1449" y="555"/>
                </a:cubicBezTo>
                <a:cubicBezTo>
                  <a:pt x="1448" y="553"/>
                  <a:pt x="1447" y="553"/>
                  <a:pt x="1445" y="552"/>
                </a:cubicBezTo>
                <a:cubicBezTo>
                  <a:pt x="1443" y="550"/>
                  <a:pt x="1442" y="548"/>
                  <a:pt x="1439" y="547"/>
                </a:cubicBezTo>
                <a:cubicBezTo>
                  <a:pt x="1439" y="546"/>
                  <a:pt x="1438" y="545"/>
                  <a:pt x="1438" y="544"/>
                </a:cubicBezTo>
                <a:cubicBezTo>
                  <a:pt x="1438" y="542"/>
                  <a:pt x="1435" y="541"/>
                  <a:pt x="1434" y="539"/>
                </a:cubicBezTo>
                <a:cubicBezTo>
                  <a:pt x="1434" y="539"/>
                  <a:pt x="1433" y="538"/>
                  <a:pt x="1433" y="539"/>
                </a:cubicBezTo>
                <a:cubicBezTo>
                  <a:pt x="1432" y="539"/>
                  <a:pt x="1430" y="539"/>
                  <a:pt x="1429" y="538"/>
                </a:cubicBezTo>
                <a:cubicBezTo>
                  <a:pt x="1429" y="538"/>
                  <a:pt x="1428" y="538"/>
                  <a:pt x="1428" y="539"/>
                </a:cubicBezTo>
                <a:cubicBezTo>
                  <a:pt x="1429" y="540"/>
                  <a:pt x="1428" y="540"/>
                  <a:pt x="1427" y="540"/>
                </a:cubicBezTo>
                <a:cubicBezTo>
                  <a:pt x="1426" y="540"/>
                  <a:pt x="1425" y="540"/>
                  <a:pt x="1424" y="539"/>
                </a:cubicBezTo>
                <a:cubicBezTo>
                  <a:pt x="1423" y="538"/>
                  <a:pt x="1422" y="539"/>
                  <a:pt x="1422" y="540"/>
                </a:cubicBezTo>
                <a:cubicBezTo>
                  <a:pt x="1422" y="541"/>
                  <a:pt x="1422" y="541"/>
                  <a:pt x="1422" y="541"/>
                </a:cubicBezTo>
                <a:cubicBezTo>
                  <a:pt x="1421" y="541"/>
                  <a:pt x="1421" y="541"/>
                  <a:pt x="1421" y="540"/>
                </a:cubicBezTo>
                <a:cubicBezTo>
                  <a:pt x="1421" y="539"/>
                  <a:pt x="1420" y="538"/>
                  <a:pt x="1421" y="538"/>
                </a:cubicBezTo>
                <a:cubicBezTo>
                  <a:pt x="1422" y="537"/>
                  <a:pt x="1422" y="537"/>
                  <a:pt x="1421" y="536"/>
                </a:cubicBezTo>
                <a:cubicBezTo>
                  <a:pt x="1419" y="535"/>
                  <a:pt x="1416" y="536"/>
                  <a:pt x="1413" y="536"/>
                </a:cubicBezTo>
                <a:cubicBezTo>
                  <a:pt x="1413" y="536"/>
                  <a:pt x="1412" y="535"/>
                  <a:pt x="1411" y="536"/>
                </a:cubicBezTo>
                <a:cubicBezTo>
                  <a:pt x="1415" y="537"/>
                  <a:pt x="1417" y="543"/>
                  <a:pt x="1414" y="546"/>
                </a:cubicBezTo>
                <a:cubicBezTo>
                  <a:pt x="1414" y="546"/>
                  <a:pt x="1413" y="547"/>
                  <a:pt x="1413" y="548"/>
                </a:cubicBezTo>
                <a:cubicBezTo>
                  <a:pt x="1413" y="548"/>
                  <a:pt x="1414" y="548"/>
                  <a:pt x="1415" y="548"/>
                </a:cubicBezTo>
                <a:cubicBezTo>
                  <a:pt x="1416" y="548"/>
                  <a:pt x="1416" y="549"/>
                  <a:pt x="1417" y="550"/>
                </a:cubicBezTo>
                <a:cubicBezTo>
                  <a:pt x="1417" y="551"/>
                  <a:pt x="1417" y="552"/>
                  <a:pt x="1417" y="553"/>
                </a:cubicBezTo>
                <a:cubicBezTo>
                  <a:pt x="1416" y="553"/>
                  <a:pt x="1416" y="554"/>
                  <a:pt x="1416" y="554"/>
                </a:cubicBezTo>
                <a:cubicBezTo>
                  <a:pt x="1415" y="554"/>
                  <a:pt x="1415" y="553"/>
                  <a:pt x="1415" y="552"/>
                </a:cubicBezTo>
                <a:cubicBezTo>
                  <a:pt x="1415" y="552"/>
                  <a:pt x="1415" y="550"/>
                  <a:pt x="1414" y="550"/>
                </a:cubicBezTo>
                <a:cubicBezTo>
                  <a:pt x="1413" y="550"/>
                  <a:pt x="1413" y="551"/>
                  <a:pt x="1413" y="552"/>
                </a:cubicBezTo>
                <a:cubicBezTo>
                  <a:pt x="1411" y="553"/>
                  <a:pt x="1410" y="552"/>
                  <a:pt x="1410" y="551"/>
                </a:cubicBezTo>
                <a:cubicBezTo>
                  <a:pt x="1411" y="548"/>
                  <a:pt x="1410" y="547"/>
                  <a:pt x="1408" y="547"/>
                </a:cubicBezTo>
                <a:cubicBezTo>
                  <a:pt x="1407" y="547"/>
                  <a:pt x="1406" y="546"/>
                  <a:pt x="1406" y="545"/>
                </a:cubicBezTo>
                <a:cubicBezTo>
                  <a:pt x="1406" y="545"/>
                  <a:pt x="1406" y="544"/>
                  <a:pt x="1407" y="544"/>
                </a:cubicBezTo>
                <a:cubicBezTo>
                  <a:pt x="1409" y="543"/>
                  <a:pt x="1409" y="541"/>
                  <a:pt x="1408" y="540"/>
                </a:cubicBezTo>
                <a:cubicBezTo>
                  <a:pt x="1407" y="538"/>
                  <a:pt x="1407" y="536"/>
                  <a:pt x="1407" y="534"/>
                </a:cubicBezTo>
                <a:cubicBezTo>
                  <a:pt x="1407" y="533"/>
                  <a:pt x="1407" y="531"/>
                  <a:pt x="1407" y="530"/>
                </a:cubicBezTo>
                <a:cubicBezTo>
                  <a:pt x="1408" y="529"/>
                  <a:pt x="1407" y="528"/>
                  <a:pt x="1406" y="528"/>
                </a:cubicBezTo>
                <a:cubicBezTo>
                  <a:pt x="1405" y="527"/>
                  <a:pt x="1405" y="528"/>
                  <a:pt x="1405" y="529"/>
                </a:cubicBezTo>
                <a:cubicBezTo>
                  <a:pt x="1405" y="530"/>
                  <a:pt x="1404" y="530"/>
                  <a:pt x="1403" y="530"/>
                </a:cubicBezTo>
                <a:cubicBezTo>
                  <a:pt x="1405" y="525"/>
                  <a:pt x="1403" y="522"/>
                  <a:pt x="1400" y="520"/>
                </a:cubicBezTo>
                <a:cubicBezTo>
                  <a:pt x="1399" y="520"/>
                  <a:pt x="1399" y="519"/>
                  <a:pt x="1398" y="520"/>
                </a:cubicBezTo>
                <a:cubicBezTo>
                  <a:pt x="1398" y="520"/>
                  <a:pt x="1397" y="521"/>
                  <a:pt x="1398" y="522"/>
                </a:cubicBezTo>
                <a:cubicBezTo>
                  <a:pt x="1398" y="522"/>
                  <a:pt x="1399" y="523"/>
                  <a:pt x="1399" y="524"/>
                </a:cubicBezTo>
                <a:cubicBezTo>
                  <a:pt x="1398" y="523"/>
                  <a:pt x="1398" y="523"/>
                  <a:pt x="1397" y="523"/>
                </a:cubicBezTo>
                <a:cubicBezTo>
                  <a:pt x="1396" y="523"/>
                  <a:pt x="1395" y="523"/>
                  <a:pt x="1395" y="522"/>
                </a:cubicBezTo>
                <a:cubicBezTo>
                  <a:pt x="1394" y="521"/>
                  <a:pt x="1395" y="521"/>
                  <a:pt x="1395" y="520"/>
                </a:cubicBezTo>
                <a:cubicBezTo>
                  <a:pt x="1396" y="519"/>
                  <a:pt x="1397" y="519"/>
                  <a:pt x="1396" y="518"/>
                </a:cubicBezTo>
                <a:cubicBezTo>
                  <a:pt x="1396" y="517"/>
                  <a:pt x="1395" y="517"/>
                  <a:pt x="1394" y="517"/>
                </a:cubicBezTo>
                <a:cubicBezTo>
                  <a:pt x="1392" y="517"/>
                  <a:pt x="1390" y="516"/>
                  <a:pt x="1389" y="515"/>
                </a:cubicBezTo>
                <a:cubicBezTo>
                  <a:pt x="1390" y="514"/>
                  <a:pt x="1390" y="514"/>
                  <a:pt x="1391" y="513"/>
                </a:cubicBezTo>
                <a:cubicBezTo>
                  <a:pt x="1390" y="513"/>
                  <a:pt x="1389" y="512"/>
                  <a:pt x="1388" y="511"/>
                </a:cubicBezTo>
                <a:cubicBezTo>
                  <a:pt x="1388" y="511"/>
                  <a:pt x="1388" y="511"/>
                  <a:pt x="1388" y="511"/>
                </a:cubicBezTo>
                <a:cubicBezTo>
                  <a:pt x="1386" y="512"/>
                  <a:pt x="1386" y="512"/>
                  <a:pt x="1386" y="510"/>
                </a:cubicBezTo>
                <a:cubicBezTo>
                  <a:pt x="1385" y="509"/>
                  <a:pt x="1385" y="508"/>
                  <a:pt x="1384" y="509"/>
                </a:cubicBezTo>
                <a:cubicBezTo>
                  <a:pt x="1383" y="511"/>
                  <a:pt x="1383" y="513"/>
                  <a:pt x="1383" y="514"/>
                </a:cubicBezTo>
                <a:cubicBezTo>
                  <a:pt x="1383" y="515"/>
                  <a:pt x="1383" y="516"/>
                  <a:pt x="1382" y="517"/>
                </a:cubicBezTo>
                <a:cubicBezTo>
                  <a:pt x="1382" y="514"/>
                  <a:pt x="1382" y="512"/>
                  <a:pt x="1382" y="510"/>
                </a:cubicBezTo>
                <a:cubicBezTo>
                  <a:pt x="1382" y="508"/>
                  <a:pt x="1381" y="507"/>
                  <a:pt x="1380" y="508"/>
                </a:cubicBezTo>
                <a:cubicBezTo>
                  <a:pt x="1380" y="506"/>
                  <a:pt x="1379" y="505"/>
                  <a:pt x="1378" y="504"/>
                </a:cubicBezTo>
                <a:cubicBezTo>
                  <a:pt x="1377" y="503"/>
                  <a:pt x="1376" y="502"/>
                  <a:pt x="1374" y="502"/>
                </a:cubicBezTo>
                <a:cubicBezTo>
                  <a:pt x="1373" y="502"/>
                  <a:pt x="1372" y="501"/>
                  <a:pt x="1373" y="499"/>
                </a:cubicBezTo>
                <a:cubicBezTo>
                  <a:pt x="1373" y="497"/>
                  <a:pt x="1372" y="495"/>
                  <a:pt x="1369" y="495"/>
                </a:cubicBezTo>
                <a:cubicBezTo>
                  <a:pt x="1369" y="495"/>
                  <a:pt x="1368" y="495"/>
                  <a:pt x="1368" y="495"/>
                </a:cubicBezTo>
                <a:cubicBezTo>
                  <a:pt x="1367" y="493"/>
                  <a:pt x="1365" y="493"/>
                  <a:pt x="1363" y="492"/>
                </a:cubicBezTo>
                <a:cubicBezTo>
                  <a:pt x="1361" y="491"/>
                  <a:pt x="1360" y="490"/>
                  <a:pt x="1359" y="490"/>
                </a:cubicBezTo>
                <a:cubicBezTo>
                  <a:pt x="1358" y="490"/>
                  <a:pt x="1358" y="489"/>
                  <a:pt x="1358" y="488"/>
                </a:cubicBezTo>
                <a:cubicBezTo>
                  <a:pt x="1357" y="485"/>
                  <a:pt x="1356" y="484"/>
                  <a:pt x="1352" y="483"/>
                </a:cubicBezTo>
                <a:cubicBezTo>
                  <a:pt x="1351" y="483"/>
                  <a:pt x="1350" y="484"/>
                  <a:pt x="1350" y="483"/>
                </a:cubicBezTo>
                <a:cubicBezTo>
                  <a:pt x="1350" y="479"/>
                  <a:pt x="1352" y="483"/>
                  <a:pt x="1352" y="482"/>
                </a:cubicBezTo>
                <a:cubicBezTo>
                  <a:pt x="1353" y="482"/>
                  <a:pt x="1352" y="481"/>
                  <a:pt x="1352" y="481"/>
                </a:cubicBezTo>
                <a:cubicBezTo>
                  <a:pt x="1350" y="480"/>
                  <a:pt x="1348" y="478"/>
                  <a:pt x="1345" y="478"/>
                </a:cubicBezTo>
                <a:cubicBezTo>
                  <a:pt x="1344" y="478"/>
                  <a:pt x="1343" y="478"/>
                  <a:pt x="1342" y="478"/>
                </a:cubicBezTo>
                <a:cubicBezTo>
                  <a:pt x="1340" y="477"/>
                  <a:pt x="1339" y="475"/>
                  <a:pt x="1337" y="475"/>
                </a:cubicBezTo>
                <a:cubicBezTo>
                  <a:pt x="1333" y="474"/>
                  <a:pt x="1329" y="472"/>
                  <a:pt x="1327" y="468"/>
                </a:cubicBezTo>
                <a:cubicBezTo>
                  <a:pt x="1326" y="469"/>
                  <a:pt x="1326" y="470"/>
                  <a:pt x="1326" y="470"/>
                </a:cubicBezTo>
                <a:cubicBezTo>
                  <a:pt x="1325" y="468"/>
                  <a:pt x="1324" y="469"/>
                  <a:pt x="1322" y="469"/>
                </a:cubicBezTo>
                <a:cubicBezTo>
                  <a:pt x="1322" y="469"/>
                  <a:pt x="1321" y="469"/>
                  <a:pt x="1321" y="469"/>
                </a:cubicBezTo>
                <a:cubicBezTo>
                  <a:pt x="1320" y="469"/>
                  <a:pt x="1319" y="469"/>
                  <a:pt x="1318" y="469"/>
                </a:cubicBezTo>
                <a:cubicBezTo>
                  <a:pt x="1316" y="469"/>
                  <a:pt x="1313" y="470"/>
                  <a:pt x="1310" y="468"/>
                </a:cubicBezTo>
                <a:cubicBezTo>
                  <a:pt x="1309" y="467"/>
                  <a:pt x="1307" y="466"/>
                  <a:pt x="1305" y="467"/>
                </a:cubicBezTo>
                <a:cubicBezTo>
                  <a:pt x="1304" y="468"/>
                  <a:pt x="1304" y="468"/>
                  <a:pt x="1303" y="467"/>
                </a:cubicBezTo>
                <a:cubicBezTo>
                  <a:pt x="1303" y="467"/>
                  <a:pt x="1302" y="466"/>
                  <a:pt x="1302" y="467"/>
                </a:cubicBezTo>
                <a:cubicBezTo>
                  <a:pt x="1301" y="468"/>
                  <a:pt x="1302" y="468"/>
                  <a:pt x="1303" y="469"/>
                </a:cubicBezTo>
                <a:cubicBezTo>
                  <a:pt x="1303" y="469"/>
                  <a:pt x="1303" y="470"/>
                  <a:pt x="1302" y="471"/>
                </a:cubicBezTo>
                <a:cubicBezTo>
                  <a:pt x="1301" y="471"/>
                  <a:pt x="1301" y="470"/>
                  <a:pt x="1300" y="469"/>
                </a:cubicBezTo>
                <a:cubicBezTo>
                  <a:pt x="1300" y="469"/>
                  <a:pt x="1300" y="469"/>
                  <a:pt x="1300" y="469"/>
                </a:cubicBezTo>
                <a:cubicBezTo>
                  <a:pt x="1299" y="468"/>
                  <a:pt x="1297" y="468"/>
                  <a:pt x="1297" y="466"/>
                </a:cubicBezTo>
                <a:cubicBezTo>
                  <a:pt x="1297" y="466"/>
                  <a:pt x="1296" y="465"/>
                  <a:pt x="1296" y="466"/>
                </a:cubicBezTo>
                <a:cubicBezTo>
                  <a:pt x="1294" y="467"/>
                  <a:pt x="1291" y="465"/>
                  <a:pt x="1289" y="465"/>
                </a:cubicBezTo>
                <a:cubicBezTo>
                  <a:pt x="1285" y="464"/>
                  <a:pt x="1281" y="463"/>
                  <a:pt x="1276" y="461"/>
                </a:cubicBezTo>
                <a:cubicBezTo>
                  <a:pt x="1278" y="463"/>
                  <a:pt x="1277" y="465"/>
                  <a:pt x="1277" y="467"/>
                </a:cubicBezTo>
                <a:cubicBezTo>
                  <a:pt x="1277" y="472"/>
                  <a:pt x="1277" y="472"/>
                  <a:pt x="1274" y="472"/>
                </a:cubicBezTo>
                <a:cubicBezTo>
                  <a:pt x="1274" y="473"/>
                  <a:pt x="1273" y="476"/>
                  <a:pt x="1275" y="475"/>
                </a:cubicBezTo>
                <a:cubicBezTo>
                  <a:pt x="1278" y="474"/>
                  <a:pt x="1279" y="476"/>
                  <a:pt x="1279" y="478"/>
                </a:cubicBezTo>
                <a:cubicBezTo>
                  <a:pt x="1279" y="479"/>
                  <a:pt x="1279" y="480"/>
                  <a:pt x="1280" y="480"/>
                </a:cubicBezTo>
                <a:cubicBezTo>
                  <a:pt x="1280" y="483"/>
                  <a:pt x="1279" y="486"/>
                  <a:pt x="1281" y="488"/>
                </a:cubicBezTo>
                <a:cubicBezTo>
                  <a:pt x="1282" y="488"/>
                  <a:pt x="1282" y="488"/>
                  <a:pt x="1281" y="489"/>
                </a:cubicBezTo>
                <a:cubicBezTo>
                  <a:pt x="1279" y="493"/>
                  <a:pt x="1275" y="496"/>
                  <a:pt x="1270" y="496"/>
                </a:cubicBezTo>
                <a:cubicBezTo>
                  <a:pt x="1268" y="496"/>
                  <a:pt x="1267" y="495"/>
                  <a:pt x="1267" y="492"/>
                </a:cubicBezTo>
                <a:cubicBezTo>
                  <a:pt x="1267" y="491"/>
                  <a:pt x="1268" y="489"/>
                  <a:pt x="1266" y="488"/>
                </a:cubicBezTo>
                <a:cubicBezTo>
                  <a:pt x="1264" y="488"/>
                  <a:pt x="1263" y="487"/>
                  <a:pt x="1262" y="486"/>
                </a:cubicBezTo>
                <a:cubicBezTo>
                  <a:pt x="1262" y="485"/>
                  <a:pt x="1261" y="485"/>
                  <a:pt x="1260" y="485"/>
                </a:cubicBezTo>
                <a:cubicBezTo>
                  <a:pt x="1257" y="485"/>
                  <a:pt x="1257" y="484"/>
                  <a:pt x="1257" y="482"/>
                </a:cubicBezTo>
                <a:cubicBezTo>
                  <a:pt x="1257" y="479"/>
                  <a:pt x="1257" y="476"/>
                  <a:pt x="1254" y="474"/>
                </a:cubicBezTo>
                <a:cubicBezTo>
                  <a:pt x="1254" y="474"/>
                  <a:pt x="1254" y="473"/>
                  <a:pt x="1254" y="473"/>
                </a:cubicBezTo>
                <a:cubicBezTo>
                  <a:pt x="1255" y="472"/>
                  <a:pt x="1255" y="472"/>
                  <a:pt x="1256" y="473"/>
                </a:cubicBezTo>
                <a:cubicBezTo>
                  <a:pt x="1257" y="473"/>
                  <a:pt x="1258" y="474"/>
                  <a:pt x="1259" y="475"/>
                </a:cubicBezTo>
                <a:cubicBezTo>
                  <a:pt x="1259" y="475"/>
                  <a:pt x="1260" y="475"/>
                  <a:pt x="1260" y="475"/>
                </a:cubicBezTo>
                <a:cubicBezTo>
                  <a:pt x="1262" y="475"/>
                  <a:pt x="1264" y="477"/>
                  <a:pt x="1265" y="475"/>
                </a:cubicBezTo>
                <a:cubicBezTo>
                  <a:pt x="1267" y="473"/>
                  <a:pt x="1266" y="471"/>
                  <a:pt x="1267" y="469"/>
                </a:cubicBezTo>
                <a:cubicBezTo>
                  <a:pt x="1267" y="468"/>
                  <a:pt x="1266" y="467"/>
                  <a:pt x="1265" y="466"/>
                </a:cubicBezTo>
                <a:cubicBezTo>
                  <a:pt x="1264" y="466"/>
                  <a:pt x="1263" y="466"/>
                  <a:pt x="1262" y="466"/>
                </a:cubicBezTo>
                <a:cubicBezTo>
                  <a:pt x="1261" y="465"/>
                  <a:pt x="1259" y="463"/>
                  <a:pt x="1258" y="464"/>
                </a:cubicBezTo>
                <a:cubicBezTo>
                  <a:pt x="1255" y="465"/>
                  <a:pt x="1253" y="467"/>
                  <a:pt x="1252" y="470"/>
                </a:cubicBezTo>
                <a:cubicBezTo>
                  <a:pt x="1251" y="473"/>
                  <a:pt x="1249" y="474"/>
                  <a:pt x="1247" y="476"/>
                </a:cubicBezTo>
                <a:cubicBezTo>
                  <a:pt x="1245" y="479"/>
                  <a:pt x="1243" y="479"/>
                  <a:pt x="1240" y="478"/>
                </a:cubicBezTo>
                <a:cubicBezTo>
                  <a:pt x="1236" y="476"/>
                  <a:pt x="1232" y="475"/>
                  <a:pt x="1228" y="476"/>
                </a:cubicBezTo>
                <a:cubicBezTo>
                  <a:pt x="1224" y="476"/>
                  <a:pt x="1222" y="475"/>
                  <a:pt x="1220" y="472"/>
                </a:cubicBezTo>
                <a:cubicBezTo>
                  <a:pt x="1219" y="471"/>
                  <a:pt x="1219" y="471"/>
                  <a:pt x="1218" y="472"/>
                </a:cubicBezTo>
                <a:cubicBezTo>
                  <a:pt x="1217" y="474"/>
                  <a:pt x="1215" y="474"/>
                  <a:pt x="1213" y="473"/>
                </a:cubicBezTo>
                <a:cubicBezTo>
                  <a:pt x="1213" y="472"/>
                  <a:pt x="1213" y="472"/>
                  <a:pt x="1212" y="472"/>
                </a:cubicBezTo>
                <a:cubicBezTo>
                  <a:pt x="1210" y="474"/>
                  <a:pt x="1207" y="474"/>
                  <a:pt x="1205" y="474"/>
                </a:cubicBezTo>
                <a:cubicBezTo>
                  <a:pt x="1204" y="474"/>
                  <a:pt x="1203" y="474"/>
                  <a:pt x="1203" y="475"/>
                </a:cubicBezTo>
                <a:cubicBezTo>
                  <a:pt x="1201" y="477"/>
                  <a:pt x="1199" y="478"/>
                  <a:pt x="1197" y="479"/>
                </a:cubicBezTo>
                <a:cubicBezTo>
                  <a:pt x="1197" y="476"/>
                  <a:pt x="1197" y="476"/>
                  <a:pt x="1194" y="476"/>
                </a:cubicBezTo>
                <a:cubicBezTo>
                  <a:pt x="1192" y="476"/>
                  <a:pt x="1192" y="474"/>
                  <a:pt x="1191" y="474"/>
                </a:cubicBezTo>
                <a:cubicBezTo>
                  <a:pt x="1188" y="474"/>
                  <a:pt x="1187" y="473"/>
                  <a:pt x="1185" y="472"/>
                </a:cubicBezTo>
                <a:cubicBezTo>
                  <a:pt x="1181" y="471"/>
                  <a:pt x="1180" y="469"/>
                  <a:pt x="1182" y="465"/>
                </a:cubicBezTo>
                <a:cubicBezTo>
                  <a:pt x="1183" y="463"/>
                  <a:pt x="1182" y="462"/>
                  <a:pt x="1183" y="460"/>
                </a:cubicBezTo>
                <a:cubicBezTo>
                  <a:pt x="1184" y="459"/>
                  <a:pt x="1184" y="458"/>
                  <a:pt x="1184" y="457"/>
                </a:cubicBezTo>
                <a:cubicBezTo>
                  <a:pt x="1183" y="454"/>
                  <a:pt x="1182" y="451"/>
                  <a:pt x="1181" y="449"/>
                </a:cubicBezTo>
                <a:cubicBezTo>
                  <a:pt x="1179" y="445"/>
                  <a:pt x="1175" y="442"/>
                  <a:pt x="1171" y="440"/>
                </a:cubicBezTo>
                <a:cubicBezTo>
                  <a:pt x="1168" y="438"/>
                  <a:pt x="1164" y="438"/>
                  <a:pt x="1161" y="437"/>
                </a:cubicBezTo>
                <a:cubicBezTo>
                  <a:pt x="1159" y="436"/>
                  <a:pt x="1158" y="437"/>
                  <a:pt x="1156" y="436"/>
                </a:cubicBezTo>
                <a:cubicBezTo>
                  <a:pt x="1154" y="436"/>
                  <a:pt x="1153" y="437"/>
                  <a:pt x="1153" y="439"/>
                </a:cubicBezTo>
                <a:cubicBezTo>
                  <a:pt x="1152" y="438"/>
                  <a:pt x="1153" y="436"/>
                  <a:pt x="1151" y="437"/>
                </a:cubicBezTo>
                <a:cubicBezTo>
                  <a:pt x="1149" y="437"/>
                  <a:pt x="1145" y="434"/>
                  <a:pt x="1144" y="440"/>
                </a:cubicBezTo>
                <a:cubicBezTo>
                  <a:pt x="1143" y="437"/>
                  <a:pt x="1142" y="436"/>
                  <a:pt x="1140" y="438"/>
                </a:cubicBezTo>
                <a:cubicBezTo>
                  <a:pt x="1140" y="438"/>
                  <a:pt x="1139" y="438"/>
                  <a:pt x="1139" y="438"/>
                </a:cubicBezTo>
                <a:cubicBezTo>
                  <a:pt x="1134" y="438"/>
                  <a:pt x="1129" y="441"/>
                  <a:pt x="1124" y="442"/>
                </a:cubicBezTo>
                <a:cubicBezTo>
                  <a:pt x="1123" y="443"/>
                  <a:pt x="1122" y="443"/>
                  <a:pt x="1121" y="443"/>
                </a:cubicBezTo>
                <a:cubicBezTo>
                  <a:pt x="1120" y="442"/>
                  <a:pt x="1119" y="443"/>
                  <a:pt x="1118" y="444"/>
                </a:cubicBezTo>
                <a:cubicBezTo>
                  <a:pt x="1117" y="444"/>
                  <a:pt x="1117" y="444"/>
                  <a:pt x="1117" y="443"/>
                </a:cubicBezTo>
                <a:cubicBezTo>
                  <a:pt x="1114" y="442"/>
                  <a:pt x="1113" y="440"/>
                  <a:pt x="1110" y="439"/>
                </a:cubicBezTo>
                <a:cubicBezTo>
                  <a:pt x="1110" y="439"/>
                  <a:pt x="1110" y="439"/>
                  <a:pt x="1110" y="439"/>
                </a:cubicBezTo>
                <a:cubicBezTo>
                  <a:pt x="1113" y="439"/>
                  <a:pt x="1113" y="438"/>
                  <a:pt x="1112" y="436"/>
                </a:cubicBezTo>
                <a:cubicBezTo>
                  <a:pt x="1111" y="435"/>
                  <a:pt x="1110" y="434"/>
                  <a:pt x="1110" y="433"/>
                </a:cubicBezTo>
                <a:cubicBezTo>
                  <a:pt x="1108" y="429"/>
                  <a:pt x="1106" y="428"/>
                  <a:pt x="1102" y="428"/>
                </a:cubicBezTo>
                <a:cubicBezTo>
                  <a:pt x="1102" y="427"/>
                  <a:pt x="1102" y="426"/>
                  <a:pt x="1101" y="425"/>
                </a:cubicBezTo>
                <a:cubicBezTo>
                  <a:pt x="1101" y="426"/>
                  <a:pt x="1101" y="427"/>
                  <a:pt x="1100" y="428"/>
                </a:cubicBezTo>
                <a:cubicBezTo>
                  <a:pt x="1100" y="428"/>
                  <a:pt x="1100" y="428"/>
                  <a:pt x="1099" y="428"/>
                </a:cubicBezTo>
                <a:cubicBezTo>
                  <a:pt x="1100" y="427"/>
                  <a:pt x="1099" y="427"/>
                  <a:pt x="1100" y="427"/>
                </a:cubicBezTo>
                <a:cubicBezTo>
                  <a:pt x="1101" y="425"/>
                  <a:pt x="1100" y="424"/>
                  <a:pt x="1098" y="424"/>
                </a:cubicBezTo>
                <a:cubicBezTo>
                  <a:pt x="1097" y="424"/>
                  <a:pt x="1097" y="424"/>
                  <a:pt x="1096" y="422"/>
                </a:cubicBezTo>
                <a:cubicBezTo>
                  <a:pt x="1096" y="421"/>
                  <a:pt x="1094" y="419"/>
                  <a:pt x="1092" y="420"/>
                </a:cubicBezTo>
                <a:cubicBezTo>
                  <a:pt x="1091" y="420"/>
                  <a:pt x="1090" y="420"/>
                  <a:pt x="1089" y="419"/>
                </a:cubicBezTo>
                <a:cubicBezTo>
                  <a:pt x="1088" y="419"/>
                  <a:pt x="1087" y="419"/>
                  <a:pt x="1086" y="420"/>
                </a:cubicBezTo>
                <a:cubicBezTo>
                  <a:pt x="1085" y="421"/>
                  <a:pt x="1087" y="421"/>
                  <a:pt x="1087" y="422"/>
                </a:cubicBezTo>
                <a:cubicBezTo>
                  <a:pt x="1087" y="423"/>
                  <a:pt x="1087" y="423"/>
                  <a:pt x="1087" y="423"/>
                </a:cubicBezTo>
                <a:cubicBezTo>
                  <a:pt x="1085" y="422"/>
                  <a:pt x="1085" y="419"/>
                  <a:pt x="1086" y="417"/>
                </a:cubicBezTo>
                <a:cubicBezTo>
                  <a:pt x="1086" y="416"/>
                  <a:pt x="1087" y="415"/>
                  <a:pt x="1088" y="414"/>
                </a:cubicBezTo>
                <a:cubicBezTo>
                  <a:pt x="1089" y="413"/>
                  <a:pt x="1090" y="413"/>
                  <a:pt x="1090" y="415"/>
                </a:cubicBezTo>
                <a:cubicBezTo>
                  <a:pt x="1090" y="416"/>
                  <a:pt x="1091" y="417"/>
                  <a:pt x="1092" y="417"/>
                </a:cubicBezTo>
                <a:cubicBezTo>
                  <a:pt x="1094" y="416"/>
                  <a:pt x="1096" y="414"/>
                  <a:pt x="1094" y="411"/>
                </a:cubicBezTo>
                <a:cubicBezTo>
                  <a:pt x="1092" y="408"/>
                  <a:pt x="1089" y="405"/>
                  <a:pt x="1085" y="403"/>
                </a:cubicBezTo>
                <a:cubicBezTo>
                  <a:pt x="1081" y="401"/>
                  <a:pt x="1077" y="400"/>
                  <a:pt x="1072" y="400"/>
                </a:cubicBezTo>
                <a:cubicBezTo>
                  <a:pt x="1071" y="400"/>
                  <a:pt x="1069" y="401"/>
                  <a:pt x="1068" y="402"/>
                </a:cubicBezTo>
                <a:cubicBezTo>
                  <a:pt x="1065" y="405"/>
                  <a:pt x="1064" y="409"/>
                  <a:pt x="1062" y="412"/>
                </a:cubicBezTo>
                <a:cubicBezTo>
                  <a:pt x="1060" y="416"/>
                  <a:pt x="1056" y="419"/>
                  <a:pt x="1051" y="419"/>
                </a:cubicBezTo>
                <a:cubicBezTo>
                  <a:pt x="1050" y="420"/>
                  <a:pt x="1050" y="419"/>
                  <a:pt x="1049" y="418"/>
                </a:cubicBezTo>
                <a:cubicBezTo>
                  <a:pt x="1049" y="418"/>
                  <a:pt x="1049" y="417"/>
                  <a:pt x="1050" y="416"/>
                </a:cubicBezTo>
                <a:cubicBezTo>
                  <a:pt x="1051" y="416"/>
                  <a:pt x="1052" y="415"/>
                  <a:pt x="1051" y="414"/>
                </a:cubicBezTo>
                <a:cubicBezTo>
                  <a:pt x="1050" y="413"/>
                  <a:pt x="1050" y="413"/>
                  <a:pt x="1050" y="413"/>
                </a:cubicBezTo>
                <a:cubicBezTo>
                  <a:pt x="1051" y="412"/>
                  <a:pt x="1051" y="412"/>
                  <a:pt x="1051" y="412"/>
                </a:cubicBezTo>
                <a:cubicBezTo>
                  <a:pt x="1053" y="414"/>
                  <a:pt x="1054" y="413"/>
                  <a:pt x="1055" y="413"/>
                </a:cubicBezTo>
                <a:cubicBezTo>
                  <a:pt x="1057" y="411"/>
                  <a:pt x="1058" y="411"/>
                  <a:pt x="1056" y="409"/>
                </a:cubicBezTo>
                <a:cubicBezTo>
                  <a:pt x="1054" y="408"/>
                  <a:pt x="1056" y="406"/>
                  <a:pt x="1056" y="405"/>
                </a:cubicBezTo>
                <a:cubicBezTo>
                  <a:pt x="1057" y="402"/>
                  <a:pt x="1058" y="406"/>
                  <a:pt x="1058" y="404"/>
                </a:cubicBezTo>
                <a:cubicBezTo>
                  <a:pt x="1059" y="405"/>
                  <a:pt x="1058" y="406"/>
                  <a:pt x="1059" y="406"/>
                </a:cubicBezTo>
                <a:cubicBezTo>
                  <a:pt x="1060" y="406"/>
                  <a:pt x="1060" y="405"/>
                  <a:pt x="1061" y="405"/>
                </a:cubicBezTo>
                <a:cubicBezTo>
                  <a:pt x="1061" y="406"/>
                  <a:pt x="1061" y="407"/>
                  <a:pt x="1061" y="408"/>
                </a:cubicBezTo>
                <a:cubicBezTo>
                  <a:pt x="1060" y="408"/>
                  <a:pt x="1060" y="408"/>
                  <a:pt x="1060" y="408"/>
                </a:cubicBezTo>
                <a:cubicBezTo>
                  <a:pt x="1059" y="409"/>
                  <a:pt x="1059" y="409"/>
                  <a:pt x="1059" y="410"/>
                </a:cubicBezTo>
                <a:cubicBezTo>
                  <a:pt x="1059" y="410"/>
                  <a:pt x="1058" y="411"/>
                  <a:pt x="1059" y="412"/>
                </a:cubicBezTo>
                <a:cubicBezTo>
                  <a:pt x="1060" y="412"/>
                  <a:pt x="1060" y="411"/>
                  <a:pt x="1060" y="411"/>
                </a:cubicBezTo>
                <a:cubicBezTo>
                  <a:pt x="1063" y="409"/>
                  <a:pt x="1064" y="406"/>
                  <a:pt x="1066" y="403"/>
                </a:cubicBezTo>
                <a:cubicBezTo>
                  <a:pt x="1066" y="403"/>
                  <a:pt x="1067" y="402"/>
                  <a:pt x="1066" y="402"/>
                </a:cubicBezTo>
                <a:cubicBezTo>
                  <a:pt x="1066" y="401"/>
                  <a:pt x="1065" y="401"/>
                  <a:pt x="1065" y="401"/>
                </a:cubicBezTo>
                <a:cubicBezTo>
                  <a:pt x="1062" y="401"/>
                  <a:pt x="1059" y="401"/>
                  <a:pt x="1057" y="403"/>
                </a:cubicBezTo>
                <a:cubicBezTo>
                  <a:pt x="1053" y="401"/>
                  <a:pt x="1050" y="403"/>
                  <a:pt x="1046" y="404"/>
                </a:cubicBezTo>
                <a:cubicBezTo>
                  <a:pt x="1046" y="405"/>
                  <a:pt x="1046" y="406"/>
                  <a:pt x="1044" y="405"/>
                </a:cubicBezTo>
                <a:cubicBezTo>
                  <a:pt x="1043" y="405"/>
                  <a:pt x="1043" y="404"/>
                  <a:pt x="1043" y="402"/>
                </a:cubicBezTo>
                <a:cubicBezTo>
                  <a:pt x="1045" y="404"/>
                  <a:pt x="1046" y="403"/>
                  <a:pt x="1046" y="401"/>
                </a:cubicBezTo>
                <a:cubicBezTo>
                  <a:pt x="1046" y="401"/>
                  <a:pt x="1047" y="400"/>
                  <a:pt x="1047" y="399"/>
                </a:cubicBezTo>
                <a:cubicBezTo>
                  <a:pt x="1048" y="397"/>
                  <a:pt x="1051" y="397"/>
                  <a:pt x="1052" y="399"/>
                </a:cubicBezTo>
                <a:cubicBezTo>
                  <a:pt x="1053" y="400"/>
                  <a:pt x="1054" y="400"/>
                  <a:pt x="1055" y="400"/>
                </a:cubicBezTo>
                <a:cubicBezTo>
                  <a:pt x="1058" y="400"/>
                  <a:pt x="1061" y="399"/>
                  <a:pt x="1065" y="400"/>
                </a:cubicBezTo>
                <a:cubicBezTo>
                  <a:pt x="1065" y="400"/>
                  <a:pt x="1066" y="400"/>
                  <a:pt x="1066" y="400"/>
                </a:cubicBezTo>
                <a:cubicBezTo>
                  <a:pt x="1066" y="399"/>
                  <a:pt x="1065" y="399"/>
                  <a:pt x="1065" y="399"/>
                </a:cubicBezTo>
                <a:cubicBezTo>
                  <a:pt x="1063" y="398"/>
                  <a:pt x="1061" y="396"/>
                  <a:pt x="1058" y="395"/>
                </a:cubicBezTo>
                <a:cubicBezTo>
                  <a:pt x="1056" y="395"/>
                  <a:pt x="1054" y="394"/>
                  <a:pt x="1052" y="393"/>
                </a:cubicBezTo>
                <a:cubicBezTo>
                  <a:pt x="1050" y="392"/>
                  <a:pt x="1048" y="393"/>
                  <a:pt x="1045" y="392"/>
                </a:cubicBezTo>
                <a:cubicBezTo>
                  <a:pt x="1044" y="391"/>
                  <a:pt x="1042" y="390"/>
                  <a:pt x="1040" y="390"/>
                </a:cubicBezTo>
                <a:cubicBezTo>
                  <a:pt x="1035" y="389"/>
                  <a:pt x="1030" y="390"/>
                  <a:pt x="1026" y="389"/>
                </a:cubicBezTo>
                <a:cubicBezTo>
                  <a:pt x="1023" y="389"/>
                  <a:pt x="1020" y="388"/>
                  <a:pt x="1018" y="386"/>
                </a:cubicBezTo>
                <a:cubicBezTo>
                  <a:pt x="1017" y="385"/>
                  <a:pt x="1013" y="384"/>
                  <a:pt x="1013" y="385"/>
                </a:cubicBezTo>
                <a:cubicBezTo>
                  <a:pt x="1012" y="386"/>
                  <a:pt x="1013" y="387"/>
                  <a:pt x="1013" y="388"/>
                </a:cubicBezTo>
                <a:cubicBezTo>
                  <a:pt x="1014" y="389"/>
                  <a:pt x="1014" y="390"/>
                  <a:pt x="1015" y="391"/>
                </a:cubicBezTo>
                <a:cubicBezTo>
                  <a:pt x="1016" y="392"/>
                  <a:pt x="1016" y="393"/>
                  <a:pt x="1015" y="394"/>
                </a:cubicBezTo>
                <a:cubicBezTo>
                  <a:pt x="1014" y="395"/>
                  <a:pt x="1012" y="395"/>
                  <a:pt x="1011" y="396"/>
                </a:cubicBezTo>
                <a:cubicBezTo>
                  <a:pt x="1009" y="397"/>
                  <a:pt x="1007" y="397"/>
                  <a:pt x="1005" y="396"/>
                </a:cubicBezTo>
                <a:cubicBezTo>
                  <a:pt x="1004" y="395"/>
                  <a:pt x="1002" y="395"/>
                  <a:pt x="1000" y="397"/>
                </a:cubicBezTo>
                <a:cubicBezTo>
                  <a:pt x="999" y="398"/>
                  <a:pt x="999" y="399"/>
                  <a:pt x="998" y="401"/>
                </a:cubicBezTo>
                <a:cubicBezTo>
                  <a:pt x="997" y="403"/>
                  <a:pt x="998" y="406"/>
                  <a:pt x="1000" y="406"/>
                </a:cubicBezTo>
                <a:cubicBezTo>
                  <a:pt x="1000" y="404"/>
                  <a:pt x="1001" y="403"/>
                  <a:pt x="1003" y="403"/>
                </a:cubicBezTo>
                <a:cubicBezTo>
                  <a:pt x="1003" y="403"/>
                  <a:pt x="1004" y="404"/>
                  <a:pt x="1005" y="403"/>
                </a:cubicBezTo>
                <a:cubicBezTo>
                  <a:pt x="1005" y="403"/>
                  <a:pt x="1006" y="403"/>
                  <a:pt x="1006" y="403"/>
                </a:cubicBezTo>
                <a:cubicBezTo>
                  <a:pt x="1008" y="404"/>
                  <a:pt x="1008" y="405"/>
                  <a:pt x="1006" y="406"/>
                </a:cubicBezTo>
                <a:cubicBezTo>
                  <a:pt x="1006" y="406"/>
                  <a:pt x="1005" y="405"/>
                  <a:pt x="1004" y="407"/>
                </a:cubicBezTo>
                <a:cubicBezTo>
                  <a:pt x="1004" y="407"/>
                  <a:pt x="1003" y="408"/>
                  <a:pt x="1003" y="409"/>
                </a:cubicBezTo>
                <a:cubicBezTo>
                  <a:pt x="1003" y="410"/>
                  <a:pt x="1001" y="412"/>
                  <a:pt x="1002" y="413"/>
                </a:cubicBezTo>
                <a:cubicBezTo>
                  <a:pt x="1003" y="415"/>
                  <a:pt x="1003" y="416"/>
                  <a:pt x="1003" y="418"/>
                </a:cubicBezTo>
                <a:cubicBezTo>
                  <a:pt x="1003" y="419"/>
                  <a:pt x="1003" y="420"/>
                  <a:pt x="1004" y="421"/>
                </a:cubicBezTo>
                <a:cubicBezTo>
                  <a:pt x="1004" y="421"/>
                  <a:pt x="1004" y="422"/>
                  <a:pt x="1005" y="423"/>
                </a:cubicBezTo>
                <a:cubicBezTo>
                  <a:pt x="1006" y="423"/>
                  <a:pt x="1005" y="424"/>
                  <a:pt x="1005" y="424"/>
                </a:cubicBezTo>
                <a:cubicBezTo>
                  <a:pt x="1004" y="425"/>
                  <a:pt x="1004" y="425"/>
                  <a:pt x="1004" y="425"/>
                </a:cubicBezTo>
                <a:cubicBezTo>
                  <a:pt x="1002" y="424"/>
                  <a:pt x="1001" y="425"/>
                  <a:pt x="1000" y="426"/>
                </a:cubicBezTo>
                <a:cubicBezTo>
                  <a:pt x="999" y="427"/>
                  <a:pt x="998" y="426"/>
                  <a:pt x="998" y="426"/>
                </a:cubicBezTo>
                <a:cubicBezTo>
                  <a:pt x="998" y="425"/>
                  <a:pt x="998" y="424"/>
                  <a:pt x="998" y="424"/>
                </a:cubicBezTo>
                <a:cubicBezTo>
                  <a:pt x="998" y="422"/>
                  <a:pt x="996" y="421"/>
                  <a:pt x="994" y="421"/>
                </a:cubicBezTo>
                <a:cubicBezTo>
                  <a:pt x="992" y="421"/>
                  <a:pt x="993" y="422"/>
                  <a:pt x="993" y="423"/>
                </a:cubicBezTo>
                <a:cubicBezTo>
                  <a:pt x="993" y="424"/>
                  <a:pt x="993" y="425"/>
                  <a:pt x="993" y="426"/>
                </a:cubicBezTo>
                <a:cubicBezTo>
                  <a:pt x="994" y="426"/>
                  <a:pt x="994" y="427"/>
                  <a:pt x="993" y="428"/>
                </a:cubicBezTo>
                <a:cubicBezTo>
                  <a:pt x="993" y="427"/>
                  <a:pt x="992" y="426"/>
                  <a:pt x="992" y="425"/>
                </a:cubicBezTo>
                <a:cubicBezTo>
                  <a:pt x="992" y="423"/>
                  <a:pt x="992" y="422"/>
                  <a:pt x="990" y="422"/>
                </a:cubicBezTo>
                <a:cubicBezTo>
                  <a:pt x="989" y="422"/>
                  <a:pt x="988" y="423"/>
                  <a:pt x="988" y="424"/>
                </a:cubicBezTo>
                <a:cubicBezTo>
                  <a:pt x="987" y="421"/>
                  <a:pt x="985" y="420"/>
                  <a:pt x="982" y="421"/>
                </a:cubicBezTo>
                <a:cubicBezTo>
                  <a:pt x="982" y="421"/>
                  <a:pt x="981" y="422"/>
                  <a:pt x="980" y="422"/>
                </a:cubicBezTo>
                <a:cubicBezTo>
                  <a:pt x="980" y="422"/>
                  <a:pt x="979" y="422"/>
                  <a:pt x="979" y="423"/>
                </a:cubicBezTo>
                <a:cubicBezTo>
                  <a:pt x="979" y="424"/>
                  <a:pt x="980" y="424"/>
                  <a:pt x="981" y="424"/>
                </a:cubicBezTo>
                <a:cubicBezTo>
                  <a:pt x="982" y="424"/>
                  <a:pt x="983" y="424"/>
                  <a:pt x="984" y="425"/>
                </a:cubicBezTo>
                <a:cubicBezTo>
                  <a:pt x="985" y="427"/>
                  <a:pt x="986" y="426"/>
                  <a:pt x="987" y="425"/>
                </a:cubicBezTo>
                <a:cubicBezTo>
                  <a:pt x="987" y="427"/>
                  <a:pt x="988" y="430"/>
                  <a:pt x="986" y="432"/>
                </a:cubicBezTo>
                <a:cubicBezTo>
                  <a:pt x="986" y="432"/>
                  <a:pt x="986" y="433"/>
                  <a:pt x="987" y="433"/>
                </a:cubicBezTo>
                <a:cubicBezTo>
                  <a:pt x="988" y="432"/>
                  <a:pt x="988" y="433"/>
                  <a:pt x="988" y="434"/>
                </a:cubicBezTo>
                <a:cubicBezTo>
                  <a:pt x="988" y="434"/>
                  <a:pt x="988" y="434"/>
                  <a:pt x="988" y="435"/>
                </a:cubicBezTo>
                <a:cubicBezTo>
                  <a:pt x="987" y="435"/>
                  <a:pt x="986" y="435"/>
                  <a:pt x="985" y="434"/>
                </a:cubicBezTo>
                <a:cubicBezTo>
                  <a:pt x="985" y="432"/>
                  <a:pt x="984" y="431"/>
                  <a:pt x="984" y="430"/>
                </a:cubicBezTo>
                <a:cubicBezTo>
                  <a:pt x="984" y="428"/>
                  <a:pt x="983" y="427"/>
                  <a:pt x="982" y="427"/>
                </a:cubicBezTo>
                <a:cubicBezTo>
                  <a:pt x="979" y="426"/>
                  <a:pt x="978" y="423"/>
                  <a:pt x="974" y="424"/>
                </a:cubicBezTo>
                <a:cubicBezTo>
                  <a:pt x="974" y="424"/>
                  <a:pt x="973" y="425"/>
                  <a:pt x="973" y="424"/>
                </a:cubicBezTo>
                <a:cubicBezTo>
                  <a:pt x="974" y="423"/>
                  <a:pt x="974" y="422"/>
                  <a:pt x="972" y="422"/>
                </a:cubicBezTo>
                <a:cubicBezTo>
                  <a:pt x="972" y="422"/>
                  <a:pt x="971" y="421"/>
                  <a:pt x="970" y="421"/>
                </a:cubicBezTo>
                <a:cubicBezTo>
                  <a:pt x="968" y="420"/>
                  <a:pt x="966" y="420"/>
                  <a:pt x="965" y="421"/>
                </a:cubicBezTo>
                <a:cubicBezTo>
                  <a:pt x="963" y="423"/>
                  <a:pt x="961" y="424"/>
                  <a:pt x="959" y="426"/>
                </a:cubicBezTo>
                <a:cubicBezTo>
                  <a:pt x="958" y="428"/>
                  <a:pt x="954" y="428"/>
                  <a:pt x="951" y="427"/>
                </a:cubicBezTo>
                <a:cubicBezTo>
                  <a:pt x="948" y="426"/>
                  <a:pt x="946" y="423"/>
                  <a:pt x="944" y="421"/>
                </a:cubicBezTo>
                <a:cubicBezTo>
                  <a:pt x="943" y="420"/>
                  <a:pt x="943" y="417"/>
                  <a:pt x="941" y="417"/>
                </a:cubicBezTo>
                <a:cubicBezTo>
                  <a:pt x="940" y="416"/>
                  <a:pt x="940" y="416"/>
                  <a:pt x="940" y="415"/>
                </a:cubicBezTo>
                <a:cubicBezTo>
                  <a:pt x="940" y="414"/>
                  <a:pt x="940" y="413"/>
                  <a:pt x="940" y="412"/>
                </a:cubicBezTo>
                <a:cubicBezTo>
                  <a:pt x="940" y="413"/>
                  <a:pt x="939" y="413"/>
                  <a:pt x="939" y="413"/>
                </a:cubicBezTo>
                <a:cubicBezTo>
                  <a:pt x="938" y="415"/>
                  <a:pt x="938" y="416"/>
                  <a:pt x="937" y="418"/>
                </a:cubicBezTo>
                <a:cubicBezTo>
                  <a:pt x="936" y="420"/>
                  <a:pt x="936" y="422"/>
                  <a:pt x="935" y="424"/>
                </a:cubicBezTo>
                <a:cubicBezTo>
                  <a:pt x="935" y="425"/>
                  <a:pt x="935" y="426"/>
                  <a:pt x="934" y="428"/>
                </a:cubicBezTo>
                <a:cubicBezTo>
                  <a:pt x="934" y="429"/>
                  <a:pt x="934" y="431"/>
                  <a:pt x="933" y="432"/>
                </a:cubicBezTo>
                <a:cubicBezTo>
                  <a:pt x="932" y="434"/>
                  <a:pt x="932" y="437"/>
                  <a:pt x="931" y="439"/>
                </a:cubicBezTo>
                <a:cubicBezTo>
                  <a:pt x="931" y="441"/>
                  <a:pt x="929" y="443"/>
                  <a:pt x="928" y="445"/>
                </a:cubicBezTo>
                <a:cubicBezTo>
                  <a:pt x="928" y="445"/>
                  <a:pt x="928" y="446"/>
                  <a:pt x="928" y="446"/>
                </a:cubicBezTo>
                <a:cubicBezTo>
                  <a:pt x="926" y="446"/>
                  <a:pt x="924" y="446"/>
                  <a:pt x="924" y="444"/>
                </a:cubicBezTo>
                <a:cubicBezTo>
                  <a:pt x="924" y="442"/>
                  <a:pt x="923" y="442"/>
                  <a:pt x="922" y="441"/>
                </a:cubicBezTo>
                <a:cubicBezTo>
                  <a:pt x="920" y="441"/>
                  <a:pt x="918" y="440"/>
                  <a:pt x="918" y="437"/>
                </a:cubicBezTo>
                <a:cubicBezTo>
                  <a:pt x="918" y="436"/>
                  <a:pt x="917" y="435"/>
                  <a:pt x="916" y="436"/>
                </a:cubicBezTo>
                <a:cubicBezTo>
                  <a:pt x="915" y="435"/>
                  <a:pt x="915" y="434"/>
                  <a:pt x="914" y="433"/>
                </a:cubicBezTo>
                <a:cubicBezTo>
                  <a:pt x="914" y="432"/>
                  <a:pt x="913" y="431"/>
                  <a:pt x="913" y="431"/>
                </a:cubicBezTo>
                <a:cubicBezTo>
                  <a:pt x="912" y="430"/>
                  <a:pt x="911" y="429"/>
                  <a:pt x="911" y="428"/>
                </a:cubicBezTo>
                <a:cubicBezTo>
                  <a:pt x="912" y="426"/>
                  <a:pt x="910" y="425"/>
                  <a:pt x="910" y="423"/>
                </a:cubicBezTo>
                <a:cubicBezTo>
                  <a:pt x="910" y="422"/>
                  <a:pt x="909" y="422"/>
                  <a:pt x="908" y="422"/>
                </a:cubicBezTo>
                <a:cubicBezTo>
                  <a:pt x="907" y="422"/>
                  <a:pt x="907" y="422"/>
                  <a:pt x="906" y="421"/>
                </a:cubicBezTo>
                <a:cubicBezTo>
                  <a:pt x="906" y="420"/>
                  <a:pt x="906" y="419"/>
                  <a:pt x="907" y="419"/>
                </a:cubicBezTo>
                <a:cubicBezTo>
                  <a:pt x="907" y="418"/>
                  <a:pt x="908" y="418"/>
                  <a:pt x="908" y="418"/>
                </a:cubicBezTo>
                <a:cubicBezTo>
                  <a:pt x="910" y="419"/>
                  <a:pt x="910" y="418"/>
                  <a:pt x="911" y="417"/>
                </a:cubicBezTo>
                <a:cubicBezTo>
                  <a:pt x="911" y="417"/>
                  <a:pt x="911" y="417"/>
                  <a:pt x="911" y="417"/>
                </a:cubicBezTo>
                <a:cubicBezTo>
                  <a:pt x="911" y="416"/>
                  <a:pt x="912" y="415"/>
                  <a:pt x="910" y="415"/>
                </a:cubicBezTo>
                <a:cubicBezTo>
                  <a:pt x="910" y="415"/>
                  <a:pt x="910" y="415"/>
                  <a:pt x="910" y="415"/>
                </a:cubicBezTo>
                <a:cubicBezTo>
                  <a:pt x="910" y="415"/>
                  <a:pt x="909" y="416"/>
                  <a:pt x="908" y="417"/>
                </a:cubicBezTo>
                <a:cubicBezTo>
                  <a:pt x="908" y="417"/>
                  <a:pt x="908" y="417"/>
                  <a:pt x="908" y="417"/>
                </a:cubicBezTo>
                <a:cubicBezTo>
                  <a:pt x="908" y="417"/>
                  <a:pt x="907" y="417"/>
                  <a:pt x="906" y="417"/>
                </a:cubicBezTo>
                <a:cubicBezTo>
                  <a:pt x="905" y="417"/>
                  <a:pt x="905" y="416"/>
                  <a:pt x="905" y="415"/>
                </a:cubicBezTo>
                <a:cubicBezTo>
                  <a:pt x="905" y="414"/>
                  <a:pt x="904" y="413"/>
                  <a:pt x="904" y="412"/>
                </a:cubicBezTo>
                <a:cubicBezTo>
                  <a:pt x="905" y="412"/>
                  <a:pt x="905" y="413"/>
                  <a:pt x="906" y="412"/>
                </a:cubicBezTo>
                <a:cubicBezTo>
                  <a:pt x="906" y="412"/>
                  <a:pt x="906" y="412"/>
                  <a:pt x="906" y="412"/>
                </a:cubicBezTo>
                <a:cubicBezTo>
                  <a:pt x="906" y="410"/>
                  <a:pt x="905" y="410"/>
                  <a:pt x="904" y="410"/>
                </a:cubicBezTo>
                <a:cubicBezTo>
                  <a:pt x="903" y="409"/>
                  <a:pt x="902" y="408"/>
                  <a:pt x="901" y="407"/>
                </a:cubicBezTo>
                <a:cubicBezTo>
                  <a:pt x="899" y="404"/>
                  <a:pt x="897" y="402"/>
                  <a:pt x="894" y="399"/>
                </a:cubicBezTo>
                <a:cubicBezTo>
                  <a:pt x="892" y="398"/>
                  <a:pt x="890" y="398"/>
                  <a:pt x="888" y="399"/>
                </a:cubicBezTo>
                <a:cubicBezTo>
                  <a:pt x="888" y="399"/>
                  <a:pt x="888" y="399"/>
                  <a:pt x="888" y="399"/>
                </a:cubicBezTo>
                <a:cubicBezTo>
                  <a:pt x="887" y="399"/>
                  <a:pt x="887" y="400"/>
                  <a:pt x="888" y="400"/>
                </a:cubicBezTo>
                <a:cubicBezTo>
                  <a:pt x="889" y="402"/>
                  <a:pt x="889" y="404"/>
                  <a:pt x="889" y="407"/>
                </a:cubicBezTo>
                <a:cubicBezTo>
                  <a:pt x="889" y="408"/>
                  <a:pt x="889" y="409"/>
                  <a:pt x="890" y="409"/>
                </a:cubicBezTo>
                <a:cubicBezTo>
                  <a:pt x="890" y="410"/>
                  <a:pt x="890" y="410"/>
                  <a:pt x="891" y="410"/>
                </a:cubicBezTo>
                <a:cubicBezTo>
                  <a:pt x="892" y="412"/>
                  <a:pt x="893" y="413"/>
                  <a:pt x="891" y="415"/>
                </a:cubicBezTo>
                <a:cubicBezTo>
                  <a:pt x="891" y="415"/>
                  <a:pt x="891" y="416"/>
                  <a:pt x="891" y="416"/>
                </a:cubicBezTo>
                <a:cubicBezTo>
                  <a:pt x="892" y="417"/>
                  <a:pt x="892" y="416"/>
                  <a:pt x="893" y="416"/>
                </a:cubicBezTo>
                <a:cubicBezTo>
                  <a:pt x="892" y="418"/>
                  <a:pt x="892" y="420"/>
                  <a:pt x="892" y="422"/>
                </a:cubicBezTo>
                <a:cubicBezTo>
                  <a:pt x="891" y="421"/>
                  <a:pt x="891" y="420"/>
                  <a:pt x="891" y="419"/>
                </a:cubicBezTo>
                <a:cubicBezTo>
                  <a:pt x="891" y="416"/>
                  <a:pt x="890" y="413"/>
                  <a:pt x="888" y="411"/>
                </a:cubicBezTo>
                <a:cubicBezTo>
                  <a:pt x="887" y="409"/>
                  <a:pt x="885" y="408"/>
                  <a:pt x="883" y="406"/>
                </a:cubicBezTo>
                <a:cubicBezTo>
                  <a:pt x="883" y="405"/>
                  <a:pt x="882" y="405"/>
                  <a:pt x="881" y="403"/>
                </a:cubicBezTo>
                <a:cubicBezTo>
                  <a:pt x="881" y="403"/>
                  <a:pt x="881" y="402"/>
                  <a:pt x="881" y="402"/>
                </a:cubicBezTo>
                <a:cubicBezTo>
                  <a:pt x="883" y="401"/>
                  <a:pt x="883" y="400"/>
                  <a:pt x="884" y="398"/>
                </a:cubicBezTo>
                <a:cubicBezTo>
                  <a:pt x="884" y="397"/>
                  <a:pt x="883" y="397"/>
                  <a:pt x="882" y="396"/>
                </a:cubicBezTo>
                <a:cubicBezTo>
                  <a:pt x="882" y="395"/>
                  <a:pt x="882" y="395"/>
                  <a:pt x="882" y="395"/>
                </a:cubicBezTo>
                <a:cubicBezTo>
                  <a:pt x="882" y="395"/>
                  <a:pt x="882" y="395"/>
                  <a:pt x="882" y="394"/>
                </a:cubicBezTo>
                <a:cubicBezTo>
                  <a:pt x="883" y="394"/>
                  <a:pt x="883" y="394"/>
                  <a:pt x="883" y="394"/>
                </a:cubicBezTo>
                <a:cubicBezTo>
                  <a:pt x="883" y="394"/>
                  <a:pt x="883" y="394"/>
                  <a:pt x="882" y="394"/>
                </a:cubicBezTo>
                <a:cubicBezTo>
                  <a:pt x="882" y="394"/>
                  <a:pt x="882" y="394"/>
                  <a:pt x="882" y="394"/>
                </a:cubicBezTo>
                <a:cubicBezTo>
                  <a:pt x="882" y="394"/>
                  <a:pt x="882" y="394"/>
                  <a:pt x="882" y="395"/>
                </a:cubicBezTo>
                <a:cubicBezTo>
                  <a:pt x="881" y="394"/>
                  <a:pt x="880" y="394"/>
                  <a:pt x="880" y="393"/>
                </a:cubicBezTo>
                <a:cubicBezTo>
                  <a:pt x="880" y="393"/>
                  <a:pt x="881" y="393"/>
                  <a:pt x="881" y="393"/>
                </a:cubicBezTo>
                <a:cubicBezTo>
                  <a:pt x="882" y="392"/>
                  <a:pt x="882" y="392"/>
                  <a:pt x="882" y="391"/>
                </a:cubicBezTo>
                <a:cubicBezTo>
                  <a:pt x="882" y="391"/>
                  <a:pt x="883" y="391"/>
                  <a:pt x="883" y="391"/>
                </a:cubicBezTo>
                <a:cubicBezTo>
                  <a:pt x="883" y="391"/>
                  <a:pt x="883" y="390"/>
                  <a:pt x="883" y="390"/>
                </a:cubicBezTo>
                <a:cubicBezTo>
                  <a:pt x="883" y="388"/>
                  <a:pt x="882" y="387"/>
                  <a:pt x="883" y="385"/>
                </a:cubicBezTo>
                <a:cubicBezTo>
                  <a:pt x="884" y="387"/>
                  <a:pt x="884" y="389"/>
                  <a:pt x="885" y="388"/>
                </a:cubicBezTo>
                <a:cubicBezTo>
                  <a:pt x="887" y="387"/>
                  <a:pt x="886" y="389"/>
                  <a:pt x="887" y="389"/>
                </a:cubicBezTo>
                <a:cubicBezTo>
                  <a:pt x="887" y="389"/>
                  <a:pt x="887" y="389"/>
                  <a:pt x="887" y="389"/>
                </a:cubicBezTo>
                <a:cubicBezTo>
                  <a:pt x="887" y="389"/>
                  <a:pt x="887" y="389"/>
                  <a:pt x="887" y="389"/>
                </a:cubicBezTo>
                <a:cubicBezTo>
                  <a:pt x="887" y="388"/>
                  <a:pt x="887" y="387"/>
                  <a:pt x="887" y="386"/>
                </a:cubicBezTo>
                <a:cubicBezTo>
                  <a:pt x="888" y="386"/>
                  <a:pt x="889" y="386"/>
                  <a:pt x="889" y="386"/>
                </a:cubicBezTo>
                <a:cubicBezTo>
                  <a:pt x="890" y="385"/>
                  <a:pt x="890" y="385"/>
                  <a:pt x="890" y="384"/>
                </a:cubicBezTo>
                <a:cubicBezTo>
                  <a:pt x="889" y="383"/>
                  <a:pt x="890" y="382"/>
                  <a:pt x="890" y="382"/>
                </a:cubicBezTo>
                <a:cubicBezTo>
                  <a:pt x="891" y="382"/>
                  <a:pt x="891" y="383"/>
                  <a:pt x="891" y="384"/>
                </a:cubicBezTo>
                <a:cubicBezTo>
                  <a:pt x="891" y="385"/>
                  <a:pt x="891" y="386"/>
                  <a:pt x="892" y="385"/>
                </a:cubicBezTo>
                <a:cubicBezTo>
                  <a:pt x="893" y="385"/>
                  <a:pt x="893" y="385"/>
                  <a:pt x="894" y="385"/>
                </a:cubicBezTo>
                <a:cubicBezTo>
                  <a:pt x="894" y="385"/>
                  <a:pt x="894" y="385"/>
                  <a:pt x="894" y="385"/>
                </a:cubicBezTo>
                <a:cubicBezTo>
                  <a:pt x="893" y="386"/>
                  <a:pt x="892" y="386"/>
                  <a:pt x="891" y="387"/>
                </a:cubicBezTo>
                <a:cubicBezTo>
                  <a:pt x="891" y="386"/>
                  <a:pt x="891" y="386"/>
                  <a:pt x="891" y="386"/>
                </a:cubicBezTo>
                <a:cubicBezTo>
                  <a:pt x="893" y="388"/>
                  <a:pt x="894" y="388"/>
                  <a:pt x="897" y="386"/>
                </a:cubicBezTo>
                <a:cubicBezTo>
                  <a:pt x="897" y="387"/>
                  <a:pt x="896" y="388"/>
                  <a:pt x="898" y="387"/>
                </a:cubicBezTo>
                <a:cubicBezTo>
                  <a:pt x="898" y="387"/>
                  <a:pt x="899" y="387"/>
                  <a:pt x="899" y="387"/>
                </a:cubicBezTo>
                <a:cubicBezTo>
                  <a:pt x="900" y="386"/>
                  <a:pt x="901" y="385"/>
                  <a:pt x="901" y="384"/>
                </a:cubicBezTo>
                <a:cubicBezTo>
                  <a:pt x="903" y="387"/>
                  <a:pt x="904" y="387"/>
                  <a:pt x="906" y="385"/>
                </a:cubicBezTo>
                <a:cubicBezTo>
                  <a:pt x="905" y="384"/>
                  <a:pt x="903" y="384"/>
                  <a:pt x="901" y="384"/>
                </a:cubicBezTo>
                <a:cubicBezTo>
                  <a:pt x="901" y="382"/>
                  <a:pt x="899" y="383"/>
                  <a:pt x="898" y="383"/>
                </a:cubicBezTo>
                <a:cubicBezTo>
                  <a:pt x="896" y="384"/>
                  <a:pt x="896" y="384"/>
                  <a:pt x="895" y="382"/>
                </a:cubicBezTo>
                <a:cubicBezTo>
                  <a:pt x="895" y="382"/>
                  <a:pt x="894" y="382"/>
                  <a:pt x="894" y="382"/>
                </a:cubicBezTo>
                <a:cubicBezTo>
                  <a:pt x="894" y="382"/>
                  <a:pt x="894" y="382"/>
                  <a:pt x="894" y="382"/>
                </a:cubicBezTo>
                <a:cubicBezTo>
                  <a:pt x="895" y="381"/>
                  <a:pt x="895" y="381"/>
                  <a:pt x="896" y="381"/>
                </a:cubicBezTo>
                <a:cubicBezTo>
                  <a:pt x="896" y="381"/>
                  <a:pt x="896" y="381"/>
                  <a:pt x="896" y="381"/>
                </a:cubicBezTo>
                <a:cubicBezTo>
                  <a:pt x="897" y="383"/>
                  <a:pt x="899" y="381"/>
                  <a:pt x="900" y="382"/>
                </a:cubicBezTo>
                <a:cubicBezTo>
                  <a:pt x="901" y="382"/>
                  <a:pt x="903" y="381"/>
                  <a:pt x="903" y="380"/>
                </a:cubicBezTo>
                <a:cubicBezTo>
                  <a:pt x="904" y="380"/>
                  <a:pt x="905" y="379"/>
                  <a:pt x="905" y="378"/>
                </a:cubicBezTo>
                <a:cubicBezTo>
                  <a:pt x="904" y="377"/>
                  <a:pt x="905" y="376"/>
                  <a:pt x="906" y="375"/>
                </a:cubicBezTo>
                <a:cubicBezTo>
                  <a:pt x="906" y="375"/>
                  <a:pt x="907" y="374"/>
                  <a:pt x="907" y="374"/>
                </a:cubicBezTo>
                <a:cubicBezTo>
                  <a:pt x="906" y="373"/>
                  <a:pt x="901" y="372"/>
                  <a:pt x="901" y="373"/>
                </a:cubicBezTo>
                <a:cubicBezTo>
                  <a:pt x="900" y="373"/>
                  <a:pt x="900" y="373"/>
                  <a:pt x="900" y="373"/>
                </a:cubicBezTo>
                <a:cubicBezTo>
                  <a:pt x="900" y="374"/>
                  <a:pt x="900" y="374"/>
                  <a:pt x="899" y="375"/>
                </a:cubicBezTo>
                <a:cubicBezTo>
                  <a:pt x="899" y="375"/>
                  <a:pt x="897" y="375"/>
                  <a:pt x="896" y="375"/>
                </a:cubicBezTo>
                <a:cubicBezTo>
                  <a:pt x="897" y="375"/>
                  <a:pt x="898" y="374"/>
                  <a:pt x="898" y="374"/>
                </a:cubicBezTo>
                <a:cubicBezTo>
                  <a:pt x="899" y="373"/>
                  <a:pt x="900" y="372"/>
                  <a:pt x="900" y="371"/>
                </a:cubicBezTo>
                <a:cubicBezTo>
                  <a:pt x="901" y="371"/>
                  <a:pt x="901" y="371"/>
                  <a:pt x="901" y="371"/>
                </a:cubicBezTo>
                <a:cubicBezTo>
                  <a:pt x="902" y="371"/>
                  <a:pt x="902" y="370"/>
                  <a:pt x="902" y="370"/>
                </a:cubicBezTo>
                <a:cubicBezTo>
                  <a:pt x="902" y="370"/>
                  <a:pt x="902" y="369"/>
                  <a:pt x="902" y="369"/>
                </a:cubicBezTo>
                <a:cubicBezTo>
                  <a:pt x="901" y="369"/>
                  <a:pt x="900" y="369"/>
                  <a:pt x="900" y="369"/>
                </a:cubicBezTo>
                <a:cubicBezTo>
                  <a:pt x="900" y="370"/>
                  <a:pt x="899" y="370"/>
                  <a:pt x="899" y="370"/>
                </a:cubicBezTo>
                <a:cubicBezTo>
                  <a:pt x="899" y="370"/>
                  <a:pt x="899" y="370"/>
                  <a:pt x="899" y="370"/>
                </a:cubicBezTo>
                <a:cubicBezTo>
                  <a:pt x="899" y="371"/>
                  <a:pt x="898" y="371"/>
                  <a:pt x="898" y="371"/>
                </a:cubicBezTo>
                <a:cubicBezTo>
                  <a:pt x="898" y="368"/>
                  <a:pt x="898" y="368"/>
                  <a:pt x="895" y="369"/>
                </a:cubicBezTo>
                <a:cubicBezTo>
                  <a:pt x="895" y="369"/>
                  <a:pt x="894" y="369"/>
                  <a:pt x="894" y="369"/>
                </a:cubicBezTo>
                <a:cubicBezTo>
                  <a:pt x="892" y="369"/>
                  <a:pt x="893" y="367"/>
                  <a:pt x="893" y="366"/>
                </a:cubicBezTo>
                <a:cubicBezTo>
                  <a:pt x="893" y="365"/>
                  <a:pt x="893" y="364"/>
                  <a:pt x="892" y="364"/>
                </a:cubicBezTo>
                <a:cubicBezTo>
                  <a:pt x="891" y="364"/>
                  <a:pt x="890" y="364"/>
                  <a:pt x="889" y="365"/>
                </a:cubicBezTo>
                <a:cubicBezTo>
                  <a:pt x="889" y="365"/>
                  <a:pt x="889" y="365"/>
                  <a:pt x="889" y="365"/>
                </a:cubicBezTo>
                <a:cubicBezTo>
                  <a:pt x="888" y="365"/>
                  <a:pt x="889" y="366"/>
                  <a:pt x="889" y="367"/>
                </a:cubicBezTo>
                <a:cubicBezTo>
                  <a:pt x="889" y="367"/>
                  <a:pt x="889" y="368"/>
                  <a:pt x="890" y="368"/>
                </a:cubicBezTo>
                <a:cubicBezTo>
                  <a:pt x="890" y="368"/>
                  <a:pt x="889" y="368"/>
                  <a:pt x="889" y="368"/>
                </a:cubicBezTo>
                <a:cubicBezTo>
                  <a:pt x="889" y="369"/>
                  <a:pt x="889" y="370"/>
                  <a:pt x="888" y="371"/>
                </a:cubicBezTo>
                <a:cubicBezTo>
                  <a:pt x="889" y="370"/>
                  <a:pt x="889" y="370"/>
                  <a:pt x="889" y="369"/>
                </a:cubicBezTo>
                <a:cubicBezTo>
                  <a:pt x="889" y="369"/>
                  <a:pt x="888" y="369"/>
                  <a:pt x="888" y="369"/>
                </a:cubicBezTo>
                <a:cubicBezTo>
                  <a:pt x="888" y="368"/>
                  <a:pt x="887" y="367"/>
                  <a:pt x="886" y="366"/>
                </a:cubicBezTo>
                <a:cubicBezTo>
                  <a:pt x="886" y="366"/>
                  <a:pt x="886" y="366"/>
                  <a:pt x="886" y="366"/>
                </a:cubicBezTo>
                <a:cubicBezTo>
                  <a:pt x="886" y="368"/>
                  <a:pt x="886" y="371"/>
                  <a:pt x="887" y="373"/>
                </a:cubicBezTo>
                <a:cubicBezTo>
                  <a:pt x="887" y="374"/>
                  <a:pt x="887" y="375"/>
                  <a:pt x="887" y="376"/>
                </a:cubicBezTo>
                <a:cubicBezTo>
                  <a:pt x="886" y="376"/>
                  <a:pt x="886" y="376"/>
                  <a:pt x="885" y="376"/>
                </a:cubicBezTo>
                <a:cubicBezTo>
                  <a:pt x="885" y="374"/>
                  <a:pt x="886" y="371"/>
                  <a:pt x="885" y="369"/>
                </a:cubicBezTo>
                <a:cubicBezTo>
                  <a:pt x="885" y="369"/>
                  <a:pt x="885" y="369"/>
                  <a:pt x="885" y="368"/>
                </a:cubicBezTo>
                <a:cubicBezTo>
                  <a:pt x="885" y="367"/>
                  <a:pt x="884" y="366"/>
                  <a:pt x="884" y="365"/>
                </a:cubicBezTo>
                <a:cubicBezTo>
                  <a:pt x="884" y="364"/>
                  <a:pt x="883" y="363"/>
                  <a:pt x="883" y="364"/>
                </a:cubicBezTo>
                <a:cubicBezTo>
                  <a:pt x="882" y="364"/>
                  <a:pt x="882" y="364"/>
                  <a:pt x="882" y="364"/>
                </a:cubicBezTo>
                <a:cubicBezTo>
                  <a:pt x="882" y="364"/>
                  <a:pt x="882" y="364"/>
                  <a:pt x="882" y="364"/>
                </a:cubicBezTo>
                <a:cubicBezTo>
                  <a:pt x="881" y="365"/>
                  <a:pt x="880" y="365"/>
                  <a:pt x="880" y="365"/>
                </a:cubicBezTo>
                <a:cubicBezTo>
                  <a:pt x="880" y="365"/>
                  <a:pt x="880" y="365"/>
                  <a:pt x="880" y="366"/>
                </a:cubicBezTo>
                <a:cubicBezTo>
                  <a:pt x="880" y="366"/>
                  <a:pt x="879" y="366"/>
                  <a:pt x="879" y="366"/>
                </a:cubicBezTo>
                <a:cubicBezTo>
                  <a:pt x="879" y="367"/>
                  <a:pt x="878" y="366"/>
                  <a:pt x="878" y="365"/>
                </a:cubicBezTo>
                <a:cubicBezTo>
                  <a:pt x="877" y="364"/>
                  <a:pt x="875" y="364"/>
                  <a:pt x="874" y="362"/>
                </a:cubicBezTo>
                <a:cubicBezTo>
                  <a:pt x="873" y="361"/>
                  <a:pt x="872" y="360"/>
                  <a:pt x="871" y="359"/>
                </a:cubicBezTo>
                <a:cubicBezTo>
                  <a:pt x="870" y="358"/>
                  <a:pt x="868" y="358"/>
                  <a:pt x="867" y="356"/>
                </a:cubicBezTo>
                <a:cubicBezTo>
                  <a:pt x="867" y="356"/>
                  <a:pt x="866" y="356"/>
                  <a:pt x="866" y="356"/>
                </a:cubicBezTo>
                <a:cubicBezTo>
                  <a:pt x="866" y="356"/>
                  <a:pt x="866" y="356"/>
                  <a:pt x="866" y="356"/>
                </a:cubicBezTo>
                <a:cubicBezTo>
                  <a:pt x="865" y="357"/>
                  <a:pt x="864" y="359"/>
                  <a:pt x="863" y="360"/>
                </a:cubicBezTo>
                <a:cubicBezTo>
                  <a:pt x="863" y="360"/>
                  <a:pt x="863" y="360"/>
                  <a:pt x="863" y="360"/>
                </a:cubicBezTo>
                <a:cubicBezTo>
                  <a:pt x="863" y="360"/>
                  <a:pt x="862" y="361"/>
                  <a:pt x="862" y="362"/>
                </a:cubicBezTo>
                <a:cubicBezTo>
                  <a:pt x="862" y="361"/>
                  <a:pt x="862" y="359"/>
                  <a:pt x="861" y="360"/>
                </a:cubicBezTo>
                <a:cubicBezTo>
                  <a:pt x="860" y="361"/>
                  <a:pt x="859" y="359"/>
                  <a:pt x="858" y="360"/>
                </a:cubicBezTo>
                <a:cubicBezTo>
                  <a:pt x="858" y="360"/>
                  <a:pt x="858" y="360"/>
                  <a:pt x="858" y="360"/>
                </a:cubicBezTo>
                <a:cubicBezTo>
                  <a:pt x="858" y="360"/>
                  <a:pt x="858" y="360"/>
                  <a:pt x="858" y="360"/>
                </a:cubicBezTo>
                <a:cubicBezTo>
                  <a:pt x="858" y="363"/>
                  <a:pt x="856" y="365"/>
                  <a:pt x="857" y="367"/>
                </a:cubicBezTo>
                <a:cubicBezTo>
                  <a:pt x="857" y="368"/>
                  <a:pt x="858" y="368"/>
                  <a:pt x="858" y="370"/>
                </a:cubicBezTo>
                <a:cubicBezTo>
                  <a:pt x="857" y="371"/>
                  <a:pt x="858" y="373"/>
                  <a:pt x="860" y="374"/>
                </a:cubicBezTo>
                <a:cubicBezTo>
                  <a:pt x="859" y="375"/>
                  <a:pt x="860" y="376"/>
                  <a:pt x="859" y="377"/>
                </a:cubicBezTo>
                <a:cubicBezTo>
                  <a:pt x="858" y="377"/>
                  <a:pt x="858" y="377"/>
                  <a:pt x="858" y="377"/>
                </a:cubicBezTo>
                <a:cubicBezTo>
                  <a:pt x="858" y="377"/>
                  <a:pt x="858" y="377"/>
                  <a:pt x="858" y="377"/>
                </a:cubicBezTo>
                <a:cubicBezTo>
                  <a:pt x="857" y="378"/>
                  <a:pt x="856" y="379"/>
                  <a:pt x="857" y="380"/>
                </a:cubicBezTo>
                <a:cubicBezTo>
                  <a:pt x="858" y="381"/>
                  <a:pt x="857" y="382"/>
                  <a:pt x="857" y="383"/>
                </a:cubicBezTo>
                <a:cubicBezTo>
                  <a:pt x="856" y="383"/>
                  <a:pt x="856" y="383"/>
                  <a:pt x="856" y="383"/>
                </a:cubicBezTo>
                <a:cubicBezTo>
                  <a:pt x="856" y="383"/>
                  <a:pt x="855" y="383"/>
                  <a:pt x="855" y="382"/>
                </a:cubicBezTo>
                <a:cubicBezTo>
                  <a:pt x="854" y="381"/>
                  <a:pt x="852" y="381"/>
                  <a:pt x="851" y="379"/>
                </a:cubicBezTo>
                <a:cubicBezTo>
                  <a:pt x="851" y="379"/>
                  <a:pt x="851" y="378"/>
                  <a:pt x="850" y="379"/>
                </a:cubicBezTo>
                <a:cubicBezTo>
                  <a:pt x="850" y="379"/>
                  <a:pt x="849" y="380"/>
                  <a:pt x="850" y="380"/>
                </a:cubicBezTo>
                <a:cubicBezTo>
                  <a:pt x="852" y="382"/>
                  <a:pt x="853" y="384"/>
                  <a:pt x="855" y="384"/>
                </a:cubicBezTo>
                <a:cubicBezTo>
                  <a:pt x="855" y="385"/>
                  <a:pt x="855" y="385"/>
                  <a:pt x="856" y="385"/>
                </a:cubicBezTo>
                <a:cubicBezTo>
                  <a:pt x="857" y="385"/>
                  <a:pt x="858" y="385"/>
                  <a:pt x="859" y="386"/>
                </a:cubicBezTo>
                <a:cubicBezTo>
                  <a:pt x="858" y="386"/>
                  <a:pt x="858" y="386"/>
                  <a:pt x="858" y="386"/>
                </a:cubicBezTo>
                <a:cubicBezTo>
                  <a:pt x="858" y="387"/>
                  <a:pt x="858" y="387"/>
                  <a:pt x="858" y="387"/>
                </a:cubicBezTo>
                <a:cubicBezTo>
                  <a:pt x="858" y="388"/>
                  <a:pt x="859" y="388"/>
                  <a:pt x="859" y="388"/>
                </a:cubicBezTo>
                <a:cubicBezTo>
                  <a:pt x="859" y="388"/>
                  <a:pt x="859" y="388"/>
                  <a:pt x="859" y="388"/>
                </a:cubicBezTo>
                <a:cubicBezTo>
                  <a:pt x="860" y="387"/>
                  <a:pt x="859" y="387"/>
                  <a:pt x="859" y="386"/>
                </a:cubicBezTo>
                <a:cubicBezTo>
                  <a:pt x="861" y="388"/>
                  <a:pt x="864" y="386"/>
                  <a:pt x="865" y="389"/>
                </a:cubicBezTo>
                <a:cubicBezTo>
                  <a:pt x="864" y="390"/>
                  <a:pt x="863" y="388"/>
                  <a:pt x="862" y="389"/>
                </a:cubicBezTo>
                <a:cubicBezTo>
                  <a:pt x="862" y="389"/>
                  <a:pt x="861" y="388"/>
                  <a:pt x="861" y="389"/>
                </a:cubicBezTo>
                <a:cubicBezTo>
                  <a:pt x="858" y="390"/>
                  <a:pt x="856" y="388"/>
                  <a:pt x="854" y="386"/>
                </a:cubicBezTo>
                <a:cubicBezTo>
                  <a:pt x="854" y="386"/>
                  <a:pt x="854" y="386"/>
                  <a:pt x="854" y="386"/>
                </a:cubicBezTo>
                <a:cubicBezTo>
                  <a:pt x="853" y="386"/>
                  <a:pt x="852" y="386"/>
                  <a:pt x="852" y="386"/>
                </a:cubicBezTo>
                <a:cubicBezTo>
                  <a:pt x="849" y="384"/>
                  <a:pt x="846" y="384"/>
                  <a:pt x="843" y="382"/>
                </a:cubicBezTo>
                <a:cubicBezTo>
                  <a:pt x="841" y="381"/>
                  <a:pt x="840" y="381"/>
                  <a:pt x="838" y="382"/>
                </a:cubicBezTo>
                <a:cubicBezTo>
                  <a:pt x="837" y="382"/>
                  <a:pt x="836" y="383"/>
                  <a:pt x="835" y="382"/>
                </a:cubicBezTo>
                <a:cubicBezTo>
                  <a:pt x="833" y="381"/>
                  <a:pt x="830" y="381"/>
                  <a:pt x="828" y="380"/>
                </a:cubicBezTo>
                <a:cubicBezTo>
                  <a:pt x="827" y="380"/>
                  <a:pt x="826" y="380"/>
                  <a:pt x="826" y="380"/>
                </a:cubicBezTo>
                <a:cubicBezTo>
                  <a:pt x="826" y="379"/>
                  <a:pt x="826" y="379"/>
                  <a:pt x="826" y="379"/>
                </a:cubicBezTo>
                <a:cubicBezTo>
                  <a:pt x="827" y="378"/>
                  <a:pt x="827" y="379"/>
                  <a:pt x="828" y="380"/>
                </a:cubicBezTo>
                <a:cubicBezTo>
                  <a:pt x="828" y="380"/>
                  <a:pt x="829" y="380"/>
                  <a:pt x="829" y="380"/>
                </a:cubicBezTo>
                <a:cubicBezTo>
                  <a:pt x="829" y="380"/>
                  <a:pt x="829" y="380"/>
                  <a:pt x="829" y="380"/>
                </a:cubicBezTo>
                <a:cubicBezTo>
                  <a:pt x="831" y="378"/>
                  <a:pt x="830" y="376"/>
                  <a:pt x="829" y="376"/>
                </a:cubicBezTo>
                <a:cubicBezTo>
                  <a:pt x="828" y="376"/>
                  <a:pt x="827" y="375"/>
                  <a:pt x="826" y="375"/>
                </a:cubicBezTo>
                <a:cubicBezTo>
                  <a:pt x="825" y="375"/>
                  <a:pt x="824" y="374"/>
                  <a:pt x="823" y="375"/>
                </a:cubicBezTo>
                <a:cubicBezTo>
                  <a:pt x="823" y="375"/>
                  <a:pt x="823" y="375"/>
                  <a:pt x="823" y="375"/>
                </a:cubicBezTo>
                <a:cubicBezTo>
                  <a:pt x="822" y="376"/>
                  <a:pt x="824" y="377"/>
                  <a:pt x="824" y="378"/>
                </a:cubicBezTo>
                <a:cubicBezTo>
                  <a:pt x="824" y="378"/>
                  <a:pt x="824" y="378"/>
                  <a:pt x="824" y="378"/>
                </a:cubicBezTo>
                <a:cubicBezTo>
                  <a:pt x="822" y="378"/>
                  <a:pt x="820" y="378"/>
                  <a:pt x="818" y="377"/>
                </a:cubicBezTo>
                <a:cubicBezTo>
                  <a:pt x="814" y="375"/>
                  <a:pt x="812" y="373"/>
                  <a:pt x="813" y="368"/>
                </a:cubicBezTo>
                <a:cubicBezTo>
                  <a:pt x="813" y="368"/>
                  <a:pt x="813" y="367"/>
                  <a:pt x="814" y="367"/>
                </a:cubicBezTo>
                <a:cubicBezTo>
                  <a:pt x="814" y="367"/>
                  <a:pt x="814" y="367"/>
                  <a:pt x="815" y="367"/>
                </a:cubicBezTo>
                <a:cubicBezTo>
                  <a:pt x="815" y="367"/>
                  <a:pt x="816" y="367"/>
                  <a:pt x="817" y="367"/>
                </a:cubicBezTo>
                <a:cubicBezTo>
                  <a:pt x="817" y="366"/>
                  <a:pt x="817" y="366"/>
                  <a:pt x="817" y="366"/>
                </a:cubicBezTo>
                <a:cubicBezTo>
                  <a:pt x="817" y="365"/>
                  <a:pt x="816" y="364"/>
                  <a:pt x="815" y="363"/>
                </a:cubicBezTo>
                <a:cubicBezTo>
                  <a:pt x="815" y="363"/>
                  <a:pt x="814" y="363"/>
                  <a:pt x="813" y="363"/>
                </a:cubicBezTo>
                <a:cubicBezTo>
                  <a:pt x="811" y="363"/>
                  <a:pt x="808" y="363"/>
                  <a:pt x="806" y="363"/>
                </a:cubicBezTo>
                <a:cubicBezTo>
                  <a:pt x="804" y="363"/>
                  <a:pt x="803" y="363"/>
                  <a:pt x="802" y="362"/>
                </a:cubicBezTo>
                <a:cubicBezTo>
                  <a:pt x="801" y="361"/>
                  <a:pt x="799" y="360"/>
                  <a:pt x="796" y="360"/>
                </a:cubicBezTo>
                <a:cubicBezTo>
                  <a:pt x="794" y="360"/>
                  <a:pt x="792" y="359"/>
                  <a:pt x="790" y="358"/>
                </a:cubicBezTo>
                <a:cubicBezTo>
                  <a:pt x="788" y="357"/>
                  <a:pt x="786" y="358"/>
                  <a:pt x="784" y="359"/>
                </a:cubicBezTo>
                <a:cubicBezTo>
                  <a:pt x="784" y="360"/>
                  <a:pt x="784" y="360"/>
                  <a:pt x="783" y="360"/>
                </a:cubicBezTo>
                <a:cubicBezTo>
                  <a:pt x="783" y="361"/>
                  <a:pt x="782" y="361"/>
                  <a:pt x="782" y="361"/>
                </a:cubicBezTo>
                <a:cubicBezTo>
                  <a:pt x="782" y="362"/>
                  <a:pt x="781" y="362"/>
                  <a:pt x="780" y="362"/>
                </a:cubicBezTo>
                <a:cubicBezTo>
                  <a:pt x="777" y="362"/>
                  <a:pt x="775" y="362"/>
                  <a:pt x="772" y="363"/>
                </a:cubicBezTo>
                <a:cubicBezTo>
                  <a:pt x="772" y="364"/>
                  <a:pt x="771" y="364"/>
                  <a:pt x="771" y="364"/>
                </a:cubicBezTo>
                <a:cubicBezTo>
                  <a:pt x="770" y="365"/>
                  <a:pt x="770" y="367"/>
                  <a:pt x="771" y="368"/>
                </a:cubicBezTo>
                <a:cubicBezTo>
                  <a:pt x="771" y="368"/>
                  <a:pt x="772" y="369"/>
                  <a:pt x="773" y="370"/>
                </a:cubicBezTo>
                <a:cubicBezTo>
                  <a:pt x="773" y="370"/>
                  <a:pt x="775" y="370"/>
                  <a:pt x="775" y="370"/>
                </a:cubicBezTo>
                <a:cubicBezTo>
                  <a:pt x="774" y="370"/>
                  <a:pt x="773" y="370"/>
                  <a:pt x="773" y="370"/>
                </a:cubicBezTo>
                <a:cubicBezTo>
                  <a:pt x="772" y="371"/>
                  <a:pt x="772" y="371"/>
                  <a:pt x="771" y="371"/>
                </a:cubicBezTo>
                <a:cubicBezTo>
                  <a:pt x="770" y="372"/>
                  <a:pt x="770" y="374"/>
                  <a:pt x="770" y="376"/>
                </a:cubicBezTo>
                <a:cubicBezTo>
                  <a:pt x="769" y="375"/>
                  <a:pt x="769" y="374"/>
                  <a:pt x="768" y="374"/>
                </a:cubicBezTo>
                <a:cubicBezTo>
                  <a:pt x="768" y="373"/>
                  <a:pt x="767" y="374"/>
                  <a:pt x="766" y="374"/>
                </a:cubicBezTo>
                <a:cubicBezTo>
                  <a:pt x="764" y="374"/>
                  <a:pt x="765" y="373"/>
                  <a:pt x="766" y="372"/>
                </a:cubicBezTo>
                <a:cubicBezTo>
                  <a:pt x="766" y="372"/>
                  <a:pt x="766" y="372"/>
                  <a:pt x="767" y="373"/>
                </a:cubicBezTo>
                <a:cubicBezTo>
                  <a:pt x="768" y="373"/>
                  <a:pt x="768" y="373"/>
                  <a:pt x="769" y="372"/>
                </a:cubicBezTo>
                <a:cubicBezTo>
                  <a:pt x="769" y="372"/>
                  <a:pt x="770" y="372"/>
                  <a:pt x="770" y="371"/>
                </a:cubicBezTo>
                <a:cubicBezTo>
                  <a:pt x="771" y="370"/>
                  <a:pt x="769" y="369"/>
                  <a:pt x="768" y="369"/>
                </a:cubicBezTo>
                <a:cubicBezTo>
                  <a:pt x="767" y="368"/>
                  <a:pt x="767" y="367"/>
                  <a:pt x="767" y="366"/>
                </a:cubicBezTo>
                <a:cubicBezTo>
                  <a:pt x="766" y="364"/>
                  <a:pt x="768" y="363"/>
                  <a:pt x="768" y="362"/>
                </a:cubicBezTo>
                <a:cubicBezTo>
                  <a:pt x="769" y="358"/>
                  <a:pt x="767" y="356"/>
                  <a:pt x="766" y="353"/>
                </a:cubicBezTo>
                <a:cubicBezTo>
                  <a:pt x="766" y="352"/>
                  <a:pt x="765" y="351"/>
                  <a:pt x="764" y="352"/>
                </a:cubicBezTo>
                <a:cubicBezTo>
                  <a:pt x="764" y="352"/>
                  <a:pt x="764" y="352"/>
                  <a:pt x="764" y="352"/>
                </a:cubicBezTo>
                <a:cubicBezTo>
                  <a:pt x="763" y="352"/>
                  <a:pt x="764" y="353"/>
                  <a:pt x="764" y="354"/>
                </a:cubicBezTo>
                <a:cubicBezTo>
                  <a:pt x="765" y="355"/>
                  <a:pt x="765" y="356"/>
                  <a:pt x="764" y="357"/>
                </a:cubicBezTo>
                <a:cubicBezTo>
                  <a:pt x="764" y="357"/>
                  <a:pt x="763" y="358"/>
                  <a:pt x="762" y="358"/>
                </a:cubicBezTo>
                <a:cubicBezTo>
                  <a:pt x="760" y="359"/>
                  <a:pt x="758" y="358"/>
                  <a:pt x="756" y="358"/>
                </a:cubicBezTo>
                <a:cubicBezTo>
                  <a:pt x="752" y="358"/>
                  <a:pt x="750" y="355"/>
                  <a:pt x="749" y="352"/>
                </a:cubicBezTo>
                <a:cubicBezTo>
                  <a:pt x="749" y="351"/>
                  <a:pt x="749" y="350"/>
                  <a:pt x="749" y="350"/>
                </a:cubicBezTo>
                <a:cubicBezTo>
                  <a:pt x="750" y="350"/>
                  <a:pt x="750" y="350"/>
                  <a:pt x="750" y="349"/>
                </a:cubicBezTo>
                <a:cubicBezTo>
                  <a:pt x="750" y="349"/>
                  <a:pt x="750" y="349"/>
                  <a:pt x="751" y="349"/>
                </a:cubicBezTo>
                <a:cubicBezTo>
                  <a:pt x="751" y="349"/>
                  <a:pt x="752" y="348"/>
                  <a:pt x="752" y="348"/>
                </a:cubicBezTo>
                <a:cubicBezTo>
                  <a:pt x="752" y="348"/>
                  <a:pt x="752" y="348"/>
                  <a:pt x="752" y="348"/>
                </a:cubicBezTo>
                <a:cubicBezTo>
                  <a:pt x="751" y="348"/>
                  <a:pt x="751" y="348"/>
                  <a:pt x="750" y="348"/>
                </a:cubicBezTo>
                <a:cubicBezTo>
                  <a:pt x="749" y="348"/>
                  <a:pt x="749" y="349"/>
                  <a:pt x="748" y="349"/>
                </a:cubicBezTo>
                <a:cubicBezTo>
                  <a:pt x="748" y="349"/>
                  <a:pt x="748" y="349"/>
                  <a:pt x="748" y="349"/>
                </a:cubicBezTo>
                <a:cubicBezTo>
                  <a:pt x="748" y="350"/>
                  <a:pt x="748" y="350"/>
                  <a:pt x="747" y="351"/>
                </a:cubicBezTo>
                <a:cubicBezTo>
                  <a:pt x="747" y="351"/>
                  <a:pt x="747" y="351"/>
                  <a:pt x="747" y="352"/>
                </a:cubicBezTo>
                <a:cubicBezTo>
                  <a:pt x="747" y="352"/>
                  <a:pt x="746" y="352"/>
                  <a:pt x="745" y="351"/>
                </a:cubicBezTo>
                <a:cubicBezTo>
                  <a:pt x="745" y="350"/>
                  <a:pt x="743" y="349"/>
                  <a:pt x="742" y="349"/>
                </a:cubicBezTo>
                <a:cubicBezTo>
                  <a:pt x="741" y="348"/>
                  <a:pt x="739" y="348"/>
                  <a:pt x="738" y="349"/>
                </a:cubicBezTo>
                <a:cubicBezTo>
                  <a:pt x="738" y="349"/>
                  <a:pt x="737" y="350"/>
                  <a:pt x="737" y="350"/>
                </a:cubicBezTo>
                <a:cubicBezTo>
                  <a:pt x="737" y="352"/>
                  <a:pt x="735" y="354"/>
                  <a:pt x="734" y="355"/>
                </a:cubicBezTo>
                <a:cubicBezTo>
                  <a:pt x="733" y="357"/>
                  <a:pt x="734" y="359"/>
                  <a:pt x="736" y="359"/>
                </a:cubicBezTo>
                <a:cubicBezTo>
                  <a:pt x="738" y="359"/>
                  <a:pt x="740" y="359"/>
                  <a:pt x="742" y="358"/>
                </a:cubicBezTo>
                <a:cubicBezTo>
                  <a:pt x="743" y="358"/>
                  <a:pt x="743" y="357"/>
                  <a:pt x="743" y="357"/>
                </a:cubicBezTo>
                <a:cubicBezTo>
                  <a:pt x="744" y="357"/>
                  <a:pt x="744" y="356"/>
                  <a:pt x="744" y="356"/>
                </a:cubicBezTo>
                <a:cubicBezTo>
                  <a:pt x="744" y="356"/>
                  <a:pt x="744" y="356"/>
                  <a:pt x="745" y="356"/>
                </a:cubicBezTo>
                <a:cubicBezTo>
                  <a:pt x="745" y="357"/>
                  <a:pt x="746" y="357"/>
                  <a:pt x="746" y="358"/>
                </a:cubicBezTo>
                <a:cubicBezTo>
                  <a:pt x="746" y="359"/>
                  <a:pt x="746" y="359"/>
                  <a:pt x="745" y="359"/>
                </a:cubicBezTo>
                <a:cubicBezTo>
                  <a:pt x="745" y="360"/>
                  <a:pt x="745" y="360"/>
                  <a:pt x="745" y="360"/>
                </a:cubicBezTo>
                <a:cubicBezTo>
                  <a:pt x="745" y="360"/>
                  <a:pt x="744" y="360"/>
                  <a:pt x="744" y="360"/>
                </a:cubicBezTo>
                <a:cubicBezTo>
                  <a:pt x="742" y="360"/>
                  <a:pt x="741" y="362"/>
                  <a:pt x="740" y="364"/>
                </a:cubicBezTo>
                <a:cubicBezTo>
                  <a:pt x="739" y="365"/>
                  <a:pt x="738" y="366"/>
                  <a:pt x="737" y="366"/>
                </a:cubicBezTo>
                <a:cubicBezTo>
                  <a:pt x="736" y="367"/>
                  <a:pt x="734" y="366"/>
                  <a:pt x="734" y="366"/>
                </a:cubicBezTo>
                <a:cubicBezTo>
                  <a:pt x="733" y="365"/>
                  <a:pt x="732" y="364"/>
                  <a:pt x="731" y="364"/>
                </a:cubicBezTo>
                <a:cubicBezTo>
                  <a:pt x="731" y="364"/>
                  <a:pt x="731" y="364"/>
                  <a:pt x="731" y="364"/>
                </a:cubicBezTo>
                <a:cubicBezTo>
                  <a:pt x="731" y="365"/>
                  <a:pt x="731" y="366"/>
                  <a:pt x="731" y="367"/>
                </a:cubicBezTo>
                <a:cubicBezTo>
                  <a:pt x="731" y="368"/>
                  <a:pt x="731" y="369"/>
                  <a:pt x="729" y="369"/>
                </a:cubicBezTo>
                <a:cubicBezTo>
                  <a:pt x="727" y="370"/>
                  <a:pt x="725" y="370"/>
                  <a:pt x="723" y="371"/>
                </a:cubicBezTo>
                <a:cubicBezTo>
                  <a:pt x="723" y="371"/>
                  <a:pt x="723" y="371"/>
                  <a:pt x="723" y="372"/>
                </a:cubicBezTo>
                <a:cubicBezTo>
                  <a:pt x="723" y="372"/>
                  <a:pt x="723" y="372"/>
                  <a:pt x="723" y="372"/>
                </a:cubicBezTo>
                <a:cubicBezTo>
                  <a:pt x="723" y="372"/>
                  <a:pt x="723" y="372"/>
                  <a:pt x="723" y="372"/>
                </a:cubicBezTo>
                <a:cubicBezTo>
                  <a:pt x="723" y="372"/>
                  <a:pt x="723" y="372"/>
                  <a:pt x="723" y="372"/>
                </a:cubicBezTo>
                <a:cubicBezTo>
                  <a:pt x="723" y="372"/>
                  <a:pt x="724" y="372"/>
                  <a:pt x="724" y="373"/>
                </a:cubicBezTo>
                <a:cubicBezTo>
                  <a:pt x="724" y="373"/>
                  <a:pt x="724" y="373"/>
                  <a:pt x="724" y="373"/>
                </a:cubicBezTo>
                <a:cubicBezTo>
                  <a:pt x="724" y="374"/>
                  <a:pt x="724" y="374"/>
                  <a:pt x="724" y="374"/>
                </a:cubicBezTo>
                <a:cubicBezTo>
                  <a:pt x="723" y="374"/>
                  <a:pt x="721" y="373"/>
                  <a:pt x="720" y="374"/>
                </a:cubicBezTo>
                <a:cubicBezTo>
                  <a:pt x="720" y="374"/>
                  <a:pt x="720" y="374"/>
                  <a:pt x="720" y="374"/>
                </a:cubicBezTo>
                <a:cubicBezTo>
                  <a:pt x="720" y="374"/>
                  <a:pt x="720" y="374"/>
                  <a:pt x="719" y="375"/>
                </a:cubicBezTo>
                <a:cubicBezTo>
                  <a:pt x="719" y="375"/>
                  <a:pt x="718" y="375"/>
                  <a:pt x="717" y="375"/>
                </a:cubicBezTo>
                <a:cubicBezTo>
                  <a:pt x="716" y="375"/>
                  <a:pt x="714" y="374"/>
                  <a:pt x="712" y="375"/>
                </a:cubicBezTo>
                <a:cubicBezTo>
                  <a:pt x="710" y="377"/>
                  <a:pt x="708" y="376"/>
                  <a:pt x="706" y="375"/>
                </a:cubicBezTo>
                <a:cubicBezTo>
                  <a:pt x="706" y="375"/>
                  <a:pt x="706" y="375"/>
                  <a:pt x="705" y="375"/>
                </a:cubicBezTo>
                <a:cubicBezTo>
                  <a:pt x="705" y="375"/>
                  <a:pt x="705" y="375"/>
                  <a:pt x="705" y="375"/>
                </a:cubicBezTo>
                <a:cubicBezTo>
                  <a:pt x="703" y="378"/>
                  <a:pt x="705" y="382"/>
                  <a:pt x="708" y="383"/>
                </a:cubicBezTo>
                <a:cubicBezTo>
                  <a:pt x="710" y="383"/>
                  <a:pt x="709" y="384"/>
                  <a:pt x="709" y="385"/>
                </a:cubicBezTo>
                <a:cubicBezTo>
                  <a:pt x="708" y="385"/>
                  <a:pt x="706" y="384"/>
                  <a:pt x="705" y="383"/>
                </a:cubicBezTo>
                <a:cubicBezTo>
                  <a:pt x="704" y="382"/>
                  <a:pt x="703" y="382"/>
                  <a:pt x="703" y="383"/>
                </a:cubicBezTo>
                <a:cubicBezTo>
                  <a:pt x="702" y="383"/>
                  <a:pt x="702" y="383"/>
                  <a:pt x="702" y="384"/>
                </a:cubicBezTo>
                <a:cubicBezTo>
                  <a:pt x="701" y="385"/>
                  <a:pt x="701" y="386"/>
                  <a:pt x="700" y="387"/>
                </a:cubicBezTo>
                <a:cubicBezTo>
                  <a:pt x="699" y="387"/>
                  <a:pt x="698" y="388"/>
                  <a:pt x="696" y="388"/>
                </a:cubicBezTo>
                <a:cubicBezTo>
                  <a:pt x="696" y="388"/>
                  <a:pt x="696" y="388"/>
                  <a:pt x="695" y="388"/>
                </a:cubicBezTo>
                <a:cubicBezTo>
                  <a:pt x="695" y="388"/>
                  <a:pt x="695" y="388"/>
                  <a:pt x="695" y="388"/>
                </a:cubicBezTo>
                <a:cubicBezTo>
                  <a:pt x="694" y="390"/>
                  <a:pt x="692" y="391"/>
                  <a:pt x="692" y="394"/>
                </a:cubicBezTo>
                <a:cubicBezTo>
                  <a:pt x="691" y="391"/>
                  <a:pt x="689" y="393"/>
                  <a:pt x="688" y="393"/>
                </a:cubicBezTo>
                <a:cubicBezTo>
                  <a:pt x="688" y="393"/>
                  <a:pt x="688" y="393"/>
                  <a:pt x="688" y="393"/>
                </a:cubicBezTo>
                <a:cubicBezTo>
                  <a:pt x="688" y="394"/>
                  <a:pt x="687" y="394"/>
                  <a:pt x="688" y="394"/>
                </a:cubicBezTo>
                <a:cubicBezTo>
                  <a:pt x="688" y="394"/>
                  <a:pt x="688" y="395"/>
                  <a:pt x="689" y="394"/>
                </a:cubicBezTo>
                <a:cubicBezTo>
                  <a:pt x="689" y="394"/>
                  <a:pt x="689" y="394"/>
                  <a:pt x="689" y="394"/>
                </a:cubicBezTo>
                <a:cubicBezTo>
                  <a:pt x="689" y="394"/>
                  <a:pt x="689" y="394"/>
                  <a:pt x="689" y="394"/>
                </a:cubicBezTo>
                <a:cubicBezTo>
                  <a:pt x="690" y="394"/>
                  <a:pt x="690" y="394"/>
                  <a:pt x="690" y="394"/>
                </a:cubicBezTo>
                <a:cubicBezTo>
                  <a:pt x="690" y="394"/>
                  <a:pt x="690" y="395"/>
                  <a:pt x="690" y="395"/>
                </a:cubicBezTo>
                <a:cubicBezTo>
                  <a:pt x="689" y="395"/>
                  <a:pt x="688" y="395"/>
                  <a:pt x="687" y="396"/>
                </a:cubicBezTo>
                <a:cubicBezTo>
                  <a:pt x="686" y="396"/>
                  <a:pt x="685" y="395"/>
                  <a:pt x="685" y="394"/>
                </a:cubicBezTo>
                <a:cubicBezTo>
                  <a:pt x="685" y="394"/>
                  <a:pt x="685" y="393"/>
                  <a:pt x="685" y="393"/>
                </a:cubicBezTo>
                <a:cubicBezTo>
                  <a:pt x="686" y="393"/>
                  <a:pt x="686" y="393"/>
                  <a:pt x="686" y="393"/>
                </a:cubicBezTo>
                <a:cubicBezTo>
                  <a:pt x="687" y="392"/>
                  <a:pt x="687" y="392"/>
                  <a:pt x="688" y="392"/>
                </a:cubicBezTo>
                <a:cubicBezTo>
                  <a:pt x="688" y="391"/>
                  <a:pt x="689" y="391"/>
                  <a:pt x="689" y="390"/>
                </a:cubicBezTo>
                <a:cubicBezTo>
                  <a:pt x="690" y="390"/>
                  <a:pt x="690" y="390"/>
                  <a:pt x="691" y="390"/>
                </a:cubicBezTo>
                <a:cubicBezTo>
                  <a:pt x="691" y="390"/>
                  <a:pt x="691" y="390"/>
                  <a:pt x="691" y="389"/>
                </a:cubicBezTo>
                <a:cubicBezTo>
                  <a:pt x="691" y="388"/>
                  <a:pt x="692" y="388"/>
                  <a:pt x="692" y="387"/>
                </a:cubicBezTo>
                <a:cubicBezTo>
                  <a:pt x="693" y="387"/>
                  <a:pt x="694" y="387"/>
                  <a:pt x="695" y="387"/>
                </a:cubicBezTo>
                <a:cubicBezTo>
                  <a:pt x="696" y="387"/>
                  <a:pt x="697" y="387"/>
                  <a:pt x="698" y="386"/>
                </a:cubicBezTo>
                <a:cubicBezTo>
                  <a:pt x="698" y="386"/>
                  <a:pt x="699" y="385"/>
                  <a:pt x="699" y="385"/>
                </a:cubicBezTo>
                <a:cubicBezTo>
                  <a:pt x="699" y="384"/>
                  <a:pt x="699" y="384"/>
                  <a:pt x="699" y="384"/>
                </a:cubicBezTo>
                <a:cubicBezTo>
                  <a:pt x="700" y="384"/>
                  <a:pt x="700" y="384"/>
                  <a:pt x="700" y="384"/>
                </a:cubicBezTo>
                <a:cubicBezTo>
                  <a:pt x="700" y="384"/>
                  <a:pt x="701" y="384"/>
                  <a:pt x="701" y="384"/>
                </a:cubicBezTo>
                <a:cubicBezTo>
                  <a:pt x="701" y="383"/>
                  <a:pt x="701" y="383"/>
                  <a:pt x="701" y="382"/>
                </a:cubicBezTo>
                <a:cubicBezTo>
                  <a:pt x="702" y="381"/>
                  <a:pt x="701" y="379"/>
                  <a:pt x="702" y="378"/>
                </a:cubicBezTo>
                <a:cubicBezTo>
                  <a:pt x="703" y="377"/>
                  <a:pt x="703" y="375"/>
                  <a:pt x="703" y="374"/>
                </a:cubicBezTo>
                <a:cubicBezTo>
                  <a:pt x="703" y="374"/>
                  <a:pt x="703" y="374"/>
                  <a:pt x="703" y="373"/>
                </a:cubicBezTo>
                <a:cubicBezTo>
                  <a:pt x="704" y="373"/>
                  <a:pt x="704" y="373"/>
                  <a:pt x="704" y="373"/>
                </a:cubicBezTo>
                <a:cubicBezTo>
                  <a:pt x="704" y="372"/>
                  <a:pt x="704" y="371"/>
                  <a:pt x="705" y="371"/>
                </a:cubicBezTo>
                <a:cubicBezTo>
                  <a:pt x="705" y="370"/>
                  <a:pt x="706" y="370"/>
                  <a:pt x="707" y="371"/>
                </a:cubicBezTo>
                <a:cubicBezTo>
                  <a:pt x="708" y="371"/>
                  <a:pt x="708" y="371"/>
                  <a:pt x="709" y="371"/>
                </a:cubicBezTo>
                <a:cubicBezTo>
                  <a:pt x="709" y="370"/>
                  <a:pt x="710" y="370"/>
                  <a:pt x="710" y="369"/>
                </a:cubicBezTo>
                <a:cubicBezTo>
                  <a:pt x="710" y="368"/>
                  <a:pt x="710" y="366"/>
                  <a:pt x="711" y="366"/>
                </a:cubicBezTo>
                <a:cubicBezTo>
                  <a:pt x="713" y="364"/>
                  <a:pt x="713" y="363"/>
                  <a:pt x="711" y="362"/>
                </a:cubicBezTo>
                <a:cubicBezTo>
                  <a:pt x="711" y="362"/>
                  <a:pt x="712" y="362"/>
                  <a:pt x="712" y="362"/>
                </a:cubicBezTo>
                <a:cubicBezTo>
                  <a:pt x="712" y="362"/>
                  <a:pt x="712" y="361"/>
                  <a:pt x="713" y="361"/>
                </a:cubicBezTo>
                <a:cubicBezTo>
                  <a:pt x="713" y="361"/>
                  <a:pt x="713" y="361"/>
                  <a:pt x="713" y="361"/>
                </a:cubicBezTo>
                <a:cubicBezTo>
                  <a:pt x="715" y="361"/>
                  <a:pt x="716" y="361"/>
                  <a:pt x="717" y="361"/>
                </a:cubicBezTo>
                <a:cubicBezTo>
                  <a:pt x="719" y="361"/>
                  <a:pt x="721" y="360"/>
                  <a:pt x="722" y="359"/>
                </a:cubicBezTo>
                <a:cubicBezTo>
                  <a:pt x="724" y="357"/>
                  <a:pt x="725" y="356"/>
                  <a:pt x="726" y="354"/>
                </a:cubicBezTo>
                <a:cubicBezTo>
                  <a:pt x="727" y="352"/>
                  <a:pt x="728" y="349"/>
                  <a:pt x="730" y="348"/>
                </a:cubicBezTo>
                <a:cubicBezTo>
                  <a:pt x="730" y="347"/>
                  <a:pt x="731" y="347"/>
                  <a:pt x="732" y="347"/>
                </a:cubicBezTo>
                <a:cubicBezTo>
                  <a:pt x="733" y="346"/>
                  <a:pt x="734" y="346"/>
                  <a:pt x="734" y="345"/>
                </a:cubicBezTo>
                <a:cubicBezTo>
                  <a:pt x="735" y="345"/>
                  <a:pt x="736" y="344"/>
                  <a:pt x="736" y="344"/>
                </a:cubicBezTo>
                <a:cubicBezTo>
                  <a:pt x="737" y="343"/>
                  <a:pt x="737" y="341"/>
                  <a:pt x="737" y="340"/>
                </a:cubicBezTo>
                <a:cubicBezTo>
                  <a:pt x="737" y="339"/>
                  <a:pt x="736" y="340"/>
                  <a:pt x="735" y="339"/>
                </a:cubicBezTo>
                <a:cubicBezTo>
                  <a:pt x="735" y="339"/>
                  <a:pt x="735" y="339"/>
                  <a:pt x="735" y="339"/>
                </a:cubicBezTo>
                <a:cubicBezTo>
                  <a:pt x="737" y="338"/>
                  <a:pt x="739" y="337"/>
                  <a:pt x="740" y="336"/>
                </a:cubicBezTo>
                <a:cubicBezTo>
                  <a:pt x="741" y="336"/>
                  <a:pt x="742" y="335"/>
                  <a:pt x="742" y="333"/>
                </a:cubicBezTo>
                <a:cubicBezTo>
                  <a:pt x="743" y="333"/>
                  <a:pt x="745" y="332"/>
                  <a:pt x="747" y="331"/>
                </a:cubicBezTo>
                <a:cubicBezTo>
                  <a:pt x="747" y="330"/>
                  <a:pt x="748" y="329"/>
                  <a:pt x="749" y="328"/>
                </a:cubicBezTo>
                <a:cubicBezTo>
                  <a:pt x="749" y="328"/>
                  <a:pt x="749" y="328"/>
                  <a:pt x="750" y="327"/>
                </a:cubicBezTo>
                <a:cubicBezTo>
                  <a:pt x="750" y="327"/>
                  <a:pt x="751" y="327"/>
                  <a:pt x="752" y="326"/>
                </a:cubicBezTo>
                <a:cubicBezTo>
                  <a:pt x="753" y="326"/>
                  <a:pt x="754" y="326"/>
                  <a:pt x="754" y="326"/>
                </a:cubicBezTo>
                <a:cubicBezTo>
                  <a:pt x="755" y="325"/>
                  <a:pt x="756" y="324"/>
                  <a:pt x="756" y="322"/>
                </a:cubicBezTo>
                <a:cubicBezTo>
                  <a:pt x="756" y="322"/>
                  <a:pt x="756" y="322"/>
                  <a:pt x="756" y="322"/>
                </a:cubicBezTo>
                <a:cubicBezTo>
                  <a:pt x="757" y="320"/>
                  <a:pt x="758" y="319"/>
                  <a:pt x="760" y="319"/>
                </a:cubicBezTo>
                <a:cubicBezTo>
                  <a:pt x="762" y="318"/>
                  <a:pt x="763" y="317"/>
                  <a:pt x="764" y="316"/>
                </a:cubicBezTo>
                <a:cubicBezTo>
                  <a:pt x="764" y="315"/>
                  <a:pt x="764" y="315"/>
                  <a:pt x="764" y="315"/>
                </a:cubicBezTo>
                <a:cubicBezTo>
                  <a:pt x="766" y="314"/>
                  <a:pt x="767" y="312"/>
                  <a:pt x="768" y="311"/>
                </a:cubicBezTo>
                <a:cubicBezTo>
                  <a:pt x="769" y="308"/>
                  <a:pt x="772" y="306"/>
                  <a:pt x="770" y="302"/>
                </a:cubicBezTo>
                <a:cubicBezTo>
                  <a:pt x="770" y="302"/>
                  <a:pt x="771" y="302"/>
                  <a:pt x="771" y="301"/>
                </a:cubicBezTo>
                <a:cubicBezTo>
                  <a:pt x="773" y="300"/>
                  <a:pt x="771" y="299"/>
                  <a:pt x="770" y="298"/>
                </a:cubicBezTo>
                <a:cubicBezTo>
                  <a:pt x="768" y="297"/>
                  <a:pt x="767" y="296"/>
                  <a:pt x="768" y="294"/>
                </a:cubicBezTo>
                <a:cubicBezTo>
                  <a:pt x="768" y="293"/>
                  <a:pt x="768" y="293"/>
                  <a:pt x="767" y="293"/>
                </a:cubicBezTo>
                <a:cubicBezTo>
                  <a:pt x="767" y="292"/>
                  <a:pt x="767" y="292"/>
                  <a:pt x="766" y="293"/>
                </a:cubicBezTo>
                <a:cubicBezTo>
                  <a:pt x="766" y="293"/>
                  <a:pt x="766" y="293"/>
                  <a:pt x="766" y="293"/>
                </a:cubicBezTo>
                <a:cubicBezTo>
                  <a:pt x="765" y="294"/>
                  <a:pt x="764" y="295"/>
                  <a:pt x="765" y="296"/>
                </a:cubicBezTo>
                <a:cubicBezTo>
                  <a:pt x="765" y="296"/>
                  <a:pt x="765" y="296"/>
                  <a:pt x="764" y="297"/>
                </a:cubicBezTo>
                <a:cubicBezTo>
                  <a:pt x="764" y="297"/>
                  <a:pt x="764" y="297"/>
                  <a:pt x="764" y="297"/>
                </a:cubicBezTo>
                <a:cubicBezTo>
                  <a:pt x="764" y="297"/>
                  <a:pt x="763" y="296"/>
                  <a:pt x="763" y="296"/>
                </a:cubicBezTo>
                <a:cubicBezTo>
                  <a:pt x="763" y="295"/>
                  <a:pt x="763" y="295"/>
                  <a:pt x="763" y="295"/>
                </a:cubicBezTo>
                <a:cubicBezTo>
                  <a:pt x="763" y="293"/>
                  <a:pt x="764" y="291"/>
                  <a:pt x="763" y="290"/>
                </a:cubicBezTo>
                <a:cubicBezTo>
                  <a:pt x="763" y="288"/>
                  <a:pt x="761" y="289"/>
                  <a:pt x="760" y="288"/>
                </a:cubicBezTo>
                <a:cubicBezTo>
                  <a:pt x="760" y="287"/>
                  <a:pt x="760" y="286"/>
                  <a:pt x="760" y="285"/>
                </a:cubicBezTo>
                <a:cubicBezTo>
                  <a:pt x="760" y="285"/>
                  <a:pt x="760" y="286"/>
                  <a:pt x="761" y="286"/>
                </a:cubicBezTo>
                <a:cubicBezTo>
                  <a:pt x="763" y="288"/>
                  <a:pt x="766" y="291"/>
                  <a:pt x="769" y="292"/>
                </a:cubicBezTo>
                <a:cubicBezTo>
                  <a:pt x="771" y="293"/>
                  <a:pt x="770" y="294"/>
                  <a:pt x="770" y="295"/>
                </a:cubicBezTo>
                <a:cubicBezTo>
                  <a:pt x="769" y="295"/>
                  <a:pt x="769" y="296"/>
                  <a:pt x="769" y="296"/>
                </a:cubicBezTo>
                <a:cubicBezTo>
                  <a:pt x="769" y="297"/>
                  <a:pt x="769" y="297"/>
                  <a:pt x="770" y="297"/>
                </a:cubicBezTo>
                <a:cubicBezTo>
                  <a:pt x="770" y="297"/>
                  <a:pt x="770" y="297"/>
                  <a:pt x="770" y="297"/>
                </a:cubicBezTo>
                <a:cubicBezTo>
                  <a:pt x="770" y="296"/>
                  <a:pt x="770" y="296"/>
                  <a:pt x="770" y="295"/>
                </a:cubicBezTo>
                <a:cubicBezTo>
                  <a:pt x="771" y="293"/>
                  <a:pt x="772" y="290"/>
                  <a:pt x="773" y="288"/>
                </a:cubicBezTo>
                <a:cubicBezTo>
                  <a:pt x="773" y="287"/>
                  <a:pt x="774" y="286"/>
                  <a:pt x="773" y="285"/>
                </a:cubicBezTo>
                <a:cubicBezTo>
                  <a:pt x="772" y="284"/>
                  <a:pt x="772" y="282"/>
                  <a:pt x="770" y="281"/>
                </a:cubicBezTo>
                <a:cubicBezTo>
                  <a:pt x="770" y="281"/>
                  <a:pt x="769" y="278"/>
                  <a:pt x="769" y="277"/>
                </a:cubicBezTo>
                <a:cubicBezTo>
                  <a:pt x="770" y="275"/>
                  <a:pt x="768" y="273"/>
                  <a:pt x="767" y="271"/>
                </a:cubicBezTo>
                <a:cubicBezTo>
                  <a:pt x="767" y="271"/>
                  <a:pt x="766" y="270"/>
                  <a:pt x="765" y="271"/>
                </a:cubicBezTo>
                <a:cubicBezTo>
                  <a:pt x="764" y="271"/>
                  <a:pt x="764" y="272"/>
                  <a:pt x="765" y="273"/>
                </a:cubicBezTo>
                <a:cubicBezTo>
                  <a:pt x="766" y="274"/>
                  <a:pt x="766" y="274"/>
                  <a:pt x="765" y="275"/>
                </a:cubicBezTo>
                <a:cubicBezTo>
                  <a:pt x="765" y="275"/>
                  <a:pt x="765" y="275"/>
                  <a:pt x="765" y="275"/>
                </a:cubicBezTo>
                <a:cubicBezTo>
                  <a:pt x="765" y="275"/>
                  <a:pt x="765" y="275"/>
                  <a:pt x="765" y="275"/>
                </a:cubicBezTo>
                <a:cubicBezTo>
                  <a:pt x="764" y="276"/>
                  <a:pt x="765" y="276"/>
                  <a:pt x="765" y="277"/>
                </a:cubicBezTo>
                <a:cubicBezTo>
                  <a:pt x="765" y="277"/>
                  <a:pt x="765" y="278"/>
                  <a:pt x="765" y="278"/>
                </a:cubicBezTo>
                <a:cubicBezTo>
                  <a:pt x="765" y="278"/>
                  <a:pt x="764" y="278"/>
                  <a:pt x="764" y="278"/>
                </a:cubicBezTo>
                <a:cubicBezTo>
                  <a:pt x="763" y="278"/>
                  <a:pt x="763" y="279"/>
                  <a:pt x="762" y="278"/>
                </a:cubicBezTo>
                <a:cubicBezTo>
                  <a:pt x="764" y="276"/>
                  <a:pt x="764" y="275"/>
                  <a:pt x="762" y="273"/>
                </a:cubicBezTo>
                <a:cubicBezTo>
                  <a:pt x="762" y="273"/>
                  <a:pt x="761" y="273"/>
                  <a:pt x="762" y="272"/>
                </a:cubicBezTo>
                <a:cubicBezTo>
                  <a:pt x="764" y="270"/>
                  <a:pt x="762" y="267"/>
                  <a:pt x="762" y="265"/>
                </a:cubicBezTo>
                <a:cubicBezTo>
                  <a:pt x="762" y="263"/>
                  <a:pt x="762" y="261"/>
                  <a:pt x="761" y="259"/>
                </a:cubicBezTo>
                <a:cubicBezTo>
                  <a:pt x="760" y="256"/>
                  <a:pt x="758" y="256"/>
                  <a:pt x="756" y="257"/>
                </a:cubicBezTo>
                <a:cubicBezTo>
                  <a:pt x="755" y="257"/>
                  <a:pt x="754" y="256"/>
                  <a:pt x="753" y="255"/>
                </a:cubicBezTo>
                <a:cubicBezTo>
                  <a:pt x="752" y="254"/>
                  <a:pt x="750" y="252"/>
                  <a:pt x="749" y="252"/>
                </a:cubicBezTo>
                <a:cubicBezTo>
                  <a:pt x="746" y="252"/>
                  <a:pt x="744" y="251"/>
                  <a:pt x="741" y="253"/>
                </a:cubicBezTo>
                <a:cubicBezTo>
                  <a:pt x="739" y="254"/>
                  <a:pt x="737" y="254"/>
                  <a:pt x="734" y="253"/>
                </a:cubicBezTo>
                <a:cubicBezTo>
                  <a:pt x="734" y="252"/>
                  <a:pt x="733" y="251"/>
                  <a:pt x="732" y="252"/>
                </a:cubicBezTo>
                <a:cubicBezTo>
                  <a:pt x="730" y="253"/>
                  <a:pt x="728" y="253"/>
                  <a:pt x="726" y="254"/>
                </a:cubicBezTo>
                <a:cubicBezTo>
                  <a:pt x="725" y="254"/>
                  <a:pt x="725" y="253"/>
                  <a:pt x="724" y="253"/>
                </a:cubicBezTo>
                <a:cubicBezTo>
                  <a:pt x="723" y="252"/>
                  <a:pt x="722" y="252"/>
                  <a:pt x="721" y="253"/>
                </a:cubicBezTo>
                <a:cubicBezTo>
                  <a:pt x="720" y="253"/>
                  <a:pt x="720" y="254"/>
                  <a:pt x="720" y="255"/>
                </a:cubicBezTo>
                <a:cubicBezTo>
                  <a:pt x="720" y="256"/>
                  <a:pt x="720" y="257"/>
                  <a:pt x="720" y="258"/>
                </a:cubicBezTo>
                <a:cubicBezTo>
                  <a:pt x="720" y="259"/>
                  <a:pt x="719" y="260"/>
                  <a:pt x="719" y="260"/>
                </a:cubicBezTo>
                <a:cubicBezTo>
                  <a:pt x="718" y="261"/>
                  <a:pt x="717" y="261"/>
                  <a:pt x="716" y="260"/>
                </a:cubicBezTo>
                <a:cubicBezTo>
                  <a:pt x="715" y="260"/>
                  <a:pt x="714" y="260"/>
                  <a:pt x="713" y="260"/>
                </a:cubicBezTo>
                <a:cubicBezTo>
                  <a:pt x="713" y="260"/>
                  <a:pt x="713" y="260"/>
                  <a:pt x="713" y="260"/>
                </a:cubicBezTo>
                <a:cubicBezTo>
                  <a:pt x="713" y="261"/>
                  <a:pt x="713" y="261"/>
                  <a:pt x="712" y="262"/>
                </a:cubicBezTo>
                <a:cubicBezTo>
                  <a:pt x="710" y="263"/>
                  <a:pt x="708" y="261"/>
                  <a:pt x="707" y="261"/>
                </a:cubicBezTo>
                <a:cubicBezTo>
                  <a:pt x="706" y="261"/>
                  <a:pt x="706" y="259"/>
                  <a:pt x="706" y="258"/>
                </a:cubicBezTo>
                <a:cubicBezTo>
                  <a:pt x="706" y="258"/>
                  <a:pt x="706" y="258"/>
                  <a:pt x="706" y="258"/>
                </a:cubicBezTo>
                <a:cubicBezTo>
                  <a:pt x="707" y="258"/>
                  <a:pt x="707" y="258"/>
                  <a:pt x="708" y="258"/>
                </a:cubicBezTo>
                <a:cubicBezTo>
                  <a:pt x="708" y="259"/>
                  <a:pt x="709" y="259"/>
                  <a:pt x="709" y="258"/>
                </a:cubicBezTo>
                <a:cubicBezTo>
                  <a:pt x="709" y="258"/>
                  <a:pt x="709" y="258"/>
                  <a:pt x="709" y="257"/>
                </a:cubicBezTo>
                <a:cubicBezTo>
                  <a:pt x="709" y="252"/>
                  <a:pt x="713" y="250"/>
                  <a:pt x="715" y="246"/>
                </a:cubicBezTo>
                <a:cubicBezTo>
                  <a:pt x="716" y="246"/>
                  <a:pt x="716" y="246"/>
                  <a:pt x="715" y="245"/>
                </a:cubicBezTo>
                <a:cubicBezTo>
                  <a:pt x="714" y="244"/>
                  <a:pt x="713" y="243"/>
                  <a:pt x="712" y="242"/>
                </a:cubicBezTo>
                <a:cubicBezTo>
                  <a:pt x="711" y="240"/>
                  <a:pt x="710" y="240"/>
                  <a:pt x="709" y="240"/>
                </a:cubicBezTo>
                <a:cubicBezTo>
                  <a:pt x="706" y="240"/>
                  <a:pt x="703" y="240"/>
                  <a:pt x="701" y="242"/>
                </a:cubicBezTo>
                <a:cubicBezTo>
                  <a:pt x="701" y="242"/>
                  <a:pt x="701" y="242"/>
                  <a:pt x="701" y="243"/>
                </a:cubicBezTo>
                <a:cubicBezTo>
                  <a:pt x="700" y="243"/>
                  <a:pt x="700" y="243"/>
                  <a:pt x="699" y="243"/>
                </a:cubicBezTo>
                <a:cubicBezTo>
                  <a:pt x="699" y="242"/>
                  <a:pt x="698" y="242"/>
                  <a:pt x="698" y="242"/>
                </a:cubicBezTo>
                <a:cubicBezTo>
                  <a:pt x="698" y="242"/>
                  <a:pt x="698" y="241"/>
                  <a:pt x="698" y="241"/>
                </a:cubicBezTo>
                <a:cubicBezTo>
                  <a:pt x="698" y="241"/>
                  <a:pt x="699" y="241"/>
                  <a:pt x="699" y="241"/>
                </a:cubicBezTo>
                <a:cubicBezTo>
                  <a:pt x="700" y="241"/>
                  <a:pt x="700" y="241"/>
                  <a:pt x="700" y="241"/>
                </a:cubicBezTo>
                <a:cubicBezTo>
                  <a:pt x="701" y="241"/>
                  <a:pt x="701" y="240"/>
                  <a:pt x="701" y="240"/>
                </a:cubicBezTo>
                <a:cubicBezTo>
                  <a:pt x="701" y="239"/>
                  <a:pt x="701" y="239"/>
                  <a:pt x="701" y="239"/>
                </a:cubicBezTo>
                <a:cubicBezTo>
                  <a:pt x="700" y="238"/>
                  <a:pt x="699" y="238"/>
                  <a:pt x="698" y="239"/>
                </a:cubicBezTo>
                <a:cubicBezTo>
                  <a:pt x="698" y="239"/>
                  <a:pt x="697" y="239"/>
                  <a:pt x="696" y="239"/>
                </a:cubicBezTo>
                <a:cubicBezTo>
                  <a:pt x="694" y="239"/>
                  <a:pt x="691" y="237"/>
                  <a:pt x="689" y="239"/>
                </a:cubicBezTo>
                <a:cubicBezTo>
                  <a:pt x="688" y="239"/>
                  <a:pt x="688" y="239"/>
                  <a:pt x="688" y="239"/>
                </a:cubicBezTo>
                <a:cubicBezTo>
                  <a:pt x="687" y="238"/>
                  <a:pt x="687" y="238"/>
                  <a:pt x="688" y="238"/>
                </a:cubicBezTo>
                <a:cubicBezTo>
                  <a:pt x="688" y="238"/>
                  <a:pt x="688" y="238"/>
                  <a:pt x="688" y="238"/>
                </a:cubicBezTo>
                <a:cubicBezTo>
                  <a:pt x="690" y="237"/>
                  <a:pt x="691" y="235"/>
                  <a:pt x="693" y="235"/>
                </a:cubicBezTo>
                <a:cubicBezTo>
                  <a:pt x="695" y="235"/>
                  <a:pt x="696" y="235"/>
                  <a:pt x="697" y="234"/>
                </a:cubicBezTo>
                <a:cubicBezTo>
                  <a:pt x="698" y="233"/>
                  <a:pt x="699" y="232"/>
                  <a:pt x="699" y="231"/>
                </a:cubicBezTo>
                <a:cubicBezTo>
                  <a:pt x="699" y="231"/>
                  <a:pt x="699" y="231"/>
                  <a:pt x="699" y="231"/>
                </a:cubicBezTo>
                <a:cubicBezTo>
                  <a:pt x="700" y="230"/>
                  <a:pt x="700" y="229"/>
                  <a:pt x="701" y="228"/>
                </a:cubicBezTo>
                <a:cubicBezTo>
                  <a:pt x="702" y="228"/>
                  <a:pt x="702" y="228"/>
                  <a:pt x="703" y="228"/>
                </a:cubicBezTo>
                <a:cubicBezTo>
                  <a:pt x="704" y="228"/>
                  <a:pt x="704" y="228"/>
                  <a:pt x="704" y="228"/>
                </a:cubicBezTo>
                <a:cubicBezTo>
                  <a:pt x="704" y="228"/>
                  <a:pt x="704" y="227"/>
                  <a:pt x="704" y="227"/>
                </a:cubicBezTo>
                <a:cubicBezTo>
                  <a:pt x="703" y="225"/>
                  <a:pt x="702" y="223"/>
                  <a:pt x="702" y="221"/>
                </a:cubicBezTo>
                <a:cubicBezTo>
                  <a:pt x="702" y="220"/>
                  <a:pt x="701" y="220"/>
                  <a:pt x="700" y="220"/>
                </a:cubicBezTo>
                <a:cubicBezTo>
                  <a:pt x="696" y="220"/>
                  <a:pt x="694" y="219"/>
                  <a:pt x="692" y="215"/>
                </a:cubicBezTo>
                <a:cubicBezTo>
                  <a:pt x="692" y="215"/>
                  <a:pt x="691" y="214"/>
                  <a:pt x="690" y="215"/>
                </a:cubicBezTo>
                <a:cubicBezTo>
                  <a:pt x="689" y="215"/>
                  <a:pt x="689" y="215"/>
                  <a:pt x="689" y="214"/>
                </a:cubicBezTo>
                <a:cubicBezTo>
                  <a:pt x="688" y="212"/>
                  <a:pt x="686" y="212"/>
                  <a:pt x="685" y="213"/>
                </a:cubicBezTo>
                <a:cubicBezTo>
                  <a:pt x="685" y="213"/>
                  <a:pt x="684" y="214"/>
                  <a:pt x="684" y="214"/>
                </a:cubicBezTo>
                <a:cubicBezTo>
                  <a:pt x="684" y="215"/>
                  <a:pt x="683" y="216"/>
                  <a:pt x="682" y="216"/>
                </a:cubicBezTo>
                <a:cubicBezTo>
                  <a:pt x="681" y="217"/>
                  <a:pt x="681" y="217"/>
                  <a:pt x="680" y="217"/>
                </a:cubicBezTo>
                <a:cubicBezTo>
                  <a:pt x="679" y="217"/>
                  <a:pt x="678" y="217"/>
                  <a:pt x="678" y="217"/>
                </a:cubicBezTo>
                <a:cubicBezTo>
                  <a:pt x="677" y="218"/>
                  <a:pt x="676" y="219"/>
                  <a:pt x="676" y="219"/>
                </a:cubicBezTo>
                <a:cubicBezTo>
                  <a:pt x="675" y="220"/>
                  <a:pt x="675" y="221"/>
                  <a:pt x="674" y="221"/>
                </a:cubicBezTo>
                <a:cubicBezTo>
                  <a:pt x="674" y="221"/>
                  <a:pt x="674" y="221"/>
                  <a:pt x="674" y="222"/>
                </a:cubicBezTo>
                <a:cubicBezTo>
                  <a:pt x="673" y="222"/>
                  <a:pt x="673" y="222"/>
                  <a:pt x="673" y="222"/>
                </a:cubicBezTo>
                <a:cubicBezTo>
                  <a:pt x="673" y="222"/>
                  <a:pt x="673" y="222"/>
                  <a:pt x="673" y="222"/>
                </a:cubicBezTo>
                <a:cubicBezTo>
                  <a:pt x="672" y="223"/>
                  <a:pt x="672" y="224"/>
                  <a:pt x="671" y="224"/>
                </a:cubicBezTo>
                <a:cubicBezTo>
                  <a:pt x="669" y="226"/>
                  <a:pt x="668" y="228"/>
                  <a:pt x="666" y="231"/>
                </a:cubicBezTo>
                <a:cubicBezTo>
                  <a:pt x="666" y="231"/>
                  <a:pt x="666" y="231"/>
                  <a:pt x="666" y="231"/>
                </a:cubicBezTo>
                <a:cubicBezTo>
                  <a:pt x="666" y="231"/>
                  <a:pt x="665" y="232"/>
                  <a:pt x="665" y="232"/>
                </a:cubicBezTo>
                <a:cubicBezTo>
                  <a:pt x="664" y="234"/>
                  <a:pt x="662" y="236"/>
                  <a:pt x="662" y="238"/>
                </a:cubicBezTo>
                <a:cubicBezTo>
                  <a:pt x="661" y="239"/>
                  <a:pt x="660" y="240"/>
                  <a:pt x="661" y="241"/>
                </a:cubicBezTo>
                <a:cubicBezTo>
                  <a:pt x="661" y="242"/>
                  <a:pt x="661" y="243"/>
                  <a:pt x="661" y="243"/>
                </a:cubicBezTo>
                <a:cubicBezTo>
                  <a:pt x="660" y="244"/>
                  <a:pt x="660" y="244"/>
                  <a:pt x="659" y="244"/>
                </a:cubicBezTo>
                <a:cubicBezTo>
                  <a:pt x="659" y="244"/>
                  <a:pt x="659" y="244"/>
                  <a:pt x="659" y="244"/>
                </a:cubicBezTo>
                <a:cubicBezTo>
                  <a:pt x="658" y="244"/>
                  <a:pt x="658" y="244"/>
                  <a:pt x="658" y="244"/>
                </a:cubicBezTo>
                <a:cubicBezTo>
                  <a:pt x="657" y="247"/>
                  <a:pt x="657" y="250"/>
                  <a:pt x="660" y="252"/>
                </a:cubicBezTo>
                <a:cubicBezTo>
                  <a:pt x="660" y="253"/>
                  <a:pt x="660" y="253"/>
                  <a:pt x="660" y="254"/>
                </a:cubicBezTo>
                <a:cubicBezTo>
                  <a:pt x="660" y="257"/>
                  <a:pt x="659" y="259"/>
                  <a:pt x="658" y="261"/>
                </a:cubicBezTo>
                <a:cubicBezTo>
                  <a:pt x="655" y="262"/>
                  <a:pt x="653" y="264"/>
                  <a:pt x="651" y="263"/>
                </a:cubicBezTo>
                <a:cubicBezTo>
                  <a:pt x="650" y="262"/>
                  <a:pt x="650" y="263"/>
                  <a:pt x="650" y="263"/>
                </a:cubicBezTo>
                <a:cubicBezTo>
                  <a:pt x="647" y="264"/>
                  <a:pt x="644" y="264"/>
                  <a:pt x="642" y="262"/>
                </a:cubicBezTo>
                <a:cubicBezTo>
                  <a:pt x="641" y="262"/>
                  <a:pt x="640" y="262"/>
                  <a:pt x="640" y="262"/>
                </a:cubicBezTo>
                <a:cubicBezTo>
                  <a:pt x="640" y="262"/>
                  <a:pt x="639" y="263"/>
                  <a:pt x="640" y="263"/>
                </a:cubicBezTo>
                <a:cubicBezTo>
                  <a:pt x="640" y="264"/>
                  <a:pt x="640" y="266"/>
                  <a:pt x="641" y="267"/>
                </a:cubicBezTo>
                <a:cubicBezTo>
                  <a:pt x="644" y="270"/>
                  <a:pt x="646" y="273"/>
                  <a:pt x="648" y="276"/>
                </a:cubicBezTo>
                <a:cubicBezTo>
                  <a:pt x="648" y="277"/>
                  <a:pt x="648" y="278"/>
                  <a:pt x="647" y="279"/>
                </a:cubicBezTo>
                <a:cubicBezTo>
                  <a:pt x="647" y="278"/>
                  <a:pt x="648" y="277"/>
                  <a:pt x="647" y="277"/>
                </a:cubicBezTo>
                <a:cubicBezTo>
                  <a:pt x="646" y="276"/>
                  <a:pt x="646" y="276"/>
                  <a:pt x="645" y="276"/>
                </a:cubicBezTo>
                <a:cubicBezTo>
                  <a:pt x="643" y="276"/>
                  <a:pt x="642" y="276"/>
                  <a:pt x="643" y="274"/>
                </a:cubicBezTo>
                <a:cubicBezTo>
                  <a:pt x="643" y="272"/>
                  <a:pt x="641" y="272"/>
                  <a:pt x="641" y="272"/>
                </a:cubicBezTo>
                <a:cubicBezTo>
                  <a:pt x="639" y="273"/>
                  <a:pt x="638" y="273"/>
                  <a:pt x="638" y="270"/>
                </a:cubicBezTo>
                <a:cubicBezTo>
                  <a:pt x="637" y="272"/>
                  <a:pt x="635" y="273"/>
                  <a:pt x="633" y="274"/>
                </a:cubicBezTo>
                <a:cubicBezTo>
                  <a:pt x="633" y="274"/>
                  <a:pt x="633" y="275"/>
                  <a:pt x="632" y="275"/>
                </a:cubicBezTo>
                <a:cubicBezTo>
                  <a:pt x="632" y="275"/>
                  <a:pt x="632" y="275"/>
                  <a:pt x="632" y="275"/>
                </a:cubicBezTo>
                <a:cubicBezTo>
                  <a:pt x="632" y="275"/>
                  <a:pt x="632" y="275"/>
                  <a:pt x="631" y="275"/>
                </a:cubicBezTo>
                <a:cubicBezTo>
                  <a:pt x="631" y="276"/>
                  <a:pt x="632" y="276"/>
                  <a:pt x="632" y="276"/>
                </a:cubicBezTo>
                <a:cubicBezTo>
                  <a:pt x="632" y="277"/>
                  <a:pt x="632" y="277"/>
                  <a:pt x="632" y="277"/>
                </a:cubicBezTo>
                <a:cubicBezTo>
                  <a:pt x="632" y="278"/>
                  <a:pt x="631" y="278"/>
                  <a:pt x="630" y="277"/>
                </a:cubicBezTo>
                <a:cubicBezTo>
                  <a:pt x="630" y="277"/>
                  <a:pt x="629" y="277"/>
                  <a:pt x="629" y="277"/>
                </a:cubicBezTo>
                <a:cubicBezTo>
                  <a:pt x="629" y="278"/>
                  <a:pt x="627" y="278"/>
                  <a:pt x="629" y="279"/>
                </a:cubicBezTo>
                <a:cubicBezTo>
                  <a:pt x="629" y="280"/>
                  <a:pt x="630" y="281"/>
                  <a:pt x="630" y="281"/>
                </a:cubicBezTo>
                <a:cubicBezTo>
                  <a:pt x="629" y="282"/>
                  <a:pt x="629" y="281"/>
                  <a:pt x="628" y="281"/>
                </a:cubicBezTo>
                <a:cubicBezTo>
                  <a:pt x="628" y="280"/>
                  <a:pt x="627" y="280"/>
                  <a:pt x="626" y="281"/>
                </a:cubicBezTo>
                <a:cubicBezTo>
                  <a:pt x="625" y="282"/>
                  <a:pt x="624" y="282"/>
                  <a:pt x="624" y="281"/>
                </a:cubicBezTo>
                <a:cubicBezTo>
                  <a:pt x="624" y="280"/>
                  <a:pt x="625" y="280"/>
                  <a:pt x="625" y="279"/>
                </a:cubicBezTo>
                <a:cubicBezTo>
                  <a:pt x="625" y="279"/>
                  <a:pt x="625" y="278"/>
                  <a:pt x="624" y="277"/>
                </a:cubicBezTo>
                <a:cubicBezTo>
                  <a:pt x="623" y="277"/>
                  <a:pt x="622" y="278"/>
                  <a:pt x="622" y="278"/>
                </a:cubicBezTo>
                <a:cubicBezTo>
                  <a:pt x="621" y="279"/>
                  <a:pt x="621" y="280"/>
                  <a:pt x="620" y="280"/>
                </a:cubicBezTo>
                <a:cubicBezTo>
                  <a:pt x="621" y="281"/>
                  <a:pt x="622" y="280"/>
                  <a:pt x="623" y="281"/>
                </a:cubicBezTo>
                <a:cubicBezTo>
                  <a:pt x="622" y="283"/>
                  <a:pt x="620" y="284"/>
                  <a:pt x="618" y="285"/>
                </a:cubicBezTo>
                <a:cubicBezTo>
                  <a:pt x="617" y="284"/>
                  <a:pt x="618" y="284"/>
                  <a:pt x="619" y="283"/>
                </a:cubicBezTo>
                <a:cubicBezTo>
                  <a:pt x="619" y="282"/>
                  <a:pt x="619" y="281"/>
                  <a:pt x="618" y="280"/>
                </a:cubicBezTo>
                <a:cubicBezTo>
                  <a:pt x="617" y="279"/>
                  <a:pt x="617" y="280"/>
                  <a:pt x="617" y="281"/>
                </a:cubicBezTo>
                <a:cubicBezTo>
                  <a:pt x="616" y="283"/>
                  <a:pt x="615" y="282"/>
                  <a:pt x="614" y="282"/>
                </a:cubicBezTo>
                <a:cubicBezTo>
                  <a:pt x="612" y="281"/>
                  <a:pt x="613" y="280"/>
                  <a:pt x="614" y="279"/>
                </a:cubicBezTo>
                <a:cubicBezTo>
                  <a:pt x="615" y="277"/>
                  <a:pt x="614" y="276"/>
                  <a:pt x="612" y="275"/>
                </a:cubicBezTo>
                <a:cubicBezTo>
                  <a:pt x="609" y="274"/>
                  <a:pt x="608" y="275"/>
                  <a:pt x="606" y="276"/>
                </a:cubicBezTo>
                <a:cubicBezTo>
                  <a:pt x="605" y="277"/>
                  <a:pt x="605" y="277"/>
                  <a:pt x="604" y="276"/>
                </a:cubicBezTo>
                <a:cubicBezTo>
                  <a:pt x="604" y="275"/>
                  <a:pt x="604" y="274"/>
                  <a:pt x="603" y="275"/>
                </a:cubicBezTo>
                <a:cubicBezTo>
                  <a:pt x="602" y="276"/>
                  <a:pt x="601" y="278"/>
                  <a:pt x="600" y="276"/>
                </a:cubicBezTo>
                <a:cubicBezTo>
                  <a:pt x="599" y="276"/>
                  <a:pt x="595" y="276"/>
                  <a:pt x="595" y="276"/>
                </a:cubicBezTo>
                <a:cubicBezTo>
                  <a:pt x="595" y="276"/>
                  <a:pt x="595" y="277"/>
                  <a:pt x="595" y="277"/>
                </a:cubicBezTo>
                <a:cubicBezTo>
                  <a:pt x="596" y="279"/>
                  <a:pt x="594" y="278"/>
                  <a:pt x="593" y="278"/>
                </a:cubicBezTo>
                <a:cubicBezTo>
                  <a:pt x="593" y="278"/>
                  <a:pt x="592" y="279"/>
                  <a:pt x="591" y="279"/>
                </a:cubicBezTo>
                <a:cubicBezTo>
                  <a:pt x="591" y="278"/>
                  <a:pt x="592" y="276"/>
                  <a:pt x="591" y="276"/>
                </a:cubicBezTo>
                <a:cubicBezTo>
                  <a:pt x="589" y="276"/>
                  <a:pt x="589" y="278"/>
                  <a:pt x="589" y="279"/>
                </a:cubicBezTo>
                <a:cubicBezTo>
                  <a:pt x="589" y="279"/>
                  <a:pt x="589" y="279"/>
                  <a:pt x="588" y="279"/>
                </a:cubicBezTo>
                <a:cubicBezTo>
                  <a:pt x="586" y="279"/>
                  <a:pt x="587" y="282"/>
                  <a:pt x="586" y="283"/>
                </a:cubicBezTo>
                <a:cubicBezTo>
                  <a:pt x="586" y="283"/>
                  <a:pt x="587" y="284"/>
                  <a:pt x="587" y="284"/>
                </a:cubicBezTo>
                <a:cubicBezTo>
                  <a:pt x="588" y="283"/>
                  <a:pt x="587" y="283"/>
                  <a:pt x="587" y="283"/>
                </a:cubicBezTo>
                <a:cubicBezTo>
                  <a:pt x="587" y="282"/>
                  <a:pt x="589" y="281"/>
                  <a:pt x="589" y="282"/>
                </a:cubicBezTo>
                <a:cubicBezTo>
                  <a:pt x="590" y="284"/>
                  <a:pt x="593" y="283"/>
                  <a:pt x="595" y="284"/>
                </a:cubicBezTo>
                <a:cubicBezTo>
                  <a:pt x="594" y="284"/>
                  <a:pt x="593" y="285"/>
                  <a:pt x="593" y="285"/>
                </a:cubicBezTo>
                <a:cubicBezTo>
                  <a:pt x="589" y="287"/>
                  <a:pt x="585" y="288"/>
                  <a:pt x="581" y="289"/>
                </a:cubicBezTo>
                <a:cubicBezTo>
                  <a:pt x="580" y="289"/>
                  <a:pt x="579" y="289"/>
                  <a:pt x="579" y="290"/>
                </a:cubicBezTo>
                <a:cubicBezTo>
                  <a:pt x="579" y="291"/>
                  <a:pt x="578" y="291"/>
                  <a:pt x="577" y="290"/>
                </a:cubicBezTo>
                <a:cubicBezTo>
                  <a:pt x="576" y="290"/>
                  <a:pt x="575" y="290"/>
                  <a:pt x="575" y="291"/>
                </a:cubicBezTo>
                <a:cubicBezTo>
                  <a:pt x="576" y="294"/>
                  <a:pt x="573" y="293"/>
                  <a:pt x="572" y="294"/>
                </a:cubicBezTo>
                <a:cubicBezTo>
                  <a:pt x="571" y="295"/>
                  <a:pt x="571" y="293"/>
                  <a:pt x="570" y="293"/>
                </a:cubicBezTo>
                <a:cubicBezTo>
                  <a:pt x="570" y="293"/>
                  <a:pt x="570" y="296"/>
                  <a:pt x="568" y="293"/>
                </a:cubicBezTo>
                <a:cubicBezTo>
                  <a:pt x="568" y="293"/>
                  <a:pt x="567" y="293"/>
                  <a:pt x="567" y="294"/>
                </a:cubicBezTo>
                <a:cubicBezTo>
                  <a:pt x="566" y="295"/>
                  <a:pt x="565" y="294"/>
                  <a:pt x="563" y="295"/>
                </a:cubicBezTo>
                <a:cubicBezTo>
                  <a:pt x="562" y="295"/>
                  <a:pt x="560" y="295"/>
                  <a:pt x="560" y="297"/>
                </a:cubicBezTo>
                <a:cubicBezTo>
                  <a:pt x="560" y="298"/>
                  <a:pt x="559" y="298"/>
                  <a:pt x="559" y="298"/>
                </a:cubicBezTo>
                <a:cubicBezTo>
                  <a:pt x="559" y="299"/>
                  <a:pt x="558" y="299"/>
                  <a:pt x="557" y="299"/>
                </a:cubicBezTo>
                <a:cubicBezTo>
                  <a:pt x="557" y="300"/>
                  <a:pt x="556" y="300"/>
                  <a:pt x="555" y="300"/>
                </a:cubicBezTo>
                <a:cubicBezTo>
                  <a:pt x="553" y="298"/>
                  <a:pt x="552" y="300"/>
                  <a:pt x="551" y="301"/>
                </a:cubicBezTo>
                <a:cubicBezTo>
                  <a:pt x="551" y="302"/>
                  <a:pt x="550" y="302"/>
                  <a:pt x="550" y="303"/>
                </a:cubicBezTo>
                <a:cubicBezTo>
                  <a:pt x="547" y="305"/>
                  <a:pt x="545" y="307"/>
                  <a:pt x="544" y="311"/>
                </a:cubicBezTo>
                <a:cubicBezTo>
                  <a:pt x="544" y="311"/>
                  <a:pt x="543" y="313"/>
                  <a:pt x="542" y="312"/>
                </a:cubicBezTo>
                <a:cubicBezTo>
                  <a:pt x="540" y="311"/>
                  <a:pt x="537" y="312"/>
                  <a:pt x="535" y="311"/>
                </a:cubicBezTo>
                <a:cubicBezTo>
                  <a:pt x="534" y="310"/>
                  <a:pt x="533" y="311"/>
                  <a:pt x="533" y="312"/>
                </a:cubicBezTo>
                <a:cubicBezTo>
                  <a:pt x="532" y="313"/>
                  <a:pt x="533" y="313"/>
                  <a:pt x="534" y="313"/>
                </a:cubicBezTo>
                <a:cubicBezTo>
                  <a:pt x="535" y="314"/>
                  <a:pt x="536" y="314"/>
                  <a:pt x="538" y="314"/>
                </a:cubicBezTo>
                <a:cubicBezTo>
                  <a:pt x="539" y="314"/>
                  <a:pt x="540" y="315"/>
                  <a:pt x="540" y="315"/>
                </a:cubicBezTo>
                <a:cubicBezTo>
                  <a:pt x="540" y="316"/>
                  <a:pt x="540" y="317"/>
                  <a:pt x="539" y="317"/>
                </a:cubicBezTo>
                <a:cubicBezTo>
                  <a:pt x="538" y="318"/>
                  <a:pt x="537" y="318"/>
                  <a:pt x="537" y="316"/>
                </a:cubicBezTo>
                <a:cubicBezTo>
                  <a:pt x="537" y="316"/>
                  <a:pt x="536" y="316"/>
                  <a:pt x="536" y="316"/>
                </a:cubicBezTo>
                <a:cubicBezTo>
                  <a:pt x="535" y="316"/>
                  <a:pt x="535" y="317"/>
                  <a:pt x="536" y="317"/>
                </a:cubicBezTo>
                <a:cubicBezTo>
                  <a:pt x="537" y="319"/>
                  <a:pt x="536" y="319"/>
                  <a:pt x="535" y="320"/>
                </a:cubicBezTo>
                <a:cubicBezTo>
                  <a:pt x="535" y="317"/>
                  <a:pt x="534" y="316"/>
                  <a:pt x="532" y="316"/>
                </a:cubicBezTo>
                <a:cubicBezTo>
                  <a:pt x="530" y="317"/>
                  <a:pt x="528" y="317"/>
                  <a:pt x="530" y="319"/>
                </a:cubicBezTo>
                <a:cubicBezTo>
                  <a:pt x="530" y="320"/>
                  <a:pt x="529" y="320"/>
                  <a:pt x="529" y="319"/>
                </a:cubicBezTo>
                <a:cubicBezTo>
                  <a:pt x="528" y="319"/>
                  <a:pt x="528" y="319"/>
                  <a:pt x="527" y="319"/>
                </a:cubicBezTo>
                <a:cubicBezTo>
                  <a:pt x="527" y="319"/>
                  <a:pt x="527" y="321"/>
                  <a:pt x="528" y="321"/>
                </a:cubicBezTo>
                <a:cubicBezTo>
                  <a:pt x="530" y="321"/>
                  <a:pt x="529" y="323"/>
                  <a:pt x="529" y="324"/>
                </a:cubicBezTo>
                <a:cubicBezTo>
                  <a:pt x="528" y="325"/>
                  <a:pt x="527" y="326"/>
                  <a:pt x="527" y="323"/>
                </a:cubicBezTo>
                <a:cubicBezTo>
                  <a:pt x="527" y="322"/>
                  <a:pt x="526" y="321"/>
                  <a:pt x="525" y="321"/>
                </a:cubicBezTo>
                <a:cubicBezTo>
                  <a:pt x="524" y="322"/>
                  <a:pt x="525" y="323"/>
                  <a:pt x="525" y="324"/>
                </a:cubicBezTo>
                <a:cubicBezTo>
                  <a:pt x="525" y="324"/>
                  <a:pt x="525" y="325"/>
                  <a:pt x="525" y="325"/>
                </a:cubicBezTo>
                <a:cubicBezTo>
                  <a:pt x="523" y="325"/>
                  <a:pt x="523" y="326"/>
                  <a:pt x="523" y="326"/>
                </a:cubicBezTo>
                <a:cubicBezTo>
                  <a:pt x="523" y="327"/>
                  <a:pt x="524" y="328"/>
                  <a:pt x="524" y="328"/>
                </a:cubicBezTo>
                <a:cubicBezTo>
                  <a:pt x="527" y="328"/>
                  <a:pt x="528" y="331"/>
                  <a:pt x="531" y="331"/>
                </a:cubicBezTo>
                <a:cubicBezTo>
                  <a:pt x="531" y="332"/>
                  <a:pt x="531" y="333"/>
                  <a:pt x="531" y="335"/>
                </a:cubicBezTo>
                <a:cubicBezTo>
                  <a:pt x="529" y="333"/>
                  <a:pt x="527" y="333"/>
                  <a:pt x="526" y="335"/>
                </a:cubicBezTo>
                <a:cubicBezTo>
                  <a:pt x="526" y="336"/>
                  <a:pt x="527" y="335"/>
                  <a:pt x="527" y="336"/>
                </a:cubicBezTo>
                <a:cubicBezTo>
                  <a:pt x="527" y="337"/>
                  <a:pt x="526" y="337"/>
                  <a:pt x="526" y="336"/>
                </a:cubicBezTo>
                <a:cubicBezTo>
                  <a:pt x="525" y="336"/>
                  <a:pt x="525" y="336"/>
                  <a:pt x="524" y="336"/>
                </a:cubicBezTo>
                <a:cubicBezTo>
                  <a:pt x="523" y="337"/>
                  <a:pt x="524" y="338"/>
                  <a:pt x="524" y="338"/>
                </a:cubicBezTo>
                <a:cubicBezTo>
                  <a:pt x="524" y="339"/>
                  <a:pt x="525" y="339"/>
                  <a:pt x="525" y="339"/>
                </a:cubicBezTo>
                <a:cubicBezTo>
                  <a:pt x="528" y="339"/>
                  <a:pt x="529" y="340"/>
                  <a:pt x="531" y="342"/>
                </a:cubicBezTo>
                <a:cubicBezTo>
                  <a:pt x="531" y="342"/>
                  <a:pt x="532" y="343"/>
                  <a:pt x="531" y="343"/>
                </a:cubicBezTo>
                <a:cubicBezTo>
                  <a:pt x="531" y="344"/>
                  <a:pt x="531" y="345"/>
                  <a:pt x="532" y="345"/>
                </a:cubicBezTo>
                <a:cubicBezTo>
                  <a:pt x="533" y="346"/>
                  <a:pt x="534" y="346"/>
                  <a:pt x="534" y="347"/>
                </a:cubicBezTo>
                <a:cubicBezTo>
                  <a:pt x="533" y="347"/>
                  <a:pt x="532" y="347"/>
                  <a:pt x="531" y="347"/>
                </a:cubicBezTo>
                <a:cubicBezTo>
                  <a:pt x="532" y="349"/>
                  <a:pt x="533" y="349"/>
                  <a:pt x="534" y="350"/>
                </a:cubicBezTo>
                <a:cubicBezTo>
                  <a:pt x="535" y="351"/>
                  <a:pt x="535" y="352"/>
                  <a:pt x="535" y="353"/>
                </a:cubicBezTo>
                <a:cubicBezTo>
                  <a:pt x="534" y="354"/>
                  <a:pt x="533" y="353"/>
                  <a:pt x="533" y="353"/>
                </a:cubicBezTo>
                <a:cubicBezTo>
                  <a:pt x="530" y="353"/>
                  <a:pt x="528" y="352"/>
                  <a:pt x="526" y="354"/>
                </a:cubicBezTo>
                <a:cubicBezTo>
                  <a:pt x="524" y="355"/>
                  <a:pt x="523" y="355"/>
                  <a:pt x="522" y="355"/>
                </a:cubicBezTo>
                <a:cubicBezTo>
                  <a:pt x="521" y="355"/>
                  <a:pt x="520" y="356"/>
                  <a:pt x="520" y="356"/>
                </a:cubicBezTo>
                <a:cubicBezTo>
                  <a:pt x="520" y="358"/>
                  <a:pt x="518" y="359"/>
                  <a:pt x="516" y="358"/>
                </a:cubicBezTo>
                <a:cubicBezTo>
                  <a:pt x="515" y="357"/>
                  <a:pt x="513" y="357"/>
                  <a:pt x="511" y="358"/>
                </a:cubicBezTo>
                <a:cubicBezTo>
                  <a:pt x="509" y="359"/>
                  <a:pt x="507" y="359"/>
                  <a:pt x="505" y="360"/>
                </a:cubicBezTo>
                <a:cubicBezTo>
                  <a:pt x="503" y="360"/>
                  <a:pt x="502" y="361"/>
                  <a:pt x="501" y="361"/>
                </a:cubicBezTo>
                <a:cubicBezTo>
                  <a:pt x="498" y="361"/>
                  <a:pt x="498" y="361"/>
                  <a:pt x="498" y="361"/>
                </a:cubicBezTo>
                <a:cubicBezTo>
                  <a:pt x="494" y="361"/>
                  <a:pt x="491" y="360"/>
                  <a:pt x="488" y="361"/>
                </a:cubicBezTo>
                <a:cubicBezTo>
                  <a:pt x="484" y="361"/>
                  <a:pt x="481" y="364"/>
                  <a:pt x="477" y="363"/>
                </a:cubicBezTo>
                <a:cubicBezTo>
                  <a:pt x="476" y="363"/>
                  <a:pt x="476" y="363"/>
                  <a:pt x="476" y="364"/>
                </a:cubicBezTo>
                <a:cubicBezTo>
                  <a:pt x="476" y="364"/>
                  <a:pt x="476" y="365"/>
                  <a:pt x="477" y="365"/>
                </a:cubicBezTo>
                <a:cubicBezTo>
                  <a:pt x="478" y="366"/>
                  <a:pt x="478" y="366"/>
                  <a:pt x="477" y="367"/>
                </a:cubicBezTo>
                <a:cubicBezTo>
                  <a:pt x="477" y="368"/>
                  <a:pt x="476" y="369"/>
                  <a:pt x="476" y="369"/>
                </a:cubicBezTo>
                <a:cubicBezTo>
                  <a:pt x="474" y="370"/>
                  <a:pt x="474" y="371"/>
                  <a:pt x="476" y="372"/>
                </a:cubicBezTo>
                <a:cubicBezTo>
                  <a:pt x="477" y="373"/>
                  <a:pt x="478" y="373"/>
                  <a:pt x="477" y="374"/>
                </a:cubicBezTo>
                <a:cubicBezTo>
                  <a:pt x="475" y="376"/>
                  <a:pt x="477" y="377"/>
                  <a:pt x="478" y="379"/>
                </a:cubicBezTo>
                <a:cubicBezTo>
                  <a:pt x="479" y="381"/>
                  <a:pt x="479" y="382"/>
                  <a:pt x="478" y="384"/>
                </a:cubicBezTo>
                <a:cubicBezTo>
                  <a:pt x="478" y="386"/>
                  <a:pt x="478" y="389"/>
                  <a:pt x="478" y="391"/>
                </a:cubicBezTo>
                <a:cubicBezTo>
                  <a:pt x="478" y="392"/>
                  <a:pt x="479" y="391"/>
                  <a:pt x="479" y="392"/>
                </a:cubicBezTo>
                <a:cubicBezTo>
                  <a:pt x="477" y="395"/>
                  <a:pt x="479" y="396"/>
                  <a:pt x="480" y="398"/>
                </a:cubicBezTo>
                <a:cubicBezTo>
                  <a:pt x="481" y="399"/>
                  <a:pt x="482" y="400"/>
                  <a:pt x="484" y="400"/>
                </a:cubicBezTo>
                <a:cubicBezTo>
                  <a:pt x="486" y="399"/>
                  <a:pt x="488" y="402"/>
                  <a:pt x="490" y="401"/>
                </a:cubicBezTo>
                <a:cubicBezTo>
                  <a:pt x="491" y="401"/>
                  <a:pt x="491" y="401"/>
                  <a:pt x="492" y="402"/>
                </a:cubicBezTo>
                <a:cubicBezTo>
                  <a:pt x="492" y="404"/>
                  <a:pt x="492" y="406"/>
                  <a:pt x="493" y="408"/>
                </a:cubicBezTo>
                <a:cubicBezTo>
                  <a:pt x="493" y="410"/>
                  <a:pt x="495" y="412"/>
                  <a:pt x="497" y="413"/>
                </a:cubicBezTo>
                <a:cubicBezTo>
                  <a:pt x="500" y="414"/>
                  <a:pt x="502" y="415"/>
                  <a:pt x="502" y="418"/>
                </a:cubicBezTo>
                <a:cubicBezTo>
                  <a:pt x="502" y="418"/>
                  <a:pt x="502" y="418"/>
                  <a:pt x="502" y="419"/>
                </a:cubicBezTo>
                <a:cubicBezTo>
                  <a:pt x="504" y="421"/>
                  <a:pt x="504" y="423"/>
                  <a:pt x="502" y="425"/>
                </a:cubicBezTo>
                <a:cubicBezTo>
                  <a:pt x="502" y="425"/>
                  <a:pt x="502" y="426"/>
                  <a:pt x="502" y="426"/>
                </a:cubicBezTo>
                <a:cubicBezTo>
                  <a:pt x="502" y="428"/>
                  <a:pt x="501" y="429"/>
                  <a:pt x="500" y="430"/>
                </a:cubicBezTo>
                <a:cubicBezTo>
                  <a:pt x="499" y="431"/>
                  <a:pt x="500" y="435"/>
                  <a:pt x="500" y="436"/>
                </a:cubicBezTo>
                <a:cubicBezTo>
                  <a:pt x="501" y="439"/>
                  <a:pt x="503" y="442"/>
                  <a:pt x="503" y="445"/>
                </a:cubicBezTo>
                <a:cubicBezTo>
                  <a:pt x="503" y="447"/>
                  <a:pt x="504" y="449"/>
                  <a:pt x="505" y="450"/>
                </a:cubicBezTo>
                <a:cubicBezTo>
                  <a:pt x="505" y="451"/>
                  <a:pt x="505" y="452"/>
                  <a:pt x="505" y="454"/>
                </a:cubicBezTo>
                <a:cubicBezTo>
                  <a:pt x="504" y="454"/>
                  <a:pt x="503" y="454"/>
                  <a:pt x="503" y="453"/>
                </a:cubicBezTo>
                <a:cubicBezTo>
                  <a:pt x="503" y="452"/>
                  <a:pt x="503" y="451"/>
                  <a:pt x="502" y="451"/>
                </a:cubicBezTo>
                <a:cubicBezTo>
                  <a:pt x="502" y="450"/>
                  <a:pt x="502" y="450"/>
                  <a:pt x="501" y="451"/>
                </a:cubicBezTo>
                <a:cubicBezTo>
                  <a:pt x="501" y="451"/>
                  <a:pt x="501" y="451"/>
                  <a:pt x="501" y="451"/>
                </a:cubicBezTo>
                <a:cubicBezTo>
                  <a:pt x="502" y="453"/>
                  <a:pt x="502" y="454"/>
                  <a:pt x="503" y="456"/>
                </a:cubicBezTo>
                <a:cubicBezTo>
                  <a:pt x="501" y="456"/>
                  <a:pt x="500" y="456"/>
                  <a:pt x="499" y="457"/>
                </a:cubicBezTo>
                <a:cubicBezTo>
                  <a:pt x="498" y="457"/>
                  <a:pt x="498" y="457"/>
                  <a:pt x="498" y="457"/>
                </a:cubicBezTo>
                <a:cubicBezTo>
                  <a:pt x="498" y="458"/>
                  <a:pt x="499" y="459"/>
                  <a:pt x="499" y="460"/>
                </a:cubicBezTo>
                <a:cubicBezTo>
                  <a:pt x="499" y="460"/>
                  <a:pt x="499" y="460"/>
                  <a:pt x="499" y="461"/>
                </a:cubicBezTo>
                <a:cubicBezTo>
                  <a:pt x="498" y="460"/>
                  <a:pt x="498" y="459"/>
                  <a:pt x="497" y="459"/>
                </a:cubicBezTo>
                <a:cubicBezTo>
                  <a:pt x="497" y="460"/>
                  <a:pt x="497" y="460"/>
                  <a:pt x="497" y="461"/>
                </a:cubicBezTo>
                <a:cubicBezTo>
                  <a:pt x="496" y="460"/>
                  <a:pt x="496" y="459"/>
                  <a:pt x="495" y="459"/>
                </a:cubicBezTo>
                <a:cubicBezTo>
                  <a:pt x="495" y="458"/>
                  <a:pt x="496" y="457"/>
                  <a:pt x="496" y="456"/>
                </a:cubicBezTo>
                <a:cubicBezTo>
                  <a:pt x="497" y="454"/>
                  <a:pt x="499" y="452"/>
                  <a:pt x="497" y="450"/>
                </a:cubicBezTo>
                <a:cubicBezTo>
                  <a:pt x="496" y="450"/>
                  <a:pt x="496" y="450"/>
                  <a:pt x="497" y="450"/>
                </a:cubicBezTo>
                <a:cubicBezTo>
                  <a:pt x="498" y="449"/>
                  <a:pt x="498" y="448"/>
                  <a:pt x="499" y="447"/>
                </a:cubicBezTo>
                <a:cubicBezTo>
                  <a:pt x="499" y="445"/>
                  <a:pt x="498" y="443"/>
                  <a:pt x="499" y="441"/>
                </a:cubicBezTo>
                <a:cubicBezTo>
                  <a:pt x="500" y="440"/>
                  <a:pt x="499" y="439"/>
                  <a:pt x="498" y="439"/>
                </a:cubicBezTo>
                <a:cubicBezTo>
                  <a:pt x="497" y="439"/>
                  <a:pt x="497" y="439"/>
                  <a:pt x="497" y="440"/>
                </a:cubicBezTo>
                <a:cubicBezTo>
                  <a:pt x="497" y="440"/>
                  <a:pt x="497" y="441"/>
                  <a:pt x="496" y="441"/>
                </a:cubicBezTo>
                <a:cubicBezTo>
                  <a:pt x="496" y="441"/>
                  <a:pt x="495" y="440"/>
                  <a:pt x="495" y="440"/>
                </a:cubicBezTo>
                <a:cubicBezTo>
                  <a:pt x="495" y="440"/>
                  <a:pt x="495" y="439"/>
                  <a:pt x="494" y="439"/>
                </a:cubicBezTo>
                <a:cubicBezTo>
                  <a:pt x="494" y="441"/>
                  <a:pt x="493" y="442"/>
                  <a:pt x="495" y="444"/>
                </a:cubicBezTo>
                <a:cubicBezTo>
                  <a:pt x="495" y="444"/>
                  <a:pt x="495" y="445"/>
                  <a:pt x="495" y="445"/>
                </a:cubicBezTo>
                <a:cubicBezTo>
                  <a:pt x="492" y="445"/>
                  <a:pt x="494" y="449"/>
                  <a:pt x="491" y="450"/>
                </a:cubicBezTo>
                <a:cubicBezTo>
                  <a:pt x="491" y="450"/>
                  <a:pt x="491" y="450"/>
                  <a:pt x="491" y="450"/>
                </a:cubicBezTo>
                <a:cubicBezTo>
                  <a:pt x="491" y="451"/>
                  <a:pt x="492" y="452"/>
                  <a:pt x="491" y="452"/>
                </a:cubicBezTo>
                <a:cubicBezTo>
                  <a:pt x="490" y="452"/>
                  <a:pt x="490" y="451"/>
                  <a:pt x="490" y="450"/>
                </a:cubicBezTo>
                <a:cubicBezTo>
                  <a:pt x="490" y="449"/>
                  <a:pt x="490" y="449"/>
                  <a:pt x="491" y="448"/>
                </a:cubicBezTo>
                <a:cubicBezTo>
                  <a:pt x="493" y="447"/>
                  <a:pt x="491" y="447"/>
                  <a:pt x="491" y="447"/>
                </a:cubicBezTo>
                <a:cubicBezTo>
                  <a:pt x="492" y="446"/>
                  <a:pt x="493" y="445"/>
                  <a:pt x="492" y="444"/>
                </a:cubicBezTo>
                <a:cubicBezTo>
                  <a:pt x="492" y="443"/>
                  <a:pt x="492" y="442"/>
                  <a:pt x="493" y="441"/>
                </a:cubicBezTo>
                <a:cubicBezTo>
                  <a:pt x="493" y="440"/>
                  <a:pt x="493" y="440"/>
                  <a:pt x="493" y="439"/>
                </a:cubicBezTo>
                <a:cubicBezTo>
                  <a:pt x="493" y="439"/>
                  <a:pt x="492" y="439"/>
                  <a:pt x="492" y="439"/>
                </a:cubicBezTo>
                <a:cubicBezTo>
                  <a:pt x="491" y="439"/>
                  <a:pt x="492" y="440"/>
                  <a:pt x="491" y="440"/>
                </a:cubicBezTo>
                <a:cubicBezTo>
                  <a:pt x="491" y="439"/>
                  <a:pt x="491" y="439"/>
                  <a:pt x="491" y="438"/>
                </a:cubicBezTo>
                <a:cubicBezTo>
                  <a:pt x="492" y="437"/>
                  <a:pt x="492" y="435"/>
                  <a:pt x="491" y="434"/>
                </a:cubicBezTo>
                <a:cubicBezTo>
                  <a:pt x="490" y="432"/>
                  <a:pt x="491" y="431"/>
                  <a:pt x="493" y="429"/>
                </a:cubicBezTo>
                <a:cubicBezTo>
                  <a:pt x="494" y="429"/>
                  <a:pt x="495" y="427"/>
                  <a:pt x="497" y="427"/>
                </a:cubicBezTo>
                <a:cubicBezTo>
                  <a:pt x="498" y="427"/>
                  <a:pt x="498" y="426"/>
                  <a:pt x="498" y="425"/>
                </a:cubicBezTo>
                <a:cubicBezTo>
                  <a:pt x="497" y="423"/>
                  <a:pt x="498" y="423"/>
                  <a:pt x="499" y="422"/>
                </a:cubicBezTo>
                <a:cubicBezTo>
                  <a:pt x="501" y="421"/>
                  <a:pt x="501" y="418"/>
                  <a:pt x="500" y="418"/>
                </a:cubicBezTo>
                <a:cubicBezTo>
                  <a:pt x="497" y="417"/>
                  <a:pt x="495" y="416"/>
                  <a:pt x="493" y="418"/>
                </a:cubicBezTo>
                <a:cubicBezTo>
                  <a:pt x="490" y="419"/>
                  <a:pt x="487" y="418"/>
                  <a:pt x="485" y="418"/>
                </a:cubicBezTo>
                <a:cubicBezTo>
                  <a:pt x="484" y="418"/>
                  <a:pt x="483" y="417"/>
                  <a:pt x="483" y="417"/>
                </a:cubicBezTo>
                <a:cubicBezTo>
                  <a:pt x="483" y="414"/>
                  <a:pt x="481" y="413"/>
                  <a:pt x="479" y="411"/>
                </a:cubicBezTo>
                <a:cubicBezTo>
                  <a:pt x="479" y="410"/>
                  <a:pt x="478" y="410"/>
                  <a:pt x="478" y="409"/>
                </a:cubicBezTo>
                <a:cubicBezTo>
                  <a:pt x="478" y="407"/>
                  <a:pt x="477" y="407"/>
                  <a:pt x="477" y="407"/>
                </a:cubicBezTo>
                <a:cubicBezTo>
                  <a:pt x="474" y="405"/>
                  <a:pt x="470" y="405"/>
                  <a:pt x="468" y="402"/>
                </a:cubicBezTo>
                <a:cubicBezTo>
                  <a:pt x="466" y="398"/>
                  <a:pt x="462" y="400"/>
                  <a:pt x="459" y="399"/>
                </a:cubicBezTo>
                <a:cubicBezTo>
                  <a:pt x="457" y="399"/>
                  <a:pt x="455" y="400"/>
                  <a:pt x="453" y="400"/>
                </a:cubicBezTo>
                <a:cubicBezTo>
                  <a:pt x="453" y="400"/>
                  <a:pt x="452" y="401"/>
                  <a:pt x="452" y="400"/>
                </a:cubicBezTo>
                <a:cubicBezTo>
                  <a:pt x="451" y="400"/>
                  <a:pt x="452" y="399"/>
                  <a:pt x="453" y="399"/>
                </a:cubicBezTo>
                <a:cubicBezTo>
                  <a:pt x="454" y="399"/>
                  <a:pt x="455" y="398"/>
                  <a:pt x="456" y="397"/>
                </a:cubicBezTo>
                <a:cubicBezTo>
                  <a:pt x="456" y="396"/>
                  <a:pt x="456" y="396"/>
                  <a:pt x="456" y="395"/>
                </a:cubicBezTo>
                <a:cubicBezTo>
                  <a:pt x="455" y="393"/>
                  <a:pt x="451" y="392"/>
                  <a:pt x="449" y="393"/>
                </a:cubicBezTo>
                <a:cubicBezTo>
                  <a:pt x="447" y="395"/>
                  <a:pt x="446" y="398"/>
                  <a:pt x="444" y="400"/>
                </a:cubicBezTo>
                <a:cubicBezTo>
                  <a:pt x="443" y="401"/>
                  <a:pt x="443" y="402"/>
                  <a:pt x="445" y="402"/>
                </a:cubicBezTo>
                <a:cubicBezTo>
                  <a:pt x="447" y="402"/>
                  <a:pt x="449" y="402"/>
                  <a:pt x="451" y="402"/>
                </a:cubicBezTo>
                <a:cubicBezTo>
                  <a:pt x="451" y="404"/>
                  <a:pt x="450" y="405"/>
                  <a:pt x="449" y="405"/>
                </a:cubicBezTo>
                <a:cubicBezTo>
                  <a:pt x="448" y="405"/>
                  <a:pt x="448" y="406"/>
                  <a:pt x="448" y="407"/>
                </a:cubicBezTo>
                <a:cubicBezTo>
                  <a:pt x="448" y="408"/>
                  <a:pt x="449" y="408"/>
                  <a:pt x="450" y="408"/>
                </a:cubicBezTo>
                <a:cubicBezTo>
                  <a:pt x="452" y="406"/>
                  <a:pt x="453" y="407"/>
                  <a:pt x="455" y="409"/>
                </a:cubicBezTo>
                <a:cubicBezTo>
                  <a:pt x="456" y="411"/>
                  <a:pt x="456" y="412"/>
                  <a:pt x="454" y="414"/>
                </a:cubicBezTo>
                <a:cubicBezTo>
                  <a:pt x="453" y="415"/>
                  <a:pt x="450" y="416"/>
                  <a:pt x="449" y="414"/>
                </a:cubicBezTo>
                <a:cubicBezTo>
                  <a:pt x="447" y="412"/>
                  <a:pt x="445" y="411"/>
                  <a:pt x="444" y="409"/>
                </a:cubicBezTo>
                <a:cubicBezTo>
                  <a:pt x="443" y="408"/>
                  <a:pt x="443" y="408"/>
                  <a:pt x="442" y="408"/>
                </a:cubicBezTo>
                <a:cubicBezTo>
                  <a:pt x="441" y="409"/>
                  <a:pt x="440" y="409"/>
                  <a:pt x="439" y="410"/>
                </a:cubicBezTo>
                <a:cubicBezTo>
                  <a:pt x="438" y="411"/>
                  <a:pt x="436" y="412"/>
                  <a:pt x="436" y="414"/>
                </a:cubicBezTo>
                <a:cubicBezTo>
                  <a:pt x="436" y="416"/>
                  <a:pt x="438" y="419"/>
                  <a:pt x="438" y="422"/>
                </a:cubicBezTo>
                <a:cubicBezTo>
                  <a:pt x="438" y="422"/>
                  <a:pt x="438" y="423"/>
                  <a:pt x="439" y="423"/>
                </a:cubicBezTo>
                <a:cubicBezTo>
                  <a:pt x="440" y="423"/>
                  <a:pt x="441" y="424"/>
                  <a:pt x="441" y="425"/>
                </a:cubicBezTo>
                <a:cubicBezTo>
                  <a:pt x="444" y="426"/>
                  <a:pt x="446" y="428"/>
                  <a:pt x="448" y="430"/>
                </a:cubicBezTo>
                <a:cubicBezTo>
                  <a:pt x="448" y="430"/>
                  <a:pt x="449" y="430"/>
                  <a:pt x="450" y="430"/>
                </a:cubicBezTo>
                <a:cubicBezTo>
                  <a:pt x="452" y="429"/>
                  <a:pt x="454" y="432"/>
                  <a:pt x="456" y="431"/>
                </a:cubicBezTo>
                <a:cubicBezTo>
                  <a:pt x="456" y="431"/>
                  <a:pt x="456" y="432"/>
                  <a:pt x="456" y="432"/>
                </a:cubicBezTo>
                <a:cubicBezTo>
                  <a:pt x="455" y="436"/>
                  <a:pt x="456" y="438"/>
                  <a:pt x="459" y="440"/>
                </a:cubicBezTo>
                <a:cubicBezTo>
                  <a:pt x="458" y="440"/>
                  <a:pt x="457" y="440"/>
                  <a:pt x="457" y="440"/>
                </a:cubicBezTo>
                <a:cubicBezTo>
                  <a:pt x="455" y="439"/>
                  <a:pt x="453" y="440"/>
                  <a:pt x="453" y="437"/>
                </a:cubicBezTo>
                <a:cubicBezTo>
                  <a:pt x="452" y="435"/>
                  <a:pt x="451" y="434"/>
                  <a:pt x="449" y="434"/>
                </a:cubicBezTo>
                <a:cubicBezTo>
                  <a:pt x="446" y="434"/>
                  <a:pt x="443" y="432"/>
                  <a:pt x="439" y="432"/>
                </a:cubicBezTo>
                <a:cubicBezTo>
                  <a:pt x="436" y="433"/>
                  <a:pt x="433" y="432"/>
                  <a:pt x="431" y="430"/>
                </a:cubicBezTo>
                <a:cubicBezTo>
                  <a:pt x="429" y="429"/>
                  <a:pt x="428" y="427"/>
                  <a:pt x="430" y="425"/>
                </a:cubicBezTo>
                <a:cubicBezTo>
                  <a:pt x="431" y="423"/>
                  <a:pt x="431" y="420"/>
                  <a:pt x="430" y="419"/>
                </a:cubicBezTo>
                <a:cubicBezTo>
                  <a:pt x="429" y="417"/>
                  <a:pt x="428" y="416"/>
                  <a:pt x="429" y="414"/>
                </a:cubicBezTo>
                <a:cubicBezTo>
                  <a:pt x="430" y="412"/>
                  <a:pt x="430" y="411"/>
                  <a:pt x="431" y="409"/>
                </a:cubicBezTo>
                <a:cubicBezTo>
                  <a:pt x="431" y="407"/>
                  <a:pt x="431" y="405"/>
                  <a:pt x="432" y="404"/>
                </a:cubicBezTo>
                <a:cubicBezTo>
                  <a:pt x="433" y="401"/>
                  <a:pt x="431" y="398"/>
                  <a:pt x="432" y="395"/>
                </a:cubicBezTo>
                <a:cubicBezTo>
                  <a:pt x="432" y="394"/>
                  <a:pt x="432" y="394"/>
                  <a:pt x="431" y="393"/>
                </a:cubicBezTo>
                <a:cubicBezTo>
                  <a:pt x="431" y="392"/>
                  <a:pt x="429" y="390"/>
                  <a:pt x="430" y="390"/>
                </a:cubicBezTo>
                <a:cubicBezTo>
                  <a:pt x="431" y="388"/>
                  <a:pt x="430" y="387"/>
                  <a:pt x="429" y="386"/>
                </a:cubicBezTo>
                <a:cubicBezTo>
                  <a:pt x="427" y="385"/>
                  <a:pt x="426" y="383"/>
                  <a:pt x="425" y="381"/>
                </a:cubicBezTo>
                <a:cubicBezTo>
                  <a:pt x="424" y="381"/>
                  <a:pt x="424" y="380"/>
                  <a:pt x="424" y="380"/>
                </a:cubicBezTo>
                <a:cubicBezTo>
                  <a:pt x="426" y="378"/>
                  <a:pt x="424" y="378"/>
                  <a:pt x="423" y="377"/>
                </a:cubicBezTo>
                <a:cubicBezTo>
                  <a:pt x="421" y="376"/>
                  <a:pt x="420" y="377"/>
                  <a:pt x="420" y="378"/>
                </a:cubicBezTo>
                <a:cubicBezTo>
                  <a:pt x="418" y="380"/>
                  <a:pt x="419" y="382"/>
                  <a:pt x="421" y="383"/>
                </a:cubicBezTo>
                <a:cubicBezTo>
                  <a:pt x="425" y="386"/>
                  <a:pt x="426" y="389"/>
                  <a:pt x="426" y="393"/>
                </a:cubicBezTo>
                <a:cubicBezTo>
                  <a:pt x="427" y="394"/>
                  <a:pt x="427" y="394"/>
                  <a:pt x="427" y="395"/>
                </a:cubicBezTo>
                <a:cubicBezTo>
                  <a:pt x="428" y="399"/>
                  <a:pt x="427" y="403"/>
                  <a:pt x="426" y="406"/>
                </a:cubicBezTo>
                <a:cubicBezTo>
                  <a:pt x="424" y="410"/>
                  <a:pt x="420" y="411"/>
                  <a:pt x="418" y="413"/>
                </a:cubicBezTo>
                <a:cubicBezTo>
                  <a:pt x="416" y="414"/>
                  <a:pt x="414" y="414"/>
                  <a:pt x="413" y="416"/>
                </a:cubicBezTo>
                <a:cubicBezTo>
                  <a:pt x="414" y="418"/>
                  <a:pt x="414" y="420"/>
                  <a:pt x="412" y="422"/>
                </a:cubicBezTo>
                <a:cubicBezTo>
                  <a:pt x="411" y="423"/>
                  <a:pt x="410" y="425"/>
                  <a:pt x="409" y="426"/>
                </a:cubicBezTo>
                <a:cubicBezTo>
                  <a:pt x="408" y="427"/>
                  <a:pt x="409" y="428"/>
                  <a:pt x="410" y="428"/>
                </a:cubicBezTo>
                <a:cubicBezTo>
                  <a:pt x="413" y="430"/>
                  <a:pt x="414" y="432"/>
                  <a:pt x="415" y="435"/>
                </a:cubicBezTo>
                <a:cubicBezTo>
                  <a:pt x="415" y="437"/>
                  <a:pt x="416" y="438"/>
                  <a:pt x="417" y="439"/>
                </a:cubicBezTo>
                <a:cubicBezTo>
                  <a:pt x="416" y="441"/>
                  <a:pt x="418" y="443"/>
                  <a:pt x="419" y="445"/>
                </a:cubicBezTo>
                <a:cubicBezTo>
                  <a:pt x="420" y="447"/>
                  <a:pt x="421" y="450"/>
                  <a:pt x="420" y="452"/>
                </a:cubicBezTo>
                <a:cubicBezTo>
                  <a:pt x="419" y="454"/>
                  <a:pt x="419" y="456"/>
                  <a:pt x="417" y="457"/>
                </a:cubicBezTo>
                <a:cubicBezTo>
                  <a:pt x="417" y="458"/>
                  <a:pt x="415" y="460"/>
                  <a:pt x="415" y="461"/>
                </a:cubicBezTo>
                <a:cubicBezTo>
                  <a:pt x="417" y="464"/>
                  <a:pt x="415" y="467"/>
                  <a:pt x="414" y="470"/>
                </a:cubicBezTo>
                <a:cubicBezTo>
                  <a:pt x="414" y="472"/>
                  <a:pt x="414" y="473"/>
                  <a:pt x="415" y="475"/>
                </a:cubicBezTo>
                <a:cubicBezTo>
                  <a:pt x="417" y="478"/>
                  <a:pt x="417" y="480"/>
                  <a:pt x="416" y="484"/>
                </a:cubicBezTo>
                <a:cubicBezTo>
                  <a:pt x="415" y="485"/>
                  <a:pt x="416" y="487"/>
                  <a:pt x="417" y="488"/>
                </a:cubicBezTo>
                <a:cubicBezTo>
                  <a:pt x="418" y="489"/>
                  <a:pt x="418" y="488"/>
                  <a:pt x="419" y="487"/>
                </a:cubicBezTo>
                <a:cubicBezTo>
                  <a:pt x="421" y="487"/>
                  <a:pt x="422" y="487"/>
                  <a:pt x="424" y="487"/>
                </a:cubicBezTo>
                <a:cubicBezTo>
                  <a:pt x="425" y="488"/>
                  <a:pt x="426" y="488"/>
                  <a:pt x="428" y="487"/>
                </a:cubicBezTo>
                <a:cubicBezTo>
                  <a:pt x="429" y="486"/>
                  <a:pt x="429" y="484"/>
                  <a:pt x="431" y="484"/>
                </a:cubicBezTo>
                <a:cubicBezTo>
                  <a:pt x="436" y="483"/>
                  <a:pt x="439" y="487"/>
                  <a:pt x="443" y="488"/>
                </a:cubicBezTo>
                <a:cubicBezTo>
                  <a:pt x="443" y="491"/>
                  <a:pt x="446" y="491"/>
                  <a:pt x="448" y="492"/>
                </a:cubicBezTo>
                <a:cubicBezTo>
                  <a:pt x="451" y="494"/>
                  <a:pt x="451" y="496"/>
                  <a:pt x="451" y="497"/>
                </a:cubicBezTo>
                <a:cubicBezTo>
                  <a:pt x="451" y="501"/>
                  <a:pt x="453" y="504"/>
                  <a:pt x="454" y="507"/>
                </a:cubicBezTo>
                <a:cubicBezTo>
                  <a:pt x="455" y="509"/>
                  <a:pt x="454" y="509"/>
                  <a:pt x="453" y="509"/>
                </a:cubicBezTo>
                <a:cubicBezTo>
                  <a:pt x="451" y="509"/>
                  <a:pt x="450" y="510"/>
                  <a:pt x="450" y="511"/>
                </a:cubicBezTo>
                <a:cubicBezTo>
                  <a:pt x="449" y="513"/>
                  <a:pt x="449" y="516"/>
                  <a:pt x="449" y="519"/>
                </a:cubicBezTo>
                <a:cubicBezTo>
                  <a:pt x="449" y="520"/>
                  <a:pt x="449" y="521"/>
                  <a:pt x="451" y="520"/>
                </a:cubicBezTo>
                <a:cubicBezTo>
                  <a:pt x="451" y="520"/>
                  <a:pt x="452" y="520"/>
                  <a:pt x="452" y="521"/>
                </a:cubicBezTo>
                <a:cubicBezTo>
                  <a:pt x="452" y="523"/>
                  <a:pt x="454" y="522"/>
                  <a:pt x="455" y="523"/>
                </a:cubicBezTo>
                <a:cubicBezTo>
                  <a:pt x="454" y="524"/>
                  <a:pt x="454" y="524"/>
                  <a:pt x="453" y="525"/>
                </a:cubicBezTo>
                <a:cubicBezTo>
                  <a:pt x="452" y="526"/>
                  <a:pt x="452" y="526"/>
                  <a:pt x="451" y="527"/>
                </a:cubicBezTo>
                <a:cubicBezTo>
                  <a:pt x="451" y="527"/>
                  <a:pt x="451" y="528"/>
                  <a:pt x="450" y="528"/>
                </a:cubicBezTo>
                <a:cubicBezTo>
                  <a:pt x="450" y="526"/>
                  <a:pt x="451" y="524"/>
                  <a:pt x="449" y="523"/>
                </a:cubicBezTo>
                <a:cubicBezTo>
                  <a:pt x="448" y="522"/>
                  <a:pt x="447" y="521"/>
                  <a:pt x="446" y="520"/>
                </a:cubicBezTo>
                <a:cubicBezTo>
                  <a:pt x="446" y="520"/>
                  <a:pt x="445" y="519"/>
                  <a:pt x="446" y="519"/>
                </a:cubicBezTo>
                <a:cubicBezTo>
                  <a:pt x="447" y="518"/>
                  <a:pt x="446" y="517"/>
                  <a:pt x="446" y="516"/>
                </a:cubicBezTo>
                <a:cubicBezTo>
                  <a:pt x="446" y="514"/>
                  <a:pt x="446" y="513"/>
                  <a:pt x="447" y="511"/>
                </a:cubicBezTo>
                <a:cubicBezTo>
                  <a:pt x="447" y="510"/>
                  <a:pt x="447" y="509"/>
                  <a:pt x="447" y="509"/>
                </a:cubicBezTo>
                <a:cubicBezTo>
                  <a:pt x="446" y="508"/>
                  <a:pt x="446" y="507"/>
                  <a:pt x="446" y="507"/>
                </a:cubicBezTo>
                <a:cubicBezTo>
                  <a:pt x="447" y="505"/>
                  <a:pt x="447" y="502"/>
                  <a:pt x="446" y="501"/>
                </a:cubicBezTo>
                <a:cubicBezTo>
                  <a:pt x="445" y="500"/>
                  <a:pt x="444" y="498"/>
                  <a:pt x="443" y="497"/>
                </a:cubicBezTo>
                <a:cubicBezTo>
                  <a:pt x="442" y="497"/>
                  <a:pt x="441" y="496"/>
                  <a:pt x="441" y="494"/>
                </a:cubicBezTo>
                <a:cubicBezTo>
                  <a:pt x="442" y="492"/>
                  <a:pt x="440" y="490"/>
                  <a:pt x="437" y="491"/>
                </a:cubicBezTo>
                <a:cubicBezTo>
                  <a:pt x="436" y="491"/>
                  <a:pt x="435" y="491"/>
                  <a:pt x="434" y="492"/>
                </a:cubicBezTo>
                <a:cubicBezTo>
                  <a:pt x="431" y="493"/>
                  <a:pt x="428" y="493"/>
                  <a:pt x="425" y="495"/>
                </a:cubicBezTo>
                <a:cubicBezTo>
                  <a:pt x="423" y="496"/>
                  <a:pt x="421" y="498"/>
                  <a:pt x="422" y="501"/>
                </a:cubicBezTo>
                <a:cubicBezTo>
                  <a:pt x="422" y="502"/>
                  <a:pt x="422" y="503"/>
                  <a:pt x="421" y="504"/>
                </a:cubicBezTo>
                <a:cubicBezTo>
                  <a:pt x="420" y="505"/>
                  <a:pt x="420" y="505"/>
                  <a:pt x="421" y="506"/>
                </a:cubicBezTo>
                <a:cubicBezTo>
                  <a:pt x="423" y="508"/>
                  <a:pt x="423" y="510"/>
                  <a:pt x="424" y="513"/>
                </a:cubicBezTo>
                <a:cubicBezTo>
                  <a:pt x="426" y="516"/>
                  <a:pt x="426" y="520"/>
                  <a:pt x="423" y="523"/>
                </a:cubicBezTo>
                <a:cubicBezTo>
                  <a:pt x="423" y="524"/>
                  <a:pt x="422" y="525"/>
                  <a:pt x="420" y="526"/>
                </a:cubicBezTo>
                <a:cubicBezTo>
                  <a:pt x="418" y="528"/>
                  <a:pt x="417" y="530"/>
                  <a:pt x="417" y="533"/>
                </a:cubicBezTo>
                <a:cubicBezTo>
                  <a:pt x="417" y="535"/>
                  <a:pt x="417" y="537"/>
                  <a:pt x="416" y="538"/>
                </a:cubicBezTo>
                <a:cubicBezTo>
                  <a:pt x="414" y="540"/>
                  <a:pt x="413" y="543"/>
                  <a:pt x="409" y="543"/>
                </a:cubicBezTo>
                <a:cubicBezTo>
                  <a:pt x="409" y="544"/>
                  <a:pt x="409" y="544"/>
                  <a:pt x="409" y="545"/>
                </a:cubicBezTo>
                <a:cubicBezTo>
                  <a:pt x="408" y="545"/>
                  <a:pt x="407" y="546"/>
                  <a:pt x="406" y="547"/>
                </a:cubicBezTo>
                <a:cubicBezTo>
                  <a:pt x="403" y="547"/>
                  <a:pt x="403" y="548"/>
                  <a:pt x="403" y="551"/>
                </a:cubicBezTo>
                <a:cubicBezTo>
                  <a:pt x="403" y="551"/>
                  <a:pt x="402" y="551"/>
                  <a:pt x="402" y="551"/>
                </a:cubicBezTo>
                <a:cubicBezTo>
                  <a:pt x="400" y="549"/>
                  <a:pt x="398" y="547"/>
                  <a:pt x="396" y="545"/>
                </a:cubicBezTo>
                <a:cubicBezTo>
                  <a:pt x="395" y="543"/>
                  <a:pt x="396" y="542"/>
                  <a:pt x="395" y="540"/>
                </a:cubicBezTo>
                <a:cubicBezTo>
                  <a:pt x="394" y="539"/>
                  <a:pt x="395" y="539"/>
                  <a:pt x="395" y="539"/>
                </a:cubicBezTo>
                <a:cubicBezTo>
                  <a:pt x="396" y="539"/>
                  <a:pt x="397" y="539"/>
                  <a:pt x="398" y="539"/>
                </a:cubicBezTo>
                <a:cubicBezTo>
                  <a:pt x="400" y="538"/>
                  <a:pt x="400" y="535"/>
                  <a:pt x="402" y="533"/>
                </a:cubicBezTo>
                <a:cubicBezTo>
                  <a:pt x="402" y="533"/>
                  <a:pt x="402" y="532"/>
                  <a:pt x="401" y="532"/>
                </a:cubicBezTo>
                <a:cubicBezTo>
                  <a:pt x="400" y="532"/>
                  <a:pt x="400" y="531"/>
                  <a:pt x="400" y="531"/>
                </a:cubicBezTo>
                <a:cubicBezTo>
                  <a:pt x="400" y="530"/>
                  <a:pt x="401" y="530"/>
                  <a:pt x="402" y="530"/>
                </a:cubicBezTo>
                <a:cubicBezTo>
                  <a:pt x="403" y="530"/>
                  <a:pt x="405" y="531"/>
                  <a:pt x="403" y="528"/>
                </a:cubicBezTo>
                <a:cubicBezTo>
                  <a:pt x="403" y="528"/>
                  <a:pt x="404" y="527"/>
                  <a:pt x="404" y="527"/>
                </a:cubicBezTo>
                <a:cubicBezTo>
                  <a:pt x="405" y="525"/>
                  <a:pt x="406" y="523"/>
                  <a:pt x="408" y="522"/>
                </a:cubicBezTo>
                <a:cubicBezTo>
                  <a:pt x="410" y="520"/>
                  <a:pt x="411" y="517"/>
                  <a:pt x="410" y="515"/>
                </a:cubicBezTo>
                <a:cubicBezTo>
                  <a:pt x="409" y="512"/>
                  <a:pt x="409" y="509"/>
                  <a:pt x="412" y="506"/>
                </a:cubicBezTo>
                <a:cubicBezTo>
                  <a:pt x="413" y="505"/>
                  <a:pt x="413" y="503"/>
                  <a:pt x="414" y="502"/>
                </a:cubicBezTo>
                <a:cubicBezTo>
                  <a:pt x="414" y="502"/>
                  <a:pt x="414" y="502"/>
                  <a:pt x="414" y="501"/>
                </a:cubicBezTo>
                <a:cubicBezTo>
                  <a:pt x="412" y="499"/>
                  <a:pt x="410" y="497"/>
                  <a:pt x="408" y="496"/>
                </a:cubicBezTo>
                <a:cubicBezTo>
                  <a:pt x="404" y="493"/>
                  <a:pt x="403" y="487"/>
                  <a:pt x="405" y="484"/>
                </a:cubicBezTo>
                <a:cubicBezTo>
                  <a:pt x="405" y="483"/>
                  <a:pt x="405" y="483"/>
                  <a:pt x="405" y="483"/>
                </a:cubicBezTo>
                <a:cubicBezTo>
                  <a:pt x="404" y="480"/>
                  <a:pt x="406" y="477"/>
                  <a:pt x="405" y="474"/>
                </a:cubicBezTo>
                <a:cubicBezTo>
                  <a:pt x="404" y="474"/>
                  <a:pt x="405" y="473"/>
                  <a:pt x="405" y="473"/>
                </a:cubicBezTo>
                <a:cubicBezTo>
                  <a:pt x="406" y="472"/>
                  <a:pt x="406" y="471"/>
                  <a:pt x="405" y="469"/>
                </a:cubicBezTo>
                <a:cubicBezTo>
                  <a:pt x="405" y="466"/>
                  <a:pt x="404" y="464"/>
                  <a:pt x="405" y="460"/>
                </a:cubicBezTo>
                <a:cubicBezTo>
                  <a:pt x="405" y="460"/>
                  <a:pt x="405" y="460"/>
                  <a:pt x="404" y="460"/>
                </a:cubicBezTo>
                <a:cubicBezTo>
                  <a:pt x="402" y="458"/>
                  <a:pt x="404" y="456"/>
                  <a:pt x="405" y="455"/>
                </a:cubicBezTo>
                <a:cubicBezTo>
                  <a:pt x="407" y="454"/>
                  <a:pt x="407" y="452"/>
                  <a:pt x="406" y="450"/>
                </a:cubicBezTo>
                <a:cubicBezTo>
                  <a:pt x="406" y="450"/>
                  <a:pt x="405" y="449"/>
                  <a:pt x="406" y="448"/>
                </a:cubicBezTo>
                <a:cubicBezTo>
                  <a:pt x="407" y="445"/>
                  <a:pt x="407" y="442"/>
                  <a:pt x="405" y="439"/>
                </a:cubicBezTo>
                <a:cubicBezTo>
                  <a:pt x="405" y="438"/>
                  <a:pt x="404" y="438"/>
                  <a:pt x="405" y="437"/>
                </a:cubicBezTo>
                <a:cubicBezTo>
                  <a:pt x="406" y="436"/>
                  <a:pt x="405" y="435"/>
                  <a:pt x="404" y="434"/>
                </a:cubicBezTo>
                <a:cubicBezTo>
                  <a:pt x="402" y="432"/>
                  <a:pt x="400" y="429"/>
                  <a:pt x="399" y="426"/>
                </a:cubicBezTo>
                <a:cubicBezTo>
                  <a:pt x="398" y="425"/>
                  <a:pt x="398" y="423"/>
                  <a:pt x="399" y="422"/>
                </a:cubicBezTo>
                <a:cubicBezTo>
                  <a:pt x="402" y="420"/>
                  <a:pt x="403" y="418"/>
                  <a:pt x="402" y="415"/>
                </a:cubicBezTo>
                <a:cubicBezTo>
                  <a:pt x="403" y="414"/>
                  <a:pt x="403" y="414"/>
                  <a:pt x="403" y="414"/>
                </a:cubicBezTo>
                <a:cubicBezTo>
                  <a:pt x="405" y="413"/>
                  <a:pt x="405" y="411"/>
                  <a:pt x="405" y="410"/>
                </a:cubicBezTo>
                <a:cubicBezTo>
                  <a:pt x="405" y="409"/>
                  <a:pt x="404" y="408"/>
                  <a:pt x="405" y="408"/>
                </a:cubicBezTo>
                <a:cubicBezTo>
                  <a:pt x="407" y="406"/>
                  <a:pt x="406" y="404"/>
                  <a:pt x="406" y="402"/>
                </a:cubicBezTo>
                <a:cubicBezTo>
                  <a:pt x="407" y="402"/>
                  <a:pt x="407" y="401"/>
                  <a:pt x="407" y="400"/>
                </a:cubicBezTo>
                <a:cubicBezTo>
                  <a:pt x="407" y="397"/>
                  <a:pt x="406" y="393"/>
                  <a:pt x="406" y="390"/>
                </a:cubicBezTo>
                <a:cubicBezTo>
                  <a:pt x="406" y="389"/>
                  <a:pt x="405" y="388"/>
                  <a:pt x="405" y="388"/>
                </a:cubicBezTo>
                <a:cubicBezTo>
                  <a:pt x="400" y="385"/>
                  <a:pt x="395" y="383"/>
                  <a:pt x="390" y="384"/>
                </a:cubicBezTo>
                <a:cubicBezTo>
                  <a:pt x="389" y="384"/>
                  <a:pt x="388" y="384"/>
                  <a:pt x="387" y="384"/>
                </a:cubicBezTo>
                <a:cubicBezTo>
                  <a:pt x="385" y="384"/>
                  <a:pt x="382" y="383"/>
                  <a:pt x="380" y="384"/>
                </a:cubicBezTo>
                <a:cubicBezTo>
                  <a:pt x="380" y="385"/>
                  <a:pt x="380" y="384"/>
                  <a:pt x="379" y="384"/>
                </a:cubicBezTo>
                <a:cubicBezTo>
                  <a:pt x="379" y="384"/>
                  <a:pt x="379" y="384"/>
                  <a:pt x="379" y="383"/>
                </a:cubicBezTo>
                <a:cubicBezTo>
                  <a:pt x="379" y="383"/>
                  <a:pt x="380" y="383"/>
                  <a:pt x="380" y="382"/>
                </a:cubicBezTo>
                <a:cubicBezTo>
                  <a:pt x="379" y="381"/>
                  <a:pt x="377" y="382"/>
                  <a:pt x="377" y="383"/>
                </a:cubicBezTo>
                <a:cubicBezTo>
                  <a:pt x="376" y="385"/>
                  <a:pt x="375" y="386"/>
                  <a:pt x="374" y="388"/>
                </a:cubicBezTo>
                <a:cubicBezTo>
                  <a:pt x="372" y="392"/>
                  <a:pt x="372" y="397"/>
                  <a:pt x="371" y="401"/>
                </a:cubicBezTo>
                <a:cubicBezTo>
                  <a:pt x="371" y="404"/>
                  <a:pt x="370" y="407"/>
                  <a:pt x="370" y="410"/>
                </a:cubicBezTo>
                <a:cubicBezTo>
                  <a:pt x="370" y="411"/>
                  <a:pt x="370" y="412"/>
                  <a:pt x="369" y="412"/>
                </a:cubicBezTo>
                <a:cubicBezTo>
                  <a:pt x="368" y="416"/>
                  <a:pt x="367" y="419"/>
                  <a:pt x="365" y="422"/>
                </a:cubicBezTo>
                <a:cubicBezTo>
                  <a:pt x="363" y="425"/>
                  <a:pt x="361" y="427"/>
                  <a:pt x="358" y="429"/>
                </a:cubicBezTo>
                <a:cubicBezTo>
                  <a:pt x="354" y="430"/>
                  <a:pt x="354" y="434"/>
                  <a:pt x="353" y="436"/>
                </a:cubicBezTo>
                <a:cubicBezTo>
                  <a:pt x="352" y="437"/>
                  <a:pt x="353" y="438"/>
                  <a:pt x="354" y="438"/>
                </a:cubicBezTo>
                <a:cubicBezTo>
                  <a:pt x="354" y="439"/>
                  <a:pt x="353" y="440"/>
                  <a:pt x="353" y="441"/>
                </a:cubicBezTo>
                <a:cubicBezTo>
                  <a:pt x="352" y="442"/>
                  <a:pt x="353" y="443"/>
                  <a:pt x="353" y="444"/>
                </a:cubicBezTo>
                <a:cubicBezTo>
                  <a:pt x="354" y="444"/>
                  <a:pt x="355" y="444"/>
                  <a:pt x="355" y="443"/>
                </a:cubicBezTo>
                <a:cubicBezTo>
                  <a:pt x="357" y="442"/>
                  <a:pt x="358" y="443"/>
                  <a:pt x="359" y="445"/>
                </a:cubicBezTo>
                <a:cubicBezTo>
                  <a:pt x="359" y="446"/>
                  <a:pt x="359" y="447"/>
                  <a:pt x="358" y="447"/>
                </a:cubicBezTo>
                <a:cubicBezTo>
                  <a:pt x="357" y="450"/>
                  <a:pt x="358" y="452"/>
                  <a:pt x="358" y="454"/>
                </a:cubicBezTo>
                <a:cubicBezTo>
                  <a:pt x="357" y="457"/>
                  <a:pt x="357" y="460"/>
                  <a:pt x="359" y="463"/>
                </a:cubicBezTo>
                <a:cubicBezTo>
                  <a:pt x="359" y="463"/>
                  <a:pt x="360" y="464"/>
                  <a:pt x="359" y="465"/>
                </a:cubicBezTo>
                <a:cubicBezTo>
                  <a:pt x="358" y="466"/>
                  <a:pt x="357" y="467"/>
                  <a:pt x="356" y="466"/>
                </a:cubicBezTo>
                <a:cubicBezTo>
                  <a:pt x="355" y="465"/>
                  <a:pt x="354" y="466"/>
                  <a:pt x="354" y="467"/>
                </a:cubicBezTo>
                <a:cubicBezTo>
                  <a:pt x="354" y="469"/>
                  <a:pt x="354" y="472"/>
                  <a:pt x="354" y="474"/>
                </a:cubicBezTo>
                <a:cubicBezTo>
                  <a:pt x="355" y="474"/>
                  <a:pt x="355" y="472"/>
                  <a:pt x="356" y="473"/>
                </a:cubicBezTo>
                <a:cubicBezTo>
                  <a:pt x="358" y="474"/>
                  <a:pt x="360" y="474"/>
                  <a:pt x="361" y="476"/>
                </a:cubicBezTo>
                <a:cubicBezTo>
                  <a:pt x="362" y="477"/>
                  <a:pt x="363" y="478"/>
                  <a:pt x="364" y="478"/>
                </a:cubicBezTo>
                <a:cubicBezTo>
                  <a:pt x="365" y="478"/>
                  <a:pt x="365" y="478"/>
                  <a:pt x="365" y="479"/>
                </a:cubicBezTo>
                <a:cubicBezTo>
                  <a:pt x="364" y="483"/>
                  <a:pt x="366" y="486"/>
                  <a:pt x="368" y="489"/>
                </a:cubicBezTo>
                <a:cubicBezTo>
                  <a:pt x="369" y="491"/>
                  <a:pt x="370" y="493"/>
                  <a:pt x="372" y="492"/>
                </a:cubicBezTo>
                <a:cubicBezTo>
                  <a:pt x="373" y="491"/>
                  <a:pt x="375" y="492"/>
                  <a:pt x="376" y="492"/>
                </a:cubicBezTo>
                <a:cubicBezTo>
                  <a:pt x="376" y="493"/>
                  <a:pt x="374" y="492"/>
                  <a:pt x="374" y="493"/>
                </a:cubicBezTo>
                <a:cubicBezTo>
                  <a:pt x="374" y="495"/>
                  <a:pt x="373" y="497"/>
                  <a:pt x="372" y="498"/>
                </a:cubicBezTo>
                <a:cubicBezTo>
                  <a:pt x="372" y="502"/>
                  <a:pt x="369" y="505"/>
                  <a:pt x="369" y="508"/>
                </a:cubicBezTo>
                <a:cubicBezTo>
                  <a:pt x="369" y="508"/>
                  <a:pt x="369" y="509"/>
                  <a:pt x="369" y="509"/>
                </a:cubicBezTo>
                <a:cubicBezTo>
                  <a:pt x="368" y="509"/>
                  <a:pt x="367" y="509"/>
                  <a:pt x="366" y="509"/>
                </a:cubicBezTo>
                <a:cubicBezTo>
                  <a:pt x="365" y="508"/>
                  <a:pt x="366" y="508"/>
                  <a:pt x="366" y="507"/>
                </a:cubicBezTo>
                <a:cubicBezTo>
                  <a:pt x="367" y="506"/>
                  <a:pt x="366" y="506"/>
                  <a:pt x="365" y="505"/>
                </a:cubicBezTo>
                <a:cubicBezTo>
                  <a:pt x="364" y="504"/>
                  <a:pt x="363" y="504"/>
                  <a:pt x="362" y="503"/>
                </a:cubicBezTo>
                <a:cubicBezTo>
                  <a:pt x="361" y="500"/>
                  <a:pt x="359" y="499"/>
                  <a:pt x="357" y="497"/>
                </a:cubicBezTo>
                <a:cubicBezTo>
                  <a:pt x="356" y="496"/>
                  <a:pt x="355" y="495"/>
                  <a:pt x="357" y="494"/>
                </a:cubicBezTo>
                <a:cubicBezTo>
                  <a:pt x="353" y="494"/>
                  <a:pt x="351" y="492"/>
                  <a:pt x="348" y="490"/>
                </a:cubicBezTo>
                <a:cubicBezTo>
                  <a:pt x="344" y="488"/>
                  <a:pt x="341" y="486"/>
                  <a:pt x="338" y="483"/>
                </a:cubicBezTo>
                <a:cubicBezTo>
                  <a:pt x="336" y="480"/>
                  <a:pt x="333" y="479"/>
                  <a:pt x="330" y="477"/>
                </a:cubicBezTo>
                <a:cubicBezTo>
                  <a:pt x="328" y="476"/>
                  <a:pt x="326" y="475"/>
                  <a:pt x="324" y="474"/>
                </a:cubicBezTo>
                <a:cubicBezTo>
                  <a:pt x="320" y="473"/>
                  <a:pt x="317" y="471"/>
                  <a:pt x="313" y="471"/>
                </a:cubicBezTo>
                <a:cubicBezTo>
                  <a:pt x="310" y="471"/>
                  <a:pt x="307" y="471"/>
                  <a:pt x="304" y="469"/>
                </a:cubicBezTo>
                <a:cubicBezTo>
                  <a:pt x="301" y="467"/>
                  <a:pt x="300" y="468"/>
                  <a:pt x="300" y="472"/>
                </a:cubicBezTo>
                <a:cubicBezTo>
                  <a:pt x="300" y="473"/>
                  <a:pt x="299" y="474"/>
                  <a:pt x="297" y="474"/>
                </a:cubicBezTo>
                <a:cubicBezTo>
                  <a:pt x="296" y="473"/>
                  <a:pt x="295" y="474"/>
                  <a:pt x="295" y="475"/>
                </a:cubicBezTo>
                <a:cubicBezTo>
                  <a:pt x="295" y="476"/>
                  <a:pt x="295" y="478"/>
                  <a:pt x="296" y="479"/>
                </a:cubicBezTo>
                <a:cubicBezTo>
                  <a:pt x="297" y="480"/>
                  <a:pt x="298" y="482"/>
                  <a:pt x="299" y="484"/>
                </a:cubicBezTo>
                <a:cubicBezTo>
                  <a:pt x="299" y="485"/>
                  <a:pt x="298" y="487"/>
                  <a:pt x="301" y="487"/>
                </a:cubicBezTo>
                <a:cubicBezTo>
                  <a:pt x="301" y="487"/>
                  <a:pt x="301" y="488"/>
                  <a:pt x="301" y="488"/>
                </a:cubicBezTo>
                <a:cubicBezTo>
                  <a:pt x="302" y="492"/>
                  <a:pt x="300" y="495"/>
                  <a:pt x="297" y="497"/>
                </a:cubicBezTo>
                <a:cubicBezTo>
                  <a:pt x="296" y="498"/>
                  <a:pt x="295" y="499"/>
                  <a:pt x="293" y="498"/>
                </a:cubicBezTo>
                <a:cubicBezTo>
                  <a:pt x="292" y="497"/>
                  <a:pt x="292" y="498"/>
                  <a:pt x="292" y="499"/>
                </a:cubicBezTo>
                <a:cubicBezTo>
                  <a:pt x="292" y="500"/>
                  <a:pt x="292" y="501"/>
                  <a:pt x="292" y="501"/>
                </a:cubicBezTo>
                <a:cubicBezTo>
                  <a:pt x="293" y="503"/>
                  <a:pt x="292" y="506"/>
                  <a:pt x="290" y="506"/>
                </a:cubicBezTo>
                <a:cubicBezTo>
                  <a:pt x="290" y="507"/>
                  <a:pt x="285" y="505"/>
                  <a:pt x="285" y="504"/>
                </a:cubicBezTo>
                <a:cubicBezTo>
                  <a:pt x="284" y="503"/>
                  <a:pt x="285" y="499"/>
                  <a:pt x="287" y="498"/>
                </a:cubicBezTo>
                <a:cubicBezTo>
                  <a:pt x="287" y="498"/>
                  <a:pt x="288" y="497"/>
                  <a:pt x="287" y="497"/>
                </a:cubicBezTo>
                <a:cubicBezTo>
                  <a:pt x="286" y="495"/>
                  <a:pt x="287" y="492"/>
                  <a:pt x="283" y="492"/>
                </a:cubicBezTo>
                <a:cubicBezTo>
                  <a:pt x="284" y="492"/>
                  <a:pt x="285" y="492"/>
                  <a:pt x="286" y="491"/>
                </a:cubicBezTo>
                <a:cubicBezTo>
                  <a:pt x="284" y="490"/>
                  <a:pt x="283" y="490"/>
                  <a:pt x="281" y="491"/>
                </a:cubicBezTo>
                <a:cubicBezTo>
                  <a:pt x="280" y="493"/>
                  <a:pt x="276" y="492"/>
                  <a:pt x="275" y="495"/>
                </a:cubicBezTo>
                <a:cubicBezTo>
                  <a:pt x="275" y="495"/>
                  <a:pt x="275" y="496"/>
                  <a:pt x="275" y="495"/>
                </a:cubicBezTo>
                <a:cubicBezTo>
                  <a:pt x="272" y="495"/>
                  <a:pt x="272" y="497"/>
                  <a:pt x="271" y="499"/>
                </a:cubicBezTo>
                <a:cubicBezTo>
                  <a:pt x="270" y="501"/>
                  <a:pt x="267" y="503"/>
                  <a:pt x="265" y="501"/>
                </a:cubicBezTo>
                <a:cubicBezTo>
                  <a:pt x="264" y="500"/>
                  <a:pt x="263" y="499"/>
                  <a:pt x="261" y="500"/>
                </a:cubicBezTo>
                <a:cubicBezTo>
                  <a:pt x="260" y="501"/>
                  <a:pt x="260" y="501"/>
                  <a:pt x="259" y="500"/>
                </a:cubicBezTo>
                <a:cubicBezTo>
                  <a:pt x="258" y="499"/>
                  <a:pt x="256" y="499"/>
                  <a:pt x="255" y="500"/>
                </a:cubicBezTo>
                <a:cubicBezTo>
                  <a:pt x="255" y="501"/>
                  <a:pt x="254" y="501"/>
                  <a:pt x="254" y="501"/>
                </a:cubicBezTo>
                <a:cubicBezTo>
                  <a:pt x="251" y="501"/>
                  <a:pt x="250" y="503"/>
                  <a:pt x="249" y="504"/>
                </a:cubicBezTo>
                <a:cubicBezTo>
                  <a:pt x="248" y="505"/>
                  <a:pt x="247" y="506"/>
                  <a:pt x="248" y="508"/>
                </a:cubicBezTo>
                <a:cubicBezTo>
                  <a:pt x="249" y="509"/>
                  <a:pt x="248" y="510"/>
                  <a:pt x="247" y="510"/>
                </a:cubicBezTo>
                <a:cubicBezTo>
                  <a:pt x="246" y="511"/>
                  <a:pt x="245" y="510"/>
                  <a:pt x="245" y="509"/>
                </a:cubicBezTo>
                <a:cubicBezTo>
                  <a:pt x="245" y="507"/>
                  <a:pt x="244" y="508"/>
                  <a:pt x="243" y="508"/>
                </a:cubicBezTo>
                <a:cubicBezTo>
                  <a:pt x="243" y="509"/>
                  <a:pt x="242" y="509"/>
                  <a:pt x="242" y="509"/>
                </a:cubicBezTo>
                <a:cubicBezTo>
                  <a:pt x="241" y="508"/>
                  <a:pt x="239" y="510"/>
                  <a:pt x="238" y="510"/>
                </a:cubicBezTo>
                <a:cubicBezTo>
                  <a:pt x="237" y="508"/>
                  <a:pt x="236" y="508"/>
                  <a:pt x="234" y="509"/>
                </a:cubicBezTo>
                <a:cubicBezTo>
                  <a:pt x="233" y="509"/>
                  <a:pt x="233" y="509"/>
                  <a:pt x="233" y="508"/>
                </a:cubicBezTo>
                <a:cubicBezTo>
                  <a:pt x="233" y="508"/>
                  <a:pt x="233" y="508"/>
                  <a:pt x="233" y="507"/>
                </a:cubicBezTo>
                <a:cubicBezTo>
                  <a:pt x="235" y="505"/>
                  <a:pt x="236" y="505"/>
                  <a:pt x="238" y="506"/>
                </a:cubicBezTo>
                <a:cubicBezTo>
                  <a:pt x="239" y="507"/>
                  <a:pt x="240" y="507"/>
                  <a:pt x="239" y="506"/>
                </a:cubicBezTo>
                <a:cubicBezTo>
                  <a:pt x="239" y="504"/>
                  <a:pt x="240" y="502"/>
                  <a:pt x="238" y="500"/>
                </a:cubicBezTo>
                <a:cubicBezTo>
                  <a:pt x="237" y="500"/>
                  <a:pt x="237" y="500"/>
                  <a:pt x="237" y="499"/>
                </a:cubicBezTo>
                <a:cubicBezTo>
                  <a:pt x="239" y="498"/>
                  <a:pt x="238" y="496"/>
                  <a:pt x="238" y="495"/>
                </a:cubicBezTo>
                <a:cubicBezTo>
                  <a:pt x="239" y="494"/>
                  <a:pt x="238" y="494"/>
                  <a:pt x="238" y="494"/>
                </a:cubicBezTo>
                <a:cubicBezTo>
                  <a:pt x="238" y="493"/>
                  <a:pt x="235" y="494"/>
                  <a:pt x="237" y="492"/>
                </a:cubicBezTo>
                <a:cubicBezTo>
                  <a:pt x="239" y="492"/>
                  <a:pt x="240" y="492"/>
                  <a:pt x="242" y="491"/>
                </a:cubicBezTo>
                <a:cubicBezTo>
                  <a:pt x="239" y="491"/>
                  <a:pt x="237" y="490"/>
                  <a:pt x="236" y="493"/>
                </a:cubicBezTo>
                <a:cubicBezTo>
                  <a:pt x="235" y="493"/>
                  <a:pt x="234" y="493"/>
                  <a:pt x="233" y="494"/>
                </a:cubicBezTo>
                <a:cubicBezTo>
                  <a:pt x="231" y="495"/>
                  <a:pt x="228" y="497"/>
                  <a:pt x="226" y="498"/>
                </a:cubicBezTo>
                <a:cubicBezTo>
                  <a:pt x="225" y="499"/>
                  <a:pt x="224" y="500"/>
                  <a:pt x="227" y="501"/>
                </a:cubicBezTo>
                <a:cubicBezTo>
                  <a:pt x="227" y="501"/>
                  <a:pt x="227" y="501"/>
                  <a:pt x="227" y="502"/>
                </a:cubicBezTo>
                <a:cubicBezTo>
                  <a:pt x="229" y="504"/>
                  <a:pt x="227" y="505"/>
                  <a:pt x="226" y="506"/>
                </a:cubicBezTo>
                <a:cubicBezTo>
                  <a:pt x="225" y="507"/>
                  <a:pt x="225" y="507"/>
                  <a:pt x="224" y="507"/>
                </a:cubicBezTo>
                <a:cubicBezTo>
                  <a:pt x="223" y="506"/>
                  <a:pt x="224" y="505"/>
                  <a:pt x="224" y="505"/>
                </a:cubicBezTo>
                <a:cubicBezTo>
                  <a:pt x="224" y="504"/>
                  <a:pt x="223" y="501"/>
                  <a:pt x="222" y="501"/>
                </a:cubicBezTo>
                <a:cubicBezTo>
                  <a:pt x="221" y="502"/>
                  <a:pt x="219" y="502"/>
                  <a:pt x="218" y="503"/>
                </a:cubicBezTo>
                <a:cubicBezTo>
                  <a:pt x="216" y="505"/>
                  <a:pt x="214" y="506"/>
                  <a:pt x="212" y="506"/>
                </a:cubicBezTo>
                <a:cubicBezTo>
                  <a:pt x="211" y="506"/>
                  <a:pt x="210" y="506"/>
                  <a:pt x="209" y="507"/>
                </a:cubicBezTo>
                <a:cubicBezTo>
                  <a:pt x="208" y="508"/>
                  <a:pt x="207" y="509"/>
                  <a:pt x="206" y="511"/>
                </a:cubicBezTo>
                <a:cubicBezTo>
                  <a:pt x="206" y="511"/>
                  <a:pt x="206" y="511"/>
                  <a:pt x="206" y="511"/>
                </a:cubicBezTo>
                <a:cubicBezTo>
                  <a:pt x="204" y="511"/>
                  <a:pt x="203" y="514"/>
                  <a:pt x="202" y="515"/>
                </a:cubicBezTo>
                <a:cubicBezTo>
                  <a:pt x="202" y="515"/>
                  <a:pt x="202" y="514"/>
                  <a:pt x="202" y="514"/>
                </a:cubicBezTo>
                <a:cubicBezTo>
                  <a:pt x="200" y="516"/>
                  <a:pt x="199" y="518"/>
                  <a:pt x="196" y="519"/>
                </a:cubicBezTo>
                <a:cubicBezTo>
                  <a:pt x="196" y="519"/>
                  <a:pt x="195" y="519"/>
                  <a:pt x="194" y="520"/>
                </a:cubicBezTo>
                <a:cubicBezTo>
                  <a:pt x="193" y="520"/>
                  <a:pt x="192" y="520"/>
                  <a:pt x="192" y="519"/>
                </a:cubicBezTo>
                <a:cubicBezTo>
                  <a:pt x="191" y="519"/>
                  <a:pt x="191" y="518"/>
                  <a:pt x="190" y="518"/>
                </a:cubicBezTo>
                <a:cubicBezTo>
                  <a:pt x="189" y="517"/>
                  <a:pt x="189" y="518"/>
                  <a:pt x="189" y="519"/>
                </a:cubicBezTo>
                <a:cubicBezTo>
                  <a:pt x="190" y="519"/>
                  <a:pt x="190" y="520"/>
                  <a:pt x="191" y="521"/>
                </a:cubicBezTo>
                <a:cubicBezTo>
                  <a:pt x="191" y="521"/>
                  <a:pt x="191" y="522"/>
                  <a:pt x="192" y="523"/>
                </a:cubicBezTo>
                <a:cubicBezTo>
                  <a:pt x="192" y="523"/>
                  <a:pt x="193" y="524"/>
                  <a:pt x="193" y="524"/>
                </a:cubicBezTo>
                <a:cubicBezTo>
                  <a:pt x="193" y="524"/>
                  <a:pt x="194" y="525"/>
                  <a:pt x="193" y="525"/>
                </a:cubicBezTo>
                <a:cubicBezTo>
                  <a:pt x="193" y="525"/>
                  <a:pt x="192" y="524"/>
                  <a:pt x="192" y="524"/>
                </a:cubicBezTo>
                <a:cubicBezTo>
                  <a:pt x="191" y="524"/>
                  <a:pt x="191" y="524"/>
                  <a:pt x="191" y="524"/>
                </a:cubicBezTo>
                <a:cubicBezTo>
                  <a:pt x="190" y="524"/>
                  <a:pt x="190" y="523"/>
                  <a:pt x="190" y="523"/>
                </a:cubicBezTo>
                <a:cubicBezTo>
                  <a:pt x="189" y="523"/>
                  <a:pt x="189" y="524"/>
                  <a:pt x="188" y="524"/>
                </a:cubicBezTo>
                <a:cubicBezTo>
                  <a:pt x="188" y="525"/>
                  <a:pt x="187" y="524"/>
                  <a:pt x="187" y="524"/>
                </a:cubicBezTo>
                <a:cubicBezTo>
                  <a:pt x="186" y="524"/>
                  <a:pt x="186" y="525"/>
                  <a:pt x="185" y="525"/>
                </a:cubicBezTo>
                <a:cubicBezTo>
                  <a:pt x="184" y="526"/>
                  <a:pt x="184" y="525"/>
                  <a:pt x="184" y="524"/>
                </a:cubicBezTo>
                <a:cubicBezTo>
                  <a:pt x="183" y="525"/>
                  <a:pt x="183" y="525"/>
                  <a:pt x="182" y="526"/>
                </a:cubicBezTo>
                <a:cubicBezTo>
                  <a:pt x="182" y="527"/>
                  <a:pt x="182" y="527"/>
                  <a:pt x="183" y="528"/>
                </a:cubicBezTo>
                <a:cubicBezTo>
                  <a:pt x="184" y="530"/>
                  <a:pt x="182" y="531"/>
                  <a:pt x="182" y="533"/>
                </a:cubicBezTo>
                <a:cubicBezTo>
                  <a:pt x="182" y="534"/>
                  <a:pt x="182" y="534"/>
                  <a:pt x="182" y="534"/>
                </a:cubicBezTo>
                <a:cubicBezTo>
                  <a:pt x="182" y="535"/>
                  <a:pt x="181" y="535"/>
                  <a:pt x="181" y="535"/>
                </a:cubicBezTo>
                <a:cubicBezTo>
                  <a:pt x="181" y="536"/>
                  <a:pt x="182" y="537"/>
                  <a:pt x="182" y="538"/>
                </a:cubicBezTo>
                <a:cubicBezTo>
                  <a:pt x="182" y="539"/>
                  <a:pt x="182" y="539"/>
                  <a:pt x="181" y="540"/>
                </a:cubicBezTo>
                <a:cubicBezTo>
                  <a:pt x="180" y="541"/>
                  <a:pt x="180" y="542"/>
                  <a:pt x="180" y="543"/>
                </a:cubicBezTo>
                <a:cubicBezTo>
                  <a:pt x="180" y="542"/>
                  <a:pt x="179" y="541"/>
                  <a:pt x="178" y="542"/>
                </a:cubicBezTo>
                <a:cubicBezTo>
                  <a:pt x="177" y="542"/>
                  <a:pt x="176" y="543"/>
                  <a:pt x="175" y="543"/>
                </a:cubicBezTo>
                <a:cubicBezTo>
                  <a:pt x="174" y="543"/>
                  <a:pt x="173" y="544"/>
                  <a:pt x="172" y="544"/>
                </a:cubicBezTo>
                <a:cubicBezTo>
                  <a:pt x="171" y="544"/>
                  <a:pt x="170" y="546"/>
                  <a:pt x="170" y="545"/>
                </a:cubicBezTo>
                <a:cubicBezTo>
                  <a:pt x="169" y="544"/>
                  <a:pt x="172" y="544"/>
                  <a:pt x="171" y="543"/>
                </a:cubicBezTo>
                <a:cubicBezTo>
                  <a:pt x="171" y="542"/>
                  <a:pt x="169" y="543"/>
                  <a:pt x="168" y="543"/>
                </a:cubicBezTo>
                <a:cubicBezTo>
                  <a:pt x="168" y="543"/>
                  <a:pt x="166" y="543"/>
                  <a:pt x="166" y="543"/>
                </a:cubicBezTo>
                <a:cubicBezTo>
                  <a:pt x="165" y="542"/>
                  <a:pt x="165" y="541"/>
                  <a:pt x="164" y="540"/>
                </a:cubicBezTo>
                <a:cubicBezTo>
                  <a:pt x="164" y="539"/>
                  <a:pt x="163" y="538"/>
                  <a:pt x="163" y="537"/>
                </a:cubicBezTo>
                <a:cubicBezTo>
                  <a:pt x="163" y="535"/>
                  <a:pt x="162" y="535"/>
                  <a:pt x="161" y="535"/>
                </a:cubicBezTo>
                <a:cubicBezTo>
                  <a:pt x="160" y="534"/>
                  <a:pt x="159" y="534"/>
                  <a:pt x="158" y="533"/>
                </a:cubicBezTo>
                <a:cubicBezTo>
                  <a:pt x="157" y="532"/>
                  <a:pt x="157" y="532"/>
                  <a:pt x="157" y="530"/>
                </a:cubicBezTo>
                <a:cubicBezTo>
                  <a:pt x="157" y="529"/>
                  <a:pt x="157" y="528"/>
                  <a:pt x="158" y="527"/>
                </a:cubicBezTo>
                <a:cubicBezTo>
                  <a:pt x="158" y="527"/>
                  <a:pt x="159" y="527"/>
                  <a:pt x="160" y="526"/>
                </a:cubicBezTo>
                <a:cubicBezTo>
                  <a:pt x="161" y="525"/>
                  <a:pt x="160" y="524"/>
                  <a:pt x="160" y="523"/>
                </a:cubicBezTo>
                <a:cubicBezTo>
                  <a:pt x="160" y="522"/>
                  <a:pt x="162" y="522"/>
                  <a:pt x="163" y="522"/>
                </a:cubicBezTo>
                <a:cubicBezTo>
                  <a:pt x="164" y="521"/>
                  <a:pt x="165" y="521"/>
                  <a:pt x="167" y="521"/>
                </a:cubicBezTo>
                <a:cubicBezTo>
                  <a:pt x="168" y="521"/>
                  <a:pt x="169" y="520"/>
                  <a:pt x="170" y="520"/>
                </a:cubicBezTo>
                <a:cubicBezTo>
                  <a:pt x="171" y="521"/>
                  <a:pt x="172" y="521"/>
                  <a:pt x="172" y="521"/>
                </a:cubicBezTo>
                <a:cubicBezTo>
                  <a:pt x="173" y="520"/>
                  <a:pt x="173" y="519"/>
                  <a:pt x="173" y="519"/>
                </a:cubicBezTo>
                <a:cubicBezTo>
                  <a:pt x="172" y="518"/>
                  <a:pt x="171" y="517"/>
                  <a:pt x="171" y="516"/>
                </a:cubicBezTo>
                <a:cubicBezTo>
                  <a:pt x="171" y="515"/>
                  <a:pt x="171" y="515"/>
                  <a:pt x="171" y="515"/>
                </a:cubicBezTo>
                <a:cubicBezTo>
                  <a:pt x="171" y="514"/>
                  <a:pt x="170" y="514"/>
                  <a:pt x="170" y="514"/>
                </a:cubicBezTo>
                <a:cubicBezTo>
                  <a:pt x="170" y="514"/>
                  <a:pt x="171" y="513"/>
                  <a:pt x="171" y="513"/>
                </a:cubicBezTo>
                <a:cubicBezTo>
                  <a:pt x="171" y="513"/>
                  <a:pt x="170" y="512"/>
                  <a:pt x="170" y="512"/>
                </a:cubicBezTo>
                <a:cubicBezTo>
                  <a:pt x="169" y="512"/>
                  <a:pt x="169" y="511"/>
                  <a:pt x="168" y="511"/>
                </a:cubicBezTo>
                <a:cubicBezTo>
                  <a:pt x="168" y="511"/>
                  <a:pt x="168" y="510"/>
                  <a:pt x="168" y="510"/>
                </a:cubicBezTo>
                <a:cubicBezTo>
                  <a:pt x="167" y="509"/>
                  <a:pt x="167" y="509"/>
                  <a:pt x="167" y="509"/>
                </a:cubicBezTo>
                <a:cubicBezTo>
                  <a:pt x="166" y="509"/>
                  <a:pt x="166" y="508"/>
                  <a:pt x="166" y="508"/>
                </a:cubicBezTo>
                <a:cubicBezTo>
                  <a:pt x="166" y="507"/>
                  <a:pt x="166" y="507"/>
                  <a:pt x="166" y="507"/>
                </a:cubicBezTo>
                <a:cubicBezTo>
                  <a:pt x="166" y="506"/>
                  <a:pt x="166" y="506"/>
                  <a:pt x="166" y="505"/>
                </a:cubicBezTo>
                <a:cubicBezTo>
                  <a:pt x="166" y="505"/>
                  <a:pt x="162" y="503"/>
                  <a:pt x="161" y="503"/>
                </a:cubicBezTo>
                <a:cubicBezTo>
                  <a:pt x="158" y="503"/>
                  <a:pt x="156" y="503"/>
                  <a:pt x="153" y="503"/>
                </a:cubicBezTo>
                <a:cubicBezTo>
                  <a:pt x="150" y="504"/>
                  <a:pt x="149" y="504"/>
                  <a:pt x="147" y="502"/>
                </a:cubicBezTo>
                <a:cubicBezTo>
                  <a:pt x="146" y="502"/>
                  <a:pt x="146" y="501"/>
                  <a:pt x="146" y="501"/>
                </a:cubicBezTo>
                <a:cubicBezTo>
                  <a:pt x="145" y="501"/>
                  <a:pt x="145" y="501"/>
                  <a:pt x="145" y="501"/>
                </a:cubicBezTo>
                <a:cubicBezTo>
                  <a:pt x="144" y="500"/>
                  <a:pt x="144" y="499"/>
                  <a:pt x="143" y="499"/>
                </a:cubicBezTo>
                <a:cubicBezTo>
                  <a:pt x="140" y="500"/>
                  <a:pt x="144" y="503"/>
                  <a:pt x="145" y="504"/>
                </a:cubicBezTo>
                <a:cubicBezTo>
                  <a:pt x="146" y="505"/>
                  <a:pt x="149" y="507"/>
                  <a:pt x="150" y="509"/>
                </a:cubicBezTo>
                <a:cubicBezTo>
                  <a:pt x="151" y="510"/>
                  <a:pt x="150" y="511"/>
                  <a:pt x="150" y="512"/>
                </a:cubicBezTo>
                <a:cubicBezTo>
                  <a:pt x="150" y="513"/>
                  <a:pt x="150" y="513"/>
                  <a:pt x="150" y="514"/>
                </a:cubicBezTo>
                <a:cubicBezTo>
                  <a:pt x="150" y="514"/>
                  <a:pt x="150" y="515"/>
                  <a:pt x="150" y="515"/>
                </a:cubicBezTo>
                <a:cubicBezTo>
                  <a:pt x="151" y="515"/>
                  <a:pt x="151" y="515"/>
                  <a:pt x="151" y="515"/>
                </a:cubicBezTo>
                <a:cubicBezTo>
                  <a:pt x="151" y="516"/>
                  <a:pt x="149" y="517"/>
                  <a:pt x="150" y="518"/>
                </a:cubicBezTo>
                <a:cubicBezTo>
                  <a:pt x="150" y="519"/>
                  <a:pt x="151" y="518"/>
                  <a:pt x="150" y="519"/>
                </a:cubicBezTo>
                <a:cubicBezTo>
                  <a:pt x="149" y="519"/>
                  <a:pt x="149" y="519"/>
                  <a:pt x="149" y="520"/>
                </a:cubicBezTo>
                <a:cubicBezTo>
                  <a:pt x="149" y="520"/>
                  <a:pt x="150" y="521"/>
                  <a:pt x="150" y="521"/>
                </a:cubicBezTo>
                <a:cubicBezTo>
                  <a:pt x="150" y="522"/>
                  <a:pt x="150" y="522"/>
                  <a:pt x="150" y="522"/>
                </a:cubicBezTo>
                <a:cubicBezTo>
                  <a:pt x="149" y="523"/>
                  <a:pt x="149" y="523"/>
                  <a:pt x="150" y="523"/>
                </a:cubicBezTo>
                <a:cubicBezTo>
                  <a:pt x="150" y="523"/>
                  <a:pt x="150" y="523"/>
                  <a:pt x="150" y="524"/>
                </a:cubicBezTo>
                <a:cubicBezTo>
                  <a:pt x="150" y="524"/>
                  <a:pt x="149" y="524"/>
                  <a:pt x="149" y="524"/>
                </a:cubicBezTo>
                <a:cubicBezTo>
                  <a:pt x="148" y="525"/>
                  <a:pt x="147" y="528"/>
                  <a:pt x="147" y="529"/>
                </a:cubicBezTo>
                <a:cubicBezTo>
                  <a:pt x="147" y="530"/>
                  <a:pt x="146" y="532"/>
                  <a:pt x="146" y="534"/>
                </a:cubicBezTo>
                <a:cubicBezTo>
                  <a:pt x="146" y="534"/>
                  <a:pt x="146" y="535"/>
                  <a:pt x="147" y="536"/>
                </a:cubicBezTo>
                <a:cubicBezTo>
                  <a:pt x="148" y="536"/>
                  <a:pt x="148" y="536"/>
                  <a:pt x="149" y="535"/>
                </a:cubicBezTo>
                <a:cubicBezTo>
                  <a:pt x="150" y="535"/>
                  <a:pt x="150" y="538"/>
                  <a:pt x="152" y="537"/>
                </a:cubicBezTo>
                <a:cubicBezTo>
                  <a:pt x="151" y="538"/>
                  <a:pt x="152" y="539"/>
                  <a:pt x="152" y="540"/>
                </a:cubicBezTo>
                <a:cubicBezTo>
                  <a:pt x="153" y="540"/>
                  <a:pt x="153" y="542"/>
                  <a:pt x="153" y="543"/>
                </a:cubicBezTo>
                <a:cubicBezTo>
                  <a:pt x="153" y="544"/>
                  <a:pt x="152" y="544"/>
                  <a:pt x="152" y="545"/>
                </a:cubicBezTo>
                <a:cubicBezTo>
                  <a:pt x="152" y="545"/>
                  <a:pt x="152" y="546"/>
                  <a:pt x="152" y="546"/>
                </a:cubicBezTo>
                <a:cubicBezTo>
                  <a:pt x="153" y="546"/>
                  <a:pt x="153" y="547"/>
                  <a:pt x="153" y="547"/>
                </a:cubicBezTo>
                <a:cubicBezTo>
                  <a:pt x="153" y="548"/>
                  <a:pt x="152" y="548"/>
                  <a:pt x="152" y="549"/>
                </a:cubicBezTo>
                <a:cubicBezTo>
                  <a:pt x="152" y="550"/>
                  <a:pt x="152" y="550"/>
                  <a:pt x="151" y="551"/>
                </a:cubicBezTo>
                <a:cubicBezTo>
                  <a:pt x="151" y="552"/>
                  <a:pt x="150" y="554"/>
                  <a:pt x="149" y="556"/>
                </a:cubicBezTo>
                <a:cubicBezTo>
                  <a:pt x="149" y="557"/>
                  <a:pt x="150" y="559"/>
                  <a:pt x="150" y="560"/>
                </a:cubicBezTo>
                <a:cubicBezTo>
                  <a:pt x="150" y="561"/>
                  <a:pt x="150" y="561"/>
                  <a:pt x="150" y="562"/>
                </a:cubicBezTo>
                <a:cubicBezTo>
                  <a:pt x="150" y="562"/>
                  <a:pt x="150" y="562"/>
                  <a:pt x="150" y="563"/>
                </a:cubicBezTo>
                <a:cubicBezTo>
                  <a:pt x="150" y="563"/>
                  <a:pt x="151" y="564"/>
                  <a:pt x="150" y="565"/>
                </a:cubicBezTo>
                <a:cubicBezTo>
                  <a:pt x="149" y="564"/>
                  <a:pt x="149" y="562"/>
                  <a:pt x="149" y="560"/>
                </a:cubicBezTo>
                <a:cubicBezTo>
                  <a:pt x="148" y="559"/>
                  <a:pt x="147" y="558"/>
                  <a:pt x="146" y="558"/>
                </a:cubicBezTo>
                <a:cubicBezTo>
                  <a:pt x="145" y="558"/>
                  <a:pt x="143" y="559"/>
                  <a:pt x="143" y="560"/>
                </a:cubicBezTo>
                <a:cubicBezTo>
                  <a:pt x="143" y="561"/>
                  <a:pt x="146" y="562"/>
                  <a:pt x="144" y="563"/>
                </a:cubicBezTo>
                <a:cubicBezTo>
                  <a:pt x="144" y="562"/>
                  <a:pt x="144" y="562"/>
                  <a:pt x="143" y="561"/>
                </a:cubicBezTo>
                <a:cubicBezTo>
                  <a:pt x="143" y="561"/>
                  <a:pt x="142" y="561"/>
                  <a:pt x="142" y="560"/>
                </a:cubicBezTo>
                <a:cubicBezTo>
                  <a:pt x="142" y="559"/>
                  <a:pt x="144" y="558"/>
                  <a:pt x="145" y="558"/>
                </a:cubicBezTo>
                <a:cubicBezTo>
                  <a:pt x="145" y="557"/>
                  <a:pt x="146" y="557"/>
                  <a:pt x="146" y="556"/>
                </a:cubicBezTo>
                <a:cubicBezTo>
                  <a:pt x="145" y="556"/>
                  <a:pt x="145" y="555"/>
                  <a:pt x="144" y="555"/>
                </a:cubicBezTo>
                <a:cubicBezTo>
                  <a:pt x="144" y="554"/>
                  <a:pt x="143" y="555"/>
                  <a:pt x="143" y="554"/>
                </a:cubicBezTo>
                <a:cubicBezTo>
                  <a:pt x="142" y="554"/>
                  <a:pt x="142" y="553"/>
                  <a:pt x="142" y="552"/>
                </a:cubicBezTo>
                <a:cubicBezTo>
                  <a:pt x="141" y="552"/>
                  <a:pt x="140" y="553"/>
                  <a:pt x="139" y="553"/>
                </a:cubicBezTo>
                <a:cubicBezTo>
                  <a:pt x="138" y="553"/>
                  <a:pt x="137" y="553"/>
                  <a:pt x="136" y="553"/>
                </a:cubicBezTo>
                <a:cubicBezTo>
                  <a:pt x="136" y="553"/>
                  <a:pt x="137" y="552"/>
                  <a:pt x="137" y="552"/>
                </a:cubicBezTo>
                <a:cubicBezTo>
                  <a:pt x="137" y="551"/>
                  <a:pt x="136" y="551"/>
                  <a:pt x="135" y="551"/>
                </a:cubicBezTo>
                <a:cubicBezTo>
                  <a:pt x="133" y="550"/>
                  <a:pt x="132" y="550"/>
                  <a:pt x="131" y="552"/>
                </a:cubicBezTo>
                <a:cubicBezTo>
                  <a:pt x="131" y="553"/>
                  <a:pt x="130" y="555"/>
                  <a:pt x="129" y="556"/>
                </a:cubicBezTo>
                <a:cubicBezTo>
                  <a:pt x="128" y="557"/>
                  <a:pt x="127" y="559"/>
                  <a:pt x="126" y="560"/>
                </a:cubicBezTo>
                <a:cubicBezTo>
                  <a:pt x="125" y="561"/>
                  <a:pt x="123" y="561"/>
                  <a:pt x="122" y="562"/>
                </a:cubicBezTo>
                <a:cubicBezTo>
                  <a:pt x="120" y="562"/>
                  <a:pt x="119" y="563"/>
                  <a:pt x="118" y="564"/>
                </a:cubicBezTo>
                <a:cubicBezTo>
                  <a:pt x="118" y="565"/>
                  <a:pt x="117" y="566"/>
                  <a:pt x="116" y="567"/>
                </a:cubicBezTo>
                <a:cubicBezTo>
                  <a:pt x="115" y="568"/>
                  <a:pt x="114" y="569"/>
                  <a:pt x="112" y="570"/>
                </a:cubicBezTo>
                <a:cubicBezTo>
                  <a:pt x="111" y="571"/>
                  <a:pt x="111" y="572"/>
                  <a:pt x="111" y="574"/>
                </a:cubicBezTo>
                <a:cubicBezTo>
                  <a:pt x="111" y="575"/>
                  <a:pt x="111" y="576"/>
                  <a:pt x="112" y="578"/>
                </a:cubicBezTo>
                <a:cubicBezTo>
                  <a:pt x="113" y="579"/>
                  <a:pt x="113" y="580"/>
                  <a:pt x="114" y="582"/>
                </a:cubicBezTo>
                <a:cubicBezTo>
                  <a:pt x="115" y="583"/>
                  <a:pt x="116" y="583"/>
                  <a:pt x="116" y="584"/>
                </a:cubicBezTo>
                <a:cubicBezTo>
                  <a:pt x="117" y="585"/>
                  <a:pt x="117" y="586"/>
                  <a:pt x="117" y="587"/>
                </a:cubicBezTo>
                <a:cubicBezTo>
                  <a:pt x="117" y="587"/>
                  <a:pt x="117" y="588"/>
                  <a:pt x="117" y="588"/>
                </a:cubicBezTo>
                <a:cubicBezTo>
                  <a:pt x="117" y="589"/>
                  <a:pt x="117" y="589"/>
                  <a:pt x="117" y="590"/>
                </a:cubicBezTo>
                <a:cubicBezTo>
                  <a:pt x="117" y="590"/>
                  <a:pt x="118" y="591"/>
                  <a:pt x="118" y="592"/>
                </a:cubicBezTo>
                <a:cubicBezTo>
                  <a:pt x="117" y="593"/>
                  <a:pt x="116" y="593"/>
                  <a:pt x="115" y="593"/>
                </a:cubicBezTo>
                <a:cubicBezTo>
                  <a:pt x="114" y="593"/>
                  <a:pt x="114" y="591"/>
                  <a:pt x="113" y="591"/>
                </a:cubicBezTo>
                <a:cubicBezTo>
                  <a:pt x="112" y="591"/>
                  <a:pt x="111" y="590"/>
                  <a:pt x="111" y="591"/>
                </a:cubicBezTo>
                <a:cubicBezTo>
                  <a:pt x="111" y="591"/>
                  <a:pt x="111" y="591"/>
                  <a:pt x="111" y="591"/>
                </a:cubicBezTo>
                <a:cubicBezTo>
                  <a:pt x="112" y="592"/>
                  <a:pt x="112" y="591"/>
                  <a:pt x="112" y="592"/>
                </a:cubicBezTo>
                <a:cubicBezTo>
                  <a:pt x="112" y="592"/>
                  <a:pt x="111" y="593"/>
                  <a:pt x="111" y="593"/>
                </a:cubicBezTo>
                <a:cubicBezTo>
                  <a:pt x="110" y="593"/>
                  <a:pt x="109" y="592"/>
                  <a:pt x="108" y="591"/>
                </a:cubicBezTo>
                <a:cubicBezTo>
                  <a:pt x="107" y="591"/>
                  <a:pt x="106" y="589"/>
                  <a:pt x="104" y="589"/>
                </a:cubicBezTo>
                <a:cubicBezTo>
                  <a:pt x="103" y="588"/>
                  <a:pt x="102" y="588"/>
                  <a:pt x="101" y="588"/>
                </a:cubicBezTo>
                <a:cubicBezTo>
                  <a:pt x="100" y="587"/>
                  <a:pt x="100" y="586"/>
                  <a:pt x="99" y="587"/>
                </a:cubicBezTo>
                <a:cubicBezTo>
                  <a:pt x="99" y="588"/>
                  <a:pt x="99" y="588"/>
                  <a:pt x="99" y="589"/>
                </a:cubicBezTo>
                <a:cubicBezTo>
                  <a:pt x="99" y="589"/>
                  <a:pt x="98" y="589"/>
                  <a:pt x="98" y="589"/>
                </a:cubicBezTo>
                <a:cubicBezTo>
                  <a:pt x="97" y="589"/>
                  <a:pt x="97" y="589"/>
                  <a:pt x="97" y="589"/>
                </a:cubicBezTo>
                <a:cubicBezTo>
                  <a:pt x="97" y="590"/>
                  <a:pt x="96" y="591"/>
                  <a:pt x="96" y="591"/>
                </a:cubicBezTo>
                <a:cubicBezTo>
                  <a:pt x="96" y="591"/>
                  <a:pt x="96" y="588"/>
                  <a:pt x="96" y="588"/>
                </a:cubicBezTo>
                <a:cubicBezTo>
                  <a:pt x="96" y="587"/>
                  <a:pt x="97" y="588"/>
                  <a:pt x="98" y="587"/>
                </a:cubicBezTo>
                <a:cubicBezTo>
                  <a:pt x="98" y="587"/>
                  <a:pt x="99" y="587"/>
                  <a:pt x="99" y="586"/>
                </a:cubicBezTo>
                <a:cubicBezTo>
                  <a:pt x="98" y="586"/>
                  <a:pt x="97" y="586"/>
                  <a:pt x="97" y="586"/>
                </a:cubicBezTo>
                <a:cubicBezTo>
                  <a:pt x="96" y="586"/>
                  <a:pt x="95" y="586"/>
                  <a:pt x="94" y="585"/>
                </a:cubicBezTo>
                <a:cubicBezTo>
                  <a:pt x="94" y="585"/>
                  <a:pt x="93" y="584"/>
                  <a:pt x="93" y="583"/>
                </a:cubicBezTo>
                <a:cubicBezTo>
                  <a:pt x="93" y="582"/>
                  <a:pt x="91" y="581"/>
                  <a:pt x="89" y="580"/>
                </a:cubicBezTo>
                <a:cubicBezTo>
                  <a:pt x="88" y="580"/>
                  <a:pt x="87" y="578"/>
                  <a:pt x="85" y="579"/>
                </a:cubicBezTo>
                <a:cubicBezTo>
                  <a:pt x="85" y="580"/>
                  <a:pt x="85" y="581"/>
                  <a:pt x="85" y="582"/>
                </a:cubicBezTo>
                <a:cubicBezTo>
                  <a:pt x="85" y="583"/>
                  <a:pt x="85" y="583"/>
                  <a:pt x="84" y="584"/>
                </a:cubicBezTo>
                <a:cubicBezTo>
                  <a:pt x="84" y="585"/>
                  <a:pt x="83" y="585"/>
                  <a:pt x="83" y="585"/>
                </a:cubicBezTo>
                <a:cubicBezTo>
                  <a:pt x="82" y="584"/>
                  <a:pt x="82" y="584"/>
                  <a:pt x="82" y="584"/>
                </a:cubicBezTo>
                <a:cubicBezTo>
                  <a:pt x="82" y="585"/>
                  <a:pt x="82" y="585"/>
                  <a:pt x="82" y="585"/>
                </a:cubicBezTo>
                <a:cubicBezTo>
                  <a:pt x="82" y="586"/>
                  <a:pt x="83" y="586"/>
                  <a:pt x="83" y="587"/>
                </a:cubicBezTo>
                <a:cubicBezTo>
                  <a:pt x="83" y="587"/>
                  <a:pt x="82" y="587"/>
                  <a:pt x="82" y="587"/>
                </a:cubicBezTo>
                <a:cubicBezTo>
                  <a:pt x="82" y="587"/>
                  <a:pt x="82" y="588"/>
                  <a:pt x="82" y="588"/>
                </a:cubicBezTo>
                <a:cubicBezTo>
                  <a:pt x="83" y="589"/>
                  <a:pt x="83" y="589"/>
                  <a:pt x="84" y="589"/>
                </a:cubicBezTo>
                <a:cubicBezTo>
                  <a:pt x="84" y="589"/>
                  <a:pt x="84" y="590"/>
                  <a:pt x="85" y="590"/>
                </a:cubicBezTo>
                <a:cubicBezTo>
                  <a:pt x="85" y="592"/>
                  <a:pt x="86" y="593"/>
                  <a:pt x="87" y="594"/>
                </a:cubicBezTo>
                <a:cubicBezTo>
                  <a:pt x="87" y="595"/>
                  <a:pt x="88" y="596"/>
                  <a:pt x="89" y="596"/>
                </a:cubicBezTo>
                <a:cubicBezTo>
                  <a:pt x="89" y="596"/>
                  <a:pt x="91" y="597"/>
                  <a:pt x="91" y="596"/>
                </a:cubicBezTo>
                <a:cubicBezTo>
                  <a:pt x="91" y="596"/>
                  <a:pt x="92" y="596"/>
                  <a:pt x="92" y="596"/>
                </a:cubicBezTo>
                <a:cubicBezTo>
                  <a:pt x="93" y="596"/>
                  <a:pt x="93" y="595"/>
                  <a:pt x="93" y="595"/>
                </a:cubicBezTo>
                <a:cubicBezTo>
                  <a:pt x="93" y="595"/>
                  <a:pt x="94" y="595"/>
                  <a:pt x="94" y="596"/>
                </a:cubicBezTo>
                <a:cubicBezTo>
                  <a:pt x="94" y="597"/>
                  <a:pt x="94" y="596"/>
                  <a:pt x="95" y="597"/>
                </a:cubicBezTo>
                <a:cubicBezTo>
                  <a:pt x="95" y="597"/>
                  <a:pt x="95" y="597"/>
                  <a:pt x="95" y="598"/>
                </a:cubicBezTo>
                <a:cubicBezTo>
                  <a:pt x="95" y="598"/>
                  <a:pt x="95" y="598"/>
                  <a:pt x="95" y="599"/>
                </a:cubicBezTo>
                <a:cubicBezTo>
                  <a:pt x="94" y="599"/>
                  <a:pt x="96" y="601"/>
                  <a:pt x="96" y="601"/>
                </a:cubicBezTo>
                <a:cubicBezTo>
                  <a:pt x="96" y="603"/>
                  <a:pt x="96" y="604"/>
                  <a:pt x="96" y="605"/>
                </a:cubicBezTo>
                <a:cubicBezTo>
                  <a:pt x="95" y="606"/>
                  <a:pt x="94" y="606"/>
                  <a:pt x="93" y="606"/>
                </a:cubicBezTo>
                <a:cubicBezTo>
                  <a:pt x="91" y="606"/>
                  <a:pt x="92" y="607"/>
                  <a:pt x="91" y="607"/>
                </a:cubicBezTo>
                <a:cubicBezTo>
                  <a:pt x="90" y="608"/>
                  <a:pt x="89" y="608"/>
                  <a:pt x="88" y="607"/>
                </a:cubicBezTo>
                <a:cubicBezTo>
                  <a:pt x="88" y="606"/>
                  <a:pt x="87" y="606"/>
                  <a:pt x="86" y="606"/>
                </a:cubicBezTo>
                <a:cubicBezTo>
                  <a:pt x="86" y="606"/>
                  <a:pt x="86" y="605"/>
                  <a:pt x="86" y="605"/>
                </a:cubicBezTo>
                <a:cubicBezTo>
                  <a:pt x="86" y="605"/>
                  <a:pt x="85" y="606"/>
                  <a:pt x="85" y="606"/>
                </a:cubicBezTo>
                <a:cubicBezTo>
                  <a:pt x="85" y="606"/>
                  <a:pt x="85" y="606"/>
                  <a:pt x="85" y="606"/>
                </a:cubicBezTo>
                <a:cubicBezTo>
                  <a:pt x="85" y="605"/>
                  <a:pt x="84" y="605"/>
                  <a:pt x="84" y="605"/>
                </a:cubicBezTo>
                <a:cubicBezTo>
                  <a:pt x="83" y="605"/>
                  <a:pt x="83" y="605"/>
                  <a:pt x="82" y="604"/>
                </a:cubicBezTo>
                <a:cubicBezTo>
                  <a:pt x="82" y="604"/>
                  <a:pt x="79" y="603"/>
                  <a:pt x="80" y="603"/>
                </a:cubicBezTo>
                <a:cubicBezTo>
                  <a:pt x="80" y="602"/>
                  <a:pt x="80" y="602"/>
                  <a:pt x="80" y="602"/>
                </a:cubicBezTo>
                <a:cubicBezTo>
                  <a:pt x="80" y="601"/>
                  <a:pt x="80" y="601"/>
                  <a:pt x="80" y="601"/>
                </a:cubicBezTo>
                <a:cubicBezTo>
                  <a:pt x="80" y="601"/>
                  <a:pt x="80" y="600"/>
                  <a:pt x="79" y="600"/>
                </a:cubicBezTo>
                <a:cubicBezTo>
                  <a:pt x="79" y="600"/>
                  <a:pt x="79" y="599"/>
                  <a:pt x="78" y="599"/>
                </a:cubicBezTo>
                <a:cubicBezTo>
                  <a:pt x="78" y="599"/>
                  <a:pt x="78" y="599"/>
                  <a:pt x="78" y="599"/>
                </a:cubicBezTo>
                <a:cubicBezTo>
                  <a:pt x="78" y="599"/>
                  <a:pt x="78" y="600"/>
                  <a:pt x="78" y="600"/>
                </a:cubicBezTo>
                <a:cubicBezTo>
                  <a:pt x="77" y="600"/>
                  <a:pt x="77" y="600"/>
                  <a:pt x="77" y="599"/>
                </a:cubicBezTo>
                <a:cubicBezTo>
                  <a:pt x="77" y="599"/>
                  <a:pt x="77" y="598"/>
                  <a:pt x="76" y="598"/>
                </a:cubicBezTo>
                <a:cubicBezTo>
                  <a:pt x="76" y="597"/>
                  <a:pt x="75" y="595"/>
                  <a:pt x="74" y="596"/>
                </a:cubicBezTo>
                <a:cubicBezTo>
                  <a:pt x="74" y="596"/>
                  <a:pt x="74" y="596"/>
                  <a:pt x="74" y="597"/>
                </a:cubicBezTo>
                <a:cubicBezTo>
                  <a:pt x="74" y="597"/>
                  <a:pt x="73" y="597"/>
                  <a:pt x="73" y="597"/>
                </a:cubicBezTo>
                <a:cubicBezTo>
                  <a:pt x="72" y="597"/>
                  <a:pt x="72" y="598"/>
                  <a:pt x="71" y="597"/>
                </a:cubicBezTo>
                <a:cubicBezTo>
                  <a:pt x="71" y="596"/>
                  <a:pt x="70" y="596"/>
                  <a:pt x="70" y="596"/>
                </a:cubicBezTo>
                <a:cubicBezTo>
                  <a:pt x="70" y="595"/>
                  <a:pt x="70" y="595"/>
                  <a:pt x="69" y="595"/>
                </a:cubicBezTo>
                <a:cubicBezTo>
                  <a:pt x="69" y="595"/>
                  <a:pt x="69" y="595"/>
                  <a:pt x="69" y="594"/>
                </a:cubicBezTo>
                <a:cubicBezTo>
                  <a:pt x="68" y="594"/>
                  <a:pt x="69" y="594"/>
                  <a:pt x="68" y="593"/>
                </a:cubicBezTo>
                <a:cubicBezTo>
                  <a:pt x="67" y="593"/>
                  <a:pt x="67" y="593"/>
                  <a:pt x="67" y="593"/>
                </a:cubicBezTo>
                <a:cubicBezTo>
                  <a:pt x="67" y="592"/>
                  <a:pt x="67" y="593"/>
                  <a:pt x="67" y="592"/>
                </a:cubicBezTo>
                <a:cubicBezTo>
                  <a:pt x="68" y="592"/>
                  <a:pt x="68" y="591"/>
                  <a:pt x="68" y="590"/>
                </a:cubicBezTo>
                <a:cubicBezTo>
                  <a:pt x="68" y="590"/>
                  <a:pt x="67" y="590"/>
                  <a:pt x="67" y="590"/>
                </a:cubicBezTo>
                <a:cubicBezTo>
                  <a:pt x="67" y="590"/>
                  <a:pt x="67" y="589"/>
                  <a:pt x="67" y="589"/>
                </a:cubicBezTo>
                <a:cubicBezTo>
                  <a:pt x="67" y="588"/>
                  <a:pt x="67" y="589"/>
                  <a:pt x="67" y="588"/>
                </a:cubicBezTo>
                <a:cubicBezTo>
                  <a:pt x="68" y="587"/>
                  <a:pt x="68" y="587"/>
                  <a:pt x="68" y="586"/>
                </a:cubicBezTo>
                <a:cubicBezTo>
                  <a:pt x="67" y="585"/>
                  <a:pt x="67" y="585"/>
                  <a:pt x="67" y="584"/>
                </a:cubicBezTo>
                <a:cubicBezTo>
                  <a:pt x="67" y="584"/>
                  <a:pt x="66" y="584"/>
                  <a:pt x="66" y="584"/>
                </a:cubicBezTo>
                <a:cubicBezTo>
                  <a:pt x="66" y="583"/>
                  <a:pt x="67" y="583"/>
                  <a:pt x="67" y="582"/>
                </a:cubicBezTo>
                <a:cubicBezTo>
                  <a:pt x="67" y="582"/>
                  <a:pt x="67" y="582"/>
                  <a:pt x="66" y="582"/>
                </a:cubicBezTo>
                <a:cubicBezTo>
                  <a:pt x="66" y="582"/>
                  <a:pt x="67" y="581"/>
                  <a:pt x="66" y="581"/>
                </a:cubicBezTo>
                <a:cubicBezTo>
                  <a:pt x="66" y="581"/>
                  <a:pt x="66" y="581"/>
                  <a:pt x="66" y="581"/>
                </a:cubicBezTo>
                <a:cubicBezTo>
                  <a:pt x="65" y="580"/>
                  <a:pt x="66" y="580"/>
                  <a:pt x="66" y="579"/>
                </a:cubicBezTo>
                <a:cubicBezTo>
                  <a:pt x="66" y="578"/>
                  <a:pt x="66" y="579"/>
                  <a:pt x="65" y="578"/>
                </a:cubicBezTo>
                <a:cubicBezTo>
                  <a:pt x="65" y="578"/>
                  <a:pt x="64" y="577"/>
                  <a:pt x="64" y="576"/>
                </a:cubicBezTo>
                <a:cubicBezTo>
                  <a:pt x="64" y="576"/>
                  <a:pt x="64" y="576"/>
                  <a:pt x="63" y="575"/>
                </a:cubicBezTo>
                <a:cubicBezTo>
                  <a:pt x="63" y="575"/>
                  <a:pt x="63" y="575"/>
                  <a:pt x="62" y="575"/>
                </a:cubicBezTo>
                <a:cubicBezTo>
                  <a:pt x="63" y="575"/>
                  <a:pt x="64" y="575"/>
                  <a:pt x="64" y="575"/>
                </a:cubicBezTo>
                <a:cubicBezTo>
                  <a:pt x="65" y="573"/>
                  <a:pt x="65" y="574"/>
                  <a:pt x="66" y="574"/>
                </a:cubicBezTo>
                <a:cubicBezTo>
                  <a:pt x="66" y="573"/>
                  <a:pt x="66" y="573"/>
                  <a:pt x="66" y="573"/>
                </a:cubicBezTo>
                <a:cubicBezTo>
                  <a:pt x="66" y="573"/>
                  <a:pt x="66" y="572"/>
                  <a:pt x="66" y="572"/>
                </a:cubicBezTo>
                <a:cubicBezTo>
                  <a:pt x="67" y="571"/>
                  <a:pt x="67" y="570"/>
                  <a:pt x="66" y="570"/>
                </a:cubicBezTo>
                <a:cubicBezTo>
                  <a:pt x="66" y="569"/>
                  <a:pt x="66" y="569"/>
                  <a:pt x="66" y="569"/>
                </a:cubicBezTo>
                <a:cubicBezTo>
                  <a:pt x="66" y="569"/>
                  <a:pt x="66" y="568"/>
                  <a:pt x="66" y="568"/>
                </a:cubicBezTo>
                <a:cubicBezTo>
                  <a:pt x="66" y="568"/>
                  <a:pt x="66" y="568"/>
                  <a:pt x="66" y="567"/>
                </a:cubicBezTo>
                <a:cubicBezTo>
                  <a:pt x="66" y="566"/>
                  <a:pt x="68" y="569"/>
                  <a:pt x="68" y="568"/>
                </a:cubicBezTo>
                <a:cubicBezTo>
                  <a:pt x="68" y="568"/>
                  <a:pt x="68" y="567"/>
                  <a:pt x="68" y="567"/>
                </a:cubicBezTo>
                <a:cubicBezTo>
                  <a:pt x="68" y="567"/>
                  <a:pt x="68" y="567"/>
                  <a:pt x="68" y="566"/>
                </a:cubicBezTo>
                <a:cubicBezTo>
                  <a:pt x="68" y="566"/>
                  <a:pt x="67" y="566"/>
                  <a:pt x="67" y="565"/>
                </a:cubicBezTo>
                <a:cubicBezTo>
                  <a:pt x="67" y="565"/>
                  <a:pt x="67" y="565"/>
                  <a:pt x="67" y="564"/>
                </a:cubicBezTo>
                <a:cubicBezTo>
                  <a:pt x="67" y="564"/>
                  <a:pt x="66" y="564"/>
                  <a:pt x="66" y="563"/>
                </a:cubicBezTo>
                <a:cubicBezTo>
                  <a:pt x="66" y="563"/>
                  <a:pt x="66" y="562"/>
                  <a:pt x="66" y="562"/>
                </a:cubicBezTo>
                <a:cubicBezTo>
                  <a:pt x="66" y="561"/>
                  <a:pt x="65" y="561"/>
                  <a:pt x="65" y="561"/>
                </a:cubicBezTo>
                <a:cubicBezTo>
                  <a:pt x="65" y="560"/>
                  <a:pt x="64" y="560"/>
                  <a:pt x="64" y="559"/>
                </a:cubicBezTo>
                <a:cubicBezTo>
                  <a:pt x="63" y="558"/>
                  <a:pt x="62" y="558"/>
                  <a:pt x="61" y="557"/>
                </a:cubicBezTo>
                <a:cubicBezTo>
                  <a:pt x="61" y="557"/>
                  <a:pt x="61" y="557"/>
                  <a:pt x="61" y="557"/>
                </a:cubicBezTo>
                <a:cubicBezTo>
                  <a:pt x="60" y="557"/>
                  <a:pt x="60" y="557"/>
                  <a:pt x="60" y="557"/>
                </a:cubicBezTo>
                <a:cubicBezTo>
                  <a:pt x="60" y="557"/>
                  <a:pt x="60" y="557"/>
                  <a:pt x="59" y="557"/>
                </a:cubicBezTo>
                <a:cubicBezTo>
                  <a:pt x="59" y="557"/>
                  <a:pt x="59" y="557"/>
                  <a:pt x="59" y="557"/>
                </a:cubicBezTo>
                <a:cubicBezTo>
                  <a:pt x="58" y="556"/>
                  <a:pt x="58" y="556"/>
                  <a:pt x="58" y="556"/>
                </a:cubicBezTo>
                <a:cubicBezTo>
                  <a:pt x="58" y="555"/>
                  <a:pt x="57" y="555"/>
                  <a:pt x="57" y="555"/>
                </a:cubicBezTo>
                <a:cubicBezTo>
                  <a:pt x="56" y="555"/>
                  <a:pt x="55" y="555"/>
                  <a:pt x="54" y="555"/>
                </a:cubicBezTo>
                <a:cubicBezTo>
                  <a:pt x="54" y="554"/>
                  <a:pt x="56" y="554"/>
                  <a:pt x="57" y="554"/>
                </a:cubicBezTo>
                <a:cubicBezTo>
                  <a:pt x="57" y="553"/>
                  <a:pt x="56" y="553"/>
                  <a:pt x="56" y="553"/>
                </a:cubicBezTo>
                <a:cubicBezTo>
                  <a:pt x="56" y="553"/>
                  <a:pt x="57" y="553"/>
                  <a:pt x="57" y="553"/>
                </a:cubicBezTo>
                <a:cubicBezTo>
                  <a:pt x="57" y="552"/>
                  <a:pt x="57" y="553"/>
                  <a:pt x="57" y="552"/>
                </a:cubicBezTo>
                <a:cubicBezTo>
                  <a:pt x="57" y="552"/>
                  <a:pt x="57" y="551"/>
                  <a:pt x="57" y="551"/>
                </a:cubicBezTo>
                <a:cubicBezTo>
                  <a:pt x="56" y="551"/>
                  <a:pt x="56" y="551"/>
                  <a:pt x="56" y="551"/>
                </a:cubicBezTo>
                <a:cubicBezTo>
                  <a:pt x="55" y="552"/>
                  <a:pt x="55" y="551"/>
                  <a:pt x="54" y="551"/>
                </a:cubicBezTo>
                <a:cubicBezTo>
                  <a:pt x="54" y="551"/>
                  <a:pt x="53" y="551"/>
                  <a:pt x="53" y="550"/>
                </a:cubicBezTo>
                <a:cubicBezTo>
                  <a:pt x="52" y="550"/>
                  <a:pt x="51" y="551"/>
                  <a:pt x="51" y="550"/>
                </a:cubicBezTo>
                <a:cubicBezTo>
                  <a:pt x="51" y="550"/>
                  <a:pt x="53" y="549"/>
                  <a:pt x="54" y="550"/>
                </a:cubicBezTo>
                <a:cubicBezTo>
                  <a:pt x="54" y="550"/>
                  <a:pt x="55" y="550"/>
                  <a:pt x="55" y="550"/>
                </a:cubicBezTo>
                <a:cubicBezTo>
                  <a:pt x="56" y="549"/>
                  <a:pt x="53" y="549"/>
                  <a:pt x="53" y="549"/>
                </a:cubicBezTo>
                <a:cubicBezTo>
                  <a:pt x="52" y="549"/>
                  <a:pt x="50" y="550"/>
                  <a:pt x="50" y="549"/>
                </a:cubicBezTo>
                <a:cubicBezTo>
                  <a:pt x="50" y="549"/>
                  <a:pt x="51" y="549"/>
                  <a:pt x="51" y="549"/>
                </a:cubicBezTo>
                <a:cubicBezTo>
                  <a:pt x="51" y="548"/>
                  <a:pt x="52" y="548"/>
                  <a:pt x="52" y="548"/>
                </a:cubicBezTo>
                <a:cubicBezTo>
                  <a:pt x="53" y="547"/>
                  <a:pt x="53" y="548"/>
                  <a:pt x="54" y="548"/>
                </a:cubicBezTo>
                <a:cubicBezTo>
                  <a:pt x="55" y="547"/>
                  <a:pt x="53" y="547"/>
                  <a:pt x="53" y="547"/>
                </a:cubicBezTo>
                <a:cubicBezTo>
                  <a:pt x="52" y="547"/>
                  <a:pt x="51" y="547"/>
                  <a:pt x="51" y="547"/>
                </a:cubicBezTo>
                <a:cubicBezTo>
                  <a:pt x="50" y="547"/>
                  <a:pt x="50" y="546"/>
                  <a:pt x="50" y="546"/>
                </a:cubicBezTo>
                <a:cubicBezTo>
                  <a:pt x="49" y="546"/>
                  <a:pt x="50" y="546"/>
                  <a:pt x="50" y="546"/>
                </a:cubicBezTo>
                <a:cubicBezTo>
                  <a:pt x="50" y="545"/>
                  <a:pt x="50" y="545"/>
                  <a:pt x="49" y="545"/>
                </a:cubicBezTo>
                <a:cubicBezTo>
                  <a:pt x="48" y="544"/>
                  <a:pt x="48" y="542"/>
                  <a:pt x="46" y="542"/>
                </a:cubicBezTo>
                <a:cubicBezTo>
                  <a:pt x="47" y="542"/>
                  <a:pt x="46" y="542"/>
                  <a:pt x="46" y="541"/>
                </a:cubicBezTo>
                <a:cubicBezTo>
                  <a:pt x="47" y="541"/>
                  <a:pt x="47" y="540"/>
                  <a:pt x="46" y="539"/>
                </a:cubicBezTo>
                <a:cubicBezTo>
                  <a:pt x="46" y="539"/>
                  <a:pt x="46" y="539"/>
                  <a:pt x="45" y="539"/>
                </a:cubicBezTo>
                <a:cubicBezTo>
                  <a:pt x="45" y="538"/>
                  <a:pt x="45" y="538"/>
                  <a:pt x="45" y="537"/>
                </a:cubicBezTo>
                <a:cubicBezTo>
                  <a:pt x="44" y="537"/>
                  <a:pt x="43" y="537"/>
                  <a:pt x="42" y="537"/>
                </a:cubicBezTo>
                <a:cubicBezTo>
                  <a:pt x="42" y="537"/>
                  <a:pt x="41" y="537"/>
                  <a:pt x="41" y="536"/>
                </a:cubicBezTo>
                <a:cubicBezTo>
                  <a:pt x="42" y="536"/>
                  <a:pt x="43" y="536"/>
                  <a:pt x="43" y="536"/>
                </a:cubicBezTo>
                <a:cubicBezTo>
                  <a:pt x="44" y="536"/>
                  <a:pt x="45" y="536"/>
                  <a:pt x="46" y="536"/>
                </a:cubicBezTo>
                <a:cubicBezTo>
                  <a:pt x="47" y="537"/>
                  <a:pt x="47" y="537"/>
                  <a:pt x="48" y="537"/>
                </a:cubicBezTo>
                <a:cubicBezTo>
                  <a:pt x="49" y="537"/>
                  <a:pt x="50" y="537"/>
                  <a:pt x="51" y="537"/>
                </a:cubicBezTo>
                <a:cubicBezTo>
                  <a:pt x="51" y="538"/>
                  <a:pt x="49" y="538"/>
                  <a:pt x="49" y="539"/>
                </a:cubicBezTo>
                <a:cubicBezTo>
                  <a:pt x="49" y="541"/>
                  <a:pt x="51" y="542"/>
                  <a:pt x="52" y="543"/>
                </a:cubicBezTo>
                <a:cubicBezTo>
                  <a:pt x="53" y="544"/>
                  <a:pt x="55" y="547"/>
                  <a:pt x="56" y="546"/>
                </a:cubicBezTo>
                <a:cubicBezTo>
                  <a:pt x="56" y="545"/>
                  <a:pt x="55" y="544"/>
                  <a:pt x="56" y="544"/>
                </a:cubicBezTo>
                <a:cubicBezTo>
                  <a:pt x="57" y="544"/>
                  <a:pt x="58" y="545"/>
                  <a:pt x="58" y="545"/>
                </a:cubicBezTo>
                <a:cubicBezTo>
                  <a:pt x="58" y="546"/>
                  <a:pt x="58" y="546"/>
                  <a:pt x="59" y="546"/>
                </a:cubicBezTo>
                <a:cubicBezTo>
                  <a:pt x="59" y="547"/>
                  <a:pt x="60" y="547"/>
                  <a:pt x="60" y="547"/>
                </a:cubicBezTo>
                <a:cubicBezTo>
                  <a:pt x="61" y="546"/>
                  <a:pt x="60" y="545"/>
                  <a:pt x="61" y="545"/>
                </a:cubicBezTo>
                <a:cubicBezTo>
                  <a:pt x="61" y="545"/>
                  <a:pt x="61" y="546"/>
                  <a:pt x="61" y="546"/>
                </a:cubicBezTo>
                <a:cubicBezTo>
                  <a:pt x="61" y="546"/>
                  <a:pt x="61" y="547"/>
                  <a:pt x="62" y="547"/>
                </a:cubicBezTo>
                <a:cubicBezTo>
                  <a:pt x="63" y="547"/>
                  <a:pt x="64" y="547"/>
                  <a:pt x="65" y="548"/>
                </a:cubicBezTo>
                <a:cubicBezTo>
                  <a:pt x="64" y="548"/>
                  <a:pt x="63" y="548"/>
                  <a:pt x="63" y="548"/>
                </a:cubicBezTo>
                <a:cubicBezTo>
                  <a:pt x="63" y="549"/>
                  <a:pt x="64" y="550"/>
                  <a:pt x="64" y="550"/>
                </a:cubicBezTo>
                <a:cubicBezTo>
                  <a:pt x="65" y="550"/>
                  <a:pt x="66" y="549"/>
                  <a:pt x="66" y="549"/>
                </a:cubicBezTo>
                <a:cubicBezTo>
                  <a:pt x="68" y="548"/>
                  <a:pt x="69" y="550"/>
                  <a:pt x="70" y="551"/>
                </a:cubicBezTo>
                <a:cubicBezTo>
                  <a:pt x="71" y="552"/>
                  <a:pt x="72" y="553"/>
                  <a:pt x="74" y="553"/>
                </a:cubicBezTo>
                <a:cubicBezTo>
                  <a:pt x="76" y="554"/>
                  <a:pt x="79" y="555"/>
                  <a:pt x="82" y="556"/>
                </a:cubicBezTo>
                <a:cubicBezTo>
                  <a:pt x="85" y="556"/>
                  <a:pt x="88" y="556"/>
                  <a:pt x="90" y="558"/>
                </a:cubicBezTo>
                <a:cubicBezTo>
                  <a:pt x="92" y="559"/>
                  <a:pt x="92" y="559"/>
                  <a:pt x="94" y="560"/>
                </a:cubicBezTo>
                <a:cubicBezTo>
                  <a:pt x="95" y="560"/>
                  <a:pt x="97" y="560"/>
                  <a:pt x="98" y="560"/>
                </a:cubicBezTo>
                <a:cubicBezTo>
                  <a:pt x="100" y="561"/>
                  <a:pt x="101" y="560"/>
                  <a:pt x="103" y="560"/>
                </a:cubicBezTo>
                <a:cubicBezTo>
                  <a:pt x="104" y="559"/>
                  <a:pt x="105" y="559"/>
                  <a:pt x="107" y="559"/>
                </a:cubicBezTo>
                <a:cubicBezTo>
                  <a:pt x="108" y="559"/>
                  <a:pt x="109" y="558"/>
                  <a:pt x="110" y="557"/>
                </a:cubicBezTo>
                <a:cubicBezTo>
                  <a:pt x="111" y="557"/>
                  <a:pt x="112" y="557"/>
                  <a:pt x="113" y="556"/>
                </a:cubicBezTo>
                <a:cubicBezTo>
                  <a:pt x="114" y="555"/>
                  <a:pt x="115" y="554"/>
                  <a:pt x="116" y="553"/>
                </a:cubicBezTo>
                <a:cubicBezTo>
                  <a:pt x="116" y="553"/>
                  <a:pt x="117" y="553"/>
                  <a:pt x="117" y="553"/>
                </a:cubicBezTo>
                <a:cubicBezTo>
                  <a:pt x="117" y="553"/>
                  <a:pt x="118" y="552"/>
                  <a:pt x="118" y="552"/>
                </a:cubicBezTo>
                <a:cubicBezTo>
                  <a:pt x="118" y="551"/>
                  <a:pt x="119" y="551"/>
                  <a:pt x="119" y="551"/>
                </a:cubicBezTo>
                <a:cubicBezTo>
                  <a:pt x="119" y="550"/>
                  <a:pt x="119" y="550"/>
                  <a:pt x="119" y="550"/>
                </a:cubicBezTo>
                <a:cubicBezTo>
                  <a:pt x="120" y="549"/>
                  <a:pt x="119" y="549"/>
                  <a:pt x="120" y="548"/>
                </a:cubicBezTo>
                <a:cubicBezTo>
                  <a:pt x="120" y="548"/>
                  <a:pt x="121" y="548"/>
                  <a:pt x="121" y="547"/>
                </a:cubicBezTo>
                <a:cubicBezTo>
                  <a:pt x="122" y="546"/>
                  <a:pt x="123" y="545"/>
                  <a:pt x="124" y="543"/>
                </a:cubicBezTo>
                <a:cubicBezTo>
                  <a:pt x="124" y="543"/>
                  <a:pt x="124" y="542"/>
                  <a:pt x="124" y="541"/>
                </a:cubicBezTo>
                <a:cubicBezTo>
                  <a:pt x="125" y="541"/>
                  <a:pt x="124" y="540"/>
                  <a:pt x="124" y="540"/>
                </a:cubicBezTo>
                <a:cubicBezTo>
                  <a:pt x="125" y="539"/>
                  <a:pt x="125" y="537"/>
                  <a:pt x="125" y="537"/>
                </a:cubicBezTo>
                <a:cubicBezTo>
                  <a:pt x="125" y="537"/>
                  <a:pt x="125" y="536"/>
                  <a:pt x="125" y="536"/>
                </a:cubicBezTo>
                <a:cubicBezTo>
                  <a:pt x="125" y="536"/>
                  <a:pt x="125" y="536"/>
                  <a:pt x="125" y="536"/>
                </a:cubicBezTo>
                <a:cubicBezTo>
                  <a:pt x="125" y="535"/>
                  <a:pt x="125" y="534"/>
                  <a:pt x="125" y="535"/>
                </a:cubicBezTo>
                <a:cubicBezTo>
                  <a:pt x="125" y="535"/>
                  <a:pt x="125" y="535"/>
                  <a:pt x="125" y="535"/>
                </a:cubicBezTo>
                <a:cubicBezTo>
                  <a:pt x="122" y="535"/>
                  <a:pt x="124" y="531"/>
                  <a:pt x="123" y="530"/>
                </a:cubicBezTo>
                <a:cubicBezTo>
                  <a:pt x="123" y="529"/>
                  <a:pt x="122" y="529"/>
                  <a:pt x="122" y="528"/>
                </a:cubicBezTo>
                <a:cubicBezTo>
                  <a:pt x="122" y="528"/>
                  <a:pt x="122" y="527"/>
                  <a:pt x="122" y="527"/>
                </a:cubicBezTo>
                <a:cubicBezTo>
                  <a:pt x="122" y="527"/>
                  <a:pt x="122" y="526"/>
                  <a:pt x="122" y="526"/>
                </a:cubicBezTo>
                <a:cubicBezTo>
                  <a:pt x="122" y="525"/>
                  <a:pt x="122" y="524"/>
                  <a:pt x="122" y="523"/>
                </a:cubicBezTo>
                <a:cubicBezTo>
                  <a:pt x="121" y="522"/>
                  <a:pt x="121" y="523"/>
                  <a:pt x="120" y="523"/>
                </a:cubicBezTo>
                <a:cubicBezTo>
                  <a:pt x="119" y="523"/>
                  <a:pt x="120" y="520"/>
                  <a:pt x="118" y="521"/>
                </a:cubicBezTo>
                <a:cubicBezTo>
                  <a:pt x="118" y="521"/>
                  <a:pt x="118" y="522"/>
                  <a:pt x="118" y="522"/>
                </a:cubicBezTo>
                <a:cubicBezTo>
                  <a:pt x="117" y="522"/>
                  <a:pt x="116" y="522"/>
                  <a:pt x="116" y="521"/>
                </a:cubicBezTo>
                <a:cubicBezTo>
                  <a:pt x="116" y="520"/>
                  <a:pt x="117" y="520"/>
                  <a:pt x="117" y="520"/>
                </a:cubicBezTo>
                <a:cubicBezTo>
                  <a:pt x="117" y="519"/>
                  <a:pt x="115" y="518"/>
                  <a:pt x="115" y="518"/>
                </a:cubicBezTo>
                <a:cubicBezTo>
                  <a:pt x="114" y="517"/>
                  <a:pt x="113" y="516"/>
                  <a:pt x="113" y="515"/>
                </a:cubicBezTo>
                <a:cubicBezTo>
                  <a:pt x="113" y="514"/>
                  <a:pt x="112" y="513"/>
                  <a:pt x="112" y="513"/>
                </a:cubicBezTo>
                <a:cubicBezTo>
                  <a:pt x="111" y="512"/>
                  <a:pt x="110" y="512"/>
                  <a:pt x="111" y="513"/>
                </a:cubicBezTo>
                <a:cubicBezTo>
                  <a:pt x="111" y="514"/>
                  <a:pt x="111" y="514"/>
                  <a:pt x="112" y="514"/>
                </a:cubicBezTo>
                <a:cubicBezTo>
                  <a:pt x="112" y="515"/>
                  <a:pt x="112" y="515"/>
                  <a:pt x="112" y="516"/>
                </a:cubicBezTo>
                <a:cubicBezTo>
                  <a:pt x="110" y="515"/>
                  <a:pt x="109" y="515"/>
                  <a:pt x="108" y="514"/>
                </a:cubicBezTo>
                <a:cubicBezTo>
                  <a:pt x="108" y="513"/>
                  <a:pt x="107" y="513"/>
                  <a:pt x="106" y="512"/>
                </a:cubicBezTo>
                <a:cubicBezTo>
                  <a:pt x="106" y="512"/>
                  <a:pt x="105" y="511"/>
                  <a:pt x="105" y="511"/>
                </a:cubicBezTo>
                <a:cubicBezTo>
                  <a:pt x="105" y="511"/>
                  <a:pt x="104" y="511"/>
                  <a:pt x="104" y="510"/>
                </a:cubicBezTo>
                <a:cubicBezTo>
                  <a:pt x="104" y="510"/>
                  <a:pt x="104" y="510"/>
                  <a:pt x="104" y="510"/>
                </a:cubicBezTo>
                <a:cubicBezTo>
                  <a:pt x="104" y="509"/>
                  <a:pt x="103" y="509"/>
                  <a:pt x="103" y="509"/>
                </a:cubicBezTo>
                <a:cubicBezTo>
                  <a:pt x="103" y="509"/>
                  <a:pt x="102" y="509"/>
                  <a:pt x="102" y="508"/>
                </a:cubicBezTo>
                <a:cubicBezTo>
                  <a:pt x="102" y="508"/>
                  <a:pt x="102" y="508"/>
                  <a:pt x="102" y="508"/>
                </a:cubicBezTo>
                <a:cubicBezTo>
                  <a:pt x="101" y="507"/>
                  <a:pt x="101" y="508"/>
                  <a:pt x="101" y="508"/>
                </a:cubicBezTo>
                <a:cubicBezTo>
                  <a:pt x="101" y="509"/>
                  <a:pt x="102" y="509"/>
                  <a:pt x="102" y="509"/>
                </a:cubicBezTo>
                <a:cubicBezTo>
                  <a:pt x="101" y="509"/>
                  <a:pt x="101" y="509"/>
                  <a:pt x="100" y="509"/>
                </a:cubicBezTo>
                <a:cubicBezTo>
                  <a:pt x="99" y="508"/>
                  <a:pt x="99" y="508"/>
                  <a:pt x="99" y="508"/>
                </a:cubicBezTo>
                <a:cubicBezTo>
                  <a:pt x="99" y="507"/>
                  <a:pt x="99" y="507"/>
                  <a:pt x="98" y="506"/>
                </a:cubicBezTo>
                <a:cubicBezTo>
                  <a:pt x="98" y="506"/>
                  <a:pt x="98" y="505"/>
                  <a:pt x="97" y="505"/>
                </a:cubicBezTo>
                <a:cubicBezTo>
                  <a:pt x="97" y="505"/>
                  <a:pt x="96" y="504"/>
                  <a:pt x="96" y="504"/>
                </a:cubicBezTo>
                <a:cubicBezTo>
                  <a:pt x="96" y="503"/>
                  <a:pt x="95" y="503"/>
                  <a:pt x="95" y="502"/>
                </a:cubicBezTo>
                <a:cubicBezTo>
                  <a:pt x="94" y="501"/>
                  <a:pt x="93" y="500"/>
                  <a:pt x="92" y="499"/>
                </a:cubicBezTo>
                <a:cubicBezTo>
                  <a:pt x="91" y="499"/>
                  <a:pt x="90" y="498"/>
                  <a:pt x="89" y="497"/>
                </a:cubicBezTo>
                <a:cubicBezTo>
                  <a:pt x="89" y="497"/>
                  <a:pt x="88" y="496"/>
                  <a:pt x="88" y="496"/>
                </a:cubicBezTo>
                <a:cubicBezTo>
                  <a:pt x="87" y="496"/>
                  <a:pt x="87" y="495"/>
                  <a:pt x="86" y="494"/>
                </a:cubicBezTo>
                <a:cubicBezTo>
                  <a:pt x="86" y="494"/>
                  <a:pt x="85" y="494"/>
                  <a:pt x="85" y="494"/>
                </a:cubicBezTo>
                <a:cubicBezTo>
                  <a:pt x="84" y="493"/>
                  <a:pt x="84" y="493"/>
                  <a:pt x="83" y="492"/>
                </a:cubicBezTo>
                <a:cubicBezTo>
                  <a:pt x="82" y="492"/>
                  <a:pt x="81" y="491"/>
                  <a:pt x="80" y="491"/>
                </a:cubicBezTo>
                <a:cubicBezTo>
                  <a:pt x="80" y="490"/>
                  <a:pt x="80" y="490"/>
                  <a:pt x="80" y="489"/>
                </a:cubicBezTo>
                <a:cubicBezTo>
                  <a:pt x="79" y="489"/>
                  <a:pt x="79" y="489"/>
                  <a:pt x="79" y="489"/>
                </a:cubicBezTo>
                <a:cubicBezTo>
                  <a:pt x="78" y="489"/>
                  <a:pt x="77" y="488"/>
                  <a:pt x="77" y="487"/>
                </a:cubicBezTo>
                <a:cubicBezTo>
                  <a:pt x="76" y="487"/>
                  <a:pt x="74" y="487"/>
                  <a:pt x="73" y="486"/>
                </a:cubicBezTo>
                <a:cubicBezTo>
                  <a:pt x="73" y="486"/>
                  <a:pt x="71" y="485"/>
                  <a:pt x="70" y="486"/>
                </a:cubicBezTo>
                <a:cubicBezTo>
                  <a:pt x="70" y="486"/>
                  <a:pt x="72" y="488"/>
                  <a:pt x="70" y="488"/>
                </a:cubicBezTo>
                <a:cubicBezTo>
                  <a:pt x="70" y="488"/>
                  <a:pt x="70" y="487"/>
                  <a:pt x="70" y="487"/>
                </a:cubicBezTo>
                <a:cubicBezTo>
                  <a:pt x="69" y="487"/>
                  <a:pt x="69" y="487"/>
                  <a:pt x="69" y="488"/>
                </a:cubicBezTo>
                <a:cubicBezTo>
                  <a:pt x="68" y="487"/>
                  <a:pt x="69" y="487"/>
                  <a:pt x="68" y="487"/>
                </a:cubicBezTo>
                <a:cubicBezTo>
                  <a:pt x="68" y="486"/>
                  <a:pt x="67" y="487"/>
                  <a:pt x="67" y="487"/>
                </a:cubicBezTo>
                <a:cubicBezTo>
                  <a:pt x="66" y="486"/>
                  <a:pt x="66" y="486"/>
                  <a:pt x="65" y="485"/>
                </a:cubicBezTo>
                <a:cubicBezTo>
                  <a:pt x="64" y="485"/>
                  <a:pt x="64" y="485"/>
                  <a:pt x="64" y="485"/>
                </a:cubicBezTo>
                <a:cubicBezTo>
                  <a:pt x="63" y="485"/>
                  <a:pt x="63" y="484"/>
                  <a:pt x="63" y="484"/>
                </a:cubicBezTo>
                <a:cubicBezTo>
                  <a:pt x="62" y="484"/>
                  <a:pt x="61" y="484"/>
                  <a:pt x="60" y="484"/>
                </a:cubicBezTo>
                <a:cubicBezTo>
                  <a:pt x="60" y="484"/>
                  <a:pt x="59" y="484"/>
                  <a:pt x="59" y="484"/>
                </a:cubicBezTo>
                <a:cubicBezTo>
                  <a:pt x="58" y="484"/>
                  <a:pt x="59" y="484"/>
                  <a:pt x="58" y="485"/>
                </a:cubicBezTo>
                <a:cubicBezTo>
                  <a:pt x="58" y="485"/>
                  <a:pt x="58" y="485"/>
                  <a:pt x="57" y="484"/>
                </a:cubicBezTo>
                <a:cubicBezTo>
                  <a:pt x="57" y="484"/>
                  <a:pt x="57" y="484"/>
                  <a:pt x="57" y="484"/>
                </a:cubicBezTo>
                <a:cubicBezTo>
                  <a:pt x="56" y="484"/>
                  <a:pt x="56" y="486"/>
                  <a:pt x="56" y="486"/>
                </a:cubicBezTo>
                <a:cubicBezTo>
                  <a:pt x="56" y="487"/>
                  <a:pt x="56" y="488"/>
                  <a:pt x="55" y="489"/>
                </a:cubicBezTo>
                <a:cubicBezTo>
                  <a:pt x="55" y="490"/>
                  <a:pt x="54" y="490"/>
                  <a:pt x="53" y="491"/>
                </a:cubicBezTo>
                <a:cubicBezTo>
                  <a:pt x="53" y="491"/>
                  <a:pt x="52" y="491"/>
                  <a:pt x="52" y="491"/>
                </a:cubicBezTo>
                <a:cubicBezTo>
                  <a:pt x="51" y="492"/>
                  <a:pt x="51" y="495"/>
                  <a:pt x="51" y="493"/>
                </a:cubicBezTo>
                <a:cubicBezTo>
                  <a:pt x="51" y="491"/>
                  <a:pt x="52" y="490"/>
                  <a:pt x="53" y="489"/>
                </a:cubicBezTo>
                <a:cubicBezTo>
                  <a:pt x="54" y="489"/>
                  <a:pt x="55" y="488"/>
                  <a:pt x="55" y="488"/>
                </a:cubicBezTo>
                <a:cubicBezTo>
                  <a:pt x="56" y="487"/>
                  <a:pt x="55" y="487"/>
                  <a:pt x="55" y="487"/>
                </a:cubicBezTo>
                <a:cubicBezTo>
                  <a:pt x="55" y="487"/>
                  <a:pt x="55" y="487"/>
                  <a:pt x="55" y="487"/>
                </a:cubicBezTo>
                <a:cubicBezTo>
                  <a:pt x="54" y="487"/>
                  <a:pt x="54" y="487"/>
                  <a:pt x="54" y="487"/>
                </a:cubicBezTo>
                <a:cubicBezTo>
                  <a:pt x="54" y="486"/>
                  <a:pt x="56" y="485"/>
                  <a:pt x="54" y="485"/>
                </a:cubicBezTo>
                <a:cubicBezTo>
                  <a:pt x="53" y="485"/>
                  <a:pt x="53" y="485"/>
                  <a:pt x="54" y="484"/>
                </a:cubicBezTo>
                <a:cubicBezTo>
                  <a:pt x="55" y="484"/>
                  <a:pt x="55" y="484"/>
                  <a:pt x="55" y="483"/>
                </a:cubicBezTo>
                <a:cubicBezTo>
                  <a:pt x="55" y="483"/>
                  <a:pt x="55" y="483"/>
                  <a:pt x="55" y="483"/>
                </a:cubicBezTo>
                <a:cubicBezTo>
                  <a:pt x="55" y="483"/>
                  <a:pt x="55" y="482"/>
                  <a:pt x="55" y="482"/>
                </a:cubicBezTo>
                <a:cubicBezTo>
                  <a:pt x="55" y="481"/>
                  <a:pt x="54" y="482"/>
                  <a:pt x="53" y="482"/>
                </a:cubicBezTo>
                <a:cubicBezTo>
                  <a:pt x="52" y="482"/>
                  <a:pt x="51" y="482"/>
                  <a:pt x="51" y="483"/>
                </a:cubicBezTo>
                <a:cubicBezTo>
                  <a:pt x="51" y="483"/>
                  <a:pt x="51" y="484"/>
                  <a:pt x="50" y="484"/>
                </a:cubicBezTo>
                <a:cubicBezTo>
                  <a:pt x="50" y="484"/>
                  <a:pt x="50" y="485"/>
                  <a:pt x="49" y="485"/>
                </a:cubicBezTo>
                <a:cubicBezTo>
                  <a:pt x="49" y="484"/>
                  <a:pt x="50" y="483"/>
                  <a:pt x="50" y="483"/>
                </a:cubicBezTo>
                <a:cubicBezTo>
                  <a:pt x="50" y="483"/>
                  <a:pt x="52" y="481"/>
                  <a:pt x="51" y="481"/>
                </a:cubicBezTo>
                <a:cubicBezTo>
                  <a:pt x="51" y="480"/>
                  <a:pt x="49" y="482"/>
                  <a:pt x="49" y="482"/>
                </a:cubicBezTo>
                <a:cubicBezTo>
                  <a:pt x="49" y="481"/>
                  <a:pt x="50" y="481"/>
                  <a:pt x="50" y="480"/>
                </a:cubicBezTo>
                <a:cubicBezTo>
                  <a:pt x="49" y="480"/>
                  <a:pt x="49" y="480"/>
                  <a:pt x="48" y="480"/>
                </a:cubicBezTo>
                <a:cubicBezTo>
                  <a:pt x="47" y="480"/>
                  <a:pt x="45" y="481"/>
                  <a:pt x="44" y="482"/>
                </a:cubicBezTo>
                <a:cubicBezTo>
                  <a:pt x="44" y="481"/>
                  <a:pt x="45" y="481"/>
                  <a:pt x="46" y="480"/>
                </a:cubicBezTo>
                <a:cubicBezTo>
                  <a:pt x="46" y="480"/>
                  <a:pt x="46" y="479"/>
                  <a:pt x="46" y="479"/>
                </a:cubicBezTo>
                <a:cubicBezTo>
                  <a:pt x="46" y="478"/>
                  <a:pt x="46" y="478"/>
                  <a:pt x="46" y="478"/>
                </a:cubicBezTo>
                <a:cubicBezTo>
                  <a:pt x="45" y="478"/>
                  <a:pt x="45" y="478"/>
                  <a:pt x="44" y="478"/>
                </a:cubicBezTo>
                <a:cubicBezTo>
                  <a:pt x="44" y="477"/>
                  <a:pt x="43" y="477"/>
                  <a:pt x="42" y="478"/>
                </a:cubicBezTo>
                <a:cubicBezTo>
                  <a:pt x="42" y="478"/>
                  <a:pt x="43" y="477"/>
                  <a:pt x="43" y="477"/>
                </a:cubicBezTo>
                <a:cubicBezTo>
                  <a:pt x="43" y="476"/>
                  <a:pt x="42" y="476"/>
                  <a:pt x="42" y="476"/>
                </a:cubicBezTo>
                <a:cubicBezTo>
                  <a:pt x="42" y="476"/>
                  <a:pt x="43" y="476"/>
                  <a:pt x="43" y="475"/>
                </a:cubicBezTo>
                <a:cubicBezTo>
                  <a:pt x="43" y="475"/>
                  <a:pt x="43" y="475"/>
                  <a:pt x="43" y="474"/>
                </a:cubicBezTo>
                <a:cubicBezTo>
                  <a:pt x="43" y="473"/>
                  <a:pt x="43" y="474"/>
                  <a:pt x="44" y="475"/>
                </a:cubicBezTo>
                <a:cubicBezTo>
                  <a:pt x="44" y="476"/>
                  <a:pt x="44" y="476"/>
                  <a:pt x="45" y="476"/>
                </a:cubicBezTo>
                <a:cubicBezTo>
                  <a:pt x="46" y="476"/>
                  <a:pt x="47" y="477"/>
                  <a:pt x="48" y="477"/>
                </a:cubicBezTo>
                <a:cubicBezTo>
                  <a:pt x="49" y="477"/>
                  <a:pt x="50" y="478"/>
                  <a:pt x="51" y="477"/>
                </a:cubicBezTo>
                <a:cubicBezTo>
                  <a:pt x="52" y="476"/>
                  <a:pt x="52" y="476"/>
                  <a:pt x="52" y="475"/>
                </a:cubicBezTo>
                <a:cubicBezTo>
                  <a:pt x="52" y="474"/>
                  <a:pt x="52" y="474"/>
                  <a:pt x="51" y="473"/>
                </a:cubicBezTo>
                <a:cubicBezTo>
                  <a:pt x="50" y="473"/>
                  <a:pt x="50" y="473"/>
                  <a:pt x="49" y="472"/>
                </a:cubicBezTo>
                <a:cubicBezTo>
                  <a:pt x="49" y="472"/>
                  <a:pt x="49" y="473"/>
                  <a:pt x="48" y="473"/>
                </a:cubicBezTo>
                <a:cubicBezTo>
                  <a:pt x="47" y="473"/>
                  <a:pt x="47" y="471"/>
                  <a:pt x="46" y="471"/>
                </a:cubicBezTo>
                <a:cubicBezTo>
                  <a:pt x="46" y="470"/>
                  <a:pt x="45" y="470"/>
                  <a:pt x="44" y="470"/>
                </a:cubicBezTo>
                <a:cubicBezTo>
                  <a:pt x="44" y="469"/>
                  <a:pt x="42" y="467"/>
                  <a:pt x="42" y="469"/>
                </a:cubicBezTo>
                <a:cubicBezTo>
                  <a:pt x="42" y="470"/>
                  <a:pt x="44" y="472"/>
                  <a:pt x="43" y="472"/>
                </a:cubicBezTo>
                <a:cubicBezTo>
                  <a:pt x="42" y="474"/>
                  <a:pt x="41" y="470"/>
                  <a:pt x="40" y="471"/>
                </a:cubicBezTo>
                <a:cubicBezTo>
                  <a:pt x="39" y="472"/>
                  <a:pt x="41" y="475"/>
                  <a:pt x="39" y="475"/>
                </a:cubicBezTo>
                <a:cubicBezTo>
                  <a:pt x="39" y="475"/>
                  <a:pt x="38" y="474"/>
                  <a:pt x="37" y="475"/>
                </a:cubicBezTo>
                <a:cubicBezTo>
                  <a:pt x="37" y="475"/>
                  <a:pt x="37" y="476"/>
                  <a:pt x="37" y="476"/>
                </a:cubicBezTo>
                <a:cubicBezTo>
                  <a:pt x="37" y="476"/>
                  <a:pt x="36" y="476"/>
                  <a:pt x="36" y="477"/>
                </a:cubicBezTo>
                <a:cubicBezTo>
                  <a:pt x="36" y="476"/>
                  <a:pt x="37" y="475"/>
                  <a:pt x="37" y="474"/>
                </a:cubicBezTo>
                <a:cubicBezTo>
                  <a:pt x="37" y="474"/>
                  <a:pt x="36" y="473"/>
                  <a:pt x="35" y="473"/>
                </a:cubicBezTo>
                <a:cubicBezTo>
                  <a:pt x="35" y="473"/>
                  <a:pt x="34" y="473"/>
                  <a:pt x="34" y="473"/>
                </a:cubicBezTo>
                <a:cubicBezTo>
                  <a:pt x="33" y="472"/>
                  <a:pt x="32" y="472"/>
                  <a:pt x="32" y="472"/>
                </a:cubicBezTo>
                <a:cubicBezTo>
                  <a:pt x="32" y="474"/>
                  <a:pt x="33" y="475"/>
                  <a:pt x="33" y="476"/>
                </a:cubicBezTo>
                <a:cubicBezTo>
                  <a:pt x="33" y="477"/>
                  <a:pt x="33" y="478"/>
                  <a:pt x="32" y="479"/>
                </a:cubicBezTo>
                <a:cubicBezTo>
                  <a:pt x="31" y="479"/>
                  <a:pt x="30" y="479"/>
                  <a:pt x="30" y="479"/>
                </a:cubicBezTo>
                <a:cubicBezTo>
                  <a:pt x="29" y="479"/>
                  <a:pt x="29" y="478"/>
                  <a:pt x="28" y="477"/>
                </a:cubicBezTo>
                <a:cubicBezTo>
                  <a:pt x="28" y="477"/>
                  <a:pt x="26" y="476"/>
                  <a:pt x="26" y="476"/>
                </a:cubicBezTo>
                <a:cubicBezTo>
                  <a:pt x="25" y="476"/>
                  <a:pt x="26" y="477"/>
                  <a:pt x="26" y="478"/>
                </a:cubicBezTo>
                <a:cubicBezTo>
                  <a:pt x="27" y="479"/>
                  <a:pt x="26" y="480"/>
                  <a:pt x="26" y="481"/>
                </a:cubicBezTo>
                <a:cubicBezTo>
                  <a:pt x="25" y="482"/>
                  <a:pt x="24" y="483"/>
                  <a:pt x="24" y="483"/>
                </a:cubicBezTo>
                <a:cubicBezTo>
                  <a:pt x="23" y="484"/>
                  <a:pt x="23" y="483"/>
                  <a:pt x="22" y="483"/>
                </a:cubicBezTo>
                <a:cubicBezTo>
                  <a:pt x="21" y="484"/>
                  <a:pt x="21" y="484"/>
                  <a:pt x="21" y="485"/>
                </a:cubicBezTo>
                <a:cubicBezTo>
                  <a:pt x="20" y="485"/>
                  <a:pt x="19" y="485"/>
                  <a:pt x="18" y="486"/>
                </a:cubicBezTo>
                <a:cubicBezTo>
                  <a:pt x="18" y="487"/>
                  <a:pt x="18" y="488"/>
                  <a:pt x="18" y="489"/>
                </a:cubicBezTo>
                <a:cubicBezTo>
                  <a:pt x="17" y="490"/>
                  <a:pt x="16" y="492"/>
                  <a:pt x="15" y="491"/>
                </a:cubicBezTo>
                <a:cubicBezTo>
                  <a:pt x="14" y="492"/>
                  <a:pt x="13" y="493"/>
                  <a:pt x="13" y="494"/>
                </a:cubicBezTo>
                <a:cubicBezTo>
                  <a:pt x="12" y="494"/>
                  <a:pt x="11" y="494"/>
                  <a:pt x="11" y="495"/>
                </a:cubicBezTo>
                <a:cubicBezTo>
                  <a:pt x="10" y="496"/>
                  <a:pt x="13" y="495"/>
                  <a:pt x="14" y="497"/>
                </a:cubicBezTo>
                <a:cubicBezTo>
                  <a:pt x="14" y="498"/>
                  <a:pt x="12" y="500"/>
                  <a:pt x="12" y="502"/>
                </a:cubicBezTo>
                <a:cubicBezTo>
                  <a:pt x="11" y="504"/>
                  <a:pt x="11" y="505"/>
                  <a:pt x="12" y="508"/>
                </a:cubicBezTo>
                <a:cubicBezTo>
                  <a:pt x="12" y="509"/>
                  <a:pt x="12" y="511"/>
                  <a:pt x="13" y="512"/>
                </a:cubicBezTo>
                <a:cubicBezTo>
                  <a:pt x="15" y="513"/>
                  <a:pt x="16" y="513"/>
                  <a:pt x="18" y="514"/>
                </a:cubicBezTo>
                <a:cubicBezTo>
                  <a:pt x="19" y="516"/>
                  <a:pt x="20" y="518"/>
                  <a:pt x="21" y="519"/>
                </a:cubicBezTo>
                <a:cubicBezTo>
                  <a:pt x="21" y="520"/>
                  <a:pt x="22" y="521"/>
                  <a:pt x="22" y="521"/>
                </a:cubicBezTo>
                <a:cubicBezTo>
                  <a:pt x="23" y="522"/>
                  <a:pt x="23" y="523"/>
                  <a:pt x="24" y="523"/>
                </a:cubicBezTo>
                <a:cubicBezTo>
                  <a:pt x="25" y="525"/>
                  <a:pt x="24" y="528"/>
                  <a:pt x="24" y="529"/>
                </a:cubicBezTo>
                <a:cubicBezTo>
                  <a:pt x="23" y="529"/>
                  <a:pt x="23" y="530"/>
                  <a:pt x="22" y="530"/>
                </a:cubicBezTo>
                <a:cubicBezTo>
                  <a:pt x="21" y="531"/>
                  <a:pt x="21" y="532"/>
                  <a:pt x="21" y="532"/>
                </a:cubicBezTo>
                <a:cubicBezTo>
                  <a:pt x="19" y="535"/>
                  <a:pt x="15" y="539"/>
                  <a:pt x="16" y="543"/>
                </a:cubicBezTo>
                <a:cubicBezTo>
                  <a:pt x="17" y="544"/>
                  <a:pt x="17" y="545"/>
                  <a:pt x="18" y="546"/>
                </a:cubicBezTo>
                <a:cubicBezTo>
                  <a:pt x="18" y="547"/>
                  <a:pt x="19" y="547"/>
                  <a:pt x="19" y="548"/>
                </a:cubicBezTo>
                <a:cubicBezTo>
                  <a:pt x="19" y="550"/>
                  <a:pt x="20" y="551"/>
                  <a:pt x="20" y="553"/>
                </a:cubicBezTo>
                <a:cubicBezTo>
                  <a:pt x="21" y="555"/>
                  <a:pt x="21" y="556"/>
                  <a:pt x="23" y="558"/>
                </a:cubicBezTo>
                <a:cubicBezTo>
                  <a:pt x="24" y="559"/>
                  <a:pt x="23" y="560"/>
                  <a:pt x="24" y="562"/>
                </a:cubicBezTo>
                <a:cubicBezTo>
                  <a:pt x="25" y="564"/>
                  <a:pt x="25" y="566"/>
                  <a:pt x="26" y="568"/>
                </a:cubicBezTo>
                <a:cubicBezTo>
                  <a:pt x="26" y="568"/>
                  <a:pt x="26" y="569"/>
                  <a:pt x="25" y="569"/>
                </a:cubicBezTo>
                <a:cubicBezTo>
                  <a:pt x="25" y="569"/>
                  <a:pt x="24" y="569"/>
                  <a:pt x="24" y="569"/>
                </a:cubicBezTo>
                <a:cubicBezTo>
                  <a:pt x="23" y="569"/>
                  <a:pt x="22" y="569"/>
                  <a:pt x="22" y="570"/>
                </a:cubicBezTo>
                <a:cubicBezTo>
                  <a:pt x="22" y="571"/>
                  <a:pt x="23" y="571"/>
                  <a:pt x="23" y="572"/>
                </a:cubicBezTo>
                <a:cubicBezTo>
                  <a:pt x="22" y="573"/>
                  <a:pt x="22" y="573"/>
                  <a:pt x="22" y="574"/>
                </a:cubicBezTo>
                <a:cubicBezTo>
                  <a:pt x="22" y="575"/>
                  <a:pt x="22" y="576"/>
                  <a:pt x="22" y="577"/>
                </a:cubicBezTo>
                <a:cubicBezTo>
                  <a:pt x="21" y="577"/>
                  <a:pt x="21" y="578"/>
                  <a:pt x="21" y="578"/>
                </a:cubicBezTo>
                <a:cubicBezTo>
                  <a:pt x="21" y="579"/>
                  <a:pt x="22" y="578"/>
                  <a:pt x="22" y="579"/>
                </a:cubicBezTo>
                <a:cubicBezTo>
                  <a:pt x="23" y="579"/>
                  <a:pt x="23" y="579"/>
                  <a:pt x="23" y="579"/>
                </a:cubicBezTo>
                <a:cubicBezTo>
                  <a:pt x="23" y="580"/>
                  <a:pt x="23" y="581"/>
                  <a:pt x="23" y="581"/>
                </a:cubicBezTo>
                <a:cubicBezTo>
                  <a:pt x="23" y="582"/>
                  <a:pt x="21" y="581"/>
                  <a:pt x="21" y="582"/>
                </a:cubicBezTo>
                <a:cubicBezTo>
                  <a:pt x="20" y="584"/>
                  <a:pt x="21" y="585"/>
                  <a:pt x="22" y="586"/>
                </a:cubicBezTo>
                <a:cubicBezTo>
                  <a:pt x="22" y="587"/>
                  <a:pt x="23" y="587"/>
                  <a:pt x="24" y="587"/>
                </a:cubicBezTo>
                <a:cubicBezTo>
                  <a:pt x="24" y="588"/>
                  <a:pt x="25" y="588"/>
                  <a:pt x="25" y="588"/>
                </a:cubicBezTo>
                <a:cubicBezTo>
                  <a:pt x="26" y="588"/>
                  <a:pt x="25" y="589"/>
                  <a:pt x="25" y="589"/>
                </a:cubicBezTo>
                <a:cubicBezTo>
                  <a:pt x="26" y="589"/>
                  <a:pt x="26" y="590"/>
                  <a:pt x="26" y="590"/>
                </a:cubicBezTo>
                <a:cubicBezTo>
                  <a:pt x="26" y="591"/>
                  <a:pt x="26" y="591"/>
                  <a:pt x="25" y="591"/>
                </a:cubicBezTo>
                <a:cubicBezTo>
                  <a:pt x="24" y="592"/>
                  <a:pt x="24" y="592"/>
                  <a:pt x="24" y="593"/>
                </a:cubicBezTo>
                <a:cubicBezTo>
                  <a:pt x="25" y="594"/>
                  <a:pt x="25" y="594"/>
                  <a:pt x="25" y="595"/>
                </a:cubicBezTo>
                <a:cubicBezTo>
                  <a:pt x="25" y="595"/>
                  <a:pt x="25" y="596"/>
                  <a:pt x="25" y="596"/>
                </a:cubicBezTo>
                <a:cubicBezTo>
                  <a:pt x="26" y="597"/>
                  <a:pt x="27" y="597"/>
                  <a:pt x="27" y="597"/>
                </a:cubicBezTo>
                <a:cubicBezTo>
                  <a:pt x="28" y="598"/>
                  <a:pt x="28" y="598"/>
                  <a:pt x="28" y="599"/>
                </a:cubicBezTo>
                <a:cubicBezTo>
                  <a:pt x="28" y="599"/>
                  <a:pt x="29" y="599"/>
                  <a:pt x="29" y="599"/>
                </a:cubicBezTo>
                <a:cubicBezTo>
                  <a:pt x="29" y="599"/>
                  <a:pt x="29" y="600"/>
                  <a:pt x="29" y="600"/>
                </a:cubicBezTo>
                <a:cubicBezTo>
                  <a:pt x="29" y="601"/>
                  <a:pt x="29" y="601"/>
                  <a:pt x="29" y="602"/>
                </a:cubicBezTo>
                <a:cubicBezTo>
                  <a:pt x="30" y="604"/>
                  <a:pt x="28" y="605"/>
                  <a:pt x="27" y="607"/>
                </a:cubicBezTo>
                <a:cubicBezTo>
                  <a:pt x="26" y="608"/>
                  <a:pt x="26" y="608"/>
                  <a:pt x="25" y="608"/>
                </a:cubicBezTo>
                <a:cubicBezTo>
                  <a:pt x="24" y="609"/>
                  <a:pt x="25" y="610"/>
                  <a:pt x="25" y="610"/>
                </a:cubicBezTo>
                <a:cubicBezTo>
                  <a:pt x="26" y="611"/>
                  <a:pt x="27" y="612"/>
                  <a:pt x="27" y="613"/>
                </a:cubicBezTo>
                <a:cubicBezTo>
                  <a:pt x="28" y="613"/>
                  <a:pt x="28" y="614"/>
                  <a:pt x="29" y="615"/>
                </a:cubicBezTo>
                <a:cubicBezTo>
                  <a:pt x="30" y="615"/>
                  <a:pt x="31" y="615"/>
                  <a:pt x="32" y="616"/>
                </a:cubicBezTo>
                <a:cubicBezTo>
                  <a:pt x="33" y="617"/>
                  <a:pt x="33" y="618"/>
                  <a:pt x="33" y="618"/>
                </a:cubicBezTo>
                <a:cubicBezTo>
                  <a:pt x="34" y="619"/>
                  <a:pt x="35" y="619"/>
                  <a:pt x="35" y="620"/>
                </a:cubicBezTo>
                <a:cubicBezTo>
                  <a:pt x="36" y="622"/>
                  <a:pt x="36" y="622"/>
                  <a:pt x="37" y="623"/>
                </a:cubicBezTo>
                <a:cubicBezTo>
                  <a:pt x="37" y="624"/>
                  <a:pt x="38" y="625"/>
                  <a:pt x="38" y="626"/>
                </a:cubicBezTo>
                <a:cubicBezTo>
                  <a:pt x="38" y="627"/>
                  <a:pt x="38" y="627"/>
                  <a:pt x="37" y="628"/>
                </a:cubicBezTo>
                <a:cubicBezTo>
                  <a:pt x="37" y="628"/>
                  <a:pt x="37" y="629"/>
                  <a:pt x="37" y="629"/>
                </a:cubicBezTo>
                <a:cubicBezTo>
                  <a:pt x="37" y="631"/>
                  <a:pt x="36" y="632"/>
                  <a:pt x="36" y="633"/>
                </a:cubicBezTo>
                <a:cubicBezTo>
                  <a:pt x="35" y="634"/>
                  <a:pt x="34" y="634"/>
                  <a:pt x="34" y="635"/>
                </a:cubicBezTo>
                <a:cubicBezTo>
                  <a:pt x="33" y="636"/>
                  <a:pt x="33" y="637"/>
                  <a:pt x="32" y="638"/>
                </a:cubicBezTo>
                <a:cubicBezTo>
                  <a:pt x="31" y="638"/>
                  <a:pt x="30" y="639"/>
                  <a:pt x="30" y="640"/>
                </a:cubicBezTo>
                <a:cubicBezTo>
                  <a:pt x="29" y="642"/>
                  <a:pt x="27" y="644"/>
                  <a:pt x="26" y="646"/>
                </a:cubicBezTo>
                <a:cubicBezTo>
                  <a:pt x="24" y="648"/>
                  <a:pt x="23" y="649"/>
                  <a:pt x="22" y="651"/>
                </a:cubicBezTo>
                <a:cubicBezTo>
                  <a:pt x="21" y="652"/>
                  <a:pt x="20" y="653"/>
                  <a:pt x="20" y="653"/>
                </a:cubicBezTo>
                <a:cubicBezTo>
                  <a:pt x="20" y="654"/>
                  <a:pt x="19" y="654"/>
                  <a:pt x="19" y="655"/>
                </a:cubicBezTo>
                <a:cubicBezTo>
                  <a:pt x="19" y="655"/>
                  <a:pt x="19" y="655"/>
                  <a:pt x="18" y="656"/>
                </a:cubicBezTo>
                <a:cubicBezTo>
                  <a:pt x="17" y="658"/>
                  <a:pt x="15" y="659"/>
                  <a:pt x="13" y="660"/>
                </a:cubicBezTo>
                <a:cubicBezTo>
                  <a:pt x="13" y="661"/>
                  <a:pt x="13" y="662"/>
                  <a:pt x="12" y="662"/>
                </a:cubicBezTo>
                <a:cubicBezTo>
                  <a:pt x="11" y="663"/>
                  <a:pt x="10" y="663"/>
                  <a:pt x="10" y="664"/>
                </a:cubicBezTo>
                <a:cubicBezTo>
                  <a:pt x="9" y="665"/>
                  <a:pt x="8" y="666"/>
                  <a:pt x="7" y="667"/>
                </a:cubicBezTo>
                <a:cubicBezTo>
                  <a:pt x="7" y="668"/>
                  <a:pt x="6" y="669"/>
                  <a:pt x="5" y="670"/>
                </a:cubicBezTo>
                <a:cubicBezTo>
                  <a:pt x="6" y="671"/>
                  <a:pt x="9" y="669"/>
                  <a:pt x="9" y="669"/>
                </a:cubicBezTo>
                <a:cubicBezTo>
                  <a:pt x="10" y="668"/>
                  <a:pt x="10" y="668"/>
                  <a:pt x="11" y="667"/>
                </a:cubicBezTo>
                <a:cubicBezTo>
                  <a:pt x="12" y="667"/>
                  <a:pt x="12" y="666"/>
                  <a:pt x="13" y="666"/>
                </a:cubicBezTo>
                <a:cubicBezTo>
                  <a:pt x="13" y="667"/>
                  <a:pt x="13" y="668"/>
                  <a:pt x="13" y="668"/>
                </a:cubicBezTo>
                <a:cubicBezTo>
                  <a:pt x="12" y="669"/>
                  <a:pt x="13" y="670"/>
                  <a:pt x="13" y="671"/>
                </a:cubicBezTo>
                <a:cubicBezTo>
                  <a:pt x="13" y="672"/>
                  <a:pt x="11" y="669"/>
                  <a:pt x="11" y="669"/>
                </a:cubicBezTo>
                <a:cubicBezTo>
                  <a:pt x="10" y="669"/>
                  <a:pt x="13" y="674"/>
                  <a:pt x="14" y="673"/>
                </a:cubicBezTo>
                <a:cubicBezTo>
                  <a:pt x="14" y="673"/>
                  <a:pt x="15" y="676"/>
                  <a:pt x="16" y="676"/>
                </a:cubicBezTo>
                <a:cubicBezTo>
                  <a:pt x="17" y="677"/>
                  <a:pt x="18" y="677"/>
                  <a:pt x="19" y="676"/>
                </a:cubicBezTo>
                <a:cubicBezTo>
                  <a:pt x="20" y="676"/>
                  <a:pt x="21" y="676"/>
                  <a:pt x="22" y="676"/>
                </a:cubicBezTo>
                <a:cubicBezTo>
                  <a:pt x="23" y="676"/>
                  <a:pt x="23" y="677"/>
                  <a:pt x="24" y="678"/>
                </a:cubicBezTo>
                <a:cubicBezTo>
                  <a:pt x="24" y="680"/>
                  <a:pt x="26" y="679"/>
                  <a:pt x="26" y="679"/>
                </a:cubicBezTo>
                <a:cubicBezTo>
                  <a:pt x="27" y="680"/>
                  <a:pt x="26" y="682"/>
                  <a:pt x="26" y="682"/>
                </a:cubicBezTo>
                <a:cubicBezTo>
                  <a:pt x="25" y="682"/>
                  <a:pt x="24" y="681"/>
                  <a:pt x="23" y="681"/>
                </a:cubicBezTo>
                <a:cubicBezTo>
                  <a:pt x="21" y="680"/>
                  <a:pt x="20" y="680"/>
                  <a:pt x="18" y="679"/>
                </a:cubicBezTo>
                <a:cubicBezTo>
                  <a:pt x="18" y="680"/>
                  <a:pt x="17" y="679"/>
                  <a:pt x="17" y="680"/>
                </a:cubicBezTo>
                <a:cubicBezTo>
                  <a:pt x="16" y="680"/>
                  <a:pt x="16" y="680"/>
                  <a:pt x="15" y="681"/>
                </a:cubicBezTo>
                <a:cubicBezTo>
                  <a:pt x="16" y="681"/>
                  <a:pt x="16" y="681"/>
                  <a:pt x="16" y="682"/>
                </a:cubicBezTo>
                <a:cubicBezTo>
                  <a:pt x="16" y="682"/>
                  <a:pt x="15" y="683"/>
                  <a:pt x="15" y="683"/>
                </a:cubicBezTo>
                <a:cubicBezTo>
                  <a:pt x="14" y="683"/>
                  <a:pt x="13" y="683"/>
                  <a:pt x="13" y="683"/>
                </a:cubicBezTo>
                <a:cubicBezTo>
                  <a:pt x="12" y="682"/>
                  <a:pt x="11" y="681"/>
                  <a:pt x="11" y="682"/>
                </a:cubicBezTo>
                <a:cubicBezTo>
                  <a:pt x="10" y="683"/>
                  <a:pt x="11" y="684"/>
                  <a:pt x="10" y="685"/>
                </a:cubicBezTo>
                <a:cubicBezTo>
                  <a:pt x="10" y="686"/>
                  <a:pt x="9" y="685"/>
                  <a:pt x="8" y="684"/>
                </a:cubicBezTo>
                <a:cubicBezTo>
                  <a:pt x="8" y="684"/>
                  <a:pt x="8" y="682"/>
                  <a:pt x="7" y="683"/>
                </a:cubicBezTo>
                <a:cubicBezTo>
                  <a:pt x="6" y="684"/>
                  <a:pt x="7" y="685"/>
                  <a:pt x="7" y="686"/>
                </a:cubicBezTo>
                <a:cubicBezTo>
                  <a:pt x="7" y="687"/>
                  <a:pt x="7" y="688"/>
                  <a:pt x="7" y="689"/>
                </a:cubicBezTo>
                <a:cubicBezTo>
                  <a:pt x="8" y="689"/>
                  <a:pt x="8" y="690"/>
                  <a:pt x="8" y="691"/>
                </a:cubicBezTo>
                <a:cubicBezTo>
                  <a:pt x="8" y="691"/>
                  <a:pt x="7" y="691"/>
                  <a:pt x="7" y="691"/>
                </a:cubicBezTo>
                <a:cubicBezTo>
                  <a:pt x="7" y="692"/>
                  <a:pt x="7" y="692"/>
                  <a:pt x="7" y="692"/>
                </a:cubicBezTo>
                <a:cubicBezTo>
                  <a:pt x="5" y="692"/>
                  <a:pt x="5" y="694"/>
                  <a:pt x="5" y="695"/>
                </a:cubicBezTo>
                <a:cubicBezTo>
                  <a:pt x="5" y="696"/>
                  <a:pt x="4" y="697"/>
                  <a:pt x="3" y="698"/>
                </a:cubicBezTo>
                <a:cubicBezTo>
                  <a:pt x="3" y="699"/>
                  <a:pt x="2" y="699"/>
                  <a:pt x="2" y="700"/>
                </a:cubicBezTo>
                <a:cubicBezTo>
                  <a:pt x="1" y="701"/>
                  <a:pt x="1" y="701"/>
                  <a:pt x="2" y="702"/>
                </a:cubicBezTo>
                <a:cubicBezTo>
                  <a:pt x="2" y="703"/>
                  <a:pt x="2" y="705"/>
                  <a:pt x="2" y="706"/>
                </a:cubicBezTo>
                <a:cubicBezTo>
                  <a:pt x="3" y="707"/>
                  <a:pt x="2" y="708"/>
                  <a:pt x="2" y="709"/>
                </a:cubicBezTo>
                <a:cubicBezTo>
                  <a:pt x="2" y="710"/>
                  <a:pt x="3" y="711"/>
                  <a:pt x="3" y="712"/>
                </a:cubicBezTo>
                <a:cubicBezTo>
                  <a:pt x="3" y="712"/>
                  <a:pt x="4" y="713"/>
                  <a:pt x="4" y="714"/>
                </a:cubicBezTo>
                <a:cubicBezTo>
                  <a:pt x="4" y="714"/>
                  <a:pt x="4" y="715"/>
                  <a:pt x="4" y="715"/>
                </a:cubicBezTo>
                <a:cubicBezTo>
                  <a:pt x="4" y="715"/>
                  <a:pt x="5" y="716"/>
                  <a:pt x="5" y="716"/>
                </a:cubicBezTo>
                <a:cubicBezTo>
                  <a:pt x="5" y="717"/>
                  <a:pt x="4" y="717"/>
                  <a:pt x="4" y="717"/>
                </a:cubicBezTo>
                <a:cubicBezTo>
                  <a:pt x="3" y="717"/>
                  <a:pt x="3" y="717"/>
                  <a:pt x="3" y="718"/>
                </a:cubicBezTo>
                <a:cubicBezTo>
                  <a:pt x="2" y="719"/>
                  <a:pt x="1" y="719"/>
                  <a:pt x="1" y="720"/>
                </a:cubicBezTo>
                <a:cubicBezTo>
                  <a:pt x="1" y="720"/>
                  <a:pt x="0" y="721"/>
                  <a:pt x="0" y="722"/>
                </a:cubicBezTo>
                <a:cubicBezTo>
                  <a:pt x="1" y="722"/>
                  <a:pt x="2" y="722"/>
                  <a:pt x="2" y="722"/>
                </a:cubicBezTo>
                <a:cubicBezTo>
                  <a:pt x="3" y="722"/>
                  <a:pt x="3" y="723"/>
                  <a:pt x="3" y="724"/>
                </a:cubicBezTo>
                <a:cubicBezTo>
                  <a:pt x="3" y="725"/>
                  <a:pt x="5" y="725"/>
                  <a:pt x="5" y="726"/>
                </a:cubicBezTo>
                <a:cubicBezTo>
                  <a:pt x="6" y="727"/>
                  <a:pt x="6" y="727"/>
                  <a:pt x="5" y="728"/>
                </a:cubicBezTo>
                <a:cubicBezTo>
                  <a:pt x="5" y="728"/>
                  <a:pt x="4" y="728"/>
                  <a:pt x="4" y="729"/>
                </a:cubicBezTo>
                <a:cubicBezTo>
                  <a:pt x="4" y="730"/>
                  <a:pt x="5" y="730"/>
                  <a:pt x="4" y="731"/>
                </a:cubicBezTo>
                <a:cubicBezTo>
                  <a:pt x="4" y="732"/>
                  <a:pt x="4" y="732"/>
                  <a:pt x="3" y="733"/>
                </a:cubicBezTo>
                <a:cubicBezTo>
                  <a:pt x="4" y="733"/>
                  <a:pt x="5" y="732"/>
                  <a:pt x="5" y="733"/>
                </a:cubicBezTo>
                <a:cubicBezTo>
                  <a:pt x="6" y="733"/>
                  <a:pt x="6" y="733"/>
                  <a:pt x="6" y="734"/>
                </a:cubicBezTo>
                <a:cubicBezTo>
                  <a:pt x="6" y="735"/>
                  <a:pt x="6" y="734"/>
                  <a:pt x="6" y="735"/>
                </a:cubicBezTo>
                <a:cubicBezTo>
                  <a:pt x="7" y="736"/>
                  <a:pt x="7" y="737"/>
                  <a:pt x="7" y="737"/>
                </a:cubicBezTo>
                <a:cubicBezTo>
                  <a:pt x="7" y="737"/>
                  <a:pt x="7" y="737"/>
                  <a:pt x="7" y="738"/>
                </a:cubicBezTo>
                <a:cubicBezTo>
                  <a:pt x="8" y="739"/>
                  <a:pt x="8" y="740"/>
                  <a:pt x="8" y="741"/>
                </a:cubicBezTo>
                <a:cubicBezTo>
                  <a:pt x="9" y="742"/>
                  <a:pt x="9" y="744"/>
                  <a:pt x="8" y="744"/>
                </a:cubicBezTo>
                <a:cubicBezTo>
                  <a:pt x="8" y="745"/>
                  <a:pt x="9" y="746"/>
                  <a:pt x="10" y="746"/>
                </a:cubicBezTo>
                <a:cubicBezTo>
                  <a:pt x="11" y="745"/>
                  <a:pt x="11" y="745"/>
                  <a:pt x="12" y="746"/>
                </a:cubicBezTo>
                <a:cubicBezTo>
                  <a:pt x="13" y="746"/>
                  <a:pt x="13" y="747"/>
                  <a:pt x="14" y="747"/>
                </a:cubicBezTo>
                <a:cubicBezTo>
                  <a:pt x="15" y="747"/>
                  <a:pt x="15" y="745"/>
                  <a:pt x="17" y="746"/>
                </a:cubicBezTo>
                <a:cubicBezTo>
                  <a:pt x="17" y="747"/>
                  <a:pt x="19" y="746"/>
                  <a:pt x="19" y="747"/>
                </a:cubicBezTo>
                <a:cubicBezTo>
                  <a:pt x="20" y="748"/>
                  <a:pt x="19" y="748"/>
                  <a:pt x="19" y="749"/>
                </a:cubicBezTo>
                <a:cubicBezTo>
                  <a:pt x="19" y="750"/>
                  <a:pt x="19" y="751"/>
                  <a:pt x="19" y="751"/>
                </a:cubicBezTo>
                <a:cubicBezTo>
                  <a:pt x="20" y="751"/>
                  <a:pt x="21" y="750"/>
                  <a:pt x="22" y="750"/>
                </a:cubicBezTo>
                <a:cubicBezTo>
                  <a:pt x="23" y="748"/>
                  <a:pt x="27" y="749"/>
                  <a:pt x="28" y="750"/>
                </a:cubicBezTo>
                <a:cubicBezTo>
                  <a:pt x="29" y="750"/>
                  <a:pt x="29" y="751"/>
                  <a:pt x="30" y="751"/>
                </a:cubicBezTo>
                <a:cubicBezTo>
                  <a:pt x="30" y="751"/>
                  <a:pt x="30" y="752"/>
                  <a:pt x="30" y="752"/>
                </a:cubicBezTo>
                <a:cubicBezTo>
                  <a:pt x="30" y="752"/>
                  <a:pt x="30" y="752"/>
                  <a:pt x="30" y="752"/>
                </a:cubicBezTo>
                <a:cubicBezTo>
                  <a:pt x="31" y="752"/>
                  <a:pt x="31" y="753"/>
                  <a:pt x="31" y="753"/>
                </a:cubicBezTo>
                <a:cubicBezTo>
                  <a:pt x="32" y="753"/>
                  <a:pt x="33" y="753"/>
                  <a:pt x="33" y="754"/>
                </a:cubicBezTo>
                <a:cubicBezTo>
                  <a:pt x="32" y="754"/>
                  <a:pt x="32" y="755"/>
                  <a:pt x="32" y="755"/>
                </a:cubicBezTo>
                <a:cubicBezTo>
                  <a:pt x="32" y="756"/>
                  <a:pt x="33" y="756"/>
                  <a:pt x="33" y="756"/>
                </a:cubicBezTo>
                <a:cubicBezTo>
                  <a:pt x="32" y="757"/>
                  <a:pt x="31" y="757"/>
                  <a:pt x="31" y="758"/>
                </a:cubicBezTo>
                <a:cubicBezTo>
                  <a:pt x="32" y="758"/>
                  <a:pt x="32" y="758"/>
                  <a:pt x="32" y="759"/>
                </a:cubicBezTo>
                <a:cubicBezTo>
                  <a:pt x="33" y="759"/>
                  <a:pt x="33" y="760"/>
                  <a:pt x="33" y="760"/>
                </a:cubicBezTo>
                <a:cubicBezTo>
                  <a:pt x="33" y="761"/>
                  <a:pt x="33" y="761"/>
                  <a:pt x="33" y="762"/>
                </a:cubicBezTo>
                <a:cubicBezTo>
                  <a:pt x="33" y="762"/>
                  <a:pt x="33" y="762"/>
                  <a:pt x="33" y="762"/>
                </a:cubicBezTo>
                <a:cubicBezTo>
                  <a:pt x="32" y="762"/>
                  <a:pt x="33" y="763"/>
                  <a:pt x="32" y="763"/>
                </a:cubicBezTo>
                <a:cubicBezTo>
                  <a:pt x="31" y="763"/>
                  <a:pt x="31" y="765"/>
                  <a:pt x="32" y="766"/>
                </a:cubicBezTo>
                <a:cubicBezTo>
                  <a:pt x="32" y="766"/>
                  <a:pt x="33" y="766"/>
                  <a:pt x="33" y="766"/>
                </a:cubicBezTo>
                <a:cubicBezTo>
                  <a:pt x="33" y="767"/>
                  <a:pt x="33" y="767"/>
                  <a:pt x="34" y="767"/>
                </a:cubicBezTo>
                <a:cubicBezTo>
                  <a:pt x="34" y="768"/>
                  <a:pt x="35" y="768"/>
                  <a:pt x="34" y="769"/>
                </a:cubicBezTo>
                <a:cubicBezTo>
                  <a:pt x="34" y="769"/>
                  <a:pt x="34" y="770"/>
                  <a:pt x="35" y="770"/>
                </a:cubicBezTo>
                <a:cubicBezTo>
                  <a:pt x="35" y="770"/>
                  <a:pt x="35" y="770"/>
                  <a:pt x="35" y="771"/>
                </a:cubicBezTo>
                <a:cubicBezTo>
                  <a:pt x="36" y="771"/>
                  <a:pt x="35" y="771"/>
                  <a:pt x="36" y="771"/>
                </a:cubicBezTo>
                <a:cubicBezTo>
                  <a:pt x="36" y="772"/>
                  <a:pt x="36" y="773"/>
                  <a:pt x="36" y="774"/>
                </a:cubicBezTo>
                <a:cubicBezTo>
                  <a:pt x="37" y="775"/>
                  <a:pt x="38" y="775"/>
                  <a:pt x="39" y="776"/>
                </a:cubicBezTo>
                <a:cubicBezTo>
                  <a:pt x="41" y="776"/>
                  <a:pt x="41" y="777"/>
                  <a:pt x="41" y="779"/>
                </a:cubicBezTo>
                <a:cubicBezTo>
                  <a:pt x="40" y="780"/>
                  <a:pt x="40" y="781"/>
                  <a:pt x="42" y="781"/>
                </a:cubicBezTo>
                <a:cubicBezTo>
                  <a:pt x="44" y="780"/>
                  <a:pt x="44" y="780"/>
                  <a:pt x="45" y="781"/>
                </a:cubicBezTo>
                <a:cubicBezTo>
                  <a:pt x="46" y="782"/>
                  <a:pt x="46" y="782"/>
                  <a:pt x="46" y="783"/>
                </a:cubicBezTo>
                <a:cubicBezTo>
                  <a:pt x="46" y="783"/>
                  <a:pt x="46" y="783"/>
                  <a:pt x="46" y="783"/>
                </a:cubicBezTo>
                <a:cubicBezTo>
                  <a:pt x="46" y="784"/>
                  <a:pt x="46" y="784"/>
                  <a:pt x="46" y="784"/>
                </a:cubicBezTo>
                <a:cubicBezTo>
                  <a:pt x="47" y="785"/>
                  <a:pt x="47" y="785"/>
                  <a:pt x="48" y="785"/>
                </a:cubicBezTo>
                <a:cubicBezTo>
                  <a:pt x="48" y="786"/>
                  <a:pt x="49" y="786"/>
                  <a:pt x="48" y="787"/>
                </a:cubicBezTo>
                <a:cubicBezTo>
                  <a:pt x="48" y="788"/>
                  <a:pt x="48" y="787"/>
                  <a:pt x="47" y="788"/>
                </a:cubicBezTo>
                <a:cubicBezTo>
                  <a:pt x="47" y="788"/>
                  <a:pt x="47" y="788"/>
                  <a:pt x="47" y="789"/>
                </a:cubicBezTo>
                <a:cubicBezTo>
                  <a:pt x="46" y="789"/>
                  <a:pt x="46" y="790"/>
                  <a:pt x="45" y="790"/>
                </a:cubicBezTo>
                <a:cubicBezTo>
                  <a:pt x="45" y="790"/>
                  <a:pt x="44" y="791"/>
                  <a:pt x="44" y="791"/>
                </a:cubicBezTo>
                <a:cubicBezTo>
                  <a:pt x="43" y="791"/>
                  <a:pt x="42" y="791"/>
                  <a:pt x="42" y="791"/>
                </a:cubicBezTo>
                <a:cubicBezTo>
                  <a:pt x="40" y="791"/>
                  <a:pt x="40" y="790"/>
                  <a:pt x="39" y="789"/>
                </a:cubicBezTo>
                <a:cubicBezTo>
                  <a:pt x="38" y="789"/>
                  <a:pt x="37" y="789"/>
                  <a:pt x="37" y="790"/>
                </a:cubicBezTo>
                <a:cubicBezTo>
                  <a:pt x="36" y="791"/>
                  <a:pt x="35" y="792"/>
                  <a:pt x="36" y="793"/>
                </a:cubicBezTo>
                <a:cubicBezTo>
                  <a:pt x="36" y="794"/>
                  <a:pt x="37" y="794"/>
                  <a:pt x="37" y="795"/>
                </a:cubicBezTo>
                <a:cubicBezTo>
                  <a:pt x="38" y="795"/>
                  <a:pt x="38" y="795"/>
                  <a:pt x="38" y="796"/>
                </a:cubicBezTo>
                <a:cubicBezTo>
                  <a:pt x="38" y="796"/>
                  <a:pt x="38" y="797"/>
                  <a:pt x="38" y="797"/>
                </a:cubicBezTo>
                <a:cubicBezTo>
                  <a:pt x="38" y="798"/>
                  <a:pt x="38" y="798"/>
                  <a:pt x="38" y="798"/>
                </a:cubicBezTo>
                <a:cubicBezTo>
                  <a:pt x="39" y="800"/>
                  <a:pt x="38" y="801"/>
                  <a:pt x="39" y="802"/>
                </a:cubicBezTo>
                <a:cubicBezTo>
                  <a:pt x="39" y="803"/>
                  <a:pt x="39" y="804"/>
                  <a:pt x="40" y="805"/>
                </a:cubicBezTo>
                <a:cubicBezTo>
                  <a:pt x="40" y="805"/>
                  <a:pt x="40" y="805"/>
                  <a:pt x="40" y="805"/>
                </a:cubicBezTo>
                <a:cubicBezTo>
                  <a:pt x="40" y="805"/>
                  <a:pt x="40" y="805"/>
                  <a:pt x="40" y="805"/>
                </a:cubicBezTo>
                <a:cubicBezTo>
                  <a:pt x="41" y="806"/>
                  <a:pt x="42" y="806"/>
                  <a:pt x="43" y="806"/>
                </a:cubicBezTo>
                <a:cubicBezTo>
                  <a:pt x="43" y="806"/>
                  <a:pt x="44" y="806"/>
                  <a:pt x="45" y="805"/>
                </a:cubicBezTo>
                <a:cubicBezTo>
                  <a:pt x="45" y="804"/>
                  <a:pt x="45" y="801"/>
                  <a:pt x="47" y="802"/>
                </a:cubicBezTo>
                <a:cubicBezTo>
                  <a:pt x="48" y="803"/>
                  <a:pt x="48" y="803"/>
                  <a:pt x="49" y="803"/>
                </a:cubicBezTo>
                <a:cubicBezTo>
                  <a:pt x="50" y="803"/>
                  <a:pt x="51" y="803"/>
                  <a:pt x="52" y="802"/>
                </a:cubicBezTo>
                <a:cubicBezTo>
                  <a:pt x="53" y="802"/>
                  <a:pt x="55" y="801"/>
                  <a:pt x="56" y="803"/>
                </a:cubicBezTo>
                <a:cubicBezTo>
                  <a:pt x="56" y="803"/>
                  <a:pt x="57" y="801"/>
                  <a:pt x="57" y="801"/>
                </a:cubicBezTo>
                <a:cubicBezTo>
                  <a:pt x="58" y="801"/>
                  <a:pt x="59" y="803"/>
                  <a:pt x="59" y="803"/>
                </a:cubicBezTo>
                <a:cubicBezTo>
                  <a:pt x="60" y="804"/>
                  <a:pt x="60" y="805"/>
                  <a:pt x="61" y="807"/>
                </a:cubicBezTo>
                <a:cubicBezTo>
                  <a:pt x="61" y="807"/>
                  <a:pt x="61" y="808"/>
                  <a:pt x="61" y="808"/>
                </a:cubicBezTo>
                <a:cubicBezTo>
                  <a:pt x="62" y="808"/>
                  <a:pt x="62" y="809"/>
                  <a:pt x="63" y="809"/>
                </a:cubicBezTo>
                <a:cubicBezTo>
                  <a:pt x="63" y="809"/>
                  <a:pt x="63" y="810"/>
                  <a:pt x="63" y="810"/>
                </a:cubicBezTo>
                <a:cubicBezTo>
                  <a:pt x="63" y="811"/>
                  <a:pt x="63" y="811"/>
                  <a:pt x="62" y="811"/>
                </a:cubicBezTo>
                <a:cubicBezTo>
                  <a:pt x="61" y="811"/>
                  <a:pt x="60" y="811"/>
                  <a:pt x="61" y="812"/>
                </a:cubicBezTo>
                <a:cubicBezTo>
                  <a:pt x="61" y="813"/>
                  <a:pt x="62" y="813"/>
                  <a:pt x="62" y="814"/>
                </a:cubicBezTo>
                <a:cubicBezTo>
                  <a:pt x="62" y="814"/>
                  <a:pt x="62" y="815"/>
                  <a:pt x="62" y="815"/>
                </a:cubicBezTo>
                <a:cubicBezTo>
                  <a:pt x="62" y="816"/>
                  <a:pt x="62" y="816"/>
                  <a:pt x="62" y="816"/>
                </a:cubicBezTo>
                <a:cubicBezTo>
                  <a:pt x="62" y="817"/>
                  <a:pt x="62" y="817"/>
                  <a:pt x="61" y="818"/>
                </a:cubicBezTo>
                <a:cubicBezTo>
                  <a:pt x="63" y="818"/>
                  <a:pt x="64" y="817"/>
                  <a:pt x="65" y="818"/>
                </a:cubicBezTo>
                <a:cubicBezTo>
                  <a:pt x="65" y="818"/>
                  <a:pt x="66" y="819"/>
                  <a:pt x="66" y="819"/>
                </a:cubicBezTo>
                <a:cubicBezTo>
                  <a:pt x="67" y="819"/>
                  <a:pt x="67" y="818"/>
                  <a:pt x="68" y="818"/>
                </a:cubicBezTo>
                <a:cubicBezTo>
                  <a:pt x="69" y="818"/>
                  <a:pt x="69" y="818"/>
                  <a:pt x="70" y="819"/>
                </a:cubicBezTo>
                <a:cubicBezTo>
                  <a:pt x="70" y="820"/>
                  <a:pt x="71" y="820"/>
                  <a:pt x="72" y="821"/>
                </a:cubicBezTo>
                <a:cubicBezTo>
                  <a:pt x="72" y="821"/>
                  <a:pt x="71" y="821"/>
                  <a:pt x="71" y="822"/>
                </a:cubicBezTo>
                <a:cubicBezTo>
                  <a:pt x="71" y="822"/>
                  <a:pt x="72" y="822"/>
                  <a:pt x="72" y="823"/>
                </a:cubicBezTo>
                <a:cubicBezTo>
                  <a:pt x="72" y="823"/>
                  <a:pt x="72" y="823"/>
                  <a:pt x="72" y="824"/>
                </a:cubicBezTo>
                <a:cubicBezTo>
                  <a:pt x="72" y="824"/>
                  <a:pt x="73" y="824"/>
                  <a:pt x="73" y="825"/>
                </a:cubicBezTo>
                <a:cubicBezTo>
                  <a:pt x="73" y="826"/>
                  <a:pt x="71" y="827"/>
                  <a:pt x="72" y="828"/>
                </a:cubicBezTo>
                <a:cubicBezTo>
                  <a:pt x="73" y="828"/>
                  <a:pt x="73" y="828"/>
                  <a:pt x="74" y="829"/>
                </a:cubicBezTo>
                <a:cubicBezTo>
                  <a:pt x="74" y="829"/>
                  <a:pt x="74" y="829"/>
                  <a:pt x="74" y="830"/>
                </a:cubicBezTo>
                <a:cubicBezTo>
                  <a:pt x="74" y="830"/>
                  <a:pt x="74" y="830"/>
                  <a:pt x="74" y="830"/>
                </a:cubicBezTo>
                <a:cubicBezTo>
                  <a:pt x="75" y="830"/>
                  <a:pt x="76" y="829"/>
                  <a:pt x="77" y="829"/>
                </a:cubicBezTo>
                <a:cubicBezTo>
                  <a:pt x="78" y="829"/>
                  <a:pt x="79" y="830"/>
                  <a:pt x="79" y="831"/>
                </a:cubicBezTo>
                <a:cubicBezTo>
                  <a:pt x="80" y="831"/>
                  <a:pt x="83" y="831"/>
                  <a:pt x="83" y="832"/>
                </a:cubicBezTo>
                <a:cubicBezTo>
                  <a:pt x="84" y="832"/>
                  <a:pt x="84" y="831"/>
                  <a:pt x="85" y="830"/>
                </a:cubicBezTo>
                <a:cubicBezTo>
                  <a:pt x="85" y="830"/>
                  <a:pt x="86" y="830"/>
                  <a:pt x="87" y="830"/>
                </a:cubicBezTo>
                <a:cubicBezTo>
                  <a:pt x="89" y="830"/>
                  <a:pt x="90" y="829"/>
                  <a:pt x="91" y="830"/>
                </a:cubicBezTo>
                <a:cubicBezTo>
                  <a:pt x="92" y="831"/>
                  <a:pt x="92" y="833"/>
                  <a:pt x="93" y="834"/>
                </a:cubicBezTo>
                <a:cubicBezTo>
                  <a:pt x="94" y="835"/>
                  <a:pt x="95" y="835"/>
                  <a:pt x="95" y="836"/>
                </a:cubicBezTo>
                <a:cubicBezTo>
                  <a:pt x="96" y="836"/>
                  <a:pt x="96" y="837"/>
                  <a:pt x="96" y="836"/>
                </a:cubicBezTo>
                <a:cubicBezTo>
                  <a:pt x="97" y="835"/>
                  <a:pt x="96" y="834"/>
                  <a:pt x="97" y="834"/>
                </a:cubicBezTo>
                <a:cubicBezTo>
                  <a:pt x="98" y="834"/>
                  <a:pt x="98" y="835"/>
                  <a:pt x="99" y="835"/>
                </a:cubicBezTo>
                <a:cubicBezTo>
                  <a:pt x="99" y="835"/>
                  <a:pt x="99" y="836"/>
                  <a:pt x="100" y="836"/>
                </a:cubicBezTo>
                <a:cubicBezTo>
                  <a:pt x="101" y="836"/>
                  <a:pt x="101" y="836"/>
                  <a:pt x="102" y="837"/>
                </a:cubicBezTo>
                <a:cubicBezTo>
                  <a:pt x="102" y="837"/>
                  <a:pt x="104" y="838"/>
                  <a:pt x="104" y="838"/>
                </a:cubicBezTo>
                <a:cubicBezTo>
                  <a:pt x="105" y="838"/>
                  <a:pt x="105" y="837"/>
                  <a:pt x="105" y="837"/>
                </a:cubicBezTo>
                <a:cubicBezTo>
                  <a:pt x="106" y="837"/>
                  <a:pt x="106" y="838"/>
                  <a:pt x="107" y="838"/>
                </a:cubicBezTo>
                <a:cubicBezTo>
                  <a:pt x="107" y="839"/>
                  <a:pt x="108" y="838"/>
                  <a:pt x="109" y="839"/>
                </a:cubicBezTo>
                <a:cubicBezTo>
                  <a:pt x="109" y="839"/>
                  <a:pt x="110" y="840"/>
                  <a:pt x="110" y="841"/>
                </a:cubicBezTo>
                <a:cubicBezTo>
                  <a:pt x="111" y="841"/>
                  <a:pt x="111" y="841"/>
                  <a:pt x="111" y="841"/>
                </a:cubicBezTo>
                <a:cubicBezTo>
                  <a:pt x="112" y="841"/>
                  <a:pt x="112" y="841"/>
                  <a:pt x="112" y="840"/>
                </a:cubicBezTo>
                <a:cubicBezTo>
                  <a:pt x="113" y="840"/>
                  <a:pt x="113" y="841"/>
                  <a:pt x="114" y="841"/>
                </a:cubicBezTo>
                <a:cubicBezTo>
                  <a:pt x="114" y="841"/>
                  <a:pt x="114" y="842"/>
                  <a:pt x="114" y="843"/>
                </a:cubicBezTo>
                <a:cubicBezTo>
                  <a:pt x="114" y="844"/>
                  <a:pt x="114" y="844"/>
                  <a:pt x="114" y="845"/>
                </a:cubicBezTo>
                <a:cubicBezTo>
                  <a:pt x="114" y="846"/>
                  <a:pt x="113" y="847"/>
                  <a:pt x="112" y="848"/>
                </a:cubicBezTo>
                <a:cubicBezTo>
                  <a:pt x="111" y="848"/>
                  <a:pt x="110" y="848"/>
                  <a:pt x="111" y="849"/>
                </a:cubicBezTo>
                <a:cubicBezTo>
                  <a:pt x="111" y="850"/>
                  <a:pt x="111" y="850"/>
                  <a:pt x="112" y="850"/>
                </a:cubicBezTo>
                <a:cubicBezTo>
                  <a:pt x="113" y="850"/>
                  <a:pt x="114" y="850"/>
                  <a:pt x="114" y="851"/>
                </a:cubicBezTo>
                <a:cubicBezTo>
                  <a:pt x="114" y="852"/>
                  <a:pt x="111" y="852"/>
                  <a:pt x="111" y="852"/>
                </a:cubicBezTo>
                <a:cubicBezTo>
                  <a:pt x="109" y="853"/>
                  <a:pt x="111" y="854"/>
                  <a:pt x="112" y="855"/>
                </a:cubicBezTo>
                <a:cubicBezTo>
                  <a:pt x="112" y="855"/>
                  <a:pt x="112" y="856"/>
                  <a:pt x="112" y="856"/>
                </a:cubicBezTo>
                <a:cubicBezTo>
                  <a:pt x="112" y="857"/>
                  <a:pt x="112" y="858"/>
                  <a:pt x="112" y="858"/>
                </a:cubicBezTo>
                <a:cubicBezTo>
                  <a:pt x="112" y="858"/>
                  <a:pt x="113" y="858"/>
                  <a:pt x="113" y="859"/>
                </a:cubicBezTo>
                <a:cubicBezTo>
                  <a:pt x="113" y="859"/>
                  <a:pt x="112" y="859"/>
                  <a:pt x="112" y="860"/>
                </a:cubicBezTo>
                <a:cubicBezTo>
                  <a:pt x="112" y="860"/>
                  <a:pt x="112" y="860"/>
                  <a:pt x="112" y="861"/>
                </a:cubicBezTo>
                <a:cubicBezTo>
                  <a:pt x="112" y="862"/>
                  <a:pt x="111" y="862"/>
                  <a:pt x="111" y="862"/>
                </a:cubicBezTo>
                <a:cubicBezTo>
                  <a:pt x="111" y="862"/>
                  <a:pt x="111" y="862"/>
                  <a:pt x="111" y="862"/>
                </a:cubicBezTo>
                <a:cubicBezTo>
                  <a:pt x="111" y="863"/>
                  <a:pt x="111" y="864"/>
                  <a:pt x="110" y="864"/>
                </a:cubicBezTo>
                <a:cubicBezTo>
                  <a:pt x="110" y="865"/>
                  <a:pt x="108" y="864"/>
                  <a:pt x="107" y="864"/>
                </a:cubicBezTo>
                <a:cubicBezTo>
                  <a:pt x="106" y="864"/>
                  <a:pt x="105" y="864"/>
                  <a:pt x="104" y="864"/>
                </a:cubicBezTo>
                <a:cubicBezTo>
                  <a:pt x="104" y="864"/>
                  <a:pt x="103" y="864"/>
                  <a:pt x="102" y="865"/>
                </a:cubicBezTo>
                <a:cubicBezTo>
                  <a:pt x="102" y="866"/>
                  <a:pt x="102" y="866"/>
                  <a:pt x="101" y="867"/>
                </a:cubicBezTo>
                <a:cubicBezTo>
                  <a:pt x="101" y="867"/>
                  <a:pt x="100" y="867"/>
                  <a:pt x="99" y="867"/>
                </a:cubicBezTo>
                <a:cubicBezTo>
                  <a:pt x="98" y="867"/>
                  <a:pt x="98" y="868"/>
                  <a:pt x="98" y="869"/>
                </a:cubicBezTo>
                <a:cubicBezTo>
                  <a:pt x="98" y="869"/>
                  <a:pt x="97" y="871"/>
                  <a:pt x="97" y="871"/>
                </a:cubicBezTo>
                <a:cubicBezTo>
                  <a:pt x="97" y="871"/>
                  <a:pt x="98" y="871"/>
                  <a:pt x="98" y="871"/>
                </a:cubicBezTo>
                <a:cubicBezTo>
                  <a:pt x="98" y="872"/>
                  <a:pt x="96" y="873"/>
                  <a:pt x="97" y="874"/>
                </a:cubicBezTo>
                <a:cubicBezTo>
                  <a:pt x="98" y="873"/>
                  <a:pt x="100" y="873"/>
                  <a:pt x="101" y="873"/>
                </a:cubicBezTo>
                <a:cubicBezTo>
                  <a:pt x="101" y="873"/>
                  <a:pt x="102" y="873"/>
                  <a:pt x="102" y="873"/>
                </a:cubicBezTo>
                <a:cubicBezTo>
                  <a:pt x="103" y="873"/>
                  <a:pt x="103" y="872"/>
                  <a:pt x="104" y="872"/>
                </a:cubicBezTo>
                <a:cubicBezTo>
                  <a:pt x="105" y="871"/>
                  <a:pt x="107" y="872"/>
                  <a:pt x="107" y="874"/>
                </a:cubicBezTo>
                <a:cubicBezTo>
                  <a:pt x="107" y="875"/>
                  <a:pt x="106" y="875"/>
                  <a:pt x="105" y="875"/>
                </a:cubicBezTo>
                <a:cubicBezTo>
                  <a:pt x="104" y="875"/>
                  <a:pt x="103" y="876"/>
                  <a:pt x="102" y="876"/>
                </a:cubicBezTo>
                <a:cubicBezTo>
                  <a:pt x="101" y="877"/>
                  <a:pt x="99" y="877"/>
                  <a:pt x="99" y="878"/>
                </a:cubicBezTo>
                <a:cubicBezTo>
                  <a:pt x="99" y="878"/>
                  <a:pt x="99" y="878"/>
                  <a:pt x="99" y="878"/>
                </a:cubicBezTo>
                <a:cubicBezTo>
                  <a:pt x="99" y="878"/>
                  <a:pt x="99" y="878"/>
                  <a:pt x="100" y="878"/>
                </a:cubicBezTo>
                <a:cubicBezTo>
                  <a:pt x="100" y="879"/>
                  <a:pt x="100" y="879"/>
                  <a:pt x="100" y="880"/>
                </a:cubicBezTo>
                <a:cubicBezTo>
                  <a:pt x="99" y="880"/>
                  <a:pt x="98" y="879"/>
                  <a:pt x="97" y="879"/>
                </a:cubicBezTo>
                <a:cubicBezTo>
                  <a:pt x="96" y="879"/>
                  <a:pt x="95" y="880"/>
                  <a:pt x="94" y="880"/>
                </a:cubicBezTo>
                <a:cubicBezTo>
                  <a:pt x="94" y="880"/>
                  <a:pt x="93" y="880"/>
                  <a:pt x="93" y="880"/>
                </a:cubicBezTo>
                <a:cubicBezTo>
                  <a:pt x="93" y="880"/>
                  <a:pt x="94" y="881"/>
                  <a:pt x="94" y="881"/>
                </a:cubicBezTo>
                <a:cubicBezTo>
                  <a:pt x="94" y="882"/>
                  <a:pt x="94" y="883"/>
                  <a:pt x="95" y="883"/>
                </a:cubicBezTo>
                <a:cubicBezTo>
                  <a:pt x="96" y="884"/>
                  <a:pt x="96" y="884"/>
                  <a:pt x="97" y="884"/>
                </a:cubicBezTo>
                <a:cubicBezTo>
                  <a:pt x="97" y="884"/>
                  <a:pt x="97" y="885"/>
                  <a:pt x="98" y="885"/>
                </a:cubicBezTo>
                <a:cubicBezTo>
                  <a:pt x="98" y="885"/>
                  <a:pt x="100" y="886"/>
                  <a:pt x="100" y="886"/>
                </a:cubicBezTo>
                <a:cubicBezTo>
                  <a:pt x="101" y="888"/>
                  <a:pt x="98" y="887"/>
                  <a:pt x="97" y="886"/>
                </a:cubicBezTo>
                <a:cubicBezTo>
                  <a:pt x="97" y="887"/>
                  <a:pt x="97" y="887"/>
                  <a:pt x="97" y="888"/>
                </a:cubicBezTo>
                <a:cubicBezTo>
                  <a:pt x="97" y="888"/>
                  <a:pt x="97" y="889"/>
                  <a:pt x="96" y="890"/>
                </a:cubicBezTo>
                <a:cubicBezTo>
                  <a:pt x="96" y="889"/>
                  <a:pt x="95" y="888"/>
                  <a:pt x="95" y="888"/>
                </a:cubicBezTo>
                <a:cubicBezTo>
                  <a:pt x="94" y="888"/>
                  <a:pt x="94" y="890"/>
                  <a:pt x="94" y="891"/>
                </a:cubicBezTo>
                <a:cubicBezTo>
                  <a:pt x="93" y="892"/>
                  <a:pt x="93" y="892"/>
                  <a:pt x="92" y="893"/>
                </a:cubicBezTo>
                <a:cubicBezTo>
                  <a:pt x="92" y="894"/>
                  <a:pt x="92" y="894"/>
                  <a:pt x="93" y="895"/>
                </a:cubicBezTo>
                <a:cubicBezTo>
                  <a:pt x="93" y="896"/>
                  <a:pt x="93" y="896"/>
                  <a:pt x="91" y="896"/>
                </a:cubicBezTo>
                <a:cubicBezTo>
                  <a:pt x="91" y="896"/>
                  <a:pt x="89" y="896"/>
                  <a:pt x="89" y="897"/>
                </a:cubicBezTo>
                <a:cubicBezTo>
                  <a:pt x="89" y="898"/>
                  <a:pt x="88" y="898"/>
                  <a:pt x="87" y="897"/>
                </a:cubicBezTo>
                <a:cubicBezTo>
                  <a:pt x="87" y="897"/>
                  <a:pt x="87" y="896"/>
                  <a:pt x="87" y="896"/>
                </a:cubicBezTo>
                <a:cubicBezTo>
                  <a:pt x="86" y="895"/>
                  <a:pt x="84" y="895"/>
                  <a:pt x="85" y="897"/>
                </a:cubicBezTo>
                <a:cubicBezTo>
                  <a:pt x="85" y="897"/>
                  <a:pt x="86" y="897"/>
                  <a:pt x="86" y="897"/>
                </a:cubicBezTo>
                <a:cubicBezTo>
                  <a:pt x="85" y="898"/>
                  <a:pt x="83" y="898"/>
                  <a:pt x="83" y="899"/>
                </a:cubicBezTo>
                <a:cubicBezTo>
                  <a:pt x="83" y="899"/>
                  <a:pt x="85" y="899"/>
                  <a:pt x="85" y="900"/>
                </a:cubicBezTo>
                <a:cubicBezTo>
                  <a:pt x="87" y="900"/>
                  <a:pt x="88" y="902"/>
                  <a:pt x="89" y="903"/>
                </a:cubicBezTo>
                <a:cubicBezTo>
                  <a:pt x="90" y="904"/>
                  <a:pt x="90" y="904"/>
                  <a:pt x="91" y="904"/>
                </a:cubicBezTo>
                <a:cubicBezTo>
                  <a:pt x="92" y="905"/>
                  <a:pt x="93" y="905"/>
                  <a:pt x="93" y="905"/>
                </a:cubicBezTo>
                <a:cubicBezTo>
                  <a:pt x="94" y="904"/>
                  <a:pt x="94" y="905"/>
                  <a:pt x="95" y="905"/>
                </a:cubicBezTo>
                <a:cubicBezTo>
                  <a:pt x="95" y="906"/>
                  <a:pt x="96" y="907"/>
                  <a:pt x="97" y="908"/>
                </a:cubicBezTo>
                <a:cubicBezTo>
                  <a:pt x="98" y="909"/>
                  <a:pt x="101" y="909"/>
                  <a:pt x="102" y="910"/>
                </a:cubicBezTo>
                <a:cubicBezTo>
                  <a:pt x="104" y="912"/>
                  <a:pt x="106" y="913"/>
                  <a:pt x="107" y="914"/>
                </a:cubicBezTo>
                <a:cubicBezTo>
                  <a:pt x="107" y="915"/>
                  <a:pt x="108" y="916"/>
                  <a:pt x="109" y="916"/>
                </a:cubicBezTo>
                <a:cubicBezTo>
                  <a:pt x="109" y="917"/>
                  <a:pt x="110" y="917"/>
                  <a:pt x="110" y="918"/>
                </a:cubicBezTo>
                <a:cubicBezTo>
                  <a:pt x="111" y="918"/>
                  <a:pt x="111" y="919"/>
                  <a:pt x="111" y="919"/>
                </a:cubicBezTo>
                <a:cubicBezTo>
                  <a:pt x="112" y="920"/>
                  <a:pt x="112" y="920"/>
                  <a:pt x="113" y="920"/>
                </a:cubicBezTo>
                <a:cubicBezTo>
                  <a:pt x="113" y="919"/>
                  <a:pt x="114" y="918"/>
                  <a:pt x="116" y="919"/>
                </a:cubicBezTo>
                <a:cubicBezTo>
                  <a:pt x="116" y="919"/>
                  <a:pt x="117" y="919"/>
                  <a:pt x="117" y="919"/>
                </a:cubicBezTo>
                <a:cubicBezTo>
                  <a:pt x="118" y="919"/>
                  <a:pt x="118" y="919"/>
                  <a:pt x="119" y="919"/>
                </a:cubicBezTo>
                <a:cubicBezTo>
                  <a:pt x="120" y="919"/>
                  <a:pt x="120" y="920"/>
                  <a:pt x="121" y="920"/>
                </a:cubicBezTo>
                <a:cubicBezTo>
                  <a:pt x="121" y="920"/>
                  <a:pt x="122" y="921"/>
                  <a:pt x="123" y="921"/>
                </a:cubicBezTo>
                <a:cubicBezTo>
                  <a:pt x="123" y="921"/>
                  <a:pt x="124" y="921"/>
                  <a:pt x="124" y="921"/>
                </a:cubicBezTo>
                <a:cubicBezTo>
                  <a:pt x="125" y="921"/>
                  <a:pt x="125" y="922"/>
                  <a:pt x="126" y="922"/>
                </a:cubicBezTo>
                <a:cubicBezTo>
                  <a:pt x="127" y="923"/>
                  <a:pt x="128" y="923"/>
                  <a:pt x="129" y="923"/>
                </a:cubicBezTo>
                <a:cubicBezTo>
                  <a:pt x="129" y="923"/>
                  <a:pt x="131" y="923"/>
                  <a:pt x="131" y="923"/>
                </a:cubicBezTo>
                <a:cubicBezTo>
                  <a:pt x="132" y="923"/>
                  <a:pt x="132" y="923"/>
                  <a:pt x="133" y="923"/>
                </a:cubicBezTo>
                <a:cubicBezTo>
                  <a:pt x="134" y="922"/>
                  <a:pt x="135" y="924"/>
                  <a:pt x="137" y="923"/>
                </a:cubicBezTo>
                <a:cubicBezTo>
                  <a:pt x="137" y="923"/>
                  <a:pt x="137" y="923"/>
                  <a:pt x="138" y="923"/>
                </a:cubicBezTo>
                <a:cubicBezTo>
                  <a:pt x="138" y="924"/>
                  <a:pt x="139" y="924"/>
                  <a:pt x="139" y="924"/>
                </a:cubicBezTo>
                <a:cubicBezTo>
                  <a:pt x="140" y="925"/>
                  <a:pt x="140" y="925"/>
                  <a:pt x="140" y="926"/>
                </a:cubicBezTo>
                <a:cubicBezTo>
                  <a:pt x="141" y="926"/>
                  <a:pt x="142" y="926"/>
                  <a:pt x="143" y="927"/>
                </a:cubicBezTo>
                <a:cubicBezTo>
                  <a:pt x="143" y="927"/>
                  <a:pt x="144" y="927"/>
                  <a:pt x="145" y="927"/>
                </a:cubicBezTo>
                <a:cubicBezTo>
                  <a:pt x="145" y="928"/>
                  <a:pt x="145" y="928"/>
                  <a:pt x="146" y="928"/>
                </a:cubicBezTo>
                <a:cubicBezTo>
                  <a:pt x="146" y="929"/>
                  <a:pt x="147" y="928"/>
                  <a:pt x="146" y="929"/>
                </a:cubicBezTo>
                <a:cubicBezTo>
                  <a:pt x="146" y="930"/>
                  <a:pt x="146" y="930"/>
                  <a:pt x="146" y="930"/>
                </a:cubicBezTo>
                <a:cubicBezTo>
                  <a:pt x="147" y="931"/>
                  <a:pt x="148" y="930"/>
                  <a:pt x="148" y="931"/>
                </a:cubicBezTo>
                <a:cubicBezTo>
                  <a:pt x="148" y="931"/>
                  <a:pt x="148" y="930"/>
                  <a:pt x="149" y="930"/>
                </a:cubicBezTo>
                <a:cubicBezTo>
                  <a:pt x="149" y="930"/>
                  <a:pt x="149" y="930"/>
                  <a:pt x="150" y="930"/>
                </a:cubicBezTo>
                <a:cubicBezTo>
                  <a:pt x="150" y="930"/>
                  <a:pt x="151" y="929"/>
                  <a:pt x="152" y="929"/>
                </a:cubicBezTo>
                <a:cubicBezTo>
                  <a:pt x="153" y="928"/>
                  <a:pt x="154" y="929"/>
                  <a:pt x="155" y="930"/>
                </a:cubicBezTo>
                <a:cubicBezTo>
                  <a:pt x="156" y="929"/>
                  <a:pt x="156" y="928"/>
                  <a:pt x="156" y="928"/>
                </a:cubicBezTo>
                <a:cubicBezTo>
                  <a:pt x="157" y="928"/>
                  <a:pt x="158" y="929"/>
                  <a:pt x="158" y="929"/>
                </a:cubicBezTo>
                <a:cubicBezTo>
                  <a:pt x="159" y="929"/>
                  <a:pt x="159" y="930"/>
                  <a:pt x="160" y="930"/>
                </a:cubicBezTo>
                <a:cubicBezTo>
                  <a:pt x="160" y="931"/>
                  <a:pt x="161" y="931"/>
                  <a:pt x="162" y="931"/>
                </a:cubicBezTo>
                <a:cubicBezTo>
                  <a:pt x="163" y="931"/>
                  <a:pt x="164" y="931"/>
                  <a:pt x="164" y="932"/>
                </a:cubicBezTo>
                <a:cubicBezTo>
                  <a:pt x="164" y="933"/>
                  <a:pt x="163" y="933"/>
                  <a:pt x="163" y="934"/>
                </a:cubicBezTo>
                <a:cubicBezTo>
                  <a:pt x="163" y="935"/>
                  <a:pt x="164" y="936"/>
                  <a:pt x="165" y="936"/>
                </a:cubicBezTo>
                <a:cubicBezTo>
                  <a:pt x="165" y="937"/>
                  <a:pt x="166" y="937"/>
                  <a:pt x="166" y="937"/>
                </a:cubicBezTo>
                <a:cubicBezTo>
                  <a:pt x="166" y="937"/>
                  <a:pt x="167" y="937"/>
                  <a:pt x="167" y="937"/>
                </a:cubicBezTo>
                <a:cubicBezTo>
                  <a:pt x="167" y="938"/>
                  <a:pt x="168" y="937"/>
                  <a:pt x="169" y="938"/>
                </a:cubicBezTo>
                <a:cubicBezTo>
                  <a:pt x="168" y="938"/>
                  <a:pt x="170" y="938"/>
                  <a:pt x="170" y="939"/>
                </a:cubicBezTo>
                <a:cubicBezTo>
                  <a:pt x="171" y="939"/>
                  <a:pt x="171" y="940"/>
                  <a:pt x="172" y="940"/>
                </a:cubicBezTo>
                <a:cubicBezTo>
                  <a:pt x="172" y="940"/>
                  <a:pt x="172" y="939"/>
                  <a:pt x="173" y="940"/>
                </a:cubicBezTo>
                <a:cubicBezTo>
                  <a:pt x="173" y="940"/>
                  <a:pt x="173" y="940"/>
                  <a:pt x="174" y="941"/>
                </a:cubicBezTo>
                <a:cubicBezTo>
                  <a:pt x="174" y="941"/>
                  <a:pt x="174" y="941"/>
                  <a:pt x="175" y="941"/>
                </a:cubicBezTo>
                <a:cubicBezTo>
                  <a:pt x="175" y="942"/>
                  <a:pt x="175" y="942"/>
                  <a:pt x="175" y="942"/>
                </a:cubicBezTo>
                <a:cubicBezTo>
                  <a:pt x="175" y="943"/>
                  <a:pt x="176" y="943"/>
                  <a:pt x="176" y="943"/>
                </a:cubicBezTo>
                <a:cubicBezTo>
                  <a:pt x="177" y="944"/>
                  <a:pt x="177" y="944"/>
                  <a:pt x="177" y="945"/>
                </a:cubicBezTo>
                <a:cubicBezTo>
                  <a:pt x="178" y="946"/>
                  <a:pt x="179" y="946"/>
                  <a:pt x="180" y="947"/>
                </a:cubicBezTo>
                <a:cubicBezTo>
                  <a:pt x="180" y="947"/>
                  <a:pt x="182" y="947"/>
                  <a:pt x="182" y="947"/>
                </a:cubicBezTo>
                <a:cubicBezTo>
                  <a:pt x="183" y="947"/>
                  <a:pt x="183" y="946"/>
                  <a:pt x="183" y="945"/>
                </a:cubicBezTo>
                <a:cubicBezTo>
                  <a:pt x="184" y="944"/>
                  <a:pt x="185" y="944"/>
                  <a:pt x="186" y="943"/>
                </a:cubicBezTo>
                <a:cubicBezTo>
                  <a:pt x="188" y="942"/>
                  <a:pt x="188" y="940"/>
                  <a:pt x="189" y="939"/>
                </a:cubicBezTo>
                <a:cubicBezTo>
                  <a:pt x="187" y="937"/>
                  <a:pt x="187" y="937"/>
                  <a:pt x="187" y="937"/>
                </a:cubicBezTo>
                <a:cubicBezTo>
                  <a:pt x="185" y="934"/>
                  <a:pt x="184" y="931"/>
                  <a:pt x="182" y="928"/>
                </a:cubicBezTo>
                <a:cubicBezTo>
                  <a:pt x="182" y="927"/>
                  <a:pt x="181" y="926"/>
                  <a:pt x="181" y="925"/>
                </a:cubicBezTo>
                <a:cubicBezTo>
                  <a:pt x="180" y="923"/>
                  <a:pt x="181" y="921"/>
                  <a:pt x="182" y="920"/>
                </a:cubicBezTo>
                <a:cubicBezTo>
                  <a:pt x="182" y="918"/>
                  <a:pt x="183" y="917"/>
                  <a:pt x="182" y="916"/>
                </a:cubicBezTo>
                <a:cubicBezTo>
                  <a:pt x="182" y="916"/>
                  <a:pt x="182" y="915"/>
                  <a:pt x="182" y="915"/>
                </a:cubicBezTo>
                <a:cubicBezTo>
                  <a:pt x="182" y="915"/>
                  <a:pt x="181" y="915"/>
                  <a:pt x="181" y="916"/>
                </a:cubicBezTo>
                <a:cubicBezTo>
                  <a:pt x="180" y="915"/>
                  <a:pt x="180" y="913"/>
                  <a:pt x="179" y="912"/>
                </a:cubicBezTo>
                <a:cubicBezTo>
                  <a:pt x="178" y="911"/>
                  <a:pt x="177" y="910"/>
                  <a:pt x="176" y="910"/>
                </a:cubicBezTo>
                <a:cubicBezTo>
                  <a:pt x="175" y="909"/>
                  <a:pt x="174" y="908"/>
                  <a:pt x="174" y="907"/>
                </a:cubicBezTo>
                <a:cubicBezTo>
                  <a:pt x="174" y="906"/>
                  <a:pt x="175" y="905"/>
                  <a:pt x="176" y="905"/>
                </a:cubicBezTo>
                <a:cubicBezTo>
                  <a:pt x="176" y="905"/>
                  <a:pt x="177" y="905"/>
                  <a:pt x="177" y="905"/>
                </a:cubicBezTo>
                <a:cubicBezTo>
                  <a:pt x="178" y="905"/>
                  <a:pt x="178" y="904"/>
                  <a:pt x="178" y="903"/>
                </a:cubicBezTo>
                <a:cubicBezTo>
                  <a:pt x="179" y="901"/>
                  <a:pt x="180" y="899"/>
                  <a:pt x="180" y="898"/>
                </a:cubicBezTo>
                <a:cubicBezTo>
                  <a:pt x="180" y="897"/>
                  <a:pt x="181" y="896"/>
                  <a:pt x="181" y="895"/>
                </a:cubicBezTo>
                <a:cubicBezTo>
                  <a:pt x="182" y="895"/>
                  <a:pt x="183" y="894"/>
                  <a:pt x="184" y="895"/>
                </a:cubicBezTo>
                <a:cubicBezTo>
                  <a:pt x="184" y="895"/>
                  <a:pt x="184" y="895"/>
                  <a:pt x="184" y="896"/>
                </a:cubicBezTo>
                <a:cubicBezTo>
                  <a:pt x="185" y="896"/>
                  <a:pt x="185" y="895"/>
                  <a:pt x="186" y="895"/>
                </a:cubicBezTo>
                <a:cubicBezTo>
                  <a:pt x="186" y="894"/>
                  <a:pt x="186" y="894"/>
                  <a:pt x="186" y="893"/>
                </a:cubicBezTo>
                <a:cubicBezTo>
                  <a:pt x="186" y="893"/>
                  <a:pt x="187" y="893"/>
                  <a:pt x="187" y="893"/>
                </a:cubicBezTo>
                <a:cubicBezTo>
                  <a:pt x="189" y="893"/>
                  <a:pt x="190" y="893"/>
                  <a:pt x="192" y="892"/>
                </a:cubicBezTo>
                <a:cubicBezTo>
                  <a:pt x="192" y="892"/>
                  <a:pt x="192" y="891"/>
                  <a:pt x="192" y="890"/>
                </a:cubicBezTo>
                <a:cubicBezTo>
                  <a:pt x="193" y="890"/>
                  <a:pt x="193" y="890"/>
                  <a:pt x="194" y="890"/>
                </a:cubicBezTo>
                <a:cubicBezTo>
                  <a:pt x="193" y="889"/>
                  <a:pt x="194" y="887"/>
                  <a:pt x="195" y="886"/>
                </a:cubicBezTo>
                <a:cubicBezTo>
                  <a:pt x="195" y="887"/>
                  <a:pt x="195" y="887"/>
                  <a:pt x="196" y="887"/>
                </a:cubicBezTo>
                <a:cubicBezTo>
                  <a:pt x="196" y="888"/>
                  <a:pt x="197" y="888"/>
                  <a:pt x="197" y="887"/>
                </a:cubicBezTo>
                <a:cubicBezTo>
                  <a:pt x="197" y="887"/>
                  <a:pt x="197" y="887"/>
                  <a:pt x="197" y="887"/>
                </a:cubicBezTo>
                <a:cubicBezTo>
                  <a:pt x="197" y="886"/>
                  <a:pt x="197" y="885"/>
                  <a:pt x="197" y="885"/>
                </a:cubicBezTo>
                <a:cubicBezTo>
                  <a:pt x="192" y="881"/>
                  <a:pt x="192" y="881"/>
                  <a:pt x="192" y="881"/>
                </a:cubicBezTo>
                <a:cubicBezTo>
                  <a:pt x="190" y="881"/>
                  <a:pt x="190" y="881"/>
                  <a:pt x="190" y="881"/>
                </a:cubicBezTo>
                <a:cubicBezTo>
                  <a:pt x="190" y="879"/>
                  <a:pt x="190" y="879"/>
                  <a:pt x="190" y="879"/>
                </a:cubicBezTo>
                <a:cubicBezTo>
                  <a:pt x="191" y="878"/>
                  <a:pt x="191" y="878"/>
                  <a:pt x="191" y="878"/>
                </a:cubicBezTo>
                <a:cubicBezTo>
                  <a:pt x="192" y="879"/>
                  <a:pt x="192" y="879"/>
                  <a:pt x="192" y="879"/>
                </a:cubicBezTo>
                <a:cubicBezTo>
                  <a:pt x="194" y="878"/>
                  <a:pt x="194" y="878"/>
                  <a:pt x="194" y="878"/>
                </a:cubicBezTo>
                <a:cubicBezTo>
                  <a:pt x="187" y="866"/>
                  <a:pt x="187" y="866"/>
                  <a:pt x="187" y="866"/>
                </a:cubicBezTo>
                <a:cubicBezTo>
                  <a:pt x="187" y="866"/>
                  <a:pt x="185" y="866"/>
                  <a:pt x="184" y="865"/>
                </a:cubicBezTo>
                <a:cubicBezTo>
                  <a:pt x="183" y="865"/>
                  <a:pt x="181" y="864"/>
                  <a:pt x="181" y="864"/>
                </a:cubicBezTo>
                <a:cubicBezTo>
                  <a:pt x="180" y="864"/>
                  <a:pt x="180" y="866"/>
                  <a:pt x="180" y="866"/>
                </a:cubicBezTo>
                <a:cubicBezTo>
                  <a:pt x="180" y="866"/>
                  <a:pt x="178" y="865"/>
                  <a:pt x="178" y="865"/>
                </a:cubicBezTo>
                <a:cubicBezTo>
                  <a:pt x="178" y="865"/>
                  <a:pt x="177" y="863"/>
                  <a:pt x="177" y="863"/>
                </a:cubicBezTo>
                <a:cubicBezTo>
                  <a:pt x="177" y="863"/>
                  <a:pt x="178" y="862"/>
                  <a:pt x="178" y="861"/>
                </a:cubicBezTo>
                <a:cubicBezTo>
                  <a:pt x="178" y="861"/>
                  <a:pt x="178" y="859"/>
                  <a:pt x="178" y="858"/>
                </a:cubicBezTo>
                <a:cubicBezTo>
                  <a:pt x="178" y="858"/>
                  <a:pt x="175" y="858"/>
                  <a:pt x="175" y="858"/>
                </a:cubicBezTo>
                <a:cubicBezTo>
                  <a:pt x="175" y="857"/>
                  <a:pt x="172" y="856"/>
                  <a:pt x="172" y="856"/>
                </a:cubicBezTo>
                <a:cubicBezTo>
                  <a:pt x="172" y="856"/>
                  <a:pt x="173" y="853"/>
                  <a:pt x="173" y="853"/>
                </a:cubicBezTo>
                <a:cubicBezTo>
                  <a:pt x="173" y="853"/>
                  <a:pt x="173" y="852"/>
                  <a:pt x="173" y="851"/>
                </a:cubicBezTo>
                <a:cubicBezTo>
                  <a:pt x="174" y="850"/>
                  <a:pt x="175" y="849"/>
                  <a:pt x="176" y="848"/>
                </a:cubicBezTo>
                <a:cubicBezTo>
                  <a:pt x="176" y="848"/>
                  <a:pt x="176" y="846"/>
                  <a:pt x="176" y="846"/>
                </a:cubicBezTo>
                <a:cubicBezTo>
                  <a:pt x="175" y="845"/>
                  <a:pt x="175" y="845"/>
                  <a:pt x="175" y="845"/>
                </a:cubicBezTo>
                <a:cubicBezTo>
                  <a:pt x="174" y="843"/>
                  <a:pt x="174" y="843"/>
                  <a:pt x="174" y="843"/>
                </a:cubicBezTo>
                <a:cubicBezTo>
                  <a:pt x="174" y="843"/>
                  <a:pt x="174" y="842"/>
                  <a:pt x="174" y="842"/>
                </a:cubicBezTo>
                <a:cubicBezTo>
                  <a:pt x="174" y="842"/>
                  <a:pt x="175" y="837"/>
                  <a:pt x="175" y="837"/>
                </a:cubicBezTo>
                <a:cubicBezTo>
                  <a:pt x="178" y="836"/>
                  <a:pt x="178" y="836"/>
                  <a:pt x="178" y="836"/>
                </a:cubicBezTo>
                <a:cubicBezTo>
                  <a:pt x="178" y="836"/>
                  <a:pt x="179" y="834"/>
                  <a:pt x="179" y="834"/>
                </a:cubicBezTo>
                <a:cubicBezTo>
                  <a:pt x="179" y="834"/>
                  <a:pt x="179" y="832"/>
                  <a:pt x="179" y="832"/>
                </a:cubicBezTo>
                <a:cubicBezTo>
                  <a:pt x="179" y="832"/>
                  <a:pt x="179" y="830"/>
                  <a:pt x="179" y="830"/>
                </a:cubicBezTo>
                <a:cubicBezTo>
                  <a:pt x="182" y="828"/>
                  <a:pt x="182" y="828"/>
                  <a:pt x="182" y="828"/>
                </a:cubicBezTo>
                <a:cubicBezTo>
                  <a:pt x="182" y="828"/>
                  <a:pt x="185" y="832"/>
                  <a:pt x="185" y="832"/>
                </a:cubicBezTo>
                <a:cubicBezTo>
                  <a:pt x="186" y="833"/>
                  <a:pt x="186" y="834"/>
                  <a:pt x="186" y="835"/>
                </a:cubicBezTo>
                <a:cubicBezTo>
                  <a:pt x="186" y="835"/>
                  <a:pt x="187" y="836"/>
                  <a:pt x="187" y="837"/>
                </a:cubicBezTo>
                <a:cubicBezTo>
                  <a:pt x="187" y="837"/>
                  <a:pt x="189" y="838"/>
                  <a:pt x="189" y="838"/>
                </a:cubicBezTo>
                <a:cubicBezTo>
                  <a:pt x="193" y="835"/>
                  <a:pt x="193" y="835"/>
                  <a:pt x="193" y="835"/>
                </a:cubicBezTo>
                <a:cubicBezTo>
                  <a:pt x="191" y="832"/>
                  <a:pt x="191" y="832"/>
                  <a:pt x="191" y="832"/>
                </a:cubicBezTo>
                <a:cubicBezTo>
                  <a:pt x="191" y="832"/>
                  <a:pt x="191" y="829"/>
                  <a:pt x="191" y="829"/>
                </a:cubicBezTo>
                <a:cubicBezTo>
                  <a:pt x="191" y="828"/>
                  <a:pt x="191" y="827"/>
                  <a:pt x="191" y="827"/>
                </a:cubicBezTo>
                <a:cubicBezTo>
                  <a:pt x="191" y="825"/>
                  <a:pt x="191" y="825"/>
                  <a:pt x="191" y="825"/>
                </a:cubicBezTo>
                <a:cubicBezTo>
                  <a:pt x="194" y="826"/>
                  <a:pt x="194" y="826"/>
                  <a:pt x="194" y="826"/>
                </a:cubicBezTo>
                <a:cubicBezTo>
                  <a:pt x="197" y="823"/>
                  <a:pt x="197" y="823"/>
                  <a:pt x="197" y="823"/>
                </a:cubicBezTo>
                <a:cubicBezTo>
                  <a:pt x="198" y="819"/>
                  <a:pt x="198" y="819"/>
                  <a:pt x="198" y="819"/>
                </a:cubicBezTo>
                <a:cubicBezTo>
                  <a:pt x="202" y="819"/>
                  <a:pt x="202" y="819"/>
                  <a:pt x="202" y="819"/>
                </a:cubicBezTo>
                <a:cubicBezTo>
                  <a:pt x="206" y="815"/>
                  <a:pt x="206" y="815"/>
                  <a:pt x="206" y="815"/>
                </a:cubicBezTo>
                <a:cubicBezTo>
                  <a:pt x="207" y="814"/>
                  <a:pt x="207" y="814"/>
                  <a:pt x="207" y="814"/>
                </a:cubicBezTo>
                <a:cubicBezTo>
                  <a:pt x="208" y="812"/>
                  <a:pt x="208" y="812"/>
                  <a:pt x="208" y="812"/>
                </a:cubicBezTo>
                <a:cubicBezTo>
                  <a:pt x="209" y="812"/>
                  <a:pt x="209" y="812"/>
                  <a:pt x="209" y="812"/>
                </a:cubicBezTo>
                <a:cubicBezTo>
                  <a:pt x="210" y="810"/>
                  <a:pt x="210" y="810"/>
                  <a:pt x="210" y="810"/>
                </a:cubicBezTo>
                <a:cubicBezTo>
                  <a:pt x="210" y="810"/>
                  <a:pt x="213" y="811"/>
                  <a:pt x="213" y="811"/>
                </a:cubicBezTo>
                <a:cubicBezTo>
                  <a:pt x="213" y="811"/>
                  <a:pt x="214" y="812"/>
                  <a:pt x="214" y="812"/>
                </a:cubicBezTo>
                <a:cubicBezTo>
                  <a:pt x="214" y="812"/>
                  <a:pt x="215" y="813"/>
                  <a:pt x="215" y="814"/>
                </a:cubicBezTo>
                <a:cubicBezTo>
                  <a:pt x="216" y="814"/>
                  <a:pt x="216" y="813"/>
                  <a:pt x="216" y="813"/>
                </a:cubicBezTo>
                <a:cubicBezTo>
                  <a:pt x="216" y="813"/>
                  <a:pt x="219" y="813"/>
                  <a:pt x="219" y="813"/>
                </a:cubicBezTo>
                <a:cubicBezTo>
                  <a:pt x="219" y="813"/>
                  <a:pt x="220" y="811"/>
                  <a:pt x="220" y="811"/>
                </a:cubicBezTo>
                <a:cubicBezTo>
                  <a:pt x="220" y="811"/>
                  <a:pt x="222" y="811"/>
                  <a:pt x="222" y="811"/>
                </a:cubicBezTo>
                <a:cubicBezTo>
                  <a:pt x="222" y="811"/>
                  <a:pt x="224" y="810"/>
                  <a:pt x="224" y="810"/>
                </a:cubicBezTo>
                <a:cubicBezTo>
                  <a:pt x="224" y="810"/>
                  <a:pt x="225" y="814"/>
                  <a:pt x="226" y="814"/>
                </a:cubicBezTo>
                <a:cubicBezTo>
                  <a:pt x="226" y="814"/>
                  <a:pt x="227" y="814"/>
                  <a:pt x="227" y="814"/>
                </a:cubicBezTo>
                <a:cubicBezTo>
                  <a:pt x="232" y="813"/>
                  <a:pt x="232" y="813"/>
                  <a:pt x="232" y="813"/>
                </a:cubicBezTo>
                <a:cubicBezTo>
                  <a:pt x="232" y="813"/>
                  <a:pt x="235" y="816"/>
                  <a:pt x="235" y="817"/>
                </a:cubicBezTo>
                <a:cubicBezTo>
                  <a:pt x="235" y="817"/>
                  <a:pt x="238" y="818"/>
                  <a:pt x="238" y="818"/>
                </a:cubicBezTo>
                <a:cubicBezTo>
                  <a:pt x="239" y="818"/>
                  <a:pt x="239" y="820"/>
                  <a:pt x="240" y="820"/>
                </a:cubicBezTo>
                <a:cubicBezTo>
                  <a:pt x="240" y="821"/>
                  <a:pt x="242" y="822"/>
                  <a:pt x="242" y="823"/>
                </a:cubicBezTo>
                <a:cubicBezTo>
                  <a:pt x="242" y="823"/>
                  <a:pt x="242" y="824"/>
                  <a:pt x="242" y="825"/>
                </a:cubicBezTo>
                <a:cubicBezTo>
                  <a:pt x="242" y="825"/>
                  <a:pt x="243" y="827"/>
                  <a:pt x="243" y="827"/>
                </a:cubicBezTo>
                <a:cubicBezTo>
                  <a:pt x="243" y="828"/>
                  <a:pt x="245" y="827"/>
                  <a:pt x="245" y="827"/>
                </a:cubicBezTo>
                <a:cubicBezTo>
                  <a:pt x="245" y="826"/>
                  <a:pt x="245" y="825"/>
                  <a:pt x="245" y="825"/>
                </a:cubicBezTo>
                <a:cubicBezTo>
                  <a:pt x="245" y="825"/>
                  <a:pt x="244" y="822"/>
                  <a:pt x="244" y="822"/>
                </a:cubicBezTo>
                <a:cubicBezTo>
                  <a:pt x="244" y="822"/>
                  <a:pt x="244" y="821"/>
                  <a:pt x="244" y="820"/>
                </a:cubicBezTo>
                <a:cubicBezTo>
                  <a:pt x="244" y="819"/>
                  <a:pt x="245" y="820"/>
                  <a:pt x="246" y="820"/>
                </a:cubicBezTo>
                <a:cubicBezTo>
                  <a:pt x="246" y="820"/>
                  <a:pt x="248" y="821"/>
                  <a:pt x="248" y="821"/>
                </a:cubicBezTo>
                <a:cubicBezTo>
                  <a:pt x="249" y="822"/>
                  <a:pt x="248" y="823"/>
                  <a:pt x="248" y="823"/>
                </a:cubicBezTo>
                <a:cubicBezTo>
                  <a:pt x="248" y="823"/>
                  <a:pt x="253" y="827"/>
                  <a:pt x="253" y="827"/>
                </a:cubicBezTo>
                <a:cubicBezTo>
                  <a:pt x="255" y="827"/>
                  <a:pt x="255" y="827"/>
                  <a:pt x="255" y="827"/>
                </a:cubicBezTo>
                <a:cubicBezTo>
                  <a:pt x="255" y="827"/>
                  <a:pt x="257" y="825"/>
                  <a:pt x="257" y="824"/>
                </a:cubicBezTo>
                <a:cubicBezTo>
                  <a:pt x="257" y="824"/>
                  <a:pt x="258" y="822"/>
                  <a:pt x="258" y="822"/>
                </a:cubicBezTo>
                <a:cubicBezTo>
                  <a:pt x="258" y="822"/>
                  <a:pt x="259" y="823"/>
                  <a:pt x="259" y="823"/>
                </a:cubicBezTo>
                <a:cubicBezTo>
                  <a:pt x="260" y="823"/>
                  <a:pt x="260" y="822"/>
                  <a:pt x="260" y="821"/>
                </a:cubicBezTo>
                <a:cubicBezTo>
                  <a:pt x="260" y="821"/>
                  <a:pt x="261" y="820"/>
                  <a:pt x="261" y="820"/>
                </a:cubicBezTo>
                <a:cubicBezTo>
                  <a:pt x="261" y="820"/>
                  <a:pt x="263" y="821"/>
                  <a:pt x="263" y="821"/>
                </a:cubicBezTo>
                <a:cubicBezTo>
                  <a:pt x="263" y="819"/>
                  <a:pt x="263" y="819"/>
                  <a:pt x="263" y="819"/>
                </a:cubicBezTo>
                <a:cubicBezTo>
                  <a:pt x="263" y="819"/>
                  <a:pt x="267" y="819"/>
                  <a:pt x="267" y="819"/>
                </a:cubicBezTo>
                <a:cubicBezTo>
                  <a:pt x="267" y="819"/>
                  <a:pt x="269" y="821"/>
                  <a:pt x="269" y="822"/>
                </a:cubicBezTo>
                <a:cubicBezTo>
                  <a:pt x="269" y="822"/>
                  <a:pt x="270" y="822"/>
                  <a:pt x="271" y="822"/>
                </a:cubicBezTo>
                <a:cubicBezTo>
                  <a:pt x="271" y="822"/>
                  <a:pt x="272" y="822"/>
                  <a:pt x="272" y="821"/>
                </a:cubicBezTo>
                <a:cubicBezTo>
                  <a:pt x="273" y="821"/>
                  <a:pt x="272" y="820"/>
                  <a:pt x="272" y="819"/>
                </a:cubicBezTo>
                <a:cubicBezTo>
                  <a:pt x="272" y="819"/>
                  <a:pt x="274" y="819"/>
                  <a:pt x="274" y="819"/>
                </a:cubicBezTo>
                <a:cubicBezTo>
                  <a:pt x="274" y="819"/>
                  <a:pt x="276" y="820"/>
                  <a:pt x="276" y="820"/>
                </a:cubicBezTo>
                <a:cubicBezTo>
                  <a:pt x="276" y="820"/>
                  <a:pt x="278" y="819"/>
                  <a:pt x="278" y="819"/>
                </a:cubicBezTo>
                <a:cubicBezTo>
                  <a:pt x="278" y="820"/>
                  <a:pt x="278" y="820"/>
                  <a:pt x="278" y="820"/>
                </a:cubicBezTo>
                <a:cubicBezTo>
                  <a:pt x="280" y="820"/>
                  <a:pt x="280" y="820"/>
                  <a:pt x="280" y="820"/>
                </a:cubicBezTo>
                <a:cubicBezTo>
                  <a:pt x="280" y="820"/>
                  <a:pt x="280" y="823"/>
                  <a:pt x="280" y="823"/>
                </a:cubicBezTo>
                <a:cubicBezTo>
                  <a:pt x="280" y="823"/>
                  <a:pt x="282" y="825"/>
                  <a:pt x="282" y="825"/>
                </a:cubicBezTo>
                <a:cubicBezTo>
                  <a:pt x="288" y="825"/>
                  <a:pt x="288" y="825"/>
                  <a:pt x="288" y="825"/>
                </a:cubicBezTo>
                <a:cubicBezTo>
                  <a:pt x="288" y="828"/>
                  <a:pt x="288" y="828"/>
                  <a:pt x="288" y="828"/>
                </a:cubicBezTo>
                <a:cubicBezTo>
                  <a:pt x="290" y="828"/>
                  <a:pt x="290" y="828"/>
                  <a:pt x="290" y="828"/>
                </a:cubicBezTo>
                <a:cubicBezTo>
                  <a:pt x="290" y="828"/>
                  <a:pt x="292" y="825"/>
                  <a:pt x="292" y="825"/>
                </a:cubicBezTo>
                <a:cubicBezTo>
                  <a:pt x="292" y="824"/>
                  <a:pt x="293" y="823"/>
                  <a:pt x="293" y="823"/>
                </a:cubicBezTo>
                <a:cubicBezTo>
                  <a:pt x="293" y="823"/>
                  <a:pt x="295" y="825"/>
                  <a:pt x="295" y="825"/>
                </a:cubicBezTo>
                <a:cubicBezTo>
                  <a:pt x="300" y="825"/>
                  <a:pt x="300" y="825"/>
                  <a:pt x="300" y="825"/>
                </a:cubicBezTo>
                <a:cubicBezTo>
                  <a:pt x="300" y="825"/>
                  <a:pt x="302" y="824"/>
                  <a:pt x="302" y="824"/>
                </a:cubicBezTo>
                <a:cubicBezTo>
                  <a:pt x="303" y="824"/>
                  <a:pt x="305" y="823"/>
                  <a:pt x="305" y="823"/>
                </a:cubicBezTo>
                <a:cubicBezTo>
                  <a:pt x="305" y="823"/>
                  <a:pt x="306" y="822"/>
                  <a:pt x="306" y="822"/>
                </a:cubicBezTo>
                <a:cubicBezTo>
                  <a:pt x="306" y="818"/>
                  <a:pt x="306" y="818"/>
                  <a:pt x="306" y="818"/>
                </a:cubicBezTo>
                <a:cubicBezTo>
                  <a:pt x="307" y="816"/>
                  <a:pt x="307" y="816"/>
                  <a:pt x="307" y="816"/>
                </a:cubicBezTo>
                <a:cubicBezTo>
                  <a:pt x="305" y="814"/>
                  <a:pt x="305" y="814"/>
                  <a:pt x="305" y="814"/>
                </a:cubicBezTo>
                <a:cubicBezTo>
                  <a:pt x="304" y="814"/>
                  <a:pt x="304" y="814"/>
                  <a:pt x="304" y="814"/>
                </a:cubicBezTo>
                <a:cubicBezTo>
                  <a:pt x="301" y="814"/>
                  <a:pt x="301" y="814"/>
                  <a:pt x="301" y="814"/>
                </a:cubicBezTo>
                <a:cubicBezTo>
                  <a:pt x="301" y="814"/>
                  <a:pt x="301" y="814"/>
                  <a:pt x="301" y="813"/>
                </a:cubicBezTo>
                <a:cubicBezTo>
                  <a:pt x="301" y="813"/>
                  <a:pt x="300" y="812"/>
                  <a:pt x="300" y="812"/>
                </a:cubicBezTo>
                <a:cubicBezTo>
                  <a:pt x="296" y="812"/>
                  <a:pt x="296" y="812"/>
                  <a:pt x="296" y="812"/>
                </a:cubicBezTo>
                <a:cubicBezTo>
                  <a:pt x="296" y="809"/>
                  <a:pt x="296" y="809"/>
                  <a:pt x="296" y="809"/>
                </a:cubicBezTo>
                <a:cubicBezTo>
                  <a:pt x="293" y="807"/>
                  <a:pt x="293" y="807"/>
                  <a:pt x="293" y="807"/>
                </a:cubicBezTo>
                <a:cubicBezTo>
                  <a:pt x="298" y="803"/>
                  <a:pt x="298" y="803"/>
                  <a:pt x="298" y="803"/>
                </a:cubicBezTo>
                <a:cubicBezTo>
                  <a:pt x="301" y="801"/>
                  <a:pt x="301" y="801"/>
                  <a:pt x="301" y="801"/>
                </a:cubicBezTo>
                <a:cubicBezTo>
                  <a:pt x="299" y="797"/>
                  <a:pt x="299" y="797"/>
                  <a:pt x="299" y="797"/>
                </a:cubicBezTo>
                <a:cubicBezTo>
                  <a:pt x="299" y="795"/>
                  <a:pt x="299" y="795"/>
                  <a:pt x="299" y="795"/>
                </a:cubicBezTo>
                <a:cubicBezTo>
                  <a:pt x="301" y="793"/>
                  <a:pt x="301" y="793"/>
                  <a:pt x="301" y="793"/>
                </a:cubicBezTo>
                <a:cubicBezTo>
                  <a:pt x="302" y="792"/>
                  <a:pt x="304" y="792"/>
                  <a:pt x="305" y="792"/>
                </a:cubicBezTo>
                <a:cubicBezTo>
                  <a:pt x="306" y="792"/>
                  <a:pt x="306" y="792"/>
                  <a:pt x="306" y="792"/>
                </a:cubicBezTo>
                <a:cubicBezTo>
                  <a:pt x="308" y="793"/>
                  <a:pt x="309" y="793"/>
                  <a:pt x="310" y="793"/>
                </a:cubicBezTo>
                <a:cubicBezTo>
                  <a:pt x="310" y="793"/>
                  <a:pt x="311" y="793"/>
                  <a:pt x="311" y="792"/>
                </a:cubicBezTo>
                <a:cubicBezTo>
                  <a:pt x="311" y="792"/>
                  <a:pt x="311" y="791"/>
                  <a:pt x="311" y="791"/>
                </a:cubicBezTo>
                <a:cubicBezTo>
                  <a:pt x="310" y="790"/>
                  <a:pt x="310" y="790"/>
                  <a:pt x="309" y="790"/>
                </a:cubicBezTo>
                <a:cubicBezTo>
                  <a:pt x="309" y="790"/>
                  <a:pt x="309" y="790"/>
                  <a:pt x="309" y="790"/>
                </a:cubicBezTo>
                <a:cubicBezTo>
                  <a:pt x="308" y="790"/>
                  <a:pt x="308" y="790"/>
                  <a:pt x="308" y="789"/>
                </a:cubicBezTo>
                <a:cubicBezTo>
                  <a:pt x="307" y="788"/>
                  <a:pt x="305" y="787"/>
                  <a:pt x="304" y="787"/>
                </a:cubicBezTo>
                <a:cubicBezTo>
                  <a:pt x="303" y="787"/>
                  <a:pt x="303" y="787"/>
                  <a:pt x="303" y="786"/>
                </a:cubicBezTo>
                <a:cubicBezTo>
                  <a:pt x="303" y="786"/>
                  <a:pt x="303" y="786"/>
                  <a:pt x="303" y="785"/>
                </a:cubicBezTo>
                <a:cubicBezTo>
                  <a:pt x="304" y="785"/>
                  <a:pt x="305" y="785"/>
                  <a:pt x="306" y="785"/>
                </a:cubicBezTo>
                <a:cubicBezTo>
                  <a:pt x="306" y="784"/>
                  <a:pt x="306" y="784"/>
                  <a:pt x="306" y="784"/>
                </a:cubicBezTo>
                <a:cubicBezTo>
                  <a:pt x="306" y="784"/>
                  <a:pt x="305" y="783"/>
                  <a:pt x="305" y="783"/>
                </a:cubicBezTo>
                <a:cubicBezTo>
                  <a:pt x="304" y="783"/>
                  <a:pt x="302" y="783"/>
                  <a:pt x="301" y="782"/>
                </a:cubicBezTo>
                <a:cubicBezTo>
                  <a:pt x="301" y="782"/>
                  <a:pt x="301" y="782"/>
                  <a:pt x="301" y="782"/>
                </a:cubicBezTo>
                <a:cubicBezTo>
                  <a:pt x="301" y="782"/>
                  <a:pt x="301" y="782"/>
                  <a:pt x="301" y="782"/>
                </a:cubicBezTo>
                <a:cubicBezTo>
                  <a:pt x="301" y="781"/>
                  <a:pt x="302" y="781"/>
                  <a:pt x="302" y="780"/>
                </a:cubicBezTo>
                <a:cubicBezTo>
                  <a:pt x="302" y="780"/>
                  <a:pt x="302" y="779"/>
                  <a:pt x="302" y="779"/>
                </a:cubicBezTo>
                <a:cubicBezTo>
                  <a:pt x="301" y="779"/>
                  <a:pt x="301" y="779"/>
                  <a:pt x="301" y="778"/>
                </a:cubicBezTo>
                <a:cubicBezTo>
                  <a:pt x="300" y="778"/>
                  <a:pt x="300" y="778"/>
                  <a:pt x="300" y="778"/>
                </a:cubicBezTo>
                <a:cubicBezTo>
                  <a:pt x="300" y="778"/>
                  <a:pt x="300" y="778"/>
                  <a:pt x="301" y="778"/>
                </a:cubicBezTo>
                <a:cubicBezTo>
                  <a:pt x="301" y="778"/>
                  <a:pt x="302" y="778"/>
                  <a:pt x="302" y="778"/>
                </a:cubicBezTo>
                <a:cubicBezTo>
                  <a:pt x="302" y="778"/>
                  <a:pt x="303" y="778"/>
                  <a:pt x="303" y="778"/>
                </a:cubicBezTo>
                <a:cubicBezTo>
                  <a:pt x="303" y="777"/>
                  <a:pt x="303" y="777"/>
                  <a:pt x="303" y="777"/>
                </a:cubicBezTo>
                <a:cubicBezTo>
                  <a:pt x="304" y="777"/>
                  <a:pt x="304" y="776"/>
                  <a:pt x="305" y="776"/>
                </a:cubicBezTo>
                <a:cubicBezTo>
                  <a:pt x="305" y="776"/>
                  <a:pt x="306" y="776"/>
                  <a:pt x="307" y="776"/>
                </a:cubicBezTo>
                <a:cubicBezTo>
                  <a:pt x="308" y="776"/>
                  <a:pt x="309" y="777"/>
                  <a:pt x="309" y="777"/>
                </a:cubicBezTo>
                <a:cubicBezTo>
                  <a:pt x="310" y="777"/>
                  <a:pt x="310" y="777"/>
                  <a:pt x="310" y="776"/>
                </a:cubicBezTo>
                <a:cubicBezTo>
                  <a:pt x="311" y="776"/>
                  <a:pt x="312" y="776"/>
                  <a:pt x="312" y="776"/>
                </a:cubicBezTo>
                <a:cubicBezTo>
                  <a:pt x="315" y="777"/>
                  <a:pt x="315" y="777"/>
                  <a:pt x="315" y="777"/>
                </a:cubicBezTo>
                <a:cubicBezTo>
                  <a:pt x="315" y="777"/>
                  <a:pt x="316" y="776"/>
                  <a:pt x="316" y="776"/>
                </a:cubicBezTo>
                <a:cubicBezTo>
                  <a:pt x="317" y="775"/>
                  <a:pt x="318" y="775"/>
                  <a:pt x="319" y="775"/>
                </a:cubicBezTo>
                <a:cubicBezTo>
                  <a:pt x="321" y="775"/>
                  <a:pt x="320" y="774"/>
                  <a:pt x="321" y="773"/>
                </a:cubicBezTo>
                <a:cubicBezTo>
                  <a:pt x="321" y="773"/>
                  <a:pt x="322" y="773"/>
                  <a:pt x="322" y="773"/>
                </a:cubicBezTo>
                <a:cubicBezTo>
                  <a:pt x="323" y="773"/>
                  <a:pt x="324" y="773"/>
                  <a:pt x="325" y="773"/>
                </a:cubicBezTo>
                <a:cubicBezTo>
                  <a:pt x="325" y="773"/>
                  <a:pt x="327" y="773"/>
                  <a:pt x="327" y="773"/>
                </a:cubicBezTo>
                <a:cubicBezTo>
                  <a:pt x="327" y="773"/>
                  <a:pt x="328" y="773"/>
                  <a:pt x="328" y="772"/>
                </a:cubicBezTo>
                <a:cubicBezTo>
                  <a:pt x="328" y="772"/>
                  <a:pt x="331" y="772"/>
                  <a:pt x="331" y="772"/>
                </a:cubicBezTo>
                <a:cubicBezTo>
                  <a:pt x="331" y="772"/>
                  <a:pt x="333" y="770"/>
                  <a:pt x="333" y="770"/>
                </a:cubicBezTo>
                <a:cubicBezTo>
                  <a:pt x="339" y="771"/>
                  <a:pt x="339" y="771"/>
                  <a:pt x="339" y="771"/>
                </a:cubicBezTo>
                <a:cubicBezTo>
                  <a:pt x="339" y="771"/>
                  <a:pt x="339" y="770"/>
                  <a:pt x="339" y="769"/>
                </a:cubicBezTo>
                <a:cubicBezTo>
                  <a:pt x="339" y="769"/>
                  <a:pt x="339" y="768"/>
                  <a:pt x="339" y="768"/>
                </a:cubicBezTo>
                <a:cubicBezTo>
                  <a:pt x="339" y="767"/>
                  <a:pt x="342" y="767"/>
                  <a:pt x="342" y="767"/>
                </a:cubicBezTo>
                <a:cubicBezTo>
                  <a:pt x="342" y="767"/>
                  <a:pt x="344" y="767"/>
                  <a:pt x="344" y="767"/>
                </a:cubicBezTo>
                <a:cubicBezTo>
                  <a:pt x="344" y="767"/>
                  <a:pt x="345" y="767"/>
                  <a:pt x="345" y="766"/>
                </a:cubicBezTo>
                <a:cubicBezTo>
                  <a:pt x="345" y="766"/>
                  <a:pt x="348" y="767"/>
                  <a:pt x="348" y="767"/>
                </a:cubicBezTo>
                <a:cubicBezTo>
                  <a:pt x="348" y="767"/>
                  <a:pt x="360" y="763"/>
                  <a:pt x="361" y="763"/>
                </a:cubicBezTo>
                <a:cubicBezTo>
                  <a:pt x="361" y="763"/>
                  <a:pt x="365" y="762"/>
                  <a:pt x="366" y="761"/>
                </a:cubicBezTo>
                <a:cubicBezTo>
                  <a:pt x="366" y="761"/>
                  <a:pt x="366" y="761"/>
                  <a:pt x="366" y="760"/>
                </a:cubicBezTo>
                <a:cubicBezTo>
                  <a:pt x="366" y="759"/>
                  <a:pt x="366" y="759"/>
                  <a:pt x="366" y="759"/>
                </a:cubicBezTo>
                <a:cubicBezTo>
                  <a:pt x="365" y="758"/>
                  <a:pt x="366" y="758"/>
                  <a:pt x="366" y="758"/>
                </a:cubicBezTo>
                <a:cubicBezTo>
                  <a:pt x="367" y="758"/>
                  <a:pt x="369" y="758"/>
                  <a:pt x="369" y="758"/>
                </a:cubicBezTo>
                <a:cubicBezTo>
                  <a:pt x="369" y="757"/>
                  <a:pt x="370" y="756"/>
                  <a:pt x="370" y="756"/>
                </a:cubicBezTo>
                <a:cubicBezTo>
                  <a:pt x="370" y="756"/>
                  <a:pt x="372" y="756"/>
                  <a:pt x="372" y="756"/>
                </a:cubicBezTo>
                <a:cubicBezTo>
                  <a:pt x="373" y="756"/>
                  <a:pt x="374" y="755"/>
                  <a:pt x="374" y="755"/>
                </a:cubicBezTo>
                <a:cubicBezTo>
                  <a:pt x="378" y="756"/>
                  <a:pt x="378" y="756"/>
                  <a:pt x="378" y="756"/>
                </a:cubicBezTo>
                <a:cubicBezTo>
                  <a:pt x="378" y="756"/>
                  <a:pt x="381" y="758"/>
                  <a:pt x="381" y="758"/>
                </a:cubicBezTo>
                <a:cubicBezTo>
                  <a:pt x="382" y="759"/>
                  <a:pt x="383" y="759"/>
                  <a:pt x="384" y="759"/>
                </a:cubicBezTo>
                <a:cubicBezTo>
                  <a:pt x="384" y="759"/>
                  <a:pt x="384" y="758"/>
                  <a:pt x="385" y="757"/>
                </a:cubicBezTo>
                <a:cubicBezTo>
                  <a:pt x="385" y="757"/>
                  <a:pt x="386" y="757"/>
                  <a:pt x="387" y="757"/>
                </a:cubicBezTo>
                <a:cubicBezTo>
                  <a:pt x="388" y="757"/>
                  <a:pt x="389" y="758"/>
                  <a:pt x="390" y="759"/>
                </a:cubicBezTo>
                <a:cubicBezTo>
                  <a:pt x="390" y="759"/>
                  <a:pt x="390" y="761"/>
                  <a:pt x="390" y="761"/>
                </a:cubicBezTo>
                <a:cubicBezTo>
                  <a:pt x="390" y="761"/>
                  <a:pt x="390" y="762"/>
                  <a:pt x="390" y="763"/>
                </a:cubicBezTo>
                <a:cubicBezTo>
                  <a:pt x="389" y="763"/>
                  <a:pt x="390" y="764"/>
                  <a:pt x="390" y="764"/>
                </a:cubicBezTo>
                <a:cubicBezTo>
                  <a:pt x="390" y="764"/>
                  <a:pt x="391" y="766"/>
                  <a:pt x="392" y="767"/>
                </a:cubicBezTo>
                <a:cubicBezTo>
                  <a:pt x="393" y="768"/>
                  <a:pt x="392" y="769"/>
                  <a:pt x="392" y="769"/>
                </a:cubicBezTo>
                <a:cubicBezTo>
                  <a:pt x="392" y="769"/>
                  <a:pt x="390" y="771"/>
                  <a:pt x="390" y="771"/>
                </a:cubicBezTo>
                <a:cubicBezTo>
                  <a:pt x="390" y="771"/>
                  <a:pt x="390" y="773"/>
                  <a:pt x="391" y="774"/>
                </a:cubicBezTo>
                <a:cubicBezTo>
                  <a:pt x="392" y="775"/>
                  <a:pt x="392" y="774"/>
                  <a:pt x="393" y="774"/>
                </a:cubicBezTo>
                <a:cubicBezTo>
                  <a:pt x="393" y="774"/>
                  <a:pt x="395" y="775"/>
                  <a:pt x="395" y="775"/>
                </a:cubicBezTo>
                <a:cubicBezTo>
                  <a:pt x="396" y="775"/>
                  <a:pt x="397" y="774"/>
                  <a:pt x="397" y="774"/>
                </a:cubicBezTo>
                <a:cubicBezTo>
                  <a:pt x="398" y="774"/>
                  <a:pt x="399" y="775"/>
                  <a:pt x="400" y="774"/>
                </a:cubicBezTo>
                <a:cubicBezTo>
                  <a:pt x="400" y="773"/>
                  <a:pt x="399" y="772"/>
                  <a:pt x="400" y="771"/>
                </a:cubicBezTo>
                <a:cubicBezTo>
                  <a:pt x="400" y="770"/>
                  <a:pt x="401" y="771"/>
                  <a:pt x="401" y="772"/>
                </a:cubicBezTo>
                <a:cubicBezTo>
                  <a:pt x="402" y="773"/>
                  <a:pt x="401" y="774"/>
                  <a:pt x="401" y="775"/>
                </a:cubicBezTo>
                <a:cubicBezTo>
                  <a:pt x="401" y="776"/>
                  <a:pt x="402" y="777"/>
                  <a:pt x="403" y="777"/>
                </a:cubicBezTo>
                <a:cubicBezTo>
                  <a:pt x="403" y="777"/>
                  <a:pt x="404" y="777"/>
                  <a:pt x="404" y="776"/>
                </a:cubicBezTo>
                <a:cubicBezTo>
                  <a:pt x="404" y="775"/>
                  <a:pt x="405" y="775"/>
                  <a:pt x="405" y="775"/>
                </a:cubicBezTo>
                <a:cubicBezTo>
                  <a:pt x="406" y="775"/>
                  <a:pt x="407" y="776"/>
                  <a:pt x="407" y="776"/>
                </a:cubicBezTo>
                <a:cubicBezTo>
                  <a:pt x="409" y="775"/>
                  <a:pt x="409" y="775"/>
                  <a:pt x="409" y="775"/>
                </a:cubicBezTo>
                <a:cubicBezTo>
                  <a:pt x="410" y="777"/>
                  <a:pt x="410" y="777"/>
                  <a:pt x="410" y="777"/>
                </a:cubicBezTo>
                <a:cubicBezTo>
                  <a:pt x="410" y="777"/>
                  <a:pt x="412" y="777"/>
                  <a:pt x="413" y="776"/>
                </a:cubicBezTo>
                <a:cubicBezTo>
                  <a:pt x="415" y="775"/>
                  <a:pt x="414" y="776"/>
                  <a:pt x="414" y="777"/>
                </a:cubicBezTo>
                <a:cubicBezTo>
                  <a:pt x="415" y="777"/>
                  <a:pt x="415" y="778"/>
                  <a:pt x="413" y="779"/>
                </a:cubicBezTo>
                <a:cubicBezTo>
                  <a:pt x="412" y="780"/>
                  <a:pt x="413" y="779"/>
                  <a:pt x="412" y="779"/>
                </a:cubicBezTo>
                <a:cubicBezTo>
                  <a:pt x="412" y="779"/>
                  <a:pt x="411" y="780"/>
                  <a:pt x="411" y="781"/>
                </a:cubicBezTo>
                <a:cubicBezTo>
                  <a:pt x="410" y="781"/>
                  <a:pt x="410" y="783"/>
                  <a:pt x="410" y="783"/>
                </a:cubicBezTo>
                <a:cubicBezTo>
                  <a:pt x="410" y="784"/>
                  <a:pt x="413" y="784"/>
                  <a:pt x="413" y="784"/>
                </a:cubicBezTo>
                <a:cubicBezTo>
                  <a:pt x="414" y="783"/>
                  <a:pt x="414" y="783"/>
                  <a:pt x="414" y="783"/>
                </a:cubicBezTo>
                <a:cubicBezTo>
                  <a:pt x="414" y="783"/>
                  <a:pt x="414" y="782"/>
                  <a:pt x="415" y="782"/>
                </a:cubicBezTo>
                <a:cubicBezTo>
                  <a:pt x="415" y="781"/>
                  <a:pt x="417" y="782"/>
                  <a:pt x="418" y="783"/>
                </a:cubicBezTo>
                <a:cubicBezTo>
                  <a:pt x="419" y="783"/>
                  <a:pt x="420" y="785"/>
                  <a:pt x="421" y="784"/>
                </a:cubicBezTo>
                <a:cubicBezTo>
                  <a:pt x="421" y="784"/>
                  <a:pt x="421" y="783"/>
                  <a:pt x="421" y="782"/>
                </a:cubicBezTo>
                <a:cubicBezTo>
                  <a:pt x="421" y="782"/>
                  <a:pt x="421" y="782"/>
                  <a:pt x="422" y="782"/>
                </a:cubicBezTo>
                <a:cubicBezTo>
                  <a:pt x="423" y="781"/>
                  <a:pt x="423" y="782"/>
                  <a:pt x="423" y="781"/>
                </a:cubicBezTo>
                <a:cubicBezTo>
                  <a:pt x="424" y="780"/>
                  <a:pt x="424" y="780"/>
                  <a:pt x="424" y="780"/>
                </a:cubicBezTo>
                <a:cubicBezTo>
                  <a:pt x="424" y="779"/>
                  <a:pt x="424" y="780"/>
                  <a:pt x="425" y="780"/>
                </a:cubicBezTo>
                <a:cubicBezTo>
                  <a:pt x="426" y="780"/>
                  <a:pt x="427" y="780"/>
                  <a:pt x="427" y="780"/>
                </a:cubicBezTo>
                <a:cubicBezTo>
                  <a:pt x="427" y="779"/>
                  <a:pt x="429" y="779"/>
                  <a:pt x="429" y="779"/>
                </a:cubicBezTo>
                <a:cubicBezTo>
                  <a:pt x="430" y="778"/>
                  <a:pt x="430" y="776"/>
                  <a:pt x="430" y="776"/>
                </a:cubicBezTo>
                <a:cubicBezTo>
                  <a:pt x="430" y="775"/>
                  <a:pt x="430" y="775"/>
                  <a:pt x="430" y="775"/>
                </a:cubicBezTo>
                <a:cubicBezTo>
                  <a:pt x="430" y="775"/>
                  <a:pt x="431" y="775"/>
                  <a:pt x="432" y="775"/>
                </a:cubicBezTo>
                <a:cubicBezTo>
                  <a:pt x="433" y="775"/>
                  <a:pt x="434" y="774"/>
                  <a:pt x="434" y="774"/>
                </a:cubicBezTo>
                <a:cubicBezTo>
                  <a:pt x="434" y="774"/>
                  <a:pt x="437" y="773"/>
                  <a:pt x="437" y="773"/>
                </a:cubicBezTo>
                <a:cubicBezTo>
                  <a:pt x="437" y="772"/>
                  <a:pt x="438" y="771"/>
                  <a:pt x="438" y="771"/>
                </a:cubicBezTo>
                <a:cubicBezTo>
                  <a:pt x="438" y="771"/>
                  <a:pt x="440" y="771"/>
                  <a:pt x="441" y="771"/>
                </a:cubicBezTo>
                <a:cubicBezTo>
                  <a:pt x="442" y="771"/>
                  <a:pt x="441" y="771"/>
                  <a:pt x="442" y="770"/>
                </a:cubicBezTo>
                <a:cubicBezTo>
                  <a:pt x="442" y="770"/>
                  <a:pt x="443" y="770"/>
                  <a:pt x="443" y="770"/>
                </a:cubicBezTo>
                <a:cubicBezTo>
                  <a:pt x="443" y="770"/>
                  <a:pt x="442" y="771"/>
                  <a:pt x="442" y="771"/>
                </a:cubicBezTo>
                <a:cubicBezTo>
                  <a:pt x="442" y="772"/>
                  <a:pt x="443" y="773"/>
                  <a:pt x="443" y="773"/>
                </a:cubicBezTo>
                <a:cubicBezTo>
                  <a:pt x="443" y="774"/>
                  <a:pt x="441" y="775"/>
                  <a:pt x="441" y="775"/>
                </a:cubicBezTo>
                <a:cubicBezTo>
                  <a:pt x="439" y="775"/>
                  <a:pt x="439" y="775"/>
                  <a:pt x="439" y="775"/>
                </a:cubicBezTo>
                <a:cubicBezTo>
                  <a:pt x="439" y="776"/>
                  <a:pt x="439" y="776"/>
                  <a:pt x="439" y="776"/>
                </a:cubicBezTo>
                <a:cubicBezTo>
                  <a:pt x="452" y="787"/>
                  <a:pt x="452" y="787"/>
                  <a:pt x="452" y="787"/>
                </a:cubicBezTo>
                <a:cubicBezTo>
                  <a:pt x="471" y="824"/>
                  <a:pt x="471" y="824"/>
                  <a:pt x="471" y="824"/>
                </a:cubicBezTo>
                <a:cubicBezTo>
                  <a:pt x="472" y="822"/>
                  <a:pt x="472" y="822"/>
                  <a:pt x="472" y="822"/>
                </a:cubicBezTo>
                <a:cubicBezTo>
                  <a:pt x="474" y="822"/>
                  <a:pt x="474" y="822"/>
                  <a:pt x="474" y="822"/>
                </a:cubicBezTo>
                <a:cubicBezTo>
                  <a:pt x="474" y="822"/>
                  <a:pt x="475" y="820"/>
                  <a:pt x="475" y="820"/>
                </a:cubicBezTo>
                <a:cubicBezTo>
                  <a:pt x="475" y="819"/>
                  <a:pt x="475" y="819"/>
                  <a:pt x="475" y="818"/>
                </a:cubicBezTo>
                <a:cubicBezTo>
                  <a:pt x="475" y="818"/>
                  <a:pt x="475" y="817"/>
                  <a:pt x="475" y="817"/>
                </a:cubicBezTo>
                <a:cubicBezTo>
                  <a:pt x="475" y="817"/>
                  <a:pt x="477" y="816"/>
                  <a:pt x="478" y="817"/>
                </a:cubicBezTo>
                <a:cubicBezTo>
                  <a:pt x="479" y="817"/>
                  <a:pt x="480" y="817"/>
                  <a:pt x="480" y="818"/>
                </a:cubicBezTo>
                <a:cubicBezTo>
                  <a:pt x="481" y="818"/>
                  <a:pt x="481" y="819"/>
                  <a:pt x="480" y="820"/>
                </a:cubicBezTo>
                <a:cubicBezTo>
                  <a:pt x="480" y="820"/>
                  <a:pt x="480" y="821"/>
                  <a:pt x="480" y="821"/>
                </a:cubicBezTo>
                <a:cubicBezTo>
                  <a:pt x="481" y="821"/>
                  <a:pt x="483" y="821"/>
                  <a:pt x="483" y="821"/>
                </a:cubicBezTo>
                <a:cubicBezTo>
                  <a:pt x="483" y="821"/>
                  <a:pt x="483" y="822"/>
                  <a:pt x="483" y="823"/>
                </a:cubicBezTo>
                <a:cubicBezTo>
                  <a:pt x="483" y="823"/>
                  <a:pt x="484" y="823"/>
                  <a:pt x="484" y="824"/>
                </a:cubicBezTo>
                <a:cubicBezTo>
                  <a:pt x="485" y="824"/>
                  <a:pt x="486" y="823"/>
                  <a:pt x="486" y="823"/>
                </a:cubicBezTo>
                <a:cubicBezTo>
                  <a:pt x="486" y="823"/>
                  <a:pt x="488" y="823"/>
                  <a:pt x="488" y="824"/>
                </a:cubicBezTo>
                <a:cubicBezTo>
                  <a:pt x="489" y="824"/>
                  <a:pt x="490" y="824"/>
                  <a:pt x="491" y="824"/>
                </a:cubicBezTo>
                <a:cubicBezTo>
                  <a:pt x="491" y="824"/>
                  <a:pt x="492" y="825"/>
                  <a:pt x="492" y="825"/>
                </a:cubicBezTo>
                <a:cubicBezTo>
                  <a:pt x="493" y="824"/>
                  <a:pt x="493" y="824"/>
                  <a:pt x="494" y="823"/>
                </a:cubicBezTo>
                <a:cubicBezTo>
                  <a:pt x="494" y="822"/>
                  <a:pt x="495" y="822"/>
                  <a:pt x="495" y="822"/>
                </a:cubicBezTo>
                <a:cubicBezTo>
                  <a:pt x="495" y="822"/>
                  <a:pt x="495" y="822"/>
                  <a:pt x="495" y="822"/>
                </a:cubicBezTo>
                <a:cubicBezTo>
                  <a:pt x="495" y="822"/>
                  <a:pt x="495" y="822"/>
                  <a:pt x="495" y="822"/>
                </a:cubicBezTo>
                <a:cubicBezTo>
                  <a:pt x="495" y="822"/>
                  <a:pt x="495" y="822"/>
                  <a:pt x="495" y="822"/>
                </a:cubicBezTo>
                <a:cubicBezTo>
                  <a:pt x="495" y="822"/>
                  <a:pt x="497" y="822"/>
                  <a:pt x="497" y="822"/>
                </a:cubicBezTo>
                <a:cubicBezTo>
                  <a:pt x="498" y="822"/>
                  <a:pt x="498" y="821"/>
                  <a:pt x="498" y="821"/>
                </a:cubicBezTo>
                <a:cubicBezTo>
                  <a:pt x="500" y="821"/>
                  <a:pt x="500" y="821"/>
                  <a:pt x="500" y="821"/>
                </a:cubicBezTo>
                <a:cubicBezTo>
                  <a:pt x="502" y="821"/>
                  <a:pt x="502" y="821"/>
                  <a:pt x="502" y="821"/>
                </a:cubicBezTo>
                <a:cubicBezTo>
                  <a:pt x="502" y="821"/>
                  <a:pt x="504" y="822"/>
                  <a:pt x="504" y="823"/>
                </a:cubicBezTo>
                <a:cubicBezTo>
                  <a:pt x="504" y="823"/>
                  <a:pt x="506" y="824"/>
                  <a:pt x="506" y="825"/>
                </a:cubicBezTo>
                <a:cubicBezTo>
                  <a:pt x="506" y="825"/>
                  <a:pt x="507" y="827"/>
                  <a:pt x="507" y="827"/>
                </a:cubicBezTo>
                <a:cubicBezTo>
                  <a:pt x="507" y="827"/>
                  <a:pt x="508" y="829"/>
                  <a:pt x="508" y="830"/>
                </a:cubicBezTo>
                <a:cubicBezTo>
                  <a:pt x="509" y="830"/>
                  <a:pt x="509" y="832"/>
                  <a:pt x="509" y="832"/>
                </a:cubicBezTo>
                <a:cubicBezTo>
                  <a:pt x="509" y="832"/>
                  <a:pt x="511" y="831"/>
                  <a:pt x="512" y="831"/>
                </a:cubicBezTo>
                <a:cubicBezTo>
                  <a:pt x="512" y="831"/>
                  <a:pt x="513" y="832"/>
                  <a:pt x="513" y="833"/>
                </a:cubicBezTo>
                <a:cubicBezTo>
                  <a:pt x="514" y="833"/>
                  <a:pt x="515" y="834"/>
                  <a:pt x="515" y="834"/>
                </a:cubicBezTo>
                <a:cubicBezTo>
                  <a:pt x="515" y="834"/>
                  <a:pt x="515" y="835"/>
                  <a:pt x="515" y="836"/>
                </a:cubicBezTo>
                <a:cubicBezTo>
                  <a:pt x="515" y="836"/>
                  <a:pt x="516" y="838"/>
                  <a:pt x="516" y="838"/>
                </a:cubicBezTo>
                <a:cubicBezTo>
                  <a:pt x="516" y="838"/>
                  <a:pt x="516" y="839"/>
                  <a:pt x="517" y="839"/>
                </a:cubicBezTo>
                <a:cubicBezTo>
                  <a:pt x="518" y="840"/>
                  <a:pt x="518" y="840"/>
                  <a:pt x="519" y="840"/>
                </a:cubicBezTo>
                <a:cubicBezTo>
                  <a:pt x="519" y="840"/>
                  <a:pt x="520" y="840"/>
                  <a:pt x="521" y="840"/>
                </a:cubicBezTo>
                <a:cubicBezTo>
                  <a:pt x="523" y="841"/>
                  <a:pt x="523" y="841"/>
                  <a:pt x="524" y="842"/>
                </a:cubicBezTo>
                <a:cubicBezTo>
                  <a:pt x="525" y="842"/>
                  <a:pt x="526" y="842"/>
                  <a:pt x="526" y="842"/>
                </a:cubicBezTo>
                <a:cubicBezTo>
                  <a:pt x="527" y="842"/>
                  <a:pt x="527" y="840"/>
                  <a:pt x="527" y="840"/>
                </a:cubicBezTo>
                <a:cubicBezTo>
                  <a:pt x="528" y="839"/>
                  <a:pt x="529" y="838"/>
                  <a:pt x="529" y="838"/>
                </a:cubicBezTo>
                <a:cubicBezTo>
                  <a:pt x="530" y="837"/>
                  <a:pt x="531" y="837"/>
                  <a:pt x="531" y="837"/>
                </a:cubicBezTo>
                <a:cubicBezTo>
                  <a:pt x="531" y="837"/>
                  <a:pt x="530" y="839"/>
                  <a:pt x="530" y="839"/>
                </a:cubicBezTo>
                <a:cubicBezTo>
                  <a:pt x="530" y="840"/>
                  <a:pt x="530" y="841"/>
                  <a:pt x="531" y="841"/>
                </a:cubicBezTo>
                <a:cubicBezTo>
                  <a:pt x="531" y="841"/>
                  <a:pt x="532" y="842"/>
                  <a:pt x="532" y="843"/>
                </a:cubicBezTo>
                <a:cubicBezTo>
                  <a:pt x="532" y="843"/>
                  <a:pt x="533" y="844"/>
                  <a:pt x="533" y="844"/>
                </a:cubicBezTo>
                <a:cubicBezTo>
                  <a:pt x="533" y="844"/>
                  <a:pt x="535" y="846"/>
                  <a:pt x="535" y="846"/>
                </a:cubicBezTo>
                <a:cubicBezTo>
                  <a:pt x="536" y="847"/>
                  <a:pt x="536" y="847"/>
                  <a:pt x="536" y="847"/>
                </a:cubicBezTo>
                <a:cubicBezTo>
                  <a:pt x="540" y="847"/>
                  <a:pt x="540" y="847"/>
                  <a:pt x="540" y="847"/>
                </a:cubicBezTo>
                <a:cubicBezTo>
                  <a:pt x="541" y="846"/>
                  <a:pt x="541" y="846"/>
                  <a:pt x="541" y="846"/>
                </a:cubicBezTo>
                <a:cubicBezTo>
                  <a:pt x="543" y="845"/>
                  <a:pt x="543" y="845"/>
                  <a:pt x="543" y="845"/>
                </a:cubicBezTo>
                <a:cubicBezTo>
                  <a:pt x="544" y="842"/>
                  <a:pt x="544" y="842"/>
                  <a:pt x="544" y="842"/>
                </a:cubicBezTo>
                <a:cubicBezTo>
                  <a:pt x="544" y="842"/>
                  <a:pt x="546" y="842"/>
                  <a:pt x="546" y="842"/>
                </a:cubicBezTo>
                <a:cubicBezTo>
                  <a:pt x="547" y="842"/>
                  <a:pt x="548" y="842"/>
                  <a:pt x="549" y="842"/>
                </a:cubicBezTo>
                <a:cubicBezTo>
                  <a:pt x="550" y="842"/>
                  <a:pt x="550" y="841"/>
                  <a:pt x="550" y="841"/>
                </a:cubicBezTo>
                <a:cubicBezTo>
                  <a:pt x="550" y="841"/>
                  <a:pt x="551" y="842"/>
                  <a:pt x="551" y="842"/>
                </a:cubicBezTo>
                <a:cubicBezTo>
                  <a:pt x="551" y="842"/>
                  <a:pt x="552" y="841"/>
                  <a:pt x="552" y="841"/>
                </a:cubicBezTo>
                <a:cubicBezTo>
                  <a:pt x="552" y="841"/>
                  <a:pt x="553" y="840"/>
                  <a:pt x="553" y="840"/>
                </a:cubicBezTo>
                <a:cubicBezTo>
                  <a:pt x="553" y="840"/>
                  <a:pt x="554" y="840"/>
                  <a:pt x="555" y="840"/>
                </a:cubicBezTo>
                <a:cubicBezTo>
                  <a:pt x="555" y="840"/>
                  <a:pt x="556" y="840"/>
                  <a:pt x="556" y="840"/>
                </a:cubicBezTo>
                <a:cubicBezTo>
                  <a:pt x="557" y="840"/>
                  <a:pt x="557" y="839"/>
                  <a:pt x="557" y="839"/>
                </a:cubicBezTo>
                <a:cubicBezTo>
                  <a:pt x="557" y="839"/>
                  <a:pt x="557" y="838"/>
                  <a:pt x="556" y="837"/>
                </a:cubicBezTo>
                <a:cubicBezTo>
                  <a:pt x="556" y="837"/>
                  <a:pt x="556" y="836"/>
                  <a:pt x="556" y="836"/>
                </a:cubicBezTo>
                <a:cubicBezTo>
                  <a:pt x="558" y="836"/>
                  <a:pt x="558" y="836"/>
                  <a:pt x="558" y="836"/>
                </a:cubicBezTo>
                <a:cubicBezTo>
                  <a:pt x="558" y="836"/>
                  <a:pt x="560" y="835"/>
                  <a:pt x="560" y="835"/>
                </a:cubicBezTo>
                <a:cubicBezTo>
                  <a:pt x="560" y="834"/>
                  <a:pt x="562" y="833"/>
                  <a:pt x="562" y="833"/>
                </a:cubicBezTo>
                <a:cubicBezTo>
                  <a:pt x="562" y="833"/>
                  <a:pt x="563" y="832"/>
                  <a:pt x="563" y="832"/>
                </a:cubicBezTo>
                <a:cubicBezTo>
                  <a:pt x="567" y="831"/>
                  <a:pt x="567" y="831"/>
                  <a:pt x="567" y="831"/>
                </a:cubicBezTo>
                <a:cubicBezTo>
                  <a:pt x="567" y="831"/>
                  <a:pt x="567" y="831"/>
                  <a:pt x="567" y="831"/>
                </a:cubicBezTo>
                <a:cubicBezTo>
                  <a:pt x="568" y="828"/>
                  <a:pt x="568" y="828"/>
                  <a:pt x="568" y="828"/>
                </a:cubicBezTo>
                <a:cubicBezTo>
                  <a:pt x="573" y="828"/>
                  <a:pt x="573" y="828"/>
                  <a:pt x="573" y="828"/>
                </a:cubicBezTo>
                <a:cubicBezTo>
                  <a:pt x="576" y="825"/>
                  <a:pt x="576" y="825"/>
                  <a:pt x="576" y="825"/>
                </a:cubicBezTo>
                <a:cubicBezTo>
                  <a:pt x="579" y="825"/>
                  <a:pt x="579" y="825"/>
                  <a:pt x="579" y="825"/>
                </a:cubicBezTo>
                <a:cubicBezTo>
                  <a:pt x="581" y="822"/>
                  <a:pt x="581" y="822"/>
                  <a:pt x="581" y="822"/>
                </a:cubicBezTo>
                <a:cubicBezTo>
                  <a:pt x="582" y="824"/>
                  <a:pt x="582" y="824"/>
                  <a:pt x="582" y="824"/>
                </a:cubicBezTo>
                <a:cubicBezTo>
                  <a:pt x="584" y="825"/>
                  <a:pt x="584" y="825"/>
                  <a:pt x="584" y="825"/>
                </a:cubicBezTo>
                <a:cubicBezTo>
                  <a:pt x="585" y="824"/>
                  <a:pt x="585" y="824"/>
                  <a:pt x="585" y="824"/>
                </a:cubicBezTo>
                <a:cubicBezTo>
                  <a:pt x="587" y="824"/>
                  <a:pt x="587" y="824"/>
                  <a:pt x="587" y="824"/>
                </a:cubicBezTo>
                <a:cubicBezTo>
                  <a:pt x="587" y="826"/>
                  <a:pt x="587" y="826"/>
                  <a:pt x="587" y="826"/>
                </a:cubicBezTo>
                <a:cubicBezTo>
                  <a:pt x="597" y="826"/>
                  <a:pt x="597" y="826"/>
                  <a:pt x="597" y="826"/>
                </a:cubicBezTo>
                <a:cubicBezTo>
                  <a:pt x="597" y="826"/>
                  <a:pt x="598" y="829"/>
                  <a:pt x="598" y="829"/>
                </a:cubicBezTo>
                <a:cubicBezTo>
                  <a:pt x="598" y="830"/>
                  <a:pt x="599" y="832"/>
                  <a:pt x="599" y="832"/>
                </a:cubicBezTo>
                <a:cubicBezTo>
                  <a:pt x="599" y="833"/>
                  <a:pt x="600" y="833"/>
                  <a:pt x="600" y="833"/>
                </a:cubicBezTo>
                <a:cubicBezTo>
                  <a:pt x="600" y="833"/>
                  <a:pt x="603" y="834"/>
                  <a:pt x="604" y="834"/>
                </a:cubicBezTo>
                <a:cubicBezTo>
                  <a:pt x="605" y="834"/>
                  <a:pt x="605" y="835"/>
                  <a:pt x="605" y="835"/>
                </a:cubicBezTo>
                <a:cubicBezTo>
                  <a:pt x="606" y="836"/>
                  <a:pt x="609" y="836"/>
                  <a:pt x="609" y="836"/>
                </a:cubicBezTo>
                <a:cubicBezTo>
                  <a:pt x="612" y="834"/>
                  <a:pt x="612" y="834"/>
                  <a:pt x="612" y="834"/>
                </a:cubicBezTo>
                <a:cubicBezTo>
                  <a:pt x="616" y="836"/>
                  <a:pt x="616" y="836"/>
                  <a:pt x="616" y="836"/>
                </a:cubicBezTo>
                <a:cubicBezTo>
                  <a:pt x="623" y="836"/>
                  <a:pt x="623" y="836"/>
                  <a:pt x="623" y="836"/>
                </a:cubicBezTo>
                <a:cubicBezTo>
                  <a:pt x="625" y="838"/>
                  <a:pt x="625" y="838"/>
                  <a:pt x="625" y="838"/>
                </a:cubicBezTo>
                <a:cubicBezTo>
                  <a:pt x="626" y="838"/>
                  <a:pt x="626" y="838"/>
                  <a:pt x="626" y="838"/>
                </a:cubicBezTo>
                <a:cubicBezTo>
                  <a:pt x="629" y="834"/>
                  <a:pt x="629" y="834"/>
                  <a:pt x="629" y="834"/>
                </a:cubicBezTo>
                <a:cubicBezTo>
                  <a:pt x="630" y="836"/>
                  <a:pt x="630" y="836"/>
                  <a:pt x="630" y="836"/>
                </a:cubicBezTo>
                <a:cubicBezTo>
                  <a:pt x="631" y="836"/>
                  <a:pt x="631" y="836"/>
                  <a:pt x="631" y="836"/>
                </a:cubicBezTo>
                <a:cubicBezTo>
                  <a:pt x="632" y="834"/>
                  <a:pt x="632" y="834"/>
                  <a:pt x="632" y="834"/>
                </a:cubicBezTo>
                <a:cubicBezTo>
                  <a:pt x="634" y="831"/>
                  <a:pt x="634" y="831"/>
                  <a:pt x="634" y="831"/>
                </a:cubicBezTo>
                <a:cubicBezTo>
                  <a:pt x="634" y="828"/>
                  <a:pt x="634" y="828"/>
                  <a:pt x="634" y="828"/>
                </a:cubicBezTo>
                <a:cubicBezTo>
                  <a:pt x="632" y="826"/>
                  <a:pt x="632" y="826"/>
                  <a:pt x="632" y="826"/>
                </a:cubicBezTo>
                <a:cubicBezTo>
                  <a:pt x="632" y="823"/>
                  <a:pt x="632" y="823"/>
                  <a:pt x="632" y="823"/>
                </a:cubicBezTo>
                <a:cubicBezTo>
                  <a:pt x="631" y="823"/>
                  <a:pt x="631" y="823"/>
                  <a:pt x="631" y="823"/>
                </a:cubicBezTo>
                <a:cubicBezTo>
                  <a:pt x="631" y="823"/>
                  <a:pt x="630" y="821"/>
                  <a:pt x="630" y="820"/>
                </a:cubicBezTo>
                <a:cubicBezTo>
                  <a:pt x="629" y="819"/>
                  <a:pt x="630" y="819"/>
                  <a:pt x="630" y="819"/>
                </a:cubicBezTo>
                <a:cubicBezTo>
                  <a:pt x="630" y="818"/>
                  <a:pt x="631" y="817"/>
                  <a:pt x="631" y="817"/>
                </a:cubicBezTo>
                <a:cubicBezTo>
                  <a:pt x="631" y="816"/>
                  <a:pt x="631" y="816"/>
                  <a:pt x="631" y="815"/>
                </a:cubicBezTo>
                <a:cubicBezTo>
                  <a:pt x="631" y="815"/>
                  <a:pt x="632" y="815"/>
                  <a:pt x="632" y="815"/>
                </a:cubicBezTo>
                <a:cubicBezTo>
                  <a:pt x="632" y="815"/>
                  <a:pt x="634" y="813"/>
                  <a:pt x="634" y="813"/>
                </a:cubicBezTo>
                <a:cubicBezTo>
                  <a:pt x="634" y="813"/>
                  <a:pt x="634" y="811"/>
                  <a:pt x="634" y="810"/>
                </a:cubicBezTo>
                <a:cubicBezTo>
                  <a:pt x="634" y="810"/>
                  <a:pt x="635" y="809"/>
                  <a:pt x="635" y="809"/>
                </a:cubicBezTo>
                <a:cubicBezTo>
                  <a:pt x="638" y="808"/>
                  <a:pt x="638" y="808"/>
                  <a:pt x="638" y="808"/>
                </a:cubicBezTo>
                <a:cubicBezTo>
                  <a:pt x="638" y="808"/>
                  <a:pt x="638" y="807"/>
                  <a:pt x="638" y="807"/>
                </a:cubicBezTo>
                <a:cubicBezTo>
                  <a:pt x="639" y="807"/>
                  <a:pt x="638" y="805"/>
                  <a:pt x="638" y="805"/>
                </a:cubicBezTo>
                <a:cubicBezTo>
                  <a:pt x="638" y="805"/>
                  <a:pt x="639" y="804"/>
                  <a:pt x="639" y="804"/>
                </a:cubicBezTo>
                <a:cubicBezTo>
                  <a:pt x="643" y="807"/>
                  <a:pt x="643" y="807"/>
                  <a:pt x="643" y="807"/>
                </a:cubicBezTo>
                <a:cubicBezTo>
                  <a:pt x="648" y="807"/>
                  <a:pt x="648" y="807"/>
                  <a:pt x="648" y="807"/>
                </a:cubicBezTo>
                <a:cubicBezTo>
                  <a:pt x="648" y="809"/>
                  <a:pt x="648" y="809"/>
                  <a:pt x="648" y="809"/>
                </a:cubicBezTo>
                <a:cubicBezTo>
                  <a:pt x="654" y="809"/>
                  <a:pt x="654" y="809"/>
                  <a:pt x="654" y="809"/>
                </a:cubicBezTo>
                <a:cubicBezTo>
                  <a:pt x="659" y="813"/>
                  <a:pt x="659" y="813"/>
                  <a:pt x="659" y="813"/>
                </a:cubicBezTo>
                <a:cubicBezTo>
                  <a:pt x="659" y="813"/>
                  <a:pt x="662" y="814"/>
                  <a:pt x="662" y="814"/>
                </a:cubicBezTo>
                <a:cubicBezTo>
                  <a:pt x="662" y="814"/>
                  <a:pt x="663" y="814"/>
                  <a:pt x="663" y="814"/>
                </a:cubicBezTo>
                <a:cubicBezTo>
                  <a:pt x="663" y="814"/>
                  <a:pt x="666" y="815"/>
                  <a:pt x="667" y="815"/>
                </a:cubicBezTo>
                <a:cubicBezTo>
                  <a:pt x="667" y="815"/>
                  <a:pt x="668" y="816"/>
                  <a:pt x="668" y="817"/>
                </a:cubicBezTo>
                <a:cubicBezTo>
                  <a:pt x="669" y="817"/>
                  <a:pt x="669" y="819"/>
                  <a:pt x="669" y="819"/>
                </a:cubicBezTo>
                <a:cubicBezTo>
                  <a:pt x="669" y="819"/>
                  <a:pt x="669" y="824"/>
                  <a:pt x="669" y="824"/>
                </a:cubicBezTo>
                <a:cubicBezTo>
                  <a:pt x="671" y="825"/>
                  <a:pt x="671" y="825"/>
                  <a:pt x="671" y="825"/>
                </a:cubicBezTo>
                <a:cubicBezTo>
                  <a:pt x="671" y="825"/>
                  <a:pt x="672" y="827"/>
                  <a:pt x="672" y="827"/>
                </a:cubicBezTo>
                <a:cubicBezTo>
                  <a:pt x="672" y="828"/>
                  <a:pt x="674" y="830"/>
                  <a:pt x="674" y="830"/>
                </a:cubicBezTo>
                <a:cubicBezTo>
                  <a:pt x="675" y="830"/>
                  <a:pt x="675" y="830"/>
                  <a:pt x="675" y="830"/>
                </a:cubicBezTo>
                <a:cubicBezTo>
                  <a:pt x="677" y="830"/>
                  <a:pt x="677" y="830"/>
                  <a:pt x="677" y="830"/>
                </a:cubicBezTo>
                <a:cubicBezTo>
                  <a:pt x="678" y="833"/>
                  <a:pt x="678" y="833"/>
                  <a:pt x="678" y="833"/>
                </a:cubicBezTo>
                <a:cubicBezTo>
                  <a:pt x="678" y="833"/>
                  <a:pt x="684" y="833"/>
                  <a:pt x="684" y="833"/>
                </a:cubicBezTo>
                <a:cubicBezTo>
                  <a:pt x="684" y="833"/>
                  <a:pt x="686" y="833"/>
                  <a:pt x="686" y="833"/>
                </a:cubicBezTo>
                <a:cubicBezTo>
                  <a:pt x="689" y="830"/>
                  <a:pt x="689" y="830"/>
                  <a:pt x="689" y="830"/>
                </a:cubicBezTo>
                <a:cubicBezTo>
                  <a:pt x="690" y="829"/>
                  <a:pt x="690" y="829"/>
                  <a:pt x="690" y="829"/>
                </a:cubicBezTo>
                <a:cubicBezTo>
                  <a:pt x="693" y="829"/>
                  <a:pt x="693" y="829"/>
                  <a:pt x="693" y="829"/>
                </a:cubicBezTo>
                <a:cubicBezTo>
                  <a:pt x="694" y="828"/>
                  <a:pt x="694" y="828"/>
                  <a:pt x="694" y="828"/>
                </a:cubicBezTo>
                <a:cubicBezTo>
                  <a:pt x="702" y="828"/>
                  <a:pt x="702" y="828"/>
                  <a:pt x="702" y="828"/>
                </a:cubicBezTo>
                <a:cubicBezTo>
                  <a:pt x="705" y="830"/>
                  <a:pt x="705" y="830"/>
                  <a:pt x="705" y="830"/>
                </a:cubicBezTo>
                <a:cubicBezTo>
                  <a:pt x="706" y="831"/>
                  <a:pt x="706" y="831"/>
                  <a:pt x="706" y="831"/>
                </a:cubicBezTo>
                <a:cubicBezTo>
                  <a:pt x="706" y="830"/>
                  <a:pt x="706" y="830"/>
                  <a:pt x="706" y="830"/>
                </a:cubicBezTo>
                <a:cubicBezTo>
                  <a:pt x="709" y="830"/>
                  <a:pt x="709" y="830"/>
                  <a:pt x="709" y="830"/>
                </a:cubicBezTo>
                <a:cubicBezTo>
                  <a:pt x="709" y="830"/>
                  <a:pt x="710" y="831"/>
                  <a:pt x="710" y="831"/>
                </a:cubicBezTo>
                <a:cubicBezTo>
                  <a:pt x="711" y="831"/>
                  <a:pt x="712" y="832"/>
                  <a:pt x="712" y="833"/>
                </a:cubicBezTo>
                <a:cubicBezTo>
                  <a:pt x="712" y="833"/>
                  <a:pt x="713" y="834"/>
                  <a:pt x="713" y="834"/>
                </a:cubicBezTo>
                <a:cubicBezTo>
                  <a:pt x="716" y="835"/>
                  <a:pt x="716" y="835"/>
                  <a:pt x="716" y="835"/>
                </a:cubicBezTo>
                <a:cubicBezTo>
                  <a:pt x="720" y="836"/>
                  <a:pt x="720" y="836"/>
                  <a:pt x="720" y="836"/>
                </a:cubicBezTo>
                <a:cubicBezTo>
                  <a:pt x="720" y="840"/>
                  <a:pt x="720" y="840"/>
                  <a:pt x="720" y="840"/>
                </a:cubicBezTo>
                <a:cubicBezTo>
                  <a:pt x="722" y="841"/>
                  <a:pt x="722" y="841"/>
                  <a:pt x="722" y="841"/>
                </a:cubicBezTo>
                <a:cubicBezTo>
                  <a:pt x="724" y="842"/>
                  <a:pt x="724" y="842"/>
                  <a:pt x="724" y="842"/>
                </a:cubicBezTo>
                <a:cubicBezTo>
                  <a:pt x="724" y="844"/>
                  <a:pt x="724" y="844"/>
                  <a:pt x="724" y="844"/>
                </a:cubicBezTo>
                <a:cubicBezTo>
                  <a:pt x="724" y="844"/>
                  <a:pt x="730" y="844"/>
                  <a:pt x="731" y="844"/>
                </a:cubicBezTo>
                <a:cubicBezTo>
                  <a:pt x="731" y="844"/>
                  <a:pt x="738" y="846"/>
                  <a:pt x="738" y="846"/>
                </a:cubicBezTo>
                <a:cubicBezTo>
                  <a:pt x="739" y="847"/>
                  <a:pt x="739" y="847"/>
                  <a:pt x="739" y="847"/>
                </a:cubicBezTo>
                <a:cubicBezTo>
                  <a:pt x="742" y="845"/>
                  <a:pt x="742" y="845"/>
                  <a:pt x="742" y="845"/>
                </a:cubicBezTo>
                <a:cubicBezTo>
                  <a:pt x="744" y="846"/>
                  <a:pt x="744" y="846"/>
                  <a:pt x="744" y="846"/>
                </a:cubicBezTo>
                <a:cubicBezTo>
                  <a:pt x="747" y="846"/>
                  <a:pt x="747" y="846"/>
                  <a:pt x="747" y="846"/>
                </a:cubicBezTo>
                <a:cubicBezTo>
                  <a:pt x="757" y="842"/>
                  <a:pt x="757" y="842"/>
                  <a:pt x="757" y="842"/>
                </a:cubicBezTo>
                <a:cubicBezTo>
                  <a:pt x="765" y="840"/>
                  <a:pt x="765" y="840"/>
                  <a:pt x="765" y="840"/>
                </a:cubicBezTo>
                <a:cubicBezTo>
                  <a:pt x="769" y="835"/>
                  <a:pt x="769" y="835"/>
                  <a:pt x="769" y="835"/>
                </a:cubicBezTo>
                <a:cubicBezTo>
                  <a:pt x="776" y="831"/>
                  <a:pt x="776" y="831"/>
                  <a:pt x="776" y="831"/>
                </a:cubicBezTo>
                <a:cubicBezTo>
                  <a:pt x="776" y="831"/>
                  <a:pt x="777" y="831"/>
                  <a:pt x="777" y="831"/>
                </a:cubicBezTo>
                <a:cubicBezTo>
                  <a:pt x="777" y="831"/>
                  <a:pt x="781" y="832"/>
                  <a:pt x="781" y="832"/>
                </a:cubicBezTo>
                <a:cubicBezTo>
                  <a:pt x="785" y="835"/>
                  <a:pt x="785" y="835"/>
                  <a:pt x="785" y="835"/>
                </a:cubicBezTo>
                <a:cubicBezTo>
                  <a:pt x="788" y="836"/>
                  <a:pt x="788" y="836"/>
                  <a:pt x="788" y="836"/>
                </a:cubicBezTo>
                <a:cubicBezTo>
                  <a:pt x="790" y="836"/>
                  <a:pt x="790" y="836"/>
                  <a:pt x="790" y="836"/>
                </a:cubicBezTo>
                <a:cubicBezTo>
                  <a:pt x="794" y="834"/>
                  <a:pt x="794" y="834"/>
                  <a:pt x="794" y="834"/>
                </a:cubicBezTo>
                <a:cubicBezTo>
                  <a:pt x="798" y="837"/>
                  <a:pt x="798" y="837"/>
                  <a:pt x="798" y="837"/>
                </a:cubicBezTo>
                <a:cubicBezTo>
                  <a:pt x="800" y="839"/>
                  <a:pt x="800" y="839"/>
                  <a:pt x="800" y="839"/>
                </a:cubicBezTo>
                <a:cubicBezTo>
                  <a:pt x="803" y="840"/>
                  <a:pt x="803" y="840"/>
                  <a:pt x="803" y="840"/>
                </a:cubicBezTo>
                <a:cubicBezTo>
                  <a:pt x="806" y="841"/>
                  <a:pt x="806" y="841"/>
                  <a:pt x="806" y="841"/>
                </a:cubicBezTo>
                <a:cubicBezTo>
                  <a:pt x="809" y="841"/>
                  <a:pt x="809" y="841"/>
                  <a:pt x="809" y="841"/>
                </a:cubicBezTo>
                <a:cubicBezTo>
                  <a:pt x="815" y="836"/>
                  <a:pt x="815" y="836"/>
                  <a:pt x="815" y="836"/>
                </a:cubicBezTo>
                <a:cubicBezTo>
                  <a:pt x="818" y="835"/>
                  <a:pt x="818" y="835"/>
                  <a:pt x="818" y="835"/>
                </a:cubicBezTo>
                <a:cubicBezTo>
                  <a:pt x="818" y="835"/>
                  <a:pt x="821" y="833"/>
                  <a:pt x="821" y="833"/>
                </a:cubicBezTo>
                <a:cubicBezTo>
                  <a:pt x="821" y="833"/>
                  <a:pt x="822" y="831"/>
                  <a:pt x="822" y="831"/>
                </a:cubicBezTo>
                <a:cubicBezTo>
                  <a:pt x="822" y="831"/>
                  <a:pt x="821" y="830"/>
                  <a:pt x="820" y="830"/>
                </a:cubicBezTo>
                <a:cubicBezTo>
                  <a:pt x="820" y="830"/>
                  <a:pt x="820" y="829"/>
                  <a:pt x="820" y="829"/>
                </a:cubicBezTo>
                <a:cubicBezTo>
                  <a:pt x="821" y="828"/>
                  <a:pt x="821" y="828"/>
                  <a:pt x="821" y="828"/>
                </a:cubicBezTo>
                <a:cubicBezTo>
                  <a:pt x="821" y="825"/>
                  <a:pt x="821" y="825"/>
                  <a:pt x="821" y="825"/>
                </a:cubicBezTo>
                <a:cubicBezTo>
                  <a:pt x="823" y="824"/>
                  <a:pt x="823" y="824"/>
                  <a:pt x="823" y="824"/>
                </a:cubicBezTo>
                <a:cubicBezTo>
                  <a:pt x="823" y="824"/>
                  <a:pt x="826" y="819"/>
                  <a:pt x="826" y="819"/>
                </a:cubicBezTo>
                <a:cubicBezTo>
                  <a:pt x="826" y="819"/>
                  <a:pt x="828" y="813"/>
                  <a:pt x="828" y="813"/>
                </a:cubicBezTo>
                <a:cubicBezTo>
                  <a:pt x="828" y="812"/>
                  <a:pt x="829" y="810"/>
                  <a:pt x="829" y="810"/>
                </a:cubicBezTo>
                <a:cubicBezTo>
                  <a:pt x="834" y="806"/>
                  <a:pt x="834" y="806"/>
                  <a:pt x="834" y="806"/>
                </a:cubicBezTo>
                <a:cubicBezTo>
                  <a:pt x="834" y="806"/>
                  <a:pt x="835" y="806"/>
                  <a:pt x="835" y="805"/>
                </a:cubicBezTo>
                <a:cubicBezTo>
                  <a:pt x="835" y="805"/>
                  <a:pt x="834" y="803"/>
                  <a:pt x="834" y="803"/>
                </a:cubicBezTo>
                <a:cubicBezTo>
                  <a:pt x="834" y="802"/>
                  <a:pt x="833" y="802"/>
                  <a:pt x="833" y="801"/>
                </a:cubicBezTo>
                <a:cubicBezTo>
                  <a:pt x="833" y="801"/>
                  <a:pt x="834" y="800"/>
                  <a:pt x="834" y="800"/>
                </a:cubicBezTo>
                <a:cubicBezTo>
                  <a:pt x="834" y="800"/>
                  <a:pt x="834" y="799"/>
                  <a:pt x="834" y="798"/>
                </a:cubicBezTo>
                <a:cubicBezTo>
                  <a:pt x="834" y="798"/>
                  <a:pt x="833" y="798"/>
                  <a:pt x="832" y="797"/>
                </a:cubicBezTo>
                <a:cubicBezTo>
                  <a:pt x="831" y="797"/>
                  <a:pt x="830" y="797"/>
                  <a:pt x="830" y="797"/>
                </a:cubicBezTo>
                <a:cubicBezTo>
                  <a:pt x="829" y="797"/>
                  <a:pt x="828" y="798"/>
                  <a:pt x="828" y="798"/>
                </a:cubicBezTo>
                <a:cubicBezTo>
                  <a:pt x="828" y="797"/>
                  <a:pt x="828" y="797"/>
                  <a:pt x="828" y="797"/>
                </a:cubicBezTo>
                <a:cubicBezTo>
                  <a:pt x="828" y="797"/>
                  <a:pt x="828" y="795"/>
                  <a:pt x="828" y="795"/>
                </a:cubicBezTo>
                <a:cubicBezTo>
                  <a:pt x="829" y="794"/>
                  <a:pt x="831" y="793"/>
                  <a:pt x="831" y="792"/>
                </a:cubicBezTo>
                <a:cubicBezTo>
                  <a:pt x="831" y="792"/>
                  <a:pt x="835" y="788"/>
                  <a:pt x="835" y="788"/>
                </a:cubicBezTo>
                <a:cubicBezTo>
                  <a:pt x="835" y="788"/>
                  <a:pt x="835" y="788"/>
                  <a:pt x="836" y="788"/>
                </a:cubicBezTo>
                <a:cubicBezTo>
                  <a:pt x="836" y="788"/>
                  <a:pt x="839" y="788"/>
                  <a:pt x="840" y="787"/>
                </a:cubicBezTo>
                <a:cubicBezTo>
                  <a:pt x="842" y="787"/>
                  <a:pt x="841" y="787"/>
                  <a:pt x="841" y="786"/>
                </a:cubicBezTo>
                <a:cubicBezTo>
                  <a:pt x="841" y="786"/>
                  <a:pt x="842" y="786"/>
                  <a:pt x="843" y="786"/>
                </a:cubicBezTo>
                <a:cubicBezTo>
                  <a:pt x="845" y="785"/>
                  <a:pt x="845" y="785"/>
                  <a:pt x="846" y="785"/>
                </a:cubicBezTo>
                <a:cubicBezTo>
                  <a:pt x="846" y="785"/>
                  <a:pt x="846" y="785"/>
                  <a:pt x="847" y="785"/>
                </a:cubicBezTo>
                <a:cubicBezTo>
                  <a:pt x="848" y="785"/>
                  <a:pt x="848" y="785"/>
                  <a:pt x="849" y="786"/>
                </a:cubicBezTo>
                <a:cubicBezTo>
                  <a:pt x="851" y="786"/>
                  <a:pt x="850" y="786"/>
                  <a:pt x="851" y="785"/>
                </a:cubicBezTo>
                <a:cubicBezTo>
                  <a:pt x="851" y="785"/>
                  <a:pt x="852" y="785"/>
                  <a:pt x="852" y="785"/>
                </a:cubicBezTo>
                <a:cubicBezTo>
                  <a:pt x="852" y="785"/>
                  <a:pt x="855" y="784"/>
                  <a:pt x="856" y="784"/>
                </a:cubicBezTo>
                <a:cubicBezTo>
                  <a:pt x="856" y="784"/>
                  <a:pt x="858" y="784"/>
                  <a:pt x="859" y="784"/>
                </a:cubicBezTo>
                <a:cubicBezTo>
                  <a:pt x="859" y="783"/>
                  <a:pt x="861" y="784"/>
                  <a:pt x="862" y="784"/>
                </a:cubicBezTo>
                <a:cubicBezTo>
                  <a:pt x="862" y="785"/>
                  <a:pt x="865" y="787"/>
                  <a:pt x="868" y="789"/>
                </a:cubicBezTo>
                <a:cubicBezTo>
                  <a:pt x="870" y="790"/>
                  <a:pt x="870" y="790"/>
                  <a:pt x="870" y="790"/>
                </a:cubicBezTo>
                <a:cubicBezTo>
                  <a:pt x="870" y="790"/>
                  <a:pt x="870" y="790"/>
                  <a:pt x="870" y="790"/>
                </a:cubicBezTo>
                <a:cubicBezTo>
                  <a:pt x="871" y="790"/>
                  <a:pt x="871" y="790"/>
                  <a:pt x="872" y="789"/>
                </a:cubicBezTo>
                <a:cubicBezTo>
                  <a:pt x="873" y="788"/>
                  <a:pt x="873" y="789"/>
                  <a:pt x="874" y="789"/>
                </a:cubicBezTo>
                <a:cubicBezTo>
                  <a:pt x="875" y="789"/>
                  <a:pt x="876" y="789"/>
                  <a:pt x="877" y="790"/>
                </a:cubicBezTo>
                <a:cubicBezTo>
                  <a:pt x="879" y="791"/>
                  <a:pt x="878" y="792"/>
                  <a:pt x="878" y="793"/>
                </a:cubicBezTo>
                <a:cubicBezTo>
                  <a:pt x="879" y="793"/>
                  <a:pt x="880" y="794"/>
                  <a:pt x="881" y="795"/>
                </a:cubicBezTo>
                <a:cubicBezTo>
                  <a:pt x="882" y="796"/>
                  <a:pt x="881" y="796"/>
                  <a:pt x="881" y="797"/>
                </a:cubicBezTo>
                <a:cubicBezTo>
                  <a:pt x="880" y="798"/>
                  <a:pt x="881" y="798"/>
                  <a:pt x="881" y="799"/>
                </a:cubicBezTo>
                <a:cubicBezTo>
                  <a:pt x="881" y="799"/>
                  <a:pt x="883" y="800"/>
                  <a:pt x="883" y="801"/>
                </a:cubicBezTo>
                <a:cubicBezTo>
                  <a:pt x="884" y="801"/>
                  <a:pt x="884" y="802"/>
                  <a:pt x="883" y="803"/>
                </a:cubicBezTo>
                <a:cubicBezTo>
                  <a:pt x="883" y="803"/>
                  <a:pt x="885" y="803"/>
                  <a:pt x="885" y="804"/>
                </a:cubicBezTo>
                <a:cubicBezTo>
                  <a:pt x="886" y="804"/>
                  <a:pt x="886" y="805"/>
                  <a:pt x="886" y="805"/>
                </a:cubicBezTo>
                <a:cubicBezTo>
                  <a:pt x="886" y="805"/>
                  <a:pt x="885" y="807"/>
                  <a:pt x="885" y="807"/>
                </a:cubicBezTo>
                <a:cubicBezTo>
                  <a:pt x="885" y="808"/>
                  <a:pt x="886" y="808"/>
                  <a:pt x="886" y="809"/>
                </a:cubicBezTo>
                <a:cubicBezTo>
                  <a:pt x="886" y="809"/>
                  <a:pt x="887" y="810"/>
                  <a:pt x="887" y="811"/>
                </a:cubicBezTo>
                <a:cubicBezTo>
                  <a:pt x="887" y="812"/>
                  <a:pt x="887" y="812"/>
                  <a:pt x="887" y="812"/>
                </a:cubicBezTo>
                <a:cubicBezTo>
                  <a:pt x="887" y="813"/>
                  <a:pt x="888" y="813"/>
                  <a:pt x="888" y="814"/>
                </a:cubicBezTo>
                <a:cubicBezTo>
                  <a:pt x="889" y="815"/>
                  <a:pt x="889" y="816"/>
                  <a:pt x="889" y="816"/>
                </a:cubicBezTo>
                <a:cubicBezTo>
                  <a:pt x="889" y="817"/>
                  <a:pt x="889" y="817"/>
                  <a:pt x="889" y="818"/>
                </a:cubicBezTo>
                <a:cubicBezTo>
                  <a:pt x="889" y="819"/>
                  <a:pt x="889" y="819"/>
                  <a:pt x="889" y="819"/>
                </a:cubicBezTo>
                <a:cubicBezTo>
                  <a:pt x="889" y="820"/>
                  <a:pt x="890" y="821"/>
                  <a:pt x="891" y="822"/>
                </a:cubicBezTo>
                <a:cubicBezTo>
                  <a:pt x="892" y="823"/>
                  <a:pt x="892" y="824"/>
                  <a:pt x="892" y="825"/>
                </a:cubicBezTo>
                <a:cubicBezTo>
                  <a:pt x="892" y="825"/>
                  <a:pt x="893" y="827"/>
                  <a:pt x="893" y="828"/>
                </a:cubicBezTo>
                <a:cubicBezTo>
                  <a:pt x="893" y="828"/>
                  <a:pt x="894" y="831"/>
                  <a:pt x="894" y="831"/>
                </a:cubicBezTo>
                <a:cubicBezTo>
                  <a:pt x="894" y="831"/>
                  <a:pt x="895" y="832"/>
                  <a:pt x="895" y="832"/>
                </a:cubicBezTo>
                <a:cubicBezTo>
                  <a:pt x="896" y="833"/>
                  <a:pt x="895" y="833"/>
                  <a:pt x="895" y="834"/>
                </a:cubicBezTo>
                <a:cubicBezTo>
                  <a:pt x="895" y="834"/>
                  <a:pt x="895" y="835"/>
                  <a:pt x="895" y="835"/>
                </a:cubicBezTo>
                <a:cubicBezTo>
                  <a:pt x="895" y="836"/>
                  <a:pt x="895" y="837"/>
                  <a:pt x="895" y="837"/>
                </a:cubicBezTo>
                <a:cubicBezTo>
                  <a:pt x="895" y="838"/>
                  <a:pt x="895" y="838"/>
                  <a:pt x="896" y="839"/>
                </a:cubicBezTo>
                <a:cubicBezTo>
                  <a:pt x="896" y="839"/>
                  <a:pt x="897" y="840"/>
                  <a:pt x="897" y="840"/>
                </a:cubicBezTo>
                <a:cubicBezTo>
                  <a:pt x="905" y="840"/>
                  <a:pt x="905" y="840"/>
                  <a:pt x="905" y="840"/>
                </a:cubicBezTo>
                <a:cubicBezTo>
                  <a:pt x="905" y="842"/>
                  <a:pt x="905" y="842"/>
                  <a:pt x="905" y="842"/>
                </a:cubicBezTo>
                <a:cubicBezTo>
                  <a:pt x="905" y="842"/>
                  <a:pt x="908" y="843"/>
                  <a:pt x="908" y="843"/>
                </a:cubicBezTo>
                <a:cubicBezTo>
                  <a:pt x="908" y="843"/>
                  <a:pt x="911" y="844"/>
                  <a:pt x="911" y="844"/>
                </a:cubicBezTo>
                <a:cubicBezTo>
                  <a:pt x="912" y="843"/>
                  <a:pt x="912" y="843"/>
                  <a:pt x="912" y="843"/>
                </a:cubicBezTo>
                <a:cubicBezTo>
                  <a:pt x="912" y="843"/>
                  <a:pt x="913" y="844"/>
                  <a:pt x="913" y="844"/>
                </a:cubicBezTo>
                <a:cubicBezTo>
                  <a:pt x="914" y="845"/>
                  <a:pt x="919" y="850"/>
                  <a:pt x="919" y="851"/>
                </a:cubicBezTo>
                <a:cubicBezTo>
                  <a:pt x="919" y="851"/>
                  <a:pt x="922" y="851"/>
                  <a:pt x="922" y="851"/>
                </a:cubicBezTo>
                <a:cubicBezTo>
                  <a:pt x="922" y="851"/>
                  <a:pt x="921" y="853"/>
                  <a:pt x="921" y="854"/>
                </a:cubicBezTo>
                <a:cubicBezTo>
                  <a:pt x="921" y="854"/>
                  <a:pt x="922" y="855"/>
                  <a:pt x="922" y="855"/>
                </a:cubicBezTo>
                <a:cubicBezTo>
                  <a:pt x="924" y="856"/>
                  <a:pt x="924" y="856"/>
                  <a:pt x="924" y="856"/>
                </a:cubicBezTo>
                <a:cubicBezTo>
                  <a:pt x="923" y="859"/>
                  <a:pt x="923" y="859"/>
                  <a:pt x="923" y="859"/>
                </a:cubicBezTo>
                <a:cubicBezTo>
                  <a:pt x="922" y="861"/>
                  <a:pt x="922" y="861"/>
                  <a:pt x="922" y="861"/>
                </a:cubicBezTo>
                <a:cubicBezTo>
                  <a:pt x="926" y="866"/>
                  <a:pt x="926" y="866"/>
                  <a:pt x="926" y="866"/>
                </a:cubicBezTo>
                <a:cubicBezTo>
                  <a:pt x="939" y="866"/>
                  <a:pt x="939" y="866"/>
                  <a:pt x="939" y="866"/>
                </a:cubicBezTo>
                <a:cubicBezTo>
                  <a:pt x="940" y="863"/>
                  <a:pt x="940" y="863"/>
                  <a:pt x="940" y="863"/>
                </a:cubicBezTo>
                <a:cubicBezTo>
                  <a:pt x="942" y="863"/>
                  <a:pt x="942" y="863"/>
                  <a:pt x="942" y="863"/>
                </a:cubicBezTo>
                <a:cubicBezTo>
                  <a:pt x="944" y="861"/>
                  <a:pt x="944" y="861"/>
                  <a:pt x="944" y="861"/>
                </a:cubicBezTo>
                <a:cubicBezTo>
                  <a:pt x="949" y="860"/>
                  <a:pt x="949" y="860"/>
                  <a:pt x="949" y="860"/>
                </a:cubicBezTo>
                <a:cubicBezTo>
                  <a:pt x="950" y="860"/>
                  <a:pt x="951" y="859"/>
                  <a:pt x="952" y="858"/>
                </a:cubicBezTo>
                <a:cubicBezTo>
                  <a:pt x="952" y="858"/>
                  <a:pt x="952" y="858"/>
                  <a:pt x="952" y="858"/>
                </a:cubicBezTo>
                <a:cubicBezTo>
                  <a:pt x="952" y="857"/>
                  <a:pt x="953" y="857"/>
                  <a:pt x="953" y="857"/>
                </a:cubicBezTo>
                <a:cubicBezTo>
                  <a:pt x="955" y="857"/>
                  <a:pt x="957" y="858"/>
                  <a:pt x="959" y="858"/>
                </a:cubicBezTo>
                <a:cubicBezTo>
                  <a:pt x="958" y="859"/>
                  <a:pt x="958" y="861"/>
                  <a:pt x="958" y="863"/>
                </a:cubicBezTo>
                <a:cubicBezTo>
                  <a:pt x="959" y="864"/>
                  <a:pt x="959" y="865"/>
                  <a:pt x="960" y="866"/>
                </a:cubicBezTo>
                <a:cubicBezTo>
                  <a:pt x="960" y="866"/>
                  <a:pt x="960" y="866"/>
                  <a:pt x="960" y="867"/>
                </a:cubicBezTo>
                <a:cubicBezTo>
                  <a:pt x="960" y="867"/>
                  <a:pt x="959" y="867"/>
                  <a:pt x="959" y="868"/>
                </a:cubicBezTo>
                <a:cubicBezTo>
                  <a:pt x="958" y="868"/>
                  <a:pt x="957" y="869"/>
                  <a:pt x="956" y="870"/>
                </a:cubicBezTo>
                <a:cubicBezTo>
                  <a:pt x="955" y="870"/>
                  <a:pt x="954" y="870"/>
                  <a:pt x="954" y="871"/>
                </a:cubicBezTo>
                <a:cubicBezTo>
                  <a:pt x="954" y="871"/>
                  <a:pt x="954" y="872"/>
                  <a:pt x="954" y="872"/>
                </a:cubicBezTo>
                <a:cubicBezTo>
                  <a:pt x="955" y="874"/>
                  <a:pt x="954" y="875"/>
                  <a:pt x="953" y="877"/>
                </a:cubicBezTo>
                <a:cubicBezTo>
                  <a:pt x="953" y="878"/>
                  <a:pt x="952" y="878"/>
                  <a:pt x="951" y="879"/>
                </a:cubicBezTo>
                <a:cubicBezTo>
                  <a:pt x="951" y="880"/>
                  <a:pt x="950" y="882"/>
                  <a:pt x="951" y="883"/>
                </a:cubicBezTo>
                <a:cubicBezTo>
                  <a:pt x="951" y="883"/>
                  <a:pt x="951" y="883"/>
                  <a:pt x="952" y="883"/>
                </a:cubicBezTo>
                <a:cubicBezTo>
                  <a:pt x="952" y="884"/>
                  <a:pt x="951" y="885"/>
                  <a:pt x="951" y="885"/>
                </a:cubicBezTo>
                <a:cubicBezTo>
                  <a:pt x="951" y="886"/>
                  <a:pt x="950" y="886"/>
                  <a:pt x="950" y="887"/>
                </a:cubicBezTo>
                <a:cubicBezTo>
                  <a:pt x="949" y="888"/>
                  <a:pt x="949" y="890"/>
                  <a:pt x="948" y="892"/>
                </a:cubicBezTo>
                <a:cubicBezTo>
                  <a:pt x="948" y="893"/>
                  <a:pt x="947" y="894"/>
                  <a:pt x="946" y="894"/>
                </a:cubicBezTo>
                <a:cubicBezTo>
                  <a:pt x="945" y="894"/>
                  <a:pt x="945" y="895"/>
                  <a:pt x="945" y="896"/>
                </a:cubicBezTo>
                <a:cubicBezTo>
                  <a:pt x="945" y="897"/>
                  <a:pt x="945" y="897"/>
                  <a:pt x="945" y="898"/>
                </a:cubicBezTo>
                <a:cubicBezTo>
                  <a:pt x="945" y="899"/>
                  <a:pt x="945" y="900"/>
                  <a:pt x="944" y="900"/>
                </a:cubicBezTo>
                <a:cubicBezTo>
                  <a:pt x="944" y="900"/>
                  <a:pt x="943" y="900"/>
                  <a:pt x="943" y="900"/>
                </a:cubicBezTo>
                <a:cubicBezTo>
                  <a:pt x="939" y="899"/>
                  <a:pt x="936" y="898"/>
                  <a:pt x="933" y="897"/>
                </a:cubicBezTo>
                <a:cubicBezTo>
                  <a:pt x="932" y="898"/>
                  <a:pt x="932" y="899"/>
                  <a:pt x="931" y="900"/>
                </a:cubicBezTo>
                <a:cubicBezTo>
                  <a:pt x="931" y="900"/>
                  <a:pt x="931" y="901"/>
                  <a:pt x="930" y="901"/>
                </a:cubicBezTo>
                <a:cubicBezTo>
                  <a:pt x="930" y="901"/>
                  <a:pt x="929" y="901"/>
                  <a:pt x="929" y="901"/>
                </a:cubicBezTo>
                <a:cubicBezTo>
                  <a:pt x="928" y="901"/>
                  <a:pt x="926" y="902"/>
                  <a:pt x="926" y="903"/>
                </a:cubicBezTo>
                <a:cubicBezTo>
                  <a:pt x="926" y="903"/>
                  <a:pt x="925" y="903"/>
                  <a:pt x="925" y="904"/>
                </a:cubicBezTo>
                <a:cubicBezTo>
                  <a:pt x="925" y="904"/>
                  <a:pt x="926" y="904"/>
                  <a:pt x="926" y="905"/>
                </a:cubicBezTo>
                <a:cubicBezTo>
                  <a:pt x="927" y="907"/>
                  <a:pt x="927" y="909"/>
                  <a:pt x="928" y="912"/>
                </a:cubicBezTo>
                <a:cubicBezTo>
                  <a:pt x="928" y="912"/>
                  <a:pt x="928" y="912"/>
                  <a:pt x="928" y="913"/>
                </a:cubicBezTo>
                <a:cubicBezTo>
                  <a:pt x="928" y="914"/>
                  <a:pt x="928" y="914"/>
                  <a:pt x="928" y="915"/>
                </a:cubicBezTo>
                <a:cubicBezTo>
                  <a:pt x="927" y="918"/>
                  <a:pt x="929" y="921"/>
                  <a:pt x="927" y="923"/>
                </a:cubicBezTo>
                <a:cubicBezTo>
                  <a:pt x="927" y="923"/>
                  <a:pt x="927" y="924"/>
                  <a:pt x="927" y="924"/>
                </a:cubicBezTo>
                <a:cubicBezTo>
                  <a:pt x="927" y="924"/>
                  <a:pt x="927" y="925"/>
                  <a:pt x="927" y="925"/>
                </a:cubicBezTo>
                <a:cubicBezTo>
                  <a:pt x="927" y="926"/>
                  <a:pt x="926" y="927"/>
                  <a:pt x="926" y="927"/>
                </a:cubicBezTo>
                <a:cubicBezTo>
                  <a:pt x="925" y="928"/>
                  <a:pt x="924" y="928"/>
                  <a:pt x="923" y="928"/>
                </a:cubicBezTo>
                <a:cubicBezTo>
                  <a:pt x="923" y="928"/>
                  <a:pt x="922" y="928"/>
                  <a:pt x="922" y="928"/>
                </a:cubicBezTo>
                <a:cubicBezTo>
                  <a:pt x="921" y="929"/>
                  <a:pt x="921" y="929"/>
                  <a:pt x="921" y="930"/>
                </a:cubicBezTo>
                <a:cubicBezTo>
                  <a:pt x="921" y="930"/>
                  <a:pt x="921" y="930"/>
                  <a:pt x="922" y="930"/>
                </a:cubicBezTo>
                <a:cubicBezTo>
                  <a:pt x="922" y="931"/>
                  <a:pt x="922" y="931"/>
                  <a:pt x="923" y="932"/>
                </a:cubicBezTo>
                <a:cubicBezTo>
                  <a:pt x="923" y="932"/>
                  <a:pt x="923" y="932"/>
                  <a:pt x="923" y="932"/>
                </a:cubicBezTo>
                <a:cubicBezTo>
                  <a:pt x="923" y="929"/>
                  <a:pt x="924" y="929"/>
                  <a:pt x="926" y="929"/>
                </a:cubicBezTo>
                <a:cubicBezTo>
                  <a:pt x="927" y="930"/>
                  <a:pt x="927" y="930"/>
                  <a:pt x="928" y="929"/>
                </a:cubicBezTo>
                <a:cubicBezTo>
                  <a:pt x="928" y="925"/>
                  <a:pt x="931" y="923"/>
                  <a:pt x="934" y="921"/>
                </a:cubicBezTo>
                <a:cubicBezTo>
                  <a:pt x="934" y="921"/>
                  <a:pt x="934" y="921"/>
                  <a:pt x="934" y="921"/>
                </a:cubicBezTo>
                <a:cubicBezTo>
                  <a:pt x="934" y="922"/>
                  <a:pt x="934" y="922"/>
                  <a:pt x="934" y="922"/>
                </a:cubicBezTo>
                <a:cubicBezTo>
                  <a:pt x="934" y="922"/>
                  <a:pt x="933" y="923"/>
                  <a:pt x="933" y="923"/>
                </a:cubicBezTo>
                <a:cubicBezTo>
                  <a:pt x="933" y="923"/>
                  <a:pt x="933" y="924"/>
                  <a:pt x="933" y="924"/>
                </a:cubicBezTo>
                <a:cubicBezTo>
                  <a:pt x="934" y="924"/>
                  <a:pt x="934" y="923"/>
                  <a:pt x="935" y="923"/>
                </a:cubicBezTo>
                <a:cubicBezTo>
                  <a:pt x="935" y="923"/>
                  <a:pt x="936" y="922"/>
                  <a:pt x="936" y="922"/>
                </a:cubicBezTo>
                <a:cubicBezTo>
                  <a:pt x="937" y="923"/>
                  <a:pt x="937" y="923"/>
                  <a:pt x="937" y="923"/>
                </a:cubicBezTo>
                <a:cubicBezTo>
                  <a:pt x="937" y="924"/>
                  <a:pt x="937" y="924"/>
                  <a:pt x="937" y="924"/>
                </a:cubicBezTo>
                <a:cubicBezTo>
                  <a:pt x="937" y="924"/>
                  <a:pt x="937" y="924"/>
                  <a:pt x="937" y="925"/>
                </a:cubicBezTo>
                <a:cubicBezTo>
                  <a:pt x="937" y="926"/>
                  <a:pt x="938" y="927"/>
                  <a:pt x="939" y="927"/>
                </a:cubicBezTo>
                <a:cubicBezTo>
                  <a:pt x="941" y="927"/>
                  <a:pt x="942" y="927"/>
                  <a:pt x="943" y="928"/>
                </a:cubicBezTo>
                <a:cubicBezTo>
                  <a:pt x="945" y="929"/>
                  <a:pt x="946" y="928"/>
                  <a:pt x="948" y="927"/>
                </a:cubicBezTo>
                <a:cubicBezTo>
                  <a:pt x="951" y="926"/>
                  <a:pt x="953" y="925"/>
                  <a:pt x="956" y="923"/>
                </a:cubicBezTo>
                <a:cubicBezTo>
                  <a:pt x="960" y="920"/>
                  <a:pt x="964" y="918"/>
                  <a:pt x="966" y="913"/>
                </a:cubicBezTo>
                <a:cubicBezTo>
                  <a:pt x="966" y="911"/>
                  <a:pt x="967" y="910"/>
                  <a:pt x="968" y="908"/>
                </a:cubicBezTo>
                <a:cubicBezTo>
                  <a:pt x="969" y="907"/>
                  <a:pt x="970" y="908"/>
                  <a:pt x="971" y="906"/>
                </a:cubicBezTo>
                <a:cubicBezTo>
                  <a:pt x="974" y="900"/>
                  <a:pt x="979" y="896"/>
                  <a:pt x="983" y="891"/>
                </a:cubicBezTo>
                <a:cubicBezTo>
                  <a:pt x="986" y="888"/>
                  <a:pt x="988" y="884"/>
                  <a:pt x="991" y="881"/>
                </a:cubicBezTo>
                <a:cubicBezTo>
                  <a:pt x="991" y="880"/>
                  <a:pt x="991" y="880"/>
                  <a:pt x="991" y="880"/>
                </a:cubicBezTo>
                <a:cubicBezTo>
                  <a:pt x="991" y="877"/>
                  <a:pt x="992" y="874"/>
                  <a:pt x="995" y="872"/>
                </a:cubicBezTo>
                <a:cubicBezTo>
                  <a:pt x="996" y="870"/>
                  <a:pt x="997" y="868"/>
                  <a:pt x="998" y="866"/>
                </a:cubicBezTo>
                <a:cubicBezTo>
                  <a:pt x="998" y="864"/>
                  <a:pt x="999" y="863"/>
                  <a:pt x="1000" y="862"/>
                </a:cubicBezTo>
                <a:cubicBezTo>
                  <a:pt x="1002" y="861"/>
                  <a:pt x="1004" y="858"/>
                  <a:pt x="1006" y="856"/>
                </a:cubicBezTo>
                <a:cubicBezTo>
                  <a:pt x="1006" y="855"/>
                  <a:pt x="1007" y="855"/>
                  <a:pt x="1007" y="854"/>
                </a:cubicBezTo>
                <a:cubicBezTo>
                  <a:pt x="1007" y="851"/>
                  <a:pt x="1008" y="848"/>
                  <a:pt x="1008" y="846"/>
                </a:cubicBezTo>
                <a:cubicBezTo>
                  <a:pt x="1008" y="845"/>
                  <a:pt x="1008" y="845"/>
                  <a:pt x="1008" y="845"/>
                </a:cubicBezTo>
                <a:cubicBezTo>
                  <a:pt x="1008" y="844"/>
                  <a:pt x="1008" y="844"/>
                  <a:pt x="1008" y="844"/>
                </a:cubicBezTo>
                <a:cubicBezTo>
                  <a:pt x="1009" y="843"/>
                  <a:pt x="1009" y="841"/>
                  <a:pt x="1009" y="840"/>
                </a:cubicBezTo>
                <a:cubicBezTo>
                  <a:pt x="1009" y="840"/>
                  <a:pt x="1009" y="839"/>
                  <a:pt x="1009" y="839"/>
                </a:cubicBezTo>
                <a:cubicBezTo>
                  <a:pt x="1009" y="838"/>
                  <a:pt x="1009" y="837"/>
                  <a:pt x="1009" y="836"/>
                </a:cubicBezTo>
                <a:cubicBezTo>
                  <a:pt x="1009" y="836"/>
                  <a:pt x="1009" y="835"/>
                  <a:pt x="1009" y="835"/>
                </a:cubicBezTo>
                <a:cubicBezTo>
                  <a:pt x="1010" y="835"/>
                  <a:pt x="1011" y="834"/>
                  <a:pt x="1011" y="834"/>
                </a:cubicBezTo>
                <a:cubicBezTo>
                  <a:pt x="1011" y="833"/>
                  <a:pt x="1011" y="833"/>
                  <a:pt x="1010" y="832"/>
                </a:cubicBezTo>
                <a:cubicBezTo>
                  <a:pt x="1009" y="832"/>
                  <a:pt x="1009" y="831"/>
                  <a:pt x="1009" y="831"/>
                </a:cubicBezTo>
                <a:cubicBezTo>
                  <a:pt x="1009" y="830"/>
                  <a:pt x="1009" y="830"/>
                  <a:pt x="1009" y="830"/>
                </a:cubicBezTo>
                <a:cubicBezTo>
                  <a:pt x="1009" y="829"/>
                  <a:pt x="1009" y="828"/>
                  <a:pt x="1009" y="827"/>
                </a:cubicBezTo>
                <a:cubicBezTo>
                  <a:pt x="1009" y="826"/>
                  <a:pt x="1009" y="826"/>
                  <a:pt x="1009" y="825"/>
                </a:cubicBezTo>
                <a:cubicBezTo>
                  <a:pt x="1009" y="824"/>
                  <a:pt x="1009" y="823"/>
                  <a:pt x="1010" y="822"/>
                </a:cubicBezTo>
                <a:cubicBezTo>
                  <a:pt x="1011" y="821"/>
                  <a:pt x="1011" y="820"/>
                  <a:pt x="1011" y="819"/>
                </a:cubicBezTo>
                <a:cubicBezTo>
                  <a:pt x="1012" y="815"/>
                  <a:pt x="1012" y="812"/>
                  <a:pt x="1015" y="810"/>
                </a:cubicBezTo>
                <a:cubicBezTo>
                  <a:pt x="1017" y="809"/>
                  <a:pt x="1017" y="806"/>
                  <a:pt x="1018" y="804"/>
                </a:cubicBezTo>
                <a:cubicBezTo>
                  <a:pt x="1018" y="804"/>
                  <a:pt x="1018" y="804"/>
                  <a:pt x="1018" y="804"/>
                </a:cubicBezTo>
                <a:cubicBezTo>
                  <a:pt x="1018" y="803"/>
                  <a:pt x="1016" y="802"/>
                  <a:pt x="1016" y="801"/>
                </a:cubicBezTo>
                <a:cubicBezTo>
                  <a:pt x="1015" y="801"/>
                  <a:pt x="1015" y="800"/>
                  <a:pt x="1015" y="800"/>
                </a:cubicBezTo>
                <a:cubicBezTo>
                  <a:pt x="1015" y="800"/>
                  <a:pt x="1015" y="799"/>
                  <a:pt x="1015" y="799"/>
                </a:cubicBezTo>
                <a:cubicBezTo>
                  <a:pt x="1016" y="797"/>
                  <a:pt x="1016" y="796"/>
                  <a:pt x="1016" y="796"/>
                </a:cubicBezTo>
                <a:cubicBezTo>
                  <a:pt x="1016" y="795"/>
                  <a:pt x="1016" y="794"/>
                  <a:pt x="1014" y="793"/>
                </a:cubicBezTo>
                <a:cubicBezTo>
                  <a:pt x="1013" y="792"/>
                  <a:pt x="1013" y="791"/>
                  <a:pt x="1012" y="790"/>
                </a:cubicBezTo>
                <a:cubicBezTo>
                  <a:pt x="1013" y="790"/>
                  <a:pt x="1014" y="791"/>
                  <a:pt x="1015" y="791"/>
                </a:cubicBezTo>
                <a:cubicBezTo>
                  <a:pt x="1017" y="792"/>
                  <a:pt x="1017" y="790"/>
                  <a:pt x="1018" y="789"/>
                </a:cubicBezTo>
                <a:cubicBezTo>
                  <a:pt x="1018" y="789"/>
                  <a:pt x="1018" y="789"/>
                  <a:pt x="1018" y="789"/>
                </a:cubicBezTo>
                <a:cubicBezTo>
                  <a:pt x="1018" y="788"/>
                  <a:pt x="1017" y="787"/>
                  <a:pt x="1016" y="787"/>
                </a:cubicBezTo>
                <a:cubicBezTo>
                  <a:pt x="1013" y="785"/>
                  <a:pt x="1011" y="783"/>
                  <a:pt x="1009" y="780"/>
                </a:cubicBezTo>
                <a:cubicBezTo>
                  <a:pt x="1009" y="780"/>
                  <a:pt x="1008" y="780"/>
                  <a:pt x="1008" y="779"/>
                </a:cubicBezTo>
                <a:cubicBezTo>
                  <a:pt x="1008" y="779"/>
                  <a:pt x="1008" y="779"/>
                  <a:pt x="1008" y="779"/>
                </a:cubicBezTo>
                <a:cubicBezTo>
                  <a:pt x="1008" y="779"/>
                  <a:pt x="1008" y="778"/>
                  <a:pt x="1008" y="778"/>
                </a:cubicBezTo>
                <a:cubicBezTo>
                  <a:pt x="1008" y="777"/>
                  <a:pt x="1007" y="776"/>
                  <a:pt x="1006" y="775"/>
                </a:cubicBezTo>
                <a:cubicBezTo>
                  <a:pt x="1004" y="773"/>
                  <a:pt x="1002" y="772"/>
                  <a:pt x="1000" y="774"/>
                </a:cubicBezTo>
                <a:cubicBezTo>
                  <a:pt x="998" y="774"/>
                  <a:pt x="996" y="773"/>
                  <a:pt x="994" y="772"/>
                </a:cubicBezTo>
                <a:cubicBezTo>
                  <a:pt x="994" y="773"/>
                  <a:pt x="994" y="775"/>
                  <a:pt x="994" y="776"/>
                </a:cubicBezTo>
                <a:cubicBezTo>
                  <a:pt x="994" y="777"/>
                  <a:pt x="994" y="777"/>
                  <a:pt x="994" y="778"/>
                </a:cubicBezTo>
                <a:cubicBezTo>
                  <a:pt x="994" y="779"/>
                  <a:pt x="993" y="780"/>
                  <a:pt x="993" y="781"/>
                </a:cubicBezTo>
                <a:cubicBezTo>
                  <a:pt x="993" y="781"/>
                  <a:pt x="993" y="781"/>
                  <a:pt x="993" y="781"/>
                </a:cubicBezTo>
                <a:cubicBezTo>
                  <a:pt x="992" y="782"/>
                  <a:pt x="992" y="784"/>
                  <a:pt x="990" y="784"/>
                </a:cubicBezTo>
                <a:cubicBezTo>
                  <a:pt x="990" y="783"/>
                  <a:pt x="990" y="783"/>
                  <a:pt x="990" y="783"/>
                </a:cubicBezTo>
                <a:cubicBezTo>
                  <a:pt x="992" y="781"/>
                  <a:pt x="992" y="779"/>
                  <a:pt x="993" y="776"/>
                </a:cubicBezTo>
                <a:cubicBezTo>
                  <a:pt x="993" y="776"/>
                  <a:pt x="993" y="776"/>
                  <a:pt x="992" y="776"/>
                </a:cubicBezTo>
                <a:cubicBezTo>
                  <a:pt x="992" y="777"/>
                  <a:pt x="991" y="777"/>
                  <a:pt x="991" y="777"/>
                </a:cubicBezTo>
                <a:cubicBezTo>
                  <a:pt x="991" y="778"/>
                  <a:pt x="991" y="779"/>
                  <a:pt x="990" y="780"/>
                </a:cubicBezTo>
                <a:cubicBezTo>
                  <a:pt x="989" y="782"/>
                  <a:pt x="984" y="784"/>
                  <a:pt x="982" y="783"/>
                </a:cubicBezTo>
                <a:cubicBezTo>
                  <a:pt x="981" y="783"/>
                  <a:pt x="981" y="783"/>
                  <a:pt x="981" y="782"/>
                </a:cubicBezTo>
                <a:cubicBezTo>
                  <a:pt x="981" y="782"/>
                  <a:pt x="981" y="782"/>
                  <a:pt x="981" y="782"/>
                </a:cubicBezTo>
                <a:cubicBezTo>
                  <a:pt x="981" y="782"/>
                  <a:pt x="981" y="782"/>
                  <a:pt x="982" y="781"/>
                </a:cubicBezTo>
                <a:cubicBezTo>
                  <a:pt x="983" y="781"/>
                  <a:pt x="984" y="780"/>
                  <a:pt x="984" y="779"/>
                </a:cubicBezTo>
                <a:cubicBezTo>
                  <a:pt x="984" y="778"/>
                  <a:pt x="984" y="777"/>
                  <a:pt x="983" y="776"/>
                </a:cubicBezTo>
                <a:cubicBezTo>
                  <a:pt x="982" y="776"/>
                  <a:pt x="982" y="775"/>
                  <a:pt x="982" y="775"/>
                </a:cubicBezTo>
                <a:cubicBezTo>
                  <a:pt x="982" y="775"/>
                  <a:pt x="982" y="774"/>
                  <a:pt x="983" y="774"/>
                </a:cubicBezTo>
                <a:cubicBezTo>
                  <a:pt x="984" y="774"/>
                  <a:pt x="984" y="773"/>
                  <a:pt x="984" y="773"/>
                </a:cubicBezTo>
                <a:cubicBezTo>
                  <a:pt x="984" y="773"/>
                  <a:pt x="984" y="773"/>
                  <a:pt x="984" y="773"/>
                </a:cubicBezTo>
                <a:cubicBezTo>
                  <a:pt x="984" y="772"/>
                  <a:pt x="983" y="772"/>
                  <a:pt x="982" y="772"/>
                </a:cubicBezTo>
                <a:cubicBezTo>
                  <a:pt x="981" y="772"/>
                  <a:pt x="980" y="773"/>
                  <a:pt x="980" y="774"/>
                </a:cubicBezTo>
                <a:cubicBezTo>
                  <a:pt x="980" y="775"/>
                  <a:pt x="980" y="775"/>
                  <a:pt x="980" y="775"/>
                </a:cubicBezTo>
                <a:cubicBezTo>
                  <a:pt x="980" y="776"/>
                  <a:pt x="980" y="776"/>
                  <a:pt x="980" y="776"/>
                </a:cubicBezTo>
                <a:cubicBezTo>
                  <a:pt x="980" y="777"/>
                  <a:pt x="980" y="778"/>
                  <a:pt x="980" y="779"/>
                </a:cubicBezTo>
                <a:cubicBezTo>
                  <a:pt x="978" y="779"/>
                  <a:pt x="977" y="779"/>
                  <a:pt x="976" y="780"/>
                </a:cubicBezTo>
                <a:cubicBezTo>
                  <a:pt x="976" y="779"/>
                  <a:pt x="976" y="779"/>
                  <a:pt x="976" y="778"/>
                </a:cubicBezTo>
                <a:cubicBezTo>
                  <a:pt x="976" y="778"/>
                  <a:pt x="976" y="777"/>
                  <a:pt x="976" y="777"/>
                </a:cubicBezTo>
                <a:cubicBezTo>
                  <a:pt x="977" y="776"/>
                  <a:pt x="977" y="775"/>
                  <a:pt x="977" y="774"/>
                </a:cubicBezTo>
                <a:cubicBezTo>
                  <a:pt x="977" y="773"/>
                  <a:pt x="977" y="771"/>
                  <a:pt x="977" y="770"/>
                </a:cubicBezTo>
                <a:cubicBezTo>
                  <a:pt x="977" y="770"/>
                  <a:pt x="977" y="769"/>
                  <a:pt x="977" y="768"/>
                </a:cubicBezTo>
                <a:cubicBezTo>
                  <a:pt x="977" y="768"/>
                  <a:pt x="977" y="768"/>
                  <a:pt x="977" y="768"/>
                </a:cubicBezTo>
                <a:cubicBezTo>
                  <a:pt x="977" y="767"/>
                  <a:pt x="977" y="767"/>
                  <a:pt x="976" y="767"/>
                </a:cubicBezTo>
                <a:cubicBezTo>
                  <a:pt x="973" y="768"/>
                  <a:pt x="970" y="767"/>
                  <a:pt x="968" y="768"/>
                </a:cubicBezTo>
                <a:cubicBezTo>
                  <a:pt x="968" y="768"/>
                  <a:pt x="967" y="768"/>
                  <a:pt x="967" y="767"/>
                </a:cubicBezTo>
                <a:cubicBezTo>
                  <a:pt x="966" y="767"/>
                  <a:pt x="965" y="766"/>
                  <a:pt x="964" y="766"/>
                </a:cubicBezTo>
                <a:cubicBezTo>
                  <a:pt x="963" y="765"/>
                  <a:pt x="963" y="765"/>
                  <a:pt x="963" y="763"/>
                </a:cubicBezTo>
                <a:cubicBezTo>
                  <a:pt x="963" y="762"/>
                  <a:pt x="963" y="762"/>
                  <a:pt x="964" y="761"/>
                </a:cubicBezTo>
                <a:cubicBezTo>
                  <a:pt x="966" y="760"/>
                  <a:pt x="968" y="759"/>
                  <a:pt x="969" y="757"/>
                </a:cubicBezTo>
                <a:cubicBezTo>
                  <a:pt x="970" y="756"/>
                  <a:pt x="972" y="755"/>
                  <a:pt x="973" y="753"/>
                </a:cubicBezTo>
                <a:cubicBezTo>
                  <a:pt x="976" y="751"/>
                  <a:pt x="979" y="748"/>
                  <a:pt x="982" y="746"/>
                </a:cubicBezTo>
                <a:cubicBezTo>
                  <a:pt x="983" y="745"/>
                  <a:pt x="985" y="744"/>
                  <a:pt x="985" y="742"/>
                </a:cubicBezTo>
                <a:cubicBezTo>
                  <a:pt x="986" y="740"/>
                  <a:pt x="989" y="739"/>
                  <a:pt x="988" y="736"/>
                </a:cubicBezTo>
                <a:cubicBezTo>
                  <a:pt x="990" y="736"/>
                  <a:pt x="990" y="735"/>
                  <a:pt x="990" y="734"/>
                </a:cubicBezTo>
                <a:cubicBezTo>
                  <a:pt x="990" y="734"/>
                  <a:pt x="990" y="734"/>
                  <a:pt x="990" y="734"/>
                </a:cubicBezTo>
                <a:cubicBezTo>
                  <a:pt x="992" y="733"/>
                  <a:pt x="992" y="731"/>
                  <a:pt x="993" y="730"/>
                </a:cubicBezTo>
                <a:cubicBezTo>
                  <a:pt x="994" y="730"/>
                  <a:pt x="995" y="729"/>
                  <a:pt x="995" y="729"/>
                </a:cubicBezTo>
                <a:cubicBezTo>
                  <a:pt x="995" y="726"/>
                  <a:pt x="998" y="725"/>
                  <a:pt x="1000" y="724"/>
                </a:cubicBezTo>
                <a:cubicBezTo>
                  <a:pt x="1000" y="724"/>
                  <a:pt x="1001" y="723"/>
                  <a:pt x="1002" y="722"/>
                </a:cubicBezTo>
                <a:cubicBezTo>
                  <a:pt x="1003" y="721"/>
                  <a:pt x="1005" y="719"/>
                  <a:pt x="1005" y="717"/>
                </a:cubicBezTo>
                <a:cubicBezTo>
                  <a:pt x="1009" y="716"/>
                  <a:pt x="1009" y="715"/>
                  <a:pt x="1010" y="712"/>
                </a:cubicBezTo>
                <a:cubicBezTo>
                  <a:pt x="1011" y="708"/>
                  <a:pt x="1013" y="705"/>
                  <a:pt x="1016" y="704"/>
                </a:cubicBezTo>
                <a:cubicBezTo>
                  <a:pt x="1017" y="704"/>
                  <a:pt x="1019" y="703"/>
                  <a:pt x="1019" y="702"/>
                </a:cubicBezTo>
                <a:cubicBezTo>
                  <a:pt x="1020" y="701"/>
                  <a:pt x="1022" y="699"/>
                  <a:pt x="1022" y="697"/>
                </a:cubicBezTo>
                <a:cubicBezTo>
                  <a:pt x="1026" y="693"/>
                  <a:pt x="1030" y="690"/>
                  <a:pt x="1036" y="690"/>
                </a:cubicBezTo>
                <a:cubicBezTo>
                  <a:pt x="1036" y="690"/>
                  <a:pt x="1036" y="690"/>
                  <a:pt x="1036" y="690"/>
                </a:cubicBezTo>
                <a:cubicBezTo>
                  <a:pt x="1038" y="689"/>
                  <a:pt x="1039" y="689"/>
                  <a:pt x="1040" y="689"/>
                </a:cubicBezTo>
                <a:cubicBezTo>
                  <a:pt x="1043" y="689"/>
                  <a:pt x="1046" y="689"/>
                  <a:pt x="1049" y="689"/>
                </a:cubicBezTo>
                <a:cubicBezTo>
                  <a:pt x="1050" y="689"/>
                  <a:pt x="1050" y="689"/>
                  <a:pt x="1051" y="689"/>
                </a:cubicBezTo>
                <a:cubicBezTo>
                  <a:pt x="1051" y="689"/>
                  <a:pt x="1051" y="689"/>
                  <a:pt x="1051" y="689"/>
                </a:cubicBezTo>
                <a:cubicBezTo>
                  <a:pt x="1053" y="690"/>
                  <a:pt x="1055" y="688"/>
                  <a:pt x="1057" y="689"/>
                </a:cubicBezTo>
                <a:cubicBezTo>
                  <a:pt x="1057" y="689"/>
                  <a:pt x="1057" y="689"/>
                  <a:pt x="1057" y="689"/>
                </a:cubicBezTo>
                <a:cubicBezTo>
                  <a:pt x="1058" y="689"/>
                  <a:pt x="1058" y="690"/>
                  <a:pt x="1058" y="691"/>
                </a:cubicBezTo>
                <a:cubicBezTo>
                  <a:pt x="1057" y="691"/>
                  <a:pt x="1057" y="692"/>
                  <a:pt x="1058" y="692"/>
                </a:cubicBezTo>
                <a:cubicBezTo>
                  <a:pt x="1058" y="692"/>
                  <a:pt x="1058" y="692"/>
                  <a:pt x="1058" y="692"/>
                </a:cubicBezTo>
                <a:cubicBezTo>
                  <a:pt x="1058" y="693"/>
                  <a:pt x="1059" y="693"/>
                  <a:pt x="1060" y="693"/>
                </a:cubicBezTo>
                <a:cubicBezTo>
                  <a:pt x="1062" y="692"/>
                  <a:pt x="1061" y="690"/>
                  <a:pt x="1061" y="689"/>
                </a:cubicBezTo>
                <a:cubicBezTo>
                  <a:pt x="1062" y="689"/>
                  <a:pt x="1063" y="688"/>
                  <a:pt x="1064" y="688"/>
                </a:cubicBezTo>
                <a:cubicBezTo>
                  <a:pt x="1064" y="688"/>
                  <a:pt x="1064" y="688"/>
                  <a:pt x="1065" y="689"/>
                </a:cubicBezTo>
                <a:cubicBezTo>
                  <a:pt x="1065" y="689"/>
                  <a:pt x="1066" y="689"/>
                  <a:pt x="1066" y="689"/>
                </a:cubicBezTo>
                <a:cubicBezTo>
                  <a:pt x="1066" y="689"/>
                  <a:pt x="1066" y="689"/>
                  <a:pt x="1066" y="689"/>
                </a:cubicBezTo>
                <a:cubicBezTo>
                  <a:pt x="1067" y="690"/>
                  <a:pt x="1068" y="690"/>
                  <a:pt x="1069" y="690"/>
                </a:cubicBezTo>
                <a:cubicBezTo>
                  <a:pt x="1069" y="690"/>
                  <a:pt x="1069" y="690"/>
                  <a:pt x="1069" y="690"/>
                </a:cubicBezTo>
                <a:cubicBezTo>
                  <a:pt x="1072" y="691"/>
                  <a:pt x="1075" y="691"/>
                  <a:pt x="1077" y="688"/>
                </a:cubicBezTo>
                <a:cubicBezTo>
                  <a:pt x="1078" y="688"/>
                  <a:pt x="1078" y="688"/>
                  <a:pt x="1079" y="689"/>
                </a:cubicBezTo>
                <a:cubicBezTo>
                  <a:pt x="1079" y="689"/>
                  <a:pt x="1080" y="689"/>
                  <a:pt x="1080" y="690"/>
                </a:cubicBezTo>
                <a:cubicBezTo>
                  <a:pt x="1080" y="690"/>
                  <a:pt x="1080" y="691"/>
                  <a:pt x="1081" y="691"/>
                </a:cubicBezTo>
                <a:cubicBezTo>
                  <a:pt x="1081" y="691"/>
                  <a:pt x="1081" y="691"/>
                  <a:pt x="1081" y="691"/>
                </a:cubicBezTo>
                <a:cubicBezTo>
                  <a:pt x="1082" y="692"/>
                  <a:pt x="1084" y="691"/>
                  <a:pt x="1084" y="690"/>
                </a:cubicBezTo>
                <a:cubicBezTo>
                  <a:pt x="1085" y="690"/>
                  <a:pt x="1085" y="690"/>
                  <a:pt x="1084" y="689"/>
                </a:cubicBezTo>
                <a:cubicBezTo>
                  <a:pt x="1084" y="689"/>
                  <a:pt x="1084" y="689"/>
                  <a:pt x="1083" y="689"/>
                </a:cubicBezTo>
                <a:cubicBezTo>
                  <a:pt x="1083" y="689"/>
                  <a:pt x="1083" y="689"/>
                  <a:pt x="1083" y="689"/>
                </a:cubicBezTo>
                <a:cubicBezTo>
                  <a:pt x="1083" y="689"/>
                  <a:pt x="1083" y="688"/>
                  <a:pt x="1083" y="688"/>
                </a:cubicBezTo>
                <a:cubicBezTo>
                  <a:pt x="1083" y="688"/>
                  <a:pt x="1083" y="687"/>
                  <a:pt x="1083" y="687"/>
                </a:cubicBezTo>
                <a:cubicBezTo>
                  <a:pt x="1084" y="687"/>
                  <a:pt x="1084" y="687"/>
                  <a:pt x="1084" y="687"/>
                </a:cubicBezTo>
                <a:cubicBezTo>
                  <a:pt x="1086" y="688"/>
                  <a:pt x="1086" y="688"/>
                  <a:pt x="1087" y="687"/>
                </a:cubicBezTo>
                <a:cubicBezTo>
                  <a:pt x="1087" y="687"/>
                  <a:pt x="1087" y="686"/>
                  <a:pt x="1087" y="686"/>
                </a:cubicBezTo>
                <a:cubicBezTo>
                  <a:pt x="1087" y="686"/>
                  <a:pt x="1087" y="686"/>
                  <a:pt x="1087" y="685"/>
                </a:cubicBezTo>
                <a:cubicBezTo>
                  <a:pt x="1087" y="684"/>
                  <a:pt x="1088" y="683"/>
                  <a:pt x="1089" y="683"/>
                </a:cubicBezTo>
                <a:cubicBezTo>
                  <a:pt x="1090" y="683"/>
                  <a:pt x="1092" y="683"/>
                  <a:pt x="1093" y="684"/>
                </a:cubicBezTo>
                <a:cubicBezTo>
                  <a:pt x="1095" y="685"/>
                  <a:pt x="1096" y="685"/>
                  <a:pt x="1098" y="685"/>
                </a:cubicBezTo>
                <a:cubicBezTo>
                  <a:pt x="1098" y="685"/>
                  <a:pt x="1098" y="685"/>
                  <a:pt x="1098" y="685"/>
                </a:cubicBezTo>
                <a:cubicBezTo>
                  <a:pt x="1098" y="686"/>
                  <a:pt x="1099" y="686"/>
                  <a:pt x="1099" y="686"/>
                </a:cubicBezTo>
                <a:cubicBezTo>
                  <a:pt x="1100" y="686"/>
                  <a:pt x="1100" y="686"/>
                  <a:pt x="1100" y="686"/>
                </a:cubicBezTo>
                <a:cubicBezTo>
                  <a:pt x="1100" y="687"/>
                  <a:pt x="1100" y="687"/>
                  <a:pt x="1100" y="687"/>
                </a:cubicBezTo>
                <a:cubicBezTo>
                  <a:pt x="1100" y="687"/>
                  <a:pt x="1099" y="687"/>
                  <a:pt x="1099" y="687"/>
                </a:cubicBezTo>
                <a:cubicBezTo>
                  <a:pt x="1099" y="687"/>
                  <a:pt x="1099" y="687"/>
                  <a:pt x="1099" y="688"/>
                </a:cubicBezTo>
                <a:cubicBezTo>
                  <a:pt x="1100" y="688"/>
                  <a:pt x="1101" y="688"/>
                  <a:pt x="1102" y="688"/>
                </a:cubicBezTo>
                <a:cubicBezTo>
                  <a:pt x="1102" y="687"/>
                  <a:pt x="1102" y="687"/>
                  <a:pt x="1102" y="687"/>
                </a:cubicBezTo>
                <a:cubicBezTo>
                  <a:pt x="1102" y="687"/>
                  <a:pt x="1102" y="687"/>
                  <a:pt x="1102" y="687"/>
                </a:cubicBezTo>
                <a:cubicBezTo>
                  <a:pt x="1103" y="686"/>
                  <a:pt x="1105" y="686"/>
                  <a:pt x="1106" y="686"/>
                </a:cubicBezTo>
                <a:cubicBezTo>
                  <a:pt x="1106" y="686"/>
                  <a:pt x="1106" y="686"/>
                  <a:pt x="1106" y="686"/>
                </a:cubicBezTo>
                <a:cubicBezTo>
                  <a:pt x="1106" y="686"/>
                  <a:pt x="1107" y="686"/>
                  <a:pt x="1107" y="686"/>
                </a:cubicBezTo>
                <a:cubicBezTo>
                  <a:pt x="1108" y="688"/>
                  <a:pt x="1108" y="689"/>
                  <a:pt x="1110" y="690"/>
                </a:cubicBezTo>
                <a:cubicBezTo>
                  <a:pt x="1110" y="690"/>
                  <a:pt x="1110" y="691"/>
                  <a:pt x="1110" y="691"/>
                </a:cubicBezTo>
                <a:cubicBezTo>
                  <a:pt x="1110" y="691"/>
                  <a:pt x="1111" y="691"/>
                  <a:pt x="1111" y="691"/>
                </a:cubicBezTo>
                <a:cubicBezTo>
                  <a:pt x="1112" y="691"/>
                  <a:pt x="1112" y="691"/>
                  <a:pt x="1113" y="691"/>
                </a:cubicBezTo>
                <a:cubicBezTo>
                  <a:pt x="1112" y="694"/>
                  <a:pt x="1111" y="692"/>
                  <a:pt x="1110" y="693"/>
                </a:cubicBezTo>
                <a:cubicBezTo>
                  <a:pt x="1108" y="692"/>
                  <a:pt x="1106" y="694"/>
                  <a:pt x="1104" y="694"/>
                </a:cubicBezTo>
                <a:cubicBezTo>
                  <a:pt x="1105" y="695"/>
                  <a:pt x="1105" y="698"/>
                  <a:pt x="1107" y="698"/>
                </a:cubicBezTo>
                <a:cubicBezTo>
                  <a:pt x="1107" y="699"/>
                  <a:pt x="1108" y="699"/>
                  <a:pt x="1110" y="698"/>
                </a:cubicBezTo>
                <a:cubicBezTo>
                  <a:pt x="1110" y="698"/>
                  <a:pt x="1110" y="698"/>
                  <a:pt x="1110" y="698"/>
                </a:cubicBezTo>
                <a:cubicBezTo>
                  <a:pt x="1111" y="698"/>
                  <a:pt x="1112" y="698"/>
                  <a:pt x="1113" y="698"/>
                </a:cubicBezTo>
                <a:cubicBezTo>
                  <a:pt x="1113" y="697"/>
                  <a:pt x="1113" y="697"/>
                  <a:pt x="1113" y="697"/>
                </a:cubicBezTo>
                <a:cubicBezTo>
                  <a:pt x="1114" y="696"/>
                  <a:pt x="1116" y="696"/>
                  <a:pt x="1118" y="697"/>
                </a:cubicBezTo>
                <a:cubicBezTo>
                  <a:pt x="1119" y="698"/>
                  <a:pt x="1120" y="697"/>
                  <a:pt x="1120" y="696"/>
                </a:cubicBezTo>
                <a:cubicBezTo>
                  <a:pt x="1120" y="696"/>
                  <a:pt x="1120" y="696"/>
                  <a:pt x="1120" y="696"/>
                </a:cubicBezTo>
                <a:cubicBezTo>
                  <a:pt x="1122" y="694"/>
                  <a:pt x="1124" y="694"/>
                  <a:pt x="1126" y="692"/>
                </a:cubicBezTo>
                <a:cubicBezTo>
                  <a:pt x="1126" y="692"/>
                  <a:pt x="1127" y="692"/>
                  <a:pt x="1127" y="692"/>
                </a:cubicBezTo>
                <a:cubicBezTo>
                  <a:pt x="1128" y="693"/>
                  <a:pt x="1128" y="693"/>
                  <a:pt x="1129" y="694"/>
                </a:cubicBezTo>
                <a:cubicBezTo>
                  <a:pt x="1129" y="694"/>
                  <a:pt x="1129" y="694"/>
                  <a:pt x="1129" y="694"/>
                </a:cubicBezTo>
                <a:cubicBezTo>
                  <a:pt x="1130" y="695"/>
                  <a:pt x="1132" y="694"/>
                  <a:pt x="1133" y="693"/>
                </a:cubicBezTo>
                <a:cubicBezTo>
                  <a:pt x="1133" y="693"/>
                  <a:pt x="1133" y="693"/>
                  <a:pt x="1134" y="693"/>
                </a:cubicBezTo>
                <a:cubicBezTo>
                  <a:pt x="1134" y="693"/>
                  <a:pt x="1134" y="693"/>
                  <a:pt x="1134" y="692"/>
                </a:cubicBezTo>
                <a:cubicBezTo>
                  <a:pt x="1135" y="693"/>
                  <a:pt x="1137" y="693"/>
                  <a:pt x="1138" y="692"/>
                </a:cubicBezTo>
                <a:cubicBezTo>
                  <a:pt x="1140" y="692"/>
                  <a:pt x="1141" y="691"/>
                  <a:pt x="1140" y="689"/>
                </a:cubicBezTo>
                <a:cubicBezTo>
                  <a:pt x="1140" y="689"/>
                  <a:pt x="1139" y="688"/>
                  <a:pt x="1139" y="688"/>
                </a:cubicBezTo>
                <a:cubicBezTo>
                  <a:pt x="1138" y="688"/>
                  <a:pt x="1138" y="688"/>
                  <a:pt x="1137" y="688"/>
                </a:cubicBezTo>
                <a:cubicBezTo>
                  <a:pt x="1136" y="685"/>
                  <a:pt x="1134" y="687"/>
                  <a:pt x="1132" y="687"/>
                </a:cubicBezTo>
                <a:cubicBezTo>
                  <a:pt x="1132" y="687"/>
                  <a:pt x="1132" y="686"/>
                  <a:pt x="1132" y="686"/>
                </a:cubicBezTo>
                <a:cubicBezTo>
                  <a:pt x="1132" y="684"/>
                  <a:pt x="1131" y="681"/>
                  <a:pt x="1134" y="679"/>
                </a:cubicBezTo>
                <a:cubicBezTo>
                  <a:pt x="1134" y="679"/>
                  <a:pt x="1134" y="678"/>
                  <a:pt x="1134" y="678"/>
                </a:cubicBezTo>
                <a:cubicBezTo>
                  <a:pt x="1134" y="677"/>
                  <a:pt x="1134" y="677"/>
                  <a:pt x="1134" y="677"/>
                </a:cubicBezTo>
                <a:cubicBezTo>
                  <a:pt x="1134" y="677"/>
                  <a:pt x="1135" y="676"/>
                  <a:pt x="1135" y="676"/>
                </a:cubicBezTo>
                <a:cubicBezTo>
                  <a:pt x="1135" y="675"/>
                  <a:pt x="1136" y="675"/>
                  <a:pt x="1136" y="675"/>
                </a:cubicBezTo>
                <a:cubicBezTo>
                  <a:pt x="1138" y="672"/>
                  <a:pt x="1140" y="670"/>
                  <a:pt x="1143" y="669"/>
                </a:cubicBezTo>
                <a:cubicBezTo>
                  <a:pt x="1144" y="667"/>
                  <a:pt x="1145" y="665"/>
                  <a:pt x="1147" y="665"/>
                </a:cubicBezTo>
                <a:cubicBezTo>
                  <a:pt x="1148" y="664"/>
                  <a:pt x="1147" y="662"/>
                  <a:pt x="1148" y="660"/>
                </a:cubicBezTo>
                <a:cubicBezTo>
                  <a:pt x="1149" y="659"/>
                  <a:pt x="1150" y="658"/>
                  <a:pt x="1151" y="657"/>
                </a:cubicBezTo>
                <a:cubicBezTo>
                  <a:pt x="1151" y="657"/>
                  <a:pt x="1151" y="657"/>
                  <a:pt x="1151" y="657"/>
                </a:cubicBezTo>
                <a:cubicBezTo>
                  <a:pt x="1151" y="657"/>
                  <a:pt x="1151" y="657"/>
                  <a:pt x="1151" y="657"/>
                </a:cubicBezTo>
                <a:cubicBezTo>
                  <a:pt x="1151" y="657"/>
                  <a:pt x="1152" y="657"/>
                  <a:pt x="1152" y="657"/>
                </a:cubicBezTo>
                <a:cubicBezTo>
                  <a:pt x="1153" y="656"/>
                  <a:pt x="1154" y="656"/>
                  <a:pt x="1154" y="655"/>
                </a:cubicBezTo>
                <a:cubicBezTo>
                  <a:pt x="1153" y="652"/>
                  <a:pt x="1154" y="650"/>
                  <a:pt x="1155" y="649"/>
                </a:cubicBezTo>
                <a:cubicBezTo>
                  <a:pt x="1156" y="649"/>
                  <a:pt x="1156" y="649"/>
                  <a:pt x="1156" y="649"/>
                </a:cubicBezTo>
                <a:cubicBezTo>
                  <a:pt x="1156" y="649"/>
                  <a:pt x="1156" y="649"/>
                  <a:pt x="1156" y="649"/>
                </a:cubicBezTo>
                <a:cubicBezTo>
                  <a:pt x="1156" y="649"/>
                  <a:pt x="1156" y="648"/>
                  <a:pt x="1156" y="648"/>
                </a:cubicBezTo>
                <a:cubicBezTo>
                  <a:pt x="1157" y="648"/>
                  <a:pt x="1158" y="648"/>
                  <a:pt x="1159" y="648"/>
                </a:cubicBezTo>
                <a:cubicBezTo>
                  <a:pt x="1159" y="647"/>
                  <a:pt x="1160" y="647"/>
                  <a:pt x="1160" y="647"/>
                </a:cubicBezTo>
                <a:cubicBezTo>
                  <a:pt x="1161" y="646"/>
                  <a:pt x="1161" y="646"/>
                  <a:pt x="1161" y="646"/>
                </a:cubicBezTo>
                <a:cubicBezTo>
                  <a:pt x="1162" y="645"/>
                  <a:pt x="1162" y="645"/>
                  <a:pt x="1163" y="645"/>
                </a:cubicBezTo>
                <a:cubicBezTo>
                  <a:pt x="1164" y="646"/>
                  <a:pt x="1164" y="646"/>
                  <a:pt x="1164" y="646"/>
                </a:cubicBezTo>
                <a:cubicBezTo>
                  <a:pt x="1166" y="647"/>
                  <a:pt x="1167" y="646"/>
                  <a:pt x="1168" y="645"/>
                </a:cubicBezTo>
                <a:cubicBezTo>
                  <a:pt x="1169" y="645"/>
                  <a:pt x="1171" y="645"/>
                  <a:pt x="1173" y="645"/>
                </a:cubicBezTo>
                <a:cubicBezTo>
                  <a:pt x="1176" y="643"/>
                  <a:pt x="1176" y="643"/>
                  <a:pt x="1178" y="646"/>
                </a:cubicBezTo>
                <a:cubicBezTo>
                  <a:pt x="1179" y="647"/>
                  <a:pt x="1179" y="647"/>
                  <a:pt x="1180" y="647"/>
                </a:cubicBezTo>
                <a:cubicBezTo>
                  <a:pt x="1180" y="647"/>
                  <a:pt x="1180" y="647"/>
                  <a:pt x="1180" y="647"/>
                </a:cubicBezTo>
                <a:cubicBezTo>
                  <a:pt x="1181" y="648"/>
                  <a:pt x="1182" y="648"/>
                  <a:pt x="1183" y="646"/>
                </a:cubicBezTo>
                <a:cubicBezTo>
                  <a:pt x="1183" y="646"/>
                  <a:pt x="1184" y="645"/>
                  <a:pt x="1184" y="645"/>
                </a:cubicBezTo>
                <a:cubicBezTo>
                  <a:pt x="1185" y="644"/>
                  <a:pt x="1186" y="644"/>
                  <a:pt x="1186" y="645"/>
                </a:cubicBezTo>
                <a:cubicBezTo>
                  <a:pt x="1186" y="647"/>
                  <a:pt x="1185" y="648"/>
                  <a:pt x="1184" y="650"/>
                </a:cubicBezTo>
                <a:cubicBezTo>
                  <a:pt x="1183" y="652"/>
                  <a:pt x="1181" y="654"/>
                  <a:pt x="1182" y="657"/>
                </a:cubicBezTo>
                <a:cubicBezTo>
                  <a:pt x="1182" y="658"/>
                  <a:pt x="1182" y="659"/>
                  <a:pt x="1182" y="659"/>
                </a:cubicBezTo>
                <a:cubicBezTo>
                  <a:pt x="1181" y="660"/>
                  <a:pt x="1181" y="660"/>
                  <a:pt x="1182" y="661"/>
                </a:cubicBezTo>
                <a:cubicBezTo>
                  <a:pt x="1182" y="661"/>
                  <a:pt x="1183" y="661"/>
                  <a:pt x="1183" y="661"/>
                </a:cubicBezTo>
                <a:cubicBezTo>
                  <a:pt x="1184" y="661"/>
                  <a:pt x="1185" y="660"/>
                  <a:pt x="1185" y="660"/>
                </a:cubicBezTo>
                <a:cubicBezTo>
                  <a:pt x="1185" y="660"/>
                  <a:pt x="1185" y="659"/>
                  <a:pt x="1185" y="659"/>
                </a:cubicBezTo>
                <a:cubicBezTo>
                  <a:pt x="1185" y="659"/>
                  <a:pt x="1185" y="659"/>
                  <a:pt x="1185" y="659"/>
                </a:cubicBezTo>
                <a:cubicBezTo>
                  <a:pt x="1186" y="659"/>
                  <a:pt x="1186" y="659"/>
                  <a:pt x="1186" y="659"/>
                </a:cubicBezTo>
                <a:cubicBezTo>
                  <a:pt x="1187" y="660"/>
                  <a:pt x="1187" y="660"/>
                  <a:pt x="1187" y="660"/>
                </a:cubicBezTo>
                <a:cubicBezTo>
                  <a:pt x="1187" y="660"/>
                  <a:pt x="1186" y="661"/>
                  <a:pt x="1186" y="661"/>
                </a:cubicBezTo>
                <a:cubicBezTo>
                  <a:pt x="1186" y="661"/>
                  <a:pt x="1186" y="661"/>
                  <a:pt x="1186" y="661"/>
                </a:cubicBezTo>
                <a:cubicBezTo>
                  <a:pt x="1185" y="662"/>
                  <a:pt x="1184" y="665"/>
                  <a:pt x="1185" y="667"/>
                </a:cubicBezTo>
                <a:cubicBezTo>
                  <a:pt x="1185" y="667"/>
                  <a:pt x="1185" y="667"/>
                  <a:pt x="1185" y="667"/>
                </a:cubicBezTo>
                <a:cubicBezTo>
                  <a:pt x="1185" y="667"/>
                  <a:pt x="1185" y="667"/>
                  <a:pt x="1185" y="667"/>
                </a:cubicBezTo>
                <a:cubicBezTo>
                  <a:pt x="1185" y="667"/>
                  <a:pt x="1185" y="667"/>
                  <a:pt x="1185" y="667"/>
                </a:cubicBezTo>
                <a:cubicBezTo>
                  <a:pt x="1186" y="667"/>
                  <a:pt x="1186" y="667"/>
                  <a:pt x="1186" y="667"/>
                </a:cubicBezTo>
                <a:cubicBezTo>
                  <a:pt x="1187" y="666"/>
                  <a:pt x="1188" y="666"/>
                  <a:pt x="1189" y="665"/>
                </a:cubicBezTo>
                <a:cubicBezTo>
                  <a:pt x="1190" y="665"/>
                  <a:pt x="1191" y="665"/>
                  <a:pt x="1191" y="664"/>
                </a:cubicBezTo>
                <a:cubicBezTo>
                  <a:pt x="1191" y="664"/>
                  <a:pt x="1191" y="663"/>
                  <a:pt x="1191" y="663"/>
                </a:cubicBezTo>
                <a:cubicBezTo>
                  <a:pt x="1194" y="660"/>
                  <a:pt x="1196" y="655"/>
                  <a:pt x="1201" y="653"/>
                </a:cubicBezTo>
                <a:cubicBezTo>
                  <a:pt x="1201" y="653"/>
                  <a:pt x="1202" y="652"/>
                  <a:pt x="1202" y="652"/>
                </a:cubicBezTo>
                <a:cubicBezTo>
                  <a:pt x="1203" y="650"/>
                  <a:pt x="1203" y="648"/>
                  <a:pt x="1205" y="648"/>
                </a:cubicBezTo>
                <a:cubicBezTo>
                  <a:pt x="1206" y="648"/>
                  <a:pt x="1206" y="648"/>
                  <a:pt x="1207" y="648"/>
                </a:cubicBezTo>
                <a:cubicBezTo>
                  <a:pt x="1207" y="647"/>
                  <a:pt x="1208" y="647"/>
                  <a:pt x="1208" y="647"/>
                </a:cubicBezTo>
                <a:cubicBezTo>
                  <a:pt x="1209" y="647"/>
                  <a:pt x="1209" y="648"/>
                  <a:pt x="1209" y="649"/>
                </a:cubicBezTo>
                <a:cubicBezTo>
                  <a:pt x="1209" y="649"/>
                  <a:pt x="1209" y="649"/>
                  <a:pt x="1210" y="650"/>
                </a:cubicBezTo>
                <a:cubicBezTo>
                  <a:pt x="1210" y="650"/>
                  <a:pt x="1210" y="650"/>
                  <a:pt x="1210" y="650"/>
                </a:cubicBezTo>
                <a:cubicBezTo>
                  <a:pt x="1211" y="649"/>
                  <a:pt x="1212" y="648"/>
                  <a:pt x="1212" y="648"/>
                </a:cubicBezTo>
                <a:cubicBezTo>
                  <a:pt x="1213" y="647"/>
                  <a:pt x="1212" y="647"/>
                  <a:pt x="1212" y="646"/>
                </a:cubicBezTo>
                <a:cubicBezTo>
                  <a:pt x="1212" y="646"/>
                  <a:pt x="1212" y="646"/>
                  <a:pt x="1212" y="646"/>
                </a:cubicBezTo>
                <a:cubicBezTo>
                  <a:pt x="1211" y="646"/>
                  <a:pt x="1211" y="646"/>
                  <a:pt x="1210" y="646"/>
                </a:cubicBezTo>
                <a:cubicBezTo>
                  <a:pt x="1209" y="645"/>
                  <a:pt x="1210" y="643"/>
                  <a:pt x="1211" y="642"/>
                </a:cubicBezTo>
                <a:cubicBezTo>
                  <a:pt x="1211" y="641"/>
                  <a:pt x="1211" y="641"/>
                  <a:pt x="1211" y="640"/>
                </a:cubicBezTo>
                <a:cubicBezTo>
                  <a:pt x="1211" y="639"/>
                  <a:pt x="1211" y="638"/>
                  <a:pt x="1211" y="637"/>
                </a:cubicBezTo>
                <a:cubicBezTo>
                  <a:pt x="1212" y="636"/>
                  <a:pt x="1213" y="635"/>
                  <a:pt x="1213" y="634"/>
                </a:cubicBezTo>
                <a:cubicBezTo>
                  <a:pt x="1213" y="632"/>
                  <a:pt x="1213" y="631"/>
                  <a:pt x="1215" y="631"/>
                </a:cubicBezTo>
                <a:cubicBezTo>
                  <a:pt x="1216" y="631"/>
                  <a:pt x="1217" y="631"/>
                  <a:pt x="1218" y="630"/>
                </a:cubicBezTo>
                <a:cubicBezTo>
                  <a:pt x="1221" y="628"/>
                  <a:pt x="1223" y="628"/>
                  <a:pt x="1225" y="630"/>
                </a:cubicBezTo>
                <a:cubicBezTo>
                  <a:pt x="1226" y="630"/>
                  <a:pt x="1226" y="630"/>
                  <a:pt x="1226" y="630"/>
                </a:cubicBezTo>
                <a:cubicBezTo>
                  <a:pt x="1226" y="630"/>
                  <a:pt x="1226" y="630"/>
                  <a:pt x="1226" y="630"/>
                </a:cubicBezTo>
                <a:cubicBezTo>
                  <a:pt x="1226" y="631"/>
                  <a:pt x="1227" y="631"/>
                  <a:pt x="1227" y="631"/>
                </a:cubicBezTo>
                <a:cubicBezTo>
                  <a:pt x="1227" y="632"/>
                  <a:pt x="1228" y="632"/>
                  <a:pt x="1229" y="632"/>
                </a:cubicBezTo>
                <a:cubicBezTo>
                  <a:pt x="1228" y="633"/>
                  <a:pt x="1227" y="632"/>
                  <a:pt x="1226" y="632"/>
                </a:cubicBezTo>
                <a:cubicBezTo>
                  <a:pt x="1224" y="632"/>
                  <a:pt x="1222" y="634"/>
                  <a:pt x="1221" y="636"/>
                </a:cubicBezTo>
                <a:cubicBezTo>
                  <a:pt x="1220" y="637"/>
                  <a:pt x="1220" y="637"/>
                  <a:pt x="1220" y="638"/>
                </a:cubicBezTo>
                <a:cubicBezTo>
                  <a:pt x="1220" y="639"/>
                  <a:pt x="1220" y="640"/>
                  <a:pt x="1219" y="641"/>
                </a:cubicBezTo>
                <a:cubicBezTo>
                  <a:pt x="1219" y="642"/>
                  <a:pt x="1219" y="642"/>
                  <a:pt x="1219" y="642"/>
                </a:cubicBezTo>
                <a:cubicBezTo>
                  <a:pt x="1219" y="644"/>
                  <a:pt x="1219" y="645"/>
                  <a:pt x="1218" y="647"/>
                </a:cubicBezTo>
                <a:cubicBezTo>
                  <a:pt x="1218" y="648"/>
                  <a:pt x="1218" y="648"/>
                  <a:pt x="1217" y="648"/>
                </a:cubicBezTo>
                <a:cubicBezTo>
                  <a:pt x="1217" y="648"/>
                  <a:pt x="1217" y="649"/>
                  <a:pt x="1217" y="649"/>
                </a:cubicBezTo>
                <a:cubicBezTo>
                  <a:pt x="1217" y="649"/>
                  <a:pt x="1217" y="649"/>
                  <a:pt x="1217" y="649"/>
                </a:cubicBezTo>
                <a:cubicBezTo>
                  <a:pt x="1216" y="650"/>
                  <a:pt x="1216" y="651"/>
                  <a:pt x="1217" y="652"/>
                </a:cubicBezTo>
                <a:cubicBezTo>
                  <a:pt x="1217" y="653"/>
                  <a:pt x="1218" y="653"/>
                  <a:pt x="1219" y="654"/>
                </a:cubicBezTo>
                <a:cubicBezTo>
                  <a:pt x="1218" y="656"/>
                  <a:pt x="1217" y="657"/>
                  <a:pt x="1215" y="658"/>
                </a:cubicBezTo>
                <a:cubicBezTo>
                  <a:pt x="1214" y="659"/>
                  <a:pt x="1215" y="660"/>
                  <a:pt x="1215" y="660"/>
                </a:cubicBezTo>
                <a:cubicBezTo>
                  <a:pt x="1216" y="661"/>
                  <a:pt x="1216" y="661"/>
                  <a:pt x="1217" y="661"/>
                </a:cubicBezTo>
                <a:cubicBezTo>
                  <a:pt x="1215" y="663"/>
                  <a:pt x="1213" y="663"/>
                  <a:pt x="1212" y="664"/>
                </a:cubicBezTo>
                <a:cubicBezTo>
                  <a:pt x="1212" y="664"/>
                  <a:pt x="1212" y="664"/>
                  <a:pt x="1212" y="664"/>
                </a:cubicBezTo>
                <a:cubicBezTo>
                  <a:pt x="1210" y="665"/>
                  <a:pt x="1209" y="665"/>
                  <a:pt x="1207" y="667"/>
                </a:cubicBezTo>
                <a:cubicBezTo>
                  <a:pt x="1206" y="667"/>
                  <a:pt x="1205" y="668"/>
                  <a:pt x="1204" y="669"/>
                </a:cubicBezTo>
                <a:cubicBezTo>
                  <a:pt x="1204" y="669"/>
                  <a:pt x="1204" y="669"/>
                  <a:pt x="1204" y="669"/>
                </a:cubicBezTo>
                <a:cubicBezTo>
                  <a:pt x="1203" y="669"/>
                  <a:pt x="1201" y="669"/>
                  <a:pt x="1201" y="670"/>
                </a:cubicBezTo>
                <a:cubicBezTo>
                  <a:pt x="1201" y="670"/>
                  <a:pt x="1201" y="670"/>
                  <a:pt x="1201" y="671"/>
                </a:cubicBezTo>
                <a:cubicBezTo>
                  <a:pt x="1200" y="672"/>
                  <a:pt x="1200" y="673"/>
                  <a:pt x="1200" y="674"/>
                </a:cubicBezTo>
                <a:cubicBezTo>
                  <a:pt x="1200" y="675"/>
                  <a:pt x="1199" y="676"/>
                  <a:pt x="1198" y="676"/>
                </a:cubicBezTo>
                <a:cubicBezTo>
                  <a:pt x="1197" y="677"/>
                  <a:pt x="1197" y="677"/>
                  <a:pt x="1196" y="678"/>
                </a:cubicBezTo>
                <a:cubicBezTo>
                  <a:pt x="1195" y="679"/>
                  <a:pt x="1194" y="681"/>
                  <a:pt x="1193" y="682"/>
                </a:cubicBezTo>
                <a:cubicBezTo>
                  <a:pt x="1192" y="683"/>
                  <a:pt x="1191" y="684"/>
                  <a:pt x="1190" y="685"/>
                </a:cubicBezTo>
                <a:cubicBezTo>
                  <a:pt x="1189" y="686"/>
                  <a:pt x="1188" y="686"/>
                  <a:pt x="1188" y="686"/>
                </a:cubicBezTo>
                <a:cubicBezTo>
                  <a:pt x="1187" y="686"/>
                  <a:pt x="1187" y="686"/>
                  <a:pt x="1187" y="687"/>
                </a:cubicBezTo>
                <a:cubicBezTo>
                  <a:pt x="1187" y="687"/>
                  <a:pt x="1187" y="687"/>
                  <a:pt x="1187" y="688"/>
                </a:cubicBezTo>
                <a:cubicBezTo>
                  <a:pt x="1187" y="688"/>
                  <a:pt x="1186" y="688"/>
                  <a:pt x="1186" y="689"/>
                </a:cubicBezTo>
                <a:cubicBezTo>
                  <a:pt x="1186" y="689"/>
                  <a:pt x="1185" y="689"/>
                  <a:pt x="1185" y="690"/>
                </a:cubicBezTo>
                <a:cubicBezTo>
                  <a:pt x="1185" y="690"/>
                  <a:pt x="1184" y="691"/>
                  <a:pt x="1184" y="691"/>
                </a:cubicBezTo>
                <a:cubicBezTo>
                  <a:pt x="1183" y="692"/>
                  <a:pt x="1183" y="692"/>
                  <a:pt x="1182" y="693"/>
                </a:cubicBezTo>
                <a:cubicBezTo>
                  <a:pt x="1182" y="694"/>
                  <a:pt x="1181" y="694"/>
                  <a:pt x="1181" y="695"/>
                </a:cubicBezTo>
                <a:cubicBezTo>
                  <a:pt x="1180" y="696"/>
                  <a:pt x="1181" y="697"/>
                  <a:pt x="1181" y="698"/>
                </a:cubicBezTo>
                <a:cubicBezTo>
                  <a:pt x="1180" y="698"/>
                  <a:pt x="1180" y="699"/>
                  <a:pt x="1180" y="699"/>
                </a:cubicBezTo>
                <a:cubicBezTo>
                  <a:pt x="1179" y="700"/>
                  <a:pt x="1178" y="701"/>
                  <a:pt x="1178" y="702"/>
                </a:cubicBezTo>
                <a:cubicBezTo>
                  <a:pt x="1175" y="706"/>
                  <a:pt x="1171" y="708"/>
                  <a:pt x="1168" y="712"/>
                </a:cubicBezTo>
                <a:cubicBezTo>
                  <a:pt x="1167" y="712"/>
                  <a:pt x="1166" y="713"/>
                  <a:pt x="1165" y="713"/>
                </a:cubicBezTo>
                <a:cubicBezTo>
                  <a:pt x="1165" y="713"/>
                  <a:pt x="1164" y="713"/>
                  <a:pt x="1164" y="713"/>
                </a:cubicBezTo>
                <a:cubicBezTo>
                  <a:pt x="1162" y="713"/>
                  <a:pt x="1162" y="714"/>
                  <a:pt x="1161" y="715"/>
                </a:cubicBezTo>
                <a:cubicBezTo>
                  <a:pt x="1161" y="715"/>
                  <a:pt x="1160" y="716"/>
                  <a:pt x="1160" y="716"/>
                </a:cubicBezTo>
                <a:cubicBezTo>
                  <a:pt x="1159" y="717"/>
                  <a:pt x="1159" y="717"/>
                  <a:pt x="1158" y="716"/>
                </a:cubicBezTo>
                <a:cubicBezTo>
                  <a:pt x="1157" y="716"/>
                  <a:pt x="1157" y="716"/>
                  <a:pt x="1157" y="716"/>
                </a:cubicBezTo>
                <a:cubicBezTo>
                  <a:pt x="1157" y="716"/>
                  <a:pt x="1157" y="716"/>
                  <a:pt x="1157" y="716"/>
                </a:cubicBezTo>
                <a:cubicBezTo>
                  <a:pt x="1157" y="716"/>
                  <a:pt x="1157" y="716"/>
                  <a:pt x="1157" y="716"/>
                </a:cubicBezTo>
                <a:cubicBezTo>
                  <a:pt x="1156" y="715"/>
                  <a:pt x="1156" y="716"/>
                  <a:pt x="1155" y="716"/>
                </a:cubicBezTo>
                <a:cubicBezTo>
                  <a:pt x="1155" y="717"/>
                  <a:pt x="1155" y="717"/>
                  <a:pt x="1155" y="718"/>
                </a:cubicBezTo>
                <a:cubicBezTo>
                  <a:pt x="1155" y="718"/>
                  <a:pt x="1155" y="718"/>
                  <a:pt x="1155" y="718"/>
                </a:cubicBezTo>
                <a:cubicBezTo>
                  <a:pt x="1156" y="719"/>
                  <a:pt x="1156" y="719"/>
                  <a:pt x="1156" y="720"/>
                </a:cubicBezTo>
                <a:cubicBezTo>
                  <a:pt x="1156" y="722"/>
                  <a:pt x="1156" y="722"/>
                  <a:pt x="1156" y="722"/>
                </a:cubicBezTo>
                <a:cubicBezTo>
                  <a:pt x="1156" y="722"/>
                  <a:pt x="1156" y="723"/>
                  <a:pt x="1156" y="723"/>
                </a:cubicBezTo>
                <a:cubicBezTo>
                  <a:pt x="1156" y="723"/>
                  <a:pt x="1156" y="723"/>
                  <a:pt x="1156" y="723"/>
                </a:cubicBezTo>
                <a:cubicBezTo>
                  <a:pt x="1156" y="723"/>
                  <a:pt x="1156" y="724"/>
                  <a:pt x="1155" y="724"/>
                </a:cubicBezTo>
                <a:cubicBezTo>
                  <a:pt x="1155" y="724"/>
                  <a:pt x="1155" y="724"/>
                  <a:pt x="1155" y="724"/>
                </a:cubicBezTo>
                <a:cubicBezTo>
                  <a:pt x="1155" y="725"/>
                  <a:pt x="1155" y="725"/>
                  <a:pt x="1155" y="726"/>
                </a:cubicBezTo>
                <a:cubicBezTo>
                  <a:pt x="1155" y="727"/>
                  <a:pt x="1154" y="727"/>
                  <a:pt x="1154" y="728"/>
                </a:cubicBezTo>
                <a:cubicBezTo>
                  <a:pt x="1151" y="729"/>
                  <a:pt x="1150" y="731"/>
                  <a:pt x="1148" y="733"/>
                </a:cubicBezTo>
                <a:cubicBezTo>
                  <a:pt x="1148" y="734"/>
                  <a:pt x="1148" y="734"/>
                  <a:pt x="1148" y="734"/>
                </a:cubicBezTo>
                <a:cubicBezTo>
                  <a:pt x="1147" y="735"/>
                  <a:pt x="1147" y="735"/>
                  <a:pt x="1147" y="736"/>
                </a:cubicBezTo>
                <a:cubicBezTo>
                  <a:pt x="1147" y="736"/>
                  <a:pt x="1147" y="736"/>
                  <a:pt x="1147" y="737"/>
                </a:cubicBezTo>
                <a:cubicBezTo>
                  <a:pt x="1147" y="737"/>
                  <a:pt x="1147" y="737"/>
                  <a:pt x="1147" y="737"/>
                </a:cubicBezTo>
                <a:cubicBezTo>
                  <a:pt x="1146" y="738"/>
                  <a:pt x="1146" y="738"/>
                  <a:pt x="1146" y="739"/>
                </a:cubicBezTo>
                <a:cubicBezTo>
                  <a:pt x="1146" y="740"/>
                  <a:pt x="1146" y="741"/>
                  <a:pt x="1145" y="741"/>
                </a:cubicBezTo>
                <a:cubicBezTo>
                  <a:pt x="1145" y="742"/>
                  <a:pt x="1145" y="743"/>
                  <a:pt x="1145" y="745"/>
                </a:cubicBezTo>
                <a:cubicBezTo>
                  <a:pt x="1145" y="746"/>
                  <a:pt x="1144" y="747"/>
                  <a:pt x="1144" y="748"/>
                </a:cubicBezTo>
                <a:cubicBezTo>
                  <a:pt x="1144" y="748"/>
                  <a:pt x="1144" y="748"/>
                  <a:pt x="1144" y="749"/>
                </a:cubicBezTo>
                <a:cubicBezTo>
                  <a:pt x="1144" y="754"/>
                  <a:pt x="1144" y="759"/>
                  <a:pt x="1144" y="764"/>
                </a:cubicBezTo>
                <a:cubicBezTo>
                  <a:pt x="1144" y="765"/>
                  <a:pt x="1144" y="765"/>
                  <a:pt x="1144" y="765"/>
                </a:cubicBezTo>
                <a:cubicBezTo>
                  <a:pt x="1144" y="765"/>
                  <a:pt x="1144" y="765"/>
                  <a:pt x="1144" y="765"/>
                </a:cubicBezTo>
                <a:cubicBezTo>
                  <a:pt x="1144" y="766"/>
                  <a:pt x="1145" y="766"/>
                  <a:pt x="1145" y="767"/>
                </a:cubicBezTo>
                <a:cubicBezTo>
                  <a:pt x="1145" y="767"/>
                  <a:pt x="1145" y="768"/>
                  <a:pt x="1145" y="768"/>
                </a:cubicBezTo>
                <a:cubicBezTo>
                  <a:pt x="1145" y="770"/>
                  <a:pt x="1145" y="771"/>
                  <a:pt x="1146" y="773"/>
                </a:cubicBezTo>
                <a:cubicBezTo>
                  <a:pt x="1146" y="773"/>
                  <a:pt x="1146" y="774"/>
                  <a:pt x="1146" y="774"/>
                </a:cubicBezTo>
                <a:cubicBezTo>
                  <a:pt x="1146" y="775"/>
                  <a:pt x="1146" y="776"/>
                  <a:pt x="1147" y="777"/>
                </a:cubicBezTo>
                <a:cubicBezTo>
                  <a:pt x="1147" y="777"/>
                  <a:pt x="1147" y="777"/>
                  <a:pt x="1147" y="777"/>
                </a:cubicBezTo>
                <a:cubicBezTo>
                  <a:pt x="1147" y="779"/>
                  <a:pt x="1147" y="781"/>
                  <a:pt x="1147" y="783"/>
                </a:cubicBezTo>
                <a:cubicBezTo>
                  <a:pt x="1147" y="783"/>
                  <a:pt x="1147" y="783"/>
                  <a:pt x="1147" y="783"/>
                </a:cubicBezTo>
                <a:cubicBezTo>
                  <a:pt x="1147" y="783"/>
                  <a:pt x="1147" y="783"/>
                  <a:pt x="1147" y="784"/>
                </a:cubicBezTo>
                <a:cubicBezTo>
                  <a:pt x="1148" y="785"/>
                  <a:pt x="1148" y="786"/>
                  <a:pt x="1148" y="788"/>
                </a:cubicBezTo>
                <a:cubicBezTo>
                  <a:pt x="1148" y="788"/>
                  <a:pt x="1148" y="789"/>
                  <a:pt x="1148" y="789"/>
                </a:cubicBezTo>
                <a:cubicBezTo>
                  <a:pt x="1148" y="789"/>
                  <a:pt x="1148" y="789"/>
                  <a:pt x="1148" y="790"/>
                </a:cubicBezTo>
                <a:cubicBezTo>
                  <a:pt x="1149" y="791"/>
                  <a:pt x="1148" y="793"/>
                  <a:pt x="1149" y="794"/>
                </a:cubicBezTo>
                <a:cubicBezTo>
                  <a:pt x="1149" y="794"/>
                  <a:pt x="1149" y="795"/>
                  <a:pt x="1149" y="795"/>
                </a:cubicBezTo>
                <a:cubicBezTo>
                  <a:pt x="1150" y="796"/>
                  <a:pt x="1150" y="798"/>
                  <a:pt x="1151" y="799"/>
                </a:cubicBezTo>
                <a:cubicBezTo>
                  <a:pt x="1151" y="801"/>
                  <a:pt x="1150" y="802"/>
                  <a:pt x="1151" y="804"/>
                </a:cubicBezTo>
                <a:cubicBezTo>
                  <a:pt x="1151" y="804"/>
                  <a:pt x="1151" y="804"/>
                  <a:pt x="1152" y="805"/>
                </a:cubicBezTo>
                <a:cubicBezTo>
                  <a:pt x="1152" y="806"/>
                  <a:pt x="1152" y="807"/>
                  <a:pt x="1152" y="808"/>
                </a:cubicBezTo>
                <a:cubicBezTo>
                  <a:pt x="1152" y="811"/>
                  <a:pt x="1151" y="813"/>
                  <a:pt x="1152" y="816"/>
                </a:cubicBezTo>
                <a:cubicBezTo>
                  <a:pt x="1153" y="816"/>
                  <a:pt x="1153" y="817"/>
                  <a:pt x="1154" y="818"/>
                </a:cubicBezTo>
                <a:cubicBezTo>
                  <a:pt x="1154" y="819"/>
                  <a:pt x="1154" y="820"/>
                  <a:pt x="1155" y="820"/>
                </a:cubicBezTo>
                <a:cubicBezTo>
                  <a:pt x="1155" y="820"/>
                  <a:pt x="1155" y="820"/>
                  <a:pt x="1155" y="820"/>
                </a:cubicBezTo>
                <a:cubicBezTo>
                  <a:pt x="1155" y="820"/>
                  <a:pt x="1156" y="819"/>
                  <a:pt x="1156" y="819"/>
                </a:cubicBezTo>
                <a:cubicBezTo>
                  <a:pt x="1156" y="819"/>
                  <a:pt x="1156" y="819"/>
                  <a:pt x="1157" y="819"/>
                </a:cubicBezTo>
                <a:cubicBezTo>
                  <a:pt x="1157" y="818"/>
                  <a:pt x="1158" y="818"/>
                  <a:pt x="1158" y="818"/>
                </a:cubicBezTo>
                <a:cubicBezTo>
                  <a:pt x="1160" y="816"/>
                  <a:pt x="1160" y="814"/>
                  <a:pt x="1162" y="813"/>
                </a:cubicBezTo>
                <a:cubicBezTo>
                  <a:pt x="1165" y="811"/>
                  <a:pt x="1167" y="809"/>
                  <a:pt x="1168" y="805"/>
                </a:cubicBezTo>
                <a:cubicBezTo>
                  <a:pt x="1168" y="805"/>
                  <a:pt x="1168" y="804"/>
                  <a:pt x="1168" y="804"/>
                </a:cubicBezTo>
                <a:cubicBezTo>
                  <a:pt x="1170" y="803"/>
                  <a:pt x="1170" y="802"/>
                  <a:pt x="1170" y="801"/>
                </a:cubicBezTo>
                <a:cubicBezTo>
                  <a:pt x="1170" y="800"/>
                  <a:pt x="1170" y="799"/>
                  <a:pt x="1170" y="799"/>
                </a:cubicBezTo>
                <a:cubicBezTo>
                  <a:pt x="1170" y="799"/>
                  <a:pt x="1170" y="799"/>
                  <a:pt x="1170" y="799"/>
                </a:cubicBezTo>
                <a:cubicBezTo>
                  <a:pt x="1170" y="798"/>
                  <a:pt x="1170" y="797"/>
                  <a:pt x="1170" y="797"/>
                </a:cubicBezTo>
                <a:cubicBezTo>
                  <a:pt x="1170" y="796"/>
                  <a:pt x="1171" y="795"/>
                  <a:pt x="1171" y="794"/>
                </a:cubicBezTo>
                <a:cubicBezTo>
                  <a:pt x="1171" y="793"/>
                  <a:pt x="1171" y="793"/>
                  <a:pt x="1170" y="792"/>
                </a:cubicBezTo>
                <a:cubicBezTo>
                  <a:pt x="1169" y="792"/>
                  <a:pt x="1169" y="792"/>
                  <a:pt x="1169" y="792"/>
                </a:cubicBezTo>
                <a:cubicBezTo>
                  <a:pt x="1169" y="792"/>
                  <a:pt x="1169" y="791"/>
                  <a:pt x="1170" y="791"/>
                </a:cubicBezTo>
                <a:cubicBezTo>
                  <a:pt x="1170" y="791"/>
                  <a:pt x="1170" y="791"/>
                  <a:pt x="1170" y="791"/>
                </a:cubicBezTo>
                <a:cubicBezTo>
                  <a:pt x="1172" y="793"/>
                  <a:pt x="1173" y="791"/>
                  <a:pt x="1175" y="790"/>
                </a:cubicBezTo>
                <a:cubicBezTo>
                  <a:pt x="1176" y="789"/>
                  <a:pt x="1178" y="788"/>
                  <a:pt x="1180" y="788"/>
                </a:cubicBezTo>
                <a:cubicBezTo>
                  <a:pt x="1181" y="787"/>
                  <a:pt x="1182" y="789"/>
                  <a:pt x="1183" y="790"/>
                </a:cubicBezTo>
                <a:cubicBezTo>
                  <a:pt x="1183" y="789"/>
                  <a:pt x="1183" y="789"/>
                  <a:pt x="1183" y="789"/>
                </a:cubicBezTo>
                <a:cubicBezTo>
                  <a:pt x="1183" y="788"/>
                  <a:pt x="1183" y="788"/>
                  <a:pt x="1183" y="788"/>
                </a:cubicBezTo>
                <a:cubicBezTo>
                  <a:pt x="1183" y="787"/>
                  <a:pt x="1182" y="786"/>
                  <a:pt x="1182" y="785"/>
                </a:cubicBezTo>
                <a:cubicBezTo>
                  <a:pt x="1182" y="785"/>
                  <a:pt x="1182" y="784"/>
                  <a:pt x="1182" y="783"/>
                </a:cubicBezTo>
                <a:cubicBezTo>
                  <a:pt x="1182" y="783"/>
                  <a:pt x="1182" y="783"/>
                  <a:pt x="1182" y="783"/>
                </a:cubicBezTo>
                <a:cubicBezTo>
                  <a:pt x="1182" y="782"/>
                  <a:pt x="1182" y="782"/>
                  <a:pt x="1182" y="781"/>
                </a:cubicBezTo>
                <a:cubicBezTo>
                  <a:pt x="1182" y="781"/>
                  <a:pt x="1182" y="781"/>
                  <a:pt x="1182" y="781"/>
                </a:cubicBezTo>
                <a:cubicBezTo>
                  <a:pt x="1182" y="780"/>
                  <a:pt x="1182" y="780"/>
                  <a:pt x="1182" y="779"/>
                </a:cubicBezTo>
                <a:cubicBezTo>
                  <a:pt x="1182" y="779"/>
                  <a:pt x="1182" y="779"/>
                  <a:pt x="1182" y="778"/>
                </a:cubicBezTo>
                <a:cubicBezTo>
                  <a:pt x="1183" y="776"/>
                  <a:pt x="1184" y="774"/>
                  <a:pt x="1186" y="772"/>
                </a:cubicBezTo>
                <a:cubicBezTo>
                  <a:pt x="1188" y="770"/>
                  <a:pt x="1189" y="769"/>
                  <a:pt x="1191" y="768"/>
                </a:cubicBezTo>
                <a:cubicBezTo>
                  <a:pt x="1192" y="767"/>
                  <a:pt x="1193" y="767"/>
                  <a:pt x="1194" y="768"/>
                </a:cubicBezTo>
                <a:cubicBezTo>
                  <a:pt x="1196" y="769"/>
                  <a:pt x="1198" y="769"/>
                  <a:pt x="1200" y="767"/>
                </a:cubicBezTo>
                <a:cubicBezTo>
                  <a:pt x="1201" y="766"/>
                  <a:pt x="1202" y="765"/>
                  <a:pt x="1202" y="764"/>
                </a:cubicBezTo>
                <a:cubicBezTo>
                  <a:pt x="1202" y="763"/>
                  <a:pt x="1202" y="762"/>
                  <a:pt x="1201" y="761"/>
                </a:cubicBezTo>
                <a:cubicBezTo>
                  <a:pt x="1201" y="761"/>
                  <a:pt x="1201" y="761"/>
                  <a:pt x="1200" y="761"/>
                </a:cubicBezTo>
                <a:cubicBezTo>
                  <a:pt x="1200" y="759"/>
                  <a:pt x="1199" y="758"/>
                  <a:pt x="1199" y="757"/>
                </a:cubicBezTo>
                <a:cubicBezTo>
                  <a:pt x="1199" y="756"/>
                  <a:pt x="1199" y="755"/>
                  <a:pt x="1199" y="754"/>
                </a:cubicBezTo>
                <a:cubicBezTo>
                  <a:pt x="1199" y="753"/>
                  <a:pt x="1199" y="752"/>
                  <a:pt x="1199" y="751"/>
                </a:cubicBezTo>
                <a:cubicBezTo>
                  <a:pt x="1200" y="749"/>
                  <a:pt x="1201" y="747"/>
                  <a:pt x="1201" y="746"/>
                </a:cubicBezTo>
                <a:cubicBezTo>
                  <a:pt x="1201" y="744"/>
                  <a:pt x="1202" y="744"/>
                  <a:pt x="1203" y="743"/>
                </a:cubicBezTo>
                <a:cubicBezTo>
                  <a:pt x="1204" y="743"/>
                  <a:pt x="1206" y="742"/>
                  <a:pt x="1205" y="741"/>
                </a:cubicBezTo>
                <a:cubicBezTo>
                  <a:pt x="1205" y="738"/>
                  <a:pt x="1208" y="739"/>
                  <a:pt x="1209" y="738"/>
                </a:cubicBezTo>
                <a:cubicBezTo>
                  <a:pt x="1209" y="739"/>
                  <a:pt x="1208" y="739"/>
                  <a:pt x="1208" y="740"/>
                </a:cubicBezTo>
                <a:cubicBezTo>
                  <a:pt x="1206" y="741"/>
                  <a:pt x="1206" y="742"/>
                  <a:pt x="1207" y="743"/>
                </a:cubicBezTo>
                <a:cubicBezTo>
                  <a:pt x="1208" y="744"/>
                  <a:pt x="1209" y="745"/>
                  <a:pt x="1209" y="745"/>
                </a:cubicBezTo>
                <a:cubicBezTo>
                  <a:pt x="1210" y="746"/>
                  <a:pt x="1211" y="745"/>
                  <a:pt x="1213" y="743"/>
                </a:cubicBezTo>
                <a:cubicBezTo>
                  <a:pt x="1213" y="742"/>
                  <a:pt x="1213" y="742"/>
                  <a:pt x="1213" y="741"/>
                </a:cubicBezTo>
                <a:cubicBezTo>
                  <a:pt x="1213" y="739"/>
                  <a:pt x="1212" y="737"/>
                  <a:pt x="1212" y="735"/>
                </a:cubicBezTo>
                <a:cubicBezTo>
                  <a:pt x="1212" y="734"/>
                  <a:pt x="1212" y="734"/>
                  <a:pt x="1212" y="734"/>
                </a:cubicBezTo>
                <a:cubicBezTo>
                  <a:pt x="1212" y="734"/>
                  <a:pt x="1211" y="734"/>
                  <a:pt x="1210" y="734"/>
                </a:cubicBezTo>
                <a:cubicBezTo>
                  <a:pt x="1210" y="734"/>
                  <a:pt x="1209" y="734"/>
                  <a:pt x="1209" y="734"/>
                </a:cubicBezTo>
                <a:cubicBezTo>
                  <a:pt x="1208" y="734"/>
                  <a:pt x="1208" y="733"/>
                  <a:pt x="1208" y="732"/>
                </a:cubicBezTo>
                <a:cubicBezTo>
                  <a:pt x="1208" y="730"/>
                  <a:pt x="1209" y="728"/>
                  <a:pt x="1208" y="726"/>
                </a:cubicBezTo>
                <a:cubicBezTo>
                  <a:pt x="1207" y="724"/>
                  <a:pt x="1208" y="723"/>
                  <a:pt x="1209" y="722"/>
                </a:cubicBezTo>
                <a:cubicBezTo>
                  <a:pt x="1212" y="721"/>
                  <a:pt x="1212" y="719"/>
                  <a:pt x="1212" y="717"/>
                </a:cubicBezTo>
                <a:cubicBezTo>
                  <a:pt x="1212" y="717"/>
                  <a:pt x="1212" y="716"/>
                  <a:pt x="1212" y="716"/>
                </a:cubicBezTo>
                <a:cubicBezTo>
                  <a:pt x="1212" y="716"/>
                  <a:pt x="1211" y="716"/>
                  <a:pt x="1211" y="716"/>
                </a:cubicBezTo>
                <a:cubicBezTo>
                  <a:pt x="1211" y="716"/>
                  <a:pt x="1210" y="715"/>
                  <a:pt x="1209" y="715"/>
                </a:cubicBezTo>
                <a:cubicBezTo>
                  <a:pt x="1209" y="715"/>
                  <a:pt x="1208" y="714"/>
                  <a:pt x="1208" y="714"/>
                </a:cubicBezTo>
                <a:cubicBezTo>
                  <a:pt x="1208" y="714"/>
                  <a:pt x="1207" y="714"/>
                  <a:pt x="1207" y="714"/>
                </a:cubicBezTo>
                <a:cubicBezTo>
                  <a:pt x="1207" y="714"/>
                  <a:pt x="1207" y="714"/>
                  <a:pt x="1207" y="714"/>
                </a:cubicBezTo>
                <a:cubicBezTo>
                  <a:pt x="1206" y="714"/>
                  <a:pt x="1206" y="715"/>
                  <a:pt x="1206" y="715"/>
                </a:cubicBezTo>
                <a:cubicBezTo>
                  <a:pt x="1206" y="716"/>
                  <a:pt x="1205" y="716"/>
                  <a:pt x="1204" y="716"/>
                </a:cubicBezTo>
                <a:cubicBezTo>
                  <a:pt x="1204" y="716"/>
                  <a:pt x="1204" y="716"/>
                  <a:pt x="1204" y="716"/>
                </a:cubicBezTo>
                <a:cubicBezTo>
                  <a:pt x="1203" y="716"/>
                  <a:pt x="1203" y="716"/>
                  <a:pt x="1202" y="716"/>
                </a:cubicBezTo>
                <a:cubicBezTo>
                  <a:pt x="1202" y="716"/>
                  <a:pt x="1202" y="716"/>
                  <a:pt x="1202" y="716"/>
                </a:cubicBezTo>
                <a:cubicBezTo>
                  <a:pt x="1202" y="716"/>
                  <a:pt x="1202" y="716"/>
                  <a:pt x="1202" y="716"/>
                </a:cubicBezTo>
                <a:cubicBezTo>
                  <a:pt x="1202" y="716"/>
                  <a:pt x="1202" y="715"/>
                  <a:pt x="1202" y="715"/>
                </a:cubicBezTo>
                <a:cubicBezTo>
                  <a:pt x="1202" y="709"/>
                  <a:pt x="1202" y="709"/>
                  <a:pt x="1202" y="709"/>
                </a:cubicBezTo>
                <a:cubicBezTo>
                  <a:pt x="1202" y="709"/>
                  <a:pt x="1202" y="709"/>
                  <a:pt x="1202" y="708"/>
                </a:cubicBezTo>
                <a:cubicBezTo>
                  <a:pt x="1203" y="708"/>
                  <a:pt x="1202" y="707"/>
                  <a:pt x="1202" y="706"/>
                </a:cubicBezTo>
                <a:cubicBezTo>
                  <a:pt x="1203" y="705"/>
                  <a:pt x="1204" y="704"/>
                  <a:pt x="1204" y="702"/>
                </a:cubicBezTo>
                <a:cubicBezTo>
                  <a:pt x="1204" y="702"/>
                  <a:pt x="1204" y="701"/>
                  <a:pt x="1205" y="701"/>
                </a:cubicBezTo>
                <a:cubicBezTo>
                  <a:pt x="1207" y="700"/>
                  <a:pt x="1209" y="697"/>
                  <a:pt x="1210" y="695"/>
                </a:cubicBezTo>
                <a:cubicBezTo>
                  <a:pt x="1210" y="694"/>
                  <a:pt x="1211" y="694"/>
                  <a:pt x="1211" y="694"/>
                </a:cubicBezTo>
                <a:cubicBezTo>
                  <a:pt x="1211" y="694"/>
                  <a:pt x="1212" y="695"/>
                  <a:pt x="1212" y="694"/>
                </a:cubicBezTo>
                <a:cubicBezTo>
                  <a:pt x="1212" y="694"/>
                  <a:pt x="1212" y="693"/>
                  <a:pt x="1212" y="693"/>
                </a:cubicBezTo>
                <a:cubicBezTo>
                  <a:pt x="1210" y="692"/>
                  <a:pt x="1211" y="691"/>
                  <a:pt x="1212" y="691"/>
                </a:cubicBezTo>
                <a:cubicBezTo>
                  <a:pt x="1213" y="690"/>
                  <a:pt x="1213" y="689"/>
                  <a:pt x="1213" y="689"/>
                </a:cubicBezTo>
                <a:cubicBezTo>
                  <a:pt x="1213" y="689"/>
                  <a:pt x="1213" y="688"/>
                  <a:pt x="1213" y="688"/>
                </a:cubicBezTo>
                <a:cubicBezTo>
                  <a:pt x="1212" y="688"/>
                  <a:pt x="1212" y="688"/>
                  <a:pt x="1212" y="688"/>
                </a:cubicBezTo>
                <a:cubicBezTo>
                  <a:pt x="1211" y="686"/>
                  <a:pt x="1212" y="686"/>
                  <a:pt x="1214" y="685"/>
                </a:cubicBezTo>
                <a:cubicBezTo>
                  <a:pt x="1215" y="684"/>
                  <a:pt x="1214" y="682"/>
                  <a:pt x="1214" y="681"/>
                </a:cubicBezTo>
                <a:cubicBezTo>
                  <a:pt x="1214" y="680"/>
                  <a:pt x="1215" y="680"/>
                  <a:pt x="1215" y="680"/>
                </a:cubicBezTo>
                <a:cubicBezTo>
                  <a:pt x="1216" y="680"/>
                  <a:pt x="1217" y="680"/>
                  <a:pt x="1216" y="679"/>
                </a:cubicBezTo>
                <a:cubicBezTo>
                  <a:pt x="1216" y="679"/>
                  <a:pt x="1216" y="679"/>
                  <a:pt x="1216" y="678"/>
                </a:cubicBezTo>
                <a:cubicBezTo>
                  <a:pt x="1216" y="678"/>
                  <a:pt x="1216" y="678"/>
                  <a:pt x="1216" y="678"/>
                </a:cubicBezTo>
                <a:cubicBezTo>
                  <a:pt x="1216" y="678"/>
                  <a:pt x="1216" y="678"/>
                  <a:pt x="1216" y="678"/>
                </a:cubicBezTo>
                <a:cubicBezTo>
                  <a:pt x="1217" y="677"/>
                  <a:pt x="1217" y="678"/>
                  <a:pt x="1218" y="678"/>
                </a:cubicBezTo>
                <a:cubicBezTo>
                  <a:pt x="1219" y="679"/>
                  <a:pt x="1220" y="679"/>
                  <a:pt x="1222" y="678"/>
                </a:cubicBezTo>
                <a:cubicBezTo>
                  <a:pt x="1222" y="678"/>
                  <a:pt x="1222" y="677"/>
                  <a:pt x="1222" y="677"/>
                </a:cubicBezTo>
                <a:cubicBezTo>
                  <a:pt x="1222" y="677"/>
                  <a:pt x="1222" y="677"/>
                  <a:pt x="1222" y="677"/>
                </a:cubicBezTo>
                <a:cubicBezTo>
                  <a:pt x="1223" y="677"/>
                  <a:pt x="1224" y="677"/>
                  <a:pt x="1224" y="678"/>
                </a:cubicBezTo>
                <a:cubicBezTo>
                  <a:pt x="1225" y="678"/>
                  <a:pt x="1225" y="679"/>
                  <a:pt x="1225" y="679"/>
                </a:cubicBezTo>
                <a:cubicBezTo>
                  <a:pt x="1226" y="680"/>
                  <a:pt x="1226" y="680"/>
                  <a:pt x="1226" y="680"/>
                </a:cubicBezTo>
                <a:cubicBezTo>
                  <a:pt x="1227" y="682"/>
                  <a:pt x="1228" y="681"/>
                  <a:pt x="1229" y="680"/>
                </a:cubicBezTo>
                <a:cubicBezTo>
                  <a:pt x="1229" y="679"/>
                  <a:pt x="1230" y="678"/>
                  <a:pt x="1229" y="677"/>
                </a:cubicBezTo>
                <a:cubicBezTo>
                  <a:pt x="1231" y="676"/>
                  <a:pt x="1232" y="674"/>
                  <a:pt x="1234" y="673"/>
                </a:cubicBezTo>
                <a:cubicBezTo>
                  <a:pt x="1234" y="673"/>
                  <a:pt x="1235" y="673"/>
                  <a:pt x="1235" y="673"/>
                </a:cubicBezTo>
                <a:cubicBezTo>
                  <a:pt x="1236" y="671"/>
                  <a:pt x="1237" y="670"/>
                  <a:pt x="1239" y="671"/>
                </a:cubicBezTo>
                <a:cubicBezTo>
                  <a:pt x="1239" y="671"/>
                  <a:pt x="1239" y="671"/>
                  <a:pt x="1239" y="671"/>
                </a:cubicBezTo>
                <a:cubicBezTo>
                  <a:pt x="1239" y="675"/>
                  <a:pt x="1239" y="675"/>
                  <a:pt x="1239" y="675"/>
                </a:cubicBezTo>
                <a:cubicBezTo>
                  <a:pt x="1239" y="675"/>
                  <a:pt x="1239" y="675"/>
                  <a:pt x="1238" y="676"/>
                </a:cubicBezTo>
                <a:cubicBezTo>
                  <a:pt x="1237" y="678"/>
                  <a:pt x="1238" y="679"/>
                  <a:pt x="1238" y="681"/>
                </a:cubicBezTo>
                <a:cubicBezTo>
                  <a:pt x="1241" y="681"/>
                  <a:pt x="1242" y="678"/>
                  <a:pt x="1243" y="676"/>
                </a:cubicBezTo>
                <a:cubicBezTo>
                  <a:pt x="1245" y="675"/>
                  <a:pt x="1245" y="672"/>
                  <a:pt x="1248" y="672"/>
                </a:cubicBezTo>
                <a:cubicBezTo>
                  <a:pt x="1249" y="671"/>
                  <a:pt x="1251" y="670"/>
                  <a:pt x="1252" y="670"/>
                </a:cubicBezTo>
                <a:cubicBezTo>
                  <a:pt x="1253" y="669"/>
                  <a:pt x="1254" y="669"/>
                  <a:pt x="1255" y="668"/>
                </a:cubicBezTo>
                <a:cubicBezTo>
                  <a:pt x="1258" y="667"/>
                  <a:pt x="1261" y="668"/>
                  <a:pt x="1264" y="668"/>
                </a:cubicBezTo>
                <a:cubicBezTo>
                  <a:pt x="1265" y="668"/>
                  <a:pt x="1266" y="668"/>
                  <a:pt x="1267" y="668"/>
                </a:cubicBezTo>
                <a:cubicBezTo>
                  <a:pt x="1267" y="669"/>
                  <a:pt x="1268" y="669"/>
                  <a:pt x="1268" y="670"/>
                </a:cubicBezTo>
                <a:cubicBezTo>
                  <a:pt x="1268" y="670"/>
                  <a:pt x="1268" y="670"/>
                  <a:pt x="1268" y="670"/>
                </a:cubicBezTo>
                <a:cubicBezTo>
                  <a:pt x="1268" y="670"/>
                  <a:pt x="1269" y="670"/>
                  <a:pt x="1269" y="670"/>
                </a:cubicBezTo>
                <a:cubicBezTo>
                  <a:pt x="1270" y="671"/>
                  <a:pt x="1270" y="673"/>
                  <a:pt x="1271" y="674"/>
                </a:cubicBezTo>
                <a:cubicBezTo>
                  <a:pt x="1272" y="674"/>
                  <a:pt x="1272" y="674"/>
                  <a:pt x="1272" y="674"/>
                </a:cubicBezTo>
                <a:cubicBezTo>
                  <a:pt x="1272" y="674"/>
                  <a:pt x="1271" y="674"/>
                  <a:pt x="1271" y="675"/>
                </a:cubicBezTo>
                <a:cubicBezTo>
                  <a:pt x="1271" y="676"/>
                  <a:pt x="1272" y="677"/>
                  <a:pt x="1273" y="677"/>
                </a:cubicBezTo>
                <a:cubicBezTo>
                  <a:pt x="1273" y="678"/>
                  <a:pt x="1273" y="678"/>
                  <a:pt x="1273" y="678"/>
                </a:cubicBezTo>
                <a:cubicBezTo>
                  <a:pt x="1274" y="679"/>
                  <a:pt x="1275" y="679"/>
                  <a:pt x="1276" y="679"/>
                </a:cubicBezTo>
                <a:cubicBezTo>
                  <a:pt x="1277" y="679"/>
                  <a:pt x="1276" y="678"/>
                  <a:pt x="1276" y="677"/>
                </a:cubicBezTo>
                <a:cubicBezTo>
                  <a:pt x="1276" y="674"/>
                  <a:pt x="1277" y="672"/>
                  <a:pt x="1279" y="671"/>
                </a:cubicBezTo>
                <a:cubicBezTo>
                  <a:pt x="1280" y="670"/>
                  <a:pt x="1281" y="670"/>
                  <a:pt x="1281" y="669"/>
                </a:cubicBezTo>
                <a:cubicBezTo>
                  <a:pt x="1282" y="668"/>
                  <a:pt x="1284" y="668"/>
                  <a:pt x="1284" y="666"/>
                </a:cubicBezTo>
                <a:cubicBezTo>
                  <a:pt x="1286" y="665"/>
                  <a:pt x="1287" y="664"/>
                  <a:pt x="1288" y="663"/>
                </a:cubicBezTo>
                <a:cubicBezTo>
                  <a:pt x="1291" y="663"/>
                  <a:pt x="1291" y="662"/>
                  <a:pt x="1291" y="659"/>
                </a:cubicBezTo>
                <a:cubicBezTo>
                  <a:pt x="1291" y="659"/>
                  <a:pt x="1291" y="659"/>
                  <a:pt x="1291" y="659"/>
                </a:cubicBezTo>
                <a:cubicBezTo>
                  <a:pt x="1293" y="660"/>
                  <a:pt x="1293" y="660"/>
                  <a:pt x="1294" y="656"/>
                </a:cubicBezTo>
                <a:cubicBezTo>
                  <a:pt x="1294" y="656"/>
                  <a:pt x="1294" y="657"/>
                  <a:pt x="1294" y="657"/>
                </a:cubicBezTo>
                <a:cubicBezTo>
                  <a:pt x="1296" y="658"/>
                  <a:pt x="1296" y="656"/>
                  <a:pt x="1297" y="656"/>
                </a:cubicBezTo>
                <a:cubicBezTo>
                  <a:pt x="1298" y="655"/>
                  <a:pt x="1299" y="654"/>
                  <a:pt x="1297" y="653"/>
                </a:cubicBezTo>
                <a:cubicBezTo>
                  <a:pt x="1297" y="653"/>
                  <a:pt x="1297" y="653"/>
                  <a:pt x="1297" y="653"/>
                </a:cubicBezTo>
                <a:cubicBezTo>
                  <a:pt x="1297" y="653"/>
                  <a:pt x="1297" y="653"/>
                  <a:pt x="1297" y="652"/>
                </a:cubicBezTo>
                <a:cubicBezTo>
                  <a:pt x="1298" y="652"/>
                  <a:pt x="1298" y="652"/>
                  <a:pt x="1298" y="652"/>
                </a:cubicBezTo>
                <a:cubicBezTo>
                  <a:pt x="1298" y="652"/>
                  <a:pt x="1298" y="652"/>
                  <a:pt x="1298" y="652"/>
                </a:cubicBezTo>
                <a:cubicBezTo>
                  <a:pt x="1298" y="652"/>
                  <a:pt x="1299" y="652"/>
                  <a:pt x="1299" y="652"/>
                </a:cubicBezTo>
                <a:cubicBezTo>
                  <a:pt x="1300" y="653"/>
                  <a:pt x="1301" y="653"/>
                  <a:pt x="1301" y="652"/>
                </a:cubicBezTo>
                <a:cubicBezTo>
                  <a:pt x="1302" y="650"/>
                  <a:pt x="1305" y="650"/>
                  <a:pt x="1304" y="647"/>
                </a:cubicBezTo>
                <a:cubicBezTo>
                  <a:pt x="1304" y="647"/>
                  <a:pt x="1305" y="647"/>
                  <a:pt x="1305" y="647"/>
                </a:cubicBezTo>
                <a:cubicBezTo>
                  <a:pt x="1307" y="648"/>
                  <a:pt x="1308" y="648"/>
                  <a:pt x="1308" y="646"/>
                </a:cubicBezTo>
                <a:cubicBezTo>
                  <a:pt x="1307" y="645"/>
                  <a:pt x="1308" y="644"/>
                  <a:pt x="1309" y="644"/>
                </a:cubicBezTo>
                <a:cubicBezTo>
                  <a:pt x="1312" y="645"/>
                  <a:pt x="1313" y="644"/>
                  <a:pt x="1315" y="643"/>
                </a:cubicBezTo>
                <a:cubicBezTo>
                  <a:pt x="1318" y="641"/>
                  <a:pt x="1320" y="639"/>
                  <a:pt x="1322" y="638"/>
                </a:cubicBezTo>
                <a:cubicBezTo>
                  <a:pt x="1326" y="637"/>
                  <a:pt x="1328" y="635"/>
                  <a:pt x="1331" y="633"/>
                </a:cubicBezTo>
                <a:cubicBezTo>
                  <a:pt x="1332" y="633"/>
                  <a:pt x="1332" y="632"/>
                  <a:pt x="1331" y="631"/>
                </a:cubicBezTo>
                <a:cubicBezTo>
                  <a:pt x="1331" y="631"/>
                  <a:pt x="1332" y="631"/>
                  <a:pt x="1333" y="631"/>
                </a:cubicBezTo>
                <a:cubicBezTo>
                  <a:pt x="1333" y="631"/>
                  <a:pt x="1333" y="632"/>
                  <a:pt x="1333" y="632"/>
                </a:cubicBezTo>
                <a:cubicBezTo>
                  <a:pt x="1333" y="632"/>
                  <a:pt x="1334" y="632"/>
                  <a:pt x="1334" y="632"/>
                </a:cubicBezTo>
                <a:cubicBezTo>
                  <a:pt x="1335" y="631"/>
                  <a:pt x="1336" y="631"/>
                  <a:pt x="1337" y="631"/>
                </a:cubicBezTo>
                <a:cubicBezTo>
                  <a:pt x="1337" y="631"/>
                  <a:pt x="1337" y="631"/>
                  <a:pt x="1337" y="631"/>
                </a:cubicBezTo>
                <a:cubicBezTo>
                  <a:pt x="1337" y="631"/>
                  <a:pt x="1337" y="631"/>
                  <a:pt x="1337" y="631"/>
                </a:cubicBezTo>
                <a:cubicBezTo>
                  <a:pt x="1336" y="631"/>
                  <a:pt x="1336" y="630"/>
                  <a:pt x="1335" y="630"/>
                </a:cubicBezTo>
                <a:cubicBezTo>
                  <a:pt x="1334" y="629"/>
                  <a:pt x="1334" y="628"/>
                  <a:pt x="1334" y="627"/>
                </a:cubicBezTo>
                <a:cubicBezTo>
                  <a:pt x="1334" y="627"/>
                  <a:pt x="1334" y="626"/>
                  <a:pt x="1335" y="626"/>
                </a:cubicBezTo>
                <a:cubicBezTo>
                  <a:pt x="1335" y="626"/>
                  <a:pt x="1335" y="626"/>
                  <a:pt x="1336" y="626"/>
                </a:cubicBezTo>
                <a:cubicBezTo>
                  <a:pt x="1336" y="626"/>
                  <a:pt x="1336" y="626"/>
                  <a:pt x="1336" y="626"/>
                </a:cubicBezTo>
                <a:cubicBezTo>
                  <a:pt x="1336" y="627"/>
                  <a:pt x="1336" y="627"/>
                  <a:pt x="1336" y="627"/>
                </a:cubicBezTo>
                <a:cubicBezTo>
                  <a:pt x="1337" y="628"/>
                  <a:pt x="1337" y="628"/>
                  <a:pt x="1338" y="628"/>
                </a:cubicBezTo>
                <a:cubicBezTo>
                  <a:pt x="1338" y="629"/>
                  <a:pt x="1339" y="629"/>
                  <a:pt x="1338" y="630"/>
                </a:cubicBezTo>
                <a:cubicBezTo>
                  <a:pt x="1338" y="630"/>
                  <a:pt x="1338" y="630"/>
                  <a:pt x="1338" y="630"/>
                </a:cubicBezTo>
                <a:cubicBezTo>
                  <a:pt x="1339" y="630"/>
                  <a:pt x="1339" y="631"/>
                  <a:pt x="1339" y="631"/>
                </a:cubicBezTo>
                <a:cubicBezTo>
                  <a:pt x="1343" y="631"/>
                  <a:pt x="1347" y="632"/>
                  <a:pt x="1350" y="634"/>
                </a:cubicBezTo>
                <a:cubicBezTo>
                  <a:pt x="1351" y="634"/>
                  <a:pt x="1352" y="636"/>
                  <a:pt x="1353" y="635"/>
                </a:cubicBezTo>
                <a:cubicBezTo>
                  <a:pt x="1354" y="634"/>
                  <a:pt x="1353" y="633"/>
                  <a:pt x="1353" y="632"/>
                </a:cubicBezTo>
                <a:cubicBezTo>
                  <a:pt x="1353" y="632"/>
                  <a:pt x="1353" y="632"/>
                  <a:pt x="1353" y="631"/>
                </a:cubicBezTo>
                <a:cubicBezTo>
                  <a:pt x="1353" y="631"/>
                  <a:pt x="1353" y="631"/>
                  <a:pt x="1353" y="631"/>
                </a:cubicBezTo>
                <a:cubicBezTo>
                  <a:pt x="1354" y="632"/>
                  <a:pt x="1354" y="632"/>
                  <a:pt x="1354" y="632"/>
                </a:cubicBezTo>
                <a:cubicBezTo>
                  <a:pt x="1355" y="632"/>
                  <a:pt x="1355" y="632"/>
                  <a:pt x="1356" y="631"/>
                </a:cubicBezTo>
                <a:cubicBezTo>
                  <a:pt x="1358" y="628"/>
                  <a:pt x="1359" y="627"/>
                  <a:pt x="1356" y="624"/>
                </a:cubicBezTo>
                <a:cubicBezTo>
                  <a:pt x="1356" y="624"/>
                  <a:pt x="1356" y="624"/>
                  <a:pt x="1355" y="624"/>
                </a:cubicBezTo>
                <a:cubicBezTo>
                  <a:pt x="1355" y="624"/>
                  <a:pt x="1355" y="623"/>
                  <a:pt x="1355" y="623"/>
                </a:cubicBezTo>
                <a:cubicBezTo>
                  <a:pt x="1355" y="623"/>
                  <a:pt x="1355" y="623"/>
                  <a:pt x="1355" y="623"/>
                </a:cubicBezTo>
                <a:cubicBezTo>
                  <a:pt x="1355" y="622"/>
                  <a:pt x="1355" y="622"/>
                  <a:pt x="1354" y="622"/>
                </a:cubicBezTo>
                <a:cubicBezTo>
                  <a:pt x="1354" y="622"/>
                  <a:pt x="1353" y="623"/>
                  <a:pt x="1353" y="622"/>
                </a:cubicBezTo>
                <a:cubicBezTo>
                  <a:pt x="1353" y="621"/>
                  <a:pt x="1354" y="621"/>
                  <a:pt x="1354" y="621"/>
                </a:cubicBezTo>
                <a:cubicBezTo>
                  <a:pt x="1356" y="621"/>
                  <a:pt x="1356" y="620"/>
                  <a:pt x="1355" y="619"/>
                </a:cubicBezTo>
                <a:cubicBezTo>
                  <a:pt x="1354" y="618"/>
                  <a:pt x="1353" y="617"/>
                  <a:pt x="1352" y="616"/>
                </a:cubicBezTo>
                <a:cubicBezTo>
                  <a:pt x="1352" y="614"/>
                  <a:pt x="1349" y="613"/>
                  <a:pt x="1349" y="611"/>
                </a:cubicBezTo>
                <a:cubicBezTo>
                  <a:pt x="1349" y="611"/>
                  <a:pt x="1348" y="611"/>
                  <a:pt x="1348" y="611"/>
                </a:cubicBezTo>
                <a:cubicBezTo>
                  <a:pt x="1347" y="611"/>
                  <a:pt x="1347" y="611"/>
                  <a:pt x="1346" y="611"/>
                </a:cubicBezTo>
                <a:cubicBezTo>
                  <a:pt x="1346" y="609"/>
                  <a:pt x="1348" y="610"/>
                  <a:pt x="1349" y="610"/>
                </a:cubicBezTo>
                <a:cubicBezTo>
                  <a:pt x="1351" y="609"/>
                  <a:pt x="1351" y="609"/>
                  <a:pt x="1351" y="608"/>
                </a:cubicBezTo>
                <a:cubicBezTo>
                  <a:pt x="1350" y="606"/>
                  <a:pt x="1351" y="603"/>
                  <a:pt x="1346" y="603"/>
                </a:cubicBezTo>
                <a:cubicBezTo>
                  <a:pt x="1346" y="603"/>
                  <a:pt x="1346" y="602"/>
                  <a:pt x="1346" y="602"/>
                </a:cubicBezTo>
                <a:cubicBezTo>
                  <a:pt x="1347" y="601"/>
                  <a:pt x="1349" y="601"/>
                  <a:pt x="1348" y="600"/>
                </a:cubicBezTo>
                <a:cubicBezTo>
                  <a:pt x="1348" y="599"/>
                  <a:pt x="1348" y="598"/>
                  <a:pt x="1347" y="597"/>
                </a:cubicBezTo>
                <a:cubicBezTo>
                  <a:pt x="1347" y="596"/>
                  <a:pt x="1347" y="596"/>
                  <a:pt x="1346" y="595"/>
                </a:cubicBezTo>
                <a:cubicBezTo>
                  <a:pt x="1345" y="598"/>
                  <a:pt x="1343" y="598"/>
                  <a:pt x="1341" y="596"/>
                </a:cubicBezTo>
                <a:cubicBezTo>
                  <a:pt x="1339" y="594"/>
                  <a:pt x="1337" y="592"/>
                  <a:pt x="1339" y="589"/>
                </a:cubicBezTo>
                <a:cubicBezTo>
                  <a:pt x="1339" y="589"/>
                  <a:pt x="1339" y="587"/>
                  <a:pt x="1338" y="587"/>
                </a:cubicBezTo>
                <a:cubicBezTo>
                  <a:pt x="1337" y="586"/>
                  <a:pt x="1337" y="587"/>
                  <a:pt x="1336" y="588"/>
                </a:cubicBezTo>
                <a:cubicBezTo>
                  <a:pt x="1335" y="588"/>
                  <a:pt x="1334" y="588"/>
                  <a:pt x="1333" y="590"/>
                </a:cubicBezTo>
                <a:cubicBezTo>
                  <a:pt x="1333" y="590"/>
                  <a:pt x="1333" y="590"/>
                  <a:pt x="1333" y="590"/>
                </a:cubicBezTo>
                <a:cubicBezTo>
                  <a:pt x="1330" y="590"/>
                  <a:pt x="1328" y="587"/>
                  <a:pt x="1328" y="584"/>
                </a:cubicBezTo>
                <a:cubicBezTo>
                  <a:pt x="1328" y="584"/>
                  <a:pt x="1329" y="584"/>
                  <a:pt x="1329" y="584"/>
                </a:cubicBezTo>
                <a:cubicBezTo>
                  <a:pt x="1330" y="585"/>
                  <a:pt x="1330" y="586"/>
                  <a:pt x="1331" y="585"/>
                </a:cubicBezTo>
                <a:cubicBezTo>
                  <a:pt x="1332" y="585"/>
                  <a:pt x="1333" y="585"/>
                  <a:pt x="1334" y="585"/>
                </a:cubicBezTo>
                <a:cubicBezTo>
                  <a:pt x="1335" y="586"/>
                  <a:pt x="1336" y="586"/>
                  <a:pt x="1336" y="585"/>
                </a:cubicBezTo>
                <a:cubicBezTo>
                  <a:pt x="1336" y="582"/>
                  <a:pt x="1337" y="583"/>
                  <a:pt x="1339" y="583"/>
                </a:cubicBezTo>
                <a:cubicBezTo>
                  <a:pt x="1339" y="584"/>
                  <a:pt x="1337" y="586"/>
                  <a:pt x="1339" y="586"/>
                </a:cubicBezTo>
                <a:cubicBezTo>
                  <a:pt x="1341" y="586"/>
                  <a:pt x="1340" y="588"/>
                  <a:pt x="1342" y="588"/>
                </a:cubicBezTo>
                <a:cubicBezTo>
                  <a:pt x="1344" y="588"/>
                  <a:pt x="1347" y="589"/>
                  <a:pt x="1350" y="589"/>
                </a:cubicBezTo>
                <a:cubicBezTo>
                  <a:pt x="1350" y="589"/>
                  <a:pt x="1351" y="589"/>
                  <a:pt x="1351" y="589"/>
                </a:cubicBezTo>
                <a:cubicBezTo>
                  <a:pt x="1352" y="587"/>
                  <a:pt x="1354" y="586"/>
                  <a:pt x="1355" y="586"/>
                </a:cubicBezTo>
                <a:cubicBezTo>
                  <a:pt x="1357" y="586"/>
                  <a:pt x="1358" y="585"/>
                  <a:pt x="1359" y="584"/>
                </a:cubicBezTo>
                <a:cubicBezTo>
                  <a:pt x="1360" y="581"/>
                  <a:pt x="1362" y="580"/>
                  <a:pt x="1364" y="578"/>
                </a:cubicBezTo>
                <a:cubicBezTo>
                  <a:pt x="1365" y="577"/>
                  <a:pt x="1366" y="575"/>
                  <a:pt x="1366" y="573"/>
                </a:cubicBezTo>
                <a:cubicBezTo>
                  <a:pt x="1366" y="572"/>
                  <a:pt x="1365" y="571"/>
                  <a:pt x="1366" y="571"/>
                </a:cubicBezTo>
                <a:cubicBezTo>
                  <a:pt x="1367" y="571"/>
                  <a:pt x="1367" y="568"/>
                  <a:pt x="1367" y="567"/>
                </a:cubicBezTo>
                <a:cubicBezTo>
                  <a:pt x="1363" y="564"/>
                  <a:pt x="1362" y="560"/>
                  <a:pt x="1364" y="556"/>
                </a:cubicBezTo>
                <a:cubicBezTo>
                  <a:pt x="1365" y="557"/>
                  <a:pt x="1365" y="558"/>
                  <a:pt x="1366" y="557"/>
                </a:cubicBezTo>
                <a:cubicBezTo>
                  <a:pt x="1367" y="557"/>
                  <a:pt x="1368" y="556"/>
                  <a:pt x="1368" y="555"/>
                </a:cubicBezTo>
                <a:cubicBezTo>
                  <a:pt x="1368" y="555"/>
                  <a:pt x="1368" y="554"/>
                  <a:pt x="1369" y="554"/>
                </a:cubicBezTo>
                <a:cubicBezTo>
                  <a:pt x="1369" y="554"/>
                  <a:pt x="1369" y="554"/>
                  <a:pt x="1369" y="554"/>
                </a:cubicBezTo>
                <a:cubicBezTo>
                  <a:pt x="1370" y="556"/>
                  <a:pt x="1370" y="556"/>
                  <a:pt x="1372" y="556"/>
                </a:cubicBezTo>
                <a:cubicBezTo>
                  <a:pt x="1373" y="556"/>
                  <a:pt x="1373" y="555"/>
                  <a:pt x="1373" y="554"/>
                </a:cubicBezTo>
                <a:cubicBezTo>
                  <a:pt x="1373" y="552"/>
                  <a:pt x="1374" y="552"/>
                  <a:pt x="1375" y="551"/>
                </a:cubicBezTo>
                <a:cubicBezTo>
                  <a:pt x="1375" y="552"/>
                  <a:pt x="1375" y="552"/>
                  <a:pt x="1375" y="552"/>
                </a:cubicBezTo>
                <a:cubicBezTo>
                  <a:pt x="1375" y="553"/>
                  <a:pt x="1375" y="553"/>
                  <a:pt x="1375" y="553"/>
                </a:cubicBezTo>
                <a:cubicBezTo>
                  <a:pt x="1375" y="555"/>
                  <a:pt x="1375" y="557"/>
                  <a:pt x="1373" y="558"/>
                </a:cubicBezTo>
                <a:cubicBezTo>
                  <a:pt x="1371" y="560"/>
                  <a:pt x="1372" y="564"/>
                  <a:pt x="1374" y="565"/>
                </a:cubicBezTo>
                <a:cubicBezTo>
                  <a:pt x="1375" y="566"/>
                  <a:pt x="1375" y="568"/>
                  <a:pt x="1375" y="569"/>
                </a:cubicBezTo>
                <a:cubicBezTo>
                  <a:pt x="1374" y="572"/>
                  <a:pt x="1375" y="572"/>
                  <a:pt x="1377" y="572"/>
                </a:cubicBezTo>
                <a:cubicBezTo>
                  <a:pt x="1381" y="572"/>
                  <a:pt x="1385" y="572"/>
                  <a:pt x="1387" y="568"/>
                </a:cubicBezTo>
                <a:cubicBezTo>
                  <a:pt x="1387" y="568"/>
                  <a:pt x="1388" y="568"/>
                  <a:pt x="1388" y="567"/>
                </a:cubicBezTo>
                <a:cubicBezTo>
                  <a:pt x="1388" y="567"/>
                  <a:pt x="1389" y="567"/>
                  <a:pt x="1389" y="568"/>
                </a:cubicBezTo>
                <a:cubicBezTo>
                  <a:pt x="1391" y="570"/>
                  <a:pt x="1394" y="571"/>
                  <a:pt x="1396" y="572"/>
                </a:cubicBezTo>
                <a:cubicBezTo>
                  <a:pt x="1397" y="572"/>
                  <a:pt x="1397" y="572"/>
                  <a:pt x="1397" y="573"/>
                </a:cubicBezTo>
                <a:cubicBezTo>
                  <a:pt x="1397" y="575"/>
                  <a:pt x="1399" y="577"/>
                  <a:pt x="1399" y="579"/>
                </a:cubicBezTo>
                <a:cubicBezTo>
                  <a:pt x="1399" y="579"/>
                  <a:pt x="1399" y="580"/>
                  <a:pt x="1399" y="580"/>
                </a:cubicBezTo>
                <a:cubicBezTo>
                  <a:pt x="1397" y="582"/>
                  <a:pt x="1400" y="583"/>
                  <a:pt x="1401" y="583"/>
                </a:cubicBezTo>
                <a:cubicBezTo>
                  <a:pt x="1401" y="584"/>
                  <a:pt x="1402" y="584"/>
                  <a:pt x="1402" y="584"/>
                </a:cubicBezTo>
                <a:cubicBezTo>
                  <a:pt x="1404" y="586"/>
                  <a:pt x="1405" y="587"/>
                  <a:pt x="1407" y="585"/>
                </a:cubicBezTo>
                <a:cubicBezTo>
                  <a:pt x="1407" y="584"/>
                  <a:pt x="1408" y="583"/>
                  <a:pt x="1409" y="584"/>
                </a:cubicBezTo>
                <a:cubicBezTo>
                  <a:pt x="1410" y="584"/>
                  <a:pt x="1409" y="585"/>
                  <a:pt x="1409" y="586"/>
                </a:cubicBezTo>
                <a:cubicBezTo>
                  <a:pt x="1408" y="587"/>
                  <a:pt x="1409" y="588"/>
                  <a:pt x="1410" y="588"/>
                </a:cubicBezTo>
                <a:cubicBezTo>
                  <a:pt x="1411" y="589"/>
                  <a:pt x="1413" y="590"/>
                  <a:pt x="1414" y="591"/>
                </a:cubicBezTo>
                <a:cubicBezTo>
                  <a:pt x="1414" y="592"/>
                  <a:pt x="1415" y="593"/>
                  <a:pt x="1415" y="593"/>
                </a:cubicBezTo>
                <a:cubicBezTo>
                  <a:pt x="1416" y="594"/>
                  <a:pt x="1417" y="595"/>
                  <a:pt x="1418" y="595"/>
                </a:cubicBezTo>
                <a:cubicBezTo>
                  <a:pt x="1420" y="594"/>
                  <a:pt x="1420" y="595"/>
                  <a:pt x="1420" y="596"/>
                </a:cubicBezTo>
                <a:cubicBezTo>
                  <a:pt x="1421" y="597"/>
                  <a:pt x="1423" y="597"/>
                  <a:pt x="1424" y="596"/>
                </a:cubicBezTo>
                <a:cubicBezTo>
                  <a:pt x="1425" y="595"/>
                  <a:pt x="1425" y="594"/>
                  <a:pt x="1424" y="593"/>
                </a:cubicBezTo>
                <a:cubicBezTo>
                  <a:pt x="1424" y="593"/>
                  <a:pt x="1423" y="593"/>
                  <a:pt x="1424" y="592"/>
                </a:cubicBezTo>
                <a:cubicBezTo>
                  <a:pt x="1424" y="592"/>
                  <a:pt x="1425" y="592"/>
                  <a:pt x="1425" y="592"/>
                </a:cubicBezTo>
                <a:cubicBezTo>
                  <a:pt x="1425" y="592"/>
                  <a:pt x="1425" y="593"/>
                  <a:pt x="1426" y="593"/>
                </a:cubicBezTo>
                <a:cubicBezTo>
                  <a:pt x="1426" y="595"/>
                  <a:pt x="1427" y="594"/>
                  <a:pt x="1428" y="594"/>
                </a:cubicBezTo>
                <a:cubicBezTo>
                  <a:pt x="1429" y="594"/>
                  <a:pt x="1430" y="594"/>
                  <a:pt x="1430" y="593"/>
                </a:cubicBezTo>
                <a:cubicBezTo>
                  <a:pt x="1430" y="593"/>
                  <a:pt x="1429" y="592"/>
                  <a:pt x="1429" y="592"/>
                </a:cubicBezTo>
                <a:cubicBezTo>
                  <a:pt x="1427" y="591"/>
                  <a:pt x="1426" y="589"/>
                  <a:pt x="1423" y="588"/>
                </a:cubicBezTo>
                <a:cubicBezTo>
                  <a:pt x="1428" y="587"/>
                  <a:pt x="1424" y="586"/>
                  <a:pt x="1424" y="585"/>
                </a:cubicBezTo>
                <a:cubicBezTo>
                  <a:pt x="1426" y="585"/>
                  <a:pt x="1427" y="584"/>
                  <a:pt x="1429" y="583"/>
                </a:cubicBezTo>
                <a:cubicBezTo>
                  <a:pt x="1431" y="581"/>
                  <a:pt x="1431" y="579"/>
                  <a:pt x="1430" y="577"/>
                </a:cubicBezTo>
                <a:cubicBezTo>
                  <a:pt x="1429" y="577"/>
                  <a:pt x="1428" y="577"/>
                  <a:pt x="1427" y="576"/>
                </a:cubicBezTo>
                <a:cubicBezTo>
                  <a:pt x="1428" y="576"/>
                  <a:pt x="1428" y="577"/>
                  <a:pt x="1429" y="576"/>
                </a:cubicBezTo>
                <a:cubicBezTo>
                  <a:pt x="1431" y="576"/>
                  <a:pt x="1432" y="574"/>
                  <a:pt x="1431" y="573"/>
                </a:cubicBezTo>
                <a:cubicBezTo>
                  <a:pt x="1430" y="572"/>
                  <a:pt x="1430" y="571"/>
                  <a:pt x="1429" y="570"/>
                </a:cubicBezTo>
                <a:cubicBezTo>
                  <a:pt x="1429" y="569"/>
                  <a:pt x="1429" y="569"/>
                  <a:pt x="1428" y="569"/>
                </a:cubicBezTo>
                <a:cubicBezTo>
                  <a:pt x="1427" y="569"/>
                  <a:pt x="1427" y="569"/>
                  <a:pt x="1427" y="568"/>
                </a:cubicBezTo>
                <a:cubicBezTo>
                  <a:pt x="1427" y="567"/>
                  <a:pt x="1428" y="567"/>
                  <a:pt x="1428" y="567"/>
                </a:cubicBezTo>
                <a:cubicBezTo>
                  <a:pt x="1430" y="567"/>
                  <a:pt x="1430" y="568"/>
                  <a:pt x="1430" y="569"/>
                </a:cubicBezTo>
                <a:cubicBezTo>
                  <a:pt x="1430" y="570"/>
                  <a:pt x="1431" y="570"/>
                  <a:pt x="1432" y="570"/>
                </a:cubicBezTo>
                <a:cubicBezTo>
                  <a:pt x="1434" y="570"/>
                  <a:pt x="1437" y="569"/>
                  <a:pt x="1439" y="571"/>
                </a:cubicBezTo>
                <a:cubicBezTo>
                  <a:pt x="1440" y="571"/>
                  <a:pt x="1441" y="571"/>
                  <a:pt x="1441" y="570"/>
                </a:cubicBezTo>
                <a:cubicBezTo>
                  <a:pt x="1442" y="570"/>
                  <a:pt x="1441" y="569"/>
                  <a:pt x="1441" y="569"/>
                </a:cubicBezTo>
                <a:cubicBezTo>
                  <a:pt x="1440" y="568"/>
                  <a:pt x="1440" y="568"/>
                  <a:pt x="1439" y="567"/>
                </a:cubicBezTo>
                <a:cubicBezTo>
                  <a:pt x="1438" y="567"/>
                  <a:pt x="1438" y="566"/>
                  <a:pt x="1439" y="565"/>
                </a:cubicBezTo>
                <a:cubicBezTo>
                  <a:pt x="1440" y="566"/>
                  <a:pt x="1441" y="567"/>
                  <a:pt x="1442" y="568"/>
                </a:cubicBezTo>
                <a:cubicBezTo>
                  <a:pt x="1445" y="569"/>
                  <a:pt x="1445" y="569"/>
                  <a:pt x="1445" y="566"/>
                </a:cubicBezTo>
                <a:cubicBezTo>
                  <a:pt x="1445" y="563"/>
                  <a:pt x="1448" y="560"/>
                  <a:pt x="1452" y="559"/>
                </a:cubicBezTo>
                <a:cubicBezTo>
                  <a:pt x="1453" y="559"/>
                  <a:pt x="1453" y="559"/>
                  <a:pt x="1453" y="558"/>
                </a:cubicBezTo>
                <a:cubicBezTo>
                  <a:pt x="1453" y="557"/>
                  <a:pt x="1452" y="557"/>
                  <a:pt x="1452" y="557"/>
                </a:cubicBezTo>
                <a:close/>
                <a:moveTo>
                  <a:pt x="1083" y="894"/>
                </a:moveTo>
                <a:cubicBezTo>
                  <a:pt x="1082" y="894"/>
                  <a:pt x="1082" y="894"/>
                  <a:pt x="1081" y="895"/>
                </a:cubicBezTo>
                <a:cubicBezTo>
                  <a:pt x="1080" y="896"/>
                  <a:pt x="1079" y="897"/>
                  <a:pt x="1077" y="897"/>
                </a:cubicBezTo>
                <a:cubicBezTo>
                  <a:pt x="1077" y="897"/>
                  <a:pt x="1076" y="896"/>
                  <a:pt x="1076" y="896"/>
                </a:cubicBezTo>
                <a:cubicBezTo>
                  <a:pt x="1076" y="897"/>
                  <a:pt x="1075" y="898"/>
                  <a:pt x="1075" y="898"/>
                </a:cubicBezTo>
                <a:cubicBezTo>
                  <a:pt x="1073" y="899"/>
                  <a:pt x="1072" y="900"/>
                  <a:pt x="1071" y="901"/>
                </a:cubicBezTo>
                <a:cubicBezTo>
                  <a:pt x="1070" y="902"/>
                  <a:pt x="1069" y="904"/>
                  <a:pt x="1068" y="905"/>
                </a:cubicBezTo>
                <a:cubicBezTo>
                  <a:pt x="1067" y="906"/>
                  <a:pt x="1067" y="906"/>
                  <a:pt x="1067" y="907"/>
                </a:cubicBezTo>
                <a:cubicBezTo>
                  <a:pt x="1067" y="907"/>
                  <a:pt x="1067" y="907"/>
                  <a:pt x="1067" y="907"/>
                </a:cubicBezTo>
                <a:cubicBezTo>
                  <a:pt x="1068" y="908"/>
                  <a:pt x="1068" y="906"/>
                  <a:pt x="1068" y="906"/>
                </a:cubicBezTo>
                <a:cubicBezTo>
                  <a:pt x="1069" y="906"/>
                  <a:pt x="1069" y="906"/>
                  <a:pt x="1069" y="906"/>
                </a:cubicBezTo>
                <a:cubicBezTo>
                  <a:pt x="1070" y="904"/>
                  <a:pt x="1072" y="903"/>
                  <a:pt x="1073" y="901"/>
                </a:cubicBezTo>
                <a:cubicBezTo>
                  <a:pt x="1077" y="901"/>
                  <a:pt x="1079" y="898"/>
                  <a:pt x="1082" y="896"/>
                </a:cubicBezTo>
                <a:cubicBezTo>
                  <a:pt x="1083" y="896"/>
                  <a:pt x="1084" y="896"/>
                  <a:pt x="1084" y="895"/>
                </a:cubicBezTo>
                <a:cubicBezTo>
                  <a:pt x="1084" y="895"/>
                  <a:pt x="1084" y="895"/>
                  <a:pt x="1084" y="895"/>
                </a:cubicBezTo>
                <a:cubicBezTo>
                  <a:pt x="1084" y="894"/>
                  <a:pt x="1083" y="894"/>
                  <a:pt x="1083" y="894"/>
                </a:cubicBezTo>
                <a:close/>
                <a:moveTo>
                  <a:pt x="1098" y="885"/>
                </a:moveTo>
                <a:cubicBezTo>
                  <a:pt x="1098" y="885"/>
                  <a:pt x="1098" y="885"/>
                  <a:pt x="1097" y="885"/>
                </a:cubicBezTo>
                <a:cubicBezTo>
                  <a:pt x="1097" y="884"/>
                  <a:pt x="1097" y="885"/>
                  <a:pt x="1096" y="885"/>
                </a:cubicBezTo>
                <a:cubicBezTo>
                  <a:pt x="1096" y="886"/>
                  <a:pt x="1095" y="887"/>
                  <a:pt x="1094" y="887"/>
                </a:cubicBezTo>
                <a:cubicBezTo>
                  <a:pt x="1094" y="888"/>
                  <a:pt x="1093" y="888"/>
                  <a:pt x="1093" y="888"/>
                </a:cubicBezTo>
                <a:cubicBezTo>
                  <a:pt x="1092" y="889"/>
                  <a:pt x="1091" y="890"/>
                  <a:pt x="1090" y="891"/>
                </a:cubicBezTo>
                <a:cubicBezTo>
                  <a:pt x="1090" y="891"/>
                  <a:pt x="1090" y="892"/>
                  <a:pt x="1090" y="893"/>
                </a:cubicBezTo>
                <a:cubicBezTo>
                  <a:pt x="1092" y="892"/>
                  <a:pt x="1094" y="890"/>
                  <a:pt x="1095" y="889"/>
                </a:cubicBezTo>
                <a:cubicBezTo>
                  <a:pt x="1096" y="888"/>
                  <a:pt x="1097" y="887"/>
                  <a:pt x="1098" y="886"/>
                </a:cubicBezTo>
                <a:cubicBezTo>
                  <a:pt x="1098" y="886"/>
                  <a:pt x="1098" y="886"/>
                  <a:pt x="1098" y="885"/>
                </a:cubicBezTo>
                <a:cubicBezTo>
                  <a:pt x="1099" y="885"/>
                  <a:pt x="1098" y="885"/>
                  <a:pt x="1098" y="885"/>
                </a:cubicBezTo>
                <a:close/>
                <a:moveTo>
                  <a:pt x="1138" y="840"/>
                </a:moveTo>
                <a:cubicBezTo>
                  <a:pt x="1137" y="840"/>
                  <a:pt x="1137" y="840"/>
                  <a:pt x="1137" y="840"/>
                </a:cubicBezTo>
                <a:cubicBezTo>
                  <a:pt x="1136" y="840"/>
                  <a:pt x="1136" y="841"/>
                  <a:pt x="1136" y="842"/>
                </a:cubicBezTo>
                <a:cubicBezTo>
                  <a:pt x="1136" y="842"/>
                  <a:pt x="1136" y="842"/>
                  <a:pt x="1136" y="842"/>
                </a:cubicBezTo>
                <a:cubicBezTo>
                  <a:pt x="1135" y="842"/>
                  <a:pt x="1135" y="843"/>
                  <a:pt x="1135" y="843"/>
                </a:cubicBezTo>
                <a:cubicBezTo>
                  <a:pt x="1135" y="844"/>
                  <a:pt x="1136" y="844"/>
                  <a:pt x="1136" y="844"/>
                </a:cubicBezTo>
                <a:cubicBezTo>
                  <a:pt x="1136" y="844"/>
                  <a:pt x="1136" y="844"/>
                  <a:pt x="1137" y="844"/>
                </a:cubicBezTo>
                <a:cubicBezTo>
                  <a:pt x="1137" y="844"/>
                  <a:pt x="1137" y="844"/>
                  <a:pt x="1137" y="844"/>
                </a:cubicBezTo>
                <a:cubicBezTo>
                  <a:pt x="1137" y="843"/>
                  <a:pt x="1137" y="843"/>
                  <a:pt x="1137" y="842"/>
                </a:cubicBezTo>
                <a:cubicBezTo>
                  <a:pt x="1137" y="842"/>
                  <a:pt x="1137" y="841"/>
                  <a:pt x="1138" y="841"/>
                </a:cubicBezTo>
                <a:cubicBezTo>
                  <a:pt x="1138" y="841"/>
                  <a:pt x="1138" y="841"/>
                  <a:pt x="1138" y="841"/>
                </a:cubicBezTo>
                <a:cubicBezTo>
                  <a:pt x="1138" y="840"/>
                  <a:pt x="1138" y="840"/>
                  <a:pt x="1138" y="840"/>
                </a:cubicBezTo>
                <a:cubicBezTo>
                  <a:pt x="1138" y="840"/>
                  <a:pt x="1138" y="840"/>
                  <a:pt x="1138" y="840"/>
                </a:cubicBezTo>
                <a:cubicBezTo>
                  <a:pt x="1138" y="840"/>
                  <a:pt x="1138" y="840"/>
                  <a:pt x="1138" y="840"/>
                </a:cubicBezTo>
                <a:close/>
                <a:moveTo>
                  <a:pt x="1060" y="907"/>
                </a:moveTo>
                <a:cubicBezTo>
                  <a:pt x="1059" y="906"/>
                  <a:pt x="1059" y="907"/>
                  <a:pt x="1059" y="908"/>
                </a:cubicBezTo>
                <a:cubicBezTo>
                  <a:pt x="1059" y="908"/>
                  <a:pt x="1059" y="908"/>
                  <a:pt x="1059" y="908"/>
                </a:cubicBezTo>
                <a:cubicBezTo>
                  <a:pt x="1058" y="910"/>
                  <a:pt x="1056" y="912"/>
                  <a:pt x="1055" y="913"/>
                </a:cubicBezTo>
                <a:cubicBezTo>
                  <a:pt x="1055" y="914"/>
                  <a:pt x="1054" y="914"/>
                  <a:pt x="1054" y="914"/>
                </a:cubicBezTo>
                <a:cubicBezTo>
                  <a:pt x="1054" y="914"/>
                  <a:pt x="1053" y="915"/>
                  <a:pt x="1053" y="915"/>
                </a:cubicBezTo>
                <a:cubicBezTo>
                  <a:pt x="1053" y="915"/>
                  <a:pt x="1053" y="915"/>
                  <a:pt x="1053" y="916"/>
                </a:cubicBezTo>
                <a:cubicBezTo>
                  <a:pt x="1054" y="916"/>
                  <a:pt x="1054" y="916"/>
                  <a:pt x="1054" y="916"/>
                </a:cubicBezTo>
                <a:cubicBezTo>
                  <a:pt x="1055" y="916"/>
                  <a:pt x="1055" y="916"/>
                  <a:pt x="1055" y="915"/>
                </a:cubicBezTo>
                <a:cubicBezTo>
                  <a:pt x="1055" y="915"/>
                  <a:pt x="1055" y="915"/>
                  <a:pt x="1055" y="915"/>
                </a:cubicBezTo>
                <a:cubicBezTo>
                  <a:pt x="1055" y="915"/>
                  <a:pt x="1055" y="915"/>
                  <a:pt x="1055" y="915"/>
                </a:cubicBezTo>
                <a:cubicBezTo>
                  <a:pt x="1055" y="914"/>
                  <a:pt x="1056" y="914"/>
                  <a:pt x="1056" y="913"/>
                </a:cubicBezTo>
                <a:cubicBezTo>
                  <a:pt x="1058" y="912"/>
                  <a:pt x="1059" y="910"/>
                  <a:pt x="1061" y="909"/>
                </a:cubicBezTo>
                <a:cubicBezTo>
                  <a:pt x="1061" y="909"/>
                  <a:pt x="1062" y="909"/>
                  <a:pt x="1062" y="908"/>
                </a:cubicBezTo>
                <a:cubicBezTo>
                  <a:pt x="1062" y="908"/>
                  <a:pt x="1062" y="908"/>
                  <a:pt x="1062" y="908"/>
                </a:cubicBezTo>
                <a:cubicBezTo>
                  <a:pt x="1062" y="907"/>
                  <a:pt x="1061" y="907"/>
                  <a:pt x="1060" y="907"/>
                </a:cubicBezTo>
                <a:close/>
                <a:moveTo>
                  <a:pt x="1150" y="825"/>
                </a:moveTo>
                <a:cubicBezTo>
                  <a:pt x="1151" y="825"/>
                  <a:pt x="1152" y="824"/>
                  <a:pt x="1152" y="824"/>
                </a:cubicBezTo>
                <a:cubicBezTo>
                  <a:pt x="1152" y="824"/>
                  <a:pt x="1152" y="823"/>
                  <a:pt x="1152" y="823"/>
                </a:cubicBezTo>
                <a:cubicBezTo>
                  <a:pt x="1152" y="823"/>
                  <a:pt x="1152" y="822"/>
                  <a:pt x="1152" y="822"/>
                </a:cubicBezTo>
                <a:cubicBezTo>
                  <a:pt x="1152" y="822"/>
                  <a:pt x="1151" y="822"/>
                  <a:pt x="1151" y="822"/>
                </a:cubicBezTo>
                <a:cubicBezTo>
                  <a:pt x="1150" y="823"/>
                  <a:pt x="1150" y="823"/>
                  <a:pt x="1150" y="824"/>
                </a:cubicBezTo>
                <a:cubicBezTo>
                  <a:pt x="1149" y="825"/>
                  <a:pt x="1150" y="825"/>
                  <a:pt x="1150" y="825"/>
                </a:cubicBezTo>
                <a:close/>
                <a:moveTo>
                  <a:pt x="1065" y="915"/>
                </a:moveTo>
                <a:cubicBezTo>
                  <a:pt x="1064" y="915"/>
                  <a:pt x="1064" y="915"/>
                  <a:pt x="1064" y="915"/>
                </a:cubicBezTo>
                <a:cubicBezTo>
                  <a:pt x="1065" y="916"/>
                  <a:pt x="1066" y="915"/>
                  <a:pt x="1067" y="915"/>
                </a:cubicBezTo>
                <a:cubicBezTo>
                  <a:pt x="1067" y="915"/>
                  <a:pt x="1067" y="915"/>
                  <a:pt x="1067" y="915"/>
                </a:cubicBezTo>
                <a:cubicBezTo>
                  <a:pt x="1066" y="914"/>
                  <a:pt x="1065" y="914"/>
                  <a:pt x="1065" y="915"/>
                </a:cubicBezTo>
                <a:close/>
                <a:moveTo>
                  <a:pt x="1141" y="832"/>
                </a:moveTo>
                <a:cubicBezTo>
                  <a:pt x="1141" y="832"/>
                  <a:pt x="1141" y="832"/>
                  <a:pt x="1141" y="832"/>
                </a:cubicBezTo>
                <a:cubicBezTo>
                  <a:pt x="1141" y="832"/>
                  <a:pt x="1141" y="833"/>
                  <a:pt x="1141" y="833"/>
                </a:cubicBezTo>
                <a:cubicBezTo>
                  <a:pt x="1141" y="833"/>
                  <a:pt x="1141" y="834"/>
                  <a:pt x="1142" y="834"/>
                </a:cubicBezTo>
                <a:cubicBezTo>
                  <a:pt x="1142" y="834"/>
                  <a:pt x="1143" y="833"/>
                  <a:pt x="1143" y="833"/>
                </a:cubicBezTo>
                <a:cubicBezTo>
                  <a:pt x="1144" y="833"/>
                  <a:pt x="1144" y="832"/>
                  <a:pt x="1145" y="832"/>
                </a:cubicBezTo>
                <a:cubicBezTo>
                  <a:pt x="1147" y="831"/>
                  <a:pt x="1147" y="830"/>
                  <a:pt x="1148" y="829"/>
                </a:cubicBezTo>
                <a:cubicBezTo>
                  <a:pt x="1148" y="828"/>
                  <a:pt x="1149" y="827"/>
                  <a:pt x="1149" y="826"/>
                </a:cubicBezTo>
                <a:cubicBezTo>
                  <a:pt x="1149" y="826"/>
                  <a:pt x="1149" y="825"/>
                  <a:pt x="1149" y="824"/>
                </a:cubicBezTo>
                <a:cubicBezTo>
                  <a:pt x="1149" y="824"/>
                  <a:pt x="1149" y="824"/>
                  <a:pt x="1148" y="824"/>
                </a:cubicBezTo>
                <a:cubicBezTo>
                  <a:pt x="1148" y="824"/>
                  <a:pt x="1148" y="824"/>
                  <a:pt x="1148" y="824"/>
                </a:cubicBezTo>
                <a:cubicBezTo>
                  <a:pt x="1147" y="824"/>
                  <a:pt x="1146" y="825"/>
                  <a:pt x="1146" y="826"/>
                </a:cubicBezTo>
                <a:cubicBezTo>
                  <a:pt x="1145" y="828"/>
                  <a:pt x="1145" y="829"/>
                  <a:pt x="1142" y="830"/>
                </a:cubicBezTo>
                <a:cubicBezTo>
                  <a:pt x="1141" y="830"/>
                  <a:pt x="1141" y="831"/>
                  <a:pt x="1141" y="832"/>
                </a:cubicBezTo>
                <a:close/>
                <a:moveTo>
                  <a:pt x="1132" y="849"/>
                </a:moveTo>
                <a:cubicBezTo>
                  <a:pt x="1131" y="850"/>
                  <a:pt x="1130" y="850"/>
                  <a:pt x="1130" y="851"/>
                </a:cubicBezTo>
                <a:cubicBezTo>
                  <a:pt x="1131" y="851"/>
                  <a:pt x="1131" y="850"/>
                  <a:pt x="1132" y="849"/>
                </a:cubicBezTo>
                <a:close/>
                <a:moveTo>
                  <a:pt x="1144" y="822"/>
                </a:moveTo>
                <a:cubicBezTo>
                  <a:pt x="1144" y="822"/>
                  <a:pt x="1144" y="822"/>
                  <a:pt x="1144" y="822"/>
                </a:cubicBezTo>
                <a:cubicBezTo>
                  <a:pt x="1144" y="822"/>
                  <a:pt x="1144" y="822"/>
                  <a:pt x="1144" y="822"/>
                </a:cubicBezTo>
                <a:cubicBezTo>
                  <a:pt x="1144" y="822"/>
                  <a:pt x="1144" y="822"/>
                  <a:pt x="1144" y="822"/>
                </a:cubicBezTo>
                <a:cubicBezTo>
                  <a:pt x="1144" y="822"/>
                  <a:pt x="1144" y="822"/>
                  <a:pt x="1144" y="822"/>
                </a:cubicBezTo>
                <a:cubicBezTo>
                  <a:pt x="1144" y="822"/>
                  <a:pt x="1144" y="821"/>
                  <a:pt x="1144" y="821"/>
                </a:cubicBezTo>
                <a:cubicBezTo>
                  <a:pt x="1144" y="821"/>
                  <a:pt x="1144" y="822"/>
                  <a:pt x="1144" y="822"/>
                </a:cubicBezTo>
                <a:cubicBezTo>
                  <a:pt x="1143" y="822"/>
                  <a:pt x="1143" y="822"/>
                  <a:pt x="1143" y="822"/>
                </a:cubicBezTo>
                <a:cubicBezTo>
                  <a:pt x="1143" y="822"/>
                  <a:pt x="1143" y="823"/>
                  <a:pt x="1144" y="823"/>
                </a:cubicBezTo>
                <a:cubicBezTo>
                  <a:pt x="1144" y="823"/>
                  <a:pt x="1144" y="822"/>
                  <a:pt x="1144" y="822"/>
                </a:cubicBezTo>
                <a:close/>
                <a:moveTo>
                  <a:pt x="1113" y="874"/>
                </a:moveTo>
                <a:cubicBezTo>
                  <a:pt x="1113" y="874"/>
                  <a:pt x="1112" y="874"/>
                  <a:pt x="1112" y="875"/>
                </a:cubicBezTo>
                <a:cubicBezTo>
                  <a:pt x="1112" y="875"/>
                  <a:pt x="1112" y="875"/>
                  <a:pt x="1112" y="875"/>
                </a:cubicBezTo>
                <a:cubicBezTo>
                  <a:pt x="1112" y="875"/>
                  <a:pt x="1112" y="875"/>
                  <a:pt x="1111" y="875"/>
                </a:cubicBezTo>
                <a:cubicBezTo>
                  <a:pt x="1110" y="875"/>
                  <a:pt x="1110" y="876"/>
                  <a:pt x="1109" y="877"/>
                </a:cubicBezTo>
                <a:cubicBezTo>
                  <a:pt x="1109" y="877"/>
                  <a:pt x="1110" y="877"/>
                  <a:pt x="1110" y="877"/>
                </a:cubicBezTo>
                <a:cubicBezTo>
                  <a:pt x="1110" y="877"/>
                  <a:pt x="1110" y="877"/>
                  <a:pt x="1110" y="877"/>
                </a:cubicBezTo>
                <a:cubicBezTo>
                  <a:pt x="1110" y="877"/>
                  <a:pt x="1110" y="878"/>
                  <a:pt x="1110" y="878"/>
                </a:cubicBezTo>
                <a:cubicBezTo>
                  <a:pt x="1110" y="878"/>
                  <a:pt x="1110" y="877"/>
                  <a:pt x="1110" y="877"/>
                </a:cubicBezTo>
                <a:cubicBezTo>
                  <a:pt x="1111" y="877"/>
                  <a:pt x="1111" y="876"/>
                  <a:pt x="1112" y="876"/>
                </a:cubicBezTo>
                <a:cubicBezTo>
                  <a:pt x="1112" y="876"/>
                  <a:pt x="1112" y="876"/>
                  <a:pt x="1112" y="875"/>
                </a:cubicBezTo>
                <a:cubicBezTo>
                  <a:pt x="1113" y="875"/>
                  <a:pt x="1113" y="875"/>
                  <a:pt x="1113" y="874"/>
                </a:cubicBezTo>
                <a:cubicBezTo>
                  <a:pt x="1113" y="874"/>
                  <a:pt x="1113" y="874"/>
                  <a:pt x="1113" y="874"/>
                </a:cubicBezTo>
                <a:cubicBezTo>
                  <a:pt x="1113" y="874"/>
                  <a:pt x="1113" y="874"/>
                  <a:pt x="1113" y="874"/>
                </a:cubicBezTo>
                <a:close/>
                <a:moveTo>
                  <a:pt x="1020" y="801"/>
                </a:moveTo>
                <a:cubicBezTo>
                  <a:pt x="1020" y="802"/>
                  <a:pt x="1019" y="803"/>
                  <a:pt x="1019" y="804"/>
                </a:cubicBezTo>
                <a:cubicBezTo>
                  <a:pt x="1020" y="807"/>
                  <a:pt x="1021" y="809"/>
                  <a:pt x="1022" y="812"/>
                </a:cubicBezTo>
                <a:cubicBezTo>
                  <a:pt x="1024" y="813"/>
                  <a:pt x="1024" y="816"/>
                  <a:pt x="1025" y="818"/>
                </a:cubicBezTo>
                <a:cubicBezTo>
                  <a:pt x="1025" y="818"/>
                  <a:pt x="1025" y="818"/>
                  <a:pt x="1025" y="819"/>
                </a:cubicBezTo>
                <a:cubicBezTo>
                  <a:pt x="1025" y="819"/>
                  <a:pt x="1025" y="820"/>
                  <a:pt x="1025" y="820"/>
                </a:cubicBezTo>
                <a:cubicBezTo>
                  <a:pt x="1024" y="822"/>
                  <a:pt x="1024" y="823"/>
                  <a:pt x="1024" y="824"/>
                </a:cubicBezTo>
                <a:cubicBezTo>
                  <a:pt x="1024" y="824"/>
                  <a:pt x="1024" y="825"/>
                  <a:pt x="1024" y="825"/>
                </a:cubicBezTo>
                <a:cubicBezTo>
                  <a:pt x="1024" y="828"/>
                  <a:pt x="1024" y="830"/>
                  <a:pt x="1024" y="833"/>
                </a:cubicBezTo>
                <a:cubicBezTo>
                  <a:pt x="1024" y="837"/>
                  <a:pt x="1024" y="841"/>
                  <a:pt x="1024" y="845"/>
                </a:cubicBezTo>
                <a:cubicBezTo>
                  <a:pt x="1024" y="846"/>
                  <a:pt x="1024" y="847"/>
                  <a:pt x="1023" y="848"/>
                </a:cubicBezTo>
                <a:cubicBezTo>
                  <a:pt x="1023" y="849"/>
                  <a:pt x="1022" y="851"/>
                  <a:pt x="1022" y="852"/>
                </a:cubicBezTo>
                <a:cubicBezTo>
                  <a:pt x="1022" y="853"/>
                  <a:pt x="1023" y="854"/>
                  <a:pt x="1023" y="855"/>
                </a:cubicBezTo>
                <a:cubicBezTo>
                  <a:pt x="1024" y="856"/>
                  <a:pt x="1024" y="858"/>
                  <a:pt x="1025" y="859"/>
                </a:cubicBezTo>
                <a:cubicBezTo>
                  <a:pt x="1025" y="860"/>
                  <a:pt x="1024" y="862"/>
                  <a:pt x="1024" y="863"/>
                </a:cubicBezTo>
                <a:cubicBezTo>
                  <a:pt x="1023" y="865"/>
                  <a:pt x="1023" y="866"/>
                  <a:pt x="1023" y="868"/>
                </a:cubicBezTo>
                <a:cubicBezTo>
                  <a:pt x="1023" y="869"/>
                  <a:pt x="1023" y="871"/>
                  <a:pt x="1024" y="872"/>
                </a:cubicBezTo>
                <a:cubicBezTo>
                  <a:pt x="1024" y="872"/>
                  <a:pt x="1024" y="872"/>
                  <a:pt x="1024" y="873"/>
                </a:cubicBezTo>
                <a:cubicBezTo>
                  <a:pt x="1024" y="873"/>
                  <a:pt x="1024" y="874"/>
                  <a:pt x="1023" y="875"/>
                </a:cubicBezTo>
                <a:cubicBezTo>
                  <a:pt x="1023" y="876"/>
                  <a:pt x="1021" y="878"/>
                  <a:pt x="1021" y="880"/>
                </a:cubicBezTo>
                <a:cubicBezTo>
                  <a:pt x="1021" y="880"/>
                  <a:pt x="1021" y="881"/>
                  <a:pt x="1022" y="881"/>
                </a:cubicBezTo>
                <a:cubicBezTo>
                  <a:pt x="1022" y="882"/>
                  <a:pt x="1022" y="883"/>
                  <a:pt x="1022" y="884"/>
                </a:cubicBezTo>
                <a:cubicBezTo>
                  <a:pt x="1022" y="885"/>
                  <a:pt x="1022" y="885"/>
                  <a:pt x="1022" y="885"/>
                </a:cubicBezTo>
                <a:cubicBezTo>
                  <a:pt x="1022" y="885"/>
                  <a:pt x="1022" y="886"/>
                  <a:pt x="1022" y="886"/>
                </a:cubicBezTo>
                <a:cubicBezTo>
                  <a:pt x="1022" y="887"/>
                  <a:pt x="1022" y="888"/>
                  <a:pt x="1023" y="888"/>
                </a:cubicBezTo>
                <a:cubicBezTo>
                  <a:pt x="1025" y="888"/>
                  <a:pt x="1025" y="886"/>
                  <a:pt x="1025" y="885"/>
                </a:cubicBezTo>
                <a:cubicBezTo>
                  <a:pt x="1025" y="883"/>
                  <a:pt x="1026" y="882"/>
                  <a:pt x="1027" y="880"/>
                </a:cubicBezTo>
                <a:cubicBezTo>
                  <a:pt x="1027" y="878"/>
                  <a:pt x="1028" y="878"/>
                  <a:pt x="1029" y="879"/>
                </a:cubicBezTo>
                <a:cubicBezTo>
                  <a:pt x="1030" y="880"/>
                  <a:pt x="1031" y="880"/>
                  <a:pt x="1033" y="880"/>
                </a:cubicBezTo>
                <a:cubicBezTo>
                  <a:pt x="1034" y="880"/>
                  <a:pt x="1034" y="881"/>
                  <a:pt x="1035" y="881"/>
                </a:cubicBezTo>
                <a:cubicBezTo>
                  <a:pt x="1035" y="883"/>
                  <a:pt x="1035" y="884"/>
                  <a:pt x="1036" y="886"/>
                </a:cubicBezTo>
                <a:cubicBezTo>
                  <a:pt x="1037" y="885"/>
                  <a:pt x="1037" y="883"/>
                  <a:pt x="1037" y="882"/>
                </a:cubicBezTo>
                <a:cubicBezTo>
                  <a:pt x="1037" y="881"/>
                  <a:pt x="1036" y="879"/>
                  <a:pt x="1036" y="878"/>
                </a:cubicBezTo>
                <a:cubicBezTo>
                  <a:pt x="1036" y="877"/>
                  <a:pt x="1035" y="877"/>
                  <a:pt x="1034" y="877"/>
                </a:cubicBezTo>
                <a:cubicBezTo>
                  <a:pt x="1034" y="877"/>
                  <a:pt x="1035" y="879"/>
                  <a:pt x="1034" y="878"/>
                </a:cubicBezTo>
                <a:cubicBezTo>
                  <a:pt x="1033" y="878"/>
                  <a:pt x="1033" y="878"/>
                  <a:pt x="1033" y="878"/>
                </a:cubicBezTo>
                <a:cubicBezTo>
                  <a:pt x="1033" y="877"/>
                  <a:pt x="1033" y="877"/>
                  <a:pt x="1033" y="877"/>
                </a:cubicBezTo>
                <a:cubicBezTo>
                  <a:pt x="1033" y="877"/>
                  <a:pt x="1033" y="877"/>
                  <a:pt x="1033" y="877"/>
                </a:cubicBezTo>
                <a:cubicBezTo>
                  <a:pt x="1033" y="874"/>
                  <a:pt x="1033" y="872"/>
                  <a:pt x="1031" y="870"/>
                </a:cubicBezTo>
                <a:cubicBezTo>
                  <a:pt x="1029" y="868"/>
                  <a:pt x="1028" y="866"/>
                  <a:pt x="1028" y="863"/>
                </a:cubicBezTo>
                <a:cubicBezTo>
                  <a:pt x="1028" y="863"/>
                  <a:pt x="1028" y="862"/>
                  <a:pt x="1028" y="862"/>
                </a:cubicBezTo>
                <a:cubicBezTo>
                  <a:pt x="1028" y="860"/>
                  <a:pt x="1029" y="859"/>
                  <a:pt x="1029" y="857"/>
                </a:cubicBezTo>
                <a:cubicBezTo>
                  <a:pt x="1029" y="855"/>
                  <a:pt x="1031" y="853"/>
                  <a:pt x="1031" y="850"/>
                </a:cubicBezTo>
                <a:cubicBezTo>
                  <a:pt x="1031" y="850"/>
                  <a:pt x="1031" y="850"/>
                  <a:pt x="1031" y="850"/>
                </a:cubicBezTo>
                <a:cubicBezTo>
                  <a:pt x="1031" y="847"/>
                  <a:pt x="1033" y="845"/>
                  <a:pt x="1035" y="844"/>
                </a:cubicBezTo>
                <a:cubicBezTo>
                  <a:pt x="1035" y="844"/>
                  <a:pt x="1035" y="844"/>
                  <a:pt x="1035" y="844"/>
                </a:cubicBezTo>
                <a:cubicBezTo>
                  <a:pt x="1035" y="843"/>
                  <a:pt x="1035" y="843"/>
                  <a:pt x="1035" y="843"/>
                </a:cubicBezTo>
                <a:cubicBezTo>
                  <a:pt x="1035" y="843"/>
                  <a:pt x="1035" y="843"/>
                  <a:pt x="1035" y="842"/>
                </a:cubicBezTo>
                <a:cubicBezTo>
                  <a:pt x="1035" y="842"/>
                  <a:pt x="1036" y="843"/>
                  <a:pt x="1036" y="843"/>
                </a:cubicBezTo>
                <a:cubicBezTo>
                  <a:pt x="1038" y="844"/>
                  <a:pt x="1040" y="844"/>
                  <a:pt x="1041" y="845"/>
                </a:cubicBezTo>
                <a:cubicBezTo>
                  <a:pt x="1042" y="846"/>
                  <a:pt x="1043" y="847"/>
                  <a:pt x="1044" y="847"/>
                </a:cubicBezTo>
                <a:cubicBezTo>
                  <a:pt x="1044" y="847"/>
                  <a:pt x="1044" y="847"/>
                  <a:pt x="1044" y="846"/>
                </a:cubicBezTo>
                <a:cubicBezTo>
                  <a:pt x="1044" y="845"/>
                  <a:pt x="1043" y="843"/>
                  <a:pt x="1043" y="841"/>
                </a:cubicBezTo>
                <a:cubicBezTo>
                  <a:pt x="1042" y="839"/>
                  <a:pt x="1042" y="836"/>
                  <a:pt x="1041" y="834"/>
                </a:cubicBezTo>
                <a:cubicBezTo>
                  <a:pt x="1038" y="830"/>
                  <a:pt x="1038" y="824"/>
                  <a:pt x="1037" y="819"/>
                </a:cubicBezTo>
                <a:cubicBezTo>
                  <a:pt x="1037" y="819"/>
                  <a:pt x="1037" y="819"/>
                  <a:pt x="1037" y="818"/>
                </a:cubicBezTo>
                <a:cubicBezTo>
                  <a:pt x="1037" y="818"/>
                  <a:pt x="1037" y="817"/>
                  <a:pt x="1037" y="816"/>
                </a:cubicBezTo>
                <a:cubicBezTo>
                  <a:pt x="1037" y="815"/>
                  <a:pt x="1036" y="814"/>
                  <a:pt x="1034" y="813"/>
                </a:cubicBezTo>
                <a:cubicBezTo>
                  <a:pt x="1034" y="813"/>
                  <a:pt x="1034" y="813"/>
                  <a:pt x="1034" y="813"/>
                </a:cubicBezTo>
                <a:cubicBezTo>
                  <a:pt x="1034" y="813"/>
                  <a:pt x="1034" y="813"/>
                  <a:pt x="1034" y="813"/>
                </a:cubicBezTo>
                <a:cubicBezTo>
                  <a:pt x="1034" y="812"/>
                  <a:pt x="1035" y="811"/>
                  <a:pt x="1035" y="811"/>
                </a:cubicBezTo>
                <a:cubicBezTo>
                  <a:pt x="1035" y="809"/>
                  <a:pt x="1034" y="808"/>
                  <a:pt x="1033" y="806"/>
                </a:cubicBezTo>
                <a:cubicBezTo>
                  <a:pt x="1033" y="806"/>
                  <a:pt x="1033" y="805"/>
                  <a:pt x="1033" y="805"/>
                </a:cubicBezTo>
                <a:cubicBezTo>
                  <a:pt x="1033" y="804"/>
                  <a:pt x="1033" y="804"/>
                  <a:pt x="1033" y="803"/>
                </a:cubicBezTo>
                <a:cubicBezTo>
                  <a:pt x="1033" y="802"/>
                  <a:pt x="1033" y="802"/>
                  <a:pt x="1033" y="801"/>
                </a:cubicBezTo>
                <a:cubicBezTo>
                  <a:pt x="1034" y="800"/>
                  <a:pt x="1035" y="798"/>
                  <a:pt x="1035" y="797"/>
                </a:cubicBezTo>
                <a:cubicBezTo>
                  <a:pt x="1035" y="795"/>
                  <a:pt x="1034" y="794"/>
                  <a:pt x="1033" y="792"/>
                </a:cubicBezTo>
                <a:cubicBezTo>
                  <a:pt x="1033" y="791"/>
                  <a:pt x="1032" y="790"/>
                  <a:pt x="1032" y="788"/>
                </a:cubicBezTo>
                <a:cubicBezTo>
                  <a:pt x="1032" y="788"/>
                  <a:pt x="1032" y="787"/>
                  <a:pt x="1032" y="787"/>
                </a:cubicBezTo>
                <a:cubicBezTo>
                  <a:pt x="1033" y="786"/>
                  <a:pt x="1033" y="786"/>
                  <a:pt x="1033" y="785"/>
                </a:cubicBezTo>
                <a:cubicBezTo>
                  <a:pt x="1033" y="785"/>
                  <a:pt x="1033" y="784"/>
                  <a:pt x="1033" y="784"/>
                </a:cubicBezTo>
                <a:cubicBezTo>
                  <a:pt x="1032" y="782"/>
                  <a:pt x="1031" y="780"/>
                  <a:pt x="1031" y="778"/>
                </a:cubicBezTo>
                <a:cubicBezTo>
                  <a:pt x="1031" y="777"/>
                  <a:pt x="1031" y="776"/>
                  <a:pt x="1032" y="775"/>
                </a:cubicBezTo>
                <a:cubicBezTo>
                  <a:pt x="1032" y="775"/>
                  <a:pt x="1032" y="775"/>
                  <a:pt x="1032" y="775"/>
                </a:cubicBezTo>
                <a:cubicBezTo>
                  <a:pt x="1032" y="774"/>
                  <a:pt x="1031" y="774"/>
                  <a:pt x="1031" y="773"/>
                </a:cubicBezTo>
                <a:cubicBezTo>
                  <a:pt x="1031" y="773"/>
                  <a:pt x="1030" y="772"/>
                  <a:pt x="1030" y="771"/>
                </a:cubicBezTo>
                <a:cubicBezTo>
                  <a:pt x="1029" y="771"/>
                  <a:pt x="1029" y="772"/>
                  <a:pt x="1028" y="772"/>
                </a:cubicBezTo>
                <a:cubicBezTo>
                  <a:pt x="1027" y="772"/>
                  <a:pt x="1026" y="773"/>
                  <a:pt x="1026" y="773"/>
                </a:cubicBezTo>
                <a:cubicBezTo>
                  <a:pt x="1026" y="774"/>
                  <a:pt x="1027" y="774"/>
                  <a:pt x="1027" y="775"/>
                </a:cubicBezTo>
                <a:cubicBezTo>
                  <a:pt x="1028" y="776"/>
                  <a:pt x="1028" y="776"/>
                  <a:pt x="1028" y="776"/>
                </a:cubicBezTo>
                <a:cubicBezTo>
                  <a:pt x="1029" y="777"/>
                  <a:pt x="1030" y="779"/>
                  <a:pt x="1030" y="780"/>
                </a:cubicBezTo>
                <a:cubicBezTo>
                  <a:pt x="1030" y="781"/>
                  <a:pt x="1029" y="782"/>
                  <a:pt x="1028" y="782"/>
                </a:cubicBezTo>
                <a:cubicBezTo>
                  <a:pt x="1028" y="782"/>
                  <a:pt x="1028" y="782"/>
                  <a:pt x="1028" y="782"/>
                </a:cubicBezTo>
                <a:cubicBezTo>
                  <a:pt x="1028" y="783"/>
                  <a:pt x="1029" y="783"/>
                  <a:pt x="1029" y="784"/>
                </a:cubicBezTo>
                <a:cubicBezTo>
                  <a:pt x="1029" y="784"/>
                  <a:pt x="1029" y="784"/>
                  <a:pt x="1028" y="784"/>
                </a:cubicBezTo>
                <a:cubicBezTo>
                  <a:pt x="1028" y="785"/>
                  <a:pt x="1027" y="785"/>
                  <a:pt x="1027" y="786"/>
                </a:cubicBezTo>
                <a:cubicBezTo>
                  <a:pt x="1026" y="786"/>
                  <a:pt x="1025" y="786"/>
                  <a:pt x="1025" y="785"/>
                </a:cubicBezTo>
                <a:cubicBezTo>
                  <a:pt x="1025" y="783"/>
                  <a:pt x="1024" y="784"/>
                  <a:pt x="1023" y="784"/>
                </a:cubicBezTo>
                <a:cubicBezTo>
                  <a:pt x="1022" y="785"/>
                  <a:pt x="1021" y="786"/>
                  <a:pt x="1021" y="787"/>
                </a:cubicBezTo>
                <a:cubicBezTo>
                  <a:pt x="1021" y="787"/>
                  <a:pt x="1021" y="788"/>
                  <a:pt x="1022" y="788"/>
                </a:cubicBezTo>
                <a:cubicBezTo>
                  <a:pt x="1022" y="789"/>
                  <a:pt x="1022" y="790"/>
                  <a:pt x="1022" y="791"/>
                </a:cubicBezTo>
                <a:cubicBezTo>
                  <a:pt x="1022" y="792"/>
                  <a:pt x="1022" y="793"/>
                  <a:pt x="1022" y="795"/>
                </a:cubicBezTo>
                <a:cubicBezTo>
                  <a:pt x="1021" y="797"/>
                  <a:pt x="1021" y="799"/>
                  <a:pt x="1020" y="801"/>
                </a:cubicBezTo>
                <a:close/>
                <a:moveTo>
                  <a:pt x="1047" y="851"/>
                </a:moveTo>
                <a:cubicBezTo>
                  <a:pt x="1047" y="851"/>
                  <a:pt x="1047" y="851"/>
                  <a:pt x="1047" y="851"/>
                </a:cubicBezTo>
                <a:cubicBezTo>
                  <a:pt x="1047" y="851"/>
                  <a:pt x="1047" y="851"/>
                  <a:pt x="1047" y="851"/>
                </a:cubicBezTo>
                <a:cubicBezTo>
                  <a:pt x="1047" y="851"/>
                  <a:pt x="1047" y="851"/>
                  <a:pt x="1047" y="850"/>
                </a:cubicBezTo>
                <a:cubicBezTo>
                  <a:pt x="1047" y="850"/>
                  <a:pt x="1047" y="850"/>
                  <a:pt x="1047" y="850"/>
                </a:cubicBezTo>
                <a:cubicBezTo>
                  <a:pt x="1047" y="850"/>
                  <a:pt x="1047" y="850"/>
                  <a:pt x="1047" y="850"/>
                </a:cubicBezTo>
                <a:cubicBezTo>
                  <a:pt x="1046" y="849"/>
                  <a:pt x="1046" y="849"/>
                  <a:pt x="1046" y="849"/>
                </a:cubicBezTo>
                <a:cubicBezTo>
                  <a:pt x="1046" y="849"/>
                  <a:pt x="1046" y="849"/>
                  <a:pt x="1046" y="849"/>
                </a:cubicBezTo>
                <a:cubicBezTo>
                  <a:pt x="1046" y="849"/>
                  <a:pt x="1046" y="849"/>
                  <a:pt x="1046" y="849"/>
                </a:cubicBezTo>
                <a:cubicBezTo>
                  <a:pt x="1046" y="849"/>
                  <a:pt x="1046" y="849"/>
                  <a:pt x="1046" y="849"/>
                </a:cubicBezTo>
                <a:cubicBezTo>
                  <a:pt x="1046" y="849"/>
                  <a:pt x="1046" y="849"/>
                  <a:pt x="1046" y="850"/>
                </a:cubicBezTo>
                <a:cubicBezTo>
                  <a:pt x="1046" y="850"/>
                  <a:pt x="1046" y="850"/>
                  <a:pt x="1046" y="850"/>
                </a:cubicBezTo>
                <a:cubicBezTo>
                  <a:pt x="1046" y="850"/>
                  <a:pt x="1046" y="851"/>
                  <a:pt x="1047" y="851"/>
                </a:cubicBezTo>
                <a:close/>
                <a:moveTo>
                  <a:pt x="988" y="760"/>
                </a:moveTo>
                <a:cubicBezTo>
                  <a:pt x="987" y="760"/>
                  <a:pt x="986" y="759"/>
                  <a:pt x="986" y="759"/>
                </a:cubicBezTo>
                <a:cubicBezTo>
                  <a:pt x="985" y="759"/>
                  <a:pt x="983" y="758"/>
                  <a:pt x="983" y="759"/>
                </a:cubicBezTo>
                <a:cubicBezTo>
                  <a:pt x="982" y="761"/>
                  <a:pt x="981" y="762"/>
                  <a:pt x="981" y="764"/>
                </a:cubicBezTo>
                <a:cubicBezTo>
                  <a:pt x="981" y="764"/>
                  <a:pt x="981" y="764"/>
                  <a:pt x="981" y="764"/>
                </a:cubicBezTo>
                <a:cubicBezTo>
                  <a:pt x="980" y="765"/>
                  <a:pt x="980" y="765"/>
                  <a:pt x="980" y="765"/>
                </a:cubicBezTo>
                <a:cubicBezTo>
                  <a:pt x="980" y="765"/>
                  <a:pt x="981" y="765"/>
                  <a:pt x="981" y="765"/>
                </a:cubicBezTo>
                <a:cubicBezTo>
                  <a:pt x="982" y="764"/>
                  <a:pt x="983" y="764"/>
                  <a:pt x="983" y="764"/>
                </a:cubicBezTo>
                <a:cubicBezTo>
                  <a:pt x="983" y="764"/>
                  <a:pt x="983" y="765"/>
                  <a:pt x="984" y="765"/>
                </a:cubicBezTo>
                <a:cubicBezTo>
                  <a:pt x="984" y="765"/>
                  <a:pt x="984" y="766"/>
                  <a:pt x="984" y="766"/>
                </a:cubicBezTo>
                <a:cubicBezTo>
                  <a:pt x="984" y="766"/>
                  <a:pt x="985" y="766"/>
                  <a:pt x="986" y="766"/>
                </a:cubicBezTo>
                <a:cubicBezTo>
                  <a:pt x="988" y="764"/>
                  <a:pt x="987" y="762"/>
                  <a:pt x="989" y="761"/>
                </a:cubicBezTo>
                <a:cubicBezTo>
                  <a:pt x="989" y="761"/>
                  <a:pt x="989" y="761"/>
                  <a:pt x="989" y="761"/>
                </a:cubicBezTo>
                <a:cubicBezTo>
                  <a:pt x="989" y="761"/>
                  <a:pt x="989" y="761"/>
                  <a:pt x="989" y="761"/>
                </a:cubicBezTo>
                <a:cubicBezTo>
                  <a:pt x="989" y="761"/>
                  <a:pt x="989" y="761"/>
                  <a:pt x="989" y="761"/>
                </a:cubicBezTo>
                <a:cubicBezTo>
                  <a:pt x="989" y="760"/>
                  <a:pt x="988" y="760"/>
                  <a:pt x="988" y="760"/>
                </a:cubicBezTo>
                <a:close/>
                <a:moveTo>
                  <a:pt x="979" y="760"/>
                </a:moveTo>
                <a:cubicBezTo>
                  <a:pt x="978" y="760"/>
                  <a:pt x="977" y="761"/>
                  <a:pt x="976" y="762"/>
                </a:cubicBezTo>
                <a:cubicBezTo>
                  <a:pt x="976" y="762"/>
                  <a:pt x="976" y="762"/>
                  <a:pt x="976" y="762"/>
                </a:cubicBezTo>
                <a:cubicBezTo>
                  <a:pt x="976" y="763"/>
                  <a:pt x="977" y="763"/>
                  <a:pt x="977" y="763"/>
                </a:cubicBezTo>
                <a:cubicBezTo>
                  <a:pt x="978" y="763"/>
                  <a:pt x="978" y="763"/>
                  <a:pt x="978" y="763"/>
                </a:cubicBezTo>
                <a:cubicBezTo>
                  <a:pt x="978" y="763"/>
                  <a:pt x="978" y="763"/>
                  <a:pt x="978" y="763"/>
                </a:cubicBezTo>
                <a:cubicBezTo>
                  <a:pt x="978" y="763"/>
                  <a:pt x="978" y="763"/>
                  <a:pt x="978" y="763"/>
                </a:cubicBezTo>
                <a:cubicBezTo>
                  <a:pt x="978" y="763"/>
                  <a:pt x="979" y="763"/>
                  <a:pt x="979" y="763"/>
                </a:cubicBezTo>
                <a:cubicBezTo>
                  <a:pt x="979" y="762"/>
                  <a:pt x="979" y="761"/>
                  <a:pt x="980" y="761"/>
                </a:cubicBezTo>
                <a:cubicBezTo>
                  <a:pt x="980" y="761"/>
                  <a:pt x="980" y="761"/>
                  <a:pt x="980" y="760"/>
                </a:cubicBezTo>
                <a:cubicBezTo>
                  <a:pt x="980" y="760"/>
                  <a:pt x="980" y="760"/>
                  <a:pt x="979" y="760"/>
                </a:cubicBezTo>
                <a:cubicBezTo>
                  <a:pt x="979" y="759"/>
                  <a:pt x="979" y="759"/>
                  <a:pt x="979" y="760"/>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p:cNvSpPr>
          <p:nvPr/>
        </p:nvSpPr>
        <p:spPr bwMode="auto">
          <a:xfrm>
            <a:off x="6759576" y="5186363"/>
            <a:ext cx="41275" cy="73025"/>
          </a:xfrm>
          <a:custGeom>
            <a:avLst/>
            <a:gdLst>
              <a:gd name="T0" fmla="*/ 3 w 10"/>
              <a:gd name="T1" fmla="*/ 18 h 18"/>
              <a:gd name="T2" fmla="*/ 5 w 10"/>
              <a:gd name="T3" fmla="*/ 17 h 18"/>
              <a:gd name="T4" fmla="*/ 7 w 10"/>
              <a:gd name="T5" fmla="*/ 16 h 18"/>
              <a:gd name="T6" fmla="*/ 7 w 10"/>
              <a:gd name="T7" fmla="*/ 8 h 18"/>
              <a:gd name="T8" fmla="*/ 7 w 10"/>
              <a:gd name="T9" fmla="*/ 6 h 18"/>
              <a:gd name="T10" fmla="*/ 6 w 10"/>
              <a:gd name="T11" fmla="*/ 2 h 18"/>
              <a:gd name="T12" fmla="*/ 5 w 10"/>
              <a:gd name="T13" fmla="*/ 0 h 18"/>
              <a:gd name="T14" fmla="*/ 3 w 10"/>
              <a:gd name="T15" fmla="*/ 2 h 18"/>
              <a:gd name="T16" fmla="*/ 2 w 10"/>
              <a:gd name="T17" fmla="*/ 5 h 18"/>
              <a:gd name="T18" fmla="*/ 1 w 10"/>
              <a:gd name="T19" fmla="*/ 9 h 18"/>
              <a:gd name="T20" fmla="*/ 2 w 10"/>
              <a:gd name="T21" fmla="*/ 12 h 18"/>
              <a:gd name="T22" fmla="*/ 1 w 10"/>
              <a:gd name="T23" fmla="*/ 14 h 18"/>
              <a:gd name="T24" fmla="*/ 0 w 10"/>
              <a:gd name="T25" fmla="*/ 14 h 18"/>
              <a:gd name="T26" fmla="*/ 0 w 10"/>
              <a:gd name="T27" fmla="*/ 16 h 18"/>
              <a:gd name="T28" fmla="*/ 3 w 10"/>
              <a:gd name="T2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3" y="18"/>
                </a:moveTo>
                <a:cubicBezTo>
                  <a:pt x="5" y="17"/>
                  <a:pt x="5" y="17"/>
                  <a:pt x="5" y="17"/>
                </a:cubicBezTo>
                <a:cubicBezTo>
                  <a:pt x="7" y="16"/>
                  <a:pt x="7" y="16"/>
                  <a:pt x="7" y="16"/>
                </a:cubicBezTo>
                <a:cubicBezTo>
                  <a:pt x="7" y="13"/>
                  <a:pt x="10" y="11"/>
                  <a:pt x="7" y="8"/>
                </a:cubicBezTo>
                <a:cubicBezTo>
                  <a:pt x="7" y="7"/>
                  <a:pt x="7" y="7"/>
                  <a:pt x="7" y="6"/>
                </a:cubicBezTo>
                <a:cubicBezTo>
                  <a:pt x="8" y="5"/>
                  <a:pt x="8" y="3"/>
                  <a:pt x="6" y="2"/>
                </a:cubicBezTo>
                <a:cubicBezTo>
                  <a:pt x="6" y="1"/>
                  <a:pt x="6" y="0"/>
                  <a:pt x="5" y="0"/>
                </a:cubicBezTo>
                <a:cubicBezTo>
                  <a:pt x="4" y="1"/>
                  <a:pt x="3" y="1"/>
                  <a:pt x="3" y="2"/>
                </a:cubicBezTo>
                <a:cubicBezTo>
                  <a:pt x="3" y="3"/>
                  <a:pt x="3" y="5"/>
                  <a:pt x="2" y="5"/>
                </a:cubicBezTo>
                <a:cubicBezTo>
                  <a:pt x="0" y="6"/>
                  <a:pt x="1" y="8"/>
                  <a:pt x="1" y="9"/>
                </a:cubicBezTo>
                <a:cubicBezTo>
                  <a:pt x="1" y="10"/>
                  <a:pt x="1" y="11"/>
                  <a:pt x="2" y="12"/>
                </a:cubicBezTo>
                <a:cubicBezTo>
                  <a:pt x="2" y="13"/>
                  <a:pt x="2" y="13"/>
                  <a:pt x="1" y="14"/>
                </a:cubicBezTo>
                <a:cubicBezTo>
                  <a:pt x="1" y="14"/>
                  <a:pt x="1" y="14"/>
                  <a:pt x="0" y="14"/>
                </a:cubicBezTo>
                <a:cubicBezTo>
                  <a:pt x="0" y="16"/>
                  <a:pt x="0" y="16"/>
                  <a:pt x="0" y="16"/>
                </a:cubicBezTo>
                <a:lnTo>
                  <a:pt x="3" y="18"/>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20"/>
          <p:cNvSpPr>
            <a:spLocks noEditPoints="1"/>
          </p:cNvSpPr>
          <p:nvPr/>
        </p:nvSpPr>
        <p:spPr bwMode="auto">
          <a:xfrm>
            <a:off x="9167813" y="5391150"/>
            <a:ext cx="384175" cy="642938"/>
          </a:xfrm>
          <a:custGeom>
            <a:avLst/>
            <a:gdLst>
              <a:gd name="T0" fmla="*/ 32 w 94"/>
              <a:gd name="T1" fmla="*/ 152 h 157"/>
              <a:gd name="T2" fmla="*/ 31 w 94"/>
              <a:gd name="T3" fmla="*/ 152 h 157"/>
              <a:gd name="T4" fmla="*/ 28 w 94"/>
              <a:gd name="T5" fmla="*/ 153 h 157"/>
              <a:gd name="T6" fmla="*/ 30 w 94"/>
              <a:gd name="T7" fmla="*/ 151 h 157"/>
              <a:gd name="T8" fmla="*/ 33 w 94"/>
              <a:gd name="T9" fmla="*/ 151 h 157"/>
              <a:gd name="T10" fmla="*/ 33 w 94"/>
              <a:gd name="T11" fmla="*/ 152 h 157"/>
              <a:gd name="T12" fmla="*/ 33 w 94"/>
              <a:gd name="T13" fmla="*/ 151 h 157"/>
              <a:gd name="T14" fmla="*/ 33 w 94"/>
              <a:gd name="T15" fmla="*/ 151 h 157"/>
              <a:gd name="T16" fmla="*/ 26 w 94"/>
              <a:gd name="T17" fmla="*/ 157 h 157"/>
              <a:gd name="T18" fmla="*/ 30 w 94"/>
              <a:gd name="T19" fmla="*/ 152 h 157"/>
              <a:gd name="T20" fmla="*/ 29 w 94"/>
              <a:gd name="T21" fmla="*/ 154 h 157"/>
              <a:gd name="T22" fmla="*/ 30 w 94"/>
              <a:gd name="T23" fmla="*/ 154 h 157"/>
              <a:gd name="T24" fmla="*/ 34 w 94"/>
              <a:gd name="T25" fmla="*/ 150 h 157"/>
              <a:gd name="T26" fmla="*/ 36 w 94"/>
              <a:gd name="T27" fmla="*/ 151 h 157"/>
              <a:gd name="T28" fmla="*/ 33 w 94"/>
              <a:gd name="T29" fmla="*/ 152 h 157"/>
              <a:gd name="T30" fmla="*/ 86 w 94"/>
              <a:gd name="T31" fmla="*/ 103 h 157"/>
              <a:gd name="T32" fmla="*/ 41 w 94"/>
              <a:gd name="T33" fmla="*/ 147 h 157"/>
              <a:gd name="T34" fmla="*/ 48 w 94"/>
              <a:gd name="T35" fmla="*/ 142 h 157"/>
              <a:gd name="T36" fmla="*/ 71 w 94"/>
              <a:gd name="T37" fmla="*/ 90 h 157"/>
              <a:gd name="T38" fmla="*/ 64 w 94"/>
              <a:gd name="T39" fmla="*/ 111 h 157"/>
              <a:gd name="T40" fmla="*/ 46 w 94"/>
              <a:gd name="T41" fmla="*/ 76 h 157"/>
              <a:gd name="T42" fmla="*/ 47 w 94"/>
              <a:gd name="T43" fmla="*/ 78 h 157"/>
              <a:gd name="T44" fmla="*/ 46 w 94"/>
              <a:gd name="T45" fmla="*/ 82 h 157"/>
              <a:gd name="T46" fmla="*/ 47 w 94"/>
              <a:gd name="T47" fmla="*/ 82 h 157"/>
              <a:gd name="T48" fmla="*/ 48 w 94"/>
              <a:gd name="T49" fmla="*/ 78 h 157"/>
              <a:gd name="T50" fmla="*/ 49 w 94"/>
              <a:gd name="T51" fmla="*/ 78 h 157"/>
              <a:gd name="T52" fmla="*/ 52 w 94"/>
              <a:gd name="T53" fmla="*/ 70 h 157"/>
              <a:gd name="T54" fmla="*/ 32 w 94"/>
              <a:gd name="T55" fmla="*/ 67 h 157"/>
              <a:gd name="T56" fmla="*/ 24 w 94"/>
              <a:gd name="T57" fmla="*/ 48 h 157"/>
              <a:gd name="T58" fmla="*/ 29 w 94"/>
              <a:gd name="T59" fmla="*/ 27 h 157"/>
              <a:gd name="T60" fmla="*/ 48 w 94"/>
              <a:gd name="T61" fmla="*/ 34 h 157"/>
              <a:gd name="T62" fmla="*/ 43 w 94"/>
              <a:gd name="T63" fmla="*/ 64 h 157"/>
              <a:gd name="T64" fmla="*/ 63 w 94"/>
              <a:gd name="T65" fmla="*/ 66 h 157"/>
              <a:gd name="T66" fmla="*/ 45 w 94"/>
              <a:gd name="T67" fmla="*/ 63 h 157"/>
              <a:gd name="T68" fmla="*/ 23 w 94"/>
              <a:gd name="T69" fmla="*/ 95 h 157"/>
              <a:gd name="T70" fmla="*/ 9 w 94"/>
              <a:gd name="T71" fmla="*/ 113 h 157"/>
              <a:gd name="T72" fmla="*/ 30 w 94"/>
              <a:gd name="T73" fmla="*/ 86 h 157"/>
              <a:gd name="T74" fmla="*/ 29 w 94"/>
              <a:gd name="T75" fmla="*/ 88 h 157"/>
              <a:gd name="T76" fmla="*/ 1 w 94"/>
              <a:gd name="T77" fmla="*/ 125 h 157"/>
              <a:gd name="T78" fmla="*/ 38 w 94"/>
              <a:gd name="T79" fmla="*/ 82 h 157"/>
              <a:gd name="T80" fmla="*/ 74 w 94"/>
              <a:gd name="T81" fmla="*/ 88 h 157"/>
              <a:gd name="T82" fmla="*/ 81 w 94"/>
              <a:gd name="T83" fmla="*/ 87 h 157"/>
              <a:gd name="T84" fmla="*/ 60 w 94"/>
              <a:gd name="T85" fmla="*/ 100 h 157"/>
              <a:gd name="T86" fmla="*/ 62 w 94"/>
              <a:gd name="T87" fmla="*/ 78 h 157"/>
              <a:gd name="T88" fmla="*/ 58 w 94"/>
              <a:gd name="T89" fmla="*/ 76 h 157"/>
              <a:gd name="T90" fmla="*/ 84 w 94"/>
              <a:gd name="T91" fmla="*/ 94 h 157"/>
              <a:gd name="T92" fmla="*/ 89 w 94"/>
              <a:gd name="T93" fmla="*/ 134 h 157"/>
              <a:gd name="T94" fmla="*/ 77 w 94"/>
              <a:gd name="T95" fmla="*/ 142 h 157"/>
              <a:gd name="T96" fmla="*/ 59 w 94"/>
              <a:gd name="T97" fmla="*/ 127 h 157"/>
              <a:gd name="T98" fmla="*/ 50 w 94"/>
              <a:gd name="T99" fmla="*/ 127 h 157"/>
              <a:gd name="T100" fmla="*/ 67 w 94"/>
              <a:gd name="T101" fmla="*/ 121 h 157"/>
              <a:gd name="T102" fmla="*/ 85 w 94"/>
              <a:gd name="T103" fmla="*/ 106 h 157"/>
              <a:gd name="T104" fmla="*/ 85 w 94"/>
              <a:gd name="T105" fmla="*/ 130 h 157"/>
              <a:gd name="T106" fmla="*/ 61 w 94"/>
              <a:gd name="T107" fmla="*/ 103 h 157"/>
              <a:gd name="T108" fmla="*/ 68 w 94"/>
              <a:gd name="T109" fmla="*/ 66 h 157"/>
              <a:gd name="T110" fmla="*/ 37 w 94"/>
              <a:gd name="T111" fmla="*/ 14 h 157"/>
              <a:gd name="T112" fmla="*/ 73 w 94"/>
              <a:gd name="T113" fmla="*/ 101 h 157"/>
              <a:gd name="T114" fmla="*/ 43 w 94"/>
              <a:gd name="T115" fmla="*/ 1 h 157"/>
              <a:gd name="T116" fmla="*/ 43 w 94"/>
              <a:gd name="T117" fmla="*/ 9 h 157"/>
              <a:gd name="T118" fmla="*/ 46 w 94"/>
              <a:gd name="T119" fmla="*/ 6 h 157"/>
              <a:gd name="T120" fmla="*/ 44 w 94"/>
              <a:gd name="T121" fmla="*/ 2 h 157"/>
              <a:gd name="T122" fmla="*/ 47 w 94"/>
              <a:gd name="T123" fmla="*/ 86 h 157"/>
              <a:gd name="T124" fmla="*/ 42 w 94"/>
              <a:gd name="T125" fmla="*/ 8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 h="157">
                <a:moveTo>
                  <a:pt x="51" y="134"/>
                </a:moveTo>
                <a:cubicBezTo>
                  <a:pt x="51" y="134"/>
                  <a:pt x="51" y="133"/>
                  <a:pt x="52" y="133"/>
                </a:cubicBezTo>
                <a:cubicBezTo>
                  <a:pt x="52" y="133"/>
                  <a:pt x="52" y="133"/>
                  <a:pt x="52" y="133"/>
                </a:cubicBezTo>
                <a:cubicBezTo>
                  <a:pt x="52" y="133"/>
                  <a:pt x="52" y="133"/>
                  <a:pt x="52" y="133"/>
                </a:cubicBezTo>
                <a:cubicBezTo>
                  <a:pt x="52" y="133"/>
                  <a:pt x="52" y="134"/>
                  <a:pt x="51" y="134"/>
                </a:cubicBezTo>
                <a:cubicBezTo>
                  <a:pt x="51" y="134"/>
                  <a:pt x="51" y="134"/>
                  <a:pt x="51" y="134"/>
                </a:cubicBezTo>
                <a:close/>
                <a:moveTo>
                  <a:pt x="32" y="149"/>
                </a:moveTo>
                <a:cubicBezTo>
                  <a:pt x="32" y="149"/>
                  <a:pt x="32" y="149"/>
                  <a:pt x="32" y="149"/>
                </a:cubicBezTo>
                <a:cubicBezTo>
                  <a:pt x="32" y="149"/>
                  <a:pt x="32" y="149"/>
                  <a:pt x="32" y="149"/>
                </a:cubicBezTo>
                <a:cubicBezTo>
                  <a:pt x="32" y="149"/>
                  <a:pt x="32" y="149"/>
                  <a:pt x="32" y="149"/>
                </a:cubicBezTo>
                <a:cubicBezTo>
                  <a:pt x="32" y="149"/>
                  <a:pt x="32" y="149"/>
                  <a:pt x="32" y="149"/>
                </a:cubicBezTo>
                <a:cubicBezTo>
                  <a:pt x="32" y="149"/>
                  <a:pt x="32" y="149"/>
                  <a:pt x="32" y="149"/>
                </a:cubicBezTo>
                <a:cubicBezTo>
                  <a:pt x="32" y="149"/>
                  <a:pt x="32" y="149"/>
                  <a:pt x="32" y="149"/>
                </a:cubicBezTo>
                <a:close/>
                <a:moveTo>
                  <a:pt x="33" y="151"/>
                </a:moveTo>
                <a:cubicBezTo>
                  <a:pt x="33" y="150"/>
                  <a:pt x="32" y="150"/>
                  <a:pt x="32" y="151"/>
                </a:cubicBezTo>
                <a:cubicBezTo>
                  <a:pt x="32" y="151"/>
                  <a:pt x="32" y="151"/>
                  <a:pt x="32" y="151"/>
                </a:cubicBezTo>
                <a:cubicBezTo>
                  <a:pt x="32" y="151"/>
                  <a:pt x="32" y="151"/>
                  <a:pt x="32" y="151"/>
                </a:cubicBezTo>
                <a:cubicBezTo>
                  <a:pt x="32"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2"/>
                </a:moveTo>
                <a:cubicBezTo>
                  <a:pt x="33" y="152"/>
                  <a:pt x="33" y="152"/>
                  <a:pt x="33" y="152"/>
                </a:cubicBezTo>
                <a:cubicBezTo>
                  <a:pt x="33" y="151"/>
                  <a:pt x="33" y="151"/>
                  <a:pt x="33" y="151"/>
                </a:cubicBezTo>
                <a:cubicBezTo>
                  <a:pt x="33" y="151"/>
                  <a:pt x="33" y="151"/>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2" y="152"/>
                  <a:pt x="32" y="152"/>
                </a:cubicBezTo>
                <a:cubicBezTo>
                  <a:pt x="32"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0" y="152"/>
                </a:cubicBezTo>
                <a:cubicBezTo>
                  <a:pt x="30" y="152"/>
                  <a:pt x="31" y="152"/>
                  <a:pt x="30" y="152"/>
                </a:cubicBezTo>
                <a:cubicBezTo>
                  <a:pt x="30" y="152"/>
                  <a:pt x="30" y="152"/>
                  <a:pt x="30" y="152"/>
                </a:cubicBezTo>
                <a:cubicBezTo>
                  <a:pt x="30" y="152"/>
                  <a:pt x="30" y="152"/>
                  <a:pt x="30" y="152"/>
                </a:cubicBezTo>
                <a:cubicBezTo>
                  <a:pt x="30" y="152"/>
                  <a:pt x="30" y="152"/>
                  <a:pt x="30" y="152"/>
                </a:cubicBezTo>
                <a:cubicBezTo>
                  <a:pt x="30" y="152"/>
                  <a:pt x="30" y="152"/>
                  <a:pt x="30" y="152"/>
                </a:cubicBezTo>
                <a:cubicBezTo>
                  <a:pt x="31" y="152"/>
                  <a:pt x="30" y="152"/>
                  <a:pt x="31" y="152"/>
                </a:cubicBezTo>
                <a:cubicBezTo>
                  <a:pt x="30" y="152"/>
                  <a:pt x="30" y="153"/>
                  <a:pt x="30" y="153"/>
                </a:cubicBezTo>
                <a:cubicBezTo>
                  <a:pt x="30" y="153"/>
                  <a:pt x="30" y="152"/>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8" y="153"/>
                  <a:pt x="28" y="153"/>
                </a:cubicBezTo>
                <a:cubicBezTo>
                  <a:pt x="28" y="153"/>
                  <a:pt x="28" y="153"/>
                  <a:pt x="28" y="153"/>
                </a:cubicBezTo>
                <a:cubicBezTo>
                  <a:pt x="28" y="153"/>
                  <a:pt x="28" y="153"/>
                  <a:pt x="28" y="153"/>
                </a:cubicBezTo>
                <a:cubicBezTo>
                  <a:pt x="28" y="153"/>
                  <a:pt x="28" y="153"/>
                  <a:pt x="28" y="153"/>
                </a:cubicBezTo>
                <a:cubicBezTo>
                  <a:pt x="28" y="153"/>
                  <a:pt x="28" y="153"/>
                  <a:pt x="28" y="153"/>
                </a:cubicBezTo>
                <a:cubicBezTo>
                  <a:pt x="28" y="153"/>
                  <a:pt x="28" y="153"/>
                  <a:pt x="28" y="153"/>
                </a:cubicBezTo>
                <a:cubicBezTo>
                  <a:pt x="28" y="153"/>
                  <a:pt x="28" y="153"/>
                  <a:pt x="28" y="153"/>
                </a:cubicBezTo>
                <a:cubicBezTo>
                  <a:pt x="28" y="153"/>
                  <a:pt x="28" y="153"/>
                  <a:pt x="28" y="153"/>
                </a:cubicBezTo>
                <a:cubicBezTo>
                  <a:pt x="28" y="153"/>
                  <a:pt x="28" y="153"/>
                  <a:pt x="28" y="153"/>
                </a:cubicBezTo>
                <a:cubicBezTo>
                  <a:pt x="28"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4"/>
                </a:cubicBezTo>
                <a:cubicBezTo>
                  <a:pt x="29" y="154"/>
                  <a:pt x="29" y="154"/>
                  <a:pt x="29" y="154"/>
                </a:cubicBezTo>
                <a:cubicBezTo>
                  <a:pt x="29" y="154"/>
                  <a:pt x="29" y="154"/>
                  <a:pt x="29" y="154"/>
                </a:cubicBezTo>
                <a:cubicBezTo>
                  <a:pt x="29" y="154"/>
                  <a:pt x="29" y="154"/>
                  <a:pt x="29" y="154"/>
                </a:cubicBezTo>
                <a:cubicBezTo>
                  <a:pt x="28" y="154"/>
                  <a:pt x="28" y="154"/>
                  <a:pt x="28" y="154"/>
                </a:cubicBezTo>
                <a:cubicBezTo>
                  <a:pt x="28" y="154"/>
                  <a:pt x="28" y="154"/>
                  <a:pt x="28" y="154"/>
                </a:cubicBezTo>
                <a:cubicBezTo>
                  <a:pt x="28" y="154"/>
                  <a:pt x="28" y="154"/>
                  <a:pt x="28" y="154"/>
                </a:cubicBezTo>
                <a:cubicBezTo>
                  <a:pt x="28" y="154"/>
                  <a:pt x="28" y="154"/>
                  <a:pt x="28" y="154"/>
                </a:cubicBezTo>
                <a:cubicBezTo>
                  <a:pt x="28" y="154"/>
                  <a:pt x="28" y="153"/>
                  <a:pt x="28" y="153"/>
                </a:cubicBezTo>
                <a:cubicBezTo>
                  <a:pt x="28" y="153"/>
                  <a:pt x="28" y="153"/>
                  <a:pt x="28" y="153"/>
                </a:cubicBezTo>
                <a:cubicBezTo>
                  <a:pt x="28" y="153"/>
                  <a:pt x="28" y="153"/>
                  <a:pt x="28" y="153"/>
                </a:cubicBezTo>
                <a:cubicBezTo>
                  <a:pt x="28" y="153"/>
                  <a:pt x="28" y="153"/>
                  <a:pt x="28" y="153"/>
                </a:cubicBezTo>
                <a:cubicBezTo>
                  <a:pt x="28" y="153"/>
                  <a:pt x="28" y="153"/>
                  <a:pt x="28" y="153"/>
                </a:cubicBezTo>
                <a:cubicBezTo>
                  <a:pt x="28"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2"/>
                  <a:pt x="29" y="152"/>
                </a:cubicBezTo>
                <a:cubicBezTo>
                  <a:pt x="29" y="152"/>
                  <a:pt x="29" y="152"/>
                  <a:pt x="29" y="152"/>
                </a:cubicBezTo>
                <a:cubicBezTo>
                  <a:pt x="29" y="152"/>
                  <a:pt x="29" y="152"/>
                  <a:pt x="29" y="152"/>
                </a:cubicBezTo>
                <a:cubicBezTo>
                  <a:pt x="29" y="152"/>
                  <a:pt x="29" y="152"/>
                  <a:pt x="29" y="152"/>
                </a:cubicBezTo>
                <a:cubicBezTo>
                  <a:pt x="29" y="152"/>
                  <a:pt x="29" y="152"/>
                  <a:pt x="29" y="152"/>
                </a:cubicBezTo>
                <a:cubicBezTo>
                  <a:pt x="29" y="152"/>
                  <a:pt x="29" y="152"/>
                  <a:pt x="29" y="152"/>
                </a:cubicBezTo>
                <a:cubicBezTo>
                  <a:pt x="29" y="152"/>
                  <a:pt x="29" y="152"/>
                  <a:pt x="29" y="152"/>
                </a:cubicBezTo>
                <a:cubicBezTo>
                  <a:pt x="29" y="152"/>
                  <a:pt x="29" y="152"/>
                  <a:pt x="29" y="152"/>
                </a:cubicBezTo>
                <a:cubicBezTo>
                  <a:pt x="29" y="152"/>
                  <a:pt x="29" y="152"/>
                  <a:pt x="29" y="152"/>
                </a:cubicBezTo>
                <a:cubicBezTo>
                  <a:pt x="29" y="152"/>
                  <a:pt x="29" y="152"/>
                  <a:pt x="29" y="152"/>
                </a:cubicBezTo>
                <a:cubicBezTo>
                  <a:pt x="29" y="152"/>
                  <a:pt x="29" y="152"/>
                  <a:pt x="29" y="152"/>
                </a:cubicBezTo>
                <a:cubicBezTo>
                  <a:pt x="29" y="152"/>
                  <a:pt x="29" y="152"/>
                  <a:pt x="30" y="152"/>
                </a:cubicBezTo>
                <a:cubicBezTo>
                  <a:pt x="30" y="152"/>
                  <a:pt x="30" y="152"/>
                  <a:pt x="30" y="152"/>
                </a:cubicBezTo>
                <a:cubicBezTo>
                  <a:pt x="30" y="152"/>
                  <a:pt x="30" y="152"/>
                  <a:pt x="30" y="152"/>
                </a:cubicBezTo>
                <a:cubicBezTo>
                  <a:pt x="30" y="152"/>
                  <a:pt x="30" y="152"/>
                  <a:pt x="30" y="152"/>
                </a:cubicBezTo>
                <a:cubicBezTo>
                  <a:pt x="30" y="152"/>
                  <a:pt x="30" y="152"/>
                  <a:pt x="30" y="152"/>
                </a:cubicBezTo>
                <a:cubicBezTo>
                  <a:pt x="30" y="152"/>
                  <a:pt x="30" y="152"/>
                  <a:pt x="30" y="152"/>
                </a:cubicBezTo>
                <a:cubicBezTo>
                  <a:pt x="30" y="152"/>
                  <a:pt x="30" y="152"/>
                  <a:pt x="30" y="152"/>
                </a:cubicBezTo>
                <a:cubicBezTo>
                  <a:pt x="30" y="152"/>
                  <a:pt x="30" y="152"/>
                  <a:pt x="30" y="152"/>
                </a:cubicBezTo>
                <a:cubicBezTo>
                  <a:pt x="30" y="152"/>
                  <a:pt x="30" y="152"/>
                  <a:pt x="30" y="152"/>
                </a:cubicBezTo>
                <a:cubicBezTo>
                  <a:pt x="30" y="152"/>
                  <a:pt x="30" y="152"/>
                  <a:pt x="30" y="152"/>
                </a:cubicBezTo>
                <a:cubicBezTo>
                  <a:pt x="30" y="151"/>
                  <a:pt x="30" y="151"/>
                  <a:pt x="30" y="151"/>
                </a:cubicBezTo>
                <a:cubicBezTo>
                  <a:pt x="30" y="152"/>
                  <a:pt x="30" y="151"/>
                  <a:pt x="30" y="151"/>
                </a:cubicBezTo>
                <a:cubicBezTo>
                  <a:pt x="30" y="151"/>
                  <a:pt x="30" y="151"/>
                  <a:pt x="30" y="151"/>
                </a:cubicBezTo>
                <a:cubicBezTo>
                  <a:pt x="30" y="151"/>
                  <a:pt x="30"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1" y="151"/>
                  <a:pt x="31" y="151"/>
                  <a:pt x="31" y="151"/>
                </a:cubicBezTo>
                <a:cubicBezTo>
                  <a:pt x="32" y="151"/>
                  <a:pt x="32" y="151"/>
                  <a:pt x="32" y="151"/>
                </a:cubicBezTo>
                <a:cubicBezTo>
                  <a:pt x="32" y="151"/>
                  <a:pt x="32" y="151"/>
                  <a:pt x="32" y="151"/>
                </a:cubicBezTo>
                <a:cubicBezTo>
                  <a:pt x="32" y="151"/>
                  <a:pt x="32" y="151"/>
                  <a:pt x="32" y="151"/>
                </a:cubicBezTo>
                <a:cubicBezTo>
                  <a:pt x="32" y="151"/>
                  <a:pt x="32" y="151"/>
                  <a:pt x="32" y="151"/>
                </a:cubicBezTo>
                <a:cubicBezTo>
                  <a:pt x="32" y="151"/>
                  <a:pt x="32" y="151"/>
                  <a:pt x="32" y="151"/>
                </a:cubicBezTo>
                <a:cubicBezTo>
                  <a:pt x="32" y="151"/>
                  <a:pt x="32" y="151"/>
                  <a:pt x="32" y="151"/>
                </a:cubicBezTo>
                <a:cubicBezTo>
                  <a:pt x="32" y="150"/>
                  <a:pt x="32" y="150"/>
                  <a:pt x="32" y="150"/>
                </a:cubicBezTo>
                <a:cubicBezTo>
                  <a:pt x="32" y="150"/>
                  <a:pt x="32" y="150"/>
                  <a:pt x="32" y="150"/>
                </a:cubicBezTo>
                <a:cubicBezTo>
                  <a:pt x="32" y="150"/>
                  <a:pt x="32" y="150"/>
                  <a:pt x="32" y="150"/>
                </a:cubicBezTo>
                <a:cubicBezTo>
                  <a:pt x="32" y="150"/>
                  <a:pt x="32" y="150"/>
                  <a:pt x="32" y="150"/>
                </a:cubicBezTo>
                <a:cubicBezTo>
                  <a:pt x="32" y="150"/>
                  <a:pt x="32" y="150"/>
                  <a:pt x="32" y="150"/>
                </a:cubicBezTo>
                <a:cubicBezTo>
                  <a:pt x="32" y="150"/>
                  <a:pt x="32" y="150"/>
                  <a:pt x="32" y="150"/>
                </a:cubicBezTo>
                <a:cubicBezTo>
                  <a:pt x="32" y="150"/>
                  <a:pt x="32" y="150"/>
                  <a:pt x="32" y="150"/>
                </a:cubicBezTo>
                <a:cubicBezTo>
                  <a:pt x="32" y="150"/>
                  <a:pt x="32" y="150"/>
                  <a:pt x="32" y="150"/>
                </a:cubicBezTo>
                <a:cubicBezTo>
                  <a:pt x="32" y="150"/>
                  <a:pt x="32" y="150"/>
                  <a:pt x="32" y="150"/>
                </a:cubicBezTo>
                <a:cubicBezTo>
                  <a:pt x="32" y="150"/>
                  <a:pt x="32" y="150"/>
                  <a:pt x="32" y="150"/>
                </a:cubicBezTo>
                <a:cubicBezTo>
                  <a:pt x="32" y="150"/>
                  <a:pt x="33" y="150"/>
                  <a:pt x="32" y="151"/>
                </a:cubicBezTo>
                <a:cubicBezTo>
                  <a:pt x="32" y="151"/>
                  <a:pt x="32" y="151"/>
                  <a:pt x="32" y="151"/>
                </a:cubicBezTo>
                <a:cubicBezTo>
                  <a:pt x="32"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2"/>
                  <a:pt x="33" y="152"/>
                  <a:pt x="33" y="152"/>
                </a:cubicBezTo>
                <a:cubicBezTo>
                  <a:pt x="33" y="152"/>
                  <a:pt x="33" y="152"/>
                  <a:pt x="33" y="152"/>
                </a:cubicBezTo>
                <a:close/>
                <a:moveTo>
                  <a:pt x="29" y="153"/>
                </a:moveTo>
                <a:cubicBezTo>
                  <a:pt x="29" y="153"/>
                  <a:pt x="29" y="153"/>
                  <a:pt x="29" y="153"/>
                </a:cubicBezTo>
                <a:cubicBezTo>
                  <a:pt x="29" y="153"/>
                  <a:pt x="29" y="153"/>
                  <a:pt x="29" y="153"/>
                </a:cubicBezTo>
                <a:close/>
                <a:moveTo>
                  <a:pt x="30" y="153"/>
                </a:moveTo>
                <a:cubicBezTo>
                  <a:pt x="30" y="153"/>
                  <a:pt x="30" y="153"/>
                  <a:pt x="30" y="153"/>
                </a:cubicBezTo>
                <a:cubicBezTo>
                  <a:pt x="30" y="153"/>
                  <a:pt x="30" y="153"/>
                  <a:pt x="30" y="153"/>
                </a:cubicBezTo>
                <a:close/>
                <a:moveTo>
                  <a:pt x="32" y="152"/>
                </a:moveTo>
                <a:cubicBezTo>
                  <a:pt x="32" y="152"/>
                  <a:pt x="32" y="152"/>
                  <a:pt x="32" y="152"/>
                </a:cubicBezTo>
                <a:cubicBezTo>
                  <a:pt x="32" y="152"/>
                  <a:pt x="32" y="152"/>
                  <a:pt x="32" y="152"/>
                </a:cubicBezTo>
                <a:close/>
                <a:moveTo>
                  <a:pt x="32" y="153"/>
                </a:move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lose/>
                <a:moveTo>
                  <a:pt x="33" y="150"/>
                </a:moveTo>
                <a:cubicBezTo>
                  <a:pt x="33" y="150"/>
                  <a:pt x="33" y="150"/>
                  <a:pt x="33" y="150"/>
                </a:cubicBezTo>
                <a:cubicBezTo>
                  <a:pt x="33" y="150"/>
                  <a:pt x="33" y="150"/>
                  <a:pt x="33" y="150"/>
                </a:cubicBezTo>
                <a:cubicBezTo>
                  <a:pt x="33" y="150"/>
                  <a:pt x="33" y="150"/>
                  <a:pt x="32" y="150"/>
                </a:cubicBezTo>
                <a:cubicBezTo>
                  <a:pt x="32" y="150"/>
                  <a:pt x="32" y="150"/>
                  <a:pt x="32" y="150"/>
                </a:cubicBezTo>
                <a:cubicBezTo>
                  <a:pt x="32" y="150"/>
                  <a:pt x="32" y="150"/>
                  <a:pt x="32" y="150"/>
                </a:cubicBezTo>
                <a:cubicBezTo>
                  <a:pt x="32" y="150"/>
                  <a:pt x="32" y="150"/>
                  <a:pt x="32" y="150"/>
                </a:cubicBezTo>
                <a:cubicBezTo>
                  <a:pt x="32" y="150"/>
                  <a:pt x="33" y="150"/>
                  <a:pt x="33" y="150"/>
                </a:cubicBezTo>
                <a:cubicBezTo>
                  <a:pt x="33" y="150"/>
                  <a:pt x="33" y="150"/>
                  <a:pt x="33" y="150"/>
                </a:cubicBezTo>
                <a:cubicBezTo>
                  <a:pt x="33" y="150"/>
                  <a:pt x="33" y="150"/>
                  <a:pt x="33" y="150"/>
                </a:cubicBezTo>
                <a:close/>
                <a:moveTo>
                  <a:pt x="32" y="153"/>
                </a:moveTo>
                <a:cubicBezTo>
                  <a:pt x="32" y="153"/>
                  <a:pt x="32" y="153"/>
                  <a:pt x="32" y="153"/>
                </a:cubicBezTo>
                <a:cubicBezTo>
                  <a:pt x="32" y="153"/>
                  <a:pt x="32" y="153"/>
                  <a:pt x="32" y="153"/>
                </a:cubicBezTo>
                <a:cubicBezTo>
                  <a:pt x="32" y="153"/>
                  <a:pt x="32" y="153"/>
                  <a:pt x="32" y="153"/>
                </a:cubicBezTo>
                <a:close/>
                <a:moveTo>
                  <a:pt x="33" y="152"/>
                </a:moveTo>
                <a:cubicBezTo>
                  <a:pt x="33" y="152"/>
                  <a:pt x="33" y="152"/>
                  <a:pt x="33" y="152"/>
                </a:cubicBezTo>
                <a:cubicBezTo>
                  <a:pt x="33" y="152"/>
                  <a:pt x="33" y="152"/>
                  <a:pt x="33" y="152"/>
                </a:cubicBezTo>
                <a:cubicBezTo>
                  <a:pt x="33" y="152"/>
                  <a:pt x="33" y="152"/>
                  <a:pt x="33" y="152"/>
                </a:cubicBezTo>
                <a:cubicBezTo>
                  <a:pt x="33" y="152"/>
                  <a:pt x="33" y="152"/>
                  <a:pt x="33" y="152"/>
                </a:cubicBezTo>
                <a:close/>
                <a:moveTo>
                  <a:pt x="33" y="152"/>
                </a:moveTo>
                <a:cubicBezTo>
                  <a:pt x="33" y="152"/>
                  <a:pt x="33" y="152"/>
                  <a:pt x="33" y="152"/>
                </a:cubicBezTo>
                <a:cubicBezTo>
                  <a:pt x="33" y="152"/>
                  <a:pt x="33" y="152"/>
                  <a:pt x="33" y="152"/>
                </a:cubicBezTo>
                <a:cubicBezTo>
                  <a:pt x="33" y="152"/>
                  <a:pt x="33" y="152"/>
                  <a:pt x="33" y="152"/>
                </a:cubicBezTo>
                <a:cubicBezTo>
                  <a:pt x="33" y="152"/>
                  <a:pt x="33" y="152"/>
                  <a:pt x="33" y="152"/>
                </a:cubicBezTo>
                <a:close/>
                <a:moveTo>
                  <a:pt x="33" y="153"/>
                </a:moveTo>
                <a:cubicBezTo>
                  <a:pt x="33" y="153"/>
                  <a:pt x="33" y="153"/>
                  <a:pt x="33"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2" y="153"/>
                </a:cubicBezTo>
                <a:cubicBezTo>
                  <a:pt x="32" y="153"/>
                  <a:pt x="32" y="153"/>
                  <a:pt x="33" y="153"/>
                </a:cubicBezTo>
                <a:cubicBezTo>
                  <a:pt x="33" y="153"/>
                  <a:pt x="33" y="153"/>
                  <a:pt x="33" y="153"/>
                </a:cubicBezTo>
                <a:cubicBezTo>
                  <a:pt x="33" y="153"/>
                  <a:pt x="33" y="153"/>
                  <a:pt x="33" y="153"/>
                </a:cubicBezTo>
                <a:cubicBezTo>
                  <a:pt x="33" y="153"/>
                  <a:pt x="33" y="153"/>
                  <a:pt x="33" y="153"/>
                </a:cubicBezTo>
                <a:cubicBezTo>
                  <a:pt x="33" y="153"/>
                  <a:pt x="33" y="153"/>
                  <a:pt x="33" y="153"/>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1"/>
                </a:moveTo>
                <a:cubicBezTo>
                  <a:pt x="33" y="151"/>
                  <a:pt x="33" y="151"/>
                  <a:pt x="33" y="151"/>
                </a:cubicBezTo>
                <a:cubicBezTo>
                  <a:pt x="33" y="151"/>
                  <a:pt x="33" y="151"/>
                  <a:pt x="33" y="151"/>
                </a:cubicBezTo>
                <a:cubicBezTo>
                  <a:pt x="33" y="151"/>
                  <a:pt x="33" y="151"/>
                  <a:pt x="33" y="151"/>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1"/>
                </a:moveTo>
                <a:cubicBezTo>
                  <a:pt x="33" y="151"/>
                  <a:pt x="33" y="151"/>
                  <a:pt x="33" y="151"/>
                </a:cubicBezTo>
                <a:cubicBezTo>
                  <a:pt x="33" y="151"/>
                  <a:pt x="33" y="151"/>
                  <a:pt x="33" y="151"/>
                </a:cubicBezTo>
                <a:close/>
                <a:moveTo>
                  <a:pt x="33" y="149"/>
                </a:moveTo>
                <a:cubicBezTo>
                  <a:pt x="33" y="149"/>
                  <a:pt x="33" y="149"/>
                  <a:pt x="33" y="149"/>
                </a:cubicBezTo>
                <a:cubicBezTo>
                  <a:pt x="33" y="149"/>
                  <a:pt x="33" y="149"/>
                  <a:pt x="33" y="149"/>
                </a:cubicBezTo>
                <a:cubicBezTo>
                  <a:pt x="33" y="149"/>
                  <a:pt x="33" y="149"/>
                  <a:pt x="33" y="149"/>
                </a:cubicBezTo>
                <a:cubicBezTo>
                  <a:pt x="32" y="149"/>
                  <a:pt x="32" y="149"/>
                  <a:pt x="32" y="149"/>
                </a:cubicBezTo>
                <a:cubicBezTo>
                  <a:pt x="32" y="149"/>
                  <a:pt x="32" y="149"/>
                  <a:pt x="32" y="149"/>
                </a:cubicBezTo>
                <a:cubicBezTo>
                  <a:pt x="32" y="149"/>
                  <a:pt x="33" y="149"/>
                  <a:pt x="32" y="149"/>
                </a:cubicBezTo>
                <a:cubicBezTo>
                  <a:pt x="32" y="149"/>
                  <a:pt x="32" y="149"/>
                  <a:pt x="32" y="149"/>
                </a:cubicBezTo>
                <a:cubicBezTo>
                  <a:pt x="33" y="149"/>
                  <a:pt x="33" y="149"/>
                  <a:pt x="33" y="149"/>
                </a:cubicBezTo>
                <a:cubicBezTo>
                  <a:pt x="33" y="149"/>
                  <a:pt x="33" y="149"/>
                  <a:pt x="33" y="149"/>
                </a:cubicBezTo>
                <a:cubicBezTo>
                  <a:pt x="33" y="149"/>
                  <a:pt x="33" y="149"/>
                  <a:pt x="33" y="149"/>
                </a:cubicBezTo>
                <a:cubicBezTo>
                  <a:pt x="33" y="149"/>
                  <a:pt x="33" y="149"/>
                  <a:pt x="32" y="149"/>
                </a:cubicBezTo>
                <a:cubicBezTo>
                  <a:pt x="32" y="149"/>
                  <a:pt x="32" y="149"/>
                  <a:pt x="32" y="149"/>
                </a:cubicBezTo>
                <a:cubicBezTo>
                  <a:pt x="32" y="149"/>
                  <a:pt x="32" y="149"/>
                  <a:pt x="32" y="149"/>
                </a:cubicBezTo>
                <a:cubicBezTo>
                  <a:pt x="32" y="149"/>
                  <a:pt x="32" y="149"/>
                  <a:pt x="32" y="149"/>
                </a:cubicBezTo>
                <a:cubicBezTo>
                  <a:pt x="32" y="149"/>
                  <a:pt x="32" y="149"/>
                  <a:pt x="32" y="149"/>
                </a:cubicBezTo>
                <a:cubicBezTo>
                  <a:pt x="33" y="149"/>
                  <a:pt x="33" y="149"/>
                  <a:pt x="33" y="149"/>
                </a:cubicBezTo>
                <a:cubicBezTo>
                  <a:pt x="33" y="149"/>
                  <a:pt x="33" y="149"/>
                  <a:pt x="33" y="149"/>
                </a:cubicBezTo>
                <a:close/>
                <a:moveTo>
                  <a:pt x="33" y="151"/>
                </a:moveTo>
                <a:cubicBezTo>
                  <a:pt x="33" y="151"/>
                  <a:pt x="33" y="151"/>
                  <a:pt x="33" y="151"/>
                </a:cubicBezTo>
                <a:cubicBezTo>
                  <a:pt x="33" y="151"/>
                  <a:pt x="33" y="151"/>
                  <a:pt x="33" y="151"/>
                </a:cubicBezTo>
                <a:close/>
                <a:moveTo>
                  <a:pt x="33" y="152"/>
                </a:move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1"/>
                  <a:pt x="33" y="151"/>
                </a:cubicBezTo>
                <a:cubicBezTo>
                  <a:pt x="33" y="151"/>
                  <a:pt x="33" y="151"/>
                  <a:pt x="33" y="151"/>
                </a:cubicBezTo>
                <a:cubicBezTo>
                  <a:pt x="33" y="151"/>
                  <a:pt x="33" y="151"/>
                  <a:pt x="33" y="152"/>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4" y="150"/>
                </a:moveTo>
                <a:cubicBezTo>
                  <a:pt x="34" y="150"/>
                  <a:pt x="33" y="150"/>
                  <a:pt x="33" y="150"/>
                </a:cubicBezTo>
                <a:cubicBezTo>
                  <a:pt x="33" y="150"/>
                  <a:pt x="33" y="150"/>
                  <a:pt x="33" y="150"/>
                </a:cubicBezTo>
                <a:cubicBezTo>
                  <a:pt x="33" y="150"/>
                  <a:pt x="33" y="150"/>
                  <a:pt x="33" y="150"/>
                </a:cubicBezTo>
                <a:cubicBezTo>
                  <a:pt x="33" y="150"/>
                  <a:pt x="33" y="150"/>
                  <a:pt x="33" y="150"/>
                </a:cubicBezTo>
                <a:cubicBezTo>
                  <a:pt x="33" y="150"/>
                  <a:pt x="33" y="150"/>
                  <a:pt x="33" y="150"/>
                </a:cubicBezTo>
                <a:cubicBezTo>
                  <a:pt x="33" y="150"/>
                  <a:pt x="33" y="150"/>
                  <a:pt x="33" y="150"/>
                </a:cubicBezTo>
                <a:cubicBezTo>
                  <a:pt x="33" y="150"/>
                  <a:pt x="33" y="150"/>
                  <a:pt x="33" y="150"/>
                </a:cubicBezTo>
                <a:cubicBezTo>
                  <a:pt x="33" y="150"/>
                  <a:pt x="33" y="150"/>
                  <a:pt x="33" y="150"/>
                </a:cubicBezTo>
                <a:cubicBezTo>
                  <a:pt x="34" y="150"/>
                  <a:pt x="34" y="150"/>
                  <a:pt x="34" y="150"/>
                </a:cubicBezTo>
                <a:close/>
                <a:moveTo>
                  <a:pt x="31" y="153"/>
                </a:moveTo>
                <a:cubicBezTo>
                  <a:pt x="31" y="153"/>
                  <a:pt x="31" y="153"/>
                  <a:pt x="31" y="154"/>
                </a:cubicBezTo>
                <a:cubicBezTo>
                  <a:pt x="31" y="154"/>
                  <a:pt x="31" y="154"/>
                  <a:pt x="31" y="154"/>
                </a:cubicBezTo>
                <a:cubicBezTo>
                  <a:pt x="31" y="154"/>
                  <a:pt x="31" y="154"/>
                  <a:pt x="31" y="154"/>
                </a:cubicBezTo>
                <a:cubicBezTo>
                  <a:pt x="31" y="153"/>
                  <a:pt x="31" y="153"/>
                  <a:pt x="31" y="153"/>
                </a:cubicBezTo>
                <a:close/>
                <a:moveTo>
                  <a:pt x="29" y="153"/>
                </a:move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ubicBezTo>
                  <a:pt x="29" y="153"/>
                  <a:pt x="29" y="153"/>
                  <a:pt x="29" y="153"/>
                </a:cubicBezTo>
                <a:close/>
                <a:moveTo>
                  <a:pt x="31" y="153"/>
                </a:moveTo>
                <a:cubicBezTo>
                  <a:pt x="31" y="153"/>
                  <a:pt x="31" y="153"/>
                  <a:pt x="31" y="153"/>
                </a:cubicBezTo>
                <a:cubicBezTo>
                  <a:pt x="31" y="153"/>
                  <a:pt x="31" y="153"/>
                  <a:pt x="31" y="153"/>
                </a:cubicBezTo>
                <a:close/>
                <a:moveTo>
                  <a:pt x="25" y="155"/>
                </a:moveTo>
                <a:cubicBezTo>
                  <a:pt x="25" y="155"/>
                  <a:pt x="25" y="155"/>
                  <a:pt x="25" y="155"/>
                </a:cubicBezTo>
                <a:cubicBezTo>
                  <a:pt x="25" y="155"/>
                  <a:pt x="25" y="155"/>
                  <a:pt x="25" y="155"/>
                </a:cubicBezTo>
                <a:cubicBezTo>
                  <a:pt x="25" y="155"/>
                  <a:pt x="25" y="155"/>
                  <a:pt x="25" y="155"/>
                </a:cubicBezTo>
                <a:cubicBezTo>
                  <a:pt x="25" y="155"/>
                  <a:pt x="25" y="155"/>
                  <a:pt x="25" y="155"/>
                </a:cubicBezTo>
                <a:close/>
                <a:moveTo>
                  <a:pt x="26" y="156"/>
                </a:moveTo>
                <a:cubicBezTo>
                  <a:pt x="26" y="156"/>
                  <a:pt x="26" y="156"/>
                  <a:pt x="26" y="155"/>
                </a:cubicBezTo>
                <a:cubicBezTo>
                  <a:pt x="26" y="155"/>
                  <a:pt x="26" y="155"/>
                  <a:pt x="26" y="155"/>
                </a:cubicBezTo>
                <a:cubicBezTo>
                  <a:pt x="26" y="155"/>
                  <a:pt x="26" y="155"/>
                  <a:pt x="26" y="155"/>
                </a:cubicBezTo>
                <a:cubicBezTo>
                  <a:pt x="26" y="155"/>
                  <a:pt x="26" y="155"/>
                  <a:pt x="26" y="155"/>
                </a:cubicBezTo>
                <a:cubicBezTo>
                  <a:pt x="26" y="155"/>
                  <a:pt x="26" y="155"/>
                  <a:pt x="26" y="155"/>
                </a:cubicBezTo>
                <a:cubicBezTo>
                  <a:pt x="26" y="155"/>
                  <a:pt x="26" y="155"/>
                  <a:pt x="26" y="155"/>
                </a:cubicBezTo>
                <a:cubicBezTo>
                  <a:pt x="26" y="155"/>
                  <a:pt x="26" y="155"/>
                  <a:pt x="26" y="155"/>
                </a:cubicBezTo>
                <a:cubicBezTo>
                  <a:pt x="26" y="155"/>
                  <a:pt x="26" y="155"/>
                  <a:pt x="26" y="155"/>
                </a:cubicBezTo>
                <a:cubicBezTo>
                  <a:pt x="26" y="156"/>
                  <a:pt x="26" y="156"/>
                  <a:pt x="26" y="156"/>
                </a:cubicBezTo>
                <a:cubicBezTo>
                  <a:pt x="26" y="156"/>
                  <a:pt x="26" y="156"/>
                  <a:pt x="26" y="156"/>
                </a:cubicBezTo>
                <a:cubicBezTo>
                  <a:pt x="26" y="156"/>
                  <a:pt x="26" y="156"/>
                  <a:pt x="26" y="156"/>
                </a:cubicBezTo>
                <a:cubicBezTo>
                  <a:pt x="26" y="156"/>
                  <a:pt x="26" y="156"/>
                  <a:pt x="26" y="156"/>
                </a:cubicBezTo>
                <a:cubicBezTo>
                  <a:pt x="26" y="156"/>
                  <a:pt x="26" y="156"/>
                  <a:pt x="26" y="156"/>
                </a:cubicBezTo>
                <a:cubicBezTo>
                  <a:pt x="26" y="156"/>
                  <a:pt x="26" y="156"/>
                  <a:pt x="26" y="156"/>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7"/>
                </a:cubicBezTo>
                <a:cubicBezTo>
                  <a:pt x="26" y="157"/>
                  <a:pt x="26" y="157"/>
                  <a:pt x="26" y="156"/>
                </a:cubicBezTo>
                <a:cubicBezTo>
                  <a:pt x="26" y="156"/>
                  <a:pt x="26" y="156"/>
                  <a:pt x="26" y="156"/>
                </a:cubicBezTo>
                <a:cubicBezTo>
                  <a:pt x="26" y="156"/>
                  <a:pt x="26" y="156"/>
                  <a:pt x="26" y="156"/>
                </a:cubicBezTo>
                <a:cubicBezTo>
                  <a:pt x="26" y="156"/>
                  <a:pt x="26" y="156"/>
                  <a:pt x="26" y="156"/>
                </a:cubicBezTo>
                <a:cubicBezTo>
                  <a:pt x="26" y="156"/>
                  <a:pt x="26" y="156"/>
                  <a:pt x="26" y="156"/>
                </a:cubicBezTo>
                <a:close/>
                <a:moveTo>
                  <a:pt x="30" y="155"/>
                </a:moveTo>
                <a:cubicBezTo>
                  <a:pt x="29" y="155"/>
                  <a:pt x="29" y="155"/>
                  <a:pt x="29" y="155"/>
                </a:cubicBezTo>
                <a:cubicBezTo>
                  <a:pt x="29" y="155"/>
                  <a:pt x="29" y="155"/>
                  <a:pt x="29" y="155"/>
                </a:cubicBezTo>
                <a:cubicBezTo>
                  <a:pt x="29" y="155"/>
                  <a:pt x="29" y="155"/>
                  <a:pt x="29" y="155"/>
                </a:cubicBezTo>
                <a:cubicBezTo>
                  <a:pt x="29" y="155"/>
                  <a:pt x="29" y="155"/>
                  <a:pt x="29" y="155"/>
                </a:cubicBezTo>
                <a:cubicBezTo>
                  <a:pt x="29" y="155"/>
                  <a:pt x="29" y="155"/>
                  <a:pt x="29" y="155"/>
                </a:cubicBezTo>
                <a:cubicBezTo>
                  <a:pt x="29" y="155"/>
                  <a:pt x="29" y="155"/>
                  <a:pt x="29" y="155"/>
                </a:cubicBezTo>
                <a:cubicBezTo>
                  <a:pt x="29" y="155"/>
                  <a:pt x="29" y="155"/>
                  <a:pt x="29" y="155"/>
                </a:cubicBezTo>
                <a:cubicBezTo>
                  <a:pt x="29" y="155"/>
                  <a:pt x="29" y="155"/>
                  <a:pt x="29" y="155"/>
                </a:cubicBezTo>
                <a:cubicBezTo>
                  <a:pt x="29" y="155"/>
                  <a:pt x="29" y="155"/>
                  <a:pt x="29" y="155"/>
                </a:cubicBezTo>
                <a:cubicBezTo>
                  <a:pt x="29" y="156"/>
                  <a:pt x="29" y="156"/>
                  <a:pt x="29" y="156"/>
                </a:cubicBezTo>
                <a:cubicBezTo>
                  <a:pt x="29" y="156"/>
                  <a:pt x="29" y="156"/>
                  <a:pt x="29" y="156"/>
                </a:cubicBezTo>
                <a:cubicBezTo>
                  <a:pt x="29" y="156"/>
                  <a:pt x="29" y="155"/>
                  <a:pt x="30" y="155"/>
                </a:cubicBezTo>
                <a:cubicBezTo>
                  <a:pt x="30" y="155"/>
                  <a:pt x="30" y="155"/>
                  <a:pt x="30" y="155"/>
                </a:cubicBezTo>
                <a:cubicBezTo>
                  <a:pt x="30" y="155"/>
                  <a:pt x="30" y="155"/>
                  <a:pt x="30" y="155"/>
                </a:cubicBezTo>
                <a:close/>
                <a:moveTo>
                  <a:pt x="30" y="155"/>
                </a:moveTo>
                <a:cubicBezTo>
                  <a:pt x="30" y="155"/>
                  <a:pt x="30" y="155"/>
                  <a:pt x="30" y="155"/>
                </a:cubicBezTo>
                <a:cubicBezTo>
                  <a:pt x="30" y="155"/>
                  <a:pt x="30" y="155"/>
                  <a:pt x="30" y="154"/>
                </a:cubicBezTo>
                <a:cubicBezTo>
                  <a:pt x="30" y="154"/>
                  <a:pt x="30" y="154"/>
                  <a:pt x="30" y="154"/>
                </a:cubicBezTo>
                <a:cubicBezTo>
                  <a:pt x="30" y="154"/>
                  <a:pt x="30" y="154"/>
                  <a:pt x="30" y="155"/>
                </a:cubicBezTo>
                <a:close/>
                <a:moveTo>
                  <a:pt x="30" y="153"/>
                </a:moveTo>
                <a:cubicBezTo>
                  <a:pt x="30" y="153"/>
                  <a:pt x="30" y="153"/>
                  <a:pt x="30" y="153"/>
                </a:cubicBezTo>
                <a:cubicBezTo>
                  <a:pt x="30" y="153"/>
                  <a:pt x="30" y="153"/>
                  <a:pt x="30" y="153"/>
                </a:cubicBezTo>
                <a:cubicBezTo>
                  <a:pt x="30" y="153"/>
                  <a:pt x="30" y="153"/>
                  <a:pt x="30" y="153"/>
                </a:cubicBezTo>
                <a:cubicBezTo>
                  <a:pt x="30" y="153"/>
                  <a:pt x="30" y="153"/>
                  <a:pt x="30" y="153"/>
                </a:cubicBezTo>
                <a:close/>
                <a:moveTo>
                  <a:pt x="30" y="151"/>
                </a:moveTo>
                <a:cubicBezTo>
                  <a:pt x="30" y="151"/>
                  <a:pt x="30" y="151"/>
                  <a:pt x="30" y="152"/>
                </a:cubicBezTo>
                <a:cubicBezTo>
                  <a:pt x="30" y="152"/>
                  <a:pt x="30" y="152"/>
                  <a:pt x="30" y="151"/>
                </a:cubicBezTo>
                <a:cubicBezTo>
                  <a:pt x="30" y="151"/>
                  <a:pt x="30" y="151"/>
                  <a:pt x="30" y="151"/>
                </a:cubicBezTo>
                <a:cubicBezTo>
                  <a:pt x="30" y="151"/>
                  <a:pt x="30" y="151"/>
                  <a:pt x="30" y="151"/>
                </a:cubicBezTo>
                <a:cubicBezTo>
                  <a:pt x="30" y="151"/>
                  <a:pt x="30" y="151"/>
                  <a:pt x="30" y="151"/>
                </a:cubicBezTo>
                <a:cubicBezTo>
                  <a:pt x="30" y="151"/>
                  <a:pt x="30" y="151"/>
                  <a:pt x="30" y="151"/>
                </a:cubicBezTo>
                <a:close/>
                <a:moveTo>
                  <a:pt x="30" y="152"/>
                </a:moveTo>
                <a:cubicBezTo>
                  <a:pt x="30" y="152"/>
                  <a:pt x="30" y="152"/>
                  <a:pt x="30" y="152"/>
                </a:cubicBezTo>
                <a:cubicBezTo>
                  <a:pt x="30" y="152"/>
                  <a:pt x="30" y="152"/>
                  <a:pt x="30" y="152"/>
                </a:cubicBezTo>
                <a:cubicBezTo>
                  <a:pt x="30" y="152"/>
                  <a:pt x="30" y="152"/>
                  <a:pt x="30" y="152"/>
                </a:cubicBezTo>
                <a:cubicBezTo>
                  <a:pt x="30" y="152"/>
                  <a:pt x="30" y="152"/>
                  <a:pt x="30" y="152"/>
                </a:cubicBezTo>
                <a:close/>
                <a:moveTo>
                  <a:pt x="25" y="155"/>
                </a:moveTo>
                <a:cubicBezTo>
                  <a:pt x="25" y="155"/>
                  <a:pt x="25" y="155"/>
                  <a:pt x="25" y="155"/>
                </a:cubicBezTo>
                <a:cubicBezTo>
                  <a:pt x="25" y="155"/>
                  <a:pt x="25" y="155"/>
                  <a:pt x="25" y="155"/>
                </a:cubicBezTo>
                <a:cubicBezTo>
                  <a:pt x="25" y="155"/>
                  <a:pt x="25" y="155"/>
                  <a:pt x="25" y="155"/>
                </a:cubicBezTo>
                <a:cubicBezTo>
                  <a:pt x="25" y="155"/>
                  <a:pt x="25" y="155"/>
                  <a:pt x="25" y="155"/>
                </a:cubicBezTo>
                <a:cubicBezTo>
                  <a:pt x="25" y="155"/>
                  <a:pt x="25" y="155"/>
                  <a:pt x="25" y="155"/>
                </a:cubicBezTo>
                <a:cubicBezTo>
                  <a:pt x="25" y="155"/>
                  <a:pt x="25" y="155"/>
                  <a:pt x="25" y="155"/>
                </a:cubicBezTo>
                <a:cubicBezTo>
                  <a:pt x="25" y="155"/>
                  <a:pt x="25" y="155"/>
                  <a:pt x="25" y="155"/>
                </a:cubicBezTo>
                <a:cubicBezTo>
                  <a:pt x="25" y="155"/>
                  <a:pt x="25" y="155"/>
                  <a:pt x="25" y="155"/>
                </a:cubicBezTo>
                <a:close/>
                <a:moveTo>
                  <a:pt x="30" y="152"/>
                </a:moveTo>
                <a:cubicBezTo>
                  <a:pt x="30" y="152"/>
                  <a:pt x="30" y="152"/>
                  <a:pt x="30" y="152"/>
                </a:cubicBezTo>
                <a:cubicBezTo>
                  <a:pt x="30" y="152"/>
                  <a:pt x="30" y="152"/>
                  <a:pt x="30" y="152"/>
                </a:cubicBezTo>
                <a:cubicBezTo>
                  <a:pt x="30" y="152"/>
                  <a:pt x="30" y="152"/>
                  <a:pt x="30" y="152"/>
                </a:cubicBezTo>
                <a:cubicBezTo>
                  <a:pt x="30" y="152"/>
                  <a:pt x="30" y="152"/>
                  <a:pt x="30" y="152"/>
                </a:cubicBezTo>
                <a:close/>
                <a:moveTo>
                  <a:pt x="26" y="156"/>
                </a:moveTo>
                <a:cubicBezTo>
                  <a:pt x="26" y="156"/>
                  <a:pt x="26" y="156"/>
                  <a:pt x="26" y="156"/>
                </a:cubicBezTo>
                <a:cubicBezTo>
                  <a:pt x="26" y="156"/>
                  <a:pt x="26" y="156"/>
                  <a:pt x="25" y="156"/>
                </a:cubicBezTo>
                <a:cubicBezTo>
                  <a:pt x="25" y="156"/>
                  <a:pt x="25" y="156"/>
                  <a:pt x="25" y="156"/>
                </a:cubicBezTo>
                <a:cubicBezTo>
                  <a:pt x="25" y="156"/>
                  <a:pt x="25" y="156"/>
                  <a:pt x="25" y="156"/>
                </a:cubicBezTo>
                <a:cubicBezTo>
                  <a:pt x="25" y="156"/>
                  <a:pt x="25" y="156"/>
                  <a:pt x="25" y="156"/>
                </a:cubicBezTo>
                <a:cubicBezTo>
                  <a:pt x="25" y="156"/>
                  <a:pt x="25" y="156"/>
                  <a:pt x="25" y="156"/>
                </a:cubicBezTo>
                <a:cubicBezTo>
                  <a:pt x="25" y="156"/>
                  <a:pt x="25" y="156"/>
                  <a:pt x="25" y="156"/>
                </a:cubicBezTo>
                <a:cubicBezTo>
                  <a:pt x="25" y="156"/>
                  <a:pt x="25" y="156"/>
                  <a:pt x="25" y="156"/>
                </a:cubicBezTo>
                <a:cubicBezTo>
                  <a:pt x="25" y="156"/>
                  <a:pt x="25" y="156"/>
                  <a:pt x="25" y="156"/>
                </a:cubicBezTo>
                <a:cubicBezTo>
                  <a:pt x="25" y="156"/>
                  <a:pt x="25" y="156"/>
                  <a:pt x="25" y="156"/>
                </a:cubicBezTo>
                <a:cubicBezTo>
                  <a:pt x="25" y="156"/>
                  <a:pt x="25" y="156"/>
                  <a:pt x="25" y="156"/>
                </a:cubicBezTo>
                <a:cubicBezTo>
                  <a:pt x="25" y="156"/>
                  <a:pt x="25" y="156"/>
                  <a:pt x="25" y="157"/>
                </a:cubicBezTo>
                <a:cubicBezTo>
                  <a:pt x="25" y="157"/>
                  <a:pt x="25" y="157"/>
                  <a:pt x="25" y="157"/>
                </a:cubicBezTo>
                <a:cubicBezTo>
                  <a:pt x="25" y="157"/>
                  <a:pt x="25" y="157"/>
                  <a:pt x="25" y="157"/>
                </a:cubicBezTo>
                <a:cubicBezTo>
                  <a:pt x="25" y="157"/>
                  <a:pt x="25" y="157"/>
                  <a:pt x="25" y="157"/>
                </a:cubicBezTo>
                <a:cubicBezTo>
                  <a:pt x="25" y="157"/>
                  <a:pt x="25" y="157"/>
                  <a:pt x="25" y="157"/>
                </a:cubicBezTo>
                <a:cubicBezTo>
                  <a:pt x="25" y="157"/>
                  <a:pt x="25" y="157"/>
                  <a:pt x="25" y="157"/>
                </a:cubicBezTo>
                <a:cubicBezTo>
                  <a:pt x="25" y="157"/>
                  <a:pt x="25" y="157"/>
                  <a:pt x="25" y="157"/>
                </a:cubicBezTo>
                <a:cubicBezTo>
                  <a:pt x="25" y="157"/>
                  <a:pt x="25" y="157"/>
                  <a:pt x="25" y="157"/>
                </a:cubicBezTo>
                <a:cubicBezTo>
                  <a:pt x="25" y="157"/>
                  <a:pt x="26" y="157"/>
                  <a:pt x="25" y="157"/>
                </a:cubicBezTo>
                <a:cubicBezTo>
                  <a:pt x="25" y="157"/>
                  <a:pt x="25" y="157"/>
                  <a:pt x="25" y="156"/>
                </a:cubicBezTo>
                <a:cubicBezTo>
                  <a:pt x="26" y="156"/>
                  <a:pt x="26" y="156"/>
                  <a:pt x="26" y="156"/>
                </a:cubicBezTo>
                <a:cubicBezTo>
                  <a:pt x="26" y="156"/>
                  <a:pt x="26" y="156"/>
                  <a:pt x="26" y="156"/>
                </a:cubicBezTo>
                <a:cubicBezTo>
                  <a:pt x="26" y="156"/>
                  <a:pt x="26" y="156"/>
                  <a:pt x="26" y="156"/>
                </a:cubicBezTo>
                <a:close/>
                <a:moveTo>
                  <a:pt x="29" y="155"/>
                </a:moveTo>
                <a:cubicBezTo>
                  <a:pt x="29" y="155"/>
                  <a:pt x="29" y="155"/>
                  <a:pt x="29" y="155"/>
                </a:cubicBezTo>
                <a:cubicBezTo>
                  <a:pt x="29" y="155"/>
                  <a:pt x="29" y="155"/>
                  <a:pt x="29" y="155"/>
                </a:cubicBezTo>
                <a:cubicBezTo>
                  <a:pt x="29" y="155"/>
                  <a:pt x="29" y="155"/>
                  <a:pt x="29" y="155"/>
                </a:cubicBezTo>
                <a:cubicBezTo>
                  <a:pt x="29" y="155"/>
                  <a:pt x="29" y="155"/>
                  <a:pt x="29" y="155"/>
                </a:cubicBezTo>
                <a:cubicBezTo>
                  <a:pt x="29" y="154"/>
                  <a:pt x="29" y="154"/>
                  <a:pt x="29" y="154"/>
                </a:cubicBezTo>
                <a:cubicBezTo>
                  <a:pt x="29" y="154"/>
                  <a:pt x="29" y="154"/>
                  <a:pt x="29" y="154"/>
                </a:cubicBezTo>
                <a:cubicBezTo>
                  <a:pt x="29" y="154"/>
                  <a:pt x="29" y="154"/>
                  <a:pt x="29" y="154"/>
                </a:cubicBezTo>
                <a:cubicBezTo>
                  <a:pt x="29" y="154"/>
                  <a:pt x="29" y="155"/>
                  <a:pt x="29" y="155"/>
                </a:cubicBezTo>
                <a:cubicBezTo>
                  <a:pt x="29" y="155"/>
                  <a:pt x="29" y="155"/>
                  <a:pt x="29" y="155"/>
                </a:cubicBezTo>
                <a:cubicBezTo>
                  <a:pt x="29" y="155"/>
                  <a:pt x="29" y="154"/>
                  <a:pt x="29" y="154"/>
                </a:cubicBezTo>
                <a:cubicBezTo>
                  <a:pt x="29" y="154"/>
                  <a:pt x="29" y="154"/>
                  <a:pt x="29" y="154"/>
                </a:cubicBezTo>
                <a:cubicBezTo>
                  <a:pt x="29" y="154"/>
                  <a:pt x="29" y="154"/>
                  <a:pt x="29" y="154"/>
                </a:cubicBezTo>
                <a:cubicBezTo>
                  <a:pt x="29" y="154"/>
                  <a:pt x="29" y="154"/>
                  <a:pt x="29" y="154"/>
                </a:cubicBezTo>
                <a:cubicBezTo>
                  <a:pt x="29" y="154"/>
                  <a:pt x="29" y="154"/>
                  <a:pt x="29" y="154"/>
                </a:cubicBezTo>
                <a:cubicBezTo>
                  <a:pt x="29" y="154"/>
                  <a:pt x="29" y="154"/>
                  <a:pt x="29" y="154"/>
                </a:cubicBezTo>
                <a:cubicBezTo>
                  <a:pt x="29" y="154"/>
                  <a:pt x="29" y="154"/>
                  <a:pt x="29" y="154"/>
                </a:cubicBezTo>
                <a:cubicBezTo>
                  <a:pt x="29" y="154"/>
                  <a:pt x="29" y="154"/>
                  <a:pt x="29" y="154"/>
                </a:cubicBezTo>
                <a:cubicBezTo>
                  <a:pt x="29" y="154"/>
                  <a:pt x="29" y="155"/>
                  <a:pt x="29" y="155"/>
                </a:cubicBezTo>
                <a:cubicBezTo>
                  <a:pt x="29" y="155"/>
                  <a:pt x="29" y="155"/>
                  <a:pt x="29" y="155"/>
                </a:cubicBezTo>
                <a:cubicBezTo>
                  <a:pt x="29" y="155"/>
                  <a:pt x="29" y="155"/>
                  <a:pt x="29" y="155"/>
                </a:cubicBezTo>
                <a:cubicBezTo>
                  <a:pt x="29" y="155"/>
                  <a:pt x="29" y="155"/>
                  <a:pt x="29" y="155"/>
                </a:cubicBezTo>
                <a:close/>
                <a:moveTo>
                  <a:pt x="31" y="153"/>
                </a:moveTo>
                <a:cubicBezTo>
                  <a:pt x="31" y="153"/>
                  <a:pt x="31" y="153"/>
                  <a:pt x="31" y="153"/>
                </a:cubicBezTo>
                <a:cubicBezTo>
                  <a:pt x="31" y="153"/>
                  <a:pt x="31" y="153"/>
                  <a:pt x="31" y="153"/>
                </a:cubicBezTo>
                <a:cubicBezTo>
                  <a:pt x="31" y="153"/>
                  <a:pt x="31" y="153"/>
                  <a:pt x="31" y="153"/>
                </a:cubicBezTo>
                <a:cubicBezTo>
                  <a:pt x="31" y="153"/>
                  <a:pt x="31" y="153"/>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4"/>
                  <a:pt x="31" y="154"/>
                  <a:pt x="31" y="154"/>
                </a:cubicBezTo>
                <a:cubicBezTo>
                  <a:pt x="31" y="153"/>
                  <a:pt x="31" y="153"/>
                  <a:pt x="31" y="153"/>
                </a:cubicBezTo>
                <a:cubicBezTo>
                  <a:pt x="31" y="153"/>
                  <a:pt x="31" y="153"/>
                  <a:pt x="31" y="153"/>
                </a:cubicBezTo>
                <a:close/>
                <a:moveTo>
                  <a:pt x="30" y="153"/>
                </a:moveTo>
                <a:cubicBezTo>
                  <a:pt x="31" y="153"/>
                  <a:pt x="31" y="153"/>
                  <a:pt x="31" y="153"/>
                </a:cubicBezTo>
                <a:cubicBezTo>
                  <a:pt x="31" y="153"/>
                  <a:pt x="31" y="153"/>
                  <a:pt x="30" y="153"/>
                </a:cubicBezTo>
                <a:cubicBezTo>
                  <a:pt x="30" y="153"/>
                  <a:pt x="30" y="153"/>
                  <a:pt x="30" y="153"/>
                </a:cubicBezTo>
                <a:cubicBezTo>
                  <a:pt x="30" y="153"/>
                  <a:pt x="30" y="153"/>
                  <a:pt x="30" y="153"/>
                </a:cubicBezTo>
                <a:close/>
                <a:moveTo>
                  <a:pt x="31" y="153"/>
                </a:moveTo>
                <a:cubicBezTo>
                  <a:pt x="31" y="153"/>
                  <a:pt x="31" y="153"/>
                  <a:pt x="30" y="153"/>
                </a:cubicBezTo>
                <a:cubicBezTo>
                  <a:pt x="30" y="153"/>
                  <a:pt x="30" y="153"/>
                  <a:pt x="30" y="153"/>
                </a:cubicBezTo>
                <a:cubicBezTo>
                  <a:pt x="30" y="153"/>
                  <a:pt x="30" y="153"/>
                  <a:pt x="30" y="153"/>
                </a:cubicBezTo>
                <a:cubicBezTo>
                  <a:pt x="30" y="153"/>
                  <a:pt x="30" y="153"/>
                  <a:pt x="30" y="153"/>
                </a:cubicBezTo>
                <a:cubicBezTo>
                  <a:pt x="30" y="153"/>
                  <a:pt x="30" y="153"/>
                  <a:pt x="31" y="153"/>
                </a:cubicBezTo>
                <a:cubicBezTo>
                  <a:pt x="31" y="153"/>
                  <a:pt x="31" y="153"/>
                  <a:pt x="31" y="153"/>
                </a:cubicBezTo>
                <a:close/>
                <a:moveTo>
                  <a:pt x="31" y="152"/>
                </a:moveTo>
                <a:cubicBezTo>
                  <a:pt x="31" y="152"/>
                  <a:pt x="31" y="152"/>
                  <a:pt x="31" y="152"/>
                </a:cubicBezTo>
                <a:cubicBezTo>
                  <a:pt x="31" y="152"/>
                  <a:pt x="31" y="152"/>
                  <a:pt x="31" y="152"/>
                </a:cubicBezTo>
                <a:cubicBezTo>
                  <a:pt x="31" y="152"/>
                  <a:pt x="31" y="152"/>
                  <a:pt x="31" y="152"/>
                </a:cubicBezTo>
                <a:cubicBezTo>
                  <a:pt x="31" y="152"/>
                  <a:pt x="31" y="152"/>
                  <a:pt x="31" y="152"/>
                </a:cubicBezTo>
                <a:cubicBezTo>
                  <a:pt x="31" y="152"/>
                  <a:pt x="31" y="152"/>
                  <a:pt x="31" y="152"/>
                </a:cubicBezTo>
                <a:close/>
                <a:moveTo>
                  <a:pt x="31" y="153"/>
                </a:moveTo>
                <a:cubicBezTo>
                  <a:pt x="31" y="153"/>
                  <a:pt x="31" y="153"/>
                  <a:pt x="31" y="153"/>
                </a:cubicBezTo>
                <a:cubicBezTo>
                  <a:pt x="31" y="153"/>
                  <a:pt x="31" y="153"/>
                  <a:pt x="31" y="153"/>
                </a:cubicBezTo>
                <a:cubicBezTo>
                  <a:pt x="31" y="153"/>
                  <a:pt x="31" y="153"/>
                  <a:pt x="31" y="153"/>
                </a:cubicBezTo>
                <a:cubicBezTo>
                  <a:pt x="31" y="153"/>
                  <a:pt x="31" y="153"/>
                  <a:pt x="31" y="153"/>
                </a:cubicBezTo>
                <a:close/>
                <a:moveTo>
                  <a:pt x="30" y="154"/>
                </a:moveTo>
                <a:cubicBezTo>
                  <a:pt x="30" y="154"/>
                  <a:pt x="30" y="154"/>
                  <a:pt x="30" y="154"/>
                </a:cubicBezTo>
                <a:cubicBezTo>
                  <a:pt x="30" y="154"/>
                  <a:pt x="30" y="154"/>
                  <a:pt x="30" y="154"/>
                </a:cubicBezTo>
                <a:cubicBezTo>
                  <a:pt x="30" y="154"/>
                  <a:pt x="30" y="154"/>
                  <a:pt x="30" y="154"/>
                </a:cubicBezTo>
                <a:cubicBezTo>
                  <a:pt x="30" y="154"/>
                  <a:pt x="30" y="154"/>
                  <a:pt x="30" y="154"/>
                </a:cubicBezTo>
                <a:close/>
                <a:moveTo>
                  <a:pt x="30" y="154"/>
                </a:moveTo>
                <a:cubicBezTo>
                  <a:pt x="30" y="154"/>
                  <a:pt x="30" y="154"/>
                  <a:pt x="30" y="154"/>
                </a:cubicBezTo>
                <a:cubicBezTo>
                  <a:pt x="30" y="154"/>
                  <a:pt x="30" y="154"/>
                  <a:pt x="30" y="154"/>
                </a:cubicBezTo>
                <a:cubicBezTo>
                  <a:pt x="30" y="154"/>
                  <a:pt x="30" y="154"/>
                  <a:pt x="30" y="154"/>
                </a:cubicBezTo>
                <a:close/>
                <a:moveTo>
                  <a:pt x="30" y="153"/>
                </a:moveTo>
                <a:cubicBezTo>
                  <a:pt x="30" y="153"/>
                  <a:pt x="30" y="153"/>
                  <a:pt x="30" y="153"/>
                </a:cubicBezTo>
                <a:cubicBezTo>
                  <a:pt x="30" y="153"/>
                  <a:pt x="30" y="153"/>
                  <a:pt x="30" y="153"/>
                </a:cubicBezTo>
                <a:cubicBezTo>
                  <a:pt x="30" y="153"/>
                  <a:pt x="30" y="153"/>
                  <a:pt x="30" y="153"/>
                </a:cubicBezTo>
                <a:cubicBezTo>
                  <a:pt x="30" y="153"/>
                  <a:pt x="30" y="153"/>
                  <a:pt x="30" y="153"/>
                </a:cubicBezTo>
                <a:close/>
                <a:moveTo>
                  <a:pt x="30" y="153"/>
                </a:move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ubicBezTo>
                  <a:pt x="30" y="153"/>
                  <a:pt x="30" y="153"/>
                  <a:pt x="30" y="153"/>
                </a:cubicBezTo>
                <a:close/>
                <a:moveTo>
                  <a:pt x="31" y="154"/>
                </a:moveTo>
                <a:cubicBezTo>
                  <a:pt x="31" y="154"/>
                  <a:pt x="31" y="154"/>
                  <a:pt x="31" y="154"/>
                </a:cubicBezTo>
                <a:cubicBezTo>
                  <a:pt x="31" y="154"/>
                  <a:pt x="31" y="154"/>
                  <a:pt x="31" y="154"/>
                </a:cubicBezTo>
                <a:cubicBezTo>
                  <a:pt x="31" y="154"/>
                  <a:pt x="31" y="154"/>
                  <a:pt x="31" y="154"/>
                </a:cubicBezTo>
                <a:cubicBezTo>
                  <a:pt x="31" y="154"/>
                  <a:pt x="31" y="154"/>
                  <a:pt x="31" y="154"/>
                </a:cubicBezTo>
                <a:close/>
                <a:moveTo>
                  <a:pt x="30" y="154"/>
                </a:moveTo>
                <a:cubicBezTo>
                  <a:pt x="30" y="154"/>
                  <a:pt x="30" y="154"/>
                  <a:pt x="30" y="154"/>
                </a:cubicBezTo>
                <a:cubicBezTo>
                  <a:pt x="30" y="154"/>
                  <a:pt x="30" y="154"/>
                  <a:pt x="30" y="154"/>
                </a:cubicBezTo>
                <a:cubicBezTo>
                  <a:pt x="30" y="154"/>
                  <a:pt x="30" y="154"/>
                  <a:pt x="30" y="154"/>
                </a:cubicBezTo>
                <a:close/>
                <a:moveTo>
                  <a:pt x="36" y="151"/>
                </a:move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lose/>
                <a:moveTo>
                  <a:pt x="34" y="149"/>
                </a:moveTo>
                <a:cubicBezTo>
                  <a:pt x="34" y="149"/>
                  <a:pt x="34" y="149"/>
                  <a:pt x="34" y="149"/>
                </a:cubicBezTo>
                <a:cubicBezTo>
                  <a:pt x="34" y="149"/>
                  <a:pt x="34" y="149"/>
                  <a:pt x="34" y="149"/>
                </a:cubicBezTo>
                <a:cubicBezTo>
                  <a:pt x="34" y="149"/>
                  <a:pt x="35" y="149"/>
                  <a:pt x="35" y="149"/>
                </a:cubicBezTo>
                <a:cubicBezTo>
                  <a:pt x="35" y="149"/>
                  <a:pt x="35" y="149"/>
                  <a:pt x="35" y="149"/>
                </a:cubicBezTo>
                <a:cubicBezTo>
                  <a:pt x="34" y="149"/>
                  <a:pt x="34" y="149"/>
                  <a:pt x="34" y="149"/>
                </a:cubicBezTo>
                <a:cubicBezTo>
                  <a:pt x="34" y="149"/>
                  <a:pt x="34" y="149"/>
                  <a:pt x="34" y="149"/>
                </a:cubicBezTo>
                <a:close/>
                <a:moveTo>
                  <a:pt x="35" y="152"/>
                </a:moveTo>
                <a:cubicBezTo>
                  <a:pt x="35" y="152"/>
                  <a:pt x="35" y="152"/>
                  <a:pt x="35" y="152"/>
                </a:cubicBezTo>
                <a:cubicBezTo>
                  <a:pt x="35" y="152"/>
                  <a:pt x="35" y="152"/>
                  <a:pt x="35" y="152"/>
                </a:cubicBezTo>
                <a:cubicBezTo>
                  <a:pt x="35" y="152"/>
                  <a:pt x="35" y="152"/>
                  <a:pt x="35" y="152"/>
                </a:cubicBezTo>
                <a:cubicBezTo>
                  <a:pt x="35" y="152"/>
                  <a:pt x="35" y="152"/>
                  <a:pt x="35" y="152"/>
                </a:cubicBezTo>
                <a:cubicBezTo>
                  <a:pt x="35" y="152"/>
                  <a:pt x="35" y="152"/>
                  <a:pt x="35" y="152"/>
                </a:cubicBezTo>
                <a:cubicBezTo>
                  <a:pt x="35" y="152"/>
                  <a:pt x="35" y="152"/>
                  <a:pt x="35" y="152"/>
                </a:cubicBezTo>
                <a:cubicBezTo>
                  <a:pt x="35" y="152"/>
                  <a:pt x="35" y="152"/>
                  <a:pt x="35" y="152"/>
                </a:cubicBezTo>
                <a:cubicBezTo>
                  <a:pt x="35" y="152"/>
                  <a:pt x="35" y="152"/>
                  <a:pt x="35" y="152"/>
                </a:cubicBezTo>
                <a:close/>
                <a:moveTo>
                  <a:pt x="34" y="150"/>
                </a:moveTo>
                <a:cubicBezTo>
                  <a:pt x="34" y="150"/>
                  <a:pt x="34" y="150"/>
                  <a:pt x="34" y="150"/>
                </a:cubicBezTo>
                <a:cubicBezTo>
                  <a:pt x="34" y="150"/>
                  <a:pt x="34" y="150"/>
                  <a:pt x="34" y="150"/>
                </a:cubicBezTo>
                <a:cubicBezTo>
                  <a:pt x="34" y="150"/>
                  <a:pt x="34" y="150"/>
                  <a:pt x="34" y="150"/>
                </a:cubicBezTo>
                <a:cubicBezTo>
                  <a:pt x="34" y="150"/>
                  <a:pt x="34" y="150"/>
                  <a:pt x="34" y="150"/>
                </a:cubicBezTo>
                <a:cubicBezTo>
                  <a:pt x="34" y="150"/>
                  <a:pt x="34" y="150"/>
                  <a:pt x="34" y="150"/>
                </a:cubicBezTo>
                <a:cubicBezTo>
                  <a:pt x="34" y="150"/>
                  <a:pt x="34" y="150"/>
                  <a:pt x="34" y="150"/>
                </a:cubicBezTo>
                <a:cubicBezTo>
                  <a:pt x="34" y="150"/>
                  <a:pt x="34" y="150"/>
                  <a:pt x="34" y="150"/>
                </a:cubicBezTo>
                <a:close/>
                <a:moveTo>
                  <a:pt x="34" y="151"/>
                </a:moveTo>
                <a:cubicBezTo>
                  <a:pt x="34" y="151"/>
                  <a:pt x="34" y="151"/>
                  <a:pt x="34" y="151"/>
                </a:cubicBezTo>
                <a:cubicBezTo>
                  <a:pt x="34" y="151"/>
                  <a:pt x="34" y="151"/>
                  <a:pt x="34" y="151"/>
                </a:cubicBezTo>
                <a:cubicBezTo>
                  <a:pt x="34" y="151"/>
                  <a:pt x="34" y="151"/>
                  <a:pt x="34" y="151"/>
                </a:cubicBezTo>
                <a:cubicBezTo>
                  <a:pt x="34" y="151"/>
                  <a:pt x="34" y="151"/>
                  <a:pt x="34" y="151"/>
                </a:cubicBezTo>
                <a:close/>
                <a:moveTo>
                  <a:pt x="34" y="152"/>
                </a:moveTo>
                <a:cubicBezTo>
                  <a:pt x="34" y="152"/>
                  <a:pt x="34" y="152"/>
                  <a:pt x="34" y="152"/>
                </a:cubicBezTo>
                <a:cubicBezTo>
                  <a:pt x="34" y="152"/>
                  <a:pt x="34" y="152"/>
                  <a:pt x="34" y="152"/>
                </a:cubicBezTo>
                <a:cubicBezTo>
                  <a:pt x="34" y="152"/>
                  <a:pt x="34" y="152"/>
                  <a:pt x="34" y="152"/>
                </a:cubicBezTo>
                <a:cubicBezTo>
                  <a:pt x="34" y="152"/>
                  <a:pt x="34" y="152"/>
                  <a:pt x="34" y="152"/>
                </a:cubicBezTo>
                <a:close/>
                <a:moveTo>
                  <a:pt x="35" y="151"/>
                </a:moveTo>
                <a:cubicBezTo>
                  <a:pt x="35" y="151"/>
                  <a:pt x="35" y="151"/>
                  <a:pt x="35" y="151"/>
                </a:cubicBezTo>
                <a:cubicBezTo>
                  <a:pt x="35" y="151"/>
                  <a:pt x="35" y="152"/>
                  <a:pt x="35" y="152"/>
                </a:cubicBezTo>
                <a:cubicBezTo>
                  <a:pt x="35" y="152"/>
                  <a:pt x="35" y="152"/>
                  <a:pt x="35" y="152"/>
                </a:cubicBezTo>
                <a:cubicBezTo>
                  <a:pt x="35" y="152"/>
                  <a:pt x="35" y="151"/>
                  <a:pt x="35" y="151"/>
                </a:cubicBezTo>
                <a:close/>
                <a:moveTo>
                  <a:pt x="34" y="151"/>
                </a:moveTo>
                <a:cubicBezTo>
                  <a:pt x="34" y="151"/>
                  <a:pt x="34" y="151"/>
                  <a:pt x="34" y="151"/>
                </a:cubicBezTo>
                <a:cubicBezTo>
                  <a:pt x="34" y="151"/>
                  <a:pt x="34" y="151"/>
                  <a:pt x="34" y="151"/>
                </a:cubicBezTo>
                <a:cubicBezTo>
                  <a:pt x="34" y="151"/>
                  <a:pt x="34" y="151"/>
                  <a:pt x="34" y="151"/>
                </a:cubicBezTo>
                <a:cubicBezTo>
                  <a:pt x="34" y="151"/>
                  <a:pt x="34" y="151"/>
                  <a:pt x="34" y="151"/>
                </a:cubicBezTo>
                <a:close/>
                <a:moveTo>
                  <a:pt x="34" y="151"/>
                </a:moveTo>
                <a:cubicBezTo>
                  <a:pt x="34" y="151"/>
                  <a:pt x="34" y="151"/>
                  <a:pt x="34" y="151"/>
                </a:cubicBezTo>
                <a:cubicBezTo>
                  <a:pt x="34" y="151"/>
                  <a:pt x="34" y="151"/>
                  <a:pt x="34" y="151"/>
                </a:cubicBezTo>
                <a:cubicBezTo>
                  <a:pt x="34" y="151"/>
                  <a:pt x="34" y="151"/>
                  <a:pt x="34" y="151"/>
                </a:cubicBezTo>
                <a:cubicBezTo>
                  <a:pt x="34" y="151"/>
                  <a:pt x="34" y="151"/>
                  <a:pt x="34" y="151"/>
                </a:cubicBezTo>
                <a:cubicBezTo>
                  <a:pt x="34" y="151"/>
                  <a:pt x="34" y="151"/>
                  <a:pt x="34" y="151"/>
                </a:cubicBezTo>
                <a:cubicBezTo>
                  <a:pt x="34" y="151"/>
                  <a:pt x="33" y="151"/>
                  <a:pt x="34" y="151"/>
                </a:cubicBezTo>
                <a:cubicBezTo>
                  <a:pt x="34" y="152"/>
                  <a:pt x="34" y="152"/>
                  <a:pt x="34" y="151"/>
                </a:cubicBezTo>
                <a:cubicBezTo>
                  <a:pt x="34" y="151"/>
                  <a:pt x="34" y="151"/>
                  <a:pt x="34" y="151"/>
                </a:cubicBezTo>
                <a:cubicBezTo>
                  <a:pt x="34" y="151"/>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1"/>
                  <a:pt x="34" y="151"/>
                  <a:pt x="34" y="151"/>
                </a:cubicBezTo>
                <a:cubicBezTo>
                  <a:pt x="34" y="151"/>
                  <a:pt x="34" y="151"/>
                  <a:pt x="34" y="151"/>
                </a:cubicBezTo>
                <a:cubicBezTo>
                  <a:pt x="34" y="151"/>
                  <a:pt x="34" y="151"/>
                  <a:pt x="34" y="151"/>
                </a:cubicBezTo>
                <a:cubicBezTo>
                  <a:pt x="34" y="151"/>
                  <a:pt x="34" y="151"/>
                  <a:pt x="34" y="151"/>
                </a:cubicBezTo>
                <a:cubicBezTo>
                  <a:pt x="34" y="151"/>
                  <a:pt x="34" y="151"/>
                  <a:pt x="34" y="151"/>
                </a:cubicBezTo>
                <a:cubicBezTo>
                  <a:pt x="34" y="151"/>
                  <a:pt x="34" y="151"/>
                  <a:pt x="34" y="151"/>
                </a:cubicBezTo>
                <a:cubicBezTo>
                  <a:pt x="34" y="151"/>
                  <a:pt x="34" y="151"/>
                  <a:pt x="34" y="151"/>
                </a:cubicBezTo>
                <a:close/>
                <a:moveTo>
                  <a:pt x="36" y="151"/>
                </a:move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ubicBezTo>
                  <a:pt x="36" y="151"/>
                  <a:pt x="36" y="151"/>
                  <a:pt x="36" y="151"/>
                </a:cubicBezTo>
                <a:close/>
                <a:moveTo>
                  <a:pt x="37" y="151"/>
                </a:moveTo>
                <a:cubicBezTo>
                  <a:pt x="37" y="151"/>
                  <a:pt x="37" y="151"/>
                  <a:pt x="37" y="151"/>
                </a:cubicBezTo>
                <a:cubicBezTo>
                  <a:pt x="37" y="151"/>
                  <a:pt x="37" y="151"/>
                  <a:pt x="37" y="151"/>
                </a:cubicBezTo>
                <a:cubicBezTo>
                  <a:pt x="36" y="151"/>
                  <a:pt x="36" y="151"/>
                  <a:pt x="36" y="151"/>
                </a:cubicBezTo>
                <a:cubicBezTo>
                  <a:pt x="36" y="151"/>
                  <a:pt x="37" y="151"/>
                  <a:pt x="37" y="151"/>
                </a:cubicBezTo>
                <a:cubicBezTo>
                  <a:pt x="37" y="151"/>
                  <a:pt x="37" y="151"/>
                  <a:pt x="37" y="151"/>
                </a:cubicBezTo>
                <a:cubicBezTo>
                  <a:pt x="37" y="151"/>
                  <a:pt x="37" y="151"/>
                  <a:pt x="37" y="151"/>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6" y="149"/>
                </a:moveTo>
                <a:cubicBezTo>
                  <a:pt x="36" y="149"/>
                  <a:pt x="36" y="149"/>
                  <a:pt x="36" y="149"/>
                </a:cubicBezTo>
                <a:cubicBezTo>
                  <a:pt x="36" y="149"/>
                  <a:pt x="36" y="149"/>
                  <a:pt x="36" y="149"/>
                </a:cubicBezTo>
                <a:cubicBezTo>
                  <a:pt x="36" y="149"/>
                  <a:pt x="36" y="149"/>
                  <a:pt x="36" y="149"/>
                </a:cubicBezTo>
                <a:cubicBezTo>
                  <a:pt x="36" y="149"/>
                  <a:pt x="36" y="149"/>
                  <a:pt x="36" y="149"/>
                </a:cubicBezTo>
                <a:cubicBezTo>
                  <a:pt x="36" y="149"/>
                  <a:pt x="36" y="149"/>
                  <a:pt x="36" y="149"/>
                </a:cubicBezTo>
                <a:cubicBezTo>
                  <a:pt x="36" y="149"/>
                  <a:pt x="36" y="149"/>
                  <a:pt x="36" y="149"/>
                </a:cubicBezTo>
                <a:close/>
                <a:moveTo>
                  <a:pt x="36" y="151"/>
                </a:moveTo>
                <a:cubicBezTo>
                  <a:pt x="36" y="151"/>
                  <a:pt x="36" y="151"/>
                  <a:pt x="36" y="151"/>
                </a:cubicBezTo>
                <a:cubicBezTo>
                  <a:pt x="36" y="151"/>
                  <a:pt x="36" y="151"/>
                  <a:pt x="36" y="151"/>
                </a:cubicBezTo>
                <a:cubicBezTo>
                  <a:pt x="36" y="151"/>
                  <a:pt x="36" y="151"/>
                  <a:pt x="36" y="151"/>
                </a:cubicBezTo>
                <a:cubicBezTo>
                  <a:pt x="36" y="151"/>
                  <a:pt x="36" y="151"/>
                  <a:pt x="36" y="151"/>
                </a:cubicBezTo>
                <a:close/>
                <a:moveTo>
                  <a:pt x="36" y="149"/>
                </a:moveTo>
                <a:cubicBezTo>
                  <a:pt x="36" y="149"/>
                  <a:pt x="36" y="149"/>
                  <a:pt x="36" y="149"/>
                </a:cubicBezTo>
                <a:cubicBezTo>
                  <a:pt x="36" y="149"/>
                  <a:pt x="36" y="149"/>
                  <a:pt x="36" y="149"/>
                </a:cubicBezTo>
                <a:cubicBezTo>
                  <a:pt x="36" y="149"/>
                  <a:pt x="36" y="149"/>
                  <a:pt x="36" y="149"/>
                </a:cubicBezTo>
                <a:cubicBezTo>
                  <a:pt x="36" y="149"/>
                  <a:pt x="36" y="149"/>
                  <a:pt x="36" y="149"/>
                </a:cubicBezTo>
                <a:cubicBezTo>
                  <a:pt x="36" y="150"/>
                  <a:pt x="36" y="150"/>
                  <a:pt x="36" y="150"/>
                </a:cubicBezTo>
                <a:cubicBezTo>
                  <a:pt x="36" y="150"/>
                  <a:pt x="36" y="150"/>
                  <a:pt x="36" y="150"/>
                </a:cubicBezTo>
                <a:cubicBezTo>
                  <a:pt x="36" y="150"/>
                  <a:pt x="36" y="150"/>
                  <a:pt x="36" y="150"/>
                </a:cubicBezTo>
                <a:cubicBezTo>
                  <a:pt x="36" y="150"/>
                  <a:pt x="36" y="149"/>
                  <a:pt x="36" y="149"/>
                </a:cubicBezTo>
                <a:cubicBezTo>
                  <a:pt x="36" y="149"/>
                  <a:pt x="36" y="149"/>
                  <a:pt x="36" y="149"/>
                </a:cubicBezTo>
                <a:close/>
                <a:moveTo>
                  <a:pt x="34" y="152"/>
                </a:move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3" y="152"/>
                  <a:pt x="33" y="152"/>
                </a:cubicBezTo>
                <a:cubicBezTo>
                  <a:pt x="34"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ubicBezTo>
                  <a:pt x="33" y="152"/>
                  <a:pt x="33"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ubicBezTo>
                  <a:pt x="34" y="152"/>
                  <a:pt x="34" y="152"/>
                  <a:pt x="34" y="152"/>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2"/>
                </a:moveTo>
                <a:cubicBezTo>
                  <a:pt x="33" y="152"/>
                  <a:pt x="33" y="152"/>
                  <a:pt x="33" y="152"/>
                </a:cubicBezTo>
                <a:cubicBezTo>
                  <a:pt x="33" y="152"/>
                  <a:pt x="33" y="152"/>
                  <a:pt x="33" y="152"/>
                </a:cubicBezTo>
                <a:cubicBezTo>
                  <a:pt x="33" y="152"/>
                  <a:pt x="33" y="152"/>
                  <a:pt x="33" y="152"/>
                </a:cubicBezTo>
                <a:cubicBezTo>
                  <a:pt x="33" y="152"/>
                  <a:pt x="33" y="152"/>
                  <a:pt x="33" y="152"/>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2"/>
                </a:moveTo>
                <a:cubicBezTo>
                  <a:pt x="33" y="152"/>
                  <a:pt x="33" y="152"/>
                  <a:pt x="33" y="152"/>
                </a:cubicBezTo>
                <a:cubicBezTo>
                  <a:pt x="33" y="152"/>
                  <a:pt x="33" y="152"/>
                  <a:pt x="33" y="152"/>
                </a:cubicBezTo>
                <a:cubicBezTo>
                  <a:pt x="33" y="152"/>
                  <a:pt x="33" y="152"/>
                  <a:pt x="33" y="152"/>
                </a:cubicBezTo>
                <a:cubicBezTo>
                  <a:pt x="33" y="152"/>
                  <a:pt x="33" y="152"/>
                  <a:pt x="33" y="152"/>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2"/>
                </a:moveTo>
                <a:cubicBezTo>
                  <a:pt x="33" y="152"/>
                  <a:pt x="33" y="152"/>
                  <a:pt x="33" y="152"/>
                </a:cubicBezTo>
                <a:cubicBezTo>
                  <a:pt x="33" y="152"/>
                  <a:pt x="33" y="152"/>
                  <a:pt x="33" y="152"/>
                </a:cubicBezTo>
                <a:cubicBezTo>
                  <a:pt x="33" y="152"/>
                  <a:pt x="33" y="152"/>
                  <a:pt x="33" y="152"/>
                </a:cubicBezTo>
                <a:cubicBezTo>
                  <a:pt x="33" y="152"/>
                  <a:pt x="33" y="152"/>
                  <a:pt x="33" y="152"/>
                </a:cubicBezTo>
                <a:close/>
                <a:moveTo>
                  <a:pt x="33" y="150"/>
                </a:moveTo>
                <a:cubicBezTo>
                  <a:pt x="33" y="150"/>
                  <a:pt x="33" y="150"/>
                  <a:pt x="33" y="150"/>
                </a:cubicBezTo>
                <a:cubicBezTo>
                  <a:pt x="33" y="150"/>
                  <a:pt x="33" y="150"/>
                  <a:pt x="33" y="150"/>
                </a:cubicBezTo>
                <a:cubicBezTo>
                  <a:pt x="33" y="150"/>
                  <a:pt x="33" y="150"/>
                  <a:pt x="33" y="150"/>
                </a:cubicBezTo>
                <a:cubicBezTo>
                  <a:pt x="33" y="150"/>
                  <a:pt x="33" y="150"/>
                  <a:pt x="33" y="150"/>
                </a:cubicBezTo>
                <a:close/>
                <a:moveTo>
                  <a:pt x="33" y="151"/>
                </a:moveTo>
                <a:cubicBezTo>
                  <a:pt x="33" y="151"/>
                  <a:pt x="33" y="151"/>
                  <a:pt x="33" y="151"/>
                </a:cubicBezTo>
                <a:cubicBezTo>
                  <a:pt x="33" y="151"/>
                  <a:pt x="33" y="151"/>
                  <a:pt x="33" y="151"/>
                </a:cubicBezTo>
                <a:cubicBezTo>
                  <a:pt x="33" y="151"/>
                  <a:pt x="33" y="151"/>
                  <a:pt x="33" y="151"/>
                </a:cubicBezTo>
                <a:cubicBezTo>
                  <a:pt x="33" y="151"/>
                  <a:pt x="33" y="151"/>
                  <a:pt x="33" y="151"/>
                </a:cubicBezTo>
                <a:close/>
                <a:moveTo>
                  <a:pt x="33" y="152"/>
                </a:moveTo>
                <a:cubicBezTo>
                  <a:pt x="33" y="152"/>
                  <a:pt x="33" y="152"/>
                  <a:pt x="33" y="152"/>
                </a:cubicBezTo>
                <a:cubicBezTo>
                  <a:pt x="33" y="152"/>
                  <a:pt x="33" y="152"/>
                  <a:pt x="33" y="152"/>
                </a:cubicBezTo>
                <a:cubicBezTo>
                  <a:pt x="33" y="152"/>
                  <a:pt x="33" y="152"/>
                  <a:pt x="33" y="152"/>
                </a:cubicBezTo>
                <a:cubicBezTo>
                  <a:pt x="33" y="152"/>
                  <a:pt x="33" y="153"/>
                  <a:pt x="33" y="153"/>
                </a:cubicBezTo>
                <a:cubicBezTo>
                  <a:pt x="33" y="153"/>
                  <a:pt x="33" y="153"/>
                  <a:pt x="33" y="153"/>
                </a:cubicBezTo>
                <a:cubicBezTo>
                  <a:pt x="33" y="153"/>
                  <a:pt x="33" y="153"/>
                  <a:pt x="33" y="153"/>
                </a:cubicBezTo>
                <a:cubicBezTo>
                  <a:pt x="33" y="153"/>
                  <a:pt x="33" y="153"/>
                  <a:pt x="33" y="153"/>
                </a:cubicBezTo>
                <a:cubicBezTo>
                  <a:pt x="33" y="153"/>
                  <a:pt x="33" y="153"/>
                  <a:pt x="33" y="153"/>
                </a:cubicBezTo>
                <a:cubicBezTo>
                  <a:pt x="33" y="153"/>
                  <a:pt x="33" y="153"/>
                  <a:pt x="33" y="153"/>
                </a:cubicBezTo>
                <a:cubicBezTo>
                  <a:pt x="33" y="153"/>
                  <a:pt x="33" y="153"/>
                  <a:pt x="33" y="152"/>
                </a:cubicBezTo>
                <a:cubicBezTo>
                  <a:pt x="33" y="152"/>
                  <a:pt x="33" y="152"/>
                  <a:pt x="33" y="152"/>
                </a:cubicBezTo>
                <a:cubicBezTo>
                  <a:pt x="33" y="152"/>
                  <a:pt x="33" y="152"/>
                  <a:pt x="33" y="152"/>
                </a:cubicBezTo>
                <a:cubicBezTo>
                  <a:pt x="33" y="152"/>
                  <a:pt x="33" y="152"/>
                  <a:pt x="33" y="152"/>
                </a:cubicBezTo>
                <a:cubicBezTo>
                  <a:pt x="33" y="152"/>
                  <a:pt x="33" y="152"/>
                  <a:pt x="33" y="152"/>
                </a:cubicBezTo>
                <a:close/>
                <a:moveTo>
                  <a:pt x="33" y="153"/>
                </a:moveTo>
                <a:cubicBezTo>
                  <a:pt x="33" y="153"/>
                  <a:pt x="33" y="153"/>
                  <a:pt x="33" y="153"/>
                </a:cubicBezTo>
                <a:cubicBezTo>
                  <a:pt x="33" y="153"/>
                  <a:pt x="33" y="153"/>
                  <a:pt x="33" y="153"/>
                </a:cubicBezTo>
                <a:cubicBezTo>
                  <a:pt x="33" y="153"/>
                  <a:pt x="33" y="153"/>
                  <a:pt x="33" y="153"/>
                </a:cubicBezTo>
                <a:cubicBezTo>
                  <a:pt x="33" y="153"/>
                  <a:pt x="33" y="153"/>
                  <a:pt x="33" y="153"/>
                </a:cubicBezTo>
                <a:cubicBezTo>
                  <a:pt x="33" y="153"/>
                  <a:pt x="33" y="153"/>
                  <a:pt x="33" y="153"/>
                </a:cubicBezTo>
                <a:cubicBezTo>
                  <a:pt x="33" y="153"/>
                  <a:pt x="33" y="153"/>
                  <a:pt x="33" y="153"/>
                </a:cubicBezTo>
                <a:close/>
                <a:moveTo>
                  <a:pt x="86" y="103"/>
                </a:moveTo>
                <a:cubicBezTo>
                  <a:pt x="86" y="103"/>
                  <a:pt x="86" y="103"/>
                  <a:pt x="86" y="103"/>
                </a:cubicBezTo>
                <a:cubicBezTo>
                  <a:pt x="86" y="103"/>
                  <a:pt x="86" y="103"/>
                  <a:pt x="86" y="103"/>
                </a:cubicBezTo>
                <a:cubicBezTo>
                  <a:pt x="86" y="103"/>
                  <a:pt x="86" y="103"/>
                  <a:pt x="86" y="103"/>
                </a:cubicBezTo>
                <a:cubicBezTo>
                  <a:pt x="86" y="103"/>
                  <a:pt x="86" y="103"/>
                  <a:pt x="86" y="103"/>
                </a:cubicBezTo>
                <a:cubicBezTo>
                  <a:pt x="86" y="103"/>
                  <a:pt x="86" y="104"/>
                  <a:pt x="87" y="104"/>
                </a:cubicBezTo>
                <a:cubicBezTo>
                  <a:pt x="87" y="104"/>
                  <a:pt x="87" y="104"/>
                  <a:pt x="87" y="104"/>
                </a:cubicBezTo>
                <a:cubicBezTo>
                  <a:pt x="87" y="104"/>
                  <a:pt x="88" y="104"/>
                  <a:pt x="88" y="103"/>
                </a:cubicBezTo>
                <a:cubicBezTo>
                  <a:pt x="88" y="103"/>
                  <a:pt x="87" y="103"/>
                  <a:pt x="87" y="103"/>
                </a:cubicBezTo>
                <a:cubicBezTo>
                  <a:pt x="87" y="103"/>
                  <a:pt x="87" y="103"/>
                  <a:pt x="87" y="103"/>
                </a:cubicBezTo>
                <a:cubicBezTo>
                  <a:pt x="87" y="103"/>
                  <a:pt x="87" y="103"/>
                  <a:pt x="87" y="103"/>
                </a:cubicBezTo>
                <a:cubicBezTo>
                  <a:pt x="87" y="103"/>
                  <a:pt x="87" y="102"/>
                  <a:pt x="87" y="102"/>
                </a:cubicBezTo>
                <a:cubicBezTo>
                  <a:pt x="87" y="102"/>
                  <a:pt x="87" y="102"/>
                  <a:pt x="87" y="101"/>
                </a:cubicBezTo>
                <a:cubicBezTo>
                  <a:pt x="87" y="101"/>
                  <a:pt x="87" y="101"/>
                  <a:pt x="87" y="101"/>
                </a:cubicBezTo>
                <a:cubicBezTo>
                  <a:pt x="87" y="101"/>
                  <a:pt x="87" y="101"/>
                  <a:pt x="87" y="101"/>
                </a:cubicBezTo>
                <a:cubicBezTo>
                  <a:pt x="86" y="101"/>
                  <a:pt x="86" y="101"/>
                  <a:pt x="86" y="101"/>
                </a:cubicBezTo>
                <a:cubicBezTo>
                  <a:pt x="86" y="101"/>
                  <a:pt x="86" y="101"/>
                  <a:pt x="86" y="101"/>
                </a:cubicBezTo>
                <a:cubicBezTo>
                  <a:pt x="86" y="101"/>
                  <a:pt x="86" y="102"/>
                  <a:pt x="86" y="102"/>
                </a:cubicBezTo>
                <a:cubicBezTo>
                  <a:pt x="86" y="102"/>
                  <a:pt x="86" y="102"/>
                  <a:pt x="86" y="102"/>
                </a:cubicBezTo>
                <a:cubicBezTo>
                  <a:pt x="85" y="102"/>
                  <a:pt x="85" y="102"/>
                  <a:pt x="86" y="103"/>
                </a:cubicBezTo>
                <a:close/>
                <a:moveTo>
                  <a:pt x="82" y="104"/>
                </a:moveTo>
                <a:cubicBezTo>
                  <a:pt x="83" y="104"/>
                  <a:pt x="83" y="104"/>
                  <a:pt x="83" y="103"/>
                </a:cubicBezTo>
                <a:cubicBezTo>
                  <a:pt x="83" y="103"/>
                  <a:pt x="83" y="103"/>
                  <a:pt x="83" y="103"/>
                </a:cubicBezTo>
                <a:cubicBezTo>
                  <a:pt x="83" y="103"/>
                  <a:pt x="83" y="103"/>
                  <a:pt x="83" y="103"/>
                </a:cubicBezTo>
                <a:cubicBezTo>
                  <a:pt x="83" y="103"/>
                  <a:pt x="83" y="103"/>
                  <a:pt x="82" y="103"/>
                </a:cubicBezTo>
                <a:cubicBezTo>
                  <a:pt x="82" y="103"/>
                  <a:pt x="82" y="103"/>
                  <a:pt x="82" y="103"/>
                </a:cubicBezTo>
                <a:cubicBezTo>
                  <a:pt x="82" y="103"/>
                  <a:pt x="82" y="103"/>
                  <a:pt x="82" y="103"/>
                </a:cubicBezTo>
                <a:cubicBezTo>
                  <a:pt x="82" y="103"/>
                  <a:pt x="82" y="103"/>
                  <a:pt x="82" y="103"/>
                </a:cubicBezTo>
                <a:cubicBezTo>
                  <a:pt x="82" y="103"/>
                  <a:pt x="82" y="104"/>
                  <a:pt x="82" y="104"/>
                </a:cubicBezTo>
                <a:close/>
                <a:moveTo>
                  <a:pt x="83" y="104"/>
                </a:moveTo>
                <a:cubicBezTo>
                  <a:pt x="84" y="104"/>
                  <a:pt x="84" y="104"/>
                  <a:pt x="84" y="104"/>
                </a:cubicBezTo>
                <a:cubicBezTo>
                  <a:pt x="84" y="104"/>
                  <a:pt x="83" y="104"/>
                  <a:pt x="83" y="104"/>
                </a:cubicBezTo>
                <a:cubicBezTo>
                  <a:pt x="83" y="104"/>
                  <a:pt x="83" y="104"/>
                  <a:pt x="83" y="104"/>
                </a:cubicBezTo>
                <a:cubicBezTo>
                  <a:pt x="83" y="104"/>
                  <a:pt x="83" y="104"/>
                  <a:pt x="83" y="104"/>
                </a:cubicBezTo>
                <a:close/>
                <a:moveTo>
                  <a:pt x="83" y="105"/>
                </a:moveTo>
                <a:cubicBezTo>
                  <a:pt x="83" y="105"/>
                  <a:pt x="83" y="105"/>
                  <a:pt x="83" y="105"/>
                </a:cubicBezTo>
                <a:cubicBezTo>
                  <a:pt x="83" y="105"/>
                  <a:pt x="83" y="105"/>
                  <a:pt x="83" y="105"/>
                </a:cubicBezTo>
                <a:cubicBezTo>
                  <a:pt x="83" y="105"/>
                  <a:pt x="83" y="105"/>
                  <a:pt x="83" y="105"/>
                </a:cubicBezTo>
                <a:cubicBezTo>
                  <a:pt x="83" y="105"/>
                  <a:pt x="83" y="105"/>
                  <a:pt x="83" y="105"/>
                </a:cubicBezTo>
                <a:close/>
                <a:moveTo>
                  <a:pt x="86" y="106"/>
                </a:moveTo>
                <a:cubicBezTo>
                  <a:pt x="86" y="106"/>
                  <a:pt x="86" y="106"/>
                  <a:pt x="86" y="105"/>
                </a:cubicBezTo>
                <a:cubicBezTo>
                  <a:pt x="86" y="105"/>
                  <a:pt x="86" y="105"/>
                  <a:pt x="86" y="104"/>
                </a:cubicBezTo>
                <a:cubicBezTo>
                  <a:pt x="86" y="105"/>
                  <a:pt x="86" y="104"/>
                  <a:pt x="87" y="104"/>
                </a:cubicBezTo>
                <a:cubicBezTo>
                  <a:pt x="87" y="104"/>
                  <a:pt x="87" y="104"/>
                  <a:pt x="87" y="104"/>
                </a:cubicBezTo>
                <a:cubicBezTo>
                  <a:pt x="87" y="104"/>
                  <a:pt x="86" y="104"/>
                  <a:pt x="86" y="104"/>
                </a:cubicBezTo>
                <a:cubicBezTo>
                  <a:pt x="86" y="104"/>
                  <a:pt x="86" y="104"/>
                  <a:pt x="86" y="104"/>
                </a:cubicBezTo>
                <a:cubicBezTo>
                  <a:pt x="86" y="104"/>
                  <a:pt x="86" y="104"/>
                  <a:pt x="85" y="104"/>
                </a:cubicBezTo>
                <a:cubicBezTo>
                  <a:pt x="85" y="104"/>
                  <a:pt x="85" y="104"/>
                  <a:pt x="86" y="105"/>
                </a:cubicBezTo>
                <a:cubicBezTo>
                  <a:pt x="86" y="105"/>
                  <a:pt x="85" y="105"/>
                  <a:pt x="85" y="105"/>
                </a:cubicBezTo>
                <a:cubicBezTo>
                  <a:pt x="85" y="105"/>
                  <a:pt x="85" y="105"/>
                  <a:pt x="85" y="105"/>
                </a:cubicBezTo>
                <a:cubicBezTo>
                  <a:pt x="85" y="106"/>
                  <a:pt x="86" y="106"/>
                  <a:pt x="86" y="106"/>
                </a:cubicBezTo>
                <a:close/>
                <a:moveTo>
                  <a:pt x="42" y="145"/>
                </a:moveTo>
                <a:cubicBezTo>
                  <a:pt x="42" y="145"/>
                  <a:pt x="41" y="145"/>
                  <a:pt x="41" y="145"/>
                </a:cubicBezTo>
                <a:cubicBezTo>
                  <a:pt x="41" y="145"/>
                  <a:pt x="42" y="145"/>
                  <a:pt x="42" y="145"/>
                </a:cubicBezTo>
                <a:cubicBezTo>
                  <a:pt x="42" y="145"/>
                  <a:pt x="42" y="145"/>
                  <a:pt x="42" y="145"/>
                </a:cubicBezTo>
                <a:cubicBezTo>
                  <a:pt x="42" y="145"/>
                  <a:pt x="42" y="145"/>
                  <a:pt x="42" y="145"/>
                </a:cubicBezTo>
                <a:close/>
                <a:moveTo>
                  <a:pt x="40" y="147"/>
                </a:moveTo>
                <a:cubicBezTo>
                  <a:pt x="40" y="147"/>
                  <a:pt x="41" y="147"/>
                  <a:pt x="41" y="147"/>
                </a:cubicBezTo>
                <a:cubicBezTo>
                  <a:pt x="41" y="147"/>
                  <a:pt x="41" y="147"/>
                  <a:pt x="41" y="147"/>
                </a:cubicBezTo>
                <a:cubicBezTo>
                  <a:pt x="41" y="146"/>
                  <a:pt x="41" y="146"/>
                  <a:pt x="41" y="146"/>
                </a:cubicBezTo>
                <a:cubicBezTo>
                  <a:pt x="41" y="146"/>
                  <a:pt x="40" y="146"/>
                  <a:pt x="40" y="147"/>
                </a:cubicBezTo>
                <a:close/>
                <a:moveTo>
                  <a:pt x="46" y="143"/>
                </a:moveTo>
                <a:cubicBezTo>
                  <a:pt x="47" y="143"/>
                  <a:pt x="47" y="143"/>
                  <a:pt x="47" y="143"/>
                </a:cubicBezTo>
                <a:cubicBezTo>
                  <a:pt x="47" y="143"/>
                  <a:pt x="47" y="143"/>
                  <a:pt x="46" y="143"/>
                </a:cubicBezTo>
                <a:close/>
                <a:moveTo>
                  <a:pt x="44" y="143"/>
                </a:moveTo>
                <a:cubicBezTo>
                  <a:pt x="43" y="143"/>
                  <a:pt x="43" y="143"/>
                  <a:pt x="42" y="143"/>
                </a:cubicBezTo>
                <a:cubicBezTo>
                  <a:pt x="42" y="143"/>
                  <a:pt x="42" y="143"/>
                  <a:pt x="42" y="143"/>
                </a:cubicBezTo>
                <a:cubicBezTo>
                  <a:pt x="41" y="142"/>
                  <a:pt x="41" y="142"/>
                  <a:pt x="40" y="143"/>
                </a:cubicBezTo>
                <a:cubicBezTo>
                  <a:pt x="40" y="143"/>
                  <a:pt x="40" y="143"/>
                  <a:pt x="39" y="143"/>
                </a:cubicBezTo>
                <a:cubicBezTo>
                  <a:pt x="39" y="143"/>
                  <a:pt x="39" y="143"/>
                  <a:pt x="39" y="144"/>
                </a:cubicBezTo>
                <a:cubicBezTo>
                  <a:pt x="39" y="144"/>
                  <a:pt x="39" y="144"/>
                  <a:pt x="39" y="144"/>
                </a:cubicBezTo>
                <a:cubicBezTo>
                  <a:pt x="40" y="145"/>
                  <a:pt x="40" y="144"/>
                  <a:pt x="40" y="144"/>
                </a:cubicBezTo>
                <a:cubicBezTo>
                  <a:pt x="40" y="144"/>
                  <a:pt x="40" y="144"/>
                  <a:pt x="40" y="144"/>
                </a:cubicBezTo>
                <a:cubicBezTo>
                  <a:pt x="41" y="145"/>
                  <a:pt x="41" y="144"/>
                  <a:pt x="41" y="144"/>
                </a:cubicBezTo>
                <a:cubicBezTo>
                  <a:pt x="41" y="144"/>
                  <a:pt x="42" y="144"/>
                  <a:pt x="42" y="144"/>
                </a:cubicBezTo>
                <a:cubicBezTo>
                  <a:pt x="42" y="144"/>
                  <a:pt x="42" y="144"/>
                  <a:pt x="42" y="144"/>
                </a:cubicBezTo>
                <a:cubicBezTo>
                  <a:pt x="42" y="144"/>
                  <a:pt x="42" y="144"/>
                  <a:pt x="43" y="145"/>
                </a:cubicBezTo>
                <a:cubicBezTo>
                  <a:pt x="43" y="145"/>
                  <a:pt x="43" y="144"/>
                  <a:pt x="43" y="144"/>
                </a:cubicBezTo>
                <a:cubicBezTo>
                  <a:pt x="43" y="144"/>
                  <a:pt x="43" y="144"/>
                  <a:pt x="43" y="144"/>
                </a:cubicBezTo>
                <a:cubicBezTo>
                  <a:pt x="43" y="144"/>
                  <a:pt x="43" y="144"/>
                  <a:pt x="43" y="144"/>
                </a:cubicBezTo>
                <a:cubicBezTo>
                  <a:pt x="44" y="144"/>
                  <a:pt x="44" y="144"/>
                  <a:pt x="44" y="143"/>
                </a:cubicBezTo>
                <a:cubicBezTo>
                  <a:pt x="44" y="143"/>
                  <a:pt x="44" y="143"/>
                  <a:pt x="44" y="143"/>
                </a:cubicBezTo>
                <a:close/>
                <a:moveTo>
                  <a:pt x="45" y="143"/>
                </a:moveTo>
                <a:cubicBezTo>
                  <a:pt x="45" y="143"/>
                  <a:pt x="45" y="143"/>
                  <a:pt x="45" y="143"/>
                </a:cubicBezTo>
                <a:cubicBezTo>
                  <a:pt x="45" y="143"/>
                  <a:pt x="45" y="143"/>
                  <a:pt x="45" y="143"/>
                </a:cubicBezTo>
                <a:cubicBezTo>
                  <a:pt x="45" y="143"/>
                  <a:pt x="45" y="143"/>
                  <a:pt x="45" y="143"/>
                </a:cubicBezTo>
                <a:cubicBezTo>
                  <a:pt x="45" y="143"/>
                  <a:pt x="45" y="143"/>
                  <a:pt x="45" y="143"/>
                </a:cubicBezTo>
                <a:close/>
                <a:moveTo>
                  <a:pt x="44" y="143"/>
                </a:moveTo>
                <a:cubicBezTo>
                  <a:pt x="44" y="143"/>
                  <a:pt x="44" y="143"/>
                  <a:pt x="44" y="143"/>
                </a:cubicBezTo>
                <a:cubicBezTo>
                  <a:pt x="44" y="143"/>
                  <a:pt x="44" y="143"/>
                  <a:pt x="44" y="143"/>
                </a:cubicBezTo>
                <a:cubicBezTo>
                  <a:pt x="44" y="143"/>
                  <a:pt x="44" y="143"/>
                  <a:pt x="44" y="143"/>
                </a:cubicBezTo>
                <a:cubicBezTo>
                  <a:pt x="44" y="143"/>
                  <a:pt x="44" y="143"/>
                  <a:pt x="44" y="143"/>
                </a:cubicBezTo>
                <a:close/>
                <a:moveTo>
                  <a:pt x="46" y="143"/>
                </a:moveTo>
                <a:cubicBezTo>
                  <a:pt x="46" y="143"/>
                  <a:pt x="46" y="144"/>
                  <a:pt x="45" y="144"/>
                </a:cubicBezTo>
                <a:cubicBezTo>
                  <a:pt x="46" y="144"/>
                  <a:pt x="46" y="144"/>
                  <a:pt x="46" y="144"/>
                </a:cubicBezTo>
                <a:cubicBezTo>
                  <a:pt x="46" y="144"/>
                  <a:pt x="46" y="144"/>
                  <a:pt x="46" y="144"/>
                </a:cubicBezTo>
                <a:cubicBezTo>
                  <a:pt x="46" y="144"/>
                  <a:pt x="46" y="143"/>
                  <a:pt x="46" y="143"/>
                </a:cubicBezTo>
                <a:close/>
                <a:moveTo>
                  <a:pt x="35" y="142"/>
                </a:moveTo>
                <a:cubicBezTo>
                  <a:pt x="35" y="142"/>
                  <a:pt x="35" y="142"/>
                  <a:pt x="35" y="142"/>
                </a:cubicBezTo>
                <a:cubicBezTo>
                  <a:pt x="34" y="142"/>
                  <a:pt x="34" y="142"/>
                  <a:pt x="34" y="142"/>
                </a:cubicBezTo>
                <a:cubicBezTo>
                  <a:pt x="34" y="142"/>
                  <a:pt x="34" y="142"/>
                  <a:pt x="34" y="142"/>
                </a:cubicBezTo>
                <a:cubicBezTo>
                  <a:pt x="35" y="142"/>
                  <a:pt x="35" y="142"/>
                  <a:pt x="35" y="142"/>
                </a:cubicBezTo>
                <a:close/>
                <a:moveTo>
                  <a:pt x="36" y="140"/>
                </a:moveTo>
                <a:cubicBezTo>
                  <a:pt x="36" y="140"/>
                  <a:pt x="35" y="140"/>
                  <a:pt x="35" y="140"/>
                </a:cubicBezTo>
                <a:cubicBezTo>
                  <a:pt x="35" y="140"/>
                  <a:pt x="35" y="141"/>
                  <a:pt x="35" y="141"/>
                </a:cubicBezTo>
                <a:cubicBezTo>
                  <a:pt x="35" y="141"/>
                  <a:pt x="35" y="141"/>
                  <a:pt x="35" y="141"/>
                </a:cubicBezTo>
                <a:cubicBezTo>
                  <a:pt x="36" y="141"/>
                  <a:pt x="36" y="141"/>
                  <a:pt x="36" y="141"/>
                </a:cubicBezTo>
                <a:cubicBezTo>
                  <a:pt x="36" y="141"/>
                  <a:pt x="36" y="140"/>
                  <a:pt x="36" y="140"/>
                </a:cubicBezTo>
                <a:cubicBezTo>
                  <a:pt x="36" y="140"/>
                  <a:pt x="36" y="140"/>
                  <a:pt x="36" y="140"/>
                </a:cubicBezTo>
                <a:close/>
                <a:moveTo>
                  <a:pt x="36" y="141"/>
                </a:moveTo>
                <a:cubicBezTo>
                  <a:pt x="36" y="141"/>
                  <a:pt x="36" y="141"/>
                  <a:pt x="37" y="141"/>
                </a:cubicBezTo>
                <a:cubicBezTo>
                  <a:pt x="36" y="141"/>
                  <a:pt x="36" y="141"/>
                  <a:pt x="36" y="141"/>
                </a:cubicBezTo>
                <a:close/>
                <a:moveTo>
                  <a:pt x="48" y="142"/>
                </a:moveTo>
                <a:cubicBezTo>
                  <a:pt x="48" y="142"/>
                  <a:pt x="48" y="141"/>
                  <a:pt x="48" y="141"/>
                </a:cubicBezTo>
                <a:cubicBezTo>
                  <a:pt x="48" y="141"/>
                  <a:pt x="48" y="142"/>
                  <a:pt x="48" y="142"/>
                </a:cubicBezTo>
                <a:cubicBezTo>
                  <a:pt x="48" y="142"/>
                  <a:pt x="48" y="142"/>
                  <a:pt x="48" y="142"/>
                </a:cubicBezTo>
                <a:close/>
                <a:moveTo>
                  <a:pt x="37" y="139"/>
                </a:moveTo>
                <a:cubicBezTo>
                  <a:pt x="37" y="139"/>
                  <a:pt x="37" y="139"/>
                  <a:pt x="37" y="140"/>
                </a:cubicBezTo>
                <a:cubicBezTo>
                  <a:pt x="37" y="140"/>
                  <a:pt x="37" y="140"/>
                  <a:pt x="37" y="140"/>
                </a:cubicBezTo>
                <a:cubicBezTo>
                  <a:pt x="37" y="140"/>
                  <a:pt x="37" y="140"/>
                  <a:pt x="37" y="140"/>
                </a:cubicBezTo>
                <a:cubicBezTo>
                  <a:pt x="37" y="139"/>
                  <a:pt x="37" y="139"/>
                  <a:pt x="37" y="139"/>
                </a:cubicBezTo>
                <a:close/>
                <a:moveTo>
                  <a:pt x="39" y="146"/>
                </a:moveTo>
                <a:cubicBezTo>
                  <a:pt x="39" y="146"/>
                  <a:pt x="39" y="146"/>
                  <a:pt x="39" y="146"/>
                </a:cubicBezTo>
                <a:cubicBezTo>
                  <a:pt x="39" y="146"/>
                  <a:pt x="39" y="146"/>
                  <a:pt x="39" y="146"/>
                </a:cubicBezTo>
                <a:cubicBezTo>
                  <a:pt x="39" y="146"/>
                  <a:pt x="39" y="146"/>
                  <a:pt x="39" y="146"/>
                </a:cubicBezTo>
                <a:cubicBezTo>
                  <a:pt x="39" y="146"/>
                  <a:pt x="39" y="146"/>
                  <a:pt x="39" y="146"/>
                </a:cubicBezTo>
                <a:cubicBezTo>
                  <a:pt x="39" y="146"/>
                  <a:pt x="39" y="146"/>
                  <a:pt x="39" y="146"/>
                </a:cubicBezTo>
                <a:close/>
                <a:moveTo>
                  <a:pt x="39" y="147"/>
                </a:moveTo>
                <a:cubicBezTo>
                  <a:pt x="39" y="147"/>
                  <a:pt x="39" y="146"/>
                  <a:pt x="39" y="146"/>
                </a:cubicBezTo>
                <a:cubicBezTo>
                  <a:pt x="39" y="146"/>
                  <a:pt x="39" y="146"/>
                  <a:pt x="39" y="146"/>
                </a:cubicBezTo>
                <a:cubicBezTo>
                  <a:pt x="39" y="146"/>
                  <a:pt x="38" y="146"/>
                  <a:pt x="38" y="147"/>
                </a:cubicBezTo>
                <a:cubicBezTo>
                  <a:pt x="38" y="147"/>
                  <a:pt x="38" y="147"/>
                  <a:pt x="38" y="147"/>
                </a:cubicBezTo>
                <a:cubicBezTo>
                  <a:pt x="39" y="147"/>
                  <a:pt x="39" y="147"/>
                  <a:pt x="39" y="147"/>
                </a:cubicBezTo>
                <a:close/>
                <a:moveTo>
                  <a:pt x="38" y="148"/>
                </a:moveTo>
                <a:cubicBezTo>
                  <a:pt x="38" y="148"/>
                  <a:pt x="38" y="148"/>
                  <a:pt x="38" y="148"/>
                </a:cubicBezTo>
                <a:cubicBezTo>
                  <a:pt x="38" y="148"/>
                  <a:pt x="38" y="148"/>
                  <a:pt x="38" y="148"/>
                </a:cubicBezTo>
                <a:cubicBezTo>
                  <a:pt x="38" y="148"/>
                  <a:pt x="38" y="148"/>
                  <a:pt x="38" y="148"/>
                </a:cubicBezTo>
                <a:cubicBezTo>
                  <a:pt x="38" y="148"/>
                  <a:pt x="38" y="148"/>
                  <a:pt x="39" y="148"/>
                </a:cubicBezTo>
                <a:cubicBezTo>
                  <a:pt x="39" y="148"/>
                  <a:pt x="39" y="148"/>
                  <a:pt x="39" y="148"/>
                </a:cubicBezTo>
                <a:cubicBezTo>
                  <a:pt x="39" y="148"/>
                  <a:pt x="39" y="148"/>
                  <a:pt x="39" y="148"/>
                </a:cubicBezTo>
                <a:cubicBezTo>
                  <a:pt x="39" y="148"/>
                  <a:pt x="39" y="148"/>
                  <a:pt x="39" y="148"/>
                </a:cubicBezTo>
                <a:cubicBezTo>
                  <a:pt x="39" y="147"/>
                  <a:pt x="39" y="148"/>
                  <a:pt x="38" y="148"/>
                </a:cubicBezTo>
                <a:close/>
                <a:moveTo>
                  <a:pt x="47" y="142"/>
                </a:moveTo>
                <a:cubicBezTo>
                  <a:pt x="48" y="143"/>
                  <a:pt x="48" y="143"/>
                  <a:pt x="49" y="142"/>
                </a:cubicBezTo>
                <a:cubicBezTo>
                  <a:pt x="48" y="143"/>
                  <a:pt x="48" y="143"/>
                  <a:pt x="47" y="142"/>
                </a:cubicBezTo>
                <a:close/>
                <a:moveTo>
                  <a:pt x="79" y="103"/>
                </a:moveTo>
                <a:cubicBezTo>
                  <a:pt x="79" y="103"/>
                  <a:pt x="79" y="103"/>
                  <a:pt x="79" y="103"/>
                </a:cubicBezTo>
                <a:cubicBezTo>
                  <a:pt x="79" y="103"/>
                  <a:pt x="79" y="102"/>
                  <a:pt x="79" y="102"/>
                </a:cubicBezTo>
                <a:cubicBezTo>
                  <a:pt x="79" y="102"/>
                  <a:pt x="79" y="101"/>
                  <a:pt x="78" y="101"/>
                </a:cubicBezTo>
                <a:cubicBezTo>
                  <a:pt x="77" y="100"/>
                  <a:pt x="78" y="100"/>
                  <a:pt x="77" y="100"/>
                </a:cubicBezTo>
                <a:cubicBezTo>
                  <a:pt x="78" y="99"/>
                  <a:pt x="78" y="99"/>
                  <a:pt x="78" y="100"/>
                </a:cubicBezTo>
                <a:cubicBezTo>
                  <a:pt x="78" y="100"/>
                  <a:pt x="78" y="100"/>
                  <a:pt x="79" y="99"/>
                </a:cubicBezTo>
                <a:cubicBezTo>
                  <a:pt x="79" y="99"/>
                  <a:pt x="79" y="98"/>
                  <a:pt x="78" y="98"/>
                </a:cubicBezTo>
                <a:cubicBezTo>
                  <a:pt x="78" y="98"/>
                  <a:pt x="78" y="98"/>
                  <a:pt x="78" y="98"/>
                </a:cubicBezTo>
                <a:cubicBezTo>
                  <a:pt x="78" y="97"/>
                  <a:pt x="78" y="97"/>
                  <a:pt x="78" y="97"/>
                </a:cubicBezTo>
                <a:cubicBezTo>
                  <a:pt x="78" y="97"/>
                  <a:pt x="78" y="96"/>
                  <a:pt x="78" y="96"/>
                </a:cubicBezTo>
                <a:cubicBezTo>
                  <a:pt x="78" y="96"/>
                  <a:pt x="78" y="96"/>
                  <a:pt x="78" y="96"/>
                </a:cubicBezTo>
                <a:cubicBezTo>
                  <a:pt x="77" y="96"/>
                  <a:pt x="77" y="95"/>
                  <a:pt x="76" y="95"/>
                </a:cubicBezTo>
                <a:cubicBezTo>
                  <a:pt x="76" y="95"/>
                  <a:pt x="76" y="95"/>
                  <a:pt x="76" y="95"/>
                </a:cubicBezTo>
                <a:cubicBezTo>
                  <a:pt x="76" y="94"/>
                  <a:pt x="76" y="94"/>
                  <a:pt x="76" y="94"/>
                </a:cubicBezTo>
                <a:cubicBezTo>
                  <a:pt x="76" y="93"/>
                  <a:pt x="76" y="92"/>
                  <a:pt x="76" y="92"/>
                </a:cubicBezTo>
                <a:cubicBezTo>
                  <a:pt x="76" y="91"/>
                  <a:pt x="76" y="90"/>
                  <a:pt x="75" y="90"/>
                </a:cubicBezTo>
                <a:cubicBezTo>
                  <a:pt x="75" y="89"/>
                  <a:pt x="75" y="89"/>
                  <a:pt x="75" y="89"/>
                </a:cubicBezTo>
                <a:cubicBezTo>
                  <a:pt x="75" y="89"/>
                  <a:pt x="75" y="89"/>
                  <a:pt x="75" y="89"/>
                </a:cubicBezTo>
                <a:cubicBezTo>
                  <a:pt x="75" y="89"/>
                  <a:pt x="75" y="89"/>
                  <a:pt x="75" y="89"/>
                </a:cubicBezTo>
                <a:cubicBezTo>
                  <a:pt x="75" y="89"/>
                  <a:pt x="75" y="88"/>
                  <a:pt x="75" y="88"/>
                </a:cubicBezTo>
                <a:cubicBezTo>
                  <a:pt x="75" y="88"/>
                  <a:pt x="74" y="88"/>
                  <a:pt x="74" y="88"/>
                </a:cubicBezTo>
                <a:cubicBezTo>
                  <a:pt x="74" y="88"/>
                  <a:pt x="74" y="88"/>
                  <a:pt x="74" y="89"/>
                </a:cubicBezTo>
                <a:cubicBezTo>
                  <a:pt x="73" y="89"/>
                  <a:pt x="73" y="89"/>
                  <a:pt x="73" y="89"/>
                </a:cubicBezTo>
                <a:cubicBezTo>
                  <a:pt x="73" y="89"/>
                  <a:pt x="73" y="89"/>
                  <a:pt x="73" y="89"/>
                </a:cubicBezTo>
                <a:cubicBezTo>
                  <a:pt x="73" y="89"/>
                  <a:pt x="72" y="89"/>
                  <a:pt x="72" y="90"/>
                </a:cubicBezTo>
                <a:cubicBezTo>
                  <a:pt x="72" y="90"/>
                  <a:pt x="72" y="90"/>
                  <a:pt x="71" y="90"/>
                </a:cubicBezTo>
                <a:cubicBezTo>
                  <a:pt x="71" y="89"/>
                  <a:pt x="71" y="89"/>
                  <a:pt x="71" y="89"/>
                </a:cubicBezTo>
                <a:cubicBezTo>
                  <a:pt x="71" y="89"/>
                  <a:pt x="71" y="89"/>
                  <a:pt x="71" y="89"/>
                </a:cubicBezTo>
                <a:cubicBezTo>
                  <a:pt x="71" y="89"/>
                  <a:pt x="71" y="89"/>
                  <a:pt x="71" y="89"/>
                </a:cubicBezTo>
                <a:cubicBezTo>
                  <a:pt x="71" y="89"/>
                  <a:pt x="71" y="89"/>
                  <a:pt x="71" y="89"/>
                </a:cubicBezTo>
                <a:cubicBezTo>
                  <a:pt x="71" y="89"/>
                  <a:pt x="71" y="89"/>
                  <a:pt x="71" y="89"/>
                </a:cubicBezTo>
                <a:cubicBezTo>
                  <a:pt x="71" y="89"/>
                  <a:pt x="70" y="89"/>
                  <a:pt x="70" y="89"/>
                </a:cubicBezTo>
                <a:cubicBezTo>
                  <a:pt x="70" y="89"/>
                  <a:pt x="70" y="88"/>
                  <a:pt x="70" y="88"/>
                </a:cubicBezTo>
                <a:cubicBezTo>
                  <a:pt x="70" y="88"/>
                  <a:pt x="69" y="88"/>
                  <a:pt x="69" y="88"/>
                </a:cubicBezTo>
                <a:cubicBezTo>
                  <a:pt x="69" y="88"/>
                  <a:pt x="69" y="88"/>
                  <a:pt x="69" y="87"/>
                </a:cubicBezTo>
                <a:cubicBezTo>
                  <a:pt x="69" y="87"/>
                  <a:pt x="69" y="88"/>
                  <a:pt x="69" y="88"/>
                </a:cubicBezTo>
                <a:cubicBezTo>
                  <a:pt x="69" y="88"/>
                  <a:pt x="69" y="88"/>
                  <a:pt x="69" y="88"/>
                </a:cubicBezTo>
                <a:cubicBezTo>
                  <a:pt x="69" y="89"/>
                  <a:pt x="69" y="89"/>
                  <a:pt x="69" y="90"/>
                </a:cubicBezTo>
                <a:cubicBezTo>
                  <a:pt x="69" y="90"/>
                  <a:pt x="69" y="90"/>
                  <a:pt x="69" y="90"/>
                </a:cubicBezTo>
                <a:cubicBezTo>
                  <a:pt x="70" y="90"/>
                  <a:pt x="70" y="90"/>
                  <a:pt x="70" y="91"/>
                </a:cubicBezTo>
                <a:cubicBezTo>
                  <a:pt x="70" y="91"/>
                  <a:pt x="70" y="91"/>
                  <a:pt x="70" y="91"/>
                </a:cubicBezTo>
                <a:cubicBezTo>
                  <a:pt x="70" y="91"/>
                  <a:pt x="70" y="91"/>
                  <a:pt x="70" y="92"/>
                </a:cubicBezTo>
                <a:cubicBezTo>
                  <a:pt x="70" y="92"/>
                  <a:pt x="70" y="92"/>
                  <a:pt x="70" y="92"/>
                </a:cubicBezTo>
                <a:cubicBezTo>
                  <a:pt x="70" y="92"/>
                  <a:pt x="70" y="92"/>
                  <a:pt x="70" y="93"/>
                </a:cubicBezTo>
                <a:cubicBezTo>
                  <a:pt x="70" y="93"/>
                  <a:pt x="70" y="93"/>
                  <a:pt x="70" y="93"/>
                </a:cubicBezTo>
                <a:cubicBezTo>
                  <a:pt x="70" y="93"/>
                  <a:pt x="70" y="93"/>
                  <a:pt x="70" y="94"/>
                </a:cubicBezTo>
                <a:cubicBezTo>
                  <a:pt x="70" y="94"/>
                  <a:pt x="70" y="94"/>
                  <a:pt x="70" y="94"/>
                </a:cubicBezTo>
                <a:cubicBezTo>
                  <a:pt x="70" y="94"/>
                  <a:pt x="71" y="94"/>
                  <a:pt x="71" y="94"/>
                </a:cubicBezTo>
                <a:cubicBezTo>
                  <a:pt x="71" y="94"/>
                  <a:pt x="71" y="94"/>
                  <a:pt x="71" y="93"/>
                </a:cubicBezTo>
                <a:cubicBezTo>
                  <a:pt x="72" y="93"/>
                  <a:pt x="71" y="93"/>
                  <a:pt x="71" y="92"/>
                </a:cubicBezTo>
                <a:cubicBezTo>
                  <a:pt x="72" y="92"/>
                  <a:pt x="72" y="93"/>
                  <a:pt x="73" y="94"/>
                </a:cubicBezTo>
                <a:cubicBezTo>
                  <a:pt x="73" y="94"/>
                  <a:pt x="73" y="94"/>
                  <a:pt x="73" y="94"/>
                </a:cubicBezTo>
                <a:cubicBezTo>
                  <a:pt x="74" y="94"/>
                  <a:pt x="74" y="95"/>
                  <a:pt x="74" y="95"/>
                </a:cubicBezTo>
                <a:cubicBezTo>
                  <a:pt x="74" y="95"/>
                  <a:pt x="74" y="96"/>
                  <a:pt x="74" y="96"/>
                </a:cubicBezTo>
                <a:cubicBezTo>
                  <a:pt x="74" y="96"/>
                  <a:pt x="74" y="97"/>
                  <a:pt x="74" y="97"/>
                </a:cubicBezTo>
                <a:cubicBezTo>
                  <a:pt x="73" y="98"/>
                  <a:pt x="73" y="98"/>
                  <a:pt x="74" y="99"/>
                </a:cubicBezTo>
                <a:cubicBezTo>
                  <a:pt x="74" y="99"/>
                  <a:pt x="74" y="100"/>
                  <a:pt x="74" y="100"/>
                </a:cubicBezTo>
                <a:cubicBezTo>
                  <a:pt x="74" y="100"/>
                  <a:pt x="74" y="101"/>
                  <a:pt x="74" y="101"/>
                </a:cubicBezTo>
                <a:cubicBezTo>
                  <a:pt x="74" y="101"/>
                  <a:pt x="74" y="101"/>
                  <a:pt x="75" y="101"/>
                </a:cubicBezTo>
                <a:cubicBezTo>
                  <a:pt x="75" y="101"/>
                  <a:pt x="75" y="101"/>
                  <a:pt x="76" y="102"/>
                </a:cubicBezTo>
                <a:cubicBezTo>
                  <a:pt x="76" y="102"/>
                  <a:pt x="76" y="102"/>
                  <a:pt x="76" y="102"/>
                </a:cubicBezTo>
                <a:cubicBezTo>
                  <a:pt x="76" y="102"/>
                  <a:pt x="76" y="102"/>
                  <a:pt x="76" y="102"/>
                </a:cubicBezTo>
                <a:cubicBezTo>
                  <a:pt x="77" y="102"/>
                  <a:pt x="77" y="101"/>
                  <a:pt x="77" y="101"/>
                </a:cubicBezTo>
                <a:cubicBezTo>
                  <a:pt x="76" y="100"/>
                  <a:pt x="76" y="100"/>
                  <a:pt x="76" y="99"/>
                </a:cubicBezTo>
                <a:cubicBezTo>
                  <a:pt x="76" y="99"/>
                  <a:pt x="76" y="98"/>
                  <a:pt x="76" y="98"/>
                </a:cubicBezTo>
                <a:cubicBezTo>
                  <a:pt x="77" y="99"/>
                  <a:pt x="77" y="100"/>
                  <a:pt x="77" y="100"/>
                </a:cubicBezTo>
                <a:cubicBezTo>
                  <a:pt x="77" y="101"/>
                  <a:pt x="78" y="102"/>
                  <a:pt x="78" y="102"/>
                </a:cubicBezTo>
                <a:cubicBezTo>
                  <a:pt x="78" y="103"/>
                  <a:pt x="78" y="103"/>
                  <a:pt x="79" y="103"/>
                </a:cubicBezTo>
                <a:close/>
                <a:moveTo>
                  <a:pt x="64" y="110"/>
                </a:moveTo>
                <a:cubicBezTo>
                  <a:pt x="64" y="110"/>
                  <a:pt x="64" y="110"/>
                  <a:pt x="64" y="110"/>
                </a:cubicBezTo>
                <a:cubicBezTo>
                  <a:pt x="64" y="110"/>
                  <a:pt x="64" y="110"/>
                  <a:pt x="64" y="110"/>
                </a:cubicBezTo>
                <a:cubicBezTo>
                  <a:pt x="64" y="110"/>
                  <a:pt x="63" y="110"/>
                  <a:pt x="63" y="110"/>
                </a:cubicBezTo>
                <a:cubicBezTo>
                  <a:pt x="63" y="110"/>
                  <a:pt x="62" y="110"/>
                  <a:pt x="63" y="111"/>
                </a:cubicBezTo>
                <a:cubicBezTo>
                  <a:pt x="62" y="111"/>
                  <a:pt x="62" y="111"/>
                  <a:pt x="62" y="111"/>
                </a:cubicBezTo>
                <a:cubicBezTo>
                  <a:pt x="62" y="112"/>
                  <a:pt x="62" y="112"/>
                  <a:pt x="63" y="112"/>
                </a:cubicBezTo>
                <a:cubicBezTo>
                  <a:pt x="63" y="112"/>
                  <a:pt x="63" y="112"/>
                  <a:pt x="63" y="112"/>
                </a:cubicBezTo>
                <a:cubicBezTo>
                  <a:pt x="63" y="112"/>
                  <a:pt x="63" y="112"/>
                  <a:pt x="63" y="112"/>
                </a:cubicBezTo>
                <a:cubicBezTo>
                  <a:pt x="63" y="112"/>
                  <a:pt x="63" y="112"/>
                  <a:pt x="64" y="112"/>
                </a:cubicBezTo>
                <a:cubicBezTo>
                  <a:pt x="64" y="112"/>
                  <a:pt x="64" y="112"/>
                  <a:pt x="64" y="112"/>
                </a:cubicBezTo>
                <a:cubicBezTo>
                  <a:pt x="64" y="112"/>
                  <a:pt x="64" y="112"/>
                  <a:pt x="64" y="112"/>
                </a:cubicBezTo>
                <a:cubicBezTo>
                  <a:pt x="64" y="112"/>
                  <a:pt x="64" y="112"/>
                  <a:pt x="64" y="111"/>
                </a:cubicBezTo>
                <a:cubicBezTo>
                  <a:pt x="64" y="111"/>
                  <a:pt x="64" y="111"/>
                  <a:pt x="64" y="111"/>
                </a:cubicBezTo>
                <a:cubicBezTo>
                  <a:pt x="64" y="111"/>
                  <a:pt x="64" y="111"/>
                  <a:pt x="64" y="111"/>
                </a:cubicBezTo>
                <a:cubicBezTo>
                  <a:pt x="64" y="111"/>
                  <a:pt x="64" y="111"/>
                  <a:pt x="64" y="111"/>
                </a:cubicBezTo>
                <a:cubicBezTo>
                  <a:pt x="64" y="111"/>
                  <a:pt x="64" y="110"/>
                  <a:pt x="64" y="110"/>
                </a:cubicBezTo>
                <a:close/>
                <a:moveTo>
                  <a:pt x="83" y="146"/>
                </a:moveTo>
                <a:cubicBezTo>
                  <a:pt x="83" y="146"/>
                  <a:pt x="83" y="146"/>
                  <a:pt x="82" y="147"/>
                </a:cubicBezTo>
                <a:cubicBezTo>
                  <a:pt x="82" y="147"/>
                  <a:pt x="83" y="147"/>
                  <a:pt x="83" y="147"/>
                </a:cubicBezTo>
                <a:cubicBezTo>
                  <a:pt x="83" y="147"/>
                  <a:pt x="83" y="147"/>
                  <a:pt x="83" y="146"/>
                </a:cubicBezTo>
                <a:cubicBezTo>
                  <a:pt x="83" y="146"/>
                  <a:pt x="83" y="146"/>
                  <a:pt x="83" y="146"/>
                </a:cubicBezTo>
                <a:close/>
                <a:moveTo>
                  <a:pt x="84" y="146"/>
                </a:moveTo>
                <a:cubicBezTo>
                  <a:pt x="83" y="146"/>
                  <a:pt x="83" y="146"/>
                  <a:pt x="84" y="146"/>
                </a:cubicBezTo>
                <a:cubicBezTo>
                  <a:pt x="84" y="146"/>
                  <a:pt x="84" y="146"/>
                  <a:pt x="84" y="146"/>
                </a:cubicBezTo>
                <a:cubicBezTo>
                  <a:pt x="84" y="146"/>
                  <a:pt x="84" y="146"/>
                  <a:pt x="84" y="146"/>
                </a:cubicBezTo>
                <a:close/>
                <a:moveTo>
                  <a:pt x="67" y="83"/>
                </a:moveTo>
                <a:cubicBezTo>
                  <a:pt x="67" y="83"/>
                  <a:pt x="67" y="83"/>
                  <a:pt x="67" y="83"/>
                </a:cubicBezTo>
                <a:cubicBezTo>
                  <a:pt x="67" y="83"/>
                  <a:pt x="68" y="83"/>
                  <a:pt x="68" y="82"/>
                </a:cubicBezTo>
                <a:cubicBezTo>
                  <a:pt x="67" y="82"/>
                  <a:pt x="67" y="82"/>
                  <a:pt x="67" y="83"/>
                </a:cubicBezTo>
                <a:close/>
                <a:moveTo>
                  <a:pt x="74" y="86"/>
                </a:moveTo>
                <a:cubicBezTo>
                  <a:pt x="74" y="86"/>
                  <a:pt x="74" y="86"/>
                  <a:pt x="74" y="86"/>
                </a:cubicBezTo>
                <a:cubicBezTo>
                  <a:pt x="74" y="86"/>
                  <a:pt x="74" y="86"/>
                  <a:pt x="74" y="86"/>
                </a:cubicBezTo>
                <a:cubicBezTo>
                  <a:pt x="74" y="86"/>
                  <a:pt x="74" y="86"/>
                  <a:pt x="74" y="86"/>
                </a:cubicBezTo>
                <a:cubicBezTo>
                  <a:pt x="74" y="86"/>
                  <a:pt x="74" y="86"/>
                  <a:pt x="74" y="86"/>
                </a:cubicBezTo>
                <a:close/>
                <a:moveTo>
                  <a:pt x="69" y="83"/>
                </a:moveTo>
                <a:cubicBezTo>
                  <a:pt x="68" y="84"/>
                  <a:pt x="68" y="84"/>
                  <a:pt x="68" y="84"/>
                </a:cubicBezTo>
                <a:cubicBezTo>
                  <a:pt x="69" y="84"/>
                  <a:pt x="69" y="84"/>
                  <a:pt x="69" y="84"/>
                </a:cubicBezTo>
                <a:cubicBezTo>
                  <a:pt x="69" y="84"/>
                  <a:pt x="69" y="83"/>
                  <a:pt x="69" y="83"/>
                </a:cubicBezTo>
                <a:close/>
                <a:moveTo>
                  <a:pt x="73" y="87"/>
                </a:moveTo>
                <a:cubicBezTo>
                  <a:pt x="73" y="87"/>
                  <a:pt x="74" y="87"/>
                  <a:pt x="74" y="87"/>
                </a:cubicBezTo>
                <a:cubicBezTo>
                  <a:pt x="74" y="87"/>
                  <a:pt x="74" y="87"/>
                  <a:pt x="74" y="87"/>
                </a:cubicBezTo>
                <a:cubicBezTo>
                  <a:pt x="74" y="87"/>
                  <a:pt x="74" y="87"/>
                  <a:pt x="74" y="87"/>
                </a:cubicBezTo>
                <a:cubicBezTo>
                  <a:pt x="74" y="87"/>
                  <a:pt x="74" y="87"/>
                  <a:pt x="74" y="87"/>
                </a:cubicBezTo>
                <a:cubicBezTo>
                  <a:pt x="74" y="87"/>
                  <a:pt x="74" y="87"/>
                  <a:pt x="74" y="87"/>
                </a:cubicBezTo>
                <a:cubicBezTo>
                  <a:pt x="74" y="87"/>
                  <a:pt x="73" y="87"/>
                  <a:pt x="73" y="87"/>
                </a:cubicBezTo>
                <a:close/>
                <a:moveTo>
                  <a:pt x="70" y="84"/>
                </a:moveTo>
                <a:cubicBezTo>
                  <a:pt x="70" y="84"/>
                  <a:pt x="70" y="84"/>
                  <a:pt x="70" y="84"/>
                </a:cubicBezTo>
                <a:cubicBezTo>
                  <a:pt x="70" y="84"/>
                  <a:pt x="70" y="84"/>
                  <a:pt x="70" y="84"/>
                </a:cubicBezTo>
                <a:cubicBezTo>
                  <a:pt x="70" y="84"/>
                  <a:pt x="70" y="84"/>
                  <a:pt x="70" y="84"/>
                </a:cubicBezTo>
                <a:cubicBezTo>
                  <a:pt x="70" y="84"/>
                  <a:pt x="70" y="84"/>
                  <a:pt x="70" y="84"/>
                </a:cubicBezTo>
                <a:close/>
                <a:moveTo>
                  <a:pt x="73" y="86"/>
                </a:moveTo>
                <a:cubicBezTo>
                  <a:pt x="73" y="86"/>
                  <a:pt x="73" y="86"/>
                  <a:pt x="73" y="87"/>
                </a:cubicBezTo>
                <a:cubicBezTo>
                  <a:pt x="73" y="87"/>
                  <a:pt x="74" y="87"/>
                  <a:pt x="74" y="87"/>
                </a:cubicBezTo>
                <a:cubicBezTo>
                  <a:pt x="73" y="87"/>
                  <a:pt x="73" y="86"/>
                  <a:pt x="73" y="86"/>
                </a:cubicBezTo>
                <a:cubicBezTo>
                  <a:pt x="73" y="86"/>
                  <a:pt x="73" y="86"/>
                  <a:pt x="73" y="86"/>
                </a:cubicBezTo>
                <a:close/>
                <a:moveTo>
                  <a:pt x="46" y="77"/>
                </a:moveTo>
                <a:cubicBezTo>
                  <a:pt x="46" y="77"/>
                  <a:pt x="46" y="77"/>
                  <a:pt x="46" y="77"/>
                </a:cubicBezTo>
                <a:cubicBezTo>
                  <a:pt x="46" y="77"/>
                  <a:pt x="46" y="77"/>
                  <a:pt x="46" y="77"/>
                </a:cubicBezTo>
                <a:cubicBezTo>
                  <a:pt x="46" y="77"/>
                  <a:pt x="46" y="77"/>
                  <a:pt x="46" y="77"/>
                </a:cubicBezTo>
                <a:cubicBezTo>
                  <a:pt x="46" y="77"/>
                  <a:pt x="46" y="77"/>
                  <a:pt x="46" y="77"/>
                </a:cubicBezTo>
                <a:cubicBezTo>
                  <a:pt x="47" y="77"/>
                  <a:pt x="47" y="77"/>
                  <a:pt x="47" y="77"/>
                </a:cubicBezTo>
                <a:cubicBezTo>
                  <a:pt x="47" y="76"/>
                  <a:pt x="47" y="76"/>
                  <a:pt x="47" y="76"/>
                </a:cubicBezTo>
                <a:cubicBezTo>
                  <a:pt x="47" y="76"/>
                  <a:pt x="47" y="76"/>
                  <a:pt x="47" y="76"/>
                </a:cubicBezTo>
                <a:cubicBezTo>
                  <a:pt x="47" y="76"/>
                  <a:pt x="47" y="76"/>
                  <a:pt x="47" y="76"/>
                </a:cubicBezTo>
                <a:cubicBezTo>
                  <a:pt x="47" y="76"/>
                  <a:pt x="47" y="76"/>
                  <a:pt x="47" y="76"/>
                </a:cubicBezTo>
                <a:cubicBezTo>
                  <a:pt x="47" y="76"/>
                  <a:pt x="47" y="76"/>
                  <a:pt x="47" y="76"/>
                </a:cubicBezTo>
                <a:cubicBezTo>
                  <a:pt x="47" y="76"/>
                  <a:pt x="47" y="76"/>
                  <a:pt x="46" y="76"/>
                </a:cubicBezTo>
                <a:cubicBezTo>
                  <a:pt x="46" y="76"/>
                  <a:pt x="46" y="76"/>
                  <a:pt x="46" y="76"/>
                </a:cubicBezTo>
                <a:cubicBezTo>
                  <a:pt x="46" y="76"/>
                  <a:pt x="46" y="76"/>
                  <a:pt x="46" y="76"/>
                </a:cubicBezTo>
                <a:cubicBezTo>
                  <a:pt x="46" y="76"/>
                  <a:pt x="46" y="76"/>
                  <a:pt x="46" y="76"/>
                </a:cubicBezTo>
                <a:cubicBezTo>
                  <a:pt x="46" y="76"/>
                  <a:pt x="46" y="76"/>
                  <a:pt x="46" y="76"/>
                </a:cubicBezTo>
                <a:cubicBezTo>
                  <a:pt x="46" y="76"/>
                  <a:pt x="46" y="76"/>
                  <a:pt x="46" y="77"/>
                </a:cubicBezTo>
                <a:close/>
                <a:moveTo>
                  <a:pt x="46" y="75"/>
                </a:moveTo>
                <a:cubicBezTo>
                  <a:pt x="46" y="75"/>
                  <a:pt x="46" y="75"/>
                  <a:pt x="46" y="75"/>
                </a:cubicBezTo>
                <a:cubicBezTo>
                  <a:pt x="46" y="75"/>
                  <a:pt x="46" y="75"/>
                  <a:pt x="46" y="75"/>
                </a:cubicBezTo>
                <a:cubicBezTo>
                  <a:pt x="46" y="75"/>
                  <a:pt x="46" y="75"/>
                  <a:pt x="46" y="75"/>
                </a:cubicBezTo>
                <a:cubicBezTo>
                  <a:pt x="46" y="75"/>
                  <a:pt x="46" y="75"/>
                  <a:pt x="46" y="75"/>
                </a:cubicBezTo>
                <a:cubicBezTo>
                  <a:pt x="46" y="75"/>
                  <a:pt x="46" y="75"/>
                  <a:pt x="46"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6" y="75"/>
                  <a:pt x="46" y="75"/>
                  <a:pt x="46" y="75"/>
                </a:cubicBezTo>
                <a:cubicBezTo>
                  <a:pt x="46" y="75"/>
                  <a:pt x="46" y="75"/>
                  <a:pt x="46" y="75"/>
                </a:cubicBezTo>
                <a:cubicBezTo>
                  <a:pt x="46" y="75"/>
                  <a:pt x="46" y="75"/>
                  <a:pt x="46" y="75"/>
                </a:cubicBezTo>
                <a:cubicBezTo>
                  <a:pt x="46" y="75"/>
                  <a:pt x="46" y="75"/>
                  <a:pt x="46" y="75"/>
                </a:cubicBezTo>
                <a:close/>
                <a:moveTo>
                  <a:pt x="46" y="84"/>
                </a:moveTo>
                <a:cubicBezTo>
                  <a:pt x="46" y="84"/>
                  <a:pt x="46" y="84"/>
                  <a:pt x="46" y="84"/>
                </a:cubicBezTo>
                <a:cubicBezTo>
                  <a:pt x="46" y="84"/>
                  <a:pt x="46" y="84"/>
                  <a:pt x="45" y="84"/>
                </a:cubicBezTo>
                <a:cubicBezTo>
                  <a:pt x="45" y="84"/>
                  <a:pt x="45" y="84"/>
                  <a:pt x="45" y="84"/>
                </a:cubicBezTo>
                <a:cubicBezTo>
                  <a:pt x="45" y="84"/>
                  <a:pt x="45" y="84"/>
                  <a:pt x="45" y="84"/>
                </a:cubicBezTo>
                <a:cubicBezTo>
                  <a:pt x="45" y="84"/>
                  <a:pt x="45" y="84"/>
                  <a:pt x="45" y="84"/>
                </a:cubicBezTo>
                <a:cubicBezTo>
                  <a:pt x="46" y="84"/>
                  <a:pt x="46" y="84"/>
                  <a:pt x="46" y="84"/>
                </a:cubicBezTo>
                <a:cubicBezTo>
                  <a:pt x="46" y="84"/>
                  <a:pt x="46" y="84"/>
                  <a:pt x="46" y="84"/>
                </a:cubicBezTo>
                <a:cubicBezTo>
                  <a:pt x="46" y="84"/>
                  <a:pt x="46" y="84"/>
                  <a:pt x="46" y="84"/>
                </a:cubicBezTo>
                <a:cubicBezTo>
                  <a:pt x="46" y="84"/>
                  <a:pt x="46" y="84"/>
                  <a:pt x="46" y="84"/>
                </a:cubicBezTo>
                <a:cubicBezTo>
                  <a:pt x="46" y="84"/>
                  <a:pt x="46" y="84"/>
                  <a:pt x="46" y="84"/>
                </a:cubicBezTo>
                <a:cubicBezTo>
                  <a:pt x="46" y="84"/>
                  <a:pt x="46" y="84"/>
                  <a:pt x="46" y="84"/>
                </a:cubicBezTo>
                <a:cubicBezTo>
                  <a:pt x="46" y="84"/>
                  <a:pt x="46" y="84"/>
                  <a:pt x="46" y="84"/>
                </a:cubicBezTo>
                <a:cubicBezTo>
                  <a:pt x="46" y="84"/>
                  <a:pt x="46" y="84"/>
                  <a:pt x="46" y="84"/>
                </a:cubicBezTo>
                <a:cubicBezTo>
                  <a:pt x="46" y="84"/>
                  <a:pt x="46" y="84"/>
                  <a:pt x="46" y="84"/>
                </a:cubicBezTo>
                <a:cubicBezTo>
                  <a:pt x="46" y="84"/>
                  <a:pt x="46" y="84"/>
                  <a:pt x="46" y="84"/>
                </a:cubicBezTo>
                <a:cubicBezTo>
                  <a:pt x="46" y="84"/>
                  <a:pt x="46" y="84"/>
                  <a:pt x="46" y="84"/>
                </a:cubicBezTo>
                <a:close/>
                <a:moveTo>
                  <a:pt x="47" y="78"/>
                </a:moveTo>
                <a:cubicBezTo>
                  <a:pt x="47" y="78"/>
                  <a:pt x="47" y="78"/>
                  <a:pt x="47" y="78"/>
                </a:cubicBezTo>
                <a:cubicBezTo>
                  <a:pt x="47" y="78"/>
                  <a:pt x="47" y="78"/>
                  <a:pt x="47" y="78"/>
                </a:cubicBezTo>
                <a:cubicBezTo>
                  <a:pt x="47" y="78"/>
                  <a:pt x="47" y="78"/>
                  <a:pt x="48" y="78"/>
                </a:cubicBezTo>
                <a:cubicBezTo>
                  <a:pt x="48" y="78"/>
                  <a:pt x="48" y="78"/>
                  <a:pt x="48" y="78"/>
                </a:cubicBezTo>
                <a:cubicBezTo>
                  <a:pt x="48" y="78"/>
                  <a:pt x="48" y="78"/>
                  <a:pt x="48" y="78"/>
                </a:cubicBezTo>
                <a:cubicBezTo>
                  <a:pt x="48" y="78"/>
                  <a:pt x="48" y="78"/>
                  <a:pt x="48" y="78"/>
                </a:cubicBezTo>
                <a:cubicBezTo>
                  <a:pt x="48"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7" y="78"/>
                  <a:pt x="47" y="78"/>
                  <a:pt x="47" y="78"/>
                </a:cubicBezTo>
                <a:cubicBezTo>
                  <a:pt x="46" y="78"/>
                  <a:pt x="46" y="78"/>
                  <a:pt x="46" y="78"/>
                </a:cubicBezTo>
                <a:cubicBezTo>
                  <a:pt x="46" y="78"/>
                  <a:pt x="46" y="78"/>
                  <a:pt x="46" y="78"/>
                </a:cubicBezTo>
                <a:cubicBezTo>
                  <a:pt x="46" y="78"/>
                  <a:pt x="46" y="78"/>
                  <a:pt x="46" y="78"/>
                </a:cubicBezTo>
                <a:cubicBezTo>
                  <a:pt x="46" y="78"/>
                  <a:pt x="46" y="78"/>
                  <a:pt x="46" y="78"/>
                </a:cubicBezTo>
                <a:cubicBezTo>
                  <a:pt x="46" y="78"/>
                  <a:pt x="46" y="78"/>
                  <a:pt x="46" y="78"/>
                </a:cubicBezTo>
                <a:cubicBezTo>
                  <a:pt x="46" y="78"/>
                  <a:pt x="46" y="79"/>
                  <a:pt x="46" y="79"/>
                </a:cubicBezTo>
                <a:cubicBezTo>
                  <a:pt x="46" y="79"/>
                  <a:pt x="46" y="79"/>
                  <a:pt x="46" y="79"/>
                </a:cubicBezTo>
                <a:cubicBezTo>
                  <a:pt x="46" y="79"/>
                  <a:pt x="46" y="79"/>
                  <a:pt x="46" y="79"/>
                </a:cubicBezTo>
                <a:cubicBezTo>
                  <a:pt x="46" y="79"/>
                  <a:pt x="46" y="79"/>
                  <a:pt x="46" y="79"/>
                </a:cubicBezTo>
                <a:cubicBezTo>
                  <a:pt x="46" y="79"/>
                  <a:pt x="46" y="79"/>
                  <a:pt x="46" y="79"/>
                </a:cubicBezTo>
                <a:cubicBezTo>
                  <a:pt x="46" y="79"/>
                  <a:pt x="46" y="79"/>
                  <a:pt x="46" y="79"/>
                </a:cubicBezTo>
                <a:cubicBezTo>
                  <a:pt x="46" y="79"/>
                  <a:pt x="46" y="79"/>
                  <a:pt x="46" y="79"/>
                </a:cubicBezTo>
                <a:cubicBezTo>
                  <a:pt x="46" y="79"/>
                  <a:pt x="46" y="79"/>
                  <a:pt x="46" y="79"/>
                </a:cubicBezTo>
                <a:cubicBezTo>
                  <a:pt x="46" y="79"/>
                  <a:pt x="46" y="79"/>
                  <a:pt x="46" y="79"/>
                </a:cubicBezTo>
                <a:cubicBezTo>
                  <a:pt x="46" y="79"/>
                  <a:pt x="46" y="79"/>
                  <a:pt x="46" y="79"/>
                </a:cubicBezTo>
                <a:cubicBezTo>
                  <a:pt x="46" y="79"/>
                  <a:pt x="46" y="79"/>
                  <a:pt x="46" y="79"/>
                </a:cubicBezTo>
                <a:cubicBezTo>
                  <a:pt x="46" y="79"/>
                  <a:pt x="46" y="79"/>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0"/>
                  <a:pt x="46" y="80"/>
                </a:cubicBezTo>
                <a:cubicBezTo>
                  <a:pt x="46" y="80"/>
                  <a:pt x="46" y="81"/>
                  <a:pt x="46" y="80"/>
                </a:cubicBezTo>
                <a:cubicBezTo>
                  <a:pt x="46" y="80"/>
                  <a:pt x="46" y="80"/>
                  <a:pt x="46" y="81"/>
                </a:cubicBezTo>
                <a:cubicBezTo>
                  <a:pt x="46" y="81"/>
                  <a:pt x="46" y="81"/>
                  <a:pt x="46" y="81"/>
                </a:cubicBezTo>
                <a:cubicBezTo>
                  <a:pt x="46" y="81"/>
                  <a:pt x="46" y="81"/>
                  <a:pt x="46" y="81"/>
                </a:cubicBezTo>
                <a:cubicBezTo>
                  <a:pt x="46" y="81"/>
                  <a:pt x="46" y="81"/>
                  <a:pt x="46" y="81"/>
                </a:cubicBezTo>
                <a:cubicBezTo>
                  <a:pt x="46" y="81"/>
                  <a:pt x="46" y="81"/>
                  <a:pt x="46" y="81"/>
                </a:cubicBezTo>
                <a:cubicBezTo>
                  <a:pt x="46" y="81"/>
                  <a:pt x="46" y="81"/>
                  <a:pt x="46" y="81"/>
                </a:cubicBezTo>
                <a:cubicBezTo>
                  <a:pt x="46" y="81"/>
                  <a:pt x="46" y="81"/>
                  <a:pt x="46" y="81"/>
                </a:cubicBezTo>
                <a:cubicBezTo>
                  <a:pt x="46" y="81"/>
                  <a:pt x="46" y="81"/>
                  <a:pt x="46" y="81"/>
                </a:cubicBezTo>
                <a:cubicBezTo>
                  <a:pt x="46" y="81"/>
                  <a:pt x="46" y="81"/>
                  <a:pt x="46" y="81"/>
                </a:cubicBezTo>
                <a:cubicBezTo>
                  <a:pt x="45" y="81"/>
                  <a:pt x="45" y="81"/>
                  <a:pt x="45" y="81"/>
                </a:cubicBezTo>
                <a:cubicBezTo>
                  <a:pt x="46" y="81"/>
                  <a:pt x="46" y="81"/>
                  <a:pt x="46" y="81"/>
                </a:cubicBezTo>
                <a:cubicBezTo>
                  <a:pt x="45" y="81"/>
                  <a:pt x="45" y="81"/>
                  <a:pt x="45" y="81"/>
                </a:cubicBezTo>
                <a:cubicBezTo>
                  <a:pt x="45" y="81"/>
                  <a:pt x="45" y="81"/>
                  <a:pt x="45" y="81"/>
                </a:cubicBezTo>
                <a:cubicBezTo>
                  <a:pt x="45" y="81"/>
                  <a:pt x="45" y="81"/>
                  <a:pt x="45" y="81"/>
                </a:cubicBezTo>
                <a:cubicBezTo>
                  <a:pt x="45" y="82"/>
                  <a:pt x="45" y="82"/>
                  <a:pt x="45" y="82"/>
                </a:cubicBezTo>
                <a:cubicBezTo>
                  <a:pt x="45" y="82"/>
                  <a:pt x="45" y="82"/>
                  <a:pt x="45"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3"/>
                  <a:pt x="46" y="83"/>
                  <a:pt x="46" y="83"/>
                </a:cubicBezTo>
                <a:cubicBezTo>
                  <a:pt x="46" y="83"/>
                  <a:pt x="46" y="83"/>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2"/>
                  <a:pt x="46" y="82"/>
                </a:cubicBezTo>
                <a:cubicBezTo>
                  <a:pt x="46" y="82"/>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6" y="83"/>
                  <a:pt x="46" y="83"/>
                  <a:pt x="46" y="83"/>
                </a:cubicBezTo>
                <a:cubicBezTo>
                  <a:pt x="47" y="83"/>
                  <a:pt x="46" y="83"/>
                  <a:pt x="47" y="83"/>
                </a:cubicBezTo>
                <a:cubicBezTo>
                  <a:pt x="47" y="83"/>
                  <a:pt x="46" y="83"/>
                  <a:pt x="46" y="83"/>
                </a:cubicBezTo>
                <a:cubicBezTo>
                  <a:pt x="46" y="83"/>
                  <a:pt x="46" y="83"/>
                  <a:pt x="46" y="83"/>
                </a:cubicBezTo>
                <a:cubicBezTo>
                  <a:pt x="46" y="83"/>
                  <a:pt x="46" y="83"/>
                  <a:pt x="46" y="83"/>
                </a:cubicBezTo>
                <a:cubicBezTo>
                  <a:pt x="47" y="83"/>
                  <a:pt x="47" y="83"/>
                  <a:pt x="47" y="83"/>
                </a:cubicBezTo>
                <a:cubicBezTo>
                  <a:pt x="47" y="83"/>
                  <a:pt x="47" y="83"/>
                  <a:pt x="47" y="83"/>
                </a:cubicBezTo>
                <a:cubicBezTo>
                  <a:pt x="47" y="83"/>
                  <a:pt x="47" y="83"/>
                  <a:pt x="47" y="83"/>
                </a:cubicBezTo>
                <a:cubicBezTo>
                  <a:pt x="47" y="83"/>
                  <a:pt x="47" y="83"/>
                  <a:pt x="47" y="83"/>
                </a:cubicBezTo>
                <a:cubicBezTo>
                  <a:pt x="47" y="83"/>
                  <a:pt x="47" y="83"/>
                  <a:pt x="47" y="83"/>
                </a:cubicBezTo>
                <a:cubicBezTo>
                  <a:pt x="47" y="83"/>
                  <a:pt x="47" y="83"/>
                  <a:pt x="47" y="83"/>
                </a:cubicBezTo>
                <a:cubicBezTo>
                  <a:pt x="47" y="83"/>
                  <a:pt x="47" y="83"/>
                  <a:pt x="47" y="83"/>
                </a:cubicBezTo>
                <a:cubicBezTo>
                  <a:pt x="47" y="83"/>
                  <a:pt x="47" y="83"/>
                  <a:pt x="47" y="83"/>
                </a:cubicBezTo>
                <a:cubicBezTo>
                  <a:pt x="47" y="83"/>
                  <a:pt x="47" y="83"/>
                  <a:pt x="47" y="83"/>
                </a:cubicBezTo>
                <a:cubicBezTo>
                  <a:pt x="47" y="82"/>
                  <a:pt x="47" y="83"/>
                  <a:pt x="47" y="83"/>
                </a:cubicBezTo>
                <a:cubicBezTo>
                  <a:pt x="47" y="83"/>
                  <a:pt x="47" y="83"/>
                  <a:pt x="47" y="83"/>
                </a:cubicBezTo>
                <a:cubicBezTo>
                  <a:pt x="47" y="83"/>
                  <a:pt x="47" y="82"/>
                  <a:pt x="47" y="82"/>
                </a:cubicBezTo>
                <a:cubicBezTo>
                  <a:pt x="47" y="82"/>
                  <a:pt x="47" y="82"/>
                  <a:pt x="47" y="82"/>
                </a:cubicBezTo>
                <a:cubicBezTo>
                  <a:pt x="47" y="82"/>
                  <a:pt x="47" y="82"/>
                  <a:pt x="47" y="82"/>
                </a:cubicBezTo>
                <a:cubicBezTo>
                  <a:pt x="47" y="82"/>
                  <a:pt x="47" y="82"/>
                  <a:pt x="47" y="82"/>
                </a:cubicBezTo>
                <a:cubicBezTo>
                  <a:pt x="47" y="82"/>
                  <a:pt x="47" y="82"/>
                  <a:pt x="47" y="82"/>
                </a:cubicBezTo>
                <a:cubicBezTo>
                  <a:pt x="47" y="82"/>
                  <a:pt x="47" y="82"/>
                  <a:pt x="47" y="82"/>
                </a:cubicBezTo>
                <a:cubicBezTo>
                  <a:pt x="47" y="82"/>
                  <a:pt x="47" y="82"/>
                  <a:pt x="47" y="82"/>
                </a:cubicBezTo>
                <a:cubicBezTo>
                  <a:pt x="47" y="82"/>
                  <a:pt x="47" y="82"/>
                  <a:pt x="47" y="82"/>
                </a:cubicBezTo>
                <a:cubicBezTo>
                  <a:pt x="47" y="82"/>
                  <a:pt x="47" y="82"/>
                  <a:pt x="47" y="82"/>
                </a:cubicBezTo>
                <a:cubicBezTo>
                  <a:pt x="47" y="82"/>
                  <a:pt x="47" y="82"/>
                  <a:pt x="47" y="82"/>
                </a:cubicBezTo>
                <a:cubicBezTo>
                  <a:pt x="47" y="82"/>
                  <a:pt x="47" y="82"/>
                  <a:pt x="47" y="82"/>
                </a:cubicBezTo>
                <a:cubicBezTo>
                  <a:pt x="47" y="81"/>
                  <a:pt x="47" y="81"/>
                  <a:pt x="47" y="81"/>
                </a:cubicBezTo>
                <a:cubicBezTo>
                  <a:pt x="47" y="81"/>
                  <a:pt x="47" y="81"/>
                  <a:pt x="47" y="81"/>
                </a:cubicBezTo>
                <a:cubicBezTo>
                  <a:pt x="47" y="81"/>
                  <a:pt x="47" y="81"/>
                  <a:pt x="47" y="81"/>
                </a:cubicBezTo>
                <a:cubicBezTo>
                  <a:pt x="47" y="81"/>
                  <a:pt x="47" y="81"/>
                  <a:pt x="47" y="81"/>
                </a:cubicBezTo>
                <a:cubicBezTo>
                  <a:pt x="47" y="81"/>
                  <a:pt x="47" y="81"/>
                  <a:pt x="47" y="81"/>
                </a:cubicBezTo>
                <a:cubicBezTo>
                  <a:pt x="47" y="81"/>
                  <a:pt x="47" y="81"/>
                  <a:pt x="47" y="81"/>
                </a:cubicBezTo>
                <a:cubicBezTo>
                  <a:pt x="47" y="81"/>
                  <a:pt x="47" y="81"/>
                  <a:pt x="47" y="81"/>
                </a:cubicBezTo>
                <a:cubicBezTo>
                  <a:pt x="47" y="81"/>
                  <a:pt x="47" y="81"/>
                  <a:pt x="47" y="81"/>
                </a:cubicBezTo>
                <a:cubicBezTo>
                  <a:pt x="47" y="80"/>
                  <a:pt x="47" y="80"/>
                  <a:pt x="47" y="80"/>
                </a:cubicBezTo>
                <a:cubicBezTo>
                  <a:pt x="47" y="80"/>
                  <a:pt x="47" y="80"/>
                  <a:pt x="47" y="80"/>
                </a:cubicBezTo>
                <a:cubicBezTo>
                  <a:pt x="47" y="80"/>
                  <a:pt x="47" y="80"/>
                  <a:pt x="47" y="80"/>
                </a:cubicBezTo>
                <a:cubicBezTo>
                  <a:pt x="47" y="80"/>
                  <a:pt x="47" y="80"/>
                  <a:pt x="47" y="80"/>
                </a:cubicBezTo>
                <a:cubicBezTo>
                  <a:pt x="47" y="80"/>
                  <a:pt x="47" y="80"/>
                  <a:pt x="47" y="80"/>
                </a:cubicBezTo>
                <a:cubicBezTo>
                  <a:pt x="47" y="80"/>
                  <a:pt x="47" y="80"/>
                  <a:pt x="47" y="80"/>
                </a:cubicBezTo>
                <a:cubicBezTo>
                  <a:pt x="47" y="80"/>
                  <a:pt x="47" y="80"/>
                  <a:pt x="47" y="80"/>
                </a:cubicBezTo>
                <a:cubicBezTo>
                  <a:pt x="47" y="80"/>
                  <a:pt x="47" y="80"/>
                  <a:pt x="47" y="79"/>
                </a:cubicBezTo>
                <a:cubicBezTo>
                  <a:pt x="47" y="79"/>
                  <a:pt x="47" y="79"/>
                  <a:pt x="47" y="79"/>
                </a:cubicBezTo>
                <a:cubicBezTo>
                  <a:pt x="47" y="79"/>
                  <a:pt x="47" y="79"/>
                  <a:pt x="47" y="79"/>
                </a:cubicBezTo>
                <a:cubicBezTo>
                  <a:pt x="47" y="79"/>
                  <a:pt x="47" y="79"/>
                  <a:pt x="47" y="79"/>
                </a:cubicBezTo>
                <a:cubicBezTo>
                  <a:pt x="47" y="79"/>
                  <a:pt x="47" y="79"/>
                  <a:pt x="47" y="79"/>
                </a:cubicBezTo>
                <a:cubicBezTo>
                  <a:pt x="47" y="79"/>
                  <a:pt x="47" y="79"/>
                  <a:pt x="47" y="79"/>
                </a:cubicBezTo>
                <a:cubicBezTo>
                  <a:pt x="47" y="79"/>
                  <a:pt x="47" y="79"/>
                  <a:pt x="47" y="79"/>
                </a:cubicBezTo>
                <a:cubicBezTo>
                  <a:pt x="47" y="79"/>
                  <a:pt x="47" y="79"/>
                  <a:pt x="47" y="79"/>
                </a:cubicBezTo>
                <a:cubicBezTo>
                  <a:pt x="47" y="79"/>
                  <a:pt x="47" y="78"/>
                  <a:pt x="47" y="78"/>
                </a:cubicBezTo>
                <a:cubicBezTo>
                  <a:pt x="47" y="78"/>
                  <a:pt x="47" y="78"/>
                  <a:pt x="47" y="78"/>
                </a:cubicBezTo>
                <a:cubicBezTo>
                  <a:pt x="47" y="78"/>
                  <a:pt x="47" y="78"/>
                  <a:pt x="47" y="78"/>
                </a:cubicBezTo>
                <a:cubicBezTo>
                  <a:pt x="47" y="78"/>
                  <a:pt x="47" y="78"/>
                  <a:pt x="47" y="78"/>
                </a:cubicBezTo>
                <a:close/>
                <a:moveTo>
                  <a:pt x="48" y="78"/>
                </a:moveTo>
                <a:cubicBezTo>
                  <a:pt x="48" y="78"/>
                  <a:pt x="48" y="78"/>
                  <a:pt x="48" y="78"/>
                </a:cubicBezTo>
                <a:cubicBezTo>
                  <a:pt x="48" y="78"/>
                  <a:pt x="48" y="78"/>
                  <a:pt x="48" y="78"/>
                </a:cubicBezTo>
                <a:cubicBezTo>
                  <a:pt x="48" y="78"/>
                  <a:pt x="48" y="78"/>
                  <a:pt x="48" y="78"/>
                </a:cubicBezTo>
                <a:cubicBezTo>
                  <a:pt x="48" y="78"/>
                  <a:pt x="48" y="78"/>
                  <a:pt x="48" y="78"/>
                </a:cubicBezTo>
                <a:cubicBezTo>
                  <a:pt x="48" y="78"/>
                  <a:pt x="48" y="78"/>
                  <a:pt x="48" y="78"/>
                </a:cubicBezTo>
                <a:cubicBezTo>
                  <a:pt x="48" y="78"/>
                  <a:pt x="48" y="78"/>
                  <a:pt x="48" y="78"/>
                </a:cubicBezTo>
                <a:cubicBezTo>
                  <a:pt x="48" y="78"/>
                  <a:pt x="48" y="78"/>
                  <a:pt x="48" y="78"/>
                </a:cubicBezTo>
                <a:cubicBezTo>
                  <a:pt x="48" y="78"/>
                  <a:pt x="48" y="78"/>
                  <a:pt x="48" y="78"/>
                </a:cubicBezTo>
                <a:close/>
                <a:moveTo>
                  <a:pt x="53" y="80"/>
                </a:moveTo>
                <a:cubicBezTo>
                  <a:pt x="53" y="80"/>
                  <a:pt x="53" y="79"/>
                  <a:pt x="52" y="79"/>
                </a:cubicBezTo>
                <a:cubicBezTo>
                  <a:pt x="52" y="79"/>
                  <a:pt x="51" y="79"/>
                  <a:pt x="51" y="79"/>
                </a:cubicBezTo>
                <a:cubicBezTo>
                  <a:pt x="50" y="79"/>
                  <a:pt x="50" y="79"/>
                  <a:pt x="50" y="80"/>
                </a:cubicBezTo>
                <a:cubicBezTo>
                  <a:pt x="50" y="80"/>
                  <a:pt x="50" y="80"/>
                  <a:pt x="50" y="80"/>
                </a:cubicBezTo>
                <a:cubicBezTo>
                  <a:pt x="50" y="80"/>
                  <a:pt x="51" y="80"/>
                  <a:pt x="51" y="81"/>
                </a:cubicBezTo>
                <a:cubicBezTo>
                  <a:pt x="52" y="81"/>
                  <a:pt x="52" y="81"/>
                  <a:pt x="52" y="81"/>
                </a:cubicBezTo>
                <a:cubicBezTo>
                  <a:pt x="53" y="81"/>
                  <a:pt x="53" y="81"/>
                  <a:pt x="53" y="80"/>
                </a:cubicBezTo>
                <a:cubicBezTo>
                  <a:pt x="53" y="80"/>
                  <a:pt x="53" y="80"/>
                  <a:pt x="53" y="80"/>
                </a:cubicBezTo>
                <a:close/>
                <a:moveTo>
                  <a:pt x="48" y="78"/>
                </a:moveTo>
                <a:cubicBezTo>
                  <a:pt x="48" y="78"/>
                  <a:pt x="48" y="78"/>
                  <a:pt x="48" y="78"/>
                </a:cubicBezTo>
                <a:cubicBezTo>
                  <a:pt x="48" y="78"/>
                  <a:pt x="48" y="78"/>
                  <a:pt x="48" y="78"/>
                </a:cubicBezTo>
                <a:cubicBezTo>
                  <a:pt x="48" y="78"/>
                  <a:pt x="48" y="78"/>
                  <a:pt x="48" y="78"/>
                </a:cubicBezTo>
                <a:cubicBezTo>
                  <a:pt x="48" y="78"/>
                  <a:pt x="48" y="78"/>
                  <a:pt x="48" y="78"/>
                </a:cubicBezTo>
                <a:cubicBezTo>
                  <a:pt x="48" y="78"/>
                  <a:pt x="49" y="78"/>
                  <a:pt x="49" y="78"/>
                </a:cubicBezTo>
                <a:cubicBezTo>
                  <a:pt x="49" y="78"/>
                  <a:pt x="49" y="78"/>
                  <a:pt x="49" y="78"/>
                </a:cubicBezTo>
                <a:cubicBezTo>
                  <a:pt x="48" y="78"/>
                  <a:pt x="48" y="78"/>
                  <a:pt x="48" y="78"/>
                </a:cubicBezTo>
                <a:close/>
                <a:moveTo>
                  <a:pt x="43" y="75"/>
                </a:moveTo>
                <a:cubicBezTo>
                  <a:pt x="43" y="75"/>
                  <a:pt x="43" y="75"/>
                  <a:pt x="43" y="75"/>
                </a:cubicBezTo>
                <a:cubicBezTo>
                  <a:pt x="43" y="75"/>
                  <a:pt x="43" y="75"/>
                  <a:pt x="43" y="75"/>
                </a:cubicBezTo>
                <a:cubicBezTo>
                  <a:pt x="43" y="75"/>
                  <a:pt x="43" y="75"/>
                  <a:pt x="43" y="75"/>
                </a:cubicBezTo>
                <a:cubicBezTo>
                  <a:pt x="43" y="75"/>
                  <a:pt x="43" y="75"/>
                  <a:pt x="43" y="75"/>
                </a:cubicBezTo>
                <a:cubicBezTo>
                  <a:pt x="43" y="75"/>
                  <a:pt x="43" y="75"/>
                  <a:pt x="43" y="75"/>
                </a:cubicBezTo>
                <a:cubicBezTo>
                  <a:pt x="43" y="75"/>
                  <a:pt x="43" y="75"/>
                  <a:pt x="43" y="75"/>
                </a:cubicBezTo>
                <a:cubicBezTo>
                  <a:pt x="43" y="75"/>
                  <a:pt x="43" y="75"/>
                  <a:pt x="43" y="75"/>
                </a:cubicBezTo>
                <a:cubicBezTo>
                  <a:pt x="43" y="75"/>
                  <a:pt x="43" y="75"/>
                  <a:pt x="43" y="75"/>
                </a:cubicBezTo>
                <a:cubicBezTo>
                  <a:pt x="43" y="75"/>
                  <a:pt x="43" y="75"/>
                  <a:pt x="43" y="75"/>
                </a:cubicBezTo>
                <a:cubicBezTo>
                  <a:pt x="43" y="75"/>
                  <a:pt x="43" y="75"/>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6"/>
                  <a:pt x="43" y="76"/>
                  <a:pt x="43" y="76"/>
                </a:cubicBezTo>
                <a:cubicBezTo>
                  <a:pt x="43" y="75"/>
                  <a:pt x="43" y="75"/>
                  <a:pt x="43" y="75"/>
                </a:cubicBezTo>
                <a:cubicBezTo>
                  <a:pt x="43" y="75"/>
                  <a:pt x="43" y="75"/>
                  <a:pt x="43" y="75"/>
                </a:cubicBezTo>
                <a:cubicBezTo>
                  <a:pt x="43" y="75"/>
                  <a:pt x="43" y="75"/>
                  <a:pt x="43" y="75"/>
                </a:cubicBezTo>
                <a:close/>
                <a:moveTo>
                  <a:pt x="49" y="79"/>
                </a:moveTo>
                <a:cubicBezTo>
                  <a:pt x="49" y="79"/>
                  <a:pt x="49" y="79"/>
                  <a:pt x="49" y="79"/>
                </a:cubicBezTo>
                <a:cubicBezTo>
                  <a:pt x="49" y="79"/>
                  <a:pt x="48" y="79"/>
                  <a:pt x="48" y="79"/>
                </a:cubicBezTo>
                <a:cubicBezTo>
                  <a:pt x="48" y="79"/>
                  <a:pt x="48" y="79"/>
                  <a:pt x="48" y="79"/>
                </a:cubicBezTo>
                <a:cubicBezTo>
                  <a:pt x="48" y="79"/>
                  <a:pt x="48" y="79"/>
                  <a:pt x="48" y="79"/>
                </a:cubicBezTo>
                <a:cubicBezTo>
                  <a:pt x="48" y="79"/>
                  <a:pt x="48" y="79"/>
                  <a:pt x="49" y="79"/>
                </a:cubicBezTo>
                <a:cubicBezTo>
                  <a:pt x="49" y="79"/>
                  <a:pt x="49" y="79"/>
                  <a:pt x="49" y="79"/>
                </a:cubicBezTo>
                <a:cubicBezTo>
                  <a:pt x="49" y="79"/>
                  <a:pt x="49" y="79"/>
                  <a:pt x="49" y="79"/>
                </a:cubicBezTo>
                <a:cubicBezTo>
                  <a:pt x="49" y="79"/>
                  <a:pt x="49" y="79"/>
                  <a:pt x="49" y="79"/>
                </a:cubicBezTo>
                <a:cubicBezTo>
                  <a:pt x="49" y="79"/>
                  <a:pt x="49" y="79"/>
                  <a:pt x="49" y="79"/>
                </a:cubicBezTo>
                <a:cubicBezTo>
                  <a:pt x="49" y="79"/>
                  <a:pt x="49" y="79"/>
                  <a:pt x="49" y="80"/>
                </a:cubicBezTo>
                <a:cubicBezTo>
                  <a:pt x="49" y="80"/>
                  <a:pt x="49" y="80"/>
                  <a:pt x="49" y="80"/>
                </a:cubicBezTo>
                <a:cubicBezTo>
                  <a:pt x="49" y="79"/>
                  <a:pt x="49" y="79"/>
                  <a:pt x="49" y="79"/>
                </a:cubicBezTo>
                <a:cubicBezTo>
                  <a:pt x="49" y="79"/>
                  <a:pt x="49" y="79"/>
                  <a:pt x="49" y="79"/>
                </a:cubicBezTo>
                <a:cubicBezTo>
                  <a:pt x="49" y="79"/>
                  <a:pt x="49" y="79"/>
                  <a:pt x="49" y="79"/>
                </a:cubicBezTo>
                <a:cubicBezTo>
                  <a:pt x="49" y="79"/>
                  <a:pt x="49" y="79"/>
                  <a:pt x="49" y="79"/>
                </a:cubicBezTo>
                <a:cubicBezTo>
                  <a:pt x="49" y="79"/>
                  <a:pt x="49" y="79"/>
                  <a:pt x="49" y="79"/>
                </a:cubicBezTo>
                <a:cubicBezTo>
                  <a:pt x="49" y="79"/>
                  <a:pt x="49" y="79"/>
                  <a:pt x="49" y="79"/>
                </a:cubicBezTo>
                <a:cubicBezTo>
                  <a:pt x="49" y="79"/>
                  <a:pt x="49" y="79"/>
                  <a:pt x="49" y="79"/>
                </a:cubicBezTo>
                <a:cubicBezTo>
                  <a:pt x="49" y="79"/>
                  <a:pt x="49" y="79"/>
                  <a:pt x="49" y="79"/>
                </a:cubicBezTo>
                <a:cubicBezTo>
                  <a:pt x="49" y="78"/>
                  <a:pt x="49" y="78"/>
                  <a:pt x="49" y="78"/>
                </a:cubicBezTo>
                <a:cubicBezTo>
                  <a:pt x="49" y="78"/>
                  <a:pt x="49" y="78"/>
                  <a:pt x="49" y="78"/>
                </a:cubicBezTo>
                <a:cubicBezTo>
                  <a:pt x="49" y="78"/>
                  <a:pt x="49" y="78"/>
                  <a:pt x="49" y="78"/>
                </a:cubicBezTo>
                <a:cubicBezTo>
                  <a:pt x="49" y="78"/>
                  <a:pt x="49" y="78"/>
                  <a:pt x="49" y="78"/>
                </a:cubicBezTo>
                <a:cubicBezTo>
                  <a:pt x="49" y="78"/>
                  <a:pt x="49" y="78"/>
                  <a:pt x="49" y="78"/>
                </a:cubicBezTo>
                <a:cubicBezTo>
                  <a:pt x="49" y="78"/>
                  <a:pt x="49" y="78"/>
                  <a:pt x="49" y="78"/>
                </a:cubicBezTo>
                <a:cubicBezTo>
                  <a:pt x="49" y="78"/>
                  <a:pt x="49" y="78"/>
                  <a:pt x="49" y="78"/>
                </a:cubicBezTo>
                <a:cubicBezTo>
                  <a:pt x="49" y="78"/>
                  <a:pt x="49" y="78"/>
                  <a:pt x="49" y="78"/>
                </a:cubicBezTo>
                <a:cubicBezTo>
                  <a:pt x="49" y="78"/>
                  <a:pt x="49" y="78"/>
                  <a:pt x="49" y="78"/>
                </a:cubicBezTo>
                <a:cubicBezTo>
                  <a:pt x="49" y="79"/>
                  <a:pt x="49" y="79"/>
                  <a:pt x="49" y="79"/>
                </a:cubicBezTo>
                <a:cubicBezTo>
                  <a:pt x="49" y="79"/>
                  <a:pt x="49" y="79"/>
                  <a:pt x="49" y="79"/>
                </a:cubicBezTo>
                <a:close/>
                <a:moveTo>
                  <a:pt x="67" y="73"/>
                </a:moveTo>
                <a:cubicBezTo>
                  <a:pt x="66" y="73"/>
                  <a:pt x="67" y="74"/>
                  <a:pt x="66" y="74"/>
                </a:cubicBezTo>
                <a:cubicBezTo>
                  <a:pt x="66" y="75"/>
                  <a:pt x="67" y="75"/>
                  <a:pt x="66" y="76"/>
                </a:cubicBezTo>
                <a:cubicBezTo>
                  <a:pt x="66" y="77"/>
                  <a:pt x="66" y="77"/>
                  <a:pt x="66" y="78"/>
                </a:cubicBezTo>
                <a:cubicBezTo>
                  <a:pt x="66" y="78"/>
                  <a:pt x="66" y="78"/>
                  <a:pt x="65" y="78"/>
                </a:cubicBezTo>
                <a:cubicBezTo>
                  <a:pt x="65" y="78"/>
                  <a:pt x="64" y="77"/>
                  <a:pt x="64" y="77"/>
                </a:cubicBezTo>
                <a:cubicBezTo>
                  <a:pt x="64" y="77"/>
                  <a:pt x="64" y="77"/>
                  <a:pt x="64" y="77"/>
                </a:cubicBezTo>
                <a:cubicBezTo>
                  <a:pt x="64" y="76"/>
                  <a:pt x="64" y="76"/>
                  <a:pt x="64" y="76"/>
                </a:cubicBezTo>
                <a:cubicBezTo>
                  <a:pt x="63" y="76"/>
                  <a:pt x="64" y="76"/>
                  <a:pt x="64" y="76"/>
                </a:cubicBezTo>
                <a:cubicBezTo>
                  <a:pt x="63" y="75"/>
                  <a:pt x="63" y="75"/>
                  <a:pt x="63" y="75"/>
                </a:cubicBezTo>
                <a:cubicBezTo>
                  <a:pt x="63" y="75"/>
                  <a:pt x="63" y="75"/>
                  <a:pt x="63" y="75"/>
                </a:cubicBezTo>
                <a:cubicBezTo>
                  <a:pt x="64" y="75"/>
                  <a:pt x="64" y="75"/>
                  <a:pt x="64" y="75"/>
                </a:cubicBezTo>
                <a:cubicBezTo>
                  <a:pt x="64" y="75"/>
                  <a:pt x="65" y="74"/>
                  <a:pt x="65" y="75"/>
                </a:cubicBezTo>
                <a:cubicBezTo>
                  <a:pt x="65" y="74"/>
                  <a:pt x="65" y="74"/>
                  <a:pt x="65" y="74"/>
                </a:cubicBezTo>
                <a:cubicBezTo>
                  <a:pt x="65" y="74"/>
                  <a:pt x="65" y="74"/>
                  <a:pt x="65" y="74"/>
                </a:cubicBezTo>
                <a:cubicBezTo>
                  <a:pt x="65" y="74"/>
                  <a:pt x="64" y="74"/>
                  <a:pt x="64" y="74"/>
                </a:cubicBezTo>
                <a:cubicBezTo>
                  <a:pt x="64" y="74"/>
                  <a:pt x="64" y="74"/>
                  <a:pt x="64" y="74"/>
                </a:cubicBezTo>
                <a:cubicBezTo>
                  <a:pt x="64" y="74"/>
                  <a:pt x="64" y="74"/>
                  <a:pt x="63" y="75"/>
                </a:cubicBezTo>
                <a:cubicBezTo>
                  <a:pt x="63" y="75"/>
                  <a:pt x="63" y="75"/>
                  <a:pt x="63" y="75"/>
                </a:cubicBezTo>
                <a:cubicBezTo>
                  <a:pt x="63" y="75"/>
                  <a:pt x="63" y="75"/>
                  <a:pt x="63" y="75"/>
                </a:cubicBezTo>
                <a:cubicBezTo>
                  <a:pt x="63" y="75"/>
                  <a:pt x="63" y="75"/>
                  <a:pt x="63" y="75"/>
                </a:cubicBezTo>
                <a:cubicBezTo>
                  <a:pt x="63" y="75"/>
                  <a:pt x="62" y="75"/>
                  <a:pt x="62" y="75"/>
                </a:cubicBezTo>
                <a:cubicBezTo>
                  <a:pt x="62" y="75"/>
                  <a:pt x="62" y="74"/>
                  <a:pt x="62" y="74"/>
                </a:cubicBezTo>
                <a:cubicBezTo>
                  <a:pt x="62" y="74"/>
                  <a:pt x="62" y="74"/>
                  <a:pt x="62" y="74"/>
                </a:cubicBezTo>
                <a:cubicBezTo>
                  <a:pt x="62" y="75"/>
                  <a:pt x="61" y="75"/>
                  <a:pt x="61" y="75"/>
                </a:cubicBezTo>
                <a:cubicBezTo>
                  <a:pt x="61" y="74"/>
                  <a:pt x="61" y="74"/>
                  <a:pt x="60" y="74"/>
                </a:cubicBezTo>
                <a:cubicBezTo>
                  <a:pt x="60" y="74"/>
                  <a:pt x="60" y="74"/>
                  <a:pt x="60" y="74"/>
                </a:cubicBezTo>
                <a:cubicBezTo>
                  <a:pt x="59" y="73"/>
                  <a:pt x="59" y="73"/>
                  <a:pt x="59" y="74"/>
                </a:cubicBezTo>
                <a:cubicBezTo>
                  <a:pt x="58" y="74"/>
                  <a:pt x="58" y="74"/>
                  <a:pt x="58" y="73"/>
                </a:cubicBezTo>
                <a:cubicBezTo>
                  <a:pt x="58" y="73"/>
                  <a:pt x="58" y="73"/>
                  <a:pt x="58" y="72"/>
                </a:cubicBezTo>
                <a:cubicBezTo>
                  <a:pt x="58" y="72"/>
                  <a:pt x="58" y="72"/>
                  <a:pt x="58" y="72"/>
                </a:cubicBezTo>
                <a:cubicBezTo>
                  <a:pt x="58" y="72"/>
                  <a:pt x="58" y="72"/>
                  <a:pt x="58" y="72"/>
                </a:cubicBezTo>
                <a:cubicBezTo>
                  <a:pt x="58" y="72"/>
                  <a:pt x="58" y="72"/>
                  <a:pt x="58" y="72"/>
                </a:cubicBezTo>
                <a:cubicBezTo>
                  <a:pt x="58" y="71"/>
                  <a:pt x="57" y="71"/>
                  <a:pt x="57" y="70"/>
                </a:cubicBezTo>
                <a:cubicBezTo>
                  <a:pt x="57" y="70"/>
                  <a:pt x="57" y="70"/>
                  <a:pt x="57" y="69"/>
                </a:cubicBezTo>
                <a:cubicBezTo>
                  <a:pt x="56" y="69"/>
                  <a:pt x="55" y="69"/>
                  <a:pt x="55" y="69"/>
                </a:cubicBezTo>
                <a:cubicBezTo>
                  <a:pt x="54" y="69"/>
                  <a:pt x="54" y="68"/>
                  <a:pt x="54" y="68"/>
                </a:cubicBezTo>
                <a:cubicBezTo>
                  <a:pt x="54" y="68"/>
                  <a:pt x="53" y="68"/>
                  <a:pt x="54" y="67"/>
                </a:cubicBezTo>
                <a:cubicBezTo>
                  <a:pt x="54" y="67"/>
                  <a:pt x="53" y="67"/>
                  <a:pt x="53" y="67"/>
                </a:cubicBezTo>
                <a:cubicBezTo>
                  <a:pt x="53" y="67"/>
                  <a:pt x="53" y="67"/>
                  <a:pt x="52" y="66"/>
                </a:cubicBezTo>
                <a:cubicBezTo>
                  <a:pt x="52" y="66"/>
                  <a:pt x="52" y="66"/>
                  <a:pt x="51" y="66"/>
                </a:cubicBezTo>
                <a:cubicBezTo>
                  <a:pt x="51" y="65"/>
                  <a:pt x="51" y="65"/>
                  <a:pt x="51" y="65"/>
                </a:cubicBezTo>
                <a:cubicBezTo>
                  <a:pt x="51" y="65"/>
                  <a:pt x="51" y="65"/>
                  <a:pt x="51" y="65"/>
                </a:cubicBezTo>
                <a:cubicBezTo>
                  <a:pt x="51" y="65"/>
                  <a:pt x="51" y="65"/>
                  <a:pt x="51" y="65"/>
                </a:cubicBezTo>
                <a:cubicBezTo>
                  <a:pt x="50" y="65"/>
                  <a:pt x="50" y="65"/>
                  <a:pt x="50" y="65"/>
                </a:cubicBezTo>
                <a:cubicBezTo>
                  <a:pt x="50" y="66"/>
                  <a:pt x="50" y="66"/>
                  <a:pt x="50" y="66"/>
                </a:cubicBezTo>
                <a:cubicBezTo>
                  <a:pt x="50" y="66"/>
                  <a:pt x="50" y="67"/>
                  <a:pt x="50" y="67"/>
                </a:cubicBezTo>
                <a:cubicBezTo>
                  <a:pt x="50" y="67"/>
                  <a:pt x="50" y="68"/>
                  <a:pt x="50" y="68"/>
                </a:cubicBezTo>
                <a:cubicBezTo>
                  <a:pt x="50" y="68"/>
                  <a:pt x="51" y="69"/>
                  <a:pt x="51" y="69"/>
                </a:cubicBezTo>
                <a:cubicBezTo>
                  <a:pt x="51" y="69"/>
                  <a:pt x="51" y="69"/>
                  <a:pt x="51" y="69"/>
                </a:cubicBezTo>
                <a:cubicBezTo>
                  <a:pt x="51" y="69"/>
                  <a:pt x="51" y="69"/>
                  <a:pt x="51" y="70"/>
                </a:cubicBezTo>
                <a:cubicBezTo>
                  <a:pt x="52" y="70"/>
                  <a:pt x="52" y="70"/>
                  <a:pt x="52" y="70"/>
                </a:cubicBezTo>
                <a:cubicBezTo>
                  <a:pt x="52" y="70"/>
                  <a:pt x="52" y="71"/>
                  <a:pt x="52" y="71"/>
                </a:cubicBezTo>
                <a:cubicBezTo>
                  <a:pt x="52" y="71"/>
                  <a:pt x="52" y="71"/>
                  <a:pt x="52" y="71"/>
                </a:cubicBezTo>
                <a:cubicBezTo>
                  <a:pt x="52" y="71"/>
                  <a:pt x="52" y="71"/>
                  <a:pt x="52" y="71"/>
                </a:cubicBezTo>
                <a:cubicBezTo>
                  <a:pt x="52" y="71"/>
                  <a:pt x="52" y="71"/>
                  <a:pt x="52" y="71"/>
                </a:cubicBezTo>
                <a:cubicBezTo>
                  <a:pt x="52" y="71"/>
                  <a:pt x="52" y="71"/>
                  <a:pt x="52" y="71"/>
                </a:cubicBezTo>
                <a:cubicBezTo>
                  <a:pt x="52" y="72"/>
                  <a:pt x="52" y="72"/>
                  <a:pt x="52" y="72"/>
                </a:cubicBezTo>
                <a:cubicBezTo>
                  <a:pt x="51" y="73"/>
                  <a:pt x="51" y="73"/>
                  <a:pt x="51" y="72"/>
                </a:cubicBezTo>
                <a:cubicBezTo>
                  <a:pt x="51" y="71"/>
                  <a:pt x="51" y="71"/>
                  <a:pt x="51" y="71"/>
                </a:cubicBezTo>
                <a:cubicBezTo>
                  <a:pt x="51" y="71"/>
                  <a:pt x="51" y="71"/>
                  <a:pt x="51" y="71"/>
                </a:cubicBezTo>
                <a:cubicBezTo>
                  <a:pt x="50" y="71"/>
                  <a:pt x="50" y="71"/>
                  <a:pt x="50" y="70"/>
                </a:cubicBezTo>
                <a:cubicBezTo>
                  <a:pt x="50" y="70"/>
                  <a:pt x="50" y="70"/>
                  <a:pt x="49" y="70"/>
                </a:cubicBezTo>
                <a:cubicBezTo>
                  <a:pt x="49" y="69"/>
                  <a:pt x="49" y="69"/>
                  <a:pt x="49" y="69"/>
                </a:cubicBezTo>
                <a:cubicBezTo>
                  <a:pt x="49" y="69"/>
                  <a:pt x="49" y="69"/>
                  <a:pt x="48" y="69"/>
                </a:cubicBezTo>
                <a:cubicBezTo>
                  <a:pt x="48" y="69"/>
                  <a:pt x="48" y="69"/>
                  <a:pt x="47" y="68"/>
                </a:cubicBezTo>
                <a:cubicBezTo>
                  <a:pt x="47" y="68"/>
                  <a:pt x="47" y="68"/>
                  <a:pt x="47" y="68"/>
                </a:cubicBezTo>
                <a:cubicBezTo>
                  <a:pt x="47" y="68"/>
                  <a:pt x="47" y="68"/>
                  <a:pt x="47" y="68"/>
                </a:cubicBezTo>
                <a:cubicBezTo>
                  <a:pt x="47" y="67"/>
                  <a:pt x="46" y="67"/>
                  <a:pt x="45" y="67"/>
                </a:cubicBezTo>
                <a:cubicBezTo>
                  <a:pt x="45" y="67"/>
                  <a:pt x="45" y="66"/>
                  <a:pt x="45" y="66"/>
                </a:cubicBezTo>
                <a:cubicBezTo>
                  <a:pt x="45" y="66"/>
                  <a:pt x="45" y="66"/>
                  <a:pt x="45" y="66"/>
                </a:cubicBezTo>
                <a:cubicBezTo>
                  <a:pt x="44" y="66"/>
                  <a:pt x="44" y="66"/>
                  <a:pt x="44" y="66"/>
                </a:cubicBezTo>
                <a:cubicBezTo>
                  <a:pt x="44" y="66"/>
                  <a:pt x="43" y="66"/>
                  <a:pt x="43" y="65"/>
                </a:cubicBezTo>
                <a:cubicBezTo>
                  <a:pt x="43" y="65"/>
                  <a:pt x="43" y="65"/>
                  <a:pt x="43" y="65"/>
                </a:cubicBezTo>
                <a:cubicBezTo>
                  <a:pt x="43" y="65"/>
                  <a:pt x="43" y="65"/>
                  <a:pt x="42" y="65"/>
                </a:cubicBezTo>
                <a:cubicBezTo>
                  <a:pt x="42" y="66"/>
                  <a:pt x="42" y="66"/>
                  <a:pt x="41" y="66"/>
                </a:cubicBezTo>
                <a:cubicBezTo>
                  <a:pt x="41" y="66"/>
                  <a:pt x="41" y="66"/>
                  <a:pt x="41" y="66"/>
                </a:cubicBezTo>
                <a:cubicBezTo>
                  <a:pt x="41" y="66"/>
                  <a:pt x="40" y="67"/>
                  <a:pt x="40" y="67"/>
                </a:cubicBezTo>
                <a:cubicBezTo>
                  <a:pt x="40" y="67"/>
                  <a:pt x="40" y="67"/>
                  <a:pt x="40" y="67"/>
                </a:cubicBezTo>
                <a:cubicBezTo>
                  <a:pt x="40" y="67"/>
                  <a:pt x="40" y="67"/>
                  <a:pt x="40" y="67"/>
                </a:cubicBezTo>
                <a:cubicBezTo>
                  <a:pt x="40" y="67"/>
                  <a:pt x="40" y="67"/>
                  <a:pt x="40" y="68"/>
                </a:cubicBezTo>
                <a:cubicBezTo>
                  <a:pt x="40" y="68"/>
                  <a:pt x="40" y="68"/>
                  <a:pt x="40" y="68"/>
                </a:cubicBezTo>
                <a:cubicBezTo>
                  <a:pt x="39" y="68"/>
                  <a:pt x="39" y="69"/>
                  <a:pt x="39" y="69"/>
                </a:cubicBezTo>
                <a:cubicBezTo>
                  <a:pt x="39" y="69"/>
                  <a:pt x="39" y="69"/>
                  <a:pt x="39" y="69"/>
                </a:cubicBezTo>
                <a:cubicBezTo>
                  <a:pt x="38" y="69"/>
                  <a:pt x="38" y="69"/>
                  <a:pt x="38" y="69"/>
                </a:cubicBezTo>
                <a:cubicBezTo>
                  <a:pt x="38" y="69"/>
                  <a:pt x="38" y="69"/>
                  <a:pt x="38" y="69"/>
                </a:cubicBezTo>
                <a:cubicBezTo>
                  <a:pt x="38" y="69"/>
                  <a:pt x="38" y="69"/>
                  <a:pt x="37" y="69"/>
                </a:cubicBezTo>
                <a:cubicBezTo>
                  <a:pt x="37" y="69"/>
                  <a:pt x="37" y="69"/>
                  <a:pt x="37" y="69"/>
                </a:cubicBezTo>
                <a:cubicBezTo>
                  <a:pt x="37" y="69"/>
                  <a:pt x="37" y="69"/>
                  <a:pt x="37" y="69"/>
                </a:cubicBezTo>
                <a:cubicBezTo>
                  <a:pt x="37" y="69"/>
                  <a:pt x="37" y="69"/>
                  <a:pt x="37" y="69"/>
                </a:cubicBezTo>
                <a:cubicBezTo>
                  <a:pt x="37" y="69"/>
                  <a:pt x="37" y="69"/>
                  <a:pt x="37" y="69"/>
                </a:cubicBezTo>
                <a:cubicBezTo>
                  <a:pt x="36" y="69"/>
                  <a:pt x="36" y="69"/>
                  <a:pt x="36" y="68"/>
                </a:cubicBezTo>
                <a:cubicBezTo>
                  <a:pt x="36" y="68"/>
                  <a:pt x="36" y="68"/>
                  <a:pt x="36" y="68"/>
                </a:cubicBezTo>
                <a:cubicBezTo>
                  <a:pt x="36" y="68"/>
                  <a:pt x="36" y="68"/>
                  <a:pt x="36" y="68"/>
                </a:cubicBezTo>
                <a:cubicBezTo>
                  <a:pt x="36" y="68"/>
                  <a:pt x="37" y="68"/>
                  <a:pt x="36" y="68"/>
                </a:cubicBezTo>
                <a:cubicBezTo>
                  <a:pt x="36" y="68"/>
                  <a:pt x="36" y="68"/>
                  <a:pt x="36" y="68"/>
                </a:cubicBezTo>
                <a:cubicBezTo>
                  <a:pt x="36" y="68"/>
                  <a:pt x="36" y="68"/>
                  <a:pt x="36" y="68"/>
                </a:cubicBezTo>
                <a:cubicBezTo>
                  <a:pt x="36" y="68"/>
                  <a:pt x="36" y="67"/>
                  <a:pt x="36" y="67"/>
                </a:cubicBezTo>
                <a:cubicBezTo>
                  <a:pt x="36" y="67"/>
                  <a:pt x="35" y="68"/>
                  <a:pt x="35" y="68"/>
                </a:cubicBezTo>
                <a:cubicBezTo>
                  <a:pt x="35" y="68"/>
                  <a:pt x="35" y="69"/>
                  <a:pt x="35" y="68"/>
                </a:cubicBezTo>
                <a:cubicBezTo>
                  <a:pt x="34" y="68"/>
                  <a:pt x="34" y="68"/>
                  <a:pt x="35" y="67"/>
                </a:cubicBezTo>
                <a:cubicBezTo>
                  <a:pt x="35" y="67"/>
                  <a:pt x="35" y="67"/>
                  <a:pt x="35" y="67"/>
                </a:cubicBezTo>
                <a:cubicBezTo>
                  <a:pt x="35" y="67"/>
                  <a:pt x="35" y="66"/>
                  <a:pt x="35" y="66"/>
                </a:cubicBezTo>
                <a:cubicBezTo>
                  <a:pt x="34" y="66"/>
                  <a:pt x="34" y="66"/>
                  <a:pt x="33" y="66"/>
                </a:cubicBezTo>
                <a:cubicBezTo>
                  <a:pt x="33" y="66"/>
                  <a:pt x="33" y="66"/>
                  <a:pt x="33" y="66"/>
                </a:cubicBezTo>
                <a:cubicBezTo>
                  <a:pt x="33" y="67"/>
                  <a:pt x="33" y="67"/>
                  <a:pt x="33" y="67"/>
                </a:cubicBezTo>
                <a:cubicBezTo>
                  <a:pt x="33" y="67"/>
                  <a:pt x="33" y="67"/>
                  <a:pt x="33" y="68"/>
                </a:cubicBezTo>
                <a:cubicBezTo>
                  <a:pt x="33" y="68"/>
                  <a:pt x="33" y="68"/>
                  <a:pt x="32" y="68"/>
                </a:cubicBezTo>
                <a:cubicBezTo>
                  <a:pt x="32" y="67"/>
                  <a:pt x="32" y="67"/>
                  <a:pt x="32" y="67"/>
                </a:cubicBezTo>
                <a:cubicBezTo>
                  <a:pt x="32" y="67"/>
                  <a:pt x="32" y="66"/>
                  <a:pt x="32" y="66"/>
                </a:cubicBezTo>
                <a:cubicBezTo>
                  <a:pt x="32" y="66"/>
                  <a:pt x="32" y="66"/>
                  <a:pt x="32" y="66"/>
                </a:cubicBezTo>
                <a:cubicBezTo>
                  <a:pt x="32" y="65"/>
                  <a:pt x="32" y="65"/>
                  <a:pt x="32" y="64"/>
                </a:cubicBezTo>
                <a:cubicBezTo>
                  <a:pt x="32" y="64"/>
                  <a:pt x="32" y="64"/>
                  <a:pt x="32" y="64"/>
                </a:cubicBezTo>
                <a:cubicBezTo>
                  <a:pt x="32" y="64"/>
                  <a:pt x="32" y="64"/>
                  <a:pt x="32" y="64"/>
                </a:cubicBezTo>
                <a:cubicBezTo>
                  <a:pt x="32" y="63"/>
                  <a:pt x="32" y="63"/>
                  <a:pt x="32" y="63"/>
                </a:cubicBezTo>
                <a:cubicBezTo>
                  <a:pt x="32" y="63"/>
                  <a:pt x="32" y="63"/>
                  <a:pt x="32" y="63"/>
                </a:cubicBezTo>
                <a:cubicBezTo>
                  <a:pt x="32" y="63"/>
                  <a:pt x="32" y="63"/>
                  <a:pt x="32" y="63"/>
                </a:cubicBezTo>
                <a:cubicBezTo>
                  <a:pt x="32" y="63"/>
                  <a:pt x="32" y="63"/>
                  <a:pt x="33" y="63"/>
                </a:cubicBezTo>
                <a:cubicBezTo>
                  <a:pt x="33" y="62"/>
                  <a:pt x="33" y="62"/>
                  <a:pt x="34" y="62"/>
                </a:cubicBezTo>
                <a:cubicBezTo>
                  <a:pt x="34" y="61"/>
                  <a:pt x="34" y="61"/>
                  <a:pt x="35" y="61"/>
                </a:cubicBezTo>
                <a:cubicBezTo>
                  <a:pt x="35" y="61"/>
                  <a:pt x="35" y="61"/>
                  <a:pt x="35" y="61"/>
                </a:cubicBezTo>
                <a:cubicBezTo>
                  <a:pt x="35" y="60"/>
                  <a:pt x="35" y="60"/>
                  <a:pt x="35" y="60"/>
                </a:cubicBezTo>
                <a:cubicBezTo>
                  <a:pt x="35" y="60"/>
                  <a:pt x="35" y="60"/>
                  <a:pt x="35" y="60"/>
                </a:cubicBezTo>
                <a:cubicBezTo>
                  <a:pt x="35" y="60"/>
                  <a:pt x="35" y="59"/>
                  <a:pt x="35" y="59"/>
                </a:cubicBezTo>
                <a:cubicBezTo>
                  <a:pt x="35" y="59"/>
                  <a:pt x="34" y="59"/>
                  <a:pt x="34" y="59"/>
                </a:cubicBezTo>
                <a:cubicBezTo>
                  <a:pt x="34" y="59"/>
                  <a:pt x="34" y="58"/>
                  <a:pt x="34" y="58"/>
                </a:cubicBezTo>
                <a:cubicBezTo>
                  <a:pt x="34" y="58"/>
                  <a:pt x="33" y="58"/>
                  <a:pt x="33" y="58"/>
                </a:cubicBezTo>
                <a:cubicBezTo>
                  <a:pt x="33" y="58"/>
                  <a:pt x="33" y="58"/>
                  <a:pt x="32" y="58"/>
                </a:cubicBezTo>
                <a:cubicBezTo>
                  <a:pt x="32" y="58"/>
                  <a:pt x="32" y="58"/>
                  <a:pt x="32" y="58"/>
                </a:cubicBezTo>
                <a:cubicBezTo>
                  <a:pt x="31" y="57"/>
                  <a:pt x="31" y="57"/>
                  <a:pt x="31" y="58"/>
                </a:cubicBezTo>
                <a:cubicBezTo>
                  <a:pt x="31" y="58"/>
                  <a:pt x="31" y="58"/>
                  <a:pt x="31" y="58"/>
                </a:cubicBezTo>
                <a:cubicBezTo>
                  <a:pt x="31" y="58"/>
                  <a:pt x="31" y="58"/>
                  <a:pt x="31" y="59"/>
                </a:cubicBezTo>
                <a:cubicBezTo>
                  <a:pt x="32" y="59"/>
                  <a:pt x="32" y="60"/>
                  <a:pt x="32" y="61"/>
                </a:cubicBezTo>
                <a:cubicBezTo>
                  <a:pt x="32" y="61"/>
                  <a:pt x="32" y="61"/>
                  <a:pt x="32" y="61"/>
                </a:cubicBezTo>
                <a:cubicBezTo>
                  <a:pt x="31" y="61"/>
                  <a:pt x="31" y="61"/>
                  <a:pt x="31" y="61"/>
                </a:cubicBezTo>
                <a:cubicBezTo>
                  <a:pt x="31" y="61"/>
                  <a:pt x="31" y="61"/>
                  <a:pt x="31" y="61"/>
                </a:cubicBezTo>
                <a:cubicBezTo>
                  <a:pt x="31" y="61"/>
                  <a:pt x="30" y="62"/>
                  <a:pt x="30" y="61"/>
                </a:cubicBezTo>
                <a:cubicBezTo>
                  <a:pt x="30" y="61"/>
                  <a:pt x="30" y="61"/>
                  <a:pt x="30" y="61"/>
                </a:cubicBezTo>
                <a:cubicBezTo>
                  <a:pt x="30" y="60"/>
                  <a:pt x="30" y="60"/>
                  <a:pt x="30" y="60"/>
                </a:cubicBezTo>
                <a:cubicBezTo>
                  <a:pt x="29" y="59"/>
                  <a:pt x="29" y="59"/>
                  <a:pt x="28" y="59"/>
                </a:cubicBezTo>
                <a:cubicBezTo>
                  <a:pt x="28" y="59"/>
                  <a:pt x="28" y="59"/>
                  <a:pt x="28" y="59"/>
                </a:cubicBezTo>
                <a:cubicBezTo>
                  <a:pt x="28" y="58"/>
                  <a:pt x="28" y="58"/>
                  <a:pt x="28" y="58"/>
                </a:cubicBezTo>
                <a:cubicBezTo>
                  <a:pt x="28" y="58"/>
                  <a:pt x="29" y="58"/>
                  <a:pt x="29" y="58"/>
                </a:cubicBezTo>
                <a:cubicBezTo>
                  <a:pt x="29" y="58"/>
                  <a:pt x="28" y="58"/>
                  <a:pt x="28" y="58"/>
                </a:cubicBezTo>
                <a:cubicBezTo>
                  <a:pt x="28" y="58"/>
                  <a:pt x="28" y="58"/>
                  <a:pt x="29" y="58"/>
                </a:cubicBezTo>
                <a:cubicBezTo>
                  <a:pt x="28" y="58"/>
                  <a:pt x="28" y="57"/>
                  <a:pt x="28" y="57"/>
                </a:cubicBezTo>
                <a:cubicBezTo>
                  <a:pt x="28" y="57"/>
                  <a:pt x="28" y="57"/>
                  <a:pt x="28" y="57"/>
                </a:cubicBezTo>
                <a:cubicBezTo>
                  <a:pt x="28" y="58"/>
                  <a:pt x="28" y="58"/>
                  <a:pt x="28" y="58"/>
                </a:cubicBezTo>
                <a:cubicBezTo>
                  <a:pt x="28" y="58"/>
                  <a:pt x="27" y="58"/>
                  <a:pt x="27" y="58"/>
                </a:cubicBezTo>
                <a:cubicBezTo>
                  <a:pt x="27" y="58"/>
                  <a:pt x="27" y="58"/>
                  <a:pt x="27" y="57"/>
                </a:cubicBezTo>
                <a:cubicBezTo>
                  <a:pt x="27" y="57"/>
                  <a:pt x="26" y="57"/>
                  <a:pt x="26" y="57"/>
                </a:cubicBezTo>
                <a:cubicBezTo>
                  <a:pt x="26" y="57"/>
                  <a:pt x="26" y="56"/>
                  <a:pt x="26" y="56"/>
                </a:cubicBezTo>
                <a:cubicBezTo>
                  <a:pt x="26" y="56"/>
                  <a:pt x="26" y="56"/>
                  <a:pt x="26" y="56"/>
                </a:cubicBezTo>
                <a:cubicBezTo>
                  <a:pt x="26" y="56"/>
                  <a:pt x="26" y="56"/>
                  <a:pt x="26" y="56"/>
                </a:cubicBezTo>
                <a:cubicBezTo>
                  <a:pt x="26" y="55"/>
                  <a:pt x="26" y="55"/>
                  <a:pt x="26" y="55"/>
                </a:cubicBezTo>
                <a:cubicBezTo>
                  <a:pt x="26" y="54"/>
                  <a:pt x="26" y="54"/>
                  <a:pt x="26" y="53"/>
                </a:cubicBezTo>
                <a:cubicBezTo>
                  <a:pt x="26" y="53"/>
                  <a:pt x="26" y="53"/>
                  <a:pt x="26" y="53"/>
                </a:cubicBezTo>
                <a:cubicBezTo>
                  <a:pt x="25" y="53"/>
                  <a:pt x="25" y="53"/>
                  <a:pt x="25" y="52"/>
                </a:cubicBezTo>
                <a:cubicBezTo>
                  <a:pt x="25" y="52"/>
                  <a:pt x="25" y="52"/>
                  <a:pt x="25" y="51"/>
                </a:cubicBezTo>
                <a:cubicBezTo>
                  <a:pt x="25" y="51"/>
                  <a:pt x="25" y="51"/>
                  <a:pt x="25" y="50"/>
                </a:cubicBezTo>
                <a:cubicBezTo>
                  <a:pt x="25" y="50"/>
                  <a:pt x="25" y="50"/>
                  <a:pt x="25" y="50"/>
                </a:cubicBezTo>
                <a:cubicBezTo>
                  <a:pt x="25" y="50"/>
                  <a:pt x="25" y="50"/>
                  <a:pt x="25" y="49"/>
                </a:cubicBezTo>
                <a:cubicBezTo>
                  <a:pt x="25" y="49"/>
                  <a:pt x="25" y="49"/>
                  <a:pt x="24" y="49"/>
                </a:cubicBezTo>
                <a:cubicBezTo>
                  <a:pt x="24" y="49"/>
                  <a:pt x="24" y="49"/>
                  <a:pt x="24" y="48"/>
                </a:cubicBezTo>
                <a:cubicBezTo>
                  <a:pt x="24" y="48"/>
                  <a:pt x="24" y="48"/>
                  <a:pt x="24" y="48"/>
                </a:cubicBezTo>
                <a:cubicBezTo>
                  <a:pt x="24" y="48"/>
                  <a:pt x="24" y="48"/>
                  <a:pt x="24" y="48"/>
                </a:cubicBezTo>
                <a:cubicBezTo>
                  <a:pt x="24" y="48"/>
                  <a:pt x="24" y="47"/>
                  <a:pt x="24" y="47"/>
                </a:cubicBezTo>
                <a:cubicBezTo>
                  <a:pt x="24" y="47"/>
                  <a:pt x="24" y="47"/>
                  <a:pt x="24" y="47"/>
                </a:cubicBezTo>
                <a:cubicBezTo>
                  <a:pt x="24" y="47"/>
                  <a:pt x="24" y="47"/>
                  <a:pt x="24" y="47"/>
                </a:cubicBezTo>
                <a:cubicBezTo>
                  <a:pt x="23" y="47"/>
                  <a:pt x="23" y="47"/>
                  <a:pt x="23" y="47"/>
                </a:cubicBezTo>
                <a:cubicBezTo>
                  <a:pt x="23" y="47"/>
                  <a:pt x="23" y="47"/>
                  <a:pt x="23" y="47"/>
                </a:cubicBezTo>
                <a:cubicBezTo>
                  <a:pt x="23" y="47"/>
                  <a:pt x="23" y="46"/>
                  <a:pt x="23" y="46"/>
                </a:cubicBezTo>
                <a:cubicBezTo>
                  <a:pt x="23" y="45"/>
                  <a:pt x="23" y="45"/>
                  <a:pt x="23" y="44"/>
                </a:cubicBezTo>
                <a:cubicBezTo>
                  <a:pt x="23" y="44"/>
                  <a:pt x="23" y="44"/>
                  <a:pt x="23" y="43"/>
                </a:cubicBezTo>
                <a:cubicBezTo>
                  <a:pt x="23" y="43"/>
                  <a:pt x="24" y="43"/>
                  <a:pt x="24" y="43"/>
                </a:cubicBezTo>
                <a:cubicBezTo>
                  <a:pt x="24" y="43"/>
                  <a:pt x="24" y="43"/>
                  <a:pt x="24" y="43"/>
                </a:cubicBezTo>
                <a:cubicBezTo>
                  <a:pt x="24" y="43"/>
                  <a:pt x="24" y="43"/>
                  <a:pt x="24" y="43"/>
                </a:cubicBezTo>
                <a:cubicBezTo>
                  <a:pt x="24" y="43"/>
                  <a:pt x="24" y="43"/>
                  <a:pt x="24" y="43"/>
                </a:cubicBezTo>
                <a:cubicBezTo>
                  <a:pt x="24" y="43"/>
                  <a:pt x="24" y="43"/>
                  <a:pt x="24" y="43"/>
                </a:cubicBezTo>
                <a:cubicBezTo>
                  <a:pt x="24" y="43"/>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5"/>
                  <a:pt x="26" y="44"/>
                </a:cubicBezTo>
                <a:cubicBezTo>
                  <a:pt x="26" y="44"/>
                  <a:pt x="26" y="45"/>
                  <a:pt x="26" y="45"/>
                </a:cubicBezTo>
                <a:cubicBezTo>
                  <a:pt x="26" y="45"/>
                  <a:pt x="26" y="45"/>
                  <a:pt x="26" y="45"/>
                </a:cubicBezTo>
                <a:cubicBezTo>
                  <a:pt x="26" y="46"/>
                  <a:pt x="27" y="46"/>
                  <a:pt x="27" y="46"/>
                </a:cubicBezTo>
                <a:cubicBezTo>
                  <a:pt x="27" y="46"/>
                  <a:pt x="27" y="46"/>
                  <a:pt x="28" y="46"/>
                </a:cubicBezTo>
                <a:cubicBezTo>
                  <a:pt x="28" y="46"/>
                  <a:pt x="28" y="46"/>
                  <a:pt x="28" y="46"/>
                </a:cubicBezTo>
                <a:cubicBezTo>
                  <a:pt x="28" y="46"/>
                  <a:pt x="28" y="46"/>
                  <a:pt x="28" y="45"/>
                </a:cubicBezTo>
                <a:cubicBezTo>
                  <a:pt x="28" y="45"/>
                  <a:pt x="29" y="45"/>
                  <a:pt x="29" y="45"/>
                </a:cubicBezTo>
                <a:cubicBezTo>
                  <a:pt x="29" y="45"/>
                  <a:pt x="29" y="44"/>
                  <a:pt x="29" y="44"/>
                </a:cubicBezTo>
                <a:cubicBezTo>
                  <a:pt x="29" y="44"/>
                  <a:pt x="29" y="44"/>
                  <a:pt x="29" y="44"/>
                </a:cubicBezTo>
                <a:cubicBezTo>
                  <a:pt x="29" y="44"/>
                  <a:pt x="29" y="44"/>
                  <a:pt x="29" y="44"/>
                </a:cubicBezTo>
                <a:cubicBezTo>
                  <a:pt x="28" y="43"/>
                  <a:pt x="28" y="43"/>
                  <a:pt x="28" y="42"/>
                </a:cubicBezTo>
                <a:cubicBezTo>
                  <a:pt x="28" y="42"/>
                  <a:pt x="28" y="42"/>
                  <a:pt x="28" y="41"/>
                </a:cubicBezTo>
                <a:cubicBezTo>
                  <a:pt x="28" y="41"/>
                  <a:pt x="28" y="40"/>
                  <a:pt x="28" y="39"/>
                </a:cubicBezTo>
                <a:cubicBezTo>
                  <a:pt x="28" y="39"/>
                  <a:pt x="28" y="39"/>
                  <a:pt x="28" y="39"/>
                </a:cubicBezTo>
                <a:cubicBezTo>
                  <a:pt x="28" y="39"/>
                  <a:pt x="28" y="39"/>
                  <a:pt x="28" y="39"/>
                </a:cubicBezTo>
                <a:cubicBezTo>
                  <a:pt x="28" y="38"/>
                  <a:pt x="28" y="38"/>
                  <a:pt x="28" y="38"/>
                </a:cubicBezTo>
                <a:cubicBezTo>
                  <a:pt x="28" y="38"/>
                  <a:pt x="28" y="38"/>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8" y="36"/>
                  <a:pt x="28" y="36"/>
                </a:cubicBezTo>
                <a:cubicBezTo>
                  <a:pt x="28" y="36"/>
                  <a:pt x="29" y="36"/>
                  <a:pt x="29" y="36"/>
                </a:cubicBezTo>
                <a:cubicBezTo>
                  <a:pt x="29" y="35"/>
                  <a:pt x="29" y="35"/>
                  <a:pt x="29" y="35"/>
                </a:cubicBezTo>
                <a:cubicBezTo>
                  <a:pt x="29" y="34"/>
                  <a:pt x="29" y="34"/>
                  <a:pt x="29" y="34"/>
                </a:cubicBezTo>
                <a:cubicBezTo>
                  <a:pt x="29" y="33"/>
                  <a:pt x="29" y="33"/>
                  <a:pt x="29" y="33"/>
                </a:cubicBezTo>
                <a:cubicBezTo>
                  <a:pt x="29" y="33"/>
                  <a:pt x="29" y="32"/>
                  <a:pt x="29" y="32"/>
                </a:cubicBezTo>
                <a:cubicBezTo>
                  <a:pt x="29" y="32"/>
                  <a:pt x="29" y="32"/>
                  <a:pt x="29" y="32"/>
                </a:cubicBezTo>
                <a:cubicBezTo>
                  <a:pt x="28" y="32"/>
                  <a:pt x="28" y="31"/>
                  <a:pt x="28" y="31"/>
                </a:cubicBezTo>
                <a:cubicBezTo>
                  <a:pt x="28" y="31"/>
                  <a:pt x="28" y="31"/>
                  <a:pt x="28" y="31"/>
                </a:cubicBezTo>
                <a:cubicBezTo>
                  <a:pt x="28" y="30"/>
                  <a:pt x="28" y="30"/>
                  <a:pt x="29" y="29"/>
                </a:cubicBezTo>
                <a:cubicBezTo>
                  <a:pt x="29" y="29"/>
                  <a:pt x="29" y="29"/>
                  <a:pt x="29" y="29"/>
                </a:cubicBezTo>
                <a:cubicBezTo>
                  <a:pt x="28" y="29"/>
                  <a:pt x="28" y="29"/>
                  <a:pt x="29" y="28"/>
                </a:cubicBezTo>
                <a:cubicBezTo>
                  <a:pt x="29" y="28"/>
                  <a:pt x="29" y="28"/>
                  <a:pt x="29" y="28"/>
                </a:cubicBezTo>
                <a:cubicBezTo>
                  <a:pt x="29" y="28"/>
                  <a:pt x="29" y="27"/>
                  <a:pt x="29" y="27"/>
                </a:cubicBezTo>
                <a:cubicBezTo>
                  <a:pt x="29" y="27"/>
                  <a:pt x="29" y="27"/>
                  <a:pt x="29" y="27"/>
                </a:cubicBezTo>
                <a:cubicBezTo>
                  <a:pt x="29" y="27"/>
                  <a:pt x="29" y="27"/>
                  <a:pt x="29" y="27"/>
                </a:cubicBezTo>
                <a:cubicBezTo>
                  <a:pt x="29" y="26"/>
                  <a:pt x="29" y="26"/>
                  <a:pt x="29" y="26"/>
                </a:cubicBezTo>
                <a:cubicBezTo>
                  <a:pt x="29" y="26"/>
                  <a:pt x="29" y="26"/>
                  <a:pt x="29" y="26"/>
                </a:cubicBezTo>
                <a:cubicBezTo>
                  <a:pt x="29" y="26"/>
                  <a:pt x="29" y="25"/>
                  <a:pt x="29" y="25"/>
                </a:cubicBezTo>
                <a:cubicBezTo>
                  <a:pt x="29" y="25"/>
                  <a:pt x="30" y="24"/>
                  <a:pt x="30" y="24"/>
                </a:cubicBezTo>
                <a:cubicBezTo>
                  <a:pt x="30" y="23"/>
                  <a:pt x="30" y="23"/>
                  <a:pt x="30" y="23"/>
                </a:cubicBezTo>
                <a:cubicBezTo>
                  <a:pt x="30" y="23"/>
                  <a:pt x="29" y="23"/>
                  <a:pt x="29" y="23"/>
                </a:cubicBezTo>
                <a:cubicBezTo>
                  <a:pt x="29" y="22"/>
                  <a:pt x="29" y="22"/>
                  <a:pt x="29" y="22"/>
                </a:cubicBezTo>
                <a:cubicBezTo>
                  <a:pt x="29" y="22"/>
                  <a:pt x="30" y="21"/>
                  <a:pt x="30" y="21"/>
                </a:cubicBezTo>
                <a:cubicBezTo>
                  <a:pt x="30" y="21"/>
                  <a:pt x="31" y="21"/>
                  <a:pt x="31" y="21"/>
                </a:cubicBezTo>
                <a:cubicBezTo>
                  <a:pt x="31" y="21"/>
                  <a:pt x="31" y="21"/>
                  <a:pt x="32" y="21"/>
                </a:cubicBezTo>
                <a:cubicBezTo>
                  <a:pt x="32" y="21"/>
                  <a:pt x="32" y="21"/>
                  <a:pt x="32" y="21"/>
                </a:cubicBezTo>
                <a:cubicBezTo>
                  <a:pt x="32" y="20"/>
                  <a:pt x="32" y="20"/>
                  <a:pt x="32" y="20"/>
                </a:cubicBezTo>
                <a:cubicBezTo>
                  <a:pt x="32" y="20"/>
                  <a:pt x="32" y="20"/>
                  <a:pt x="32" y="20"/>
                </a:cubicBezTo>
                <a:cubicBezTo>
                  <a:pt x="32"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4" y="21"/>
                  <a:pt x="34" y="20"/>
                  <a:pt x="34" y="20"/>
                </a:cubicBezTo>
                <a:cubicBezTo>
                  <a:pt x="34" y="20"/>
                  <a:pt x="35" y="20"/>
                  <a:pt x="35" y="20"/>
                </a:cubicBezTo>
                <a:cubicBezTo>
                  <a:pt x="35" y="20"/>
                  <a:pt x="35" y="20"/>
                  <a:pt x="35" y="20"/>
                </a:cubicBezTo>
                <a:cubicBezTo>
                  <a:pt x="36" y="21"/>
                  <a:pt x="36" y="21"/>
                  <a:pt x="37" y="21"/>
                </a:cubicBezTo>
                <a:cubicBezTo>
                  <a:pt x="37" y="21"/>
                  <a:pt x="38" y="22"/>
                  <a:pt x="38" y="22"/>
                </a:cubicBezTo>
                <a:cubicBezTo>
                  <a:pt x="38" y="22"/>
                  <a:pt x="38" y="22"/>
                  <a:pt x="38" y="22"/>
                </a:cubicBezTo>
                <a:cubicBezTo>
                  <a:pt x="38" y="22"/>
                  <a:pt x="38" y="22"/>
                  <a:pt x="38" y="22"/>
                </a:cubicBezTo>
                <a:cubicBezTo>
                  <a:pt x="39" y="22"/>
                  <a:pt x="39" y="22"/>
                  <a:pt x="39" y="23"/>
                </a:cubicBezTo>
                <a:cubicBezTo>
                  <a:pt x="39" y="23"/>
                  <a:pt x="40" y="22"/>
                  <a:pt x="40" y="23"/>
                </a:cubicBezTo>
                <a:cubicBezTo>
                  <a:pt x="40" y="23"/>
                  <a:pt x="41" y="23"/>
                  <a:pt x="42" y="23"/>
                </a:cubicBezTo>
                <a:cubicBezTo>
                  <a:pt x="42" y="23"/>
                  <a:pt x="42" y="23"/>
                  <a:pt x="42" y="23"/>
                </a:cubicBezTo>
                <a:cubicBezTo>
                  <a:pt x="42" y="23"/>
                  <a:pt x="43" y="23"/>
                  <a:pt x="43" y="23"/>
                </a:cubicBezTo>
                <a:cubicBezTo>
                  <a:pt x="43" y="23"/>
                  <a:pt x="43" y="22"/>
                  <a:pt x="43" y="23"/>
                </a:cubicBezTo>
                <a:cubicBezTo>
                  <a:pt x="44" y="22"/>
                  <a:pt x="44" y="22"/>
                  <a:pt x="44" y="22"/>
                </a:cubicBezTo>
                <a:cubicBezTo>
                  <a:pt x="44" y="22"/>
                  <a:pt x="44" y="21"/>
                  <a:pt x="44" y="21"/>
                </a:cubicBezTo>
                <a:cubicBezTo>
                  <a:pt x="44" y="21"/>
                  <a:pt x="44" y="21"/>
                  <a:pt x="44" y="21"/>
                </a:cubicBezTo>
                <a:cubicBezTo>
                  <a:pt x="44" y="21"/>
                  <a:pt x="44" y="21"/>
                  <a:pt x="44" y="20"/>
                </a:cubicBezTo>
                <a:cubicBezTo>
                  <a:pt x="44" y="20"/>
                  <a:pt x="44" y="20"/>
                  <a:pt x="44" y="20"/>
                </a:cubicBezTo>
                <a:cubicBezTo>
                  <a:pt x="44" y="20"/>
                  <a:pt x="44" y="21"/>
                  <a:pt x="44" y="21"/>
                </a:cubicBezTo>
                <a:cubicBezTo>
                  <a:pt x="44" y="21"/>
                  <a:pt x="44" y="21"/>
                  <a:pt x="44" y="21"/>
                </a:cubicBezTo>
                <a:cubicBezTo>
                  <a:pt x="44" y="21"/>
                  <a:pt x="44" y="21"/>
                  <a:pt x="44" y="21"/>
                </a:cubicBezTo>
                <a:cubicBezTo>
                  <a:pt x="44" y="21"/>
                  <a:pt x="45" y="21"/>
                  <a:pt x="45" y="21"/>
                </a:cubicBezTo>
                <a:cubicBezTo>
                  <a:pt x="45" y="21"/>
                  <a:pt x="45" y="22"/>
                  <a:pt x="46" y="22"/>
                </a:cubicBezTo>
                <a:cubicBezTo>
                  <a:pt x="46" y="22"/>
                  <a:pt x="46" y="23"/>
                  <a:pt x="46" y="23"/>
                </a:cubicBezTo>
                <a:cubicBezTo>
                  <a:pt x="46" y="24"/>
                  <a:pt x="45" y="24"/>
                  <a:pt x="45" y="25"/>
                </a:cubicBezTo>
                <a:cubicBezTo>
                  <a:pt x="45" y="25"/>
                  <a:pt x="45" y="25"/>
                  <a:pt x="45" y="25"/>
                </a:cubicBezTo>
                <a:cubicBezTo>
                  <a:pt x="45" y="26"/>
                  <a:pt x="45" y="27"/>
                  <a:pt x="45" y="27"/>
                </a:cubicBezTo>
                <a:cubicBezTo>
                  <a:pt x="44" y="28"/>
                  <a:pt x="45" y="28"/>
                  <a:pt x="45" y="28"/>
                </a:cubicBezTo>
                <a:cubicBezTo>
                  <a:pt x="45" y="29"/>
                  <a:pt x="45" y="29"/>
                  <a:pt x="45" y="30"/>
                </a:cubicBezTo>
                <a:cubicBezTo>
                  <a:pt x="45" y="30"/>
                  <a:pt x="45" y="30"/>
                  <a:pt x="45" y="30"/>
                </a:cubicBezTo>
                <a:cubicBezTo>
                  <a:pt x="45" y="31"/>
                  <a:pt x="46" y="31"/>
                  <a:pt x="46" y="32"/>
                </a:cubicBezTo>
                <a:cubicBezTo>
                  <a:pt x="46" y="32"/>
                  <a:pt x="46" y="32"/>
                  <a:pt x="47" y="32"/>
                </a:cubicBezTo>
                <a:cubicBezTo>
                  <a:pt x="47" y="32"/>
                  <a:pt x="47" y="32"/>
                  <a:pt x="47" y="32"/>
                </a:cubicBezTo>
                <a:cubicBezTo>
                  <a:pt x="47" y="32"/>
                  <a:pt x="47" y="33"/>
                  <a:pt x="48" y="33"/>
                </a:cubicBezTo>
                <a:cubicBezTo>
                  <a:pt x="48" y="33"/>
                  <a:pt x="48" y="33"/>
                  <a:pt x="47" y="33"/>
                </a:cubicBezTo>
                <a:cubicBezTo>
                  <a:pt x="47" y="34"/>
                  <a:pt x="47" y="34"/>
                  <a:pt x="48" y="34"/>
                </a:cubicBezTo>
                <a:cubicBezTo>
                  <a:pt x="48" y="34"/>
                  <a:pt x="48" y="34"/>
                  <a:pt x="48" y="34"/>
                </a:cubicBezTo>
                <a:cubicBezTo>
                  <a:pt x="48" y="34"/>
                  <a:pt x="48" y="34"/>
                  <a:pt x="48" y="34"/>
                </a:cubicBezTo>
                <a:cubicBezTo>
                  <a:pt x="48" y="35"/>
                  <a:pt x="48" y="35"/>
                  <a:pt x="48" y="35"/>
                </a:cubicBezTo>
                <a:cubicBezTo>
                  <a:pt x="48" y="36"/>
                  <a:pt x="48" y="36"/>
                  <a:pt x="48" y="36"/>
                </a:cubicBezTo>
                <a:cubicBezTo>
                  <a:pt x="48" y="37"/>
                  <a:pt x="48" y="37"/>
                  <a:pt x="48" y="37"/>
                </a:cubicBezTo>
                <a:cubicBezTo>
                  <a:pt x="48" y="37"/>
                  <a:pt x="48" y="37"/>
                  <a:pt x="48" y="37"/>
                </a:cubicBezTo>
                <a:cubicBezTo>
                  <a:pt x="48" y="38"/>
                  <a:pt x="48" y="38"/>
                  <a:pt x="48" y="38"/>
                </a:cubicBezTo>
                <a:cubicBezTo>
                  <a:pt x="47" y="38"/>
                  <a:pt x="47" y="39"/>
                  <a:pt x="47" y="39"/>
                </a:cubicBezTo>
                <a:cubicBezTo>
                  <a:pt x="47" y="40"/>
                  <a:pt x="47"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1"/>
                  <a:pt x="46" y="41"/>
                </a:cubicBezTo>
                <a:cubicBezTo>
                  <a:pt x="46" y="41"/>
                  <a:pt x="46" y="41"/>
                  <a:pt x="46" y="42"/>
                </a:cubicBezTo>
                <a:cubicBezTo>
                  <a:pt x="46" y="42"/>
                  <a:pt x="45" y="42"/>
                  <a:pt x="46" y="42"/>
                </a:cubicBezTo>
                <a:cubicBezTo>
                  <a:pt x="46" y="42"/>
                  <a:pt x="46" y="42"/>
                  <a:pt x="46" y="42"/>
                </a:cubicBezTo>
                <a:cubicBezTo>
                  <a:pt x="46" y="43"/>
                  <a:pt x="46" y="43"/>
                  <a:pt x="46" y="43"/>
                </a:cubicBezTo>
                <a:cubicBezTo>
                  <a:pt x="45" y="43"/>
                  <a:pt x="45" y="44"/>
                  <a:pt x="44" y="45"/>
                </a:cubicBezTo>
                <a:cubicBezTo>
                  <a:pt x="44" y="45"/>
                  <a:pt x="44" y="45"/>
                  <a:pt x="44" y="45"/>
                </a:cubicBezTo>
                <a:cubicBezTo>
                  <a:pt x="44" y="45"/>
                  <a:pt x="44" y="45"/>
                  <a:pt x="44" y="44"/>
                </a:cubicBezTo>
                <a:cubicBezTo>
                  <a:pt x="44" y="44"/>
                  <a:pt x="44" y="44"/>
                  <a:pt x="44" y="44"/>
                </a:cubicBezTo>
                <a:cubicBezTo>
                  <a:pt x="45" y="44"/>
                  <a:pt x="45" y="43"/>
                  <a:pt x="45" y="43"/>
                </a:cubicBezTo>
                <a:cubicBezTo>
                  <a:pt x="45" y="43"/>
                  <a:pt x="45" y="43"/>
                  <a:pt x="45" y="43"/>
                </a:cubicBezTo>
                <a:cubicBezTo>
                  <a:pt x="45" y="43"/>
                  <a:pt x="45" y="43"/>
                  <a:pt x="45" y="43"/>
                </a:cubicBezTo>
                <a:cubicBezTo>
                  <a:pt x="44" y="43"/>
                  <a:pt x="44" y="44"/>
                  <a:pt x="44" y="43"/>
                </a:cubicBezTo>
                <a:cubicBezTo>
                  <a:pt x="44" y="44"/>
                  <a:pt x="44" y="44"/>
                  <a:pt x="44" y="44"/>
                </a:cubicBezTo>
                <a:cubicBezTo>
                  <a:pt x="43" y="44"/>
                  <a:pt x="43" y="44"/>
                  <a:pt x="42" y="45"/>
                </a:cubicBezTo>
                <a:cubicBezTo>
                  <a:pt x="42" y="45"/>
                  <a:pt x="42" y="45"/>
                  <a:pt x="42" y="45"/>
                </a:cubicBezTo>
                <a:cubicBezTo>
                  <a:pt x="42" y="45"/>
                  <a:pt x="41" y="45"/>
                  <a:pt x="41" y="45"/>
                </a:cubicBezTo>
                <a:cubicBezTo>
                  <a:pt x="41" y="45"/>
                  <a:pt x="41" y="45"/>
                  <a:pt x="41" y="46"/>
                </a:cubicBezTo>
                <a:cubicBezTo>
                  <a:pt x="41" y="46"/>
                  <a:pt x="41" y="46"/>
                  <a:pt x="40" y="46"/>
                </a:cubicBezTo>
                <a:cubicBezTo>
                  <a:pt x="40" y="46"/>
                  <a:pt x="40" y="47"/>
                  <a:pt x="40" y="48"/>
                </a:cubicBezTo>
                <a:cubicBezTo>
                  <a:pt x="40" y="48"/>
                  <a:pt x="40" y="48"/>
                  <a:pt x="40" y="48"/>
                </a:cubicBezTo>
                <a:cubicBezTo>
                  <a:pt x="41" y="48"/>
                  <a:pt x="41" y="48"/>
                  <a:pt x="41" y="48"/>
                </a:cubicBezTo>
                <a:cubicBezTo>
                  <a:pt x="41" y="49"/>
                  <a:pt x="40" y="49"/>
                  <a:pt x="40" y="50"/>
                </a:cubicBezTo>
                <a:cubicBezTo>
                  <a:pt x="40" y="50"/>
                  <a:pt x="40" y="50"/>
                  <a:pt x="40" y="50"/>
                </a:cubicBezTo>
                <a:cubicBezTo>
                  <a:pt x="40" y="50"/>
                  <a:pt x="40" y="50"/>
                  <a:pt x="40" y="50"/>
                </a:cubicBezTo>
                <a:cubicBezTo>
                  <a:pt x="40" y="51"/>
                  <a:pt x="40" y="51"/>
                  <a:pt x="39" y="51"/>
                </a:cubicBezTo>
                <a:cubicBezTo>
                  <a:pt x="39" y="52"/>
                  <a:pt x="39" y="52"/>
                  <a:pt x="39" y="52"/>
                </a:cubicBezTo>
                <a:cubicBezTo>
                  <a:pt x="39" y="52"/>
                  <a:pt x="39" y="52"/>
                  <a:pt x="39" y="52"/>
                </a:cubicBezTo>
                <a:cubicBezTo>
                  <a:pt x="39" y="52"/>
                  <a:pt x="39" y="53"/>
                  <a:pt x="39" y="53"/>
                </a:cubicBezTo>
                <a:cubicBezTo>
                  <a:pt x="39" y="53"/>
                  <a:pt x="39" y="53"/>
                  <a:pt x="39" y="53"/>
                </a:cubicBezTo>
                <a:cubicBezTo>
                  <a:pt x="40" y="53"/>
                  <a:pt x="40" y="54"/>
                  <a:pt x="40" y="54"/>
                </a:cubicBezTo>
                <a:cubicBezTo>
                  <a:pt x="40" y="54"/>
                  <a:pt x="40" y="54"/>
                  <a:pt x="40" y="55"/>
                </a:cubicBezTo>
                <a:cubicBezTo>
                  <a:pt x="40" y="55"/>
                  <a:pt x="40" y="55"/>
                  <a:pt x="40" y="55"/>
                </a:cubicBezTo>
                <a:cubicBezTo>
                  <a:pt x="41" y="55"/>
                  <a:pt x="41" y="56"/>
                  <a:pt x="41" y="56"/>
                </a:cubicBezTo>
                <a:cubicBezTo>
                  <a:pt x="41" y="56"/>
                  <a:pt x="41" y="57"/>
                  <a:pt x="41" y="57"/>
                </a:cubicBezTo>
                <a:cubicBezTo>
                  <a:pt x="41" y="57"/>
                  <a:pt x="41" y="57"/>
                  <a:pt x="42" y="57"/>
                </a:cubicBezTo>
                <a:cubicBezTo>
                  <a:pt x="42" y="58"/>
                  <a:pt x="42" y="58"/>
                  <a:pt x="42" y="58"/>
                </a:cubicBezTo>
                <a:cubicBezTo>
                  <a:pt x="42" y="58"/>
                  <a:pt x="42" y="58"/>
                  <a:pt x="42" y="58"/>
                </a:cubicBezTo>
                <a:cubicBezTo>
                  <a:pt x="42" y="58"/>
                  <a:pt x="41" y="58"/>
                  <a:pt x="41" y="59"/>
                </a:cubicBezTo>
                <a:cubicBezTo>
                  <a:pt x="41" y="59"/>
                  <a:pt x="41" y="59"/>
                  <a:pt x="41" y="59"/>
                </a:cubicBezTo>
                <a:cubicBezTo>
                  <a:pt x="41" y="60"/>
                  <a:pt x="42" y="60"/>
                  <a:pt x="42" y="60"/>
                </a:cubicBezTo>
                <a:cubicBezTo>
                  <a:pt x="42" y="61"/>
                  <a:pt x="42" y="61"/>
                  <a:pt x="43" y="62"/>
                </a:cubicBezTo>
                <a:cubicBezTo>
                  <a:pt x="43" y="62"/>
                  <a:pt x="43" y="62"/>
                  <a:pt x="43" y="62"/>
                </a:cubicBezTo>
                <a:cubicBezTo>
                  <a:pt x="43" y="62"/>
                  <a:pt x="43" y="63"/>
                  <a:pt x="43" y="63"/>
                </a:cubicBezTo>
                <a:cubicBezTo>
                  <a:pt x="42" y="63"/>
                  <a:pt x="43" y="64"/>
                  <a:pt x="43" y="64"/>
                </a:cubicBezTo>
                <a:cubicBezTo>
                  <a:pt x="44" y="64"/>
                  <a:pt x="44" y="64"/>
                  <a:pt x="45" y="65"/>
                </a:cubicBezTo>
                <a:cubicBezTo>
                  <a:pt x="45" y="65"/>
                  <a:pt x="46" y="65"/>
                  <a:pt x="47" y="65"/>
                </a:cubicBezTo>
                <a:cubicBezTo>
                  <a:pt x="47" y="65"/>
                  <a:pt x="47" y="65"/>
                  <a:pt x="48" y="66"/>
                </a:cubicBezTo>
                <a:cubicBezTo>
                  <a:pt x="48" y="65"/>
                  <a:pt x="48" y="65"/>
                  <a:pt x="48" y="65"/>
                </a:cubicBezTo>
                <a:cubicBezTo>
                  <a:pt x="47" y="65"/>
                  <a:pt x="47" y="65"/>
                  <a:pt x="47" y="65"/>
                </a:cubicBezTo>
                <a:cubicBezTo>
                  <a:pt x="47" y="65"/>
                  <a:pt x="48" y="65"/>
                  <a:pt x="48" y="65"/>
                </a:cubicBezTo>
                <a:cubicBezTo>
                  <a:pt x="48" y="65"/>
                  <a:pt x="48" y="65"/>
                  <a:pt x="48" y="65"/>
                </a:cubicBezTo>
                <a:cubicBezTo>
                  <a:pt x="48" y="64"/>
                  <a:pt x="48" y="64"/>
                  <a:pt x="47" y="64"/>
                </a:cubicBezTo>
                <a:cubicBezTo>
                  <a:pt x="47" y="64"/>
                  <a:pt x="47" y="64"/>
                  <a:pt x="47" y="64"/>
                </a:cubicBezTo>
                <a:cubicBezTo>
                  <a:pt x="47" y="63"/>
                  <a:pt x="47" y="63"/>
                  <a:pt x="47" y="63"/>
                </a:cubicBezTo>
                <a:cubicBezTo>
                  <a:pt x="47" y="63"/>
                  <a:pt x="47" y="63"/>
                  <a:pt x="48" y="63"/>
                </a:cubicBezTo>
                <a:cubicBezTo>
                  <a:pt x="48" y="63"/>
                  <a:pt x="48" y="62"/>
                  <a:pt x="48" y="62"/>
                </a:cubicBezTo>
                <a:cubicBezTo>
                  <a:pt x="48" y="63"/>
                  <a:pt x="48" y="63"/>
                  <a:pt x="48" y="63"/>
                </a:cubicBezTo>
                <a:cubicBezTo>
                  <a:pt x="48" y="63"/>
                  <a:pt x="48" y="63"/>
                  <a:pt x="48" y="63"/>
                </a:cubicBezTo>
                <a:cubicBezTo>
                  <a:pt x="48" y="63"/>
                  <a:pt x="48" y="63"/>
                  <a:pt x="48" y="63"/>
                </a:cubicBezTo>
                <a:cubicBezTo>
                  <a:pt x="48" y="63"/>
                  <a:pt x="48" y="63"/>
                  <a:pt x="48" y="63"/>
                </a:cubicBezTo>
                <a:cubicBezTo>
                  <a:pt x="48" y="63"/>
                  <a:pt x="48" y="63"/>
                  <a:pt x="49" y="62"/>
                </a:cubicBezTo>
                <a:cubicBezTo>
                  <a:pt x="48" y="62"/>
                  <a:pt x="49" y="62"/>
                  <a:pt x="49" y="62"/>
                </a:cubicBezTo>
                <a:cubicBezTo>
                  <a:pt x="49" y="61"/>
                  <a:pt x="50" y="61"/>
                  <a:pt x="51" y="61"/>
                </a:cubicBezTo>
                <a:cubicBezTo>
                  <a:pt x="51" y="61"/>
                  <a:pt x="51" y="61"/>
                  <a:pt x="51" y="61"/>
                </a:cubicBezTo>
                <a:cubicBezTo>
                  <a:pt x="51" y="61"/>
                  <a:pt x="52" y="61"/>
                  <a:pt x="52" y="61"/>
                </a:cubicBezTo>
                <a:cubicBezTo>
                  <a:pt x="52" y="61"/>
                  <a:pt x="52" y="61"/>
                  <a:pt x="52" y="61"/>
                </a:cubicBezTo>
                <a:cubicBezTo>
                  <a:pt x="52" y="61"/>
                  <a:pt x="52" y="61"/>
                  <a:pt x="52" y="61"/>
                </a:cubicBezTo>
                <a:cubicBezTo>
                  <a:pt x="52" y="61"/>
                  <a:pt x="52" y="61"/>
                  <a:pt x="53" y="62"/>
                </a:cubicBezTo>
                <a:cubicBezTo>
                  <a:pt x="53" y="62"/>
                  <a:pt x="53" y="62"/>
                  <a:pt x="54" y="62"/>
                </a:cubicBezTo>
                <a:cubicBezTo>
                  <a:pt x="54" y="62"/>
                  <a:pt x="54" y="63"/>
                  <a:pt x="55" y="63"/>
                </a:cubicBezTo>
                <a:cubicBezTo>
                  <a:pt x="55" y="63"/>
                  <a:pt x="55" y="63"/>
                  <a:pt x="55" y="64"/>
                </a:cubicBezTo>
                <a:cubicBezTo>
                  <a:pt x="55" y="64"/>
                  <a:pt x="55" y="64"/>
                  <a:pt x="56" y="64"/>
                </a:cubicBezTo>
                <a:cubicBezTo>
                  <a:pt x="56" y="64"/>
                  <a:pt x="56" y="65"/>
                  <a:pt x="56" y="65"/>
                </a:cubicBezTo>
                <a:cubicBezTo>
                  <a:pt x="56" y="65"/>
                  <a:pt x="56" y="65"/>
                  <a:pt x="56" y="65"/>
                </a:cubicBezTo>
                <a:cubicBezTo>
                  <a:pt x="56" y="66"/>
                  <a:pt x="55" y="66"/>
                  <a:pt x="55" y="66"/>
                </a:cubicBezTo>
                <a:cubicBezTo>
                  <a:pt x="55" y="66"/>
                  <a:pt x="55" y="66"/>
                  <a:pt x="56" y="67"/>
                </a:cubicBezTo>
                <a:cubicBezTo>
                  <a:pt x="56" y="67"/>
                  <a:pt x="56" y="67"/>
                  <a:pt x="56" y="67"/>
                </a:cubicBezTo>
                <a:cubicBezTo>
                  <a:pt x="57" y="67"/>
                  <a:pt x="57" y="67"/>
                  <a:pt x="57" y="67"/>
                </a:cubicBezTo>
                <a:cubicBezTo>
                  <a:pt x="57" y="67"/>
                  <a:pt x="57" y="67"/>
                  <a:pt x="58" y="66"/>
                </a:cubicBezTo>
                <a:cubicBezTo>
                  <a:pt x="58" y="66"/>
                  <a:pt x="58" y="66"/>
                  <a:pt x="58" y="66"/>
                </a:cubicBezTo>
                <a:cubicBezTo>
                  <a:pt x="57" y="66"/>
                  <a:pt x="58" y="66"/>
                  <a:pt x="58" y="65"/>
                </a:cubicBezTo>
                <a:cubicBezTo>
                  <a:pt x="57" y="65"/>
                  <a:pt x="58" y="65"/>
                  <a:pt x="58" y="65"/>
                </a:cubicBezTo>
                <a:cubicBezTo>
                  <a:pt x="58" y="65"/>
                  <a:pt x="58" y="65"/>
                  <a:pt x="58" y="65"/>
                </a:cubicBezTo>
                <a:cubicBezTo>
                  <a:pt x="57" y="65"/>
                  <a:pt x="57" y="64"/>
                  <a:pt x="57" y="64"/>
                </a:cubicBezTo>
                <a:cubicBezTo>
                  <a:pt x="57" y="64"/>
                  <a:pt x="57" y="64"/>
                  <a:pt x="57" y="64"/>
                </a:cubicBezTo>
                <a:cubicBezTo>
                  <a:pt x="57" y="63"/>
                  <a:pt x="57" y="63"/>
                  <a:pt x="57" y="63"/>
                </a:cubicBezTo>
                <a:cubicBezTo>
                  <a:pt x="58" y="63"/>
                  <a:pt x="58" y="64"/>
                  <a:pt x="58" y="63"/>
                </a:cubicBezTo>
                <a:cubicBezTo>
                  <a:pt x="58" y="63"/>
                  <a:pt x="58" y="64"/>
                  <a:pt x="58" y="64"/>
                </a:cubicBezTo>
                <a:cubicBezTo>
                  <a:pt x="59" y="64"/>
                  <a:pt x="59" y="64"/>
                  <a:pt x="59" y="64"/>
                </a:cubicBezTo>
                <a:cubicBezTo>
                  <a:pt x="59" y="64"/>
                  <a:pt x="59" y="64"/>
                  <a:pt x="59" y="64"/>
                </a:cubicBezTo>
                <a:cubicBezTo>
                  <a:pt x="59" y="65"/>
                  <a:pt x="59" y="65"/>
                  <a:pt x="59" y="65"/>
                </a:cubicBezTo>
                <a:cubicBezTo>
                  <a:pt x="59" y="64"/>
                  <a:pt x="60" y="65"/>
                  <a:pt x="60" y="65"/>
                </a:cubicBezTo>
                <a:cubicBezTo>
                  <a:pt x="61" y="65"/>
                  <a:pt x="61" y="65"/>
                  <a:pt x="62" y="65"/>
                </a:cubicBezTo>
                <a:cubicBezTo>
                  <a:pt x="62" y="64"/>
                  <a:pt x="62" y="65"/>
                  <a:pt x="62" y="65"/>
                </a:cubicBezTo>
                <a:cubicBezTo>
                  <a:pt x="62" y="65"/>
                  <a:pt x="62" y="65"/>
                  <a:pt x="62" y="65"/>
                </a:cubicBezTo>
                <a:cubicBezTo>
                  <a:pt x="63" y="65"/>
                  <a:pt x="63" y="66"/>
                  <a:pt x="63" y="65"/>
                </a:cubicBezTo>
                <a:cubicBezTo>
                  <a:pt x="63" y="66"/>
                  <a:pt x="64" y="66"/>
                  <a:pt x="64" y="66"/>
                </a:cubicBezTo>
                <a:cubicBezTo>
                  <a:pt x="64" y="66"/>
                  <a:pt x="64" y="66"/>
                  <a:pt x="64" y="66"/>
                </a:cubicBezTo>
                <a:cubicBezTo>
                  <a:pt x="64" y="66"/>
                  <a:pt x="64" y="66"/>
                  <a:pt x="64" y="66"/>
                </a:cubicBezTo>
                <a:cubicBezTo>
                  <a:pt x="64" y="66"/>
                  <a:pt x="64" y="66"/>
                  <a:pt x="63" y="66"/>
                </a:cubicBezTo>
                <a:cubicBezTo>
                  <a:pt x="63" y="66"/>
                  <a:pt x="63" y="66"/>
                  <a:pt x="63" y="66"/>
                </a:cubicBezTo>
                <a:cubicBezTo>
                  <a:pt x="63" y="67"/>
                  <a:pt x="63" y="67"/>
                  <a:pt x="62" y="67"/>
                </a:cubicBezTo>
                <a:cubicBezTo>
                  <a:pt x="62" y="67"/>
                  <a:pt x="61" y="67"/>
                  <a:pt x="60" y="67"/>
                </a:cubicBezTo>
                <a:cubicBezTo>
                  <a:pt x="60" y="67"/>
                  <a:pt x="60" y="67"/>
                  <a:pt x="60" y="68"/>
                </a:cubicBezTo>
                <a:cubicBezTo>
                  <a:pt x="60" y="68"/>
                  <a:pt x="61" y="68"/>
                  <a:pt x="61" y="68"/>
                </a:cubicBezTo>
                <a:cubicBezTo>
                  <a:pt x="61" y="69"/>
                  <a:pt x="61" y="69"/>
                  <a:pt x="61" y="69"/>
                </a:cubicBezTo>
                <a:cubicBezTo>
                  <a:pt x="61" y="69"/>
                  <a:pt x="61" y="69"/>
                  <a:pt x="61" y="69"/>
                </a:cubicBezTo>
                <a:cubicBezTo>
                  <a:pt x="62" y="69"/>
                  <a:pt x="62" y="70"/>
                  <a:pt x="62" y="70"/>
                </a:cubicBezTo>
                <a:cubicBezTo>
                  <a:pt x="63" y="71"/>
                  <a:pt x="63" y="71"/>
                  <a:pt x="63" y="71"/>
                </a:cubicBezTo>
                <a:cubicBezTo>
                  <a:pt x="63" y="71"/>
                  <a:pt x="63" y="71"/>
                  <a:pt x="63" y="71"/>
                </a:cubicBezTo>
                <a:cubicBezTo>
                  <a:pt x="63" y="71"/>
                  <a:pt x="63" y="71"/>
                  <a:pt x="63" y="71"/>
                </a:cubicBezTo>
                <a:cubicBezTo>
                  <a:pt x="63" y="70"/>
                  <a:pt x="63" y="70"/>
                  <a:pt x="63" y="70"/>
                </a:cubicBezTo>
                <a:cubicBezTo>
                  <a:pt x="63" y="70"/>
                  <a:pt x="63" y="70"/>
                  <a:pt x="63" y="70"/>
                </a:cubicBezTo>
                <a:cubicBezTo>
                  <a:pt x="63" y="70"/>
                  <a:pt x="64" y="70"/>
                  <a:pt x="64" y="70"/>
                </a:cubicBezTo>
                <a:cubicBezTo>
                  <a:pt x="64" y="71"/>
                  <a:pt x="64" y="71"/>
                  <a:pt x="64" y="71"/>
                </a:cubicBezTo>
                <a:cubicBezTo>
                  <a:pt x="64" y="71"/>
                  <a:pt x="63" y="71"/>
                  <a:pt x="63" y="71"/>
                </a:cubicBezTo>
                <a:cubicBezTo>
                  <a:pt x="63" y="71"/>
                  <a:pt x="63" y="71"/>
                  <a:pt x="62" y="72"/>
                </a:cubicBezTo>
                <a:cubicBezTo>
                  <a:pt x="62" y="72"/>
                  <a:pt x="62" y="72"/>
                  <a:pt x="62" y="72"/>
                </a:cubicBezTo>
                <a:cubicBezTo>
                  <a:pt x="63" y="72"/>
                  <a:pt x="63" y="72"/>
                  <a:pt x="63" y="73"/>
                </a:cubicBezTo>
                <a:cubicBezTo>
                  <a:pt x="62" y="73"/>
                  <a:pt x="63" y="73"/>
                  <a:pt x="63" y="73"/>
                </a:cubicBezTo>
                <a:cubicBezTo>
                  <a:pt x="63" y="73"/>
                  <a:pt x="63" y="73"/>
                  <a:pt x="63" y="73"/>
                </a:cubicBezTo>
                <a:cubicBezTo>
                  <a:pt x="63" y="73"/>
                  <a:pt x="63" y="73"/>
                  <a:pt x="63" y="73"/>
                </a:cubicBezTo>
                <a:cubicBezTo>
                  <a:pt x="63" y="72"/>
                  <a:pt x="64" y="72"/>
                  <a:pt x="64" y="72"/>
                </a:cubicBezTo>
                <a:cubicBezTo>
                  <a:pt x="64" y="72"/>
                  <a:pt x="64" y="72"/>
                  <a:pt x="65" y="72"/>
                </a:cubicBezTo>
                <a:cubicBezTo>
                  <a:pt x="65" y="73"/>
                  <a:pt x="65" y="73"/>
                  <a:pt x="65" y="73"/>
                </a:cubicBezTo>
                <a:cubicBezTo>
                  <a:pt x="66" y="73"/>
                  <a:pt x="66" y="73"/>
                  <a:pt x="66" y="73"/>
                </a:cubicBezTo>
                <a:cubicBezTo>
                  <a:pt x="66" y="73"/>
                  <a:pt x="66" y="73"/>
                  <a:pt x="66" y="73"/>
                </a:cubicBezTo>
                <a:cubicBezTo>
                  <a:pt x="66" y="73"/>
                  <a:pt x="67" y="73"/>
                  <a:pt x="67" y="73"/>
                </a:cubicBezTo>
                <a:cubicBezTo>
                  <a:pt x="67" y="73"/>
                  <a:pt x="67" y="73"/>
                  <a:pt x="67" y="73"/>
                </a:cubicBezTo>
                <a:close/>
                <a:moveTo>
                  <a:pt x="35" y="54"/>
                </a:moveTo>
                <a:cubicBezTo>
                  <a:pt x="35" y="54"/>
                  <a:pt x="35" y="54"/>
                  <a:pt x="35" y="54"/>
                </a:cubicBezTo>
                <a:cubicBezTo>
                  <a:pt x="35" y="54"/>
                  <a:pt x="35" y="54"/>
                  <a:pt x="35" y="54"/>
                </a:cubicBezTo>
                <a:cubicBezTo>
                  <a:pt x="35" y="54"/>
                  <a:pt x="35" y="54"/>
                  <a:pt x="35" y="54"/>
                </a:cubicBezTo>
                <a:close/>
                <a:moveTo>
                  <a:pt x="53" y="64"/>
                </a:moveTo>
                <a:cubicBezTo>
                  <a:pt x="53" y="64"/>
                  <a:pt x="53" y="64"/>
                  <a:pt x="52" y="64"/>
                </a:cubicBezTo>
                <a:cubicBezTo>
                  <a:pt x="53" y="64"/>
                  <a:pt x="53" y="64"/>
                  <a:pt x="53" y="64"/>
                </a:cubicBezTo>
                <a:close/>
                <a:moveTo>
                  <a:pt x="51" y="69"/>
                </a:moveTo>
                <a:cubicBezTo>
                  <a:pt x="51" y="69"/>
                  <a:pt x="51" y="69"/>
                  <a:pt x="52" y="69"/>
                </a:cubicBezTo>
                <a:cubicBezTo>
                  <a:pt x="52" y="69"/>
                  <a:pt x="52" y="69"/>
                  <a:pt x="52" y="69"/>
                </a:cubicBezTo>
                <a:cubicBezTo>
                  <a:pt x="51" y="69"/>
                  <a:pt x="51" y="69"/>
                  <a:pt x="51" y="69"/>
                </a:cubicBezTo>
                <a:close/>
                <a:moveTo>
                  <a:pt x="47" y="57"/>
                </a:moveTo>
                <a:cubicBezTo>
                  <a:pt x="47" y="57"/>
                  <a:pt x="47" y="57"/>
                  <a:pt x="47" y="57"/>
                </a:cubicBezTo>
                <a:cubicBezTo>
                  <a:pt x="47" y="57"/>
                  <a:pt x="47" y="56"/>
                  <a:pt x="46" y="56"/>
                </a:cubicBezTo>
                <a:cubicBezTo>
                  <a:pt x="46" y="57"/>
                  <a:pt x="46" y="56"/>
                  <a:pt x="46" y="57"/>
                </a:cubicBezTo>
                <a:cubicBezTo>
                  <a:pt x="46" y="57"/>
                  <a:pt x="46" y="57"/>
                  <a:pt x="46" y="57"/>
                </a:cubicBezTo>
                <a:cubicBezTo>
                  <a:pt x="46" y="57"/>
                  <a:pt x="47" y="57"/>
                  <a:pt x="47" y="57"/>
                </a:cubicBezTo>
                <a:cubicBezTo>
                  <a:pt x="47" y="58"/>
                  <a:pt x="47" y="57"/>
                  <a:pt x="47" y="57"/>
                </a:cubicBezTo>
                <a:close/>
                <a:moveTo>
                  <a:pt x="45" y="56"/>
                </a:moveTo>
                <a:cubicBezTo>
                  <a:pt x="45" y="56"/>
                  <a:pt x="45" y="57"/>
                  <a:pt x="45" y="57"/>
                </a:cubicBezTo>
                <a:cubicBezTo>
                  <a:pt x="45" y="57"/>
                  <a:pt x="45" y="56"/>
                  <a:pt x="45" y="56"/>
                </a:cubicBezTo>
                <a:cubicBezTo>
                  <a:pt x="45" y="56"/>
                  <a:pt x="45" y="56"/>
                  <a:pt x="45" y="56"/>
                </a:cubicBezTo>
                <a:cubicBezTo>
                  <a:pt x="45" y="56"/>
                  <a:pt x="45" y="56"/>
                  <a:pt x="45" y="56"/>
                </a:cubicBezTo>
                <a:close/>
                <a:moveTo>
                  <a:pt x="46" y="64"/>
                </a:moveTo>
                <a:cubicBezTo>
                  <a:pt x="46" y="64"/>
                  <a:pt x="46" y="64"/>
                  <a:pt x="46" y="64"/>
                </a:cubicBezTo>
                <a:cubicBezTo>
                  <a:pt x="46" y="64"/>
                  <a:pt x="46" y="64"/>
                  <a:pt x="46" y="64"/>
                </a:cubicBezTo>
                <a:cubicBezTo>
                  <a:pt x="46" y="65"/>
                  <a:pt x="47" y="65"/>
                  <a:pt x="47" y="65"/>
                </a:cubicBezTo>
                <a:cubicBezTo>
                  <a:pt x="47" y="64"/>
                  <a:pt x="47" y="64"/>
                  <a:pt x="46" y="64"/>
                </a:cubicBezTo>
                <a:cubicBezTo>
                  <a:pt x="46" y="64"/>
                  <a:pt x="45" y="63"/>
                  <a:pt x="45" y="63"/>
                </a:cubicBezTo>
                <a:cubicBezTo>
                  <a:pt x="45" y="63"/>
                  <a:pt x="45" y="63"/>
                  <a:pt x="45" y="63"/>
                </a:cubicBezTo>
                <a:cubicBezTo>
                  <a:pt x="45" y="63"/>
                  <a:pt x="44" y="62"/>
                  <a:pt x="44" y="62"/>
                </a:cubicBezTo>
                <a:cubicBezTo>
                  <a:pt x="44" y="63"/>
                  <a:pt x="44" y="63"/>
                  <a:pt x="44" y="63"/>
                </a:cubicBezTo>
                <a:cubicBezTo>
                  <a:pt x="45" y="63"/>
                  <a:pt x="45" y="64"/>
                  <a:pt x="46" y="64"/>
                </a:cubicBezTo>
                <a:close/>
                <a:moveTo>
                  <a:pt x="49" y="57"/>
                </a:moveTo>
                <a:cubicBezTo>
                  <a:pt x="48" y="57"/>
                  <a:pt x="48" y="57"/>
                  <a:pt x="48" y="58"/>
                </a:cubicBezTo>
                <a:cubicBezTo>
                  <a:pt x="48" y="58"/>
                  <a:pt x="48" y="58"/>
                  <a:pt x="48" y="58"/>
                </a:cubicBezTo>
                <a:cubicBezTo>
                  <a:pt x="48" y="58"/>
                  <a:pt x="48" y="58"/>
                  <a:pt x="48" y="58"/>
                </a:cubicBezTo>
                <a:cubicBezTo>
                  <a:pt x="48" y="58"/>
                  <a:pt x="48" y="58"/>
                  <a:pt x="48" y="58"/>
                </a:cubicBezTo>
                <a:cubicBezTo>
                  <a:pt x="49" y="58"/>
                  <a:pt x="49" y="58"/>
                  <a:pt x="49" y="58"/>
                </a:cubicBezTo>
                <a:cubicBezTo>
                  <a:pt x="49" y="58"/>
                  <a:pt x="49" y="57"/>
                  <a:pt x="49" y="57"/>
                </a:cubicBezTo>
                <a:close/>
                <a:moveTo>
                  <a:pt x="43" y="62"/>
                </a:moveTo>
                <a:cubicBezTo>
                  <a:pt x="43" y="62"/>
                  <a:pt x="43" y="62"/>
                  <a:pt x="43" y="62"/>
                </a:cubicBezTo>
                <a:cubicBezTo>
                  <a:pt x="44" y="62"/>
                  <a:pt x="44" y="62"/>
                  <a:pt x="44" y="62"/>
                </a:cubicBezTo>
                <a:cubicBezTo>
                  <a:pt x="44" y="62"/>
                  <a:pt x="44" y="62"/>
                  <a:pt x="44" y="62"/>
                </a:cubicBezTo>
                <a:cubicBezTo>
                  <a:pt x="43" y="62"/>
                  <a:pt x="43" y="62"/>
                  <a:pt x="43" y="62"/>
                </a:cubicBezTo>
                <a:close/>
                <a:moveTo>
                  <a:pt x="44" y="56"/>
                </a:moveTo>
                <a:cubicBezTo>
                  <a:pt x="44" y="57"/>
                  <a:pt x="44" y="57"/>
                  <a:pt x="44" y="57"/>
                </a:cubicBezTo>
                <a:cubicBezTo>
                  <a:pt x="44" y="57"/>
                  <a:pt x="44" y="58"/>
                  <a:pt x="44" y="58"/>
                </a:cubicBezTo>
                <a:cubicBezTo>
                  <a:pt x="44" y="58"/>
                  <a:pt x="44" y="58"/>
                  <a:pt x="44" y="59"/>
                </a:cubicBezTo>
                <a:cubicBezTo>
                  <a:pt x="44" y="59"/>
                  <a:pt x="44" y="59"/>
                  <a:pt x="45" y="58"/>
                </a:cubicBezTo>
                <a:cubicBezTo>
                  <a:pt x="45" y="58"/>
                  <a:pt x="45" y="57"/>
                  <a:pt x="45" y="56"/>
                </a:cubicBezTo>
                <a:cubicBezTo>
                  <a:pt x="45" y="56"/>
                  <a:pt x="44" y="56"/>
                  <a:pt x="45" y="56"/>
                </a:cubicBezTo>
                <a:cubicBezTo>
                  <a:pt x="45" y="56"/>
                  <a:pt x="45" y="56"/>
                  <a:pt x="45" y="56"/>
                </a:cubicBezTo>
                <a:cubicBezTo>
                  <a:pt x="45" y="55"/>
                  <a:pt x="45" y="55"/>
                  <a:pt x="45" y="55"/>
                </a:cubicBezTo>
                <a:cubicBezTo>
                  <a:pt x="45" y="55"/>
                  <a:pt x="44" y="55"/>
                  <a:pt x="43" y="55"/>
                </a:cubicBezTo>
                <a:cubicBezTo>
                  <a:pt x="43" y="55"/>
                  <a:pt x="43" y="55"/>
                  <a:pt x="43" y="55"/>
                </a:cubicBezTo>
                <a:cubicBezTo>
                  <a:pt x="43" y="56"/>
                  <a:pt x="43" y="56"/>
                  <a:pt x="43" y="56"/>
                </a:cubicBezTo>
                <a:cubicBezTo>
                  <a:pt x="43" y="56"/>
                  <a:pt x="43" y="56"/>
                  <a:pt x="44" y="56"/>
                </a:cubicBezTo>
                <a:close/>
                <a:moveTo>
                  <a:pt x="24" y="43"/>
                </a:moveTo>
                <a:cubicBezTo>
                  <a:pt x="24" y="43"/>
                  <a:pt x="24" y="43"/>
                  <a:pt x="24" y="43"/>
                </a:cubicBezTo>
                <a:cubicBezTo>
                  <a:pt x="25" y="42"/>
                  <a:pt x="25" y="43"/>
                  <a:pt x="25" y="42"/>
                </a:cubicBezTo>
                <a:cubicBezTo>
                  <a:pt x="25" y="42"/>
                  <a:pt x="25" y="42"/>
                  <a:pt x="24" y="42"/>
                </a:cubicBezTo>
                <a:cubicBezTo>
                  <a:pt x="24" y="42"/>
                  <a:pt x="24" y="42"/>
                  <a:pt x="24" y="42"/>
                </a:cubicBezTo>
                <a:cubicBezTo>
                  <a:pt x="24" y="42"/>
                  <a:pt x="24" y="42"/>
                  <a:pt x="24" y="42"/>
                </a:cubicBezTo>
                <a:cubicBezTo>
                  <a:pt x="24" y="42"/>
                  <a:pt x="24" y="42"/>
                  <a:pt x="24" y="43"/>
                </a:cubicBezTo>
                <a:cubicBezTo>
                  <a:pt x="24" y="43"/>
                  <a:pt x="24" y="43"/>
                  <a:pt x="24" y="43"/>
                </a:cubicBezTo>
                <a:close/>
                <a:moveTo>
                  <a:pt x="25" y="43"/>
                </a:moveTo>
                <a:cubicBezTo>
                  <a:pt x="25" y="43"/>
                  <a:pt x="25" y="43"/>
                  <a:pt x="25" y="43"/>
                </a:cubicBezTo>
                <a:cubicBezTo>
                  <a:pt x="25" y="43"/>
                  <a:pt x="25" y="43"/>
                  <a:pt x="25" y="43"/>
                </a:cubicBezTo>
                <a:cubicBezTo>
                  <a:pt x="25" y="43"/>
                  <a:pt x="25" y="44"/>
                  <a:pt x="25" y="44"/>
                </a:cubicBezTo>
                <a:cubicBezTo>
                  <a:pt x="25" y="44"/>
                  <a:pt x="25" y="44"/>
                  <a:pt x="25" y="44"/>
                </a:cubicBezTo>
                <a:cubicBezTo>
                  <a:pt x="25" y="44"/>
                  <a:pt x="25" y="44"/>
                  <a:pt x="25" y="44"/>
                </a:cubicBezTo>
                <a:cubicBezTo>
                  <a:pt x="25" y="44"/>
                  <a:pt x="25" y="44"/>
                  <a:pt x="25" y="44"/>
                </a:cubicBezTo>
                <a:cubicBezTo>
                  <a:pt x="26" y="44"/>
                  <a:pt x="25" y="44"/>
                  <a:pt x="25" y="43"/>
                </a:cubicBezTo>
                <a:cubicBezTo>
                  <a:pt x="25" y="43"/>
                  <a:pt x="25" y="43"/>
                  <a:pt x="25" y="43"/>
                </a:cubicBezTo>
                <a:cubicBezTo>
                  <a:pt x="25" y="43"/>
                  <a:pt x="25" y="43"/>
                  <a:pt x="25" y="43"/>
                </a:cubicBezTo>
                <a:cubicBezTo>
                  <a:pt x="25" y="43"/>
                  <a:pt x="25" y="43"/>
                  <a:pt x="25" y="43"/>
                </a:cubicBezTo>
                <a:close/>
                <a:moveTo>
                  <a:pt x="25" y="100"/>
                </a:moveTo>
                <a:cubicBezTo>
                  <a:pt x="25" y="100"/>
                  <a:pt x="24" y="99"/>
                  <a:pt x="24" y="99"/>
                </a:cubicBezTo>
                <a:cubicBezTo>
                  <a:pt x="24" y="99"/>
                  <a:pt x="24" y="99"/>
                  <a:pt x="24" y="99"/>
                </a:cubicBezTo>
                <a:cubicBezTo>
                  <a:pt x="24" y="98"/>
                  <a:pt x="24" y="98"/>
                  <a:pt x="24" y="98"/>
                </a:cubicBezTo>
                <a:cubicBezTo>
                  <a:pt x="24" y="98"/>
                  <a:pt x="24" y="97"/>
                  <a:pt x="24" y="97"/>
                </a:cubicBezTo>
                <a:cubicBezTo>
                  <a:pt x="24" y="97"/>
                  <a:pt x="23" y="97"/>
                  <a:pt x="23" y="97"/>
                </a:cubicBezTo>
                <a:cubicBezTo>
                  <a:pt x="23" y="97"/>
                  <a:pt x="23" y="96"/>
                  <a:pt x="23" y="96"/>
                </a:cubicBezTo>
                <a:cubicBezTo>
                  <a:pt x="23" y="96"/>
                  <a:pt x="23" y="96"/>
                  <a:pt x="23" y="95"/>
                </a:cubicBezTo>
                <a:cubicBezTo>
                  <a:pt x="23" y="95"/>
                  <a:pt x="23" y="95"/>
                  <a:pt x="23" y="95"/>
                </a:cubicBezTo>
                <a:cubicBezTo>
                  <a:pt x="23" y="95"/>
                  <a:pt x="24" y="96"/>
                  <a:pt x="23" y="95"/>
                </a:cubicBezTo>
                <a:cubicBezTo>
                  <a:pt x="23" y="95"/>
                  <a:pt x="24" y="95"/>
                  <a:pt x="24" y="95"/>
                </a:cubicBezTo>
                <a:cubicBezTo>
                  <a:pt x="24" y="95"/>
                  <a:pt x="24" y="95"/>
                  <a:pt x="24" y="95"/>
                </a:cubicBezTo>
                <a:cubicBezTo>
                  <a:pt x="24" y="95"/>
                  <a:pt x="24" y="95"/>
                  <a:pt x="24" y="95"/>
                </a:cubicBezTo>
                <a:cubicBezTo>
                  <a:pt x="23" y="95"/>
                  <a:pt x="23" y="95"/>
                  <a:pt x="23" y="94"/>
                </a:cubicBezTo>
                <a:cubicBezTo>
                  <a:pt x="23" y="94"/>
                  <a:pt x="23" y="94"/>
                  <a:pt x="23" y="94"/>
                </a:cubicBezTo>
                <a:cubicBezTo>
                  <a:pt x="23" y="94"/>
                  <a:pt x="23" y="93"/>
                  <a:pt x="23" y="93"/>
                </a:cubicBezTo>
                <a:cubicBezTo>
                  <a:pt x="24" y="92"/>
                  <a:pt x="23" y="92"/>
                  <a:pt x="23" y="92"/>
                </a:cubicBezTo>
                <a:cubicBezTo>
                  <a:pt x="23" y="91"/>
                  <a:pt x="23" y="91"/>
                  <a:pt x="22" y="91"/>
                </a:cubicBezTo>
                <a:cubicBezTo>
                  <a:pt x="22" y="92"/>
                  <a:pt x="22" y="92"/>
                  <a:pt x="22" y="92"/>
                </a:cubicBezTo>
                <a:cubicBezTo>
                  <a:pt x="22" y="92"/>
                  <a:pt x="22" y="92"/>
                  <a:pt x="22" y="92"/>
                </a:cubicBezTo>
                <a:cubicBezTo>
                  <a:pt x="22" y="93"/>
                  <a:pt x="22" y="93"/>
                  <a:pt x="22" y="93"/>
                </a:cubicBezTo>
                <a:cubicBezTo>
                  <a:pt x="22" y="93"/>
                  <a:pt x="22" y="93"/>
                  <a:pt x="22" y="94"/>
                </a:cubicBezTo>
                <a:cubicBezTo>
                  <a:pt x="22" y="94"/>
                  <a:pt x="22" y="94"/>
                  <a:pt x="22" y="94"/>
                </a:cubicBezTo>
                <a:cubicBezTo>
                  <a:pt x="22" y="94"/>
                  <a:pt x="22" y="95"/>
                  <a:pt x="22" y="95"/>
                </a:cubicBezTo>
                <a:cubicBezTo>
                  <a:pt x="22" y="95"/>
                  <a:pt x="21" y="95"/>
                  <a:pt x="21" y="95"/>
                </a:cubicBezTo>
                <a:cubicBezTo>
                  <a:pt x="21" y="95"/>
                  <a:pt x="21" y="95"/>
                  <a:pt x="21" y="95"/>
                </a:cubicBezTo>
                <a:cubicBezTo>
                  <a:pt x="21" y="95"/>
                  <a:pt x="21" y="95"/>
                  <a:pt x="21" y="96"/>
                </a:cubicBezTo>
                <a:cubicBezTo>
                  <a:pt x="21" y="96"/>
                  <a:pt x="21" y="96"/>
                  <a:pt x="21" y="96"/>
                </a:cubicBezTo>
                <a:cubicBezTo>
                  <a:pt x="21" y="96"/>
                  <a:pt x="21" y="96"/>
                  <a:pt x="21" y="96"/>
                </a:cubicBezTo>
                <a:cubicBezTo>
                  <a:pt x="21" y="97"/>
                  <a:pt x="22" y="97"/>
                  <a:pt x="22" y="97"/>
                </a:cubicBezTo>
                <a:cubicBezTo>
                  <a:pt x="22" y="97"/>
                  <a:pt x="22" y="97"/>
                  <a:pt x="22" y="97"/>
                </a:cubicBezTo>
                <a:cubicBezTo>
                  <a:pt x="22" y="97"/>
                  <a:pt x="22" y="98"/>
                  <a:pt x="23" y="98"/>
                </a:cubicBezTo>
                <a:cubicBezTo>
                  <a:pt x="22" y="98"/>
                  <a:pt x="22" y="98"/>
                  <a:pt x="22" y="97"/>
                </a:cubicBezTo>
                <a:cubicBezTo>
                  <a:pt x="21" y="97"/>
                  <a:pt x="21" y="97"/>
                  <a:pt x="21" y="96"/>
                </a:cubicBezTo>
                <a:cubicBezTo>
                  <a:pt x="21" y="96"/>
                  <a:pt x="20" y="96"/>
                  <a:pt x="20" y="96"/>
                </a:cubicBezTo>
                <a:cubicBezTo>
                  <a:pt x="20" y="96"/>
                  <a:pt x="20" y="96"/>
                  <a:pt x="20" y="96"/>
                </a:cubicBezTo>
                <a:cubicBezTo>
                  <a:pt x="20" y="97"/>
                  <a:pt x="20" y="97"/>
                  <a:pt x="20" y="97"/>
                </a:cubicBezTo>
                <a:cubicBezTo>
                  <a:pt x="20" y="97"/>
                  <a:pt x="21" y="98"/>
                  <a:pt x="21" y="98"/>
                </a:cubicBezTo>
                <a:cubicBezTo>
                  <a:pt x="21" y="98"/>
                  <a:pt x="21" y="98"/>
                  <a:pt x="21" y="99"/>
                </a:cubicBezTo>
                <a:cubicBezTo>
                  <a:pt x="21" y="99"/>
                  <a:pt x="21" y="100"/>
                  <a:pt x="21" y="100"/>
                </a:cubicBezTo>
                <a:cubicBezTo>
                  <a:pt x="21" y="101"/>
                  <a:pt x="20" y="101"/>
                  <a:pt x="20" y="101"/>
                </a:cubicBezTo>
                <a:cubicBezTo>
                  <a:pt x="20" y="101"/>
                  <a:pt x="20" y="102"/>
                  <a:pt x="20" y="102"/>
                </a:cubicBezTo>
                <a:cubicBezTo>
                  <a:pt x="19" y="102"/>
                  <a:pt x="20" y="101"/>
                  <a:pt x="19" y="101"/>
                </a:cubicBezTo>
                <a:cubicBezTo>
                  <a:pt x="19" y="101"/>
                  <a:pt x="19" y="101"/>
                  <a:pt x="19" y="101"/>
                </a:cubicBezTo>
                <a:cubicBezTo>
                  <a:pt x="19" y="101"/>
                  <a:pt x="19" y="101"/>
                  <a:pt x="19" y="101"/>
                </a:cubicBezTo>
                <a:cubicBezTo>
                  <a:pt x="19" y="101"/>
                  <a:pt x="19" y="101"/>
                  <a:pt x="19" y="101"/>
                </a:cubicBezTo>
                <a:cubicBezTo>
                  <a:pt x="19" y="101"/>
                  <a:pt x="19" y="102"/>
                  <a:pt x="19" y="101"/>
                </a:cubicBezTo>
                <a:cubicBezTo>
                  <a:pt x="18" y="101"/>
                  <a:pt x="18" y="102"/>
                  <a:pt x="18" y="102"/>
                </a:cubicBezTo>
                <a:cubicBezTo>
                  <a:pt x="18" y="102"/>
                  <a:pt x="18" y="102"/>
                  <a:pt x="18" y="102"/>
                </a:cubicBezTo>
                <a:cubicBezTo>
                  <a:pt x="18" y="102"/>
                  <a:pt x="18" y="102"/>
                  <a:pt x="18" y="102"/>
                </a:cubicBezTo>
                <a:cubicBezTo>
                  <a:pt x="18" y="103"/>
                  <a:pt x="18" y="103"/>
                  <a:pt x="18" y="103"/>
                </a:cubicBezTo>
                <a:cubicBezTo>
                  <a:pt x="18" y="103"/>
                  <a:pt x="18" y="103"/>
                  <a:pt x="18" y="103"/>
                </a:cubicBezTo>
                <a:cubicBezTo>
                  <a:pt x="18" y="103"/>
                  <a:pt x="18" y="103"/>
                  <a:pt x="18" y="104"/>
                </a:cubicBezTo>
                <a:cubicBezTo>
                  <a:pt x="17" y="103"/>
                  <a:pt x="17" y="104"/>
                  <a:pt x="17" y="104"/>
                </a:cubicBezTo>
                <a:cubicBezTo>
                  <a:pt x="17" y="104"/>
                  <a:pt x="17" y="104"/>
                  <a:pt x="17" y="104"/>
                </a:cubicBezTo>
                <a:cubicBezTo>
                  <a:pt x="17" y="105"/>
                  <a:pt x="17" y="105"/>
                  <a:pt x="16" y="105"/>
                </a:cubicBezTo>
                <a:cubicBezTo>
                  <a:pt x="16" y="105"/>
                  <a:pt x="16" y="105"/>
                  <a:pt x="16" y="105"/>
                </a:cubicBezTo>
                <a:cubicBezTo>
                  <a:pt x="16" y="105"/>
                  <a:pt x="16" y="105"/>
                  <a:pt x="16" y="105"/>
                </a:cubicBezTo>
                <a:cubicBezTo>
                  <a:pt x="16" y="105"/>
                  <a:pt x="16" y="105"/>
                  <a:pt x="16" y="105"/>
                </a:cubicBezTo>
                <a:cubicBezTo>
                  <a:pt x="15" y="105"/>
                  <a:pt x="15" y="106"/>
                  <a:pt x="15" y="107"/>
                </a:cubicBezTo>
                <a:cubicBezTo>
                  <a:pt x="15" y="107"/>
                  <a:pt x="15" y="107"/>
                  <a:pt x="15" y="107"/>
                </a:cubicBezTo>
                <a:cubicBezTo>
                  <a:pt x="14" y="108"/>
                  <a:pt x="13" y="108"/>
                  <a:pt x="13" y="109"/>
                </a:cubicBezTo>
                <a:cubicBezTo>
                  <a:pt x="12" y="109"/>
                  <a:pt x="12" y="110"/>
                  <a:pt x="12" y="110"/>
                </a:cubicBezTo>
                <a:cubicBezTo>
                  <a:pt x="12" y="110"/>
                  <a:pt x="11" y="111"/>
                  <a:pt x="11" y="112"/>
                </a:cubicBezTo>
                <a:cubicBezTo>
                  <a:pt x="10" y="112"/>
                  <a:pt x="10" y="113"/>
                  <a:pt x="9" y="113"/>
                </a:cubicBezTo>
                <a:cubicBezTo>
                  <a:pt x="9" y="113"/>
                  <a:pt x="9" y="113"/>
                  <a:pt x="9" y="113"/>
                </a:cubicBezTo>
                <a:cubicBezTo>
                  <a:pt x="9" y="113"/>
                  <a:pt x="9" y="113"/>
                  <a:pt x="9" y="113"/>
                </a:cubicBezTo>
                <a:cubicBezTo>
                  <a:pt x="8" y="113"/>
                  <a:pt x="8" y="113"/>
                  <a:pt x="8" y="114"/>
                </a:cubicBezTo>
                <a:cubicBezTo>
                  <a:pt x="8" y="114"/>
                  <a:pt x="8" y="114"/>
                  <a:pt x="8" y="114"/>
                </a:cubicBezTo>
                <a:cubicBezTo>
                  <a:pt x="7" y="114"/>
                  <a:pt x="7" y="115"/>
                  <a:pt x="7" y="115"/>
                </a:cubicBezTo>
                <a:cubicBezTo>
                  <a:pt x="7" y="115"/>
                  <a:pt x="7" y="115"/>
                  <a:pt x="6" y="115"/>
                </a:cubicBezTo>
                <a:cubicBezTo>
                  <a:pt x="6" y="115"/>
                  <a:pt x="6" y="116"/>
                  <a:pt x="5" y="116"/>
                </a:cubicBezTo>
                <a:cubicBezTo>
                  <a:pt x="5" y="116"/>
                  <a:pt x="5" y="116"/>
                  <a:pt x="5" y="117"/>
                </a:cubicBezTo>
                <a:cubicBezTo>
                  <a:pt x="5" y="117"/>
                  <a:pt x="5" y="117"/>
                  <a:pt x="4" y="117"/>
                </a:cubicBezTo>
                <a:cubicBezTo>
                  <a:pt x="4" y="117"/>
                  <a:pt x="4" y="118"/>
                  <a:pt x="4" y="118"/>
                </a:cubicBezTo>
                <a:cubicBezTo>
                  <a:pt x="4" y="118"/>
                  <a:pt x="3" y="118"/>
                  <a:pt x="3" y="119"/>
                </a:cubicBezTo>
                <a:cubicBezTo>
                  <a:pt x="3" y="119"/>
                  <a:pt x="3" y="119"/>
                  <a:pt x="3" y="119"/>
                </a:cubicBezTo>
                <a:cubicBezTo>
                  <a:pt x="3" y="119"/>
                  <a:pt x="3" y="120"/>
                  <a:pt x="2" y="120"/>
                </a:cubicBezTo>
                <a:cubicBezTo>
                  <a:pt x="2" y="121"/>
                  <a:pt x="2" y="121"/>
                  <a:pt x="2" y="122"/>
                </a:cubicBezTo>
                <a:cubicBezTo>
                  <a:pt x="2" y="122"/>
                  <a:pt x="2" y="122"/>
                  <a:pt x="2" y="123"/>
                </a:cubicBezTo>
                <a:cubicBezTo>
                  <a:pt x="2" y="122"/>
                  <a:pt x="2" y="122"/>
                  <a:pt x="3" y="121"/>
                </a:cubicBezTo>
                <a:cubicBezTo>
                  <a:pt x="3" y="121"/>
                  <a:pt x="3" y="121"/>
                  <a:pt x="3" y="121"/>
                </a:cubicBezTo>
                <a:cubicBezTo>
                  <a:pt x="4" y="121"/>
                  <a:pt x="4" y="121"/>
                  <a:pt x="4" y="121"/>
                </a:cubicBezTo>
                <a:cubicBezTo>
                  <a:pt x="5" y="121"/>
                  <a:pt x="5" y="121"/>
                  <a:pt x="5" y="120"/>
                </a:cubicBezTo>
                <a:cubicBezTo>
                  <a:pt x="5" y="120"/>
                  <a:pt x="5" y="120"/>
                  <a:pt x="5" y="120"/>
                </a:cubicBezTo>
                <a:cubicBezTo>
                  <a:pt x="5" y="119"/>
                  <a:pt x="5" y="119"/>
                  <a:pt x="6" y="119"/>
                </a:cubicBezTo>
                <a:cubicBezTo>
                  <a:pt x="6" y="119"/>
                  <a:pt x="6" y="119"/>
                  <a:pt x="6" y="119"/>
                </a:cubicBezTo>
                <a:cubicBezTo>
                  <a:pt x="7" y="119"/>
                  <a:pt x="8" y="118"/>
                  <a:pt x="8" y="117"/>
                </a:cubicBezTo>
                <a:cubicBezTo>
                  <a:pt x="9" y="117"/>
                  <a:pt x="10" y="117"/>
                  <a:pt x="10" y="116"/>
                </a:cubicBezTo>
                <a:cubicBezTo>
                  <a:pt x="10" y="116"/>
                  <a:pt x="10" y="116"/>
                  <a:pt x="10" y="116"/>
                </a:cubicBezTo>
                <a:cubicBezTo>
                  <a:pt x="10" y="115"/>
                  <a:pt x="10" y="115"/>
                  <a:pt x="10" y="114"/>
                </a:cubicBezTo>
                <a:cubicBezTo>
                  <a:pt x="11" y="114"/>
                  <a:pt x="12" y="114"/>
                  <a:pt x="12" y="114"/>
                </a:cubicBezTo>
                <a:cubicBezTo>
                  <a:pt x="13" y="114"/>
                  <a:pt x="13" y="113"/>
                  <a:pt x="14" y="112"/>
                </a:cubicBezTo>
                <a:cubicBezTo>
                  <a:pt x="15" y="112"/>
                  <a:pt x="15" y="111"/>
                  <a:pt x="15" y="111"/>
                </a:cubicBezTo>
                <a:cubicBezTo>
                  <a:pt x="15" y="111"/>
                  <a:pt x="15" y="110"/>
                  <a:pt x="15" y="110"/>
                </a:cubicBezTo>
                <a:cubicBezTo>
                  <a:pt x="16" y="110"/>
                  <a:pt x="16" y="109"/>
                  <a:pt x="16" y="109"/>
                </a:cubicBezTo>
                <a:cubicBezTo>
                  <a:pt x="16" y="109"/>
                  <a:pt x="16" y="109"/>
                  <a:pt x="16" y="109"/>
                </a:cubicBezTo>
                <a:cubicBezTo>
                  <a:pt x="16" y="109"/>
                  <a:pt x="16" y="109"/>
                  <a:pt x="16" y="109"/>
                </a:cubicBezTo>
                <a:cubicBezTo>
                  <a:pt x="16" y="108"/>
                  <a:pt x="16" y="108"/>
                  <a:pt x="16" y="108"/>
                </a:cubicBezTo>
                <a:cubicBezTo>
                  <a:pt x="16" y="108"/>
                  <a:pt x="16" y="108"/>
                  <a:pt x="16" y="108"/>
                </a:cubicBezTo>
                <a:cubicBezTo>
                  <a:pt x="16" y="108"/>
                  <a:pt x="16" y="108"/>
                  <a:pt x="16" y="108"/>
                </a:cubicBezTo>
                <a:cubicBezTo>
                  <a:pt x="16" y="108"/>
                  <a:pt x="16" y="108"/>
                  <a:pt x="16" y="108"/>
                </a:cubicBezTo>
                <a:cubicBezTo>
                  <a:pt x="16" y="108"/>
                  <a:pt x="16" y="108"/>
                  <a:pt x="16" y="108"/>
                </a:cubicBezTo>
                <a:cubicBezTo>
                  <a:pt x="16" y="108"/>
                  <a:pt x="16" y="108"/>
                  <a:pt x="16" y="108"/>
                </a:cubicBezTo>
                <a:cubicBezTo>
                  <a:pt x="16" y="108"/>
                  <a:pt x="16" y="108"/>
                  <a:pt x="16" y="107"/>
                </a:cubicBezTo>
                <a:cubicBezTo>
                  <a:pt x="16" y="107"/>
                  <a:pt x="16" y="107"/>
                  <a:pt x="16" y="107"/>
                </a:cubicBezTo>
                <a:cubicBezTo>
                  <a:pt x="16" y="107"/>
                  <a:pt x="16" y="106"/>
                  <a:pt x="16" y="106"/>
                </a:cubicBezTo>
                <a:cubicBezTo>
                  <a:pt x="16" y="106"/>
                  <a:pt x="17" y="106"/>
                  <a:pt x="17" y="106"/>
                </a:cubicBezTo>
                <a:cubicBezTo>
                  <a:pt x="17" y="106"/>
                  <a:pt x="17" y="106"/>
                  <a:pt x="17" y="106"/>
                </a:cubicBezTo>
                <a:cubicBezTo>
                  <a:pt x="17" y="106"/>
                  <a:pt x="17" y="106"/>
                  <a:pt x="17" y="106"/>
                </a:cubicBezTo>
                <a:cubicBezTo>
                  <a:pt x="18" y="106"/>
                  <a:pt x="19" y="105"/>
                  <a:pt x="20" y="105"/>
                </a:cubicBezTo>
                <a:cubicBezTo>
                  <a:pt x="20" y="105"/>
                  <a:pt x="21" y="105"/>
                  <a:pt x="21" y="104"/>
                </a:cubicBezTo>
                <a:cubicBezTo>
                  <a:pt x="21" y="104"/>
                  <a:pt x="21" y="104"/>
                  <a:pt x="21" y="104"/>
                </a:cubicBezTo>
                <a:cubicBezTo>
                  <a:pt x="21" y="103"/>
                  <a:pt x="21" y="103"/>
                  <a:pt x="21" y="102"/>
                </a:cubicBezTo>
                <a:cubicBezTo>
                  <a:pt x="22" y="102"/>
                  <a:pt x="22" y="102"/>
                  <a:pt x="22" y="102"/>
                </a:cubicBezTo>
                <a:cubicBezTo>
                  <a:pt x="22" y="102"/>
                  <a:pt x="23" y="101"/>
                  <a:pt x="24" y="102"/>
                </a:cubicBezTo>
                <a:cubicBezTo>
                  <a:pt x="24" y="102"/>
                  <a:pt x="24" y="102"/>
                  <a:pt x="24" y="102"/>
                </a:cubicBezTo>
                <a:cubicBezTo>
                  <a:pt x="24" y="101"/>
                  <a:pt x="24" y="101"/>
                  <a:pt x="25" y="101"/>
                </a:cubicBezTo>
                <a:cubicBezTo>
                  <a:pt x="25" y="100"/>
                  <a:pt x="25" y="100"/>
                  <a:pt x="25" y="100"/>
                </a:cubicBezTo>
                <a:close/>
                <a:moveTo>
                  <a:pt x="30" y="86"/>
                </a:moveTo>
                <a:cubicBezTo>
                  <a:pt x="29" y="85"/>
                  <a:pt x="29" y="86"/>
                  <a:pt x="29" y="86"/>
                </a:cubicBezTo>
                <a:cubicBezTo>
                  <a:pt x="29" y="86"/>
                  <a:pt x="29" y="86"/>
                  <a:pt x="30" y="87"/>
                </a:cubicBezTo>
                <a:cubicBezTo>
                  <a:pt x="30" y="86"/>
                  <a:pt x="30" y="86"/>
                  <a:pt x="30" y="86"/>
                </a:cubicBezTo>
                <a:cubicBezTo>
                  <a:pt x="30" y="86"/>
                  <a:pt x="30" y="86"/>
                  <a:pt x="30" y="86"/>
                </a:cubicBezTo>
                <a:close/>
                <a:moveTo>
                  <a:pt x="3" y="123"/>
                </a:moveTo>
                <a:cubicBezTo>
                  <a:pt x="3" y="123"/>
                  <a:pt x="3" y="123"/>
                  <a:pt x="3" y="123"/>
                </a:cubicBezTo>
                <a:cubicBezTo>
                  <a:pt x="3" y="123"/>
                  <a:pt x="3" y="123"/>
                  <a:pt x="3" y="123"/>
                </a:cubicBezTo>
                <a:cubicBezTo>
                  <a:pt x="3" y="124"/>
                  <a:pt x="3" y="124"/>
                  <a:pt x="3" y="124"/>
                </a:cubicBezTo>
                <a:cubicBezTo>
                  <a:pt x="3" y="124"/>
                  <a:pt x="3" y="124"/>
                  <a:pt x="3" y="124"/>
                </a:cubicBezTo>
                <a:cubicBezTo>
                  <a:pt x="3" y="123"/>
                  <a:pt x="4" y="123"/>
                  <a:pt x="3" y="123"/>
                </a:cubicBezTo>
                <a:cubicBezTo>
                  <a:pt x="3" y="123"/>
                  <a:pt x="3" y="122"/>
                  <a:pt x="3" y="123"/>
                </a:cubicBezTo>
                <a:close/>
                <a:moveTo>
                  <a:pt x="2" y="123"/>
                </a:moveTo>
                <a:cubicBezTo>
                  <a:pt x="2" y="123"/>
                  <a:pt x="2" y="123"/>
                  <a:pt x="2" y="123"/>
                </a:cubicBezTo>
                <a:cubicBezTo>
                  <a:pt x="2" y="123"/>
                  <a:pt x="2" y="123"/>
                  <a:pt x="2" y="123"/>
                </a:cubicBezTo>
                <a:cubicBezTo>
                  <a:pt x="2" y="123"/>
                  <a:pt x="2" y="123"/>
                  <a:pt x="2" y="123"/>
                </a:cubicBezTo>
                <a:close/>
                <a:moveTo>
                  <a:pt x="21" y="93"/>
                </a:moveTo>
                <a:cubicBezTo>
                  <a:pt x="22" y="93"/>
                  <a:pt x="22" y="93"/>
                  <a:pt x="22" y="93"/>
                </a:cubicBezTo>
                <a:cubicBezTo>
                  <a:pt x="21" y="93"/>
                  <a:pt x="21" y="93"/>
                  <a:pt x="21" y="93"/>
                </a:cubicBezTo>
                <a:cubicBezTo>
                  <a:pt x="21" y="93"/>
                  <a:pt x="21" y="93"/>
                  <a:pt x="21" y="93"/>
                </a:cubicBezTo>
                <a:cubicBezTo>
                  <a:pt x="21" y="93"/>
                  <a:pt x="21" y="93"/>
                  <a:pt x="21" y="93"/>
                </a:cubicBezTo>
                <a:close/>
                <a:moveTo>
                  <a:pt x="30" y="84"/>
                </a:moveTo>
                <a:cubicBezTo>
                  <a:pt x="30" y="84"/>
                  <a:pt x="30" y="84"/>
                  <a:pt x="30" y="84"/>
                </a:cubicBezTo>
                <a:cubicBezTo>
                  <a:pt x="30" y="84"/>
                  <a:pt x="30" y="84"/>
                  <a:pt x="29" y="84"/>
                </a:cubicBezTo>
                <a:cubicBezTo>
                  <a:pt x="29" y="84"/>
                  <a:pt x="29" y="84"/>
                  <a:pt x="29" y="84"/>
                </a:cubicBezTo>
                <a:cubicBezTo>
                  <a:pt x="29" y="84"/>
                  <a:pt x="29" y="84"/>
                  <a:pt x="28" y="84"/>
                </a:cubicBezTo>
                <a:cubicBezTo>
                  <a:pt x="28" y="84"/>
                  <a:pt x="28" y="84"/>
                  <a:pt x="28" y="84"/>
                </a:cubicBezTo>
                <a:cubicBezTo>
                  <a:pt x="28" y="84"/>
                  <a:pt x="28" y="84"/>
                  <a:pt x="28" y="83"/>
                </a:cubicBezTo>
                <a:cubicBezTo>
                  <a:pt x="28" y="83"/>
                  <a:pt x="27" y="83"/>
                  <a:pt x="27" y="83"/>
                </a:cubicBezTo>
                <a:cubicBezTo>
                  <a:pt x="27" y="83"/>
                  <a:pt x="27" y="82"/>
                  <a:pt x="27" y="82"/>
                </a:cubicBezTo>
                <a:cubicBezTo>
                  <a:pt x="27" y="82"/>
                  <a:pt x="26" y="82"/>
                  <a:pt x="26" y="82"/>
                </a:cubicBezTo>
                <a:cubicBezTo>
                  <a:pt x="26" y="82"/>
                  <a:pt x="26" y="82"/>
                  <a:pt x="26" y="83"/>
                </a:cubicBezTo>
                <a:cubicBezTo>
                  <a:pt x="26" y="83"/>
                  <a:pt x="26" y="83"/>
                  <a:pt x="26" y="83"/>
                </a:cubicBezTo>
                <a:cubicBezTo>
                  <a:pt x="26" y="84"/>
                  <a:pt x="26" y="84"/>
                  <a:pt x="26" y="83"/>
                </a:cubicBezTo>
                <a:cubicBezTo>
                  <a:pt x="26" y="83"/>
                  <a:pt x="26" y="83"/>
                  <a:pt x="26" y="83"/>
                </a:cubicBezTo>
                <a:cubicBezTo>
                  <a:pt x="26" y="84"/>
                  <a:pt x="26" y="84"/>
                  <a:pt x="26" y="84"/>
                </a:cubicBezTo>
                <a:cubicBezTo>
                  <a:pt x="26" y="84"/>
                  <a:pt x="26" y="85"/>
                  <a:pt x="27" y="85"/>
                </a:cubicBezTo>
                <a:cubicBezTo>
                  <a:pt x="27" y="85"/>
                  <a:pt x="27" y="85"/>
                  <a:pt x="27" y="85"/>
                </a:cubicBezTo>
                <a:cubicBezTo>
                  <a:pt x="27" y="86"/>
                  <a:pt x="27" y="85"/>
                  <a:pt x="28" y="85"/>
                </a:cubicBezTo>
                <a:cubicBezTo>
                  <a:pt x="28" y="85"/>
                  <a:pt x="28" y="85"/>
                  <a:pt x="28" y="86"/>
                </a:cubicBezTo>
                <a:cubicBezTo>
                  <a:pt x="28" y="86"/>
                  <a:pt x="28" y="85"/>
                  <a:pt x="28" y="85"/>
                </a:cubicBezTo>
                <a:cubicBezTo>
                  <a:pt x="28" y="85"/>
                  <a:pt x="29" y="85"/>
                  <a:pt x="29" y="85"/>
                </a:cubicBezTo>
                <a:cubicBezTo>
                  <a:pt x="29" y="85"/>
                  <a:pt x="29" y="85"/>
                  <a:pt x="29" y="85"/>
                </a:cubicBezTo>
                <a:cubicBezTo>
                  <a:pt x="29" y="85"/>
                  <a:pt x="30" y="85"/>
                  <a:pt x="30" y="85"/>
                </a:cubicBezTo>
                <a:cubicBezTo>
                  <a:pt x="30" y="85"/>
                  <a:pt x="30" y="85"/>
                  <a:pt x="30" y="85"/>
                </a:cubicBezTo>
                <a:cubicBezTo>
                  <a:pt x="30" y="85"/>
                  <a:pt x="30" y="85"/>
                  <a:pt x="30" y="84"/>
                </a:cubicBezTo>
                <a:close/>
                <a:moveTo>
                  <a:pt x="37" y="96"/>
                </a:moveTo>
                <a:cubicBezTo>
                  <a:pt x="37" y="97"/>
                  <a:pt x="38" y="97"/>
                  <a:pt x="38" y="97"/>
                </a:cubicBezTo>
                <a:cubicBezTo>
                  <a:pt x="38" y="97"/>
                  <a:pt x="38" y="96"/>
                  <a:pt x="38" y="96"/>
                </a:cubicBezTo>
                <a:cubicBezTo>
                  <a:pt x="38" y="96"/>
                  <a:pt x="38" y="96"/>
                  <a:pt x="38" y="96"/>
                </a:cubicBezTo>
                <a:cubicBezTo>
                  <a:pt x="38" y="96"/>
                  <a:pt x="37" y="96"/>
                  <a:pt x="37" y="96"/>
                </a:cubicBezTo>
                <a:close/>
                <a:moveTo>
                  <a:pt x="37" y="93"/>
                </a:moveTo>
                <a:cubicBezTo>
                  <a:pt x="37" y="93"/>
                  <a:pt x="37" y="93"/>
                  <a:pt x="37" y="93"/>
                </a:cubicBezTo>
                <a:cubicBezTo>
                  <a:pt x="37" y="93"/>
                  <a:pt x="37" y="93"/>
                  <a:pt x="37" y="93"/>
                </a:cubicBezTo>
                <a:close/>
                <a:moveTo>
                  <a:pt x="29" y="85"/>
                </a:moveTo>
                <a:cubicBezTo>
                  <a:pt x="29" y="85"/>
                  <a:pt x="29" y="85"/>
                  <a:pt x="29" y="86"/>
                </a:cubicBezTo>
                <a:cubicBezTo>
                  <a:pt x="29" y="86"/>
                  <a:pt x="29" y="86"/>
                  <a:pt x="29" y="86"/>
                </a:cubicBezTo>
                <a:cubicBezTo>
                  <a:pt x="29" y="86"/>
                  <a:pt x="29" y="86"/>
                  <a:pt x="29" y="86"/>
                </a:cubicBezTo>
                <a:cubicBezTo>
                  <a:pt x="29" y="85"/>
                  <a:pt x="29" y="85"/>
                  <a:pt x="29" y="85"/>
                </a:cubicBezTo>
                <a:close/>
                <a:moveTo>
                  <a:pt x="29" y="88"/>
                </a:moveTo>
                <a:cubicBezTo>
                  <a:pt x="29" y="88"/>
                  <a:pt x="29" y="88"/>
                  <a:pt x="29" y="88"/>
                </a:cubicBezTo>
                <a:cubicBezTo>
                  <a:pt x="29" y="88"/>
                  <a:pt x="29" y="88"/>
                  <a:pt x="29" y="88"/>
                </a:cubicBezTo>
                <a:cubicBezTo>
                  <a:pt x="29" y="88"/>
                  <a:pt x="29" y="88"/>
                  <a:pt x="29" y="88"/>
                </a:cubicBezTo>
                <a:cubicBezTo>
                  <a:pt x="29" y="88"/>
                  <a:pt x="29" y="88"/>
                  <a:pt x="29" y="88"/>
                </a:cubicBezTo>
                <a:close/>
                <a:moveTo>
                  <a:pt x="28" y="99"/>
                </a:moveTo>
                <a:cubicBezTo>
                  <a:pt x="28" y="99"/>
                  <a:pt x="28" y="99"/>
                  <a:pt x="27" y="99"/>
                </a:cubicBezTo>
                <a:cubicBezTo>
                  <a:pt x="27" y="99"/>
                  <a:pt x="27" y="99"/>
                  <a:pt x="27" y="99"/>
                </a:cubicBezTo>
                <a:cubicBezTo>
                  <a:pt x="27" y="99"/>
                  <a:pt x="26" y="99"/>
                  <a:pt x="26" y="99"/>
                </a:cubicBezTo>
                <a:cubicBezTo>
                  <a:pt x="26" y="99"/>
                  <a:pt x="26" y="100"/>
                  <a:pt x="25" y="100"/>
                </a:cubicBezTo>
                <a:cubicBezTo>
                  <a:pt x="25" y="100"/>
                  <a:pt x="25" y="100"/>
                  <a:pt x="26" y="100"/>
                </a:cubicBezTo>
                <a:cubicBezTo>
                  <a:pt x="26" y="100"/>
                  <a:pt x="26" y="100"/>
                  <a:pt x="26" y="100"/>
                </a:cubicBezTo>
                <a:cubicBezTo>
                  <a:pt x="26" y="101"/>
                  <a:pt x="26" y="101"/>
                  <a:pt x="26" y="101"/>
                </a:cubicBezTo>
                <a:cubicBezTo>
                  <a:pt x="26" y="101"/>
                  <a:pt x="26" y="101"/>
                  <a:pt x="26" y="101"/>
                </a:cubicBezTo>
                <a:cubicBezTo>
                  <a:pt x="27" y="100"/>
                  <a:pt x="27" y="100"/>
                  <a:pt x="28" y="100"/>
                </a:cubicBezTo>
                <a:cubicBezTo>
                  <a:pt x="28" y="100"/>
                  <a:pt x="28" y="100"/>
                  <a:pt x="28" y="99"/>
                </a:cubicBezTo>
                <a:close/>
                <a:moveTo>
                  <a:pt x="27" y="86"/>
                </a:moveTo>
                <a:cubicBezTo>
                  <a:pt x="27" y="86"/>
                  <a:pt x="27" y="86"/>
                  <a:pt x="27" y="86"/>
                </a:cubicBezTo>
                <a:cubicBezTo>
                  <a:pt x="26" y="86"/>
                  <a:pt x="26" y="86"/>
                  <a:pt x="26" y="86"/>
                </a:cubicBezTo>
                <a:cubicBezTo>
                  <a:pt x="26" y="86"/>
                  <a:pt x="26" y="86"/>
                  <a:pt x="26" y="87"/>
                </a:cubicBezTo>
                <a:cubicBezTo>
                  <a:pt x="26" y="87"/>
                  <a:pt x="26" y="87"/>
                  <a:pt x="26" y="87"/>
                </a:cubicBezTo>
                <a:cubicBezTo>
                  <a:pt x="27" y="88"/>
                  <a:pt x="27" y="88"/>
                  <a:pt x="27" y="87"/>
                </a:cubicBezTo>
                <a:cubicBezTo>
                  <a:pt x="27" y="87"/>
                  <a:pt x="27" y="87"/>
                  <a:pt x="27" y="88"/>
                </a:cubicBezTo>
                <a:cubicBezTo>
                  <a:pt x="27" y="88"/>
                  <a:pt x="27" y="88"/>
                  <a:pt x="27" y="88"/>
                </a:cubicBezTo>
                <a:cubicBezTo>
                  <a:pt x="27" y="88"/>
                  <a:pt x="27" y="88"/>
                  <a:pt x="27" y="89"/>
                </a:cubicBezTo>
                <a:cubicBezTo>
                  <a:pt x="27" y="89"/>
                  <a:pt x="27" y="89"/>
                  <a:pt x="27" y="89"/>
                </a:cubicBezTo>
                <a:cubicBezTo>
                  <a:pt x="28" y="89"/>
                  <a:pt x="28" y="88"/>
                  <a:pt x="28" y="88"/>
                </a:cubicBezTo>
                <a:cubicBezTo>
                  <a:pt x="28" y="87"/>
                  <a:pt x="28" y="87"/>
                  <a:pt x="27" y="87"/>
                </a:cubicBezTo>
                <a:cubicBezTo>
                  <a:pt x="27" y="86"/>
                  <a:pt x="27" y="86"/>
                  <a:pt x="27" y="86"/>
                </a:cubicBezTo>
                <a:close/>
                <a:moveTo>
                  <a:pt x="20" y="100"/>
                </a:moveTo>
                <a:cubicBezTo>
                  <a:pt x="20" y="100"/>
                  <a:pt x="20" y="100"/>
                  <a:pt x="20" y="100"/>
                </a:cubicBezTo>
                <a:cubicBezTo>
                  <a:pt x="20" y="100"/>
                  <a:pt x="20" y="100"/>
                  <a:pt x="20" y="100"/>
                </a:cubicBezTo>
                <a:cubicBezTo>
                  <a:pt x="20" y="100"/>
                  <a:pt x="20" y="100"/>
                  <a:pt x="20" y="100"/>
                </a:cubicBezTo>
                <a:cubicBezTo>
                  <a:pt x="20" y="100"/>
                  <a:pt x="20" y="100"/>
                  <a:pt x="20" y="100"/>
                </a:cubicBezTo>
                <a:close/>
                <a:moveTo>
                  <a:pt x="2" y="124"/>
                </a:moveTo>
                <a:cubicBezTo>
                  <a:pt x="2" y="124"/>
                  <a:pt x="2" y="124"/>
                  <a:pt x="2" y="124"/>
                </a:cubicBezTo>
                <a:cubicBezTo>
                  <a:pt x="2" y="124"/>
                  <a:pt x="2" y="124"/>
                  <a:pt x="2" y="124"/>
                </a:cubicBezTo>
                <a:close/>
                <a:moveTo>
                  <a:pt x="1" y="123"/>
                </a:moveTo>
                <a:cubicBezTo>
                  <a:pt x="1" y="123"/>
                  <a:pt x="1" y="123"/>
                  <a:pt x="1" y="123"/>
                </a:cubicBezTo>
                <a:cubicBezTo>
                  <a:pt x="1" y="124"/>
                  <a:pt x="1" y="124"/>
                  <a:pt x="1" y="124"/>
                </a:cubicBezTo>
                <a:cubicBezTo>
                  <a:pt x="1" y="124"/>
                  <a:pt x="1" y="124"/>
                  <a:pt x="1" y="123"/>
                </a:cubicBezTo>
                <a:cubicBezTo>
                  <a:pt x="1" y="123"/>
                  <a:pt x="1" y="123"/>
                  <a:pt x="1" y="123"/>
                </a:cubicBezTo>
                <a:close/>
                <a:moveTo>
                  <a:pt x="25" y="91"/>
                </a:moveTo>
                <a:cubicBezTo>
                  <a:pt x="25" y="91"/>
                  <a:pt x="26" y="92"/>
                  <a:pt x="26" y="92"/>
                </a:cubicBezTo>
                <a:cubicBezTo>
                  <a:pt x="26" y="92"/>
                  <a:pt x="26" y="91"/>
                  <a:pt x="26" y="90"/>
                </a:cubicBezTo>
                <a:cubicBezTo>
                  <a:pt x="26" y="90"/>
                  <a:pt x="26" y="90"/>
                  <a:pt x="26" y="90"/>
                </a:cubicBezTo>
                <a:cubicBezTo>
                  <a:pt x="26" y="91"/>
                  <a:pt x="25" y="91"/>
                  <a:pt x="25" y="91"/>
                </a:cubicBezTo>
                <a:cubicBezTo>
                  <a:pt x="25" y="91"/>
                  <a:pt x="25" y="91"/>
                  <a:pt x="25" y="91"/>
                </a:cubicBezTo>
                <a:close/>
                <a:moveTo>
                  <a:pt x="1" y="125"/>
                </a:moveTo>
                <a:cubicBezTo>
                  <a:pt x="1" y="125"/>
                  <a:pt x="1" y="124"/>
                  <a:pt x="0" y="125"/>
                </a:cubicBezTo>
                <a:cubicBezTo>
                  <a:pt x="0" y="125"/>
                  <a:pt x="0" y="125"/>
                  <a:pt x="0" y="125"/>
                </a:cubicBezTo>
                <a:cubicBezTo>
                  <a:pt x="0" y="125"/>
                  <a:pt x="0" y="125"/>
                  <a:pt x="0" y="125"/>
                </a:cubicBezTo>
                <a:cubicBezTo>
                  <a:pt x="0" y="126"/>
                  <a:pt x="0" y="126"/>
                  <a:pt x="0" y="126"/>
                </a:cubicBezTo>
                <a:cubicBezTo>
                  <a:pt x="0" y="127"/>
                  <a:pt x="0" y="127"/>
                  <a:pt x="0" y="127"/>
                </a:cubicBezTo>
                <a:cubicBezTo>
                  <a:pt x="0" y="127"/>
                  <a:pt x="0" y="127"/>
                  <a:pt x="0" y="127"/>
                </a:cubicBezTo>
                <a:cubicBezTo>
                  <a:pt x="0" y="127"/>
                  <a:pt x="0" y="128"/>
                  <a:pt x="1" y="128"/>
                </a:cubicBezTo>
                <a:cubicBezTo>
                  <a:pt x="1" y="127"/>
                  <a:pt x="1" y="127"/>
                  <a:pt x="1" y="127"/>
                </a:cubicBezTo>
                <a:cubicBezTo>
                  <a:pt x="1" y="127"/>
                  <a:pt x="1" y="127"/>
                  <a:pt x="1" y="126"/>
                </a:cubicBezTo>
                <a:cubicBezTo>
                  <a:pt x="1" y="126"/>
                  <a:pt x="1" y="126"/>
                  <a:pt x="1" y="125"/>
                </a:cubicBezTo>
                <a:cubicBezTo>
                  <a:pt x="1" y="125"/>
                  <a:pt x="1" y="125"/>
                  <a:pt x="1" y="125"/>
                </a:cubicBezTo>
                <a:close/>
                <a:moveTo>
                  <a:pt x="23" y="94"/>
                </a:moveTo>
                <a:cubicBezTo>
                  <a:pt x="23" y="94"/>
                  <a:pt x="23" y="94"/>
                  <a:pt x="23" y="94"/>
                </a:cubicBezTo>
                <a:cubicBezTo>
                  <a:pt x="24" y="94"/>
                  <a:pt x="24" y="94"/>
                  <a:pt x="24" y="94"/>
                </a:cubicBezTo>
                <a:cubicBezTo>
                  <a:pt x="24" y="94"/>
                  <a:pt x="24" y="94"/>
                  <a:pt x="24" y="94"/>
                </a:cubicBezTo>
                <a:cubicBezTo>
                  <a:pt x="23" y="94"/>
                  <a:pt x="23" y="94"/>
                  <a:pt x="23" y="94"/>
                </a:cubicBezTo>
                <a:close/>
                <a:moveTo>
                  <a:pt x="24" y="93"/>
                </a:moveTo>
                <a:cubicBezTo>
                  <a:pt x="25" y="93"/>
                  <a:pt x="25" y="92"/>
                  <a:pt x="25" y="92"/>
                </a:cubicBezTo>
                <a:cubicBezTo>
                  <a:pt x="24" y="92"/>
                  <a:pt x="24" y="92"/>
                  <a:pt x="24" y="93"/>
                </a:cubicBezTo>
                <a:cubicBezTo>
                  <a:pt x="24" y="93"/>
                  <a:pt x="24" y="93"/>
                  <a:pt x="24" y="93"/>
                </a:cubicBezTo>
                <a:close/>
                <a:moveTo>
                  <a:pt x="41" y="80"/>
                </a:moveTo>
                <a:cubicBezTo>
                  <a:pt x="41" y="80"/>
                  <a:pt x="41" y="79"/>
                  <a:pt x="41" y="79"/>
                </a:cubicBezTo>
                <a:cubicBezTo>
                  <a:pt x="41" y="79"/>
                  <a:pt x="41" y="79"/>
                  <a:pt x="42" y="79"/>
                </a:cubicBezTo>
                <a:cubicBezTo>
                  <a:pt x="42" y="79"/>
                  <a:pt x="42" y="79"/>
                  <a:pt x="42" y="79"/>
                </a:cubicBezTo>
                <a:cubicBezTo>
                  <a:pt x="42" y="79"/>
                  <a:pt x="42" y="79"/>
                  <a:pt x="42" y="78"/>
                </a:cubicBezTo>
                <a:cubicBezTo>
                  <a:pt x="42" y="78"/>
                  <a:pt x="41" y="78"/>
                  <a:pt x="41" y="77"/>
                </a:cubicBezTo>
                <a:cubicBezTo>
                  <a:pt x="41" y="77"/>
                  <a:pt x="41" y="77"/>
                  <a:pt x="41" y="77"/>
                </a:cubicBezTo>
                <a:cubicBezTo>
                  <a:pt x="41" y="77"/>
                  <a:pt x="41" y="77"/>
                  <a:pt x="41" y="77"/>
                </a:cubicBezTo>
                <a:cubicBezTo>
                  <a:pt x="41" y="76"/>
                  <a:pt x="41" y="76"/>
                  <a:pt x="41" y="75"/>
                </a:cubicBezTo>
                <a:cubicBezTo>
                  <a:pt x="41" y="75"/>
                  <a:pt x="41" y="74"/>
                  <a:pt x="41" y="74"/>
                </a:cubicBezTo>
                <a:cubicBezTo>
                  <a:pt x="42" y="74"/>
                  <a:pt x="41" y="74"/>
                  <a:pt x="41" y="73"/>
                </a:cubicBezTo>
                <a:cubicBezTo>
                  <a:pt x="41" y="73"/>
                  <a:pt x="41" y="73"/>
                  <a:pt x="40" y="73"/>
                </a:cubicBezTo>
                <a:cubicBezTo>
                  <a:pt x="40" y="73"/>
                  <a:pt x="40" y="73"/>
                  <a:pt x="40" y="73"/>
                </a:cubicBezTo>
                <a:cubicBezTo>
                  <a:pt x="40" y="73"/>
                  <a:pt x="41" y="73"/>
                  <a:pt x="40" y="73"/>
                </a:cubicBezTo>
                <a:cubicBezTo>
                  <a:pt x="40" y="73"/>
                  <a:pt x="40" y="72"/>
                  <a:pt x="39" y="72"/>
                </a:cubicBezTo>
                <a:cubicBezTo>
                  <a:pt x="39" y="72"/>
                  <a:pt x="39" y="71"/>
                  <a:pt x="38" y="71"/>
                </a:cubicBezTo>
                <a:cubicBezTo>
                  <a:pt x="38" y="71"/>
                  <a:pt x="38" y="71"/>
                  <a:pt x="38" y="71"/>
                </a:cubicBezTo>
                <a:cubicBezTo>
                  <a:pt x="38" y="71"/>
                  <a:pt x="38" y="71"/>
                  <a:pt x="38" y="71"/>
                </a:cubicBezTo>
                <a:cubicBezTo>
                  <a:pt x="37" y="71"/>
                  <a:pt x="37" y="71"/>
                  <a:pt x="37" y="71"/>
                </a:cubicBezTo>
                <a:cubicBezTo>
                  <a:pt x="37" y="71"/>
                  <a:pt x="37" y="71"/>
                  <a:pt x="37" y="71"/>
                </a:cubicBezTo>
                <a:cubicBezTo>
                  <a:pt x="36" y="71"/>
                  <a:pt x="36" y="71"/>
                  <a:pt x="36" y="70"/>
                </a:cubicBezTo>
                <a:cubicBezTo>
                  <a:pt x="35" y="70"/>
                  <a:pt x="35" y="70"/>
                  <a:pt x="35" y="70"/>
                </a:cubicBezTo>
                <a:cubicBezTo>
                  <a:pt x="35" y="70"/>
                  <a:pt x="35" y="70"/>
                  <a:pt x="35" y="70"/>
                </a:cubicBezTo>
                <a:cubicBezTo>
                  <a:pt x="35" y="70"/>
                  <a:pt x="34" y="70"/>
                  <a:pt x="34" y="71"/>
                </a:cubicBezTo>
                <a:cubicBezTo>
                  <a:pt x="34" y="70"/>
                  <a:pt x="34" y="71"/>
                  <a:pt x="33" y="71"/>
                </a:cubicBezTo>
                <a:cubicBezTo>
                  <a:pt x="33" y="71"/>
                  <a:pt x="33" y="71"/>
                  <a:pt x="33" y="70"/>
                </a:cubicBezTo>
                <a:cubicBezTo>
                  <a:pt x="33" y="70"/>
                  <a:pt x="32" y="70"/>
                  <a:pt x="32" y="70"/>
                </a:cubicBezTo>
                <a:cubicBezTo>
                  <a:pt x="32" y="70"/>
                  <a:pt x="32" y="70"/>
                  <a:pt x="31" y="70"/>
                </a:cubicBezTo>
                <a:cubicBezTo>
                  <a:pt x="31" y="70"/>
                  <a:pt x="31" y="70"/>
                  <a:pt x="31" y="70"/>
                </a:cubicBezTo>
                <a:cubicBezTo>
                  <a:pt x="31" y="70"/>
                  <a:pt x="30" y="70"/>
                  <a:pt x="30" y="70"/>
                </a:cubicBezTo>
                <a:cubicBezTo>
                  <a:pt x="30" y="70"/>
                  <a:pt x="30" y="70"/>
                  <a:pt x="29" y="71"/>
                </a:cubicBezTo>
                <a:cubicBezTo>
                  <a:pt x="29" y="71"/>
                  <a:pt x="30" y="72"/>
                  <a:pt x="30" y="72"/>
                </a:cubicBezTo>
                <a:cubicBezTo>
                  <a:pt x="30" y="72"/>
                  <a:pt x="30" y="72"/>
                  <a:pt x="30" y="71"/>
                </a:cubicBezTo>
                <a:cubicBezTo>
                  <a:pt x="30" y="71"/>
                  <a:pt x="31" y="71"/>
                  <a:pt x="31" y="71"/>
                </a:cubicBezTo>
                <a:cubicBezTo>
                  <a:pt x="31" y="71"/>
                  <a:pt x="31" y="72"/>
                  <a:pt x="31" y="72"/>
                </a:cubicBezTo>
                <a:cubicBezTo>
                  <a:pt x="31" y="72"/>
                  <a:pt x="31" y="72"/>
                  <a:pt x="31" y="72"/>
                </a:cubicBezTo>
                <a:cubicBezTo>
                  <a:pt x="31" y="73"/>
                  <a:pt x="32" y="73"/>
                  <a:pt x="32" y="73"/>
                </a:cubicBezTo>
                <a:cubicBezTo>
                  <a:pt x="32" y="73"/>
                  <a:pt x="32" y="73"/>
                  <a:pt x="33" y="73"/>
                </a:cubicBezTo>
                <a:cubicBezTo>
                  <a:pt x="33" y="74"/>
                  <a:pt x="33" y="74"/>
                  <a:pt x="34" y="75"/>
                </a:cubicBezTo>
                <a:cubicBezTo>
                  <a:pt x="34" y="75"/>
                  <a:pt x="34" y="76"/>
                  <a:pt x="34" y="76"/>
                </a:cubicBezTo>
                <a:cubicBezTo>
                  <a:pt x="34" y="77"/>
                  <a:pt x="34" y="77"/>
                  <a:pt x="34" y="78"/>
                </a:cubicBezTo>
                <a:cubicBezTo>
                  <a:pt x="34" y="78"/>
                  <a:pt x="35" y="78"/>
                  <a:pt x="35" y="78"/>
                </a:cubicBezTo>
                <a:cubicBezTo>
                  <a:pt x="35" y="78"/>
                  <a:pt x="35" y="79"/>
                  <a:pt x="36" y="79"/>
                </a:cubicBezTo>
                <a:cubicBezTo>
                  <a:pt x="35" y="79"/>
                  <a:pt x="35" y="80"/>
                  <a:pt x="36" y="80"/>
                </a:cubicBezTo>
                <a:cubicBezTo>
                  <a:pt x="36" y="80"/>
                  <a:pt x="36" y="81"/>
                  <a:pt x="37" y="81"/>
                </a:cubicBezTo>
                <a:cubicBezTo>
                  <a:pt x="37" y="81"/>
                  <a:pt x="37" y="82"/>
                  <a:pt x="37" y="82"/>
                </a:cubicBezTo>
                <a:cubicBezTo>
                  <a:pt x="38" y="82"/>
                  <a:pt x="38" y="82"/>
                  <a:pt x="38" y="82"/>
                </a:cubicBezTo>
                <a:cubicBezTo>
                  <a:pt x="38" y="82"/>
                  <a:pt x="38" y="82"/>
                  <a:pt x="38" y="82"/>
                </a:cubicBezTo>
                <a:cubicBezTo>
                  <a:pt x="38" y="82"/>
                  <a:pt x="38" y="82"/>
                  <a:pt x="38" y="82"/>
                </a:cubicBezTo>
                <a:cubicBezTo>
                  <a:pt x="38" y="82"/>
                  <a:pt x="38" y="82"/>
                  <a:pt x="39" y="83"/>
                </a:cubicBezTo>
                <a:cubicBezTo>
                  <a:pt x="39" y="83"/>
                  <a:pt x="39" y="83"/>
                  <a:pt x="39" y="83"/>
                </a:cubicBezTo>
                <a:cubicBezTo>
                  <a:pt x="39" y="82"/>
                  <a:pt x="39" y="82"/>
                  <a:pt x="39" y="82"/>
                </a:cubicBezTo>
                <a:cubicBezTo>
                  <a:pt x="39" y="82"/>
                  <a:pt x="39" y="82"/>
                  <a:pt x="40" y="82"/>
                </a:cubicBezTo>
                <a:cubicBezTo>
                  <a:pt x="40" y="82"/>
                  <a:pt x="40" y="82"/>
                  <a:pt x="40" y="82"/>
                </a:cubicBezTo>
                <a:cubicBezTo>
                  <a:pt x="40" y="82"/>
                  <a:pt x="40" y="82"/>
                  <a:pt x="40" y="82"/>
                </a:cubicBezTo>
                <a:cubicBezTo>
                  <a:pt x="40" y="81"/>
                  <a:pt x="41" y="81"/>
                  <a:pt x="41" y="81"/>
                </a:cubicBezTo>
                <a:cubicBezTo>
                  <a:pt x="41" y="80"/>
                  <a:pt x="41" y="80"/>
                  <a:pt x="41" y="80"/>
                </a:cubicBezTo>
                <a:close/>
                <a:moveTo>
                  <a:pt x="38" y="83"/>
                </a:moveTo>
                <a:cubicBezTo>
                  <a:pt x="38" y="83"/>
                  <a:pt x="38" y="83"/>
                  <a:pt x="37" y="82"/>
                </a:cubicBezTo>
                <a:cubicBezTo>
                  <a:pt x="37" y="82"/>
                  <a:pt x="37" y="82"/>
                  <a:pt x="37" y="82"/>
                </a:cubicBezTo>
                <a:cubicBezTo>
                  <a:pt x="37" y="82"/>
                  <a:pt x="37" y="82"/>
                  <a:pt x="37" y="83"/>
                </a:cubicBezTo>
                <a:cubicBezTo>
                  <a:pt x="37" y="83"/>
                  <a:pt x="37" y="83"/>
                  <a:pt x="38" y="83"/>
                </a:cubicBezTo>
                <a:close/>
                <a:moveTo>
                  <a:pt x="29" y="68"/>
                </a:moveTo>
                <a:cubicBezTo>
                  <a:pt x="29" y="67"/>
                  <a:pt x="29" y="67"/>
                  <a:pt x="29" y="67"/>
                </a:cubicBezTo>
                <a:cubicBezTo>
                  <a:pt x="29" y="67"/>
                  <a:pt x="29" y="67"/>
                  <a:pt x="28" y="67"/>
                </a:cubicBezTo>
                <a:cubicBezTo>
                  <a:pt x="28" y="67"/>
                  <a:pt x="28" y="67"/>
                  <a:pt x="28" y="67"/>
                </a:cubicBezTo>
                <a:cubicBezTo>
                  <a:pt x="28" y="67"/>
                  <a:pt x="28" y="67"/>
                  <a:pt x="27" y="67"/>
                </a:cubicBezTo>
                <a:cubicBezTo>
                  <a:pt x="27" y="67"/>
                  <a:pt x="27" y="67"/>
                  <a:pt x="27" y="67"/>
                </a:cubicBezTo>
                <a:cubicBezTo>
                  <a:pt x="26" y="67"/>
                  <a:pt x="27" y="67"/>
                  <a:pt x="27" y="67"/>
                </a:cubicBezTo>
                <a:cubicBezTo>
                  <a:pt x="27" y="68"/>
                  <a:pt x="27" y="68"/>
                  <a:pt x="27" y="68"/>
                </a:cubicBezTo>
                <a:cubicBezTo>
                  <a:pt x="27" y="68"/>
                  <a:pt x="27" y="68"/>
                  <a:pt x="28" y="68"/>
                </a:cubicBezTo>
                <a:cubicBezTo>
                  <a:pt x="28" y="68"/>
                  <a:pt x="28" y="68"/>
                  <a:pt x="29" y="69"/>
                </a:cubicBezTo>
                <a:cubicBezTo>
                  <a:pt x="29" y="69"/>
                  <a:pt x="29" y="69"/>
                  <a:pt x="29" y="69"/>
                </a:cubicBezTo>
                <a:cubicBezTo>
                  <a:pt x="29" y="69"/>
                  <a:pt x="29" y="69"/>
                  <a:pt x="29" y="69"/>
                </a:cubicBezTo>
                <a:cubicBezTo>
                  <a:pt x="30" y="69"/>
                  <a:pt x="30" y="69"/>
                  <a:pt x="30" y="69"/>
                </a:cubicBezTo>
                <a:cubicBezTo>
                  <a:pt x="30" y="69"/>
                  <a:pt x="30" y="69"/>
                  <a:pt x="30" y="69"/>
                </a:cubicBezTo>
                <a:cubicBezTo>
                  <a:pt x="30" y="69"/>
                  <a:pt x="29" y="69"/>
                  <a:pt x="29" y="69"/>
                </a:cubicBezTo>
                <a:cubicBezTo>
                  <a:pt x="29" y="69"/>
                  <a:pt x="29" y="68"/>
                  <a:pt x="29" y="68"/>
                </a:cubicBezTo>
                <a:cubicBezTo>
                  <a:pt x="29" y="68"/>
                  <a:pt x="29" y="68"/>
                  <a:pt x="29" y="68"/>
                </a:cubicBezTo>
                <a:cubicBezTo>
                  <a:pt x="29" y="68"/>
                  <a:pt x="29" y="68"/>
                  <a:pt x="29" y="68"/>
                </a:cubicBezTo>
                <a:cubicBezTo>
                  <a:pt x="29" y="68"/>
                  <a:pt x="29" y="68"/>
                  <a:pt x="29" y="68"/>
                </a:cubicBezTo>
                <a:close/>
                <a:moveTo>
                  <a:pt x="83" y="92"/>
                </a:moveTo>
                <a:cubicBezTo>
                  <a:pt x="82" y="92"/>
                  <a:pt x="82" y="92"/>
                  <a:pt x="82" y="91"/>
                </a:cubicBezTo>
                <a:cubicBezTo>
                  <a:pt x="82" y="91"/>
                  <a:pt x="82" y="91"/>
                  <a:pt x="82" y="91"/>
                </a:cubicBezTo>
                <a:cubicBezTo>
                  <a:pt x="82" y="91"/>
                  <a:pt x="82" y="91"/>
                  <a:pt x="81" y="91"/>
                </a:cubicBezTo>
                <a:cubicBezTo>
                  <a:pt x="81" y="91"/>
                  <a:pt x="81" y="91"/>
                  <a:pt x="81" y="91"/>
                </a:cubicBezTo>
                <a:cubicBezTo>
                  <a:pt x="81" y="90"/>
                  <a:pt x="81" y="91"/>
                  <a:pt x="81" y="91"/>
                </a:cubicBezTo>
                <a:cubicBezTo>
                  <a:pt x="81" y="91"/>
                  <a:pt x="81" y="91"/>
                  <a:pt x="80" y="91"/>
                </a:cubicBezTo>
                <a:cubicBezTo>
                  <a:pt x="80" y="91"/>
                  <a:pt x="79" y="91"/>
                  <a:pt x="78" y="91"/>
                </a:cubicBezTo>
                <a:cubicBezTo>
                  <a:pt x="78" y="91"/>
                  <a:pt x="78" y="91"/>
                  <a:pt x="78" y="91"/>
                </a:cubicBezTo>
                <a:cubicBezTo>
                  <a:pt x="78" y="91"/>
                  <a:pt x="78" y="91"/>
                  <a:pt x="78" y="91"/>
                </a:cubicBezTo>
                <a:cubicBezTo>
                  <a:pt x="78" y="91"/>
                  <a:pt x="78" y="91"/>
                  <a:pt x="78" y="91"/>
                </a:cubicBezTo>
                <a:cubicBezTo>
                  <a:pt x="77" y="91"/>
                  <a:pt x="77" y="90"/>
                  <a:pt x="77" y="90"/>
                </a:cubicBezTo>
                <a:cubicBezTo>
                  <a:pt x="77" y="90"/>
                  <a:pt x="77" y="90"/>
                  <a:pt x="77" y="90"/>
                </a:cubicBezTo>
                <a:cubicBezTo>
                  <a:pt x="76" y="90"/>
                  <a:pt x="76" y="90"/>
                  <a:pt x="76" y="90"/>
                </a:cubicBezTo>
                <a:cubicBezTo>
                  <a:pt x="76" y="89"/>
                  <a:pt x="76" y="89"/>
                  <a:pt x="76" y="89"/>
                </a:cubicBezTo>
                <a:cubicBezTo>
                  <a:pt x="76" y="89"/>
                  <a:pt x="76" y="89"/>
                  <a:pt x="76" y="89"/>
                </a:cubicBezTo>
                <a:cubicBezTo>
                  <a:pt x="76" y="89"/>
                  <a:pt x="76" y="89"/>
                  <a:pt x="76" y="89"/>
                </a:cubicBezTo>
                <a:cubicBezTo>
                  <a:pt x="76" y="89"/>
                  <a:pt x="75" y="89"/>
                  <a:pt x="75" y="89"/>
                </a:cubicBezTo>
                <a:cubicBezTo>
                  <a:pt x="75" y="89"/>
                  <a:pt x="75" y="88"/>
                  <a:pt x="75" y="88"/>
                </a:cubicBezTo>
                <a:cubicBezTo>
                  <a:pt x="75" y="88"/>
                  <a:pt x="75" y="88"/>
                  <a:pt x="75" y="88"/>
                </a:cubicBezTo>
                <a:cubicBezTo>
                  <a:pt x="75" y="88"/>
                  <a:pt x="75" y="88"/>
                  <a:pt x="75" y="88"/>
                </a:cubicBezTo>
                <a:cubicBezTo>
                  <a:pt x="75" y="88"/>
                  <a:pt x="74" y="88"/>
                  <a:pt x="74" y="88"/>
                </a:cubicBezTo>
                <a:cubicBezTo>
                  <a:pt x="74" y="88"/>
                  <a:pt x="74" y="88"/>
                  <a:pt x="74" y="88"/>
                </a:cubicBezTo>
                <a:cubicBezTo>
                  <a:pt x="74" y="88"/>
                  <a:pt x="74" y="87"/>
                  <a:pt x="74" y="87"/>
                </a:cubicBezTo>
                <a:cubicBezTo>
                  <a:pt x="74" y="87"/>
                  <a:pt x="75" y="87"/>
                  <a:pt x="75" y="86"/>
                </a:cubicBezTo>
                <a:cubicBezTo>
                  <a:pt x="75" y="86"/>
                  <a:pt x="75" y="86"/>
                  <a:pt x="75" y="86"/>
                </a:cubicBezTo>
                <a:cubicBezTo>
                  <a:pt x="75" y="86"/>
                  <a:pt x="75" y="86"/>
                  <a:pt x="75" y="86"/>
                </a:cubicBezTo>
                <a:cubicBezTo>
                  <a:pt x="76" y="85"/>
                  <a:pt x="76" y="85"/>
                  <a:pt x="76" y="85"/>
                </a:cubicBezTo>
                <a:cubicBezTo>
                  <a:pt x="76" y="85"/>
                  <a:pt x="76" y="85"/>
                  <a:pt x="75" y="85"/>
                </a:cubicBezTo>
                <a:cubicBezTo>
                  <a:pt x="75" y="85"/>
                  <a:pt x="75" y="85"/>
                  <a:pt x="75" y="85"/>
                </a:cubicBezTo>
                <a:cubicBezTo>
                  <a:pt x="75" y="85"/>
                  <a:pt x="74" y="85"/>
                  <a:pt x="74" y="85"/>
                </a:cubicBezTo>
                <a:cubicBezTo>
                  <a:pt x="74" y="85"/>
                  <a:pt x="74" y="85"/>
                  <a:pt x="74" y="84"/>
                </a:cubicBezTo>
                <a:cubicBezTo>
                  <a:pt x="74" y="84"/>
                  <a:pt x="73" y="84"/>
                  <a:pt x="73" y="84"/>
                </a:cubicBezTo>
                <a:cubicBezTo>
                  <a:pt x="73" y="84"/>
                  <a:pt x="73" y="84"/>
                  <a:pt x="72" y="83"/>
                </a:cubicBezTo>
                <a:cubicBezTo>
                  <a:pt x="72" y="83"/>
                  <a:pt x="72" y="83"/>
                  <a:pt x="72" y="83"/>
                </a:cubicBezTo>
                <a:cubicBezTo>
                  <a:pt x="72" y="82"/>
                  <a:pt x="71" y="82"/>
                  <a:pt x="71" y="82"/>
                </a:cubicBezTo>
                <a:cubicBezTo>
                  <a:pt x="71" y="82"/>
                  <a:pt x="70" y="82"/>
                  <a:pt x="70" y="82"/>
                </a:cubicBezTo>
                <a:cubicBezTo>
                  <a:pt x="70" y="82"/>
                  <a:pt x="70" y="82"/>
                  <a:pt x="70" y="82"/>
                </a:cubicBezTo>
                <a:cubicBezTo>
                  <a:pt x="70" y="82"/>
                  <a:pt x="70" y="82"/>
                  <a:pt x="70" y="82"/>
                </a:cubicBezTo>
                <a:cubicBezTo>
                  <a:pt x="69" y="82"/>
                  <a:pt x="69" y="81"/>
                  <a:pt x="69" y="81"/>
                </a:cubicBezTo>
                <a:cubicBezTo>
                  <a:pt x="69" y="80"/>
                  <a:pt x="69" y="80"/>
                  <a:pt x="69" y="80"/>
                </a:cubicBezTo>
                <a:cubicBezTo>
                  <a:pt x="68" y="79"/>
                  <a:pt x="68" y="79"/>
                  <a:pt x="68" y="78"/>
                </a:cubicBezTo>
                <a:cubicBezTo>
                  <a:pt x="68" y="78"/>
                  <a:pt x="68" y="78"/>
                  <a:pt x="68" y="78"/>
                </a:cubicBezTo>
                <a:cubicBezTo>
                  <a:pt x="68" y="78"/>
                  <a:pt x="68" y="78"/>
                  <a:pt x="68" y="77"/>
                </a:cubicBezTo>
                <a:cubicBezTo>
                  <a:pt x="68" y="77"/>
                  <a:pt x="68" y="78"/>
                  <a:pt x="68" y="78"/>
                </a:cubicBezTo>
                <a:cubicBezTo>
                  <a:pt x="68" y="78"/>
                  <a:pt x="69" y="78"/>
                  <a:pt x="69" y="78"/>
                </a:cubicBezTo>
                <a:cubicBezTo>
                  <a:pt x="69" y="78"/>
                  <a:pt x="69" y="77"/>
                  <a:pt x="70" y="78"/>
                </a:cubicBezTo>
                <a:cubicBezTo>
                  <a:pt x="70" y="78"/>
                  <a:pt x="70" y="78"/>
                  <a:pt x="70" y="78"/>
                </a:cubicBezTo>
                <a:cubicBezTo>
                  <a:pt x="70" y="77"/>
                  <a:pt x="70" y="77"/>
                  <a:pt x="70" y="77"/>
                </a:cubicBezTo>
                <a:cubicBezTo>
                  <a:pt x="70" y="77"/>
                  <a:pt x="70" y="77"/>
                  <a:pt x="70" y="78"/>
                </a:cubicBezTo>
                <a:cubicBezTo>
                  <a:pt x="70" y="78"/>
                  <a:pt x="70" y="78"/>
                  <a:pt x="71" y="78"/>
                </a:cubicBezTo>
                <a:cubicBezTo>
                  <a:pt x="71" y="77"/>
                  <a:pt x="71" y="77"/>
                  <a:pt x="72" y="78"/>
                </a:cubicBezTo>
                <a:cubicBezTo>
                  <a:pt x="72" y="78"/>
                  <a:pt x="72" y="78"/>
                  <a:pt x="72" y="78"/>
                </a:cubicBezTo>
                <a:cubicBezTo>
                  <a:pt x="73" y="77"/>
                  <a:pt x="73" y="78"/>
                  <a:pt x="74" y="77"/>
                </a:cubicBezTo>
                <a:cubicBezTo>
                  <a:pt x="74" y="77"/>
                  <a:pt x="74" y="77"/>
                  <a:pt x="74" y="77"/>
                </a:cubicBezTo>
                <a:cubicBezTo>
                  <a:pt x="74" y="77"/>
                  <a:pt x="74" y="77"/>
                  <a:pt x="74" y="77"/>
                </a:cubicBezTo>
                <a:cubicBezTo>
                  <a:pt x="74" y="77"/>
                  <a:pt x="75" y="77"/>
                  <a:pt x="75" y="77"/>
                </a:cubicBezTo>
                <a:cubicBezTo>
                  <a:pt x="75" y="77"/>
                  <a:pt x="75" y="77"/>
                  <a:pt x="75" y="76"/>
                </a:cubicBezTo>
                <a:cubicBezTo>
                  <a:pt x="75" y="77"/>
                  <a:pt x="75" y="77"/>
                  <a:pt x="75" y="77"/>
                </a:cubicBezTo>
                <a:cubicBezTo>
                  <a:pt x="75" y="77"/>
                  <a:pt x="76" y="77"/>
                  <a:pt x="76" y="77"/>
                </a:cubicBezTo>
                <a:cubicBezTo>
                  <a:pt x="76" y="77"/>
                  <a:pt x="76" y="76"/>
                  <a:pt x="76" y="76"/>
                </a:cubicBezTo>
                <a:cubicBezTo>
                  <a:pt x="76" y="76"/>
                  <a:pt x="76" y="76"/>
                  <a:pt x="77" y="76"/>
                </a:cubicBezTo>
                <a:cubicBezTo>
                  <a:pt x="77" y="77"/>
                  <a:pt x="77" y="77"/>
                  <a:pt x="77" y="77"/>
                </a:cubicBezTo>
                <a:cubicBezTo>
                  <a:pt x="77" y="77"/>
                  <a:pt x="78" y="78"/>
                  <a:pt x="78" y="78"/>
                </a:cubicBezTo>
                <a:cubicBezTo>
                  <a:pt x="78" y="78"/>
                  <a:pt x="78" y="79"/>
                  <a:pt x="78" y="79"/>
                </a:cubicBezTo>
                <a:cubicBezTo>
                  <a:pt x="78" y="79"/>
                  <a:pt x="78" y="79"/>
                  <a:pt x="78" y="79"/>
                </a:cubicBezTo>
                <a:cubicBezTo>
                  <a:pt x="78" y="79"/>
                  <a:pt x="78" y="79"/>
                  <a:pt x="79" y="80"/>
                </a:cubicBezTo>
                <a:cubicBezTo>
                  <a:pt x="79" y="80"/>
                  <a:pt x="79" y="80"/>
                  <a:pt x="79" y="80"/>
                </a:cubicBezTo>
                <a:cubicBezTo>
                  <a:pt x="79" y="80"/>
                  <a:pt x="79" y="80"/>
                  <a:pt x="80" y="80"/>
                </a:cubicBezTo>
                <a:cubicBezTo>
                  <a:pt x="80" y="80"/>
                  <a:pt x="80" y="80"/>
                  <a:pt x="80" y="81"/>
                </a:cubicBezTo>
                <a:cubicBezTo>
                  <a:pt x="79" y="81"/>
                  <a:pt x="79" y="81"/>
                  <a:pt x="79" y="81"/>
                </a:cubicBezTo>
                <a:cubicBezTo>
                  <a:pt x="80" y="81"/>
                  <a:pt x="80" y="81"/>
                  <a:pt x="80" y="82"/>
                </a:cubicBezTo>
                <a:cubicBezTo>
                  <a:pt x="80" y="82"/>
                  <a:pt x="80" y="82"/>
                  <a:pt x="80" y="82"/>
                </a:cubicBezTo>
                <a:cubicBezTo>
                  <a:pt x="79" y="83"/>
                  <a:pt x="79" y="83"/>
                  <a:pt x="79" y="84"/>
                </a:cubicBezTo>
                <a:cubicBezTo>
                  <a:pt x="80" y="84"/>
                  <a:pt x="80" y="85"/>
                  <a:pt x="80" y="85"/>
                </a:cubicBezTo>
                <a:cubicBezTo>
                  <a:pt x="80" y="85"/>
                  <a:pt x="80" y="86"/>
                  <a:pt x="80" y="86"/>
                </a:cubicBezTo>
                <a:cubicBezTo>
                  <a:pt x="80" y="86"/>
                  <a:pt x="80" y="86"/>
                  <a:pt x="80" y="86"/>
                </a:cubicBezTo>
                <a:cubicBezTo>
                  <a:pt x="80" y="86"/>
                  <a:pt x="80" y="87"/>
                  <a:pt x="80" y="87"/>
                </a:cubicBezTo>
                <a:cubicBezTo>
                  <a:pt x="80" y="87"/>
                  <a:pt x="81" y="87"/>
                  <a:pt x="81" y="87"/>
                </a:cubicBezTo>
                <a:cubicBezTo>
                  <a:pt x="81" y="87"/>
                  <a:pt x="81" y="87"/>
                  <a:pt x="81" y="87"/>
                </a:cubicBezTo>
                <a:cubicBezTo>
                  <a:pt x="81" y="88"/>
                  <a:pt x="81" y="88"/>
                  <a:pt x="81" y="88"/>
                </a:cubicBezTo>
                <a:cubicBezTo>
                  <a:pt x="81" y="88"/>
                  <a:pt x="81" y="88"/>
                  <a:pt x="81" y="88"/>
                </a:cubicBezTo>
                <a:cubicBezTo>
                  <a:pt x="82" y="89"/>
                  <a:pt x="82" y="89"/>
                  <a:pt x="82" y="89"/>
                </a:cubicBezTo>
                <a:cubicBezTo>
                  <a:pt x="82" y="89"/>
                  <a:pt x="81" y="89"/>
                  <a:pt x="81" y="89"/>
                </a:cubicBezTo>
                <a:cubicBezTo>
                  <a:pt x="81" y="89"/>
                  <a:pt x="81" y="89"/>
                  <a:pt x="81" y="89"/>
                </a:cubicBezTo>
                <a:cubicBezTo>
                  <a:pt x="81" y="89"/>
                  <a:pt x="81" y="90"/>
                  <a:pt x="81" y="90"/>
                </a:cubicBezTo>
                <a:cubicBezTo>
                  <a:pt x="81" y="90"/>
                  <a:pt x="81" y="90"/>
                  <a:pt x="81" y="90"/>
                </a:cubicBezTo>
                <a:cubicBezTo>
                  <a:pt x="82" y="90"/>
                  <a:pt x="81" y="90"/>
                  <a:pt x="82" y="90"/>
                </a:cubicBezTo>
                <a:cubicBezTo>
                  <a:pt x="82" y="90"/>
                  <a:pt x="82" y="90"/>
                  <a:pt x="82" y="91"/>
                </a:cubicBezTo>
                <a:cubicBezTo>
                  <a:pt x="82" y="91"/>
                  <a:pt x="82" y="91"/>
                  <a:pt x="82" y="91"/>
                </a:cubicBezTo>
                <a:cubicBezTo>
                  <a:pt x="83" y="91"/>
                  <a:pt x="83" y="91"/>
                  <a:pt x="83" y="92"/>
                </a:cubicBezTo>
                <a:close/>
                <a:moveTo>
                  <a:pt x="69" y="77"/>
                </a:moveTo>
                <a:cubicBezTo>
                  <a:pt x="69" y="77"/>
                  <a:pt x="69" y="77"/>
                  <a:pt x="69" y="77"/>
                </a:cubicBezTo>
                <a:cubicBezTo>
                  <a:pt x="69" y="77"/>
                  <a:pt x="69" y="77"/>
                  <a:pt x="69" y="77"/>
                </a:cubicBezTo>
                <a:cubicBezTo>
                  <a:pt x="69" y="77"/>
                  <a:pt x="69" y="77"/>
                  <a:pt x="69" y="77"/>
                </a:cubicBezTo>
                <a:cubicBezTo>
                  <a:pt x="69" y="77"/>
                  <a:pt x="69" y="77"/>
                  <a:pt x="69" y="77"/>
                </a:cubicBezTo>
                <a:close/>
                <a:moveTo>
                  <a:pt x="69" y="76"/>
                </a:moveTo>
                <a:cubicBezTo>
                  <a:pt x="69" y="76"/>
                  <a:pt x="69" y="76"/>
                  <a:pt x="69" y="76"/>
                </a:cubicBezTo>
                <a:cubicBezTo>
                  <a:pt x="69" y="76"/>
                  <a:pt x="69" y="77"/>
                  <a:pt x="69" y="77"/>
                </a:cubicBezTo>
                <a:cubicBezTo>
                  <a:pt x="69" y="77"/>
                  <a:pt x="69" y="77"/>
                  <a:pt x="69" y="77"/>
                </a:cubicBezTo>
                <a:cubicBezTo>
                  <a:pt x="69" y="76"/>
                  <a:pt x="69" y="76"/>
                  <a:pt x="69" y="76"/>
                </a:cubicBezTo>
                <a:close/>
                <a:moveTo>
                  <a:pt x="75" y="76"/>
                </a:moveTo>
                <a:cubicBezTo>
                  <a:pt x="75" y="76"/>
                  <a:pt x="75" y="77"/>
                  <a:pt x="75" y="77"/>
                </a:cubicBezTo>
                <a:cubicBezTo>
                  <a:pt x="76" y="76"/>
                  <a:pt x="75" y="76"/>
                  <a:pt x="75" y="76"/>
                </a:cubicBezTo>
                <a:cubicBezTo>
                  <a:pt x="75" y="76"/>
                  <a:pt x="75" y="76"/>
                  <a:pt x="75" y="76"/>
                </a:cubicBezTo>
                <a:cubicBezTo>
                  <a:pt x="75" y="76"/>
                  <a:pt x="75" y="76"/>
                  <a:pt x="75" y="76"/>
                </a:cubicBezTo>
                <a:cubicBezTo>
                  <a:pt x="75" y="76"/>
                  <a:pt x="75" y="76"/>
                  <a:pt x="75" y="76"/>
                </a:cubicBezTo>
                <a:close/>
                <a:moveTo>
                  <a:pt x="68" y="79"/>
                </a:moveTo>
                <a:cubicBezTo>
                  <a:pt x="68" y="79"/>
                  <a:pt x="68" y="79"/>
                  <a:pt x="68" y="79"/>
                </a:cubicBezTo>
                <a:cubicBezTo>
                  <a:pt x="68" y="79"/>
                  <a:pt x="68" y="79"/>
                  <a:pt x="68" y="79"/>
                </a:cubicBezTo>
                <a:close/>
                <a:moveTo>
                  <a:pt x="67" y="79"/>
                </a:moveTo>
                <a:cubicBezTo>
                  <a:pt x="67" y="79"/>
                  <a:pt x="67" y="79"/>
                  <a:pt x="67" y="79"/>
                </a:cubicBezTo>
                <a:cubicBezTo>
                  <a:pt x="67" y="79"/>
                  <a:pt x="67" y="79"/>
                  <a:pt x="67" y="79"/>
                </a:cubicBezTo>
                <a:cubicBezTo>
                  <a:pt x="67" y="79"/>
                  <a:pt x="67" y="79"/>
                  <a:pt x="67" y="79"/>
                </a:cubicBezTo>
                <a:cubicBezTo>
                  <a:pt x="67" y="79"/>
                  <a:pt x="67" y="79"/>
                  <a:pt x="67" y="79"/>
                </a:cubicBezTo>
                <a:close/>
                <a:moveTo>
                  <a:pt x="53" y="108"/>
                </a:moveTo>
                <a:cubicBezTo>
                  <a:pt x="53" y="109"/>
                  <a:pt x="54" y="109"/>
                  <a:pt x="54" y="110"/>
                </a:cubicBezTo>
                <a:cubicBezTo>
                  <a:pt x="54" y="110"/>
                  <a:pt x="55" y="110"/>
                  <a:pt x="55" y="110"/>
                </a:cubicBezTo>
                <a:cubicBezTo>
                  <a:pt x="56" y="110"/>
                  <a:pt x="56" y="110"/>
                  <a:pt x="56" y="111"/>
                </a:cubicBezTo>
                <a:cubicBezTo>
                  <a:pt x="56" y="111"/>
                  <a:pt x="56" y="111"/>
                  <a:pt x="57" y="112"/>
                </a:cubicBezTo>
                <a:cubicBezTo>
                  <a:pt x="57" y="112"/>
                  <a:pt x="57" y="113"/>
                  <a:pt x="58" y="113"/>
                </a:cubicBezTo>
                <a:cubicBezTo>
                  <a:pt x="58" y="113"/>
                  <a:pt x="58" y="113"/>
                  <a:pt x="58" y="113"/>
                </a:cubicBezTo>
                <a:cubicBezTo>
                  <a:pt x="59" y="113"/>
                  <a:pt x="59" y="113"/>
                  <a:pt x="59" y="112"/>
                </a:cubicBezTo>
                <a:cubicBezTo>
                  <a:pt x="60" y="112"/>
                  <a:pt x="60" y="111"/>
                  <a:pt x="61" y="110"/>
                </a:cubicBezTo>
                <a:cubicBezTo>
                  <a:pt x="61" y="110"/>
                  <a:pt x="61" y="110"/>
                  <a:pt x="60" y="110"/>
                </a:cubicBezTo>
                <a:cubicBezTo>
                  <a:pt x="60" y="109"/>
                  <a:pt x="60" y="108"/>
                  <a:pt x="59" y="108"/>
                </a:cubicBezTo>
                <a:cubicBezTo>
                  <a:pt x="59" y="108"/>
                  <a:pt x="59" y="108"/>
                  <a:pt x="59" y="108"/>
                </a:cubicBezTo>
                <a:cubicBezTo>
                  <a:pt x="59" y="108"/>
                  <a:pt x="59" y="107"/>
                  <a:pt x="59" y="107"/>
                </a:cubicBezTo>
                <a:cubicBezTo>
                  <a:pt x="59" y="107"/>
                  <a:pt x="58" y="107"/>
                  <a:pt x="59" y="107"/>
                </a:cubicBezTo>
                <a:cubicBezTo>
                  <a:pt x="59" y="107"/>
                  <a:pt x="59" y="107"/>
                  <a:pt x="59" y="107"/>
                </a:cubicBezTo>
                <a:cubicBezTo>
                  <a:pt x="59" y="106"/>
                  <a:pt x="59" y="106"/>
                  <a:pt x="59" y="106"/>
                </a:cubicBezTo>
                <a:cubicBezTo>
                  <a:pt x="59" y="105"/>
                  <a:pt x="58" y="105"/>
                  <a:pt x="59" y="104"/>
                </a:cubicBezTo>
                <a:cubicBezTo>
                  <a:pt x="59" y="104"/>
                  <a:pt x="59" y="104"/>
                  <a:pt x="59" y="104"/>
                </a:cubicBezTo>
                <a:cubicBezTo>
                  <a:pt x="59" y="104"/>
                  <a:pt x="59" y="103"/>
                  <a:pt x="59" y="103"/>
                </a:cubicBezTo>
                <a:cubicBezTo>
                  <a:pt x="60" y="103"/>
                  <a:pt x="60" y="103"/>
                  <a:pt x="60" y="103"/>
                </a:cubicBezTo>
                <a:cubicBezTo>
                  <a:pt x="60" y="102"/>
                  <a:pt x="60" y="102"/>
                  <a:pt x="60" y="102"/>
                </a:cubicBezTo>
                <a:cubicBezTo>
                  <a:pt x="60" y="101"/>
                  <a:pt x="60" y="101"/>
                  <a:pt x="60" y="100"/>
                </a:cubicBezTo>
                <a:cubicBezTo>
                  <a:pt x="60" y="100"/>
                  <a:pt x="60" y="100"/>
                  <a:pt x="60" y="100"/>
                </a:cubicBezTo>
                <a:cubicBezTo>
                  <a:pt x="60" y="100"/>
                  <a:pt x="60" y="99"/>
                  <a:pt x="60" y="99"/>
                </a:cubicBezTo>
                <a:cubicBezTo>
                  <a:pt x="60" y="99"/>
                  <a:pt x="61" y="99"/>
                  <a:pt x="61" y="99"/>
                </a:cubicBezTo>
                <a:cubicBezTo>
                  <a:pt x="61" y="99"/>
                  <a:pt x="61" y="99"/>
                  <a:pt x="61" y="99"/>
                </a:cubicBezTo>
                <a:cubicBezTo>
                  <a:pt x="61" y="98"/>
                  <a:pt x="61" y="98"/>
                  <a:pt x="61" y="98"/>
                </a:cubicBezTo>
                <a:cubicBezTo>
                  <a:pt x="61" y="98"/>
                  <a:pt x="61" y="97"/>
                  <a:pt x="61" y="97"/>
                </a:cubicBezTo>
                <a:cubicBezTo>
                  <a:pt x="62" y="97"/>
                  <a:pt x="62" y="97"/>
                  <a:pt x="62" y="97"/>
                </a:cubicBezTo>
                <a:cubicBezTo>
                  <a:pt x="62" y="97"/>
                  <a:pt x="62" y="97"/>
                  <a:pt x="62" y="97"/>
                </a:cubicBezTo>
                <a:cubicBezTo>
                  <a:pt x="62" y="96"/>
                  <a:pt x="62" y="96"/>
                  <a:pt x="62" y="95"/>
                </a:cubicBezTo>
                <a:cubicBezTo>
                  <a:pt x="62" y="95"/>
                  <a:pt x="62" y="95"/>
                  <a:pt x="62" y="95"/>
                </a:cubicBezTo>
                <a:cubicBezTo>
                  <a:pt x="62" y="95"/>
                  <a:pt x="62" y="94"/>
                  <a:pt x="61" y="94"/>
                </a:cubicBezTo>
                <a:cubicBezTo>
                  <a:pt x="61" y="94"/>
                  <a:pt x="61" y="94"/>
                  <a:pt x="61" y="94"/>
                </a:cubicBezTo>
                <a:cubicBezTo>
                  <a:pt x="61" y="94"/>
                  <a:pt x="61" y="94"/>
                  <a:pt x="61" y="94"/>
                </a:cubicBezTo>
                <a:cubicBezTo>
                  <a:pt x="60" y="94"/>
                  <a:pt x="60" y="94"/>
                  <a:pt x="60" y="94"/>
                </a:cubicBezTo>
                <a:cubicBezTo>
                  <a:pt x="60" y="94"/>
                  <a:pt x="60" y="94"/>
                  <a:pt x="60" y="94"/>
                </a:cubicBezTo>
                <a:cubicBezTo>
                  <a:pt x="60" y="94"/>
                  <a:pt x="59" y="94"/>
                  <a:pt x="59" y="94"/>
                </a:cubicBezTo>
                <a:cubicBezTo>
                  <a:pt x="59" y="94"/>
                  <a:pt x="59" y="94"/>
                  <a:pt x="59" y="94"/>
                </a:cubicBezTo>
                <a:cubicBezTo>
                  <a:pt x="59" y="93"/>
                  <a:pt x="58" y="94"/>
                  <a:pt x="58" y="94"/>
                </a:cubicBezTo>
                <a:cubicBezTo>
                  <a:pt x="58" y="94"/>
                  <a:pt x="58" y="94"/>
                  <a:pt x="58" y="94"/>
                </a:cubicBezTo>
                <a:cubicBezTo>
                  <a:pt x="57" y="94"/>
                  <a:pt x="57" y="94"/>
                  <a:pt x="57" y="94"/>
                </a:cubicBezTo>
                <a:cubicBezTo>
                  <a:pt x="57" y="94"/>
                  <a:pt x="56" y="94"/>
                  <a:pt x="56" y="95"/>
                </a:cubicBezTo>
                <a:cubicBezTo>
                  <a:pt x="56" y="95"/>
                  <a:pt x="56" y="95"/>
                  <a:pt x="56" y="96"/>
                </a:cubicBezTo>
                <a:cubicBezTo>
                  <a:pt x="56" y="96"/>
                  <a:pt x="56" y="97"/>
                  <a:pt x="56" y="97"/>
                </a:cubicBezTo>
                <a:cubicBezTo>
                  <a:pt x="55" y="97"/>
                  <a:pt x="55" y="98"/>
                  <a:pt x="55" y="98"/>
                </a:cubicBezTo>
                <a:cubicBezTo>
                  <a:pt x="55" y="98"/>
                  <a:pt x="55" y="98"/>
                  <a:pt x="55" y="98"/>
                </a:cubicBezTo>
                <a:cubicBezTo>
                  <a:pt x="55" y="98"/>
                  <a:pt x="55" y="99"/>
                  <a:pt x="55" y="99"/>
                </a:cubicBezTo>
                <a:cubicBezTo>
                  <a:pt x="55" y="99"/>
                  <a:pt x="55" y="99"/>
                  <a:pt x="55" y="99"/>
                </a:cubicBezTo>
                <a:cubicBezTo>
                  <a:pt x="55" y="99"/>
                  <a:pt x="55" y="99"/>
                  <a:pt x="55" y="99"/>
                </a:cubicBezTo>
                <a:cubicBezTo>
                  <a:pt x="55" y="99"/>
                  <a:pt x="55" y="99"/>
                  <a:pt x="55" y="100"/>
                </a:cubicBezTo>
                <a:cubicBezTo>
                  <a:pt x="55" y="100"/>
                  <a:pt x="55" y="100"/>
                  <a:pt x="55" y="100"/>
                </a:cubicBezTo>
                <a:cubicBezTo>
                  <a:pt x="56" y="100"/>
                  <a:pt x="55" y="101"/>
                  <a:pt x="55" y="101"/>
                </a:cubicBezTo>
                <a:cubicBezTo>
                  <a:pt x="56" y="101"/>
                  <a:pt x="55" y="101"/>
                  <a:pt x="56" y="102"/>
                </a:cubicBezTo>
                <a:cubicBezTo>
                  <a:pt x="56" y="102"/>
                  <a:pt x="56" y="102"/>
                  <a:pt x="56" y="103"/>
                </a:cubicBezTo>
                <a:cubicBezTo>
                  <a:pt x="55" y="103"/>
                  <a:pt x="55" y="103"/>
                  <a:pt x="54" y="104"/>
                </a:cubicBezTo>
                <a:cubicBezTo>
                  <a:pt x="54" y="104"/>
                  <a:pt x="54" y="104"/>
                  <a:pt x="54" y="104"/>
                </a:cubicBezTo>
                <a:cubicBezTo>
                  <a:pt x="53" y="104"/>
                  <a:pt x="53" y="104"/>
                  <a:pt x="52" y="104"/>
                </a:cubicBezTo>
                <a:cubicBezTo>
                  <a:pt x="52" y="103"/>
                  <a:pt x="52" y="103"/>
                  <a:pt x="52" y="104"/>
                </a:cubicBezTo>
                <a:cubicBezTo>
                  <a:pt x="52" y="104"/>
                  <a:pt x="52" y="104"/>
                  <a:pt x="52" y="104"/>
                </a:cubicBezTo>
                <a:cubicBezTo>
                  <a:pt x="52" y="104"/>
                  <a:pt x="52" y="105"/>
                  <a:pt x="51" y="105"/>
                </a:cubicBezTo>
                <a:cubicBezTo>
                  <a:pt x="51" y="105"/>
                  <a:pt x="51" y="105"/>
                  <a:pt x="51" y="106"/>
                </a:cubicBezTo>
                <a:cubicBezTo>
                  <a:pt x="52" y="106"/>
                  <a:pt x="52" y="106"/>
                  <a:pt x="51" y="106"/>
                </a:cubicBezTo>
                <a:cubicBezTo>
                  <a:pt x="51" y="107"/>
                  <a:pt x="52" y="107"/>
                  <a:pt x="52" y="107"/>
                </a:cubicBezTo>
                <a:cubicBezTo>
                  <a:pt x="52" y="107"/>
                  <a:pt x="52" y="107"/>
                  <a:pt x="52" y="108"/>
                </a:cubicBezTo>
                <a:cubicBezTo>
                  <a:pt x="52" y="108"/>
                  <a:pt x="53" y="108"/>
                  <a:pt x="53" y="108"/>
                </a:cubicBezTo>
                <a:close/>
                <a:moveTo>
                  <a:pt x="62" y="79"/>
                </a:moveTo>
                <a:cubicBezTo>
                  <a:pt x="62" y="79"/>
                  <a:pt x="62" y="79"/>
                  <a:pt x="62" y="79"/>
                </a:cubicBezTo>
                <a:cubicBezTo>
                  <a:pt x="62" y="79"/>
                  <a:pt x="63" y="79"/>
                  <a:pt x="63" y="79"/>
                </a:cubicBezTo>
                <a:cubicBezTo>
                  <a:pt x="63" y="79"/>
                  <a:pt x="63" y="80"/>
                  <a:pt x="63" y="80"/>
                </a:cubicBezTo>
                <a:cubicBezTo>
                  <a:pt x="63" y="80"/>
                  <a:pt x="63" y="80"/>
                  <a:pt x="63" y="80"/>
                </a:cubicBezTo>
                <a:cubicBezTo>
                  <a:pt x="63" y="80"/>
                  <a:pt x="63" y="80"/>
                  <a:pt x="63" y="79"/>
                </a:cubicBezTo>
                <a:cubicBezTo>
                  <a:pt x="63" y="79"/>
                  <a:pt x="63" y="79"/>
                  <a:pt x="63" y="79"/>
                </a:cubicBezTo>
                <a:cubicBezTo>
                  <a:pt x="63" y="79"/>
                  <a:pt x="63" y="78"/>
                  <a:pt x="63" y="78"/>
                </a:cubicBezTo>
                <a:cubicBezTo>
                  <a:pt x="63" y="77"/>
                  <a:pt x="62" y="77"/>
                  <a:pt x="62" y="77"/>
                </a:cubicBezTo>
                <a:cubicBezTo>
                  <a:pt x="62" y="77"/>
                  <a:pt x="62" y="77"/>
                  <a:pt x="62" y="77"/>
                </a:cubicBezTo>
                <a:cubicBezTo>
                  <a:pt x="62" y="77"/>
                  <a:pt x="62" y="77"/>
                  <a:pt x="62" y="77"/>
                </a:cubicBezTo>
                <a:cubicBezTo>
                  <a:pt x="61" y="77"/>
                  <a:pt x="61" y="77"/>
                  <a:pt x="61" y="77"/>
                </a:cubicBezTo>
                <a:cubicBezTo>
                  <a:pt x="61" y="77"/>
                  <a:pt x="61" y="78"/>
                  <a:pt x="62" y="78"/>
                </a:cubicBezTo>
                <a:cubicBezTo>
                  <a:pt x="62" y="78"/>
                  <a:pt x="62" y="78"/>
                  <a:pt x="62" y="79"/>
                </a:cubicBezTo>
                <a:close/>
                <a:moveTo>
                  <a:pt x="60" y="78"/>
                </a:moveTo>
                <a:cubicBezTo>
                  <a:pt x="60" y="78"/>
                  <a:pt x="60" y="78"/>
                  <a:pt x="60" y="78"/>
                </a:cubicBezTo>
                <a:cubicBezTo>
                  <a:pt x="59" y="78"/>
                  <a:pt x="59" y="79"/>
                  <a:pt x="59" y="79"/>
                </a:cubicBezTo>
                <a:cubicBezTo>
                  <a:pt x="59" y="79"/>
                  <a:pt x="59" y="79"/>
                  <a:pt x="59" y="79"/>
                </a:cubicBezTo>
                <a:cubicBezTo>
                  <a:pt x="59" y="79"/>
                  <a:pt x="59" y="78"/>
                  <a:pt x="59" y="78"/>
                </a:cubicBezTo>
                <a:cubicBezTo>
                  <a:pt x="58" y="78"/>
                  <a:pt x="58" y="78"/>
                  <a:pt x="58" y="78"/>
                </a:cubicBezTo>
                <a:cubicBezTo>
                  <a:pt x="58" y="78"/>
                  <a:pt x="58" y="78"/>
                  <a:pt x="58" y="78"/>
                </a:cubicBezTo>
                <a:cubicBezTo>
                  <a:pt x="58" y="78"/>
                  <a:pt x="58" y="78"/>
                  <a:pt x="58" y="78"/>
                </a:cubicBezTo>
                <a:cubicBezTo>
                  <a:pt x="58" y="78"/>
                  <a:pt x="58" y="79"/>
                  <a:pt x="58" y="79"/>
                </a:cubicBezTo>
                <a:cubicBezTo>
                  <a:pt x="58" y="79"/>
                  <a:pt x="59" y="80"/>
                  <a:pt x="58" y="80"/>
                </a:cubicBezTo>
                <a:cubicBezTo>
                  <a:pt x="58" y="80"/>
                  <a:pt x="58" y="81"/>
                  <a:pt x="58" y="81"/>
                </a:cubicBezTo>
                <a:cubicBezTo>
                  <a:pt x="58" y="81"/>
                  <a:pt x="58" y="81"/>
                  <a:pt x="58" y="81"/>
                </a:cubicBezTo>
                <a:cubicBezTo>
                  <a:pt x="58" y="82"/>
                  <a:pt x="58" y="81"/>
                  <a:pt x="58" y="81"/>
                </a:cubicBezTo>
                <a:cubicBezTo>
                  <a:pt x="59" y="82"/>
                  <a:pt x="58" y="82"/>
                  <a:pt x="59" y="82"/>
                </a:cubicBezTo>
                <a:cubicBezTo>
                  <a:pt x="58" y="82"/>
                  <a:pt x="58" y="82"/>
                  <a:pt x="58" y="83"/>
                </a:cubicBezTo>
                <a:cubicBezTo>
                  <a:pt x="58" y="83"/>
                  <a:pt x="57" y="83"/>
                  <a:pt x="57" y="83"/>
                </a:cubicBezTo>
                <a:cubicBezTo>
                  <a:pt x="57" y="84"/>
                  <a:pt x="57" y="84"/>
                  <a:pt x="58" y="84"/>
                </a:cubicBezTo>
                <a:cubicBezTo>
                  <a:pt x="58" y="84"/>
                  <a:pt x="58" y="84"/>
                  <a:pt x="57" y="84"/>
                </a:cubicBezTo>
                <a:cubicBezTo>
                  <a:pt x="57" y="84"/>
                  <a:pt x="57" y="84"/>
                  <a:pt x="58" y="85"/>
                </a:cubicBezTo>
                <a:cubicBezTo>
                  <a:pt x="58" y="85"/>
                  <a:pt x="58" y="85"/>
                  <a:pt x="58" y="85"/>
                </a:cubicBezTo>
                <a:cubicBezTo>
                  <a:pt x="59" y="84"/>
                  <a:pt x="59" y="83"/>
                  <a:pt x="60" y="82"/>
                </a:cubicBezTo>
                <a:cubicBezTo>
                  <a:pt x="60" y="82"/>
                  <a:pt x="60" y="82"/>
                  <a:pt x="60" y="81"/>
                </a:cubicBezTo>
                <a:cubicBezTo>
                  <a:pt x="61" y="81"/>
                  <a:pt x="61" y="81"/>
                  <a:pt x="61" y="82"/>
                </a:cubicBezTo>
                <a:cubicBezTo>
                  <a:pt x="62" y="82"/>
                  <a:pt x="62" y="82"/>
                  <a:pt x="62" y="83"/>
                </a:cubicBezTo>
                <a:cubicBezTo>
                  <a:pt x="62" y="83"/>
                  <a:pt x="63" y="83"/>
                  <a:pt x="63" y="84"/>
                </a:cubicBezTo>
                <a:cubicBezTo>
                  <a:pt x="63" y="84"/>
                  <a:pt x="63" y="84"/>
                  <a:pt x="63" y="84"/>
                </a:cubicBezTo>
                <a:cubicBezTo>
                  <a:pt x="64" y="84"/>
                  <a:pt x="64" y="84"/>
                  <a:pt x="65" y="85"/>
                </a:cubicBezTo>
                <a:cubicBezTo>
                  <a:pt x="65" y="85"/>
                  <a:pt x="65" y="85"/>
                  <a:pt x="65" y="85"/>
                </a:cubicBezTo>
                <a:cubicBezTo>
                  <a:pt x="65" y="85"/>
                  <a:pt x="66" y="85"/>
                  <a:pt x="66" y="86"/>
                </a:cubicBezTo>
                <a:cubicBezTo>
                  <a:pt x="66" y="86"/>
                  <a:pt x="66" y="86"/>
                  <a:pt x="66" y="86"/>
                </a:cubicBezTo>
                <a:cubicBezTo>
                  <a:pt x="66" y="86"/>
                  <a:pt x="67" y="86"/>
                  <a:pt x="66" y="85"/>
                </a:cubicBezTo>
                <a:cubicBezTo>
                  <a:pt x="66" y="85"/>
                  <a:pt x="66" y="85"/>
                  <a:pt x="66" y="84"/>
                </a:cubicBezTo>
                <a:cubicBezTo>
                  <a:pt x="66" y="84"/>
                  <a:pt x="66" y="84"/>
                  <a:pt x="66" y="84"/>
                </a:cubicBezTo>
                <a:cubicBezTo>
                  <a:pt x="66" y="84"/>
                  <a:pt x="66" y="84"/>
                  <a:pt x="66" y="84"/>
                </a:cubicBezTo>
                <a:cubicBezTo>
                  <a:pt x="66" y="84"/>
                  <a:pt x="66" y="84"/>
                  <a:pt x="66" y="84"/>
                </a:cubicBezTo>
                <a:cubicBezTo>
                  <a:pt x="66" y="84"/>
                  <a:pt x="66" y="84"/>
                  <a:pt x="66" y="84"/>
                </a:cubicBezTo>
                <a:cubicBezTo>
                  <a:pt x="66" y="83"/>
                  <a:pt x="66" y="83"/>
                  <a:pt x="66" y="83"/>
                </a:cubicBezTo>
                <a:cubicBezTo>
                  <a:pt x="66" y="83"/>
                  <a:pt x="66" y="83"/>
                  <a:pt x="65" y="83"/>
                </a:cubicBezTo>
                <a:cubicBezTo>
                  <a:pt x="65" y="82"/>
                  <a:pt x="65" y="82"/>
                  <a:pt x="64" y="81"/>
                </a:cubicBezTo>
                <a:cubicBezTo>
                  <a:pt x="64" y="81"/>
                  <a:pt x="64" y="81"/>
                  <a:pt x="64" y="81"/>
                </a:cubicBezTo>
                <a:cubicBezTo>
                  <a:pt x="63" y="81"/>
                  <a:pt x="63" y="81"/>
                  <a:pt x="63" y="81"/>
                </a:cubicBezTo>
                <a:cubicBezTo>
                  <a:pt x="63" y="80"/>
                  <a:pt x="62" y="80"/>
                  <a:pt x="62" y="80"/>
                </a:cubicBezTo>
                <a:cubicBezTo>
                  <a:pt x="61" y="80"/>
                  <a:pt x="61" y="79"/>
                  <a:pt x="61" y="79"/>
                </a:cubicBezTo>
                <a:cubicBezTo>
                  <a:pt x="61" y="79"/>
                  <a:pt x="60" y="79"/>
                  <a:pt x="60" y="79"/>
                </a:cubicBezTo>
                <a:cubicBezTo>
                  <a:pt x="60" y="79"/>
                  <a:pt x="60" y="79"/>
                  <a:pt x="60" y="79"/>
                </a:cubicBezTo>
                <a:cubicBezTo>
                  <a:pt x="60" y="78"/>
                  <a:pt x="60" y="78"/>
                  <a:pt x="60" y="78"/>
                </a:cubicBezTo>
                <a:close/>
                <a:moveTo>
                  <a:pt x="58" y="76"/>
                </a:moveTo>
                <a:cubicBezTo>
                  <a:pt x="58" y="76"/>
                  <a:pt x="58" y="75"/>
                  <a:pt x="58" y="75"/>
                </a:cubicBezTo>
                <a:cubicBezTo>
                  <a:pt x="58" y="75"/>
                  <a:pt x="58" y="75"/>
                  <a:pt x="57" y="75"/>
                </a:cubicBezTo>
                <a:cubicBezTo>
                  <a:pt x="57" y="75"/>
                  <a:pt x="57" y="75"/>
                  <a:pt x="57" y="75"/>
                </a:cubicBezTo>
                <a:cubicBezTo>
                  <a:pt x="57" y="74"/>
                  <a:pt x="56" y="74"/>
                  <a:pt x="56" y="73"/>
                </a:cubicBezTo>
                <a:cubicBezTo>
                  <a:pt x="56" y="73"/>
                  <a:pt x="55" y="73"/>
                  <a:pt x="55" y="73"/>
                </a:cubicBezTo>
                <a:cubicBezTo>
                  <a:pt x="55" y="73"/>
                  <a:pt x="55" y="73"/>
                  <a:pt x="55" y="73"/>
                </a:cubicBezTo>
                <a:cubicBezTo>
                  <a:pt x="55" y="73"/>
                  <a:pt x="55" y="74"/>
                  <a:pt x="55" y="74"/>
                </a:cubicBezTo>
                <a:cubicBezTo>
                  <a:pt x="56" y="74"/>
                  <a:pt x="56" y="74"/>
                  <a:pt x="56" y="75"/>
                </a:cubicBezTo>
                <a:cubicBezTo>
                  <a:pt x="57" y="75"/>
                  <a:pt x="58" y="76"/>
                  <a:pt x="58" y="76"/>
                </a:cubicBezTo>
                <a:cubicBezTo>
                  <a:pt x="58" y="76"/>
                  <a:pt x="58" y="76"/>
                  <a:pt x="59" y="76"/>
                </a:cubicBezTo>
                <a:cubicBezTo>
                  <a:pt x="59" y="76"/>
                  <a:pt x="59" y="77"/>
                  <a:pt x="59" y="77"/>
                </a:cubicBezTo>
                <a:cubicBezTo>
                  <a:pt x="59" y="76"/>
                  <a:pt x="59" y="76"/>
                  <a:pt x="59" y="76"/>
                </a:cubicBezTo>
                <a:cubicBezTo>
                  <a:pt x="59" y="76"/>
                  <a:pt x="59" y="76"/>
                  <a:pt x="58" y="76"/>
                </a:cubicBezTo>
                <a:close/>
                <a:moveTo>
                  <a:pt x="45" y="72"/>
                </a:moveTo>
                <a:cubicBezTo>
                  <a:pt x="45" y="72"/>
                  <a:pt x="45" y="72"/>
                  <a:pt x="45" y="72"/>
                </a:cubicBezTo>
                <a:cubicBezTo>
                  <a:pt x="45" y="72"/>
                  <a:pt x="46" y="73"/>
                  <a:pt x="46" y="73"/>
                </a:cubicBezTo>
                <a:cubicBezTo>
                  <a:pt x="46" y="72"/>
                  <a:pt x="46" y="72"/>
                  <a:pt x="46" y="72"/>
                </a:cubicBezTo>
                <a:cubicBezTo>
                  <a:pt x="46" y="71"/>
                  <a:pt x="47" y="71"/>
                  <a:pt x="47" y="71"/>
                </a:cubicBezTo>
                <a:cubicBezTo>
                  <a:pt x="47" y="71"/>
                  <a:pt x="47" y="71"/>
                  <a:pt x="47" y="71"/>
                </a:cubicBezTo>
                <a:cubicBezTo>
                  <a:pt x="47" y="71"/>
                  <a:pt x="47" y="70"/>
                  <a:pt x="47" y="70"/>
                </a:cubicBezTo>
                <a:cubicBezTo>
                  <a:pt x="47" y="70"/>
                  <a:pt x="47" y="70"/>
                  <a:pt x="46" y="70"/>
                </a:cubicBezTo>
                <a:cubicBezTo>
                  <a:pt x="46" y="70"/>
                  <a:pt x="46" y="70"/>
                  <a:pt x="46" y="70"/>
                </a:cubicBezTo>
                <a:cubicBezTo>
                  <a:pt x="46" y="69"/>
                  <a:pt x="46" y="69"/>
                  <a:pt x="46" y="69"/>
                </a:cubicBezTo>
                <a:cubicBezTo>
                  <a:pt x="45" y="70"/>
                  <a:pt x="45" y="69"/>
                  <a:pt x="44" y="69"/>
                </a:cubicBezTo>
                <a:cubicBezTo>
                  <a:pt x="44" y="69"/>
                  <a:pt x="44" y="70"/>
                  <a:pt x="44" y="70"/>
                </a:cubicBezTo>
                <a:cubicBezTo>
                  <a:pt x="44" y="70"/>
                  <a:pt x="44" y="70"/>
                  <a:pt x="44" y="70"/>
                </a:cubicBezTo>
                <a:cubicBezTo>
                  <a:pt x="44" y="70"/>
                  <a:pt x="44" y="70"/>
                  <a:pt x="44" y="71"/>
                </a:cubicBezTo>
                <a:cubicBezTo>
                  <a:pt x="44" y="72"/>
                  <a:pt x="44" y="72"/>
                  <a:pt x="45" y="72"/>
                </a:cubicBezTo>
                <a:close/>
                <a:moveTo>
                  <a:pt x="69" y="129"/>
                </a:moveTo>
                <a:cubicBezTo>
                  <a:pt x="69" y="129"/>
                  <a:pt x="69" y="129"/>
                  <a:pt x="69" y="129"/>
                </a:cubicBezTo>
                <a:cubicBezTo>
                  <a:pt x="69" y="129"/>
                  <a:pt x="69" y="129"/>
                  <a:pt x="69" y="129"/>
                </a:cubicBezTo>
                <a:close/>
                <a:moveTo>
                  <a:pt x="58" y="91"/>
                </a:moveTo>
                <a:cubicBezTo>
                  <a:pt x="58" y="91"/>
                  <a:pt x="58" y="91"/>
                  <a:pt x="58" y="91"/>
                </a:cubicBezTo>
                <a:cubicBezTo>
                  <a:pt x="58" y="91"/>
                  <a:pt x="58" y="91"/>
                  <a:pt x="58" y="91"/>
                </a:cubicBezTo>
                <a:cubicBezTo>
                  <a:pt x="58" y="91"/>
                  <a:pt x="58" y="91"/>
                  <a:pt x="58" y="91"/>
                </a:cubicBezTo>
                <a:cubicBezTo>
                  <a:pt x="58" y="91"/>
                  <a:pt x="58" y="91"/>
                  <a:pt x="58" y="91"/>
                </a:cubicBezTo>
                <a:close/>
                <a:moveTo>
                  <a:pt x="58" y="89"/>
                </a:moveTo>
                <a:cubicBezTo>
                  <a:pt x="58" y="89"/>
                  <a:pt x="58" y="89"/>
                  <a:pt x="58" y="89"/>
                </a:cubicBezTo>
                <a:cubicBezTo>
                  <a:pt x="59" y="89"/>
                  <a:pt x="59" y="89"/>
                  <a:pt x="59" y="89"/>
                </a:cubicBezTo>
                <a:cubicBezTo>
                  <a:pt x="58" y="89"/>
                  <a:pt x="58" y="88"/>
                  <a:pt x="58" y="88"/>
                </a:cubicBezTo>
                <a:cubicBezTo>
                  <a:pt x="58" y="89"/>
                  <a:pt x="58" y="89"/>
                  <a:pt x="58" y="89"/>
                </a:cubicBezTo>
                <a:close/>
                <a:moveTo>
                  <a:pt x="52" y="100"/>
                </a:moveTo>
                <a:cubicBezTo>
                  <a:pt x="52" y="100"/>
                  <a:pt x="53" y="100"/>
                  <a:pt x="53" y="100"/>
                </a:cubicBezTo>
                <a:cubicBezTo>
                  <a:pt x="53" y="100"/>
                  <a:pt x="53" y="99"/>
                  <a:pt x="53" y="99"/>
                </a:cubicBezTo>
                <a:cubicBezTo>
                  <a:pt x="53" y="100"/>
                  <a:pt x="54" y="99"/>
                  <a:pt x="54" y="99"/>
                </a:cubicBezTo>
                <a:cubicBezTo>
                  <a:pt x="54" y="99"/>
                  <a:pt x="54" y="98"/>
                  <a:pt x="54" y="98"/>
                </a:cubicBezTo>
                <a:cubicBezTo>
                  <a:pt x="54" y="98"/>
                  <a:pt x="54" y="98"/>
                  <a:pt x="54" y="98"/>
                </a:cubicBezTo>
                <a:cubicBezTo>
                  <a:pt x="54" y="97"/>
                  <a:pt x="54" y="97"/>
                  <a:pt x="54" y="97"/>
                </a:cubicBezTo>
                <a:cubicBezTo>
                  <a:pt x="54" y="97"/>
                  <a:pt x="54" y="97"/>
                  <a:pt x="54" y="97"/>
                </a:cubicBezTo>
                <a:cubicBezTo>
                  <a:pt x="54" y="96"/>
                  <a:pt x="53" y="96"/>
                  <a:pt x="53" y="97"/>
                </a:cubicBezTo>
                <a:cubicBezTo>
                  <a:pt x="53" y="97"/>
                  <a:pt x="53" y="97"/>
                  <a:pt x="53" y="97"/>
                </a:cubicBezTo>
                <a:cubicBezTo>
                  <a:pt x="53" y="97"/>
                  <a:pt x="53" y="97"/>
                  <a:pt x="53" y="97"/>
                </a:cubicBezTo>
                <a:cubicBezTo>
                  <a:pt x="53" y="97"/>
                  <a:pt x="53" y="97"/>
                  <a:pt x="53" y="97"/>
                </a:cubicBezTo>
                <a:cubicBezTo>
                  <a:pt x="52" y="97"/>
                  <a:pt x="53" y="98"/>
                  <a:pt x="52" y="98"/>
                </a:cubicBezTo>
                <a:cubicBezTo>
                  <a:pt x="52" y="98"/>
                  <a:pt x="52" y="98"/>
                  <a:pt x="53" y="99"/>
                </a:cubicBezTo>
                <a:cubicBezTo>
                  <a:pt x="52" y="99"/>
                  <a:pt x="52" y="99"/>
                  <a:pt x="52" y="99"/>
                </a:cubicBezTo>
                <a:cubicBezTo>
                  <a:pt x="52" y="99"/>
                  <a:pt x="52" y="99"/>
                  <a:pt x="52" y="99"/>
                </a:cubicBezTo>
                <a:cubicBezTo>
                  <a:pt x="52" y="99"/>
                  <a:pt x="52" y="99"/>
                  <a:pt x="52" y="99"/>
                </a:cubicBezTo>
                <a:cubicBezTo>
                  <a:pt x="52" y="99"/>
                  <a:pt x="52" y="100"/>
                  <a:pt x="52" y="100"/>
                </a:cubicBezTo>
                <a:close/>
                <a:moveTo>
                  <a:pt x="83" y="92"/>
                </a:moveTo>
                <a:cubicBezTo>
                  <a:pt x="83" y="92"/>
                  <a:pt x="83" y="92"/>
                  <a:pt x="83" y="92"/>
                </a:cubicBezTo>
                <a:cubicBezTo>
                  <a:pt x="83" y="92"/>
                  <a:pt x="83" y="92"/>
                  <a:pt x="83" y="92"/>
                </a:cubicBezTo>
                <a:cubicBezTo>
                  <a:pt x="83" y="92"/>
                  <a:pt x="83" y="92"/>
                  <a:pt x="83" y="92"/>
                </a:cubicBezTo>
                <a:cubicBezTo>
                  <a:pt x="83" y="92"/>
                  <a:pt x="83" y="92"/>
                  <a:pt x="83" y="92"/>
                </a:cubicBezTo>
                <a:cubicBezTo>
                  <a:pt x="83" y="92"/>
                  <a:pt x="83" y="92"/>
                  <a:pt x="83" y="92"/>
                </a:cubicBezTo>
                <a:close/>
                <a:moveTo>
                  <a:pt x="84" y="94"/>
                </a:moveTo>
                <a:cubicBezTo>
                  <a:pt x="83" y="94"/>
                  <a:pt x="83" y="94"/>
                  <a:pt x="83" y="94"/>
                </a:cubicBezTo>
                <a:cubicBezTo>
                  <a:pt x="83" y="94"/>
                  <a:pt x="83" y="94"/>
                  <a:pt x="83" y="94"/>
                </a:cubicBezTo>
                <a:cubicBezTo>
                  <a:pt x="83" y="94"/>
                  <a:pt x="83" y="94"/>
                  <a:pt x="83" y="94"/>
                </a:cubicBezTo>
                <a:cubicBezTo>
                  <a:pt x="83" y="94"/>
                  <a:pt x="82" y="94"/>
                  <a:pt x="82" y="94"/>
                </a:cubicBezTo>
                <a:cubicBezTo>
                  <a:pt x="82" y="94"/>
                  <a:pt x="82" y="94"/>
                  <a:pt x="82" y="94"/>
                </a:cubicBezTo>
                <a:cubicBezTo>
                  <a:pt x="83" y="95"/>
                  <a:pt x="83" y="95"/>
                  <a:pt x="83" y="95"/>
                </a:cubicBezTo>
                <a:cubicBezTo>
                  <a:pt x="83" y="95"/>
                  <a:pt x="84" y="95"/>
                  <a:pt x="84" y="95"/>
                </a:cubicBezTo>
                <a:cubicBezTo>
                  <a:pt x="84" y="95"/>
                  <a:pt x="84" y="95"/>
                  <a:pt x="84" y="94"/>
                </a:cubicBezTo>
                <a:close/>
                <a:moveTo>
                  <a:pt x="81" y="103"/>
                </a:moveTo>
                <a:cubicBezTo>
                  <a:pt x="81" y="103"/>
                  <a:pt x="81" y="103"/>
                  <a:pt x="82" y="103"/>
                </a:cubicBezTo>
                <a:cubicBezTo>
                  <a:pt x="82" y="103"/>
                  <a:pt x="82" y="103"/>
                  <a:pt x="82" y="103"/>
                </a:cubicBezTo>
                <a:cubicBezTo>
                  <a:pt x="82" y="103"/>
                  <a:pt x="82" y="103"/>
                  <a:pt x="82" y="103"/>
                </a:cubicBezTo>
                <a:cubicBezTo>
                  <a:pt x="81" y="103"/>
                  <a:pt x="81" y="103"/>
                  <a:pt x="81" y="103"/>
                </a:cubicBezTo>
                <a:close/>
                <a:moveTo>
                  <a:pt x="83" y="103"/>
                </a:moveTo>
                <a:cubicBezTo>
                  <a:pt x="83" y="103"/>
                  <a:pt x="83" y="103"/>
                  <a:pt x="83" y="103"/>
                </a:cubicBezTo>
                <a:cubicBezTo>
                  <a:pt x="83" y="102"/>
                  <a:pt x="83" y="102"/>
                  <a:pt x="83" y="102"/>
                </a:cubicBezTo>
                <a:cubicBezTo>
                  <a:pt x="83" y="101"/>
                  <a:pt x="83" y="101"/>
                  <a:pt x="83" y="101"/>
                </a:cubicBezTo>
                <a:cubicBezTo>
                  <a:pt x="83" y="100"/>
                  <a:pt x="82" y="99"/>
                  <a:pt x="83" y="98"/>
                </a:cubicBezTo>
                <a:cubicBezTo>
                  <a:pt x="83" y="98"/>
                  <a:pt x="83" y="98"/>
                  <a:pt x="83" y="98"/>
                </a:cubicBezTo>
                <a:cubicBezTo>
                  <a:pt x="82" y="97"/>
                  <a:pt x="82" y="97"/>
                  <a:pt x="82" y="97"/>
                </a:cubicBezTo>
                <a:cubicBezTo>
                  <a:pt x="82" y="97"/>
                  <a:pt x="82" y="98"/>
                  <a:pt x="82" y="98"/>
                </a:cubicBezTo>
                <a:cubicBezTo>
                  <a:pt x="82" y="98"/>
                  <a:pt x="82" y="98"/>
                  <a:pt x="82" y="98"/>
                </a:cubicBezTo>
                <a:cubicBezTo>
                  <a:pt x="82" y="98"/>
                  <a:pt x="82" y="98"/>
                  <a:pt x="82" y="98"/>
                </a:cubicBezTo>
                <a:cubicBezTo>
                  <a:pt x="82" y="98"/>
                  <a:pt x="82" y="98"/>
                  <a:pt x="82" y="98"/>
                </a:cubicBezTo>
                <a:cubicBezTo>
                  <a:pt x="82" y="98"/>
                  <a:pt x="82" y="98"/>
                  <a:pt x="82" y="98"/>
                </a:cubicBezTo>
                <a:cubicBezTo>
                  <a:pt x="82" y="98"/>
                  <a:pt x="82" y="99"/>
                  <a:pt x="81" y="99"/>
                </a:cubicBezTo>
                <a:cubicBezTo>
                  <a:pt x="81" y="99"/>
                  <a:pt x="81" y="99"/>
                  <a:pt x="81" y="100"/>
                </a:cubicBezTo>
                <a:cubicBezTo>
                  <a:pt x="81" y="100"/>
                  <a:pt x="81" y="100"/>
                  <a:pt x="81" y="100"/>
                </a:cubicBezTo>
                <a:cubicBezTo>
                  <a:pt x="81" y="100"/>
                  <a:pt x="81" y="100"/>
                  <a:pt x="81" y="101"/>
                </a:cubicBezTo>
                <a:cubicBezTo>
                  <a:pt x="81" y="101"/>
                  <a:pt x="81" y="101"/>
                  <a:pt x="82" y="101"/>
                </a:cubicBezTo>
                <a:cubicBezTo>
                  <a:pt x="82" y="102"/>
                  <a:pt x="81" y="102"/>
                  <a:pt x="82" y="102"/>
                </a:cubicBezTo>
                <a:cubicBezTo>
                  <a:pt x="82" y="102"/>
                  <a:pt x="82" y="102"/>
                  <a:pt x="83" y="102"/>
                </a:cubicBezTo>
                <a:cubicBezTo>
                  <a:pt x="83" y="103"/>
                  <a:pt x="83" y="103"/>
                  <a:pt x="83" y="103"/>
                </a:cubicBezTo>
                <a:cubicBezTo>
                  <a:pt x="83" y="103"/>
                  <a:pt x="83" y="103"/>
                  <a:pt x="83" y="103"/>
                </a:cubicBezTo>
                <a:cubicBezTo>
                  <a:pt x="83" y="103"/>
                  <a:pt x="83" y="103"/>
                  <a:pt x="83" y="103"/>
                </a:cubicBezTo>
                <a:close/>
                <a:moveTo>
                  <a:pt x="93" y="128"/>
                </a:moveTo>
                <a:cubicBezTo>
                  <a:pt x="93" y="128"/>
                  <a:pt x="93" y="128"/>
                  <a:pt x="93" y="128"/>
                </a:cubicBezTo>
                <a:cubicBezTo>
                  <a:pt x="93" y="129"/>
                  <a:pt x="92" y="129"/>
                  <a:pt x="92" y="130"/>
                </a:cubicBezTo>
                <a:cubicBezTo>
                  <a:pt x="92" y="130"/>
                  <a:pt x="92" y="130"/>
                  <a:pt x="92" y="130"/>
                </a:cubicBezTo>
                <a:cubicBezTo>
                  <a:pt x="91" y="130"/>
                  <a:pt x="91" y="130"/>
                  <a:pt x="91" y="131"/>
                </a:cubicBezTo>
                <a:cubicBezTo>
                  <a:pt x="91" y="131"/>
                  <a:pt x="91" y="131"/>
                  <a:pt x="91" y="131"/>
                </a:cubicBezTo>
                <a:cubicBezTo>
                  <a:pt x="91" y="131"/>
                  <a:pt x="91" y="132"/>
                  <a:pt x="91" y="132"/>
                </a:cubicBezTo>
                <a:cubicBezTo>
                  <a:pt x="91" y="132"/>
                  <a:pt x="91" y="132"/>
                  <a:pt x="91" y="132"/>
                </a:cubicBezTo>
                <a:cubicBezTo>
                  <a:pt x="91" y="132"/>
                  <a:pt x="91" y="132"/>
                  <a:pt x="91" y="132"/>
                </a:cubicBezTo>
                <a:cubicBezTo>
                  <a:pt x="91" y="132"/>
                  <a:pt x="91" y="132"/>
                  <a:pt x="91" y="132"/>
                </a:cubicBezTo>
                <a:cubicBezTo>
                  <a:pt x="91" y="132"/>
                  <a:pt x="90" y="131"/>
                  <a:pt x="90" y="131"/>
                </a:cubicBezTo>
                <a:cubicBezTo>
                  <a:pt x="90" y="131"/>
                  <a:pt x="90" y="131"/>
                  <a:pt x="90" y="131"/>
                </a:cubicBezTo>
                <a:cubicBezTo>
                  <a:pt x="90" y="132"/>
                  <a:pt x="90" y="132"/>
                  <a:pt x="90" y="132"/>
                </a:cubicBezTo>
                <a:cubicBezTo>
                  <a:pt x="91" y="133"/>
                  <a:pt x="91" y="133"/>
                  <a:pt x="90" y="134"/>
                </a:cubicBezTo>
                <a:cubicBezTo>
                  <a:pt x="90" y="135"/>
                  <a:pt x="90" y="135"/>
                  <a:pt x="90" y="136"/>
                </a:cubicBezTo>
                <a:cubicBezTo>
                  <a:pt x="90" y="137"/>
                  <a:pt x="91" y="137"/>
                  <a:pt x="90" y="137"/>
                </a:cubicBezTo>
                <a:cubicBezTo>
                  <a:pt x="90" y="137"/>
                  <a:pt x="90" y="137"/>
                  <a:pt x="90" y="138"/>
                </a:cubicBezTo>
                <a:cubicBezTo>
                  <a:pt x="90" y="137"/>
                  <a:pt x="89" y="137"/>
                  <a:pt x="90" y="136"/>
                </a:cubicBezTo>
                <a:cubicBezTo>
                  <a:pt x="89" y="136"/>
                  <a:pt x="89" y="136"/>
                  <a:pt x="89" y="136"/>
                </a:cubicBezTo>
                <a:cubicBezTo>
                  <a:pt x="89" y="135"/>
                  <a:pt x="89" y="135"/>
                  <a:pt x="89" y="135"/>
                </a:cubicBezTo>
                <a:cubicBezTo>
                  <a:pt x="89" y="135"/>
                  <a:pt x="89" y="134"/>
                  <a:pt x="89" y="134"/>
                </a:cubicBezTo>
                <a:cubicBezTo>
                  <a:pt x="89" y="134"/>
                  <a:pt x="89" y="134"/>
                  <a:pt x="89" y="134"/>
                </a:cubicBezTo>
                <a:cubicBezTo>
                  <a:pt x="89" y="134"/>
                  <a:pt x="89" y="134"/>
                  <a:pt x="89" y="133"/>
                </a:cubicBezTo>
                <a:cubicBezTo>
                  <a:pt x="89" y="133"/>
                  <a:pt x="89" y="133"/>
                  <a:pt x="89" y="133"/>
                </a:cubicBezTo>
                <a:cubicBezTo>
                  <a:pt x="89" y="133"/>
                  <a:pt x="89" y="132"/>
                  <a:pt x="89" y="132"/>
                </a:cubicBezTo>
                <a:cubicBezTo>
                  <a:pt x="88" y="132"/>
                  <a:pt x="88" y="132"/>
                  <a:pt x="88" y="132"/>
                </a:cubicBezTo>
                <a:cubicBezTo>
                  <a:pt x="88" y="131"/>
                  <a:pt x="88" y="131"/>
                  <a:pt x="87" y="130"/>
                </a:cubicBezTo>
                <a:cubicBezTo>
                  <a:pt x="87" y="130"/>
                  <a:pt x="87" y="130"/>
                  <a:pt x="87" y="130"/>
                </a:cubicBezTo>
                <a:cubicBezTo>
                  <a:pt x="87" y="130"/>
                  <a:pt x="87" y="130"/>
                  <a:pt x="87" y="130"/>
                </a:cubicBezTo>
                <a:cubicBezTo>
                  <a:pt x="87" y="130"/>
                  <a:pt x="87" y="129"/>
                  <a:pt x="87" y="129"/>
                </a:cubicBezTo>
                <a:cubicBezTo>
                  <a:pt x="86" y="129"/>
                  <a:pt x="86" y="128"/>
                  <a:pt x="86" y="128"/>
                </a:cubicBezTo>
                <a:cubicBezTo>
                  <a:pt x="86" y="128"/>
                  <a:pt x="86" y="128"/>
                  <a:pt x="86" y="128"/>
                </a:cubicBezTo>
                <a:cubicBezTo>
                  <a:pt x="86" y="127"/>
                  <a:pt x="86" y="127"/>
                  <a:pt x="86" y="127"/>
                </a:cubicBezTo>
                <a:cubicBezTo>
                  <a:pt x="85" y="128"/>
                  <a:pt x="85" y="128"/>
                  <a:pt x="85" y="128"/>
                </a:cubicBezTo>
                <a:cubicBezTo>
                  <a:pt x="85" y="128"/>
                  <a:pt x="85" y="129"/>
                  <a:pt x="84" y="129"/>
                </a:cubicBezTo>
                <a:cubicBezTo>
                  <a:pt x="84" y="129"/>
                  <a:pt x="85" y="129"/>
                  <a:pt x="85" y="130"/>
                </a:cubicBezTo>
                <a:cubicBezTo>
                  <a:pt x="85" y="130"/>
                  <a:pt x="85" y="130"/>
                  <a:pt x="85" y="130"/>
                </a:cubicBezTo>
                <a:cubicBezTo>
                  <a:pt x="85" y="130"/>
                  <a:pt x="85" y="130"/>
                  <a:pt x="85" y="130"/>
                </a:cubicBezTo>
                <a:cubicBezTo>
                  <a:pt x="84" y="130"/>
                  <a:pt x="84" y="131"/>
                  <a:pt x="83" y="131"/>
                </a:cubicBezTo>
                <a:cubicBezTo>
                  <a:pt x="83" y="131"/>
                  <a:pt x="83" y="131"/>
                  <a:pt x="83" y="132"/>
                </a:cubicBezTo>
                <a:cubicBezTo>
                  <a:pt x="83" y="132"/>
                  <a:pt x="83" y="132"/>
                  <a:pt x="83" y="132"/>
                </a:cubicBezTo>
                <a:cubicBezTo>
                  <a:pt x="82" y="132"/>
                  <a:pt x="82" y="133"/>
                  <a:pt x="82" y="133"/>
                </a:cubicBezTo>
                <a:cubicBezTo>
                  <a:pt x="82" y="133"/>
                  <a:pt x="82" y="133"/>
                  <a:pt x="82" y="133"/>
                </a:cubicBezTo>
                <a:cubicBezTo>
                  <a:pt x="82" y="133"/>
                  <a:pt x="82" y="133"/>
                  <a:pt x="82" y="133"/>
                </a:cubicBezTo>
                <a:cubicBezTo>
                  <a:pt x="82" y="134"/>
                  <a:pt x="82" y="134"/>
                  <a:pt x="82" y="134"/>
                </a:cubicBezTo>
                <a:cubicBezTo>
                  <a:pt x="82" y="134"/>
                  <a:pt x="82" y="135"/>
                  <a:pt x="82" y="135"/>
                </a:cubicBezTo>
                <a:cubicBezTo>
                  <a:pt x="82" y="135"/>
                  <a:pt x="83" y="135"/>
                  <a:pt x="83" y="135"/>
                </a:cubicBezTo>
                <a:cubicBezTo>
                  <a:pt x="83" y="135"/>
                  <a:pt x="83" y="135"/>
                  <a:pt x="83" y="136"/>
                </a:cubicBezTo>
                <a:cubicBezTo>
                  <a:pt x="84" y="136"/>
                  <a:pt x="84" y="136"/>
                  <a:pt x="84" y="136"/>
                </a:cubicBezTo>
                <a:cubicBezTo>
                  <a:pt x="84" y="136"/>
                  <a:pt x="84" y="136"/>
                  <a:pt x="84" y="136"/>
                </a:cubicBezTo>
                <a:cubicBezTo>
                  <a:pt x="84" y="136"/>
                  <a:pt x="84" y="136"/>
                  <a:pt x="84" y="136"/>
                </a:cubicBezTo>
                <a:cubicBezTo>
                  <a:pt x="84" y="136"/>
                  <a:pt x="84" y="137"/>
                  <a:pt x="84" y="137"/>
                </a:cubicBezTo>
                <a:cubicBezTo>
                  <a:pt x="84" y="137"/>
                  <a:pt x="84" y="137"/>
                  <a:pt x="84" y="137"/>
                </a:cubicBezTo>
                <a:cubicBezTo>
                  <a:pt x="85" y="137"/>
                  <a:pt x="85" y="137"/>
                  <a:pt x="85" y="137"/>
                </a:cubicBezTo>
                <a:cubicBezTo>
                  <a:pt x="85" y="137"/>
                  <a:pt x="85" y="137"/>
                  <a:pt x="85" y="137"/>
                </a:cubicBezTo>
                <a:cubicBezTo>
                  <a:pt x="85" y="137"/>
                  <a:pt x="85" y="138"/>
                  <a:pt x="85" y="138"/>
                </a:cubicBezTo>
                <a:cubicBezTo>
                  <a:pt x="85" y="138"/>
                  <a:pt x="85" y="138"/>
                  <a:pt x="85" y="138"/>
                </a:cubicBezTo>
                <a:cubicBezTo>
                  <a:pt x="86" y="139"/>
                  <a:pt x="86" y="140"/>
                  <a:pt x="85" y="141"/>
                </a:cubicBezTo>
                <a:cubicBezTo>
                  <a:pt x="85" y="141"/>
                  <a:pt x="85" y="141"/>
                  <a:pt x="85" y="141"/>
                </a:cubicBezTo>
                <a:cubicBezTo>
                  <a:pt x="85" y="142"/>
                  <a:pt x="85" y="142"/>
                  <a:pt x="84" y="142"/>
                </a:cubicBezTo>
                <a:cubicBezTo>
                  <a:pt x="84" y="143"/>
                  <a:pt x="84" y="143"/>
                  <a:pt x="84" y="143"/>
                </a:cubicBezTo>
                <a:cubicBezTo>
                  <a:pt x="84" y="143"/>
                  <a:pt x="84" y="144"/>
                  <a:pt x="83" y="144"/>
                </a:cubicBezTo>
                <a:cubicBezTo>
                  <a:pt x="83" y="145"/>
                  <a:pt x="83" y="145"/>
                  <a:pt x="82" y="145"/>
                </a:cubicBezTo>
                <a:cubicBezTo>
                  <a:pt x="82" y="145"/>
                  <a:pt x="82" y="145"/>
                  <a:pt x="82" y="145"/>
                </a:cubicBezTo>
                <a:cubicBezTo>
                  <a:pt x="82" y="145"/>
                  <a:pt x="82" y="145"/>
                  <a:pt x="82" y="145"/>
                </a:cubicBezTo>
                <a:cubicBezTo>
                  <a:pt x="82" y="144"/>
                  <a:pt x="82" y="144"/>
                  <a:pt x="82" y="144"/>
                </a:cubicBezTo>
                <a:cubicBezTo>
                  <a:pt x="81" y="144"/>
                  <a:pt x="81" y="143"/>
                  <a:pt x="81" y="143"/>
                </a:cubicBezTo>
                <a:cubicBezTo>
                  <a:pt x="80" y="143"/>
                  <a:pt x="81" y="143"/>
                  <a:pt x="81" y="142"/>
                </a:cubicBezTo>
                <a:cubicBezTo>
                  <a:pt x="81" y="142"/>
                  <a:pt x="81" y="142"/>
                  <a:pt x="81" y="142"/>
                </a:cubicBezTo>
                <a:cubicBezTo>
                  <a:pt x="81" y="142"/>
                  <a:pt x="81" y="142"/>
                  <a:pt x="81" y="141"/>
                </a:cubicBezTo>
                <a:cubicBezTo>
                  <a:pt x="81" y="141"/>
                  <a:pt x="81" y="141"/>
                  <a:pt x="81" y="141"/>
                </a:cubicBezTo>
                <a:cubicBezTo>
                  <a:pt x="81" y="141"/>
                  <a:pt x="82" y="141"/>
                  <a:pt x="82" y="141"/>
                </a:cubicBezTo>
                <a:cubicBezTo>
                  <a:pt x="82" y="140"/>
                  <a:pt x="81" y="140"/>
                  <a:pt x="81" y="140"/>
                </a:cubicBezTo>
                <a:cubicBezTo>
                  <a:pt x="81" y="140"/>
                  <a:pt x="81" y="140"/>
                  <a:pt x="81" y="140"/>
                </a:cubicBezTo>
                <a:cubicBezTo>
                  <a:pt x="81" y="140"/>
                  <a:pt x="80" y="140"/>
                  <a:pt x="80" y="141"/>
                </a:cubicBezTo>
                <a:cubicBezTo>
                  <a:pt x="80" y="141"/>
                  <a:pt x="80" y="141"/>
                  <a:pt x="80" y="142"/>
                </a:cubicBezTo>
                <a:cubicBezTo>
                  <a:pt x="80" y="142"/>
                  <a:pt x="80" y="142"/>
                  <a:pt x="80" y="142"/>
                </a:cubicBezTo>
                <a:cubicBezTo>
                  <a:pt x="79" y="143"/>
                  <a:pt x="79" y="142"/>
                  <a:pt x="79" y="142"/>
                </a:cubicBezTo>
                <a:cubicBezTo>
                  <a:pt x="78" y="142"/>
                  <a:pt x="77" y="142"/>
                  <a:pt x="77" y="142"/>
                </a:cubicBezTo>
                <a:cubicBezTo>
                  <a:pt x="76" y="142"/>
                  <a:pt x="76" y="142"/>
                  <a:pt x="76" y="142"/>
                </a:cubicBezTo>
                <a:cubicBezTo>
                  <a:pt x="76" y="142"/>
                  <a:pt x="75" y="142"/>
                  <a:pt x="75" y="141"/>
                </a:cubicBezTo>
                <a:cubicBezTo>
                  <a:pt x="74" y="141"/>
                  <a:pt x="74" y="141"/>
                  <a:pt x="73" y="141"/>
                </a:cubicBezTo>
                <a:cubicBezTo>
                  <a:pt x="73" y="141"/>
                  <a:pt x="73" y="140"/>
                  <a:pt x="73" y="140"/>
                </a:cubicBezTo>
                <a:cubicBezTo>
                  <a:pt x="73" y="140"/>
                  <a:pt x="73" y="140"/>
                  <a:pt x="73" y="140"/>
                </a:cubicBezTo>
                <a:cubicBezTo>
                  <a:pt x="72" y="140"/>
                  <a:pt x="72" y="140"/>
                  <a:pt x="72" y="140"/>
                </a:cubicBezTo>
                <a:cubicBezTo>
                  <a:pt x="71" y="140"/>
                  <a:pt x="71" y="140"/>
                  <a:pt x="71" y="140"/>
                </a:cubicBezTo>
                <a:cubicBezTo>
                  <a:pt x="71" y="140"/>
                  <a:pt x="71" y="139"/>
                  <a:pt x="71" y="139"/>
                </a:cubicBezTo>
                <a:cubicBezTo>
                  <a:pt x="70" y="139"/>
                  <a:pt x="70" y="139"/>
                  <a:pt x="70" y="139"/>
                </a:cubicBezTo>
                <a:cubicBezTo>
                  <a:pt x="69" y="138"/>
                  <a:pt x="69" y="137"/>
                  <a:pt x="69" y="137"/>
                </a:cubicBezTo>
                <a:cubicBezTo>
                  <a:pt x="69" y="136"/>
                  <a:pt x="69" y="136"/>
                  <a:pt x="69" y="136"/>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4"/>
                  <a:pt x="69" y="134"/>
                  <a:pt x="69" y="134"/>
                </a:cubicBezTo>
                <a:cubicBezTo>
                  <a:pt x="68" y="134"/>
                  <a:pt x="68" y="134"/>
                  <a:pt x="68" y="134"/>
                </a:cubicBezTo>
                <a:cubicBezTo>
                  <a:pt x="68" y="133"/>
                  <a:pt x="69" y="132"/>
                  <a:pt x="69" y="131"/>
                </a:cubicBezTo>
                <a:cubicBezTo>
                  <a:pt x="69" y="131"/>
                  <a:pt x="69" y="131"/>
                  <a:pt x="69" y="131"/>
                </a:cubicBezTo>
                <a:cubicBezTo>
                  <a:pt x="69" y="130"/>
                  <a:pt x="70" y="130"/>
                  <a:pt x="70" y="130"/>
                </a:cubicBezTo>
                <a:cubicBezTo>
                  <a:pt x="70" y="130"/>
                  <a:pt x="71" y="129"/>
                  <a:pt x="71" y="129"/>
                </a:cubicBezTo>
                <a:cubicBezTo>
                  <a:pt x="70" y="128"/>
                  <a:pt x="71" y="128"/>
                  <a:pt x="71" y="128"/>
                </a:cubicBezTo>
                <a:cubicBezTo>
                  <a:pt x="71" y="128"/>
                  <a:pt x="71" y="128"/>
                  <a:pt x="71" y="128"/>
                </a:cubicBezTo>
                <a:cubicBezTo>
                  <a:pt x="71" y="128"/>
                  <a:pt x="71" y="128"/>
                  <a:pt x="70" y="128"/>
                </a:cubicBezTo>
                <a:cubicBezTo>
                  <a:pt x="70" y="128"/>
                  <a:pt x="70" y="127"/>
                  <a:pt x="69" y="127"/>
                </a:cubicBezTo>
                <a:cubicBezTo>
                  <a:pt x="69" y="126"/>
                  <a:pt x="68" y="126"/>
                  <a:pt x="68" y="126"/>
                </a:cubicBezTo>
                <a:cubicBezTo>
                  <a:pt x="67" y="126"/>
                  <a:pt x="67" y="125"/>
                  <a:pt x="67" y="125"/>
                </a:cubicBezTo>
                <a:cubicBezTo>
                  <a:pt x="67" y="125"/>
                  <a:pt x="67" y="125"/>
                  <a:pt x="67" y="125"/>
                </a:cubicBezTo>
                <a:cubicBezTo>
                  <a:pt x="66" y="125"/>
                  <a:pt x="66" y="125"/>
                  <a:pt x="65" y="125"/>
                </a:cubicBezTo>
                <a:cubicBezTo>
                  <a:pt x="65" y="125"/>
                  <a:pt x="65" y="124"/>
                  <a:pt x="65" y="124"/>
                </a:cubicBezTo>
                <a:cubicBezTo>
                  <a:pt x="65" y="124"/>
                  <a:pt x="64" y="124"/>
                  <a:pt x="64" y="124"/>
                </a:cubicBezTo>
                <a:cubicBezTo>
                  <a:pt x="64" y="124"/>
                  <a:pt x="64" y="124"/>
                  <a:pt x="64" y="124"/>
                </a:cubicBezTo>
                <a:cubicBezTo>
                  <a:pt x="64" y="124"/>
                  <a:pt x="63" y="124"/>
                  <a:pt x="63" y="124"/>
                </a:cubicBezTo>
                <a:cubicBezTo>
                  <a:pt x="62" y="125"/>
                  <a:pt x="62" y="125"/>
                  <a:pt x="63" y="125"/>
                </a:cubicBezTo>
                <a:cubicBezTo>
                  <a:pt x="63" y="125"/>
                  <a:pt x="63" y="126"/>
                  <a:pt x="63" y="126"/>
                </a:cubicBezTo>
                <a:cubicBezTo>
                  <a:pt x="63" y="126"/>
                  <a:pt x="63" y="126"/>
                  <a:pt x="63" y="126"/>
                </a:cubicBezTo>
                <a:cubicBezTo>
                  <a:pt x="63" y="126"/>
                  <a:pt x="62" y="127"/>
                  <a:pt x="62" y="127"/>
                </a:cubicBezTo>
                <a:cubicBezTo>
                  <a:pt x="62" y="127"/>
                  <a:pt x="62" y="127"/>
                  <a:pt x="62" y="127"/>
                </a:cubicBezTo>
                <a:cubicBezTo>
                  <a:pt x="62" y="127"/>
                  <a:pt x="62" y="127"/>
                  <a:pt x="62" y="128"/>
                </a:cubicBezTo>
                <a:cubicBezTo>
                  <a:pt x="62" y="128"/>
                  <a:pt x="62" y="128"/>
                  <a:pt x="63" y="128"/>
                </a:cubicBezTo>
                <a:cubicBezTo>
                  <a:pt x="63" y="128"/>
                  <a:pt x="63" y="128"/>
                  <a:pt x="63" y="128"/>
                </a:cubicBezTo>
                <a:cubicBezTo>
                  <a:pt x="63" y="129"/>
                  <a:pt x="63" y="129"/>
                  <a:pt x="63" y="129"/>
                </a:cubicBezTo>
                <a:cubicBezTo>
                  <a:pt x="63" y="129"/>
                  <a:pt x="62" y="129"/>
                  <a:pt x="62" y="129"/>
                </a:cubicBezTo>
                <a:cubicBezTo>
                  <a:pt x="62" y="129"/>
                  <a:pt x="62" y="129"/>
                  <a:pt x="62" y="128"/>
                </a:cubicBezTo>
                <a:cubicBezTo>
                  <a:pt x="62" y="128"/>
                  <a:pt x="61" y="128"/>
                  <a:pt x="61" y="128"/>
                </a:cubicBezTo>
                <a:cubicBezTo>
                  <a:pt x="61" y="128"/>
                  <a:pt x="62" y="127"/>
                  <a:pt x="61" y="127"/>
                </a:cubicBezTo>
                <a:cubicBezTo>
                  <a:pt x="61" y="127"/>
                  <a:pt x="61" y="127"/>
                  <a:pt x="60" y="128"/>
                </a:cubicBezTo>
                <a:cubicBezTo>
                  <a:pt x="60" y="128"/>
                  <a:pt x="60" y="128"/>
                  <a:pt x="60" y="128"/>
                </a:cubicBezTo>
                <a:cubicBezTo>
                  <a:pt x="60" y="128"/>
                  <a:pt x="60" y="128"/>
                  <a:pt x="60" y="127"/>
                </a:cubicBezTo>
                <a:cubicBezTo>
                  <a:pt x="60" y="127"/>
                  <a:pt x="60" y="127"/>
                  <a:pt x="60" y="127"/>
                </a:cubicBezTo>
                <a:cubicBezTo>
                  <a:pt x="60" y="127"/>
                  <a:pt x="60" y="127"/>
                  <a:pt x="60" y="127"/>
                </a:cubicBezTo>
                <a:cubicBezTo>
                  <a:pt x="60" y="127"/>
                  <a:pt x="60" y="127"/>
                  <a:pt x="60" y="127"/>
                </a:cubicBezTo>
                <a:cubicBezTo>
                  <a:pt x="60" y="126"/>
                  <a:pt x="60" y="126"/>
                  <a:pt x="60" y="126"/>
                </a:cubicBezTo>
                <a:cubicBezTo>
                  <a:pt x="60" y="126"/>
                  <a:pt x="60" y="126"/>
                  <a:pt x="60" y="126"/>
                </a:cubicBezTo>
                <a:cubicBezTo>
                  <a:pt x="60" y="126"/>
                  <a:pt x="60" y="126"/>
                  <a:pt x="60" y="126"/>
                </a:cubicBezTo>
                <a:cubicBezTo>
                  <a:pt x="60" y="126"/>
                  <a:pt x="60" y="126"/>
                  <a:pt x="59" y="126"/>
                </a:cubicBezTo>
                <a:cubicBezTo>
                  <a:pt x="59" y="126"/>
                  <a:pt x="59" y="126"/>
                  <a:pt x="59" y="127"/>
                </a:cubicBezTo>
                <a:cubicBezTo>
                  <a:pt x="59" y="127"/>
                  <a:pt x="59" y="127"/>
                  <a:pt x="59" y="127"/>
                </a:cubicBezTo>
                <a:cubicBezTo>
                  <a:pt x="59" y="127"/>
                  <a:pt x="59" y="127"/>
                  <a:pt x="59" y="127"/>
                </a:cubicBezTo>
                <a:cubicBezTo>
                  <a:pt x="59" y="127"/>
                  <a:pt x="59" y="127"/>
                  <a:pt x="59" y="128"/>
                </a:cubicBezTo>
                <a:cubicBezTo>
                  <a:pt x="59" y="128"/>
                  <a:pt x="59" y="128"/>
                  <a:pt x="58" y="128"/>
                </a:cubicBezTo>
                <a:cubicBezTo>
                  <a:pt x="58" y="128"/>
                  <a:pt x="58" y="128"/>
                  <a:pt x="58" y="128"/>
                </a:cubicBezTo>
                <a:cubicBezTo>
                  <a:pt x="58" y="128"/>
                  <a:pt x="58" y="128"/>
                  <a:pt x="58" y="128"/>
                </a:cubicBezTo>
                <a:cubicBezTo>
                  <a:pt x="58" y="128"/>
                  <a:pt x="57" y="128"/>
                  <a:pt x="57" y="128"/>
                </a:cubicBezTo>
                <a:cubicBezTo>
                  <a:pt x="57" y="128"/>
                  <a:pt x="57" y="128"/>
                  <a:pt x="57" y="129"/>
                </a:cubicBezTo>
                <a:cubicBezTo>
                  <a:pt x="57" y="129"/>
                  <a:pt x="57" y="129"/>
                  <a:pt x="58" y="129"/>
                </a:cubicBezTo>
                <a:cubicBezTo>
                  <a:pt x="58" y="129"/>
                  <a:pt x="58" y="129"/>
                  <a:pt x="58" y="129"/>
                </a:cubicBezTo>
                <a:cubicBezTo>
                  <a:pt x="58" y="129"/>
                  <a:pt x="57" y="129"/>
                  <a:pt x="58" y="129"/>
                </a:cubicBezTo>
                <a:cubicBezTo>
                  <a:pt x="58" y="129"/>
                  <a:pt x="58" y="129"/>
                  <a:pt x="58" y="129"/>
                </a:cubicBezTo>
                <a:cubicBezTo>
                  <a:pt x="58" y="129"/>
                  <a:pt x="58" y="129"/>
                  <a:pt x="58" y="129"/>
                </a:cubicBezTo>
                <a:cubicBezTo>
                  <a:pt x="58" y="129"/>
                  <a:pt x="58" y="130"/>
                  <a:pt x="57" y="130"/>
                </a:cubicBezTo>
                <a:cubicBezTo>
                  <a:pt x="57" y="130"/>
                  <a:pt x="57" y="130"/>
                  <a:pt x="57" y="130"/>
                </a:cubicBezTo>
                <a:cubicBezTo>
                  <a:pt x="57" y="130"/>
                  <a:pt x="57" y="130"/>
                  <a:pt x="57" y="130"/>
                </a:cubicBezTo>
                <a:cubicBezTo>
                  <a:pt x="57" y="130"/>
                  <a:pt x="57" y="129"/>
                  <a:pt x="57" y="129"/>
                </a:cubicBezTo>
                <a:cubicBezTo>
                  <a:pt x="57" y="129"/>
                  <a:pt x="57" y="128"/>
                  <a:pt x="57" y="128"/>
                </a:cubicBezTo>
                <a:cubicBezTo>
                  <a:pt x="57" y="128"/>
                  <a:pt x="57" y="128"/>
                  <a:pt x="57" y="128"/>
                </a:cubicBezTo>
                <a:cubicBezTo>
                  <a:pt x="56" y="128"/>
                  <a:pt x="56" y="128"/>
                  <a:pt x="57" y="128"/>
                </a:cubicBezTo>
                <a:cubicBezTo>
                  <a:pt x="57" y="127"/>
                  <a:pt x="57" y="127"/>
                  <a:pt x="57" y="127"/>
                </a:cubicBezTo>
                <a:cubicBezTo>
                  <a:pt x="57" y="127"/>
                  <a:pt x="57" y="127"/>
                  <a:pt x="57" y="127"/>
                </a:cubicBezTo>
                <a:cubicBezTo>
                  <a:pt x="56" y="127"/>
                  <a:pt x="56" y="126"/>
                  <a:pt x="57" y="126"/>
                </a:cubicBezTo>
                <a:cubicBezTo>
                  <a:pt x="57" y="126"/>
                  <a:pt x="57" y="125"/>
                  <a:pt x="57" y="125"/>
                </a:cubicBezTo>
                <a:cubicBezTo>
                  <a:pt x="56" y="125"/>
                  <a:pt x="56" y="125"/>
                  <a:pt x="56" y="125"/>
                </a:cubicBezTo>
                <a:cubicBezTo>
                  <a:pt x="55" y="125"/>
                  <a:pt x="55" y="125"/>
                  <a:pt x="55" y="126"/>
                </a:cubicBezTo>
                <a:cubicBezTo>
                  <a:pt x="55" y="126"/>
                  <a:pt x="54" y="126"/>
                  <a:pt x="54" y="126"/>
                </a:cubicBezTo>
                <a:cubicBezTo>
                  <a:pt x="54" y="126"/>
                  <a:pt x="54" y="126"/>
                  <a:pt x="53" y="127"/>
                </a:cubicBezTo>
                <a:cubicBezTo>
                  <a:pt x="53" y="127"/>
                  <a:pt x="53" y="127"/>
                  <a:pt x="53" y="127"/>
                </a:cubicBezTo>
                <a:cubicBezTo>
                  <a:pt x="53" y="128"/>
                  <a:pt x="54" y="127"/>
                  <a:pt x="53" y="128"/>
                </a:cubicBezTo>
                <a:cubicBezTo>
                  <a:pt x="53" y="128"/>
                  <a:pt x="53" y="128"/>
                  <a:pt x="53" y="128"/>
                </a:cubicBezTo>
                <a:cubicBezTo>
                  <a:pt x="52" y="128"/>
                  <a:pt x="52" y="129"/>
                  <a:pt x="52" y="129"/>
                </a:cubicBezTo>
                <a:cubicBezTo>
                  <a:pt x="52" y="129"/>
                  <a:pt x="52" y="129"/>
                  <a:pt x="52" y="129"/>
                </a:cubicBezTo>
                <a:cubicBezTo>
                  <a:pt x="53" y="129"/>
                  <a:pt x="53" y="129"/>
                  <a:pt x="53" y="130"/>
                </a:cubicBezTo>
                <a:cubicBezTo>
                  <a:pt x="53" y="130"/>
                  <a:pt x="52" y="130"/>
                  <a:pt x="52" y="130"/>
                </a:cubicBezTo>
                <a:cubicBezTo>
                  <a:pt x="52" y="130"/>
                  <a:pt x="52" y="130"/>
                  <a:pt x="52" y="131"/>
                </a:cubicBezTo>
                <a:cubicBezTo>
                  <a:pt x="52" y="131"/>
                  <a:pt x="52" y="131"/>
                  <a:pt x="52" y="131"/>
                </a:cubicBezTo>
                <a:cubicBezTo>
                  <a:pt x="51" y="131"/>
                  <a:pt x="52" y="132"/>
                  <a:pt x="51" y="132"/>
                </a:cubicBezTo>
                <a:cubicBezTo>
                  <a:pt x="51" y="132"/>
                  <a:pt x="51" y="132"/>
                  <a:pt x="51" y="132"/>
                </a:cubicBezTo>
                <a:cubicBezTo>
                  <a:pt x="51" y="132"/>
                  <a:pt x="51" y="132"/>
                  <a:pt x="51" y="133"/>
                </a:cubicBezTo>
                <a:cubicBezTo>
                  <a:pt x="51" y="133"/>
                  <a:pt x="51" y="133"/>
                  <a:pt x="51" y="134"/>
                </a:cubicBezTo>
                <a:cubicBezTo>
                  <a:pt x="51" y="134"/>
                  <a:pt x="51" y="134"/>
                  <a:pt x="51" y="134"/>
                </a:cubicBezTo>
                <a:cubicBezTo>
                  <a:pt x="50" y="134"/>
                  <a:pt x="50" y="134"/>
                  <a:pt x="50" y="134"/>
                </a:cubicBezTo>
                <a:cubicBezTo>
                  <a:pt x="50" y="134"/>
                  <a:pt x="50" y="134"/>
                  <a:pt x="50" y="134"/>
                </a:cubicBezTo>
                <a:cubicBezTo>
                  <a:pt x="49" y="134"/>
                  <a:pt x="49" y="134"/>
                  <a:pt x="49" y="134"/>
                </a:cubicBezTo>
                <a:cubicBezTo>
                  <a:pt x="49" y="134"/>
                  <a:pt x="48" y="134"/>
                  <a:pt x="48" y="133"/>
                </a:cubicBezTo>
                <a:cubicBezTo>
                  <a:pt x="48" y="133"/>
                  <a:pt x="48" y="133"/>
                  <a:pt x="48" y="133"/>
                </a:cubicBezTo>
                <a:cubicBezTo>
                  <a:pt x="48" y="133"/>
                  <a:pt x="48" y="133"/>
                  <a:pt x="48" y="132"/>
                </a:cubicBezTo>
                <a:cubicBezTo>
                  <a:pt x="48" y="132"/>
                  <a:pt x="48" y="132"/>
                  <a:pt x="48" y="132"/>
                </a:cubicBezTo>
                <a:cubicBezTo>
                  <a:pt x="48" y="132"/>
                  <a:pt x="48" y="132"/>
                  <a:pt x="48" y="132"/>
                </a:cubicBezTo>
                <a:cubicBezTo>
                  <a:pt x="49" y="131"/>
                  <a:pt x="49" y="131"/>
                  <a:pt x="49" y="131"/>
                </a:cubicBezTo>
                <a:cubicBezTo>
                  <a:pt x="49" y="130"/>
                  <a:pt x="50" y="130"/>
                  <a:pt x="50" y="130"/>
                </a:cubicBezTo>
                <a:cubicBezTo>
                  <a:pt x="49" y="130"/>
                  <a:pt x="50" y="129"/>
                  <a:pt x="50" y="129"/>
                </a:cubicBezTo>
                <a:cubicBezTo>
                  <a:pt x="50" y="129"/>
                  <a:pt x="50" y="128"/>
                  <a:pt x="50" y="128"/>
                </a:cubicBezTo>
                <a:cubicBezTo>
                  <a:pt x="50" y="128"/>
                  <a:pt x="50" y="128"/>
                  <a:pt x="50" y="128"/>
                </a:cubicBezTo>
                <a:cubicBezTo>
                  <a:pt x="50" y="128"/>
                  <a:pt x="50" y="128"/>
                  <a:pt x="50" y="127"/>
                </a:cubicBezTo>
                <a:cubicBezTo>
                  <a:pt x="50" y="127"/>
                  <a:pt x="50" y="127"/>
                  <a:pt x="50" y="127"/>
                </a:cubicBezTo>
                <a:cubicBezTo>
                  <a:pt x="50" y="127"/>
                  <a:pt x="50" y="127"/>
                  <a:pt x="50" y="127"/>
                </a:cubicBezTo>
                <a:cubicBezTo>
                  <a:pt x="50" y="127"/>
                  <a:pt x="50" y="127"/>
                  <a:pt x="50" y="127"/>
                </a:cubicBezTo>
                <a:cubicBezTo>
                  <a:pt x="50" y="127"/>
                  <a:pt x="50" y="126"/>
                  <a:pt x="50" y="126"/>
                </a:cubicBezTo>
                <a:cubicBezTo>
                  <a:pt x="50" y="126"/>
                  <a:pt x="50" y="125"/>
                  <a:pt x="50" y="125"/>
                </a:cubicBezTo>
                <a:cubicBezTo>
                  <a:pt x="51" y="125"/>
                  <a:pt x="51" y="124"/>
                  <a:pt x="51" y="124"/>
                </a:cubicBezTo>
                <a:cubicBezTo>
                  <a:pt x="51" y="123"/>
                  <a:pt x="51" y="123"/>
                  <a:pt x="52" y="123"/>
                </a:cubicBezTo>
                <a:cubicBezTo>
                  <a:pt x="52" y="123"/>
                  <a:pt x="53" y="123"/>
                  <a:pt x="53" y="123"/>
                </a:cubicBezTo>
                <a:cubicBezTo>
                  <a:pt x="53" y="122"/>
                  <a:pt x="53" y="123"/>
                  <a:pt x="54" y="123"/>
                </a:cubicBezTo>
                <a:cubicBezTo>
                  <a:pt x="54" y="123"/>
                  <a:pt x="54" y="123"/>
                  <a:pt x="54" y="123"/>
                </a:cubicBezTo>
                <a:cubicBezTo>
                  <a:pt x="54" y="122"/>
                  <a:pt x="54" y="122"/>
                  <a:pt x="54" y="122"/>
                </a:cubicBezTo>
                <a:cubicBezTo>
                  <a:pt x="55" y="122"/>
                  <a:pt x="55" y="122"/>
                  <a:pt x="55" y="122"/>
                </a:cubicBezTo>
                <a:cubicBezTo>
                  <a:pt x="55" y="121"/>
                  <a:pt x="55" y="122"/>
                  <a:pt x="55" y="122"/>
                </a:cubicBezTo>
                <a:cubicBezTo>
                  <a:pt x="55" y="122"/>
                  <a:pt x="56" y="122"/>
                  <a:pt x="56" y="122"/>
                </a:cubicBezTo>
                <a:cubicBezTo>
                  <a:pt x="56" y="122"/>
                  <a:pt x="56" y="122"/>
                  <a:pt x="57" y="122"/>
                </a:cubicBezTo>
                <a:cubicBezTo>
                  <a:pt x="57" y="121"/>
                  <a:pt x="58" y="121"/>
                  <a:pt x="58" y="121"/>
                </a:cubicBezTo>
                <a:cubicBezTo>
                  <a:pt x="58" y="121"/>
                  <a:pt x="58" y="121"/>
                  <a:pt x="58" y="121"/>
                </a:cubicBezTo>
                <a:cubicBezTo>
                  <a:pt x="58" y="121"/>
                  <a:pt x="58" y="120"/>
                  <a:pt x="58" y="120"/>
                </a:cubicBezTo>
                <a:cubicBezTo>
                  <a:pt x="58" y="120"/>
                  <a:pt x="58" y="120"/>
                  <a:pt x="58" y="120"/>
                </a:cubicBezTo>
                <a:cubicBezTo>
                  <a:pt x="58" y="120"/>
                  <a:pt x="58" y="120"/>
                  <a:pt x="58" y="120"/>
                </a:cubicBezTo>
                <a:cubicBezTo>
                  <a:pt x="58" y="120"/>
                  <a:pt x="58" y="119"/>
                  <a:pt x="58" y="119"/>
                </a:cubicBezTo>
                <a:cubicBezTo>
                  <a:pt x="58" y="119"/>
                  <a:pt x="58" y="119"/>
                  <a:pt x="58" y="119"/>
                </a:cubicBezTo>
                <a:cubicBezTo>
                  <a:pt x="58" y="118"/>
                  <a:pt x="59" y="118"/>
                  <a:pt x="60" y="118"/>
                </a:cubicBezTo>
                <a:cubicBezTo>
                  <a:pt x="60" y="118"/>
                  <a:pt x="60" y="118"/>
                  <a:pt x="60" y="118"/>
                </a:cubicBezTo>
                <a:cubicBezTo>
                  <a:pt x="60" y="118"/>
                  <a:pt x="60" y="118"/>
                  <a:pt x="60" y="118"/>
                </a:cubicBezTo>
                <a:cubicBezTo>
                  <a:pt x="61" y="118"/>
                  <a:pt x="61" y="118"/>
                  <a:pt x="61" y="117"/>
                </a:cubicBezTo>
                <a:cubicBezTo>
                  <a:pt x="61" y="117"/>
                  <a:pt x="62" y="117"/>
                  <a:pt x="62" y="117"/>
                </a:cubicBezTo>
                <a:cubicBezTo>
                  <a:pt x="62" y="116"/>
                  <a:pt x="62" y="116"/>
                  <a:pt x="62" y="116"/>
                </a:cubicBezTo>
                <a:cubicBezTo>
                  <a:pt x="62" y="116"/>
                  <a:pt x="62" y="116"/>
                  <a:pt x="62" y="116"/>
                </a:cubicBezTo>
                <a:cubicBezTo>
                  <a:pt x="62" y="116"/>
                  <a:pt x="62" y="116"/>
                  <a:pt x="62" y="116"/>
                </a:cubicBezTo>
                <a:cubicBezTo>
                  <a:pt x="62" y="116"/>
                  <a:pt x="63" y="116"/>
                  <a:pt x="63" y="116"/>
                </a:cubicBezTo>
                <a:cubicBezTo>
                  <a:pt x="63" y="116"/>
                  <a:pt x="63" y="116"/>
                  <a:pt x="64" y="116"/>
                </a:cubicBezTo>
                <a:cubicBezTo>
                  <a:pt x="64" y="116"/>
                  <a:pt x="64" y="116"/>
                  <a:pt x="64" y="116"/>
                </a:cubicBezTo>
                <a:cubicBezTo>
                  <a:pt x="64" y="116"/>
                  <a:pt x="64" y="116"/>
                  <a:pt x="64" y="116"/>
                </a:cubicBezTo>
                <a:cubicBezTo>
                  <a:pt x="64" y="116"/>
                  <a:pt x="64" y="116"/>
                  <a:pt x="65" y="116"/>
                </a:cubicBezTo>
                <a:cubicBezTo>
                  <a:pt x="65" y="117"/>
                  <a:pt x="65" y="117"/>
                  <a:pt x="66" y="117"/>
                </a:cubicBezTo>
                <a:cubicBezTo>
                  <a:pt x="66" y="117"/>
                  <a:pt x="66" y="118"/>
                  <a:pt x="66" y="118"/>
                </a:cubicBezTo>
                <a:cubicBezTo>
                  <a:pt x="66" y="118"/>
                  <a:pt x="66" y="118"/>
                  <a:pt x="66" y="118"/>
                </a:cubicBezTo>
                <a:cubicBezTo>
                  <a:pt x="66" y="118"/>
                  <a:pt x="66" y="119"/>
                  <a:pt x="66" y="119"/>
                </a:cubicBezTo>
                <a:cubicBezTo>
                  <a:pt x="67" y="119"/>
                  <a:pt x="67" y="119"/>
                  <a:pt x="66" y="120"/>
                </a:cubicBezTo>
                <a:cubicBezTo>
                  <a:pt x="66" y="120"/>
                  <a:pt x="67" y="121"/>
                  <a:pt x="66" y="121"/>
                </a:cubicBezTo>
                <a:cubicBezTo>
                  <a:pt x="66" y="121"/>
                  <a:pt x="66" y="121"/>
                  <a:pt x="66" y="121"/>
                </a:cubicBezTo>
                <a:cubicBezTo>
                  <a:pt x="66" y="121"/>
                  <a:pt x="66" y="122"/>
                  <a:pt x="66" y="122"/>
                </a:cubicBezTo>
                <a:cubicBezTo>
                  <a:pt x="66" y="122"/>
                  <a:pt x="66" y="122"/>
                  <a:pt x="66" y="122"/>
                </a:cubicBezTo>
                <a:cubicBezTo>
                  <a:pt x="65" y="122"/>
                  <a:pt x="65" y="122"/>
                  <a:pt x="65" y="122"/>
                </a:cubicBezTo>
                <a:cubicBezTo>
                  <a:pt x="65" y="122"/>
                  <a:pt x="65" y="123"/>
                  <a:pt x="65" y="123"/>
                </a:cubicBezTo>
                <a:cubicBezTo>
                  <a:pt x="65" y="123"/>
                  <a:pt x="65" y="123"/>
                  <a:pt x="65" y="123"/>
                </a:cubicBezTo>
                <a:cubicBezTo>
                  <a:pt x="65" y="123"/>
                  <a:pt x="65" y="123"/>
                  <a:pt x="65" y="123"/>
                </a:cubicBezTo>
                <a:cubicBezTo>
                  <a:pt x="65" y="123"/>
                  <a:pt x="65" y="123"/>
                  <a:pt x="65" y="123"/>
                </a:cubicBezTo>
                <a:cubicBezTo>
                  <a:pt x="65" y="123"/>
                  <a:pt x="65" y="123"/>
                  <a:pt x="65" y="123"/>
                </a:cubicBezTo>
                <a:cubicBezTo>
                  <a:pt x="65" y="123"/>
                  <a:pt x="65" y="123"/>
                  <a:pt x="65" y="123"/>
                </a:cubicBezTo>
                <a:cubicBezTo>
                  <a:pt x="65" y="123"/>
                  <a:pt x="65" y="123"/>
                  <a:pt x="66" y="123"/>
                </a:cubicBezTo>
                <a:cubicBezTo>
                  <a:pt x="66" y="123"/>
                  <a:pt x="66" y="123"/>
                  <a:pt x="66" y="123"/>
                </a:cubicBezTo>
                <a:cubicBezTo>
                  <a:pt x="66" y="123"/>
                  <a:pt x="66" y="122"/>
                  <a:pt x="66" y="122"/>
                </a:cubicBezTo>
                <a:cubicBezTo>
                  <a:pt x="66" y="122"/>
                  <a:pt x="66" y="122"/>
                  <a:pt x="66" y="122"/>
                </a:cubicBezTo>
                <a:cubicBezTo>
                  <a:pt x="67" y="122"/>
                  <a:pt x="67" y="122"/>
                  <a:pt x="67" y="122"/>
                </a:cubicBezTo>
                <a:cubicBezTo>
                  <a:pt x="67" y="122"/>
                  <a:pt x="67" y="122"/>
                  <a:pt x="67" y="122"/>
                </a:cubicBezTo>
                <a:cubicBezTo>
                  <a:pt x="67" y="121"/>
                  <a:pt x="67" y="122"/>
                  <a:pt x="67" y="121"/>
                </a:cubicBezTo>
                <a:cubicBezTo>
                  <a:pt x="67" y="121"/>
                  <a:pt x="67" y="121"/>
                  <a:pt x="68" y="121"/>
                </a:cubicBezTo>
                <a:cubicBezTo>
                  <a:pt x="68" y="121"/>
                  <a:pt x="68" y="121"/>
                  <a:pt x="68" y="121"/>
                </a:cubicBezTo>
                <a:cubicBezTo>
                  <a:pt x="68" y="121"/>
                  <a:pt x="68" y="121"/>
                  <a:pt x="68" y="120"/>
                </a:cubicBezTo>
                <a:cubicBezTo>
                  <a:pt x="68" y="120"/>
                  <a:pt x="69" y="120"/>
                  <a:pt x="69" y="120"/>
                </a:cubicBezTo>
                <a:cubicBezTo>
                  <a:pt x="69" y="120"/>
                  <a:pt x="69" y="120"/>
                  <a:pt x="69" y="120"/>
                </a:cubicBezTo>
                <a:cubicBezTo>
                  <a:pt x="70" y="120"/>
                  <a:pt x="70" y="120"/>
                  <a:pt x="70" y="120"/>
                </a:cubicBezTo>
                <a:cubicBezTo>
                  <a:pt x="70" y="120"/>
                  <a:pt x="70" y="120"/>
                  <a:pt x="70" y="119"/>
                </a:cubicBezTo>
                <a:cubicBezTo>
                  <a:pt x="70" y="119"/>
                  <a:pt x="70" y="119"/>
                  <a:pt x="70" y="119"/>
                </a:cubicBezTo>
                <a:cubicBezTo>
                  <a:pt x="70" y="119"/>
                  <a:pt x="70" y="119"/>
                  <a:pt x="70" y="119"/>
                </a:cubicBezTo>
                <a:cubicBezTo>
                  <a:pt x="70" y="118"/>
                  <a:pt x="71" y="118"/>
                  <a:pt x="70" y="118"/>
                </a:cubicBezTo>
                <a:cubicBezTo>
                  <a:pt x="70" y="117"/>
                  <a:pt x="70" y="117"/>
                  <a:pt x="70" y="117"/>
                </a:cubicBezTo>
                <a:cubicBezTo>
                  <a:pt x="70" y="117"/>
                  <a:pt x="70" y="117"/>
                  <a:pt x="70" y="117"/>
                </a:cubicBezTo>
                <a:cubicBezTo>
                  <a:pt x="70" y="116"/>
                  <a:pt x="71" y="116"/>
                  <a:pt x="71" y="117"/>
                </a:cubicBezTo>
                <a:cubicBezTo>
                  <a:pt x="71" y="117"/>
                  <a:pt x="71" y="117"/>
                  <a:pt x="71" y="116"/>
                </a:cubicBezTo>
                <a:cubicBezTo>
                  <a:pt x="71" y="116"/>
                  <a:pt x="71" y="116"/>
                  <a:pt x="71" y="116"/>
                </a:cubicBezTo>
                <a:cubicBezTo>
                  <a:pt x="72" y="116"/>
                  <a:pt x="72" y="116"/>
                  <a:pt x="72" y="116"/>
                </a:cubicBezTo>
                <a:cubicBezTo>
                  <a:pt x="72" y="116"/>
                  <a:pt x="72" y="116"/>
                  <a:pt x="72" y="116"/>
                </a:cubicBezTo>
                <a:cubicBezTo>
                  <a:pt x="73" y="116"/>
                  <a:pt x="73" y="116"/>
                  <a:pt x="73" y="117"/>
                </a:cubicBezTo>
                <a:cubicBezTo>
                  <a:pt x="73" y="117"/>
                  <a:pt x="73" y="117"/>
                  <a:pt x="73" y="117"/>
                </a:cubicBezTo>
                <a:cubicBezTo>
                  <a:pt x="74" y="117"/>
                  <a:pt x="74" y="117"/>
                  <a:pt x="74" y="117"/>
                </a:cubicBezTo>
                <a:cubicBezTo>
                  <a:pt x="74" y="117"/>
                  <a:pt x="74" y="117"/>
                  <a:pt x="74" y="117"/>
                </a:cubicBezTo>
                <a:cubicBezTo>
                  <a:pt x="74" y="117"/>
                  <a:pt x="74" y="116"/>
                  <a:pt x="75" y="116"/>
                </a:cubicBezTo>
                <a:cubicBezTo>
                  <a:pt x="75" y="116"/>
                  <a:pt x="75" y="116"/>
                  <a:pt x="75" y="115"/>
                </a:cubicBezTo>
                <a:cubicBezTo>
                  <a:pt x="74" y="115"/>
                  <a:pt x="75" y="115"/>
                  <a:pt x="75" y="115"/>
                </a:cubicBezTo>
                <a:cubicBezTo>
                  <a:pt x="74" y="114"/>
                  <a:pt x="74" y="114"/>
                  <a:pt x="75" y="114"/>
                </a:cubicBezTo>
                <a:cubicBezTo>
                  <a:pt x="75" y="114"/>
                  <a:pt x="75" y="113"/>
                  <a:pt x="75" y="113"/>
                </a:cubicBezTo>
                <a:cubicBezTo>
                  <a:pt x="75" y="113"/>
                  <a:pt x="75" y="113"/>
                  <a:pt x="75" y="112"/>
                </a:cubicBezTo>
                <a:cubicBezTo>
                  <a:pt x="75" y="112"/>
                  <a:pt x="75" y="112"/>
                  <a:pt x="75" y="112"/>
                </a:cubicBezTo>
                <a:cubicBezTo>
                  <a:pt x="75" y="112"/>
                  <a:pt x="76" y="112"/>
                  <a:pt x="76" y="112"/>
                </a:cubicBezTo>
                <a:cubicBezTo>
                  <a:pt x="77" y="112"/>
                  <a:pt x="77" y="113"/>
                  <a:pt x="78" y="113"/>
                </a:cubicBezTo>
                <a:cubicBezTo>
                  <a:pt x="78" y="114"/>
                  <a:pt x="78" y="114"/>
                  <a:pt x="78" y="113"/>
                </a:cubicBezTo>
                <a:cubicBezTo>
                  <a:pt x="78" y="113"/>
                  <a:pt x="78" y="113"/>
                  <a:pt x="79" y="113"/>
                </a:cubicBezTo>
                <a:cubicBezTo>
                  <a:pt x="79" y="113"/>
                  <a:pt x="79" y="112"/>
                  <a:pt x="79" y="112"/>
                </a:cubicBezTo>
                <a:cubicBezTo>
                  <a:pt x="79" y="111"/>
                  <a:pt x="79" y="111"/>
                  <a:pt x="79" y="111"/>
                </a:cubicBezTo>
                <a:cubicBezTo>
                  <a:pt x="79" y="111"/>
                  <a:pt x="79" y="111"/>
                  <a:pt x="79" y="111"/>
                </a:cubicBezTo>
                <a:cubicBezTo>
                  <a:pt x="79" y="111"/>
                  <a:pt x="79" y="112"/>
                  <a:pt x="80" y="112"/>
                </a:cubicBezTo>
                <a:cubicBezTo>
                  <a:pt x="80" y="112"/>
                  <a:pt x="81" y="112"/>
                  <a:pt x="81" y="112"/>
                </a:cubicBezTo>
                <a:cubicBezTo>
                  <a:pt x="82" y="112"/>
                  <a:pt x="82" y="111"/>
                  <a:pt x="82" y="111"/>
                </a:cubicBezTo>
                <a:cubicBezTo>
                  <a:pt x="82" y="111"/>
                  <a:pt x="82" y="110"/>
                  <a:pt x="82" y="110"/>
                </a:cubicBezTo>
                <a:cubicBezTo>
                  <a:pt x="82" y="110"/>
                  <a:pt x="82" y="109"/>
                  <a:pt x="81" y="108"/>
                </a:cubicBezTo>
                <a:cubicBezTo>
                  <a:pt x="81" y="108"/>
                  <a:pt x="81" y="108"/>
                  <a:pt x="81" y="108"/>
                </a:cubicBezTo>
                <a:cubicBezTo>
                  <a:pt x="81" y="107"/>
                  <a:pt x="81" y="106"/>
                  <a:pt x="80" y="106"/>
                </a:cubicBezTo>
                <a:cubicBezTo>
                  <a:pt x="80" y="105"/>
                  <a:pt x="80" y="105"/>
                  <a:pt x="80" y="104"/>
                </a:cubicBezTo>
                <a:cubicBezTo>
                  <a:pt x="80" y="104"/>
                  <a:pt x="81" y="104"/>
                  <a:pt x="81" y="104"/>
                </a:cubicBezTo>
                <a:cubicBezTo>
                  <a:pt x="81" y="104"/>
                  <a:pt x="81" y="104"/>
                  <a:pt x="81" y="104"/>
                </a:cubicBezTo>
                <a:cubicBezTo>
                  <a:pt x="81" y="103"/>
                  <a:pt x="81" y="103"/>
                  <a:pt x="81" y="103"/>
                </a:cubicBezTo>
                <a:cubicBezTo>
                  <a:pt x="81" y="103"/>
                  <a:pt x="81" y="103"/>
                  <a:pt x="81" y="104"/>
                </a:cubicBezTo>
                <a:cubicBezTo>
                  <a:pt x="81" y="104"/>
                  <a:pt x="81" y="104"/>
                  <a:pt x="81" y="104"/>
                </a:cubicBezTo>
                <a:cubicBezTo>
                  <a:pt x="81" y="104"/>
                  <a:pt x="81" y="104"/>
                  <a:pt x="81" y="104"/>
                </a:cubicBezTo>
                <a:cubicBezTo>
                  <a:pt x="82" y="104"/>
                  <a:pt x="82" y="104"/>
                  <a:pt x="82" y="104"/>
                </a:cubicBezTo>
                <a:cubicBezTo>
                  <a:pt x="82" y="104"/>
                  <a:pt x="82" y="104"/>
                  <a:pt x="83" y="104"/>
                </a:cubicBezTo>
                <a:cubicBezTo>
                  <a:pt x="83" y="104"/>
                  <a:pt x="83" y="104"/>
                  <a:pt x="83" y="104"/>
                </a:cubicBezTo>
                <a:cubicBezTo>
                  <a:pt x="83" y="104"/>
                  <a:pt x="83" y="104"/>
                  <a:pt x="83" y="104"/>
                </a:cubicBezTo>
                <a:cubicBezTo>
                  <a:pt x="83" y="104"/>
                  <a:pt x="82" y="105"/>
                  <a:pt x="82" y="105"/>
                </a:cubicBezTo>
                <a:cubicBezTo>
                  <a:pt x="82" y="105"/>
                  <a:pt x="83" y="105"/>
                  <a:pt x="83" y="106"/>
                </a:cubicBezTo>
                <a:cubicBezTo>
                  <a:pt x="83" y="106"/>
                  <a:pt x="83" y="106"/>
                  <a:pt x="84" y="106"/>
                </a:cubicBezTo>
                <a:cubicBezTo>
                  <a:pt x="84" y="106"/>
                  <a:pt x="84" y="106"/>
                  <a:pt x="85" y="106"/>
                </a:cubicBezTo>
                <a:cubicBezTo>
                  <a:pt x="85" y="106"/>
                  <a:pt x="85" y="106"/>
                  <a:pt x="85" y="107"/>
                </a:cubicBezTo>
                <a:cubicBezTo>
                  <a:pt x="86" y="107"/>
                  <a:pt x="86" y="107"/>
                  <a:pt x="86" y="107"/>
                </a:cubicBezTo>
                <a:cubicBezTo>
                  <a:pt x="86" y="108"/>
                  <a:pt x="86" y="108"/>
                  <a:pt x="86" y="108"/>
                </a:cubicBezTo>
                <a:cubicBezTo>
                  <a:pt x="86" y="108"/>
                  <a:pt x="87" y="109"/>
                  <a:pt x="87" y="109"/>
                </a:cubicBezTo>
                <a:cubicBezTo>
                  <a:pt x="87" y="109"/>
                  <a:pt x="88" y="108"/>
                  <a:pt x="88" y="108"/>
                </a:cubicBezTo>
                <a:cubicBezTo>
                  <a:pt x="88" y="108"/>
                  <a:pt x="88" y="108"/>
                  <a:pt x="88" y="108"/>
                </a:cubicBezTo>
                <a:cubicBezTo>
                  <a:pt x="88" y="108"/>
                  <a:pt x="88" y="108"/>
                  <a:pt x="88" y="109"/>
                </a:cubicBezTo>
                <a:cubicBezTo>
                  <a:pt x="88" y="109"/>
                  <a:pt x="88" y="109"/>
                  <a:pt x="88" y="109"/>
                </a:cubicBezTo>
                <a:cubicBezTo>
                  <a:pt x="88" y="110"/>
                  <a:pt x="88" y="110"/>
                  <a:pt x="89" y="110"/>
                </a:cubicBezTo>
                <a:cubicBezTo>
                  <a:pt x="89" y="110"/>
                  <a:pt x="89" y="111"/>
                  <a:pt x="89" y="111"/>
                </a:cubicBezTo>
                <a:cubicBezTo>
                  <a:pt x="89" y="111"/>
                  <a:pt x="89" y="111"/>
                  <a:pt x="89" y="111"/>
                </a:cubicBezTo>
                <a:cubicBezTo>
                  <a:pt x="89" y="111"/>
                  <a:pt x="89" y="111"/>
                  <a:pt x="89" y="111"/>
                </a:cubicBezTo>
                <a:cubicBezTo>
                  <a:pt x="90" y="112"/>
                  <a:pt x="90" y="112"/>
                  <a:pt x="90" y="112"/>
                </a:cubicBezTo>
                <a:cubicBezTo>
                  <a:pt x="90" y="112"/>
                  <a:pt x="90" y="112"/>
                  <a:pt x="90" y="112"/>
                </a:cubicBezTo>
                <a:cubicBezTo>
                  <a:pt x="90" y="113"/>
                  <a:pt x="90" y="113"/>
                  <a:pt x="90" y="113"/>
                </a:cubicBezTo>
                <a:cubicBezTo>
                  <a:pt x="89" y="113"/>
                  <a:pt x="89" y="114"/>
                  <a:pt x="88" y="114"/>
                </a:cubicBezTo>
                <a:cubicBezTo>
                  <a:pt x="88" y="115"/>
                  <a:pt x="88" y="115"/>
                  <a:pt x="88" y="115"/>
                </a:cubicBezTo>
                <a:cubicBezTo>
                  <a:pt x="88" y="115"/>
                  <a:pt x="88" y="115"/>
                  <a:pt x="88" y="116"/>
                </a:cubicBezTo>
                <a:cubicBezTo>
                  <a:pt x="89" y="116"/>
                  <a:pt x="90" y="116"/>
                  <a:pt x="90" y="115"/>
                </a:cubicBezTo>
                <a:cubicBezTo>
                  <a:pt x="90" y="115"/>
                  <a:pt x="91" y="116"/>
                  <a:pt x="91" y="116"/>
                </a:cubicBezTo>
                <a:cubicBezTo>
                  <a:pt x="91" y="116"/>
                  <a:pt x="91" y="116"/>
                  <a:pt x="91" y="116"/>
                </a:cubicBezTo>
                <a:cubicBezTo>
                  <a:pt x="91" y="116"/>
                  <a:pt x="90" y="116"/>
                  <a:pt x="91" y="117"/>
                </a:cubicBezTo>
                <a:cubicBezTo>
                  <a:pt x="91" y="117"/>
                  <a:pt x="91" y="117"/>
                  <a:pt x="91" y="117"/>
                </a:cubicBezTo>
                <a:cubicBezTo>
                  <a:pt x="90" y="117"/>
                  <a:pt x="90" y="117"/>
                  <a:pt x="91" y="118"/>
                </a:cubicBezTo>
                <a:cubicBezTo>
                  <a:pt x="91" y="118"/>
                  <a:pt x="91" y="118"/>
                  <a:pt x="91" y="118"/>
                </a:cubicBezTo>
                <a:cubicBezTo>
                  <a:pt x="91" y="118"/>
                  <a:pt x="90" y="118"/>
                  <a:pt x="90" y="119"/>
                </a:cubicBezTo>
                <a:cubicBezTo>
                  <a:pt x="90" y="119"/>
                  <a:pt x="91" y="119"/>
                  <a:pt x="91" y="119"/>
                </a:cubicBezTo>
                <a:cubicBezTo>
                  <a:pt x="91" y="119"/>
                  <a:pt x="91" y="118"/>
                  <a:pt x="92" y="118"/>
                </a:cubicBezTo>
                <a:cubicBezTo>
                  <a:pt x="91" y="119"/>
                  <a:pt x="92" y="120"/>
                  <a:pt x="91" y="120"/>
                </a:cubicBezTo>
                <a:cubicBezTo>
                  <a:pt x="91" y="120"/>
                  <a:pt x="91" y="120"/>
                  <a:pt x="91" y="121"/>
                </a:cubicBezTo>
                <a:cubicBezTo>
                  <a:pt x="92" y="121"/>
                  <a:pt x="91" y="121"/>
                  <a:pt x="91" y="121"/>
                </a:cubicBezTo>
                <a:cubicBezTo>
                  <a:pt x="91" y="121"/>
                  <a:pt x="91" y="121"/>
                  <a:pt x="91" y="121"/>
                </a:cubicBezTo>
                <a:cubicBezTo>
                  <a:pt x="91" y="122"/>
                  <a:pt x="91" y="122"/>
                  <a:pt x="91" y="122"/>
                </a:cubicBezTo>
                <a:cubicBezTo>
                  <a:pt x="92" y="122"/>
                  <a:pt x="92" y="123"/>
                  <a:pt x="92" y="123"/>
                </a:cubicBezTo>
                <a:cubicBezTo>
                  <a:pt x="92" y="123"/>
                  <a:pt x="92" y="123"/>
                  <a:pt x="92" y="123"/>
                </a:cubicBezTo>
                <a:cubicBezTo>
                  <a:pt x="92" y="123"/>
                  <a:pt x="93" y="123"/>
                  <a:pt x="93" y="123"/>
                </a:cubicBezTo>
                <a:cubicBezTo>
                  <a:pt x="93" y="123"/>
                  <a:pt x="93" y="124"/>
                  <a:pt x="93" y="124"/>
                </a:cubicBezTo>
                <a:cubicBezTo>
                  <a:pt x="93" y="124"/>
                  <a:pt x="93" y="125"/>
                  <a:pt x="93" y="125"/>
                </a:cubicBezTo>
                <a:cubicBezTo>
                  <a:pt x="93" y="125"/>
                  <a:pt x="93" y="125"/>
                  <a:pt x="93" y="126"/>
                </a:cubicBezTo>
                <a:cubicBezTo>
                  <a:pt x="93" y="126"/>
                  <a:pt x="93" y="126"/>
                  <a:pt x="93" y="126"/>
                </a:cubicBezTo>
                <a:cubicBezTo>
                  <a:pt x="93" y="126"/>
                  <a:pt x="93" y="126"/>
                  <a:pt x="93" y="126"/>
                </a:cubicBezTo>
                <a:cubicBezTo>
                  <a:pt x="93" y="127"/>
                  <a:pt x="93" y="127"/>
                  <a:pt x="93" y="127"/>
                </a:cubicBezTo>
                <a:cubicBezTo>
                  <a:pt x="93" y="127"/>
                  <a:pt x="93" y="127"/>
                  <a:pt x="93" y="127"/>
                </a:cubicBezTo>
                <a:cubicBezTo>
                  <a:pt x="93" y="127"/>
                  <a:pt x="94" y="127"/>
                  <a:pt x="93" y="128"/>
                </a:cubicBezTo>
                <a:close/>
                <a:moveTo>
                  <a:pt x="80" y="113"/>
                </a:moveTo>
                <a:cubicBezTo>
                  <a:pt x="80" y="113"/>
                  <a:pt x="79" y="112"/>
                  <a:pt x="79" y="112"/>
                </a:cubicBezTo>
                <a:cubicBezTo>
                  <a:pt x="79" y="112"/>
                  <a:pt x="80" y="113"/>
                  <a:pt x="80" y="113"/>
                </a:cubicBezTo>
                <a:close/>
                <a:moveTo>
                  <a:pt x="86" y="129"/>
                </a:moveTo>
                <a:cubicBezTo>
                  <a:pt x="86" y="129"/>
                  <a:pt x="86" y="129"/>
                  <a:pt x="86" y="129"/>
                </a:cubicBezTo>
                <a:cubicBezTo>
                  <a:pt x="85" y="129"/>
                  <a:pt x="85" y="129"/>
                  <a:pt x="85" y="129"/>
                </a:cubicBezTo>
                <a:cubicBezTo>
                  <a:pt x="85" y="129"/>
                  <a:pt x="85" y="129"/>
                  <a:pt x="85" y="130"/>
                </a:cubicBezTo>
                <a:cubicBezTo>
                  <a:pt x="85" y="130"/>
                  <a:pt x="85" y="130"/>
                  <a:pt x="85" y="130"/>
                </a:cubicBezTo>
                <a:cubicBezTo>
                  <a:pt x="85" y="130"/>
                  <a:pt x="85" y="130"/>
                  <a:pt x="85" y="130"/>
                </a:cubicBezTo>
                <a:cubicBezTo>
                  <a:pt x="85" y="130"/>
                  <a:pt x="85" y="130"/>
                  <a:pt x="85" y="130"/>
                </a:cubicBezTo>
                <a:cubicBezTo>
                  <a:pt x="85" y="130"/>
                  <a:pt x="85" y="130"/>
                  <a:pt x="85" y="130"/>
                </a:cubicBezTo>
                <a:cubicBezTo>
                  <a:pt x="85" y="130"/>
                  <a:pt x="85" y="130"/>
                  <a:pt x="85" y="130"/>
                </a:cubicBezTo>
                <a:cubicBezTo>
                  <a:pt x="85" y="130"/>
                  <a:pt x="85" y="130"/>
                  <a:pt x="85" y="130"/>
                </a:cubicBezTo>
                <a:cubicBezTo>
                  <a:pt x="85" y="130"/>
                  <a:pt x="85" y="130"/>
                  <a:pt x="85" y="130"/>
                </a:cubicBezTo>
                <a:cubicBezTo>
                  <a:pt x="85" y="131"/>
                  <a:pt x="85" y="131"/>
                  <a:pt x="86" y="131"/>
                </a:cubicBezTo>
                <a:cubicBezTo>
                  <a:pt x="86" y="132"/>
                  <a:pt x="86" y="132"/>
                  <a:pt x="86" y="132"/>
                </a:cubicBezTo>
                <a:cubicBezTo>
                  <a:pt x="86" y="132"/>
                  <a:pt x="86" y="132"/>
                  <a:pt x="86" y="131"/>
                </a:cubicBezTo>
                <a:cubicBezTo>
                  <a:pt x="86" y="131"/>
                  <a:pt x="86" y="130"/>
                  <a:pt x="86" y="130"/>
                </a:cubicBezTo>
                <a:cubicBezTo>
                  <a:pt x="86" y="130"/>
                  <a:pt x="86" y="130"/>
                  <a:pt x="86" y="130"/>
                </a:cubicBezTo>
                <a:cubicBezTo>
                  <a:pt x="86" y="130"/>
                  <a:pt x="86" y="130"/>
                  <a:pt x="86" y="130"/>
                </a:cubicBezTo>
                <a:cubicBezTo>
                  <a:pt x="86" y="130"/>
                  <a:pt x="86" y="129"/>
                  <a:pt x="86" y="129"/>
                </a:cubicBezTo>
                <a:close/>
                <a:moveTo>
                  <a:pt x="85" y="131"/>
                </a:moveTo>
                <a:cubicBezTo>
                  <a:pt x="85" y="132"/>
                  <a:pt x="85" y="132"/>
                  <a:pt x="85" y="132"/>
                </a:cubicBezTo>
                <a:cubicBezTo>
                  <a:pt x="85" y="132"/>
                  <a:pt x="85" y="132"/>
                  <a:pt x="85" y="132"/>
                </a:cubicBezTo>
                <a:cubicBezTo>
                  <a:pt x="85" y="131"/>
                  <a:pt x="85" y="131"/>
                  <a:pt x="85" y="131"/>
                </a:cubicBezTo>
                <a:close/>
                <a:moveTo>
                  <a:pt x="61" y="109"/>
                </a:moveTo>
                <a:cubicBezTo>
                  <a:pt x="61" y="108"/>
                  <a:pt x="62" y="108"/>
                  <a:pt x="62" y="107"/>
                </a:cubicBezTo>
                <a:cubicBezTo>
                  <a:pt x="62" y="106"/>
                  <a:pt x="62" y="105"/>
                  <a:pt x="63" y="105"/>
                </a:cubicBezTo>
                <a:cubicBezTo>
                  <a:pt x="63" y="104"/>
                  <a:pt x="63" y="103"/>
                  <a:pt x="63" y="103"/>
                </a:cubicBezTo>
                <a:cubicBezTo>
                  <a:pt x="63" y="103"/>
                  <a:pt x="63" y="102"/>
                  <a:pt x="63" y="102"/>
                </a:cubicBezTo>
                <a:cubicBezTo>
                  <a:pt x="64" y="102"/>
                  <a:pt x="64" y="102"/>
                  <a:pt x="64" y="102"/>
                </a:cubicBezTo>
                <a:cubicBezTo>
                  <a:pt x="64" y="101"/>
                  <a:pt x="64" y="101"/>
                  <a:pt x="65" y="101"/>
                </a:cubicBezTo>
                <a:cubicBezTo>
                  <a:pt x="65" y="101"/>
                  <a:pt x="65" y="101"/>
                  <a:pt x="65" y="100"/>
                </a:cubicBezTo>
                <a:cubicBezTo>
                  <a:pt x="65" y="100"/>
                  <a:pt x="66" y="100"/>
                  <a:pt x="66" y="101"/>
                </a:cubicBezTo>
                <a:cubicBezTo>
                  <a:pt x="66" y="101"/>
                  <a:pt x="66" y="101"/>
                  <a:pt x="66" y="100"/>
                </a:cubicBezTo>
                <a:cubicBezTo>
                  <a:pt x="66" y="100"/>
                  <a:pt x="67" y="100"/>
                  <a:pt x="67" y="100"/>
                </a:cubicBezTo>
                <a:cubicBezTo>
                  <a:pt x="67" y="100"/>
                  <a:pt x="67" y="100"/>
                  <a:pt x="66" y="100"/>
                </a:cubicBezTo>
                <a:cubicBezTo>
                  <a:pt x="66" y="100"/>
                  <a:pt x="66" y="100"/>
                  <a:pt x="66" y="100"/>
                </a:cubicBezTo>
                <a:cubicBezTo>
                  <a:pt x="66" y="100"/>
                  <a:pt x="66" y="100"/>
                  <a:pt x="66" y="100"/>
                </a:cubicBezTo>
                <a:cubicBezTo>
                  <a:pt x="66" y="99"/>
                  <a:pt x="67" y="99"/>
                  <a:pt x="67" y="99"/>
                </a:cubicBezTo>
                <a:cubicBezTo>
                  <a:pt x="67" y="98"/>
                  <a:pt x="67" y="98"/>
                  <a:pt x="67" y="97"/>
                </a:cubicBezTo>
                <a:cubicBezTo>
                  <a:pt x="67" y="97"/>
                  <a:pt x="67" y="97"/>
                  <a:pt x="67" y="97"/>
                </a:cubicBezTo>
                <a:cubicBezTo>
                  <a:pt x="67" y="96"/>
                  <a:pt x="66" y="96"/>
                  <a:pt x="66" y="95"/>
                </a:cubicBezTo>
                <a:cubicBezTo>
                  <a:pt x="67" y="95"/>
                  <a:pt x="67" y="94"/>
                  <a:pt x="67" y="94"/>
                </a:cubicBezTo>
                <a:cubicBezTo>
                  <a:pt x="67" y="94"/>
                  <a:pt x="67" y="93"/>
                  <a:pt x="67" y="93"/>
                </a:cubicBezTo>
                <a:cubicBezTo>
                  <a:pt x="67" y="93"/>
                  <a:pt x="66" y="92"/>
                  <a:pt x="66" y="92"/>
                </a:cubicBezTo>
                <a:cubicBezTo>
                  <a:pt x="66" y="92"/>
                  <a:pt x="66" y="92"/>
                  <a:pt x="66" y="92"/>
                </a:cubicBezTo>
                <a:cubicBezTo>
                  <a:pt x="66" y="92"/>
                  <a:pt x="66" y="91"/>
                  <a:pt x="67" y="91"/>
                </a:cubicBezTo>
                <a:cubicBezTo>
                  <a:pt x="67" y="91"/>
                  <a:pt x="67" y="91"/>
                  <a:pt x="67" y="90"/>
                </a:cubicBezTo>
                <a:cubicBezTo>
                  <a:pt x="67" y="90"/>
                  <a:pt x="66" y="90"/>
                  <a:pt x="66" y="90"/>
                </a:cubicBezTo>
                <a:cubicBezTo>
                  <a:pt x="66" y="90"/>
                  <a:pt x="66" y="90"/>
                  <a:pt x="66" y="91"/>
                </a:cubicBezTo>
                <a:cubicBezTo>
                  <a:pt x="66" y="91"/>
                  <a:pt x="66" y="91"/>
                  <a:pt x="66" y="91"/>
                </a:cubicBezTo>
                <a:cubicBezTo>
                  <a:pt x="65" y="91"/>
                  <a:pt x="65" y="91"/>
                  <a:pt x="65" y="91"/>
                </a:cubicBezTo>
                <a:cubicBezTo>
                  <a:pt x="65" y="91"/>
                  <a:pt x="65" y="91"/>
                  <a:pt x="66" y="91"/>
                </a:cubicBezTo>
                <a:cubicBezTo>
                  <a:pt x="66" y="92"/>
                  <a:pt x="66" y="92"/>
                  <a:pt x="66" y="92"/>
                </a:cubicBezTo>
                <a:cubicBezTo>
                  <a:pt x="65" y="92"/>
                  <a:pt x="65" y="93"/>
                  <a:pt x="65" y="93"/>
                </a:cubicBezTo>
                <a:cubicBezTo>
                  <a:pt x="65" y="93"/>
                  <a:pt x="65" y="93"/>
                  <a:pt x="65" y="94"/>
                </a:cubicBezTo>
                <a:cubicBezTo>
                  <a:pt x="65" y="94"/>
                  <a:pt x="65" y="94"/>
                  <a:pt x="65" y="94"/>
                </a:cubicBezTo>
                <a:cubicBezTo>
                  <a:pt x="65" y="95"/>
                  <a:pt x="64" y="96"/>
                  <a:pt x="64" y="97"/>
                </a:cubicBezTo>
                <a:cubicBezTo>
                  <a:pt x="64" y="96"/>
                  <a:pt x="64" y="96"/>
                  <a:pt x="63" y="97"/>
                </a:cubicBezTo>
                <a:cubicBezTo>
                  <a:pt x="63" y="97"/>
                  <a:pt x="63" y="97"/>
                  <a:pt x="64" y="97"/>
                </a:cubicBezTo>
                <a:cubicBezTo>
                  <a:pt x="64" y="97"/>
                  <a:pt x="64" y="97"/>
                  <a:pt x="64" y="97"/>
                </a:cubicBezTo>
                <a:cubicBezTo>
                  <a:pt x="63" y="97"/>
                  <a:pt x="63" y="98"/>
                  <a:pt x="63" y="99"/>
                </a:cubicBezTo>
                <a:cubicBezTo>
                  <a:pt x="63" y="99"/>
                  <a:pt x="63" y="99"/>
                  <a:pt x="63" y="99"/>
                </a:cubicBezTo>
                <a:cubicBezTo>
                  <a:pt x="63" y="99"/>
                  <a:pt x="63" y="99"/>
                  <a:pt x="63" y="99"/>
                </a:cubicBezTo>
                <a:cubicBezTo>
                  <a:pt x="62" y="100"/>
                  <a:pt x="62" y="100"/>
                  <a:pt x="62" y="100"/>
                </a:cubicBezTo>
                <a:cubicBezTo>
                  <a:pt x="62" y="100"/>
                  <a:pt x="62" y="100"/>
                  <a:pt x="62" y="101"/>
                </a:cubicBezTo>
                <a:cubicBezTo>
                  <a:pt x="62" y="101"/>
                  <a:pt x="62" y="101"/>
                  <a:pt x="62" y="101"/>
                </a:cubicBezTo>
                <a:cubicBezTo>
                  <a:pt x="62" y="102"/>
                  <a:pt x="62" y="102"/>
                  <a:pt x="62" y="102"/>
                </a:cubicBezTo>
                <a:cubicBezTo>
                  <a:pt x="61" y="102"/>
                  <a:pt x="61" y="103"/>
                  <a:pt x="61" y="103"/>
                </a:cubicBezTo>
                <a:cubicBezTo>
                  <a:pt x="61" y="103"/>
                  <a:pt x="61" y="104"/>
                  <a:pt x="61" y="104"/>
                </a:cubicBezTo>
                <a:cubicBezTo>
                  <a:pt x="61" y="104"/>
                  <a:pt x="61" y="104"/>
                  <a:pt x="61" y="104"/>
                </a:cubicBezTo>
                <a:cubicBezTo>
                  <a:pt x="61" y="105"/>
                  <a:pt x="61" y="105"/>
                  <a:pt x="60" y="105"/>
                </a:cubicBezTo>
                <a:cubicBezTo>
                  <a:pt x="60" y="105"/>
                  <a:pt x="60" y="106"/>
                  <a:pt x="60" y="106"/>
                </a:cubicBezTo>
                <a:cubicBezTo>
                  <a:pt x="60" y="106"/>
                  <a:pt x="60" y="106"/>
                  <a:pt x="60" y="106"/>
                </a:cubicBezTo>
                <a:cubicBezTo>
                  <a:pt x="60" y="107"/>
                  <a:pt x="60" y="107"/>
                  <a:pt x="60" y="108"/>
                </a:cubicBezTo>
                <a:cubicBezTo>
                  <a:pt x="60" y="108"/>
                  <a:pt x="60" y="108"/>
                  <a:pt x="60" y="108"/>
                </a:cubicBezTo>
                <a:cubicBezTo>
                  <a:pt x="60" y="108"/>
                  <a:pt x="60" y="108"/>
                  <a:pt x="60" y="109"/>
                </a:cubicBezTo>
                <a:cubicBezTo>
                  <a:pt x="60" y="109"/>
                  <a:pt x="60" y="109"/>
                  <a:pt x="60" y="109"/>
                </a:cubicBezTo>
                <a:cubicBezTo>
                  <a:pt x="61" y="109"/>
                  <a:pt x="61" y="109"/>
                  <a:pt x="61" y="109"/>
                </a:cubicBezTo>
                <a:close/>
                <a:moveTo>
                  <a:pt x="69" y="97"/>
                </a:moveTo>
                <a:cubicBezTo>
                  <a:pt x="69" y="97"/>
                  <a:pt x="69" y="97"/>
                  <a:pt x="69" y="97"/>
                </a:cubicBezTo>
                <a:cubicBezTo>
                  <a:pt x="69" y="97"/>
                  <a:pt x="69" y="97"/>
                  <a:pt x="70" y="97"/>
                </a:cubicBezTo>
                <a:cubicBezTo>
                  <a:pt x="70" y="96"/>
                  <a:pt x="70" y="96"/>
                  <a:pt x="71" y="96"/>
                </a:cubicBezTo>
                <a:cubicBezTo>
                  <a:pt x="71" y="96"/>
                  <a:pt x="71" y="96"/>
                  <a:pt x="71" y="96"/>
                </a:cubicBezTo>
                <a:cubicBezTo>
                  <a:pt x="71" y="96"/>
                  <a:pt x="71" y="96"/>
                  <a:pt x="71" y="96"/>
                </a:cubicBezTo>
                <a:cubicBezTo>
                  <a:pt x="71" y="96"/>
                  <a:pt x="70" y="95"/>
                  <a:pt x="70" y="96"/>
                </a:cubicBezTo>
                <a:cubicBezTo>
                  <a:pt x="70" y="96"/>
                  <a:pt x="70" y="96"/>
                  <a:pt x="70" y="96"/>
                </a:cubicBezTo>
                <a:cubicBezTo>
                  <a:pt x="70" y="96"/>
                  <a:pt x="70" y="96"/>
                  <a:pt x="69" y="96"/>
                </a:cubicBezTo>
                <a:cubicBezTo>
                  <a:pt x="69" y="96"/>
                  <a:pt x="69" y="96"/>
                  <a:pt x="69" y="96"/>
                </a:cubicBezTo>
                <a:cubicBezTo>
                  <a:pt x="69" y="96"/>
                  <a:pt x="69" y="96"/>
                  <a:pt x="69" y="97"/>
                </a:cubicBezTo>
                <a:close/>
                <a:moveTo>
                  <a:pt x="66" y="101"/>
                </a:moveTo>
                <a:cubicBezTo>
                  <a:pt x="66" y="101"/>
                  <a:pt x="66" y="101"/>
                  <a:pt x="67" y="101"/>
                </a:cubicBezTo>
                <a:cubicBezTo>
                  <a:pt x="67" y="101"/>
                  <a:pt x="67" y="100"/>
                  <a:pt x="67" y="100"/>
                </a:cubicBezTo>
                <a:cubicBezTo>
                  <a:pt x="67" y="100"/>
                  <a:pt x="67" y="100"/>
                  <a:pt x="67" y="100"/>
                </a:cubicBezTo>
                <a:cubicBezTo>
                  <a:pt x="67" y="100"/>
                  <a:pt x="66" y="101"/>
                  <a:pt x="66" y="101"/>
                </a:cubicBezTo>
                <a:close/>
                <a:moveTo>
                  <a:pt x="72" y="95"/>
                </a:moveTo>
                <a:cubicBezTo>
                  <a:pt x="71" y="95"/>
                  <a:pt x="71" y="95"/>
                  <a:pt x="71" y="95"/>
                </a:cubicBezTo>
                <a:cubicBezTo>
                  <a:pt x="71" y="95"/>
                  <a:pt x="71" y="95"/>
                  <a:pt x="71" y="95"/>
                </a:cubicBezTo>
                <a:cubicBezTo>
                  <a:pt x="72" y="95"/>
                  <a:pt x="72" y="95"/>
                  <a:pt x="72" y="95"/>
                </a:cubicBezTo>
                <a:cubicBezTo>
                  <a:pt x="72" y="95"/>
                  <a:pt x="72" y="95"/>
                  <a:pt x="72" y="95"/>
                </a:cubicBezTo>
                <a:close/>
                <a:moveTo>
                  <a:pt x="63" y="91"/>
                </a:moveTo>
                <a:cubicBezTo>
                  <a:pt x="63" y="91"/>
                  <a:pt x="63" y="91"/>
                  <a:pt x="63" y="91"/>
                </a:cubicBezTo>
                <a:cubicBezTo>
                  <a:pt x="63" y="91"/>
                  <a:pt x="63" y="92"/>
                  <a:pt x="64" y="92"/>
                </a:cubicBezTo>
                <a:cubicBezTo>
                  <a:pt x="64" y="92"/>
                  <a:pt x="64" y="92"/>
                  <a:pt x="64" y="91"/>
                </a:cubicBezTo>
                <a:cubicBezTo>
                  <a:pt x="64" y="91"/>
                  <a:pt x="64" y="91"/>
                  <a:pt x="64" y="91"/>
                </a:cubicBezTo>
                <a:cubicBezTo>
                  <a:pt x="64" y="91"/>
                  <a:pt x="63" y="90"/>
                  <a:pt x="63" y="91"/>
                </a:cubicBezTo>
                <a:close/>
                <a:moveTo>
                  <a:pt x="65" y="90"/>
                </a:moveTo>
                <a:cubicBezTo>
                  <a:pt x="65" y="90"/>
                  <a:pt x="65" y="90"/>
                  <a:pt x="65" y="90"/>
                </a:cubicBezTo>
                <a:cubicBezTo>
                  <a:pt x="65" y="90"/>
                  <a:pt x="65" y="90"/>
                  <a:pt x="65" y="90"/>
                </a:cubicBezTo>
                <a:cubicBezTo>
                  <a:pt x="65" y="90"/>
                  <a:pt x="65" y="90"/>
                  <a:pt x="65" y="90"/>
                </a:cubicBezTo>
                <a:cubicBezTo>
                  <a:pt x="65" y="90"/>
                  <a:pt x="65" y="90"/>
                  <a:pt x="65" y="90"/>
                </a:cubicBezTo>
                <a:close/>
                <a:moveTo>
                  <a:pt x="67" y="64"/>
                </a:moveTo>
                <a:cubicBezTo>
                  <a:pt x="68" y="64"/>
                  <a:pt x="68" y="64"/>
                  <a:pt x="68" y="64"/>
                </a:cubicBezTo>
                <a:cubicBezTo>
                  <a:pt x="68" y="64"/>
                  <a:pt x="68" y="64"/>
                  <a:pt x="67" y="64"/>
                </a:cubicBezTo>
                <a:cubicBezTo>
                  <a:pt x="67" y="64"/>
                  <a:pt x="67" y="64"/>
                  <a:pt x="67" y="64"/>
                </a:cubicBezTo>
                <a:cubicBezTo>
                  <a:pt x="67" y="64"/>
                  <a:pt x="67" y="64"/>
                  <a:pt x="67" y="64"/>
                </a:cubicBezTo>
                <a:close/>
                <a:moveTo>
                  <a:pt x="65" y="67"/>
                </a:moveTo>
                <a:cubicBezTo>
                  <a:pt x="66" y="68"/>
                  <a:pt x="66" y="68"/>
                  <a:pt x="66" y="68"/>
                </a:cubicBezTo>
                <a:cubicBezTo>
                  <a:pt x="66" y="68"/>
                  <a:pt x="67" y="68"/>
                  <a:pt x="67" y="68"/>
                </a:cubicBezTo>
                <a:cubicBezTo>
                  <a:pt x="67" y="68"/>
                  <a:pt x="67" y="68"/>
                  <a:pt x="67" y="68"/>
                </a:cubicBezTo>
                <a:cubicBezTo>
                  <a:pt x="67" y="68"/>
                  <a:pt x="67" y="68"/>
                  <a:pt x="67" y="67"/>
                </a:cubicBezTo>
                <a:cubicBezTo>
                  <a:pt x="68" y="67"/>
                  <a:pt x="68" y="68"/>
                  <a:pt x="68" y="68"/>
                </a:cubicBezTo>
                <a:cubicBezTo>
                  <a:pt x="68" y="67"/>
                  <a:pt x="68" y="67"/>
                  <a:pt x="68" y="67"/>
                </a:cubicBezTo>
                <a:cubicBezTo>
                  <a:pt x="68" y="67"/>
                  <a:pt x="68" y="67"/>
                  <a:pt x="68" y="67"/>
                </a:cubicBezTo>
                <a:cubicBezTo>
                  <a:pt x="68" y="67"/>
                  <a:pt x="69" y="67"/>
                  <a:pt x="68" y="66"/>
                </a:cubicBezTo>
                <a:cubicBezTo>
                  <a:pt x="68" y="66"/>
                  <a:pt x="68" y="66"/>
                  <a:pt x="68" y="66"/>
                </a:cubicBezTo>
                <a:cubicBezTo>
                  <a:pt x="68" y="66"/>
                  <a:pt x="68" y="66"/>
                  <a:pt x="68" y="66"/>
                </a:cubicBezTo>
                <a:cubicBezTo>
                  <a:pt x="68" y="66"/>
                  <a:pt x="69" y="65"/>
                  <a:pt x="68" y="65"/>
                </a:cubicBezTo>
                <a:cubicBezTo>
                  <a:pt x="68" y="65"/>
                  <a:pt x="68" y="64"/>
                  <a:pt x="68" y="64"/>
                </a:cubicBezTo>
                <a:cubicBezTo>
                  <a:pt x="68" y="64"/>
                  <a:pt x="68" y="64"/>
                  <a:pt x="68" y="64"/>
                </a:cubicBezTo>
                <a:cubicBezTo>
                  <a:pt x="68" y="64"/>
                  <a:pt x="68" y="64"/>
                  <a:pt x="68" y="64"/>
                </a:cubicBezTo>
                <a:cubicBezTo>
                  <a:pt x="68" y="64"/>
                  <a:pt x="68" y="64"/>
                  <a:pt x="68" y="64"/>
                </a:cubicBezTo>
                <a:cubicBezTo>
                  <a:pt x="67" y="64"/>
                  <a:pt x="67" y="64"/>
                  <a:pt x="67" y="64"/>
                </a:cubicBezTo>
                <a:cubicBezTo>
                  <a:pt x="67" y="64"/>
                  <a:pt x="67" y="64"/>
                  <a:pt x="67" y="64"/>
                </a:cubicBezTo>
                <a:cubicBezTo>
                  <a:pt x="67" y="64"/>
                  <a:pt x="67" y="63"/>
                  <a:pt x="67" y="63"/>
                </a:cubicBezTo>
                <a:cubicBezTo>
                  <a:pt x="67" y="63"/>
                  <a:pt x="66" y="63"/>
                  <a:pt x="66" y="63"/>
                </a:cubicBezTo>
                <a:cubicBezTo>
                  <a:pt x="66" y="63"/>
                  <a:pt x="65" y="63"/>
                  <a:pt x="65" y="64"/>
                </a:cubicBezTo>
                <a:cubicBezTo>
                  <a:pt x="66" y="64"/>
                  <a:pt x="65" y="65"/>
                  <a:pt x="66" y="66"/>
                </a:cubicBezTo>
                <a:cubicBezTo>
                  <a:pt x="66" y="66"/>
                  <a:pt x="65" y="66"/>
                  <a:pt x="65" y="66"/>
                </a:cubicBezTo>
                <a:cubicBezTo>
                  <a:pt x="65" y="66"/>
                  <a:pt x="64" y="66"/>
                  <a:pt x="65" y="67"/>
                </a:cubicBezTo>
                <a:cubicBezTo>
                  <a:pt x="65" y="67"/>
                  <a:pt x="65" y="67"/>
                  <a:pt x="65" y="67"/>
                </a:cubicBezTo>
                <a:close/>
                <a:moveTo>
                  <a:pt x="74" y="111"/>
                </a:moveTo>
                <a:cubicBezTo>
                  <a:pt x="74" y="111"/>
                  <a:pt x="74" y="111"/>
                  <a:pt x="75" y="111"/>
                </a:cubicBezTo>
                <a:cubicBezTo>
                  <a:pt x="75" y="111"/>
                  <a:pt x="75" y="111"/>
                  <a:pt x="75" y="111"/>
                </a:cubicBezTo>
                <a:cubicBezTo>
                  <a:pt x="75" y="111"/>
                  <a:pt x="75" y="110"/>
                  <a:pt x="75" y="110"/>
                </a:cubicBezTo>
                <a:cubicBezTo>
                  <a:pt x="75" y="110"/>
                  <a:pt x="74" y="110"/>
                  <a:pt x="74" y="110"/>
                </a:cubicBezTo>
                <a:cubicBezTo>
                  <a:pt x="73" y="110"/>
                  <a:pt x="73" y="110"/>
                  <a:pt x="73" y="110"/>
                </a:cubicBezTo>
                <a:cubicBezTo>
                  <a:pt x="73" y="111"/>
                  <a:pt x="73" y="111"/>
                  <a:pt x="74" y="111"/>
                </a:cubicBezTo>
                <a:close/>
                <a:moveTo>
                  <a:pt x="63" y="65"/>
                </a:moveTo>
                <a:cubicBezTo>
                  <a:pt x="63" y="64"/>
                  <a:pt x="63" y="64"/>
                  <a:pt x="63" y="64"/>
                </a:cubicBezTo>
                <a:cubicBezTo>
                  <a:pt x="63" y="64"/>
                  <a:pt x="63" y="64"/>
                  <a:pt x="63" y="64"/>
                </a:cubicBezTo>
                <a:cubicBezTo>
                  <a:pt x="62" y="64"/>
                  <a:pt x="63" y="65"/>
                  <a:pt x="63" y="65"/>
                </a:cubicBezTo>
                <a:close/>
                <a:moveTo>
                  <a:pt x="61" y="65"/>
                </a:moveTo>
                <a:cubicBezTo>
                  <a:pt x="61" y="65"/>
                  <a:pt x="61" y="64"/>
                  <a:pt x="61" y="64"/>
                </a:cubicBezTo>
                <a:cubicBezTo>
                  <a:pt x="61" y="64"/>
                  <a:pt x="61" y="64"/>
                  <a:pt x="61" y="64"/>
                </a:cubicBezTo>
                <a:cubicBezTo>
                  <a:pt x="61" y="65"/>
                  <a:pt x="61" y="65"/>
                  <a:pt x="61" y="65"/>
                </a:cubicBezTo>
                <a:close/>
                <a:moveTo>
                  <a:pt x="54" y="60"/>
                </a:moveTo>
                <a:cubicBezTo>
                  <a:pt x="54" y="60"/>
                  <a:pt x="54" y="60"/>
                  <a:pt x="54" y="60"/>
                </a:cubicBezTo>
                <a:cubicBezTo>
                  <a:pt x="54" y="60"/>
                  <a:pt x="54" y="60"/>
                  <a:pt x="54" y="60"/>
                </a:cubicBezTo>
                <a:cubicBezTo>
                  <a:pt x="54" y="60"/>
                  <a:pt x="54" y="60"/>
                  <a:pt x="54" y="60"/>
                </a:cubicBezTo>
                <a:cubicBezTo>
                  <a:pt x="54" y="60"/>
                  <a:pt x="54" y="60"/>
                  <a:pt x="54" y="60"/>
                </a:cubicBezTo>
                <a:close/>
                <a:moveTo>
                  <a:pt x="54" y="60"/>
                </a:moveTo>
                <a:cubicBezTo>
                  <a:pt x="54" y="60"/>
                  <a:pt x="54" y="60"/>
                  <a:pt x="54" y="60"/>
                </a:cubicBezTo>
                <a:cubicBezTo>
                  <a:pt x="54" y="60"/>
                  <a:pt x="54" y="60"/>
                  <a:pt x="54" y="60"/>
                </a:cubicBezTo>
                <a:cubicBezTo>
                  <a:pt x="54" y="60"/>
                  <a:pt x="54" y="60"/>
                  <a:pt x="54" y="60"/>
                </a:cubicBezTo>
                <a:cubicBezTo>
                  <a:pt x="54" y="60"/>
                  <a:pt x="54" y="60"/>
                  <a:pt x="54" y="60"/>
                </a:cubicBezTo>
                <a:close/>
                <a:moveTo>
                  <a:pt x="36" y="18"/>
                </a:moveTo>
                <a:cubicBezTo>
                  <a:pt x="37" y="18"/>
                  <a:pt x="37" y="18"/>
                  <a:pt x="37" y="18"/>
                </a:cubicBezTo>
                <a:cubicBezTo>
                  <a:pt x="38" y="18"/>
                  <a:pt x="38" y="18"/>
                  <a:pt x="38" y="18"/>
                </a:cubicBezTo>
                <a:cubicBezTo>
                  <a:pt x="38" y="18"/>
                  <a:pt x="38" y="18"/>
                  <a:pt x="37" y="18"/>
                </a:cubicBezTo>
                <a:cubicBezTo>
                  <a:pt x="37" y="17"/>
                  <a:pt x="37" y="18"/>
                  <a:pt x="36" y="18"/>
                </a:cubicBezTo>
                <a:cubicBezTo>
                  <a:pt x="36" y="18"/>
                  <a:pt x="36" y="18"/>
                  <a:pt x="36" y="18"/>
                </a:cubicBezTo>
                <a:cubicBezTo>
                  <a:pt x="36" y="18"/>
                  <a:pt x="36" y="18"/>
                  <a:pt x="36" y="18"/>
                </a:cubicBezTo>
                <a:close/>
                <a:moveTo>
                  <a:pt x="41" y="18"/>
                </a:moveTo>
                <a:cubicBezTo>
                  <a:pt x="41" y="18"/>
                  <a:pt x="42" y="18"/>
                  <a:pt x="42" y="18"/>
                </a:cubicBezTo>
                <a:cubicBezTo>
                  <a:pt x="42" y="17"/>
                  <a:pt x="42" y="17"/>
                  <a:pt x="42" y="17"/>
                </a:cubicBezTo>
                <a:cubicBezTo>
                  <a:pt x="42" y="17"/>
                  <a:pt x="43" y="17"/>
                  <a:pt x="42" y="16"/>
                </a:cubicBezTo>
                <a:cubicBezTo>
                  <a:pt x="42" y="16"/>
                  <a:pt x="42" y="16"/>
                  <a:pt x="41" y="16"/>
                </a:cubicBezTo>
                <a:cubicBezTo>
                  <a:pt x="41" y="17"/>
                  <a:pt x="41" y="17"/>
                  <a:pt x="41" y="17"/>
                </a:cubicBezTo>
                <a:cubicBezTo>
                  <a:pt x="41" y="17"/>
                  <a:pt x="41" y="17"/>
                  <a:pt x="41" y="17"/>
                </a:cubicBezTo>
                <a:cubicBezTo>
                  <a:pt x="41" y="17"/>
                  <a:pt x="41" y="18"/>
                  <a:pt x="41" y="18"/>
                </a:cubicBezTo>
                <a:cubicBezTo>
                  <a:pt x="41" y="18"/>
                  <a:pt x="41" y="18"/>
                  <a:pt x="41" y="18"/>
                </a:cubicBezTo>
                <a:close/>
                <a:moveTo>
                  <a:pt x="37" y="14"/>
                </a:moveTo>
                <a:cubicBezTo>
                  <a:pt x="37" y="14"/>
                  <a:pt x="37" y="14"/>
                  <a:pt x="37" y="14"/>
                </a:cubicBezTo>
                <a:cubicBezTo>
                  <a:pt x="38" y="14"/>
                  <a:pt x="38" y="14"/>
                  <a:pt x="38" y="14"/>
                </a:cubicBezTo>
                <a:cubicBezTo>
                  <a:pt x="38" y="14"/>
                  <a:pt x="38" y="14"/>
                  <a:pt x="38" y="14"/>
                </a:cubicBezTo>
                <a:cubicBezTo>
                  <a:pt x="38" y="14"/>
                  <a:pt x="38" y="14"/>
                  <a:pt x="38" y="13"/>
                </a:cubicBezTo>
                <a:cubicBezTo>
                  <a:pt x="38" y="13"/>
                  <a:pt x="38" y="13"/>
                  <a:pt x="38" y="13"/>
                </a:cubicBezTo>
                <a:cubicBezTo>
                  <a:pt x="38" y="13"/>
                  <a:pt x="38" y="13"/>
                  <a:pt x="38" y="13"/>
                </a:cubicBezTo>
                <a:cubicBezTo>
                  <a:pt x="38" y="13"/>
                  <a:pt x="37" y="13"/>
                  <a:pt x="37" y="13"/>
                </a:cubicBezTo>
                <a:cubicBezTo>
                  <a:pt x="37" y="13"/>
                  <a:pt x="36" y="13"/>
                  <a:pt x="37" y="13"/>
                </a:cubicBezTo>
                <a:cubicBezTo>
                  <a:pt x="37" y="13"/>
                  <a:pt x="37" y="14"/>
                  <a:pt x="37" y="14"/>
                </a:cubicBezTo>
                <a:close/>
                <a:moveTo>
                  <a:pt x="36" y="16"/>
                </a:moveTo>
                <a:cubicBezTo>
                  <a:pt x="36" y="16"/>
                  <a:pt x="36" y="16"/>
                  <a:pt x="36" y="16"/>
                </a:cubicBezTo>
                <a:cubicBezTo>
                  <a:pt x="35" y="15"/>
                  <a:pt x="35" y="15"/>
                  <a:pt x="35" y="15"/>
                </a:cubicBezTo>
                <a:cubicBezTo>
                  <a:pt x="35" y="16"/>
                  <a:pt x="35" y="16"/>
                  <a:pt x="36" y="16"/>
                </a:cubicBezTo>
                <a:close/>
                <a:moveTo>
                  <a:pt x="66" y="106"/>
                </a:moveTo>
                <a:cubicBezTo>
                  <a:pt x="66" y="106"/>
                  <a:pt x="66" y="106"/>
                  <a:pt x="66" y="107"/>
                </a:cubicBezTo>
                <a:cubicBezTo>
                  <a:pt x="66" y="107"/>
                  <a:pt x="66" y="107"/>
                  <a:pt x="66" y="107"/>
                </a:cubicBezTo>
                <a:cubicBezTo>
                  <a:pt x="66" y="107"/>
                  <a:pt x="66" y="107"/>
                  <a:pt x="66" y="107"/>
                </a:cubicBezTo>
                <a:cubicBezTo>
                  <a:pt x="66" y="107"/>
                  <a:pt x="66" y="107"/>
                  <a:pt x="67" y="107"/>
                </a:cubicBezTo>
                <a:cubicBezTo>
                  <a:pt x="67" y="107"/>
                  <a:pt x="67" y="107"/>
                  <a:pt x="67" y="107"/>
                </a:cubicBezTo>
                <a:cubicBezTo>
                  <a:pt x="67" y="107"/>
                  <a:pt x="68" y="107"/>
                  <a:pt x="68" y="107"/>
                </a:cubicBezTo>
                <a:cubicBezTo>
                  <a:pt x="69" y="107"/>
                  <a:pt x="69" y="107"/>
                  <a:pt x="70" y="106"/>
                </a:cubicBezTo>
                <a:cubicBezTo>
                  <a:pt x="71" y="106"/>
                  <a:pt x="71" y="106"/>
                  <a:pt x="71" y="105"/>
                </a:cubicBezTo>
                <a:cubicBezTo>
                  <a:pt x="71" y="105"/>
                  <a:pt x="71" y="105"/>
                  <a:pt x="71" y="105"/>
                </a:cubicBezTo>
                <a:cubicBezTo>
                  <a:pt x="72" y="105"/>
                  <a:pt x="72" y="105"/>
                  <a:pt x="72" y="105"/>
                </a:cubicBezTo>
                <a:cubicBezTo>
                  <a:pt x="72" y="105"/>
                  <a:pt x="72" y="105"/>
                  <a:pt x="72" y="105"/>
                </a:cubicBezTo>
                <a:cubicBezTo>
                  <a:pt x="72" y="105"/>
                  <a:pt x="72" y="105"/>
                  <a:pt x="72" y="105"/>
                </a:cubicBezTo>
                <a:cubicBezTo>
                  <a:pt x="72" y="105"/>
                  <a:pt x="73" y="105"/>
                  <a:pt x="73" y="105"/>
                </a:cubicBezTo>
                <a:cubicBezTo>
                  <a:pt x="73" y="105"/>
                  <a:pt x="73" y="104"/>
                  <a:pt x="73" y="104"/>
                </a:cubicBezTo>
                <a:cubicBezTo>
                  <a:pt x="72" y="104"/>
                  <a:pt x="72" y="104"/>
                  <a:pt x="72" y="104"/>
                </a:cubicBezTo>
                <a:cubicBezTo>
                  <a:pt x="72" y="104"/>
                  <a:pt x="72" y="104"/>
                  <a:pt x="72" y="104"/>
                </a:cubicBezTo>
                <a:cubicBezTo>
                  <a:pt x="72" y="104"/>
                  <a:pt x="73" y="103"/>
                  <a:pt x="72" y="103"/>
                </a:cubicBezTo>
                <a:cubicBezTo>
                  <a:pt x="72" y="103"/>
                  <a:pt x="72" y="103"/>
                  <a:pt x="72" y="102"/>
                </a:cubicBezTo>
                <a:cubicBezTo>
                  <a:pt x="72" y="102"/>
                  <a:pt x="72" y="102"/>
                  <a:pt x="71" y="102"/>
                </a:cubicBezTo>
                <a:cubicBezTo>
                  <a:pt x="71" y="102"/>
                  <a:pt x="71" y="102"/>
                  <a:pt x="71" y="102"/>
                </a:cubicBezTo>
                <a:cubicBezTo>
                  <a:pt x="71" y="102"/>
                  <a:pt x="70" y="101"/>
                  <a:pt x="70" y="101"/>
                </a:cubicBezTo>
                <a:cubicBezTo>
                  <a:pt x="69" y="101"/>
                  <a:pt x="69" y="101"/>
                  <a:pt x="68" y="101"/>
                </a:cubicBezTo>
                <a:cubicBezTo>
                  <a:pt x="68" y="101"/>
                  <a:pt x="68" y="101"/>
                  <a:pt x="68" y="101"/>
                </a:cubicBezTo>
                <a:cubicBezTo>
                  <a:pt x="67" y="101"/>
                  <a:pt x="67" y="102"/>
                  <a:pt x="67" y="102"/>
                </a:cubicBezTo>
                <a:cubicBezTo>
                  <a:pt x="67" y="102"/>
                  <a:pt x="67" y="102"/>
                  <a:pt x="67" y="102"/>
                </a:cubicBezTo>
                <a:cubicBezTo>
                  <a:pt x="67" y="103"/>
                  <a:pt x="67" y="103"/>
                  <a:pt x="67" y="103"/>
                </a:cubicBezTo>
                <a:cubicBezTo>
                  <a:pt x="66" y="103"/>
                  <a:pt x="66" y="103"/>
                  <a:pt x="66" y="103"/>
                </a:cubicBezTo>
                <a:cubicBezTo>
                  <a:pt x="66" y="104"/>
                  <a:pt x="65" y="104"/>
                  <a:pt x="65" y="105"/>
                </a:cubicBezTo>
                <a:cubicBezTo>
                  <a:pt x="65" y="105"/>
                  <a:pt x="65" y="105"/>
                  <a:pt x="65" y="105"/>
                </a:cubicBezTo>
                <a:cubicBezTo>
                  <a:pt x="65" y="106"/>
                  <a:pt x="66" y="105"/>
                  <a:pt x="66" y="106"/>
                </a:cubicBezTo>
                <a:cubicBezTo>
                  <a:pt x="66" y="106"/>
                  <a:pt x="66" y="106"/>
                  <a:pt x="66" y="106"/>
                </a:cubicBezTo>
                <a:cubicBezTo>
                  <a:pt x="66" y="106"/>
                  <a:pt x="66" y="106"/>
                  <a:pt x="66" y="106"/>
                </a:cubicBezTo>
                <a:cubicBezTo>
                  <a:pt x="66" y="106"/>
                  <a:pt x="66" y="106"/>
                  <a:pt x="66" y="106"/>
                </a:cubicBezTo>
                <a:close/>
                <a:moveTo>
                  <a:pt x="65" y="107"/>
                </a:moveTo>
                <a:cubicBezTo>
                  <a:pt x="65" y="107"/>
                  <a:pt x="66" y="107"/>
                  <a:pt x="66" y="107"/>
                </a:cubicBezTo>
                <a:cubicBezTo>
                  <a:pt x="66" y="107"/>
                  <a:pt x="66" y="107"/>
                  <a:pt x="66" y="107"/>
                </a:cubicBezTo>
                <a:cubicBezTo>
                  <a:pt x="66" y="107"/>
                  <a:pt x="65" y="107"/>
                  <a:pt x="65" y="106"/>
                </a:cubicBezTo>
                <a:cubicBezTo>
                  <a:pt x="65" y="107"/>
                  <a:pt x="65" y="107"/>
                  <a:pt x="64" y="107"/>
                </a:cubicBezTo>
                <a:cubicBezTo>
                  <a:pt x="64" y="107"/>
                  <a:pt x="64" y="107"/>
                  <a:pt x="64" y="107"/>
                </a:cubicBezTo>
                <a:cubicBezTo>
                  <a:pt x="64" y="108"/>
                  <a:pt x="65" y="107"/>
                  <a:pt x="65" y="107"/>
                </a:cubicBezTo>
                <a:close/>
                <a:moveTo>
                  <a:pt x="72" y="102"/>
                </a:moveTo>
                <a:cubicBezTo>
                  <a:pt x="72" y="102"/>
                  <a:pt x="72" y="102"/>
                  <a:pt x="72" y="102"/>
                </a:cubicBezTo>
                <a:cubicBezTo>
                  <a:pt x="72" y="102"/>
                  <a:pt x="73" y="102"/>
                  <a:pt x="73" y="101"/>
                </a:cubicBezTo>
                <a:cubicBezTo>
                  <a:pt x="72" y="101"/>
                  <a:pt x="72" y="101"/>
                  <a:pt x="72" y="101"/>
                </a:cubicBezTo>
                <a:cubicBezTo>
                  <a:pt x="72" y="101"/>
                  <a:pt x="72" y="101"/>
                  <a:pt x="72" y="102"/>
                </a:cubicBezTo>
                <a:close/>
                <a:moveTo>
                  <a:pt x="69" y="100"/>
                </a:moveTo>
                <a:cubicBezTo>
                  <a:pt x="69" y="100"/>
                  <a:pt x="69" y="100"/>
                  <a:pt x="69" y="100"/>
                </a:cubicBezTo>
                <a:cubicBezTo>
                  <a:pt x="69" y="100"/>
                  <a:pt x="69" y="100"/>
                  <a:pt x="69" y="100"/>
                </a:cubicBezTo>
                <a:cubicBezTo>
                  <a:pt x="69" y="100"/>
                  <a:pt x="69" y="100"/>
                  <a:pt x="69" y="100"/>
                </a:cubicBezTo>
                <a:cubicBezTo>
                  <a:pt x="68" y="100"/>
                  <a:pt x="68" y="100"/>
                  <a:pt x="68" y="101"/>
                </a:cubicBezTo>
                <a:cubicBezTo>
                  <a:pt x="68" y="101"/>
                  <a:pt x="69" y="100"/>
                  <a:pt x="69" y="100"/>
                </a:cubicBezTo>
                <a:close/>
                <a:moveTo>
                  <a:pt x="69" y="86"/>
                </a:moveTo>
                <a:cubicBezTo>
                  <a:pt x="69" y="86"/>
                  <a:pt x="69" y="86"/>
                  <a:pt x="69" y="86"/>
                </a:cubicBezTo>
                <a:cubicBezTo>
                  <a:pt x="69" y="87"/>
                  <a:pt x="69" y="87"/>
                  <a:pt x="69" y="87"/>
                </a:cubicBezTo>
                <a:cubicBezTo>
                  <a:pt x="70" y="87"/>
                  <a:pt x="70" y="87"/>
                  <a:pt x="70" y="87"/>
                </a:cubicBezTo>
                <a:cubicBezTo>
                  <a:pt x="70" y="87"/>
                  <a:pt x="70" y="87"/>
                  <a:pt x="70" y="88"/>
                </a:cubicBezTo>
                <a:cubicBezTo>
                  <a:pt x="70" y="88"/>
                  <a:pt x="70" y="88"/>
                  <a:pt x="70" y="88"/>
                </a:cubicBezTo>
                <a:cubicBezTo>
                  <a:pt x="70" y="88"/>
                  <a:pt x="70" y="88"/>
                  <a:pt x="70" y="88"/>
                </a:cubicBezTo>
                <a:cubicBezTo>
                  <a:pt x="70" y="88"/>
                  <a:pt x="70" y="88"/>
                  <a:pt x="71" y="88"/>
                </a:cubicBezTo>
                <a:cubicBezTo>
                  <a:pt x="70" y="88"/>
                  <a:pt x="71" y="88"/>
                  <a:pt x="71" y="88"/>
                </a:cubicBezTo>
                <a:cubicBezTo>
                  <a:pt x="71" y="88"/>
                  <a:pt x="71" y="88"/>
                  <a:pt x="72" y="88"/>
                </a:cubicBezTo>
                <a:cubicBezTo>
                  <a:pt x="72" y="88"/>
                  <a:pt x="72" y="87"/>
                  <a:pt x="72" y="87"/>
                </a:cubicBezTo>
                <a:cubicBezTo>
                  <a:pt x="72" y="87"/>
                  <a:pt x="72" y="87"/>
                  <a:pt x="71" y="87"/>
                </a:cubicBezTo>
                <a:cubicBezTo>
                  <a:pt x="71" y="87"/>
                  <a:pt x="71" y="87"/>
                  <a:pt x="71" y="87"/>
                </a:cubicBezTo>
                <a:cubicBezTo>
                  <a:pt x="71" y="86"/>
                  <a:pt x="70" y="86"/>
                  <a:pt x="69" y="86"/>
                </a:cubicBezTo>
                <a:close/>
                <a:moveTo>
                  <a:pt x="69" y="85"/>
                </a:moveTo>
                <a:cubicBezTo>
                  <a:pt x="69" y="85"/>
                  <a:pt x="68" y="85"/>
                  <a:pt x="68" y="85"/>
                </a:cubicBezTo>
                <a:cubicBezTo>
                  <a:pt x="68" y="85"/>
                  <a:pt x="69" y="85"/>
                  <a:pt x="69" y="85"/>
                </a:cubicBezTo>
                <a:cubicBezTo>
                  <a:pt x="69" y="85"/>
                  <a:pt x="69" y="85"/>
                  <a:pt x="69" y="85"/>
                </a:cubicBezTo>
                <a:cubicBezTo>
                  <a:pt x="69" y="85"/>
                  <a:pt x="69" y="85"/>
                  <a:pt x="69" y="85"/>
                </a:cubicBezTo>
                <a:close/>
                <a:moveTo>
                  <a:pt x="37" y="70"/>
                </a:moveTo>
                <a:cubicBezTo>
                  <a:pt x="37" y="70"/>
                  <a:pt x="37" y="70"/>
                  <a:pt x="37" y="70"/>
                </a:cubicBezTo>
                <a:cubicBezTo>
                  <a:pt x="37" y="69"/>
                  <a:pt x="37" y="70"/>
                  <a:pt x="36" y="70"/>
                </a:cubicBezTo>
                <a:cubicBezTo>
                  <a:pt x="37" y="70"/>
                  <a:pt x="37" y="70"/>
                  <a:pt x="37" y="70"/>
                </a:cubicBezTo>
                <a:close/>
                <a:moveTo>
                  <a:pt x="35" y="69"/>
                </a:moveTo>
                <a:cubicBezTo>
                  <a:pt x="35" y="69"/>
                  <a:pt x="35" y="69"/>
                  <a:pt x="35" y="69"/>
                </a:cubicBezTo>
                <a:cubicBezTo>
                  <a:pt x="35" y="69"/>
                  <a:pt x="35" y="69"/>
                  <a:pt x="35" y="69"/>
                </a:cubicBezTo>
                <a:cubicBezTo>
                  <a:pt x="35" y="69"/>
                  <a:pt x="35" y="69"/>
                  <a:pt x="34" y="69"/>
                </a:cubicBezTo>
                <a:cubicBezTo>
                  <a:pt x="34" y="69"/>
                  <a:pt x="34" y="69"/>
                  <a:pt x="35" y="69"/>
                </a:cubicBezTo>
                <a:cubicBezTo>
                  <a:pt x="35" y="69"/>
                  <a:pt x="35" y="69"/>
                  <a:pt x="35" y="69"/>
                </a:cubicBezTo>
                <a:close/>
                <a:moveTo>
                  <a:pt x="42" y="2"/>
                </a:move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1"/>
                  <a:pt x="43" y="1"/>
                </a:cubicBezTo>
                <a:cubicBezTo>
                  <a:pt x="43" y="1"/>
                  <a:pt x="43" y="1"/>
                  <a:pt x="43"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lose/>
                <a:moveTo>
                  <a:pt x="44" y="8"/>
                </a:move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9"/>
                </a:cubicBezTo>
                <a:cubicBezTo>
                  <a:pt x="43" y="9"/>
                  <a:pt x="43" y="9"/>
                  <a:pt x="43" y="9"/>
                </a:cubicBezTo>
                <a:cubicBezTo>
                  <a:pt x="43" y="9"/>
                  <a:pt x="43" y="9"/>
                  <a:pt x="43" y="9"/>
                </a:cubicBezTo>
                <a:cubicBezTo>
                  <a:pt x="43" y="9"/>
                  <a:pt x="43" y="9"/>
                  <a:pt x="43" y="9"/>
                </a:cubicBezTo>
                <a:cubicBezTo>
                  <a:pt x="43" y="9"/>
                  <a:pt x="43" y="9"/>
                  <a:pt x="43" y="9"/>
                </a:cubicBezTo>
                <a:cubicBezTo>
                  <a:pt x="43" y="9"/>
                  <a:pt x="43" y="9"/>
                  <a:pt x="43" y="9"/>
                </a:cubicBezTo>
                <a:cubicBezTo>
                  <a:pt x="43" y="9"/>
                  <a:pt x="43" y="9"/>
                  <a:pt x="43" y="9"/>
                </a:cubicBezTo>
                <a:cubicBezTo>
                  <a:pt x="43" y="9"/>
                  <a:pt x="43" y="9"/>
                  <a:pt x="43" y="9"/>
                </a:cubicBezTo>
                <a:cubicBezTo>
                  <a:pt x="43" y="9"/>
                  <a:pt x="43" y="9"/>
                  <a:pt x="43" y="9"/>
                </a:cubicBezTo>
                <a:cubicBezTo>
                  <a:pt x="43" y="9"/>
                  <a:pt x="43" y="9"/>
                  <a:pt x="43" y="9"/>
                </a:cubicBezTo>
                <a:cubicBezTo>
                  <a:pt x="43" y="9"/>
                  <a:pt x="43" y="9"/>
                  <a:pt x="43" y="9"/>
                </a:cubicBezTo>
                <a:cubicBezTo>
                  <a:pt x="43"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lose/>
                <a:moveTo>
                  <a:pt x="44" y="8"/>
                </a:move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5" y="8"/>
                  <a:pt x="45" y="8"/>
                  <a:pt x="45" y="8"/>
                </a:cubicBezTo>
                <a:cubicBezTo>
                  <a:pt x="45" y="8"/>
                  <a:pt x="45" y="8"/>
                  <a:pt x="45" y="8"/>
                </a:cubicBezTo>
                <a:cubicBezTo>
                  <a:pt x="45" y="8"/>
                  <a:pt x="45" y="8"/>
                  <a:pt x="45" y="8"/>
                </a:cubicBezTo>
                <a:cubicBezTo>
                  <a:pt x="45" y="8"/>
                  <a:pt x="45" y="8"/>
                  <a:pt x="45" y="8"/>
                </a:cubicBezTo>
                <a:cubicBezTo>
                  <a:pt x="45" y="8"/>
                  <a:pt x="45" y="8"/>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6"/>
                </a:cubicBezTo>
                <a:cubicBezTo>
                  <a:pt x="45" y="6"/>
                  <a:pt x="45" y="6"/>
                  <a:pt x="45" y="6"/>
                </a:cubicBezTo>
                <a:cubicBezTo>
                  <a:pt x="45" y="6"/>
                  <a:pt x="45" y="6"/>
                  <a:pt x="45" y="6"/>
                </a:cubicBezTo>
                <a:cubicBezTo>
                  <a:pt x="45" y="6"/>
                  <a:pt x="45" y="6"/>
                  <a:pt x="45" y="6"/>
                </a:cubicBezTo>
                <a:cubicBezTo>
                  <a:pt x="45" y="6"/>
                  <a:pt x="45" y="6"/>
                  <a:pt x="45"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5"/>
                  <a:pt x="46" y="5"/>
                  <a:pt x="46" y="5"/>
                </a:cubicBezTo>
                <a:cubicBezTo>
                  <a:pt x="46" y="5"/>
                  <a:pt x="46" y="5"/>
                  <a:pt x="46" y="5"/>
                </a:cubicBezTo>
                <a:cubicBezTo>
                  <a:pt x="45" y="5"/>
                  <a:pt x="45" y="5"/>
                  <a:pt x="45" y="5"/>
                </a:cubicBezTo>
                <a:cubicBezTo>
                  <a:pt x="45" y="5"/>
                  <a:pt x="45" y="5"/>
                  <a:pt x="45" y="5"/>
                </a:cubicBezTo>
                <a:cubicBezTo>
                  <a:pt x="45" y="5"/>
                  <a:pt x="45" y="5"/>
                  <a:pt x="45" y="5"/>
                </a:cubicBezTo>
                <a:cubicBezTo>
                  <a:pt x="45" y="5"/>
                  <a:pt x="45" y="5"/>
                  <a:pt x="45" y="5"/>
                </a:cubicBezTo>
                <a:cubicBezTo>
                  <a:pt x="45" y="5"/>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7"/>
                  <a:pt x="45"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8"/>
                  <a:pt x="44" y="8"/>
                </a:cubicBezTo>
                <a:close/>
                <a:moveTo>
                  <a:pt x="42" y="8"/>
                </a:moveTo>
                <a:cubicBezTo>
                  <a:pt x="43" y="9"/>
                  <a:pt x="43" y="9"/>
                  <a:pt x="43" y="9"/>
                </a:cubicBezTo>
                <a:cubicBezTo>
                  <a:pt x="43" y="9"/>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2" y="8"/>
                </a:cubicBezTo>
                <a:cubicBezTo>
                  <a:pt x="42" y="8"/>
                  <a:pt x="42" y="8"/>
                  <a:pt x="42" y="8"/>
                </a:cubicBezTo>
                <a:cubicBezTo>
                  <a:pt x="42" y="8"/>
                  <a:pt x="42" y="8"/>
                  <a:pt x="42" y="8"/>
                </a:cubicBezTo>
                <a:cubicBezTo>
                  <a:pt x="42" y="8"/>
                  <a:pt x="42" y="8"/>
                  <a:pt x="42" y="8"/>
                </a:cubicBezTo>
                <a:close/>
                <a:moveTo>
                  <a:pt x="44" y="2"/>
                </a:move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lose/>
                <a:moveTo>
                  <a:pt x="45" y="137"/>
                </a:moveTo>
                <a:cubicBezTo>
                  <a:pt x="45" y="137"/>
                  <a:pt x="45" y="137"/>
                  <a:pt x="45" y="137"/>
                </a:cubicBezTo>
                <a:cubicBezTo>
                  <a:pt x="45" y="137"/>
                  <a:pt x="45" y="137"/>
                  <a:pt x="46" y="137"/>
                </a:cubicBezTo>
                <a:cubicBezTo>
                  <a:pt x="46" y="137"/>
                  <a:pt x="46" y="137"/>
                  <a:pt x="46" y="137"/>
                </a:cubicBezTo>
                <a:cubicBezTo>
                  <a:pt x="46" y="137"/>
                  <a:pt x="46" y="137"/>
                  <a:pt x="45" y="137"/>
                </a:cubicBezTo>
                <a:close/>
                <a:moveTo>
                  <a:pt x="52" y="137"/>
                </a:moveTo>
                <a:cubicBezTo>
                  <a:pt x="52" y="137"/>
                  <a:pt x="52" y="136"/>
                  <a:pt x="51" y="136"/>
                </a:cubicBezTo>
                <a:cubicBezTo>
                  <a:pt x="51" y="136"/>
                  <a:pt x="51" y="136"/>
                  <a:pt x="51" y="136"/>
                </a:cubicBezTo>
                <a:cubicBezTo>
                  <a:pt x="50" y="136"/>
                  <a:pt x="50" y="136"/>
                  <a:pt x="49" y="136"/>
                </a:cubicBezTo>
                <a:cubicBezTo>
                  <a:pt x="49" y="136"/>
                  <a:pt x="49" y="136"/>
                  <a:pt x="49" y="136"/>
                </a:cubicBezTo>
                <a:cubicBezTo>
                  <a:pt x="49" y="136"/>
                  <a:pt x="48" y="137"/>
                  <a:pt x="48" y="136"/>
                </a:cubicBezTo>
                <a:cubicBezTo>
                  <a:pt x="48" y="136"/>
                  <a:pt x="48" y="137"/>
                  <a:pt x="47" y="137"/>
                </a:cubicBezTo>
                <a:cubicBezTo>
                  <a:pt x="47" y="137"/>
                  <a:pt x="48" y="137"/>
                  <a:pt x="48" y="137"/>
                </a:cubicBezTo>
                <a:cubicBezTo>
                  <a:pt x="48" y="137"/>
                  <a:pt x="48" y="137"/>
                  <a:pt x="48" y="138"/>
                </a:cubicBezTo>
                <a:cubicBezTo>
                  <a:pt x="48" y="139"/>
                  <a:pt x="49" y="139"/>
                  <a:pt x="50" y="139"/>
                </a:cubicBezTo>
                <a:cubicBezTo>
                  <a:pt x="50" y="139"/>
                  <a:pt x="51" y="139"/>
                  <a:pt x="51" y="138"/>
                </a:cubicBezTo>
                <a:cubicBezTo>
                  <a:pt x="51" y="138"/>
                  <a:pt x="51" y="138"/>
                  <a:pt x="51" y="138"/>
                </a:cubicBezTo>
                <a:cubicBezTo>
                  <a:pt x="51" y="137"/>
                  <a:pt x="52" y="137"/>
                  <a:pt x="52" y="137"/>
                </a:cubicBezTo>
                <a:cubicBezTo>
                  <a:pt x="52" y="137"/>
                  <a:pt x="52" y="137"/>
                  <a:pt x="53" y="137"/>
                </a:cubicBezTo>
                <a:cubicBezTo>
                  <a:pt x="53" y="137"/>
                  <a:pt x="52" y="137"/>
                  <a:pt x="52" y="137"/>
                </a:cubicBezTo>
                <a:close/>
                <a:moveTo>
                  <a:pt x="41" y="86"/>
                </a:moveTo>
                <a:cubicBezTo>
                  <a:pt x="41" y="86"/>
                  <a:pt x="41" y="86"/>
                  <a:pt x="42" y="86"/>
                </a:cubicBezTo>
                <a:cubicBezTo>
                  <a:pt x="42" y="86"/>
                  <a:pt x="42" y="86"/>
                  <a:pt x="42" y="86"/>
                </a:cubicBezTo>
                <a:cubicBezTo>
                  <a:pt x="41" y="86"/>
                  <a:pt x="41" y="86"/>
                  <a:pt x="41" y="86"/>
                </a:cubicBezTo>
                <a:close/>
                <a:moveTo>
                  <a:pt x="47" y="99"/>
                </a:moveTo>
                <a:cubicBezTo>
                  <a:pt x="47" y="99"/>
                  <a:pt x="47" y="98"/>
                  <a:pt x="47" y="98"/>
                </a:cubicBezTo>
                <a:cubicBezTo>
                  <a:pt x="47" y="98"/>
                  <a:pt x="47" y="97"/>
                  <a:pt x="47" y="97"/>
                </a:cubicBezTo>
                <a:cubicBezTo>
                  <a:pt x="46" y="97"/>
                  <a:pt x="46" y="97"/>
                  <a:pt x="46" y="96"/>
                </a:cubicBezTo>
                <a:cubicBezTo>
                  <a:pt x="46" y="96"/>
                  <a:pt x="47" y="96"/>
                  <a:pt x="47" y="96"/>
                </a:cubicBezTo>
                <a:cubicBezTo>
                  <a:pt x="46" y="96"/>
                  <a:pt x="47" y="95"/>
                  <a:pt x="47" y="95"/>
                </a:cubicBezTo>
                <a:cubicBezTo>
                  <a:pt x="46" y="95"/>
                  <a:pt x="46" y="95"/>
                  <a:pt x="47" y="95"/>
                </a:cubicBezTo>
                <a:cubicBezTo>
                  <a:pt x="47" y="94"/>
                  <a:pt x="47" y="94"/>
                  <a:pt x="47" y="93"/>
                </a:cubicBezTo>
                <a:cubicBezTo>
                  <a:pt x="47" y="93"/>
                  <a:pt x="47" y="93"/>
                  <a:pt x="47" y="93"/>
                </a:cubicBezTo>
                <a:cubicBezTo>
                  <a:pt x="47" y="94"/>
                  <a:pt x="47" y="93"/>
                  <a:pt x="47" y="93"/>
                </a:cubicBezTo>
                <a:cubicBezTo>
                  <a:pt x="47" y="93"/>
                  <a:pt x="47" y="93"/>
                  <a:pt x="47" y="92"/>
                </a:cubicBezTo>
                <a:cubicBezTo>
                  <a:pt x="47" y="92"/>
                  <a:pt x="47" y="92"/>
                  <a:pt x="47" y="92"/>
                </a:cubicBezTo>
                <a:cubicBezTo>
                  <a:pt x="47" y="91"/>
                  <a:pt x="47" y="91"/>
                  <a:pt x="47" y="91"/>
                </a:cubicBezTo>
                <a:cubicBezTo>
                  <a:pt x="47" y="91"/>
                  <a:pt x="47" y="91"/>
                  <a:pt x="47" y="91"/>
                </a:cubicBezTo>
                <a:cubicBezTo>
                  <a:pt x="47" y="90"/>
                  <a:pt x="47" y="90"/>
                  <a:pt x="47" y="90"/>
                </a:cubicBezTo>
                <a:cubicBezTo>
                  <a:pt x="47" y="90"/>
                  <a:pt x="47" y="90"/>
                  <a:pt x="47" y="90"/>
                </a:cubicBezTo>
                <a:cubicBezTo>
                  <a:pt x="47" y="89"/>
                  <a:pt x="47" y="89"/>
                  <a:pt x="47" y="89"/>
                </a:cubicBezTo>
                <a:cubicBezTo>
                  <a:pt x="47" y="88"/>
                  <a:pt x="47" y="88"/>
                  <a:pt x="47" y="87"/>
                </a:cubicBezTo>
                <a:cubicBezTo>
                  <a:pt x="47" y="87"/>
                  <a:pt x="47" y="87"/>
                  <a:pt x="47" y="87"/>
                </a:cubicBezTo>
                <a:cubicBezTo>
                  <a:pt x="47" y="87"/>
                  <a:pt x="47" y="87"/>
                  <a:pt x="47" y="87"/>
                </a:cubicBezTo>
                <a:cubicBezTo>
                  <a:pt x="46" y="87"/>
                  <a:pt x="46" y="87"/>
                  <a:pt x="45" y="87"/>
                </a:cubicBezTo>
                <a:cubicBezTo>
                  <a:pt x="45" y="87"/>
                  <a:pt x="45" y="87"/>
                  <a:pt x="45" y="87"/>
                </a:cubicBezTo>
                <a:cubicBezTo>
                  <a:pt x="45" y="87"/>
                  <a:pt x="45" y="87"/>
                  <a:pt x="45" y="87"/>
                </a:cubicBezTo>
                <a:cubicBezTo>
                  <a:pt x="45" y="86"/>
                  <a:pt x="45" y="86"/>
                  <a:pt x="45" y="86"/>
                </a:cubicBezTo>
                <a:cubicBezTo>
                  <a:pt x="45" y="86"/>
                  <a:pt x="45" y="85"/>
                  <a:pt x="45" y="85"/>
                </a:cubicBezTo>
                <a:cubicBezTo>
                  <a:pt x="45" y="85"/>
                  <a:pt x="45" y="85"/>
                  <a:pt x="46" y="85"/>
                </a:cubicBezTo>
                <a:cubicBezTo>
                  <a:pt x="46" y="85"/>
                  <a:pt x="45" y="85"/>
                  <a:pt x="46" y="84"/>
                </a:cubicBezTo>
                <a:cubicBezTo>
                  <a:pt x="46" y="85"/>
                  <a:pt x="46" y="85"/>
                  <a:pt x="46" y="85"/>
                </a:cubicBezTo>
                <a:cubicBezTo>
                  <a:pt x="46" y="85"/>
                  <a:pt x="46" y="85"/>
                  <a:pt x="46" y="85"/>
                </a:cubicBezTo>
                <a:cubicBezTo>
                  <a:pt x="46" y="85"/>
                  <a:pt x="46" y="85"/>
                  <a:pt x="47" y="85"/>
                </a:cubicBezTo>
                <a:cubicBezTo>
                  <a:pt x="47" y="85"/>
                  <a:pt x="47" y="85"/>
                  <a:pt x="47" y="85"/>
                </a:cubicBezTo>
                <a:cubicBezTo>
                  <a:pt x="47" y="85"/>
                  <a:pt x="47" y="85"/>
                  <a:pt x="47" y="86"/>
                </a:cubicBezTo>
                <a:cubicBezTo>
                  <a:pt x="47" y="86"/>
                  <a:pt x="47" y="86"/>
                  <a:pt x="47" y="86"/>
                </a:cubicBezTo>
                <a:cubicBezTo>
                  <a:pt x="48" y="86"/>
                  <a:pt x="48" y="86"/>
                  <a:pt x="48" y="86"/>
                </a:cubicBezTo>
                <a:cubicBezTo>
                  <a:pt x="48" y="86"/>
                  <a:pt x="48" y="86"/>
                  <a:pt x="48" y="86"/>
                </a:cubicBezTo>
                <a:cubicBezTo>
                  <a:pt x="49" y="86"/>
                  <a:pt x="49" y="86"/>
                  <a:pt x="49" y="86"/>
                </a:cubicBezTo>
                <a:cubicBezTo>
                  <a:pt x="49" y="86"/>
                  <a:pt x="49" y="86"/>
                  <a:pt x="49" y="86"/>
                </a:cubicBezTo>
                <a:cubicBezTo>
                  <a:pt x="49" y="87"/>
                  <a:pt x="50" y="87"/>
                  <a:pt x="50" y="87"/>
                </a:cubicBezTo>
                <a:cubicBezTo>
                  <a:pt x="50" y="87"/>
                  <a:pt x="50" y="87"/>
                  <a:pt x="50" y="87"/>
                </a:cubicBezTo>
                <a:cubicBezTo>
                  <a:pt x="50" y="87"/>
                  <a:pt x="51" y="88"/>
                  <a:pt x="51" y="88"/>
                </a:cubicBezTo>
                <a:cubicBezTo>
                  <a:pt x="51" y="88"/>
                  <a:pt x="51" y="88"/>
                  <a:pt x="51" y="88"/>
                </a:cubicBezTo>
                <a:cubicBezTo>
                  <a:pt x="51" y="88"/>
                  <a:pt x="51" y="89"/>
                  <a:pt x="51" y="89"/>
                </a:cubicBezTo>
                <a:cubicBezTo>
                  <a:pt x="51" y="88"/>
                  <a:pt x="52" y="88"/>
                  <a:pt x="52" y="89"/>
                </a:cubicBezTo>
                <a:cubicBezTo>
                  <a:pt x="52" y="89"/>
                  <a:pt x="52" y="89"/>
                  <a:pt x="52" y="89"/>
                </a:cubicBezTo>
                <a:cubicBezTo>
                  <a:pt x="52" y="89"/>
                  <a:pt x="53" y="89"/>
                  <a:pt x="53" y="89"/>
                </a:cubicBezTo>
                <a:cubicBezTo>
                  <a:pt x="53" y="88"/>
                  <a:pt x="53" y="88"/>
                  <a:pt x="53" y="88"/>
                </a:cubicBezTo>
                <a:cubicBezTo>
                  <a:pt x="54" y="88"/>
                  <a:pt x="54" y="88"/>
                  <a:pt x="54" y="88"/>
                </a:cubicBezTo>
                <a:cubicBezTo>
                  <a:pt x="54" y="88"/>
                  <a:pt x="54" y="88"/>
                  <a:pt x="54" y="88"/>
                </a:cubicBezTo>
                <a:cubicBezTo>
                  <a:pt x="54" y="88"/>
                  <a:pt x="54" y="88"/>
                  <a:pt x="55" y="88"/>
                </a:cubicBezTo>
                <a:cubicBezTo>
                  <a:pt x="55" y="88"/>
                  <a:pt x="55" y="88"/>
                  <a:pt x="55" y="88"/>
                </a:cubicBezTo>
                <a:cubicBezTo>
                  <a:pt x="55" y="89"/>
                  <a:pt x="56" y="89"/>
                  <a:pt x="55" y="89"/>
                </a:cubicBezTo>
                <a:cubicBezTo>
                  <a:pt x="55" y="89"/>
                  <a:pt x="55" y="89"/>
                  <a:pt x="55" y="89"/>
                </a:cubicBezTo>
                <a:cubicBezTo>
                  <a:pt x="56" y="89"/>
                  <a:pt x="57" y="88"/>
                  <a:pt x="57" y="88"/>
                </a:cubicBezTo>
                <a:cubicBezTo>
                  <a:pt x="57" y="88"/>
                  <a:pt x="57" y="88"/>
                  <a:pt x="57" y="88"/>
                </a:cubicBezTo>
                <a:cubicBezTo>
                  <a:pt x="57" y="88"/>
                  <a:pt x="57" y="88"/>
                  <a:pt x="58" y="88"/>
                </a:cubicBezTo>
                <a:cubicBezTo>
                  <a:pt x="58" y="89"/>
                  <a:pt x="58" y="89"/>
                  <a:pt x="58" y="90"/>
                </a:cubicBezTo>
                <a:cubicBezTo>
                  <a:pt x="58" y="90"/>
                  <a:pt x="57" y="90"/>
                  <a:pt x="57" y="91"/>
                </a:cubicBezTo>
                <a:cubicBezTo>
                  <a:pt x="57" y="91"/>
                  <a:pt x="57" y="91"/>
                  <a:pt x="57" y="91"/>
                </a:cubicBezTo>
                <a:cubicBezTo>
                  <a:pt x="57" y="92"/>
                  <a:pt x="58" y="92"/>
                  <a:pt x="58" y="92"/>
                </a:cubicBezTo>
                <a:cubicBezTo>
                  <a:pt x="58" y="92"/>
                  <a:pt x="57" y="92"/>
                  <a:pt x="57" y="92"/>
                </a:cubicBezTo>
                <a:cubicBezTo>
                  <a:pt x="57" y="92"/>
                  <a:pt x="57" y="92"/>
                  <a:pt x="57" y="92"/>
                </a:cubicBezTo>
                <a:cubicBezTo>
                  <a:pt x="57" y="92"/>
                  <a:pt x="57" y="92"/>
                  <a:pt x="57" y="93"/>
                </a:cubicBezTo>
                <a:cubicBezTo>
                  <a:pt x="57" y="93"/>
                  <a:pt x="57" y="93"/>
                  <a:pt x="57" y="93"/>
                </a:cubicBezTo>
                <a:cubicBezTo>
                  <a:pt x="56" y="94"/>
                  <a:pt x="56" y="94"/>
                  <a:pt x="56" y="93"/>
                </a:cubicBezTo>
                <a:cubicBezTo>
                  <a:pt x="56" y="93"/>
                  <a:pt x="56" y="93"/>
                  <a:pt x="56" y="93"/>
                </a:cubicBezTo>
                <a:cubicBezTo>
                  <a:pt x="56" y="93"/>
                  <a:pt x="56" y="93"/>
                  <a:pt x="56" y="93"/>
                </a:cubicBezTo>
                <a:cubicBezTo>
                  <a:pt x="56" y="93"/>
                  <a:pt x="56" y="93"/>
                  <a:pt x="55" y="93"/>
                </a:cubicBezTo>
                <a:cubicBezTo>
                  <a:pt x="55" y="93"/>
                  <a:pt x="55" y="93"/>
                  <a:pt x="55" y="93"/>
                </a:cubicBezTo>
                <a:cubicBezTo>
                  <a:pt x="55" y="94"/>
                  <a:pt x="55" y="94"/>
                  <a:pt x="55" y="94"/>
                </a:cubicBezTo>
                <a:cubicBezTo>
                  <a:pt x="55" y="94"/>
                  <a:pt x="55" y="94"/>
                  <a:pt x="54" y="94"/>
                </a:cubicBezTo>
                <a:cubicBezTo>
                  <a:pt x="54" y="94"/>
                  <a:pt x="54" y="94"/>
                  <a:pt x="54" y="94"/>
                </a:cubicBezTo>
                <a:cubicBezTo>
                  <a:pt x="55" y="94"/>
                  <a:pt x="55" y="95"/>
                  <a:pt x="54" y="95"/>
                </a:cubicBezTo>
                <a:cubicBezTo>
                  <a:pt x="54" y="96"/>
                  <a:pt x="54" y="96"/>
                  <a:pt x="53" y="96"/>
                </a:cubicBezTo>
                <a:cubicBezTo>
                  <a:pt x="53" y="96"/>
                  <a:pt x="53" y="96"/>
                  <a:pt x="53" y="96"/>
                </a:cubicBezTo>
                <a:cubicBezTo>
                  <a:pt x="53" y="96"/>
                  <a:pt x="53" y="97"/>
                  <a:pt x="53" y="97"/>
                </a:cubicBezTo>
                <a:cubicBezTo>
                  <a:pt x="53" y="97"/>
                  <a:pt x="53" y="97"/>
                  <a:pt x="53" y="97"/>
                </a:cubicBezTo>
                <a:cubicBezTo>
                  <a:pt x="53" y="97"/>
                  <a:pt x="53" y="97"/>
                  <a:pt x="52" y="97"/>
                </a:cubicBezTo>
                <a:cubicBezTo>
                  <a:pt x="52" y="97"/>
                  <a:pt x="52" y="97"/>
                  <a:pt x="52" y="97"/>
                </a:cubicBezTo>
                <a:cubicBezTo>
                  <a:pt x="52" y="97"/>
                  <a:pt x="52" y="97"/>
                  <a:pt x="52" y="97"/>
                </a:cubicBezTo>
                <a:cubicBezTo>
                  <a:pt x="51" y="97"/>
                  <a:pt x="51" y="97"/>
                  <a:pt x="50" y="97"/>
                </a:cubicBezTo>
                <a:cubicBezTo>
                  <a:pt x="50" y="98"/>
                  <a:pt x="50" y="98"/>
                  <a:pt x="49" y="98"/>
                </a:cubicBezTo>
                <a:cubicBezTo>
                  <a:pt x="49" y="98"/>
                  <a:pt x="48" y="98"/>
                  <a:pt x="48" y="99"/>
                </a:cubicBezTo>
                <a:cubicBezTo>
                  <a:pt x="48" y="99"/>
                  <a:pt x="48" y="99"/>
                  <a:pt x="48" y="99"/>
                </a:cubicBezTo>
                <a:cubicBezTo>
                  <a:pt x="48" y="99"/>
                  <a:pt x="48" y="99"/>
                  <a:pt x="48" y="99"/>
                </a:cubicBezTo>
                <a:cubicBezTo>
                  <a:pt x="47" y="100"/>
                  <a:pt x="47" y="100"/>
                  <a:pt x="46" y="100"/>
                </a:cubicBezTo>
                <a:cubicBezTo>
                  <a:pt x="46" y="100"/>
                  <a:pt x="46" y="100"/>
                  <a:pt x="46" y="99"/>
                </a:cubicBezTo>
                <a:cubicBezTo>
                  <a:pt x="46" y="99"/>
                  <a:pt x="46" y="99"/>
                  <a:pt x="47" y="99"/>
                </a:cubicBezTo>
                <a:close/>
                <a:moveTo>
                  <a:pt x="42" y="86"/>
                </a:moveTo>
                <a:cubicBezTo>
                  <a:pt x="42" y="85"/>
                  <a:pt x="42" y="85"/>
                  <a:pt x="42" y="85"/>
                </a:cubicBezTo>
                <a:cubicBezTo>
                  <a:pt x="42" y="85"/>
                  <a:pt x="42" y="85"/>
                  <a:pt x="42" y="86"/>
                </a:cubicBezTo>
                <a:cubicBezTo>
                  <a:pt x="42" y="86"/>
                  <a:pt x="42" y="86"/>
                  <a:pt x="42" y="86"/>
                </a:cubicBezTo>
                <a:close/>
                <a:moveTo>
                  <a:pt x="41" y="84"/>
                </a:moveTo>
                <a:cubicBezTo>
                  <a:pt x="41" y="84"/>
                  <a:pt x="40" y="84"/>
                  <a:pt x="40" y="84"/>
                </a:cubicBezTo>
                <a:cubicBezTo>
                  <a:pt x="40" y="84"/>
                  <a:pt x="40" y="84"/>
                  <a:pt x="40" y="84"/>
                </a:cubicBezTo>
                <a:cubicBezTo>
                  <a:pt x="40" y="84"/>
                  <a:pt x="40" y="84"/>
                  <a:pt x="40" y="85"/>
                </a:cubicBezTo>
                <a:cubicBezTo>
                  <a:pt x="40" y="85"/>
                  <a:pt x="40" y="85"/>
                  <a:pt x="41" y="85"/>
                </a:cubicBezTo>
                <a:cubicBezTo>
                  <a:pt x="41" y="85"/>
                  <a:pt x="41" y="85"/>
                  <a:pt x="41" y="84"/>
                </a:cubicBezTo>
                <a:cubicBezTo>
                  <a:pt x="41" y="84"/>
                  <a:pt x="41" y="84"/>
                  <a:pt x="41" y="84"/>
                </a:cubicBezTo>
                <a:close/>
                <a:moveTo>
                  <a:pt x="40" y="86"/>
                </a:moveTo>
                <a:cubicBezTo>
                  <a:pt x="40" y="86"/>
                  <a:pt x="40" y="86"/>
                  <a:pt x="40" y="86"/>
                </a:cubicBezTo>
                <a:cubicBezTo>
                  <a:pt x="40" y="86"/>
                  <a:pt x="40" y="86"/>
                  <a:pt x="40" y="86"/>
                </a:cubicBezTo>
                <a:close/>
                <a:moveTo>
                  <a:pt x="67" y="72"/>
                </a:moveTo>
                <a:cubicBezTo>
                  <a:pt x="67" y="71"/>
                  <a:pt x="67" y="71"/>
                  <a:pt x="67" y="71"/>
                </a:cubicBezTo>
                <a:cubicBezTo>
                  <a:pt x="66" y="71"/>
                  <a:pt x="66" y="71"/>
                  <a:pt x="66" y="71"/>
                </a:cubicBezTo>
                <a:cubicBezTo>
                  <a:pt x="66" y="71"/>
                  <a:pt x="66" y="71"/>
                  <a:pt x="67" y="72"/>
                </a:cubicBezTo>
                <a:cubicBezTo>
                  <a:pt x="67" y="72"/>
                  <a:pt x="67" y="72"/>
                  <a:pt x="67" y="72"/>
                </a:cubicBezTo>
                <a:close/>
                <a:moveTo>
                  <a:pt x="64" y="71"/>
                </a:moveTo>
                <a:cubicBezTo>
                  <a:pt x="64" y="71"/>
                  <a:pt x="64" y="71"/>
                  <a:pt x="64" y="71"/>
                </a:cubicBezTo>
                <a:cubicBezTo>
                  <a:pt x="65" y="71"/>
                  <a:pt x="65" y="71"/>
                  <a:pt x="66" y="71"/>
                </a:cubicBezTo>
                <a:cubicBezTo>
                  <a:pt x="65" y="71"/>
                  <a:pt x="65" y="71"/>
                  <a:pt x="64" y="71"/>
                </a:cubicBezTo>
                <a:cubicBezTo>
                  <a:pt x="64" y="71"/>
                  <a:pt x="64" y="71"/>
                  <a:pt x="64" y="71"/>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 name="Freeform 21"/>
          <p:cNvSpPr>
            <a:spLocks/>
          </p:cNvSpPr>
          <p:nvPr/>
        </p:nvSpPr>
        <p:spPr bwMode="auto">
          <a:xfrm>
            <a:off x="6202363" y="4891088"/>
            <a:ext cx="12700" cy="28575"/>
          </a:xfrm>
          <a:custGeom>
            <a:avLst/>
            <a:gdLst>
              <a:gd name="T0" fmla="*/ 2 w 3"/>
              <a:gd name="T1" fmla="*/ 0 h 7"/>
              <a:gd name="T2" fmla="*/ 1 w 3"/>
              <a:gd name="T3" fmla="*/ 0 h 7"/>
              <a:gd name="T4" fmla="*/ 0 w 3"/>
              <a:gd name="T5" fmla="*/ 2 h 7"/>
              <a:gd name="T6" fmla="*/ 1 w 3"/>
              <a:gd name="T7" fmla="*/ 7 h 7"/>
              <a:gd name="T8" fmla="*/ 3 w 3"/>
              <a:gd name="T9" fmla="*/ 5 h 7"/>
              <a:gd name="T10" fmla="*/ 3 w 3"/>
              <a:gd name="T11" fmla="*/ 2 h 7"/>
              <a:gd name="T12" fmla="*/ 2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2" y="0"/>
                </a:moveTo>
                <a:cubicBezTo>
                  <a:pt x="2" y="0"/>
                  <a:pt x="1" y="0"/>
                  <a:pt x="1" y="0"/>
                </a:cubicBezTo>
                <a:cubicBezTo>
                  <a:pt x="0" y="2"/>
                  <a:pt x="0" y="2"/>
                  <a:pt x="0" y="2"/>
                </a:cubicBezTo>
                <a:cubicBezTo>
                  <a:pt x="1" y="7"/>
                  <a:pt x="1" y="7"/>
                  <a:pt x="1" y="7"/>
                </a:cubicBezTo>
                <a:cubicBezTo>
                  <a:pt x="3" y="5"/>
                  <a:pt x="3" y="5"/>
                  <a:pt x="3" y="5"/>
                </a:cubicBezTo>
                <a:cubicBezTo>
                  <a:pt x="3" y="2"/>
                  <a:pt x="3" y="2"/>
                  <a:pt x="3" y="2"/>
                </a:cubicBezTo>
                <a:lnTo>
                  <a:pt x="2" y="0"/>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 name="Freeform 22"/>
          <p:cNvSpPr>
            <a:spLocks/>
          </p:cNvSpPr>
          <p:nvPr/>
        </p:nvSpPr>
        <p:spPr bwMode="auto">
          <a:xfrm>
            <a:off x="7127876" y="4727575"/>
            <a:ext cx="528638" cy="560388"/>
          </a:xfrm>
          <a:custGeom>
            <a:avLst/>
            <a:gdLst>
              <a:gd name="T0" fmla="*/ 125 w 129"/>
              <a:gd name="T1" fmla="*/ 53 h 137"/>
              <a:gd name="T2" fmla="*/ 121 w 129"/>
              <a:gd name="T3" fmla="*/ 57 h 137"/>
              <a:gd name="T4" fmla="*/ 123 w 129"/>
              <a:gd name="T5" fmla="*/ 61 h 137"/>
              <a:gd name="T6" fmla="*/ 123 w 129"/>
              <a:gd name="T7" fmla="*/ 64 h 137"/>
              <a:gd name="T8" fmla="*/ 112 w 129"/>
              <a:gd name="T9" fmla="*/ 75 h 137"/>
              <a:gd name="T10" fmla="*/ 102 w 129"/>
              <a:gd name="T11" fmla="*/ 88 h 137"/>
              <a:gd name="T12" fmla="*/ 93 w 129"/>
              <a:gd name="T13" fmla="*/ 97 h 137"/>
              <a:gd name="T14" fmla="*/ 87 w 129"/>
              <a:gd name="T15" fmla="*/ 95 h 137"/>
              <a:gd name="T16" fmla="*/ 77 w 129"/>
              <a:gd name="T17" fmla="*/ 104 h 137"/>
              <a:gd name="T18" fmla="*/ 83 w 129"/>
              <a:gd name="T19" fmla="*/ 110 h 137"/>
              <a:gd name="T20" fmla="*/ 83 w 129"/>
              <a:gd name="T21" fmla="*/ 114 h 137"/>
              <a:gd name="T22" fmla="*/ 84 w 129"/>
              <a:gd name="T23" fmla="*/ 118 h 137"/>
              <a:gd name="T24" fmla="*/ 88 w 129"/>
              <a:gd name="T25" fmla="*/ 121 h 137"/>
              <a:gd name="T26" fmla="*/ 91 w 129"/>
              <a:gd name="T27" fmla="*/ 131 h 137"/>
              <a:gd name="T28" fmla="*/ 87 w 129"/>
              <a:gd name="T29" fmla="*/ 132 h 137"/>
              <a:gd name="T30" fmla="*/ 83 w 129"/>
              <a:gd name="T31" fmla="*/ 132 h 137"/>
              <a:gd name="T32" fmla="*/ 79 w 129"/>
              <a:gd name="T33" fmla="*/ 132 h 137"/>
              <a:gd name="T34" fmla="*/ 70 w 129"/>
              <a:gd name="T35" fmla="*/ 135 h 137"/>
              <a:gd name="T36" fmla="*/ 66 w 129"/>
              <a:gd name="T37" fmla="*/ 135 h 137"/>
              <a:gd name="T38" fmla="*/ 61 w 129"/>
              <a:gd name="T39" fmla="*/ 135 h 137"/>
              <a:gd name="T40" fmla="*/ 55 w 129"/>
              <a:gd name="T41" fmla="*/ 125 h 137"/>
              <a:gd name="T42" fmla="*/ 47 w 129"/>
              <a:gd name="T43" fmla="*/ 119 h 137"/>
              <a:gd name="T44" fmla="*/ 35 w 129"/>
              <a:gd name="T45" fmla="*/ 121 h 137"/>
              <a:gd name="T46" fmla="*/ 23 w 129"/>
              <a:gd name="T47" fmla="*/ 122 h 137"/>
              <a:gd name="T48" fmla="*/ 7 w 129"/>
              <a:gd name="T49" fmla="*/ 122 h 137"/>
              <a:gd name="T50" fmla="*/ 9 w 129"/>
              <a:gd name="T51" fmla="*/ 116 h 137"/>
              <a:gd name="T52" fmla="*/ 12 w 129"/>
              <a:gd name="T53" fmla="*/ 110 h 137"/>
              <a:gd name="T54" fmla="*/ 21 w 129"/>
              <a:gd name="T55" fmla="*/ 106 h 137"/>
              <a:gd name="T56" fmla="*/ 17 w 129"/>
              <a:gd name="T57" fmla="*/ 102 h 137"/>
              <a:gd name="T58" fmla="*/ 13 w 129"/>
              <a:gd name="T59" fmla="*/ 90 h 137"/>
              <a:gd name="T60" fmla="*/ 5 w 129"/>
              <a:gd name="T61" fmla="*/ 82 h 137"/>
              <a:gd name="T62" fmla="*/ 19 w 129"/>
              <a:gd name="T63" fmla="*/ 80 h 137"/>
              <a:gd name="T64" fmla="*/ 37 w 129"/>
              <a:gd name="T65" fmla="*/ 80 h 137"/>
              <a:gd name="T66" fmla="*/ 48 w 129"/>
              <a:gd name="T67" fmla="*/ 74 h 137"/>
              <a:gd name="T68" fmla="*/ 49 w 129"/>
              <a:gd name="T69" fmla="*/ 65 h 137"/>
              <a:gd name="T70" fmla="*/ 61 w 129"/>
              <a:gd name="T71" fmla="*/ 62 h 137"/>
              <a:gd name="T72" fmla="*/ 62 w 129"/>
              <a:gd name="T73" fmla="*/ 58 h 137"/>
              <a:gd name="T74" fmla="*/ 68 w 129"/>
              <a:gd name="T75" fmla="*/ 57 h 137"/>
              <a:gd name="T76" fmla="*/ 76 w 129"/>
              <a:gd name="T77" fmla="*/ 54 h 137"/>
              <a:gd name="T78" fmla="*/ 75 w 129"/>
              <a:gd name="T79" fmla="*/ 48 h 137"/>
              <a:gd name="T80" fmla="*/ 82 w 129"/>
              <a:gd name="T81" fmla="*/ 42 h 137"/>
              <a:gd name="T82" fmla="*/ 83 w 129"/>
              <a:gd name="T83" fmla="*/ 36 h 137"/>
              <a:gd name="T84" fmla="*/ 84 w 129"/>
              <a:gd name="T85" fmla="*/ 32 h 137"/>
              <a:gd name="T86" fmla="*/ 88 w 129"/>
              <a:gd name="T87" fmla="*/ 32 h 137"/>
              <a:gd name="T88" fmla="*/ 90 w 129"/>
              <a:gd name="T89" fmla="*/ 28 h 137"/>
              <a:gd name="T90" fmla="*/ 96 w 129"/>
              <a:gd name="T91" fmla="*/ 21 h 137"/>
              <a:gd name="T92" fmla="*/ 96 w 129"/>
              <a:gd name="T93" fmla="*/ 15 h 137"/>
              <a:gd name="T94" fmla="*/ 96 w 129"/>
              <a:gd name="T95" fmla="*/ 6 h 137"/>
              <a:gd name="T96" fmla="*/ 103 w 129"/>
              <a:gd name="T97" fmla="*/ 2 h 137"/>
              <a:gd name="T98" fmla="*/ 114 w 129"/>
              <a:gd name="T99" fmla="*/ 0 h 137"/>
              <a:gd name="T100" fmla="*/ 109 w 129"/>
              <a:gd name="T101" fmla="*/ 3 h 137"/>
              <a:gd name="T102" fmla="*/ 105 w 129"/>
              <a:gd name="T103" fmla="*/ 8 h 137"/>
              <a:gd name="T104" fmla="*/ 109 w 129"/>
              <a:gd name="T105" fmla="*/ 13 h 137"/>
              <a:gd name="T106" fmla="*/ 112 w 129"/>
              <a:gd name="T107" fmla="*/ 16 h 137"/>
              <a:gd name="T108" fmla="*/ 116 w 129"/>
              <a:gd name="T109" fmla="*/ 19 h 137"/>
              <a:gd name="T110" fmla="*/ 115 w 129"/>
              <a:gd name="T111" fmla="*/ 24 h 137"/>
              <a:gd name="T112" fmla="*/ 112 w 129"/>
              <a:gd name="T113" fmla="*/ 30 h 137"/>
              <a:gd name="T114" fmla="*/ 114 w 129"/>
              <a:gd name="T115" fmla="*/ 38 h 137"/>
              <a:gd name="T116" fmla="*/ 117 w 129"/>
              <a:gd name="T117" fmla="*/ 44 h 137"/>
              <a:gd name="T118" fmla="*/ 123 w 129"/>
              <a:gd name="T119" fmla="*/ 45 h 137"/>
              <a:gd name="T120" fmla="*/ 128 w 129"/>
              <a:gd name="T121" fmla="*/ 4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 h="137">
                <a:moveTo>
                  <a:pt x="129" y="51"/>
                </a:moveTo>
                <a:cubicBezTo>
                  <a:pt x="128" y="53"/>
                  <a:pt x="128" y="53"/>
                  <a:pt x="128" y="53"/>
                </a:cubicBezTo>
                <a:cubicBezTo>
                  <a:pt x="125" y="53"/>
                  <a:pt x="125" y="53"/>
                  <a:pt x="125" y="53"/>
                </a:cubicBezTo>
                <a:cubicBezTo>
                  <a:pt x="125" y="53"/>
                  <a:pt x="122" y="56"/>
                  <a:pt x="122" y="56"/>
                </a:cubicBezTo>
                <a:cubicBezTo>
                  <a:pt x="121" y="57"/>
                  <a:pt x="121" y="57"/>
                  <a:pt x="121" y="57"/>
                </a:cubicBezTo>
                <a:cubicBezTo>
                  <a:pt x="121" y="57"/>
                  <a:pt x="121" y="57"/>
                  <a:pt x="121" y="57"/>
                </a:cubicBezTo>
                <a:cubicBezTo>
                  <a:pt x="121" y="57"/>
                  <a:pt x="122" y="58"/>
                  <a:pt x="122" y="58"/>
                </a:cubicBezTo>
                <a:cubicBezTo>
                  <a:pt x="122" y="58"/>
                  <a:pt x="122" y="59"/>
                  <a:pt x="123" y="59"/>
                </a:cubicBezTo>
                <a:cubicBezTo>
                  <a:pt x="123" y="59"/>
                  <a:pt x="123" y="61"/>
                  <a:pt x="123" y="61"/>
                </a:cubicBezTo>
                <a:cubicBezTo>
                  <a:pt x="122" y="61"/>
                  <a:pt x="122" y="61"/>
                  <a:pt x="122" y="61"/>
                </a:cubicBezTo>
                <a:cubicBezTo>
                  <a:pt x="122" y="63"/>
                  <a:pt x="122" y="63"/>
                  <a:pt x="122" y="63"/>
                </a:cubicBezTo>
                <a:cubicBezTo>
                  <a:pt x="123" y="64"/>
                  <a:pt x="123" y="64"/>
                  <a:pt x="123" y="64"/>
                </a:cubicBezTo>
                <a:cubicBezTo>
                  <a:pt x="117" y="69"/>
                  <a:pt x="117" y="69"/>
                  <a:pt x="117" y="69"/>
                </a:cubicBezTo>
                <a:cubicBezTo>
                  <a:pt x="117" y="73"/>
                  <a:pt x="117" y="73"/>
                  <a:pt x="117" y="73"/>
                </a:cubicBezTo>
                <a:cubicBezTo>
                  <a:pt x="112" y="75"/>
                  <a:pt x="112" y="75"/>
                  <a:pt x="112" y="75"/>
                </a:cubicBezTo>
                <a:cubicBezTo>
                  <a:pt x="112" y="75"/>
                  <a:pt x="111" y="77"/>
                  <a:pt x="110" y="78"/>
                </a:cubicBezTo>
                <a:cubicBezTo>
                  <a:pt x="110" y="79"/>
                  <a:pt x="108" y="85"/>
                  <a:pt x="108" y="85"/>
                </a:cubicBezTo>
                <a:cubicBezTo>
                  <a:pt x="108" y="85"/>
                  <a:pt x="102" y="88"/>
                  <a:pt x="102" y="88"/>
                </a:cubicBezTo>
                <a:cubicBezTo>
                  <a:pt x="102" y="88"/>
                  <a:pt x="101" y="90"/>
                  <a:pt x="101" y="91"/>
                </a:cubicBezTo>
                <a:cubicBezTo>
                  <a:pt x="101" y="91"/>
                  <a:pt x="99" y="96"/>
                  <a:pt x="99" y="96"/>
                </a:cubicBezTo>
                <a:cubicBezTo>
                  <a:pt x="99" y="96"/>
                  <a:pt x="93" y="97"/>
                  <a:pt x="93" y="97"/>
                </a:cubicBezTo>
                <a:cubicBezTo>
                  <a:pt x="93" y="97"/>
                  <a:pt x="91" y="97"/>
                  <a:pt x="91" y="97"/>
                </a:cubicBezTo>
                <a:cubicBezTo>
                  <a:pt x="89" y="98"/>
                  <a:pt x="89" y="98"/>
                  <a:pt x="89" y="98"/>
                </a:cubicBezTo>
                <a:cubicBezTo>
                  <a:pt x="87" y="95"/>
                  <a:pt x="87" y="95"/>
                  <a:pt x="87" y="95"/>
                </a:cubicBezTo>
                <a:cubicBezTo>
                  <a:pt x="85" y="95"/>
                  <a:pt x="85" y="95"/>
                  <a:pt x="85" y="95"/>
                </a:cubicBezTo>
                <a:cubicBezTo>
                  <a:pt x="85" y="95"/>
                  <a:pt x="81" y="99"/>
                  <a:pt x="80" y="100"/>
                </a:cubicBezTo>
                <a:cubicBezTo>
                  <a:pt x="80" y="100"/>
                  <a:pt x="77" y="104"/>
                  <a:pt x="77" y="104"/>
                </a:cubicBezTo>
                <a:cubicBezTo>
                  <a:pt x="77" y="108"/>
                  <a:pt x="77" y="108"/>
                  <a:pt x="77" y="108"/>
                </a:cubicBezTo>
                <a:cubicBezTo>
                  <a:pt x="77" y="108"/>
                  <a:pt x="79" y="108"/>
                  <a:pt x="79" y="108"/>
                </a:cubicBezTo>
                <a:cubicBezTo>
                  <a:pt x="80" y="108"/>
                  <a:pt x="83" y="110"/>
                  <a:pt x="83" y="110"/>
                </a:cubicBezTo>
                <a:cubicBezTo>
                  <a:pt x="83" y="110"/>
                  <a:pt x="83" y="111"/>
                  <a:pt x="83" y="113"/>
                </a:cubicBezTo>
                <a:cubicBezTo>
                  <a:pt x="83" y="114"/>
                  <a:pt x="83" y="114"/>
                  <a:pt x="83" y="114"/>
                </a:cubicBezTo>
                <a:cubicBezTo>
                  <a:pt x="83" y="114"/>
                  <a:pt x="83" y="114"/>
                  <a:pt x="83" y="114"/>
                </a:cubicBezTo>
                <a:cubicBezTo>
                  <a:pt x="83" y="115"/>
                  <a:pt x="82" y="116"/>
                  <a:pt x="82" y="116"/>
                </a:cubicBezTo>
                <a:cubicBezTo>
                  <a:pt x="82" y="116"/>
                  <a:pt x="82" y="116"/>
                  <a:pt x="82" y="116"/>
                </a:cubicBezTo>
                <a:cubicBezTo>
                  <a:pt x="83" y="116"/>
                  <a:pt x="84" y="117"/>
                  <a:pt x="84" y="118"/>
                </a:cubicBezTo>
                <a:cubicBezTo>
                  <a:pt x="84" y="118"/>
                  <a:pt x="84" y="118"/>
                  <a:pt x="84" y="118"/>
                </a:cubicBezTo>
                <a:cubicBezTo>
                  <a:pt x="88" y="118"/>
                  <a:pt x="88" y="118"/>
                  <a:pt x="88" y="118"/>
                </a:cubicBezTo>
                <a:cubicBezTo>
                  <a:pt x="88" y="121"/>
                  <a:pt x="88" y="121"/>
                  <a:pt x="88" y="121"/>
                </a:cubicBezTo>
                <a:cubicBezTo>
                  <a:pt x="92" y="128"/>
                  <a:pt x="92" y="128"/>
                  <a:pt x="92" y="128"/>
                </a:cubicBezTo>
                <a:cubicBezTo>
                  <a:pt x="92" y="128"/>
                  <a:pt x="91" y="129"/>
                  <a:pt x="90" y="130"/>
                </a:cubicBezTo>
                <a:cubicBezTo>
                  <a:pt x="90" y="130"/>
                  <a:pt x="91" y="131"/>
                  <a:pt x="91" y="131"/>
                </a:cubicBezTo>
                <a:cubicBezTo>
                  <a:pt x="91" y="131"/>
                  <a:pt x="91" y="131"/>
                  <a:pt x="91" y="131"/>
                </a:cubicBezTo>
                <a:cubicBezTo>
                  <a:pt x="91" y="131"/>
                  <a:pt x="89" y="132"/>
                  <a:pt x="89" y="132"/>
                </a:cubicBezTo>
                <a:cubicBezTo>
                  <a:pt x="89" y="132"/>
                  <a:pt x="87" y="132"/>
                  <a:pt x="87" y="132"/>
                </a:cubicBezTo>
                <a:cubicBezTo>
                  <a:pt x="86" y="130"/>
                  <a:pt x="86" y="130"/>
                  <a:pt x="86" y="130"/>
                </a:cubicBezTo>
                <a:cubicBezTo>
                  <a:pt x="86" y="130"/>
                  <a:pt x="85" y="131"/>
                  <a:pt x="84" y="131"/>
                </a:cubicBezTo>
                <a:cubicBezTo>
                  <a:pt x="84" y="131"/>
                  <a:pt x="83" y="132"/>
                  <a:pt x="83" y="132"/>
                </a:cubicBezTo>
                <a:cubicBezTo>
                  <a:pt x="82" y="132"/>
                  <a:pt x="82" y="133"/>
                  <a:pt x="82" y="133"/>
                </a:cubicBezTo>
                <a:cubicBezTo>
                  <a:pt x="80" y="133"/>
                  <a:pt x="80" y="133"/>
                  <a:pt x="80" y="133"/>
                </a:cubicBezTo>
                <a:cubicBezTo>
                  <a:pt x="79" y="132"/>
                  <a:pt x="79" y="132"/>
                  <a:pt x="79" y="132"/>
                </a:cubicBezTo>
                <a:cubicBezTo>
                  <a:pt x="72" y="132"/>
                  <a:pt x="72" y="132"/>
                  <a:pt x="72" y="132"/>
                </a:cubicBezTo>
                <a:cubicBezTo>
                  <a:pt x="72" y="132"/>
                  <a:pt x="70" y="132"/>
                  <a:pt x="70" y="133"/>
                </a:cubicBezTo>
                <a:cubicBezTo>
                  <a:pt x="70" y="133"/>
                  <a:pt x="70" y="135"/>
                  <a:pt x="70" y="135"/>
                </a:cubicBezTo>
                <a:cubicBezTo>
                  <a:pt x="67" y="135"/>
                  <a:pt x="67" y="135"/>
                  <a:pt x="67" y="135"/>
                </a:cubicBezTo>
                <a:cubicBezTo>
                  <a:pt x="67" y="135"/>
                  <a:pt x="67" y="135"/>
                  <a:pt x="67" y="135"/>
                </a:cubicBezTo>
                <a:cubicBezTo>
                  <a:pt x="67" y="134"/>
                  <a:pt x="66" y="135"/>
                  <a:pt x="66" y="135"/>
                </a:cubicBezTo>
                <a:cubicBezTo>
                  <a:pt x="66" y="136"/>
                  <a:pt x="66" y="136"/>
                  <a:pt x="65" y="137"/>
                </a:cubicBezTo>
                <a:cubicBezTo>
                  <a:pt x="65" y="136"/>
                  <a:pt x="65" y="136"/>
                  <a:pt x="65" y="135"/>
                </a:cubicBezTo>
                <a:cubicBezTo>
                  <a:pt x="64" y="135"/>
                  <a:pt x="63" y="135"/>
                  <a:pt x="61" y="135"/>
                </a:cubicBezTo>
                <a:cubicBezTo>
                  <a:pt x="60" y="135"/>
                  <a:pt x="59" y="134"/>
                  <a:pt x="59" y="132"/>
                </a:cubicBezTo>
                <a:cubicBezTo>
                  <a:pt x="58" y="132"/>
                  <a:pt x="58" y="131"/>
                  <a:pt x="58" y="130"/>
                </a:cubicBezTo>
                <a:cubicBezTo>
                  <a:pt x="58" y="128"/>
                  <a:pt x="57" y="126"/>
                  <a:pt x="55" y="125"/>
                </a:cubicBezTo>
                <a:cubicBezTo>
                  <a:pt x="52" y="126"/>
                  <a:pt x="52" y="125"/>
                  <a:pt x="53" y="123"/>
                </a:cubicBezTo>
                <a:cubicBezTo>
                  <a:pt x="53" y="121"/>
                  <a:pt x="52" y="119"/>
                  <a:pt x="50" y="119"/>
                </a:cubicBezTo>
                <a:cubicBezTo>
                  <a:pt x="49" y="119"/>
                  <a:pt x="48" y="119"/>
                  <a:pt x="47" y="119"/>
                </a:cubicBezTo>
                <a:cubicBezTo>
                  <a:pt x="45" y="120"/>
                  <a:pt x="43" y="120"/>
                  <a:pt x="41" y="120"/>
                </a:cubicBezTo>
                <a:cubicBezTo>
                  <a:pt x="40" y="121"/>
                  <a:pt x="38" y="121"/>
                  <a:pt x="37" y="121"/>
                </a:cubicBezTo>
                <a:cubicBezTo>
                  <a:pt x="36" y="121"/>
                  <a:pt x="36" y="121"/>
                  <a:pt x="35" y="121"/>
                </a:cubicBezTo>
                <a:cubicBezTo>
                  <a:pt x="32" y="122"/>
                  <a:pt x="31" y="121"/>
                  <a:pt x="29" y="119"/>
                </a:cubicBezTo>
                <a:cubicBezTo>
                  <a:pt x="28" y="120"/>
                  <a:pt x="26" y="120"/>
                  <a:pt x="24" y="120"/>
                </a:cubicBezTo>
                <a:cubicBezTo>
                  <a:pt x="24" y="121"/>
                  <a:pt x="24" y="122"/>
                  <a:pt x="23" y="122"/>
                </a:cubicBezTo>
                <a:cubicBezTo>
                  <a:pt x="22" y="121"/>
                  <a:pt x="20" y="122"/>
                  <a:pt x="19" y="121"/>
                </a:cubicBezTo>
                <a:cubicBezTo>
                  <a:pt x="16" y="121"/>
                  <a:pt x="13" y="121"/>
                  <a:pt x="11" y="123"/>
                </a:cubicBezTo>
                <a:cubicBezTo>
                  <a:pt x="9" y="124"/>
                  <a:pt x="9" y="122"/>
                  <a:pt x="7" y="122"/>
                </a:cubicBezTo>
                <a:cubicBezTo>
                  <a:pt x="7" y="122"/>
                  <a:pt x="7" y="122"/>
                  <a:pt x="7" y="122"/>
                </a:cubicBezTo>
                <a:cubicBezTo>
                  <a:pt x="7" y="119"/>
                  <a:pt x="7" y="119"/>
                  <a:pt x="7" y="119"/>
                </a:cubicBezTo>
                <a:cubicBezTo>
                  <a:pt x="9" y="116"/>
                  <a:pt x="9" y="116"/>
                  <a:pt x="9" y="116"/>
                </a:cubicBezTo>
                <a:cubicBezTo>
                  <a:pt x="9" y="113"/>
                  <a:pt x="9" y="113"/>
                  <a:pt x="9" y="113"/>
                </a:cubicBezTo>
                <a:cubicBezTo>
                  <a:pt x="12" y="112"/>
                  <a:pt x="12" y="112"/>
                  <a:pt x="12" y="112"/>
                </a:cubicBezTo>
                <a:cubicBezTo>
                  <a:pt x="12" y="110"/>
                  <a:pt x="12" y="110"/>
                  <a:pt x="12" y="110"/>
                </a:cubicBezTo>
                <a:cubicBezTo>
                  <a:pt x="17" y="109"/>
                  <a:pt x="17" y="109"/>
                  <a:pt x="17" y="109"/>
                </a:cubicBezTo>
                <a:cubicBezTo>
                  <a:pt x="20" y="109"/>
                  <a:pt x="20" y="109"/>
                  <a:pt x="20" y="109"/>
                </a:cubicBezTo>
                <a:cubicBezTo>
                  <a:pt x="21" y="106"/>
                  <a:pt x="21" y="106"/>
                  <a:pt x="21" y="106"/>
                </a:cubicBezTo>
                <a:cubicBezTo>
                  <a:pt x="21" y="104"/>
                  <a:pt x="21" y="104"/>
                  <a:pt x="21" y="104"/>
                </a:cubicBezTo>
                <a:cubicBezTo>
                  <a:pt x="21" y="102"/>
                  <a:pt x="21" y="102"/>
                  <a:pt x="21" y="102"/>
                </a:cubicBezTo>
                <a:cubicBezTo>
                  <a:pt x="17" y="102"/>
                  <a:pt x="17" y="102"/>
                  <a:pt x="17" y="102"/>
                </a:cubicBezTo>
                <a:cubicBezTo>
                  <a:pt x="17" y="93"/>
                  <a:pt x="17" y="93"/>
                  <a:pt x="17" y="93"/>
                </a:cubicBezTo>
                <a:cubicBezTo>
                  <a:pt x="15" y="93"/>
                  <a:pt x="15" y="93"/>
                  <a:pt x="15" y="93"/>
                </a:cubicBezTo>
                <a:cubicBezTo>
                  <a:pt x="13" y="90"/>
                  <a:pt x="13" y="90"/>
                  <a:pt x="13" y="90"/>
                </a:cubicBezTo>
                <a:cubicBezTo>
                  <a:pt x="9" y="89"/>
                  <a:pt x="9" y="89"/>
                  <a:pt x="9" y="89"/>
                </a:cubicBezTo>
                <a:cubicBezTo>
                  <a:pt x="5" y="85"/>
                  <a:pt x="5" y="85"/>
                  <a:pt x="5" y="85"/>
                </a:cubicBezTo>
                <a:cubicBezTo>
                  <a:pt x="5" y="82"/>
                  <a:pt x="5" y="82"/>
                  <a:pt x="5" y="82"/>
                </a:cubicBezTo>
                <a:cubicBezTo>
                  <a:pt x="0" y="76"/>
                  <a:pt x="0" y="76"/>
                  <a:pt x="0" y="76"/>
                </a:cubicBezTo>
                <a:cubicBezTo>
                  <a:pt x="15" y="81"/>
                  <a:pt x="15" y="81"/>
                  <a:pt x="15" y="81"/>
                </a:cubicBezTo>
                <a:cubicBezTo>
                  <a:pt x="19" y="80"/>
                  <a:pt x="19" y="80"/>
                  <a:pt x="19" y="80"/>
                </a:cubicBezTo>
                <a:cubicBezTo>
                  <a:pt x="28" y="81"/>
                  <a:pt x="28" y="81"/>
                  <a:pt x="28" y="81"/>
                </a:cubicBezTo>
                <a:cubicBezTo>
                  <a:pt x="32" y="79"/>
                  <a:pt x="32" y="79"/>
                  <a:pt x="32" y="79"/>
                </a:cubicBezTo>
                <a:cubicBezTo>
                  <a:pt x="32" y="79"/>
                  <a:pt x="37" y="80"/>
                  <a:pt x="37" y="80"/>
                </a:cubicBezTo>
                <a:cubicBezTo>
                  <a:pt x="37" y="79"/>
                  <a:pt x="40" y="78"/>
                  <a:pt x="40" y="78"/>
                </a:cubicBezTo>
                <a:cubicBezTo>
                  <a:pt x="41" y="78"/>
                  <a:pt x="49" y="76"/>
                  <a:pt x="49" y="76"/>
                </a:cubicBezTo>
                <a:cubicBezTo>
                  <a:pt x="49" y="76"/>
                  <a:pt x="48" y="74"/>
                  <a:pt x="48" y="74"/>
                </a:cubicBezTo>
                <a:cubicBezTo>
                  <a:pt x="48" y="74"/>
                  <a:pt x="48" y="70"/>
                  <a:pt x="48" y="70"/>
                </a:cubicBezTo>
                <a:cubicBezTo>
                  <a:pt x="48" y="70"/>
                  <a:pt x="49" y="67"/>
                  <a:pt x="49" y="67"/>
                </a:cubicBezTo>
                <a:cubicBezTo>
                  <a:pt x="49" y="66"/>
                  <a:pt x="49" y="65"/>
                  <a:pt x="49" y="65"/>
                </a:cubicBezTo>
                <a:cubicBezTo>
                  <a:pt x="54" y="61"/>
                  <a:pt x="54" y="61"/>
                  <a:pt x="54" y="61"/>
                </a:cubicBezTo>
                <a:cubicBezTo>
                  <a:pt x="54" y="61"/>
                  <a:pt x="56" y="62"/>
                  <a:pt x="56" y="62"/>
                </a:cubicBezTo>
                <a:cubicBezTo>
                  <a:pt x="57" y="62"/>
                  <a:pt x="61" y="62"/>
                  <a:pt x="61" y="62"/>
                </a:cubicBezTo>
                <a:cubicBezTo>
                  <a:pt x="62" y="61"/>
                  <a:pt x="62" y="61"/>
                  <a:pt x="62" y="61"/>
                </a:cubicBezTo>
                <a:cubicBezTo>
                  <a:pt x="60" y="58"/>
                  <a:pt x="60" y="58"/>
                  <a:pt x="60" y="58"/>
                </a:cubicBezTo>
                <a:cubicBezTo>
                  <a:pt x="62" y="58"/>
                  <a:pt x="62" y="58"/>
                  <a:pt x="62" y="58"/>
                </a:cubicBezTo>
                <a:cubicBezTo>
                  <a:pt x="65" y="56"/>
                  <a:pt x="65" y="56"/>
                  <a:pt x="65" y="56"/>
                </a:cubicBezTo>
                <a:cubicBezTo>
                  <a:pt x="65" y="56"/>
                  <a:pt x="67" y="56"/>
                  <a:pt x="67" y="56"/>
                </a:cubicBezTo>
                <a:cubicBezTo>
                  <a:pt x="67" y="56"/>
                  <a:pt x="68" y="57"/>
                  <a:pt x="68" y="57"/>
                </a:cubicBezTo>
                <a:cubicBezTo>
                  <a:pt x="70" y="56"/>
                  <a:pt x="70" y="56"/>
                  <a:pt x="70" y="56"/>
                </a:cubicBezTo>
                <a:cubicBezTo>
                  <a:pt x="72" y="58"/>
                  <a:pt x="72" y="58"/>
                  <a:pt x="72" y="58"/>
                </a:cubicBezTo>
                <a:cubicBezTo>
                  <a:pt x="76" y="54"/>
                  <a:pt x="76" y="54"/>
                  <a:pt x="76" y="54"/>
                </a:cubicBezTo>
                <a:cubicBezTo>
                  <a:pt x="76" y="52"/>
                  <a:pt x="76" y="52"/>
                  <a:pt x="76" y="52"/>
                </a:cubicBezTo>
                <a:cubicBezTo>
                  <a:pt x="76" y="52"/>
                  <a:pt x="75" y="51"/>
                  <a:pt x="75" y="50"/>
                </a:cubicBezTo>
                <a:cubicBezTo>
                  <a:pt x="75" y="50"/>
                  <a:pt x="75" y="48"/>
                  <a:pt x="75" y="48"/>
                </a:cubicBezTo>
                <a:cubicBezTo>
                  <a:pt x="77" y="47"/>
                  <a:pt x="77" y="47"/>
                  <a:pt x="77" y="47"/>
                </a:cubicBezTo>
                <a:cubicBezTo>
                  <a:pt x="77" y="43"/>
                  <a:pt x="77" y="43"/>
                  <a:pt x="77" y="43"/>
                </a:cubicBezTo>
                <a:cubicBezTo>
                  <a:pt x="82" y="42"/>
                  <a:pt x="82" y="42"/>
                  <a:pt x="82" y="42"/>
                </a:cubicBezTo>
                <a:cubicBezTo>
                  <a:pt x="84" y="40"/>
                  <a:pt x="84" y="40"/>
                  <a:pt x="84" y="40"/>
                </a:cubicBezTo>
                <a:cubicBezTo>
                  <a:pt x="84" y="40"/>
                  <a:pt x="84" y="38"/>
                  <a:pt x="84" y="38"/>
                </a:cubicBezTo>
                <a:cubicBezTo>
                  <a:pt x="84" y="38"/>
                  <a:pt x="83" y="36"/>
                  <a:pt x="83" y="36"/>
                </a:cubicBezTo>
                <a:cubicBezTo>
                  <a:pt x="80" y="33"/>
                  <a:pt x="80" y="33"/>
                  <a:pt x="80" y="33"/>
                </a:cubicBezTo>
                <a:cubicBezTo>
                  <a:pt x="80" y="32"/>
                  <a:pt x="80" y="32"/>
                  <a:pt x="80" y="32"/>
                </a:cubicBezTo>
                <a:cubicBezTo>
                  <a:pt x="84" y="32"/>
                  <a:pt x="84" y="32"/>
                  <a:pt x="84" y="32"/>
                </a:cubicBezTo>
                <a:cubicBezTo>
                  <a:pt x="85" y="33"/>
                  <a:pt x="85" y="33"/>
                  <a:pt x="85" y="33"/>
                </a:cubicBezTo>
                <a:cubicBezTo>
                  <a:pt x="87" y="33"/>
                  <a:pt x="87" y="33"/>
                  <a:pt x="87" y="33"/>
                </a:cubicBezTo>
                <a:cubicBezTo>
                  <a:pt x="88" y="32"/>
                  <a:pt x="88" y="32"/>
                  <a:pt x="88" y="32"/>
                </a:cubicBezTo>
                <a:cubicBezTo>
                  <a:pt x="91" y="32"/>
                  <a:pt x="91" y="32"/>
                  <a:pt x="91" y="32"/>
                </a:cubicBezTo>
                <a:cubicBezTo>
                  <a:pt x="92" y="29"/>
                  <a:pt x="92" y="29"/>
                  <a:pt x="92" y="29"/>
                </a:cubicBezTo>
                <a:cubicBezTo>
                  <a:pt x="90" y="28"/>
                  <a:pt x="90" y="28"/>
                  <a:pt x="90" y="28"/>
                </a:cubicBezTo>
                <a:cubicBezTo>
                  <a:pt x="90" y="26"/>
                  <a:pt x="90" y="26"/>
                  <a:pt x="90" y="26"/>
                </a:cubicBezTo>
                <a:cubicBezTo>
                  <a:pt x="90" y="26"/>
                  <a:pt x="94" y="23"/>
                  <a:pt x="94" y="23"/>
                </a:cubicBezTo>
                <a:cubicBezTo>
                  <a:pt x="94" y="23"/>
                  <a:pt x="95" y="21"/>
                  <a:pt x="96" y="21"/>
                </a:cubicBezTo>
                <a:cubicBezTo>
                  <a:pt x="96" y="21"/>
                  <a:pt x="95" y="18"/>
                  <a:pt x="95" y="18"/>
                </a:cubicBezTo>
                <a:cubicBezTo>
                  <a:pt x="95" y="18"/>
                  <a:pt x="96" y="17"/>
                  <a:pt x="96" y="17"/>
                </a:cubicBezTo>
                <a:cubicBezTo>
                  <a:pt x="96" y="16"/>
                  <a:pt x="96" y="15"/>
                  <a:pt x="96" y="15"/>
                </a:cubicBezTo>
                <a:cubicBezTo>
                  <a:pt x="94" y="12"/>
                  <a:pt x="94" y="12"/>
                  <a:pt x="94" y="12"/>
                </a:cubicBezTo>
                <a:cubicBezTo>
                  <a:pt x="92" y="10"/>
                  <a:pt x="92" y="10"/>
                  <a:pt x="92" y="10"/>
                </a:cubicBezTo>
                <a:cubicBezTo>
                  <a:pt x="96" y="6"/>
                  <a:pt x="96" y="6"/>
                  <a:pt x="96" y="6"/>
                </a:cubicBezTo>
                <a:cubicBezTo>
                  <a:pt x="97" y="6"/>
                  <a:pt x="97" y="6"/>
                  <a:pt x="97" y="6"/>
                </a:cubicBezTo>
                <a:cubicBezTo>
                  <a:pt x="97" y="6"/>
                  <a:pt x="98" y="5"/>
                  <a:pt x="98" y="5"/>
                </a:cubicBezTo>
                <a:cubicBezTo>
                  <a:pt x="98" y="4"/>
                  <a:pt x="103" y="2"/>
                  <a:pt x="103" y="2"/>
                </a:cubicBezTo>
                <a:cubicBezTo>
                  <a:pt x="105" y="1"/>
                  <a:pt x="105" y="1"/>
                  <a:pt x="105" y="1"/>
                </a:cubicBezTo>
                <a:cubicBezTo>
                  <a:pt x="112" y="1"/>
                  <a:pt x="112" y="1"/>
                  <a:pt x="112" y="1"/>
                </a:cubicBezTo>
                <a:cubicBezTo>
                  <a:pt x="114" y="0"/>
                  <a:pt x="114" y="0"/>
                  <a:pt x="114" y="0"/>
                </a:cubicBezTo>
                <a:cubicBezTo>
                  <a:pt x="116" y="1"/>
                  <a:pt x="116" y="1"/>
                  <a:pt x="116" y="1"/>
                </a:cubicBezTo>
                <a:cubicBezTo>
                  <a:pt x="115" y="3"/>
                  <a:pt x="115" y="3"/>
                  <a:pt x="115" y="3"/>
                </a:cubicBezTo>
                <a:cubicBezTo>
                  <a:pt x="109" y="3"/>
                  <a:pt x="109" y="3"/>
                  <a:pt x="109" y="3"/>
                </a:cubicBezTo>
                <a:cubicBezTo>
                  <a:pt x="109" y="3"/>
                  <a:pt x="109" y="5"/>
                  <a:pt x="109" y="5"/>
                </a:cubicBezTo>
                <a:cubicBezTo>
                  <a:pt x="109" y="5"/>
                  <a:pt x="106" y="7"/>
                  <a:pt x="106" y="7"/>
                </a:cubicBezTo>
                <a:cubicBezTo>
                  <a:pt x="106" y="7"/>
                  <a:pt x="105" y="8"/>
                  <a:pt x="105" y="8"/>
                </a:cubicBezTo>
                <a:cubicBezTo>
                  <a:pt x="104" y="10"/>
                  <a:pt x="104" y="10"/>
                  <a:pt x="104" y="10"/>
                </a:cubicBezTo>
                <a:cubicBezTo>
                  <a:pt x="105" y="12"/>
                  <a:pt x="105" y="12"/>
                  <a:pt x="105" y="12"/>
                </a:cubicBezTo>
                <a:cubicBezTo>
                  <a:pt x="105" y="12"/>
                  <a:pt x="109" y="13"/>
                  <a:pt x="109" y="13"/>
                </a:cubicBezTo>
                <a:cubicBezTo>
                  <a:pt x="110" y="13"/>
                  <a:pt x="110" y="14"/>
                  <a:pt x="110" y="15"/>
                </a:cubicBezTo>
                <a:cubicBezTo>
                  <a:pt x="110" y="15"/>
                  <a:pt x="110" y="15"/>
                  <a:pt x="110" y="15"/>
                </a:cubicBezTo>
                <a:cubicBezTo>
                  <a:pt x="112" y="16"/>
                  <a:pt x="112" y="16"/>
                  <a:pt x="112" y="16"/>
                </a:cubicBezTo>
                <a:cubicBezTo>
                  <a:pt x="112" y="16"/>
                  <a:pt x="114" y="16"/>
                  <a:pt x="115" y="16"/>
                </a:cubicBezTo>
                <a:cubicBezTo>
                  <a:pt x="115" y="16"/>
                  <a:pt x="115" y="19"/>
                  <a:pt x="116" y="19"/>
                </a:cubicBezTo>
                <a:cubicBezTo>
                  <a:pt x="116" y="19"/>
                  <a:pt x="116" y="19"/>
                  <a:pt x="116" y="19"/>
                </a:cubicBezTo>
                <a:cubicBezTo>
                  <a:pt x="116" y="19"/>
                  <a:pt x="119" y="21"/>
                  <a:pt x="119" y="21"/>
                </a:cubicBezTo>
                <a:cubicBezTo>
                  <a:pt x="121" y="24"/>
                  <a:pt x="121" y="24"/>
                  <a:pt x="121" y="24"/>
                </a:cubicBezTo>
                <a:cubicBezTo>
                  <a:pt x="115" y="24"/>
                  <a:pt x="115" y="24"/>
                  <a:pt x="115" y="24"/>
                </a:cubicBezTo>
                <a:cubicBezTo>
                  <a:pt x="115" y="24"/>
                  <a:pt x="113" y="26"/>
                  <a:pt x="113" y="26"/>
                </a:cubicBezTo>
                <a:cubicBezTo>
                  <a:pt x="113" y="27"/>
                  <a:pt x="112" y="29"/>
                  <a:pt x="112" y="30"/>
                </a:cubicBezTo>
                <a:cubicBezTo>
                  <a:pt x="112" y="30"/>
                  <a:pt x="112" y="30"/>
                  <a:pt x="112" y="30"/>
                </a:cubicBezTo>
                <a:cubicBezTo>
                  <a:pt x="112" y="30"/>
                  <a:pt x="113" y="32"/>
                  <a:pt x="113" y="32"/>
                </a:cubicBezTo>
                <a:cubicBezTo>
                  <a:pt x="113" y="33"/>
                  <a:pt x="113" y="35"/>
                  <a:pt x="113" y="35"/>
                </a:cubicBezTo>
                <a:cubicBezTo>
                  <a:pt x="113" y="35"/>
                  <a:pt x="114" y="37"/>
                  <a:pt x="114" y="38"/>
                </a:cubicBezTo>
                <a:cubicBezTo>
                  <a:pt x="114" y="38"/>
                  <a:pt x="114" y="40"/>
                  <a:pt x="114" y="40"/>
                </a:cubicBezTo>
                <a:cubicBezTo>
                  <a:pt x="114" y="41"/>
                  <a:pt x="115" y="42"/>
                  <a:pt x="115" y="43"/>
                </a:cubicBezTo>
                <a:cubicBezTo>
                  <a:pt x="115" y="43"/>
                  <a:pt x="117" y="44"/>
                  <a:pt x="117" y="44"/>
                </a:cubicBezTo>
                <a:cubicBezTo>
                  <a:pt x="117" y="44"/>
                  <a:pt x="120" y="45"/>
                  <a:pt x="120" y="45"/>
                </a:cubicBezTo>
                <a:cubicBezTo>
                  <a:pt x="120" y="45"/>
                  <a:pt x="122" y="45"/>
                  <a:pt x="122" y="46"/>
                </a:cubicBezTo>
                <a:cubicBezTo>
                  <a:pt x="122" y="46"/>
                  <a:pt x="123" y="45"/>
                  <a:pt x="123" y="45"/>
                </a:cubicBezTo>
                <a:cubicBezTo>
                  <a:pt x="124" y="49"/>
                  <a:pt x="124" y="49"/>
                  <a:pt x="124" y="49"/>
                </a:cubicBezTo>
                <a:cubicBezTo>
                  <a:pt x="126" y="49"/>
                  <a:pt x="126" y="49"/>
                  <a:pt x="126" y="49"/>
                </a:cubicBezTo>
                <a:cubicBezTo>
                  <a:pt x="128" y="49"/>
                  <a:pt x="128" y="49"/>
                  <a:pt x="128" y="49"/>
                </a:cubicBezTo>
                <a:lnTo>
                  <a:pt x="129" y="51"/>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 name="Freeform 23"/>
          <p:cNvSpPr>
            <a:spLocks noEditPoints="1"/>
          </p:cNvSpPr>
          <p:nvPr/>
        </p:nvSpPr>
        <p:spPr bwMode="auto">
          <a:xfrm>
            <a:off x="6800851" y="5238750"/>
            <a:ext cx="293688" cy="323850"/>
          </a:xfrm>
          <a:custGeom>
            <a:avLst/>
            <a:gdLst>
              <a:gd name="T0" fmla="*/ 63 w 72"/>
              <a:gd name="T1" fmla="*/ 41 h 79"/>
              <a:gd name="T2" fmla="*/ 63 w 72"/>
              <a:gd name="T3" fmla="*/ 44 h 79"/>
              <a:gd name="T4" fmla="*/ 62 w 72"/>
              <a:gd name="T5" fmla="*/ 44 h 79"/>
              <a:gd name="T6" fmla="*/ 62 w 72"/>
              <a:gd name="T7" fmla="*/ 43 h 79"/>
              <a:gd name="T8" fmla="*/ 63 w 72"/>
              <a:gd name="T9" fmla="*/ 41 h 79"/>
              <a:gd name="T10" fmla="*/ 70 w 72"/>
              <a:gd name="T11" fmla="*/ 23 h 79"/>
              <a:gd name="T12" fmla="*/ 68 w 72"/>
              <a:gd name="T13" fmla="*/ 21 h 79"/>
              <a:gd name="T14" fmla="*/ 65 w 72"/>
              <a:gd name="T15" fmla="*/ 19 h 79"/>
              <a:gd name="T16" fmla="*/ 62 w 72"/>
              <a:gd name="T17" fmla="*/ 14 h 79"/>
              <a:gd name="T18" fmla="*/ 60 w 72"/>
              <a:gd name="T19" fmla="*/ 12 h 79"/>
              <a:gd name="T20" fmla="*/ 49 w 72"/>
              <a:gd name="T21" fmla="*/ 9 h 79"/>
              <a:gd name="T22" fmla="*/ 46 w 72"/>
              <a:gd name="T23" fmla="*/ 8 h 79"/>
              <a:gd name="T24" fmla="*/ 41 w 72"/>
              <a:gd name="T25" fmla="*/ 0 h 79"/>
              <a:gd name="T26" fmla="*/ 39 w 72"/>
              <a:gd name="T27" fmla="*/ 1 h 79"/>
              <a:gd name="T28" fmla="*/ 38 w 72"/>
              <a:gd name="T29" fmla="*/ 2 h 79"/>
              <a:gd name="T30" fmla="*/ 37 w 72"/>
              <a:gd name="T31" fmla="*/ 2 h 79"/>
              <a:gd name="T32" fmla="*/ 37 w 72"/>
              <a:gd name="T33" fmla="*/ 0 h 79"/>
              <a:gd name="T34" fmla="*/ 36 w 72"/>
              <a:gd name="T35" fmla="*/ 0 h 79"/>
              <a:gd name="T36" fmla="*/ 35 w 72"/>
              <a:gd name="T37" fmla="*/ 1 h 79"/>
              <a:gd name="T38" fmla="*/ 35 w 72"/>
              <a:gd name="T39" fmla="*/ 3 h 79"/>
              <a:gd name="T40" fmla="*/ 35 w 72"/>
              <a:gd name="T41" fmla="*/ 7 h 79"/>
              <a:gd name="T42" fmla="*/ 36 w 72"/>
              <a:gd name="T43" fmla="*/ 8 h 79"/>
              <a:gd name="T44" fmla="*/ 36 w 72"/>
              <a:gd name="T45" fmla="*/ 9 h 79"/>
              <a:gd name="T46" fmla="*/ 33 w 72"/>
              <a:gd name="T47" fmla="*/ 10 h 79"/>
              <a:gd name="T48" fmla="*/ 32 w 72"/>
              <a:gd name="T49" fmla="*/ 10 h 79"/>
              <a:gd name="T50" fmla="*/ 32 w 72"/>
              <a:gd name="T51" fmla="*/ 11 h 79"/>
              <a:gd name="T52" fmla="*/ 32 w 72"/>
              <a:gd name="T53" fmla="*/ 14 h 79"/>
              <a:gd name="T54" fmla="*/ 30 w 72"/>
              <a:gd name="T55" fmla="*/ 19 h 79"/>
              <a:gd name="T56" fmla="*/ 29 w 72"/>
              <a:gd name="T57" fmla="*/ 23 h 79"/>
              <a:gd name="T58" fmla="*/ 33 w 72"/>
              <a:gd name="T59" fmla="*/ 30 h 79"/>
              <a:gd name="T60" fmla="*/ 28 w 72"/>
              <a:gd name="T61" fmla="*/ 48 h 79"/>
              <a:gd name="T62" fmla="*/ 17 w 72"/>
              <a:gd name="T63" fmla="*/ 52 h 79"/>
              <a:gd name="T64" fmla="*/ 0 w 72"/>
              <a:gd name="T65" fmla="*/ 58 h 79"/>
              <a:gd name="T66" fmla="*/ 10 w 72"/>
              <a:gd name="T67" fmla="*/ 79 h 79"/>
              <a:gd name="T68" fmla="*/ 11 w 72"/>
              <a:gd name="T69" fmla="*/ 79 h 79"/>
              <a:gd name="T70" fmla="*/ 20 w 72"/>
              <a:gd name="T71" fmla="*/ 75 h 79"/>
              <a:gd name="T72" fmla="*/ 27 w 72"/>
              <a:gd name="T73" fmla="*/ 75 h 79"/>
              <a:gd name="T74" fmla="*/ 30 w 72"/>
              <a:gd name="T75" fmla="*/ 74 h 79"/>
              <a:gd name="T76" fmla="*/ 31 w 72"/>
              <a:gd name="T77" fmla="*/ 73 h 79"/>
              <a:gd name="T78" fmla="*/ 31 w 72"/>
              <a:gd name="T79" fmla="*/ 72 h 79"/>
              <a:gd name="T80" fmla="*/ 36 w 72"/>
              <a:gd name="T81" fmla="*/ 66 h 79"/>
              <a:gd name="T82" fmla="*/ 39 w 72"/>
              <a:gd name="T83" fmla="*/ 66 h 79"/>
              <a:gd name="T84" fmla="*/ 42 w 72"/>
              <a:gd name="T85" fmla="*/ 64 h 79"/>
              <a:gd name="T86" fmla="*/ 51 w 72"/>
              <a:gd name="T87" fmla="*/ 57 h 79"/>
              <a:gd name="T88" fmla="*/ 53 w 72"/>
              <a:gd name="T89" fmla="*/ 54 h 79"/>
              <a:gd name="T90" fmla="*/ 53 w 72"/>
              <a:gd name="T91" fmla="*/ 50 h 79"/>
              <a:gd name="T92" fmla="*/ 53 w 72"/>
              <a:gd name="T93" fmla="*/ 48 h 79"/>
              <a:gd name="T94" fmla="*/ 57 w 72"/>
              <a:gd name="T95" fmla="*/ 41 h 79"/>
              <a:gd name="T96" fmla="*/ 58 w 72"/>
              <a:gd name="T97" fmla="*/ 44 h 79"/>
              <a:gd name="T98" fmla="*/ 60 w 72"/>
              <a:gd name="T99" fmla="*/ 42 h 79"/>
              <a:gd name="T100" fmla="*/ 62 w 72"/>
              <a:gd name="T101" fmla="*/ 38 h 79"/>
              <a:gd name="T102" fmla="*/ 65 w 72"/>
              <a:gd name="T103" fmla="*/ 34 h 79"/>
              <a:gd name="T104" fmla="*/ 68 w 72"/>
              <a:gd name="T105" fmla="*/ 32 h 79"/>
              <a:gd name="T106" fmla="*/ 71 w 72"/>
              <a:gd name="T107" fmla="*/ 25 h 79"/>
              <a:gd name="T108" fmla="*/ 70 w 72"/>
              <a:gd name="T109" fmla="*/ 2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79">
                <a:moveTo>
                  <a:pt x="63" y="41"/>
                </a:moveTo>
                <a:cubicBezTo>
                  <a:pt x="64" y="42"/>
                  <a:pt x="63" y="43"/>
                  <a:pt x="63" y="44"/>
                </a:cubicBezTo>
                <a:cubicBezTo>
                  <a:pt x="62" y="44"/>
                  <a:pt x="62" y="44"/>
                  <a:pt x="62" y="44"/>
                </a:cubicBezTo>
                <a:cubicBezTo>
                  <a:pt x="61" y="44"/>
                  <a:pt x="61" y="44"/>
                  <a:pt x="62" y="43"/>
                </a:cubicBezTo>
                <a:cubicBezTo>
                  <a:pt x="62" y="43"/>
                  <a:pt x="63" y="42"/>
                  <a:pt x="63" y="41"/>
                </a:cubicBezTo>
                <a:close/>
                <a:moveTo>
                  <a:pt x="70" y="23"/>
                </a:moveTo>
                <a:cubicBezTo>
                  <a:pt x="69" y="23"/>
                  <a:pt x="69" y="22"/>
                  <a:pt x="68" y="21"/>
                </a:cubicBezTo>
                <a:cubicBezTo>
                  <a:pt x="67" y="20"/>
                  <a:pt x="66" y="20"/>
                  <a:pt x="65" y="19"/>
                </a:cubicBezTo>
                <a:cubicBezTo>
                  <a:pt x="65" y="17"/>
                  <a:pt x="63" y="15"/>
                  <a:pt x="62" y="14"/>
                </a:cubicBezTo>
                <a:cubicBezTo>
                  <a:pt x="61" y="13"/>
                  <a:pt x="61" y="12"/>
                  <a:pt x="60" y="12"/>
                </a:cubicBezTo>
                <a:cubicBezTo>
                  <a:pt x="56" y="12"/>
                  <a:pt x="52" y="11"/>
                  <a:pt x="49" y="9"/>
                </a:cubicBezTo>
                <a:cubicBezTo>
                  <a:pt x="48" y="9"/>
                  <a:pt x="47" y="9"/>
                  <a:pt x="46" y="8"/>
                </a:cubicBezTo>
                <a:cubicBezTo>
                  <a:pt x="44" y="5"/>
                  <a:pt x="42" y="3"/>
                  <a:pt x="41" y="0"/>
                </a:cubicBezTo>
                <a:cubicBezTo>
                  <a:pt x="39" y="1"/>
                  <a:pt x="39" y="1"/>
                  <a:pt x="39" y="1"/>
                </a:cubicBezTo>
                <a:cubicBezTo>
                  <a:pt x="39" y="1"/>
                  <a:pt x="38" y="2"/>
                  <a:pt x="38" y="2"/>
                </a:cubicBezTo>
                <a:cubicBezTo>
                  <a:pt x="38" y="3"/>
                  <a:pt x="37" y="2"/>
                  <a:pt x="37" y="2"/>
                </a:cubicBezTo>
                <a:cubicBezTo>
                  <a:pt x="37" y="2"/>
                  <a:pt x="37" y="1"/>
                  <a:pt x="37" y="0"/>
                </a:cubicBezTo>
                <a:cubicBezTo>
                  <a:pt x="37" y="0"/>
                  <a:pt x="36" y="0"/>
                  <a:pt x="36" y="0"/>
                </a:cubicBezTo>
                <a:cubicBezTo>
                  <a:pt x="36" y="0"/>
                  <a:pt x="35" y="1"/>
                  <a:pt x="35" y="1"/>
                </a:cubicBezTo>
                <a:cubicBezTo>
                  <a:pt x="35" y="2"/>
                  <a:pt x="35" y="3"/>
                  <a:pt x="35" y="3"/>
                </a:cubicBezTo>
                <a:cubicBezTo>
                  <a:pt x="35" y="3"/>
                  <a:pt x="35" y="6"/>
                  <a:pt x="35" y="7"/>
                </a:cubicBezTo>
                <a:cubicBezTo>
                  <a:pt x="35" y="7"/>
                  <a:pt x="36" y="8"/>
                  <a:pt x="36" y="8"/>
                </a:cubicBezTo>
                <a:cubicBezTo>
                  <a:pt x="37" y="8"/>
                  <a:pt x="36" y="9"/>
                  <a:pt x="36" y="9"/>
                </a:cubicBezTo>
                <a:cubicBezTo>
                  <a:pt x="33" y="10"/>
                  <a:pt x="33" y="10"/>
                  <a:pt x="33" y="10"/>
                </a:cubicBezTo>
                <a:cubicBezTo>
                  <a:pt x="32" y="10"/>
                  <a:pt x="32" y="10"/>
                  <a:pt x="32" y="10"/>
                </a:cubicBezTo>
                <a:cubicBezTo>
                  <a:pt x="32" y="10"/>
                  <a:pt x="32" y="11"/>
                  <a:pt x="32" y="11"/>
                </a:cubicBezTo>
                <a:cubicBezTo>
                  <a:pt x="32" y="12"/>
                  <a:pt x="32" y="14"/>
                  <a:pt x="32" y="14"/>
                </a:cubicBezTo>
                <a:cubicBezTo>
                  <a:pt x="32" y="15"/>
                  <a:pt x="30" y="19"/>
                  <a:pt x="30" y="19"/>
                </a:cubicBezTo>
                <a:cubicBezTo>
                  <a:pt x="29" y="23"/>
                  <a:pt x="29" y="23"/>
                  <a:pt x="29" y="23"/>
                </a:cubicBezTo>
                <a:cubicBezTo>
                  <a:pt x="33" y="30"/>
                  <a:pt x="33" y="30"/>
                  <a:pt x="33" y="30"/>
                </a:cubicBezTo>
                <a:cubicBezTo>
                  <a:pt x="28" y="48"/>
                  <a:pt x="28" y="48"/>
                  <a:pt x="28" y="48"/>
                </a:cubicBezTo>
                <a:cubicBezTo>
                  <a:pt x="17" y="52"/>
                  <a:pt x="17" y="52"/>
                  <a:pt x="17" y="52"/>
                </a:cubicBezTo>
                <a:cubicBezTo>
                  <a:pt x="0" y="58"/>
                  <a:pt x="0" y="58"/>
                  <a:pt x="0" y="58"/>
                </a:cubicBezTo>
                <a:cubicBezTo>
                  <a:pt x="10" y="79"/>
                  <a:pt x="10" y="79"/>
                  <a:pt x="10" y="79"/>
                </a:cubicBezTo>
                <a:cubicBezTo>
                  <a:pt x="10" y="79"/>
                  <a:pt x="11" y="79"/>
                  <a:pt x="11" y="79"/>
                </a:cubicBezTo>
                <a:cubicBezTo>
                  <a:pt x="14" y="78"/>
                  <a:pt x="17" y="76"/>
                  <a:pt x="20" y="75"/>
                </a:cubicBezTo>
                <a:cubicBezTo>
                  <a:pt x="22" y="75"/>
                  <a:pt x="25" y="75"/>
                  <a:pt x="27" y="75"/>
                </a:cubicBezTo>
                <a:cubicBezTo>
                  <a:pt x="28" y="76"/>
                  <a:pt x="29" y="75"/>
                  <a:pt x="30" y="74"/>
                </a:cubicBezTo>
                <a:cubicBezTo>
                  <a:pt x="30" y="74"/>
                  <a:pt x="31" y="73"/>
                  <a:pt x="31" y="73"/>
                </a:cubicBezTo>
                <a:cubicBezTo>
                  <a:pt x="31" y="72"/>
                  <a:pt x="31" y="72"/>
                  <a:pt x="31" y="72"/>
                </a:cubicBezTo>
                <a:cubicBezTo>
                  <a:pt x="31" y="68"/>
                  <a:pt x="33" y="66"/>
                  <a:pt x="36" y="66"/>
                </a:cubicBezTo>
                <a:cubicBezTo>
                  <a:pt x="37" y="66"/>
                  <a:pt x="38" y="66"/>
                  <a:pt x="39" y="66"/>
                </a:cubicBezTo>
                <a:cubicBezTo>
                  <a:pt x="41" y="66"/>
                  <a:pt x="42" y="65"/>
                  <a:pt x="42" y="64"/>
                </a:cubicBezTo>
                <a:cubicBezTo>
                  <a:pt x="44" y="59"/>
                  <a:pt x="46" y="57"/>
                  <a:pt x="51" y="57"/>
                </a:cubicBezTo>
                <a:cubicBezTo>
                  <a:pt x="53" y="57"/>
                  <a:pt x="54" y="56"/>
                  <a:pt x="53" y="54"/>
                </a:cubicBezTo>
                <a:cubicBezTo>
                  <a:pt x="52" y="53"/>
                  <a:pt x="52" y="51"/>
                  <a:pt x="53" y="50"/>
                </a:cubicBezTo>
                <a:cubicBezTo>
                  <a:pt x="54" y="49"/>
                  <a:pt x="54" y="48"/>
                  <a:pt x="53" y="48"/>
                </a:cubicBezTo>
                <a:cubicBezTo>
                  <a:pt x="53" y="45"/>
                  <a:pt x="55" y="43"/>
                  <a:pt x="57" y="41"/>
                </a:cubicBezTo>
                <a:cubicBezTo>
                  <a:pt x="57" y="42"/>
                  <a:pt x="57" y="43"/>
                  <a:pt x="58" y="44"/>
                </a:cubicBezTo>
                <a:cubicBezTo>
                  <a:pt x="59" y="44"/>
                  <a:pt x="60" y="43"/>
                  <a:pt x="60" y="42"/>
                </a:cubicBezTo>
                <a:cubicBezTo>
                  <a:pt x="60" y="41"/>
                  <a:pt x="62" y="40"/>
                  <a:pt x="62" y="38"/>
                </a:cubicBezTo>
                <a:cubicBezTo>
                  <a:pt x="63" y="37"/>
                  <a:pt x="64" y="35"/>
                  <a:pt x="65" y="34"/>
                </a:cubicBezTo>
                <a:cubicBezTo>
                  <a:pt x="67" y="34"/>
                  <a:pt x="68" y="33"/>
                  <a:pt x="68" y="32"/>
                </a:cubicBezTo>
                <a:cubicBezTo>
                  <a:pt x="69" y="29"/>
                  <a:pt x="70" y="28"/>
                  <a:pt x="71" y="25"/>
                </a:cubicBezTo>
                <a:cubicBezTo>
                  <a:pt x="72" y="24"/>
                  <a:pt x="72" y="23"/>
                  <a:pt x="70" y="23"/>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 name="Freeform 24"/>
          <p:cNvSpPr>
            <a:spLocks/>
          </p:cNvSpPr>
          <p:nvPr/>
        </p:nvSpPr>
        <p:spPr bwMode="auto">
          <a:xfrm>
            <a:off x="9445626" y="4435475"/>
            <a:ext cx="228600" cy="258763"/>
          </a:xfrm>
          <a:custGeom>
            <a:avLst/>
            <a:gdLst>
              <a:gd name="T0" fmla="*/ 52 w 56"/>
              <a:gd name="T1" fmla="*/ 2 h 63"/>
              <a:gd name="T2" fmla="*/ 50 w 56"/>
              <a:gd name="T3" fmla="*/ 0 h 63"/>
              <a:gd name="T4" fmla="*/ 49 w 56"/>
              <a:gd name="T5" fmla="*/ 3 h 63"/>
              <a:gd name="T6" fmla="*/ 47 w 56"/>
              <a:gd name="T7" fmla="*/ 8 h 63"/>
              <a:gd name="T8" fmla="*/ 44 w 56"/>
              <a:gd name="T9" fmla="*/ 8 h 63"/>
              <a:gd name="T10" fmla="*/ 42 w 56"/>
              <a:gd name="T11" fmla="*/ 12 h 63"/>
              <a:gd name="T12" fmla="*/ 34 w 56"/>
              <a:gd name="T13" fmla="*/ 13 h 63"/>
              <a:gd name="T14" fmla="*/ 35 w 56"/>
              <a:gd name="T15" fmla="*/ 17 h 63"/>
              <a:gd name="T16" fmla="*/ 34 w 56"/>
              <a:gd name="T17" fmla="*/ 20 h 63"/>
              <a:gd name="T18" fmla="*/ 31 w 56"/>
              <a:gd name="T19" fmla="*/ 19 h 63"/>
              <a:gd name="T20" fmla="*/ 23 w 56"/>
              <a:gd name="T21" fmla="*/ 16 h 63"/>
              <a:gd name="T22" fmla="*/ 20 w 56"/>
              <a:gd name="T23" fmla="*/ 18 h 63"/>
              <a:gd name="T24" fmla="*/ 18 w 56"/>
              <a:gd name="T25" fmla="*/ 21 h 63"/>
              <a:gd name="T26" fmla="*/ 13 w 56"/>
              <a:gd name="T27" fmla="*/ 26 h 63"/>
              <a:gd name="T28" fmla="*/ 8 w 56"/>
              <a:gd name="T29" fmla="*/ 29 h 63"/>
              <a:gd name="T30" fmla="*/ 1 w 56"/>
              <a:gd name="T31" fmla="*/ 35 h 63"/>
              <a:gd name="T32" fmla="*/ 2 w 56"/>
              <a:gd name="T33" fmla="*/ 38 h 63"/>
              <a:gd name="T34" fmla="*/ 7 w 56"/>
              <a:gd name="T35" fmla="*/ 41 h 63"/>
              <a:gd name="T36" fmla="*/ 9 w 56"/>
              <a:gd name="T37" fmla="*/ 43 h 63"/>
              <a:gd name="T38" fmla="*/ 8 w 56"/>
              <a:gd name="T39" fmla="*/ 46 h 63"/>
              <a:gd name="T40" fmla="*/ 5 w 56"/>
              <a:gd name="T41" fmla="*/ 54 h 63"/>
              <a:gd name="T42" fmla="*/ 4 w 56"/>
              <a:gd name="T43" fmla="*/ 56 h 63"/>
              <a:gd name="T44" fmla="*/ 4 w 56"/>
              <a:gd name="T45" fmla="*/ 57 h 63"/>
              <a:gd name="T46" fmla="*/ 6 w 56"/>
              <a:gd name="T47" fmla="*/ 59 h 63"/>
              <a:gd name="T48" fmla="*/ 6 w 56"/>
              <a:gd name="T49" fmla="*/ 60 h 63"/>
              <a:gd name="T50" fmla="*/ 10 w 56"/>
              <a:gd name="T51" fmla="*/ 61 h 63"/>
              <a:gd name="T52" fmla="*/ 17 w 56"/>
              <a:gd name="T53" fmla="*/ 61 h 63"/>
              <a:gd name="T54" fmla="*/ 18 w 56"/>
              <a:gd name="T55" fmla="*/ 63 h 63"/>
              <a:gd name="T56" fmla="*/ 20 w 56"/>
              <a:gd name="T57" fmla="*/ 61 h 63"/>
              <a:gd name="T58" fmla="*/ 25 w 56"/>
              <a:gd name="T59" fmla="*/ 56 h 63"/>
              <a:gd name="T60" fmla="*/ 33 w 56"/>
              <a:gd name="T61" fmla="*/ 56 h 63"/>
              <a:gd name="T62" fmla="*/ 35 w 56"/>
              <a:gd name="T63" fmla="*/ 55 h 63"/>
              <a:gd name="T64" fmla="*/ 34 w 56"/>
              <a:gd name="T65" fmla="*/ 50 h 63"/>
              <a:gd name="T66" fmla="*/ 28 w 56"/>
              <a:gd name="T67" fmla="*/ 45 h 63"/>
              <a:gd name="T68" fmla="*/ 28 w 56"/>
              <a:gd name="T69" fmla="*/ 40 h 63"/>
              <a:gd name="T70" fmla="*/ 35 w 56"/>
              <a:gd name="T71" fmla="*/ 35 h 63"/>
              <a:gd name="T72" fmla="*/ 38 w 56"/>
              <a:gd name="T73" fmla="*/ 33 h 63"/>
              <a:gd name="T74" fmla="*/ 46 w 56"/>
              <a:gd name="T75" fmla="*/ 26 h 63"/>
              <a:gd name="T76" fmla="*/ 48 w 56"/>
              <a:gd name="T77" fmla="*/ 21 h 63"/>
              <a:gd name="T78" fmla="*/ 48 w 56"/>
              <a:gd name="T79" fmla="*/ 18 h 63"/>
              <a:gd name="T80" fmla="*/ 55 w 56"/>
              <a:gd name="T81" fmla="*/ 8 h 63"/>
              <a:gd name="T82" fmla="*/ 56 w 56"/>
              <a:gd name="T83" fmla="*/ 8 h 63"/>
              <a:gd name="T84" fmla="*/ 56 w 56"/>
              <a:gd name="T85" fmla="*/ 7 h 63"/>
              <a:gd name="T86" fmla="*/ 56 w 56"/>
              <a:gd name="T87" fmla="*/ 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63">
                <a:moveTo>
                  <a:pt x="54" y="4"/>
                </a:moveTo>
                <a:cubicBezTo>
                  <a:pt x="52" y="2"/>
                  <a:pt x="52" y="2"/>
                  <a:pt x="52" y="2"/>
                </a:cubicBezTo>
                <a:cubicBezTo>
                  <a:pt x="52" y="0"/>
                  <a:pt x="52" y="0"/>
                  <a:pt x="52" y="0"/>
                </a:cubicBezTo>
                <a:cubicBezTo>
                  <a:pt x="50" y="0"/>
                  <a:pt x="50" y="0"/>
                  <a:pt x="50" y="0"/>
                </a:cubicBezTo>
                <a:cubicBezTo>
                  <a:pt x="50" y="0"/>
                  <a:pt x="50" y="2"/>
                  <a:pt x="50" y="2"/>
                </a:cubicBezTo>
                <a:cubicBezTo>
                  <a:pt x="50" y="2"/>
                  <a:pt x="49" y="3"/>
                  <a:pt x="49" y="3"/>
                </a:cubicBezTo>
                <a:cubicBezTo>
                  <a:pt x="49" y="3"/>
                  <a:pt x="48" y="7"/>
                  <a:pt x="48" y="7"/>
                </a:cubicBezTo>
                <a:cubicBezTo>
                  <a:pt x="47" y="8"/>
                  <a:pt x="47" y="8"/>
                  <a:pt x="47" y="8"/>
                </a:cubicBezTo>
                <a:cubicBezTo>
                  <a:pt x="47" y="8"/>
                  <a:pt x="46" y="8"/>
                  <a:pt x="46" y="8"/>
                </a:cubicBezTo>
                <a:cubicBezTo>
                  <a:pt x="46" y="7"/>
                  <a:pt x="44" y="8"/>
                  <a:pt x="44" y="8"/>
                </a:cubicBezTo>
                <a:cubicBezTo>
                  <a:pt x="44" y="8"/>
                  <a:pt x="43" y="11"/>
                  <a:pt x="43" y="11"/>
                </a:cubicBezTo>
                <a:cubicBezTo>
                  <a:pt x="43" y="11"/>
                  <a:pt x="42" y="11"/>
                  <a:pt x="42" y="12"/>
                </a:cubicBezTo>
                <a:cubicBezTo>
                  <a:pt x="41" y="12"/>
                  <a:pt x="40" y="13"/>
                  <a:pt x="40" y="13"/>
                </a:cubicBezTo>
                <a:cubicBezTo>
                  <a:pt x="34" y="13"/>
                  <a:pt x="34" y="13"/>
                  <a:pt x="34" y="13"/>
                </a:cubicBezTo>
                <a:cubicBezTo>
                  <a:pt x="34" y="13"/>
                  <a:pt x="33" y="15"/>
                  <a:pt x="34" y="15"/>
                </a:cubicBezTo>
                <a:cubicBezTo>
                  <a:pt x="34" y="15"/>
                  <a:pt x="35" y="16"/>
                  <a:pt x="35" y="17"/>
                </a:cubicBezTo>
                <a:cubicBezTo>
                  <a:pt x="36" y="17"/>
                  <a:pt x="36" y="18"/>
                  <a:pt x="36" y="18"/>
                </a:cubicBezTo>
                <a:cubicBezTo>
                  <a:pt x="36" y="18"/>
                  <a:pt x="34" y="19"/>
                  <a:pt x="34" y="20"/>
                </a:cubicBezTo>
                <a:cubicBezTo>
                  <a:pt x="34" y="20"/>
                  <a:pt x="33" y="20"/>
                  <a:pt x="33" y="20"/>
                </a:cubicBezTo>
                <a:cubicBezTo>
                  <a:pt x="31" y="19"/>
                  <a:pt x="31" y="19"/>
                  <a:pt x="31" y="19"/>
                </a:cubicBezTo>
                <a:cubicBezTo>
                  <a:pt x="27" y="19"/>
                  <a:pt x="27" y="19"/>
                  <a:pt x="27" y="19"/>
                </a:cubicBezTo>
                <a:cubicBezTo>
                  <a:pt x="23" y="16"/>
                  <a:pt x="23" y="16"/>
                  <a:pt x="23" y="16"/>
                </a:cubicBezTo>
                <a:cubicBezTo>
                  <a:pt x="23" y="16"/>
                  <a:pt x="22" y="16"/>
                  <a:pt x="22" y="16"/>
                </a:cubicBezTo>
                <a:cubicBezTo>
                  <a:pt x="22" y="16"/>
                  <a:pt x="20" y="18"/>
                  <a:pt x="20" y="18"/>
                </a:cubicBezTo>
                <a:cubicBezTo>
                  <a:pt x="20" y="18"/>
                  <a:pt x="20" y="20"/>
                  <a:pt x="20" y="20"/>
                </a:cubicBezTo>
                <a:cubicBezTo>
                  <a:pt x="20" y="20"/>
                  <a:pt x="18" y="21"/>
                  <a:pt x="18" y="21"/>
                </a:cubicBezTo>
                <a:cubicBezTo>
                  <a:pt x="18" y="21"/>
                  <a:pt x="15" y="26"/>
                  <a:pt x="15" y="26"/>
                </a:cubicBezTo>
                <a:cubicBezTo>
                  <a:pt x="13" y="26"/>
                  <a:pt x="13" y="26"/>
                  <a:pt x="13" y="26"/>
                </a:cubicBezTo>
                <a:cubicBezTo>
                  <a:pt x="11" y="28"/>
                  <a:pt x="11" y="28"/>
                  <a:pt x="11" y="28"/>
                </a:cubicBezTo>
                <a:cubicBezTo>
                  <a:pt x="11" y="28"/>
                  <a:pt x="9" y="29"/>
                  <a:pt x="8" y="29"/>
                </a:cubicBezTo>
                <a:cubicBezTo>
                  <a:pt x="8" y="29"/>
                  <a:pt x="4" y="33"/>
                  <a:pt x="4" y="33"/>
                </a:cubicBezTo>
                <a:cubicBezTo>
                  <a:pt x="3" y="33"/>
                  <a:pt x="1" y="35"/>
                  <a:pt x="1" y="35"/>
                </a:cubicBezTo>
                <a:cubicBezTo>
                  <a:pt x="0" y="37"/>
                  <a:pt x="0" y="37"/>
                  <a:pt x="0" y="37"/>
                </a:cubicBezTo>
                <a:cubicBezTo>
                  <a:pt x="1" y="37"/>
                  <a:pt x="1" y="38"/>
                  <a:pt x="2" y="38"/>
                </a:cubicBezTo>
                <a:cubicBezTo>
                  <a:pt x="3" y="39"/>
                  <a:pt x="3" y="40"/>
                  <a:pt x="4" y="39"/>
                </a:cubicBezTo>
                <a:cubicBezTo>
                  <a:pt x="5" y="40"/>
                  <a:pt x="6" y="41"/>
                  <a:pt x="7" y="41"/>
                </a:cubicBezTo>
                <a:cubicBezTo>
                  <a:pt x="9" y="42"/>
                  <a:pt x="9" y="42"/>
                  <a:pt x="9" y="43"/>
                </a:cubicBezTo>
                <a:cubicBezTo>
                  <a:pt x="9" y="43"/>
                  <a:pt x="9" y="43"/>
                  <a:pt x="9" y="43"/>
                </a:cubicBezTo>
                <a:cubicBezTo>
                  <a:pt x="9" y="44"/>
                  <a:pt x="9" y="44"/>
                  <a:pt x="9" y="44"/>
                </a:cubicBezTo>
                <a:cubicBezTo>
                  <a:pt x="9" y="45"/>
                  <a:pt x="8" y="46"/>
                  <a:pt x="8" y="46"/>
                </a:cubicBezTo>
                <a:cubicBezTo>
                  <a:pt x="6" y="48"/>
                  <a:pt x="7" y="50"/>
                  <a:pt x="8" y="51"/>
                </a:cubicBezTo>
                <a:cubicBezTo>
                  <a:pt x="6" y="52"/>
                  <a:pt x="5" y="53"/>
                  <a:pt x="5" y="54"/>
                </a:cubicBezTo>
                <a:cubicBezTo>
                  <a:pt x="4" y="55"/>
                  <a:pt x="4" y="55"/>
                  <a:pt x="4" y="56"/>
                </a:cubicBezTo>
                <a:cubicBezTo>
                  <a:pt x="4" y="56"/>
                  <a:pt x="4" y="56"/>
                  <a:pt x="4" y="56"/>
                </a:cubicBezTo>
                <a:cubicBezTo>
                  <a:pt x="4" y="57"/>
                  <a:pt x="3" y="57"/>
                  <a:pt x="4" y="57"/>
                </a:cubicBezTo>
                <a:cubicBezTo>
                  <a:pt x="4" y="57"/>
                  <a:pt x="4" y="57"/>
                  <a:pt x="4" y="57"/>
                </a:cubicBezTo>
                <a:cubicBezTo>
                  <a:pt x="4" y="57"/>
                  <a:pt x="4" y="57"/>
                  <a:pt x="4" y="57"/>
                </a:cubicBezTo>
                <a:cubicBezTo>
                  <a:pt x="5" y="57"/>
                  <a:pt x="7" y="57"/>
                  <a:pt x="6" y="59"/>
                </a:cubicBezTo>
                <a:cubicBezTo>
                  <a:pt x="6" y="59"/>
                  <a:pt x="6" y="59"/>
                  <a:pt x="6" y="59"/>
                </a:cubicBezTo>
                <a:cubicBezTo>
                  <a:pt x="6" y="59"/>
                  <a:pt x="6" y="60"/>
                  <a:pt x="6" y="60"/>
                </a:cubicBezTo>
                <a:cubicBezTo>
                  <a:pt x="8" y="60"/>
                  <a:pt x="9" y="61"/>
                  <a:pt x="10" y="61"/>
                </a:cubicBezTo>
                <a:cubicBezTo>
                  <a:pt x="10" y="61"/>
                  <a:pt x="10" y="61"/>
                  <a:pt x="10" y="61"/>
                </a:cubicBezTo>
                <a:cubicBezTo>
                  <a:pt x="12" y="62"/>
                  <a:pt x="14" y="63"/>
                  <a:pt x="16" y="61"/>
                </a:cubicBezTo>
                <a:cubicBezTo>
                  <a:pt x="16" y="61"/>
                  <a:pt x="17" y="61"/>
                  <a:pt x="17" y="61"/>
                </a:cubicBezTo>
                <a:cubicBezTo>
                  <a:pt x="17" y="61"/>
                  <a:pt x="17" y="61"/>
                  <a:pt x="17" y="61"/>
                </a:cubicBezTo>
                <a:cubicBezTo>
                  <a:pt x="17" y="61"/>
                  <a:pt x="17" y="62"/>
                  <a:pt x="18" y="63"/>
                </a:cubicBezTo>
                <a:cubicBezTo>
                  <a:pt x="18" y="63"/>
                  <a:pt x="18" y="62"/>
                  <a:pt x="19" y="62"/>
                </a:cubicBezTo>
                <a:cubicBezTo>
                  <a:pt x="19" y="62"/>
                  <a:pt x="20" y="61"/>
                  <a:pt x="20" y="61"/>
                </a:cubicBezTo>
                <a:cubicBezTo>
                  <a:pt x="21" y="60"/>
                  <a:pt x="22" y="58"/>
                  <a:pt x="23" y="57"/>
                </a:cubicBezTo>
                <a:cubicBezTo>
                  <a:pt x="24" y="57"/>
                  <a:pt x="24" y="56"/>
                  <a:pt x="25" y="56"/>
                </a:cubicBezTo>
                <a:cubicBezTo>
                  <a:pt x="26" y="56"/>
                  <a:pt x="26" y="56"/>
                  <a:pt x="27" y="56"/>
                </a:cubicBezTo>
                <a:cubicBezTo>
                  <a:pt x="29" y="56"/>
                  <a:pt x="31" y="56"/>
                  <a:pt x="33" y="56"/>
                </a:cubicBezTo>
                <a:cubicBezTo>
                  <a:pt x="33" y="56"/>
                  <a:pt x="33" y="56"/>
                  <a:pt x="34" y="55"/>
                </a:cubicBezTo>
                <a:cubicBezTo>
                  <a:pt x="34" y="55"/>
                  <a:pt x="34" y="55"/>
                  <a:pt x="35" y="55"/>
                </a:cubicBezTo>
                <a:cubicBezTo>
                  <a:pt x="35" y="54"/>
                  <a:pt x="36" y="54"/>
                  <a:pt x="36" y="53"/>
                </a:cubicBezTo>
                <a:cubicBezTo>
                  <a:pt x="35" y="52"/>
                  <a:pt x="35" y="51"/>
                  <a:pt x="34" y="50"/>
                </a:cubicBezTo>
                <a:cubicBezTo>
                  <a:pt x="33" y="50"/>
                  <a:pt x="33" y="49"/>
                  <a:pt x="32" y="49"/>
                </a:cubicBezTo>
                <a:cubicBezTo>
                  <a:pt x="31" y="47"/>
                  <a:pt x="29" y="46"/>
                  <a:pt x="28" y="45"/>
                </a:cubicBezTo>
                <a:cubicBezTo>
                  <a:pt x="27" y="45"/>
                  <a:pt x="27" y="44"/>
                  <a:pt x="27" y="44"/>
                </a:cubicBezTo>
                <a:cubicBezTo>
                  <a:pt x="28" y="43"/>
                  <a:pt x="28" y="42"/>
                  <a:pt x="28" y="40"/>
                </a:cubicBezTo>
                <a:cubicBezTo>
                  <a:pt x="28" y="39"/>
                  <a:pt x="28" y="38"/>
                  <a:pt x="30" y="37"/>
                </a:cubicBezTo>
                <a:cubicBezTo>
                  <a:pt x="32" y="37"/>
                  <a:pt x="33" y="35"/>
                  <a:pt x="35" y="35"/>
                </a:cubicBezTo>
                <a:cubicBezTo>
                  <a:pt x="36" y="35"/>
                  <a:pt x="36" y="35"/>
                  <a:pt x="36" y="34"/>
                </a:cubicBezTo>
                <a:cubicBezTo>
                  <a:pt x="37" y="34"/>
                  <a:pt x="37" y="33"/>
                  <a:pt x="38" y="33"/>
                </a:cubicBezTo>
                <a:cubicBezTo>
                  <a:pt x="40" y="31"/>
                  <a:pt x="43" y="30"/>
                  <a:pt x="43" y="27"/>
                </a:cubicBezTo>
                <a:cubicBezTo>
                  <a:pt x="44" y="27"/>
                  <a:pt x="45" y="26"/>
                  <a:pt x="46" y="26"/>
                </a:cubicBezTo>
                <a:cubicBezTo>
                  <a:pt x="47" y="26"/>
                  <a:pt x="48" y="25"/>
                  <a:pt x="48" y="24"/>
                </a:cubicBezTo>
                <a:cubicBezTo>
                  <a:pt x="48" y="23"/>
                  <a:pt x="48" y="22"/>
                  <a:pt x="48" y="21"/>
                </a:cubicBezTo>
                <a:cubicBezTo>
                  <a:pt x="48" y="20"/>
                  <a:pt x="48" y="20"/>
                  <a:pt x="48" y="19"/>
                </a:cubicBezTo>
                <a:cubicBezTo>
                  <a:pt x="48" y="19"/>
                  <a:pt x="48" y="19"/>
                  <a:pt x="48" y="18"/>
                </a:cubicBezTo>
                <a:cubicBezTo>
                  <a:pt x="47" y="17"/>
                  <a:pt x="48" y="16"/>
                  <a:pt x="48" y="15"/>
                </a:cubicBezTo>
                <a:cubicBezTo>
                  <a:pt x="50" y="12"/>
                  <a:pt x="53" y="10"/>
                  <a:pt x="55" y="8"/>
                </a:cubicBezTo>
                <a:cubicBezTo>
                  <a:pt x="55" y="8"/>
                  <a:pt x="55" y="8"/>
                  <a:pt x="55" y="8"/>
                </a:cubicBezTo>
                <a:cubicBezTo>
                  <a:pt x="56" y="8"/>
                  <a:pt x="56" y="8"/>
                  <a:pt x="56" y="8"/>
                </a:cubicBezTo>
                <a:cubicBezTo>
                  <a:pt x="56" y="8"/>
                  <a:pt x="56" y="8"/>
                  <a:pt x="56" y="8"/>
                </a:cubicBezTo>
                <a:cubicBezTo>
                  <a:pt x="56" y="8"/>
                  <a:pt x="56" y="8"/>
                  <a:pt x="56" y="7"/>
                </a:cubicBezTo>
                <a:cubicBezTo>
                  <a:pt x="56" y="7"/>
                  <a:pt x="56" y="7"/>
                  <a:pt x="56" y="7"/>
                </a:cubicBezTo>
                <a:cubicBezTo>
                  <a:pt x="56" y="6"/>
                  <a:pt x="56" y="6"/>
                  <a:pt x="56" y="6"/>
                </a:cubicBezTo>
                <a:lnTo>
                  <a:pt x="54" y="4"/>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 name="Freeform 25"/>
          <p:cNvSpPr>
            <a:spLocks/>
          </p:cNvSpPr>
          <p:nvPr/>
        </p:nvSpPr>
        <p:spPr bwMode="auto">
          <a:xfrm>
            <a:off x="7832726" y="5013325"/>
            <a:ext cx="293688" cy="173038"/>
          </a:xfrm>
          <a:custGeom>
            <a:avLst/>
            <a:gdLst>
              <a:gd name="T0" fmla="*/ 2 w 72"/>
              <a:gd name="T1" fmla="*/ 12 h 42"/>
              <a:gd name="T2" fmla="*/ 0 w 72"/>
              <a:gd name="T3" fmla="*/ 17 h 42"/>
              <a:gd name="T4" fmla="*/ 12 w 72"/>
              <a:gd name="T5" fmla="*/ 25 h 42"/>
              <a:gd name="T6" fmla="*/ 17 w 72"/>
              <a:gd name="T7" fmla="*/ 26 h 42"/>
              <a:gd name="T8" fmla="*/ 21 w 72"/>
              <a:gd name="T9" fmla="*/ 28 h 42"/>
              <a:gd name="T10" fmla="*/ 23 w 72"/>
              <a:gd name="T11" fmla="*/ 30 h 42"/>
              <a:gd name="T12" fmla="*/ 28 w 72"/>
              <a:gd name="T13" fmla="*/ 32 h 42"/>
              <a:gd name="T14" fmla="*/ 32 w 72"/>
              <a:gd name="T15" fmla="*/ 32 h 42"/>
              <a:gd name="T16" fmla="*/ 35 w 72"/>
              <a:gd name="T17" fmla="*/ 30 h 42"/>
              <a:gd name="T18" fmla="*/ 40 w 72"/>
              <a:gd name="T19" fmla="*/ 32 h 42"/>
              <a:gd name="T20" fmla="*/ 44 w 72"/>
              <a:gd name="T21" fmla="*/ 37 h 42"/>
              <a:gd name="T22" fmla="*/ 48 w 72"/>
              <a:gd name="T23" fmla="*/ 36 h 42"/>
              <a:gd name="T24" fmla="*/ 50 w 72"/>
              <a:gd name="T25" fmla="*/ 39 h 42"/>
              <a:gd name="T26" fmla="*/ 56 w 72"/>
              <a:gd name="T27" fmla="*/ 39 h 42"/>
              <a:gd name="T28" fmla="*/ 59 w 72"/>
              <a:gd name="T29" fmla="*/ 41 h 42"/>
              <a:gd name="T30" fmla="*/ 63 w 72"/>
              <a:gd name="T31" fmla="*/ 41 h 42"/>
              <a:gd name="T32" fmla="*/ 65 w 72"/>
              <a:gd name="T33" fmla="*/ 41 h 42"/>
              <a:gd name="T34" fmla="*/ 68 w 72"/>
              <a:gd name="T35" fmla="*/ 41 h 42"/>
              <a:gd name="T36" fmla="*/ 70 w 72"/>
              <a:gd name="T37" fmla="*/ 41 h 42"/>
              <a:gd name="T38" fmla="*/ 71 w 72"/>
              <a:gd name="T39" fmla="*/ 34 h 42"/>
              <a:gd name="T40" fmla="*/ 71 w 72"/>
              <a:gd name="T41" fmla="*/ 28 h 42"/>
              <a:gd name="T42" fmla="*/ 68 w 72"/>
              <a:gd name="T43" fmla="*/ 25 h 42"/>
              <a:gd name="T44" fmla="*/ 62 w 72"/>
              <a:gd name="T45" fmla="*/ 26 h 42"/>
              <a:gd name="T46" fmla="*/ 56 w 72"/>
              <a:gd name="T47" fmla="*/ 24 h 42"/>
              <a:gd name="T48" fmla="*/ 53 w 72"/>
              <a:gd name="T49" fmla="*/ 24 h 42"/>
              <a:gd name="T50" fmla="*/ 50 w 72"/>
              <a:gd name="T51" fmla="*/ 23 h 42"/>
              <a:gd name="T52" fmla="*/ 45 w 72"/>
              <a:gd name="T53" fmla="*/ 22 h 42"/>
              <a:gd name="T54" fmla="*/ 43 w 72"/>
              <a:gd name="T55" fmla="*/ 19 h 42"/>
              <a:gd name="T56" fmla="*/ 37 w 72"/>
              <a:gd name="T57" fmla="*/ 16 h 42"/>
              <a:gd name="T58" fmla="*/ 36 w 72"/>
              <a:gd name="T59" fmla="*/ 12 h 42"/>
              <a:gd name="T60" fmla="*/ 33 w 72"/>
              <a:gd name="T61" fmla="*/ 13 h 42"/>
              <a:gd name="T62" fmla="*/ 30 w 72"/>
              <a:gd name="T63" fmla="*/ 12 h 42"/>
              <a:gd name="T64" fmla="*/ 27 w 72"/>
              <a:gd name="T65" fmla="*/ 9 h 42"/>
              <a:gd name="T66" fmla="*/ 23 w 72"/>
              <a:gd name="T67" fmla="*/ 7 h 42"/>
              <a:gd name="T68" fmla="*/ 20 w 72"/>
              <a:gd name="T69" fmla="*/ 5 h 42"/>
              <a:gd name="T70" fmla="*/ 18 w 72"/>
              <a:gd name="T71" fmla="*/ 2 h 42"/>
              <a:gd name="T72" fmla="*/ 15 w 72"/>
              <a:gd name="T73" fmla="*/ 1 h 42"/>
              <a:gd name="T74" fmla="*/ 11 w 72"/>
              <a:gd name="T75" fmla="*/ 3 h 42"/>
              <a:gd name="T76" fmla="*/ 8 w 72"/>
              <a:gd name="T77" fmla="*/ 4 h 42"/>
              <a:gd name="T78" fmla="*/ 3 w 72"/>
              <a:gd name="T7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2" h="42">
                <a:moveTo>
                  <a:pt x="2" y="8"/>
                </a:moveTo>
                <a:cubicBezTo>
                  <a:pt x="2" y="12"/>
                  <a:pt x="2" y="12"/>
                  <a:pt x="2" y="12"/>
                </a:cubicBezTo>
                <a:cubicBezTo>
                  <a:pt x="0" y="14"/>
                  <a:pt x="0" y="14"/>
                  <a:pt x="0" y="14"/>
                </a:cubicBezTo>
                <a:cubicBezTo>
                  <a:pt x="0" y="17"/>
                  <a:pt x="0" y="17"/>
                  <a:pt x="0" y="17"/>
                </a:cubicBezTo>
                <a:cubicBezTo>
                  <a:pt x="2" y="18"/>
                  <a:pt x="2" y="18"/>
                  <a:pt x="2" y="18"/>
                </a:cubicBezTo>
                <a:cubicBezTo>
                  <a:pt x="12" y="25"/>
                  <a:pt x="12" y="25"/>
                  <a:pt x="12" y="25"/>
                </a:cubicBezTo>
                <a:cubicBezTo>
                  <a:pt x="15" y="26"/>
                  <a:pt x="15" y="26"/>
                  <a:pt x="15" y="26"/>
                </a:cubicBezTo>
                <a:cubicBezTo>
                  <a:pt x="17" y="26"/>
                  <a:pt x="17" y="26"/>
                  <a:pt x="17" y="26"/>
                </a:cubicBezTo>
                <a:cubicBezTo>
                  <a:pt x="20" y="28"/>
                  <a:pt x="20" y="28"/>
                  <a:pt x="20" y="28"/>
                </a:cubicBezTo>
                <a:cubicBezTo>
                  <a:pt x="21" y="28"/>
                  <a:pt x="21" y="28"/>
                  <a:pt x="21" y="28"/>
                </a:cubicBezTo>
                <a:cubicBezTo>
                  <a:pt x="23" y="28"/>
                  <a:pt x="23" y="28"/>
                  <a:pt x="23" y="28"/>
                </a:cubicBezTo>
                <a:cubicBezTo>
                  <a:pt x="23" y="30"/>
                  <a:pt x="23" y="30"/>
                  <a:pt x="23" y="30"/>
                </a:cubicBezTo>
                <a:cubicBezTo>
                  <a:pt x="27" y="31"/>
                  <a:pt x="27" y="31"/>
                  <a:pt x="27" y="31"/>
                </a:cubicBezTo>
                <a:cubicBezTo>
                  <a:pt x="28" y="32"/>
                  <a:pt x="28" y="32"/>
                  <a:pt x="28" y="32"/>
                </a:cubicBezTo>
                <a:cubicBezTo>
                  <a:pt x="30" y="31"/>
                  <a:pt x="30" y="31"/>
                  <a:pt x="30" y="31"/>
                </a:cubicBezTo>
                <a:cubicBezTo>
                  <a:pt x="30" y="31"/>
                  <a:pt x="32" y="32"/>
                  <a:pt x="32" y="32"/>
                </a:cubicBezTo>
                <a:cubicBezTo>
                  <a:pt x="32" y="31"/>
                  <a:pt x="34" y="31"/>
                  <a:pt x="34" y="31"/>
                </a:cubicBezTo>
                <a:cubicBezTo>
                  <a:pt x="35" y="30"/>
                  <a:pt x="35" y="30"/>
                  <a:pt x="35" y="30"/>
                </a:cubicBezTo>
                <a:cubicBezTo>
                  <a:pt x="35" y="30"/>
                  <a:pt x="37" y="31"/>
                  <a:pt x="38" y="31"/>
                </a:cubicBezTo>
                <a:cubicBezTo>
                  <a:pt x="38" y="31"/>
                  <a:pt x="40" y="32"/>
                  <a:pt x="40" y="32"/>
                </a:cubicBezTo>
                <a:cubicBezTo>
                  <a:pt x="40" y="35"/>
                  <a:pt x="40" y="35"/>
                  <a:pt x="40" y="35"/>
                </a:cubicBezTo>
                <a:cubicBezTo>
                  <a:pt x="44" y="37"/>
                  <a:pt x="44" y="37"/>
                  <a:pt x="44" y="37"/>
                </a:cubicBezTo>
                <a:cubicBezTo>
                  <a:pt x="47" y="37"/>
                  <a:pt x="47" y="37"/>
                  <a:pt x="47" y="37"/>
                </a:cubicBezTo>
                <a:cubicBezTo>
                  <a:pt x="48" y="36"/>
                  <a:pt x="48" y="36"/>
                  <a:pt x="48" y="36"/>
                </a:cubicBezTo>
                <a:cubicBezTo>
                  <a:pt x="48" y="36"/>
                  <a:pt x="50" y="37"/>
                  <a:pt x="50" y="37"/>
                </a:cubicBezTo>
                <a:cubicBezTo>
                  <a:pt x="50" y="37"/>
                  <a:pt x="50" y="39"/>
                  <a:pt x="50" y="39"/>
                </a:cubicBezTo>
                <a:cubicBezTo>
                  <a:pt x="52" y="38"/>
                  <a:pt x="52" y="38"/>
                  <a:pt x="52" y="38"/>
                </a:cubicBezTo>
                <a:cubicBezTo>
                  <a:pt x="56" y="39"/>
                  <a:pt x="56" y="39"/>
                  <a:pt x="56" y="39"/>
                </a:cubicBezTo>
                <a:cubicBezTo>
                  <a:pt x="58" y="40"/>
                  <a:pt x="58" y="40"/>
                  <a:pt x="58" y="40"/>
                </a:cubicBezTo>
                <a:cubicBezTo>
                  <a:pt x="59" y="41"/>
                  <a:pt x="59" y="41"/>
                  <a:pt x="59" y="41"/>
                </a:cubicBezTo>
                <a:cubicBezTo>
                  <a:pt x="61" y="40"/>
                  <a:pt x="61" y="40"/>
                  <a:pt x="61" y="40"/>
                </a:cubicBezTo>
                <a:cubicBezTo>
                  <a:pt x="61" y="40"/>
                  <a:pt x="62" y="41"/>
                  <a:pt x="63" y="41"/>
                </a:cubicBezTo>
                <a:cubicBezTo>
                  <a:pt x="63" y="41"/>
                  <a:pt x="64" y="42"/>
                  <a:pt x="64" y="42"/>
                </a:cubicBezTo>
                <a:cubicBezTo>
                  <a:pt x="65" y="41"/>
                  <a:pt x="65" y="41"/>
                  <a:pt x="65" y="41"/>
                </a:cubicBezTo>
                <a:cubicBezTo>
                  <a:pt x="65" y="41"/>
                  <a:pt x="66" y="40"/>
                  <a:pt x="67" y="41"/>
                </a:cubicBezTo>
                <a:cubicBezTo>
                  <a:pt x="68" y="41"/>
                  <a:pt x="68" y="41"/>
                  <a:pt x="68" y="41"/>
                </a:cubicBezTo>
                <a:cubicBezTo>
                  <a:pt x="68" y="41"/>
                  <a:pt x="68" y="39"/>
                  <a:pt x="69" y="40"/>
                </a:cubicBezTo>
                <a:cubicBezTo>
                  <a:pt x="69" y="40"/>
                  <a:pt x="70" y="41"/>
                  <a:pt x="70" y="41"/>
                </a:cubicBezTo>
                <a:cubicBezTo>
                  <a:pt x="71" y="38"/>
                  <a:pt x="71" y="38"/>
                  <a:pt x="71" y="38"/>
                </a:cubicBezTo>
                <a:cubicBezTo>
                  <a:pt x="71" y="38"/>
                  <a:pt x="71" y="35"/>
                  <a:pt x="71" y="34"/>
                </a:cubicBezTo>
                <a:cubicBezTo>
                  <a:pt x="71" y="34"/>
                  <a:pt x="71" y="30"/>
                  <a:pt x="71" y="29"/>
                </a:cubicBezTo>
                <a:cubicBezTo>
                  <a:pt x="71" y="29"/>
                  <a:pt x="71" y="28"/>
                  <a:pt x="71" y="28"/>
                </a:cubicBezTo>
                <a:cubicBezTo>
                  <a:pt x="72" y="28"/>
                  <a:pt x="72" y="26"/>
                  <a:pt x="72" y="26"/>
                </a:cubicBezTo>
                <a:cubicBezTo>
                  <a:pt x="68" y="25"/>
                  <a:pt x="68" y="25"/>
                  <a:pt x="68" y="25"/>
                </a:cubicBezTo>
                <a:cubicBezTo>
                  <a:pt x="68" y="25"/>
                  <a:pt x="67" y="26"/>
                  <a:pt x="67" y="26"/>
                </a:cubicBezTo>
                <a:cubicBezTo>
                  <a:pt x="66" y="26"/>
                  <a:pt x="62" y="26"/>
                  <a:pt x="62" y="26"/>
                </a:cubicBezTo>
                <a:cubicBezTo>
                  <a:pt x="62" y="26"/>
                  <a:pt x="59" y="24"/>
                  <a:pt x="58" y="24"/>
                </a:cubicBezTo>
                <a:cubicBezTo>
                  <a:pt x="58" y="24"/>
                  <a:pt x="56" y="24"/>
                  <a:pt x="56" y="24"/>
                </a:cubicBezTo>
                <a:cubicBezTo>
                  <a:pt x="56" y="24"/>
                  <a:pt x="55" y="25"/>
                  <a:pt x="55" y="25"/>
                </a:cubicBezTo>
                <a:cubicBezTo>
                  <a:pt x="54" y="25"/>
                  <a:pt x="53" y="24"/>
                  <a:pt x="53" y="24"/>
                </a:cubicBezTo>
                <a:cubicBezTo>
                  <a:pt x="52" y="24"/>
                  <a:pt x="51" y="24"/>
                  <a:pt x="51" y="24"/>
                </a:cubicBezTo>
                <a:cubicBezTo>
                  <a:pt x="51" y="24"/>
                  <a:pt x="51" y="23"/>
                  <a:pt x="50" y="23"/>
                </a:cubicBezTo>
                <a:cubicBezTo>
                  <a:pt x="50" y="22"/>
                  <a:pt x="49" y="21"/>
                  <a:pt x="48" y="22"/>
                </a:cubicBezTo>
                <a:cubicBezTo>
                  <a:pt x="47" y="22"/>
                  <a:pt x="45" y="22"/>
                  <a:pt x="45" y="22"/>
                </a:cubicBezTo>
                <a:cubicBezTo>
                  <a:pt x="44" y="22"/>
                  <a:pt x="43" y="21"/>
                  <a:pt x="43" y="21"/>
                </a:cubicBezTo>
                <a:cubicBezTo>
                  <a:pt x="43" y="20"/>
                  <a:pt x="44" y="19"/>
                  <a:pt x="43" y="19"/>
                </a:cubicBezTo>
                <a:cubicBezTo>
                  <a:pt x="43" y="18"/>
                  <a:pt x="41" y="19"/>
                  <a:pt x="40" y="19"/>
                </a:cubicBezTo>
                <a:cubicBezTo>
                  <a:pt x="39" y="18"/>
                  <a:pt x="37" y="16"/>
                  <a:pt x="37" y="16"/>
                </a:cubicBezTo>
                <a:cubicBezTo>
                  <a:pt x="36" y="15"/>
                  <a:pt x="36" y="15"/>
                  <a:pt x="36" y="15"/>
                </a:cubicBezTo>
                <a:cubicBezTo>
                  <a:pt x="36" y="12"/>
                  <a:pt x="36" y="12"/>
                  <a:pt x="36" y="12"/>
                </a:cubicBezTo>
                <a:cubicBezTo>
                  <a:pt x="34" y="12"/>
                  <a:pt x="34" y="12"/>
                  <a:pt x="34" y="12"/>
                </a:cubicBezTo>
                <a:cubicBezTo>
                  <a:pt x="33" y="13"/>
                  <a:pt x="33" y="13"/>
                  <a:pt x="33" y="13"/>
                </a:cubicBezTo>
                <a:cubicBezTo>
                  <a:pt x="31" y="13"/>
                  <a:pt x="31" y="13"/>
                  <a:pt x="31" y="13"/>
                </a:cubicBezTo>
                <a:cubicBezTo>
                  <a:pt x="31" y="13"/>
                  <a:pt x="30" y="12"/>
                  <a:pt x="30" y="12"/>
                </a:cubicBezTo>
                <a:cubicBezTo>
                  <a:pt x="29" y="11"/>
                  <a:pt x="28" y="10"/>
                  <a:pt x="28" y="10"/>
                </a:cubicBezTo>
                <a:cubicBezTo>
                  <a:pt x="28" y="9"/>
                  <a:pt x="28" y="9"/>
                  <a:pt x="27" y="9"/>
                </a:cubicBezTo>
                <a:cubicBezTo>
                  <a:pt x="27" y="8"/>
                  <a:pt x="25" y="9"/>
                  <a:pt x="25" y="9"/>
                </a:cubicBezTo>
                <a:cubicBezTo>
                  <a:pt x="25" y="8"/>
                  <a:pt x="24" y="8"/>
                  <a:pt x="23" y="7"/>
                </a:cubicBezTo>
                <a:cubicBezTo>
                  <a:pt x="23" y="7"/>
                  <a:pt x="22" y="6"/>
                  <a:pt x="22" y="5"/>
                </a:cubicBezTo>
                <a:cubicBezTo>
                  <a:pt x="21" y="5"/>
                  <a:pt x="20" y="5"/>
                  <a:pt x="20" y="5"/>
                </a:cubicBezTo>
                <a:cubicBezTo>
                  <a:pt x="18" y="4"/>
                  <a:pt x="18" y="4"/>
                  <a:pt x="18" y="4"/>
                </a:cubicBezTo>
                <a:cubicBezTo>
                  <a:pt x="18" y="2"/>
                  <a:pt x="18" y="2"/>
                  <a:pt x="18" y="2"/>
                </a:cubicBezTo>
                <a:cubicBezTo>
                  <a:pt x="18" y="2"/>
                  <a:pt x="17" y="1"/>
                  <a:pt x="17" y="1"/>
                </a:cubicBezTo>
                <a:cubicBezTo>
                  <a:pt x="17" y="1"/>
                  <a:pt x="15" y="1"/>
                  <a:pt x="15" y="1"/>
                </a:cubicBezTo>
                <a:cubicBezTo>
                  <a:pt x="11" y="0"/>
                  <a:pt x="11" y="0"/>
                  <a:pt x="11" y="0"/>
                </a:cubicBezTo>
                <a:cubicBezTo>
                  <a:pt x="11" y="3"/>
                  <a:pt x="11" y="3"/>
                  <a:pt x="11" y="3"/>
                </a:cubicBezTo>
                <a:cubicBezTo>
                  <a:pt x="10" y="4"/>
                  <a:pt x="10" y="4"/>
                  <a:pt x="10" y="4"/>
                </a:cubicBezTo>
                <a:cubicBezTo>
                  <a:pt x="8" y="4"/>
                  <a:pt x="8" y="4"/>
                  <a:pt x="8" y="4"/>
                </a:cubicBezTo>
                <a:cubicBezTo>
                  <a:pt x="7" y="2"/>
                  <a:pt x="7" y="2"/>
                  <a:pt x="7" y="2"/>
                </a:cubicBezTo>
                <a:cubicBezTo>
                  <a:pt x="3" y="6"/>
                  <a:pt x="3" y="6"/>
                  <a:pt x="3" y="6"/>
                </a:cubicBezTo>
                <a:lnTo>
                  <a:pt x="2" y="8"/>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26"/>
          <p:cNvSpPr>
            <a:spLocks noEditPoints="1"/>
          </p:cNvSpPr>
          <p:nvPr/>
        </p:nvSpPr>
        <p:spPr bwMode="auto">
          <a:xfrm>
            <a:off x="8266113" y="5103813"/>
            <a:ext cx="323850" cy="708025"/>
          </a:xfrm>
          <a:custGeom>
            <a:avLst/>
            <a:gdLst>
              <a:gd name="T0" fmla="*/ 74 w 79"/>
              <a:gd name="T1" fmla="*/ 70 h 173"/>
              <a:gd name="T2" fmla="*/ 71 w 79"/>
              <a:gd name="T3" fmla="*/ 77 h 173"/>
              <a:gd name="T4" fmla="*/ 64 w 79"/>
              <a:gd name="T5" fmla="*/ 81 h 173"/>
              <a:gd name="T6" fmla="*/ 56 w 79"/>
              <a:gd name="T7" fmla="*/ 86 h 173"/>
              <a:gd name="T8" fmla="*/ 52 w 79"/>
              <a:gd name="T9" fmla="*/ 96 h 173"/>
              <a:gd name="T10" fmla="*/ 55 w 79"/>
              <a:gd name="T11" fmla="*/ 106 h 173"/>
              <a:gd name="T12" fmla="*/ 63 w 79"/>
              <a:gd name="T13" fmla="*/ 117 h 173"/>
              <a:gd name="T14" fmla="*/ 60 w 79"/>
              <a:gd name="T15" fmla="*/ 125 h 173"/>
              <a:gd name="T16" fmla="*/ 69 w 79"/>
              <a:gd name="T17" fmla="*/ 143 h 173"/>
              <a:gd name="T18" fmla="*/ 71 w 79"/>
              <a:gd name="T19" fmla="*/ 158 h 173"/>
              <a:gd name="T20" fmla="*/ 66 w 79"/>
              <a:gd name="T21" fmla="*/ 169 h 173"/>
              <a:gd name="T22" fmla="*/ 63 w 79"/>
              <a:gd name="T23" fmla="*/ 169 h 173"/>
              <a:gd name="T24" fmla="*/ 64 w 79"/>
              <a:gd name="T25" fmla="*/ 163 h 173"/>
              <a:gd name="T26" fmla="*/ 65 w 79"/>
              <a:gd name="T27" fmla="*/ 156 h 173"/>
              <a:gd name="T28" fmla="*/ 63 w 79"/>
              <a:gd name="T29" fmla="*/ 150 h 173"/>
              <a:gd name="T30" fmla="*/ 61 w 79"/>
              <a:gd name="T31" fmla="*/ 141 h 173"/>
              <a:gd name="T32" fmla="*/ 58 w 79"/>
              <a:gd name="T33" fmla="*/ 139 h 173"/>
              <a:gd name="T34" fmla="*/ 56 w 79"/>
              <a:gd name="T35" fmla="*/ 131 h 173"/>
              <a:gd name="T36" fmla="*/ 53 w 79"/>
              <a:gd name="T37" fmla="*/ 121 h 173"/>
              <a:gd name="T38" fmla="*/ 52 w 79"/>
              <a:gd name="T39" fmla="*/ 117 h 173"/>
              <a:gd name="T40" fmla="*/ 49 w 79"/>
              <a:gd name="T41" fmla="*/ 115 h 173"/>
              <a:gd name="T42" fmla="*/ 43 w 79"/>
              <a:gd name="T43" fmla="*/ 106 h 173"/>
              <a:gd name="T44" fmla="*/ 44 w 79"/>
              <a:gd name="T45" fmla="*/ 114 h 173"/>
              <a:gd name="T46" fmla="*/ 39 w 79"/>
              <a:gd name="T47" fmla="*/ 113 h 173"/>
              <a:gd name="T48" fmla="*/ 37 w 79"/>
              <a:gd name="T49" fmla="*/ 117 h 173"/>
              <a:gd name="T50" fmla="*/ 30 w 79"/>
              <a:gd name="T51" fmla="*/ 120 h 173"/>
              <a:gd name="T52" fmla="*/ 26 w 79"/>
              <a:gd name="T53" fmla="*/ 121 h 173"/>
              <a:gd name="T54" fmla="*/ 24 w 79"/>
              <a:gd name="T55" fmla="*/ 120 h 173"/>
              <a:gd name="T56" fmla="*/ 25 w 79"/>
              <a:gd name="T57" fmla="*/ 115 h 173"/>
              <a:gd name="T58" fmla="*/ 22 w 79"/>
              <a:gd name="T59" fmla="*/ 121 h 173"/>
              <a:gd name="T60" fmla="*/ 22 w 79"/>
              <a:gd name="T61" fmla="*/ 115 h 173"/>
              <a:gd name="T62" fmla="*/ 24 w 79"/>
              <a:gd name="T63" fmla="*/ 108 h 173"/>
              <a:gd name="T64" fmla="*/ 22 w 79"/>
              <a:gd name="T65" fmla="*/ 100 h 173"/>
              <a:gd name="T66" fmla="*/ 19 w 79"/>
              <a:gd name="T67" fmla="*/ 95 h 173"/>
              <a:gd name="T68" fmla="*/ 16 w 79"/>
              <a:gd name="T69" fmla="*/ 92 h 173"/>
              <a:gd name="T70" fmla="*/ 12 w 79"/>
              <a:gd name="T71" fmla="*/ 92 h 173"/>
              <a:gd name="T72" fmla="*/ 12 w 79"/>
              <a:gd name="T73" fmla="*/ 90 h 173"/>
              <a:gd name="T74" fmla="*/ 14 w 79"/>
              <a:gd name="T75" fmla="*/ 88 h 173"/>
              <a:gd name="T76" fmla="*/ 12 w 79"/>
              <a:gd name="T77" fmla="*/ 84 h 173"/>
              <a:gd name="T78" fmla="*/ 8 w 79"/>
              <a:gd name="T79" fmla="*/ 81 h 173"/>
              <a:gd name="T80" fmla="*/ 7 w 79"/>
              <a:gd name="T81" fmla="*/ 80 h 173"/>
              <a:gd name="T82" fmla="*/ 2 w 79"/>
              <a:gd name="T83" fmla="*/ 79 h 173"/>
              <a:gd name="T84" fmla="*/ 0 w 79"/>
              <a:gd name="T85" fmla="*/ 72 h 173"/>
              <a:gd name="T86" fmla="*/ 5 w 79"/>
              <a:gd name="T87" fmla="*/ 64 h 173"/>
              <a:gd name="T88" fmla="*/ 23 w 79"/>
              <a:gd name="T89" fmla="*/ 39 h 173"/>
              <a:gd name="T90" fmla="*/ 25 w 79"/>
              <a:gd name="T91" fmla="*/ 27 h 173"/>
              <a:gd name="T92" fmla="*/ 29 w 79"/>
              <a:gd name="T93" fmla="*/ 14 h 173"/>
              <a:gd name="T94" fmla="*/ 36 w 79"/>
              <a:gd name="T95" fmla="*/ 8 h 173"/>
              <a:gd name="T96" fmla="*/ 44 w 79"/>
              <a:gd name="T97" fmla="*/ 6 h 173"/>
              <a:gd name="T98" fmla="*/ 45 w 79"/>
              <a:gd name="T99" fmla="*/ 0 h 173"/>
              <a:gd name="T100" fmla="*/ 53 w 79"/>
              <a:gd name="T101" fmla="*/ 1 h 173"/>
              <a:gd name="T102" fmla="*/ 60 w 79"/>
              <a:gd name="T103" fmla="*/ 14 h 173"/>
              <a:gd name="T104" fmla="*/ 52 w 79"/>
              <a:gd name="T105" fmla="*/ 32 h 173"/>
              <a:gd name="T106" fmla="*/ 51 w 79"/>
              <a:gd name="T107" fmla="*/ 41 h 173"/>
              <a:gd name="T108" fmla="*/ 59 w 79"/>
              <a:gd name="T109" fmla="*/ 45 h 173"/>
              <a:gd name="T110" fmla="*/ 66 w 79"/>
              <a:gd name="T111" fmla="*/ 51 h 173"/>
              <a:gd name="T112" fmla="*/ 65 w 79"/>
              <a:gd name="T113" fmla="*/ 60 h 173"/>
              <a:gd name="T114" fmla="*/ 69 w 79"/>
              <a:gd name="T115" fmla="*/ 67 h 173"/>
              <a:gd name="T116" fmla="*/ 79 w 79"/>
              <a:gd name="T117" fmla="*/ 68 h 173"/>
              <a:gd name="T118" fmla="*/ 13 w 79"/>
              <a:gd name="T119" fmla="*/ 9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173">
                <a:moveTo>
                  <a:pt x="79" y="68"/>
                </a:moveTo>
                <a:cubicBezTo>
                  <a:pt x="79" y="68"/>
                  <a:pt x="78" y="69"/>
                  <a:pt x="78" y="69"/>
                </a:cubicBezTo>
                <a:cubicBezTo>
                  <a:pt x="77" y="70"/>
                  <a:pt x="76" y="70"/>
                  <a:pt x="76" y="70"/>
                </a:cubicBezTo>
                <a:cubicBezTo>
                  <a:pt x="75" y="70"/>
                  <a:pt x="74" y="70"/>
                  <a:pt x="74" y="70"/>
                </a:cubicBezTo>
                <a:cubicBezTo>
                  <a:pt x="74" y="71"/>
                  <a:pt x="74" y="71"/>
                  <a:pt x="73" y="72"/>
                </a:cubicBezTo>
                <a:cubicBezTo>
                  <a:pt x="73" y="73"/>
                  <a:pt x="74" y="73"/>
                  <a:pt x="73" y="74"/>
                </a:cubicBezTo>
                <a:cubicBezTo>
                  <a:pt x="73" y="76"/>
                  <a:pt x="73" y="75"/>
                  <a:pt x="72" y="75"/>
                </a:cubicBezTo>
                <a:cubicBezTo>
                  <a:pt x="71" y="75"/>
                  <a:pt x="71" y="76"/>
                  <a:pt x="71" y="77"/>
                </a:cubicBezTo>
                <a:cubicBezTo>
                  <a:pt x="70" y="78"/>
                  <a:pt x="70" y="77"/>
                  <a:pt x="69" y="77"/>
                </a:cubicBezTo>
                <a:cubicBezTo>
                  <a:pt x="68" y="78"/>
                  <a:pt x="66" y="78"/>
                  <a:pt x="66" y="79"/>
                </a:cubicBezTo>
                <a:cubicBezTo>
                  <a:pt x="65" y="79"/>
                  <a:pt x="66" y="80"/>
                  <a:pt x="66" y="81"/>
                </a:cubicBezTo>
                <a:cubicBezTo>
                  <a:pt x="66" y="82"/>
                  <a:pt x="64" y="81"/>
                  <a:pt x="64" y="81"/>
                </a:cubicBezTo>
                <a:cubicBezTo>
                  <a:pt x="64" y="81"/>
                  <a:pt x="63" y="82"/>
                  <a:pt x="62" y="82"/>
                </a:cubicBezTo>
                <a:cubicBezTo>
                  <a:pt x="62" y="82"/>
                  <a:pt x="61" y="85"/>
                  <a:pt x="61" y="86"/>
                </a:cubicBezTo>
                <a:cubicBezTo>
                  <a:pt x="60" y="86"/>
                  <a:pt x="59" y="86"/>
                  <a:pt x="58" y="86"/>
                </a:cubicBezTo>
                <a:cubicBezTo>
                  <a:pt x="58" y="87"/>
                  <a:pt x="57" y="87"/>
                  <a:pt x="56" y="86"/>
                </a:cubicBezTo>
                <a:cubicBezTo>
                  <a:pt x="55" y="86"/>
                  <a:pt x="54" y="87"/>
                  <a:pt x="53" y="87"/>
                </a:cubicBezTo>
                <a:cubicBezTo>
                  <a:pt x="52" y="88"/>
                  <a:pt x="53" y="90"/>
                  <a:pt x="53" y="91"/>
                </a:cubicBezTo>
                <a:cubicBezTo>
                  <a:pt x="53" y="92"/>
                  <a:pt x="52" y="92"/>
                  <a:pt x="52" y="93"/>
                </a:cubicBezTo>
                <a:cubicBezTo>
                  <a:pt x="51" y="94"/>
                  <a:pt x="52" y="95"/>
                  <a:pt x="52" y="96"/>
                </a:cubicBezTo>
                <a:cubicBezTo>
                  <a:pt x="52" y="97"/>
                  <a:pt x="50" y="97"/>
                  <a:pt x="49" y="98"/>
                </a:cubicBezTo>
                <a:cubicBezTo>
                  <a:pt x="48" y="99"/>
                  <a:pt x="49" y="99"/>
                  <a:pt x="50" y="99"/>
                </a:cubicBezTo>
                <a:cubicBezTo>
                  <a:pt x="51" y="100"/>
                  <a:pt x="51" y="100"/>
                  <a:pt x="53" y="103"/>
                </a:cubicBezTo>
                <a:cubicBezTo>
                  <a:pt x="54" y="105"/>
                  <a:pt x="55" y="105"/>
                  <a:pt x="55" y="106"/>
                </a:cubicBezTo>
                <a:cubicBezTo>
                  <a:pt x="56" y="107"/>
                  <a:pt x="57" y="109"/>
                  <a:pt x="57" y="110"/>
                </a:cubicBezTo>
                <a:cubicBezTo>
                  <a:pt x="58" y="111"/>
                  <a:pt x="60" y="112"/>
                  <a:pt x="60" y="113"/>
                </a:cubicBezTo>
                <a:cubicBezTo>
                  <a:pt x="60" y="113"/>
                  <a:pt x="60" y="114"/>
                  <a:pt x="61" y="115"/>
                </a:cubicBezTo>
                <a:cubicBezTo>
                  <a:pt x="61" y="115"/>
                  <a:pt x="63" y="116"/>
                  <a:pt x="63" y="117"/>
                </a:cubicBezTo>
                <a:cubicBezTo>
                  <a:pt x="63" y="117"/>
                  <a:pt x="61" y="118"/>
                  <a:pt x="61" y="119"/>
                </a:cubicBezTo>
                <a:cubicBezTo>
                  <a:pt x="60" y="119"/>
                  <a:pt x="61" y="120"/>
                  <a:pt x="61" y="121"/>
                </a:cubicBezTo>
                <a:cubicBezTo>
                  <a:pt x="61" y="121"/>
                  <a:pt x="61" y="122"/>
                  <a:pt x="61" y="124"/>
                </a:cubicBezTo>
                <a:cubicBezTo>
                  <a:pt x="61" y="125"/>
                  <a:pt x="60" y="125"/>
                  <a:pt x="60" y="125"/>
                </a:cubicBezTo>
                <a:cubicBezTo>
                  <a:pt x="60" y="126"/>
                  <a:pt x="60" y="128"/>
                  <a:pt x="60" y="128"/>
                </a:cubicBezTo>
                <a:cubicBezTo>
                  <a:pt x="60" y="129"/>
                  <a:pt x="60" y="131"/>
                  <a:pt x="62" y="132"/>
                </a:cubicBezTo>
                <a:cubicBezTo>
                  <a:pt x="63" y="134"/>
                  <a:pt x="66" y="136"/>
                  <a:pt x="67" y="138"/>
                </a:cubicBezTo>
                <a:cubicBezTo>
                  <a:pt x="69" y="139"/>
                  <a:pt x="69" y="140"/>
                  <a:pt x="69" y="143"/>
                </a:cubicBezTo>
                <a:cubicBezTo>
                  <a:pt x="69" y="146"/>
                  <a:pt x="69" y="145"/>
                  <a:pt x="69" y="146"/>
                </a:cubicBezTo>
                <a:cubicBezTo>
                  <a:pt x="69" y="147"/>
                  <a:pt x="70" y="149"/>
                  <a:pt x="70" y="151"/>
                </a:cubicBezTo>
                <a:cubicBezTo>
                  <a:pt x="71" y="152"/>
                  <a:pt x="71" y="154"/>
                  <a:pt x="71" y="155"/>
                </a:cubicBezTo>
                <a:cubicBezTo>
                  <a:pt x="71" y="155"/>
                  <a:pt x="72" y="157"/>
                  <a:pt x="71" y="158"/>
                </a:cubicBezTo>
                <a:cubicBezTo>
                  <a:pt x="71" y="159"/>
                  <a:pt x="71" y="159"/>
                  <a:pt x="71" y="160"/>
                </a:cubicBezTo>
                <a:cubicBezTo>
                  <a:pt x="70" y="160"/>
                  <a:pt x="70" y="163"/>
                  <a:pt x="69" y="163"/>
                </a:cubicBezTo>
                <a:cubicBezTo>
                  <a:pt x="68" y="164"/>
                  <a:pt x="67" y="165"/>
                  <a:pt x="67" y="166"/>
                </a:cubicBezTo>
                <a:cubicBezTo>
                  <a:pt x="66" y="167"/>
                  <a:pt x="66" y="168"/>
                  <a:pt x="66" y="169"/>
                </a:cubicBezTo>
                <a:cubicBezTo>
                  <a:pt x="66" y="170"/>
                  <a:pt x="64" y="173"/>
                  <a:pt x="64" y="173"/>
                </a:cubicBezTo>
                <a:cubicBezTo>
                  <a:pt x="64" y="173"/>
                  <a:pt x="63" y="173"/>
                  <a:pt x="63" y="173"/>
                </a:cubicBezTo>
                <a:cubicBezTo>
                  <a:pt x="63" y="173"/>
                  <a:pt x="63" y="173"/>
                  <a:pt x="63" y="172"/>
                </a:cubicBezTo>
                <a:cubicBezTo>
                  <a:pt x="63" y="171"/>
                  <a:pt x="63" y="170"/>
                  <a:pt x="63" y="169"/>
                </a:cubicBezTo>
                <a:cubicBezTo>
                  <a:pt x="62" y="169"/>
                  <a:pt x="62" y="168"/>
                  <a:pt x="62" y="168"/>
                </a:cubicBezTo>
                <a:cubicBezTo>
                  <a:pt x="63" y="167"/>
                  <a:pt x="64" y="167"/>
                  <a:pt x="64" y="166"/>
                </a:cubicBezTo>
                <a:cubicBezTo>
                  <a:pt x="64" y="166"/>
                  <a:pt x="65" y="166"/>
                  <a:pt x="65" y="165"/>
                </a:cubicBezTo>
                <a:cubicBezTo>
                  <a:pt x="64" y="164"/>
                  <a:pt x="64" y="163"/>
                  <a:pt x="64" y="163"/>
                </a:cubicBezTo>
                <a:cubicBezTo>
                  <a:pt x="64" y="162"/>
                  <a:pt x="65" y="162"/>
                  <a:pt x="66" y="161"/>
                </a:cubicBezTo>
                <a:cubicBezTo>
                  <a:pt x="66" y="161"/>
                  <a:pt x="65" y="159"/>
                  <a:pt x="65" y="159"/>
                </a:cubicBezTo>
                <a:cubicBezTo>
                  <a:pt x="65" y="159"/>
                  <a:pt x="65" y="158"/>
                  <a:pt x="65" y="158"/>
                </a:cubicBezTo>
                <a:cubicBezTo>
                  <a:pt x="65" y="157"/>
                  <a:pt x="66" y="156"/>
                  <a:pt x="65" y="156"/>
                </a:cubicBezTo>
                <a:cubicBezTo>
                  <a:pt x="64" y="155"/>
                  <a:pt x="64" y="155"/>
                  <a:pt x="64" y="154"/>
                </a:cubicBezTo>
                <a:cubicBezTo>
                  <a:pt x="64" y="154"/>
                  <a:pt x="64" y="153"/>
                  <a:pt x="64" y="153"/>
                </a:cubicBezTo>
                <a:cubicBezTo>
                  <a:pt x="64" y="152"/>
                  <a:pt x="65" y="152"/>
                  <a:pt x="64" y="151"/>
                </a:cubicBezTo>
                <a:cubicBezTo>
                  <a:pt x="64" y="151"/>
                  <a:pt x="64" y="150"/>
                  <a:pt x="63" y="150"/>
                </a:cubicBezTo>
                <a:cubicBezTo>
                  <a:pt x="63" y="149"/>
                  <a:pt x="62" y="149"/>
                  <a:pt x="62" y="148"/>
                </a:cubicBezTo>
                <a:cubicBezTo>
                  <a:pt x="62" y="147"/>
                  <a:pt x="62" y="145"/>
                  <a:pt x="62" y="145"/>
                </a:cubicBezTo>
                <a:cubicBezTo>
                  <a:pt x="62" y="144"/>
                  <a:pt x="61" y="144"/>
                  <a:pt x="61" y="143"/>
                </a:cubicBezTo>
                <a:cubicBezTo>
                  <a:pt x="61" y="142"/>
                  <a:pt x="61" y="142"/>
                  <a:pt x="61" y="141"/>
                </a:cubicBezTo>
                <a:cubicBezTo>
                  <a:pt x="61" y="141"/>
                  <a:pt x="60" y="141"/>
                  <a:pt x="60" y="141"/>
                </a:cubicBezTo>
                <a:cubicBezTo>
                  <a:pt x="60" y="142"/>
                  <a:pt x="60" y="142"/>
                  <a:pt x="59" y="142"/>
                </a:cubicBezTo>
                <a:cubicBezTo>
                  <a:pt x="59" y="142"/>
                  <a:pt x="58" y="142"/>
                  <a:pt x="58" y="141"/>
                </a:cubicBezTo>
                <a:cubicBezTo>
                  <a:pt x="58" y="140"/>
                  <a:pt x="58" y="140"/>
                  <a:pt x="58" y="139"/>
                </a:cubicBezTo>
                <a:cubicBezTo>
                  <a:pt x="58" y="138"/>
                  <a:pt x="58" y="137"/>
                  <a:pt x="58" y="136"/>
                </a:cubicBezTo>
                <a:cubicBezTo>
                  <a:pt x="58" y="136"/>
                  <a:pt x="57" y="135"/>
                  <a:pt x="57" y="134"/>
                </a:cubicBezTo>
                <a:cubicBezTo>
                  <a:pt x="56" y="133"/>
                  <a:pt x="57" y="132"/>
                  <a:pt x="57" y="132"/>
                </a:cubicBezTo>
                <a:cubicBezTo>
                  <a:pt x="57" y="132"/>
                  <a:pt x="56" y="131"/>
                  <a:pt x="56" y="131"/>
                </a:cubicBezTo>
                <a:cubicBezTo>
                  <a:pt x="55" y="131"/>
                  <a:pt x="55" y="130"/>
                  <a:pt x="55" y="129"/>
                </a:cubicBezTo>
                <a:cubicBezTo>
                  <a:pt x="55" y="129"/>
                  <a:pt x="55" y="128"/>
                  <a:pt x="55" y="127"/>
                </a:cubicBezTo>
                <a:cubicBezTo>
                  <a:pt x="54" y="127"/>
                  <a:pt x="54" y="126"/>
                  <a:pt x="54" y="126"/>
                </a:cubicBezTo>
                <a:cubicBezTo>
                  <a:pt x="53" y="121"/>
                  <a:pt x="53" y="121"/>
                  <a:pt x="53" y="121"/>
                </a:cubicBezTo>
                <a:cubicBezTo>
                  <a:pt x="53" y="121"/>
                  <a:pt x="53" y="120"/>
                  <a:pt x="53" y="120"/>
                </a:cubicBezTo>
                <a:cubicBezTo>
                  <a:pt x="53" y="120"/>
                  <a:pt x="52" y="119"/>
                  <a:pt x="53" y="119"/>
                </a:cubicBezTo>
                <a:cubicBezTo>
                  <a:pt x="53" y="119"/>
                  <a:pt x="53" y="119"/>
                  <a:pt x="53" y="118"/>
                </a:cubicBezTo>
                <a:cubicBezTo>
                  <a:pt x="53" y="118"/>
                  <a:pt x="53" y="117"/>
                  <a:pt x="52" y="117"/>
                </a:cubicBezTo>
                <a:cubicBezTo>
                  <a:pt x="52" y="117"/>
                  <a:pt x="52" y="116"/>
                  <a:pt x="52" y="116"/>
                </a:cubicBezTo>
                <a:cubicBezTo>
                  <a:pt x="52" y="115"/>
                  <a:pt x="52" y="113"/>
                  <a:pt x="52" y="114"/>
                </a:cubicBezTo>
                <a:cubicBezTo>
                  <a:pt x="51" y="115"/>
                  <a:pt x="51" y="116"/>
                  <a:pt x="51" y="116"/>
                </a:cubicBezTo>
                <a:cubicBezTo>
                  <a:pt x="50" y="116"/>
                  <a:pt x="49" y="116"/>
                  <a:pt x="49" y="115"/>
                </a:cubicBezTo>
                <a:cubicBezTo>
                  <a:pt x="49" y="114"/>
                  <a:pt x="49" y="115"/>
                  <a:pt x="49" y="114"/>
                </a:cubicBezTo>
                <a:cubicBezTo>
                  <a:pt x="48" y="113"/>
                  <a:pt x="47" y="110"/>
                  <a:pt x="47" y="110"/>
                </a:cubicBezTo>
                <a:cubicBezTo>
                  <a:pt x="46" y="109"/>
                  <a:pt x="45" y="108"/>
                  <a:pt x="45" y="107"/>
                </a:cubicBezTo>
                <a:cubicBezTo>
                  <a:pt x="44" y="107"/>
                  <a:pt x="43" y="106"/>
                  <a:pt x="43" y="106"/>
                </a:cubicBezTo>
                <a:cubicBezTo>
                  <a:pt x="43" y="107"/>
                  <a:pt x="43" y="108"/>
                  <a:pt x="43" y="108"/>
                </a:cubicBezTo>
                <a:cubicBezTo>
                  <a:pt x="44" y="109"/>
                  <a:pt x="45" y="110"/>
                  <a:pt x="45" y="110"/>
                </a:cubicBezTo>
                <a:cubicBezTo>
                  <a:pt x="45" y="111"/>
                  <a:pt x="45" y="111"/>
                  <a:pt x="44" y="112"/>
                </a:cubicBezTo>
                <a:cubicBezTo>
                  <a:pt x="44" y="112"/>
                  <a:pt x="44" y="113"/>
                  <a:pt x="44" y="114"/>
                </a:cubicBezTo>
                <a:cubicBezTo>
                  <a:pt x="44" y="114"/>
                  <a:pt x="43" y="114"/>
                  <a:pt x="43" y="114"/>
                </a:cubicBezTo>
                <a:cubicBezTo>
                  <a:pt x="43" y="114"/>
                  <a:pt x="42" y="115"/>
                  <a:pt x="42" y="115"/>
                </a:cubicBezTo>
                <a:cubicBezTo>
                  <a:pt x="42" y="115"/>
                  <a:pt x="40" y="114"/>
                  <a:pt x="40" y="114"/>
                </a:cubicBezTo>
                <a:cubicBezTo>
                  <a:pt x="40" y="113"/>
                  <a:pt x="39" y="113"/>
                  <a:pt x="39" y="113"/>
                </a:cubicBezTo>
                <a:cubicBezTo>
                  <a:pt x="39" y="113"/>
                  <a:pt x="39" y="115"/>
                  <a:pt x="39" y="115"/>
                </a:cubicBezTo>
                <a:cubicBezTo>
                  <a:pt x="39" y="115"/>
                  <a:pt x="41" y="116"/>
                  <a:pt x="40" y="116"/>
                </a:cubicBezTo>
                <a:cubicBezTo>
                  <a:pt x="40" y="117"/>
                  <a:pt x="41" y="117"/>
                  <a:pt x="40" y="117"/>
                </a:cubicBezTo>
                <a:cubicBezTo>
                  <a:pt x="39" y="117"/>
                  <a:pt x="37" y="117"/>
                  <a:pt x="37" y="117"/>
                </a:cubicBezTo>
                <a:cubicBezTo>
                  <a:pt x="37" y="117"/>
                  <a:pt x="36" y="117"/>
                  <a:pt x="36" y="118"/>
                </a:cubicBezTo>
                <a:cubicBezTo>
                  <a:pt x="36" y="118"/>
                  <a:pt x="34" y="119"/>
                  <a:pt x="34" y="119"/>
                </a:cubicBezTo>
                <a:cubicBezTo>
                  <a:pt x="34" y="119"/>
                  <a:pt x="34" y="120"/>
                  <a:pt x="33" y="120"/>
                </a:cubicBezTo>
                <a:cubicBezTo>
                  <a:pt x="32" y="120"/>
                  <a:pt x="31" y="120"/>
                  <a:pt x="30" y="120"/>
                </a:cubicBezTo>
                <a:cubicBezTo>
                  <a:pt x="30" y="120"/>
                  <a:pt x="29" y="120"/>
                  <a:pt x="29" y="120"/>
                </a:cubicBezTo>
                <a:cubicBezTo>
                  <a:pt x="29" y="120"/>
                  <a:pt x="28" y="121"/>
                  <a:pt x="28" y="121"/>
                </a:cubicBezTo>
                <a:cubicBezTo>
                  <a:pt x="28" y="121"/>
                  <a:pt x="27" y="120"/>
                  <a:pt x="27" y="120"/>
                </a:cubicBezTo>
                <a:cubicBezTo>
                  <a:pt x="26" y="120"/>
                  <a:pt x="26" y="120"/>
                  <a:pt x="26" y="121"/>
                </a:cubicBezTo>
                <a:cubicBezTo>
                  <a:pt x="26" y="121"/>
                  <a:pt x="25" y="120"/>
                  <a:pt x="25" y="121"/>
                </a:cubicBezTo>
                <a:cubicBezTo>
                  <a:pt x="25" y="121"/>
                  <a:pt x="25" y="123"/>
                  <a:pt x="25" y="122"/>
                </a:cubicBezTo>
                <a:cubicBezTo>
                  <a:pt x="24" y="122"/>
                  <a:pt x="24" y="123"/>
                  <a:pt x="24" y="122"/>
                </a:cubicBezTo>
                <a:cubicBezTo>
                  <a:pt x="23" y="122"/>
                  <a:pt x="23" y="121"/>
                  <a:pt x="24" y="120"/>
                </a:cubicBezTo>
                <a:cubicBezTo>
                  <a:pt x="24" y="120"/>
                  <a:pt x="24" y="119"/>
                  <a:pt x="25" y="119"/>
                </a:cubicBezTo>
                <a:cubicBezTo>
                  <a:pt x="25" y="118"/>
                  <a:pt x="26" y="118"/>
                  <a:pt x="26" y="117"/>
                </a:cubicBezTo>
                <a:cubicBezTo>
                  <a:pt x="26" y="117"/>
                  <a:pt x="26" y="116"/>
                  <a:pt x="26" y="116"/>
                </a:cubicBezTo>
                <a:cubicBezTo>
                  <a:pt x="26" y="115"/>
                  <a:pt x="25" y="114"/>
                  <a:pt x="25" y="115"/>
                </a:cubicBezTo>
                <a:cubicBezTo>
                  <a:pt x="25" y="116"/>
                  <a:pt x="25" y="117"/>
                  <a:pt x="25" y="117"/>
                </a:cubicBezTo>
                <a:cubicBezTo>
                  <a:pt x="24" y="118"/>
                  <a:pt x="24" y="118"/>
                  <a:pt x="24" y="118"/>
                </a:cubicBezTo>
                <a:cubicBezTo>
                  <a:pt x="23" y="119"/>
                  <a:pt x="23" y="119"/>
                  <a:pt x="23" y="120"/>
                </a:cubicBezTo>
                <a:cubicBezTo>
                  <a:pt x="22" y="120"/>
                  <a:pt x="22" y="121"/>
                  <a:pt x="22" y="121"/>
                </a:cubicBezTo>
                <a:cubicBezTo>
                  <a:pt x="21" y="121"/>
                  <a:pt x="21" y="121"/>
                  <a:pt x="21" y="120"/>
                </a:cubicBezTo>
                <a:cubicBezTo>
                  <a:pt x="21" y="120"/>
                  <a:pt x="22" y="119"/>
                  <a:pt x="22" y="119"/>
                </a:cubicBezTo>
                <a:cubicBezTo>
                  <a:pt x="21" y="118"/>
                  <a:pt x="21" y="118"/>
                  <a:pt x="21" y="117"/>
                </a:cubicBezTo>
                <a:cubicBezTo>
                  <a:pt x="21" y="116"/>
                  <a:pt x="22" y="116"/>
                  <a:pt x="22" y="115"/>
                </a:cubicBezTo>
                <a:cubicBezTo>
                  <a:pt x="22" y="114"/>
                  <a:pt x="22" y="113"/>
                  <a:pt x="22" y="112"/>
                </a:cubicBezTo>
                <a:cubicBezTo>
                  <a:pt x="22" y="111"/>
                  <a:pt x="22" y="111"/>
                  <a:pt x="22" y="110"/>
                </a:cubicBezTo>
                <a:cubicBezTo>
                  <a:pt x="23" y="110"/>
                  <a:pt x="23" y="109"/>
                  <a:pt x="23" y="109"/>
                </a:cubicBezTo>
                <a:cubicBezTo>
                  <a:pt x="24" y="109"/>
                  <a:pt x="24" y="108"/>
                  <a:pt x="24" y="108"/>
                </a:cubicBezTo>
                <a:cubicBezTo>
                  <a:pt x="24" y="108"/>
                  <a:pt x="24" y="106"/>
                  <a:pt x="24" y="106"/>
                </a:cubicBezTo>
                <a:cubicBezTo>
                  <a:pt x="23" y="105"/>
                  <a:pt x="22" y="104"/>
                  <a:pt x="22" y="104"/>
                </a:cubicBezTo>
                <a:cubicBezTo>
                  <a:pt x="22" y="104"/>
                  <a:pt x="22" y="102"/>
                  <a:pt x="22" y="102"/>
                </a:cubicBezTo>
                <a:cubicBezTo>
                  <a:pt x="22" y="100"/>
                  <a:pt x="22" y="100"/>
                  <a:pt x="22" y="100"/>
                </a:cubicBezTo>
                <a:cubicBezTo>
                  <a:pt x="22" y="100"/>
                  <a:pt x="21" y="99"/>
                  <a:pt x="21" y="99"/>
                </a:cubicBezTo>
                <a:cubicBezTo>
                  <a:pt x="21" y="99"/>
                  <a:pt x="20" y="98"/>
                  <a:pt x="20" y="98"/>
                </a:cubicBezTo>
                <a:cubicBezTo>
                  <a:pt x="20" y="98"/>
                  <a:pt x="19" y="98"/>
                  <a:pt x="19" y="97"/>
                </a:cubicBezTo>
                <a:cubicBezTo>
                  <a:pt x="20" y="97"/>
                  <a:pt x="20" y="96"/>
                  <a:pt x="19" y="95"/>
                </a:cubicBezTo>
                <a:cubicBezTo>
                  <a:pt x="19" y="95"/>
                  <a:pt x="18" y="94"/>
                  <a:pt x="18" y="93"/>
                </a:cubicBezTo>
                <a:cubicBezTo>
                  <a:pt x="18" y="93"/>
                  <a:pt x="18" y="92"/>
                  <a:pt x="17" y="91"/>
                </a:cubicBezTo>
                <a:cubicBezTo>
                  <a:pt x="17" y="91"/>
                  <a:pt x="17" y="90"/>
                  <a:pt x="16" y="90"/>
                </a:cubicBezTo>
                <a:cubicBezTo>
                  <a:pt x="16" y="90"/>
                  <a:pt x="16" y="91"/>
                  <a:pt x="16" y="92"/>
                </a:cubicBezTo>
                <a:cubicBezTo>
                  <a:pt x="16" y="93"/>
                  <a:pt x="16" y="93"/>
                  <a:pt x="16" y="94"/>
                </a:cubicBezTo>
                <a:cubicBezTo>
                  <a:pt x="16" y="94"/>
                  <a:pt x="15" y="94"/>
                  <a:pt x="15" y="94"/>
                </a:cubicBezTo>
                <a:cubicBezTo>
                  <a:pt x="14" y="94"/>
                  <a:pt x="14" y="93"/>
                  <a:pt x="13" y="93"/>
                </a:cubicBezTo>
                <a:cubicBezTo>
                  <a:pt x="13" y="93"/>
                  <a:pt x="12" y="93"/>
                  <a:pt x="12" y="92"/>
                </a:cubicBezTo>
                <a:cubicBezTo>
                  <a:pt x="12" y="92"/>
                  <a:pt x="11" y="91"/>
                  <a:pt x="11" y="90"/>
                </a:cubicBezTo>
                <a:cubicBezTo>
                  <a:pt x="11" y="90"/>
                  <a:pt x="10" y="89"/>
                  <a:pt x="10" y="89"/>
                </a:cubicBezTo>
                <a:cubicBezTo>
                  <a:pt x="10" y="89"/>
                  <a:pt x="10" y="88"/>
                  <a:pt x="10" y="88"/>
                </a:cubicBezTo>
                <a:cubicBezTo>
                  <a:pt x="10" y="88"/>
                  <a:pt x="12" y="89"/>
                  <a:pt x="12" y="90"/>
                </a:cubicBezTo>
                <a:cubicBezTo>
                  <a:pt x="13" y="90"/>
                  <a:pt x="14" y="91"/>
                  <a:pt x="14" y="90"/>
                </a:cubicBezTo>
                <a:cubicBezTo>
                  <a:pt x="13" y="89"/>
                  <a:pt x="13" y="89"/>
                  <a:pt x="13" y="89"/>
                </a:cubicBezTo>
                <a:cubicBezTo>
                  <a:pt x="13" y="88"/>
                  <a:pt x="13" y="87"/>
                  <a:pt x="13" y="87"/>
                </a:cubicBezTo>
                <a:cubicBezTo>
                  <a:pt x="13" y="87"/>
                  <a:pt x="13" y="87"/>
                  <a:pt x="14" y="88"/>
                </a:cubicBezTo>
                <a:cubicBezTo>
                  <a:pt x="14" y="88"/>
                  <a:pt x="15" y="88"/>
                  <a:pt x="15" y="88"/>
                </a:cubicBezTo>
                <a:cubicBezTo>
                  <a:pt x="15" y="88"/>
                  <a:pt x="15" y="87"/>
                  <a:pt x="15" y="86"/>
                </a:cubicBezTo>
                <a:cubicBezTo>
                  <a:pt x="15" y="86"/>
                  <a:pt x="14" y="85"/>
                  <a:pt x="14" y="85"/>
                </a:cubicBezTo>
                <a:cubicBezTo>
                  <a:pt x="13" y="84"/>
                  <a:pt x="13" y="84"/>
                  <a:pt x="12" y="84"/>
                </a:cubicBezTo>
                <a:cubicBezTo>
                  <a:pt x="11" y="84"/>
                  <a:pt x="11" y="84"/>
                  <a:pt x="10" y="83"/>
                </a:cubicBezTo>
                <a:cubicBezTo>
                  <a:pt x="10" y="83"/>
                  <a:pt x="10" y="83"/>
                  <a:pt x="10" y="83"/>
                </a:cubicBezTo>
                <a:cubicBezTo>
                  <a:pt x="9" y="82"/>
                  <a:pt x="9" y="82"/>
                  <a:pt x="9" y="82"/>
                </a:cubicBezTo>
                <a:cubicBezTo>
                  <a:pt x="9" y="82"/>
                  <a:pt x="8" y="81"/>
                  <a:pt x="8" y="81"/>
                </a:cubicBezTo>
                <a:cubicBezTo>
                  <a:pt x="8" y="82"/>
                  <a:pt x="9" y="82"/>
                  <a:pt x="8" y="82"/>
                </a:cubicBezTo>
                <a:cubicBezTo>
                  <a:pt x="7" y="83"/>
                  <a:pt x="6" y="83"/>
                  <a:pt x="6" y="82"/>
                </a:cubicBezTo>
                <a:cubicBezTo>
                  <a:pt x="6" y="82"/>
                  <a:pt x="6" y="81"/>
                  <a:pt x="7" y="81"/>
                </a:cubicBezTo>
                <a:cubicBezTo>
                  <a:pt x="7" y="81"/>
                  <a:pt x="7" y="80"/>
                  <a:pt x="7" y="80"/>
                </a:cubicBezTo>
                <a:cubicBezTo>
                  <a:pt x="6" y="80"/>
                  <a:pt x="6" y="80"/>
                  <a:pt x="5" y="80"/>
                </a:cubicBezTo>
                <a:cubicBezTo>
                  <a:pt x="5" y="80"/>
                  <a:pt x="5" y="79"/>
                  <a:pt x="5" y="79"/>
                </a:cubicBezTo>
                <a:cubicBezTo>
                  <a:pt x="4" y="80"/>
                  <a:pt x="5" y="80"/>
                  <a:pt x="4" y="81"/>
                </a:cubicBezTo>
                <a:cubicBezTo>
                  <a:pt x="4" y="81"/>
                  <a:pt x="2" y="79"/>
                  <a:pt x="2" y="79"/>
                </a:cubicBezTo>
                <a:cubicBezTo>
                  <a:pt x="2" y="79"/>
                  <a:pt x="1" y="78"/>
                  <a:pt x="1" y="77"/>
                </a:cubicBezTo>
                <a:cubicBezTo>
                  <a:pt x="1" y="77"/>
                  <a:pt x="0" y="76"/>
                  <a:pt x="0" y="76"/>
                </a:cubicBezTo>
                <a:cubicBezTo>
                  <a:pt x="0" y="76"/>
                  <a:pt x="0" y="75"/>
                  <a:pt x="0" y="75"/>
                </a:cubicBezTo>
                <a:cubicBezTo>
                  <a:pt x="0" y="75"/>
                  <a:pt x="0" y="73"/>
                  <a:pt x="0" y="72"/>
                </a:cubicBezTo>
                <a:cubicBezTo>
                  <a:pt x="0" y="72"/>
                  <a:pt x="0" y="71"/>
                  <a:pt x="1" y="70"/>
                </a:cubicBezTo>
                <a:cubicBezTo>
                  <a:pt x="2" y="70"/>
                  <a:pt x="4" y="69"/>
                  <a:pt x="4" y="68"/>
                </a:cubicBezTo>
                <a:cubicBezTo>
                  <a:pt x="4" y="67"/>
                  <a:pt x="4" y="66"/>
                  <a:pt x="4" y="65"/>
                </a:cubicBezTo>
                <a:cubicBezTo>
                  <a:pt x="4" y="65"/>
                  <a:pt x="4" y="65"/>
                  <a:pt x="5" y="64"/>
                </a:cubicBezTo>
                <a:cubicBezTo>
                  <a:pt x="6" y="62"/>
                  <a:pt x="10" y="54"/>
                  <a:pt x="9" y="53"/>
                </a:cubicBezTo>
                <a:cubicBezTo>
                  <a:pt x="9" y="52"/>
                  <a:pt x="10" y="43"/>
                  <a:pt x="10" y="43"/>
                </a:cubicBezTo>
                <a:cubicBezTo>
                  <a:pt x="11" y="42"/>
                  <a:pt x="18" y="41"/>
                  <a:pt x="19" y="41"/>
                </a:cubicBezTo>
                <a:cubicBezTo>
                  <a:pt x="19" y="41"/>
                  <a:pt x="23" y="41"/>
                  <a:pt x="23" y="39"/>
                </a:cubicBezTo>
                <a:cubicBezTo>
                  <a:pt x="24" y="38"/>
                  <a:pt x="25" y="36"/>
                  <a:pt x="25" y="34"/>
                </a:cubicBezTo>
                <a:cubicBezTo>
                  <a:pt x="25" y="33"/>
                  <a:pt x="26" y="31"/>
                  <a:pt x="26" y="31"/>
                </a:cubicBezTo>
                <a:cubicBezTo>
                  <a:pt x="26" y="30"/>
                  <a:pt x="25" y="29"/>
                  <a:pt x="25" y="29"/>
                </a:cubicBezTo>
                <a:cubicBezTo>
                  <a:pt x="24" y="28"/>
                  <a:pt x="24" y="28"/>
                  <a:pt x="25" y="27"/>
                </a:cubicBezTo>
                <a:cubicBezTo>
                  <a:pt x="25" y="26"/>
                  <a:pt x="26" y="25"/>
                  <a:pt x="27" y="24"/>
                </a:cubicBezTo>
                <a:cubicBezTo>
                  <a:pt x="27" y="23"/>
                  <a:pt x="28" y="20"/>
                  <a:pt x="28" y="20"/>
                </a:cubicBezTo>
                <a:cubicBezTo>
                  <a:pt x="27" y="19"/>
                  <a:pt x="27" y="19"/>
                  <a:pt x="27" y="18"/>
                </a:cubicBezTo>
                <a:cubicBezTo>
                  <a:pt x="27" y="17"/>
                  <a:pt x="28" y="15"/>
                  <a:pt x="29" y="14"/>
                </a:cubicBezTo>
                <a:cubicBezTo>
                  <a:pt x="30" y="14"/>
                  <a:pt x="30" y="13"/>
                  <a:pt x="31" y="13"/>
                </a:cubicBezTo>
                <a:cubicBezTo>
                  <a:pt x="32" y="12"/>
                  <a:pt x="32" y="13"/>
                  <a:pt x="33" y="12"/>
                </a:cubicBezTo>
                <a:cubicBezTo>
                  <a:pt x="33" y="11"/>
                  <a:pt x="34" y="11"/>
                  <a:pt x="34" y="10"/>
                </a:cubicBezTo>
                <a:cubicBezTo>
                  <a:pt x="35" y="9"/>
                  <a:pt x="35" y="8"/>
                  <a:pt x="36" y="8"/>
                </a:cubicBezTo>
                <a:cubicBezTo>
                  <a:pt x="36" y="7"/>
                  <a:pt x="38" y="7"/>
                  <a:pt x="38" y="7"/>
                </a:cubicBezTo>
                <a:cubicBezTo>
                  <a:pt x="39" y="6"/>
                  <a:pt x="41" y="5"/>
                  <a:pt x="41" y="5"/>
                </a:cubicBezTo>
                <a:cubicBezTo>
                  <a:pt x="41" y="5"/>
                  <a:pt x="41" y="5"/>
                  <a:pt x="42" y="6"/>
                </a:cubicBezTo>
                <a:cubicBezTo>
                  <a:pt x="44" y="6"/>
                  <a:pt x="44" y="6"/>
                  <a:pt x="44" y="6"/>
                </a:cubicBezTo>
                <a:cubicBezTo>
                  <a:pt x="44" y="5"/>
                  <a:pt x="44" y="4"/>
                  <a:pt x="44" y="4"/>
                </a:cubicBezTo>
                <a:cubicBezTo>
                  <a:pt x="44" y="3"/>
                  <a:pt x="43" y="3"/>
                  <a:pt x="44" y="3"/>
                </a:cubicBezTo>
                <a:cubicBezTo>
                  <a:pt x="45" y="2"/>
                  <a:pt x="45" y="2"/>
                  <a:pt x="45" y="1"/>
                </a:cubicBezTo>
                <a:cubicBezTo>
                  <a:pt x="45" y="1"/>
                  <a:pt x="45" y="0"/>
                  <a:pt x="45" y="0"/>
                </a:cubicBezTo>
                <a:cubicBezTo>
                  <a:pt x="46" y="0"/>
                  <a:pt x="46" y="0"/>
                  <a:pt x="46" y="0"/>
                </a:cubicBezTo>
                <a:cubicBezTo>
                  <a:pt x="46" y="0"/>
                  <a:pt x="48" y="0"/>
                  <a:pt x="48" y="0"/>
                </a:cubicBezTo>
                <a:cubicBezTo>
                  <a:pt x="49" y="0"/>
                  <a:pt x="50" y="0"/>
                  <a:pt x="50" y="0"/>
                </a:cubicBezTo>
                <a:cubicBezTo>
                  <a:pt x="50" y="0"/>
                  <a:pt x="53" y="0"/>
                  <a:pt x="53" y="1"/>
                </a:cubicBezTo>
                <a:cubicBezTo>
                  <a:pt x="53" y="1"/>
                  <a:pt x="55" y="3"/>
                  <a:pt x="55" y="4"/>
                </a:cubicBezTo>
                <a:cubicBezTo>
                  <a:pt x="55" y="4"/>
                  <a:pt x="56" y="4"/>
                  <a:pt x="57" y="6"/>
                </a:cubicBezTo>
                <a:cubicBezTo>
                  <a:pt x="59" y="8"/>
                  <a:pt x="58" y="9"/>
                  <a:pt x="59" y="10"/>
                </a:cubicBezTo>
                <a:cubicBezTo>
                  <a:pt x="59" y="12"/>
                  <a:pt x="59" y="12"/>
                  <a:pt x="60" y="14"/>
                </a:cubicBezTo>
                <a:cubicBezTo>
                  <a:pt x="60" y="15"/>
                  <a:pt x="60" y="17"/>
                  <a:pt x="60" y="18"/>
                </a:cubicBezTo>
                <a:cubicBezTo>
                  <a:pt x="60" y="19"/>
                  <a:pt x="58" y="22"/>
                  <a:pt x="58" y="22"/>
                </a:cubicBezTo>
                <a:cubicBezTo>
                  <a:pt x="57" y="23"/>
                  <a:pt x="52" y="28"/>
                  <a:pt x="52" y="29"/>
                </a:cubicBezTo>
                <a:cubicBezTo>
                  <a:pt x="52" y="29"/>
                  <a:pt x="52" y="31"/>
                  <a:pt x="52" y="32"/>
                </a:cubicBezTo>
                <a:cubicBezTo>
                  <a:pt x="52" y="32"/>
                  <a:pt x="50" y="32"/>
                  <a:pt x="50" y="32"/>
                </a:cubicBezTo>
                <a:cubicBezTo>
                  <a:pt x="49" y="32"/>
                  <a:pt x="49" y="33"/>
                  <a:pt x="49" y="35"/>
                </a:cubicBezTo>
                <a:cubicBezTo>
                  <a:pt x="48" y="36"/>
                  <a:pt x="49" y="38"/>
                  <a:pt x="49" y="38"/>
                </a:cubicBezTo>
                <a:cubicBezTo>
                  <a:pt x="49" y="38"/>
                  <a:pt x="50" y="40"/>
                  <a:pt x="51" y="41"/>
                </a:cubicBezTo>
                <a:cubicBezTo>
                  <a:pt x="52" y="41"/>
                  <a:pt x="51" y="43"/>
                  <a:pt x="51" y="44"/>
                </a:cubicBezTo>
                <a:cubicBezTo>
                  <a:pt x="51" y="45"/>
                  <a:pt x="54" y="44"/>
                  <a:pt x="55" y="44"/>
                </a:cubicBezTo>
                <a:cubicBezTo>
                  <a:pt x="56" y="43"/>
                  <a:pt x="58" y="43"/>
                  <a:pt x="58" y="43"/>
                </a:cubicBezTo>
                <a:cubicBezTo>
                  <a:pt x="58" y="43"/>
                  <a:pt x="59" y="45"/>
                  <a:pt x="59" y="45"/>
                </a:cubicBezTo>
                <a:cubicBezTo>
                  <a:pt x="59" y="46"/>
                  <a:pt x="61" y="46"/>
                  <a:pt x="62" y="46"/>
                </a:cubicBezTo>
                <a:cubicBezTo>
                  <a:pt x="63" y="47"/>
                  <a:pt x="62" y="48"/>
                  <a:pt x="62" y="49"/>
                </a:cubicBezTo>
                <a:cubicBezTo>
                  <a:pt x="62" y="51"/>
                  <a:pt x="64" y="51"/>
                  <a:pt x="64" y="51"/>
                </a:cubicBezTo>
                <a:cubicBezTo>
                  <a:pt x="64" y="51"/>
                  <a:pt x="65" y="52"/>
                  <a:pt x="66" y="51"/>
                </a:cubicBezTo>
                <a:cubicBezTo>
                  <a:pt x="67" y="51"/>
                  <a:pt x="68" y="51"/>
                  <a:pt x="68" y="52"/>
                </a:cubicBezTo>
                <a:cubicBezTo>
                  <a:pt x="69" y="52"/>
                  <a:pt x="69" y="53"/>
                  <a:pt x="69" y="54"/>
                </a:cubicBezTo>
                <a:cubicBezTo>
                  <a:pt x="69" y="55"/>
                  <a:pt x="69" y="56"/>
                  <a:pt x="68" y="57"/>
                </a:cubicBezTo>
                <a:cubicBezTo>
                  <a:pt x="68" y="59"/>
                  <a:pt x="66" y="60"/>
                  <a:pt x="65" y="60"/>
                </a:cubicBezTo>
                <a:cubicBezTo>
                  <a:pt x="65" y="61"/>
                  <a:pt x="70" y="57"/>
                  <a:pt x="71" y="57"/>
                </a:cubicBezTo>
                <a:cubicBezTo>
                  <a:pt x="71" y="57"/>
                  <a:pt x="71" y="59"/>
                  <a:pt x="73" y="59"/>
                </a:cubicBezTo>
                <a:cubicBezTo>
                  <a:pt x="74" y="59"/>
                  <a:pt x="68" y="63"/>
                  <a:pt x="68" y="63"/>
                </a:cubicBezTo>
                <a:cubicBezTo>
                  <a:pt x="68" y="64"/>
                  <a:pt x="68" y="66"/>
                  <a:pt x="69" y="67"/>
                </a:cubicBezTo>
                <a:cubicBezTo>
                  <a:pt x="69" y="68"/>
                  <a:pt x="70" y="68"/>
                  <a:pt x="72" y="67"/>
                </a:cubicBezTo>
                <a:cubicBezTo>
                  <a:pt x="73" y="67"/>
                  <a:pt x="74" y="66"/>
                  <a:pt x="76" y="66"/>
                </a:cubicBezTo>
                <a:cubicBezTo>
                  <a:pt x="77" y="65"/>
                  <a:pt x="79" y="65"/>
                  <a:pt x="79" y="66"/>
                </a:cubicBezTo>
                <a:cubicBezTo>
                  <a:pt x="79" y="66"/>
                  <a:pt x="79" y="67"/>
                  <a:pt x="79" y="68"/>
                </a:cubicBezTo>
                <a:close/>
                <a:moveTo>
                  <a:pt x="11" y="95"/>
                </a:moveTo>
                <a:cubicBezTo>
                  <a:pt x="12" y="96"/>
                  <a:pt x="12" y="96"/>
                  <a:pt x="12" y="97"/>
                </a:cubicBezTo>
                <a:cubicBezTo>
                  <a:pt x="13" y="97"/>
                  <a:pt x="14" y="97"/>
                  <a:pt x="14" y="96"/>
                </a:cubicBezTo>
                <a:cubicBezTo>
                  <a:pt x="14" y="95"/>
                  <a:pt x="13" y="94"/>
                  <a:pt x="13" y="94"/>
                </a:cubicBezTo>
                <a:cubicBezTo>
                  <a:pt x="12" y="94"/>
                  <a:pt x="11" y="94"/>
                  <a:pt x="11" y="95"/>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 name="Freeform 27"/>
          <p:cNvSpPr>
            <a:spLocks/>
          </p:cNvSpPr>
          <p:nvPr/>
        </p:nvSpPr>
        <p:spPr bwMode="auto">
          <a:xfrm>
            <a:off x="8110538" y="3940175"/>
            <a:ext cx="1171575" cy="569913"/>
          </a:xfrm>
          <a:custGeom>
            <a:avLst/>
            <a:gdLst>
              <a:gd name="T0" fmla="*/ 5 w 286"/>
              <a:gd name="T1" fmla="*/ 52 h 139"/>
              <a:gd name="T2" fmla="*/ 13 w 286"/>
              <a:gd name="T3" fmla="*/ 58 h 139"/>
              <a:gd name="T4" fmla="*/ 21 w 286"/>
              <a:gd name="T5" fmla="*/ 60 h 139"/>
              <a:gd name="T6" fmla="*/ 29 w 286"/>
              <a:gd name="T7" fmla="*/ 75 h 139"/>
              <a:gd name="T8" fmla="*/ 28 w 286"/>
              <a:gd name="T9" fmla="*/ 81 h 139"/>
              <a:gd name="T10" fmla="*/ 26 w 286"/>
              <a:gd name="T11" fmla="*/ 91 h 139"/>
              <a:gd name="T12" fmla="*/ 38 w 286"/>
              <a:gd name="T13" fmla="*/ 96 h 139"/>
              <a:gd name="T14" fmla="*/ 68 w 286"/>
              <a:gd name="T15" fmla="*/ 106 h 139"/>
              <a:gd name="T16" fmla="*/ 77 w 286"/>
              <a:gd name="T17" fmla="*/ 123 h 139"/>
              <a:gd name="T18" fmla="*/ 106 w 286"/>
              <a:gd name="T19" fmla="*/ 127 h 139"/>
              <a:gd name="T20" fmla="*/ 125 w 286"/>
              <a:gd name="T21" fmla="*/ 128 h 139"/>
              <a:gd name="T22" fmla="*/ 148 w 286"/>
              <a:gd name="T23" fmla="*/ 136 h 139"/>
              <a:gd name="T24" fmla="*/ 154 w 286"/>
              <a:gd name="T25" fmla="*/ 139 h 139"/>
              <a:gd name="T26" fmla="*/ 201 w 286"/>
              <a:gd name="T27" fmla="*/ 125 h 139"/>
              <a:gd name="T28" fmla="*/ 216 w 286"/>
              <a:gd name="T29" fmla="*/ 110 h 139"/>
              <a:gd name="T30" fmla="*/ 215 w 286"/>
              <a:gd name="T31" fmla="*/ 96 h 139"/>
              <a:gd name="T32" fmla="*/ 232 w 286"/>
              <a:gd name="T33" fmla="*/ 99 h 139"/>
              <a:gd name="T34" fmla="*/ 254 w 286"/>
              <a:gd name="T35" fmla="*/ 87 h 139"/>
              <a:gd name="T36" fmla="*/ 265 w 286"/>
              <a:gd name="T37" fmla="*/ 77 h 139"/>
              <a:gd name="T38" fmla="*/ 277 w 286"/>
              <a:gd name="T39" fmla="*/ 75 h 139"/>
              <a:gd name="T40" fmla="*/ 286 w 286"/>
              <a:gd name="T41" fmla="*/ 72 h 139"/>
              <a:gd name="T42" fmla="*/ 263 w 286"/>
              <a:gd name="T43" fmla="*/ 62 h 139"/>
              <a:gd name="T44" fmla="*/ 248 w 286"/>
              <a:gd name="T45" fmla="*/ 59 h 139"/>
              <a:gd name="T46" fmla="*/ 258 w 286"/>
              <a:gd name="T47" fmla="*/ 33 h 139"/>
              <a:gd name="T48" fmla="*/ 245 w 286"/>
              <a:gd name="T49" fmla="*/ 31 h 139"/>
              <a:gd name="T50" fmla="*/ 229 w 286"/>
              <a:gd name="T51" fmla="*/ 31 h 139"/>
              <a:gd name="T52" fmla="*/ 204 w 286"/>
              <a:gd name="T53" fmla="*/ 42 h 139"/>
              <a:gd name="T54" fmla="*/ 191 w 286"/>
              <a:gd name="T55" fmla="*/ 40 h 139"/>
              <a:gd name="T56" fmla="*/ 180 w 286"/>
              <a:gd name="T57" fmla="*/ 36 h 139"/>
              <a:gd name="T58" fmla="*/ 172 w 286"/>
              <a:gd name="T59" fmla="*/ 29 h 139"/>
              <a:gd name="T60" fmla="*/ 166 w 286"/>
              <a:gd name="T61" fmla="*/ 27 h 139"/>
              <a:gd name="T62" fmla="*/ 153 w 286"/>
              <a:gd name="T63" fmla="*/ 25 h 139"/>
              <a:gd name="T64" fmla="*/ 144 w 286"/>
              <a:gd name="T65" fmla="*/ 29 h 139"/>
              <a:gd name="T66" fmla="*/ 134 w 286"/>
              <a:gd name="T67" fmla="*/ 26 h 139"/>
              <a:gd name="T68" fmla="*/ 129 w 286"/>
              <a:gd name="T69" fmla="*/ 15 h 139"/>
              <a:gd name="T70" fmla="*/ 122 w 286"/>
              <a:gd name="T71" fmla="*/ 10 h 139"/>
              <a:gd name="T72" fmla="*/ 108 w 286"/>
              <a:gd name="T73" fmla="*/ 3 h 139"/>
              <a:gd name="T74" fmla="*/ 98 w 286"/>
              <a:gd name="T75" fmla="*/ 3 h 139"/>
              <a:gd name="T76" fmla="*/ 94 w 286"/>
              <a:gd name="T77" fmla="*/ 9 h 139"/>
              <a:gd name="T78" fmla="*/ 90 w 286"/>
              <a:gd name="T79" fmla="*/ 15 h 139"/>
              <a:gd name="T80" fmla="*/ 92 w 286"/>
              <a:gd name="T81" fmla="*/ 22 h 139"/>
              <a:gd name="T82" fmla="*/ 91 w 286"/>
              <a:gd name="T83" fmla="*/ 32 h 139"/>
              <a:gd name="T84" fmla="*/ 85 w 286"/>
              <a:gd name="T85" fmla="*/ 34 h 139"/>
              <a:gd name="T86" fmla="*/ 69 w 286"/>
              <a:gd name="T87" fmla="*/ 32 h 139"/>
              <a:gd name="T88" fmla="*/ 59 w 286"/>
              <a:gd name="T89" fmla="*/ 28 h 139"/>
              <a:gd name="T90" fmla="*/ 47 w 286"/>
              <a:gd name="T91" fmla="*/ 20 h 139"/>
              <a:gd name="T92" fmla="*/ 41 w 286"/>
              <a:gd name="T93" fmla="*/ 18 h 139"/>
              <a:gd name="T94" fmla="*/ 28 w 286"/>
              <a:gd name="T95" fmla="*/ 24 h 139"/>
              <a:gd name="T96" fmla="*/ 22 w 286"/>
              <a:gd name="T97" fmla="*/ 29 h 139"/>
              <a:gd name="T98" fmla="*/ 16 w 286"/>
              <a:gd name="T99" fmla="*/ 33 h 139"/>
              <a:gd name="T100" fmla="*/ 13 w 286"/>
              <a:gd name="T101" fmla="*/ 36 h 139"/>
              <a:gd name="T102" fmla="*/ 9 w 286"/>
              <a:gd name="T103" fmla="*/ 38 h 139"/>
              <a:gd name="T104" fmla="*/ 1 w 286"/>
              <a:gd name="T105"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6" h="139">
                <a:moveTo>
                  <a:pt x="0" y="46"/>
                </a:moveTo>
                <a:cubicBezTo>
                  <a:pt x="2" y="48"/>
                  <a:pt x="2" y="48"/>
                  <a:pt x="2" y="48"/>
                </a:cubicBezTo>
                <a:cubicBezTo>
                  <a:pt x="2" y="51"/>
                  <a:pt x="2" y="51"/>
                  <a:pt x="2" y="51"/>
                </a:cubicBezTo>
                <a:cubicBezTo>
                  <a:pt x="2" y="51"/>
                  <a:pt x="5" y="52"/>
                  <a:pt x="5" y="52"/>
                </a:cubicBezTo>
                <a:cubicBezTo>
                  <a:pt x="5" y="52"/>
                  <a:pt x="7" y="53"/>
                  <a:pt x="7" y="53"/>
                </a:cubicBezTo>
                <a:cubicBezTo>
                  <a:pt x="7" y="54"/>
                  <a:pt x="7" y="54"/>
                  <a:pt x="7" y="54"/>
                </a:cubicBezTo>
                <a:cubicBezTo>
                  <a:pt x="11" y="58"/>
                  <a:pt x="11" y="58"/>
                  <a:pt x="11" y="58"/>
                </a:cubicBezTo>
                <a:cubicBezTo>
                  <a:pt x="11" y="58"/>
                  <a:pt x="13" y="58"/>
                  <a:pt x="13" y="58"/>
                </a:cubicBezTo>
                <a:cubicBezTo>
                  <a:pt x="14" y="58"/>
                  <a:pt x="14" y="57"/>
                  <a:pt x="15" y="57"/>
                </a:cubicBezTo>
                <a:cubicBezTo>
                  <a:pt x="15" y="57"/>
                  <a:pt x="16" y="58"/>
                  <a:pt x="16" y="58"/>
                </a:cubicBezTo>
                <a:cubicBezTo>
                  <a:pt x="17" y="58"/>
                  <a:pt x="18" y="60"/>
                  <a:pt x="18" y="60"/>
                </a:cubicBezTo>
                <a:cubicBezTo>
                  <a:pt x="21" y="60"/>
                  <a:pt x="21" y="60"/>
                  <a:pt x="21" y="60"/>
                </a:cubicBezTo>
                <a:cubicBezTo>
                  <a:pt x="22" y="61"/>
                  <a:pt x="22" y="61"/>
                  <a:pt x="22" y="61"/>
                </a:cubicBezTo>
                <a:cubicBezTo>
                  <a:pt x="22" y="61"/>
                  <a:pt x="23" y="63"/>
                  <a:pt x="24" y="63"/>
                </a:cubicBezTo>
                <a:cubicBezTo>
                  <a:pt x="24" y="63"/>
                  <a:pt x="25" y="69"/>
                  <a:pt x="25" y="69"/>
                </a:cubicBezTo>
                <a:cubicBezTo>
                  <a:pt x="29" y="75"/>
                  <a:pt x="29" y="75"/>
                  <a:pt x="29" y="75"/>
                </a:cubicBezTo>
                <a:cubicBezTo>
                  <a:pt x="29" y="75"/>
                  <a:pt x="29" y="76"/>
                  <a:pt x="29" y="76"/>
                </a:cubicBezTo>
                <a:cubicBezTo>
                  <a:pt x="29" y="77"/>
                  <a:pt x="28" y="78"/>
                  <a:pt x="28" y="78"/>
                </a:cubicBezTo>
                <a:cubicBezTo>
                  <a:pt x="28" y="79"/>
                  <a:pt x="28" y="80"/>
                  <a:pt x="28" y="80"/>
                </a:cubicBezTo>
                <a:cubicBezTo>
                  <a:pt x="28" y="80"/>
                  <a:pt x="28" y="81"/>
                  <a:pt x="28" y="81"/>
                </a:cubicBezTo>
                <a:cubicBezTo>
                  <a:pt x="29" y="82"/>
                  <a:pt x="29" y="85"/>
                  <a:pt x="29" y="85"/>
                </a:cubicBezTo>
                <a:cubicBezTo>
                  <a:pt x="29" y="85"/>
                  <a:pt x="28" y="86"/>
                  <a:pt x="27" y="87"/>
                </a:cubicBezTo>
                <a:cubicBezTo>
                  <a:pt x="27" y="87"/>
                  <a:pt x="26" y="89"/>
                  <a:pt x="26" y="89"/>
                </a:cubicBezTo>
                <a:cubicBezTo>
                  <a:pt x="26" y="89"/>
                  <a:pt x="26" y="91"/>
                  <a:pt x="26" y="91"/>
                </a:cubicBezTo>
                <a:cubicBezTo>
                  <a:pt x="26" y="91"/>
                  <a:pt x="27" y="92"/>
                  <a:pt x="27" y="93"/>
                </a:cubicBezTo>
                <a:cubicBezTo>
                  <a:pt x="28" y="94"/>
                  <a:pt x="29" y="94"/>
                  <a:pt x="29" y="94"/>
                </a:cubicBezTo>
                <a:cubicBezTo>
                  <a:pt x="29" y="95"/>
                  <a:pt x="32" y="95"/>
                  <a:pt x="32" y="95"/>
                </a:cubicBezTo>
                <a:cubicBezTo>
                  <a:pt x="33" y="95"/>
                  <a:pt x="38" y="96"/>
                  <a:pt x="38" y="96"/>
                </a:cubicBezTo>
                <a:cubicBezTo>
                  <a:pt x="49" y="97"/>
                  <a:pt x="49" y="97"/>
                  <a:pt x="49" y="97"/>
                </a:cubicBezTo>
                <a:cubicBezTo>
                  <a:pt x="54" y="98"/>
                  <a:pt x="54" y="98"/>
                  <a:pt x="54" y="98"/>
                </a:cubicBezTo>
                <a:cubicBezTo>
                  <a:pt x="64" y="106"/>
                  <a:pt x="64" y="106"/>
                  <a:pt x="64" y="106"/>
                </a:cubicBezTo>
                <a:cubicBezTo>
                  <a:pt x="68" y="106"/>
                  <a:pt x="68" y="106"/>
                  <a:pt x="68" y="106"/>
                </a:cubicBezTo>
                <a:cubicBezTo>
                  <a:pt x="68" y="109"/>
                  <a:pt x="68" y="109"/>
                  <a:pt x="68" y="109"/>
                </a:cubicBezTo>
                <a:cubicBezTo>
                  <a:pt x="69" y="109"/>
                  <a:pt x="69" y="109"/>
                  <a:pt x="69" y="109"/>
                </a:cubicBezTo>
                <a:cubicBezTo>
                  <a:pt x="72" y="118"/>
                  <a:pt x="72" y="118"/>
                  <a:pt x="72" y="118"/>
                </a:cubicBezTo>
                <a:cubicBezTo>
                  <a:pt x="77" y="123"/>
                  <a:pt x="77" y="123"/>
                  <a:pt x="77" y="123"/>
                </a:cubicBezTo>
                <a:cubicBezTo>
                  <a:pt x="77" y="124"/>
                  <a:pt x="77" y="124"/>
                  <a:pt x="77" y="124"/>
                </a:cubicBezTo>
                <a:cubicBezTo>
                  <a:pt x="82" y="125"/>
                  <a:pt x="82" y="125"/>
                  <a:pt x="82" y="125"/>
                </a:cubicBezTo>
                <a:cubicBezTo>
                  <a:pt x="84" y="124"/>
                  <a:pt x="84" y="124"/>
                  <a:pt x="84" y="124"/>
                </a:cubicBezTo>
                <a:cubicBezTo>
                  <a:pt x="106" y="127"/>
                  <a:pt x="106" y="127"/>
                  <a:pt x="106" y="127"/>
                </a:cubicBezTo>
                <a:cubicBezTo>
                  <a:pt x="113" y="126"/>
                  <a:pt x="113" y="126"/>
                  <a:pt x="113" y="126"/>
                </a:cubicBezTo>
                <a:cubicBezTo>
                  <a:pt x="116" y="126"/>
                  <a:pt x="116" y="126"/>
                  <a:pt x="116" y="126"/>
                </a:cubicBezTo>
                <a:cubicBezTo>
                  <a:pt x="116" y="126"/>
                  <a:pt x="121" y="127"/>
                  <a:pt x="121" y="127"/>
                </a:cubicBezTo>
                <a:cubicBezTo>
                  <a:pt x="121" y="127"/>
                  <a:pt x="125" y="128"/>
                  <a:pt x="125" y="128"/>
                </a:cubicBezTo>
                <a:cubicBezTo>
                  <a:pt x="125" y="128"/>
                  <a:pt x="128" y="131"/>
                  <a:pt x="128" y="131"/>
                </a:cubicBezTo>
                <a:cubicBezTo>
                  <a:pt x="133" y="132"/>
                  <a:pt x="133" y="132"/>
                  <a:pt x="133" y="132"/>
                </a:cubicBezTo>
                <a:cubicBezTo>
                  <a:pt x="141" y="136"/>
                  <a:pt x="141" y="136"/>
                  <a:pt x="141" y="136"/>
                </a:cubicBezTo>
                <a:cubicBezTo>
                  <a:pt x="148" y="136"/>
                  <a:pt x="148" y="136"/>
                  <a:pt x="148" y="136"/>
                </a:cubicBezTo>
                <a:cubicBezTo>
                  <a:pt x="150" y="138"/>
                  <a:pt x="150" y="138"/>
                  <a:pt x="150" y="138"/>
                </a:cubicBezTo>
                <a:cubicBezTo>
                  <a:pt x="152" y="138"/>
                  <a:pt x="152" y="138"/>
                  <a:pt x="152" y="138"/>
                </a:cubicBezTo>
                <a:cubicBezTo>
                  <a:pt x="153" y="139"/>
                  <a:pt x="153" y="139"/>
                  <a:pt x="153" y="139"/>
                </a:cubicBezTo>
                <a:cubicBezTo>
                  <a:pt x="154" y="139"/>
                  <a:pt x="154" y="139"/>
                  <a:pt x="154" y="139"/>
                </a:cubicBezTo>
                <a:cubicBezTo>
                  <a:pt x="160" y="134"/>
                  <a:pt x="160" y="134"/>
                  <a:pt x="160" y="134"/>
                </a:cubicBezTo>
                <a:cubicBezTo>
                  <a:pt x="175" y="129"/>
                  <a:pt x="175" y="129"/>
                  <a:pt x="175" y="129"/>
                </a:cubicBezTo>
                <a:cubicBezTo>
                  <a:pt x="194" y="129"/>
                  <a:pt x="194" y="129"/>
                  <a:pt x="194" y="129"/>
                </a:cubicBezTo>
                <a:cubicBezTo>
                  <a:pt x="201" y="125"/>
                  <a:pt x="201" y="125"/>
                  <a:pt x="201" y="125"/>
                </a:cubicBezTo>
                <a:cubicBezTo>
                  <a:pt x="202" y="124"/>
                  <a:pt x="202" y="124"/>
                  <a:pt x="202" y="124"/>
                </a:cubicBezTo>
                <a:cubicBezTo>
                  <a:pt x="208" y="117"/>
                  <a:pt x="208" y="117"/>
                  <a:pt x="208" y="117"/>
                </a:cubicBezTo>
                <a:cubicBezTo>
                  <a:pt x="216" y="114"/>
                  <a:pt x="216" y="114"/>
                  <a:pt x="216" y="114"/>
                </a:cubicBezTo>
                <a:cubicBezTo>
                  <a:pt x="216" y="110"/>
                  <a:pt x="216" y="110"/>
                  <a:pt x="216" y="110"/>
                </a:cubicBezTo>
                <a:cubicBezTo>
                  <a:pt x="216" y="110"/>
                  <a:pt x="212" y="107"/>
                  <a:pt x="212" y="107"/>
                </a:cubicBezTo>
                <a:cubicBezTo>
                  <a:pt x="212" y="106"/>
                  <a:pt x="211" y="104"/>
                  <a:pt x="211" y="103"/>
                </a:cubicBezTo>
                <a:cubicBezTo>
                  <a:pt x="211" y="103"/>
                  <a:pt x="212" y="101"/>
                  <a:pt x="212" y="101"/>
                </a:cubicBezTo>
                <a:cubicBezTo>
                  <a:pt x="212" y="101"/>
                  <a:pt x="215" y="96"/>
                  <a:pt x="215" y="96"/>
                </a:cubicBezTo>
                <a:cubicBezTo>
                  <a:pt x="219" y="96"/>
                  <a:pt x="219" y="96"/>
                  <a:pt x="219" y="96"/>
                </a:cubicBezTo>
                <a:cubicBezTo>
                  <a:pt x="224" y="99"/>
                  <a:pt x="224" y="99"/>
                  <a:pt x="224" y="99"/>
                </a:cubicBezTo>
                <a:cubicBezTo>
                  <a:pt x="227" y="99"/>
                  <a:pt x="227" y="99"/>
                  <a:pt x="227" y="99"/>
                </a:cubicBezTo>
                <a:cubicBezTo>
                  <a:pt x="232" y="99"/>
                  <a:pt x="232" y="99"/>
                  <a:pt x="232" y="99"/>
                </a:cubicBezTo>
                <a:cubicBezTo>
                  <a:pt x="236" y="96"/>
                  <a:pt x="236" y="96"/>
                  <a:pt x="236" y="96"/>
                </a:cubicBezTo>
                <a:cubicBezTo>
                  <a:pt x="239" y="92"/>
                  <a:pt x="239" y="92"/>
                  <a:pt x="239" y="92"/>
                </a:cubicBezTo>
                <a:cubicBezTo>
                  <a:pt x="249" y="91"/>
                  <a:pt x="249" y="91"/>
                  <a:pt x="249" y="91"/>
                </a:cubicBezTo>
                <a:cubicBezTo>
                  <a:pt x="254" y="87"/>
                  <a:pt x="254" y="87"/>
                  <a:pt x="254" y="87"/>
                </a:cubicBezTo>
                <a:cubicBezTo>
                  <a:pt x="254" y="84"/>
                  <a:pt x="254" y="84"/>
                  <a:pt x="254" y="84"/>
                </a:cubicBezTo>
                <a:cubicBezTo>
                  <a:pt x="257" y="80"/>
                  <a:pt x="257" y="80"/>
                  <a:pt x="257" y="80"/>
                </a:cubicBezTo>
                <a:cubicBezTo>
                  <a:pt x="265" y="79"/>
                  <a:pt x="265" y="79"/>
                  <a:pt x="265" y="79"/>
                </a:cubicBezTo>
                <a:cubicBezTo>
                  <a:pt x="265" y="77"/>
                  <a:pt x="265" y="77"/>
                  <a:pt x="265" y="77"/>
                </a:cubicBezTo>
                <a:cubicBezTo>
                  <a:pt x="268" y="77"/>
                  <a:pt x="268" y="77"/>
                  <a:pt x="268" y="77"/>
                </a:cubicBezTo>
                <a:cubicBezTo>
                  <a:pt x="270" y="76"/>
                  <a:pt x="270" y="76"/>
                  <a:pt x="270" y="76"/>
                </a:cubicBezTo>
                <a:cubicBezTo>
                  <a:pt x="273" y="75"/>
                  <a:pt x="273" y="75"/>
                  <a:pt x="273" y="75"/>
                </a:cubicBezTo>
                <a:cubicBezTo>
                  <a:pt x="277" y="75"/>
                  <a:pt x="277" y="75"/>
                  <a:pt x="277" y="75"/>
                </a:cubicBezTo>
                <a:cubicBezTo>
                  <a:pt x="281" y="76"/>
                  <a:pt x="281" y="76"/>
                  <a:pt x="281" y="76"/>
                </a:cubicBezTo>
                <a:cubicBezTo>
                  <a:pt x="284" y="76"/>
                  <a:pt x="284" y="76"/>
                  <a:pt x="284" y="76"/>
                </a:cubicBezTo>
                <a:cubicBezTo>
                  <a:pt x="286" y="75"/>
                  <a:pt x="286" y="75"/>
                  <a:pt x="286" y="75"/>
                </a:cubicBezTo>
                <a:cubicBezTo>
                  <a:pt x="286" y="72"/>
                  <a:pt x="286" y="72"/>
                  <a:pt x="286" y="72"/>
                </a:cubicBezTo>
                <a:cubicBezTo>
                  <a:pt x="275" y="58"/>
                  <a:pt x="275" y="58"/>
                  <a:pt x="275" y="58"/>
                </a:cubicBezTo>
                <a:cubicBezTo>
                  <a:pt x="268" y="58"/>
                  <a:pt x="268" y="58"/>
                  <a:pt x="268" y="58"/>
                </a:cubicBezTo>
                <a:cubicBezTo>
                  <a:pt x="264" y="63"/>
                  <a:pt x="264" y="63"/>
                  <a:pt x="264" y="63"/>
                </a:cubicBezTo>
                <a:cubicBezTo>
                  <a:pt x="263" y="62"/>
                  <a:pt x="263" y="62"/>
                  <a:pt x="263" y="62"/>
                </a:cubicBezTo>
                <a:cubicBezTo>
                  <a:pt x="259" y="59"/>
                  <a:pt x="259" y="59"/>
                  <a:pt x="259" y="59"/>
                </a:cubicBezTo>
                <a:cubicBezTo>
                  <a:pt x="254" y="59"/>
                  <a:pt x="254" y="59"/>
                  <a:pt x="254" y="59"/>
                </a:cubicBezTo>
                <a:cubicBezTo>
                  <a:pt x="251" y="62"/>
                  <a:pt x="251" y="62"/>
                  <a:pt x="251" y="62"/>
                </a:cubicBezTo>
                <a:cubicBezTo>
                  <a:pt x="248" y="59"/>
                  <a:pt x="248" y="59"/>
                  <a:pt x="248" y="59"/>
                </a:cubicBezTo>
                <a:cubicBezTo>
                  <a:pt x="248" y="56"/>
                  <a:pt x="248" y="56"/>
                  <a:pt x="248" y="56"/>
                </a:cubicBezTo>
                <a:cubicBezTo>
                  <a:pt x="250" y="54"/>
                  <a:pt x="250" y="54"/>
                  <a:pt x="250" y="54"/>
                </a:cubicBezTo>
                <a:cubicBezTo>
                  <a:pt x="250" y="50"/>
                  <a:pt x="250" y="50"/>
                  <a:pt x="250" y="50"/>
                </a:cubicBezTo>
                <a:cubicBezTo>
                  <a:pt x="258" y="33"/>
                  <a:pt x="258" y="33"/>
                  <a:pt x="258" y="33"/>
                </a:cubicBezTo>
                <a:cubicBezTo>
                  <a:pt x="254" y="30"/>
                  <a:pt x="254" y="30"/>
                  <a:pt x="254" y="30"/>
                </a:cubicBezTo>
                <a:cubicBezTo>
                  <a:pt x="250" y="32"/>
                  <a:pt x="250" y="32"/>
                  <a:pt x="250" y="32"/>
                </a:cubicBezTo>
                <a:cubicBezTo>
                  <a:pt x="248" y="32"/>
                  <a:pt x="248" y="32"/>
                  <a:pt x="248" y="32"/>
                </a:cubicBezTo>
                <a:cubicBezTo>
                  <a:pt x="245" y="31"/>
                  <a:pt x="245" y="31"/>
                  <a:pt x="245" y="31"/>
                </a:cubicBezTo>
                <a:cubicBezTo>
                  <a:pt x="241" y="28"/>
                  <a:pt x="241" y="28"/>
                  <a:pt x="241" y="28"/>
                </a:cubicBezTo>
                <a:cubicBezTo>
                  <a:pt x="241" y="28"/>
                  <a:pt x="237" y="27"/>
                  <a:pt x="237" y="27"/>
                </a:cubicBezTo>
                <a:cubicBezTo>
                  <a:pt x="237" y="27"/>
                  <a:pt x="236" y="27"/>
                  <a:pt x="236" y="27"/>
                </a:cubicBezTo>
                <a:cubicBezTo>
                  <a:pt x="229" y="31"/>
                  <a:pt x="229" y="31"/>
                  <a:pt x="229" y="31"/>
                </a:cubicBezTo>
                <a:cubicBezTo>
                  <a:pt x="225" y="36"/>
                  <a:pt x="225" y="36"/>
                  <a:pt x="225" y="36"/>
                </a:cubicBezTo>
                <a:cubicBezTo>
                  <a:pt x="217" y="38"/>
                  <a:pt x="217" y="38"/>
                  <a:pt x="217" y="38"/>
                </a:cubicBezTo>
                <a:cubicBezTo>
                  <a:pt x="207" y="42"/>
                  <a:pt x="207" y="42"/>
                  <a:pt x="207" y="42"/>
                </a:cubicBezTo>
                <a:cubicBezTo>
                  <a:pt x="204" y="42"/>
                  <a:pt x="204" y="42"/>
                  <a:pt x="204" y="42"/>
                </a:cubicBezTo>
                <a:cubicBezTo>
                  <a:pt x="202" y="41"/>
                  <a:pt x="202" y="41"/>
                  <a:pt x="202" y="41"/>
                </a:cubicBezTo>
                <a:cubicBezTo>
                  <a:pt x="199" y="43"/>
                  <a:pt x="199" y="43"/>
                  <a:pt x="199" y="43"/>
                </a:cubicBezTo>
                <a:cubicBezTo>
                  <a:pt x="198" y="42"/>
                  <a:pt x="198" y="42"/>
                  <a:pt x="198" y="42"/>
                </a:cubicBezTo>
                <a:cubicBezTo>
                  <a:pt x="198" y="42"/>
                  <a:pt x="191" y="40"/>
                  <a:pt x="191" y="40"/>
                </a:cubicBezTo>
                <a:cubicBezTo>
                  <a:pt x="190" y="40"/>
                  <a:pt x="184" y="40"/>
                  <a:pt x="184" y="40"/>
                </a:cubicBezTo>
                <a:cubicBezTo>
                  <a:pt x="184" y="38"/>
                  <a:pt x="184" y="38"/>
                  <a:pt x="184" y="38"/>
                </a:cubicBezTo>
                <a:cubicBezTo>
                  <a:pt x="182" y="37"/>
                  <a:pt x="182" y="37"/>
                  <a:pt x="182" y="37"/>
                </a:cubicBezTo>
                <a:cubicBezTo>
                  <a:pt x="180" y="36"/>
                  <a:pt x="180" y="36"/>
                  <a:pt x="180" y="36"/>
                </a:cubicBezTo>
                <a:cubicBezTo>
                  <a:pt x="180" y="32"/>
                  <a:pt x="180" y="32"/>
                  <a:pt x="180" y="32"/>
                </a:cubicBezTo>
                <a:cubicBezTo>
                  <a:pt x="176" y="31"/>
                  <a:pt x="176" y="31"/>
                  <a:pt x="176" y="31"/>
                </a:cubicBezTo>
                <a:cubicBezTo>
                  <a:pt x="173" y="30"/>
                  <a:pt x="173" y="30"/>
                  <a:pt x="173" y="30"/>
                </a:cubicBezTo>
                <a:cubicBezTo>
                  <a:pt x="173" y="30"/>
                  <a:pt x="172" y="29"/>
                  <a:pt x="172" y="29"/>
                </a:cubicBezTo>
                <a:cubicBezTo>
                  <a:pt x="172" y="28"/>
                  <a:pt x="171" y="27"/>
                  <a:pt x="170" y="27"/>
                </a:cubicBezTo>
                <a:cubicBezTo>
                  <a:pt x="170" y="27"/>
                  <a:pt x="169" y="26"/>
                  <a:pt x="169" y="26"/>
                </a:cubicBezTo>
                <a:cubicBezTo>
                  <a:pt x="166" y="26"/>
                  <a:pt x="166" y="26"/>
                  <a:pt x="166" y="26"/>
                </a:cubicBezTo>
                <a:cubicBezTo>
                  <a:pt x="166" y="27"/>
                  <a:pt x="166" y="27"/>
                  <a:pt x="166" y="27"/>
                </a:cubicBezTo>
                <a:cubicBezTo>
                  <a:pt x="165" y="26"/>
                  <a:pt x="165" y="26"/>
                  <a:pt x="165" y="26"/>
                </a:cubicBezTo>
                <a:cubicBezTo>
                  <a:pt x="162" y="24"/>
                  <a:pt x="162" y="24"/>
                  <a:pt x="162" y="24"/>
                </a:cubicBezTo>
                <a:cubicBezTo>
                  <a:pt x="154" y="24"/>
                  <a:pt x="154" y="24"/>
                  <a:pt x="154" y="24"/>
                </a:cubicBezTo>
                <a:cubicBezTo>
                  <a:pt x="153" y="25"/>
                  <a:pt x="153" y="25"/>
                  <a:pt x="153" y="25"/>
                </a:cubicBezTo>
                <a:cubicBezTo>
                  <a:pt x="150" y="25"/>
                  <a:pt x="150" y="25"/>
                  <a:pt x="150" y="25"/>
                </a:cubicBezTo>
                <a:cubicBezTo>
                  <a:pt x="149" y="26"/>
                  <a:pt x="149" y="26"/>
                  <a:pt x="149" y="26"/>
                </a:cubicBezTo>
                <a:cubicBezTo>
                  <a:pt x="146" y="29"/>
                  <a:pt x="146" y="29"/>
                  <a:pt x="146" y="29"/>
                </a:cubicBezTo>
                <a:cubicBezTo>
                  <a:pt x="146" y="29"/>
                  <a:pt x="144" y="29"/>
                  <a:pt x="144" y="29"/>
                </a:cubicBezTo>
                <a:cubicBezTo>
                  <a:pt x="144" y="29"/>
                  <a:pt x="138" y="29"/>
                  <a:pt x="138" y="29"/>
                </a:cubicBezTo>
                <a:cubicBezTo>
                  <a:pt x="137" y="26"/>
                  <a:pt x="137" y="26"/>
                  <a:pt x="137" y="26"/>
                </a:cubicBezTo>
                <a:cubicBezTo>
                  <a:pt x="135" y="26"/>
                  <a:pt x="135" y="26"/>
                  <a:pt x="135" y="26"/>
                </a:cubicBezTo>
                <a:cubicBezTo>
                  <a:pt x="134" y="26"/>
                  <a:pt x="134" y="26"/>
                  <a:pt x="134" y="26"/>
                </a:cubicBezTo>
                <a:cubicBezTo>
                  <a:pt x="134" y="26"/>
                  <a:pt x="132" y="24"/>
                  <a:pt x="132" y="23"/>
                </a:cubicBezTo>
                <a:cubicBezTo>
                  <a:pt x="132" y="23"/>
                  <a:pt x="131" y="21"/>
                  <a:pt x="131" y="21"/>
                </a:cubicBezTo>
                <a:cubicBezTo>
                  <a:pt x="129" y="20"/>
                  <a:pt x="129" y="20"/>
                  <a:pt x="129" y="20"/>
                </a:cubicBezTo>
                <a:cubicBezTo>
                  <a:pt x="129" y="20"/>
                  <a:pt x="129" y="15"/>
                  <a:pt x="129" y="15"/>
                </a:cubicBezTo>
                <a:cubicBezTo>
                  <a:pt x="129" y="15"/>
                  <a:pt x="129" y="13"/>
                  <a:pt x="128" y="13"/>
                </a:cubicBezTo>
                <a:cubicBezTo>
                  <a:pt x="128" y="12"/>
                  <a:pt x="127" y="11"/>
                  <a:pt x="127" y="11"/>
                </a:cubicBezTo>
                <a:cubicBezTo>
                  <a:pt x="126" y="11"/>
                  <a:pt x="123" y="10"/>
                  <a:pt x="123" y="10"/>
                </a:cubicBezTo>
                <a:cubicBezTo>
                  <a:pt x="123" y="10"/>
                  <a:pt x="122" y="10"/>
                  <a:pt x="122" y="10"/>
                </a:cubicBezTo>
                <a:cubicBezTo>
                  <a:pt x="122" y="10"/>
                  <a:pt x="119" y="9"/>
                  <a:pt x="119" y="9"/>
                </a:cubicBezTo>
                <a:cubicBezTo>
                  <a:pt x="114" y="5"/>
                  <a:pt x="114" y="5"/>
                  <a:pt x="114" y="5"/>
                </a:cubicBezTo>
                <a:cubicBezTo>
                  <a:pt x="108" y="5"/>
                  <a:pt x="108" y="5"/>
                  <a:pt x="108" y="5"/>
                </a:cubicBezTo>
                <a:cubicBezTo>
                  <a:pt x="108" y="3"/>
                  <a:pt x="108" y="3"/>
                  <a:pt x="108" y="3"/>
                </a:cubicBezTo>
                <a:cubicBezTo>
                  <a:pt x="103" y="3"/>
                  <a:pt x="103" y="3"/>
                  <a:pt x="103" y="3"/>
                </a:cubicBezTo>
                <a:cubicBezTo>
                  <a:pt x="99" y="0"/>
                  <a:pt x="99" y="0"/>
                  <a:pt x="99" y="0"/>
                </a:cubicBezTo>
                <a:cubicBezTo>
                  <a:pt x="99" y="0"/>
                  <a:pt x="98" y="1"/>
                  <a:pt x="98" y="1"/>
                </a:cubicBezTo>
                <a:cubicBezTo>
                  <a:pt x="98" y="1"/>
                  <a:pt x="99" y="3"/>
                  <a:pt x="98" y="3"/>
                </a:cubicBezTo>
                <a:cubicBezTo>
                  <a:pt x="98" y="3"/>
                  <a:pt x="98" y="4"/>
                  <a:pt x="98" y="4"/>
                </a:cubicBezTo>
                <a:cubicBezTo>
                  <a:pt x="95" y="5"/>
                  <a:pt x="95" y="5"/>
                  <a:pt x="95" y="5"/>
                </a:cubicBezTo>
                <a:cubicBezTo>
                  <a:pt x="95" y="5"/>
                  <a:pt x="94" y="6"/>
                  <a:pt x="94" y="6"/>
                </a:cubicBezTo>
                <a:cubicBezTo>
                  <a:pt x="94" y="7"/>
                  <a:pt x="94" y="9"/>
                  <a:pt x="94" y="9"/>
                </a:cubicBezTo>
                <a:cubicBezTo>
                  <a:pt x="94" y="9"/>
                  <a:pt x="92" y="11"/>
                  <a:pt x="92" y="11"/>
                </a:cubicBezTo>
                <a:cubicBezTo>
                  <a:pt x="92" y="11"/>
                  <a:pt x="91" y="11"/>
                  <a:pt x="91" y="11"/>
                </a:cubicBezTo>
                <a:cubicBezTo>
                  <a:pt x="91" y="12"/>
                  <a:pt x="91" y="12"/>
                  <a:pt x="91" y="13"/>
                </a:cubicBezTo>
                <a:cubicBezTo>
                  <a:pt x="91" y="13"/>
                  <a:pt x="90" y="14"/>
                  <a:pt x="90" y="15"/>
                </a:cubicBezTo>
                <a:cubicBezTo>
                  <a:pt x="90" y="15"/>
                  <a:pt x="89" y="15"/>
                  <a:pt x="90" y="16"/>
                </a:cubicBezTo>
                <a:cubicBezTo>
                  <a:pt x="90" y="17"/>
                  <a:pt x="91" y="19"/>
                  <a:pt x="91" y="19"/>
                </a:cubicBezTo>
                <a:cubicBezTo>
                  <a:pt x="92" y="19"/>
                  <a:pt x="92" y="19"/>
                  <a:pt x="92" y="19"/>
                </a:cubicBezTo>
                <a:cubicBezTo>
                  <a:pt x="92" y="22"/>
                  <a:pt x="92" y="22"/>
                  <a:pt x="92" y="22"/>
                </a:cubicBezTo>
                <a:cubicBezTo>
                  <a:pt x="94" y="24"/>
                  <a:pt x="94" y="24"/>
                  <a:pt x="94" y="24"/>
                </a:cubicBezTo>
                <a:cubicBezTo>
                  <a:pt x="94" y="27"/>
                  <a:pt x="94" y="27"/>
                  <a:pt x="94" y="27"/>
                </a:cubicBezTo>
                <a:cubicBezTo>
                  <a:pt x="92" y="30"/>
                  <a:pt x="92" y="30"/>
                  <a:pt x="92" y="30"/>
                </a:cubicBezTo>
                <a:cubicBezTo>
                  <a:pt x="91" y="32"/>
                  <a:pt x="91" y="32"/>
                  <a:pt x="91" y="32"/>
                </a:cubicBezTo>
                <a:cubicBezTo>
                  <a:pt x="90" y="32"/>
                  <a:pt x="90" y="32"/>
                  <a:pt x="90" y="32"/>
                </a:cubicBezTo>
                <a:cubicBezTo>
                  <a:pt x="89" y="30"/>
                  <a:pt x="89" y="30"/>
                  <a:pt x="89" y="30"/>
                </a:cubicBezTo>
                <a:cubicBezTo>
                  <a:pt x="86" y="34"/>
                  <a:pt x="86" y="34"/>
                  <a:pt x="86" y="34"/>
                </a:cubicBezTo>
                <a:cubicBezTo>
                  <a:pt x="85" y="34"/>
                  <a:pt x="85" y="34"/>
                  <a:pt x="85" y="34"/>
                </a:cubicBezTo>
                <a:cubicBezTo>
                  <a:pt x="83" y="32"/>
                  <a:pt x="83" y="32"/>
                  <a:pt x="83" y="32"/>
                </a:cubicBezTo>
                <a:cubicBezTo>
                  <a:pt x="76" y="32"/>
                  <a:pt x="76" y="32"/>
                  <a:pt x="76" y="32"/>
                </a:cubicBezTo>
                <a:cubicBezTo>
                  <a:pt x="72" y="30"/>
                  <a:pt x="72" y="30"/>
                  <a:pt x="72" y="30"/>
                </a:cubicBezTo>
                <a:cubicBezTo>
                  <a:pt x="69" y="32"/>
                  <a:pt x="69" y="32"/>
                  <a:pt x="69" y="32"/>
                </a:cubicBezTo>
                <a:cubicBezTo>
                  <a:pt x="69" y="32"/>
                  <a:pt x="66" y="32"/>
                  <a:pt x="65" y="31"/>
                </a:cubicBezTo>
                <a:cubicBezTo>
                  <a:pt x="65" y="31"/>
                  <a:pt x="65" y="30"/>
                  <a:pt x="64" y="30"/>
                </a:cubicBezTo>
                <a:cubicBezTo>
                  <a:pt x="63" y="30"/>
                  <a:pt x="60" y="29"/>
                  <a:pt x="60" y="29"/>
                </a:cubicBezTo>
                <a:cubicBezTo>
                  <a:pt x="60" y="29"/>
                  <a:pt x="59" y="29"/>
                  <a:pt x="59" y="28"/>
                </a:cubicBezTo>
                <a:cubicBezTo>
                  <a:pt x="59" y="28"/>
                  <a:pt x="58" y="26"/>
                  <a:pt x="58" y="25"/>
                </a:cubicBezTo>
                <a:cubicBezTo>
                  <a:pt x="58" y="25"/>
                  <a:pt x="57" y="22"/>
                  <a:pt x="57" y="22"/>
                </a:cubicBezTo>
                <a:cubicBezTo>
                  <a:pt x="47" y="22"/>
                  <a:pt x="47" y="22"/>
                  <a:pt x="47" y="22"/>
                </a:cubicBezTo>
                <a:cubicBezTo>
                  <a:pt x="47" y="20"/>
                  <a:pt x="47" y="20"/>
                  <a:pt x="47" y="20"/>
                </a:cubicBezTo>
                <a:cubicBezTo>
                  <a:pt x="45" y="20"/>
                  <a:pt x="45" y="20"/>
                  <a:pt x="45" y="20"/>
                </a:cubicBezTo>
                <a:cubicBezTo>
                  <a:pt x="44" y="21"/>
                  <a:pt x="44" y="21"/>
                  <a:pt x="44" y="21"/>
                </a:cubicBezTo>
                <a:cubicBezTo>
                  <a:pt x="42" y="20"/>
                  <a:pt x="42" y="20"/>
                  <a:pt x="42" y="20"/>
                </a:cubicBezTo>
                <a:cubicBezTo>
                  <a:pt x="41" y="18"/>
                  <a:pt x="41" y="18"/>
                  <a:pt x="41" y="18"/>
                </a:cubicBezTo>
                <a:cubicBezTo>
                  <a:pt x="39" y="21"/>
                  <a:pt x="39" y="21"/>
                  <a:pt x="39" y="21"/>
                </a:cubicBezTo>
                <a:cubicBezTo>
                  <a:pt x="36" y="21"/>
                  <a:pt x="36" y="21"/>
                  <a:pt x="36" y="21"/>
                </a:cubicBezTo>
                <a:cubicBezTo>
                  <a:pt x="33" y="24"/>
                  <a:pt x="33" y="24"/>
                  <a:pt x="33" y="24"/>
                </a:cubicBezTo>
                <a:cubicBezTo>
                  <a:pt x="28" y="24"/>
                  <a:pt x="28" y="24"/>
                  <a:pt x="28" y="24"/>
                </a:cubicBezTo>
                <a:cubicBezTo>
                  <a:pt x="27" y="27"/>
                  <a:pt x="27" y="27"/>
                  <a:pt x="27" y="27"/>
                </a:cubicBezTo>
                <a:cubicBezTo>
                  <a:pt x="27" y="27"/>
                  <a:pt x="27" y="27"/>
                  <a:pt x="27" y="27"/>
                </a:cubicBezTo>
                <a:cubicBezTo>
                  <a:pt x="23" y="28"/>
                  <a:pt x="23" y="28"/>
                  <a:pt x="23" y="28"/>
                </a:cubicBezTo>
                <a:cubicBezTo>
                  <a:pt x="23" y="28"/>
                  <a:pt x="22" y="29"/>
                  <a:pt x="22" y="29"/>
                </a:cubicBezTo>
                <a:cubicBezTo>
                  <a:pt x="22" y="29"/>
                  <a:pt x="20" y="30"/>
                  <a:pt x="20" y="31"/>
                </a:cubicBezTo>
                <a:cubicBezTo>
                  <a:pt x="20" y="31"/>
                  <a:pt x="18" y="32"/>
                  <a:pt x="18" y="32"/>
                </a:cubicBezTo>
                <a:cubicBezTo>
                  <a:pt x="16" y="32"/>
                  <a:pt x="16" y="32"/>
                  <a:pt x="16" y="32"/>
                </a:cubicBezTo>
                <a:cubicBezTo>
                  <a:pt x="16" y="32"/>
                  <a:pt x="16" y="33"/>
                  <a:pt x="16" y="33"/>
                </a:cubicBezTo>
                <a:cubicBezTo>
                  <a:pt x="17" y="34"/>
                  <a:pt x="17" y="35"/>
                  <a:pt x="17" y="35"/>
                </a:cubicBezTo>
                <a:cubicBezTo>
                  <a:pt x="17" y="35"/>
                  <a:pt x="17" y="36"/>
                  <a:pt x="16" y="36"/>
                </a:cubicBezTo>
                <a:cubicBezTo>
                  <a:pt x="16" y="36"/>
                  <a:pt x="15" y="36"/>
                  <a:pt x="15" y="36"/>
                </a:cubicBezTo>
                <a:cubicBezTo>
                  <a:pt x="14" y="36"/>
                  <a:pt x="13" y="36"/>
                  <a:pt x="13" y="36"/>
                </a:cubicBezTo>
                <a:cubicBezTo>
                  <a:pt x="13" y="36"/>
                  <a:pt x="12" y="37"/>
                  <a:pt x="12" y="37"/>
                </a:cubicBezTo>
                <a:cubicBezTo>
                  <a:pt x="12" y="37"/>
                  <a:pt x="11" y="38"/>
                  <a:pt x="11" y="38"/>
                </a:cubicBezTo>
                <a:cubicBezTo>
                  <a:pt x="11" y="38"/>
                  <a:pt x="10" y="37"/>
                  <a:pt x="10" y="37"/>
                </a:cubicBezTo>
                <a:cubicBezTo>
                  <a:pt x="10" y="37"/>
                  <a:pt x="10" y="38"/>
                  <a:pt x="9" y="38"/>
                </a:cubicBezTo>
                <a:cubicBezTo>
                  <a:pt x="8" y="38"/>
                  <a:pt x="7" y="38"/>
                  <a:pt x="6" y="38"/>
                </a:cubicBezTo>
                <a:cubicBezTo>
                  <a:pt x="6" y="38"/>
                  <a:pt x="4" y="38"/>
                  <a:pt x="4" y="38"/>
                </a:cubicBezTo>
                <a:cubicBezTo>
                  <a:pt x="3" y="41"/>
                  <a:pt x="3" y="41"/>
                  <a:pt x="3" y="41"/>
                </a:cubicBezTo>
                <a:cubicBezTo>
                  <a:pt x="1" y="42"/>
                  <a:pt x="1" y="42"/>
                  <a:pt x="1" y="42"/>
                </a:cubicBezTo>
                <a:cubicBezTo>
                  <a:pt x="0" y="42"/>
                  <a:pt x="0" y="42"/>
                  <a:pt x="0" y="42"/>
                </a:cubicBezTo>
                <a:cubicBezTo>
                  <a:pt x="1" y="44"/>
                  <a:pt x="1" y="44"/>
                  <a:pt x="1" y="44"/>
                </a:cubicBezTo>
                <a:lnTo>
                  <a:pt x="0" y="46"/>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28"/>
          <p:cNvSpPr>
            <a:spLocks noEditPoints="1"/>
          </p:cNvSpPr>
          <p:nvPr/>
        </p:nvSpPr>
        <p:spPr bwMode="auto">
          <a:xfrm>
            <a:off x="8569326" y="5915025"/>
            <a:ext cx="696913" cy="249238"/>
          </a:xfrm>
          <a:custGeom>
            <a:avLst/>
            <a:gdLst>
              <a:gd name="T0" fmla="*/ 102 w 170"/>
              <a:gd name="T1" fmla="*/ 48 h 61"/>
              <a:gd name="T2" fmla="*/ 150 w 170"/>
              <a:gd name="T3" fmla="*/ 3 h 61"/>
              <a:gd name="T4" fmla="*/ 151 w 170"/>
              <a:gd name="T5" fmla="*/ 4 h 61"/>
              <a:gd name="T6" fmla="*/ 151 w 170"/>
              <a:gd name="T7" fmla="*/ 3 h 61"/>
              <a:gd name="T8" fmla="*/ 163 w 170"/>
              <a:gd name="T9" fmla="*/ 26 h 61"/>
              <a:gd name="T10" fmla="*/ 164 w 170"/>
              <a:gd name="T11" fmla="*/ 26 h 61"/>
              <a:gd name="T12" fmla="*/ 167 w 170"/>
              <a:gd name="T13" fmla="*/ 19 h 61"/>
              <a:gd name="T14" fmla="*/ 164 w 170"/>
              <a:gd name="T15" fmla="*/ 18 h 61"/>
              <a:gd name="T16" fmla="*/ 162 w 170"/>
              <a:gd name="T17" fmla="*/ 16 h 61"/>
              <a:gd name="T18" fmla="*/ 160 w 170"/>
              <a:gd name="T19" fmla="*/ 16 h 61"/>
              <a:gd name="T20" fmla="*/ 158 w 170"/>
              <a:gd name="T21" fmla="*/ 17 h 61"/>
              <a:gd name="T22" fmla="*/ 158 w 170"/>
              <a:gd name="T23" fmla="*/ 16 h 61"/>
              <a:gd name="T24" fmla="*/ 159 w 170"/>
              <a:gd name="T25" fmla="*/ 15 h 61"/>
              <a:gd name="T26" fmla="*/ 157 w 170"/>
              <a:gd name="T27" fmla="*/ 15 h 61"/>
              <a:gd name="T28" fmla="*/ 155 w 170"/>
              <a:gd name="T29" fmla="*/ 15 h 61"/>
              <a:gd name="T30" fmla="*/ 155 w 170"/>
              <a:gd name="T31" fmla="*/ 14 h 61"/>
              <a:gd name="T32" fmla="*/ 156 w 170"/>
              <a:gd name="T33" fmla="*/ 11 h 61"/>
              <a:gd name="T34" fmla="*/ 154 w 170"/>
              <a:gd name="T35" fmla="*/ 10 h 61"/>
              <a:gd name="T36" fmla="*/ 152 w 170"/>
              <a:gd name="T37" fmla="*/ 6 h 61"/>
              <a:gd name="T38" fmla="*/ 150 w 170"/>
              <a:gd name="T39" fmla="*/ 7 h 61"/>
              <a:gd name="T40" fmla="*/ 148 w 170"/>
              <a:gd name="T41" fmla="*/ 10 h 61"/>
              <a:gd name="T42" fmla="*/ 148 w 170"/>
              <a:gd name="T43" fmla="*/ 7 h 61"/>
              <a:gd name="T44" fmla="*/ 146 w 170"/>
              <a:gd name="T45" fmla="*/ 7 h 61"/>
              <a:gd name="T46" fmla="*/ 144 w 170"/>
              <a:gd name="T47" fmla="*/ 12 h 61"/>
              <a:gd name="T48" fmla="*/ 142 w 170"/>
              <a:gd name="T49" fmla="*/ 15 h 61"/>
              <a:gd name="T50" fmla="*/ 137 w 170"/>
              <a:gd name="T51" fmla="*/ 19 h 61"/>
              <a:gd name="T52" fmla="*/ 138 w 170"/>
              <a:gd name="T53" fmla="*/ 22 h 61"/>
              <a:gd name="T54" fmla="*/ 135 w 170"/>
              <a:gd name="T55" fmla="*/ 28 h 61"/>
              <a:gd name="T56" fmla="*/ 133 w 170"/>
              <a:gd name="T57" fmla="*/ 26 h 61"/>
              <a:gd name="T58" fmla="*/ 130 w 170"/>
              <a:gd name="T59" fmla="*/ 32 h 61"/>
              <a:gd name="T60" fmla="*/ 124 w 170"/>
              <a:gd name="T61" fmla="*/ 29 h 61"/>
              <a:gd name="T62" fmla="*/ 119 w 170"/>
              <a:gd name="T63" fmla="*/ 36 h 61"/>
              <a:gd name="T64" fmla="*/ 116 w 170"/>
              <a:gd name="T65" fmla="*/ 40 h 61"/>
              <a:gd name="T66" fmla="*/ 105 w 170"/>
              <a:gd name="T67" fmla="*/ 44 h 61"/>
              <a:gd name="T68" fmla="*/ 102 w 170"/>
              <a:gd name="T69" fmla="*/ 47 h 61"/>
              <a:gd name="T70" fmla="*/ 103 w 170"/>
              <a:gd name="T71" fmla="*/ 48 h 61"/>
              <a:gd name="T72" fmla="*/ 101 w 170"/>
              <a:gd name="T73" fmla="*/ 49 h 61"/>
              <a:gd name="T74" fmla="*/ 101 w 170"/>
              <a:gd name="T75" fmla="*/ 50 h 61"/>
              <a:gd name="T76" fmla="*/ 100 w 170"/>
              <a:gd name="T77" fmla="*/ 53 h 61"/>
              <a:gd name="T78" fmla="*/ 100 w 170"/>
              <a:gd name="T79" fmla="*/ 55 h 61"/>
              <a:gd name="T80" fmla="*/ 101 w 170"/>
              <a:gd name="T81" fmla="*/ 56 h 61"/>
              <a:gd name="T82" fmla="*/ 100 w 170"/>
              <a:gd name="T83" fmla="*/ 57 h 61"/>
              <a:gd name="T84" fmla="*/ 95 w 170"/>
              <a:gd name="T85" fmla="*/ 55 h 61"/>
              <a:gd name="T86" fmla="*/ 94 w 170"/>
              <a:gd name="T87" fmla="*/ 54 h 61"/>
              <a:gd name="T88" fmla="*/ 93 w 170"/>
              <a:gd name="T89" fmla="*/ 54 h 61"/>
              <a:gd name="T90" fmla="*/ 97 w 170"/>
              <a:gd name="T91" fmla="*/ 61 h 61"/>
              <a:gd name="T92" fmla="*/ 135 w 170"/>
              <a:gd name="T93" fmla="*/ 47 h 61"/>
              <a:gd name="T94" fmla="*/ 157 w 170"/>
              <a:gd name="T95" fmla="*/ 29 h 61"/>
              <a:gd name="T96" fmla="*/ 162 w 170"/>
              <a:gd name="T97" fmla="*/ 29 h 61"/>
              <a:gd name="T98" fmla="*/ 164 w 170"/>
              <a:gd name="T99" fmla="*/ 28 h 61"/>
              <a:gd name="T100" fmla="*/ 164 w 170"/>
              <a:gd name="T101" fmla="*/ 27 h 61"/>
              <a:gd name="T102" fmla="*/ 160 w 170"/>
              <a:gd name="T103" fmla="*/ 24 h 61"/>
              <a:gd name="T104" fmla="*/ 162 w 170"/>
              <a:gd name="T105" fmla="*/ 23 h 61"/>
              <a:gd name="T106" fmla="*/ 167 w 170"/>
              <a:gd name="T107" fmla="*/ 22 h 61"/>
              <a:gd name="T108" fmla="*/ 8 w 170"/>
              <a:gd name="T109" fmla="*/ 9 h 61"/>
              <a:gd name="T110" fmla="*/ 3 w 170"/>
              <a:gd name="T111" fmla="*/ 11 h 61"/>
              <a:gd name="T112" fmla="*/ 12 w 170"/>
              <a:gd name="T113" fmla="*/ 35 h 61"/>
              <a:gd name="T114" fmla="*/ 30 w 170"/>
              <a:gd name="T115" fmla="*/ 47 h 61"/>
              <a:gd name="T116" fmla="*/ 37 w 170"/>
              <a:gd name="T117" fmla="*/ 44 h 61"/>
              <a:gd name="T118" fmla="*/ 30 w 170"/>
              <a:gd name="T119" fmla="*/ 18 h 61"/>
              <a:gd name="T120" fmla="*/ 15 w 170"/>
              <a:gd name="T121"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61">
                <a:moveTo>
                  <a:pt x="101" y="46"/>
                </a:moveTo>
                <a:cubicBezTo>
                  <a:pt x="101" y="46"/>
                  <a:pt x="101" y="45"/>
                  <a:pt x="101" y="45"/>
                </a:cubicBezTo>
                <a:cubicBezTo>
                  <a:pt x="101" y="45"/>
                  <a:pt x="101" y="44"/>
                  <a:pt x="101" y="44"/>
                </a:cubicBezTo>
                <a:cubicBezTo>
                  <a:pt x="102" y="45"/>
                  <a:pt x="102" y="45"/>
                  <a:pt x="102" y="45"/>
                </a:cubicBezTo>
                <a:cubicBezTo>
                  <a:pt x="102" y="46"/>
                  <a:pt x="102" y="46"/>
                  <a:pt x="102" y="47"/>
                </a:cubicBezTo>
                <a:cubicBezTo>
                  <a:pt x="102" y="47"/>
                  <a:pt x="102" y="47"/>
                  <a:pt x="102" y="47"/>
                </a:cubicBezTo>
                <a:cubicBezTo>
                  <a:pt x="102" y="47"/>
                  <a:pt x="102" y="47"/>
                  <a:pt x="102" y="48"/>
                </a:cubicBezTo>
                <a:cubicBezTo>
                  <a:pt x="102" y="48"/>
                  <a:pt x="102" y="48"/>
                  <a:pt x="102" y="48"/>
                </a:cubicBezTo>
                <a:cubicBezTo>
                  <a:pt x="102" y="48"/>
                  <a:pt x="102" y="48"/>
                  <a:pt x="102" y="48"/>
                </a:cubicBezTo>
                <a:cubicBezTo>
                  <a:pt x="101" y="48"/>
                  <a:pt x="101" y="48"/>
                  <a:pt x="101" y="47"/>
                </a:cubicBezTo>
                <a:cubicBezTo>
                  <a:pt x="101" y="47"/>
                  <a:pt x="101" y="47"/>
                  <a:pt x="101" y="47"/>
                </a:cubicBezTo>
                <a:cubicBezTo>
                  <a:pt x="101" y="47"/>
                  <a:pt x="101" y="46"/>
                  <a:pt x="101" y="46"/>
                </a:cubicBezTo>
                <a:close/>
                <a:moveTo>
                  <a:pt x="148" y="4"/>
                </a:moveTo>
                <a:cubicBezTo>
                  <a:pt x="149" y="4"/>
                  <a:pt x="149" y="4"/>
                  <a:pt x="149" y="4"/>
                </a:cubicBezTo>
                <a:cubicBezTo>
                  <a:pt x="149" y="4"/>
                  <a:pt x="149" y="3"/>
                  <a:pt x="149" y="3"/>
                </a:cubicBezTo>
                <a:cubicBezTo>
                  <a:pt x="149" y="3"/>
                  <a:pt x="149" y="3"/>
                  <a:pt x="149" y="3"/>
                </a:cubicBezTo>
                <a:cubicBezTo>
                  <a:pt x="149" y="3"/>
                  <a:pt x="149" y="3"/>
                  <a:pt x="149" y="3"/>
                </a:cubicBezTo>
                <a:cubicBezTo>
                  <a:pt x="150" y="3"/>
                  <a:pt x="150" y="3"/>
                  <a:pt x="150" y="3"/>
                </a:cubicBezTo>
                <a:cubicBezTo>
                  <a:pt x="149" y="3"/>
                  <a:pt x="149" y="3"/>
                  <a:pt x="149" y="3"/>
                </a:cubicBezTo>
                <a:cubicBezTo>
                  <a:pt x="149" y="3"/>
                  <a:pt x="149" y="3"/>
                  <a:pt x="149" y="3"/>
                </a:cubicBezTo>
                <a:cubicBezTo>
                  <a:pt x="149" y="3"/>
                  <a:pt x="149" y="3"/>
                  <a:pt x="149" y="3"/>
                </a:cubicBezTo>
                <a:cubicBezTo>
                  <a:pt x="148" y="3"/>
                  <a:pt x="148" y="3"/>
                  <a:pt x="148" y="4"/>
                </a:cubicBezTo>
                <a:cubicBezTo>
                  <a:pt x="148" y="4"/>
                  <a:pt x="148" y="4"/>
                  <a:pt x="148" y="4"/>
                </a:cubicBezTo>
                <a:cubicBezTo>
                  <a:pt x="148" y="4"/>
                  <a:pt x="148" y="4"/>
                  <a:pt x="148" y="4"/>
                </a:cubicBezTo>
                <a:close/>
                <a:moveTo>
                  <a:pt x="150" y="5"/>
                </a:moveTo>
                <a:cubicBezTo>
                  <a:pt x="150" y="5"/>
                  <a:pt x="150" y="5"/>
                  <a:pt x="150" y="5"/>
                </a:cubicBezTo>
                <a:cubicBezTo>
                  <a:pt x="150" y="5"/>
                  <a:pt x="150" y="4"/>
                  <a:pt x="151" y="4"/>
                </a:cubicBezTo>
                <a:cubicBezTo>
                  <a:pt x="151" y="4"/>
                  <a:pt x="151" y="4"/>
                  <a:pt x="151" y="4"/>
                </a:cubicBezTo>
                <a:cubicBezTo>
                  <a:pt x="151" y="4"/>
                  <a:pt x="151" y="4"/>
                  <a:pt x="151" y="4"/>
                </a:cubicBezTo>
                <a:cubicBezTo>
                  <a:pt x="152" y="4"/>
                  <a:pt x="152" y="4"/>
                  <a:pt x="152" y="4"/>
                </a:cubicBezTo>
                <a:cubicBezTo>
                  <a:pt x="152" y="4"/>
                  <a:pt x="152" y="4"/>
                  <a:pt x="152" y="3"/>
                </a:cubicBezTo>
                <a:cubicBezTo>
                  <a:pt x="152" y="3"/>
                  <a:pt x="152" y="3"/>
                  <a:pt x="152" y="3"/>
                </a:cubicBezTo>
                <a:cubicBezTo>
                  <a:pt x="152" y="3"/>
                  <a:pt x="152" y="3"/>
                  <a:pt x="152" y="3"/>
                </a:cubicBezTo>
                <a:cubicBezTo>
                  <a:pt x="152" y="3"/>
                  <a:pt x="152" y="3"/>
                  <a:pt x="152" y="3"/>
                </a:cubicBezTo>
                <a:cubicBezTo>
                  <a:pt x="151" y="2"/>
                  <a:pt x="151" y="3"/>
                  <a:pt x="151" y="3"/>
                </a:cubicBezTo>
                <a:cubicBezTo>
                  <a:pt x="151" y="3"/>
                  <a:pt x="151" y="3"/>
                  <a:pt x="151" y="3"/>
                </a:cubicBezTo>
                <a:cubicBezTo>
                  <a:pt x="151" y="3"/>
                  <a:pt x="151" y="3"/>
                  <a:pt x="150" y="3"/>
                </a:cubicBezTo>
                <a:cubicBezTo>
                  <a:pt x="150" y="3"/>
                  <a:pt x="150" y="3"/>
                  <a:pt x="150" y="3"/>
                </a:cubicBezTo>
                <a:cubicBezTo>
                  <a:pt x="150" y="3"/>
                  <a:pt x="150" y="3"/>
                  <a:pt x="150" y="4"/>
                </a:cubicBezTo>
                <a:cubicBezTo>
                  <a:pt x="150" y="4"/>
                  <a:pt x="150" y="4"/>
                  <a:pt x="150" y="4"/>
                </a:cubicBezTo>
                <a:cubicBezTo>
                  <a:pt x="150" y="4"/>
                  <a:pt x="150" y="4"/>
                  <a:pt x="150" y="5"/>
                </a:cubicBezTo>
                <a:close/>
                <a:moveTo>
                  <a:pt x="164" y="26"/>
                </a:moveTo>
                <a:cubicBezTo>
                  <a:pt x="164" y="26"/>
                  <a:pt x="164" y="26"/>
                  <a:pt x="164" y="26"/>
                </a:cubicBezTo>
                <a:cubicBezTo>
                  <a:pt x="164" y="26"/>
                  <a:pt x="164" y="26"/>
                  <a:pt x="164" y="26"/>
                </a:cubicBezTo>
                <a:cubicBezTo>
                  <a:pt x="163" y="26"/>
                  <a:pt x="163" y="26"/>
                  <a:pt x="163" y="26"/>
                </a:cubicBezTo>
                <a:cubicBezTo>
                  <a:pt x="163" y="26"/>
                  <a:pt x="163" y="26"/>
                  <a:pt x="163" y="26"/>
                </a:cubicBezTo>
                <a:cubicBezTo>
                  <a:pt x="163" y="26"/>
                  <a:pt x="163" y="26"/>
                  <a:pt x="163" y="26"/>
                </a:cubicBezTo>
                <a:cubicBezTo>
                  <a:pt x="162" y="26"/>
                  <a:pt x="162" y="26"/>
                  <a:pt x="162" y="26"/>
                </a:cubicBezTo>
                <a:cubicBezTo>
                  <a:pt x="162" y="26"/>
                  <a:pt x="162" y="26"/>
                  <a:pt x="162" y="26"/>
                </a:cubicBezTo>
                <a:cubicBezTo>
                  <a:pt x="162" y="26"/>
                  <a:pt x="163" y="26"/>
                  <a:pt x="163" y="26"/>
                </a:cubicBezTo>
                <a:cubicBezTo>
                  <a:pt x="163" y="26"/>
                  <a:pt x="163" y="26"/>
                  <a:pt x="163" y="26"/>
                </a:cubicBezTo>
                <a:cubicBezTo>
                  <a:pt x="163" y="26"/>
                  <a:pt x="163" y="26"/>
                  <a:pt x="163" y="26"/>
                </a:cubicBezTo>
                <a:cubicBezTo>
                  <a:pt x="163" y="26"/>
                  <a:pt x="163" y="26"/>
                  <a:pt x="164" y="26"/>
                </a:cubicBezTo>
                <a:cubicBezTo>
                  <a:pt x="164" y="26"/>
                  <a:pt x="164" y="26"/>
                  <a:pt x="164" y="26"/>
                </a:cubicBezTo>
                <a:cubicBezTo>
                  <a:pt x="164" y="26"/>
                  <a:pt x="164" y="26"/>
                  <a:pt x="164" y="26"/>
                </a:cubicBezTo>
                <a:cubicBezTo>
                  <a:pt x="164" y="26"/>
                  <a:pt x="164" y="26"/>
                  <a:pt x="164" y="26"/>
                </a:cubicBezTo>
                <a:cubicBezTo>
                  <a:pt x="164" y="26"/>
                  <a:pt x="164" y="26"/>
                  <a:pt x="164" y="26"/>
                </a:cubicBezTo>
                <a:close/>
                <a:moveTo>
                  <a:pt x="170" y="20"/>
                </a:moveTo>
                <a:cubicBezTo>
                  <a:pt x="170" y="20"/>
                  <a:pt x="170" y="19"/>
                  <a:pt x="169" y="19"/>
                </a:cubicBezTo>
                <a:cubicBezTo>
                  <a:pt x="169" y="19"/>
                  <a:pt x="169" y="18"/>
                  <a:pt x="168" y="19"/>
                </a:cubicBezTo>
                <a:cubicBezTo>
                  <a:pt x="168" y="19"/>
                  <a:pt x="168" y="19"/>
                  <a:pt x="168" y="19"/>
                </a:cubicBezTo>
                <a:cubicBezTo>
                  <a:pt x="168" y="19"/>
                  <a:pt x="168" y="19"/>
                  <a:pt x="168" y="19"/>
                </a:cubicBezTo>
                <a:cubicBezTo>
                  <a:pt x="168" y="19"/>
                  <a:pt x="167" y="19"/>
                  <a:pt x="167" y="19"/>
                </a:cubicBezTo>
                <a:cubicBezTo>
                  <a:pt x="167" y="19"/>
                  <a:pt x="167" y="19"/>
                  <a:pt x="167" y="19"/>
                </a:cubicBezTo>
                <a:cubicBezTo>
                  <a:pt x="167" y="19"/>
                  <a:pt x="167" y="19"/>
                  <a:pt x="167" y="19"/>
                </a:cubicBezTo>
                <a:cubicBezTo>
                  <a:pt x="167" y="19"/>
                  <a:pt x="167" y="19"/>
                  <a:pt x="167" y="19"/>
                </a:cubicBezTo>
                <a:cubicBezTo>
                  <a:pt x="167" y="19"/>
                  <a:pt x="166" y="19"/>
                  <a:pt x="166" y="19"/>
                </a:cubicBezTo>
                <a:cubicBezTo>
                  <a:pt x="166" y="19"/>
                  <a:pt x="166" y="18"/>
                  <a:pt x="166" y="18"/>
                </a:cubicBezTo>
                <a:cubicBezTo>
                  <a:pt x="165" y="18"/>
                  <a:pt x="165" y="18"/>
                  <a:pt x="165" y="17"/>
                </a:cubicBezTo>
                <a:cubicBezTo>
                  <a:pt x="164" y="17"/>
                  <a:pt x="164" y="17"/>
                  <a:pt x="164" y="17"/>
                </a:cubicBezTo>
                <a:cubicBezTo>
                  <a:pt x="164" y="17"/>
                  <a:pt x="164" y="18"/>
                  <a:pt x="164" y="18"/>
                </a:cubicBezTo>
                <a:cubicBezTo>
                  <a:pt x="164" y="18"/>
                  <a:pt x="164" y="18"/>
                  <a:pt x="164" y="18"/>
                </a:cubicBezTo>
                <a:cubicBezTo>
                  <a:pt x="163" y="18"/>
                  <a:pt x="164" y="18"/>
                  <a:pt x="164" y="18"/>
                </a:cubicBezTo>
                <a:cubicBezTo>
                  <a:pt x="164" y="17"/>
                  <a:pt x="164" y="17"/>
                  <a:pt x="164" y="17"/>
                </a:cubicBezTo>
                <a:cubicBezTo>
                  <a:pt x="164" y="17"/>
                  <a:pt x="164" y="17"/>
                  <a:pt x="164" y="17"/>
                </a:cubicBezTo>
                <a:cubicBezTo>
                  <a:pt x="164" y="17"/>
                  <a:pt x="164" y="17"/>
                  <a:pt x="164" y="17"/>
                </a:cubicBezTo>
                <a:cubicBezTo>
                  <a:pt x="163" y="17"/>
                  <a:pt x="163" y="17"/>
                  <a:pt x="163" y="16"/>
                </a:cubicBezTo>
                <a:cubicBezTo>
                  <a:pt x="163" y="16"/>
                  <a:pt x="163" y="16"/>
                  <a:pt x="163" y="16"/>
                </a:cubicBezTo>
                <a:cubicBezTo>
                  <a:pt x="163" y="16"/>
                  <a:pt x="163" y="16"/>
                  <a:pt x="162" y="16"/>
                </a:cubicBezTo>
                <a:cubicBezTo>
                  <a:pt x="162" y="16"/>
                  <a:pt x="162" y="16"/>
                  <a:pt x="162" y="16"/>
                </a:cubicBezTo>
                <a:cubicBezTo>
                  <a:pt x="162" y="16"/>
                  <a:pt x="162" y="16"/>
                  <a:pt x="162" y="16"/>
                </a:cubicBezTo>
                <a:cubicBezTo>
                  <a:pt x="162" y="16"/>
                  <a:pt x="162" y="16"/>
                  <a:pt x="162" y="16"/>
                </a:cubicBezTo>
                <a:cubicBezTo>
                  <a:pt x="162" y="16"/>
                  <a:pt x="162" y="16"/>
                  <a:pt x="162" y="16"/>
                </a:cubicBezTo>
                <a:cubicBezTo>
                  <a:pt x="162" y="16"/>
                  <a:pt x="161" y="16"/>
                  <a:pt x="161" y="16"/>
                </a:cubicBezTo>
                <a:cubicBezTo>
                  <a:pt x="162" y="16"/>
                  <a:pt x="161" y="16"/>
                  <a:pt x="161" y="16"/>
                </a:cubicBezTo>
                <a:cubicBezTo>
                  <a:pt x="161" y="16"/>
                  <a:pt x="161" y="16"/>
                  <a:pt x="161" y="16"/>
                </a:cubicBezTo>
                <a:cubicBezTo>
                  <a:pt x="161" y="16"/>
                  <a:pt x="161" y="16"/>
                  <a:pt x="161" y="16"/>
                </a:cubicBezTo>
                <a:cubicBezTo>
                  <a:pt x="160" y="16"/>
                  <a:pt x="160" y="16"/>
                  <a:pt x="160" y="16"/>
                </a:cubicBezTo>
                <a:cubicBezTo>
                  <a:pt x="160" y="16"/>
                  <a:pt x="160" y="16"/>
                  <a:pt x="160" y="16"/>
                </a:cubicBezTo>
                <a:cubicBezTo>
                  <a:pt x="160" y="16"/>
                  <a:pt x="160" y="16"/>
                  <a:pt x="160" y="16"/>
                </a:cubicBezTo>
                <a:cubicBezTo>
                  <a:pt x="160" y="16"/>
                  <a:pt x="160" y="16"/>
                  <a:pt x="160" y="16"/>
                </a:cubicBezTo>
                <a:cubicBezTo>
                  <a:pt x="160" y="17"/>
                  <a:pt x="160" y="17"/>
                  <a:pt x="160" y="17"/>
                </a:cubicBezTo>
                <a:cubicBezTo>
                  <a:pt x="160" y="17"/>
                  <a:pt x="160" y="17"/>
                  <a:pt x="160" y="17"/>
                </a:cubicBezTo>
                <a:cubicBezTo>
                  <a:pt x="160" y="17"/>
                  <a:pt x="160" y="17"/>
                  <a:pt x="160" y="17"/>
                </a:cubicBezTo>
                <a:cubicBezTo>
                  <a:pt x="160" y="17"/>
                  <a:pt x="159" y="17"/>
                  <a:pt x="159" y="17"/>
                </a:cubicBezTo>
                <a:cubicBezTo>
                  <a:pt x="159" y="17"/>
                  <a:pt x="159" y="17"/>
                  <a:pt x="159" y="17"/>
                </a:cubicBezTo>
                <a:cubicBezTo>
                  <a:pt x="159" y="17"/>
                  <a:pt x="159" y="17"/>
                  <a:pt x="159" y="17"/>
                </a:cubicBezTo>
                <a:cubicBezTo>
                  <a:pt x="159" y="17"/>
                  <a:pt x="159" y="17"/>
                  <a:pt x="159" y="17"/>
                </a:cubicBezTo>
                <a:cubicBezTo>
                  <a:pt x="158" y="17"/>
                  <a:pt x="158" y="17"/>
                  <a:pt x="158" y="17"/>
                </a:cubicBezTo>
                <a:cubicBezTo>
                  <a:pt x="158" y="17"/>
                  <a:pt x="158" y="17"/>
                  <a:pt x="158" y="17"/>
                </a:cubicBezTo>
                <a:cubicBezTo>
                  <a:pt x="158" y="17"/>
                  <a:pt x="158" y="17"/>
                  <a:pt x="158" y="16"/>
                </a:cubicBezTo>
                <a:cubicBezTo>
                  <a:pt x="158" y="16"/>
                  <a:pt x="158" y="16"/>
                  <a:pt x="158" y="16"/>
                </a:cubicBezTo>
                <a:cubicBezTo>
                  <a:pt x="158" y="16"/>
                  <a:pt x="158" y="16"/>
                  <a:pt x="158" y="16"/>
                </a:cubicBezTo>
                <a:cubicBezTo>
                  <a:pt x="158" y="16"/>
                  <a:pt x="158" y="16"/>
                  <a:pt x="158" y="16"/>
                </a:cubicBezTo>
                <a:cubicBezTo>
                  <a:pt x="158" y="16"/>
                  <a:pt x="158" y="16"/>
                  <a:pt x="158" y="16"/>
                </a:cubicBezTo>
                <a:cubicBezTo>
                  <a:pt x="158" y="16"/>
                  <a:pt x="159" y="16"/>
                  <a:pt x="159" y="16"/>
                </a:cubicBezTo>
                <a:cubicBezTo>
                  <a:pt x="159" y="16"/>
                  <a:pt x="159" y="16"/>
                  <a:pt x="159" y="16"/>
                </a:cubicBezTo>
                <a:cubicBezTo>
                  <a:pt x="159" y="16"/>
                  <a:pt x="158" y="16"/>
                  <a:pt x="158" y="16"/>
                </a:cubicBezTo>
                <a:cubicBezTo>
                  <a:pt x="158" y="16"/>
                  <a:pt x="159" y="16"/>
                  <a:pt x="159" y="16"/>
                </a:cubicBezTo>
                <a:cubicBezTo>
                  <a:pt x="159" y="16"/>
                  <a:pt x="159" y="16"/>
                  <a:pt x="159" y="16"/>
                </a:cubicBezTo>
                <a:cubicBezTo>
                  <a:pt x="159" y="16"/>
                  <a:pt x="159" y="16"/>
                  <a:pt x="159" y="16"/>
                </a:cubicBezTo>
                <a:cubicBezTo>
                  <a:pt x="159" y="16"/>
                  <a:pt x="160" y="16"/>
                  <a:pt x="160" y="16"/>
                </a:cubicBezTo>
                <a:cubicBezTo>
                  <a:pt x="160" y="15"/>
                  <a:pt x="160" y="15"/>
                  <a:pt x="160" y="15"/>
                </a:cubicBezTo>
                <a:cubicBezTo>
                  <a:pt x="159" y="15"/>
                  <a:pt x="159" y="15"/>
                  <a:pt x="159" y="15"/>
                </a:cubicBezTo>
                <a:cubicBezTo>
                  <a:pt x="159" y="15"/>
                  <a:pt x="159" y="15"/>
                  <a:pt x="159" y="15"/>
                </a:cubicBezTo>
                <a:cubicBezTo>
                  <a:pt x="159" y="15"/>
                  <a:pt x="159" y="15"/>
                  <a:pt x="159" y="15"/>
                </a:cubicBezTo>
                <a:cubicBezTo>
                  <a:pt x="159" y="15"/>
                  <a:pt x="159" y="15"/>
                  <a:pt x="159" y="15"/>
                </a:cubicBezTo>
                <a:cubicBezTo>
                  <a:pt x="159" y="14"/>
                  <a:pt x="159" y="14"/>
                  <a:pt x="159" y="14"/>
                </a:cubicBezTo>
                <a:cubicBezTo>
                  <a:pt x="159" y="14"/>
                  <a:pt x="159" y="14"/>
                  <a:pt x="159" y="14"/>
                </a:cubicBezTo>
                <a:cubicBezTo>
                  <a:pt x="159" y="14"/>
                  <a:pt x="159" y="14"/>
                  <a:pt x="159" y="14"/>
                </a:cubicBezTo>
                <a:cubicBezTo>
                  <a:pt x="159" y="14"/>
                  <a:pt x="158" y="13"/>
                  <a:pt x="158" y="14"/>
                </a:cubicBezTo>
                <a:cubicBezTo>
                  <a:pt x="158" y="14"/>
                  <a:pt x="158" y="14"/>
                  <a:pt x="158" y="14"/>
                </a:cubicBezTo>
                <a:cubicBezTo>
                  <a:pt x="158" y="14"/>
                  <a:pt x="158" y="14"/>
                  <a:pt x="158" y="14"/>
                </a:cubicBezTo>
                <a:cubicBezTo>
                  <a:pt x="158" y="14"/>
                  <a:pt x="158" y="15"/>
                  <a:pt x="158" y="15"/>
                </a:cubicBezTo>
                <a:cubicBezTo>
                  <a:pt x="158" y="15"/>
                  <a:pt x="158" y="15"/>
                  <a:pt x="157" y="15"/>
                </a:cubicBezTo>
                <a:cubicBezTo>
                  <a:pt x="157" y="15"/>
                  <a:pt x="157" y="15"/>
                  <a:pt x="157" y="15"/>
                </a:cubicBezTo>
                <a:cubicBezTo>
                  <a:pt x="157" y="15"/>
                  <a:pt x="157" y="15"/>
                  <a:pt x="157" y="15"/>
                </a:cubicBezTo>
                <a:cubicBezTo>
                  <a:pt x="157" y="15"/>
                  <a:pt x="157" y="15"/>
                  <a:pt x="157" y="15"/>
                </a:cubicBezTo>
                <a:cubicBezTo>
                  <a:pt x="156" y="15"/>
                  <a:pt x="157" y="15"/>
                  <a:pt x="156" y="15"/>
                </a:cubicBezTo>
                <a:cubicBezTo>
                  <a:pt x="156" y="15"/>
                  <a:pt x="156" y="15"/>
                  <a:pt x="156" y="15"/>
                </a:cubicBezTo>
                <a:cubicBezTo>
                  <a:pt x="155" y="15"/>
                  <a:pt x="155" y="15"/>
                  <a:pt x="155" y="15"/>
                </a:cubicBezTo>
                <a:cubicBezTo>
                  <a:pt x="155" y="15"/>
                  <a:pt x="155" y="15"/>
                  <a:pt x="155" y="15"/>
                </a:cubicBezTo>
                <a:cubicBezTo>
                  <a:pt x="155" y="15"/>
                  <a:pt x="154" y="16"/>
                  <a:pt x="154" y="15"/>
                </a:cubicBezTo>
                <a:cubicBezTo>
                  <a:pt x="154" y="15"/>
                  <a:pt x="155" y="15"/>
                  <a:pt x="155" y="15"/>
                </a:cubicBezTo>
                <a:cubicBezTo>
                  <a:pt x="155" y="15"/>
                  <a:pt x="155" y="15"/>
                  <a:pt x="155" y="15"/>
                </a:cubicBezTo>
                <a:cubicBezTo>
                  <a:pt x="155" y="15"/>
                  <a:pt x="156" y="15"/>
                  <a:pt x="156" y="15"/>
                </a:cubicBezTo>
                <a:cubicBezTo>
                  <a:pt x="156" y="15"/>
                  <a:pt x="156" y="15"/>
                  <a:pt x="156" y="15"/>
                </a:cubicBezTo>
                <a:cubicBezTo>
                  <a:pt x="156" y="14"/>
                  <a:pt x="156" y="14"/>
                  <a:pt x="156" y="14"/>
                </a:cubicBezTo>
                <a:cubicBezTo>
                  <a:pt x="156" y="14"/>
                  <a:pt x="156" y="14"/>
                  <a:pt x="156" y="14"/>
                </a:cubicBezTo>
                <a:cubicBezTo>
                  <a:pt x="156" y="14"/>
                  <a:pt x="156" y="14"/>
                  <a:pt x="156" y="14"/>
                </a:cubicBezTo>
                <a:cubicBezTo>
                  <a:pt x="156" y="14"/>
                  <a:pt x="156" y="14"/>
                  <a:pt x="156" y="14"/>
                </a:cubicBezTo>
                <a:cubicBezTo>
                  <a:pt x="155" y="14"/>
                  <a:pt x="155" y="14"/>
                  <a:pt x="155" y="14"/>
                </a:cubicBezTo>
                <a:cubicBezTo>
                  <a:pt x="155" y="14"/>
                  <a:pt x="155" y="14"/>
                  <a:pt x="156" y="14"/>
                </a:cubicBezTo>
                <a:cubicBezTo>
                  <a:pt x="156" y="14"/>
                  <a:pt x="155" y="14"/>
                  <a:pt x="155" y="14"/>
                </a:cubicBezTo>
                <a:cubicBezTo>
                  <a:pt x="155" y="14"/>
                  <a:pt x="155" y="13"/>
                  <a:pt x="155" y="13"/>
                </a:cubicBezTo>
                <a:cubicBezTo>
                  <a:pt x="155" y="13"/>
                  <a:pt x="155" y="13"/>
                  <a:pt x="155" y="13"/>
                </a:cubicBezTo>
                <a:cubicBezTo>
                  <a:pt x="155" y="13"/>
                  <a:pt x="155" y="13"/>
                  <a:pt x="155" y="13"/>
                </a:cubicBezTo>
                <a:cubicBezTo>
                  <a:pt x="155" y="13"/>
                  <a:pt x="155" y="13"/>
                  <a:pt x="155" y="13"/>
                </a:cubicBezTo>
                <a:cubicBezTo>
                  <a:pt x="155" y="13"/>
                  <a:pt x="155" y="13"/>
                  <a:pt x="155" y="13"/>
                </a:cubicBezTo>
                <a:cubicBezTo>
                  <a:pt x="155" y="12"/>
                  <a:pt x="155" y="12"/>
                  <a:pt x="155" y="12"/>
                </a:cubicBezTo>
                <a:cubicBezTo>
                  <a:pt x="156" y="12"/>
                  <a:pt x="156" y="12"/>
                  <a:pt x="156" y="12"/>
                </a:cubicBezTo>
                <a:cubicBezTo>
                  <a:pt x="156" y="12"/>
                  <a:pt x="156" y="12"/>
                  <a:pt x="156" y="12"/>
                </a:cubicBezTo>
                <a:cubicBezTo>
                  <a:pt x="156" y="12"/>
                  <a:pt x="156" y="12"/>
                  <a:pt x="156" y="11"/>
                </a:cubicBezTo>
                <a:cubicBezTo>
                  <a:pt x="156" y="11"/>
                  <a:pt x="156" y="11"/>
                  <a:pt x="156" y="11"/>
                </a:cubicBezTo>
                <a:cubicBezTo>
                  <a:pt x="156" y="11"/>
                  <a:pt x="156" y="11"/>
                  <a:pt x="156" y="10"/>
                </a:cubicBezTo>
                <a:cubicBezTo>
                  <a:pt x="156" y="10"/>
                  <a:pt x="156" y="10"/>
                  <a:pt x="155" y="10"/>
                </a:cubicBezTo>
                <a:cubicBezTo>
                  <a:pt x="155" y="10"/>
                  <a:pt x="155" y="10"/>
                  <a:pt x="155" y="10"/>
                </a:cubicBezTo>
                <a:cubicBezTo>
                  <a:pt x="155" y="10"/>
                  <a:pt x="154" y="10"/>
                  <a:pt x="154" y="10"/>
                </a:cubicBezTo>
                <a:cubicBezTo>
                  <a:pt x="154" y="9"/>
                  <a:pt x="154" y="9"/>
                  <a:pt x="154" y="9"/>
                </a:cubicBezTo>
                <a:cubicBezTo>
                  <a:pt x="154" y="9"/>
                  <a:pt x="154" y="9"/>
                  <a:pt x="154" y="9"/>
                </a:cubicBezTo>
                <a:cubicBezTo>
                  <a:pt x="154" y="9"/>
                  <a:pt x="154" y="9"/>
                  <a:pt x="154" y="9"/>
                </a:cubicBezTo>
                <a:cubicBezTo>
                  <a:pt x="154" y="9"/>
                  <a:pt x="154" y="10"/>
                  <a:pt x="154" y="10"/>
                </a:cubicBezTo>
                <a:cubicBezTo>
                  <a:pt x="154" y="10"/>
                  <a:pt x="154" y="10"/>
                  <a:pt x="154" y="9"/>
                </a:cubicBezTo>
                <a:cubicBezTo>
                  <a:pt x="153" y="9"/>
                  <a:pt x="153" y="9"/>
                  <a:pt x="153" y="9"/>
                </a:cubicBezTo>
                <a:cubicBezTo>
                  <a:pt x="153" y="9"/>
                  <a:pt x="153" y="9"/>
                  <a:pt x="153" y="9"/>
                </a:cubicBezTo>
                <a:cubicBezTo>
                  <a:pt x="153" y="9"/>
                  <a:pt x="153" y="9"/>
                  <a:pt x="153" y="9"/>
                </a:cubicBezTo>
                <a:cubicBezTo>
                  <a:pt x="152" y="9"/>
                  <a:pt x="152" y="9"/>
                  <a:pt x="152" y="9"/>
                </a:cubicBezTo>
                <a:cubicBezTo>
                  <a:pt x="152" y="8"/>
                  <a:pt x="152" y="8"/>
                  <a:pt x="152" y="8"/>
                </a:cubicBezTo>
                <a:cubicBezTo>
                  <a:pt x="152" y="8"/>
                  <a:pt x="152" y="8"/>
                  <a:pt x="152" y="7"/>
                </a:cubicBezTo>
                <a:cubicBezTo>
                  <a:pt x="151" y="7"/>
                  <a:pt x="152" y="7"/>
                  <a:pt x="152" y="7"/>
                </a:cubicBezTo>
                <a:cubicBezTo>
                  <a:pt x="152" y="7"/>
                  <a:pt x="152" y="7"/>
                  <a:pt x="152" y="6"/>
                </a:cubicBezTo>
                <a:cubicBezTo>
                  <a:pt x="152" y="6"/>
                  <a:pt x="151" y="6"/>
                  <a:pt x="151" y="6"/>
                </a:cubicBezTo>
                <a:cubicBezTo>
                  <a:pt x="151" y="6"/>
                  <a:pt x="151" y="6"/>
                  <a:pt x="151" y="6"/>
                </a:cubicBezTo>
                <a:cubicBezTo>
                  <a:pt x="151" y="6"/>
                  <a:pt x="151" y="6"/>
                  <a:pt x="150" y="6"/>
                </a:cubicBezTo>
                <a:cubicBezTo>
                  <a:pt x="150" y="6"/>
                  <a:pt x="150" y="6"/>
                  <a:pt x="150" y="6"/>
                </a:cubicBezTo>
                <a:cubicBezTo>
                  <a:pt x="150" y="6"/>
                  <a:pt x="150" y="6"/>
                  <a:pt x="150" y="6"/>
                </a:cubicBezTo>
                <a:cubicBezTo>
                  <a:pt x="150" y="6"/>
                  <a:pt x="150" y="6"/>
                  <a:pt x="150" y="7"/>
                </a:cubicBezTo>
                <a:cubicBezTo>
                  <a:pt x="150" y="7"/>
                  <a:pt x="150" y="7"/>
                  <a:pt x="150" y="7"/>
                </a:cubicBezTo>
                <a:cubicBezTo>
                  <a:pt x="150" y="7"/>
                  <a:pt x="150" y="7"/>
                  <a:pt x="150" y="7"/>
                </a:cubicBezTo>
                <a:cubicBezTo>
                  <a:pt x="150" y="7"/>
                  <a:pt x="150" y="7"/>
                  <a:pt x="150" y="7"/>
                </a:cubicBezTo>
                <a:cubicBezTo>
                  <a:pt x="150" y="7"/>
                  <a:pt x="150" y="7"/>
                  <a:pt x="150" y="7"/>
                </a:cubicBezTo>
                <a:cubicBezTo>
                  <a:pt x="150" y="7"/>
                  <a:pt x="150" y="7"/>
                  <a:pt x="150" y="7"/>
                </a:cubicBezTo>
                <a:cubicBezTo>
                  <a:pt x="150" y="8"/>
                  <a:pt x="150" y="8"/>
                  <a:pt x="150" y="8"/>
                </a:cubicBezTo>
                <a:cubicBezTo>
                  <a:pt x="149" y="8"/>
                  <a:pt x="149" y="8"/>
                  <a:pt x="149" y="8"/>
                </a:cubicBezTo>
                <a:cubicBezTo>
                  <a:pt x="149" y="8"/>
                  <a:pt x="149" y="8"/>
                  <a:pt x="149" y="9"/>
                </a:cubicBezTo>
                <a:cubicBezTo>
                  <a:pt x="149" y="9"/>
                  <a:pt x="149" y="9"/>
                  <a:pt x="149" y="9"/>
                </a:cubicBezTo>
                <a:cubicBezTo>
                  <a:pt x="149" y="9"/>
                  <a:pt x="149" y="9"/>
                  <a:pt x="149" y="9"/>
                </a:cubicBezTo>
                <a:cubicBezTo>
                  <a:pt x="149" y="9"/>
                  <a:pt x="149" y="9"/>
                  <a:pt x="148" y="9"/>
                </a:cubicBezTo>
                <a:cubicBezTo>
                  <a:pt x="148" y="9"/>
                  <a:pt x="148" y="9"/>
                  <a:pt x="148" y="10"/>
                </a:cubicBezTo>
                <a:cubicBezTo>
                  <a:pt x="148" y="10"/>
                  <a:pt x="148" y="10"/>
                  <a:pt x="148" y="10"/>
                </a:cubicBezTo>
                <a:cubicBezTo>
                  <a:pt x="148" y="10"/>
                  <a:pt x="148" y="10"/>
                  <a:pt x="148" y="10"/>
                </a:cubicBezTo>
                <a:cubicBezTo>
                  <a:pt x="148" y="10"/>
                  <a:pt x="147" y="9"/>
                  <a:pt x="147" y="9"/>
                </a:cubicBezTo>
                <a:cubicBezTo>
                  <a:pt x="148" y="9"/>
                  <a:pt x="148" y="9"/>
                  <a:pt x="148" y="9"/>
                </a:cubicBezTo>
                <a:cubicBezTo>
                  <a:pt x="148" y="9"/>
                  <a:pt x="148" y="9"/>
                  <a:pt x="148" y="9"/>
                </a:cubicBezTo>
                <a:cubicBezTo>
                  <a:pt x="148" y="8"/>
                  <a:pt x="148" y="8"/>
                  <a:pt x="148" y="8"/>
                </a:cubicBezTo>
                <a:cubicBezTo>
                  <a:pt x="148" y="8"/>
                  <a:pt x="148" y="8"/>
                  <a:pt x="148" y="7"/>
                </a:cubicBezTo>
                <a:cubicBezTo>
                  <a:pt x="148" y="7"/>
                  <a:pt x="148" y="7"/>
                  <a:pt x="148" y="7"/>
                </a:cubicBezTo>
                <a:cubicBezTo>
                  <a:pt x="148" y="7"/>
                  <a:pt x="148" y="7"/>
                  <a:pt x="148" y="7"/>
                </a:cubicBezTo>
                <a:cubicBezTo>
                  <a:pt x="148" y="7"/>
                  <a:pt x="148" y="7"/>
                  <a:pt x="148" y="7"/>
                </a:cubicBezTo>
                <a:cubicBezTo>
                  <a:pt x="148" y="7"/>
                  <a:pt x="148" y="7"/>
                  <a:pt x="148" y="7"/>
                </a:cubicBezTo>
                <a:cubicBezTo>
                  <a:pt x="148" y="6"/>
                  <a:pt x="148" y="6"/>
                  <a:pt x="148" y="6"/>
                </a:cubicBezTo>
                <a:cubicBezTo>
                  <a:pt x="148" y="6"/>
                  <a:pt x="148" y="6"/>
                  <a:pt x="148" y="6"/>
                </a:cubicBezTo>
                <a:cubicBezTo>
                  <a:pt x="148" y="6"/>
                  <a:pt x="148" y="6"/>
                  <a:pt x="148" y="6"/>
                </a:cubicBezTo>
                <a:cubicBezTo>
                  <a:pt x="147" y="6"/>
                  <a:pt x="147" y="6"/>
                  <a:pt x="147" y="6"/>
                </a:cubicBezTo>
                <a:cubicBezTo>
                  <a:pt x="147" y="6"/>
                  <a:pt x="147" y="6"/>
                  <a:pt x="147" y="6"/>
                </a:cubicBezTo>
                <a:cubicBezTo>
                  <a:pt x="147" y="6"/>
                  <a:pt x="147" y="6"/>
                  <a:pt x="147" y="7"/>
                </a:cubicBezTo>
                <a:cubicBezTo>
                  <a:pt x="147" y="7"/>
                  <a:pt x="147" y="7"/>
                  <a:pt x="146" y="7"/>
                </a:cubicBezTo>
                <a:cubicBezTo>
                  <a:pt x="146" y="7"/>
                  <a:pt x="147" y="7"/>
                  <a:pt x="147" y="7"/>
                </a:cubicBezTo>
                <a:cubicBezTo>
                  <a:pt x="147" y="8"/>
                  <a:pt x="146" y="8"/>
                  <a:pt x="146" y="8"/>
                </a:cubicBezTo>
                <a:cubicBezTo>
                  <a:pt x="146" y="8"/>
                  <a:pt x="146" y="8"/>
                  <a:pt x="146" y="8"/>
                </a:cubicBezTo>
                <a:cubicBezTo>
                  <a:pt x="146" y="9"/>
                  <a:pt x="146" y="9"/>
                  <a:pt x="146" y="9"/>
                </a:cubicBezTo>
                <a:cubicBezTo>
                  <a:pt x="146" y="9"/>
                  <a:pt x="146" y="9"/>
                  <a:pt x="145" y="10"/>
                </a:cubicBezTo>
                <a:cubicBezTo>
                  <a:pt x="145" y="10"/>
                  <a:pt x="145" y="10"/>
                  <a:pt x="145" y="10"/>
                </a:cubicBezTo>
                <a:cubicBezTo>
                  <a:pt x="145" y="11"/>
                  <a:pt x="145" y="11"/>
                  <a:pt x="144" y="11"/>
                </a:cubicBezTo>
                <a:cubicBezTo>
                  <a:pt x="144" y="11"/>
                  <a:pt x="144" y="11"/>
                  <a:pt x="144" y="11"/>
                </a:cubicBezTo>
                <a:cubicBezTo>
                  <a:pt x="144" y="11"/>
                  <a:pt x="144" y="12"/>
                  <a:pt x="144" y="12"/>
                </a:cubicBezTo>
                <a:cubicBezTo>
                  <a:pt x="144" y="12"/>
                  <a:pt x="144" y="12"/>
                  <a:pt x="143" y="12"/>
                </a:cubicBezTo>
                <a:cubicBezTo>
                  <a:pt x="143" y="12"/>
                  <a:pt x="143" y="12"/>
                  <a:pt x="143" y="13"/>
                </a:cubicBezTo>
                <a:cubicBezTo>
                  <a:pt x="143" y="13"/>
                  <a:pt x="143" y="13"/>
                  <a:pt x="143" y="13"/>
                </a:cubicBezTo>
                <a:cubicBezTo>
                  <a:pt x="143" y="13"/>
                  <a:pt x="143" y="13"/>
                  <a:pt x="143" y="13"/>
                </a:cubicBezTo>
                <a:cubicBezTo>
                  <a:pt x="143" y="13"/>
                  <a:pt x="142" y="13"/>
                  <a:pt x="142" y="13"/>
                </a:cubicBezTo>
                <a:cubicBezTo>
                  <a:pt x="142" y="13"/>
                  <a:pt x="142" y="13"/>
                  <a:pt x="142" y="14"/>
                </a:cubicBezTo>
                <a:cubicBezTo>
                  <a:pt x="142" y="14"/>
                  <a:pt x="142" y="14"/>
                  <a:pt x="142" y="14"/>
                </a:cubicBezTo>
                <a:cubicBezTo>
                  <a:pt x="142" y="14"/>
                  <a:pt x="142" y="14"/>
                  <a:pt x="142" y="14"/>
                </a:cubicBezTo>
                <a:cubicBezTo>
                  <a:pt x="142" y="14"/>
                  <a:pt x="142" y="15"/>
                  <a:pt x="142" y="15"/>
                </a:cubicBezTo>
                <a:cubicBezTo>
                  <a:pt x="142" y="15"/>
                  <a:pt x="141" y="15"/>
                  <a:pt x="141" y="15"/>
                </a:cubicBezTo>
                <a:cubicBezTo>
                  <a:pt x="141" y="16"/>
                  <a:pt x="142" y="16"/>
                  <a:pt x="141" y="16"/>
                </a:cubicBezTo>
                <a:cubicBezTo>
                  <a:pt x="141" y="16"/>
                  <a:pt x="141" y="17"/>
                  <a:pt x="141" y="17"/>
                </a:cubicBezTo>
                <a:cubicBezTo>
                  <a:pt x="141" y="17"/>
                  <a:pt x="140" y="17"/>
                  <a:pt x="140" y="17"/>
                </a:cubicBezTo>
                <a:cubicBezTo>
                  <a:pt x="140" y="18"/>
                  <a:pt x="140" y="18"/>
                  <a:pt x="140" y="18"/>
                </a:cubicBezTo>
                <a:cubicBezTo>
                  <a:pt x="140" y="18"/>
                  <a:pt x="140" y="19"/>
                  <a:pt x="140" y="19"/>
                </a:cubicBezTo>
                <a:cubicBezTo>
                  <a:pt x="140" y="19"/>
                  <a:pt x="139" y="19"/>
                  <a:pt x="139" y="19"/>
                </a:cubicBezTo>
                <a:cubicBezTo>
                  <a:pt x="138" y="19"/>
                  <a:pt x="138" y="19"/>
                  <a:pt x="138" y="18"/>
                </a:cubicBezTo>
                <a:cubicBezTo>
                  <a:pt x="138" y="18"/>
                  <a:pt x="138" y="19"/>
                  <a:pt x="137" y="19"/>
                </a:cubicBezTo>
                <a:cubicBezTo>
                  <a:pt x="137" y="19"/>
                  <a:pt x="137" y="19"/>
                  <a:pt x="137" y="19"/>
                </a:cubicBezTo>
                <a:cubicBezTo>
                  <a:pt x="137" y="20"/>
                  <a:pt x="137" y="20"/>
                  <a:pt x="136" y="20"/>
                </a:cubicBezTo>
                <a:cubicBezTo>
                  <a:pt x="136" y="20"/>
                  <a:pt x="136" y="21"/>
                  <a:pt x="136" y="21"/>
                </a:cubicBezTo>
                <a:cubicBezTo>
                  <a:pt x="136" y="21"/>
                  <a:pt x="136" y="21"/>
                  <a:pt x="136" y="21"/>
                </a:cubicBezTo>
                <a:cubicBezTo>
                  <a:pt x="136" y="21"/>
                  <a:pt x="136" y="21"/>
                  <a:pt x="136" y="21"/>
                </a:cubicBezTo>
                <a:cubicBezTo>
                  <a:pt x="136" y="22"/>
                  <a:pt x="137" y="22"/>
                  <a:pt x="137" y="22"/>
                </a:cubicBezTo>
                <a:cubicBezTo>
                  <a:pt x="137" y="22"/>
                  <a:pt x="137" y="22"/>
                  <a:pt x="137" y="22"/>
                </a:cubicBezTo>
                <a:cubicBezTo>
                  <a:pt x="137" y="22"/>
                  <a:pt x="137" y="22"/>
                  <a:pt x="138" y="22"/>
                </a:cubicBezTo>
                <a:cubicBezTo>
                  <a:pt x="138" y="22"/>
                  <a:pt x="138" y="22"/>
                  <a:pt x="138" y="22"/>
                </a:cubicBezTo>
                <a:cubicBezTo>
                  <a:pt x="138" y="22"/>
                  <a:pt x="138" y="22"/>
                  <a:pt x="137" y="23"/>
                </a:cubicBezTo>
                <a:cubicBezTo>
                  <a:pt x="137" y="23"/>
                  <a:pt x="137" y="23"/>
                  <a:pt x="137" y="23"/>
                </a:cubicBezTo>
                <a:cubicBezTo>
                  <a:pt x="137" y="23"/>
                  <a:pt x="137" y="24"/>
                  <a:pt x="137" y="24"/>
                </a:cubicBezTo>
                <a:cubicBezTo>
                  <a:pt x="137" y="24"/>
                  <a:pt x="137" y="24"/>
                  <a:pt x="137" y="24"/>
                </a:cubicBezTo>
                <a:cubicBezTo>
                  <a:pt x="137" y="24"/>
                  <a:pt x="137" y="24"/>
                  <a:pt x="137" y="24"/>
                </a:cubicBezTo>
                <a:cubicBezTo>
                  <a:pt x="136" y="24"/>
                  <a:pt x="136" y="24"/>
                  <a:pt x="136" y="24"/>
                </a:cubicBezTo>
                <a:cubicBezTo>
                  <a:pt x="137" y="24"/>
                  <a:pt x="137" y="25"/>
                  <a:pt x="137" y="25"/>
                </a:cubicBezTo>
                <a:cubicBezTo>
                  <a:pt x="137" y="25"/>
                  <a:pt x="137" y="27"/>
                  <a:pt x="137" y="27"/>
                </a:cubicBezTo>
                <a:cubicBezTo>
                  <a:pt x="137" y="28"/>
                  <a:pt x="136" y="28"/>
                  <a:pt x="135" y="28"/>
                </a:cubicBezTo>
                <a:cubicBezTo>
                  <a:pt x="135" y="28"/>
                  <a:pt x="135" y="27"/>
                  <a:pt x="135" y="27"/>
                </a:cubicBezTo>
                <a:cubicBezTo>
                  <a:pt x="135" y="26"/>
                  <a:pt x="135" y="25"/>
                  <a:pt x="135" y="24"/>
                </a:cubicBezTo>
                <a:cubicBezTo>
                  <a:pt x="134" y="24"/>
                  <a:pt x="134" y="24"/>
                  <a:pt x="134" y="24"/>
                </a:cubicBezTo>
                <a:cubicBezTo>
                  <a:pt x="134" y="24"/>
                  <a:pt x="134" y="25"/>
                  <a:pt x="134" y="25"/>
                </a:cubicBezTo>
                <a:cubicBezTo>
                  <a:pt x="134" y="25"/>
                  <a:pt x="134" y="25"/>
                  <a:pt x="134" y="25"/>
                </a:cubicBezTo>
                <a:cubicBezTo>
                  <a:pt x="133" y="25"/>
                  <a:pt x="134" y="25"/>
                  <a:pt x="134" y="25"/>
                </a:cubicBezTo>
                <a:cubicBezTo>
                  <a:pt x="134" y="25"/>
                  <a:pt x="134" y="25"/>
                  <a:pt x="133" y="25"/>
                </a:cubicBezTo>
                <a:cubicBezTo>
                  <a:pt x="133" y="25"/>
                  <a:pt x="133" y="25"/>
                  <a:pt x="133" y="26"/>
                </a:cubicBezTo>
                <a:cubicBezTo>
                  <a:pt x="133" y="26"/>
                  <a:pt x="133" y="26"/>
                  <a:pt x="133" y="26"/>
                </a:cubicBezTo>
                <a:cubicBezTo>
                  <a:pt x="133" y="26"/>
                  <a:pt x="133" y="25"/>
                  <a:pt x="133" y="25"/>
                </a:cubicBezTo>
                <a:cubicBezTo>
                  <a:pt x="133" y="25"/>
                  <a:pt x="133" y="25"/>
                  <a:pt x="133" y="25"/>
                </a:cubicBezTo>
                <a:cubicBezTo>
                  <a:pt x="133" y="25"/>
                  <a:pt x="133" y="25"/>
                  <a:pt x="133" y="24"/>
                </a:cubicBezTo>
                <a:cubicBezTo>
                  <a:pt x="133" y="24"/>
                  <a:pt x="133" y="24"/>
                  <a:pt x="133" y="24"/>
                </a:cubicBezTo>
                <a:cubicBezTo>
                  <a:pt x="133" y="23"/>
                  <a:pt x="133" y="24"/>
                  <a:pt x="133" y="24"/>
                </a:cubicBezTo>
                <a:cubicBezTo>
                  <a:pt x="132" y="24"/>
                  <a:pt x="132" y="24"/>
                  <a:pt x="132" y="24"/>
                </a:cubicBezTo>
                <a:cubicBezTo>
                  <a:pt x="132" y="25"/>
                  <a:pt x="132" y="27"/>
                  <a:pt x="132" y="28"/>
                </a:cubicBezTo>
                <a:cubicBezTo>
                  <a:pt x="132" y="28"/>
                  <a:pt x="132" y="29"/>
                  <a:pt x="132" y="30"/>
                </a:cubicBezTo>
                <a:cubicBezTo>
                  <a:pt x="132" y="30"/>
                  <a:pt x="131" y="32"/>
                  <a:pt x="130" y="32"/>
                </a:cubicBezTo>
                <a:cubicBezTo>
                  <a:pt x="130" y="33"/>
                  <a:pt x="130" y="31"/>
                  <a:pt x="129" y="31"/>
                </a:cubicBezTo>
                <a:cubicBezTo>
                  <a:pt x="129" y="30"/>
                  <a:pt x="129" y="29"/>
                  <a:pt x="129" y="28"/>
                </a:cubicBezTo>
                <a:cubicBezTo>
                  <a:pt x="129" y="28"/>
                  <a:pt x="128" y="27"/>
                  <a:pt x="128" y="27"/>
                </a:cubicBezTo>
                <a:cubicBezTo>
                  <a:pt x="128" y="27"/>
                  <a:pt x="128" y="27"/>
                  <a:pt x="128" y="27"/>
                </a:cubicBezTo>
                <a:cubicBezTo>
                  <a:pt x="127" y="27"/>
                  <a:pt x="127" y="27"/>
                  <a:pt x="126" y="28"/>
                </a:cubicBezTo>
                <a:cubicBezTo>
                  <a:pt x="126" y="28"/>
                  <a:pt x="125" y="28"/>
                  <a:pt x="125" y="28"/>
                </a:cubicBezTo>
                <a:cubicBezTo>
                  <a:pt x="125" y="28"/>
                  <a:pt x="125" y="28"/>
                  <a:pt x="124" y="28"/>
                </a:cubicBezTo>
                <a:cubicBezTo>
                  <a:pt x="124" y="28"/>
                  <a:pt x="124" y="28"/>
                  <a:pt x="124" y="28"/>
                </a:cubicBezTo>
                <a:cubicBezTo>
                  <a:pt x="124" y="28"/>
                  <a:pt x="124" y="29"/>
                  <a:pt x="124" y="29"/>
                </a:cubicBezTo>
                <a:cubicBezTo>
                  <a:pt x="124" y="29"/>
                  <a:pt x="124" y="30"/>
                  <a:pt x="124" y="30"/>
                </a:cubicBezTo>
                <a:cubicBezTo>
                  <a:pt x="123" y="31"/>
                  <a:pt x="123" y="31"/>
                  <a:pt x="123" y="31"/>
                </a:cubicBezTo>
                <a:cubicBezTo>
                  <a:pt x="123" y="32"/>
                  <a:pt x="122" y="32"/>
                  <a:pt x="122" y="33"/>
                </a:cubicBezTo>
                <a:cubicBezTo>
                  <a:pt x="122" y="33"/>
                  <a:pt x="122" y="33"/>
                  <a:pt x="121" y="34"/>
                </a:cubicBezTo>
                <a:cubicBezTo>
                  <a:pt x="121" y="34"/>
                  <a:pt x="121" y="34"/>
                  <a:pt x="120" y="34"/>
                </a:cubicBezTo>
                <a:cubicBezTo>
                  <a:pt x="120" y="35"/>
                  <a:pt x="120" y="35"/>
                  <a:pt x="120" y="35"/>
                </a:cubicBezTo>
                <a:cubicBezTo>
                  <a:pt x="120" y="35"/>
                  <a:pt x="120" y="35"/>
                  <a:pt x="119" y="35"/>
                </a:cubicBezTo>
                <a:cubicBezTo>
                  <a:pt x="119" y="35"/>
                  <a:pt x="119" y="36"/>
                  <a:pt x="119" y="36"/>
                </a:cubicBezTo>
                <a:cubicBezTo>
                  <a:pt x="119" y="36"/>
                  <a:pt x="119" y="36"/>
                  <a:pt x="119" y="36"/>
                </a:cubicBezTo>
                <a:cubicBezTo>
                  <a:pt x="119" y="37"/>
                  <a:pt x="119" y="37"/>
                  <a:pt x="119" y="37"/>
                </a:cubicBezTo>
                <a:cubicBezTo>
                  <a:pt x="118" y="37"/>
                  <a:pt x="118" y="37"/>
                  <a:pt x="118" y="37"/>
                </a:cubicBezTo>
                <a:cubicBezTo>
                  <a:pt x="118" y="37"/>
                  <a:pt x="118" y="37"/>
                  <a:pt x="118" y="38"/>
                </a:cubicBezTo>
                <a:cubicBezTo>
                  <a:pt x="118" y="38"/>
                  <a:pt x="118" y="38"/>
                  <a:pt x="118" y="38"/>
                </a:cubicBezTo>
                <a:cubicBezTo>
                  <a:pt x="117" y="38"/>
                  <a:pt x="117" y="38"/>
                  <a:pt x="117" y="39"/>
                </a:cubicBezTo>
                <a:cubicBezTo>
                  <a:pt x="117" y="39"/>
                  <a:pt x="117" y="39"/>
                  <a:pt x="117" y="39"/>
                </a:cubicBezTo>
                <a:cubicBezTo>
                  <a:pt x="117" y="39"/>
                  <a:pt x="117" y="39"/>
                  <a:pt x="116" y="39"/>
                </a:cubicBezTo>
                <a:cubicBezTo>
                  <a:pt x="116" y="40"/>
                  <a:pt x="116" y="40"/>
                  <a:pt x="116" y="40"/>
                </a:cubicBezTo>
                <a:cubicBezTo>
                  <a:pt x="116" y="40"/>
                  <a:pt x="116" y="40"/>
                  <a:pt x="116" y="40"/>
                </a:cubicBezTo>
                <a:cubicBezTo>
                  <a:pt x="116" y="40"/>
                  <a:pt x="116" y="41"/>
                  <a:pt x="116" y="41"/>
                </a:cubicBezTo>
                <a:cubicBezTo>
                  <a:pt x="115" y="41"/>
                  <a:pt x="114" y="41"/>
                  <a:pt x="114" y="41"/>
                </a:cubicBezTo>
                <a:cubicBezTo>
                  <a:pt x="113" y="42"/>
                  <a:pt x="113" y="42"/>
                  <a:pt x="113" y="42"/>
                </a:cubicBezTo>
                <a:cubicBezTo>
                  <a:pt x="112" y="42"/>
                  <a:pt x="112" y="42"/>
                  <a:pt x="112" y="42"/>
                </a:cubicBezTo>
                <a:cubicBezTo>
                  <a:pt x="111" y="42"/>
                  <a:pt x="111" y="42"/>
                  <a:pt x="111" y="42"/>
                </a:cubicBezTo>
                <a:cubicBezTo>
                  <a:pt x="110" y="42"/>
                  <a:pt x="110" y="42"/>
                  <a:pt x="110" y="43"/>
                </a:cubicBezTo>
                <a:cubicBezTo>
                  <a:pt x="109" y="43"/>
                  <a:pt x="109" y="43"/>
                  <a:pt x="109" y="43"/>
                </a:cubicBezTo>
                <a:cubicBezTo>
                  <a:pt x="108" y="43"/>
                  <a:pt x="108" y="43"/>
                  <a:pt x="108" y="43"/>
                </a:cubicBezTo>
                <a:cubicBezTo>
                  <a:pt x="107" y="44"/>
                  <a:pt x="106" y="44"/>
                  <a:pt x="105" y="44"/>
                </a:cubicBezTo>
                <a:cubicBezTo>
                  <a:pt x="105" y="44"/>
                  <a:pt x="105" y="44"/>
                  <a:pt x="105" y="44"/>
                </a:cubicBezTo>
                <a:cubicBezTo>
                  <a:pt x="105" y="44"/>
                  <a:pt x="104" y="44"/>
                  <a:pt x="104" y="44"/>
                </a:cubicBezTo>
                <a:cubicBezTo>
                  <a:pt x="104" y="44"/>
                  <a:pt x="105" y="44"/>
                  <a:pt x="105" y="44"/>
                </a:cubicBezTo>
                <a:cubicBezTo>
                  <a:pt x="105" y="44"/>
                  <a:pt x="104" y="44"/>
                  <a:pt x="104" y="44"/>
                </a:cubicBezTo>
                <a:cubicBezTo>
                  <a:pt x="104" y="44"/>
                  <a:pt x="104" y="44"/>
                  <a:pt x="103" y="44"/>
                </a:cubicBezTo>
                <a:cubicBezTo>
                  <a:pt x="103" y="45"/>
                  <a:pt x="103" y="45"/>
                  <a:pt x="103" y="45"/>
                </a:cubicBezTo>
                <a:cubicBezTo>
                  <a:pt x="103" y="45"/>
                  <a:pt x="102" y="45"/>
                  <a:pt x="102" y="45"/>
                </a:cubicBezTo>
                <a:cubicBezTo>
                  <a:pt x="102" y="45"/>
                  <a:pt x="102" y="46"/>
                  <a:pt x="102" y="46"/>
                </a:cubicBezTo>
                <a:cubicBezTo>
                  <a:pt x="102" y="46"/>
                  <a:pt x="102" y="47"/>
                  <a:pt x="102" y="47"/>
                </a:cubicBezTo>
                <a:cubicBezTo>
                  <a:pt x="102" y="47"/>
                  <a:pt x="103" y="47"/>
                  <a:pt x="103" y="47"/>
                </a:cubicBezTo>
                <a:cubicBezTo>
                  <a:pt x="103" y="47"/>
                  <a:pt x="103" y="47"/>
                  <a:pt x="103" y="47"/>
                </a:cubicBezTo>
                <a:cubicBezTo>
                  <a:pt x="103" y="47"/>
                  <a:pt x="103" y="47"/>
                  <a:pt x="103" y="47"/>
                </a:cubicBezTo>
                <a:cubicBezTo>
                  <a:pt x="103" y="47"/>
                  <a:pt x="104" y="47"/>
                  <a:pt x="104" y="47"/>
                </a:cubicBezTo>
                <a:cubicBezTo>
                  <a:pt x="104" y="48"/>
                  <a:pt x="103" y="48"/>
                  <a:pt x="103" y="48"/>
                </a:cubicBezTo>
                <a:cubicBezTo>
                  <a:pt x="103" y="48"/>
                  <a:pt x="103" y="47"/>
                  <a:pt x="103" y="47"/>
                </a:cubicBezTo>
                <a:cubicBezTo>
                  <a:pt x="103" y="47"/>
                  <a:pt x="102" y="47"/>
                  <a:pt x="102" y="47"/>
                </a:cubicBezTo>
                <a:cubicBezTo>
                  <a:pt x="102" y="47"/>
                  <a:pt x="102" y="48"/>
                  <a:pt x="102" y="48"/>
                </a:cubicBezTo>
                <a:cubicBezTo>
                  <a:pt x="103" y="48"/>
                  <a:pt x="103" y="48"/>
                  <a:pt x="103" y="48"/>
                </a:cubicBezTo>
                <a:cubicBezTo>
                  <a:pt x="103" y="48"/>
                  <a:pt x="103" y="48"/>
                  <a:pt x="103" y="48"/>
                </a:cubicBezTo>
                <a:cubicBezTo>
                  <a:pt x="102" y="48"/>
                  <a:pt x="102" y="48"/>
                  <a:pt x="102" y="48"/>
                </a:cubicBezTo>
                <a:cubicBezTo>
                  <a:pt x="102" y="49"/>
                  <a:pt x="102" y="49"/>
                  <a:pt x="101" y="48"/>
                </a:cubicBezTo>
                <a:cubicBezTo>
                  <a:pt x="101" y="48"/>
                  <a:pt x="101" y="48"/>
                  <a:pt x="101" y="48"/>
                </a:cubicBezTo>
                <a:cubicBezTo>
                  <a:pt x="101" y="48"/>
                  <a:pt x="101" y="48"/>
                  <a:pt x="101" y="48"/>
                </a:cubicBezTo>
                <a:cubicBezTo>
                  <a:pt x="101" y="48"/>
                  <a:pt x="101" y="48"/>
                  <a:pt x="101" y="48"/>
                </a:cubicBezTo>
                <a:cubicBezTo>
                  <a:pt x="100" y="48"/>
                  <a:pt x="100" y="48"/>
                  <a:pt x="100" y="49"/>
                </a:cubicBezTo>
                <a:cubicBezTo>
                  <a:pt x="100" y="49"/>
                  <a:pt x="100" y="49"/>
                  <a:pt x="100" y="49"/>
                </a:cubicBezTo>
                <a:cubicBezTo>
                  <a:pt x="101" y="49"/>
                  <a:pt x="101" y="49"/>
                  <a:pt x="101" y="49"/>
                </a:cubicBezTo>
                <a:cubicBezTo>
                  <a:pt x="101" y="50"/>
                  <a:pt x="101" y="50"/>
                  <a:pt x="101" y="50"/>
                </a:cubicBezTo>
                <a:cubicBezTo>
                  <a:pt x="101" y="50"/>
                  <a:pt x="101" y="50"/>
                  <a:pt x="100" y="50"/>
                </a:cubicBezTo>
                <a:cubicBezTo>
                  <a:pt x="100" y="50"/>
                  <a:pt x="100" y="50"/>
                  <a:pt x="100" y="50"/>
                </a:cubicBezTo>
                <a:cubicBezTo>
                  <a:pt x="100" y="50"/>
                  <a:pt x="100" y="50"/>
                  <a:pt x="101" y="50"/>
                </a:cubicBezTo>
                <a:cubicBezTo>
                  <a:pt x="101" y="50"/>
                  <a:pt x="101" y="50"/>
                  <a:pt x="101" y="50"/>
                </a:cubicBezTo>
                <a:cubicBezTo>
                  <a:pt x="101" y="50"/>
                  <a:pt x="101" y="50"/>
                  <a:pt x="102" y="50"/>
                </a:cubicBezTo>
                <a:cubicBezTo>
                  <a:pt x="102" y="50"/>
                  <a:pt x="102" y="50"/>
                  <a:pt x="102" y="50"/>
                </a:cubicBezTo>
                <a:cubicBezTo>
                  <a:pt x="102" y="50"/>
                  <a:pt x="102" y="51"/>
                  <a:pt x="101" y="50"/>
                </a:cubicBezTo>
                <a:cubicBezTo>
                  <a:pt x="101" y="50"/>
                  <a:pt x="101" y="50"/>
                  <a:pt x="101" y="50"/>
                </a:cubicBezTo>
                <a:cubicBezTo>
                  <a:pt x="101" y="50"/>
                  <a:pt x="101" y="51"/>
                  <a:pt x="101" y="51"/>
                </a:cubicBezTo>
                <a:cubicBezTo>
                  <a:pt x="101" y="51"/>
                  <a:pt x="100" y="51"/>
                  <a:pt x="100" y="51"/>
                </a:cubicBezTo>
                <a:cubicBezTo>
                  <a:pt x="100" y="51"/>
                  <a:pt x="100" y="51"/>
                  <a:pt x="100" y="51"/>
                </a:cubicBezTo>
                <a:cubicBezTo>
                  <a:pt x="100" y="51"/>
                  <a:pt x="100" y="51"/>
                  <a:pt x="100" y="51"/>
                </a:cubicBezTo>
                <a:cubicBezTo>
                  <a:pt x="100" y="51"/>
                  <a:pt x="100" y="52"/>
                  <a:pt x="100" y="52"/>
                </a:cubicBezTo>
                <a:cubicBezTo>
                  <a:pt x="100" y="52"/>
                  <a:pt x="100" y="52"/>
                  <a:pt x="100" y="52"/>
                </a:cubicBezTo>
                <a:cubicBezTo>
                  <a:pt x="100" y="53"/>
                  <a:pt x="100" y="53"/>
                  <a:pt x="100" y="53"/>
                </a:cubicBezTo>
                <a:cubicBezTo>
                  <a:pt x="100" y="53"/>
                  <a:pt x="100" y="53"/>
                  <a:pt x="100" y="53"/>
                </a:cubicBezTo>
                <a:cubicBezTo>
                  <a:pt x="100" y="53"/>
                  <a:pt x="100" y="53"/>
                  <a:pt x="100" y="53"/>
                </a:cubicBezTo>
                <a:cubicBezTo>
                  <a:pt x="100" y="54"/>
                  <a:pt x="100" y="54"/>
                  <a:pt x="100" y="54"/>
                </a:cubicBezTo>
                <a:cubicBezTo>
                  <a:pt x="100" y="54"/>
                  <a:pt x="100" y="54"/>
                  <a:pt x="100" y="54"/>
                </a:cubicBezTo>
                <a:cubicBezTo>
                  <a:pt x="100" y="54"/>
                  <a:pt x="100" y="54"/>
                  <a:pt x="100" y="54"/>
                </a:cubicBezTo>
                <a:cubicBezTo>
                  <a:pt x="101" y="55"/>
                  <a:pt x="101" y="55"/>
                  <a:pt x="101" y="55"/>
                </a:cubicBezTo>
                <a:cubicBezTo>
                  <a:pt x="101" y="55"/>
                  <a:pt x="101" y="55"/>
                  <a:pt x="101" y="55"/>
                </a:cubicBezTo>
                <a:cubicBezTo>
                  <a:pt x="101" y="55"/>
                  <a:pt x="101" y="55"/>
                  <a:pt x="101" y="55"/>
                </a:cubicBezTo>
                <a:cubicBezTo>
                  <a:pt x="101" y="55"/>
                  <a:pt x="101" y="55"/>
                  <a:pt x="101" y="55"/>
                </a:cubicBezTo>
                <a:cubicBezTo>
                  <a:pt x="101" y="55"/>
                  <a:pt x="101" y="55"/>
                  <a:pt x="101" y="55"/>
                </a:cubicBezTo>
                <a:cubicBezTo>
                  <a:pt x="101" y="55"/>
                  <a:pt x="100" y="55"/>
                  <a:pt x="100" y="55"/>
                </a:cubicBezTo>
                <a:cubicBezTo>
                  <a:pt x="100" y="55"/>
                  <a:pt x="100" y="54"/>
                  <a:pt x="100" y="54"/>
                </a:cubicBezTo>
                <a:cubicBezTo>
                  <a:pt x="100" y="54"/>
                  <a:pt x="99" y="54"/>
                  <a:pt x="99" y="54"/>
                </a:cubicBezTo>
                <a:cubicBezTo>
                  <a:pt x="99" y="55"/>
                  <a:pt x="99" y="55"/>
                  <a:pt x="99" y="55"/>
                </a:cubicBezTo>
                <a:cubicBezTo>
                  <a:pt x="99" y="55"/>
                  <a:pt x="99" y="55"/>
                  <a:pt x="99" y="56"/>
                </a:cubicBezTo>
                <a:cubicBezTo>
                  <a:pt x="99" y="56"/>
                  <a:pt x="99" y="56"/>
                  <a:pt x="99" y="56"/>
                </a:cubicBezTo>
                <a:cubicBezTo>
                  <a:pt x="99" y="56"/>
                  <a:pt x="99" y="56"/>
                  <a:pt x="100" y="56"/>
                </a:cubicBezTo>
                <a:cubicBezTo>
                  <a:pt x="100" y="56"/>
                  <a:pt x="100" y="56"/>
                  <a:pt x="100" y="56"/>
                </a:cubicBezTo>
                <a:cubicBezTo>
                  <a:pt x="100" y="57"/>
                  <a:pt x="100" y="57"/>
                  <a:pt x="100" y="57"/>
                </a:cubicBezTo>
                <a:cubicBezTo>
                  <a:pt x="101" y="57"/>
                  <a:pt x="101" y="56"/>
                  <a:pt x="101" y="56"/>
                </a:cubicBezTo>
                <a:cubicBezTo>
                  <a:pt x="101" y="56"/>
                  <a:pt x="101" y="57"/>
                  <a:pt x="101" y="57"/>
                </a:cubicBezTo>
                <a:cubicBezTo>
                  <a:pt x="102" y="57"/>
                  <a:pt x="102" y="57"/>
                  <a:pt x="102" y="57"/>
                </a:cubicBezTo>
                <a:cubicBezTo>
                  <a:pt x="102" y="57"/>
                  <a:pt x="102" y="57"/>
                  <a:pt x="102" y="57"/>
                </a:cubicBezTo>
                <a:cubicBezTo>
                  <a:pt x="102" y="57"/>
                  <a:pt x="102" y="57"/>
                  <a:pt x="102" y="57"/>
                </a:cubicBezTo>
                <a:cubicBezTo>
                  <a:pt x="101" y="57"/>
                  <a:pt x="101" y="57"/>
                  <a:pt x="101" y="57"/>
                </a:cubicBezTo>
                <a:cubicBezTo>
                  <a:pt x="101" y="57"/>
                  <a:pt x="101" y="57"/>
                  <a:pt x="101" y="57"/>
                </a:cubicBezTo>
                <a:cubicBezTo>
                  <a:pt x="101" y="57"/>
                  <a:pt x="101" y="57"/>
                  <a:pt x="100" y="57"/>
                </a:cubicBezTo>
                <a:cubicBezTo>
                  <a:pt x="100" y="57"/>
                  <a:pt x="100" y="57"/>
                  <a:pt x="100" y="57"/>
                </a:cubicBezTo>
                <a:cubicBezTo>
                  <a:pt x="100" y="57"/>
                  <a:pt x="100" y="57"/>
                  <a:pt x="100" y="57"/>
                </a:cubicBezTo>
                <a:cubicBezTo>
                  <a:pt x="99" y="57"/>
                  <a:pt x="99" y="56"/>
                  <a:pt x="99" y="56"/>
                </a:cubicBezTo>
                <a:cubicBezTo>
                  <a:pt x="99" y="56"/>
                  <a:pt x="99" y="56"/>
                  <a:pt x="98" y="56"/>
                </a:cubicBezTo>
                <a:cubicBezTo>
                  <a:pt x="98" y="56"/>
                  <a:pt x="97" y="55"/>
                  <a:pt x="97" y="55"/>
                </a:cubicBezTo>
                <a:cubicBezTo>
                  <a:pt x="97" y="55"/>
                  <a:pt x="97" y="56"/>
                  <a:pt x="97" y="56"/>
                </a:cubicBezTo>
                <a:cubicBezTo>
                  <a:pt x="97" y="56"/>
                  <a:pt x="96" y="57"/>
                  <a:pt x="96" y="56"/>
                </a:cubicBezTo>
                <a:cubicBezTo>
                  <a:pt x="96" y="56"/>
                  <a:pt x="96" y="56"/>
                  <a:pt x="96" y="56"/>
                </a:cubicBezTo>
                <a:cubicBezTo>
                  <a:pt x="97" y="56"/>
                  <a:pt x="97" y="56"/>
                  <a:pt x="97" y="56"/>
                </a:cubicBezTo>
                <a:cubicBezTo>
                  <a:pt x="97" y="55"/>
                  <a:pt x="96" y="55"/>
                  <a:pt x="96" y="55"/>
                </a:cubicBezTo>
                <a:cubicBezTo>
                  <a:pt x="96" y="55"/>
                  <a:pt x="95" y="55"/>
                  <a:pt x="95" y="55"/>
                </a:cubicBezTo>
                <a:cubicBezTo>
                  <a:pt x="95" y="55"/>
                  <a:pt x="95" y="56"/>
                  <a:pt x="95" y="56"/>
                </a:cubicBezTo>
                <a:cubicBezTo>
                  <a:pt x="95" y="55"/>
                  <a:pt x="95" y="55"/>
                  <a:pt x="95" y="55"/>
                </a:cubicBezTo>
                <a:cubicBezTo>
                  <a:pt x="95" y="55"/>
                  <a:pt x="95" y="55"/>
                  <a:pt x="94" y="55"/>
                </a:cubicBezTo>
                <a:cubicBezTo>
                  <a:pt x="94" y="55"/>
                  <a:pt x="94" y="55"/>
                  <a:pt x="94" y="55"/>
                </a:cubicBezTo>
                <a:cubicBezTo>
                  <a:pt x="94" y="55"/>
                  <a:pt x="94" y="55"/>
                  <a:pt x="94" y="55"/>
                </a:cubicBezTo>
                <a:cubicBezTo>
                  <a:pt x="94" y="55"/>
                  <a:pt x="94" y="55"/>
                  <a:pt x="94" y="55"/>
                </a:cubicBezTo>
                <a:cubicBezTo>
                  <a:pt x="94" y="55"/>
                  <a:pt x="94" y="55"/>
                  <a:pt x="94" y="55"/>
                </a:cubicBezTo>
                <a:cubicBezTo>
                  <a:pt x="94" y="55"/>
                  <a:pt x="94" y="55"/>
                  <a:pt x="94" y="55"/>
                </a:cubicBezTo>
                <a:cubicBezTo>
                  <a:pt x="94" y="54"/>
                  <a:pt x="94" y="54"/>
                  <a:pt x="94" y="54"/>
                </a:cubicBezTo>
                <a:cubicBezTo>
                  <a:pt x="94" y="54"/>
                  <a:pt x="95" y="54"/>
                  <a:pt x="95" y="54"/>
                </a:cubicBezTo>
                <a:cubicBezTo>
                  <a:pt x="94" y="54"/>
                  <a:pt x="94" y="54"/>
                  <a:pt x="94" y="54"/>
                </a:cubicBezTo>
                <a:cubicBezTo>
                  <a:pt x="94" y="54"/>
                  <a:pt x="94" y="54"/>
                  <a:pt x="94" y="54"/>
                </a:cubicBezTo>
                <a:cubicBezTo>
                  <a:pt x="94" y="54"/>
                  <a:pt x="94" y="54"/>
                  <a:pt x="94" y="54"/>
                </a:cubicBezTo>
                <a:cubicBezTo>
                  <a:pt x="94" y="54"/>
                  <a:pt x="93" y="54"/>
                  <a:pt x="93" y="54"/>
                </a:cubicBezTo>
                <a:cubicBezTo>
                  <a:pt x="93" y="54"/>
                  <a:pt x="93" y="53"/>
                  <a:pt x="93" y="54"/>
                </a:cubicBezTo>
                <a:cubicBezTo>
                  <a:pt x="93" y="54"/>
                  <a:pt x="93" y="54"/>
                  <a:pt x="93" y="54"/>
                </a:cubicBezTo>
                <a:cubicBezTo>
                  <a:pt x="93" y="54"/>
                  <a:pt x="93" y="54"/>
                  <a:pt x="93" y="54"/>
                </a:cubicBezTo>
                <a:cubicBezTo>
                  <a:pt x="93" y="54"/>
                  <a:pt x="93" y="54"/>
                  <a:pt x="93" y="54"/>
                </a:cubicBezTo>
                <a:cubicBezTo>
                  <a:pt x="92" y="54"/>
                  <a:pt x="92" y="54"/>
                  <a:pt x="92" y="54"/>
                </a:cubicBezTo>
                <a:cubicBezTo>
                  <a:pt x="92" y="54"/>
                  <a:pt x="92" y="54"/>
                  <a:pt x="92" y="55"/>
                </a:cubicBezTo>
                <a:cubicBezTo>
                  <a:pt x="92" y="54"/>
                  <a:pt x="92" y="54"/>
                  <a:pt x="92" y="54"/>
                </a:cubicBezTo>
                <a:cubicBezTo>
                  <a:pt x="91" y="55"/>
                  <a:pt x="91" y="55"/>
                  <a:pt x="91" y="55"/>
                </a:cubicBezTo>
                <a:cubicBezTo>
                  <a:pt x="91" y="54"/>
                  <a:pt x="91" y="54"/>
                  <a:pt x="91" y="54"/>
                </a:cubicBezTo>
                <a:cubicBezTo>
                  <a:pt x="91" y="54"/>
                  <a:pt x="90" y="55"/>
                  <a:pt x="90" y="55"/>
                </a:cubicBezTo>
                <a:cubicBezTo>
                  <a:pt x="91" y="55"/>
                  <a:pt x="92" y="56"/>
                  <a:pt x="92" y="57"/>
                </a:cubicBezTo>
                <a:cubicBezTo>
                  <a:pt x="92" y="57"/>
                  <a:pt x="94" y="60"/>
                  <a:pt x="94" y="60"/>
                </a:cubicBezTo>
                <a:cubicBezTo>
                  <a:pt x="95" y="60"/>
                  <a:pt x="95" y="61"/>
                  <a:pt x="97" y="61"/>
                </a:cubicBezTo>
                <a:cubicBezTo>
                  <a:pt x="98" y="61"/>
                  <a:pt x="100" y="60"/>
                  <a:pt x="101" y="60"/>
                </a:cubicBezTo>
                <a:cubicBezTo>
                  <a:pt x="102" y="60"/>
                  <a:pt x="106" y="60"/>
                  <a:pt x="107" y="60"/>
                </a:cubicBezTo>
                <a:cubicBezTo>
                  <a:pt x="109" y="59"/>
                  <a:pt x="112" y="57"/>
                  <a:pt x="113" y="57"/>
                </a:cubicBezTo>
                <a:cubicBezTo>
                  <a:pt x="114" y="56"/>
                  <a:pt x="116" y="54"/>
                  <a:pt x="118" y="55"/>
                </a:cubicBezTo>
                <a:cubicBezTo>
                  <a:pt x="119" y="56"/>
                  <a:pt x="121" y="58"/>
                  <a:pt x="123" y="57"/>
                </a:cubicBezTo>
                <a:cubicBezTo>
                  <a:pt x="125" y="57"/>
                  <a:pt x="126" y="55"/>
                  <a:pt x="127" y="55"/>
                </a:cubicBezTo>
                <a:cubicBezTo>
                  <a:pt x="129" y="55"/>
                  <a:pt x="132" y="55"/>
                  <a:pt x="132" y="55"/>
                </a:cubicBezTo>
                <a:cubicBezTo>
                  <a:pt x="132" y="55"/>
                  <a:pt x="131" y="53"/>
                  <a:pt x="131" y="52"/>
                </a:cubicBezTo>
                <a:cubicBezTo>
                  <a:pt x="132" y="50"/>
                  <a:pt x="134" y="48"/>
                  <a:pt x="135" y="47"/>
                </a:cubicBezTo>
                <a:cubicBezTo>
                  <a:pt x="135" y="45"/>
                  <a:pt x="134" y="45"/>
                  <a:pt x="136" y="43"/>
                </a:cubicBezTo>
                <a:cubicBezTo>
                  <a:pt x="138" y="41"/>
                  <a:pt x="139" y="40"/>
                  <a:pt x="139" y="38"/>
                </a:cubicBezTo>
                <a:cubicBezTo>
                  <a:pt x="139" y="36"/>
                  <a:pt x="141" y="30"/>
                  <a:pt x="141" y="29"/>
                </a:cubicBezTo>
                <a:cubicBezTo>
                  <a:pt x="142" y="28"/>
                  <a:pt x="142" y="27"/>
                  <a:pt x="143" y="27"/>
                </a:cubicBezTo>
                <a:cubicBezTo>
                  <a:pt x="144" y="27"/>
                  <a:pt x="148" y="28"/>
                  <a:pt x="149" y="28"/>
                </a:cubicBezTo>
                <a:cubicBezTo>
                  <a:pt x="150" y="27"/>
                  <a:pt x="153" y="27"/>
                  <a:pt x="154" y="27"/>
                </a:cubicBezTo>
                <a:cubicBezTo>
                  <a:pt x="154" y="27"/>
                  <a:pt x="156" y="28"/>
                  <a:pt x="156" y="28"/>
                </a:cubicBezTo>
                <a:cubicBezTo>
                  <a:pt x="156" y="28"/>
                  <a:pt x="156" y="29"/>
                  <a:pt x="157" y="29"/>
                </a:cubicBezTo>
                <a:cubicBezTo>
                  <a:pt x="157" y="29"/>
                  <a:pt x="157" y="29"/>
                  <a:pt x="157" y="29"/>
                </a:cubicBezTo>
                <a:cubicBezTo>
                  <a:pt x="157" y="29"/>
                  <a:pt x="157" y="29"/>
                  <a:pt x="158" y="29"/>
                </a:cubicBezTo>
                <a:cubicBezTo>
                  <a:pt x="158" y="29"/>
                  <a:pt x="158" y="29"/>
                  <a:pt x="158" y="29"/>
                </a:cubicBezTo>
                <a:cubicBezTo>
                  <a:pt x="158" y="30"/>
                  <a:pt x="158" y="30"/>
                  <a:pt x="158" y="30"/>
                </a:cubicBezTo>
                <a:cubicBezTo>
                  <a:pt x="158" y="30"/>
                  <a:pt x="158" y="30"/>
                  <a:pt x="159" y="30"/>
                </a:cubicBezTo>
                <a:cubicBezTo>
                  <a:pt x="159" y="30"/>
                  <a:pt x="159" y="30"/>
                  <a:pt x="159" y="30"/>
                </a:cubicBezTo>
                <a:cubicBezTo>
                  <a:pt x="160" y="30"/>
                  <a:pt x="160" y="30"/>
                  <a:pt x="160" y="29"/>
                </a:cubicBezTo>
                <a:cubicBezTo>
                  <a:pt x="160" y="29"/>
                  <a:pt x="160" y="29"/>
                  <a:pt x="161" y="29"/>
                </a:cubicBezTo>
                <a:cubicBezTo>
                  <a:pt x="161" y="29"/>
                  <a:pt x="161" y="29"/>
                  <a:pt x="161" y="29"/>
                </a:cubicBezTo>
                <a:cubicBezTo>
                  <a:pt x="161" y="29"/>
                  <a:pt x="161" y="29"/>
                  <a:pt x="162" y="29"/>
                </a:cubicBezTo>
                <a:cubicBezTo>
                  <a:pt x="162" y="29"/>
                  <a:pt x="162" y="29"/>
                  <a:pt x="162" y="29"/>
                </a:cubicBezTo>
                <a:cubicBezTo>
                  <a:pt x="162" y="29"/>
                  <a:pt x="162" y="29"/>
                  <a:pt x="162" y="29"/>
                </a:cubicBezTo>
                <a:cubicBezTo>
                  <a:pt x="162" y="29"/>
                  <a:pt x="162" y="29"/>
                  <a:pt x="163" y="29"/>
                </a:cubicBezTo>
                <a:cubicBezTo>
                  <a:pt x="163" y="29"/>
                  <a:pt x="163" y="29"/>
                  <a:pt x="163" y="29"/>
                </a:cubicBezTo>
                <a:cubicBezTo>
                  <a:pt x="163" y="29"/>
                  <a:pt x="163" y="29"/>
                  <a:pt x="163" y="29"/>
                </a:cubicBezTo>
                <a:cubicBezTo>
                  <a:pt x="163" y="29"/>
                  <a:pt x="163" y="29"/>
                  <a:pt x="164" y="29"/>
                </a:cubicBezTo>
                <a:cubicBezTo>
                  <a:pt x="164" y="29"/>
                  <a:pt x="164" y="29"/>
                  <a:pt x="164" y="28"/>
                </a:cubicBezTo>
                <a:cubicBezTo>
                  <a:pt x="164" y="28"/>
                  <a:pt x="164" y="28"/>
                  <a:pt x="164" y="28"/>
                </a:cubicBezTo>
                <a:cubicBezTo>
                  <a:pt x="164" y="28"/>
                  <a:pt x="164" y="28"/>
                  <a:pt x="164" y="28"/>
                </a:cubicBezTo>
                <a:cubicBezTo>
                  <a:pt x="164" y="28"/>
                  <a:pt x="164" y="28"/>
                  <a:pt x="164" y="28"/>
                </a:cubicBezTo>
                <a:cubicBezTo>
                  <a:pt x="164" y="28"/>
                  <a:pt x="164" y="28"/>
                  <a:pt x="164" y="28"/>
                </a:cubicBezTo>
                <a:cubicBezTo>
                  <a:pt x="164" y="28"/>
                  <a:pt x="165" y="28"/>
                  <a:pt x="165" y="28"/>
                </a:cubicBezTo>
                <a:cubicBezTo>
                  <a:pt x="165" y="28"/>
                  <a:pt x="165" y="28"/>
                  <a:pt x="164" y="28"/>
                </a:cubicBezTo>
                <a:cubicBezTo>
                  <a:pt x="165" y="27"/>
                  <a:pt x="164" y="27"/>
                  <a:pt x="164" y="27"/>
                </a:cubicBezTo>
                <a:cubicBezTo>
                  <a:pt x="164" y="27"/>
                  <a:pt x="164" y="27"/>
                  <a:pt x="164" y="27"/>
                </a:cubicBezTo>
                <a:cubicBezTo>
                  <a:pt x="164" y="27"/>
                  <a:pt x="164" y="27"/>
                  <a:pt x="164" y="27"/>
                </a:cubicBezTo>
                <a:cubicBezTo>
                  <a:pt x="164" y="27"/>
                  <a:pt x="164" y="27"/>
                  <a:pt x="164" y="27"/>
                </a:cubicBezTo>
                <a:cubicBezTo>
                  <a:pt x="164" y="27"/>
                  <a:pt x="164" y="27"/>
                  <a:pt x="164" y="27"/>
                </a:cubicBezTo>
                <a:cubicBezTo>
                  <a:pt x="164" y="27"/>
                  <a:pt x="163" y="27"/>
                  <a:pt x="163" y="27"/>
                </a:cubicBezTo>
                <a:cubicBezTo>
                  <a:pt x="163" y="27"/>
                  <a:pt x="163" y="27"/>
                  <a:pt x="163" y="27"/>
                </a:cubicBezTo>
                <a:cubicBezTo>
                  <a:pt x="163" y="27"/>
                  <a:pt x="163" y="26"/>
                  <a:pt x="162" y="26"/>
                </a:cubicBezTo>
                <a:cubicBezTo>
                  <a:pt x="162" y="26"/>
                  <a:pt x="162" y="26"/>
                  <a:pt x="162" y="26"/>
                </a:cubicBezTo>
                <a:cubicBezTo>
                  <a:pt x="162" y="26"/>
                  <a:pt x="162" y="26"/>
                  <a:pt x="162" y="26"/>
                </a:cubicBezTo>
                <a:cubicBezTo>
                  <a:pt x="161" y="26"/>
                  <a:pt x="161" y="26"/>
                  <a:pt x="161" y="26"/>
                </a:cubicBezTo>
                <a:cubicBezTo>
                  <a:pt x="161" y="26"/>
                  <a:pt x="161" y="25"/>
                  <a:pt x="161" y="25"/>
                </a:cubicBezTo>
                <a:cubicBezTo>
                  <a:pt x="161" y="25"/>
                  <a:pt x="161" y="25"/>
                  <a:pt x="161" y="25"/>
                </a:cubicBezTo>
                <a:cubicBezTo>
                  <a:pt x="161" y="25"/>
                  <a:pt x="160" y="25"/>
                  <a:pt x="160" y="24"/>
                </a:cubicBezTo>
                <a:cubicBezTo>
                  <a:pt x="160" y="24"/>
                  <a:pt x="160" y="24"/>
                  <a:pt x="160" y="24"/>
                </a:cubicBezTo>
                <a:cubicBezTo>
                  <a:pt x="160" y="24"/>
                  <a:pt x="160" y="24"/>
                  <a:pt x="160" y="24"/>
                </a:cubicBezTo>
                <a:cubicBezTo>
                  <a:pt x="160" y="24"/>
                  <a:pt x="160" y="24"/>
                  <a:pt x="161" y="24"/>
                </a:cubicBezTo>
                <a:cubicBezTo>
                  <a:pt x="161" y="23"/>
                  <a:pt x="161" y="23"/>
                  <a:pt x="161" y="23"/>
                </a:cubicBezTo>
                <a:cubicBezTo>
                  <a:pt x="161" y="23"/>
                  <a:pt x="161" y="23"/>
                  <a:pt x="162" y="23"/>
                </a:cubicBezTo>
                <a:cubicBezTo>
                  <a:pt x="162" y="23"/>
                  <a:pt x="162" y="23"/>
                  <a:pt x="162" y="23"/>
                </a:cubicBezTo>
                <a:cubicBezTo>
                  <a:pt x="162" y="23"/>
                  <a:pt x="162" y="23"/>
                  <a:pt x="162" y="23"/>
                </a:cubicBezTo>
                <a:cubicBezTo>
                  <a:pt x="162" y="23"/>
                  <a:pt x="162" y="23"/>
                  <a:pt x="162" y="23"/>
                </a:cubicBezTo>
                <a:cubicBezTo>
                  <a:pt x="162" y="23"/>
                  <a:pt x="162" y="23"/>
                  <a:pt x="162" y="23"/>
                </a:cubicBezTo>
                <a:cubicBezTo>
                  <a:pt x="162" y="23"/>
                  <a:pt x="162" y="23"/>
                  <a:pt x="162" y="23"/>
                </a:cubicBezTo>
                <a:cubicBezTo>
                  <a:pt x="162" y="23"/>
                  <a:pt x="163" y="23"/>
                  <a:pt x="163" y="23"/>
                </a:cubicBezTo>
                <a:cubicBezTo>
                  <a:pt x="163" y="23"/>
                  <a:pt x="163" y="23"/>
                  <a:pt x="163" y="23"/>
                </a:cubicBezTo>
                <a:cubicBezTo>
                  <a:pt x="163" y="24"/>
                  <a:pt x="164" y="23"/>
                  <a:pt x="164" y="23"/>
                </a:cubicBezTo>
                <a:cubicBezTo>
                  <a:pt x="164" y="23"/>
                  <a:pt x="164" y="23"/>
                  <a:pt x="165" y="23"/>
                </a:cubicBezTo>
                <a:cubicBezTo>
                  <a:pt x="165" y="23"/>
                  <a:pt x="165" y="23"/>
                  <a:pt x="165" y="23"/>
                </a:cubicBezTo>
                <a:cubicBezTo>
                  <a:pt x="165" y="23"/>
                  <a:pt x="166" y="23"/>
                  <a:pt x="166" y="23"/>
                </a:cubicBezTo>
                <a:cubicBezTo>
                  <a:pt x="166" y="23"/>
                  <a:pt x="166" y="23"/>
                  <a:pt x="167" y="23"/>
                </a:cubicBezTo>
                <a:cubicBezTo>
                  <a:pt x="167" y="23"/>
                  <a:pt x="167" y="22"/>
                  <a:pt x="167" y="22"/>
                </a:cubicBezTo>
                <a:cubicBezTo>
                  <a:pt x="167" y="22"/>
                  <a:pt x="168" y="22"/>
                  <a:pt x="168" y="22"/>
                </a:cubicBezTo>
                <a:cubicBezTo>
                  <a:pt x="168" y="22"/>
                  <a:pt x="168" y="22"/>
                  <a:pt x="169" y="22"/>
                </a:cubicBezTo>
                <a:cubicBezTo>
                  <a:pt x="169" y="22"/>
                  <a:pt x="169" y="22"/>
                  <a:pt x="169" y="22"/>
                </a:cubicBezTo>
                <a:cubicBezTo>
                  <a:pt x="169" y="21"/>
                  <a:pt x="170" y="21"/>
                  <a:pt x="170" y="21"/>
                </a:cubicBezTo>
                <a:cubicBezTo>
                  <a:pt x="170" y="21"/>
                  <a:pt x="170" y="21"/>
                  <a:pt x="170" y="20"/>
                </a:cubicBezTo>
                <a:close/>
                <a:moveTo>
                  <a:pt x="15" y="9"/>
                </a:moveTo>
                <a:cubicBezTo>
                  <a:pt x="15" y="9"/>
                  <a:pt x="14" y="9"/>
                  <a:pt x="13" y="9"/>
                </a:cubicBezTo>
                <a:cubicBezTo>
                  <a:pt x="13" y="9"/>
                  <a:pt x="11" y="10"/>
                  <a:pt x="10" y="10"/>
                </a:cubicBezTo>
                <a:cubicBezTo>
                  <a:pt x="9" y="11"/>
                  <a:pt x="9" y="9"/>
                  <a:pt x="8" y="9"/>
                </a:cubicBezTo>
                <a:cubicBezTo>
                  <a:pt x="8" y="8"/>
                  <a:pt x="9" y="8"/>
                  <a:pt x="9" y="7"/>
                </a:cubicBezTo>
                <a:cubicBezTo>
                  <a:pt x="9" y="7"/>
                  <a:pt x="10" y="5"/>
                  <a:pt x="10" y="5"/>
                </a:cubicBezTo>
                <a:cubicBezTo>
                  <a:pt x="10" y="4"/>
                  <a:pt x="8" y="3"/>
                  <a:pt x="7" y="3"/>
                </a:cubicBezTo>
                <a:cubicBezTo>
                  <a:pt x="6" y="3"/>
                  <a:pt x="6" y="3"/>
                  <a:pt x="5" y="3"/>
                </a:cubicBezTo>
                <a:cubicBezTo>
                  <a:pt x="5" y="3"/>
                  <a:pt x="4" y="1"/>
                  <a:pt x="3" y="1"/>
                </a:cubicBezTo>
                <a:cubicBezTo>
                  <a:pt x="2" y="0"/>
                  <a:pt x="1" y="2"/>
                  <a:pt x="1" y="2"/>
                </a:cubicBezTo>
                <a:cubicBezTo>
                  <a:pt x="1" y="3"/>
                  <a:pt x="0" y="3"/>
                  <a:pt x="0" y="4"/>
                </a:cubicBezTo>
                <a:cubicBezTo>
                  <a:pt x="1" y="5"/>
                  <a:pt x="1" y="5"/>
                  <a:pt x="1" y="6"/>
                </a:cubicBezTo>
                <a:cubicBezTo>
                  <a:pt x="2" y="7"/>
                  <a:pt x="2" y="9"/>
                  <a:pt x="3" y="11"/>
                </a:cubicBezTo>
                <a:cubicBezTo>
                  <a:pt x="3" y="12"/>
                  <a:pt x="3" y="13"/>
                  <a:pt x="3" y="14"/>
                </a:cubicBezTo>
                <a:cubicBezTo>
                  <a:pt x="3" y="15"/>
                  <a:pt x="4" y="17"/>
                  <a:pt x="5" y="18"/>
                </a:cubicBezTo>
                <a:cubicBezTo>
                  <a:pt x="5" y="18"/>
                  <a:pt x="5" y="20"/>
                  <a:pt x="5" y="20"/>
                </a:cubicBezTo>
                <a:cubicBezTo>
                  <a:pt x="5" y="21"/>
                  <a:pt x="4" y="22"/>
                  <a:pt x="4" y="23"/>
                </a:cubicBezTo>
                <a:cubicBezTo>
                  <a:pt x="5" y="24"/>
                  <a:pt x="5" y="25"/>
                  <a:pt x="5" y="26"/>
                </a:cubicBezTo>
                <a:cubicBezTo>
                  <a:pt x="6" y="27"/>
                  <a:pt x="7" y="27"/>
                  <a:pt x="8" y="28"/>
                </a:cubicBezTo>
                <a:cubicBezTo>
                  <a:pt x="9" y="29"/>
                  <a:pt x="9" y="30"/>
                  <a:pt x="11" y="31"/>
                </a:cubicBezTo>
                <a:cubicBezTo>
                  <a:pt x="13" y="32"/>
                  <a:pt x="13" y="33"/>
                  <a:pt x="12" y="34"/>
                </a:cubicBezTo>
                <a:cubicBezTo>
                  <a:pt x="12" y="35"/>
                  <a:pt x="12" y="34"/>
                  <a:pt x="12" y="35"/>
                </a:cubicBezTo>
                <a:cubicBezTo>
                  <a:pt x="11" y="36"/>
                  <a:pt x="12" y="36"/>
                  <a:pt x="12" y="37"/>
                </a:cubicBezTo>
                <a:cubicBezTo>
                  <a:pt x="12" y="37"/>
                  <a:pt x="13" y="37"/>
                  <a:pt x="15" y="38"/>
                </a:cubicBezTo>
                <a:cubicBezTo>
                  <a:pt x="16" y="38"/>
                  <a:pt x="17" y="38"/>
                  <a:pt x="18" y="39"/>
                </a:cubicBezTo>
                <a:cubicBezTo>
                  <a:pt x="19" y="40"/>
                  <a:pt x="18" y="40"/>
                  <a:pt x="19" y="41"/>
                </a:cubicBezTo>
                <a:cubicBezTo>
                  <a:pt x="19" y="43"/>
                  <a:pt x="20" y="43"/>
                  <a:pt x="20" y="43"/>
                </a:cubicBezTo>
                <a:cubicBezTo>
                  <a:pt x="21" y="43"/>
                  <a:pt x="22" y="43"/>
                  <a:pt x="23" y="43"/>
                </a:cubicBezTo>
                <a:cubicBezTo>
                  <a:pt x="25" y="44"/>
                  <a:pt x="24" y="44"/>
                  <a:pt x="25" y="45"/>
                </a:cubicBezTo>
                <a:cubicBezTo>
                  <a:pt x="25" y="45"/>
                  <a:pt x="26" y="46"/>
                  <a:pt x="27" y="46"/>
                </a:cubicBezTo>
                <a:cubicBezTo>
                  <a:pt x="28" y="47"/>
                  <a:pt x="28" y="47"/>
                  <a:pt x="30" y="47"/>
                </a:cubicBezTo>
                <a:cubicBezTo>
                  <a:pt x="31" y="47"/>
                  <a:pt x="31" y="48"/>
                  <a:pt x="32" y="48"/>
                </a:cubicBezTo>
                <a:cubicBezTo>
                  <a:pt x="32" y="48"/>
                  <a:pt x="32" y="49"/>
                  <a:pt x="33" y="49"/>
                </a:cubicBezTo>
                <a:cubicBezTo>
                  <a:pt x="34" y="50"/>
                  <a:pt x="35" y="50"/>
                  <a:pt x="36" y="49"/>
                </a:cubicBezTo>
                <a:cubicBezTo>
                  <a:pt x="37" y="49"/>
                  <a:pt x="36" y="48"/>
                  <a:pt x="36" y="48"/>
                </a:cubicBezTo>
                <a:cubicBezTo>
                  <a:pt x="36" y="48"/>
                  <a:pt x="37" y="47"/>
                  <a:pt x="37" y="47"/>
                </a:cubicBezTo>
                <a:cubicBezTo>
                  <a:pt x="38" y="47"/>
                  <a:pt x="37" y="48"/>
                  <a:pt x="38" y="49"/>
                </a:cubicBezTo>
                <a:cubicBezTo>
                  <a:pt x="38" y="50"/>
                  <a:pt x="39" y="48"/>
                  <a:pt x="39" y="48"/>
                </a:cubicBezTo>
                <a:cubicBezTo>
                  <a:pt x="39" y="47"/>
                  <a:pt x="39" y="46"/>
                  <a:pt x="38" y="46"/>
                </a:cubicBezTo>
                <a:cubicBezTo>
                  <a:pt x="38" y="45"/>
                  <a:pt x="38" y="44"/>
                  <a:pt x="37" y="44"/>
                </a:cubicBezTo>
                <a:cubicBezTo>
                  <a:pt x="37" y="43"/>
                  <a:pt x="36" y="42"/>
                  <a:pt x="36" y="41"/>
                </a:cubicBezTo>
                <a:cubicBezTo>
                  <a:pt x="35" y="41"/>
                  <a:pt x="36" y="40"/>
                  <a:pt x="35" y="39"/>
                </a:cubicBezTo>
                <a:cubicBezTo>
                  <a:pt x="35" y="38"/>
                  <a:pt x="35" y="38"/>
                  <a:pt x="34" y="38"/>
                </a:cubicBezTo>
                <a:cubicBezTo>
                  <a:pt x="34" y="37"/>
                  <a:pt x="32" y="37"/>
                  <a:pt x="32" y="36"/>
                </a:cubicBezTo>
                <a:cubicBezTo>
                  <a:pt x="31" y="35"/>
                  <a:pt x="31" y="34"/>
                  <a:pt x="31" y="33"/>
                </a:cubicBezTo>
                <a:cubicBezTo>
                  <a:pt x="31" y="33"/>
                  <a:pt x="31" y="29"/>
                  <a:pt x="30" y="29"/>
                </a:cubicBezTo>
                <a:cubicBezTo>
                  <a:pt x="30" y="29"/>
                  <a:pt x="30" y="28"/>
                  <a:pt x="30" y="27"/>
                </a:cubicBezTo>
                <a:cubicBezTo>
                  <a:pt x="30" y="26"/>
                  <a:pt x="30" y="22"/>
                  <a:pt x="30" y="21"/>
                </a:cubicBezTo>
                <a:cubicBezTo>
                  <a:pt x="31" y="21"/>
                  <a:pt x="31" y="19"/>
                  <a:pt x="30" y="18"/>
                </a:cubicBezTo>
                <a:cubicBezTo>
                  <a:pt x="30" y="17"/>
                  <a:pt x="29" y="17"/>
                  <a:pt x="29" y="16"/>
                </a:cubicBezTo>
                <a:cubicBezTo>
                  <a:pt x="28" y="15"/>
                  <a:pt x="27" y="14"/>
                  <a:pt x="26" y="13"/>
                </a:cubicBezTo>
                <a:cubicBezTo>
                  <a:pt x="26" y="12"/>
                  <a:pt x="24" y="10"/>
                  <a:pt x="23" y="10"/>
                </a:cubicBezTo>
                <a:cubicBezTo>
                  <a:pt x="23" y="10"/>
                  <a:pt x="21" y="8"/>
                  <a:pt x="21" y="7"/>
                </a:cubicBezTo>
                <a:cubicBezTo>
                  <a:pt x="21" y="6"/>
                  <a:pt x="21" y="6"/>
                  <a:pt x="20" y="6"/>
                </a:cubicBezTo>
                <a:cubicBezTo>
                  <a:pt x="20" y="5"/>
                  <a:pt x="19" y="6"/>
                  <a:pt x="19" y="6"/>
                </a:cubicBezTo>
                <a:cubicBezTo>
                  <a:pt x="19" y="6"/>
                  <a:pt x="18" y="7"/>
                  <a:pt x="17" y="7"/>
                </a:cubicBezTo>
                <a:cubicBezTo>
                  <a:pt x="17" y="8"/>
                  <a:pt x="17" y="9"/>
                  <a:pt x="17" y="9"/>
                </a:cubicBezTo>
                <a:cubicBezTo>
                  <a:pt x="17" y="9"/>
                  <a:pt x="16" y="10"/>
                  <a:pt x="15" y="9"/>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 name="Freeform 29"/>
          <p:cNvSpPr>
            <a:spLocks/>
          </p:cNvSpPr>
          <p:nvPr/>
        </p:nvSpPr>
        <p:spPr bwMode="auto">
          <a:xfrm>
            <a:off x="6189663" y="4829175"/>
            <a:ext cx="53975" cy="69850"/>
          </a:xfrm>
          <a:custGeom>
            <a:avLst/>
            <a:gdLst>
              <a:gd name="T0" fmla="*/ 4 w 13"/>
              <a:gd name="T1" fmla="*/ 15 h 17"/>
              <a:gd name="T2" fmla="*/ 6 w 13"/>
              <a:gd name="T3" fmla="*/ 14 h 17"/>
              <a:gd name="T4" fmla="*/ 7 w 13"/>
              <a:gd name="T5" fmla="*/ 13 h 17"/>
              <a:gd name="T6" fmla="*/ 7 w 13"/>
              <a:gd name="T7" fmla="*/ 11 h 17"/>
              <a:gd name="T8" fmla="*/ 9 w 13"/>
              <a:gd name="T9" fmla="*/ 9 h 17"/>
              <a:gd name="T10" fmla="*/ 10 w 13"/>
              <a:gd name="T11" fmla="*/ 9 h 17"/>
              <a:gd name="T12" fmla="*/ 10 w 13"/>
              <a:gd name="T13" fmla="*/ 7 h 17"/>
              <a:gd name="T14" fmla="*/ 13 w 13"/>
              <a:gd name="T15" fmla="*/ 5 h 17"/>
              <a:gd name="T16" fmla="*/ 12 w 13"/>
              <a:gd name="T17" fmla="*/ 3 h 17"/>
              <a:gd name="T18" fmla="*/ 10 w 13"/>
              <a:gd name="T19" fmla="*/ 2 h 17"/>
              <a:gd name="T20" fmla="*/ 11 w 13"/>
              <a:gd name="T21" fmla="*/ 0 h 17"/>
              <a:gd name="T22" fmla="*/ 7 w 13"/>
              <a:gd name="T23" fmla="*/ 0 h 17"/>
              <a:gd name="T24" fmla="*/ 6 w 13"/>
              <a:gd name="T25" fmla="*/ 3 h 17"/>
              <a:gd name="T26" fmla="*/ 5 w 13"/>
              <a:gd name="T27" fmla="*/ 4 h 17"/>
              <a:gd name="T28" fmla="*/ 4 w 13"/>
              <a:gd name="T29" fmla="*/ 6 h 17"/>
              <a:gd name="T30" fmla="*/ 2 w 13"/>
              <a:gd name="T31" fmla="*/ 13 h 17"/>
              <a:gd name="T32" fmla="*/ 0 w 13"/>
              <a:gd name="T33" fmla="*/ 17 h 17"/>
              <a:gd name="T34" fmla="*/ 3 w 13"/>
              <a:gd name="T35" fmla="*/ 17 h 17"/>
              <a:gd name="T36" fmla="*/ 4 w 13"/>
              <a:gd name="T37"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7">
                <a:moveTo>
                  <a:pt x="4" y="15"/>
                </a:moveTo>
                <a:cubicBezTo>
                  <a:pt x="4" y="15"/>
                  <a:pt x="6" y="14"/>
                  <a:pt x="6" y="14"/>
                </a:cubicBezTo>
                <a:cubicBezTo>
                  <a:pt x="6" y="14"/>
                  <a:pt x="7" y="13"/>
                  <a:pt x="7" y="13"/>
                </a:cubicBezTo>
                <a:cubicBezTo>
                  <a:pt x="7" y="12"/>
                  <a:pt x="7" y="11"/>
                  <a:pt x="7" y="11"/>
                </a:cubicBezTo>
                <a:cubicBezTo>
                  <a:pt x="7" y="11"/>
                  <a:pt x="9" y="9"/>
                  <a:pt x="9" y="9"/>
                </a:cubicBezTo>
                <a:cubicBezTo>
                  <a:pt x="10" y="9"/>
                  <a:pt x="10" y="9"/>
                  <a:pt x="10" y="9"/>
                </a:cubicBezTo>
                <a:cubicBezTo>
                  <a:pt x="10" y="9"/>
                  <a:pt x="10" y="8"/>
                  <a:pt x="10" y="7"/>
                </a:cubicBezTo>
                <a:cubicBezTo>
                  <a:pt x="10" y="7"/>
                  <a:pt x="13" y="5"/>
                  <a:pt x="13" y="5"/>
                </a:cubicBezTo>
                <a:cubicBezTo>
                  <a:pt x="13" y="5"/>
                  <a:pt x="12" y="3"/>
                  <a:pt x="12" y="3"/>
                </a:cubicBezTo>
                <a:cubicBezTo>
                  <a:pt x="11" y="3"/>
                  <a:pt x="10" y="2"/>
                  <a:pt x="10" y="2"/>
                </a:cubicBezTo>
                <a:cubicBezTo>
                  <a:pt x="10" y="2"/>
                  <a:pt x="11" y="0"/>
                  <a:pt x="11" y="0"/>
                </a:cubicBezTo>
                <a:cubicBezTo>
                  <a:pt x="7" y="0"/>
                  <a:pt x="7" y="0"/>
                  <a:pt x="7" y="0"/>
                </a:cubicBezTo>
                <a:cubicBezTo>
                  <a:pt x="7" y="1"/>
                  <a:pt x="6" y="2"/>
                  <a:pt x="6" y="3"/>
                </a:cubicBezTo>
                <a:cubicBezTo>
                  <a:pt x="5" y="4"/>
                  <a:pt x="5" y="4"/>
                  <a:pt x="5" y="4"/>
                </a:cubicBezTo>
                <a:cubicBezTo>
                  <a:pt x="4" y="5"/>
                  <a:pt x="4" y="5"/>
                  <a:pt x="4" y="6"/>
                </a:cubicBezTo>
                <a:cubicBezTo>
                  <a:pt x="4" y="9"/>
                  <a:pt x="3" y="11"/>
                  <a:pt x="2" y="13"/>
                </a:cubicBezTo>
                <a:cubicBezTo>
                  <a:pt x="1" y="15"/>
                  <a:pt x="0" y="16"/>
                  <a:pt x="0" y="17"/>
                </a:cubicBezTo>
                <a:cubicBezTo>
                  <a:pt x="3" y="17"/>
                  <a:pt x="3" y="17"/>
                  <a:pt x="3" y="17"/>
                </a:cubicBezTo>
                <a:lnTo>
                  <a:pt x="4" y="15"/>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30"/>
          <p:cNvSpPr>
            <a:spLocks/>
          </p:cNvSpPr>
          <p:nvPr/>
        </p:nvSpPr>
        <p:spPr bwMode="auto">
          <a:xfrm>
            <a:off x="8553451" y="5345113"/>
            <a:ext cx="303213" cy="331788"/>
          </a:xfrm>
          <a:custGeom>
            <a:avLst/>
            <a:gdLst>
              <a:gd name="T0" fmla="*/ 71 w 74"/>
              <a:gd name="T1" fmla="*/ 61 h 81"/>
              <a:gd name="T2" fmla="*/ 70 w 74"/>
              <a:gd name="T3" fmla="*/ 59 h 81"/>
              <a:gd name="T4" fmla="*/ 66 w 74"/>
              <a:gd name="T5" fmla="*/ 55 h 81"/>
              <a:gd name="T6" fmla="*/ 62 w 74"/>
              <a:gd name="T7" fmla="*/ 51 h 81"/>
              <a:gd name="T8" fmla="*/ 57 w 74"/>
              <a:gd name="T9" fmla="*/ 47 h 81"/>
              <a:gd name="T10" fmla="*/ 52 w 74"/>
              <a:gd name="T11" fmla="*/ 41 h 81"/>
              <a:gd name="T12" fmla="*/ 47 w 74"/>
              <a:gd name="T13" fmla="*/ 37 h 81"/>
              <a:gd name="T14" fmla="*/ 41 w 74"/>
              <a:gd name="T15" fmla="*/ 35 h 81"/>
              <a:gd name="T16" fmla="*/ 38 w 74"/>
              <a:gd name="T17" fmla="*/ 31 h 81"/>
              <a:gd name="T18" fmla="*/ 38 w 74"/>
              <a:gd name="T19" fmla="*/ 27 h 81"/>
              <a:gd name="T20" fmla="*/ 44 w 74"/>
              <a:gd name="T21" fmla="*/ 25 h 81"/>
              <a:gd name="T22" fmla="*/ 46 w 74"/>
              <a:gd name="T23" fmla="*/ 21 h 81"/>
              <a:gd name="T24" fmla="*/ 43 w 74"/>
              <a:gd name="T25" fmla="*/ 17 h 81"/>
              <a:gd name="T26" fmla="*/ 36 w 74"/>
              <a:gd name="T27" fmla="*/ 15 h 81"/>
              <a:gd name="T28" fmla="*/ 29 w 74"/>
              <a:gd name="T29" fmla="*/ 14 h 81"/>
              <a:gd name="T30" fmla="*/ 24 w 74"/>
              <a:gd name="T31" fmla="*/ 8 h 81"/>
              <a:gd name="T32" fmla="*/ 22 w 74"/>
              <a:gd name="T33" fmla="*/ 3 h 81"/>
              <a:gd name="T34" fmla="*/ 18 w 74"/>
              <a:gd name="T35" fmla="*/ 0 h 81"/>
              <a:gd name="T36" fmla="*/ 13 w 74"/>
              <a:gd name="T37" fmla="*/ 4 h 81"/>
              <a:gd name="T38" fmla="*/ 10 w 74"/>
              <a:gd name="T39" fmla="*/ 10 h 81"/>
              <a:gd name="T40" fmla="*/ 6 w 74"/>
              <a:gd name="T41" fmla="*/ 11 h 81"/>
              <a:gd name="T42" fmla="*/ 3 w 74"/>
              <a:gd name="T43" fmla="*/ 15 h 81"/>
              <a:gd name="T44" fmla="*/ 0 w 74"/>
              <a:gd name="T45" fmla="*/ 18 h 81"/>
              <a:gd name="T46" fmla="*/ 5 w 74"/>
              <a:gd name="T47" fmla="*/ 21 h 81"/>
              <a:gd name="T48" fmla="*/ 5 w 74"/>
              <a:gd name="T49" fmla="*/ 28 h 81"/>
              <a:gd name="T50" fmla="*/ 12 w 74"/>
              <a:gd name="T51" fmla="*/ 30 h 81"/>
              <a:gd name="T52" fmla="*/ 11 w 74"/>
              <a:gd name="T53" fmla="*/ 36 h 81"/>
              <a:gd name="T54" fmla="*/ 12 w 74"/>
              <a:gd name="T55" fmla="*/ 45 h 81"/>
              <a:gd name="T56" fmla="*/ 16 w 74"/>
              <a:gd name="T57" fmla="*/ 41 h 81"/>
              <a:gd name="T58" fmla="*/ 21 w 74"/>
              <a:gd name="T59" fmla="*/ 41 h 81"/>
              <a:gd name="T60" fmla="*/ 29 w 74"/>
              <a:gd name="T61" fmla="*/ 43 h 81"/>
              <a:gd name="T62" fmla="*/ 32 w 74"/>
              <a:gd name="T63" fmla="*/ 39 h 81"/>
              <a:gd name="T64" fmla="*/ 38 w 74"/>
              <a:gd name="T65" fmla="*/ 40 h 81"/>
              <a:gd name="T66" fmla="*/ 46 w 74"/>
              <a:gd name="T67" fmla="*/ 50 h 81"/>
              <a:gd name="T68" fmla="*/ 46 w 74"/>
              <a:gd name="T69" fmla="*/ 56 h 81"/>
              <a:gd name="T70" fmla="*/ 52 w 74"/>
              <a:gd name="T71" fmla="*/ 59 h 81"/>
              <a:gd name="T72" fmla="*/ 55 w 74"/>
              <a:gd name="T73" fmla="*/ 64 h 81"/>
              <a:gd name="T74" fmla="*/ 54 w 74"/>
              <a:gd name="T75" fmla="*/ 69 h 81"/>
              <a:gd name="T76" fmla="*/ 52 w 74"/>
              <a:gd name="T77" fmla="*/ 75 h 81"/>
              <a:gd name="T78" fmla="*/ 58 w 74"/>
              <a:gd name="T79" fmla="*/ 78 h 81"/>
              <a:gd name="T80" fmla="*/ 61 w 74"/>
              <a:gd name="T81" fmla="*/ 76 h 81"/>
              <a:gd name="T82" fmla="*/ 66 w 74"/>
              <a:gd name="T83" fmla="*/ 74 h 81"/>
              <a:gd name="T84" fmla="*/ 71 w 74"/>
              <a:gd name="T85" fmla="*/ 75 h 81"/>
              <a:gd name="T86" fmla="*/ 71 w 74"/>
              <a:gd name="T87" fmla="*/ 69 h 81"/>
              <a:gd name="T88" fmla="*/ 73 w 74"/>
              <a:gd name="T89" fmla="*/ 6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 h="81">
                <a:moveTo>
                  <a:pt x="73" y="64"/>
                </a:moveTo>
                <a:cubicBezTo>
                  <a:pt x="72" y="64"/>
                  <a:pt x="71" y="64"/>
                  <a:pt x="71" y="63"/>
                </a:cubicBezTo>
                <a:cubicBezTo>
                  <a:pt x="71" y="62"/>
                  <a:pt x="71" y="62"/>
                  <a:pt x="71" y="61"/>
                </a:cubicBezTo>
                <a:cubicBezTo>
                  <a:pt x="72" y="60"/>
                  <a:pt x="72" y="60"/>
                  <a:pt x="72" y="60"/>
                </a:cubicBezTo>
                <a:cubicBezTo>
                  <a:pt x="72" y="59"/>
                  <a:pt x="72" y="59"/>
                  <a:pt x="72" y="58"/>
                </a:cubicBezTo>
                <a:cubicBezTo>
                  <a:pt x="72" y="58"/>
                  <a:pt x="71" y="59"/>
                  <a:pt x="70" y="59"/>
                </a:cubicBezTo>
                <a:cubicBezTo>
                  <a:pt x="70" y="59"/>
                  <a:pt x="69" y="57"/>
                  <a:pt x="68" y="57"/>
                </a:cubicBezTo>
                <a:cubicBezTo>
                  <a:pt x="68" y="57"/>
                  <a:pt x="66" y="57"/>
                  <a:pt x="66" y="57"/>
                </a:cubicBezTo>
                <a:cubicBezTo>
                  <a:pt x="66" y="57"/>
                  <a:pt x="66" y="56"/>
                  <a:pt x="66" y="55"/>
                </a:cubicBezTo>
                <a:cubicBezTo>
                  <a:pt x="66" y="55"/>
                  <a:pt x="65" y="55"/>
                  <a:pt x="64" y="54"/>
                </a:cubicBezTo>
                <a:cubicBezTo>
                  <a:pt x="64" y="54"/>
                  <a:pt x="62" y="53"/>
                  <a:pt x="62" y="53"/>
                </a:cubicBezTo>
                <a:cubicBezTo>
                  <a:pt x="62" y="53"/>
                  <a:pt x="62" y="51"/>
                  <a:pt x="62" y="51"/>
                </a:cubicBezTo>
                <a:cubicBezTo>
                  <a:pt x="62" y="51"/>
                  <a:pt x="61" y="50"/>
                  <a:pt x="60" y="50"/>
                </a:cubicBezTo>
                <a:cubicBezTo>
                  <a:pt x="59" y="50"/>
                  <a:pt x="58" y="50"/>
                  <a:pt x="58" y="50"/>
                </a:cubicBezTo>
                <a:cubicBezTo>
                  <a:pt x="57" y="49"/>
                  <a:pt x="58" y="48"/>
                  <a:pt x="57" y="47"/>
                </a:cubicBezTo>
                <a:cubicBezTo>
                  <a:pt x="56" y="47"/>
                  <a:pt x="55" y="46"/>
                  <a:pt x="55" y="45"/>
                </a:cubicBezTo>
                <a:cubicBezTo>
                  <a:pt x="54" y="45"/>
                  <a:pt x="54" y="44"/>
                  <a:pt x="54" y="43"/>
                </a:cubicBezTo>
                <a:cubicBezTo>
                  <a:pt x="54" y="43"/>
                  <a:pt x="53" y="41"/>
                  <a:pt x="52" y="41"/>
                </a:cubicBezTo>
                <a:cubicBezTo>
                  <a:pt x="52" y="41"/>
                  <a:pt x="51" y="41"/>
                  <a:pt x="50" y="40"/>
                </a:cubicBezTo>
                <a:cubicBezTo>
                  <a:pt x="50" y="40"/>
                  <a:pt x="49" y="38"/>
                  <a:pt x="48" y="38"/>
                </a:cubicBezTo>
                <a:cubicBezTo>
                  <a:pt x="48" y="37"/>
                  <a:pt x="48" y="37"/>
                  <a:pt x="47" y="37"/>
                </a:cubicBezTo>
                <a:cubicBezTo>
                  <a:pt x="46" y="37"/>
                  <a:pt x="46" y="37"/>
                  <a:pt x="45" y="36"/>
                </a:cubicBezTo>
                <a:cubicBezTo>
                  <a:pt x="45" y="36"/>
                  <a:pt x="44" y="36"/>
                  <a:pt x="44" y="36"/>
                </a:cubicBezTo>
                <a:cubicBezTo>
                  <a:pt x="43" y="35"/>
                  <a:pt x="42" y="36"/>
                  <a:pt x="41" y="35"/>
                </a:cubicBezTo>
                <a:cubicBezTo>
                  <a:pt x="41" y="35"/>
                  <a:pt x="40" y="34"/>
                  <a:pt x="40" y="34"/>
                </a:cubicBezTo>
                <a:cubicBezTo>
                  <a:pt x="40" y="34"/>
                  <a:pt x="38" y="33"/>
                  <a:pt x="38" y="33"/>
                </a:cubicBezTo>
                <a:cubicBezTo>
                  <a:pt x="38" y="32"/>
                  <a:pt x="38" y="32"/>
                  <a:pt x="38" y="31"/>
                </a:cubicBezTo>
                <a:cubicBezTo>
                  <a:pt x="39" y="31"/>
                  <a:pt x="39" y="30"/>
                  <a:pt x="38" y="30"/>
                </a:cubicBezTo>
                <a:cubicBezTo>
                  <a:pt x="38" y="30"/>
                  <a:pt x="37" y="29"/>
                  <a:pt x="37" y="28"/>
                </a:cubicBezTo>
                <a:cubicBezTo>
                  <a:pt x="37" y="28"/>
                  <a:pt x="38" y="28"/>
                  <a:pt x="38" y="27"/>
                </a:cubicBezTo>
                <a:cubicBezTo>
                  <a:pt x="38" y="27"/>
                  <a:pt x="39" y="27"/>
                  <a:pt x="40" y="27"/>
                </a:cubicBezTo>
                <a:cubicBezTo>
                  <a:pt x="41" y="27"/>
                  <a:pt x="41" y="26"/>
                  <a:pt x="42" y="26"/>
                </a:cubicBezTo>
                <a:cubicBezTo>
                  <a:pt x="43" y="26"/>
                  <a:pt x="43" y="25"/>
                  <a:pt x="44" y="25"/>
                </a:cubicBezTo>
                <a:cubicBezTo>
                  <a:pt x="44" y="24"/>
                  <a:pt x="44" y="23"/>
                  <a:pt x="44" y="23"/>
                </a:cubicBezTo>
                <a:cubicBezTo>
                  <a:pt x="44" y="23"/>
                  <a:pt x="44" y="22"/>
                  <a:pt x="45" y="22"/>
                </a:cubicBezTo>
                <a:cubicBezTo>
                  <a:pt x="45" y="22"/>
                  <a:pt x="46" y="22"/>
                  <a:pt x="46" y="21"/>
                </a:cubicBezTo>
                <a:cubicBezTo>
                  <a:pt x="46" y="21"/>
                  <a:pt x="46" y="20"/>
                  <a:pt x="45" y="20"/>
                </a:cubicBezTo>
                <a:cubicBezTo>
                  <a:pt x="43" y="19"/>
                  <a:pt x="43" y="19"/>
                  <a:pt x="43" y="19"/>
                </a:cubicBezTo>
                <a:cubicBezTo>
                  <a:pt x="43" y="18"/>
                  <a:pt x="43" y="17"/>
                  <a:pt x="43" y="17"/>
                </a:cubicBezTo>
                <a:cubicBezTo>
                  <a:pt x="42" y="16"/>
                  <a:pt x="41" y="16"/>
                  <a:pt x="40" y="15"/>
                </a:cubicBezTo>
                <a:cubicBezTo>
                  <a:pt x="40" y="15"/>
                  <a:pt x="40" y="14"/>
                  <a:pt x="39" y="14"/>
                </a:cubicBezTo>
                <a:cubicBezTo>
                  <a:pt x="38" y="14"/>
                  <a:pt x="36" y="14"/>
                  <a:pt x="36" y="15"/>
                </a:cubicBezTo>
                <a:cubicBezTo>
                  <a:pt x="35" y="15"/>
                  <a:pt x="36" y="16"/>
                  <a:pt x="34" y="16"/>
                </a:cubicBezTo>
                <a:cubicBezTo>
                  <a:pt x="33" y="15"/>
                  <a:pt x="33" y="15"/>
                  <a:pt x="32" y="15"/>
                </a:cubicBezTo>
                <a:cubicBezTo>
                  <a:pt x="31" y="15"/>
                  <a:pt x="29" y="15"/>
                  <a:pt x="29" y="14"/>
                </a:cubicBezTo>
                <a:cubicBezTo>
                  <a:pt x="28" y="14"/>
                  <a:pt x="27" y="12"/>
                  <a:pt x="27" y="12"/>
                </a:cubicBezTo>
                <a:cubicBezTo>
                  <a:pt x="26" y="11"/>
                  <a:pt x="25" y="10"/>
                  <a:pt x="25" y="10"/>
                </a:cubicBezTo>
                <a:cubicBezTo>
                  <a:pt x="24" y="9"/>
                  <a:pt x="23" y="9"/>
                  <a:pt x="24" y="8"/>
                </a:cubicBezTo>
                <a:cubicBezTo>
                  <a:pt x="24" y="8"/>
                  <a:pt x="25" y="7"/>
                  <a:pt x="24" y="7"/>
                </a:cubicBezTo>
                <a:cubicBezTo>
                  <a:pt x="24" y="6"/>
                  <a:pt x="24" y="6"/>
                  <a:pt x="23" y="5"/>
                </a:cubicBezTo>
                <a:cubicBezTo>
                  <a:pt x="23" y="4"/>
                  <a:pt x="22" y="4"/>
                  <a:pt x="22" y="3"/>
                </a:cubicBezTo>
                <a:cubicBezTo>
                  <a:pt x="21" y="3"/>
                  <a:pt x="21" y="2"/>
                  <a:pt x="20" y="2"/>
                </a:cubicBezTo>
                <a:cubicBezTo>
                  <a:pt x="18" y="1"/>
                  <a:pt x="18" y="1"/>
                  <a:pt x="18" y="1"/>
                </a:cubicBezTo>
                <a:cubicBezTo>
                  <a:pt x="18" y="0"/>
                  <a:pt x="18" y="0"/>
                  <a:pt x="18" y="0"/>
                </a:cubicBezTo>
                <a:cubicBezTo>
                  <a:pt x="18" y="0"/>
                  <a:pt x="15" y="0"/>
                  <a:pt x="15" y="0"/>
                </a:cubicBezTo>
                <a:cubicBezTo>
                  <a:pt x="14" y="0"/>
                  <a:pt x="13" y="1"/>
                  <a:pt x="13" y="1"/>
                </a:cubicBezTo>
                <a:cubicBezTo>
                  <a:pt x="13" y="2"/>
                  <a:pt x="13" y="3"/>
                  <a:pt x="13" y="4"/>
                </a:cubicBezTo>
                <a:cubicBezTo>
                  <a:pt x="13" y="4"/>
                  <a:pt x="13" y="6"/>
                  <a:pt x="14" y="7"/>
                </a:cubicBezTo>
                <a:cubicBezTo>
                  <a:pt x="14" y="8"/>
                  <a:pt x="14" y="10"/>
                  <a:pt x="14" y="10"/>
                </a:cubicBezTo>
                <a:cubicBezTo>
                  <a:pt x="13" y="11"/>
                  <a:pt x="11" y="10"/>
                  <a:pt x="10" y="10"/>
                </a:cubicBezTo>
                <a:cubicBezTo>
                  <a:pt x="10" y="10"/>
                  <a:pt x="9" y="9"/>
                  <a:pt x="9" y="9"/>
                </a:cubicBezTo>
                <a:cubicBezTo>
                  <a:pt x="9" y="9"/>
                  <a:pt x="8" y="10"/>
                  <a:pt x="8" y="10"/>
                </a:cubicBezTo>
                <a:cubicBezTo>
                  <a:pt x="7" y="11"/>
                  <a:pt x="6" y="11"/>
                  <a:pt x="6" y="11"/>
                </a:cubicBezTo>
                <a:cubicBezTo>
                  <a:pt x="5" y="11"/>
                  <a:pt x="4" y="11"/>
                  <a:pt x="4" y="11"/>
                </a:cubicBezTo>
                <a:cubicBezTo>
                  <a:pt x="4" y="12"/>
                  <a:pt x="4" y="12"/>
                  <a:pt x="3" y="13"/>
                </a:cubicBezTo>
                <a:cubicBezTo>
                  <a:pt x="3" y="14"/>
                  <a:pt x="4" y="14"/>
                  <a:pt x="3" y="15"/>
                </a:cubicBezTo>
                <a:cubicBezTo>
                  <a:pt x="3" y="17"/>
                  <a:pt x="3" y="16"/>
                  <a:pt x="2" y="16"/>
                </a:cubicBezTo>
                <a:cubicBezTo>
                  <a:pt x="1" y="16"/>
                  <a:pt x="1" y="17"/>
                  <a:pt x="1" y="18"/>
                </a:cubicBezTo>
                <a:cubicBezTo>
                  <a:pt x="1" y="18"/>
                  <a:pt x="0" y="18"/>
                  <a:pt x="0" y="18"/>
                </a:cubicBezTo>
                <a:cubicBezTo>
                  <a:pt x="0" y="19"/>
                  <a:pt x="0" y="20"/>
                  <a:pt x="0" y="20"/>
                </a:cubicBezTo>
                <a:cubicBezTo>
                  <a:pt x="1" y="21"/>
                  <a:pt x="2" y="20"/>
                  <a:pt x="2" y="20"/>
                </a:cubicBezTo>
                <a:cubicBezTo>
                  <a:pt x="3" y="20"/>
                  <a:pt x="5" y="21"/>
                  <a:pt x="5" y="21"/>
                </a:cubicBezTo>
                <a:cubicBezTo>
                  <a:pt x="5" y="22"/>
                  <a:pt x="5" y="24"/>
                  <a:pt x="5" y="24"/>
                </a:cubicBezTo>
                <a:cubicBezTo>
                  <a:pt x="5" y="25"/>
                  <a:pt x="5" y="26"/>
                  <a:pt x="4" y="26"/>
                </a:cubicBezTo>
                <a:cubicBezTo>
                  <a:pt x="4" y="26"/>
                  <a:pt x="5" y="28"/>
                  <a:pt x="5" y="28"/>
                </a:cubicBezTo>
                <a:cubicBezTo>
                  <a:pt x="5" y="29"/>
                  <a:pt x="7" y="28"/>
                  <a:pt x="8" y="27"/>
                </a:cubicBezTo>
                <a:cubicBezTo>
                  <a:pt x="8" y="27"/>
                  <a:pt x="11" y="27"/>
                  <a:pt x="12" y="27"/>
                </a:cubicBezTo>
                <a:cubicBezTo>
                  <a:pt x="12" y="28"/>
                  <a:pt x="12" y="29"/>
                  <a:pt x="12" y="30"/>
                </a:cubicBezTo>
                <a:cubicBezTo>
                  <a:pt x="12" y="30"/>
                  <a:pt x="11" y="31"/>
                  <a:pt x="11" y="31"/>
                </a:cubicBezTo>
                <a:cubicBezTo>
                  <a:pt x="11" y="32"/>
                  <a:pt x="12" y="33"/>
                  <a:pt x="12" y="34"/>
                </a:cubicBezTo>
                <a:cubicBezTo>
                  <a:pt x="12" y="35"/>
                  <a:pt x="11" y="35"/>
                  <a:pt x="11" y="36"/>
                </a:cubicBezTo>
                <a:cubicBezTo>
                  <a:pt x="11" y="36"/>
                  <a:pt x="11" y="37"/>
                  <a:pt x="11" y="38"/>
                </a:cubicBezTo>
                <a:cubicBezTo>
                  <a:pt x="12" y="39"/>
                  <a:pt x="12" y="40"/>
                  <a:pt x="12" y="41"/>
                </a:cubicBezTo>
                <a:cubicBezTo>
                  <a:pt x="11" y="42"/>
                  <a:pt x="11" y="44"/>
                  <a:pt x="12" y="45"/>
                </a:cubicBezTo>
                <a:cubicBezTo>
                  <a:pt x="12" y="45"/>
                  <a:pt x="13" y="44"/>
                  <a:pt x="13" y="44"/>
                </a:cubicBezTo>
                <a:cubicBezTo>
                  <a:pt x="14" y="43"/>
                  <a:pt x="15" y="43"/>
                  <a:pt x="16" y="43"/>
                </a:cubicBezTo>
                <a:cubicBezTo>
                  <a:pt x="16" y="43"/>
                  <a:pt x="16" y="42"/>
                  <a:pt x="16" y="41"/>
                </a:cubicBezTo>
                <a:cubicBezTo>
                  <a:pt x="17" y="41"/>
                  <a:pt x="17" y="41"/>
                  <a:pt x="18" y="41"/>
                </a:cubicBezTo>
                <a:cubicBezTo>
                  <a:pt x="18" y="41"/>
                  <a:pt x="18" y="40"/>
                  <a:pt x="19" y="40"/>
                </a:cubicBezTo>
                <a:cubicBezTo>
                  <a:pt x="20" y="40"/>
                  <a:pt x="21" y="41"/>
                  <a:pt x="21" y="41"/>
                </a:cubicBezTo>
                <a:cubicBezTo>
                  <a:pt x="22" y="42"/>
                  <a:pt x="23" y="42"/>
                  <a:pt x="24" y="42"/>
                </a:cubicBezTo>
                <a:cubicBezTo>
                  <a:pt x="25" y="42"/>
                  <a:pt x="25" y="43"/>
                  <a:pt x="26" y="43"/>
                </a:cubicBezTo>
                <a:cubicBezTo>
                  <a:pt x="26" y="44"/>
                  <a:pt x="28" y="43"/>
                  <a:pt x="29" y="43"/>
                </a:cubicBezTo>
                <a:cubicBezTo>
                  <a:pt x="30" y="43"/>
                  <a:pt x="30" y="42"/>
                  <a:pt x="30" y="41"/>
                </a:cubicBezTo>
                <a:cubicBezTo>
                  <a:pt x="31" y="41"/>
                  <a:pt x="31" y="41"/>
                  <a:pt x="31" y="40"/>
                </a:cubicBezTo>
                <a:cubicBezTo>
                  <a:pt x="31" y="39"/>
                  <a:pt x="31" y="39"/>
                  <a:pt x="32" y="39"/>
                </a:cubicBezTo>
                <a:cubicBezTo>
                  <a:pt x="33" y="39"/>
                  <a:pt x="33" y="39"/>
                  <a:pt x="34" y="38"/>
                </a:cubicBezTo>
                <a:cubicBezTo>
                  <a:pt x="34" y="38"/>
                  <a:pt x="35" y="38"/>
                  <a:pt x="36" y="39"/>
                </a:cubicBezTo>
                <a:cubicBezTo>
                  <a:pt x="36" y="39"/>
                  <a:pt x="38" y="40"/>
                  <a:pt x="38" y="40"/>
                </a:cubicBezTo>
                <a:cubicBezTo>
                  <a:pt x="39" y="41"/>
                  <a:pt x="39" y="41"/>
                  <a:pt x="40" y="42"/>
                </a:cubicBezTo>
                <a:cubicBezTo>
                  <a:pt x="41" y="44"/>
                  <a:pt x="43" y="44"/>
                  <a:pt x="44" y="45"/>
                </a:cubicBezTo>
                <a:cubicBezTo>
                  <a:pt x="46" y="46"/>
                  <a:pt x="46" y="49"/>
                  <a:pt x="46" y="50"/>
                </a:cubicBezTo>
                <a:cubicBezTo>
                  <a:pt x="46" y="51"/>
                  <a:pt x="46" y="51"/>
                  <a:pt x="46" y="51"/>
                </a:cubicBezTo>
                <a:cubicBezTo>
                  <a:pt x="46" y="51"/>
                  <a:pt x="47" y="53"/>
                  <a:pt x="46" y="54"/>
                </a:cubicBezTo>
                <a:cubicBezTo>
                  <a:pt x="46" y="55"/>
                  <a:pt x="46" y="55"/>
                  <a:pt x="46" y="56"/>
                </a:cubicBezTo>
                <a:cubicBezTo>
                  <a:pt x="46" y="57"/>
                  <a:pt x="47" y="57"/>
                  <a:pt x="47" y="57"/>
                </a:cubicBezTo>
                <a:cubicBezTo>
                  <a:pt x="48" y="58"/>
                  <a:pt x="49" y="59"/>
                  <a:pt x="49" y="59"/>
                </a:cubicBezTo>
                <a:cubicBezTo>
                  <a:pt x="50" y="60"/>
                  <a:pt x="51" y="59"/>
                  <a:pt x="52" y="59"/>
                </a:cubicBezTo>
                <a:cubicBezTo>
                  <a:pt x="53" y="60"/>
                  <a:pt x="52" y="60"/>
                  <a:pt x="53" y="61"/>
                </a:cubicBezTo>
                <a:cubicBezTo>
                  <a:pt x="53" y="61"/>
                  <a:pt x="53" y="62"/>
                  <a:pt x="54" y="62"/>
                </a:cubicBezTo>
                <a:cubicBezTo>
                  <a:pt x="55" y="63"/>
                  <a:pt x="55" y="64"/>
                  <a:pt x="55" y="64"/>
                </a:cubicBezTo>
                <a:cubicBezTo>
                  <a:pt x="55" y="65"/>
                  <a:pt x="54" y="65"/>
                  <a:pt x="54" y="65"/>
                </a:cubicBezTo>
                <a:cubicBezTo>
                  <a:pt x="54" y="66"/>
                  <a:pt x="54" y="67"/>
                  <a:pt x="54" y="67"/>
                </a:cubicBezTo>
                <a:cubicBezTo>
                  <a:pt x="54" y="68"/>
                  <a:pt x="54" y="69"/>
                  <a:pt x="54" y="69"/>
                </a:cubicBezTo>
                <a:cubicBezTo>
                  <a:pt x="55" y="70"/>
                  <a:pt x="54" y="72"/>
                  <a:pt x="54" y="72"/>
                </a:cubicBezTo>
                <a:cubicBezTo>
                  <a:pt x="54" y="73"/>
                  <a:pt x="53" y="74"/>
                  <a:pt x="53" y="74"/>
                </a:cubicBezTo>
                <a:cubicBezTo>
                  <a:pt x="52" y="75"/>
                  <a:pt x="52" y="75"/>
                  <a:pt x="52" y="75"/>
                </a:cubicBezTo>
                <a:cubicBezTo>
                  <a:pt x="52" y="75"/>
                  <a:pt x="53" y="75"/>
                  <a:pt x="53" y="75"/>
                </a:cubicBezTo>
                <a:cubicBezTo>
                  <a:pt x="54" y="76"/>
                  <a:pt x="54" y="77"/>
                  <a:pt x="55" y="77"/>
                </a:cubicBezTo>
                <a:cubicBezTo>
                  <a:pt x="56" y="78"/>
                  <a:pt x="57" y="77"/>
                  <a:pt x="58" y="78"/>
                </a:cubicBezTo>
                <a:cubicBezTo>
                  <a:pt x="59" y="79"/>
                  <a:pt x="60" y="80"/>
                  <a:pt x="61" y="80"/>
                </a:cubicBezTo>
                <a:cubicBezTo>
                  <a:pt x="61" y="81"/>
                  <a:pt x="62" y="80"/>
                  <a:pt x="62" y="79"/>
                </a:cubicBezTo>
                <a:cubicBezTo>
                  <a:pt x="62" y="78"/>
                  <a:pt x="62" y="77"/>
                  <a:pt x="61" y="76"/>
                </a:cubicBezTo>
                <a:cubicBezTo>
                  <a:pt x="61" y="75"/>
                  <a:pt x="60" y="74"/>
                  <a:pt x="61" y="74"/>
                </a:cubicBezTo>
                <a:cubicBezTo>
                  <a:pt x="62" y="73"/>
                  <a:pt x="62" y="73"/>
                  <a:pt x="63" y="73"/>
                </a:cubicBezTo>
                <a:cubicBezTo>
                  <a:pt x="64" y="73"/>
                  <a:pt x="65" y="73"/>
                  <a:pt x="66" y="74"/>
                </a:cubicBezTo>
                <a:cubicBezTo>
                  <a:pt x="67" y="74"/>
                  <a:pt x="66" y="75"/>
                  <a:pt x="68" y="75"/>
                </a:cubicBezTo>
                <a:cubicBezTo>
                  <a:pt x="69" y="75"/>
                  <a:pt x="70" y="75"/>
                  <a:pt x="70" y="76"/>
                </a:cubicBezTo>
                <a:cubicBezTo>
                  <a:pt x="70" y="75"/>
                  <a:pt x="71" y="75"/>
                  <a:pt x="71" y="75"/>
                </a:cubicBezTo>
                <a:cubicBezTo>
                  <a:pt x="71" y="74"/>
                  <a:pt x="72" y="74"/>
                  <a:pt x="72" y="73"/>
                </a:cubicBezTo>
                <a:cubicBezTo>
                  <a:pt x="72" y="72"/>
                  <a:pt x="72" y="72"/>
                  <a:pt x="71" y="71"/>
                </a:cubicBezTo>
                <a:cubicBezTo>
                  <a:pt x="71" y="70"/>
                  <a:pt x="71" y="70"/>
                  <a:pt x="71" y="69"/>
                </a:cubicBezTo>
                <a:cubicBezTo>
                  <a:pt x="71" y="68"/>
                  <a:pt x="70" y="68"/>
                  <a:pt x="71" y="68"/>
                </a:cubicBezTo>
                <a:cubicBezTo>
                  <a:pt x="72" y="67"/>
                  <a:pt x="73" y="66"/>
                  <a:pt x="73" y="66"/>
                </a:cubicBezTo>
                <a:cubicBezTo>
                  <a:pt x="73" y="66"/>
                  <a:pt x="74" y="65"/>
                  <a:pt x="73" y="64"/>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 name="Freeform 31"/>
          <p:cNvSpPr>
            <a:spLocks/>
          </p:cNvSpPr>
          <p:nvPr/>
        </p:nvSpPr>
        <p:spPr bwMode="auto">
          <a:xfrm>
            <a:off x="7434263" y="4427538"/>
            <a:ext cx="398463" cy="193675"/>
          </a:xfrm>
          <a:custGeom>
            <a:avLst/>
            <a:gdLst>
              <a:gd name="T0" fmla="*/ 10 w 97"/>
              <a:gd name="T1" fmla="*/ 38 h 47"/>
              <a:gd name="T2" fmla="*/ 6 w 97"/>
              <a:gd name="T3" fmla="*/ 36 h 47"/>
              <a:gd name="T4" fmla="*/ 2 w 97"/>
              <a:gd name="T5" fmla="*/ 39 h 47"/>
              <a:gd name="T6" fmla="*/ 0 w 97"/>
              <a:gd name="T7" fmla="*/ 40 h 47"/>
              <a:gd name="T8" fmla="*/ 1 w 97"/>
              <a:gd name="T9" fmla="*/ 44 h 47"/>
              <a:gd name="T10" fmla="*/ 13 w 97"/>
              <a:gd name="T11" fmla="*/ 44 h 47"/>
              <a:gd name="T12" fmla="*/ 16 w 97"/>
              <a:gd name="T13" fmla="*/ 45 h 47"/>
              <a:gd name="T14" fmla="*/ 20 w 97"/>
              <a:gd name="T15" fmla="*/ 43 h 47"/>
              <a:gd name="T16" fmla="*/ 22 w 97"/>
              <a:gd name="T17" fmla="*/ 45 h 47"/>
              <a:gd name="T18" fmla="*/ 25 w 97"/>
              <a:gd name="T19" fmla="*/ 46 h 47"/>
              <a:gd name="T20" fmla="*/ 29 w 97"/>
              <a:gd name="T21" fmla="*/ 46 h 47"/>
              <a:gd name="T22" fmla="*/ 33 w 97"/>
              <a:gd name="T23" fmla="*/ 46 h 47"/>
              <a:gd name="T24" fmla="*/ 40 w 97"/>
              <a:gd name="T25" fmla="*/ 45 h 47"/>
              <a:gd name="T26" fmla="*/ 42 w 97"/>
              <a:gd name="T27" fmla="*/ 43 h 47"/>
              <a:gd name="T28" fmla="*/ 41 w 97"/>
              <a:gd name="T29" fmla="*/ 39 h 47"/>
              <a:gd name="T30" fmla="*/ 45 w 97"/>
              <a:gd name="T31" fmla="*/ 37 h 47"/>
              <a:gd name="T32" fmla="*/ 49 w 97"/>
              <a:gd name="T33" fmla="*/ 34 h 47"/>
              <a:gd name="T34" fmla="*/ 51 w 97"/>
              <a:gd name="T35" fmla="*/ 33 h 47"/>
              <a:gd name="T36" fmla="*/ 56 w 97"/>
              <a:gd name="T37" fmla="*/ 31 h 47"/>
              <a:gd name="T38" fmla="*/ 59 w 97"/>
              <a:gd name="T39" fmla="*/ 35 h 47"/>
              <a:gd name="T40" fmla="*/ 63 w 97"/>
              <a:gd name="T41" fmla="*/ 34 h 47"/>
              <a:gd name="T42" fmla="*/ 67 w 97"/>
              <a:gd name="T43" fmla="*/ 30 h 47"/>
              <a:gd name="T44" fmla="*/ 69 w 97"/>
              <a:gd name="T45" fmla="*/ 26 h 47"/>
              <a:gd name="T46" fmla="*/ 77 w 97"/>
              <a:gd name="T47" fmla="*/ 25 h 47"/>
              <a:gd name="T48" fmla="*/ 80 w 97"/>
              <a:gd name="T49" fmla="*/ 21 h 47"/>
              <a:gd name="T50" fmla="*/ 92 w 97"/>
              <a:gd name="T51" fmla="*/ 17 h 47"/>
              <a:gd name="T52" fmla="*/ 97 w 97"/>
              <a:gd name="T53" fmla="*/ 15 h 47"/>
              <a:gd name="T54" fmla="*/ 95 w 97"/>
              <a:gd name="T55" fmla="*/ 9 h 47"/>
              <a:gd name="T56" fmla="*/ 89 w 97"/>
              <a:gd name="T57" fmla="*/ 7 h 47"/>
              <a:gd name="T58" fmla="*/ 80 w 97"/>
              <a:gd name="T59" fmla="*/ 4 h 47"/>
              <a:gd name="T60" fmla="*/ 71 w 97"/>
              <a:gd name="T61" fmla="*/ 3 h 47"/>
              <a:gd name="T62" fmla="*/ 64 w 97"/>
              <a:gd name="T63" fmla="*/ 4 h 47"/>
              <a:gd name="T64" fmla="*/ 59 w 97"/>
              <a:gd name="T65" fmla="*/ 4 h 47"/>
              <a:gd name="T66" fmla="*/ 55 w 97"/>
              <a:gd name="T67" fmla="*/ 5 h 47"/>
              <a:gd name="T68" fmla="*/ 49 w 97"/>
              <a:gd name="T69" fmla="*/ 3 h 47"/>
              <a:gd name="T70" fmla="*/ 41 w 97"/>
              <a:gd name="T71" fmla="*/ 1 h 47"/>
              <a:gd name="T72" fmla="*/ 37 w 97"/>
              <a:gd name="T73" fmla="*/ 5 h 47"/>
              <a:gd name="T74" fmla="*/ 25 w 97"/>
              <a:gd name="T75" fmla="*/ 5 h 47"/>
              <a:gd name="T76" fmla="*/ 18 w 97"/>
              <a:gd name="T77" fmla="*/ 5 h 47"/>
              <a:gd name="T78" fmla="*/ 16 w 97"/>
              <a:gd name="T79" fmla="*/ 8 h 47"/>
              <a:gd name="T80" fmla="*/ 15 w 97"/>
              <a:gd name="T81" fmla="*/ 10 h 47"/>
              <a:gd name="T82" fmla="*/ 17 w 97"/>
              <a:gd name="T83" fmla="*/ 13 h 47"/>
              <a:gd name="T84" fmla="*/ 14 w 97"/>
              <a:gd name="T85" fmla="*/ 16 h 47"/>
              <a:gd name="T86" fmla="*/ 8 w 97"/>
              <a:gd name="T87" fmla="*/ 21 h 47"/>
              <a:gd name="T88" fmla="*/ 13 w 97"/>
              <a:gd name="T89" fmla="*/ 22 h 47"/>
              <a:gd name="T90" fmla="*/ 17 w 97"/>
              <a:gd name="T91" fmla="*/ 25 h 47"/>
              <a:gd name="T92" fmla="*/ 19 w 97"/>
              <a:gd name="T93" fmla="*/ 24 h 47"/>
              <a:gd name="T94" fmla="*/ 20 w 97"/>
              <a:gd name="T95" fmla="*/ 21 h 47"/>
              <a:gd name="T96" fmla="*/ 23 w 97"/>
              <a:gd name="T97" fmla="*/ 24 h 47"/>
              <a:gd name="T98" fmla="*/ 26 w 97"/>
              <a:gd name="T99" fmla="*/ 26 h 47"/>
              <a:gd name="T100" fmla="*/ 30 w 97"/>
              <a:gd name="T101" fmla="*/ 29 h 47"/>
              <a:gd name="T102" fmla="*/ 34 w 97"/>
              <a:gd name="T103" fmla="*/ 30 h 47"/>
              <a:gd name="T104" fmla="*/ 31 w 97"/>
              <a:gd name="T105" fmla="*/ 32 h 47"/>
              <a:gd name="T106" fmla="*/ 28 w 97"/>
              <a:gd name="T107" fmla="*/ 32 h 47"/>
              <a:gd name="T108" fmla="*/ 26 w 97"/>
              <a:gd name="T109" fmla="*/ 33 h 47"/>
              <a:gd name="T110" fmla="*/ 22 w 97"/>
              <a:gd name="T111" fmla="*/ 36 h 47"/>
              <a:gd name="T112" fmla="*/ 19 w 97"/>
              <a:gd name="T113" fmla="*/ 34 h 47"/>
              <a:gd name="T114" fmla="*/ 16 w 97"/>
              <a:gd name="T115" fmla="*/ 35 h 47"/>
              <a:gd name="T116" fmla="*/ 17 w 97"/>
              <a:gd name="T117" fmla="*/ 39 h 47"/>
              <a:gd name="T118" fmla="*/ 15 w 97"/>
              <a:gd name="T119" fmla="*/ 37 h 47"/>
              <a:gd name="T120" fmla="*/ 14 w 97"/>
              <a:gd name="T121" fmla="*/ 37 h 47"/>
              <a:gd name="T122" fmla="*/ 12 w 97"/>
              <a:gd name="T123"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47">
                <a:moveTo>
                  <a:pt x="12" y="40"/>
                </a:moveTo>
                <a:cubicBezTo>
                  <a:pt x="10" y="38"/>
                  <a:pt x="10" y="38"/>
                  <a:pt x="10" y="38"/>
                </a:cubicBezTo>
                <a:cubicBezTo>
                  <a:pt x="8" y="37"/>
                  <a:pt x="8" y="37"/>
                  <a:pt x="8" y="37"/>
                </a:cubicBezTo>
                <a:cubicBezTo>
                  <a:pt x="6" y="36"/>
                  <a:pt x="6" y="36"/>
                  <a:pt x="6" y="36"/>
                </a:cubicBezTo>
                <a:cubicBezTo>
                  <a:pt x="3" y="37"/>
                  <a:pt x="3" y="37"/>
                  <a:pt x="3" y="37"/>
                </a:cubicBezTo>
                <a:cubicBezTo>
                  <a:pt x="2" y="39"/>
                  <a:pt x="2" y="39"/>
                  <a:pt x="2" y="39"/>
                </a:cubicBezTo>
                <a:cubicBezTo>
                  <a:pt x="0" y="39"/>
                  <a:pt x="0" y="39"/>
                  <a:pt x="0" y="39"/>
                </a:cubicBezTo>
                <a:cubicBezTo>
                  <a:pt x="0" y="39"/>
                  <a:pt x="0" y="39"/>
                  <a:pt x="0" y="40"/>
                </a:cubicBezTo>
                <a:cubicBezTo>
                  <a:pt x="0" y="40"/>
                  <a:pt x="0" y="42"/>
                  <a:pt x="0" y="42"/>
                </a:cubicBezTo>
                <a:cubicBezTo>
                  <a:pt x="1" y="44"/>
                  <a:pt x="1" y="44"/>
                  <a:pt x="1" y="44"/>
                </a:cubicBezTo>
                <a:cubicBezTo>
                  <a:pt x="4" y="44"/>
                  <a:pt x="4" y="44"/>
                  <a:pt x="4" y="44"/>
                </a:cubicBezTo>
                <a:cubicBezTo>
                  <a:pt x="13" y="44"/>
                  <a:pt x="13" y="44"/>
                  <a:pt x="13" y="44"/>
                </a:cubicBezTo>
                <a:cubicBezTo>
                  <a:pt x="14" y="45"/>
                  <a:pt x="14" y="45"/>
                  <a:pt x="14" y="45"/>
                </a:cubicBezTo>
                <a:cubicBezTo>
                  <a:pt x="16" y="45"/>
                  <a:pt x="16" y="45"/>
                  <a:pt x="16" y="45"/>
                </a:cubicBezTo>
                <a:cubicBezTo>
                  <a:pt x="16" y="45"/>
                  <a:pt x="19" y="44"/>
                  <a:pt x="19" y="44"/>
                </a:cubicBezTo>
                <a:cubicBezTo>
                  <a:pt x="19" y="43"/>
                  <a:pt x="20" y="43"/>
                  <a:pt x="20" y="43"/>
                </a:cubicBezTo>
                <a:cubicBezTo>
                  <a:pt x="21" y="44"/>
                  <a:pt x="21" y="44"/>
                  <a:pt x="21" y="44"/>
                </a:cubicBezTo>
                <a:cubicBezTo>
                  <a:pt x="21" y="44"/>
                  <a:pt x="22" y="44"/>
                  <a:pt x="22" y="45"/>
                </a:cubicBezTo>
                <a:cubicBezTo>
                  <a:pt x="23" y="45"/>
                  <a:pt x="23" y="46"/>
                  <a:pt x="23" y="46"/>
                </a:cubicBezTo>
                <a:cubicBezTo>
                  <a:pt x="23" y="46"/>
                  <a:pt x="25" y="46"/>
                  <a:pt x="25" y="46"/>
                </a:cubicBezTo>
                <a:cubicBezTo>
                  <a:pt x="26" y="47"/>
                  <a:pt x="26" y="47"/>
                  <a:pt x="26" y="47"/>
                </a:cubicBezTo>
                <a:cubicBezTo>
                  <a:pt x="26" y="47"/>
                  <a:pt x="29" y="46"/>
                  <a:pt x="29" y="46"/>
                </a:cubicBezTo>
                <a:cubicBezTo>
                  <a:pt x="29" y="46"/>
                  <a:pt x="31" y="45"/>
                  <a:pt x="31" y="45"/>
                </a:cubicBezTo>
                <a:cubicBezTo>
                  <a:pt x="31" y="45"/>
                  <a:pt x="33" y="45"/>
                  <a:pt x="33" y="46"/>
                </a:cubicBezTo>
                <a:cubicBezTo>
                  <a:pt x="33" y="46"/>
                  <a:pt x="37" y="45"/>
                  <a:pt x="37" y="45"/>
                </a:cubicBezTo>
                <a:cubicBezTo>
                  <a:pt x="37" y="45"/>
                  <a:pt x="40" y="45"/>
                  <a:pt x="40" y="45"/>
                </a:cubicBezTo>
                <a:cubicBezTo>
                  <a:pt x="40" y="45"/>
                  <a:pt x="41" y="44"/>
                  <a:pt x="41" y="44"/>
                </a:cubicBezTo>
                <a:cubicBezTo>
                  <a:pt x="41" y="44"/>
                  <a:pt x="42" y="43"/>
                  <a:pt x="42" y="43"/>
                </a:cubicBezTo>
                <a:cubicBezTo>
                  <a:pt x="42" y="42"/>
                  <a:pt x="41" y="42"/>
                  <a:pt x="41" y="41"/>
                </a:cubicBezTo>
                <a:cubicBezTo>
                  <a:pt x="40" y="41"/>
                  <a:pt x="41" y="40"/>
                  <a:pt x="41" y="39"/>
                </a:cubicBezTo>
                <a:cubicBezTo>
                  <a:pt x="42" y="38"/>
                  <a:pt x="43" y="38"/>
                  <a:pt x="43" y="38"/>
                </a:cubicBezTo>
                <a:cubicBezTo>
                  <a:pt x="43" y="38"/>
                  <a:pt x="45" y="38"/>
                  <a:pt x="45" y="37"/>
                </a:cubicBezTo>
                <a:cubicBezTo>
                  <a:pt x="46" y="37"/>
                  <a:pt x="47" y="36"/>
                  <a:pt x="48" y="36"/>
                </a:cubicBezTo>
                <a:cubicBezTo>
                  <a:pt x="48" y="35"/>
                  <a:pt x="49" y="34"/>
                  <a:pt x="49" y="34"/>
                </a:cubicBezTo>
                <a:cubicBezTo>
                  <a:pt x="50" y="34"/>
                  <a:pt x="50" y="34"/>
                  <a:pt x="50" y="34"/>
                </a:cubicBezTo>
                <a:cubicBezTo>
                  <a:pt x="50" y="34"/>
                  <a:pt x="51" y="33"/>
                  <a:pt x="51" y="33"/>
                </a:cubicBezTo>
                <a:cubicBezTo>
                  <a:pt x="51" y="33"/>
                  <a:pt x="53" y="33"/>
                  <a:pt x="53" y="33"/>
                </a:cubicBezTo>
                <a:cubicBezTo>
                  <a:pt x="56" y="31"/>
                  <a:pt x="56" y="31"/>
                  <a:pt x="56" y="31"/>
                </a:cubicBezTo>
                <a:cubicBezTo>
                  <a:pt x="57" y="34"/>
                  <a:pt x="57" y="34"/>
                  <a:pt x="57" y="34"/>
                </a:cubicBezTo>
                <a:cubicBezTo>
                  <a:pt x="59" y="35"/>
                  <a:pt x="59" y="35"/>
                  <a:pt x="59" y="35"/>
                </a:cubicBezTo>
                <a:cubicBezTo>
                  <a:pt x="62" y="33"/>
                  <a:pt x="62" y="33"/>
                  <a:pt x="62" y="33"/>
                </a:cubicBezTo>
                <a:cubicBezTo>
                  <a:pt x="63" y="34"/>
                  <a:pt x="63" y="34"/>
                  <a:pt x="63" y="34"/>
                </a:cubicBezTo>
                <a:cubicBezTo>
                  <a:pt x="65" y="33"/>
                  <a:pt x="65" y="33"/>
                  <a:pt x="65" y="33"/>
                </a:cubicBezTo>
                <a:cubicBezTo>
                  <a:pt x="65" y="33"/>
                  <a:pt x="67" y="31"/>
                  <a:pt x="67" y="30"/>
                </a:cubicBezTo>
                <a:cubicBezTo>
                  <a:pt x="67" y="30"/>
                  <a:pt x="67" y="29"/>
                  <a:pt x="67" y="28"/>
                </a:cubicBezTo>
                <a:cubicBezTo>
                  <a:pt x="67" y="28"/>
                  <a:pt x="69" y="26"/>
                  <a:pt x="69" y="26"/>
                </a:cubicBezTo>
                <a:cubicBezTo>
                  <a:pt x="76" y="26"/>
                  <a:pt x="76" y="26"/>
                  <a:pt x="76" y="26"/>
                </a:cubicBezTo>
                <a:cubicBezTo>
                  <a:pt x="77" y="25"/>
                  <a:pt x="77" y="25"/>
                  <a:pt x="77" y="25"/>
                </a:cubicBezTo>
                <a:cubicBezTo>
                  <a:pt x="79" y="24"/>
                  <a:pt x="79" y="24"/>
                  <a:pt x="79" y="24"/>
                </a:cubicBezTo>
                <a:cubicBezTo>
                  <a:pt x="80" y="21"/>
                  <a:pt x="80" y="21"/>
                  <a:pt x="80" y="21"/>
                </a:cubicBezTo>
                <a:cubicBezTo>
                  <a:pt x="86" y="20"/>
                  <a:pt x="86" y="20"/>
                  <a:pt x="86" y="20"/>
                </a:cubicBezTo>
                <a:cubicBezTo>
                  <a:pt x="92" y="17"/>
                  <a:pt x="92" y="17"/>
                  <a:pt x="92" y="17"/>
                </a:cubicBezTo>
                <a:cubicBezTo>
                  <a:pt x="92" y="17"/>
                  <a:pt x="94" y="15"/>
                  <a:pt x="95" y="15"/>
                </a:cubicBezTo>
                <a:cubicBezTo>
                  <a:pt x="95" y="14"/>
                  <a:pt x="97" y="15"/>
                  <a:pt x="97" y="15"/>
                </a:cubicBezTo>
                <a:cubicBezTo>
                  <a:pt x="97" y="12"/>
                  <a:pt x="97" y="12"/>
                  <a:pt x="97" y="12"/>
                </a:cubicBezTo>
                <a:cubicBezTo>
                  <a:pt x="95" y="9"/>
                  <a:pt x="95" y="9"/>
                  <a:pt x="95" y="9"/>
                </a:cubicBezTo>
                <a:cubicBezTo>
                  <a:pt x="91" y="9"/>
                  <a:pt x="91" y="9"/>
                  <a:pt x="91" y="9"/>
                </a:cubicBezTo>
                <a:cubicBezTo>
                  <a:pt x="89" y="7"/>
                  <a:pt x="89" y="7"/>
                  <a:pt x="89" y="7"/>
                </a:cubicBezTo>
                <a:cubicBezTo>
                  <a:pt x="88" y="5"/>
                  <a:pt x="88" y="5"/>
                  <a:pt x="88" y="5"/>
                </a:cubicBezTo>
                <a:cubicBezTo>
                  <a:pt x="80" y="4"/>
                  <a:pt x="80" y="4"/>
                  <a:pt x="80" y="4"/>
                </a:cubicBezTo>
                <a:cubicBezTo>
                  <a:pt x="72" y="3"/>
                  <a:pt x="72" y="3"/>
                  <a:pt x="72" y="3"/>
                </a:cubicBezTo>
                <a:cubicBezTo>
                  <a:pt x="71" y="3"/>
                  <a:pt x="71" y="3"/>
                  <a:pt x="71" y="3"/>
                </a:cubicBezTo>
                <a:cubicBezTo>
                  <a:pt x="67" y="3"/>
                  <a:pt x="67" y="3"/>
                  <a:pt x="67" y="3"/>
                </a:cubicBezTo>
                <a:cubicBezTo>
                  <a:pt x="64" y="4"/>
                  <a:pt x="64" y="4"/>
                  <a:pt x="64" y="4"/>
                </a:cubicBezTo>
                <a:cubicBezTo>
                  <a:pt x="62" y="4"/>
                  <a:pt x="62" y="4"/>
                  <a:pt x="62" y="4"/>
                </a:cubicBezTo>
                <a:cubicBezTo>
                  <a:pt x="59" y="4"/>
                  <a:pt x="59" y="4"/>
                  <a:pt x="59" y="4"/>
                </a:cubicBezTo>
                <a:cubicBezTo>
                  <a:pt x="59" y="4"/>
                  <a:pt x="57" y="5"/>
                  <a:pt x="57" y="5"/>
                </a:cubicBezTo>
                <a:cubicBezTo>
                  <a:pt x="56" y="5"/>
                  <a:pt x="55" y="5"/>
                  <a:pt x="55" y="5"/>
                </a:cubicBezTo>
                <a:cubicBezTo>
                  <a:pt x="55" y="4"/>
                  <a:pt x="52" y="4"/>
                  <a:pt x="52" y="4"/>
                </a:cubicBezTo>
                <a:cubicBezTo>
                  <a:pt x="52" y="4"/>
                  <a:pt x="49" y="3"/>
                  <a:pt x="49" y="3"/>
                </a:cubicBezTo>
                <a:cubicBezTo>
                  <a:pt x="44" y="0"/>
                  <a:pt x="44" y="0"/>
                  <a:pt x="44" y="0"/>
                </a:cubicBezTo>
                <a:cubicBezTo>
                  <a:pt x="44" y="0"/>
                  <a:pt x="41" y="1"/>
                  <a:pt x="41" y="1"/>
                </a:cubicBezTo>
                <a:cubicBezTo>
                  <a:pt x="41" y="1"/>
                  <a:pt x="38" y="2"/>
                  <a:pt x="38" y="2"/>
                </a:cubicBezTo>
                <a:cubicBezTo>
                  <a:pt x="37" y="5"/>
                  <a:pt x="37" y="5"/>
                  <a:pt x="37" y="5"/>
                </a:cubicBezTo>
                <a:cubicBezTo>
                  <a:pt x="38" y="10"/>
                  <a:pt x="38" y="10"/>
                  <a:pt x="38" y="10"/>
                </a:cubicBezTo>
                <a:cubicBezTo>
                  <a:pt x="25" y="5"/>
                  <a:pt x="25" y="5"/>
                  <a:pt x="25" y="5"/>
                </a:cubicBezTo>
                <a:cubicBezTo>
                  <a:pt x="23" y="5"/>
                  <a:pt x="23" y="5"/>
                  <a:pt x="23" y="5"/>
                </a:cubicBezTo>
                <a:cubicBezTo>
                  <a:pt x="23" y="5"/>
                  <a:pt x="18" y="5"/>
                  <a:pt x="18" y="5"/>
                </a:cubicBezTo>
                <a:cubicBezTo>
                  <a:pt x="18" y="6"/>
                  <a:pt x="17" y="7"/>
                  <a:pt x="17" y="7"/>
                </a:cubicBezTo>
                <a:cubicBezTo>
                  <a:pt x="16" y="8"/>
                  <a:pt x="16" y="8"/>
                  <a:pt x="16" y="8"/>
                </a:cubicBezTo>
                <a:cubicBezTo>
                  <a:pt x="16" y="9"/>
                  <a:pt x="16" y="9"/>
                  <a:pt x="16" y="9"/>
                </a:cubicBezTo>
                <a:cubicBezTo>
                  <a:pt x="15" y="10"/>
                  <a:pt x="15" y="10"/>
                  <a:pt x="15" y="10"/>
                </a:cubicBezTo>
                <a:cubicBezTo>
                  <a:pt x="15" y="12"/>
                  <a:pt x="15" y="12"/>
                  <a:pt x="15" y="12"/>
                </a:cubicBezTo>
                <a:cubicBezTo>
                  <a:pt x="17" y="13"/>
                  <a:pt x="17" y="13"/>
                  <a:pt x="17" y="13"/>
                </a:cubicBezTo>
                <a:cubicBezTo>
                  <a:pt x="15" y="14"/>
                  <a:pt x="15" y="14"/>
                  <a:pt x="15" y="14"/>
                </a:cubicBezTo>
                <a:cubicBezTo>
                  <a:pt x="14" y="16"/>
                  <a:pt x="14" y="16"/>
                  <a:pt x="14" y="16"/>
                </a:cubicBezTo>
                <a:cubicBezTo>
                  <a:pt x="9" y="19"/>
                  <a:pt x="9" y="19"/>
                  <a:pt x="9" y="19"/>
                </a:cubicBezTo>
                <a:cubicBezTo>
                  <a:pt x="8" y="21"/>
                  <a:pt x="8" y="21"/>
                  <a:pt x="8" y="21"/>
                </a:cubicBezTo>
                <a:cubicBezTo>
                  <a:pt x="8" y="21"/>
                  <a:pt x="11" y="22"/>
                  <a:pt x="11" y="22"/>
                </a:cubicBezTo>
                <a:cubicBezTo>
                  <a:pt x="11" y="22"/>
                  <a:pt x="13" y="22"/>
                  <a:pt x="13" y="22"/>
                </a:cubicBezTo>
                <a:cubicBezTo>
                  <a:pt x="13" y="22"/>
                  <a:pt x="14" y="24"/>
                  <a:pt x="14" y="24"/>
                </a:cubicBezTo>
                <a:cubicBezTo>
                  <a:pt x="14" y="25"/>
                  <a:pt x="16" y="25"/>
                  <a:pt x="17" y="25"/>
                </a:cubicBezTo>
                <a:cubicBezTo>
                  <a:pt x="17" y="25"/>
                  <a:pt x="18" y="25"/>
                  <a:pt x="18" y="25"/>
                </a:cubicBezTo>
                <a:cubicBezTo>
                  <a:pt x="19" y="24"/>
                  <a:pt x="19" y="24"/>
                  <a:pt x="19" y="24"/>
                </a:cubicBezTo>
                <a:cubicBezTo>
                  <a:pt x="20" y="23"/>
                  <a:pt x="20" y="23"/>
                  <a:pt x="20" y="23"/>
                </a:cubicBezTo>
                <a:cubicBezTo>
                  <a:pt x="20" y="23"/>
                  <a:pt x="20" y="21"/>
                  <a:pt x="20" y="21"/>
                </a:cubicBezTo>
                <a:cubicBezTo>
                  <a:pt x="20" y="20"/>
                  <a:pt x="22" y="21"/>
                  <a:pt x="22" y="21"/>
                </a:cubicBezTo>
                <a:cubicBezTo>
                  <a:pt x="22" y="22"/>
                  <a:pt x="23" y="23"/>
                  <a:pt x="23" y="24"/>
                </a:cubicBezTo>
                <a:cubicBezTo>
                  <a:pt x="23" y="24"/>
                  <a:pt x="23" y="24"/>
                  <a:pt x="25" y="24"/>
                </a:cubicBezTo>
                <a:cubicBezTo>
                  <a:pt x="27" y="25"/>
                  <a:pt x="26" y="26"/>
                  <a:pt x="26" y="26"/>
                </a:cubicBezTo>
                <a:cubicBezTo>
                  <a:pt x="26" y="26"/>
                  <a:pt x="28" y="27"/>
                  <a:pt x="28" y="27"/>
                </a:cubicBezTo>
                <a:cubicBezTo>
                  <a:pt x="28" y="27"/>
                  <a:pt x="30" y="28"/>
                  <a:pt x="30" y="29"/>
                </a:cubicBezTo>
                <a:cubicBezTo>
                  <a:pt x="31" y="29"/>
                  <a:pt x="34" y="29"/>
                  <a:pt x="34" y="29"/>
                </a:cubicBezTo>
                <a:cubicBezTo>
                  <a:pt x="34" y="30"/>
                  <a:pt x="34" y="30"/>
                  <a:pt x="34" y="30"/>
                </a:cubicBezTo>
                <a:cubicBezTo>
                  <a:pt x="34" y="30"/>
                  <a:pt x="32" y="30"/>
                  <a:pt x="32" y="31"/>
                </a:cubicBezTo>
                <a:cubicBezTo>
                  <a:pt x="32" y="31"/>
                  <a:pt x="31" y="32"/>
                  <a:pt x="31" y="32"/>
                </a:cubicBezTo>
                <a:cubicBezTo>
                  <a:pt x="31" y="32"/>
                  <a:pt x="30" y="32"/>
                  <a:pt x="30" y="32"/>
                </a:cubicBezTo>
                <a:cubicBezTo>
                  <a:pt x="29" y="31"/>
                  <a:pt x="28" y="32"/>
                  <a:pt x="28" y="32"/>
                </a:cubicBezTo>
                <a:cubicBezTo>
                  <a:pt x="28" y="33"/>
                  <a:pt x="28" y="33"/>
                  <a:pt x="28" y="33"/>
                </a:cubicBezTo>
                <a:cubicBezTo>
                  <a:pt x="28" y="33"/>
                  <a:pt x="26" y="33"/>
                  <a:pt x="26" y="33"/>
                </a:cubicBezTo>
                <a:cubicBezTo>
                  <a:pt x="25" y="34"/>
                  <a:pt x="25" y="35"/>
                  <a:pt x="24" y="35"/>
                </a:cubicBezTo>
                <a:cubicBezTo>
                  <a:pt x="24" y="36"/>
                  <a:pt x="22" y="36"/>
                  <a:pt x="22" y="36"/>
                </a:cubicBezTo>
                <a:cubicBezTo>
                  <a:pt x="21" y="36"/>
                  <a:pt x="20" y="36"/>
                  <a:pt x="20" y="36"/>
                </a:cubicBezTo>
                <a:cubicBezTo>
                  <a:pt x="20" y="35"/>
                  <a:pt x="19" y="35"/>
                  <a:pt x="19" y="34"/>
                </a:cubicBezTo>
                <a:cubicBezTo>
                  <a:pt x="18" y="34"/>
                  <a:pt x="17" y="35"/>
                  <a:pt x="17" y="35"/>
                </a:cubicBezTo>
                <a:cubicBezTo>
                  <a:pt x="16" y="35"/>
                  <a:pt x="16" y="35"/>
                  <a:pt x="16" y="35"/>
                </a:cubicBezTo>
                <a:cubicBezTo>
                  <a:pt x="16" y="36"/>
                  <a:pt x="17" y="37"/>
                  <a:pt x="17" y="38"/>
                </a:cubicBezTo>
                <a:cubicBezTo>
                  <a:pt x="17" y="38"/>
                  <a:pt x="17" y="39"/>
                  <a:pt x="17" y="39"/>
                </a:cubicBezTo>
                <a:cubicBezTo>
                  <a:pt x="17" y="39"/>
                  <a:pt x="16" y="39"/>
                  <a:pt x="16" y="39"/>
                </a:cubicBezTo>
                <a:cubicBezTo>
                  <a:pt x="16" y="39"/>
                  <a:pt x="15" y="37"/>
                  <a:pt x="15" y="37"/>
                </a:cubicBezTo>
                <a:cubicBezTo>
                  <a:pt x="15" y="37"/>
                  <a:pt x="15" y="36"/>
                  <a:pt x="15" y="36"/>
                </a:cubicBezTo>
                <a:cubicBezTo>
                  <a:pt x="14" y="37"/>
                  <a:pt x="14" y="37"/>
                  <a:pt x="14" y="37"/>
                </a:cubicBezTo>
                <a:cubicBezTo>
                  <a:pt x="12" y="38"/>
                  <a:pt x="12" y="38"/>
                  <a:pt x="12" y="38"/>
                </a:cubicBezTo>
                <a:lnTo>
                  <a:pt x="12" y="40"/>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4" name="Freeform 32"/>
          <p:cNvSpPr>
            <a:spLocks/>
          </p:cNvSpPr>
          <p:nvPr/>
        </p:nvSpPr>
        <p:spPr bwMode="auto">
          <a:xfrm>
            <a:off x="6604001" y="5030788"/>
            <a:ext cx="73025" cy="65088"/>
          </a:xfrm>
          <a:custGeom>
            <a:avLst/>
            <a:gdLst>
              <a:gd name="T0" fmla="*/ 0 w 18"/>
              <a:gd name="T1" fmla="*/ 10 h 16"/>
              <a:gd name="T2" fmla="*/ 8 w 18"/>
              <a:gd name="T3" fmla="*/ 11 h 16"/>
              <a:gd name="T4" fmla="*/ 9 w 18"/>
              <a:gd name="T5" fmla="*/ 13 h 16"/>
              <a:gd name="T6" fmla="*/ 10 w 18"/>
              <a:gd name="T7" fmla="*/ 16 h 16"/>
              <a:gd name="T8" fmla="*/ 18 w 18"/>
              <a:gd name="T9" fmla="*/ 15 h 16"/>
              <a:gd name="T10" fmla="*/ 18 w 18"/>
              <a:gd name="T11" fmla="*/ 15 h 16"/>
              <a:gd name="T12" fmla="*/ 18 w 18"/>
              <a:gd name="T13" fmla="*/ 14 h 16"/>
              <a:gd name="T14" fmla="*/ 15 w 18"/>
              <a:gd name="T15" fmla="*/ 10 h 16"/>
              <a:gd name="T16" fmla="*/ 13 w 18"/>
              <a:gd name="T17" fmla="*/ 6 h 16"/>
              <a:gd name="T18" fmla="*/ 16 w 18"/>
              <a:gd name="T19" fmla="*/ 4 h 16"/>
              <a:gd name="T20" fmla="*/ 17 w 18"/>
              <a:gd name="T21" fmla="*/ 2 h 16"/>
              <a:gd name="T22" fmla="*/ 16 w 18"/>
              <a:gd name="T23" fmla="*/ 1 h 16"/>
              <a:gd name="T24" fmla="*/ 15 w 18"/>
              <a:gd name="T25" fmla="*/ 0 h 16"/>
              <a:gd name="T26" fmla="*/ 6 w 18"/>
              <a:gd name="T27" fmla="*/ 0 h 16"/>
              <a:gd name="T28" fmla="*/ 0 w 18"/>
              <a:gd name="T29"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6">
                <a:moveTo>
                  <a:pt x="0" y="10"/>
                </a:moveTo>
                <a:cubicBezTo>
                  <a:pt x="0" y="10"/>
                  <a:pt x="8" y="11"/>
                  <a:pt x="8" y="11"/>
                </a:cubicBezTo>
                <a:cubicBezTo>
                  <a:pt x="9" y="13"/>
                  <a:pt x="9" y="13"/>
                  <a:pt x="9" y="13"/>
                </a:cubicBezTo>
                <a:cubicBezTo>
                  <a:pt x="10" y="16"/>
                  <a:pt x="10" y="16"/>
                  <a:pt x="10" y="16"/>
                </a:cubicBezTo>
                <a:cubicBezTo>
                  <a:pt x="18" y="15"/>
                  <a:pt x="18" y="15"/>
                  <a:pt x="18" y="15"/>
                </a:cubicBezTo>
                <a:cubicBezTo>
                  <a:pt x="18" y="15"/>
                  <a:pt x="18" y="15"/>
                  <a:pt x="18" y="15"/>
                </a:cubicBezTo>
                <a:cubicBezTo>
                  <a:pt x="18" y="14"/>
                  <a:pt x="18" y="14"/>
                  <a:pt x="18" y="14"/>
                </a:cubicBezTo>
                <a:cubicBezTo>
                  <a:pt x="18" y="12"/>
                  <a:pt x="16" y="11"/>
                  <a:pt x="15" y="10"/>
                </a:cubicBezTo>
                <a:cubicBezTo>
                  <a:pt x="15" y="6"/>
                  <a:pt x="15" y="6"/>
                  <a:pt x="13" y="6"/>
                </a:cubicBezTo>
                <a:cubicBezTo>
                  <a:pt x="13" y="5"/>
                  <a:pt x="14" y="4"/>
                  <a:pt x="16" y="4"/>
                </a:cubicBezTo>
                <a:cubicBezTo>
                  <a:pt x="17" y="4"/>
                  <a:pt x="17" y="3"/>
                  <a:pt x="17" y="2"/>
                </a:cubicBezTo>
                <a:cubicBezTo>
                  <a:pt x="17" y="2"/>
                  <a:pt x="17" y="1"/>
                  <a:pt x="16" y="1"/>
                </a:cubicBezTo>
                <a:cubicBezTo>
                  <a:pt x="14" y="2"/>
                  <a:pt x="14" y="1"/>
                  <a:pt x="15" y="0"/>
                </a:cubicBezTo>
                <a:cubicBezTo>
                  <a:pt x="6" y="0"/>
                  <a:pt x="6" y="0"/>
                  <a:pt x="6" y="0"/>
                </a:cubicBezTo>
                <a:cubicBezTo>
                  <a:pt x="6" y="0"/>
                  <a:pt x="0" y="10"/>
                  <a:pt x="0" y="10"/>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0" name="Freeform 33"/>
          <p:cNvSpPr>
            <a:spLocks/>
          </p:cNvSpPr>
          <p:nvPr/>
        </p:nvSpPr>
        <p:spPr bwMode="auto">
          <a:xfrm>
            <a:off x="6604001" y="3740150"/>
            <a:ext cx="1477963" cy="819150"/>
          </a:xfrm>
          <a:custGeom>
            <a:avLst/>
            <a:gdLst>
              <a:gd name="T0" fmla="*/ 107 w 361"/>
              <a:gd name="T1" fmla="*/ 138 h 200"/>
              <a:gd name="T2" fmla="*/ 165 w 361"/>
              <a:gd name="T3" fmla="*/ 162 h 200"/>
              <a:gd name="T4" fmla="*/ 178 w 361"/>
              <a:gd name="T5" fmla="*/ 184 h 200"/>
              <a:gd name="T6" fmla="*/ 196 w 361"/>
              <a:gd name="T7" fmla="*/ 195 h 200"/>
              <a:gd name="T8" fmla="*/ 215 w 361"/>
              <a:gd name="T9" fmla="*/ 182 h 200"/>
              <a:gd name="T10" fmla="*/ 228 w 361"/>
              <a:gd name="T11" fmla="*/ 173 h 200"/>
              <a:gd name="T12" fmla="*/ 258 w 361"/>
              <a:gd name="T13" fmla="*/ 173 h 200"/>
              <a:gd name="T14" fmla="*/ 283 w 361"/>
              <a:gd name="T15" fmla="*/ 172 h 200"/>
              <a:gd name="T16" fmla="*/ 300 w 361"/>
              <a:gd name="T17" fmla="*/ 176 h 200"/>
              <a:gd name="T18" fmla="*/ 306 w 361"/>
              <a:gd name="T19" fmla="*/ 169 h 200"/>
              <a:gd name="T20" fmla="*/ 300 w 361"/>
              <a:gd name="T21" fmla="*/ 148 h 200"/>
              <a:gd name="T22" fmla="*/ 316 w 361"/>
              <a:gd name="T23" fmla="*/ 143 h 200"/>
              <a:gd name="T24" fmla="*/ 341 w 361"/>
              <a:gd name="T25" fmla="*/ 120 h 200"/>
              <a:gd name="T26" fmla="*/ 349 w 361"/>
              <a:gd name="T27" fmla="*/ 110 h 200"/>
              <a:gd name="T28" fmla="*/ 359 w 361"/>
              <a:gd name="T29" fmla="*/ 93 h 200"/>
              <a:gd name="T30" fmla="*/ 354 w 361"/>
              <a:gd name="T31" fmla="*/ 87 h 200"/>
              <a:gd name="T32" fmla="*/ 341 w 361"/>
              <a:gd name="T33" fmla="*/ 78 h 200"/>
              <a:gd name="T34" fmla="*/ 328 w 361"/>
              <a:gd name="T35" fmla="*/ 66 h 200"/>
              <a:gd name="T36" fmla="*/ 316 w 361"/>
              <a:gd name="T37" fmla="*/ 69 h 200"/>
              <a:gd name="T38" fmla="*/ 306 w 361"/>
              <a:gd name="T39" fmla="*/ 62 h 200"/>
              <a:gd name="T40" fmla="*/ 267 w 361"/>
              <a:gd name="T41" fmla="*/ 21 h 200"/>
              <a:gd name="T42" fmla="*/ 266 w 361"/>
              <a:gd name="T43" fmla="*/ 16 h 200"/>
              <a:gd name="T44" fmla="*/ 253 w 361"/>
              <a:gd name="T45" fmla="*/ 25 h 200"/>
              <a:gd name="T46" fmla="*/ 242 w 361"/>
              <a:gd name="T47" fmla="*/ 28 h 200"/>
              <a:gd name="T48" fmla="*/ 238 w 361"/>
              <a:gd name="T49" fmla="*/ 22 h 200"/>
              <a:gd name="T50" fmla="*/ 228 w 361"/>
              <a:gd name="T51" fmla="*/ 16 h 200"/>
              <a:gd name="T52" fmla="*/ 220 w 361"/>
              <a:gd name="T53" fmla="*/ 12 h 200"/>
              <a:gd name="T54" fmla="*/ 209 w 361"/>
              <a:gd name="T55" fmla="*/ 3 h 200"/>
              <a:gd name="T56" fmla="*/ 194 w 361"/>
              <a:gd name="T57" fmla="*/ 5 h 200"/>
              <a:gd name="T58" fmla="*/ 167 w 361"/>
              <a:gd name="T59" fmla="*/ 14 h 200"/>
              <a:gd name="T60" fmla="*/ 149 w 361"/>
              <a:gd name="T61" fmla="*/ 18 h 200"/>
              <a:gd name="T62" fmla="*/ 133 w 361"/>
              <a:gd name="T63" fmla="*/ 21 h 200"/>
              <a:gd name="T64" fmla="*/ 130 w 361"/>
              <a:gd name="T65" fmla="*/ 25 h 200"/>
              <a:gd name="T66" fmla="*/ 131 w 361"/>
              <a:gd name="T67" fmla="*/ 31 h 200"/>
              <a:gd name="T68" fmla="*/ 134 w 361"/>
              <a:gd name="T69" fmla="*/ 37 h 200"/>
              <a:gd name="T70" fmla="*/ 124 w 361"/>
              <a:gd name="T71" fmla="*/ 54 h 200"/>
              <a:gd name="T72" fmla="*/ 134 w 361"/>
              <a:gd name="T73" fmla="*/ 63 h 200"/>
              <a:gd name="T74" fmla="*/ 118 w 361"/>
              <a:gd name="T75" fmla="*/ 73 h 200"/>
              <a:gd name="T76" fmla="*/ 104 w 361"/>
              <a:gd name="T77" fmla="*/ 65 h 200"/>
              <a:gd name="T78" fmla="*/ 91 w 361"/>
              <a:gd name="T79" fmla="*/ 66 h 200"/>
              <a:gd name="T80" fmla="*/ 76 w 361"/>
              <a:gd name="T81" fmla="*/ 68 h 200"/>
              <a:gd name="T82" fmla="*/ 70 w 361"/>
              <a:gd name="T83" fmla="*/ 70 h 200"/>
              <a:gd name="T84" fmla="*/ 52 w 361"/>
              <a:gd name="T85" fmla="*/ 55 h 200"/>
              <a:gd name="T86" fmla="*/ 38 w 361"/>
              <a:gd name="T87" fmla="*/ 55 h 200"/>
              <a:gd name="T88" fmla="*/ 22 w 361"/>
              <a:gd name="T89" fmla="*/ 71 h 200"/>
              <a:gd name="T90" fmla="*/ 14 w 361"/>
              <a:gd name="T91" fmla="*/ 80 h 200"/>
              <a:gd name="T92" fmla="*/ 2 w 361"/>
              <a:gd name="T93" fmla="*/ 87 h 200"/>
              <a:gd name="T94" fmla="*/ 3 w 361"/>
              <a:gd name="T95" fmla="*/ 103 h 200"/>
              <a:gd name="T96" fmla="*/ 15 w 361"/>
              <a:gd name="T97" fmla="*/ 111 h 200"/>
              <a:gd name="T98" fmla="*/ 27 w 361"/>
              <a:gd name="T99" fmla="*/ 131 h 200"/>
              <a:gd name="T100" fmla="*/ 50 w 361"/>
              <a:gd name="T101" fmla="*/ 123 h 200"/>
              <a:gd name="T102" fmla="*/ 61 w 361"/>
              <a:gd name="T103" fmla="*/ 129 h 200"/>
              <a:gd name="T104" fmla="*/ 69 w 361"/>
              <a:gd name="T105" fmla="*/ 137 h 200"/>
              <a:gd name="T106" fmla="*/ 64 w 361"/>
              <a:gd name="T107" fmla="*/ 147 h 200"/>
              <a:gd name="T108" fmla="*/ 61 w 361"/>
              <a:gd name="T109" fmla="*/ 151 h 200"/>
              <a:gd name="T110" fmla="*/ 48 w 361"/>
              <a:gd name="T111" fmla="*/ 141 h 200"/>
              <a:gd name="T112" fmla="*/ 43 w 361"/>
              <a:gd name="T113" fmla="*/ 153 h 200"/>
              <a:gd name="T114" fmla="*/ 39 w 361"/>
              <a:gd name="T115" fmla="*/ 159 h 200"/>
              <a:gd name="T116" fmla="*/ 56 w 361"/>
              <a:gd name="T117" fmla="*/ 17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1" h="200">
                <a:moveTo>
                  <a:pt x="62" y="180"/>
                </a:moveTo>
                <a:cubicBezTo>
                  <a:pt x="63" y="180"/>
                  <a:pt x="67" y="179"/>
                  <a:pt x="67" y="179"/>
                </a:cubicBezTo>
                <a:cubicBezTo>
                  <a:pt x="67" y="179"/>
                  <a:pt x="70" y="179"/>
                  <a:pt x="71" y="180"/>
                </a:cubicBezTo>
                <a:cubicBezTo>
                  <a:pt x="73" y="181"/>
                  <a:pt x="77" y="187"/>
                  <a:pt x="77" y="187"/>
                </a:cubicBezTo>
                <a:cubicBezTo>
                  <a:pt x="79" y="191"/>
                  <a:pt x="79" y="191"/>
                  <a:pt x="79" y="191"/>
                </a:cubicBezTo>
                <a:cubicBezTo>
                  <a:pt x="84" y="191"/>
                  <a:pt x="84" y="191"/>
                  <a:pt x="84" y="191"/>
                </a:cubicBezTo>
                <a:cubicBezTo>
                  <a:pt x="84" y="146"/>
                  <a:pt x="84" y="146"/>
                  <a:pt x="84" y="146"/>
                </a:cubicBezTo>
                <a:cubicBezTo>
                  <a:pt x="107" y="138"/>
                  <a:pt x="107" y="138"/>
                  <a:pt x="107" y="138"/>
                </a:cubicBezTo>
                <a:cubicBezTo>
                  <a:pt x="121" y="146"/>
                  <a:pt x="121" y="146"/>
                  <a:pt x="121" y="146"/>
                </a:cubicBezTo>
                <a:cubicBezTo>
                  <a:pt x="129" y="153"/>
                  <a:pt x="129" y="153"/>
                  <a:pt x="129" y="153"/>
                </a:cubicBezTo>
                <a:cubicBezTo>
                  <a:pt x="131" y="156"/>
                  <a:pt x="131" y="156"/>
                  <a:pt x="131" y="156"/>
                </a:cubicBezTo>
                <a:cubicBezTo>
                  <a:pt x="138" y="164"/>
                  <a:pt x="138" y="164"/>
                  <a:pt x="138" y="164"/>
                </a:cubicBezTo>
                <a:cubicBezTo>
                  <a:pt x="145" y="163"/>
                  <a:pt x="145" y="163"/>
                  <a:pt x="145" y="163"/>
                </a:cubicBezTo>
                <a:cubicBezTo>
                  <a:pt x="156" y="163"/>
                  <a:pt x="156" y="163"/>
                  <a:pt x="156" y="163"/>
                </a:cubicBezTo>
                <a:cubicBezTo>
                  <a:pt x="161" y="164"/>
                  <a:pt x="161" y="164"/>
                  <a:pt x="161" y="164"/>
                </a:cubicBezTo>
                <a:cubicBezTo>
                  <a:pt x="165" y="162"/>
                  <a:pt x="165" y="162"/>
                  <a:pt x="165" y="162"/>
                </a:cubicBezTo>
                <a:cubicBezTo>
                  <a:pt x="169" y="166"/>
                  <a:pt x="169" y="166"/>
                  <a:pt x="169" y="166"/>
                </a:cubicBezTo>
                <a:cubicBezTo>
                  <a:pt x="172" y="172"/>
                  <a:pt x="172" y="172"/>
                  <a:pt x="172" y="172"/>
                </a:cubicBezTo>
                <a:cubicBezTo>
                  <a:pt x="173" y="172"/>
                  <a:pt x="173" y="172"/>
                  <a:pt x="173" y="172"/>
                </a:cubicBezTo>
                <a:cubicBezTo>
                  <a:pt x="174" y="171"/>
                  <a:pt x="174" y="171"/>
                  <a:pt x="174" y="171"/>
                </a:cubicBezTo>
                <a:cubicBezTo>
                  <a:pt x="175" y="171"/>
                  <a:pt x="175" y="171"/>
                  <a:pt x="175" y="171"/>
                </a:cubicBezTo>
                <a:cubicBezTo>
                  <a:pt x="175" y="171"/>
                  <a:pt x="175" y="177"/>
                  <a:pt x="175" y="177"/>
                </a:cubicBezTo>
                <a:cubicBezTo>
                  <a:pt x="175" y="177"/>
                  <a:pt x="174" y="184"/>
                  <a:pt x="174" y="184"/>
                </a:cubicBezTo>
                <a:cubicBezTo>
                  <a:pt x="178" y="184"/>
                  <a:pt x="178" y="184"/>
                  <a:pt x="178" y="184"/>
                </a:cubicBezTo>
                <a:cubicBezTo>
                  <a:pt x="180" y="193"/>
                  <a:pt x="180" y="193"/>
                  <a:pt x="180" y="193"/>
                </a:cubicBezTo>
                <a:cubicBezTo>
                  <a:pt x="191" y="193"/>
                  <a:pt x="191" y="193"/>
                  <a:pt x="191" y="193"/>
                </a:cubicBezTo>
                <a:cubicBezTo>
                  <a:pt x="192" y="195"/>
                  <a:pt x="192" y="195"/>
                  <a:pt x="192" y="195"/>
                </a:cubicBezTo>
                <a:cubicBezTo>
                  <a:pt x="191" y="197"/>
                  <a:pt x="191" y="197"/>
                  <a:pt x="191" y="197"/>
                </a:cubicBezTo>
                <a:cubicBezTo>
                  <a:pt x="197" y="200"/>
                  <a:pt x="197" y="200"/>
                  <a:pt x="197" y="200"/>
                </a:cubicBezTo>
                <a:cubicBezTo>
                  <a:pt x="198" y="199"/>
                  <a:pt x="198" y="199"/>
                  <a:pt x="198" y="199"/>
                </a:cubicBezTo>
                <a:cubicBezTo>
                  <a:pt x="198" y="199"/>
                  <a:pt x="198" y="198"/>
                  <a:pt x="197" y="198"/>
                </a:cubicBezTo>
                <a:cubicBezTo>
                  <a:pt x="197" y="197"/>
                  <a:pt x="196" y="195"/>
                  <a:pt x="196" y="195"/>
                </a:cubicBezTo>
                <a:cubicBezTo>
                  <a:pt x="198" y="195"/>
                  <a:pt x="198" y="195"/>
                  <a:pt x="198" y="195"/>
                </a:cubicBezTo>
                <a:cubicBezTo>
                  <a:pt x="200" y="193"/>
                  <a:pt x="200" y="193"/>
                  <a:pt x="200" y="193"/>
                </a:cubicBezTo>
                <a:cubicBezTo>
                  <a:pt x="201" y="190"/>
                  <a:pt x="201" y="190"/>
                  <a:pt x="201" y="190"/>
                </a:cubicBezTo>
                <a:cubicBezTo>
                  <a:pt x="204" y="190"/>
                  <a:pt x="204" y="190"/>
                  <a:pt x="204" y="190"/>
                </a:cubicBezTo>
                <a:cubicBezTo>
                  <a:pt x="205" y="188"/>
                  <a:pt x="205" y="188"/>
                  <a:pt x="205" y="188"/>
                </a:cubicBezTo>
                <a:cubicBezTo>
                  <a:pt x="208" y="186"/>
                  <a:pt x="208" y="186"/>
                  <a:pt x="208" y="186"/>
                </a:cubicBezTo>
                <a:cubicBezTo>
                  <a:pt x="208" y="186"/>
                  <a:pt x="213" y="182"/>
                  <a:pt x="213" y="182"/>
                </a:cubicBezTo>
                <a:cubicBezTo>
                  <a:pt x="213" y="182"/>
                  <a:pt x="215" y="182"/>
                  <a:pt x="215" y="182"/>
                </a:cubicBezTo>
                <a:cubicBezTo>
                  <a:pt x="218" y="180"/>
                  <a:pt x="218" y="180"/>
                  <a:pt x="218" y="180"/>
                </a:cubicBezTo>
                <a:cubicBezTo>
                  <a:pt x="218" y="178"/>
                  <a:pt x="218" y="178"/>
                  <a:pt x="218" y="178"/>
                </a:cubicBezTo>
                <a:cubicBezTo>
                  <a:pt x="219" y="177"/>
                  <a:pt x="219" y="177"/>
                  <a:pt x="219" y="177"/>
                </a:cubicBezTo>
                <a:cubicBezTo>
                  <a:pt x="219" y="176"/>
                  <a:pt x="219" y="176"/>
                  <a:pt x="219" y="176"/>
                </a:cubicBezTo>
                <a:cubicBezTo>
                  <a:pt x="220" y="175"/>
                  <a:pt x="220" y="175"/>
                  <a:pt x="220" y="175"/>
                </a:cubicBezTo>
                <a:cubicBezTo>
                  <a:pt x="220" y="175"/>
                  <a:pt x="221" y="174"/>
                  <a:pt x="221" y="173"/>
                </a:cubicBezTo>
                <a:cubicBezTo>
                  <a:pt x="221" y="173"/>
                  <a:pt x="226" y="173"/>
                  <a:pt x="226" y="173"/>
                </a:cubicBezTo>
                <a:cubicBezTo>
                  <a:pt x="228" y="173"/>
                  <a:pt x="228" y="173"/>
                  <a:pt x="228" y="173"/>
                </a:cubicBezTo>
                <a:cubicBezTo>
                  <a:pt x="241" y="178"/>
                  <a:pt x="241" y="178"/>
                  <a:pt x="241" y="178"/>
                </a:cubicBezTo>
                <a:cubicBezTo>
                  <a:pt x="240" y="173"/>
                  <a:pt x="240" y="173"/>
                  <a:pt x="240" y="173"/>
                </a:cubicBezTo>
                <a:cubicBezTo>
                  <a:pt x="241" y="170"/>
                  <a:pt x="241" y="170"/>
                  <a:pt x="241" y="170"/>
                </a:cubicBezTo>
                <a:cubicBezTo>
                  <a:pt x="241" y="170"/>
                  <a:pt x="244" y="169"/>
                  <a:pt x="244" y="169"/>
                </a:cubicBezTo>
                <a:cubicBezTo>
                  <a:pt x="244" y="169"/>
                  <a:pt x="247" y="168"/>
                  <a:pt x="247" y="168"/>
                </a:cubicBezTo>
                <a:cubicBezTo>
                  <a:pt x="252" y="171"/>
                  <a:pt x="252" y="171"/>
                  <a:pt x="252" y="171"/>
                </a:cubicBezTo>
                <a:cubicBezTo>
                  <a:pt x="252" y="171"/>
                  <a:pt x="255" y="172"/>
                  <a:pt x="255" y="172"/>
                </a:cubicBezTo>
                <a:cubicBezTo>
                  <a:pt x="255" y="172"/>
                  <a:pt x="258" y="172"/>
                  <a:pt x="258" y="173"/>
                </a:cubicBezTo>
                <a:cubicBezTo>
                  <a:pt x="258" y="173"/>
                  <a:pt x="259" y="173"/>
                  <a:pt x="260" y="173"/>
                </a:cubicBezTo>
                <a:cubicBezTo>
                  <a:pt x="260" y="173"/>
                  <a:pt x="262" y="172"/>
                  <a:pt x="262" y="172"/>
                </a:cubicBezTo>
                <a:cubicBezTo>
                  <a:pt x="265" y="172"/>
                  <a:pt x="265" y="172"/>
                  <a:pt x="265" y="172"/>
                </a:cubicBezTo>
                <a:cubicBezTo>
                  <a:pt x="267" y="172"/>
                  <a:pt x="267" y="172"/>
                  <a:pt x="267" y="172"/>
                </a:cubicBezTo>
                <a:cubicBezTo>
                  <a:pt x="270" y="171"/>
                  <a:pt x="270" y="171"/>
                  <a:pt x="270" y="171"/>
                </a:cubicBezTo>
                <a:cubicBezTo>
                  <a:pt x="274" y="171"/>
                  <a:pt x="274" y="171"/>
                  <a:pt x="274" y="171"/>
                </a:cubicBezTo>
                <a:cubicBezTo>
                  <a:pt x="275" y="171"/>
                  <a:pt x="275" y="171"/>
                  <a:pt x="275" y="171"/>
                </a:cubicBezTo>
                <a:cubicBezTo>
                  <a:pt x="283" y="172"/>
                  <a:pt x="283" y="172"/>
                  <a:pt x="283" y="172"/>
                </a:cubicBezTo>
                <a:cubicBezTo>
                  <a:pt x="291" y="173"/>
                  <a:pt x="291" y="173"/>
                  <a:pt x="291" y="173"/>
                </a:cubicBezTo>
                <a:cubicBezTo>
                  <a:pt x="292" y="175"/>
                  <a:pt x="292" y="175"/>
                  <a:pt x="292" y="175"/>
                </a:cubicBezTo>
                <a:cubicBezTo>
                  <a:pt x="294" y="177"/>
                  <a:pt x="294" y="177"/>
                  <a:pt x="294" y="177"/>
                </a:cubicBezTo>
                <a:cubicBezTo>
                  <a:pt x="298" y="177"/>
                  <a:pt x="298" y="177"/>
                  <a:pt x="298" y="177"/>
                </a:cubicBezTo>
                <a:cubicBezTo>
                  <a:pt x="300" y="180"/>
                  <a:pt x="300" y="180"/>
                  <a:pt x="300" y="180"/>
                </a:cubicBezTo>
                <a:cubicBezTo>
                  <a:pt x="301" y="180"/>
                  <a:pt x="301" y="180"/>
                  <a:pt x="301" y="180"/>
                </a:cubicBezTo>
                <a:cubicBezTo>
                  <a:pt x="301" y="180"/>
                  <a:pt x="301" y="177"/>
                  <a:pt x="301" y="177"/>
                </a:cubicBezTo>
                <a:cubicBezTo>
                  <a:pt x="301" y="177"/>
                  <a:pt x="300" y="176"/>
                  <a:pt x="300" y="176"/>
                </a:cubicBezTo>
                <a:cubicBezTo>
                  <a:pt x="300" y="175"/>
                  <a:pt x="300" y="174"/>
                  <a:pt x="300" y="174"/>
                </a:cubicBezTo>
                <a:cubicBezTo>
                  <a:pt x="302" y="172"/>
                  <a:pt x="302" y="172"/>
                  <a:pt x="302" y="172"/>
                </a:cubicBezTo>
                <a:cubicBezTo>
                  <a:pt x="304" y="172"/>
                  <a:pt x="304" y="172"/>
                  <a:pt x="304" y="172"/>
                </a:cubicBezTo>
                <a:cubicBezTo>
                  <a:pt x="304" y="172"/>
                  <a:pt x="304" y="172"/>
                  <a:pt x="304" y="172"/>
                </a:cubicBezTo>
                <a:cubicBezTo>
                  <a:pt x="304" y="171"/>
                  <a:pt x="302" y="171"/>
                  <a:pt x="302" y="171"/>
                </a:cubicBezTo>
                <a:cubicBezTo>
                  <a:pt x="302" y="170"/>
                  <a:pt x="302" y="170"/>
                  <a:pt x="302" y="170"/>
                </a:cubicBezTo>
                <a:cubicBezTo>
                  <a:pt x="304" y="170"/>
                  <a:pt x="304" y="170"/>
                  <a:pt x="304" y="170"/>
                </a:cubicBezTo>
                <a:cubicBezTo>
                  <a:pt x="306" y="169"/>
                  <a:pt x="306" y="169"/>
                  <a:pt x="306" y="169"/>
                </a:cubicBezTo>
                <a:cubicBezTo>
                  <a:pt x="306" y="166"/>
                  <a:pt x="306" y="166"/>
                  <a:pt x="306" y="166"/>
                </a:cubicBezTo>
                <a:cubicBezTo>
                  <a:pt x="306" y="166"/>
                  <a:pt x="305" y="165"/>
                  <a:pt x="305" y="165"/>
                </a:cubicBezTo>
                <a:cubicBezTo>
                  <a:pt x="305" y="165"/>
                  <a:pt x="304" y="163"/>
                  <a:pt x="304" y="163"/>
                </a:cubicBezTo>
                <a:cubicBezTo>
                  <a:pt x="303" y="160"/>
                  <a:pt x="303" y="160"/>
                  <a:pt x="303" y="160"/>
                </a:cubicBezTo>
                <a:cubicBezTo>
                  <a:pt x="302" y="158"/>
                  <a:pt x="302" y="158"/>
                  <a:pt x="302" y="158"/>
                </a:cubicBezTo>
                <a:cubicBezTo>
                  <a:pt x="302" y="151"/>
                  <a:pt x="302" y="151"/>
                  <a:pt x="302" y="151"/>
                </a:cubicBezTo>
                <a:cubicBezTo>
                  <a:pt x="301" y="149"/>
                  <a:pt x="301" y="149"/>
                  <a:pt x="301" y="149"/>
                </a:cubicBezTo>
                <a:cubicBezTo>
                  <a:pt x="300" y="148"/>
                  <a:pt x="300" y="148"/>
                  <a:pt x="300" y="148"/>
                </a:cubicBezTo>
                <a:cubicBezTo>
                  <a:pt x="300" y="148"/>
                  <a:pt x="299" y="148"/>
                  <a:pt x="298" y="148"/>
                </a:cubicBezTo>
                <a:cubicBezTo>
                  <a:pt x="298" y="148"/>
                  <a:pt x="297" y="148"/>
                  <a:pt x="297" y="148"/>
                </a:cubicBezTo>
                <a:cubicBezTo>
                  <a:pt x="300" y="145"/>
                  <a:pt x="300" y="145"/>
                  <a:pt x="300" y="145"/>
                </a:cubicBezTo>
                <a:cubicBezTo>
                  <a:pt x="304" y="144"/>
                  <a:pt x="304" y="144"/>
                  <a:pt x="304" y="144"/>
                </a:cubicBezTo>
                <a:cubicBezTo>
                  <a:pt x="304" y="144"/>
                  <a:pt x="308" y="144"/>
                  <a:pt x="308" y="144"/>
                </a:cubicBezTo>
                <a:cubicBezTo>
                  <a:pt x="308" y="144"/>
                  <a:pt x="310" y="143"/>
                  <a:pt x="310" y="143"/>
                </a:cubicBezTo>
                <a:cubicBezTo>
                  <a:pt x="310" y="143"/>
                  <a:pt x="314" y="141"/>
                  <a:pt x="314" y="141"/>
                </a:cubicBezTo>
                <a:cubicBezTo>
                  <a:pt x="316" y="143"/>
                  <a:pt x="316" y="143"/>
                  <a:pt x="316" y="143"/>
                </a:cubicBezTo>
                <a:cubicBezTo>
                  <a:pt x="321" y="143"/>
                  <a:pt x="321" y="143"/>
                  <a:pt x="321" y="143"/>
                </a:cubicBezTo>
                <a:cubicBezTo>
                  <a:pt x="321" y="141"/>
                  <a:pt x="321" y="141"/>
                  <a:pt x="321" y="141"/>
                </a:cubicBezTo>
                <a:cubicBezTo>
                  <a:pt x="321" y="141"/>
                  <a:pt x="320" y="140"/>
                  <a:pt x="320" y="140"/>
                </a:cubicBezTo>
                <a:cubicBezTo>
                  <a:pt x="320" y="140"/>
                  <a:pt x="318" y="138"/>
                  <a:pt x="318" y="138"/>
                </a:cubicBezTo>
                <a:cubicBezTo>
                  <a:pt x="321" y="130"/>
                  <a:pt x="321" y="130"/>
                  <a:pt x="321" y="130"/>
                </a:cubicBezTo>
                <a:cubicBezTo>
                  <a:pt x="326" y="117"/>
                  <a:pt x="326" y="117"/>
                  <a:pt x="326" y="117"/>
                </a:cubicBezTo>
                <a:cubicBezTo>
                  <a:pt x="333" y="120"/>
                  <a:pt x="333" y="120"/>
                  <a:pt x="333" y="120"/>
                </a:cubicBezTo>
                <a:cubicBezTo>
                  <a:pt x="341" y="120"/>
                  <a:pt x="341" y="120"/>
                  <a:pt x="341" y="120"/>
                </a:cubicBezTo>
                <a:cubicBezTo>
                  <a:pt x="343" y="122"/>
                  <a:pt x="343" y="122"/>
                  <a:pt x="343" y="122"/>
                </a:cubicBezTo>
                <a:cubicBezTo>
                  <a:pt x="345" y="120"/>
                  <a:pt x="345" y="120"/>
                  <a:pt x="345" y="120"/>
                </a:cubicBezTo>
                <a:cubicBezTo>
                  <a:pt x="346" y="119"/>
                  <a:pt x="346" y="119"/>
                  <a:pt x="346" y="119"/>
                </a:cubicBezTo>
                <a:cubicBezTo>
                  <a:pt x="348" y="119"/>
                  <a:pt x="348" y="119"/>
                  <a:pt x="348" y="119"/>
                </a:cubicBezTo>
                <a:cubicBezTo>
                  <a:pt x="349" y="118"/>
                  <a:pt x="349" y="118"/>
                  <a:pt x="349" y="118"/>
                </a:cubicBezTo>
                <a:cubicBezTo>
                  <a:pt x="349" y="116"/>
                  <a:pt x="349" y="116"/>
                  <a:pt x="349" y="116"/>
                </a:cubicBezTo>
                <a:cubicBezTo>
                  <a:pt x="349" y="115"/>
                  <a:pt x="349" y="115"/>
                  <a:pt x="349" y="115"/>
                </a:cubicBezTo>
                <a:cubicBezTo>
                  <a:pt x="349" y="110"/>
                  <a:pt x="349" y="110"/>
                  <a:pt x="349" y="110"/>
                </a:cubicBezTo>
                <a:cubicBezTo>
                  <a:pt x="349" y="110"/>
                  <a:pt x="348" y="109"/>
                  <a:pt x="348" y="109"/>
                </a:cubicBezTo>
                <a:cubicBezTo>
                  <a:pt x="348" y="108"/>
                  <a:pt x="348" y="106"/>
                  <a:pt x="348" y="106"/>
                </a:cubicBezTo>
                <a:cubicBezTo>
                  <a:pt x="348" y="106"/>
                  <a:pt x="349" y="105"/>
                  <a:pt x="349" y="105"/>
                </a:cubicBezTo>
                <a:cubicBezTo>
                  <a:pt x="349" y="105"/>
                  <a:pt x="349" y="102"/>
                  <a:pt x="349" y="102"/>
                </a:cubicBezTo>
                <a:cubicBezTo>
                  <a:pt x="349" y="102"/>
                  <a:pt x="353" y="101"/>
                  <a:pt x="353" y="101"/>
                </a:cubicBezTo>
                <a:cubicBezTo>
                  <a:pt x="353" y="101"/>
                  <a:pt x="357" y="100"/>
                  <a:pt x="357" y="100"/>
                </a:cubicBezTo>
                <a:cubicBezTo>
                  <a:pt x="357" y="100"/>
                  <a:pt x="359" y="98"/>
                  <a:pt x="359" y="98"/>
                </a:cubicBezTo>
                <a:cubicBezTo>
                  <a:pt x="359" y="93"/>
                  <a:pt x="359" y="93"/>
                  <a:pt x="359" y="93"/>
                </a:cubicBezTo>
                <a:cubicBezTo>
                  <a:pt x="361" y="89"/>
                  <a:pt x="361" y="89"/>
                  <a:pt x="361" y="89"/>
                </a:cubicBezTo>
                <a:cubicBezTo>
                  <a:pt x="361" y="89"/>
                  <a:pt x="360" y="88"/>
                  <a:pt x="360" y="88"/>
                </a:cubicBezTo>
                <a:cubicBezTo>
                  <a:pt x="360" y="87"/>
                  <a:pt x="359" y="86"/>
                  <a:pt x="359" y="86"/>
                </a:cubicBezTo>
                <a:cubicBezTo>
                  <a:pt x="358" y="86"/>
                  <a:pt x="358" y="85"/>
                  <a:pt x="358" y="84"/>
                </a:cubicBezTo>
                <a:cubicBezTo>
                  <a:pt x="358" y="84"/>
                  <a:pt x="359" y="82"/>
                  <a:pt x="359" y="82"/>
                </a:cubicBezTo>
                <a:cubicBezTo>
                  <a:pt x="359" y="82"/>
                  <a:pt x="358" y="82"/>
                  <a:pt x="357" y="83"/>
                </a:cubicBezTo>
                <a:cubicBezTo>
                  <a:pt x="357" y="83"/>
                  <a:pt x="356" y="84"/>
                  <a:pt x="355" y="85"/>
                </a:cubicBezTo>
                <a:cubicBezTo>
                  <a:pt x="355" y="85"/>
                  <a:pt x="355" y="87"/>
                  <a:pt x="354" y="87"/>
                </a:cubicBezTo>
                <a:cubicBezTo>
                  <a:pt x="354" y="87"/>
                  <a:pt x="353" y="87"/>
                  <a:pt x="352" y="87"/>
                </a:cubicBezTo>
                <a:cubicBezTo>
                  <a:pt x="351" y="86"/>
                  <a:pt x="351" y="86"/>
                  <a:pt x="349" y="85"/>
                </a:cubicBezTo>
                <a:cubicBezTo>
                  <a:pt x="348" y="85"/>
                  <a:pt x="347" y="85"/>
                  <a:pt x="347" y="85"/>
                </a:cubicBezTo>
                <a:cubicBezTo>
                  <a:pt x="346" y="85"/>
                  <a:pt x="346" y="85"/>
                  <a:pt x="345" y="84"/>
                </a:cubicBezTo>
                <a:cubicBezTo>
                  <a:pt x="344" y="84"/>
                  <a:pt x="344" y="83"/>
                  <a:pt x="344" y="83"/>
                </a:cubicBezTo>
                <a:cubicBezTo>
                  <a:pt x="344" y="83"/>
                  <a:pt x="343" y="81"/>
                  <a:pt x="343" y="81"/>
                </a:cubicBezTo>
                <a:cubicBezTo>
                  <a:pt x="343" y="80"/>
                  <a:pt x="343" y="79"/>
                  <a:pt x="343" y="79"/>
                </a:cubicBezTo>
                <a:cubicBezTo>
                  <a:pt x="343" y="79"/>
                  <a:pt x="342" y="78"/>
                  <a:pt x="341" y="78"/>
                </a:cubicBezTo>
                <a:cubicBezTo>
                  <a:pt x="341" y="77"/>
                  <a:pt x="340" y="76"/>
                  <a:pt x="340" y="76"/>
                </a:cubicBezTo>
                <a:cubicBezTo>
                  <a:pt x="339" y="76"/>
                  <a:pt x="337" y="77"/>
                  <a:pt x="337" y="77"/>
                </a:cubicBezTo>
                <a:cubicBezTo>
                  <a:pt x="337" y="77"/>
                  <a:pt x="337" y="75"/>
                  <a:pt x="336" y="75"/>
                </a:cubicBezTo>
                <a:cubicBezTo>
                  <a:pt x="336" y="74"/>
                  <a:pt x="335" y="72"/>
                  <a:pt x="335" y="72"/>
                </a:cubicBezTo>
                <a:cubicBezTo>
                  <a:pt x="335" y="72"/>
                  <a:pt x="334" y="70"/>
                  <a:pt x="334" y="70"/>
                </a:cubicBezTo>
                <a:cubicBezTo>
                  <a:pt x="334" y="69"/>
                  <a:pt x="332" y="68"/>
                  <a:pt x="332" y="68"/>
                </a:cubicBezTo>
                <a:cubicBezTo>
                  <a:pt x="332" y="67"/>
                  <a:pt x="330" y="66"/>
                  <a:pt x="330" y="66"/>
                </a:cubicBezTo>
                <a:cubicBezTo>
                  <a:pt x="328" y="66"/>
                  <a:pt x="328" y="66"/>
                  <a:pt x="328" y="66"/>
                </a:cubicBezTo>
                <a:cubicBezTo>
                  <a:pt x="326" y="66"/>
                  <a:pt x="326" y="66"/>
                  <a:pt x="326" y="66"/>
                </a:cubicBezTo>
                <a:cubicBezTo>
                  <a:pt x="326" y="66"/>
                  <a:pt x="326" y="67"/>
                  <a:pt x="325" y="67"/>
                </a:cubicBezTo>
                <a:cubicBezTo>
                  <a:pt x="325" y="67"/>
                  <a:pt x="323" y="67"/>
                  <a:pt x="323" y="67"/>
                </a:cubicBezTo>
                <a:cubicBezTo>
                  <a:pt x="323" y="67"/>
                  <a:pt x="323" y="67"/>
                  <a:pt x="323" y="67"/>
                </a:cubicBezTo>
                <a:cubicBezTo>
                  <a:pt x="323" y="67"/>
                  <a:pt x="322" y="67"/>
                  <a:pt x="322" y="68"/>
                </a:cubicBezTo>
                <a:cubicBezTo>
                  <a:pt x="321" y="69"/>
                  <a:pt x="321" y="69"/>
                  <a:pt x="320" y="70"/>
                </a:cubicBezTo>
                <a:cubicBezTo>
                  <a:pt x="320" y="70"/>
                  <a:pt x="319" y="69"/>
                  <a:pt x="319" y="69"/>
                </a:cubicBezTo>
                <a:cubicBezTo>
                  <a:pt x="318" y="69"/>
                  <a:pt x="317" y="69"/>
                  <a:pt x="316" y="69"/>
                </a:cubicBezTo>
                <a:cubicBezTo>
                  <a:pt x="316" y="68"/>
                  <a:pt x="314" y="68"/>
                  <a:pt x="314" y="68"/>
                </a:cubicBezTo>
                <a:cubicBezTo>
                  <a:pt x="314" y="68"/>
                  <a:pt x="313" y="69"/>
                  <a:pt x="312" y="69"/>
                </a:cubicBezTo>
                <a:cubicBezTo>
                  <a:pt x="312" y="68"/>
                  <a:pt x="311" y="68"/>
                  <a:pt x="311" y="68"/>
                </a:cubicBezTo>
                <a:cubicBezTo>
                  <a:pt x="311" y="67"/>
                  <a:pt x="311" y="66"/>
                  <a:pt x="311" y="66"/>
                </a:cubicBezTo>
                <a:cubicBezTo>
                  <a:pt x="311" y="66"/>
                  <a:pt x="309" y="66"/>
                  <a:pt x="308" y="66"/>
                </a:cubicBezTo>
                <a:cubicBezTo>
                  <a:pt x="308" y="66"/>
                  <a:pt x="308" y="65"/>
                  <a:pt x="308" y="65"/>
                </a:cubicBezTo>
                <a:cubicBezTo>
                  <a:pt x="309" y="64"/>
                  <a:pt x="309" y="63"/>
                  <a:pt x="308" y="63"/>
                </a:cubicBezTo>
                <a:cubicBezTo>
                  <a:pt x="308" y="62"/>
                  <a:pt x="307" y="62"/>
                  <a:pt x="306" y="62"/>
                </a:cubicBezTo>
                <a:cubicBezTo>
                  <a:pt x="305" y="61"/>
                  <a:pt x="303" y="62"/>
                  <a:pt x="303" y="62"/>
                </a:cubicBezTo>
                <a:cubicBezTo>
                  <a:pt x="303" y="62"/>
                  <a:pt x="303" y="63"/>
                  <a:pt x="303" y="63"/>
                </a:cubicBezTo>
                <a:cubicBezTo>
                  <a:pt x="303" y="64"/>
                  <a:pt x="303" y="64"/>
                  <a:pt x="303" y="65"/>
                </a:cubicBezTo>
                <a:cubicBezTo>
                  <a:pt x="303" y="65"/>
                  <a:pt x="302" y="67"/>
                  <a:pt x="302" y="67"/>
                </a:cubicBezTo>
                <a:cubicBezTo>
                  <a:pt x="300" y="67"/>
                  <a:pt x="300" y="67"/>
                  <a:pt x="300" y="67"/>
                </a:cubicBezTo>
                <a:cubicBezTo>
                  <a:pt x="299" y="69"/>
                  <a:pt x="299" y="69"/>
                  <a:pt x="299" y="69"/>
                </a:cubicBezTo>
                <a:cubicBezTo>
                  <a:pt x="280" y="32"/>
                  <a:pt x="280" y="32"/>
                  <a:pt x="280" y="32"/>
                </a:cubicBezTo>
                <a:cubicBezTo>
                  <a:pt x="267" y="21"/>
                  <a:pt x="267" y="21"/>
                  <a:pt x="267" y="21"/>
                </a:cubicBezTo>
                <a:cubicBezTo>
                  <a:pt x="267" y="20"/>
                  <a:pt x="267" y="20"/>
                  <a:pt x="267" y="20"/>
                </a:cubicBezTo>
                <a:cubicBezTo>
                  <a:pt x="269" y="20"/>
                  <a:pt x="269" y="20"/>
                  <a:pt x="269" y="20"/>
                </a:cubicBezTo>
                <a:cubicBezTo>
                  <a:pt x="269" y="20"/>
                  <a:pt x="271" y="19"/>
                  <a:pt x="271" y="18"/>
                </a:cubicBezTo>
                <a:cubicBezTo>
                  <a:pt x="271" y="18"/>
                  <a:pt x="270" y="17"/>
                  <a:pt x="270" y="16"/>
                </a:cubicBezTo>
                <a:cubicBezTo>
                  <a:pt x="270" y="16"/>
                  <a:pt x="271" y="15"/>
                  <a:pt x="271" y="15"/>
                </a:cubicBezTo>
                <a:cubicBezTo>
                  <a:pt x="271" y="15"/>
                  <a:pt x="270" y="15"/>
                  <a:pt x="270" y="15"/>
                </a:cubicBezTo>
                <a:cubicBezTo>
                  <a:pt x="269" y="16"/>
                  <a:pt x="270" y="16"/>
                  <a:pt x="269" y="16"/>
                </a:cubicBezTo>
                <a:cubicBezTo>
                  <a:pt x="268" y="16"/>
                  <a:pt x="266" y="16"/>
                  <a:pt x="266" y="16"/>
                </a:cubicBezTo>
                <a:cubicBezTo>
                  <a:pt x="266" y="16"/>
                  <a:pt x="265" y="17"/>
                  <a:pt x="265" y="18"/>
                </a:cubicBezTo>
                <a:cubicBezTo>
                  <a:pt x="265" y="18"/>
                  <a:pt x="262" y="19"/>
                  <a:pt x="262" y="19"/>
                </a:cubicBezTo>
                <a:cubicBezTo>
                  <a:pt x="262" y="19"/>
                  <a:pt x="261" y="20"/>
                  <a:pt x="260" y="20"/>
                </a:cubicBezTo>
                <a:cubicBezTo>
                  <a:pt x="259" y="20"/>
                  <a:pt x="258" y="20"/>
                  <a:pt x="258" y="20"/>
                </a:cubicBezTo>
                <a:cubicBezTo>
                  <a:pt x="258" y="21"/>
                  <a:pt x="258" y="21"/>
                  <a:pt x="258" y="21"/>
                </a:cubicBezTo>
                <a:cubicBezTo>
                  <a:pt x="258" y="21"/>
                  <a:pt x="258" y="23"/>
                  <a:pt x="257" y="24"/>
                </a:cubicBezTo>
                <a:cubicBezTo>
                  <a:pt x="257" y="24"/>
                  <a:pt x="255" y="24"/>
                  <a:pt x="255" y="25"/>
                </a:cubicBezTo>
                <a:cubicBezTo>
                  <a:pt x="255" y="25"/>
                  <a:pt x="254" y="25"/>
                  <a:pt x="253" y="25"/>
                </a:cubicBezTo>
                <a:cubicBezTo>
                  <a:pt x="252" y="25"/>
                  <a:pt x="252" y="24"/>
                  <a:pt x="252" y="25"/>
                </a:cubicBezTo>
                <a:cubicBezTo>
                  <a:pt x="252" y="25"/>
                  <a:pt x="252" y="25"/>
                  <a:pt x="251" y="26"/>
                </a:cubicBezTo>
                <a:cubicBezTo>
                  <a:pt x="251" y="27"/>
                  <a:pt x="251" y="26"/>
                  <a:pt x="250" y="27"/>
                </a:cubicBezTo>
                <a:cubicBezTo>
                  <a:pt x="249" y="27"/>
                  <a:pt x="249" y="27"/>
                  <a:pt x="249" y="27"/>
                </a:cubicBezTo>
                <a:cubicBezTo>
                  <a:pt x="249" y="28"/>
                  <a:pt x="249" y="29"/>
                  <a:pt x="249" y="29"/>
                </a:cubicBezTo>
                <a:cubicBezTo>
                  <a:pt x="248" y="30"/>
                  <a:pt x="247" y="28"/>
                  <a:pt x="246" y="28"/>
                </a:cubicBezTo>
                <a:cubicBezTo>
                  <a:pt x="245" y="27"/>
                  <a:pt x="243" y="26"/>
                  <a:pt x="243" y="27"/>
                </a:cubicBezTo>
                <a:cubicBezTo>
                  <a:pt x="242" y="27"/>
                  <a:pt x="242" y="28"/>
                  <a:pt x="242" y="28"/>
                </a:cubicBezTo>
                <a:cubicBezTo>
                  <a:pt x="241" y="29"/>
                  <a:pt x="241" y="29"/>
                  <a:pt x="241" y="29"/>
                </a:cubicBezTo>
                <a:cubicBezTo>
                  <a:pt x="241" y="29"/>
                  <a:pt x="238" y="29"/>
                  <a:pt x="238" y="28"/>
                </a:cubicBezTo>
                <a:cubicBezTo>
                  <a:pt x="238" y="28"/>
                  <a:pt x="238" y="26"/>
                  <a:pt x="239" y="26"/>
                </a:cubicBezTo>
                <a:cubicBezTo>
                  <a:pt x="239" y="25"/>
                  <a:pt x="240" y="24"/>
                  <a:pt x="240" y="24"/>
                </a:cubicBezTo>
                <a:cubicBezTo>
                  <a:pt x="241" y="24"/>
                  <a:pt x="240" y="25"/>
                  <a:pt x="241" y="24"/>
                </a:cubicBezTo>
                <a:cubicBezTo>
                  <a:pt x="243" y="23"/>
                  <a:pt x="243" y="22"/>
                  <a:pt x="242" y="22"/>
                </a:cubicBezTo>
                <a:cubicBezTo>
                  <a:pt x="242" y="21"/>
                  <a:pt x="243" y="20"/>
                  <a:pt x="241" y="21"/>
                </a:cubicBezTo>
                <a:cubicBezTo>
                  <a:pt x="240" y="22"/>
                  <a:pt x="238" y="22"/>
                  <a:pt x="238" y="22"/>
                </a:cubicBezTo>
                <a:cubicBezTo>
                  <a:pt x="237" y="20"/>
                  <a:pt x="237" y="20"/>
                  <a:pt x="237" y="20"/>
                </a:cubicBezTo>
                <a:cubicBezTo>
                  <a:pt x="235" y="21"/>
                  <a:pt x="235" y="21"/>
                  <a:pt x="235" y="21"/>
                </a:cubicBezTo>
                <a:cubicBezTo>
                  <a:pt x="235" y="21"/>
                  <a:pt x="234" y="20"/>
                  <a:pt x="233" y="20"/>
                </a:cubicBezTo>
                <a:cubicBezTo>
                  <a:pt x="233" y="20"/>
                  <a:pt x="232" y="20"/>
                  <a:pt x="232" y="21"/>
                </a:cubicBezTo>
                <a:cubicBezTo>
                  <a:pt x="232" y="22"/>
                  <a:pt x="231" y="22"/>
                  <a:pt x="231" y="22"/>
                </a:cubicBezTo>
                <a:cubicBezTo>
                  <a:pt x="230" y="22"/>
                  <a:pt x="229" y="21"/>
                  <a:pt x="229" y="20"/>
                </a:cubicBezTo>
                <a:cubicBezTo>
                  <a:pt x="229" y="19"/>
                  <a:pt x="230" y="18"/>
                  <a:pt x="229" y="17"/>
                </a:cubicBezTo>
                <a:cubicBezTo>
                  <a:pt x="229" y="16"/>
                  <a:pt x="228" y="15"/>
                  <a:pt x="228" y="16"/>
                </a:cubicBezTo>
                <a:cubicBezTo>
                  <a:pt x="227" y="17"/>
                  <a:pt x="228" y="18"/>
                  <a:pt x="228" y="19"/>
                </a:cubicBezTo>
                <a:cubicBezTo>
                  <a:pt x="227" y="20"/>
                  <a:pt x="226" y="19"/>
                  <a:pt x="225" y="19"/>
                </a:cubicBezTo>
                <a:cubicBezTo>
                  <a:pt x="225" y="19"/>
                  <a:pt x="224" y="20"/>
                  <a:pt x="223" y="20"/>
                </a:cubicBezTo>
                <a:cubicBezTo>
                  <a:pt x="223" y="20"/>
                  <a:pt x="221" y="19"/>
                  <a:pt x="221" y="19"/>
                </a:cubicBezTo>
                <a:cubicBezTo>
                  <a:pt x="220" y="19"/>
                  <a:pt x="220" y="20"/>
                  <a:pt x="219" y="19"/>
                </a:cubicBezTo>
                <a:cubicBezTo>
                  <a:pt x="218" y="18"/>
                  <a:pt x="218" y="16"/>
                  <a:pt x="218" y="16"/>
                </a:cubicBezTo>
                <a:cubicBezTo>
                  <a:pt x="218" y="16"/>
                  <a:pt x="220" y="14"/>
                  <a:pt x="220" y="14"/>
                </a:cubicBezTo>
                <a:cubicBezTo>
                  <a:pt x="220" y="14"/>
                  <a:pt x="221" y="13"/>
                  <a:pt x="220" y="12"/>
                </a:cubicBezTo>
                <a:cubicBezTo>
                  <a:pt x="219" y="11"/>
                  <a:pt x="218" y="9"/>
                  <a:pt x="218" y="9"/>
                </a:cubicBezTo>
                <a:cubicBezTo>
                  <a:pt x="218" y="9"/>
                  <a:pt x="217" y="8"/>
                  <a:pt x="218" y="8"/>
                </a:cubicBezTo>
                <a:cubicBezTo>
                  <a:pt x="218" y="7"/>
                  <a:pt x="218" y="6"/>
                  <a:pt x="218" y="6"/>
                </a:cubicBezTo>
                <a:cubicBezTo>
                  <a:pt x="218" y="6"/>
                  <a:pt x="218" y="4"/>
                  <a:pt x="218" y="4"/>
                </a:cubicBezTo>
                <a:cubicBezTo>
                  <a:pt x="217" y="3"/>
                  <a:pt x="216" y="2"/>
                  <a:pt x="215" y="2"/>
                </a:cubicBezTo>
                <a:cubicBezTo>
                  <a:pt x="214" y="2"/>
                  <a:pt x="213" y="2"/>
                  <a:pt x="213" y="2"/>
                </a:cubicBezTo>
                <a:cubicBezTo>
                  <a:pt x="212" y="3"/>
                  <a:pt x="212" y="4"/>
                  <a:pt x="212" y="4"/>
                </a:cubicBezTo>
                <a:cubicBezTo>
                  <a:pt x="211" y="4"/>
                  <a:pt x="210" y="4"/>
                  <a:pt x="209" y="3"/>
                </a:cubicBezTo>
                <a:cubicBezTo>
                  <a:pt x="209" y="3"/>
                  <a:pt x="206" y="1"/>
                  <a:pt x="206" y="1"/>
                </a:cubicBezTo>
                <a:cubicBezTo>
                  <a:pt x="202" y="0"/>
                  <a:pt x="202" y="0"/>
                  <a:pt x="202" y="0"/>
                </a:cubicBezTo>
                <a:cubicBezTo>
                  <a:pt x="202" y="0"/>
                  <a:pt x="201" y="1"/>
                  <a:pt x="200" y="1"/>
                </a:cubicBezTo>
                <a:cubicBezTo>
                  <a:pt x="200" y="1"/>
                  <a:pt x="198" y="1"/>
                  <a:pt x="198" y="1"/>
                </a:cubicBezTo>
                <a:cubicBezTo>
                  <a:pt x="198" y="1"/>
                  <a:pt x="197" y="2"/>
                  <a:pt x="197" y="3"/>
                </a:cubicBezTo>
                <a:cubicBezTo>
                  <a:pt x="197" y="3"/>
                  <a:pt x="195" y="3"/>
                  <a:pt x="194" y="3"/>
                </a:cubicBezTo>
                <a:cubicBezTo>
                  <a:pt x="194" y="3"/>
                  <a:pt x="193" y="3"/>
                  <a:pt x="194" y="4"/>
                </a:cubicBezTo>
                <a:cubicBezTo>
                  <a:pt x="194" y="4"/>
                  <a:pt x="194" y="4"/>
                  <a:pt x="194" y="5"/>
                </a:cubicBezTo>
                <a:cubicBezTo>
                  <a:pt x="194" y="6"/>
                  <a:pt x="194" y="6"/>
                  <a:pt x="194" y="6"/>
                </a:cubicBezTo>
                <a:cubicBezTo>
                  <a:pt x="193" y="7"/>
                  <a:pt x="189" y="8"/>
                  <a:pt x="189" y="8"/>
                </a:cubicBezTo>
                <a:cubicBezTo>
                  <a:pt x="188" y="8"/>
                  <a:pt x="176" y="12"/>
                  <a:pt x="176" y="12"/>
                </a:cubicBezTo>
                <a:cubicBezTo>
                  <a:pt x="176" y="12"/>
                  <a:pt x="173" y="11"/>
                  <a:pt x="173" y="11"/>
                </a:cubicBezTo>
                <a:cubicBezTo>
                  <a:pt x="173" y="12"/>
                  <a:pt x="172" y="12"/>
                  <a:pt x="172" y="12"/>
                </a:cubicBezTo>
                <a:cubicBezTo>
                  <a:pt x="172" y="12"/>
                  <a:pt x="170" y="12"/>
                  <a:pt x="170" y="12"/>
                </a:cubicBezTo>
                <a:cubicBezTo>
                  <a:pt x="170" y="12"/>
                  <a:pt x="167" y="12"/>
                  <a:pt x="167" y="13"/>
                </a:cubicBezTo>
                <a:cubicBezTo>
                  <a:pt x="167" y="13"/>
                  <a:pt x="167" y="14"/>
                  <a:pt x="167" y="14"/>
                </a:cubicBezTo>
                <a:cubicBezTo>
                  <a:pt x="167" y="15"/>
                  <a:pt x="167" y="16"/>
                  <a:pt x="167" y="16"/>
                </a:cubicBezTo>
                <a:cubicBezTo>
                  <a:pt x="161" y="15"/>
                  <a:pt x="161" y="15"/>
                  <a:pt x="161" y="15"/>
                </a:cubicBezTo>
                <a:cubicBezTo>
                  <a:pt x="161" y="15"/>
                  <a:pt x="159" y="17"/>
                  <a:pt x="159" y="17"/>
                </a:cubicBezTo>
                <a:cubicBezTo>
                  <a:pt x="159" y="17"/>
                  <a:pt x="156" y="17"/>
                  <a:pt x="156" y="17"/>
                </a:cubicBezTo>
                <a:cubicBezTo>
                  <a:pt x="156" y="18"/>
                  <a:pt x="155" y="18"/>
                  <a:pt x="155" y="18"/>
                </a:cubicBezTo>
                <a:cubicBezTo>
                  <a:pt x="155" y="18"/>
                  <a:pt x="153" y="18"/>
                  <a:pt x="153" y="18"/>
                </a:cubicBezTo>
                <a:cubicBezTo>
                  <a:pt x="152" y="18"/>
                  <a:pt x="151" y="18"/>
                  <a:pt x="150" y="18"/>
                </a:cubicBezTo>
                <a:cubicBezTo>
                  <a:pt x="150" y="18"/>
                  <a:pt x="149" y="18"/>
                  <a:pt x="149" y="18"/>
                </a:cubicBezTo>
                <a:cubicBezTo>
                  <a:pt x="148" y="19"/>
                  <a:pt x="149" y="20"/>
                  <a:pt x="147" y="20"/>
                </a:cubicBezTo>
                <a:cubicBezTo>
                  <a:pt x="146" y="20"/>
                  <a:pt x="145" y="20"/>
                  <a:pt x="144" y="21"/>
                </a:cubicBezTo>
                <a:cubicBezTo>
                  <a:pt x="144" y="21"/>
                  <a:pt x="143" y="22"/>
                  <a:pt x="143" y="22"/>
                </a:cubicBezTo>
                <a:cubicBezTo>
                  <a:pt x="140" y="21"/>
                  <a:pt x="140" y="21"/>
                  <a:pt x="140" y="21"/>
                </a:cubicBezTo>
                <a:cubicBezTo>
                  <a:pt x="140" y="21"/>
                  <a:pt x="139" y="21"/>
                  <a:pt x="138" y="21"/>
                </a:cubicBezTo>
                <a:cubicBezTo>
                  <a:pt x="138" y="22"/>
                  <a:pt x="138" y="22"/>
                  <a:pt x="137" y="22"/>
                </a:cubicBezTo>
                <a:cubicBezTo>
                  <a:pt x="137" y="22"/>
                  <a:pt x="136" y="21"/>
                  <a:pt x="135" y="21"/>
                </a:cubicBezTo>
                <a:cubicBezTo>
                  <a:pt x="134" y="21"/>
                  <a:pt x="133" y="21"/>
                  <a:pt x="133" y="21"/>
                </a:cubicBezTo>
                <a:cubicBezTo>
                  <a:pt x="132" y="21"/>
                  <a:pt x="132" y="22"/>
                  <a:pt x="131" y="22"/>
                </a:cubicBezTo>
                <a:cubicBezTo>
                  <a:pt x="131" y="22"/>
                  <a:pt x="131" y="22"/>
                  <a:pt x="131" y="23"/>
                </a:cubicBezTo>
                <a:cubicBezTo>
                  <a:pt x="131" y="23"/>
                  <a:pt x="130" y="23"/>
                  <a:pt x="130" y="23"/>
                </a:cubicBezTo>
                <a:cubicBezTo>
                  <a:pt x="130" y="23"/>
                  <a:pt x="129" y="23"/>
                  <a:pt x="129" y="23"/>
                </a:cubicBezTo>
                <a:cubicBezTo>
                  <a:pt x="128" y="23"/>
                  <a:pt x="128" y="23"/>
                  <a:pt x="128" y="23"/>
                </a:cubicBezTo>
                <a:cubicBezTo>
                  <a:pt x="128" y="23"/>
                  <a:pt x="128" y="23"/>
                  <a:pt x="129" y="23"/>
                </a:cubicBezTo>
                <a:cubicBezTo>
                  <a:pt x="129" y="24"/>
                  <a:pt x="129" y="24"/>
                  <a:pt x="130" y="24"/>
                </a:cubicBezTo>
                <a:cubicBezTo>
                  <a:pt x="130" y="24"/>
                  <a:pt x="130" y="25"/>
                  <a:pt x="130" y="25"/>
                </a:cubicBezTo>
                <a:cubicBezTo>
                  <a:pt x="130" y="26"/>
                  <a:pt x="129" y="26"/>
                  <a:pt x="129" y="27"/>
                </a:cubicBezTo>
                <a:cubicBezTo>
                  <a:pt x="129" y="27"/>
                  <a:pt x="129" y="27"/>
                  <a:pt x="129" y="27"/>
                </a:cubicBezTo>
                <a:cubicBezTo>
                  <a:pt x="129" y="27"/>
                  <a:pt x="129" y="27"/>
                  <a:pt x="129" y="27"/>
                </a:cubicBezTo>
                <a:cubicBezTo>
                  <a:pt x="130" y="28"/>
                  <a:pt x="132" y="28"/>
                  <a:pt x="133" y="28"/>
                </a:cubicBezTo>
                <a:cubicBezTo>
                  <a:pt x="133" y="28"/>
                  <a:pt x="134" y="29"/>
                  <a:pt x="134" y="29"/>
                </a:cubicBezTo>
                <a:cubicBezTo>
                  <a:pt x="134" y="29"/>
                  <a:pt x="134" y="29"/>
                  <a:pt x="134" y="30"/>
                </a:cubicBezTo>
                <a:cubicBezTo>
                  <a:pt x="133" y="30"/>
                  <a:pt x="132" y="30"/>
                  <a:pt x="131" y="30"/>
                </a:cubicBezTo>
                <a:cubicBezTo>
                  <a:pt x="131" y="31"/>
                  <a:pt x="131" y="31"/>
                  <a:pt x="131" y="31"/>
                </a:cubicBezTo>
                <a:cubicBezTo>
                  <a:pt x="131" y="32"/>
                  <a:pt x="131" y="32"/>
                  <a:pt x="132" y="32"/>
                </a:cubicBezTo>
                <a:cubicBezTo>
                  <a:pt x="133" y="32"/>
                  <a:pt x="135" y="33"/>
                  <a:pt x="136" y="34"/>
                </a:cubicBezTo>
                <a:cubicBezTo>
                  <a:pt x="136" y="35"/>
                  <a:pt x="136" y="35"/>
                  <a:pt x="137" y="35"/>
                </a:cubicBezTo>
                <a:cubicBezTo>
                  <a:pt x="137" y="35"/>
                  <a:pt x="137" y="35"/>
                  <a:pt x="137" y="35"/>
                </a:cubicBezTo>
                <a:cubicBezTo>
                  <a:pt x="138" y="35"/>
                  <a:pt x="138" y="35"/>
                  <a:pt x="139" y="36"/>
                </a:cubicBezTo>
                <a:cubicBezTo>
                  <a:pt x="139" y="36"/>
                  <a:pt x="139" y="37"/>
                  <a:pt x="139" y="37"/>
                </a:cubicBezTo>
                <a:cubicBezTo>
                  <a:pt x="139" y="38"/>
                  <a:pt x="138" y="38"/>
                  <a:pt x="138" y="38"/>
                </a:cubicBezTo>
                <a:cubicBezTo>
                  <a:pt x="137" y="38"/>
                  <a:pt x="136" y="38"/>
                  <a:pt x="134" y="37"/>
                </a:cubicBezTo>
                <a:cubicBezTo>
                  <a:pt x="134" y="37"/>
                  <a:pt x="134" y="37"/>
                  <a:pt x="133" y="37"/>
                </a:cubicBezTo>
                <a:cubicBezTo>
                  <a:pt x="132" y="37"/>
                  <a:pt x="130" y="37"/>
                  <a:pt x="129" y="38"/>
                </a:cubicBezTo>
                <a:cubicBezTo>
                  <a:pt x="127" y="40"/>
                  <a:pt x="127" y="40"/>
                  <a:pt x="127" y="40"/>
                </a:cubicBezTo>
                <a:cubicBezTo>
                  <a:pt x="127" y="42"/>
                  <a:pt x="127" y="42"/>
                  <a:pt x="127" y="42"/>
                </a:cubicBezTo>
                <a:cubicBezTo>
                  <a:pt x="129" y="46"/>
                  <a:pt x="129" y="46"/>
                  <a:pt x="129" y="46"/>
                </a:cubicBezTo>
                <a:cubicBezTo>
                  <a:pt x="126" y="48"/>
                  <a:pt x="126" y="48"/>
                  <a:pt x="126" y="48"/>
                </a:cubicBezTo>
                <a:cubicBezTo>
                  <a:pt x="121" y="52"/>
                  <a:pt x="121" y="52"/>
                  <a:pt x="121" y="52"/>
                </a:cubicBezTo>
                <a:cubicBezTo>
                  <a:pt x="124" y="54"/>
                  <a:pt x="124" y="54"/>
                  <a:pt x="124" y="54"/>
                </a:cubicBezTo>
                <a:cubicBezTo>
                  <a:pt x="124" y="57"/>
                  <a:pt x="124" y="57"/>
                  <a:pt x="124" y="57"/>
                </a:cubicBezTo>
                <a:cubicBezTo>
                  <a:pt x="128" y="57"/>
                  <a:pt x="128" y="57"/>
                  <a:pt x="128" y="57"/>
                </a:cubicBezTo>
                <a:cubicBezTo>
                  <a:pt x="128" y="57"/>
                  <a:pt x="129" y="58"/>
                  <a:pt x="129" y="58"/>
                </a:cubicBezTo>
                <a:cubicBezTo>
                  <a:pt x="129" y="59"/>
                  <a:pt x="129" y="59"/>
                  <a:pt x="129" y="59"/>
                </a:cubicBezTo>
                <a:cubicBezTo>
                  <a:pt x="132" y="59"/>
                  <a:pt x="132" y="59"/>
                  <a:pt x="132" y="59"/>
                </a:cubicBezTo>
                <a:cubicBezTo>
                  <a:pt x="133" y="59"/>
                  <a:pt x="133" y="59"/>
                  <a:pt x="133" y="59"/>
                </a:cubicBezTo>
                <a:cubicBezTo>
                  <a:pt x="135" y="61"/>
                  <a:pt x="135" y="61"/>
                  <a:pt x="135" y="61"/>
                </a:cubicBezTo>
                <a:cubicBezTo>
                  <a:pt x="134" y="63"/>
                  <a:pt x="134" y="63"/>
                  <a:pt x="134" y="63"/>
                </a:cubicBezTo>
                <a:cubicBezTo>
                  <a:pt x="134" y="67"/>
                  <a:pt x="134" y="67"/>
                  <a:pt x="134" y="67"/>
                </a:cubicBezTo>
                <a:cubicBezTo>
                  <a:pt x="134" y="67"/>
                  <a:pt x="133" y="68"/>
                  <a:pt x="133" y="68"/>
                </a:cubicBezTo>
                <a:cubicBezTo>
                  <a:pt x="133" y="68"/>
                  <a:pt x="131" y="69"/>
                  <a:pt x="130" y="69"/>
                </a:cubicBezTo>
                <a:cubicBezTo>
                  <a:pt x="130" y="69"/>
                  <a:pt x="128" y="70"/>
                  <a:pt x="128" y="70"/>
                </a:cubicBezTo>
                <a:cubicBezTo>
                  <a:pt x="123" y="70"/>
                  <a:pt x="123" y="70"/>
                  <a:pt x="123" y="70"/>
                </a:cubicBezTo>
                <a:cubicBezTo>
                  <a:pt x="123" y="70"/>
                  <a:pt x="121" y="68"/>
                  <a:pt x="121" y="68"/>
                </a:cubicBezTo>
                <a:cubicBezTo>
                  <a:pt x="121" y="68"/>
                  <a:pt x="120" y="69"/>
                  <a:pt x="120" y="70"/>
                </a:cubicBezTo>
                <a:cubicBezTo>
                  <a:pt x="120" y="70"/>
                  <a:pt x="118" y="73"/>
                  <a:pt x="118" y="73"/>
                </a:cubicBezTo>
                <a:cubicBezTo>
                  <a:pt x="116" y="73"/>
                  <a:pt x="116" y="73"/>
                  <a:pt x="116" y="73"/>
                </a:cubicBezTo>
                <a:cubicBezTo>
                  <a:pt x="116" y="70"/>
                  <a:pt x="116" y="70"/>
                  <a:pt x="116" y="70"/>
                </a:cubicBezTo>
                <a:cubicBezTo>
                  <a:pt x="110" y="70"/>
                  <a:pt x="110" y="70"/>
                  <a:pt x="110" y="70"/>
                </a:cubicBezTo>
                <a:cubicBezTo>
                  <a:pt x="110" y="70"/>
                  <a:pt x="108" y="68"/>
                  <a:pt x="108" y="68"/>
                </a:cubicBezTo>
                <a:cubicBezTo>
                  <a:pt x="108" y="68"/>
                  <a:pt x="108" y="65"/>
                  <a:pt x="108" y="65"/>
                </a:cubicBezTo>
                <a:cubicBezTo>
                  <a:pt x="106" y="65"/>
                  <a:pt x="106" y="65"/>
                  <a:pt x="106" y="65"/>
                </a:cubicBezTo>
                <a:cubicBezTo>
                  <a:pt x="106" y="64"/>
                  <a:pt x="106" y="64"/>
                  <a:pt x="106" y="64"/>
                </a:cubicBezTo>
                <a:cubicBezTo>
                  <a:pt x="106" y="64"/>
                  <a:pt x="104" y="65"/>
                  <a:pt x="104" y="65"/>
                </a:cubicBezTo>
                <a:cubicBezTo>
                  <a:pt x="104" y="65"/>
                  <a:pt x="102" y="64"/>
                  <a:pt x="102" y="64"/>
                </a:cubicBezTo>
                <a:cubicBezTo>
                  <a:pt x="102" y="64"/>
                  <a:pt x="100" y="64"/>
                  <a:pt x="100" y="64"/>
                </a:cubicBezTo>
                <a:cubicBezTo>
                  <a:pt x="100" y="65"/>
                  <a:pt x="101" y="66"/>
                  <a:pt x="100" y="66"/>
                </a:cubicBezTo>
                <a:cubicBezTo>
                  <a:pt x="100" y="67"/>
                  <a:pt x="99" y="67"/>
                  <a:pt x="99" y="67"/>
                </a:cubicBezTo>
                <a:cubicBezTo>
                  <a:pt x="98" y="67"/>
                  <a:pt x="97" y="67"/>
                  <a:pt x="97" y="67"/>
                </a:cubicBezTo>
                <a:cubicBezTo>
                  <a:pt x="97" y="66"/>
                  <a:pt x="95" y="64"/>
                  <a:pt x="95" y="64"/>
                </a:cubicBezTo>
                <a:cubicBezTo>
                  <a:pt x="95" y="64"/>
                  <a:pt x="91" y="64"/>
                  <a:pt x="91" y="64"/>
                </a:cubicBezTo>
                <a:cubicBezTo>
                  <a:pt x="91" y="66"/>
                  <a:pt x="91" y="66"/>
                  <a:pt x="91" y="66"/>
                </a:cubicBezTo>
                <a:cubicBezTo>
                  <a:pt x="91" y="66"/>
                  <a:pt x="89" y="65"/>
                  <a:pt x="89" y="65"/>
                </a:cubicBezTo>
                <a:cubicBezTo>
                  <a:pt x="89" y="65"/>
                  <a:pt x="88" y="66"/>
                  <a:pt x="88" y="66"/>
                </a:cubicBezTo>
                <a:cubicBezTo>
                  <a:pt x="88" y="67"/>
                  <a:pt x="88" y="68"/>
                  <a:pt x="87" y="68"/>
                </a:cubicBezTo>
                <a:cubicBezTo>
                  <a:pt x="87" y="68"/>
                  <a:pt x="86" y="67"/>
                  <a:pt x="86" y="67"/>
                </a:cubicBezTo>
                <a:cubicBezTo>
                  <a:pt x="86" y="67"/>
                  <a:pt x="85" y="69"/>
                  <a:pt x="85" y="69"/>
                </a:cubicBezTo>
                <a:cubicBezTo>
                  <a:pt x="85" y="70"/>
                  <a:pt x="83" y="72"/>
                  <a:pt x="83" y="72"/>
                </a:cubicBezTo>
                <a:cubicBezTo>
                  <a:pt x="81" y="72"/>
                  <a:pt x="81" y="72"/>
                  <a:pt x="81" y="72"/>
                </a:cubicBezTo>
                <a:cubicBezTo>
                  <a:pt x="81" y="72"/>
                  <a:pt x="76" y="68"/>
                  <a:pt x="76" y="68"/>
                </a:cubicBezTo>
                <a:cubicBezTo>
                  <a:pt x="76" y="68"/>
                  <a:pt x="77" y="67"/>
                  <a:pt x="76" y="66"/>
                </a:cubicBezTo>
                <a:cubicBezTo>
                  <a:pt x="76" y="66"/>
                  <a:pt x="74" y="65"/>
                  <a:pt x="74" y="65"/>
                </a:cubicBezTo>
                <a:cubicBezTo>
                  <a:pt x="73" y="65"/>
                  <a:pt x="72" y="64"/>
                  <a:pt x="72" y="65"/>
                </a:cubicBezTo>
                <a:cubicBezTo>
                  <a:pt x="72" y="66"/>
                  <a:pt x="72" y="67"/>
                  <a:pt x="72" y="67"/>
                </a:cubicBezTo>
                <a:cubicBezTo>
                  <a:pt x="72" y="67"/>
                  <a:pt x="73" y="70"/>
                  <a:pt x="73" y="70"/>
                </a:cubicBezTo>
                <a:cubicBezTo>
                  <a:pt x="73" y="70"/>
                  <a:pt x="73" y="71"/>
                  <a:pt x="73" y="72"/>
                </a:cubicBezTo>
                <a:cubicBezTo>
                  <a:pt x="73" y="72"/>
                  <a:pt x="71" y="73"/>
                  <a:pt x="71" y="72"/>
                </a:cubicBezTo>
                <a:cubicBezTo>
                  <a:pt x="71" y="72"/>
                  <a:pt x="70" y="70"/>
                  <a:pt x="70" y="70"/>
                </a:cubicBezTo>
                <a:cubicBezTo>
                  <a:pt x="70" y="69"/>
                  <a:pt x="70" y="68"/>
                  <a:pt x="70" y="68"/>
                </a:cubicBezTo>
                <a:cubicBezTo>
                  <a:pt x="70" y="67"/>
                  <a:pt x="68" y="66"/>
                  <a:pt x="68" y="65"/>
                </a:cubicBezTo>
                <a:cubicBezTo>
                  <a:pt x="67" y="65"/>
                  <a:pt x="67" y="63"/>
                  <a:pt x="66" y="63"/>
                </a:cubicBezTo>
                <a:cubicBezTo>
                  <a:pt x="66" y="63"/>
                  <a:pt x="63" y="62"/>
                  <a:pt x="63" y="62"/>
                </a:cubicBezTo>
                <a:cubicBezTo>
                  <a:pt x="63" y="61"/>
                  <a:pt x="60" y="58"/>
                  <a:pt x="60" y="58"/>
                </a:cubicBezTo>
                <a:cubicBezTo>
                  <a:pt x="55" y="59"/>
                  <a:pt x="55" y="59"/>
                  <a:pt x="55" y="59"/>
                </a:cubicBezTo>
                <a:cubicBezTo>
                  <a:pt x="55" y="59"/>
                  <a:pt x="54" y="59"/>
                  <a:pt x="54" y="59"/>
                </a:cubicBezTo>
                <a:cubicBezTo>
                  <a:pt x="53" y="59"/>
                  <a:pt x="52" y="55"/>
                  <a:pt x="52" y="55"/>
                </a:cubicBezTo>
                <a:cubicBezTo>
                  <a:pt x="52" y="55"/>
                  <a:pt x="50" y="56"/>
                  <a:pt x="50" y="56"/>
                </a:cubicBezTo>
                <a:cubicBezTo>
                  <a:pt x="50" y="56"/>
                  <a:pt x="48" y="56"/>
                  <a:pt x="48" y="56"/>
                </a:cubicBezTo>
                <a:cubicBezTo>
                  <a:pt x="48" y="56"/>
                  <a:pt x="47" y="58"/>
                  <a:pt x="47" y="58"/>
                </a:cubicBezTo>
                <a:cubicBezTo>
                  <a:pt x="47" y="58"/>
                  <a:pt x="44" y="58"/>
                  <a:pt x="44" y="58"/>
                </a:cubicBezTo>
                <a:cubicBezTo>
                  <a:pt x="44" y="58"/>
                  <a:pt x="44" y="59"/>
                  <a:pt x="43" y="59"/>
                </a:cubicBezTo>
                <a:cubicBezTo>
                  <a:pt x="43" y="58"/>
                  <a:pt x="42" y="57"/>
                  <a:pt x="42" y="57"/>
                </a:cubicBezTo>
                <a:cubicBezTo>
                  <a:pt x="42" y="57"/>
                  <a:pt x="41" y="56"/>
                  <a:pt x="41" y="56"/>
                </a:cubicBezTo>
                <a:cubicBezTo>
                  <a:pt x="41" y="56"/>
                  <a:pt x="38" y="55"/>
                  <a:pt x="38" y="55"/>
                </a:cubicBezTo>
                <a:cubicBezTo>
                  <a:pt x="37" y="57"/>
                  <a:pt x="37" y="57"/>
                  <a:pt x="37" y="57"/>
                </a:cubicBezTo>
                <a:cubicBezTo>
                  <a:pt x="36" y="57"/>
                  <a:pt x="36" y="57"/>
                  <a:pt x="36" y="57"/>
                </a:cubicBezTo>
                <a:cubicBezTo>
                  <a:pt x="35" y="59"/>
                  <a:pt x="35" y="59"/>
                  <a:pt x="35" y="59"/>
                </a:cubicBezTo>
                <a:cubicBezTo>
                  <a:pt x="34" y="60"/>
                  <a:pt x="34" y="60"/>
                  <a:pt x="34" y="60"/>
                </a:cubicBezTo>
                <a:cubicBezTo>
                  <a:pt x="30" y="64"/>
                  <a:pt x="30" y="64"/>
                  <a:pt x="30" y="64"/>
                </a:cubicBezTo>
                <a:cubicBezTo>
                  <a:pt x="26" y="64"/>
                  <a:pt x="26" y="64"/>
                  <a:pt x="26" y="64"/>
                </a:cubicBezTo>
                <a:cubicBezTo>
                  <a:pt x="25" y="68"/>
                  <a:pt x="25" y="68"/>
                  <a:pt x="25" y="68"/>
                </a:cubicBezTo>
                <a:cubicBezTo>
                  <a:pt x="22" y="71"/>
                  <a:pt x="22" y="71"/>
                  <a:pt x="22" y="71"/>
                </a:cubicBezTo>
                <a:cubicBezTo>
                  <a:pt x="19" y="70"/>
                  <a:pt x="19" y="70"/>
                  <a:pt x="19" y="70"/>
                </a:cubicBezTo>
                <a:cubicBezTo>
                  <a:pt x="19" y="72"/>
                  <a:pt x="19" y="72"/>
                  <a:pt x="19" y="72"/>
                </a:cubicBezTo>
                <a:cubicBezTo>
                  <a:pt x="19" y="72"/>
                  <a:pt x="19" y="73"/>
                  <a:pt x="19" y="74"/>
                </a:cubicBezTo>
                <a:cubicBezTo>
                  <a:pt x="19" y="74"/>
                  <a:pt x="19" y="77"/>
                  <a:pt x="19" y="77"/>
                </a:cubicBezTo>
                <a:cubicBezTo>
                  <a:pt x="21" y="80"/>
                  <a:pt x="21" y="80"/>
                  <a:pt x="21" y="80"/>
                </a:cubicBezTo>
                <a:cubicBezTo>
                  <a:pt x="17" y="83"/>
                  <a:pt x="17" y="83"/>
                  <a:pt x="17" y="83"/>
                </a:cubicBezTo>
                <a:cubicBezTo>
                  <a:pt x="17" y="83"/>
                  <a:pt x="15" y="82"/>
                  <a:pt x="15" y="82"/>
                </a:cubicBezTo>
                <a:cubicBezTo>
                  <a:pt x="15" y="81"/>
                  <a:pt x="14" y="80"/>
                  <a:pt x="14" y="80"/>
                </a:cubicBezTo>
                <a:cubicBezTo>
                  <a:pt x="14" y="79"/>
                  <a:pt x="14" y="78"/>
                  <a:pt x="13" y="77"/>
                </a:cubicBezTo>
                <a:cubicBezTo>
                  <a:pt x="13" y="77"/>
                  <a:pt x="10" y="73"/>
                  <a:pt x="10" y="73"/>
                </a:cubicBezTo>
                <a:cubicBezTo>
                  <a:pt x="7" y="75"/>
                  <a:pt x="7" y="75"/>
                  <a:pt x="7" y="75"/>
                </a:cubicBezTo>
                <a:cubicBezTo>
                  <a:pt x="7" y="75"/>
                  <a:pt x="7" y="77"/>
                  <a:pt x="7" y="77"/>
                </a:cubicBezTo>
                <a:cubicBezTo>
                  <a:pt x="7" y="77"/>
                  <a:pt x="7" y="79"/>
                  <a:pt x="7" y="79"/>
                </a:cubicBezTo>
                <a:cubicBezTo>
                  <a:pt x="7" y="79"/>
                  <a:pt x="6" y="81"/>
                  <a:pt x="6" y="81"/>
                </a:cubicBezTo>
                <a:cubicBezTo>
                  <a:pt x="3" y="82"/>
                  <a:pt x="3" y="82"/>
                  <a:pt x="3" y="82"/>
                </a:cubicBezTo>
                <a:cubicBezTo>
                  <a:pt x="3" y="82"/>
                  <a:pt x="2" y="87"/>
                  <a:pt x="2" y="87"/>
                </a:cubicBezTo>
                <a:cubicBezTo>
                  <a:pt x="2" y="87"/>
                  <a:pt x="2" y="88"/>
                  <a:pt x="2" y="88"/>
                </a:cubicBezTo>
                <a:cubicBezTo>
                  <a:pt x="3" y="90"/>
                  <a:pt x="3" y="90"/>
                  <a:pt x="3" y="90"/>
                </a:cubicBezTo>
                <a:cubicBezTo>
                  <a:pt x="4" y="91"/>
                  <a:pt x="4" y="91"/>
                  <a:pt x="4" y="91"/>
                </a:cubicBezTo>
                <a:cubicBezTo>
                  <a:pt x="4" y="91"/>
                  <a:pt x="4" y="93"/>
                  <a:pt x="4" y="93"/>
                </a:cubicBezTo>
                <a:cubicBezTo>
                  <a:pt x="3" y="94"/>
                  <a:pt x="2" y="95"/>
                  <a:pt x="1" y="96"/>
                </a:cubicBezTo>
                <a:cubicBezTo>
                  <a:pt x="1" y="97"/>
                  <a:pt x="1" y="98"/>
                  <a:pt x="1" y="98"/>
                </a:cubicBezTo>
                <a:cubicBezTo>
                  <a:pt x="1" y="98"/>
                  <a:pt x="0" y="101"/>
                  <a:pt x="0" y="101"/>
                </a:cubicBezTo>
                <a:cubicBezTo>
                  <a:pt x="0" y="101"/>
                  <a:pt x="3" y="102"/>
                  <a:pt x="3" y="103"/>
                </a:cubicBezTo>
                <a:cubicBezTo>
                  <a:pt x="3" y="103"/>
                  <a:pt x="6" y="103"/>
                  <a:pt x="6" y="103"/>
                </a:cubicBezTo>
                <a:cubicBezTo>
                  <a:pt x="6" y="104"/>
                  <a:pt x="6" y="106"/>
                  <a:pt x="6" y="106"/>
                </a:cubicBezTo>
                <a:cubicBezTo>
                  <a:pt x="6" y="107"/>
                  <a:pt x="5" y="108"/>
                  <a:pt x="5" y="108"/>
                </a:cubicBezTo>
                <a:cubicBezTo>
                  <a:pt x="5" y="108"/>
                  <a:pt x="6" y="110"/>
                  <a:pt x="6" y="110"/>
                </a:cubicBezTo>
                <a:cubicBezTo>
                  <a:pt x="6" y="110"/>
                  <a:pt x="8" y="111"/>
                  <a:pt x="8" y="111"/>
                </a:cubicBezTo>
                <a:cubicBezTo>
                  <a:pt x="8" y="111"/>
                  <a:pt x="8" y="109"/>
                  <a:pt x="9" y="109"/>
                </a:cubicBezTo>
                <a:cubicBezTo>
                  <a:pt x="9" y="109"/>
                  <a:pt x="11" y="110"/>
                  <a:pt x="12" y="110"/>
                </a:cubicBezTo>
                <a:cubicBezTo>
                  <a:pt x="13" y="111"/>
                  <a:pt x="15" y="111"/>
                  <a:pt x="15" y="111"/>
                </a:cubicBezTo>
                <a:cubicBezTo>
                  <a:pt x="22" y="123"/>
                  <a:pt x="22" y="123"/>
                  <a:pt x="22" y="123"/>
                </a:cubicBezTo>
                <a:cubicBezTo>
                  <a:pt x="20" y="124"/>
                  <a:pt x="20" y="124"/>
                  <a:pt x="20" y="124"/>
                </a:cubicBezTo>
                <a:cubicBezTo>
                  <a:pt x="19" y="123"/>
                  <a:pt x="19" y="123"/>
                  <a:pt x="19" y="123"/>
                </a:cubicBezTo>
                <a:cubicBezTo>
                  <a:pt x="18" y="124"/>
                  <a:pt x="18" y="124"/>
                  <a:pt x="18" y="124"/>
                </a:cubicBezTo>
                <a:cubicBezTo>
                  <a:pt x="18" y="126"/>
                  <a:pt x="18" y="126"/>
                  <a:pt x="18" y="126"/>
                </a:cubicBezTo>
                <a:cubicBezTo>
                  <a:pt x="20" y="126"/>
                  <a:pt x="20" y="126"/>
                  <a:pt x="20" y="126"/>
                </a:cubicBezTo>
                <a:cubicBezTo>
                  <a:pt x="25" y="130"/>
                  <a:pt x="25" y="130"/>
                  <a:pt x="25" y="130"/>
                </a:cubicBezTo>
                <a:cubicBezTo>
                  <a:pt x="25" y="130"/>
                  <a:pt x="26" y="131"/>
                  <a:pt x="27" y="131"/>
                </a:cubicBezTo>
                <a:cubicBezTo>
                  <a:pt x="28" y="131"/>
                  <a:pt x="29" y="131"/>
                  <a:pt x="30" y="130"/>
                </a:cubicBezTo>
                <a:cubicBezTo>
                  <a:pt x="30" y="130"/>
                  <a:pt x="30" y="129"/>
                  <a:pt x="30" y="129"/>
                </a:cubicBezTo>
                <a:cubicBezTo>
                  <a:pt x="31" y="126"/>
                  <a:pt x="33" y="123"/>
                  <a:pt x="36" y="122"/>
                </a:cubicBezTo>
                <a:cubicBezTo>
                  <a:pt x="37" y="122"/>
                  <a:pt x="38" y="122"/>
                  <a:pt x="39" y="121"/>
                </a:cubicBezTo>
                <a:cubicBezTo>
                  <a:pt x="40" y="120"/>
                  <a:pt x="41" y="119"/>
                  <a:pt x="43" y="119"/>
                </a:cubicBezTo>
                <a:cubicBezTo>
                  <a:pt x="44" y="119"/>
                  <a:pt x="45" y="120"/>
                  <a:pt x="45" y="121"/>
                </a:cubicBezTo>
                <a:cubicBezTo>
                  <a:pt x="46" y="122"/>
                  <a:pt x="47" y="123"/>
                  <a:pt x="48" y="123"/>
                </a:cubicBezTo>
                <a:cubicBezTo>
                  <a:pt x="49" y="123"/>
                  <a:pt x="49" y="122"/>
                  <a:pt x="50" y="123"/>
                </a:cubicBezTo>
                <a:cubicBezTo>
                  <a:pt x="50" y="123"/>
                  <a:pt x="51" y="124"/>
                  <a:pt x="51" y="124"/>
                </a:cubicBezTo>
                <a:cubicBezTo>
                  <a:pt x="52" y="124"/>
                  <a:pt x="52" y="124"/>
                  <a:pt x="52" y="123"/>
                </a:cubicBezTo>
                <a:cubicBezTo>
                  <a:pt x="53" y="123"/>
                  <a:pt x="53" y="122"/>
                  <a:pt x="53" y="121"/>
                </a:cubicBezTo>
                <a:cubicBezTo>
                  <a:pt x="53" y="121"/>
                  <a:pt x="53" y="120"/>
                  <a:pt x="54" y="120"/>
                </a:cubicBezTo>
                <a:cubicBezTo>
                  <a:pt x="54" y="121"/>
                  <a:pt x="55" y="121"/>
                  <a:pt x="56" y="122"/>
                </a:cubicBezTo>
                <a:cubicBezTo>
                  <a:pt x="57" y="122"/>
                  <a:pt x="58" y="121"/>
                  <a:pt x="59" y="122"/>
                </a:cubicBezTo>
                <a:cubicBezTo>
                  <a:pt x="59" y="122"/>
                  <a:pt x="59" y="123"/>
                  <a:pt x="59" y="123"/>
                </a:cubicBezTo>
                <a:cubicBezTo>
                  <a:pt x="60" y="125"/>
                  <a:pt x="61" y="127"/>
                  <a:pt x="61" y="129"/>
                </a:cubicBezTo>
                <a:cubicBezTo>
                  <a:pt x="61" y="129"/>
                  <a:pt x="62" y="130"/>
                  <a:pt x="61" y="130"/>
                </a:cubicBezTo>
                <a:cubicBezTo>
                  <a:pt x="61" y="131"/>
                  <a:pt x="61" y="131"/>
                  <a:pt x="61" y="131"/>
                </a:cubicBezTo>
                <a:cubicBezTo>
                  <a:pt x="60" y="132"/>
                  <a:pt x="61" y="133"/>
                  <a:pt x="60" y="134"/>
                </a:cubicBezTo>
                <a:cubicBezTo>
                  <a:pt x="59" y="135"/>
                  <a:pt x="59" y="135"/>
                  <a:pt x="59" y="136"/>
                </a:cubicBezTo>
                <a:cubicBezTo>
                  <a:pt x="59" y="137"/>
                  <a:pt x="60" y="137"/>
                  <a:pt x="60" y="137"/>
                </a:cubicBezTo>
                <a:cubicBezTo>
                  <a:pt x="62" y="138"/>
                  <a:pt x="63" y="139"/>
                  <a:pt x="64" y="140"/>
                </a:cubicBezTo>
                <a:cubicBezTo>
                  <a:pt x="64" y="139"/>
                  <a:pt x="64" y="138"/>
                  <a:pt x="65" y="137"/>
                </a:cubicBezTo>
                <a:cubicBezTo>
                  <a:pt x="66" y="136"/>
                  <a:pt x="68" y="136"/>
                  <a:pt x="69" y="137"/>
                </a:cubicBezTo>
                <a:cubicBezTo>
                  <a:pt x="70" y="138"/>
                  <a:pt x="71" y="139"/>
                  <a:pt x="72" y="141"/>
                </a:cubicBezTo>
                <a:cubicBezTo>
                  <a:pt x="73" y="141"/>
                  <a:pt x="75" y="142"/>
                  <a:pt x="75" y="143"/>
                </a:cubicBezTo>
                <a:cubicBezTo>
                  <a:pt x="75" y="145"/>
                  <a:pt x="73" y="145"/>
                  <a:pt x="72" y="146"/>
                </a:cubicBezTo>
                <a:cubicBezTo>
                  <a:pt x="72" y="146"/>
                  <a:pt x="71" y="146"/>
                  <a:pt x="70" y="146"/>
                </a:cubicBezTo>
                <a:cubicBezTo>
                  <a:pt x="69" y="146"/>
                  <a:pt x="69" y="146"/>
                  <a:pt x="69" y="146"/>
                </a:cubicBezTo>
                <a:cubicBezTo>
                  <a:pt x="68" y="146"/>
                  <a:pt x="68" y="146"/>
                  <a:pt x="68" y="146"/>
                </a:cubicBezTo>
                <a:cubicBezTo>
                  <a:pt x="67" y="147"/>
                  <a:pt x="66" y="147"/>
                  <a:pt x="66" y="147"/>
                </a:cubicBezTo>
                <a:cubicBezTo>
                  <a:pt x="65" y="147"/>
                  <a:pt x="65" y="147"/>
                  <a:pt x="64" y="147"/>
                </a:cubicBezTo>
                <a:cubicBezTo>
                  <a:pt x="64" y="148"/>
                  <a:pt x="64" y="148"/>
                  <a:pt x="64" y="149"/>
                </a:cubicBezTo>
                <a:cubicBezTo>
                  <a:pt x="63" y="151"/>
                  <a:pt x="62" y="153"/>
                  <a:pt x="60" y="154"/>
                </a:cubicBezTo>
                <a:cubicBezTo>
                  <a:pt x="60" y="155"/>
                  <a:pt x="59" y="155"/>
                  <a:pt x="59" y="156"/>
                </a:cubicBezTo>
                <a:cubicBezTo>
                  <a:pt x="58" y="156"/>
                  <a:pt x="57" y="156"/>
                  <a:pt x="57" y="155"/>
                </a:cubicBezTo>
                <a:cubicBezTo>
                  <a:pt x="56" y="155"/>
                  <a:pt x="56" y="155"/>
                  <a:pt x="56" y="155"/>
                </a:cubicBezTo>
                <a:cubicBezTo>
                  <a:pt x="56" y="154"/>
                  <a:pt x="57" y="154"/>
                  <a:pt x="57" y="154"/>
                </a:cubicBezTo>
                <a:cubicBezTo>
                  <a:pt x="58" y="154"/>
                  <a:pt x="58" y="154"/>
                  <a:pt x="58" y="153"/>
                </a:cubicBezTo>
                <a:cubicBezTo>
                  <a:pt x="59" y="153"/>
                  <a:pt x="60" y="152"/>
                  <a:pt x="61" y="151"/>
                </a:cubicBezTo>
                <a:cubicBezTo>
                  <a:pt x="61" y="150"/>
                  <a:pt x="61" y="149"/>
                  <a:pt x="62" y="148"/>
                </a:cubicBezTo>
                <a:cubicBezTo>
                  <a:pt x="63" y="147"/>
                  <a:pt x="63" y="147"/>
                  <a:pt x="64" y="146"/>
                </a:cubicBezTo>
                <a:cubicBezTo>
                  <a:pt x="65" y="145"/>
                  <a:pt x="64" y="144"/>
                  <a:pt x="63" y="143"/>
                </a:cubicBezTo>
                <a:cubicBezTo>
                  <a:pt x="63" y="143"/>
                  <a:pt x="62" y="144"/>
                  <a:pt x="62" y="144"/>
                </a:cubicBezTo>
                <a:cubicBezTo>
                  <a:pt x="60" y="145"/>
                  <a:pt x="58" y="145"/>
                  <a:pt x="57" y="144"/>
                </a:cubicBezTo>
                <a:cubicBezTo>
                  <a:pt x="56" y="143"/>
                  <a:pt x="56" y="143"/>
                  <a:pt x="55" y="143"/>
                </a:cubicBezTo>
                <a:cubicBezTo>
                  <a:pt x="54" y="142"/>
                  <a:pt x="52" y="143"/>
                  <a:pt x="50" y="142"/>
                </a:cubicBezTo>
                <a:cubicBezTo>
                  <a:pt x="50" y="142"/>
                  <a:pt x="49" y="141"/>
                  <a:pt x="48" y="141"/>
                </a:cubicBezTo>
                <a:cubicBezTo>
                  <a:pt x="48" y="141"/>
                  <a:pt x="48" y="141"/>
                  <a:pt x="47" y="141"/>
                </a:cubicBezTo>
                <a:cubicBezTo>
                  <a:pt x="46" y="142"/>
                  <a:pt x="44" y="142"/>
                  <a:pt x="43" y="143"/>
                </a:cubicBezTo>
                <a:cubicBezTo>
                  <a:pt x="43" y="144"/>
                  <a:pt x="43" y="145"/>
                  <a:pt x="43" y="145"/>
                </a:cubicBezTo>
                <a:cubicBezTo>
                  <a:pt x="42" y="146"/>
                  <a:pt x="42" y="146"/>
                  <a:pt x="42" y="147"/>
                </a:cubicBezTo>
                <a:cubicBezTo>
                  <a:pt x="41" y="148"/>
                  <a:pt x="42" y="150"/>
                  <a:pt x="43" y="151"/>
                </a:cubicBezTo>
                <a:cubicBezTo>
                  <a:pt x="44" y="151"/>
                  <a:pt x="44" y="151"/>
                  <a:pt x="45" y="151"/>
                </a:cubicBezTo>
                <a:cubicBezTo>
                  <a:pt x="45" y="151"/>
                  <a:pt x="45" y="152"/>
                  <a:pt x="45" y="152"/>
                </a:cubicBezTo>
                <a:cubicBezTo>
                  <a:pt x="44" y="153"/>
                  <a:pt x="44" y="153"/>
                  <a:pt x="43" y="153"/>
                </a:cubicBezTo>
                <a:cubicBezTo>
                  <a:pt x="43" y="152"/>
                  <a:pt x="43" y="152"/>
                  <a:pt x="43" y="152"/>
                </a:cubicBezTo>
                <a:cubicBezTo>
                  <a:pt x="42" y="152"/>
                  <a:pt x="42" y="153"/>
                  <a:pt x="41" y="153"/>
                </a:cubicBezTo>
                <a:cubicBezTo>
                  <a:pt x="41" y="152"/>
                  <a:pt x="41" y="152"/>
                  <a:pt x="40" y="152"/>
                </a:cubicBezTo>
                <a:cubicBezTo>
                  <a:pt x="39" y="151"/>
                  <a:pt x="38" y="151"/>
                  <a:pt x="36" y="151"/>
                </a:cubicBezTo>
                <a:cubicBezTo>
                  <a:pt x="35" y="151"/>
                  <a:pt x="34" y="151"/>
                  <a:pt x="33" y="151"/>
                </a:cubicBezTo>
                <a:cubicBezTo>
                  <a:pt x="33" y="152"/>
                  <a:pt x="32" y="153"/>
                  <a:pt x="33" y="154"/>
                </a:cubicBezTo>
                <a:cubicBezTo>
                  <a:pt x="34" y="155"/>
                  <a:pt x="35" y="155"/>
                  <a:pt x="36" y="155"/>
                </a:cubicBezTo>
                <a:cubicBezTo>
                  <a:pt x="38" y="156"/>
                  <a:pt x="39" y="157"/>
                  <a:pt x="39" y="159"/>
                </a:cubicBezTo>
                <a:cubicBezTo>
                  <a:pt x="39" y="161"/>
                  <a:pt x="40" y="162"/>
                  <a:pt x="41" y="163"/>
                </a:cubicBezTo>
                <a:cubicBezTo>
                  <a:pt x="42" y="164"/>
                  <a:pt x="42" y="164"/>
                  <a:pt x="43" y="164"/>
                </a:cubicBezTo>
                <a:cubicBezTo>
                  <a:pt x="43" y="165"/>
                  <a:pt x="43" y="166"/>
                  <a:pt x="42" y="166"/>
                </a:cubicBezTo>
                <a:cubicBezTo>
                  <a:pt x="42" y="167"/>
                  <a:pt x="42" y="168"/>
                  <a:pt x="43" y="169"/>
                </a:cubicBezTo>
                <a:cubicBezTo>
                  <a:pt x="44" y="169"/>
                  <a:pt x="45" y="169"/>
                  <a:pt x="46" y="170"/>
                </a:cubicBezTo>
                <a:cubicBezTo>
                  <a:pt x="47" y="171"/>
                  <a:pt x="47" y="172"/>
                  <a:pt x="47" y="172"/>
                </a:cubicBezTo>
                <a:cubicBezTo>
                  <a:pt x="48" y="173"/>
                  <a:pt x="50" y="173"/>
                  <a:pt x="52" y="173"/>
                </a:cubicBezTo>
                <a:cubicBezTo>
                  <a:pt x="53" y="173"/>
                  <a:pt x="55" y="173"/>
                  <a:pt x="56" y="175"/>
                </a:cubicBezTo>
                <a:cubicBezTo>
                  <a:pt x="56" y="175"/>
                  <a:pt x="56" y="175"/>
                  <a:pt x="56" y="175"/>
                </a:cubicBezTo>
                <a:cubicBezTo>
                  <a:pt x="56" y="175"/>
                  <a:pt x="56" y="176"/>
                  <a:pt x="56" y="176"/>
                </a:cubicBezTo>
                <a:cubicBezTo>
                  <a:pt x="55" y="178"/>
                  <a:pt x="54" y="180"/>
                  <a:pt x="53" y="181"/>
                </a:cubicBezTo>
                <a:cubicBezTo>
                  <a:pt x="53" y="182"/>
                  <a:pt x="53" y="183"/>
                  <a:pt x="53" y="184"/>
                </a:cubicBezTo>
                <a:cubicBezTo>
                  <a:pt x="53" y="185"/>
                  <a:pt x="53" y="185"/>
                  <a:pt x="54" y="185"/>
                </a:cubicBezTo>
                <a:cubicBezTo>
                  <a:pt x="55" y="184"/>
                  <a:pt x="57" y="182"/>
                  <a:pt x="57" y="182"/>
                </a:cubicBezTo>
                <a:cubicBezTo>
                  <a:pt x="58" y="182"/>
                  <a:pt x="62" y="180"/>
                  <a:pt x="62" y="180"/>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1" name="Freeform 34"/>
          <p:cNvSpPr>
            <a:spLocks/>
          </p:cNvSpPr>
          <p:nvPr/>
        </p:nvSpPr>
        <p:spPr bwMode="auto">
          <a:xfrm>
            <a:off x="6178551" y="4886325"/>
            <a:ext cx="163513" cy="180975"/>
          </a:xfrm>
          <a:custGeom>
            <a:avLst/>
            <a:gdLst>
              <a:gd name="T0" fmla="*/ 17 w 40"/>
              <a:gd name="T1" fmla="*/ 37 h 44"/>
              <a:gd name="T2" fmla="*/ 21 w 40"/>
              <a:gd name="T3" fmla="*/ 36 h 44"/>
              <a:gd name="T4" fmla="*/ 24 w 40"/>
              <a:gd name="T5" fmla="*/ 36 h 44"/>
              <a:gd name="T6" fmla="*/ 25 w 40"/>
              <a:gd name="T7" fmla="*/ 32 h 44"/>
              <a:gd name="T8" fmla="*/ 28 w 40"/>
              <a:gd name="T9" fmla="*/ 31 h 44"/>
              <a:gd name="T10" fmla="*/ 19 w 40"/>
              <a:gd name="T11" fmla="*/ 20 h 44"/>
              <a:gd name="T12" fmla="*/ 30 w 40"/>
              <a:gd name="T13" fmla="*/ 17 h 44"/>
              <a:gd name="T14" fmla="*/ 36 w 40"/>
              <a:gd name="T15" fmla="*/ 15 h 44"/>
              <a:gd name="T16" fmla="*/ 39 w 40"/>
              <a:gd name="T17" fmla="*/ 13 h 44"/>
              <a:gd name="T18" fmla="*/ 39 w 40"/>
              <a:gd name="T19" fmla="*/ 11 h 44"/>
              <a:gd name="T20" fmla="*/ 37 w 40"/>
              <a:gd name="T21" fmla="*/ 11 h 44"/>
              <a:gd name="T22" fmla="*/ 37 w 40"/>
              <a:gd name="T23" fmla="*/ 10 h 44"/>
              <a:gd name="T24" fmla="*/ 38 w 40"/>
              <a:gd name="T25" fmla="*/ 9 h 44"/>
              <a:gd name="T26" fmla="*/ 37 w 40"/>
              <a:gd name="T27" fmla="*/ 7 h 44"/>
              <a:gd name="T28" fmla="*/ 36 w 40"/>
              <a:gd name="T29" fmla="*/ 5 h 44"/>
              <a:gd name="T30" fmla="*/ 36 w 40"/>
              <a:gd name="T31" fmla="*/ 3 h 44"/>
              <a:gd name="T32" fmla="*/ 35 w 40"/>
              <a:gd name="T33" fmla="*/ 0 h 44"/>
              <a:gd name="T34" fmla="*/ 35 w 40"/>
              <a:gd name="T35" fmla="*/ 1 h 44"/>
              <a:gd name="T36" fmla="*/ 18 w 40"/>
              <a:gd name="T37" fmla="*/ 12 h 44"/>
              <a:gd name="T38" fmla="*/ 11 w 40"/>
              <a:gd name="T39" fmla="*/ 10 h 44"/>
              <a:gd name="T40" fmla="*/ 9 w 40"/>
              <a:gd name="T41" fmla="*/ 6 h 44"/>
              <a:gd name="T42" fmla="*/ 7 w 40"/>
              <a:gd name="T43" fmla="*/ 8 h 44"/>
              <a:gd name="T44" fmla="*/ 7 w 40"/>
              <a:gd name="T45" fmla="*/ 9 h 44"/>
              <a:gd name="T46" fmla="*/ 6 w 40"/>
              <a:gd name="T47" fmla="*/ 21 h 44"/>
              <a:gd name="T48" fmla="*/ 0 w 40"/>
              <a:gd name="T49" fmla="*/ 42 h 44"/>
              <a:gd name="T50" fmla="*/ 11 w 40"/>
              <a:gd name="T51" fmla="*/ 44 h 44"/>
              <a:gd name="T52" fmla="*/ 17 w 40"/>
              <a:gd name="T53"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44">
                <a:moveTo>
                  <a:pt x="17" y="37"/>
                </a:moveTo>
                <a:cubicBezTo>
                  <a:pt x="21" y="36"/>
                  <a:pt x="21" y="36"/>
                  <a:pt x="21" y="36"/>
                </a:cubicBezTo>
                <a:cubicBezTo>
                  <a:pt x="24" y="36"/>
                  <a:pt x="24" y="36"/>
                  <a:pt x="24" y="36"/>
                </a:cubicBezTo>
                <a:cubicBezTo>
                  <a:pt x="25" y="32"/>
                  <a:pt x="25" y="32"/>
                  <a:pt x="25" y="32"/>
                </a:cubicBezTo>
                <a:cubicBezTo>
                  <a:pt x="28" y="31"/>
                  <a:pt x="28" y="31"/>
                  <a:pt x="28" y="31"/>
                </a:cubicBezTo>
                <a:cubicBezTo>
                  <a:pt x="19" y="20"/>
                  <a:pt x="19" y="20"/>
                  <a:pt x="19" y="20"/>
                </a:cubicBezTo>
                <a:cubicBezTo>
                  <a:pt x="19" y="20"/>
                  <a:pt x="30" y="17"/>
                  <a:pt x="30" y="17"/>
                </a:cubicBezTo>
                <a:cubicBezTo>
                  <a:pt x="30" y="17"/>
                  <a:pt x="36" y="15"/>
                  <a:pt x="36" y="15"/>
                </a:cubicBezTo>
                <a:cubicBezTo>
                  <a:pt x="39" y="13"/>
                  <a:pt x="39" y="13"/>
                  <a:pt x="39" y="13"/>
                </a:cubicBezTo>
                <a:cubicBezTo>
                  <a:pt x="39" y="13"/>
                  <a:pt x="40" y="11"/>
                  <a:pt x="39" y="11"/>
                </a:cubicBezTo>
                <a:cubicBezTo>
                  <a:pt x="39" y="11"/>
                  <a:pt x="37" y="11"/>
                  <a:pt x="37" y="11"/>
                </a:cubicBezTo>
                <a:cubicBezTo>
                  <a:pt x="37" y="11"/>
                  <a:pt x="37" y="11"/>
                  <a:pt x="37" y="10"/>
                </a:cubicBezTo>
                <a:cubicBezTo>
                  <a:pt x="37" y="10"/>
                  <a:pt x="37" y="9"/>
                  <a:pt x="38" y="9"/>
                </a:cubicBezTo>
                <a:cubicBezTo>
                  <a:pt x="38" y="9"/>
                  <a:pt x="37" y="7"/>
                  <a:pt x="37" y="7"/>
                </a:cubicBezTo>
                <a:cubicBezTo>
                  <a:pt x="37" y="7"/>
                  <a:pt x="36" y="6"/>
                  <a:pt x="36" y="5"/>
                </a:cubicBezTo>
                <a:cubicBezTo>
                  <a:pt x="36" y="5"/>
                  <a:pt x="36" y="3"/>
                  <a:pt x="36" y="3"/>
                </a:cubicBezTo>
                <a:cubicBezTo>
                  <a:pt x="36" y="2"/>
                  <a:pt x="36" y="1"/>
                  <a:pt x="35" y="0"/>
                </a:cubicBezTo>
                <a:cubicBezTo>
                  <a:pt x="35" y="1"/>
                  <a:pt x="35" y="1"/>
                  <a:pt x="35" y="1"/>
                </a:cubicBezTo>
                <a:cubicBezTo>
                  <a:pt x="18" y="12"/>
                  <a:pt x="18" y="12"/>
                  <a:pt x="18" y="12"/>
                </a:cubicBezTo>
                <a:cubicBezTo>
                  <a:pt x="11" y="10"/>
                  <a:pt x="11" y="10"/>
                  <a:pt x="11" y="10"/>
                </a:cubicBezTo>
                <a:cubicBezTo>
                  <a:pt x="9" y="6"/>
                  <a:pt x="9" y="6"/>
                  <a:pt x="9" y="6"/>
                </a:cubicBezTo>
                <a:cubicBezTo>
                  <a:pt x="7" y="8"/>
                  <a:pt x="7" y="8"/>
                  <a:pt x="7" y="8"/>
                </a:cubicBezTo>
                <a:cubicBezTo>
                  <a:pt x="7" y="9"/>
                  <a:pt x="7" y="9"/>
                  <a:pt x="7" y="9"/>
                </a:cubicBezTo>
                <a:cubicBezTo>
                  <a:pt x="6" y="21"/>
                  <a:pt x="6" y="21"/>
                  <a:pt x="6" y="21"/>
                </a:cubicBezTo>
                <a:cubicBezTo>
                  <a:pt x="0" y="42"/>
                  <a:pt x="0" y="42"/>
                  <a:pt x="0" y="42"/>
                </a:cubicBezTo>
                <a:cubicBezTo>
                  <a:pt x="11" y="44"/>
                  <a:pt x="11" y="44"/>
                  <a:pt x="11" y="44"/>
                </a:cubicBezTo>
                <a:lnTo>
                  <a:pt x="17" y="37"/>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2" name="Freeform 35"/>
          <p:cNvSpPr>
            <a:spLocks/>
          </p:cNvSpPr>
          <p:nvPr/>
        </p:nvSpPr>
        <p:spPr bwMode="auto">
          <a:xfrm>
            <a:off x="9626601" y="4826000"/>
            <a:ext cx="7938" cy="7938"/>
          </a:xfrm>
          <a:custGeom>
            <a:avLst/>
            <a:gdLst>
              <a:gd name="T0" fmla="*/ 0 w 2"/>
              <a:gd name="T1" fmla="*/ 2 h 2"/>
              <a:gd name="T2" fmla="*/ 0 w 2"/>
              <a:gd name="T3" fmla="*/ 2 h 2"/>
              <a:gd name="T4" fmla="*/ 1 w 2"/>
              <a:gd name="T5" fmla="*/ 2 h 2"/>
              <a:gd name="T6" fmla="*/ 2 w 2"/>
              <a:gd name="T7" fmla="*/ 1 h 2"/>
              <a:gd name="T8" fmla="*/ 1 w 2"/>
              <a:gd name="T9" fmla="*/ 0 h 2"/>
              <a:gd name="T10" fmla="*/ 0 w 2"/>
              <a:gd name="T11" fmla="*/ 1 h 2"/>
              <a:gd name="T12" fmla="*/ 0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2"/>
                </a:cubicBezTo>
                <a:cubicBezTo>
                  <a:pt x="0" y="2"/>
                  <a:pt x="1" y="2"/>
                  <a:pt x="1" y="2"/>
                </a:cubicBezTo>
                <a:cubicBezTo>
                  <a:pt x="2" y="2"/>
                  <a:pt x="2" y="1"/>
                  <a:pt x="2" y="1"/>
                </a:cubicBezTo>
                <a:cubicBezTo>
                  <a:pt x="2" y="1"/>
                  <a:pt x="2" y="0"/>
                  <a:pt x="1" y="0"/>
                </a:cubicBezTo>
                <a:cubicBezTo>
                  <a:pt x="1" y="0"/>
                  <a:pt x="0" y="1"/>
                  <a:pt x="0" y="1"/>
                </a:cubicBezTo>
                <a:cubicBezTo>
                  <a:pt x="0" y="1"/>
                  <a:pt x="0" y="1"/>
                  <a:pt x="0" y="2"/>
                </a:cubicBezTo>
                <a:cubicBezTo>
                  <a:pt x="0" y="2"/>
                  <a:pt x="0" y="2"/>
                  <a:pt x="0" y="2"/>
                </a:cubicBezTo>
                <a:cubicBezTo>
                  <a:pt x="0" y="2"/>
                  <a:pt x="0" y="2"/>
                  <a:pt x="0" y="2"/>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3" name="Freeform 36"/>
          <p:cNvSpPr>
            <a:spLocks/>
          </p:cNvSpPr>
          <p:nvPr/>
        </p:nvSpPr>
        <p:spPr bwMode="auto">
          <a:xfrm>
            <a:off x="9621838" y="4845050"/>
            <a:ext cx="4763" cy="4763"/>
          </a:xfrm>
          <a:custGeom>
            <a:avLst/>
            <a:gdLst>
              <a:gd name="T0" fmla="*/ 1 w 1"/>
              <a:gd name="T1" fmla="*/ 1 h 1"/>
              <a:gd name="T2" fmla="*/ 1 w 1"/>
              <a:gd name="T3" fmla="*/ 1 h 1"/>
              <a:gd name="T4" fmla="*/ 1 w 1"/>
              <a:gd name="T5" fmla="*/ 1 h 1"/>
              <a:gd name="T6" fmla="*/ 1 w 1"/>
              <a:gd name="T7" fmla="*/ 0 h 1"/>
              <a:gd name="T8" fmla="*/ 1 w 1"/>
              <a:gd name="T9" fmla="*/ 0 h 1"/>
              <a:gd name="T10" fmla="*/ 1 w 1"/>
              <a:gd name="T11" fmla="*/ 0 h 1"/>
              <a:gd name="T12" fmla="*/ 0 w 1"/>
              <a:gd name="T13" fmla="*/ 0 h 1"/>
              <a:gd name="T14" fmla="*/ 0 w 1"/>
              <a:gd name="T15" fmla="*/ 1 h 1"/>
              <a:gd name="T16" fmla="*/ 0 w 1"/>
              <a:gd name="T17" fmla="*/ 1 h 1"/>
              <a:gd name="T18" fmla="*/ 1 w 1"/>
              <a:gd name="T19" fmla="*/ 1 h 1"/>
              <a:gd name="T20" fmla="*/ 1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1"/>
                </a:moveTo>
                <a:cubicBezTo>
                  <a:pt x="1" y="1"/>
                  <a:pt x="1" y="1"/>
                  <a:pt x="1" y="1"/>
                </a:cubicBezTo>
                <a:cubicBezTo>
                  <a:pt x="1" y="1"/>
                  <a:pt x="1" y="1"/>
                  <a:pt x="1" y="1"/>
                </a:cubicBezTo>
                <a:cubicBezTo>
                  <a:pt x="1" y="1"/>
                  <a:pt x="1" y="1"/>
                  <a:pt x="1" y="0"/>
                </a:cubicBezTo>
                <a:cubicBezTo>
                  <a:pt x="1" y="0"/>
                  <a:pt x="1" y="0"/>
                  <a:pt x="1" y="0"/>
                </a:cubicBezTo>
                <a:cubicBezTo>
                  <a:pt x="1" y="0"/>
                  <a:pt x="1" y="0"/>
                  <a:pt x="1" y="0"/>
                </a:cubicBezTo>
                <a:cubicBezTo>
                  <a:pt x="1" y="0"/>
                  <a:pt x="0" y="0"/>
                  <a:pt x="0" y="0"/>
                </a:cubicBezTo>
                <a:cubicBezTo>
                  <a:pt x="0" y="0"/>
                  <a:pt x="0" y="1"/>
                  <a:pt x="0" y="1"/>
                </a:cubicBezTo>
                <a:cubicBezTo>
                  <a:pt x="0" y="1"/>
                  <a:pt x="0" y="1"/>
                  <a:pt x="0" y="1"/>
                </a:cubicBezTo>
                <a:cubicBezTo>
                  <a:pt x="0" y="1"/>
                  <a:pt x="0" y="1"/>
                  <a:pt x="1" y="1"/>
                </a:cubicBezTo>
                <a:cubicBezTo>
                  <a:pt x="1" y="1"/>
                  <a:pt x="1" y="1"/>
                  <a:pt x="1" y="1"/>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4" name="Freeform 37"/>
          <p:cNvSpPr>
            <a:spLocks/>
          </p:cNvSpPr>
          <p:nvPr/>
        </p:nvSpPr>
        <p:spPr bwMode="auto">
          <a:xfrm>
            <a:off x="9421813" y="5259388"/>
            <a:ext cx="7938" cy="4763"/>
          </a:xfrm>
          <a:custGeom>
            <a:avLst/>
            <a:gdLst>
              <a:gd name="T0" fmla="*/ 1 w 2"/>
              <a:gd name="T1" fmla="*/ 1 h 1"/>
              <a:gd name="T2" fmla="*/ 2 w 2"/>
              <a:gd name="T3" fmla="*/ 1 h 1"/>
              <a:gd name="T4" fmla="*/ 2 w 2"/>
              <a:gd name="T5" fmla="*/ 1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2" y="1"/>
                </a:cubicBezTo>
                <a:cubicBezTo>
                  <a:pt x="2" y="1"/>
                  <a:pt x="2" y="1"/>
                  <a:pt x="2" y="1"/>
                </a:cubicBezTo>
                <a:cubicBezTo>
                  <a:pt x="1" y="0"/>
                  <a:pt x="1" y="0"/>
                  <a:pt x="1" y="0"/>
                </a:cubicBezTo>
                <a:cubicBezTo>
                  <a:pt x="1" y="0"/>
                  <a:pt x="1" y="1"/>
                  <a:pt x="0" y="1"/>
                </a:cubicBezTo>
                <a:cubicBezTo>
                  <a:pt x="0" y="1"/>
                  <a:pt x="0" y="1"/>
                  <a:pt x="0" y="1"/>
                </a:cubicBezTo>
                <a:cubicBezTo>
                  <a:pt x="1" y="1"/>
                  <a:pt x="1" y="1"/>
                  <a:pt x="1" y="1"/>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5" name="Freeform 38"/>
          <p:cNvSpPr>
            <a:spLocks noEditPoints="1"/>
          </p:cNvSpPr>
          <p:nvPr/>
        </p:nvSpPr>
        <p:spPr bwMode="auto">
          <a:xfrm>
            <a:off x="9559926" y="4308475"/>
            <a:ext cx="668338" cy="836613"/>
          </a:xfrm>
          <a:custGeom>
            <a:avLst/>
            <a:gdLst>
              <a:gd name="T0" fmla="*/ 2 w 163"/>
              <a:gd name="T1" fmla="*/ 201 h 204"/>
              <a:gd name="T2" fmla="*/ 1 w 163"/>
              <a:gd name="T3" fmla="*/ 203 h 204"/>
              <a:gd name="T4" fmla="*/ 0 w 163"/>
              <a:gd name="T5" fmla="*/ 202 h 204"/>
              <a:gd name="T6" fmla="*/ 2 w 163"/>
              <a:gd name="T7" fmla="*/ 200 h 204"/>
              <a:gd name="T8" fmla="*/ 3 w 163"/>
              <a:gd name="T9" fmla="*/ 199 h 204"/>
              <a:gd name="T10" fmla="*/ 5 w 163"/>
              <a:gd name="T11" fmla="*/ 199 h 204"/>
              <a:gd name="T12" fmla="*/ 10 w 163"/>
              <a:gd name="T13" fmla="*/ 192 h 204"/>
              <a:gd name="T14" fmla="*/ 16 w 163"/>
              <a:gd name="T15" fmla="*/ 186 h 204"/>
              <a:gd name="T16" fmla="*/ 16 w 163"/>
              <a:gd name="T17" fmla="*/ 186 h 204"/>
              <a:gd name="T18" fmla="*/ 17 w 163"/>
              <a:gd name="T19" fmla="*/ 185 h 204"/>
              <a:gd name="T20" fmla="*/ 16 w 163"/>
              <a:gd name="T21" fmla="*/ 186 h 204"/>
              <a:gd name="T22" fmla="*/ 15 w 163"/>
              <a:gd name="T23" fmla="*/ 184 h 204"/>
              <a:gd name="T24" fmla="*/ 19 w 163"/>
              <a:gd name="T25" fmla="*/ 184 h 204"/>
              <a:gd name="T26" fmla="*/ 2 w 163"/>
              <a:gd name="T27" fmla="*/ 201 h 204"/>
              <a:gd name="T28" fmla="*/ 2 w 163"/>
              <a:gd name="T29" fmla="*/ 202 h 204"/>
              <a:gd name="T30" fmla="*/ 40 w 163"/>
              <a:gd name="T31" fmla="*/ 137 h 204"/>
              <a:gd name="T32" fmla="*/ 64 w 163"/>
              <a:gd name="T33" fmla="*/ 132 h 204"/>
              <a:gd name="T34" fmla="*/ 52 w 163"/>
              <a:gd name="T35" fmla="*/ 135 h 204"/>
              <a:gd name="T36" fmla="*/ 45 w 163"/>
              <a:gd name="T37" fmla="*/ 142 h 204"/>
              <a:gd name="T38" fmla="*/ 50 w 163"/>
              <a:gd name="T39" fmla="*/ 146 h 204"/>
              <a:gd name="T40" fmla="*/ 64 w 163"/>
              <a:gd name="T41" fmla="*/ 136 h 204"/>
              <a:gd name="T42" fmla="*/ 38 w 163"/>
              <a:gd name="T43" fmla="*/ 142 h 204"/>
              <a:gd name="T44" fmla="*/ 28 w 163"/>
              <a:gd name="T45" fmla="*/ 136 h 204"/>
              <a:gd name="T46" fmla="*/ 20 w 163"/>
              <a:gd name="T47" fmla="*/ 143 h 204"/>
              <a:gd name="T48" fmla="*/ 21 w 163"/>
              <a:gd name="T49" fmla="*/ 148 h 204"/>
              <a:gd name="T50" fmla="*/ 26 w 163"/>
              <a:gd name="T51" fmla="*/ 145 h 204"/>
              <a:gd name="T52" fmla="*/ 24 w 163"/>
              <a:gd name="T53" fmla="*/ 158 h 204"/>
              <a:gd name="T54" fmla="*/ 30 w 163"/>
              <a:gd name="T55" fmla="*/ 163 h 204"/>
              <a:gd name="T56" fmla="*/ 40 w 163"/>
              <a:gd name="T57" fmla="*/ 147 h 204"/>
              <a:gd name="T58" fmla="*/ 15 w 163"/>
              <a:gd name="T59" fmla="*/ 145 h 204"/>
              <a:gd name="T60" fmla="*/ 12 w 163"/>
              <a:gd name="T61" fmla="*/ 149 h 204"/>
              <a:gd name="T62" fmla="*/ 14 w 163"/>
              <a:gd name="T63" fmla="*/ 142 h 204"/>
              <a:gd name="T64" fmla="*/ 25 w 163"/>
              <a:gd name="T65" fmla="*/ 153 h 204"/>
              <a:gd name="T66" fmla="*/ 32 w 163"/>
              <a:gd name="T67" fmla="*/ 171 h 204"/>
              <a:gd name="T68" fmla="*/ 61 w 163"/>
              <a:gd name="T69" fmla="*/ 129 h 204"/>
              <a:gd name="T70" fmla="*/ 128 w 163"/>
              <a:gd name="T71" fmla="*/ 64 h 204"/>
              <a:gd name="T72" fmla="*/ 120 w 163"/>
              <a:gd name="T73" fmla="*/ 56 h 204"/>
              <a:gd name="T74" fmla="*/ 113 w 163"/>
              <a:gd name="T75" fmla="*/ 71 h 204"/>
              <a:gd name="T76" fmla="*/ 99 w 163"/>
              <a:gd name="T77" fmla="*/ 97 h 204"/>
              <a:gd name="T78" fmla="*/ 88 w 163"/>
              <a:gd name="T79" fmla="*/ 96 h 204"/>
              <a:gd name="T80" fmla="*/ 74 w 163"/>
              <a:gd name="T81" fmla="*/ 117 h 204"/>
              <a:gd name="T82" fmla="*/ 64 w 163"/>
              <a:gd name="T83" fmla="*/ 116 h 204"/>
              <a:gd name="T84" fmla="*/ 42 w 163"/>
              <a:gd name="T85" fmla="*/ 124 h 204"/>
              <a:gd name="T86" fmla="*/ 32 w 163"/>
              <a:gd name="T87" fmla="*/ 134 h 204"/>
              <a:gd name="T88" fmla="*/ 45 w 163"/>
              <a:gd name="T89" fmla="*/ 131 h 204"/>
              <a:gd name="T90" fmla="*/ 52 w 163"/>
              <a:gd name="T91" fmla="*/ 130 h 204"/>
              <a:gd name="T92" fmla="*/ 60 w 163"/>
              <a:gd name="T93" fmla="*/ 126 h 204"/>
              <a:gd name="T94" fmla="*/ 69 w 163"/>
              <a:gd name="T95" fmla="*/ 131 h 204"/>
              <a:gd name="T96" fmla="*/ 76 w 163"/>
              <a:gd name="T97" fmla="*/ 137 h 204"/>
              <a:gd name="T98" fmla="*/ 82 w 163"/>
              <a:gd name="T99" fmla="*/ 124 h 204"/>
              <a:gd name="T100" fmla="*/ 89 w 163"/>
              <a:gd name="T101" fmla="*/ 127 h 204"/>
              <a:gd name="T102" fmla="*/ 104 w 163"/>
              <a:gd name="T103" fmla="*/ 124 h 204"/>
              <a:gd name="T104" fmla="*/ 110 w 163"/>
              <a:gd name="T105" fmla="*/ 122 h 204"/>
              <a:gd name="T106" fmla="*/ 119 w 163"/>
              <a:gd name="T107" fmla="*/ 104 h 204"/>
              <a:gd name="T108" fmla="*/ 125 w 163"/>
              <a:gd name="T109" fmla="*/ 85 h 204"/>
              <a:gd name="T110" fmla="*/ 129 w 163"/>
              <a:gd name="T111" fmla="*/ 76 h 204"/>
              <a:gd name="T112" fmla="*/ 68 w 163"/>
              <a:gd name="T113" fmla="*/ 128 h 204"/>
              <a:gd name="T114" fmla="*/ 160 w 163"/>
              <a:gd name="T115" fmla="*/ 29 h 204"/>
              <a:gd name="T116" fmla="*/ 138 w 163"/>
              <a:gd name="T117" fmla="*/ 12 h 204"/>
              <a:gd name="T118" fmla="*/ 116 w 163"/>
              <a:gd name="T119" fmla="*/ 27 h 204"/>
              <a:gd name="T120" fmla="*/ 118 w 163"/>
              <a:gd name="T121" fmla="*/ 47 h 204"/>
              <a:gd name="T122" fmla="*/ 132 w 163"/>
              <a:gd name="T123" fmla="*/ 39 h 204"/>
              <a:gd name="T124" fmla="*/ 157 w 163"/>
              <a:gd name="T125" fmla="*/ 3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 h="204">
                <a:moveTo>
                  <a:pt x="13" y="189"/>
                </a:moveTo>
                <a:cubicBezTo>
                  <a:pt x="13" y="189"/>
                  <a:pt x="13" y="190"/>
                  <a:pt x="13" y="190"/>
                </a:cubicBezTo>
                <a:cubicBezTo>
                  <a:pt x="13" y="190"/>
                  <a:pt x="13" y="190"/>
                  <a:pt x="13" y="190"/>
                </a:cubicBezTo>
                <a:cubicBezTo>
                  <a:pt x="13" y="190"/>
                  <a:pt x="13" y="190"/>
                  <a:pt x="13" y="190"/>
                </a:cubicBezTo>
                <a:cubicBezTo>
                  <a:pt x="13" y="190"/>
                  <a:pt x="13" y="190"/>
                  <a:pt x="13" y="190"/>
                </a:cubicBezTo>
                <a:cubicBezTo>
                  <a:pt x="13" y="190"/>
                  <a:pt x="13" y="190"/>
                  <a:pt x="13" y="190"/>
                </a:cubicBezTo>
                <a:cubicBezTo>
                  <a:pt x="13" y="190"/>
                  <a:pt x="12" y="190"/>
                  <a:pt x="12" y="190"/>
                </a:cubicBezTo>
                <a:cubicBezTo>
                  <a:pt x="12" y="190"/>
                  <a:pt x="12" y="190"/>
                  <a:pt x="12" y="190"/>
                </a:cubicBezTo>
                <a:cubicBezTo>
                  <a:pt x="12" y="190"/>
                  <a:pt x="12" y="190"/>
                  <a:pt x="12" y="190"/>
                </a:cubicBezTo>
                <a:cubicBezTo>
                  <a:pt x="12" y="190"/>
                  <a:pt x="12" y="190"/>
                  <a:pt x="12" y="190"/>
                </a:cubicBezTo>
                <a:cubicBezTo>
                  <a:pt x="12" y="190"/>
                  <a:pt x="12" y="190"/>
                  <a:pt x="12" y="190"/>
                </a:cubicBezTo>
                <a:cubicBezTo>
                  <a:pt x="12" y="190"/>
                  <a:pt x="12" y="189"/>
                  <a:pt x="12" y="189"/>
                </a:cubicBezTo>
                <a:cubicBezTo>
                  <a:pt x="12" y="189"/>
                  <a:pt x="12" y="189"/>
                  <a:pt x="12" y="189"/>
                </a:cubicBezTo>
                <a:cubicBezTo>
                  <a:pt x="12" y="189"/>
                  <a:pt x="12" y="189"/>
                  <a:pt x="12" y="189"/>
                </a:cubicBezTo>
                <a:cubicBezTo>
                  <a:pt x="12" y="189"/>
                  <a:pt x="12" y="189"/>
                  <a:pt x="12" y="189"/>
                </a:cubicBezTo>
                <a:cubicBezTo>
                  <a:pt x="12" y="189"/>
                  <a:pt x="12" y="189"/>
                  <a:pt x="12" y="189"/>
                </a:cubicBezTo>
                <a:cubicBezTo>
                  <a:pt x="12" y="189"/>
                  <a:pt x="12" y="189"/>
                  <a:pt x="12" y="189"/>
                </a:cubicBezTo>
                <a:cubicBezTo>
                  <a:pt x="12" y="188"/>
                  <a:pt x="12" y="188"/>
                  <a:pt x="12" y="188"/>
                </a:cubicBezTo>
                <a:cubicBezTo>
                  <a:pt x="12" y="188"/>
                  <a:pt x="12" y="188"/>
                  <a:pt x="12" y="188"/>
                </a:cubicBezTo>
                <a:cubicBezTo>
                  <a:pt x="12" y="188"/>
                  <a:pt x="12" y="188"/>
                  <a:pt x="12" y="188"/>
                </a:cubicBezTo>
                <a:cubicBezTo>
                  <a:pt x="12" y="188"/>
                  <a:pt x="13" y="188"/>
                  <a:pt x="13" y="188"/>
                </a:cubicBezTo>
                <a:cubicBezTo>
                  <a:pt x="13" y="188"/>
                  <a:pt x="13" y="188"/>
                  <a:pt x="13" y="188"/>
                </a:cubicBezTo>
                <a:cubicBezTo>
                  <a:pt x="13" y="188"/>
                  <a:pt x="13" y="188"/>
                  <a:pt x="13" y="188"/>
                </a:cubicBezTo>
                <a:cubicBezTo>
                  <a:pt x="13" y="188"/>
                  <a:pt x="13" y="188"/>
                  <a:pt x="13" y="188"/>
                </a:cubicBezTo>
                <a:cubicBezTo>
                  <a:pt x="13" y="188"/>
                  <a:pt x="13" y="188"/>
                  <a:pt x="13" y="188"/>
                </a:cubicBezTo>
                <a:cubicBezTo>
                  <a:pt x="13" y="188"/>
                  <a:pt x="13" y="188"/>
                  <a:pt x="13" y="189"/>
                </a:cubicBezTo>
                <a:cubicBezTo>
                  <a:pt x="13" y="189"/>
                  <a:pt x="13" y="189"/>
                  <a:pt x="13" y="189"/>
                </a:cubicBezTo>
                <a:cubicBezTo>
                  <a:pt x="13" y="189"/>
                  <a:pt x="13" y="189"/>
                  <a:pt x="13" y="189"/>
                </a:cubicBezTo>
                <a:cubicBezTo>
                  <a:pt x="13" y="189"/>
                  <a:pt x="13" y="189"/>
                  <a:pt x="13" y="189"/>
                </a:cubicBezTo>
                <a:cubicBezTo>
                  <a:pt x="13" y="189"/>
                  <a:pt x="13" y="189"/>
                  <a:pt x="13" y="189"/>
                </a:cubicBezTo>
                <a:cubicBezTo>
                  <a:pt x="13" y="189"/>
                  <a:pt x="13" y="189"/>
                  <a:pt x="13" y="189"/>
                </a:cubicBezTo>
                <a:close/>
                <a:moveTo>
                  <a:pt x="2" y="200"/>
                </a:moveTo>
                <a:cubicBezTo>
                  <a:pt x="2" y="200"/>
                  <a:pt x="2" y="200"/>
                  <a:pt x="2" y="200"/>
                </a:cubicBezTo>
                <a:cubicBezTo>
                  <a:pt x="2" y="201"/>
                  <a:pt x="2" y="201"/>
                  <a:pt x="2" y="201"/>
                </a:cubicBezTo>
                <a:cubicBezTo>
                  <a:pt x="1" y="201"/>
                  <a:pt x="1" y="201"/>
                  <a:pt x="1" y="201"/>
                </a:cubicBezTo>
                <a:cubicBezTo>
                  <a:pt x="1" y="201"/>
                  <a:pt x="2" y="201"/>
                  <a:pt x="2" y="201"/>
                </a:cubicBezTo>
                <a:cubicBezTo>
                  <a:pt x="2" y="201"/>
                  <a:pt x="2" y="201"/>
                  <a:pt x="2" y="201"/>
                </a:cubicBezTo>
                <a:cubicBezTo>
                  <a:pt x="2" y="201"/>
                  <a:pt x="2" y="201"/>
                  <a:pt x="2" y="201"/>
                </a:cubicBezTo>
                <a:cubicBezTo>
                  <a:pt x="2" y="201"/>
                  <a:pt x="2" y="201"/>
                  <a:pt x="2" y="201"/>
                </a:cubicBezTo>
                <a:cubicBezTo>
                  <a:pt x="2" y="201"/>
                  <a:pt x="2" y="201"/>
                  <a:pt x="2" y="202"/>
                </a:cubicBezTo>
                <a:cubicBezTo>
                  <a:pt x="2" y="202"/>
                  <a:pt x="2" y="202"/>
                  <a:pt x="2" y="202"/>
                </a:cubicBezTo>
                <a:cubicBezTo>
                  <a:pt x="2" y="202"/>
                  <a:pt x="2" y="202"/>
                  <a:pt x="2" y="202"/>
                </a:cubicBezTo>
                <a:cubicBezTo>
                  <a:pt x="2" y="202"/>
                  <a:pt x="2" y="202"/>
                  <a:pt x="2" y="202"/>
                </a:cubicBezTo>
                <a:cubicBezTo>
                  <a:pt x="2" y="202"/>
                  <a:pt x="2" y="202"/>
                  <a:pt x="2" y="202"/>
                </a:cubicBezTo>
                <a:cubicBezTo>
                  <a:pt x="2" y="202"/>
                  <a:pt x="2" y="202"/>
                  <a:pt x="2" y="202"/>
                </a:cubicBezTo>
                <a:cubicBezTo>
                  <a:pt x="2" y="202"/>
                  <a:pt x="2" y="202"/>
                  <a:pt x="2" y="202"/>
                </a:cubicBezTo>
                <a:cubicBezTo>
                  <a:pt x="2" y="202"/>
                  <a:pt x="2" y="202"/>
                  <a:pt x="2" y="202"/>
                </a:cubicBezTo>
                <a:cubicBezTo>
                  <a:pt x="2" y="202"/>
                  <a:pt x="2" y="202"/>
                  <a:pt x="2" y="201"/>
                </a:cubicBezTo>
                <a:cubicBezTo>
                  <a:pt x="2" y="201"/>
                  <a:pt x="2" y="201"/>
                  <a:pt x="2" y="201"/>
                </a:cubicBezTo>
                <a:cubicBezTo>
                  <a:pt x="2" y="201"/>
                  <a:pt x="1" y="202"/>
                  <a:pt x="1" y="201"/>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2"/>
                  <a:pt x="1" y="202"/>
                  <a:pt x="1" y="202"/>
                </a:cubicBezTo>
                <a:cubicBezTo>
                  <a:pt x="1" y="203"/>
                  <a:pt x="1" y="203"/>
                  <a:pt x="1" y="203"/>
                </a:cubicBezTo>
                <a:cubicBezTo>
                  <a:pt x="1" y="203"/>
                  <a:pt x="1" y="203"/>
                  <a:pt x="1" y="203"/>
                </a:cubicBezTo>
                <a:cubicBezTo>
                  <a:pt x="1" y="203"/>
                  <a:pt x="1" y="203"/>
                  <a:pt x="1" y="203"/>
                </a:cubicBezTo>
                <a:cubicBezTo>
                  <a:pt x="1" y="203"/>
                  <a:pt x="1" y="203"/>
                  <a:pt x="1" y="203"/>
                </a:cubicBezTo>
                <a:cubicBezTo>
                  <a:pt x="1" y="203"/>
                  <a:pt x="1" y="203"/>
                  <a:pt x="1" y="203"/>
                </a:cubicBezTo>
                <a:cubicBezTo>
                  <a:pt x="1" y="203"/>
                  <a:pt x="1" y="203"/>
                  <a:pt x="1" y="203"/>
                </a:cubicBezTo>
                <a:cubicBezTo>
                  <a:pt x="1" y="203"/>
                  <a:pt x="1" y="203"/>
                  <a:pt x="1" y="203"/>
                </a:cubicBezTo>
                <a:cubicBezTo>
                  <a:pt x="1" y="203"/>
                  <a:pt x="1" y="203"/>
                  <a:pt x="1" y="203"/>
                </a:cubicBezTo>
                <a:cubicBezTo>
                  <a:pt x="1" y="203"/>
                  <a:pt x="1" y="203"/>
                  <a:pt x="1" y="203"/>
                </a:cubicBezTo>
                <a:cubicBezTo>
                  <a:pt x="1" y="203"/>
                  <a:pt x="1" y="203"/>
                  <a:pt x="1" y="203"/>
                </a:cubicBezTo>
                <a:cubicBezTo>
                  <a:pt x="1" y="203"/>
                  <a:pt x="0" y="203"/>
                  <a:pt x="0" y="203"/>
                </a:cubicBezTo>
                <a:cubicBezTo>
                  <a:pt x="0" y="203"/>
                  <a:pt x="0" y="203"/>
                  <a:pt x="0" y="203"/>
                </a:cubicBezTo>
                <a:cubicBezTo>
                  <a:pt x="0" y="203"/>
                  <a:pt x="0" y="203"/>
                  <a:pt x="0" y="203"/>
                </a:cubicBezTo>
                <a:cubicBezTo>
                  <a:pt x="0" y="203"/>
                  <a:pt x="0" y="203"/>
                  <a:pt x="0" y="203"/>
                </a:cubicBezTo>
                <a:cubicBezTo>
                  <a:pt x="0" y="203"/>
                  <a:pt x="0" y="203"/>
                  <a:pt x="0" y="204"/>
                </a:cubicBezTo>
                <a:cubicBezTo>
                  <a:pt x="0" y="204"/>
                  <a:pt x="0" y="204"/>
                  <a:pt x="0" y="204"/>
                </a:cubicBezTo>
                <a:cubicBezTo>
                  <a:pt x="0" y="204"/>
                  <a:pt x="0" y="204"/>
                  <a:pt x="0" y="204"/>
                </a:cubicBezTo>
                <a:cubicBezTo>
                  <a:pt x="0" y="204"/>
                  <a:pt x="0" y="204"/>
                  <a:pt x="0" y="204"/>
                </a:cubicBezTo>
                <a:cubicBezTo>
                  <a:pt x="0" y="204"/>
                  <a:pt x="0" y="204"/>
                  <a:pt x="0" y="204"/>
                </a:cubicBezTo>
                <a:cubicBezTo>
                  <a:pt x="0" y="204"/>
                  <a:pt x="0" y="204"/>
                  <a:pt x="0" y="204"/>
                </a:cubicBezTo>
                <a:cubicBezTo>
                  <a:pt x="0" y="204"/>
                  <a:pt x="0" y="204"/>
                  <a:pt x="0" y="204"/>
                </a:cubicBezTo>
                <a:cubicBezTo>
                  <a:pt x="0" y="204"/>
                  <a:pt x="0" y="204"/>
                  <a:pt x="0" y="204"/>
                </a:cubicBezTo>
                <a:cubicBezTo>
                  <a:pt x="0" y="204"/>
                  <a:pt x="0" y="204"/>
                  <a:pt x="0" y="204"/>
                </a:cubicBezTo>
                <a:cubicBezTo>
                  <a:pt x="0" y="204"/>
                  <a:pt x="0" y="203"/>
                  <a:pt x="0" y="203"/>
                </a:cubicBezTo>
                <a:cubicBezTo>
                  <a:pt x="0" y="203"/>
                  <a:pt x="0" y="203"/>
                  <a:pt x="0" y="203"/>
                </a:cubicBezTo>
                <a:cubicBezTo>
                  <a:pt x="0" y="203"/>
                  <a:pt x="0" y="203"/>
                  <a:pt x="0" y="203"/>
                </a:cubicBezTo>
                <a:cubicBezTo>
                  <a:pt x="0" y="203"/>
                  <a:pt x="0" y="203"/>
                  <a:pt x="0" y="203"/>
                </a:cubicBezTo>
                <a:cubicBezTo>
                  <a:pt x="0" y="203"/>
                  <a:pt x="0" y="203"/>
                  <a:pt x="0" y="203"/>
                </a:cubicBezTo>
                <a:cubicBezTo>
                  <a:pt x="0" y="203"/>
                  <a:pt x="0" y="203"/>
                  <a:pt x="0" y="203"/>
                </a:cubicBezTo>
                <a:cubicBezTo>
                  <a:pt x="0" y="203"/>
                  <a:pt x="0" y="203"/>
                  <a:pt x="0" y="203"/>
                </a:cubicBezTo>
                <a:cubicBezTo>
                  <a:pt x="0" y="203"/>
                  <a:pt x="0" y="203"/>
                  <a:pt x="0" y="203"/>
                </a:cubicBezTo>
                <a:cubicBezTo>
                  <a:pt x="0" y="203"/>
                  <a:pt x="0" y="203"/>
                  <a:pt x="0" y="203"/>
                </a:cubicBezTo>
                <a:cubicBezTo>
                  <a:pt x="0" y="203"/>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0" y="202"/>
                  <a:pt x="0" y="202"/>
                </a:cubicBezTo>
                <a:cubicBezTo>
                  <a:pt x="0" y="202"/>
                  <a:pt x="1" y="202"/>
                  <a:pt x="1" y="202"/>
                </a:cubicBezTo>
                <a:cubicBezTo>
                  <a:pt x="1" y="202"/>
                  <a:pt x="1" y="202"/>
                  <a:pt x="1" y="202"/>
                </a:cubicBezTo>
                <a:cubicBezTo>
                  <a:pt x="1" y="201"/>
                  <a:pt x="1" y="201"/>
                  <a:pt x="1" y="201"/>
                </a:cubicBezTo>
                <a:cubicBezTo>
                  <a:pt x="1" y="201"/>
                  <a:pt x="1" y="201"/>
                  <a:pt x="1" y="201"/>
                </a:cubicBezTo>
                <a:cubicBezTo>
                  <a:pt x="1" y="201"/>
                  <a:pt x="1" y="201"/>
                  <a:pt x="1" y="201"/>
                </a:cubicBezTo>
                <a:cubicBezTo>
                  <a:pt x="0" y="201"/>
                  <a:pt x="0" y="201"/>
                  <a:pt x="1" y="200"/>
                </a:cubicBezTo>
                <a:cubicBezTo>
                  <a:pt x="1" y="200"/>
                  <a:pt x="1" y="200"/>
                  <a:pt x="1" y="200"/>
                </a:cubicBezTo>
                <a:cubicBezTo>
                  <a:pt x="1" y="200"/>
                  <a:pt x="1" y="200"/>
                  <a:pt x="1" y="200"/>
                </a:cubicBezTo>
                <a:cubicBezTo>
                  <a:pt x="1" y="201"/>
                  <a:pt x="1" y="201"/>
                  <a:pt x="1" y="200"/>
                </a:cubicBezTo>
                <a:cubicBezTo>
                  <a:pt x="1" y="200"/>
                  <a:pt x="1" y="200"/>
                  <a:pt x="1" y="200"/>
                </a:cubicBezTo>
                <a:cubicBezTo>
                  <a:pt x="1" y="200"/>
                  <a:pt x="1" y="200"/>
                  <a:pt x="1" y="200"/>
                </a:cubicBezTo>
                <a:cubicBezTo>
                  <a:pt x="1" y="200"/>
                  <a:pt x="1" y="200"/>
                  <a:pt x="1" y="200"/>
                </a:cubicBezTo>
                <a:cubicBezTo>
                  <a:pt x="1" y="200"/>
                  <a:pt x="1" y="200"/>
                  <a:pt x="1" y="200"/>
                </a:cubicBezTo>
                <a:cubicBezTo>
                  <a:pt x="1" y="200"/>
                  <a:pt x="1" y="200"/>
                  <a:pt x="1" y="200"/>
                </a:cubicBezTo>
                <a:cubicBezTo>
                  <a:pt x="1" y="200"/>
                  <a:pt x="1" y="200"/>
                  <a:pt x="1"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2" y="200"/>
                  <a:pt x="2" y="200"/>
                </a:cubicBezTo>
                <a:cubicBezTo>
                  <a:pt x="2" y="200"/>
                  <a:pt x="3" y="200"/>
                  <a:pt x="3" y="200"/>
                </a:cubicBezTo>
                <a:cubicBezTo>
                  <a:pt x="3" y="200"/>
                  <a:pt x="3" y="200"/>
                  <a:pt x="3" y="200"/>
                </a:cubicBezTo>
                <a:cubicBezTo>
                  <a:pt x="3" y="200"/>
                  <a:pt x="3" y="200"/>
                  <a:pt x="3" y="200"/>
                </a:cubicBezTo>
                <a:cubicBezTo>
                  <a:pt x="3" y="199"/>
                  <a:pt x="3" y="199"/>
                  <a:pt x="3" y="199"/>
                </a:cubicBezTo>
                <a:cubicBezTo>
                  <a:pt x="3" y="199"/>
                  <a:pt x="3" y="199"/>
                  <a:pt x="3" y="199"/>
                </a:cubicBezTo>
                <a:cubicBezTo>
                  <a:pt x="3" y="199"/>
                  <a:pt x="3" y="199"/>
                  <a:pt x="2" y="199"/>
                </a:cubicBezTo>
                <a:cubicBezTo>
                  <a:pt x="2" y="199"/>
                  <a:pt x="2" y="199"/>
                  <a:pt x="2" y="199"/>
                </a:cubicBezTo>
                <a:cubicBezTo>
                  <a:pt x="2" y="199"/>
                  <a:pt x="2" y="199"/>
                  <a:pt x="2" y="199"/>
                </a:cubicBezTo>
                <a:cubicBezTo>
                  <a:pt x="2" y="199"/>
                  <a:pt x="2" y="199"/>
                  <a:pt x="2" y="199"/>
                </a:cubicBezTo>
                <a:cubicBezTo>
                  <a:pt x="2" y="199"/>
                  <a:pt x="2" y="199"/>
                  <a:pt x="2" y="199"/>
                </a:cubicBezTo>
                <a:cubicBezTo>
                  <a:pt x="2" y="199"/>
                  <a:pt x="2" y="199"/>
                  <a:pt x="2" y="199"/>
                </a:cubicBezTo>
                <a:cubicBezTo>
                  <a:pt x="2" y="199"/>
                  <a:pt x="2" y="199"/>
                  <a:pt x="2" y="199"/>
                </a:cubicBezTo>
                <a:cubicBezTo>
                  <a:pt x="2" y="199"/>
                  <a:pt x="2" y="199"/>
                  <a:pt x="2" y="199"/>
                </a:cubicBezTo>
                <a:cubicBezTo>
                  <a:pt x="2" y="199"/>
                  <a:pt x="2" y="199"/>
                  <a:pt x="2" y="198"/>
                </a:cubicBezTo>
                <a:cubicBezTo>
                  <a:pt x="2" y="198"/>
                  <a:pt x="2" y="198"/>
                  <a:pt x="2" y="198"/>
                </a:cubicBezTo>
                <a:cubicBezTo>
                  <a:pt x="2" y="198"/>
                  <a:pt x="2" y="198"/>
                  <a:pt x="2" y="198"/>
                </a:cubicBezTo>
                <a:cubicBezTo>
                  <a:pt x="2" y="198"/>
                  <a:pt x="2" y="198"/>
                  <a:pt x="2" y="198"/>
                </a:cubicBezTo>
                <a:cubicBezTo>
                  <a:pt x="2" y="198"/>
                  <a:pt x="2" y="198"/>
                  <a:pt x="2" y="198"/>
                </a:cubicBezTo>
                <a:cubicBezTo>
                  <a:pt x="2" y="198"/>
                  <a:pt x="2" y="198"/>
                  <a:pt x="2" y="198"/>
                </a:cubicBezTo>
                <a:cubicBezTo>
                  <a:pt x="2" y="198"/>
                  <a:pt x="2" y="198"/>
                  <a:pt x="2" y="198"/>
                </a:cubicBezTo>
                <a:cubicBezTo>
                  <a:pt x="2" y="198"/>
                  <a:pt x="3" y="198"/>
                  <a:pt x="3" y="198"/>
                </a:cubicBezTo>
                <a:cubicBezTo>
                  <a:pt x="3" y="198"/>
                  <a:pt x="3" y="198"/>
                  <a:pt x="3" y="198"/>
                </a:cubicBezTo>
                <a:cubicBezTo>
                  <a:pt x="3" y="198"/>
                  <a:pt x="3" y="198"/>
                  <a:pt x="3" y="198"/>
                </a:cubicBezTo>
                <a:cubicBezTo>
                  <a:pt x="3" y="198"/>
                  <a:pt x="3" y="198"/>
                  <a:pt x="3" y="198"/>
                </a:cubicBezTo>
                <a:cubicBezTo>
                  <a:pt x="3" y="198"/>
                  <a:pt x="3" y="198"/>
                  <a:pt x="3" y="198"/>
                </a:cubicBezTo>
                <a:cubicBezTo>
                  <a:pt x="3" y="198"/>
                  <a:pt x="3" y="198"/>
                  <a:pt x="3" y="198"/>
                </a:cubicBezTo>
                <a:cubicBezTo>
                  <a:pt x="3" y="198"/>
                  <a:pt x="3" y="198"/>
                  <a:pt x="3" y="198"/>
                </a:cubicBezTo>
                <a:cubicBezTo>
                  <a:pt x="3" y="198"/>
                  <a:pt x="3" y="198"/>
                  <a:pt x="3" y="198"/>
                </a:cubicBezTo>
                <a:cubicBezTo>
                  <a:pt x="3" y="198"/>
                  <a:pt x="3" y="198"/>
                  <a:pt x="3" y="198"/>
                </a:cubicBezTo>
                <a:cubicBezTo>
                  <a:pt x="3" y="198"/>
                  <a:pt x="3" y="198"/>
                  <a:pt x="3" y="198"/>
                </a:cubicBezTo>
                <a:cubicBezTo>
                  <a:pt x="3" y="198"/>
                  <a:pt x="3" y="198"/>
                  <a:pt x="3" y="198"/>
                </a:cubicBezTo>
                <a:cubicBezTo>
                  <a:pt x="3" y="198"/>
                  <a:pt x="3" y="198"/>
                  <a:pt x="3" y="199"/>
                </a:cubicBezTo>
                <a:cubicBezTo>
                  <a:pt x="3" y="199"/>
                  <a:pt x="3" y="199"/>
                  <a:pt x="3" y="199"/>
                </a:cubicBezTo>
                <a:cubicBezTo>
                  <a:pt x="3" y="199"/>
                  <a:pt x="3" y="199"/>
                  <a:pt x="3" y="199"/>
                </a:cubicBezTo>
                <a:cubicBezTo>
                  <a:pt x="3" y="199"/>
                  <a:pt x="3" y="199"/>
                  <a:pt x="3" y="199"/>
                </a:cubicBezTo>
                <a:cubicBezTo>
                  <a:pt x="3" y="199"/>
                  <a:pt x="3" y="199"/>
                  <a:pt x="3" y="199"/>
                </a:cubicBezTo>
                <a:cubicBezTo>
                  <a:pt x="4" y="199"/>
                  <a:pt x="4" y="199"/>
                  <a:pt x="4" y="199"/>
                </a:cubicBezTo>
                <a:cubicBezTo>
                  <a:pt x="4" y="199"/>
                  <a:pt x="4" y="199"/>
                  <a:pt x="4" y="199"/>
                </a:cubicBezTo>
                <a:cubicBezTo>
                  <a:pt x="4" y="198"/>
                  <a:pt x="4" y="198"/>
                  <a:pt x="4" y="198"/>
                </a:cubicBezTo>
                <a:cubicBezTo>
                  <a:pt x="4" y="198"/>
                  <a:pt x="4" y="198"/>
                  <a:pt x="4" y="198"/>
                </a:cubicBezTo>
                <a:cubicBezTo>
                  <a:pt x="4" y="198"/>
                  <a:pt x="4" y="198"/>
                  <a:pt x="4" y="198"/>
                </a:cubicBezTo>
                <a:cubicBezTo>
                  <a:pt x="4" y="198"/>
                  <a:pt x="4" y="198"/>
                  <a:pt x="4" y="198"/>
                </a:cubicBezTo>
                <a:cubicBezTo>
                  <a:pt x="4" y="198"/>
                  <a:pt x="5" y="198"/>
                  <a:pt x="5" y="198"/>
                </a:cubicBezTo>
                <a:cubicBezTo>
                  <a:pt x="5" y="198"/>
                  <a:pt x="5" y="198"/>
                  <a:pt x="5" y="198"/>
                </a:cubicBezTo>
                <a:cubicBezTo>
                  <a:pt x="5" y="198"/>
                  <a:pt x="5" y="198"/>
                  <a:pt x="5" y="198"/>
                </a:cubicBezTo>
                <a:cubicBezTo>
                  <a:pt x="5" y="198"/>
                  <a:pt x="5" y="198"/>
                  <a:pt x="5" y="198"/>
                </a:cubicBezTo>
                <a:cubicBezTo>
                  <a:pt x="5" y="198"/>
                  <a:pt x="5" y="198"/>
                  <a:pt x="5" y="198"/>
                </a:cubicBezTo>
                <a:cubicBezTo>
                  <a:pt x="5" y="198"/>
                  <a:pt x="5" y="198"/>
                  <a:pt x="5" y="198"/>
                </a:cubicBezTo>
                <a:cubicBezTo>
                  <a:pt x="5" y="198"/>
                  <a:pt x="5" y="198"/>
                  <a:pt x="5" y="197"/>
                </a:cubicBezTo>
                <a:cubicBezTo>
                  <a:pt x="5" y="197"/>
                  <a:pt x="5" y="197"/>
                  <a:pt x="5" y="197"/>
                </a:cubicBezTo>
                <a:cubicBezTo>
                  <a:pt x="5" y="197"/>
                  <a:pt x="5" y="197"/>
                  <a:pt x="5" y="197"/>
                </a:cubicBezTo>
                <a:cubicBezTo>
                  <a:pt x="5" y="197"/>
                  <a:pt x="5" y="197"/>
                  <a:pt x="5" y="197"/>
                </a:cubicBezTo>
                <a:cubicBezTo>
                  <a:pt x="5" y="197"/>
                  <a:pt x="5" y="197"/>
                  <a:pt x="5" y="197"/>
                </a:cubicBezTo>
                <a:cubicBezTo>
                  <a:pt x="5" y="197"/>
                  <a:pt x="6" y="197"/>
                  <a:pt x="6" y="197"/>
                </a:cubicBezTo>
                <a:cubicBezTo>
                  <a:pt x="6" y="197"/>
                  <a:pt x="6" y="197"/>
                  <a:pt x="6" y="197"/>
                </a:cubicBezTo>
                <a:cubicBezTo>
                  <a:pt x="6" y="197"/>
                  <a:pt x="6" y="197"/>
                  <a:pt x="6" y="197"/>
                </a:cubicBezTo>
                <a:cubicBezTo>
                  <a:pt x="6" y="197"/>
                  <a:pt x="6" y="197"/>
                  <a:pt x="6" y="197"/>
                </a:cubicBezTo>
                <a:cubicBezTo>
                  <a:pt x="6" y="197"/>
                  <a:pt x="6" y="197"/>
                  <a:pt x="6" y="197"/>
                </a:cubicBezTo>
                <a:cubicBezTo>
                  <a:pt x="6" y="197"/>
                  <a:pt x="6" y="197"/>
                  <a:pt x="6" y="197"/>
                </a:cubicBezTo>
                <a:cubicBezTo>
                  <a:pt x="6" y="197"/>
                  <a:pt x="6" y="197"/>
                  <a:pt x="6" y="197"/>
                </a:cubicBezTo>
                <a:cubicBezTo>
                  <a:pt x="6" y="197"/>
                  <a:pt x="6" y="197"/>
                  <a:pt x="6" y="197"/>
                </a:cubicBezTo>
                <a:cubicBezTo>
                  <a:pt x="6" y="197"/>
                  <a:pt x="6" y="197"/>
                  <a:pt x="6" y="197"/>
                </a:cubicBezTo>
                <a:cubicBezTo>
                  <a:pt x="6" y="197"/>
                  <a:pt x="6" y="197"/>
                  <a:pt x="6" y="197"/>
                </a:cubicBezTo>
                <a:cubicBezTo>
                  <a:pt x="6" y="197"/>
                  <a:pt x="6" y="198"/>
                  <a:pt x="6" y="198"/>
                </a:cubicBezTo>
                <a:cubicBezTo>
                  <a:pt x="6" y="198"/>
                  <a:pt x="6" y="198"/>
                  <a:pt x="6" y="198"/>
                </a:cubicBezTo>
                <a:cubicBezTo>
                  <a:pt x="6" y="198"/>
                  <a:pt x="6" y="198"/>
                  <a:pt x="6" y="198"/>
                </a:cubicBezTo>
                <a:cubicBezTo>
                  <a:pt x="6" y="198"/>
                  <a:pt x="6" y="198"/>
                  <a:pt x="6" y="198"/>
                </a:cubicBezTo>
                <a:cubicBezTo>
                  <a:pt x="6" y="198"/>
                  <a:pt x="6" y="198"/>
                  <a:pt x="6" y="198"/>
                </a:cubicBezTo>
                <a:cubicBezTo>
                  <a:pt x="6" y="198"/>
                  <a:pt x="6" y="198"/>
                  <a:pt x="6" y="199"/>
                </a:cubicBezTo>
                <a:cubicBezTo>
                  <a:pt x="6" y="199"/>
                  <a:pt x="6" y="199"/>
                  <a:pt x="6" y="199"/>
                </a:cubicBezTo>
                <a:cubicBezTo>
                  <a:pt x="5" y="199"/>
                  <a:pt x="5" y="199"/>
                  <a:pt x="5" y="199"/>
                </a:cubicBezTo>
                <a:cubicBezTo>
                  <a:pt x="5" y="199"/>
                  <a:pt x="5" y="199"/>
                  <a:pt x="5" y="199"/>
                </a:cubicBezTo>
                <a:cubicBezTo>
                  <a:pt x="5" y="199"/>
                  <a:pt x="5" y="199"/>
                  <a:pt x="5" y="199"/>
                </a:cubicBezTo>
                <a:cubicBezTo>
                  <a:pt x="5" y="199"/>
                  <a:pt x="5" y="199"/>
                  <a:pt x="5" y="199"/>
                </a:cubicBezTo>
                <a:cubicBezTo>
                  <a:pt x="5" y="199"/>
                  <a:pt x="5" y="199"/>
                  <a:pt x="5" y="199"/>
                </a:cubicBezTo>
                <a:cubicBezTo>
                  <a:pt x="5" y="199"/>
                  <a:pt x="5" y="199"/>
                  <a:pt x="4" y="199"/>
                </a:cubicBezTo>
                <a:cubicBezTo>
                  <a:pt x="4" y="199"/>
                  <a:pt x="4" y="199"/>
                  <a:pt x="4" y="199"/>
                </a:cubicBezTo>
                <a:cubicBezTo>
                  <a:pt x="4" y="199"/>
                  <a:pt x="4" y="199"/>
                  <a:pt x="4" y="199"/>
                </a:cubicBezTo>
                <a:cubicBezTo>
                  <a:pt x="4" y="199"/>
                  <a:pt x="4" y="199"/>
                  <a:pt x="4" y="199"/>
                </a:cubicBezTo>
                <a:cubicBezTo>
                  <a:pt x="4" y="199"/>
                  <a:pt x="4" y="199"/>
                  <a:pt x="4" y="199"/>
                </a:cubicBezTo>
                <a:cubicBezTo>
                  <a:pt x="4" y="199"/>
                  <a:pt x="4" y="199"/>
                  <a:pt x="4" y="199"/>
                </a:cubicBezTo>
                <a:cubicBezTo>
                  <a:pt x="4" y="199"/>
                  <a:pt x="4" y="200"/>
                  <a:pt x="4" y="200"/>
                </a:cubicBezTo>
                <a:cubicBezTo>
                  <a:pt x="4" y="200"/>
                  <a:pt x="4" y="200"/>
                  <a:pt x="4" y="200"/>
                </a:cubicBezTo>
                <a:cubicBezTo>
                  <a:pt x="4" y="200"/>
                  <a:pt x="4" y="200"/>
                  <a:pt x="4" y="200"/>
                </a:cubicBezTo>
                <a:cubicBezTo>
                  <a:pt x="4" y="200"/>
                  <a:pt x="4" y="200"/>
                  <a:pt x="4" y="200"/>
                </a:cubicBezTo>
                <a:cubicBezTo>
                  <a:pt x="4" y="200"/>
                  <a:pt x="4" y="200"/>
                  <a:pt x="4" y="200"/>
                </a:cubicBezTo>
                <a:cubicBezTo>
                  <a:pt x="4" y="200"/>
                  <a:pt x="4" y="200"/>
                  <a:pt x="4" y="200"/>
                </a:cubicBezTo>
                <a:cubicBezTo>
                  <a:pt x="4" y="200"/>
                  <a:pt x="4" y="200"/>
                  <a:pt x="4" y="200"/>
                </a:cubicBezTo>
                <a:cubicBezTo>
                  <a:pt x="4" y="200"/>
                  <a:pt x="4" y="200"/>
                  <a:pt x="3" y="200"/>
                </a:cubicBezTo>
                <a:cubicBezTo>
                  <a:pt x="3" y="200"/>
                  <a:pt x="3" y="200"/>
                  <a:pt x="3" y="200"/>
                </a:cubicBezTo>
                <a:cubicBezTo>
                  <a:pt x="3" y="200"/>
                  <a:pt x="3" y="200"/>
                  <a:pt x="3" y="200"/>
                </a:cubicBezTo>
                <a:cubicBezTo>
                  <a:pt x="3" y="200"/>
                  <a:pt x="3" y="200"/>
                  <a:pt x="3" y="200"/>
                </a:cubicBezTo>
                <a:cubicBezTo>
                  <a:pt x="3" y="200"/>
                  <a:pt x="3" y="200"/>
                  <a:pt x="3" y="200"/>
                </a:cubicBezTo>
                <a:cubicBezTo>
                  <a:pt x="3" y="200"/>
                  <a:pt x="3" y="200"/>
                  <a:pt x="3" y="200"/>
                </a:cubicBezTo>
                <a:cubicBezTo>
                  <a:pt x="3" y="200"/>
                  <a:pt x="3" y="200"/>
                  <a:pt x="3" y="200"/>
                </a:cubicBezTo>
                <a:cubicBezTo>
                  <a:pt x="3" y="200"/>
                  <a:pt x="3" y="200"/>
                  <a:pt x="3" y="200"/>
                </a:cubicBezTo>
                <a:cubicBezTo>
                  <a:pt x="3" y="200"/>
                  <a:pt x="3" y="200"/>
                  <a:pt x="3" y="200"/>
                </a:cubicBezTo>
                <a:cubicBezTo>
                  <a:pt x="3" y="200"/>
                  <a:pt x="3" y="200"/>
                  <a:pt x="3" y="200"/>
                </a:cubicBezTo>
                <a:cubicBezTo>
                  <a:pt x="3" y="200"/>
                  <a:pt x="3" y="200"/>
                  <a:pt x="2" y="200"/>
                </a:cubicBezTo>
                <a:cubicBezTo>
                  <a:pt x="2" y="200"/>
                  <a:pt x="2" y="200"/>
                  <a:pt x="2" y="200"/>
                </a:cubicBezTo>
                <a:cubicBezTo>
                  <a:pt x="2" y="200"/>
                  <a:pt x="2" y="200"/>
                  <a:pt x="2" y="200"/>
                </a:cubicBezTo>
                <a:cubicBezTo>
                  <a:pt x="2" y="200"/>
                  <a:pt x="2" y="201"/>
                  <a:pt x="2" y="201"/>
                </a:cubicBezTo>
                <a:cubicBezTo>
                  <a:pt x="2" y="201"/>
                  <a:pt x="2" y="201"/>
                  <a:pt x="2" y="200"/>
                </a:cubicBezTo>
                <a:cubicBezTo>
                  <a:pt x="2" y="200"/>
                  <a:pt x="2" y="200"/>
                  <a:pt x="2" y="200"/>
                </a:cubicBezTo>
                <a:cubicBezTo>
                  <a:pt x="2" y="200"/>
                  <a:pt x="2" y="200"/>
                  <a:pt x="2" y="200"/>
                </a:cubicBezTo>
                <a:cubicBezTo>
                  <a:pt x="2" y="200"/>
                  <a:pt x="2" y="200"/>
                  <a:pt x="2" y="200"/>
                </a:cubicBezTo>
                <a:moveTo>
                  <a:pt x="10" y="192"/>
                </a:moveTo>
                <a:cubicBezTo>
                  <a:pt x="10" y="192"/>
                  <a:pt x="10" y="192"/>
                  <a:pt x="10" y="192"/>
                </a:cubicBezTo>
                <a:cubicBezTo>
                  <a:pt x="10" y="192"/>
                  <a:pt x="10" y="192"/>
                  <a:pt x="10" y="192"/>
                </a:cubicBezTo>
                <a:cubicBezTo>
                  <a:pt x="10" y="192"/>
                  <a:pt x="10" y="192"/>
                  <a:pt x="9" y="192"/>
                </a:cubicBezTo>
                <a:cubicBezTo>
                  <a:pt x="9" y="192"/>
                  <a:pt x="9" y="192"/>
                  <a:pt x="9" y="192"/>
                </a:cubicBezTo>
                <a:cubicBezTo>
                  <a:pt x="9" y="192"/>
                  <a:pt x="9" y="192"/>
                  <a:pt x="9" y="192"/>
                </a:cubicBezTo>
                <a:cubicBezTo>
                  <a:pt x="9" y="192"/>
                  <a:pt x="9" y="192"/>
                  <a:pt x="9" y="192"/>
                </a:cubicBezTo>
                <a:cubicBezTo>
                  <a:pt x="9" y="192"/>
                  <a:pt x="9" y="192"/>
                  <a:pt x="9" y="192"/>
                </a:cubicBezTo>
                <a:cubicBezTo>
                  <a:pt x="9" y="192"/>
                  <a:pt x="9" y="192"/>
                  <a:pt x="9" y="192"/>
                </a:cubicBezTo>
                <a:cubicBezTo>
                  <a:pt x="9" y="192"/>
                  <a:pt x="9" y="192"/>
                  <a:pt x="9" y="192"/>
                </a:cubicBezTo>
                <a:cubicBezTo>
                  <a:pt x="8" y="192"/>
                  <a:pt x="8" y="192"/>
                  <a:pt x="8" y="193"/>
                </a:cubicBezTo>
                <a:cubicBezTo>
                  <a:pt x="8" y="193"/>
                  <a:pt x="9" y="193"/>
                  <a:pt x="9" y="193"/>
                </a:cubicBezTo>
                <a:cubicBezTo>
                  <a:pt x="9" y="193"/>
                  <a:pt x="9" y="193"/>
                  <a:pt x="9" y="193"/>
                </a:cubicBezTo>
                <a:cubicBezTo>
                  <a:pt x="9" y="193"/>
                  <a:pt x="9" y="193"/>
                  <a:pt x="9" y="193"/>
                </a:cubicBezTo>
                <a:cubicBezTo>
                  <a:pt x="10" y="192"/>
                  <a:pt x="10" y="192"/>
                  <a:pt x="10" y="192"/>
                </a:cubicBezTo>
                <a:cubicBezTo>
                  <a:pt x="10" y="192"/>
                  <a:pt x="10" y="192"/>
                  <a:pt x="10" y="192"/>
                </a:cubicBezTo>
                <a:cubicBezTo>
                  <a:pt x="10" y="192"/>
                  <a:pt x="10" y="192"/>
                  <a:pt x="10" y="192"/>
                </a:cubicBezTo>
                <a:close/>
                <a:moveTo>
                  <a:pt x="16" y="186"/>
                </a:moveTo>
                <a:cubicBezTo>
                  <a:pt x="16" y="186"/>
                  <a:pt x="16" y="186"/>
                  <a:pt x="16" y="186"/>
                </a:cubicBezTo>
                <a:cubicBezTo>
                  <a:pt x="16" y="186"/>
                  <a:pt x="16" y="186"/>
                  <a:pt x="16" y="186"/>
                </a:cubicBezTo>
                <a:cubicBezTo>
                  <a:pt x="16" y="187"/>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5" y="186"/>
                  <a:pt x="15" y="186"/>
                  <a:pt x="15" y="186"/>
                </a:cubicBezTo>
                <a:cubicBezTo>
                  <a:pt x="15" y="186"/>
                  <a:pt x="15" y="186"/>
                  <a:pt x="15" y="186"/>
                </a:cubicBezTo>
                <a:cubicBezTo>
                  <a:pt x="15" y="186"/>
                  <a:pt x="16" y="186"/>
                  <a:pt x="15" y="186"/>
                </a:cubicBezTo>
                <a:cubicBezTo>
                  <a:pt x="15"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5" y="186"/>
                </a:cubicBezTo>
                <a:cubicBezTo>
                  <a:pt x="15" y="186"/>
                  <a:pt x="15" y="186"/>
                  <a:pt x="15" y="186"/>
                </a:cubicBezTo>
                <a:cubicBezTo>
                  <a:pt x="15" y="186"/>
                  <a:pt x="15" y="186"/>
                  <a:pt x="15" y="186"/>
                </a:cubicBezTo>
                <a:cubicBezTo>
                  <a:pt x="15" y="186"/>
                  <a:pt x="15" y="186"/>
                  <a:pt x="15" y="186"/>
                </a:cubicBezTo>
                <a:cubicBezTo>
                  <a:pt x="15" y="186"/>
                  <a:pt x="15" y="186"/>
                  <a:pt x="15" y="186"/>
                </a:cubicBezTo>
                <a:cubicBezTo>
                  <a:pt x="15" y="186"/>
                  <a:pt x="15" y="186"/>
                  <a:pt x="15" y="186"/>
                </a:cubicBezTo>
                <a:cubicBezTo>
                  <a:pt x="15" y="186"/>
                  <a:pt x="15" y="186"/>
                  <a:pt x="15" y="186"/>
                </a:cubicBezTo>
                <a:cubicBezTo>
                  <a:pt x="15" y="186"/>
                  <a:pt x="15" y="186"/>
                  <a:pt x="15" y="186"/>
                </a:cubicBezTo>
                <a:cubicBezTo>
                  <a:pt x="15" y="185"/>
                  <a:pt x="15" y="185"/>
                  <a:pt x="15" y="186"/>
                </a:cubicBezTo>
                <a:cubicBezTo>
                  <a:pt x="15" y="186"/>
                  <a:pt x="15" y="186"/>
                  <a:pt x="15" y="186"/>
                </a:cubicBezTo>
                <a:cubicBezTo>
                  <a:pt x="15" y="186"/>
                  <a:pt x="15" y="186"/>
                  <a:pt x="15" y="186"/>
                </a:cubicBezTo>
                <a:cubicBezTo>
                  <a:pt x="15" y="186"/>
                  <a:pt x="15" y="186"/>
                  <a:pt x="15" y="186"/>
                </a:cubicBezTo>
                <a:cubicBezTo>
                  <a:pt x="15" y="186"/>
                  <a:pt x="15" y="186"/>
                  <a:pt x="15" y="186"/>
                </a:cubicBezTo>
                <a:cubicBezTo>
                  <a:pt x="15" y="186"/>
                  <a:pt x="15" y="186"/>
                  <a:pt x="15" y="186"/>
                </a:cubicBezTo>
                <a:cubicBezTo>
                  <a:pt x="15" y="186"/>
                  <a:pt x="15" y="187"/>
                  <a:pt x="15" y="187"/>
                </a:cubicBezTo>
                <a:cubicBezTo>
                  <a:pt x="15" y="187"/>
                  <a:pt x="15" y="187"/>
                  <a:pt x="15" y="187"/>
                </a:cubicBezTo>
                <a:cubicBezTo>
                  <a:pt x="15" y="187"/>
                  <a:pt x="15" y="187"/>
                  <a:pt x="15" y="187"/>
                </a:cubicBezTo>
                <a:cubicBezTo>
                  <a:pt x="15" y="187"/>
                  <a:pt x="15" y="187"/>
                  <a:pt x="15" y="187"/>
                </a:cubicBezTo>
                <a:cubicBezTo>
                  <a:pt x="15" y="187"/>
                  <a:pt x="15" y="186"/>
                  <a:pt x="15" y="186"/>
                </a:cubicBezTo>
                <a:cubicBezTo>
                  <a:pt x="15" y="186"/>
                  <a:pt x="15" y="186"/>
                  <a:pt x="15" y="186"/>
                </a:cubicBezTo>
                <a:cubicBezTo>
                  <a:pt x="15" y="186"/>
                  <a:pt x="15" y="186"/>
                  <a:pt x="15" y="186"/>
                </a:cubicBezTo>
                <a:cubicBezTo>
                  <a:pt x="15" y="186"/>
                  <a:pt x="15" y="186"/>
                  <a:pt x="15" y="186"/>
                </a:cubicBezTo>
                <a:cubicBezTo>
                  <a:pt x="15" y="187"/>
                  <a:pt x="15" y="187"/>
                  <a:pt x="15" y="187"/>
                </a:cubicBezTo>
                <a:cubicBezTo>
                  <a:pt x="15" y="187"/>
                  <a:pt x="16" y="187"/>
                  <a:pt x="16" y="187"/>
                </a:cubicBezTo>
                <a:cubicBezTo>
                  <a:pt x="16" y="187"/>
                  <a:pt x="16" y="187"/>
                  <a:pt x="16" y="187"/>
                </a:cubicBezTo>
                <a:cubicBezTo>
                  <a:pt x="16" y="187"/>
                  <a:pt x="16" y="187"/>
                  <a:pt x="16" y="187"/>
                </a:cubicBezTo>
                <a:cubicBezTo>
                  <a:pt x="16" y="187"/>
                  <a:pt x="16" y="187"/>
                  <a:pt x="16" y="187"/>
                </a:cubicBezTo>
                <a:cubicBezTo>
                  <a:pt x="16" y="187"/>
                  <a:pt x="16" y="187"/>
                  <a:pt x="16" y="187"/>
                </a:cubicBezTo>
                <a:cubicBezTo>
                  <a:pt x="16" y="187"/>
                  <a:pt x="16" y="187"/>
                  <a:pt x="16" y="187"/>
                </a:cubicBezTo>
                <a:cubicBezTo>
                  <a:pt x="16" y="187"/>
                  <a:pt x="16" y="187"/>
                  <a:pt x="16" y="187"/>
                </a:cubicBezTo>
                <a:cubicBezTo>
                  <a:pt x="16" y="187"/>
                  <a:pt x="16" y="187"/>
                  <a:pt x="16" y="187"/>
                </a:cubicBezTo>
                <a:cubicBezTo>
                  <a:pt x="16" y="187"/>
                  <a:pt x="16" y="187"/>
                  <a:pt x="16" y="187"/>
                </a:cubicBezTo>
                <a:cubicBezTo>
                  <a:pt x="16" y="187"/>
                  <a:pt x="16" y="186"/>
                  <a:pt x="16" y="186"/>
                </a:cubicBezTo>
                <a:close/>
                <a:moveTo>
                  <a:pt x="22" y="185"/>
                </a:moveTo>
                <a:cubicBezTo>
                  <a:pt x="22" y="185"/>
                  <a:pt x="22" y="185"/>
                  <a:pt x="22" y="185"/>
                </a:cubicBezTo>
                <a:cubicBezTo>
                  <a:pt x="22" y="185"/>
                  <a:pt x="22" y="185"/>
                  <a:pt x="22" y="185"/>
                </a:cubicBezTo>
                <a:cubicBezTo>
                  <a:pt x="22" y="185"/>
                  <a:pt x="22" y="185"/>
                  <a:pt x="21" y="185"/>
                </a:cubicBezTo>
                <a:cubicBezTo>
                  <a:pt x="21" y="185"/>
                  <a:pt x="21" y="185"/>
                  <a:pt x="21" y="185"/>
                </a:cubicBezTo>
                <a:cubicBezTo>
                  <a:pt x="21" y="185"/>
                  <a:pt x="21" y="185"/>
                  <a:pt x="21" y="185"/>
                </a:cubicBezTo>
                <a:cubicBezTo>
                  <a:pt x="21" y="185"/>
                  <a:pt x="21" y="185"/>
                  <a:pt x="21" y="185"/>
                </a:cubicBezTo>
                <a:cubicBezTo>
                  <a:pt x="21" y="185"/>
                  <a:pt x="21" y="185"/>
                  <a:pt x="21" y="185"/>
                </a:cubicBezTo>
                <a:cubicBezTo>
                  <a:pt x="21" y="186"/>
                  <a:pt x="21" y="186"/>
                  <a:pt x="22" y="186"/>
                </a:cubicBezTo>
                <a:cubicBezTo>
                  <a:pt x="22" y="185"/>
                  <a:pt x="22" y="185"/>
                  <a:pt x="22" y="185"/>
                </a:cubicBezTo>
                <a:cubicBezTo>
                  <a:pt x="22" y="185"/>
                  <a:pt x="22" y="185"/>
                  <a:pt x="22" y="185"/>
                </a:cubicBezTo>
                <a:cubicBezTo>
                  <a:pt x="22" y="185"/>
                  <a:pt x="22" y="185"/>
                  <a:pt x="22" y="185"/>
                </a:cubicBezTo>
                <a:cubicBezTo>
                  <a:pt x="22" y="185"/>
                  <a:pt x="22" y="185"/>
                  <a:pt x="22" y="185"/>
                </a:cubicBezTo>
                <a:close/>
                <a:moveTo>
                  <a:pt x="20" y="184"/>
                </a:moveTo>
                <a:cubicBezTo>
                  <a:pt x="20" y="184"/>
                  <a:pt x="20" y="184"/>
                  <a:pt x="20" y="184"/>
                </a:cubicBezTo>
                <a:cubicBezTo>
                  <a:pt x="20" y="184"/>
                  <a:pt x="20" y="184"/>
                  <a:pt x="20" y="184"/>
                </a:cubicBezTo>
                <a:cubicBezTo>
                  <a:pt x="20"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8" y="184"/>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7" y="185"/>
                  <a:pt x="17" y="185"/>
                  <a:pt x="17" y="185"/>
                </a:cubicBezTo>
                <a:cubicBezTo>
                  <a:pt x="17" y="185"/>
                  <a:pt x="17" y="185"/>
                  <a:pt x="17" y="185"/>
                </a:cubicBezTo>
                <a:cubicBezTo>
                  <a:pt x="17" y="185"/>
                  <a:pt x="17" y="185"/>
                  <a:pt x="17" y="185"/>
                </a:cubicBezTo>
                <a:cubicBezTo>
                  <a:pt x="17" y="185"/>
                  <a:pt x="17" y="185"/>
                  <a:pt x="17" y="185"/>
                </a:cubicBezTo>
                <a:cubicBezTo>
                  <a:pt x="17" y="185"/>
                  <a:pt x="17" y="185"/>
                  <a:pt x="17" y="185"/>
                </a:cubicBezTo>
                <a:cubicBezTo>
                  <a:pt x="17" y="185"/>
                  <a:pt x="17" y="185"/>
                  <a:pt x="17" y="185"/>
                </a:cubicBezTo>
                <a:cubicBezTo>
                  <a:pt x="17" y="185"/>
                  <a:pt x="17" y="185"/>
                  <a:pt x="17" y="185"/>
                </a:cubicBezTo>
                <a:cubicBezTo>
                  <a:pt x="17" y="185"/>
                  <a:pt x="17" y="185"/>
                  <a:pt x="17" y="185"/>
                </a:cubicBezTo>
                <a:cubicBezTo>
                  <a:pt x="17" y="185"/>
                  <a:pt x="17" y="185"/>
                  <a:pt x="17" y="185"/>
                </a:cubicBezTo>
                <a:cubicBezTo>
                  <a:pt x="17" y="185"/>
                  <a:pt x="17" y="186"/>
                  <a:pt x="17" y="186"/>
                </a:cubicBezTo>
                <a:cubicBezTo>
                  <a:pt x="17" y="186"/>
                  <a:pt x="17" y="186"/>
                  <a:pt x="17" y="186"/>
                </a:cubicBezTo>
                <a:cubicBezTo>
                  <a:pt x="17" y="186"/>
                  <a:pt x="17" y="186"/>
                  <a:pt x="17" y="186"/>
                </a:cubicBezTo>
                <a:cubicBezTo>
                  <a:pt x="17" y="186"/>
                  <a:pt x="17" y="186"/>
                  <a:pt x="17" y="186"/>
                </a:cubicBezTo>
                <a:cubicBezTo>
                  <a:pt x="17" y="186"/>
                  <a:pt x="17" y="186"/>
                  <a:pt x="17" y="186"/>
                </a:cubicBezTo>
                <a:cubicBezTo>
                  <a:pt x="17" y="186"/>
                  <a:pt x="17" y="186"/>
                  <a:pt x="17" y="186"/>
                </a:cubicBezTo>
                <a:cubicBezTo>
                  <a:pt x="17" y="186"/>
                  <a:pt x="17" y="186"/>
                  <a:pt x="17" y="186"/>
                </a:cubicBezTo>
                <a:cubicBezTo>
                  <a:pt x="17" y="186"/>
                  <a:pt x="17" y="186"/>
                  <a:pt x="17" y="186"/>
                </a:cubicBezTo>
                <a:cubicBezTo>
                  <a:pt x="17" y="186"/>
                  <a:pt x="17" y="186"/>
                  <a:pt x="17" y="186"/>
                </a:cubicBezTo>
                <a:cubicBezTo>
                  <a:pt x="17" y="186"/>
                  <a:pt x="17"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7"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6" y="186"/>
                </a:cubicBezTo>
                <a:cubicBezTo>
                  <a:pt x="16" y="186"/>
                  <a:pt x="16" y="186"/>
                  <a:pt x="15" y="186"/>
                </a:cubicBezTo>
                <a:cubicBezTo>
                  <a:pt x="15" y="186"/>
                  <a:pt x="15" y="186"/>
                  <a:pt x="15" y="186"/>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5" y="185"/>
                  <a:pt x="15" y="185"/>
                </a:cubicBezTo>
                <a:cubicBezTo>
                  <a:pt x="15" y="185"/>
                  <a:pt x="16" y="185"/>
                  <a:pt x="16" y="185"/>
                </a:cubicBezTo>
                <a:cubicBezTo>
                  <a:pt x="16" y="185"/>
                  <a:pt x="16" y="185"/>
                  <a:pt x="16" y="185"/>
                </a:cubicBezTo>
                <a:cubicBezTo>
                  <a:pt x="16" y="185"/>
                  <a:pt x="16" y="185"/>
                  <a:pt x="16" y="185"/>
                </a:cubicBezTo>
                <a:cubicBezTo>
                  <a:pt x="16" y="185"/>
                  <a:pt x="16" y="185"/>
                  <a:pt x="16" y="185"/>
                </a:cubicBezTo>
                <a:cubicBezTo>
                  <a:pt x="16" y="185"/>
                  <a:pt x="16" y="185"/>
                  <a:pt x="16" y="185"/>
                </a:cubicBezTo>
                <a:cubicBezTo>
                  <a:pt x="16" y="185"/>
                  <a:pt x="16" y="185"/>
                  <a:pt x="16" y="185"/>
                </a:cubicBezTo>
                <a:cubicBezTo>
                  <a:pt x="16" y="185"/>
                  <a:pt x="16" y="185"/>
                  <a:pt x="16" y="185"/>
                </a:cubicBezTo>
                <a:cubicBezTo>
                  <a:pt x="16" y="185"/>
                  <a:pt x="16" y="185"/>
                  <a:pt x="16" y="185"/>
                </a:cubicBezTo>
                <a:cubicBezTo>
                  <a:pt x="16" y="185"/>
                  <a:pt x="16" y="185"/>
                  <a:pt x="16" y="185"/>
                </a:cubicBezTo>
                <a:cubicBezTo>
                  <a:pt x="16" y="185"/>
                  <a:pt x="16" y="185"/>
                  <a:pt x="16" y="185"/>
                </a:cubicBezTo>
                <a:cubicBezTo>
                  <a:pt x="16" y="185"/>
                  <a:pt x="15" y="185"/>
                  <a:pt x="15" y="185"/>
                </a:cubicBezTo>
                <a:cubicBezTo>
                  <a:pt x="15" y="185"/>
                  <a:pt x="15" y="184"/>
                  <a:pt x="15" y="184"/>
                </a:cubicBezTo>
                <a:cubicBezTo>
                  <a:pt x="16" y="184"/>
                  <a:pt x="16" y="184"/>
                  <a:pt x="16" y="184"/>
                </a:cubicBezTo>
                <a:cubicBezTo>
                  <a:pt x="16" y="184"/>
                  <a:pt x="16" y="184"/>
                  <a:pt x="16" y="184"/>
                </a:cubicBezTo>
                <a:cubicBezTo>
                  <a:pt x="16" y="184"/>
                  <a:pt x="16" y="184"/>
                  <a:pt x="16" y="184"/>
                </a:cubicBezTo>
                <a:cubicBezTo>
                  <a:pt x="16" y="184"/>
                  <a:pt x="16" y="184"/>
                  <a:pt x="16" y="184"/>
                </a:cubicBezTo>
                <a:cubicBezTo>
                  <a:pt x="16" y="184"/>
                  <a:pt x="17" y="184"/>
                  <a:pt x="17" y="184"/>
                </a:cubicBezTo>
                <a:cubicBezTo>
                  <a:pt x="17" y="184"/>
                  <a:pt x="17" y="184"/>
                  <a:pt x="17" y="184"/>
                </a:cubicBezTo>
                <a:cubicBezTo>
                  <a:pt x="17" y="184"/>
                  <a:pt x="17" y="184"/>
                  <a:pt x="17" y="184"/>
                </a:cubicBezTo>
                <a:cubicBezTo>
                  <a:pt x="17" y="184"/>
                  <a:pt x="17" y="184"/>
                  <a:pt x="17" y="184"/>
                </a:cubicBezTo>
                <a:cubicBezTo>
                  <a:pt x="17" y="184"/>
                  <a:pt x="17" y="184"/>
                  <a:pt x="17" y="184"/>
                </a:cubicBezTo>
                <a:cubicBezTo>
                  <a:pt x="17" y="184"/>
                  <a:pt x="17" y="184"/>
                  <a:pt x="17" y="184"/>
                </a:cubicBezTo>
                <a:cubicBezTo>
                  <a:pt x="17" y="184"/>
                  <a:pt x="17" y="184"/>
                  <a:pt x="17" y="184"/>
                </a:cubicBezTo>
                <a:cubicBezTo>
                  <a:pt x="17" y="184"/>
                  <a:pt x="17"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3"/>
                </a:cubicBezTo>
                <a:cubicBezTo>
                  <a:pt x="18" y="183"/>
                  <a:pt x="18" y="183"/>
                  <a:pt x="18" y="183"/>
                </a:cubicBezTo>
                <a:cubicBezTo>
                  <a:pt x="18" y="183"/>
                  <a:pt x="18" y="183"/>
                  <a:pt x="18" y="183"/>
                </a:cubicBezTo>
                <a:cubicBezTo>
                  <a:pt x="19" y="183"/>
                  <a:pt x="19" y="183"/>
                  <a:pt x="19" y="183"/>
                </a:cubicBezTo>
                <a:cubicBezTo>
                  <a:pt x="19" y="183"/>
                  <a:pt x="19" y="183"/>
                  <a:pt x="19" y="183"/>
                </a:cubicBezTo>
                <a:cubicBezTo>
                  <a:pt x="19" y="183"/>
                  <a:pt x="19" y="183"/>
                  <a:pt x="19" y="183"/>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4"/>
                </a:cubicBezTo>
                <a:cubicBezTo>
                  <a:pt x="19" y="184"/>
                  <a:pt x="19" y="184"/>
                  <a:pt x="19" y="183"/>
                </a:cubicBezTo>
                <a:cubicBezTo>
                  <a:pt x="19" y="184"/>
                  <a:pt x="19" y="184"/>
                  <a:pt x="19" y="184"/>
                </a:cubicBezTo>
                <a:cubicBezTo>
                  <a:pt x="19" y="184"/>
                  <a:pt x="19" y="184"/>
                  <a:pt x="19" y="184"/>
                </a:cubicBezTo>
                <a:cubicBezTo>
                  <a:pt x="19" y="184"/>
                  <a:pt x="19" y="184"/>
                  <a:pt x="19" y="184"/>
                </a:cubicBezTo>
                <a:cubicBezTo>
                  <a:pt x="19" y="184"/>
                  <a:pt x="19" y="183"/>
                  <a:pt x="19" y="183"/>
                </a:cubicBezTo>
                <a:cubicBezTo>
                  <a:pt x="19" y="183"/>
                  <a:pt x="19" y="183"/>
                  <a:pt x="19" y="183"/>
                </a:cubicBezTo>
                <a:cubicBezTo>
                  <a:pt x="19" y="183"/>
                  <a:pt x="19" y="183"/>
                  <a:pt x="19" y="183"/>
                </a:cubicBezTo>
                <a:cubicBezTo>
                  <a:pt x="19" y="183"/>
                  <a:pt x="19" y="183"/>
                  <a:pt x="19" y="183"/>
                </a:cubicBezTo>
                <a:cubicBezTo>
                  <a:pt x="19" y="183"/>
                  <a:pt x="19" y="183"/>
                  <a:pt x="19" y="183"/>
                </a:cubicBezTo>
                <a:cubicBezTo>
                  <a:pt x="19" y="183"/>
                  <a:pt x="20" y="183"/>
                  <a:pt x="20" y="183"/>
                </a:cubicBezTo>
                <a:cubicBezTo>
                  <a:pt x="20" y="183"/>
                  <a:pt x="20" y="183"/>
                  <a:pt x="20" y="183"/>
                </a:cubicBezTo>
                <a:cubicBezTo>
                  <a:pt x="20" y="183"/>
                  <a:pt x="20" y="183"/>
                  <a:pt x="20" y="183"/>
                </a:cubicBezTo>
                <a:cubicBezTo>
                  <a:pt x="20" y="183"/>
                  <a:pt x="20" y="183"/>
                  <a:pt x="20" y="183"/>
                </a:cubicBezTo>
                <a:cubicBezTo>
                  <a:pt x="20" y="183"/>
                  <a:pt x="20" y="183"/>
                  <a:pt x="20" y="183"/>
                </a:cubicBezTo>
                <a:cubicBezTo>
                  <a:pt x="20" y="184"/>
                  <a:pt x="20" y="184"/>
                  <a:pt x="20" y="184"/>
                </a:cubicBezTo>
                <a:close/>
                <a:moveTo>
                  <a:pt x="15" y="187"/>
                </a:moveTo>
                <a:cubicBezTo>
                  <a:pt x="15" y="187"/>
                  <a:pt x="15" y="187"/>
                  <a:pt x="15" y="187"/>
                </a:cubicBezTo>
                <a:cubicBezTo>
                  <a:pt x="15" y="187"/>
                  <a:pt x="15" y="187"/>
                  <a:pt x="15" y="187"/>
                </a:cubicBezTo>
                <a:cubicBezTo>
                  <a:pt x="15" y="187"/>
                  <a:pt x="15" y="187"/>
                  <a:pt x="15" y="187"/>
                </a:cubicBezTo>
                <a:cubicBezTo>
                  <a:pt x="15" y="187"/>
                  <a:pt x="15" y="187"/>
                  <a:pt x="15" y="187"/>
                </a:cubicBezTo>
                <a:cubicBezTo>
                  <a:pt x="15" y="187"/>
                  <a:pt x="15" y="187"/>
                  <a:pt x="15" y="187"/>
                </a:cubicBezTo>
                <a:cubicBezTo>
                  <a:pt x="15" y="187"/>
                  <a:pt x="15" y="187"/>
                  <a:pt x="15" y="187"/>
                </a:cubicBezTo>
                <a:cubicBezTo>
                  <a:pt x="15" y="187"/>
                  <a:pt x="15" y="187"/>
                  <a:pt x="15" y="187"/>
                </a:cubicBezTo>
                <a:cubicBezTo>
                  <a:pt x="15" y="187"/>
                  <a:pt x="15" y="187"/>
                  <a:pt x="15" y="187"/>
                </a:cubicBezTo>
                <a:cubicBezTo>
                  <a:pt x="15" y="187"/>
                  <a:pt x="15" y="187"/>
                  <a:pt x="15" y="187"/>
                </a:cubicBezTo>
                <a:close/>
                <a:moveTo>
                  <a:pt x="3" y="201"/>
                </a:moveTo>
                <a:cubicBezTo>
                  <a:pt x="3" y="201"/>
                  <a:pt x="3" y="201"/>
                  <a:pt x="3" y="201"/>
                </a:cubicBezTo>
                <a:cubicBezTo>
                  <a:pt x="3" y="201"/>
                  <a:pt x="3" y="201"/>
                  <a:pt x="3" y="201"/>
                </a:cubicBezTo>
                <a:cubicBezTo>
                  <a:pt x="3" y="201"/>
                  <a:pt x="3" y="201"/>
                  <a:pt x="3" y="201"/>
                </a:cubicBezTo>
                <a:cubicBezTo>
                  <a:pt x="3" y="201"/>
                  <a:pt x="3" y="201"/>
                  <a:pt x="3" y="201"/>
                </a:cubicBezTo>
                <a:cubicBezTo>
                  <a:pt x="3" y="201"/>
                  <a:pt x="3" y="201"/>
                  <a:pt x="3" y="201"/>
                </a:cubicBezTo>
                <a:cubicBezTo>
                  <a:pt x="3" y="201"/>
                  <a:pt x="3" y="201"/>
                  <a:pt x="3" y="201"/>
                </a:cubicBezTo>
                <a:cubicBezTo>
                  <a:pt x="3" y="201"/>
                  <a:pt x="3" y="201"/>
                  <a:pt x="3" y="201"/>
                </a:cubicBezTo>
                <a:close/>
                <a:moveTo>
                  <a:pt x="3" y="201"/>
                </a:moveTo>
                <a:cubicBezTo>
                  <a:pt x="3" y="201"/>
                  <a:pt x="2" y="201"/>
                  <a:pt x="2" y="201"/>
                </a:cubicBezTo>
                <a:cubicBezTo>
                  <a:pt x="2" y="201"/>
                  <a:pt x="2" y="201"/>
                  <a:pt x="2" y="201"/>
                </a:cubicBezTo>
                <a:cubicBezTo>
                  <a:pt x="2" y="201"/>
                  <a:pt x="2" y="201"/>
                  <a:pt x="2" y="201"/>
                </a:cubicBezTo>
                <a:cubicBezTo>
                  <a:pt x="2" y="202"/>
                  <a:pt x="3" y="202"/>
                  <a:pt x="3" y="201"/>
                </a:cubicBezTo>
                <a:cubicBezTo>
                  <a:pt x="3" y="201"/>
                  <a:pt x="3" y="201"/>
                  <a:pt x="3" y="201"/>
                </a:cubicBezTo>
                <a:cubicBezTo>
                  <a:pt x="3" y="201"/>
                  <a:pt x="3" y="201"/>
                  <a:pt x="3" y="201"/>
                </a:cubicBezTo>
                <a:cubicBezTo>
                  <a:pt x="3" y="201"/>
                  <a:pt x="3" y="201"/>
                  <a:pt x="3" y="201"/>
                </a:cubicBezTo>
                <a:cubicBezTo>
                  <a:pt x="3" y="201"/>
                  <a:pt x="3" y="201"/>
                  <a:pt x="3" y="201"/>
                </a:cubicBezTo>
                <a:close/>
                <a:moveTo>
                  <a:pt x="15" y="187"/>
                </a:moveTo>
                <a:cubicBezTo>
                  <a:pt x="15" y="187"/>
                  <a:pt x="15" y="187"/>
                  <a:pt x="15" y="187"/>
                </a:cubicBezTo>
                <a:cubicBezTo>
                  <a:pt x="15" y="187"/>
                  <a:pt x="14" y="187"/>
                  <a:pt x="14" y="187"/>
                </a:cubicBezTo>
                <a:cubicBezTo>
                  <a:pt x="14" y="187"/>
                  <a:pt x="14" y="187"/>
                  <a:pt x="14" y="187"/>
                </a:cubicBezTo>
                <a:cubicBezTo>
                  <a:pt x="15" y="187"/>
                  <a:pt x="15" y="187"/>
                  <a:pt x="15" y="187"/>
                </a:cubicBezTo>
                <a:cubicBezTo>
                  <a:pt x="15" y="187"/>
                  <a:pt x="15" y="187"/>
                  <a:pt x="15" y="187"/>
                </a:cubicBezTo>
                <a:cubicBezTo>
                  <a:pt x="15" y="187"/>
                  <a:pt x="15" y="187"/>
                  <a:pt x="15" y="187"/>
                </a:cubicBezTo>
                <a:close/>
                <a:moveTo>
                  <a:pt x="3" y="198"/>
                </a:moveTo>
                <a:cubicBezTo>
                  <a:pt x="3" y="198"/>
                  <a:pt x="3" y="199"/>
                  <a:pt x="3" y="199"/>
                </a:cubicBezTo>
                <a:cubicBezTo>
                  <a:pt x="3" y="199"/>
                  <a:pt x="3" y="199"/>
                  <a:pt x="3" y="199"/>
                </a:cubicBezTo>
                <a:cubicBezTo>
                  <a:pt x="3" y="199"/>
                  <a:pt x="3" y="199"/>
                  <a:pt x="3" y="199"/>
                </a:cubicBezTo>
                <a:cubicBezTo>
                  <a:pt x="3" y="199"/>
                  <a:pt x="3" y="199"/>
                  <a:pt x="3" y="199"/>
                </a:cubicBezTo>
                <a:cubicBezTo>
                  <a:pt x="3" y="199"/>
                  <a:pt x="3" y="199"/>
                  <a:pt x="3" y="198"/>
                </a:cubicBezTo>
                <a:cubicBezTo>
                  <a:pt x="3" y="198"/>
                  <a:pt x="3" y="198"/>
                  <a:pt x="3" y="198"/>
                </a:cubicBezTo>
                <a:close/>
                <a:moveTo>
                  <a:pt x="15" y="185"/>
                </a:moveTo>
                <a:cubicBezTo>
                  <a:pt x="15" y="185"/>
                  <a:pt x="15" y="185"/>
                  <a:pt x="15" y="185"/>
                </a:cubicBezTo>
                <a:cubicBezTo>
                  <a:pt x="15" y="185"/>
                  <a:pt x="15" y="185"/>
                  <a:pt x="15" y="185"/>
                </a:cubicBezTo>
                <a:cubicBezTo>
                  <a:pt x="15" y="185"/>
                  <a:pt x="15" y="185"/>
                  <a:pt x="15" y="185"/>
                </a:cubicBezTo>
                <a:cubicBezTo>
                  <a:pt x="15" y="185"/>
                  <a:pt x="15" y="184"/>
                  <a:pt x="15" y="184"/>
                </a:cubicBezTo>
                <a:cubicBezTo>
                  <a:pt x="15" y="184"/>
                  <a:pt x="15" y="184"/>
                  <a:pt x="15" y="184"/>
                </a:cubicBezTo>
                <a:cubicBezTo>
                  <a:pt x="15" y="185"/>
                  <a:pt x="15" y="185"/>
                  <a:pt x="15" y="185"/>
                </a:cubicBezTo>
                <a:close/>
                <a:moveTo>
                  <a:pt x="3" y="198"/>
                </a:moveTo>
                <a:cubicBezTo>
                  <a:pt x="3" y="198"/>
                  <a:pt x="3" y="198"/>
                  <a:pt x="3" y="198"/>
                </a:cubicBezTo>
                <a:cubicBezTo>
                  <a:pt x="3" y="198"/>
                  <a:pt x="3" y="198"/>
                  <a:pt x="3" y="198"/>
                </a:cubicBezTo>
                <a:cubicBezTo>
                  <a:pt x="3" y="198"/>
                  <a:pt x="3" y="198"/>
                  <a:pt x="3" y="198"/>
                </a:cubicBezTo>
                <a:cubicBezTo>
                  <a:pt x="3" y="198"/>
                  <a:pt x="3" y="198"/>
                  <a:pt x="3" y="198"/>
                </a:cubicBezTo>
                <a:close/>
                <a:moveTo>
                  <a:pt x="2" y="202"/>
                </a:moveTo>
                <a:cubicBezTo>
                  <a:pt x="2" y="202"/>
                  <a:pt x="2" y="202"/>
                  <a:pt x="2" y="202"/>
                </a:cubicBezTo>
                <a:cubicBezTo>
                  <a:pt x="2" y="202"/>
                  <a:pt x="2" y="202"/>
                  <a:pt x="2" y="202"/>
                </a:cubicBezTo>
                <a:cubicBezTo>
                  <a:pt x="2" y="202"/>
                  <a:pt x="2" y="202"/>
                  <a:pt x="2" y="202"/>
                </a:cubicBezTo>
                <a:cubicBezTo>
                  <a:pt x="2" y="202"/>
                  <a:pt x="2" y="202"/>
                  <a:pt x="2" y="202"/>
                </a:cubicBezTo>
                <a:close/>
                <a:moveTo>
                  <a:pt x="3" y="201"/>
                </a:moveTo>
                <a:cubicBezTo>
                  <a:pt x="3" y="201"/>
                  <a:pt x="3" y="201"/>
                  <a:pt x="3" y="201"/>
                </a:cubicBezTo>
                <a:cubicBezTo>
                  <a:pt x="3" y="201"/>
                  <a:pt x="3" y="201"/>
                  <a:pt x="3" y="201"/>
                </a:cubicBezTo>
                <a:close/>
                <a:moveTo>
                  <a:pt x="2" y="202"/>
                </a:moveTo>
                <a:cubicBezTo>
                  <a:pt x="2" y="202"/>
                  <a:pt x="2" y="202"/>
                  <a:pt x="2" y="202"/>
                </a:cubicBezTo>
                <a:cubicBezTo>
                  <a:pt x="2" y="202"/>
                  <a:pt x="2" y="202"/>
                  <a:pt x="2" y="202"/>
                </a:cubicBezTo>
                <a:cubicBezTo>
                  <a:pt x="2" y="202"/>
                  <a:pt x="2" y="202"/>
                  <a:pt x="2" y="202"/>
                </a:cubicBezTo>
                <a:cubicBezTo>
                  <a:pt x="2" y="202"/>
                  <a:pt x="2" y="202"/>
                  <a:pt x="2" y="202"/>
                </a:cubicBezTo>
                <a:close/>
                <a:moveTo>
                  <a:pt x="2" y="203"/>
                </a:moveTo>
                <a:cubicBezTo>
                  <a:pt x="2" y="203"/>
                  <a:pt x="2" y="203"/>
                  <a:pt x="2" y="203"/>
                </a:cubicBezTo>
                <a:cubicBezTo>
                  <a:pt x="2" y="203"/>
                  <a:pt x="2" y="203"/>
                  <a:pt x="2" y="203"/>
                </a:cubicBezTo>
                <a:cubicBezTo>
                  <a:pt x="2" y="203"/>
                  <a:pt x="2" y="203"/>
                  <a:pt x="2" y="203"/>
                </a:cubicBezTo>
                <a:cubicBezTo>
                  <a:pt x="2" y="203"/>
                  <a:pt x="2" y="203"/>
                  <a:pt x="2" y="203"/>
                </a:cubicBezTo>
                <a:cubicBezTo>
                  <a:pt x="2" y="203"/>
                  <a:pt x="2" y="203"/>
                  <a:pt x="2" y="203"/>
                </a:cubicBezTo>
                <a:close/>
                <a:moveTo>
                  <a:pt x="42" y="136"/>
                </a:moveTo>
                <a:cubicBezTo>
                  <a:pt x="41" y="136"/>
                  <a:pt x="41" y="136"/>
                  <a:pt x="41" y="136"/>
                </a:cubicBezTo>
                <a:cubicBezTo>
                  <a:pt x="41" y="136"/>
                  <a:pt x="41" y="136"/>
                  <a:pt x="42" y="136"/>
                </a:cubicBezTo>
                <a:close/>
                <a:moveTo>
                  <a:pt x="43" y="135"/>
                </a:moveTo>
                <a:cubicBezTo>
                  <a:pt x="43" y="135"/>
                  <a:pt x="43" y="135"/>
                  <a:pt x="43" y="135"/>
                </a:cubicBezTo>
                <a:cubicBezTo>
                  <a:pt x="43" y="135"/>
                  <a:pt x="42" y="135"/>
                  <a:pt x="42" y="135"/>
                </a:cubicBezTo>
                <a:cubicBezTo>
                  <a:pt x="42" y="135"/>
                  <a:pt x="42" y="135"/>
                  <a:pt x="42" y="136"/>
                </a:cubicBezTo>
                <a:cubicBezTo>
                  <a:pt x="42" y="136"/>
                  <a:pt x="43" y="136"/>
                  <a:pt x="43" y="136"/>
                </a:cubicBezTo>
                <a:cubicBezTo>
                  <a:pt x="43" y="135"/>
                  <a:pt x="43" y="135"/>
                  <a:pt x="44" y="136"/>
                </a:cubicBezTo>
                <a:cubicBezTo>
                  <a:pt x="44" y="135"/>
                  <a:pt x="44" y="135"/>
                  <a:pt x="44" y="135"/>
                </a:cubicBezTo>
                <a:cubicBezTo>
                  <a:pt x="44" y="135"/>
                  <a:pt x="45" y="135"/>
                  <a:pt x="45" y="135"/>
                </a:cubicBezTo>
                <a:cubicBezTo>
                  <a:pt x="45" y="135"/>
                  <a:pt x="44" y="135"/>
                  <a:pt x="44" y="135"/>
                </a:cubicBezTo>
                <a:cubicBezTo>
                  <a:pt x="44" y="135"/>
                  <a:pt x="44" y="135"/>
                  <a:pt x="44" y="135"/>
                </a:cubicBezTo>
                <a:cubicBezTo>
                  <a:pt x="44" y="135"/>
                  <a:pt x="43" y="135"/>
                  <a:pt x="43" y="135"/>
                </a:cubicBezTo>
                <a:close/>
                <a:moveTo>
                  <a:pt x="39" y="135"/>
                </a:moveTo>
                <a:cubicBezTo>
                  <a:pt x="39" y="135"/>
                  <a:pt x="39" y="135"/>
                  <a:pt x="39" y="135"/>
                </a:cubicBezTo>
                <a:cubicBezTo>
                  <a:pt x="39" y="135"/>
                  <a:pt x="39" y="135"/>
                  <a:pt x="39" y="135"/>
                </a:cubicBezTo>
                <a:close/>
                <a:moveTo>
                  <a:pt x="40" y="137"/>
                </a:moveTo>
                <a:cubicBezTo>
                  <a:pt x="40" y="137"/>
                  <a:pt x="40" y="137"/>
                  <a:pt x="40" y="137"/>
                </a:cubicBezTo>
                <a:cubicBezTo>
                  <a:pt x="40" y="137"/>
                  <a:pt x="40" y="137"/>
                  <a:pt x="40" y="137"/>
                </a:cubicBezTo>
                <a:cubicBezTo>
                  <a:pt x="40" y="137"/>
                  <a:pt x="40" y="137"/>
                  <a:pt x="40" y="137"/>
                </a:cubicBezTo>
                <a:cubicBezTo>
                  <a:pt x="40" y="137"/>
                  <a:pt x="40" y="137"/>
                  <a:pt x="40" y="137"/>
                </a:cubicBezTo>
                <a:close/>
                <a:moveTo>
                  <a:pt x="42" y="136"/>
                </a:moveTo>
                <a:cubicBezTo>
                  <a:pt x="42" y="137"/>
                  <a:pt x="43" y="137"/>
                  <a:pt x="43" y="137"/>
                </a:cubicBezTo>
                <a:cubicBezTo>
                  <a:pt x="43" y="136"/>
                  <a:pt x="43" y="136"/>
                  <a:pt x="42" y="136"/>
                </a:cubicBezTo>
                <a:close/>
                <a:moveTo>
                  <a:pt x="109" y="136"/>
                </a:moveTo>
                <a:cubicBezTo>
                  <a:pt x="108" y="136"/>
                  <a:pt x="108" y="136"/>
                  <a:pt x="108" y="136"/>
                </a:cubicBezTo>
                <a:cubicBezTo>
                  <a:pt x="108" y="136"/>
                  <a:pt x="109" y="136"/>
                  <a:pt x="109" y="136"/>
                </a:cubicBezTo>
                <a:cubicBezTo>
                  <a:pt x="109" y="136"/>
                  <a:pt x="109" y="136"/>
                  <a:pt x="109" y="136"/>
                </a:cubicBezTo>
                <a:cubicBezTo>
                  <a:pt x="109" y="136"/>
                  <a:pt x="109" y="136"/>
                  <a:pt x="109" y="136"/>
                </a:cubicBezTo>
                <a:close/>
                <a:moveTo>
                  <a:pt x="107" y="126"/>
                </a:moveTo>
                <a:cubicBezTo>
                  <a:pt x="106" y="126"/>
                  <a:pt x="106" y="126"/>
                  <a:pt x="106" y="126"/>
                </a:cubicBezTo>
                <a:cubicBezTo>
                  <a:pt x="106" y="127"/>
                  <a:pt x="107" y="127"/>
                  <a:pt x="107" y="127"/>
                </a:cubicBezTo>
                <a:cubicBezTo>
                  <a:pt x="107" y="127"/>
                  <a:pt x="107" y="127"/>
                  <a:pt x="107" y="127"/>
                </a:cubicBezTo>
                <a:cubicBezTo>
                  <a:pt x="107" y="126"/>
                  <a:pt x="107" y="126"/>
                  <a:pt x="107" y="126"/>
                </a:cubicBezTo>
                <a:close/>
                <a:moveTo>
                  <a:pt x="106" y="131"/>
                </a:moveTo>
                <a:cubicBezTo>
                  <a:pt x="106" y="130"/>
                  <a:pt x="106" y="130"/>
                  <a:pt x="106" y="130"/>
                </a:cubicBezTo>
                <a:cubicBezTo>
                  <a:pt x="105" y="130"/>
                  <a:pt x="105" y="130"/>
                  <a:pt x="106" y="131"/>
                </a:cubicBezTo>
                <a:close/>
                <a:moveTo>
                  <a:pt x="110" y="143"/>
                </a:moveTo>
                <a:cubicBezTo>
                  <a:pt x="110" y="143"/>
                  <a:pt x="110" y="144"/>
                  <a:pt x="110" y="144"/>
                </a:cubicBezTo>
                <a:cubicBezTo>
                  <a:pt x="110" y="144"/>
                  <a:pt x="110" y="144"/>
                  <a:pt x="110" y="144"/>
                </a:cubicBezTo>
                <a:cubicBezTo>
                  <a:pt x="110" y="145"/>
                  <a:pt x="110" y="145"/>
                  <a:pt x="111" y="144"/>
                </a:cubicBezTo>
                <a:cubicBezTo>
                  <a:pt x="111" y="144"/>
                  <a:pt x="111" y="144"/>
                  <a:pt x="111" y="144"/>
                </a:cubicBezTo>
                <a:cubicBezTo>
                  <a:pt x="111" y="144"/>
                  <a:pt x="110" y="144"/>
                  <a:pt x="110" y="143"/>
                </a:cubicBezTo>
                <a:close/>
                <a:moveTo>
                  <a:pt x="108" y="133"/>
                </a:moveTo>
                <a:cubicBezTo>
                  <a:pt x="108" y="133"/>
                  <a:pt x="108" y="133"/>
                  <a:pt x="107" y="134"/>
                </a:cubicBezTo>
                <a:cubicBezTo>
                  <a:pt x="107" y="134"/>
                  <a:pt x="108" y="134"/>
                  <a:pt x="108" y="134"/>
                </a:cubicBezTo>
                <a:cubicBezTo>
                  <a:pt x="108" y="134"/>
                  <a:pt x="108" y="134"/>
                  <a:pt x="108" y="134"/>
                </a:cubicBezTo>
                <a:cubicBezTo>
                  <a:pt x="108" y="133"/>
                  <a:pt x="108" y="133"/>
                  <a:pt x="108" y="133"/>
                </a:cubicBezTo>
                <a:close/>
                <a:moveTo>
                  <a:pt x="64" y="136"/>
                </a:moveTo>
                <a:cubicBezTo>
                  <a:pt x="64" y="136"/>
                  <a:pt x="64" y="136"/>
                  <a:pt x="64" y="136"/>
                </a:cubicBezTo>
                <a:cubicBezTo>
                  <a:pt x="65" y="135"/>
                  <a:pt x="65" y="135"/>
                  <a:pt x="64" y="135"/>
                </a:cubicBezTo>
                <a:cubicBezTo>
                  <a:pt x="64" y="134"/>
                  <a:pt x="64" y="134"/>
                  <a:pt x="64" y="134"/>
                </a:cubicBezTo>
                <a:cubicBezTo>
                  <a:pt x="64" y="134"/>
                  <a:pt x="63" y="133"/>
                  <a:pt x="64" y="133"/>
                </a:cubicBezTo>
                <a:cubicBezTo>
                  <a:pt x="64" y="133"/>
                  <a:pt x="64" y="133"/>
                  <a:pt x="64" y="133"/>
                </a:cubicBezTo>
                <a:cubicBezTo>
                  <a:pt x="64" y="133"/>
                  <a:pt x="64" y="132"/>
                  <a:pt x="64" y="132"/>
                </a:cubicBezTo>
                <a:cubicBezTo>
                  <a:pt x="64" y="132"/>
                  <a:pt x="64" y="132"/>
                  <a:pt x="64" y="132"/>
                </a:cubicBezTo>
                <a:cubicBezTo>
                  <a:pt x="64" y="132"/>
                  <a:pt x="64" y="132"/>
                  <a:pt x="64" y="132"/>
                </a:cubicBezTo>
                <a:cubicBezTo>
                  <a:pt x="64" y="132"/>
                  <a:pt x="63" y="132"/>
                  <a:pt x="63" y="132"/>
                </a:cubicBezTo>
                <a:cubicBezTo>
                  <a:pt x="63" y="132"/>
                  <a:pt x="63" y="132"/>
                  <a:pt x="63" y="132"/>
                </a:cubicBezTo>
                <a:cubicBezTo>
                  <a:pt x="63" y="132"/>
                  <a:pt x="63" y="132"/>
                  <a:pt x="63" y="132"/>
                </a:cubicBezTo>
                <a:cubicBezTo>
                  <a:pt x="63" y="132"/>
                  <a:pt x="62" y="132"/>
                  <a:pt x="62" y="132"/>
                </a:cubicBezTo>
                <a:cubicBezTo>
                  <a:pt x="62" y="132"/>
                  <a:pt x="61" y="132"/>
                  <a:pt x="61" y="131"/>
                </a:cubicBezTo>
                <a:cubicBezTo>
                  <a:pt x="61" y="131"/>
                  <a:pt x="61" y="131"/>
                  <a:pt x="61" y="131"/>
                </a:cubicBezTo>
                <a:cubicBezTo>
                  <a:pt x="61" y="131"/>
                  <a:pt x="61" y="131"/>
                  <a:pt x="61" y="131"/>
                </a:cubicBezTo>
                <a:cubicBezTo>
                  <a:pt x="60" y="131"/>
                  <a:pt x="60" y="131"/>
                  <a:pt x="60" y="131"/>
                </a:cubicBezTo>
                <a:cubicBezTo>
                  <a:pt x="60" y="131"/>
                  <a:pt x="60" y="131"/>
                  <a:pt x="60" y="131"/>
                </a:cubicBezTo>
                <a:cubicBezTo>
                  <a:pt x="60" y="131"/>
                  <a:pt x="60" y="130"/>
                  <a:pt x="60" y="130"/>
                </a:cubicBezTo>
                <a:cubicBezTo>
                  <a:pt x="60" y="130"/>
                  <a:pt x="60" y="130"/>
                  <a:pt x="60" y="130"/>
                </a:cubicBezTo>
                <a:cubicBezTo>
                  <a:pt x="59" y="130"/>
                  <a:pt x="59" y="130"/>
                  <a:pt x="59" y="130"/>
                </a:cubicBezTo>
                <a:cubicBezTo>
                  <a:pt x="59" y="130"/>
                  <a:pt x="59" y="130"/>
                  <a:pt x="59" y="130"/>
                </a:cubicBezTo>
                <a:cubicBezTo>
                  <a:pt x="59" y="130"/>
                  <a:pt x="58" y="131"/>
                  <a:pt x="58" y="131"/>
                </a:cubicBezTo>
                <a:cubicBezTo>
                  <a:pt x="58" y="131"/>
                  <a:pt x="58" y="130"/>
                  <a:pt x="58" y="130"/>
                </a:cubicBezTo>
                <a:cubicBezTo>
                  <a:pt x="58" y="130"/>
                  <a:pt x="57" y="130"/>
                  <a:pt x="57" y="130"/>
                </a:cubicBezTo>
                <a:cubicBezTo>
                  <a:pt x="57" y="130"/>
                  <a:pt x="57" y="130"/>
                  <a:pt x="57" y="130"/>
                </a:cubicBezTo>
                <a:cubicBezTo>
                  <a:pt x="57" y="131"/>
                  <a:pt x="57" y="131"/>
                  <a:pt x="57" y="131"/>
                </a:cubicBezTo>
                <a:cubicBezTo>
                  <a:pt x="57" y="131"/>
                  <a:pt x="57" y="131"/>
                  <a:pt x="57" y="131"/>
                </a:cubicBezTo>
                <a:cubicBezTo>
                  <a:pt x="57" y="131"/>
                  <a:pt x="56" y="131"/>
                  <a:pt x="56" y="131"/>
                </a:cubicBezTo>
                <a:cubicBezTo>
                  <a:pt x="56" y="131"/>
                  <a:pt x="56" y="132"/>
                  <a:pt x="56" y="132"/>
                </a:cubicBezTo>
                <a:cubicBezTo>
                  <a:pt x="56" y="132"/>
                  <a:pt x="56" y="132"/>
                  <a:pt x="55" y="132"/>
                </a:cubicBezTo>
                <a:cubicBezTo>
                  <a:pt x="55" y="132"/>
                  <a:pt x="55" y="132"/>
                  <a:pt x="55" y="132"/>
                </a:cubicBezTo>
                <a:cubicBezTo>
                  <a:pt x="55" y="131"/>
                  <a:pt x="54" y="132"/>
                  <a:pt x="54" y="132"/>
                </a:cubicBezTo>
                <a:cubicBezTo>
                  <a:pt x="54" y="132"/>
                  <a:pt x="55" y="132"/>
                  <a:pt x="55" y="132"/>
                </a:cubicBezTo>
                <a:cubicBezTo>
                  <a:pt x="55" y="132"/>
                  <a:pt x="55" y="132"/>
                  <a:pt x="55" y="132"/>
                </a:cubicBezTo>
                <a:cubicBezTo>
                  <a:pt x="55" y="132"/>
                  <a:pt x="55" y="133"/>
                  <a:pt x="55" y="133"/>
                </a:cubicBezTo>
                <a:cubicBezTo>
                  <a:pt x="55" y="133"/>
                  <a:pt x="55" y="133"/>
                  <a:pt x="55" y="134"/>
                </a:cubicBezTo>
                <a:cubicBezTo>
                  <a:pt x="55" y="134"/>
                  <a:pt x="55" y="134"/>
                  <a:pt x="55" y="134"/>
                </a:cubicBezTo>
                <a:cubicBezTo>
                  <a:pt x="55" y="134"/>
                  <a:pt x="55" y="134"/>
                  <a:pt x="55" y="134"/>
                </a:cubicBezTo>
                <a:cubicBezTo>
                  <a:pt x="55" y="134"/>
                  <a:pt x="54" y="135"/>
                  <a:pt x="54" y="135"/>
                </a:cubicBezTo>
                <a:cubicBezTo>
                  <a:pt x="54" y="135"/>
                  <a:pt x="54" y="135"/>
                  <a:pt x="54" y="135"/>
                </a:cubicBezTo>
                <a:cubicBezTo>
                  <a:pt x="54" y="135"/>
                  <a:pt x="53" y="134"/>
                  <a:pt x="53" y="134"/>
                </a:cubicBezTo>
                <a:cubicBezTo>
                  <a:pt x="52" y="134"/>
                  <a:pt x="52" y="135"/>
                  <a:pt x="52" y="135"/>
                </a:cubicBezTo>
                <a:cubicBezTo>
                  <a:pt x="52" y="135"/>
                  <a:pt x="52" y="135"/>
                  <a:pt x="52" y="135"/>
                </a:cubicBezTo>
                <a:cubicBezTo>
                  <a:pt x="51" y="135"/>
                  <a:pt x="51" y="135"/>
                  <a:pt x="51" y="135"/>
                </a:cubicBezTo>
                <a:cubicBezTo>
                  <a:pt x="51" y="135"/>
                  <a:pt x="50" y="135"/>
                  <a:pt x="50" y="135"/>
                </a:cubicBezTo>
                <a:cubicBezTo>
                  <a:pt x="50" y="135"/>
                  <a:pt x="50" y="135"/>
                  <a:pt x="50" y="135"/>
                </a:cubicBezTo>
                <a:cubicBezTo>
                  <a:pt x="50" y="135"/>
                  <a:pt x="50" y="134"/>
                  <a:pt x="50" y="134"/>
                </a:cubicBezTo>
                <a:cubicBezTo>
                  <a:pt x="50" y="134"/>
                  <a:pt x="50" y="134"/>
                  <a:pt x="50" y="134"/>
                </a:cubicBezTo>
                <a:cubicBezTo>
                  <a:pt x="49" y="134"/>
                  <a:pt x="49" y="134"/>
                  <a:pt x="49" y="133"/>
                </a:cubicBezTo>
                <a:cubicBezTo>
                  <a:pt x="49" y="133"/>
                  <a:pt x="49" y="133"/>
                  <a:pt x="49" y="133"/>
                </a:cubicBezTo>
                <a:cubicBezTo>
                  <a:pt x="49" y="133"/>
                  <a:pt x="49" y="133"/>
                  <a:pt x="49" y="133"/>
                </a:cubicBezTo>
                <a:cubicBezTo>
                  <a:pt x="49" y="133"/>
                  <a:pt x="49" y="133"/>
                  <a:pt x="49" y="133"/>
                </a:cubicBezTo>
                <a:cubicBezTo>
                  <a:pt x="49" y="133"/>
                  <a:pt x="49" y="133"/>
                  <a:pt x="49" y="133"/>
                </a:cubicBezTo>
                <a:cubicBezTo>
                  <a:pt x="49" y="133"/>
                  <a:pt x="49" y="134"/>
                  <a:pt x="48" y="134"/>
                </a:cubicBezTo>
                <a:cubicBezTo>
                  <a:pt x="48" y="134"/>
                  <a:pt x="47" y="135"/>
                  <a:pt x="47" y="135"/>
                </a:cubicBezTo>
                <a:cubicBezTo>
                  <a:pt x="47" y="135"/>
                  <a:pt x="47" y="136"/>
                  <a:pt x="47" y="136"/>
                </a:cubicBezTo>
                <a:cubicBezTo>
                  <a:pt x="47" y="136"/>
                  <a:pt x="47" y="137"/>
                  <a:pt x="47" y="137"/>
                </a:cubicBezTo>
                <a:cubicBezTo>
                  <a:pt x="47" y="137"/>
                  <a:pt x="47" y="137"/>
                  <a:pt x="47" y="137"/>
                </a:cubicBezTo>
                <a:cubicBezTo>
                  <a:pt x="47" y="137"/>
                  <a:pt x="47" y="137"/>
                  <a:pt x="47" y="137"/>
                </a:cubicBezTo>
                <a:cubicBezTo>
                  <a:pt x="46" y="138"/>
                  <a:pt x="46" y="138"/>
                  <a:pt x="45" y="138"/>
                </a:cubicBezTo>
                <a:cubicBezTo>
                  <a:pt x="45" y="138"/>
                  <a:pt x="45" y="139"/>
                  <a:pt x="44" y="139"/>
                </a:cubicBezTo>
                <a:cubicBezTo>
                  <a:pt x="44" y="139"/>
                  <a:pt x="44" y="139"/>
                  <a:pt x="44" y="139"/>
                </a:cubicBezTo>
                <a:cubicBezTo>
                  <a:pt x="43" y="140"/>
                  <a:pt x="43" y="140"/>
                  <a:pt x="42" y="141"/>
                </a:cubicBezTo>
                <a:cubicBezTo>
                  <a:pt x="42" y="141"/>
                  <a:pt x="41" y="141"/>
                  <a:pt x="41" y="141"/>
                </a:cubicBezTo>
                <a:cubicBezTo>
                  <a:pt x="41" y="141"/>
                  <a:pt x="42" y="141"/>
                  <a:pt x="42" y="141"/>
                </a:cubicBezTo>
                <a:cubicBezTo>
                  <a:pt x="42" y="141"/>
                  <a:pt x="42" y="141"/>
                  <a:pt x="42" y="141"/>
                </a:cubicBezTo>
                <a:cubicBezTo>
                  <a:pt x="42" y="140"/>
                  <a:pt x="43" y="141"/>
                  <a:pt x="43" y="140"/>
                </a:cubicBezTo>
                <a:cubicBezTo>
                  <a:pt x="43" y="140"/>
                  <a:pt x="44" y="140"/>
                  <a:pt x="44" y="140"/>
                </a:cubicBezTo>
                <a:cubicBezTo>
                  <a:pt x="44" y="140"/>
                  <a:pt x="44" y="140"/>
                  <a:pt x="44" y="141"/>
                </a:cubicBezTo>
                <a:cubicBezTo>
                  <a:pt x="44" y="141"/>
                  <a:pt x="44" y="141"/>
                  <a:pt x="44" y="141"/>
                </a:cubicBezTo>
                <a:cubicBezTo>
                  <a:pt x="44" y="141"/>
                  <a:pt x="44" y="141"/>
                  <a:pt x="44" y="141"/>
                </a:cubicBezTo>
                <a:cubicBezTo>
                  <a:pt x="44" y="141"/>
                  <a:pt x="44" y="142"/>
                  <a:pt x="44" y="142"/>
                </a:cubicBezTo>
                <a:cubicBezTo>
                  <a:pt x="44" y="142"/>
                  <a:pt x="44" y="142"/>
                  <a:pt x="44" y="142"/>
                </a:cubicBezTo>
                <a:cubicBezTo>
                  <a:pt x="45" y="142"/>
                  <a:pt x="45" y="142"/>
                  <a:pt x="45" y="142"/>
                </a:cubicBezTo>
                <a:cubicBezTo>
                  <a:pt x="45" y="142"/>
                  <a:pt x="45" y="142"/>
                  <a:pt x="45" y="142"/>
                </a:cubicBezTo>
                <a:cubicBezTo>
                  <a:pt x="45" y="142"/>
                  <a:pt x="45" y="142"/>
                  <a:pt x="45" y="142"/>
                </a:cubicBezTo>
                <a:cubicBezTo>
                  <a:pt x="45" y="142"/>
                  <a:pt x="45" y="142"/>
                  <a:pt x="45" y="142"/>
                </a:cubicBezTo>
                <a:cubicBezTo>
                  <a:pt x="45" y="142"/>
                  <a:pt x="45" y="142"/>
                  <a:pt x="45" y="142"/>
                </a:cubicBezTo>
                <a:cubicBezTo>
                  <a:pt x="45" y="142"/>
                  <a:pt x="44" y="142"/>
                  <a:pt x="45" y="142"/>
                </a:cubicBezTo>
                <a:cubicBezTo>
                  <a:pt x="45" y="142"/>
                  <a:pt x="45" y="143"/>
                  <a:pt x="45" y="143"/>
                </a:cubicBezTo>
                <a:cubicBezTo>
                  <a:pt x="45" y="143"/>
                  <a:pt x="45" y="143"/>
                  <a:pt x="45" y="143"/>
                </a:cubicBezTo>
                <a:cubicBezTo>
                  <a:pt x="45" y="143"/>
                  <a:pt x="45" y="143"/>
                  <a:pt x="45" y="143"/>
                </a:cubicBezTo>
                <a:cubicBezTo>
                  <a:pt x="45" y="143"/>
                  <a:pt x="45" y="143"/>
                  <a:pt x="45" y="143"/>
                </a:cubicBezTo>
                <a:cubicBezTo>
                  <a:pt x="44" y="144"/>
                  <a:pt x="45" y="144"/>
                  <a:pt x="45" y="144"/>
                </a:cubicBezTo>
                <a:cubicBezTo>
                  <a:pt x="45" y="144"/>
                  <a:pt x="45" y="144"/>
                  <a:pt x="45" y="144"/>
                </a:cubicBezTo>
                <a:cubicBezTo>
                  <a:pt x="45" y="144"/>
                  <a:pt x="45" y="144"/>
                  <a:pt x="45" y="144"/>
                </a:cubicBezTo>
                <a:cubicBezTo>
                  <a:pt x="45" y="144"/>
                  <a:pt x="45" y="144"/>
                  <a:pt x="45" y="144"/>
                </a:cubicBezTo>
                <a:cubicBezTo>
                  <a:pt x="45" y="144"/>
                  <a:pt x="45" y="144"/>
                  <a:pt x="45" y="144"/>
                </a:cubicBezTo>
                <a:cubicBezTo>
                  <a:pt x="45" y="144"/>
                  <a:pt x="45" y="144"/>
                  <a:pt x="45" y="144"/>
                </a:cubicBezTo>
                <a:cubicBezTo>
                  <a:pt x="45" y="144"/>
                  <a:pt x="44" y="144"/>
                  <a:pt x="44" y="144"/>
                </a:cubicBezTo>
                <a:cubicBezTo>
                  <a:pt x="44" y="145"/>
                  <a:pt x="45" y="145"/>
                  <a:pt x="45" y="145"/>
                </a:cubicBezTo>
                <a:cubicBezTo>
                  <a:pt x="45" y="145"/>
                  <a:pt x="45" y="145"/>
                  <a:pt x="45" y="145"/>
                </a:cubicBezTo>
                <a:cubicBezTo>
                  <a:pt x="45" y="145"/>
                  <a:pt x="45" y="145"/>
                  <a:pt x="45" y="145"/>
                </a:cubicBezTo>
                <a:cubicBezTo>
                  <a:pt x="45" y="145"/>
                  <a:pt x="45" y="146"/>
                  <a:pt x="45" y="146"/>
                </a:cubicBezTo>
                <a:cubicBezTo>
                  <a:pt x="45" y="146"/>
                  <a:pt x="45" y="146"/>
                  <a:pt x="45" y="146"/>
                </a:cubicBezTo>
                <a:cubicBezTo>
                  <a:pt x="45" y="146"/>
                  <a:pt x="45" y="146"/>
                  <a:pt x="45" y="146"/>
                </a:cubicBezTo>
                <a:cubicBezTo>
                  <a:pt x="45" y="146"/>
                  <a:pt x="45" y="146"/>
                  <a:pt x="45" y="146"/>
                </a:cubicBezTo>
                <a:cubicBezTo>
                  <a:pt x="45" y="146"/>
                  <a:pt x="46" y="146"/>
                  <a:pt x="46" y="146"/>
                </a:cubicBezTo>
                <a:cubicBezTo>
                  <a:pt x="46" y="146"/>
                  <a:pt x="46" y="146"/>
                  <a:pt x="46" y="146"/>
                </a:cubicBezTo>
                <a:cubicBezTo>
                  <a:pt x="46" y="146"/>
                  <a:pt x="46" y="146"/>
                  <a:pt x="46" y="146"/>
                </a:cubicBezTo>
                <a:cubicBezTo>
                  <a:pt x="46" y="146"/>
                  <a:pt x="46" y="146"/>
                  <a:pt x="46" y="146"/>
                </a:cubicBezTo>
                <a:cubicBezTo>
                  <a:pt x="46" y="146"/>
                  <a:pt x="46" y="146"/>
                  <a:pt x="46" y="146"/>
                </a:cubicBezTo>
                <a:cubicBezTo>
                  <a:pt x="46" y="146"/>
                  <a:pt x="47" y="146"/>
                  <a:pt x="47" y="146"/>
                </a:cubicBezTo>
                <a:cubicBezTo>
                  <a:pt x="47" y="146"/>
                  <a:pt x="47" y="146"/>
                  <a:pt x="47" y="146"/>
                </a:cubicBezTo>
                <a:cubicBezTo>
                  <a:pt x="47" y="146"/>
                  <a:pt x="47" y="146"/>
                  <a:pt x="47" y="146"/>
                </a:cubicBezTo>
                <a:cubicBezTo>
                  <a:pt x="46" y="147"/>
                  <a:pt x="46" y="147"/>
                  <a:pt x="46" y="148"/>
                </a:cubicBezTo>
                <a:cubicBezTo>
                  <a:pt x="46" y="148"/>
                  <a:pt x="47" y="147"/>
                  <a:pt x="47" y="147"/>
                </a:cubicBezTo>
                <a:cubicBezTo>
                  <a:pt x="47" y="147"/>
                  <a:pt x="47" y="147"/>
                  <a:pt x="47" y="147"/>
                </a:cubicBezTo>
                <a:cubicBezTo>
                  <a:pt x="47" y="148"/>
                  <a:pt x="48" y="148"/>
                  <a:pt x="48" y="147"/>
                </a:cubicBezTo>
                <a:cubicBezTo>
                  <a:pt x="49" y="147"/>
                  <a:pt x="49" y="147"/>
                  <a:pt x="49" y="148"/>
                </a:cubicBezTo>
                <a:cubicBezTo>
                  <a:pt x="49" y="148"/>
                  <a:pt x="49" y="148"/>
                  <a:pt x="50" y="148"/>
                </a:cubicBezTo>
                <a:cubicBezTo>
                  <a:pt x="50" y="148"/>
                  <a:pt x="50" y="147"/>
                  <a:pt x="49" y="147"/>
                </a:cubicBezTo>
                <a:cubicBezTo>
                  <a:pt x="49" y="147"/>
                  <a:pt x="49" y="147"/>
                  <a:pt x="49" y="147"/>
                </a:cubicBezTo>
                <a:cubicBezTo>
                  <a:pt x="49" y="146"/>
                  <a:pt x="50" y="146"/>
                  <a:pt x="50" y="146"/>
                </a:cubicBezTo>
                <a:cubicBezTo>
                  <a:pt x="49" y="146"/>
                  <a:pt x="50" y="145"/>
                  <a:pt x="50" y="145"/>
                </a:cubicBezTo>
                <a:cubicBezTo>
                  <a:pt x="50" y="145"/>
                  <a:pt x="50" y="145"/>
                  <a:pt x="50" y="145"/>
                </a:cubicBezTo>
                <a:cubicBezTo>
                  <a:pt x="50" y="145"/>
                  <a:pt x="50" y="145"/>
                  <a:pt x="50" y="145"/>
                </a:cubicBezTo>
                <a:cubicBezTo>
                  <a:pt x="50" y="145"/>
                  <a:pt x="50" y="145"/>
                  <a:pt x="50" y="145"/>
                </a:cubicBezTo>
                <a:cubicBezTo>
                  <a:pt x="50" y="145"/>
                  <a:pt x="50" y="144"/>
                  <a:pt x="50" y="144"/>
                </a:cubicBezTo>
                <a:cubicBezTo>
                  <a:pt x="51" y="144"/>
                  <a:pt x="51" y="144"/>
                  <a:pt x="51" y="144"/>
                </a:cubicBezTo>
                <a:cubicBezTo>
                  <a:pt x="51" y="144"/>
                  <a:pt x="51" y="143"/>
                  <a:pt x="51" y="143"/>
                </a:cubicBezTo>
                <a:cubicBezTo>
                  <a:pt x="52" y="143"/>
                  <a:pt x="52" y="142"/>
                  <a:pt x="52" y="142"/>
                </a:cubicBezTo>
                <a:cubicBezTo>
                  <a:pt x="52" y="141"/>
                  <a:pt x="52" y="141"/>
                  <a:pt x="52" y="141"/>
                </a:cubicBezTo>
                <a:cubicBezTo>
                  <a:pt x="52" y="141"/>
                  <a:pt x="52" y="141"/>
                  <a:pt x="52" y="141"/>
                </a:cubicBezTo>
                <a:cubicBezTo>
                  <a:pt x="52" y="141"/>
                  <a:pt x="53" y="141"/>
                  <a:pt x="53" y="141"/>
                </a:cubicBezTo>
                <a:cubicBezTo>
                  <a:pt x="53" y="141"/>
                  <a:pt x="53" y="141"/>
                  <a:pt x="53" y="141"/>
                </a:cubicBezTo>
                <a:cubicBezTo>
                  <a:pt x="53" y="140"/>
                  <a:pt x="54" y="140"/>
                  <a:pt x="54" y="140"/>
                </a:cubicBezTo>
                <a:cubicBezTo>
                  <a:pt x="54" y="140"/>
                  <a:pt x="54" y="140"/>
                  <a:pt x="54" y="140"/>
                </a:cubicBezTo>
                <a:cubicBezTo>
                  <a:pt x="54" y="140"/>
                  <a:pt x="54" y="140"/>
                  <a:pt x="54" y="140"/>
                </a:cubicBezTo>
                <a:cubicBezTo>
                  <a:pt x="55" y="140"/>
                  <a:pt x="55" y="140"/>
                  <a:pt x="55" y="140"/>
                </a:cubicBezTo>
                <a:cubicBezTo>
                  <a:pt x="55" y="140"/>
                  <a:pt x="55" y="139"/>
                  <a:pt x="56" y="139"/>
                </a:cubicBezTo>
                <a:cubicBezTo>
                  <a:pt x="56" y="140"/>
                  <a:pt x="57" y="140"/>
                  <a:pt x="57" y="140"/>
                </a:cubicBezTo>
                <a:cubicBezTo>
                  <a:pt x="57" y="140"/>
                  <a:pt x="57" y="140"/>
                  <a:pt x="57" y="140"/>
                </a:cubicBezTo>
                <a:cubicBezTo>
                  <a:pt x="57" y="140"/>
                  <a:pt x="58" y="140"/>
                  <a:pt x="58" y="140"/>
                </a:cubicBezTo>
                <a:cubicBezTo>
                  <a:pt x="58" y="141"/>
                  <a:pt x="59" y="141"/>
                  <a:pt x="59" y="142"/>
                </a:cubicBezTo>
                <a:cubicBezTo>
                  <a:pt x="60" y="142"/>
                  <a:pt x="60" y="142"/>
                  <a:pt x="60" y="142"/>
                </a:cubicBezTo>
                <a:cubicBezTo>
                  <a:pt x="60" y="142"/>
                  <a:pt x="60" y="142"/>
                  <a:pt x="60" y="143"/>
                </a:cubicBezTo>
                <a:cubicBezTo>
                  <a:pt x="60" y="142"/>
                  <a:pt x="60" y="142"/>
                  <a:pt x="60" y="142"/>
                </a:cubicBezTo>
                <a:cubicBezTo>
                  <a:pt x="60" y="141"/>
                  <a:pt x="60" y="141"/>
                  <a:pt x="61" y="140"/>
                </a:cubicBezTo>
                <a:cubicBezTo>
                  <a:pt x="61" y="140"/>
                  <a:pt x="61" y="140"/>
                  <a:pt x="61" y="139"/>
                </a:cubicBezTo>
                <a:cubicBezTo>
                  <a:pt x="61" y="139"/>
                  <a:pt x="61" y="139"/>
                  <a:pt x="61" y="139"/>
                </a:cubicBezTo>
                <a:cubicBezTo>
                  <a:pt x="61" y="139"/>
                  <a:pt x="61" y="139"/>
                  <a:pt x="62" y="139"/>
                </a:cubicBezTo>
                <a:cubicBezTo>
                  <a:pt x="62" y="139"/>
                  <a:pt x="62" y="139"/>
                  <a:pt x="62" y="138"/>
                </a:cubicBezTo>
                <a:cubicBezTo>
                  <a:pt x="62" y="138"/>
                  <a:pt x="62" y="138"/>
                  <a:pt x="62" y="138"/>
                </a:cubicBezTo>
                <a:cubicBezTo>
                  <a:pt x="63" y="138"/>
                  <a:pt x="63" y="137"/>
                  <a:pt x="63" y="137"/>
                </a:cubicBezTo>
                <a:cubicBezTo>
                  <a:pt x="63" y="137"/>
                  <a:pt x="63" y="137"/>
                  <a:pt x="63" y="137"/>
                </a:cubicBezTo>
                <a:cubicBezTo>
                  <a:pt x="63" y="137"/>
                  <a:pt x="64" y="137"/>
                  <a:pt x="64" y="137"/>
                </a:cubicBezTo>
                <a:cubicBezTo>
                  <a:pt x="64" y="137"/>
                  <a:pt x="64" y="137"/>
                  <a:pt x="65" y="136"/>
                </a:cubicBezTo>
                <a:cubicBezTo>
                  <a:pt x="65" y="136"/>
                  <a:pt x="65" y="136"/>
                  <a:pt x="65" y="136"/>
                </a:cubicBezTo>
                <a:cubicBezTo>
                  <a:pt x="65" y="136"/>
                  <a:pt x="65" y="136"/>
                  <a:pt x="64" y="136"/>
                </a:cubicBezTo>
                <a:close/>
                <a:moveTo>
                  <a:pt x="45" y="144"/>
                </a:moveTo>
                <a:cubicBezTo>
                  <a:pt x="45" y="144"/>
                  <a:pt x="45" y="144"/>
                  <a:pt x="45" y="144"/>
                </a:cubicBezTo>
                <a:cubicBezTo>
                  <a:pt x="45" y="144"/>
                  <a:pt x="45" y="144"/>
                  <a:pt x="45" y="144"/>
                </a:cubicBezTo>
                <a:cubicBezTo>
                  <a:pt x="45" y="144"/>
                  <a:pt x="45" y="144"/>
                  <a:pt x="45" y="144"/>
                </a:cubicBezTo>
                <a:close/>
                <a:moveTo>
                  <a:pt x="50" y="112"/>
                </a:moveTo>
                <a:cubicBezTo>
                  <a:pt x="50" y="112"/>
                  <a:pt x="50" y="112"/>
                  <a:pt x="50" y="112"/>
                </a:cubicBezTo>
                <a:cubicBezTo>
                  <a:pt x="50" y="111"/>
                  <a:pt x="50" y="111"/>
                  <a:pt x="50" y="111"/>
                </a:cubicBezTo>
                <a:cubicBezTo>
                  <a:pt x="50" y="111"/>
                  <a:pt x="50" y="111"/>
                  <a:pt x="49" y="111"/>
                </a:cubicBezTo>
                <a:cubicBezTo>
                  <a:pt x="49" y="112"/>
                  <a:pt x="49" y="112"/>
                  <a:pt x="49" y="112"/>
                </a:cubicBezTo>
                <a:cubicBezTo>
                  <a:pt x="49" y="112"/>
                  <a:pt x="50" y="111"/>
                  <a:pt x="50" y="112"/>
                </a:cubicBezTo>
                <a:close/>
                <a:moveTo>
                  <a:pt x="50" y="112"/>
                </a:moveTo>
                <a:cubicBezTo>
                  <a:pt x="50" y="112"/>
                  <a:pt x="50" y="112"/>
                  <a:pt x="50" y="112"/>
                </a:cubicBezTo>
                <a:cubicBezTo>
                  <a:pt x="50" y="112"/>
                  <a:pt x="51" y="112"/>
                  <a:pt x="51" y="112"/>
                </a:cubicBezTo>
                <a:cubicBezTo>
                  <a:pt x="51" y="111"/>
                  <a:pt x="51" y="111"/>
                  <a:pt x="50" y="111"/>
                </a:cubicBezTo>
                <a:cubicBezTo>
                  <a:pt x="50" y="111"/>
                  <a:pt x="50" y="111"/>
                  <a:pt x="50" y="112"/>
                </a:cubicBezTo>
                <a:close/>
                <a:moveTo>
                  <a:pt x="52" y="111"/>
                </a:moveTo>
                <a:cubicBezTo>
                  <a:pt x="53" y="111"/>
                  <a:pt x="53" y="110"/>
                  <a:pt x="53" y="110"/>
                </a:cubicBezTo>
                <a:cubicBezTo>
                  <a:pt x="53" y="109"/>
                  <a:pt x="52" y="109"/>
                  <a:pt x="52" y="109"/>
                </a:cubicBezTo>
                <a:cubicBezTo>
                  <a:pt x="52" y="109"/>
                  <a:pt x="51" y="109"/>
                  <a:pt x="51" y="110"/>
                </a:cubicBezTo>
                <a:cubicBezTo>
                  <a:pt x="51" y="110"/>
                  <a:pt x="52" y="111"/>
                  <a:pt x="52" y="111"/>
                </a:cubicBezTo>
                <a:close/>
                <a:moveTo>
                  <a:pt x="50" y="112"/>
                </a:moveTo>
                <a:cubicBezTo>
                  <a:pt x="50" y="112"/>
                  <a:pt x="50" y="112"/>
                  <a:pt x="50" y="112"/>
                </a:cubicBezTo>
                <a:cubicBezTo>
                  <a:pt x="50" y="112"/>
                  <a:pt x="50" y="112"/>
                  <a:pt x="50" y="112"/>
                </a:cubicBezTo>
                <a:close/>
                <a:moveTo>
                  <a:pt x="41" y="146"/>
                </a:moveTo>
                <a:cubicBezTo>
                  <a:pt x="41" y="146"/>
                  <a:pt x="41" y="146"/>
                  <a:pt x="41" y="146"/>
                </a:cubicBezTo>
                <a:cubicBezTo>
                  <a:pt x="40" y="146"/>
                  <a:pt x="40" y="145"/>
                  <a:pt x="40" y="145"/>
                </a:cubicBezTo>
                <a:cubicBezTo>
                  <a:pt x="40" y="144"/>
                  <a:pt x="40" y="145"/>
                  <a:pt x="40" y="145"/>
                </a:cubicBezTo>
                <a:cubicBezTo>
                  <a:pt x="40" y="145"/>
                  <a:pt x="41" y="145"/>
                  <a:pt x="41" y="144"/>
                </a:cubicBezTo>
                <a:cubicBezTo>
                  <a:pt x="41" y="144"/>
                  <a:pt x="40" y="144"/>
                  <a:pt x="40" y="144"/>
                </a:cubicBezTo>
                <a:cubicBezTo>
                  <a:pt x="40" y="144"/>
                  <a:pt x="40" y="144"/>
                  <a:pt x="39" y="144"/>
                </a:cubicBezTo>
                <a:cubicBezTo>
                  <a:pt x="39" y="144"/>
                  <a:pt x="39" y="144"/>
                  <a:pt x="39" y="144"/>
                </a:cubicBezTo>
                <a:cubicBezTo>
                  <a:pt x="39" y="144"/>
                  <a:pt x="40" y="144"/>
                  <a:pt x="40" y="144"/>
                </a:cubicBezTo>
                <a:cubicBezTo>
                  <a:pt x="39" y="144"/>
                  <a:pt x="39" y="144"/>
                  <a:pt x="39" y="144"/>
                </a:cubicBezTo>
                <a:cubicBezTo>
                  <a:pt x="39" y="144"/>
                  <a:pt x="39" y="144"/>
                  <a:pt x="39" y="144"/>
                </a:cubicBezTo>
                <a:cubicBezTo>
                  <a:pt x="39" y="143"/>
                  <a:pt x="39" y="143"/>
                  <a:pt x="40" y="142"/>
                </a:cubicBezTo>
                <a:cubicBezTo>
                  <a:pt x="39" y="142"/>
                  <a:pt x="39" y="143"/>
                  <a:pt x="38" y="142"/>
                </a:cubicBezTo>
                <a:cubicBezTo>
                  <a:pt x="38" y="142"/>
                  <a:pt x="37" y="142"/>
                  <a:pt x="37" y="142"/>
                </a:cubicBezTo>
                <a:cubicBezTo>
                  <a:pt x="37" y="142"/>
                  <a:pt x="36" y="142"/>
                  <a:pt x="36" y="142"/>
                </a:cubicBezTo>
                <a:cubicBezTo>
                  <a:pt x="36" y="142"/>
                  <a:pt x="36" y="142"/>
                  <a:pt x="36" y="142"/>
                </a:cubicBezTo>
                <a:cubicBezTo>
                  <a:pt x="36" y="142"/>
                  <a:pt x="36" y="141"/>
                  <a:pt x="36" y="141"/>
                </a:cubicBezTo>
                <a:cubicBezTo>
                  <a:pt x="36" y="141"/>
                  <a:pt x="36" y="141"/>
                  <a:pt x="36" y="141"/>
                </a:cubicBezTo>
                <a:cubicBezTo>
                  <a:pt x="37" y="141"/>
                  <a:pt x="37" y="141"/>
                  <a:pt x="37" y="141"/>
                </a:cubicBezTo>
                <a:cubicBezTo>
                  <a:pt x="37" y="141"/>
                  <a:pt x="37" y="141"/>
                  <a:pt x="37" y="141"/>
                </a:cubicBezTo>
                <a:cubicBezTo>
                  <a:pt x="37" y="141"/>
                  <a:pt x="37" y="141"/>
                  <a:pt x="38" y="141"/>
                </a:cubicBezTo>
                <a:cubicBezTo>
                  <a:pt x="38" y="141"/>
                  <a:pt x="38" y="140"/>
                  <a:pt x="38" y="140"/>
                </a:cubicBezTo>
                <a:cubicBezTo>
                  <a:pt x="38" y="139"/>
                  <a:pt x="38" y="139"/>
                  <a:pt x="37" y="138"/>
                </a:cubicBezTo>
                <a:cubicBezTo>
                  <a:pt x="37" y="138"/>
                  <a:pt x="36" y="138"/>
                  <a:pt x="36" y="138"/>
                </a:cubicBezTo>
                <a:cubicBezTo>
                  <a:pt x="36" y="139"/>
                  <a:pt x="35" y="139"/>
                  <a:pt x="35" y="139"/>
                </a:cubicBezTo>
                <a:cubicBezTo>
                  <a:pt x="34" y="139"/>
                  <a:pt x="34" y="139"/>
                  <a:pt x="34" y="139"/>
                </a:cubicBezTo>
                <a:cubicBezTo>
                  <a:pt x="34" y="139"/>
                  <a:pt x="33" y="138"/>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8"/>
                  <a:pt x="32" y="138"/>
                  <a:pt x="32" y="138"/>
                </a:cubicBezTo>
                <a:cubicBezTo>
                  <a:pt x="32" y="138"/>
                  <a:pt x="32" y="138"/>
                  <a:pt x="32" y="137"/>
                </a:cubicBezTo>
                <a:cubicBezTo>
                  <a:pt x="32" y="137"/>
                  <a:pt x="32" y="137"/>
                  <a:pt x="32" y="137"/>
                </a:cubicBezTo>
                <a:cubicBezTo>
                  <a:pt x="32" y="137"/>
                  <a:pt x="31" y="136"/>
                  <a:pt x="31" y="136"/>
                </a:cubicBezTo>
                <a:cubicBezTo>
                  <a:pt x="31" y="136"/>
                  <a:pt x="31" y="136"/>
                  <a:pt x="31" y="136"/>
                </a:cubicBezTo>
                <a:cubicBezTo>
                  <a:pt x="31" y="136"/>
                  <a:pt x="31" y="136"/>
                  <a:pt x="31" y="136"/>
                </a:cubicBezTo>
                <a:cubicBezTo>
                  <a:pt x="32" y="136"/>
                  <a:pt x="32" y="135"/>
                  <a:pt x="32" y="135"/>
                </a:cubicBezTo>
                <a:cubicBezTo>
                  <a:pt x="32" y="135"/>
                  <a:pt x="32" y="135"/>
                  <a:pt x="32" y="135"/>
                </a:cubicBezTo>
                <a:cubicBezTo>
                  <a:pt x="32" y="135"/>
                  <a:pt x="31" y="135"/>
                  <a:pt x="31" y="135"/>
                </a:cubicBezTo>
                <a:cubicBezTo>
                  <a:pt x="31" y="135"/>
                  <a:pt x="31" y="135"/>
                  <a:pt x="31" y="135"/>
                </a:cubicBezTo>
                <a:cubicBezTo>
                  <a:pt x="31" y="135"/>
                  <a:pt x="31" y="135"/>
                  <a:pt x="31" y="135"/>
                </a:cubicBezTo>
                <a:cubicBezTo>
                  <a:pt x="31" y="135"/>
                  <a:pt x="31" y="136"/>
                  <a:pt x="31" y="135"/>
                </a:cubicBezTo>
                <a:cubicBezTo>
                  <a:pt x="30" y="135"/>
                  <a:pt x="30" y="135"/>
                  <a:pt x="30" y="135"/>
                </a:cubicBezTo>
                <a:cubicBezTo>
                  <a:pt x="30" y="135"/>
                  <a:pt x="30" y="135"/>
                  <a:pt x="30" y="135"/>
                </a:cubicBezTo>
                <a:cubicBezTo>
                  <a:pt x="30" y="135"/>
                  <a:pt x="30" y="135"/>
                  <a:pt x="30" y="135"/>
                </a:cubicBezTo>
                <a:cubicBezTo>
                  <a:pt x="30" y="135"/>
                  <a:pt x="29" y="135"/>
                  <a:pt x="29" y="135"/>
                </a:cubicBezTo>
                <a:cubicBezTo>
                  <a:pt x="29" y="135"/>
                  <a:pt x="29" y="135"/>
                  <a:pt x="29" y="135"/>
                </a:cubicBezTo>
                <a:cubicBezTo>
                  <a:pt x="28" y="136"/>
                  <a:pt x="28" y="136"/>
                  <a:pt x="28" y="136"/>
                </a:cubicBezTo>
                <a:cubicBezTo>
                  <a:pt x="27" y="136"/>
                  <a:pt x="27" y="136"/>
                  <a:pt x="27" y="136"/>
                </a:cubicBezTo>
                <a:cubicBezTo>
                  <a:pt x="27" y="136"/>
                  <a:pt x="27" y="137"/>
                  <a:pt x="27" y="137"/>
                </a:cubicBezTo>
                <a:cubicBezTo>
                  <a:pt x="27" y="137"/>
                  <a:pt x="27" y="137"/>
                  <a:pt x="27" y="137"/>
                </a:cubicBezTo>
                <a:cubicBezTo>
                  <a:pt x="27" y="137"/>
                  <a:pt x="27" y="138"/>
                  <a:pt x="27" y="138"/>
                </a:cubicBezTo>
                <a:cubicBezTo>
                  <a:pt x="26" y="138"/>
                  <a:pt x="26" y="139"/>
                  <a:pt x="25" y="139"/>
                </a:cubicBezTo>
                <a:cubicBezTo>
                  <a:pt x="25" y="139"/>
                  <a:pt x="25" y="139"/>
                  <a:pt x="25" y="138"/>
                </a:cubicBezTo>
                <a:cubicBezTo>
                  <a:pt x="25" y="138"/>
                  <a:pt x="24" y="138"/>
                  <a:pt x="24" y="138"/>
                </a:cubicBezTo>
                <a:cubicBezTo>
                  <a:pt x="24" y="138"/>
                  <a:pt x="24" y="139"/>
                  <a:pt x="24" y="139"/>
                </a:cubicBezTo>
                <a:cubicBezTo>
                  <a:pt x="24" y="139"/>
                  <a:pt x="23" y="139"/>
                  <a:pt x="24" y="139"/>
                </a:cubicBezTo>
                <a:cubicBezTo>
                  <a:pt x="24" y="139"/>
                  <a:pt x="24" y="139"/>
                  <a:pt x="24" y="139"/>
                </a:cubicBezTo>
                <a:cubicBezTo>
                  <a:pt x="24" y="139"/>
                  <a:pt x="24" y="139"/>
                  <a:pt x="24" y="139"/>
                </a:cubicBezTo>
                <a:cubicBezTo>
                  <a:pt x="24" y="139"/>
                  <a:pt x="24" y="139"/>
                  <a:pt x="24" y="140"/>
                </a:cubicBezTo>
                <a:cubicBezTo>
                  <a:pt x="23" y="140"/>
                  <a:pt x="23" y="140"/>
                  <a:pt x="23" y="140"/>
                </a:cubicBezTo>
                <a:cubicBezTo>
                  <a:pt x="23" y="140"/>
                  <a:pt x="23" y="140"/>
                  <a:pt x="23" y="140"/>
                </a:cubicBezTo>
                <a:cubicBezTo>
                  <a:pt x="23" y="140"/>
                  <a:pt x="23" y="140"/>
                  <a:pt x="22" y="140"/>
                </a:cubicBezTo>
                <a:cubicBezTo>
                  <a:pt x="22" y="140"/>
                  <a:pt x="22" y="140"/>
                  <a:pt x="22" y="140"/>
                </a:cubicBezTo>
                <a:cubicBezTo>
                  <a:pt x="22" y="140"/>
                  <a:pt x="22" y="139"/>
                  <a:pt x="22" y="139"/>
                </a:cubicBezTo>
                <a:cubicBezTo>
                  <a:pt x="22" y="139"/>
                  <a:pt x="21" y="139"/>
                  <a:pt x="21" y="140"/>
                </a:cubicBezTo>
                <a:cubicBezTo>
                  <a:pt x="21" y="140"/>
                  <a:pt x="21" y="140"/>
                  <a:pt x="21" y="140"/>
                </a:cubicBezTo>
                <a:cubicBezTo>
                  <a:pt x="21" y="140"/>
                  <a:pt x="21" y="140"/>
                  <a:pt x="21" y="140"/>
                </a:cubicBezTo>
                <a:cubicBezTo>
                  <a:pt x="21" y="140"/>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2"/>
                  <a:pt x="21" y="142"/>
                </a:cubicBezTo>
                <a:cubicBezTo>
                  <a:pt x="21" y="142"/>
                  <a:pt x="21" y="142"/>
                  <a:pt x="21" y="142"/>
                </a:cubicBezTo>
                <a:cubicBezTo>
                  <a:pt x="21" y="141"/>
                  <a:pt x="21" y="141"/>
                  <a:pt x="21" y="141"/>
                </a:cubicBezTo>
                <a:cubicBezTo>
                  <a:pt x="21" y="141"/>
                  <a:pt x="21" y="141"/>
                  <a:pt x="21" y="141"/>
                </a:cubicBezTo>
                <a:cubicBezTo>
                  <a:pt x="21" y="141"/>
                  <a:pt x="21" y="141"/>
                  <a:pt x="21" y="141"/>
                </a:cubicBezTo>
                <a:cubicBezTo>
                  <a:pt x="20" y="141"/>
                  <a:pt x="20" y="141"/>
                  <a:pt x="19" y="141"/>
                </a:cubicBezTo>
                <a:cubicBezTo>
                  <a:pt x="19" y="141"/>
                  <a:pt x="19" y="141"/>
                  <a:pt x="19" y="141"/>
                </a:cubicBezTo>
                <a:cubicBezTo>
                  <a:pt x="19" y="142"/>
                  <a:pt x="19" y="142"/>
                  <a:pt x="19" y="142"/>
                </a:cubicBezTo>
                <a:cubicBezTo>
                  <a:pt x="19" y="143"/>
                  <a:pt x="19" y="143"/>
                  <a:pt x="19" y="143"/>
                </a:cubicBezTo>
                <a:cubicBezTo>
                  <a:pt x="19" y="143"/>
                  <a:pt x="20" y="143"/>
                  <a:pt x="20" y="143"/>
                </a:cubicBezTo>
                <a:cubicBezTo>
                  <a:pt x="20" y="144"/>
                  <a:pt x="20" y="144"/>
                  <a:pt x="20" y="144"/>
                </a:cubicBezTo>
                <a:cubicBezTo>
                  <a:pt x="20" y="144"/>
                  <a:pt x="20" y="144"/>
                  <a:pt x="20" y="144"/>
                </a:cubicBezTo>
                <a:cubicBezTo>
                  <a:pt x="20" y="144"/>
                  <a:pt x="20" y="144"/>
                  <a:pt x="20" y="144"/>
                </a:cubicBezTo>
                <a:cubicBezTo>
                  <a:pt x="20" y="144"/>
                  <a:pt x="20" y="145"/>
                  <a:pt x="21" y="145"/>
                </a:cubicBezTo>
                <a:cubicBezTo>
                  <a:pt x="21" y="145"/>
                  <a:pt x="21" y="145"/>
                  <a:pt x="21" y="145"/>
                </a:cubicBezTo>
                <a:cubicBezTo>
                  <a:pt x="21" y="145"/>
                  <a:pt x="21" y="145"/>
                  <a:pt x="21" y="145"/>
                </a:cubicBezTo>
                <a:cubicBezTo>
                  <a:pt x="21" y="145"/>
                  <a:pt x="21" y="145"/>
                  <a:pt x="21" y="145"/>
                </a:cubicBezTo>
                <a:cubicBezTo>
                  <a:pt x="21" y="145"/>
                  <a:pt x="22" y="145"/>
                  <a:pt x="22" y="145"/>
                </a:cubicBezTo>
                <a:cubicBezTo>
                  <a:pt x="22" y="145"/>
                  <a:pt x="22" y="145"/>
                  <a:pt x="22" y="145"/>
                </a:cubicBezTo>
                <a:cubicBezTo>
                  <a:pt x="22" y="145"/>
                  <a:pt x="22" y="145"/>
                  <a:pt x="22" y="145"/>
                </a:cubicBezTo>
                <a:cubicBezTo>
                  <a:pt x="22" y="145"/>
                  <a:pt x="22" y="146"/>
                  <a:pt x="22" y="146"/>
                </a:cubicBezTo>
                <a:cubicBezTo>
                  <a:pt x="22" y="146"/>
                  <a:pt x="22" y="146"/>
                  <a:pt x="22" y="146"/>
                </a:cubicBezTo>
                <a:cubicBezTo>
                  <a:pt x="22" y="146"/>
                  <a:pt x="22" y="146"/>
                  <a:pt x="22" y="146"/>
                </a:cubicBezTo>
                <a:cubicBezTo>
                  <a:pt x="22" y="146"/>
                  <a:pt x="22" y="146"/>
                  <a:pt x="22" y="146"/>
                </a:cubicBezTo>
                <a:cubicBezTo>
                  <a:pt x="22" y="147"/>
                  <a:pt x="22" y="147"/>
                  <a:pt x="22" y="147"/>
                </a:cubicBezTo>
                <a:cubicBezTo>
                  <a:pt x="22" y="147"/>
                  <a:pt x="22" y="147"/>
                  <a:pt x="22" y="147"/>
                </a:cubicBezTo>
                <a:cubicBezTo>
                  <a:pt x="22" y="146"/>
                  <a:pt x="21" y="146"/>
                  <a:pt x="21" y="147"/>
                </a:cubicBezTo>
                <a:cubicBezTo>
                  <a:pt x="21" y="147"/>
                  <a:pt x="21" y="147"/>
                  <a:pt x="21" y="147"/>
                </a:cubicBezTo>
                <a:cubicBezTo>
                  <a:pt x="21" y="147"/>
                  <a:pt x="21" y="147"/>
                  <a:pt x="21" y="147"/>
                </a:cubicBezTo>
                <a:cubicBezTo>
                  <a:pt x="21" y="147"/>
                  <a:pt x="21" y="147"/>
                  <a:pt x="21" y="146"/>
                </a:cubicBezTo>
                <a:cubicBezTo>
                  <a:pt x="21" y="146"/>
                  <a:pt x="21" y="146"/>
                  <a:pt x="21" y="146"/>
                </a:cubicBezTo>
                <a:cubicBezTo>
                  <a:pt x="21" y="146"/>
                  <a:pt x="21" y="146"/>
                  <a:pt x="21" y="146"/>
                </a:cubicBezTo>
                <a:cubicBezTo>
                  <a:pt x="21" y="146"/>
                  <a:pt x="21" y="146"/>
                  <a:pt x="21" y="146"/>
                </a:cubicBezTo>
                <a:cubicBezTo>
                  <a:pt x="21" y="146"/>
                  <a:pt x="21" y="146"/>
                  <a:pt x="21" y="146"/>
                </a:cubicBezTo>
                <a:cubicBezTo>
                  <a:pt x="21" y="146"/>
                  <a:pt x="21" y="146"/>
                  <a:pt x="21" y="146"/>
                </a:cubicBezTo>
                <a:cubicBezTo>
                  <a:pt x="21" y="146"/>
                  <a:pt x="21" y="146"/>
                  <a:pt x="21" y="146"/>
                </a:cubicBezTo>
                <a:cubicBezTo>
                  <a:pt x="21" y="146"/>
                  <a:pt x="21" y="145"/>
                  <a:pt x="21" y="145"/>
                </a:cubicBezTo>
                <a:cubicBezTo>
                  <a:pt x="21" y="145"/>
                  <a:pt x="21" y="145"/>
                  <a:pt x="21" y="145"/>
                </a:cubicBezTo>
                <a:cubicBezTo>
                  <a:pt x="21" y="145"/>
                  <a:pt x="20" y="145"/>
                  <a:pt x="20" y="145"/>
                </a:cubicBezTo>
                <a:cubicBezTo>
                  <a:pt x="20" y="145"/>
                  <a:pt x="20" y="145"/>
                  <a:pt x="20" y="145"/>
                </a:cubicBezTo>
                <a:cubicBezTo>
                  <a:pt x="20" y="145"/>
                  <a:pt x="20" y="145"/>
                  <a:pt x="20" y="145"/>
                </a:cubicBezTo>
                <a:cubicBezTo>
                  <a:pt x="20" y="145"/>
                  <a:pt x="20" y="145"/>
                  <a:pt x="20" y="145"/>
                </a:cubicBezTo>
                <a:cubicBezTo>
                  <a:pt x="20" y="144"/>
                  <a:pt x="20" y="144"/>
                  <a:pt x="20" y="144"/>
                </a:cubicBezTo>
                <a:cubicBezTo>
                  <a:pt x="20" y="144"/>
                  <a:pt x="20" y="145"/>
                  <a:pt x="20" y="145"/>
                </a:cubicBezTo>
                <a:cubicBezTo>
                  <a:pt x="19" y="145"/>
                  <a:pt x="20" y="147"/>
                  <a:pt x="20" y="147"/>
                </a:cubicBezTo>
                <a:cubicBezTo>
                  <a:pt x="21" y="147"/>
                  <a:pt x="21" y="147"/>
                  <a:pt x="21" y="148"/>
                </a:cubicBezTo>
                <a:cubicBezTo>
                  <a:pt x="21" y="148"/>
                  <a:pt x="21" y="148"/>
                  <a:pt x="21" y="148"/>
                </a:cubicBezTo>
                <a:cubicBezTo>
                  <a:pt x="21" y="148"/>
                  <a:pt x="21" y="148"/>
                  <a:pt x="21" y="148"/>
                </a:cubicBezTo>
                <a:cubicBezTo>
                  <a:pt x="21" y="148"/>
                  <a:pt x="21" y="148"/>
                  <a:pt x="21" y="148"/>
                </a:cubicBezTo>
                <a:cubicBezTo>
                  <a:pt x="21" y="149"/>
                  <a:pt x="21" y="149"/>
                  <a:pt x="20" y="150"/>
                </a:cubicBezTo>
                <a:cubicBezTo>
                  <a:pt x="21" y="149"/>
                  <a:pt x="22" y="149"/>
                  <a:pt x="22" y="148"/>
                </a:cubicBezTo>
                <a:cubicBezTo>
                  <a:pt x="22" y="148"/>
                  <a:pt x="22" y="148"/>
                  <a:pt x="22" y="148"/>
                </a:cubicBezTo>
                <a:cubicBezTo>
                  <a:pt x="22" y="148"/>
                  <a:pt x="22" y="148"/>
                  <a:pt x="23" y="148"/>
                </a:cubicBezTo>
                <a:cubicBezTo>
                  <a:pt x="23" y="148"/>
                  <a:pt x="23" y="148"/>
                  <a:pt x="23" y="148"/>
                </a:cubicBezTo>
                <a:cubicBezTo>
                  <a:pt x="23" y="147"/>
                  <a:pt x="24" y="147"/>
                  <a:pt x="24" y="147"/>
                </a:cubicBezTo>
                <a:cubicBezTo>
                  <a:pt x="24" y="147"/>
                  <a:pt x="24" y="148"/>
                  <a:pt x="24" y="148"/>
                </a:cubicBezTo>
                <a:cubicBezTo>
                  <a:pt x="24" y="148"/>
                  <a:pt x="24" y="148"/>
                  <a:pt x="24" y="148"/>
                </a:cubicBezTo>
                <a:cubicBezTo>
                  <a:pt x="24" y="148"/>
                  <a:pt x="24" y="149"/>
                  <a:pt x="24" y="149"/>
                </a:cubicBezTo>
                <a:cubicBezTo>
                  <a:pt x="24" y="149"/>
                  <a:pt x="24" y="149"/>
                  <a:pt x="24" y="149"/>
                </a:cubicBezTo>
                <a:cubicBezTo>
                  <a:pt x="24" y="149"/>
                  <a:pt x="25" y="149"/>
                  <a:pt x="25" y="149"/>
                </a:cubicBezTo>
                <a:cubicBezTo>
                  <a:pt x="25" y="149"/>
                  <a:pt x="25" y="149"/>
                  <a:pt x="25" y="149"/>
                </a:cubicBezTo>
                <a:cubicBezTo>
                  <a:pt x="26" y="149"/>
                  <a:pt x="26" y="148"/>
                  <a:pt x="26" y="148"/>
                </a:cubicBezTo>
                <a:cubicBezTo>
                  <a:pt x="26" y="148"/>
                  <a:pt x="26" y="148"/>
                  <a:pt x="26" y="148"/>
                </a:cubicBezTo>
                <a:cubicBezTo>
                  <a:pt x="26" y="147"/>
                  <a:pt x="26" y="146"/>
                  <a:pt x="25" y="146"/>
                </a:cubicBezTo>
                <a:cubicBezTo>
                  <a:pt x="25" y="146"/>
                  <a:pt x="25" y="146"/>
                  <a:pt x="24" y="147"/>
                </a:cubicBezTo>
                <a:cubicBezTo>
                  <a:pt x="24" y="147"/>
                  <a:pt x="24" y="147"/>
                  <a:pt x="24" y="147"/>
                </a:cubicBezTo>
                <a:cubicBezTo>
                  <a:pt x="24" y="147"/>
                  <a:pt x="24" y="147"/>
                  <a:pt x="24" y="147"/>
                </a:cubicBezTo>
                <a:cubicBezTo>
                  <a:pt x="24" y="146"/>
                  <a:pt x="24" y="146"/>
                  <a:pt x="24" y="146"/>
                </a:cubicBezTo>
                <a:cubicBezTo>
                  <a:pt x="24" y="146"/>
                  <a:pt x="24" y="146"/>
                  <a:pt x="25" y="146"/>
                </a:cubicBezTo>
                <a:cubicBezTo>
                  <a:pt x="25" y="146"/>
                  <a:pt x="25" y="146"/>
                  <a:pt x="25" y="146"/>
                </a:cubicBezTo>
                <a:cubicBezTo>
                  <a:pt x="25" y="145"/>
                  <a:pt x="25" y="145"/>
                  <a:pt x="25" y="145"/>
                </a:cubicBezTo>
                <a:cubicBezTo>
                  <a:pt x="24" y="145"/>
                  <a:pt x="24" y="145"/>
                  <a:pt x="24" y="144"/>
                </a:cubicBezTo>
                <a:cubicBezTo>
                  <a:pt x="24" y="144"/>
                  <a:pt x="24" y="144"/>
                  <a:pt x="24" y="144"/>
                </a:cubicBezTo>
                <a:cubicBezTo>
                  <a:pt x="25" y="143"/>
                  <a:pt x="25" y="143"/>
                  <a:pt x="25" y="143"/>
                </a:cubicBezTo>
                <a:cubicBezTo>
                  <a:pt x="25" y="143"/>
                  <a:pt x="25" y="143"/>
                  <a:pt x="25" y="143"/>
                </a:cubicBezTo>
                <a:cubicBezTo>
                  <a:pt x="25" y="144"/>
                  <a:pt x="26" y="143"/>
                  <a:pt x="26" y="143"/>
                </a:cubicBezTo>
                <a:cubicBezTo>
                  <a:pt x="26" y="143"/>
                  <a:pt x="26" y="143"/>
                  <a:pt x="26" y="143"/>
                </a:cubicBezTo>
                <a:cubicBezTo>
                  <a:pt x="26" y="143"/>
                  <a:pt x="26" y="143"/>
                  <a:pt x="26" y="143"/>
                </a:cubicBezTo>
                <a:cubicBezTo>
                  <a:pt x="26" y="143"/>
                  <a:pt x="26" y="143"/>
                  <a:pt x="26" y="143"/>
                </a:cubicBezTo>
                <a:cubicBezTo>
                  <a:pt x="26" y="143"/>
                  <a:pt x="26" y="144"/>
                  <a:pt x="26" y="144"/>
                </a:cubicBezTo>
                <a:cubicBezTo>
                  <a:pt x="26" y="144"/>
                  <a:pt x="26" y="144"/>
                  <a:pt x="26" y="144"/>
                </a:cubicBezTo>
                <a:cubicBezTo>
                  <a:pt x="26" y="145"/>
                  <a:pt x="26" y="145"/>
                  <a:pt x="26" y="145"/>
                </a:cubicBezTo>
                <a:cubicBezTo>
                  <a:pt x="26" y="145"/>
                  <a:pt x="26" y="145"/>
                  <a:pt x="26" y="145"/>
                </a:cubicBezTo>
                <a:cubicBezTo>
                  <a:pt x="26" y="145"/>
                  <a:pt x="26" y="145"/>
                  <a:pt x="26" y="145"/>
                </a:cubicBezTo>
                <a:cubicBezTo>
                  <a:pt x="26" y="145"/>
                  <a:pt x="27" y="145"/>
                  <a:pt x="27" y="146"/>
                </a:cubicBezTo>
                <a:cubicBezTo>
                  <a:pt x="27" y="146"/>
                  <a:pt x="27" y="146"/>
                  <a:pt x="27" y="146"/>
                </a:cubicBezTo>
                <a:cubicBezTo>
                  <a:pt x="27" y="146"/>
                  <a:pt x="27" y="147"/>
                  <a:pt x="28" y="147"/>
                </a:cubicBezTo>
                <a:cubicBezTo>
                  <a:pt x="28" y="147"/>
                  <a:pt x="28" y="148"/>
                  <a:pt x="28" y="148"/>
                </a:cubicBezTo>
                <a:cubicBezTo>
                  <a:pt x="28" y="149"/>
                  <a:pt x="27" y="149"/>
                  <a:pt x="27" y="149"/>
                </a:cubicBezTo>
                <a:cubicBezTo>
                  <a:pt x="27" y="149"/>
                  <a:pt x="26" y="149"/>
                  <a:pt x="26" y="149"/>
                </a:cubicBezTo>
                <a:cubicBezTo>
                  <a:pt x="26" y="149"/>
                  <a:pt x="26" y="150"/>
                  <a:pt x="26" y="150"/>
                </a:cubicBezTo>
                <a:cubicBezTo>
                  <a:pt x="26" y="150"/>
                  <a:pt x="26" y="150"/>
                  <a:pt x="27" y="150"/>
                </a:cubicBezTo>
                <a:cubicBezTo>
                  <a:pt x="27" y="150"/>
                  <a:pt x="27" y="150"/>
                  <a:pt x="27" y="149"/>
                </a:cubicBezTo>
                <a:cubicBezTo>
                  <a:pt x="27" y="149"/>
                  <a:pt x="27" y="149"/>
                  <a:pt x="27" y="149"/>
                </a:cubicBezTo>
                <a:cubicBezTo>
                  <a:pt x="27" y="149"/>
                  <a:pt x="27" y="149"/>
                  <a:pt x="27" y="149"/>
                </a:cubicBezTo>
                <a:cubicBezTo>
                  <a:pt x="27" y="149"/>
                  <a:pt x="27" y="149"/>
                  <a:pt x="27" y="149"/>
                </a:cubicBezTo>
                <a:cubicBezTo>
                  <a:pt x="27" y="149"/>
                  <a:pt x="27" y="149"/>
                  <a:pt x="27" y="149"/>
                </a:cubicBezTo>
                <a:cubicBezTo>
                  <a:pt x="27" y="149"/>
                  <a:pt x="28" y="149"/>
                  <a:pt x="28" y="149"/>
                </a:cubicBezTo>
                <a:cubicBezTo>
                  <a:pt x="28" y="149"/>
                  <a:pt x="28" y="149"/>
                  <a:pt x="28" y="149"/>
                </a:cubicBezTo>
                <a:cubicBezTo>
                  <a:pt x="28" y="150"/>
                  <a:pt x="28" y="150"/>
                  <a:pt x="28" y="150"/>
                </a:cubicBezTo>
                <a:cubicBezTo>
                  <a:pt x="27" y="150"/>
                  <a:pt x="27" y="150"/>
                  <a:pt x="28" y="151"/>
                </a:cubicBezTo>
                <a:cubicBezTo>
                  <a:pt x="28" y="151"/>
                  <a:pt x="28" y="151"/>
                  <a:pt x="28" y="151"/>
                </a:cubicBezTo>
                <a:cubicBezTo>
                  <a:pt x="28" y="151"/>
                  <a:pt x="28" y="151"/>
                  <a:pt x="27" y="151"/>
                </a:cubicBezTo>
                <a:cubicBezTo>
                  <a:pt x="27" y="152"/>
                  <a:pt x="27" y="152"/>
                  <a:pt x="27" y="152"/>
                </a:cubicBezTo>
                <a:cubicBezTo>
                  <a:pt x="27" y="152"/>
                  <a:pt x="27" y="152"/>
                  <a:pt x="27" y="153"/>
                </a:cubicBezTo>
                <a:cubicBezTo>
                  <a:pt x="27" y="153"/>
                  <a:pt x="26" y="153"/>
                  <a:pt x="26" y="153"/>
                </a:cubicBezTo>
                <a:cubicBezTo>
                  <a:pt x="26" y="153"/>
                  <a:pt x="26" y="154"/>
                  <a:pt x="26" y="154"/>
                </a:cubicBezTo>
                <a:cubicBezTo>
                  <a:pt x="26" y="154"/>
                  <a:pt x="26" y="154"/>
                  <a:pt x="26" y="154"/>
                </a:cubicBezTo>
                <a:cubicBezTo>
                  <a:pt x="26" y="154"/>
                  <a:pt x="26" y="154"/>
                  <a:pt x="25" y="154"/>
                </a:cubicBezTo>
                <a:cubicBezTo>
                  <a:pt x="25" y="154"/>
                  <a:pt x="25" y="154"/>
                  <a:pt x="25" y="154"/>
                </a:cubicBezTo>
                <a:cubicBezTo>
                  <a:pt x="25" y="154"/>
                  <a:pt x="24" y="154"/>
                  <a:pt x="24" y="154"/>
                </a:cubicBezTo>
                <a:cubicBezTo>
                  <a:pt x="25" y="154"/>
                  <a:pt x="24" y="154"/>
                  <a:pt x="24" y="154"/>
                </a:cubicBezTo>
                <a:cubicBezTo>
                  <a:pt x="24" y="153"/>
                  <a:pt x="24" y="153"/>
                  <a:pt x="24" y="153"/>
                </a:cubicBezTo>
                <a:cubicBezTo>
                  <a:pt x="23" y="154"/>
                  <a:pt x="23" y="154"/>
                  <a:pt x="24" y="154"/>
                </a:cubicBezTo>
                <a:cubicBezTo>
                  <a:pt x="24" y="155"/>
                  <a:pt x="24" y="155"/>
                  <a:pt x="25" y="155"/>
                </a:cubicBezTo>
                <a:cubicBezTo>
                  <a:pt x="24" y="155"/>
                  <a:pt x="24" y="155"/>
                  <a:pt x="24" y="156"/>
                </a:cubicBezTo>
                <a:cubicBezTo>
                  <a:pt x="25" y="156"/>
                  <a:pt x="25" y="157"/>
                  <a:pt x="25" y="157"/>
                </a:cubicBezTo>
                <a:cubicBezTo>
                  <a:pt x="24" y="157"/>
                  <a:pt x="24" y="157"/>
                  <a:pt x="24" y="158"/>
                </a:cubicBezTo>
                <a:cubicBezTo>
                  <a:pt x="24" y="158"/>
                  <a:pt x="24" y="158"/>
                  <a:pt x="24" y="158"/>
                </a:cubicBezTo>
                <a:cubicBezTo>
                  <a:pt x="25" y="158"/>
                  <a:pt x="25" y="159"/>
                  <a:pt x="25" y="159"/>
                </a:cubicBezTo>
                <a:cubicBezTo>
                  <a:pt x="25" y="159"/>
                  <a:pt x="25" y="159"/>
                  <a:pt x="25" y="159"/>
                </a:cubicBezTo>
                <a:cubicBezTo>
                  <a:pt x="25" y="159"/>
                  <a:pt x="25" y="159"/>
                  <a:pt x="26" y="159"/>
                </a:cubicBezTo>
                <a:cubicBezTo>
                  <a:pt x="26" y="160"/>
                  <a:pt x="26" y="161"/>
                  <a:pt x="25" y="161"/>
                </a:cubicBezTo>
                <a:cubicBezTo>
                  <a:pt x="25" y="162"/>
                  <a:pt x="25" y="162"/>
                  <a:pt x="24" y="162"/>
                </a:cubicBezTo>
                <a:cubicBezTo>
                  <a:pt x="24" y="162"/>
                  <a:pt x="24" y="162"/>
                  <a:pt x="24" y="162"/>
                </a:cubicBezTo>
                <a:cubicBezTo>
                  <a:pt x="24" y="162"/>
                  <a:pt x="24" y="162"/>
                  <a:pt x="24" y="162"/>
                </a:cubicBezTo>
                <a:cubicBezTo>
                  <a:pt x="24" y="162"/>
                  <a:pt x="24" y="163"/>
                  <a:pt x="25" y="163"/>
                </a:cubicBezTo>
                <a:cubicBezTo>
                  <a:pt x="25" y="163"/>
                  <a:pt x="25" y="164"/>
                  <a:pt x="25" y="164"/>
                </a:cubicBezTo>
                <a:cubicBezTo>
                  <a:pt x="25" y="163"/>
                  <a:pt x="26" y="164"/>
                  <a:pt x="26" y="164"/>
                </a:cubicBezTo>
                <a:cubicBezTo>
                  <a:pt x="27" y="164"/>
                  <a:pt x="27" y="164"/>
                  <a:pt x="27" y="164"/>
                </a:cubicBezTo>
                <a:cubicBezTo>
                  <a:pt x="27" y="164"/>
                  <a:pt x="27" y="164"/>
                  <a:pt x="27" y="164"/>
                </a:cubicBezTo>
                <a:cubicBezTo>
                  <a:pt x="28" y="165"/>
                  <a:pt x="28" y="164"/>
                  <a:pt x="28" y="164"/>
                </a:cubicBezTo>
                <a:cubicBezTo>
                  <a:pt x="28" y="164"/>
                  <a:pt x="29" y="163"/>
                  <a:pt x="28" y="163"/>
                </a:cubicBezTo>
                <a:cubicBezTo>
                  <a:pt x="28" y="163"/>
                  <a:pt x="28" y="163"/>
                  <a:pt x="28" y="162"/>
                </a:cubicBezTo>
                <a:cubicBezTo>
                  <a:pt x="28" y="162"/>
                  <a:pt x="28" y="162"/>
                  <a:pt x="27" y="162"/>
                </a:cubicBezTo>
                <a:cubicBezTo>
                  <a:pt x="27" y="162"/>
                  <a:pt x="27" y="162"/>
                  <a:pt x="27" y="161"/>
                </a:cubicBezTo>
                <a:cubicBezTo>
                  <a:pt x="27" y="161"/>
                  <a:pt x="27" y="161"/>
                  <a:pt x="27" y="161"/>
                </a:cubicBezTo>
                <a:cubicBezTo>
                  <a:pt x="27" y="161"/>
                  <a:pt x="27" y="160"/>
                  <a:pt x="28" y="160"/>
                </a:cubicBezTo>
                <a:cubicBezTo>
                  <a:pt x="28" y="160"/>
                  <a:pt x="28" y="160"/>
                  <a:pt x="28" y="160"/>
                </a:cubicBezTo>
                <a:cubicBezTo>
                  <a:pt x="28" y="160"/>
                  <a:pt x="28" y="160"/>
                  <a:pt x="28" y="160"/>
                </a:cubicBezTo>
                <a:cubicBezTo>
                  <a:pt x="28" y="160"/>
                  <a:pt x="28" y="159"/>
                  <a:pt x="28" y="159"/>
                </a:cubicBezTo>
                <a:cubicBezTo>
                  <a:pt x="28" y="159"/>
                  <a:pt x="29" y="158"/>
                  <a:pt x="29" y="159"/>
                </a:cubicBezTo>
                <a:cubicBezTo>
                  <a:pt x="29" y="159"/>
                  <a:pt x="29" y="159"/>
                  <a:pt x="29" y="159"/>
                </a:cubicBezTo>
                <a:cubicBezTo>
                  <a:pt x="29" y="159"/>
                  <a:pt x="30" y="159"/>
                  <a:pt x="30" y="159"/>
                </a:cubicBezTo>
                <a:cubicBezTo>
                  <a:pt x="30" y="159"/>
                  <a:pt x="30" y="159"/>
                  <a:pt x="30" y="159"/>
                </a:cubicBezTo>
                <a:cubicBezTo>
                  <a:pt x="30" y="160"/>
                  <a:pt x="30" y="160"/>
                  <a:pt x="30" y="160"/>
                </a:cubicBezTo>
                <a:cubicBezTo>
                  <a:pt x="30" y="160"/>
                  <a:pt x="29" y="160"/>
                  <a:pt x="29" y="160"/>
                </a:cubicBezTo>
                <a:cubicBezTo>
                  <a:pt x="29" y="160"/>
                  <a:pt x="29" y="160"/>
                  <a:pt x="29" y="160"/>
                </a:cubicBezTo>
                <a:cubicBezTo>
                  <a:pt x="29" y="160"/>
                  <a:pt x="29" y="160"/>
                  <a:pt x="29" y="160"/>
                </a:cubicBezTo>
                <a:cubicBezTo>
                  <a:pt x="28" y="160"/>
                  <a:pt x="28" y="160"/>
                  <a:pt x="28" y="160"/>
                </a:cubicBezTo>
                <a:cubicBezTo>
                  <a:pt x="28" y="160"/>
                  <a:pt x="28" y="160"/>
                  <a:pt x="29" y="160"/>
                </a:cubicBezTo>
                <a:cubicBezTo>
                  <a:pt x="29" y="160"/>
                  <a:pt x="29" y="161"/>
                  <a:pt x="29" y="161"/>
                </a:cubicBezTo>
                <a:cubicBezTo>
                  <a:pt x="29" y="161"/>
                  <a:pt x="29" y="161"/>
                  <a:pt x="29" y="161"/>
                </a:cubicBezTo>
                <a:cubicBezTo>
                  <a:pt x="30" y="162"/>
                  <a:pt x="30" y="162"/>
                  <a:pt x="30" y="163"/>
                </a:cubicBezTo>
                <a:cubicBezTo>
                  <a:pt x="30" y="164"/>
                  <a:pt x="30" y="165"/>
                  <a:pt x="29" y="165"/>
                </a:cubicBezTo>
                <a:cubicBezTo>
                  <a:pt x="29" y="165"/>
                  <a:pt x="29" y="166"/>
                  <a:pt x="29" y="166"/>
                </a:cubicBezTo>
                <a:cubicBezTo>
                  <a:pt x="29" y="166"/>
                  <a:pt x="29" y="166"/>
                  <a:pt x="29" y="166"/>
                </a:cubicBezTo>
                <a:cubicBezTo>
                  <a:pt x="29" y="166"/>
                  <a:pt x="29" y="165"/>
                  <a:pt x="30" y="165"/>
                </a:cubicBezTo>
                <a:cubicBezTo>
                  <a:pt x="30" y="165"/>
                  <a:pt x="30" y="165"/>
                  <a:pt x="30" y="165"/>
                </a:cubicBezTo>
                <a:cubicBezTo>
                  <a:pt x="31" y="165"/>
                  <a:pt x="31" y="165"/>
                  <a:pt x="32" y="164"/>
                </a:cubicBezTo>
                <a:cubicBezTo>
                  <a:pt x="32" y="164"/>
                  <a:pt x="32" y="164"/>
                  <a:pt x="32" y="164"/>
                </a:cubicBezTo>
                <a:cubicBezTo>
                  <a:pt x="32" y="164"/>
                  <a:pt x="32" y="163"/>
                  <a:pt x="33" y="163"/>
                </a:cubicBezTo>
                <a:cubicBezTo>
                  <a:pt x="33" y="163"/>
                  <a:pt x="32" y="163"/>
                  <a:pt x="32" y="163"/>
                </a:cubicBezTo>
                <a:cubicBezTo>
                  <a:pt x="33" y="163"/>
                  <a:pt x="32" y="163"/>
                  <a:pt x="32" y="163"/>
                </a:cubicBezTo>
                <a:cubicBezTo>
                  <a:pt x="32" y="162"/>
                  <a:pt x="32" y="163"/>
                  <a:pt x="32" y="162"/>
                </a:cubicBezTo>
                <a:cubicBezTo>
                  <a:pt x="32" y="162"/>
                  <a:pt x="32" y="161"/>
                  <a:pt x="33" y="161"/>
                </a:cubicBezTo>
                <a:cubicBezTo>
                  <a:pt x="33" y="161"/>
                  <a:pt x="33" y="161"/>
                  <a:pt x="33" y="161"/>
                </a:cubicBezTo>
                <a:cubicBezTo>
                  <a:pt x="33" y="161"/>
                  <a:pt x="34" y="162"/>
                  <a:pt x="34" y="162"/>
                </a:cubicBezTo>
                <a:cubicBezTo>
                  <a:pt x="34" y="162"/>
                  <a:pt x="34" y="162"/>
                  <a:pt x="35" y="162"/>
                </a:cubicBezTo>
                <a:cubicBezTo>
                  <a:pt x="35" y="162"/>
                  <a:pt x="35" y="162"/>
                  <a:pt x="35" y="162"/>
                </a:cubicBezTo>
                <a:cubicBezTo>
                  <a:pt x="35" y="162"/>
                  <a:pt x="35" y="162"/>
                  <a:pt x="35" y="161"/>
                </a:cubicBezTo>
                <a:cubicBezTo>
                  <a:pt x="35" y="161"/>
                  <a:pt x="35" y="160"/>
                  <a:pt x="35" y="160"/>
                </a:cubicBezTo>
                <a:cubicBezTo>
                  <a:pt x="36" y="160"/>
                  <a:pt x="36" y="159"/>
                  <a:pt x="36" y="159"/>
                </a:cubicBezTo>
                <a:cubicBezTo>
                  <a:pt x="36" y="158"/>
                  <a:pt x="36" y="158"/>
                  <a:pt x="36" y="158"/>
                </a:cubicBezTo>
                <a:cubicBezTo>
                  <a:pt x="36" y="158"/>
                  <a:pt x="36" y="157"/>
                  <a:pt x="36" y="157"/>
                </a:cubicBezTo>
                <a:cubicBezTo>
                  <a:pt x="36" y="157"/>
                  <a:pt x="36" y="156"/>
                  <a:pt x="36" y="156"/>
                </a:cubicBezTo>
                <a:cubicBezTo>
                  <a:pt x="36" y="156"/>
                  <a:pt x="36" y="155"/>
                  <a:pt x="36" y="155"/>
                </a:cubicBezTo>
                <a:cubicBezTo>
                  <a:pt x="36" y="155"/>
                  <a:pt x="36" y="155"/>
                  <a:pt x="36" y="154"/>
                </a:cubicBezTo>
                <a:cubicBezTo>
                  <a:pt x="36" y="154"/>
                  <a:pt x="37" y="153"/>
                  <a:pt x="37" y="152"/>
                </a:cubicBezTo>
                <a:cubicBezTo>
                  <a:pt x="37" y="152"/>
                  <a:pt x="37" y="152"/>
                  <a:pt x="37" y="152"/>
                </a:cubicBezTo>
                <a:cubicBezTo>
                  <a:pt x="37" y="152"/>
                  <a:pt x="37" y="152"/>
                  <a:pt x="37" y="152"/>
                </a:cubicBezTo>
                <a:cubicBezTo>
                  <a:pt x="37" y="151"/>
                  <a:pt x="37" y="151"/>
                  <a:pt x="37" y="151"/>
                </a:cubicBezTo>
                <a:cubicBezTo>
                  <a:pt x="37" y="151"/>
                  <a:pt x="37" y="151"/>
                  <a:pt x="38" y="151"/>
                </a:cubicBezTo>
                <a:cubicBezTo>
                  <a:pt x="38" y="151"/>
                  <a:pt x="38" y="151"/>
                  <a:pt x="38" y="151"/>
                </a:cubicBezTo>
                <a:cubicBezTo>
                  <a:pt x="38" y="151"/>
                  <a:pt x="38" y="150"/>
                  <a:pt x="38" y="150"/>
                </a:cubicBezTo>
                <a:cubicBezTo>
                  <a:pt x="38" y="150"/>
                  <a:pt x="38" y="149"/>
                  <a:pt x="38" y="149"/>
                </a:cubicBezTo>
                <a:cubicBezTo>
                  <a:pt x="39" y="149"/>
                  <a:pt x="38" y="149"/>
                  <a:pt x="38" y="149"/>
                </a:cubicBezTo>
                <a:cubicBezTo>
                  <a:pt x="39" y="148"/>
                  <a:pt x="39" y="148"/>
                  <a:pt x="39" y="148"/>
                </a:cubicBezTo>
                <a:cubicBezTo>
                  <a:pt x="39" y="148"/>
                  <a:pt x="39" y="148"/>
                  <a:pt x="39" y="147"/>
                </a:cubicBezTo>
                <a:cubicBezTo>
                  <a:pt x="39" y="147"/>
                  <a:pt x="40" y="147"/>
                  <a:pt x="40" y="147"/>
                </a:cubicBezTo>
                <a:cubicBezTo>
                  <a:pt x="40" y="147"/>
                  <a:pt x="40" y="147"/>
                  <a:pt x="40" y="147"/>
                </a:cubicBezTo>
                <a:cubicBezTo>
                  <a:pt x="40" y="147"/>
                  <a:pt x="41" y="147"/>
                  <a:pt x="40" y="147"/>
                </a:cubicBezTo>
                <a:cubicBezTo>
                  <a:pt x="40" y="146"/>
                  <a:pt x="40" y="146"/>
                  <a:pt x="41" y="146"/>
                </a:cubicBezTo>
                <a:close/>
                <a:moveTo>
                  <a:pt x="96" y="92"/>
                </a:moveTo>
                <a:cubicBezTo>
                  <a:pt x="96" y="92"/>
                  <a:pt x="97" y="92"/>
                  <a:pt x="97" y="92"/>
                </a:cubicBezTo>
                <a:cubicBezTo>
                  <a:pt x="97" y="92"/>
                  <a:pt x="97" y="92"/>
                  <a:pt x="97" y="92"/>
                </a:cubicBezTo>
                <a:cubicBezTo>
                  <a:pt x="98" y="92"/>
                  <a:pt x="98" y="92"/>
                  <a:pt x="99" y="91"/>
                </a:cubicBezTo>
                <a:cubicBezTo>
                  <a:pt x="99" y="91"/>
                  <a:pt x="99" y="90"/>
                  <a:pt x="99" y="90"/>
                </a:cubicBezTo>
                <a:cubicBezTo>
                  <a:pt x="99" y="90"/>
                  <a:pt x="99" y="90"/>
                  <a:pt x="99" y="89"/>
                </a:cubicBezTo>
                <a:cubicBezTo>
                  <a:pt x="99" y="89"/>
                  <a:pt x="99" y="89"/>
                  <a:pt x="99" y="89"/>
                </a:cubicBezTo>
                <a:cubicBezTo>
                  <a:pt x="99" y="89"/>
                  <a:pt x="98" y="89"/>
                  <a:pt x="98" y="89"/>
                </a:cubicBezTo>
                <a:cubicBezTo>
                  <a:pt x="98" y="89"/>
                  <a:pt x="98" y="89"/>
                  <a:pt x="98" y="89"/>
                </a:cubicBezTo>
                <a:cubicBezTo>
                  <a:pt x="98" y="89"/>
                  <a:pt x="98" y="88"/>
                  <a:pt x="98" y="88"/>
                </a:cubicBezTo>
                <a:cubicBezTo>
                  <a:pt x="99" y="88"/>
                  <a:pt x="99" y="87"/>
                  <a:pt x="99" y="87"/>
                </a:cubicBezTo>
                <a:cubicBezTo>
                  <a:pt x="99" y="87"/>
                  <a:pt x="99" y="86"/>
                  <a:pt x="99" y="86"/>
                </a:cubicBezTo>
                <a:cubicBezTo>
                  <a:pt x="99" y="86"/>
                  <a:pt x="98" y="86"/>
                  <a:pt x="98" y="87"/>
                </a:cubicBezTo>
                <a:cubicBezTo>
                  <a:pt x="98" y="87"/>
                  <a:pt x="98" y="87"/>
                  <a:pt x="98" y="87"/>
                </a:cubicBezTo>
                <a:cubicBezTo>
                  <a:pt x="97" y="88"/>
                  <a:pt x="97" y="88"/>
                  <a:pt x="97" y="89"/>
                </a:cubicBezTo>
                <a:cubicBezTo>
                  <a:pt x="96" y="89"/>
                  <a:pt x="96" y="90"/>
                  <a:pt x="96" y="90"/>
                </a:cubicBezTo>
                <a:cubicBezTo>
                  <a:pt x="96" y="90"/>
                  <a:pt x="96" y="90"/>
                  <a:pt x="96" y="90"/>
                </a:cubicBezTo>
                <a:cubicBezTo>
                  <a:pt x="97" y="90"/>
                  <a:pt x="97" y="90"/>
                  <a:pt x="97" y="90"/>
                </a:cubicBezTo>
                <a:cubicBezTo>
                  <a:pt x="97" y="90"/>
                  <a:pt x="97" y="90"/>
                  <a:pt x="97" y="90"/>
                </a:cubicBezTo>
                <a:cubicBezTo>
                  <a:pt x="97" y="90"/>
                  <a:pt x="97" y="90"/>
                  <a:pt x="97" y="91"/>
                </a:cubicBezTo>
                <a:cubicBezTo>
                  <a:pt x="97" y="91"/>
                  <a:pt x="97" y="92"/>
                  <a:pt x="96" y="92"/>
                </a:cubicBezTo>
                <a:close/>
                <a:moveTo>
                  <a:pt x="15" y="145"/>
                </a:moveTo>
                <a:cubicBezTo>
                  <a:pt x="15" y="145"/>
                  <a:pt x="15" y="145"/>
                  <a:pt x="15" y="145"/>
                </a:cubicBezTo>
                <a:cubicBezTo>
                  <a:pt x="15" y="144"/>
                  <a:pt x="15" y="144"/>
                  <a:pt x="15" y="144"/>
                </a:cubicBezTo>
                <a:cubicBezTo>
                  <a:pt x="15" y="144"/>
                  <a:pt x="15" y="144"/>
                  <a:pt x="14" y="144"/>
                </a:cubicBezTo>
                <a:cubicBezTo>
                  <a:pt x="14" y="145"/>
                  <a:pt x="14" y="145"/>
                  <a:pt x="14" y="145"/>
                </a:cubicBezTo>
                <a:cubicBezTo>
                  <a:pt x="14" y="145"/>
                  <a:pt x="14" y="145"/>
                  <a:pt x="14" y="145"/>
                </a:cubicBezTo>
                <a:cubicBezTo>
                  <a:pt x="14" y="145"/>
                  <a:pt x="14" y="146"/>
                  <a:pt x="14" y="146"/>
                </a:cubicBezTo>
                <a:cubicBezTo>
                  <a:pt x="14" y="146"/>
                  <a:pt x="14" y="147"/>
                  <a:pt x="14" y="147"/>
                </a:cubicBezTo>
                <a:cubicBezTo>
                  <a:pt x="14" y="147"/>
                  <a:pt x="15" y="147"/>
                  <a:pt x="15" y="146"/>
                </a:cubicBezTo>
                <a:cubicBezTo>
                  <a:pt x="15" y="146"/>
                  <a:pt x="15" y="146"/>
                  <a:pt x="15" y="146"/>
                </a:cubicBezTo>
                <a:cubicBezTo>
                  <a:pt x="15" y="146"/>
                  <a:pt x="15" y="146"/>
                  <a:pt x="15" y="145"/>
                </a:cubicBezTo>
                <a:cubicBezTo>
                  <a:pt x="15" y="145"/>
                  <a:pt x="15" y="145"/>
                  <a:pt x="15" y="145"/>
                </a:cubicBezTo>
                <a:close/>
                <a:moveTo>
                  <a:pt x="19" y="141"/>
                </a:moveTo>
                <a:cubicBezTo>
                  <a:pt x="19" y="141"/>
                  <a:pt x="19" y="141"/>
                  <a:pt x="19" y="141"/>
                </a:cubicBezTo>
                <a:cubicBezTo>
                  <a:pt x="18" y="141"/>
                  <a:pt x="18" y="141"/>
                  <a:pt x="18" y="141"/>
                </a:cubicBezTo>
                <a:cubicBezTo>
                  <a:pt x="18" y="141"/>
                  <a:pt x="18" y="141"/>
                  <a:pt x="18" y="141"/>
                </a:cubicBezTo>
                <a:cubicBezTo>
                  <a:pt x="18" y="141"/>
                  <a:pt x="18" y="141"/>
                  <a:pt x="18" y="141"/>
                </a:cubicBezTo>
                <a:cubicBezTo>
                  <a:pt x="18" y="142"/>
                  <a:pt x="17" y="142"/>
                  <a:pt x="17" y="143"/>
                </a:cubicBezTo>
                <a:cubicBezTo>
                  <a:pt x="17" y="143"/>
                  <a:pt x="17" y="143"/>
                  <a:pt x="17" y="143"/>
                </a:cubicBezTo>
                <a:cubicBezTo>
                  <a:pt x="17" y="143"/>
                  <a:pt x="18" y="143"/>
                  <a:pt x="18" y="143"/>
                </a:cubicBezTo>
                <a:cubicBezTo>
                  <a:pt x="18" y="143"/>
                  <a:pt x="18" y="143"/>
                  <a:pt x="18" y="142"/>
                </a:cubicBezTo>
                <a:cubicBezTo>
                  <a:pt x="18" y="142"/>
                  <a:pt x="18" y="142"/>
                  <a:pt x="18" y="142"/>
                </a:cubicBezTo>
                <a:cubicBezTo>
                  <a:pt x="18" y="142"/>
                  <a:pt x="18" y="141"/>
                  <a:pt x="19" y="141"/>
                </a:cubicBezTo>
                <a:cubicBezTo>
                  <a:pt x="19" y="141"/>
                  <a:pt x="19" y="141"/>
                  <a:pt x="19" y="141"/>
                </a:cubicBezTo>
                <a:close/>
                <a:moveTo>
                  <a:pt x="19" y="144"/>
                </a:moveTo>
                <a:cubicBezTo>
                  <a:pt x="19" y="144"/>
                  <a:pt x="19" y="145"/>
                  <a:pt x="19" y="145"/>
                </a:cubicBezTo>
                <a:cubicBezTo>
                  <a:pt x="19" y="145"/>
                  <a:pt x="19" y="145"/>
                  <a:pt x="19" y="145"/>
                </a:cubicBezTo>
                <a:cubicBezTo>
                  <a:pt x="19" y="144"/>
                  <a:pt x="19" y="144"/>
                  <a:pt x="19" y="144"/>
                </a:cubicBezTo>
                <a:close/>
                <a:moveTo>
                  <a:pt x="18" y="143"/>
                </a:moveTo>
                <a:cubicBezTo>
                  <a:pt x="18" y="143"/>
                  <a:pt x="18" y="144"/>
                  <a:pt x="18" y="144"/>
                </a:cubicBezTo>
                <a:cubicBezTo>
                  <a:pt x="18" y="144"/>
                  <a:pt x="18" y="144"/>
                  <a:pt x="18" y="144"/>
                </a:cubicBezTo>
                <a:cubicBezTo>
                  <a:pt x="18" y="144"/>
                  <a:pt x="19" y="144"/>
                  <a:pt x="19" y="144"/>
                </a:cubicBezTo>
                <a:cubicBezTo>
                  <a:pt x="19" y="144"/>
                  <a:pt x="19" y="143"/>
                  <a:pt x="18" y="143"/>
                </a:cubicBezTo>
                <a:close/>
                <a:moveTo>
                  <a:pt x="13" y="147"/>
                </a:moveTo>
                <a:cubicBezTo>
                  <a:pt x="13" y="147"/>
                  <a:pt x="13" y="147"/>
                  <a:pt x="13" y="147"/>
                </a:cubicBezTo>
                <a:cubicBezTo>
                  <a:pt x="13" y="147"/>
                  <a:pt x="13" y="147"/>
                  <a:pt x="13" y="147"/>
                </a:cubicBezTo>
                <a:cubicBezTo>
                  <a:pt x="13" y="146"/>
                  <a:pt x="13" y="147"/>
                  <a:pt x="13" y="147"/>
                </a:cubicBezTo>
                <a:close/>
                <a:moveTo>
                  <a:pt x="12" y="148"/>
                </a:moveTo>
                <a:cubicBezTo>
                  <a:pt x="12" y="148"/>
                  <a:pt x="12" y="148"/>
                  <a:pt x="12" y="147"/>
                </a:cubicBezTo>
                <a:cubicBezTo>
                  <a:pt x="12" y="147"/>
                  <a:pt x="12" y="148"/>
                  <a:pt x="12" y="148"/>
                </a:cubicBezTo>
                <a:cubicBezTo>
                  <a:pt x="11" y="148"/>
                  <a:pt x="11" y="148"/>
                  <a:pt x="11" y="148"/>
                </a:cubicBezTo>
                <a:cubicBezTo>
                  <a:pt x="11" y="147"/>
                  <a:pt x="11" y="148"/>
                  <a:pt x="11" y="148"/>
                </a:cubicBezTo>
                <a:cubicBezTo>
                  <a:pt x="11" y="148"/>
                  <a:pt x="11" y="148"/>
                  <a:pt x="11" y="148"/>
                </a:cubicBezTo>
                <a:cubicBezTo>
                  <a:pt x="11" y="149"/>
                  <a:pt x="11" y="149"/>
                  <a:pt x="10" y="149"/>
                </a:cubicBezTo>
                <a:cubicBezTo>
                  <a:pt x="10" y="149"/>
                  <a:pt x="10" y="149"/>
                  <a:pt x="10" y="149"/>
                </a:cubicBezTo>
                <a:cubicBezTo>
                  <a:pt x="10" y="149"/>
                  <a:pt x="11" y="149"/>
                  <a:pt x="11" y="149"/>
                </a:cubicBezTo>
                <a:cubicBezTo>
                  <a:pt x="11" y="149"/>
                  <a:pt x="11" y="149"/>
                  <a:pt x="12" y="149"/>
                </a:cubicBezTo>
                <a:cubicBezTo>
                  <a:pt x="12" y="149"/>
                  <a:pt x="12" y="149"/>
                  <a:pt x="12" y="149"/>
                </a:cubicBezTo>
                <a:cubicBezTo>
                  <a:pt x="12" y="149"/>
                  <a:pt x="13" y="149"/>
                  <a:pt x="13" y="149"/>
                </a:cubicBezTo>
                <a:cubicBezTo>
                  <a:pt x="13" y="149"/>
                  <a:pt x="13" y="149"/>
                  <a:pt x="13" y="149"/>
                </a:cubicBezTo>
                <a:cubicBezTo>
                  <a:pt x="12" y="148"/>
                  <a:pt x="12" y="148"/>
                  <a:pt x="12" y="148"/>
                </a:cubicBezTo>
                <a:close/>
                <a:moveTo>
                  <a:pt x="13" y="147"/>
                </a:moveTo>
                <a:cubicBezTo>
                  <a:pt x="12" y="147"/>
                  <a:pt x="12" y="147"/>
                  <a:pt x="12" y="147"/>
                </a:cubicBezTo>
                <a:cubicBezTo>
                  <a:pt x="12" y="147"/>
                  <a:pt x="12" y="148"/>
                  <a:pt x="13" y="148"/>
                </a:cubicBezTo>
                <a:cubicBezTo>
                  <a:pt x="13" y="148"/>
                  <a:pt x="13" y="147"/>
                  <a:pt x="13" y="147"/>
                </a:cubicBezTo>
                <a:cubicBezTo>
                  <a:pt x="13" y="147"/>
                  <a:pt x="13" y="147"/>
                  <a:pt x="13" y="147"/>
                </a:cubicBezTo>
                <a:close/>
                <a:moveTo>
                  <a:pt x="14" y="148"/>
                </a:moveTo>
                <a:cubicBezTo>
                  <a:pt x="14" y="148"/>
                  <a:pt x="14" y="148"/>
                  <a:pt x="14" y="148"/>
                </a:cubicBezTo>
                <a:cubicBezTo>
                  <a:pt x="14" y="148"/>
                  <a:pt x="14" y="148"/>
                  <a:pt x="14" y="147"/>
                </a:cubicBezTo>
                <a:cubicBezTo>
                  <a:pt x="14" y="148"/>
                  <a:pt x="13" y="148"/>
                  <a:pt x="14" y="148"/>
                </a:cubicBezTo>
                <a:close/>
                <a:moveTo>
                  <a:pt x="14" y="143"/>
                </a:moveTo>
                <a:cubicBezTo>
                  <a:pt x="14" y="143"/>
                  <a:pt x="14" y="143"/>
                  <a:pt x="14" y="143"/>
                </a:cubicBezTo>
                <a:cubicBezTo>
                  <a:pt x="14" y="143"/>
                  <a:pt x="14" y="143"/>
                  <a:pt x="14" y="143"/>
                </a:cubicBezTo>
                <a:cubicBezTo>
                  <a:pt x="14" y="143"/>
                  <a:pt x="14" y="143"/>
                  <a:pt x="14" y="143"/>
                </a:cubicBezTo>
                <a:close/>
                <a:moveTo>
                  <a:pt x="14" y="146"/>
                </a:moveTo>
                <a:cubicBezTo>
                  <a:pt x="14" y="146"/>
                  <a:pt x="14" y="146"/>
                  <a:pt x="14" y="146"/>
                </a:cubicBezTo>
                <a:cubicBezTo>
                  <a:pt x="14" y="146"/>
                  <a:pt x="13" y="146"/>
                  <a:pt x="13" y="146"/>
                </a:cubicBezTo>
                <a:cubicBezTo>
                  <a:pt x="13" y="147"/>
                  <a:pt x="14" y="147"/>
                  <a:pt x="14" y="147"/>
                </a:cubicBezTo>
                <a:cubicBezTo>
                  <a:pt x="14" y="147"/>
                  <a:pt x="14" y="146"/>
                  <a:pt x="14" y="146"/>
                </a:cubicBezTo>
                <a:cubicBezTo>
                  <a:pt x="14" y="146"/>
                  <a:pt x="14" y="146"/>
                  <a:pt x="14" y="146"/>
                </a:cubicBezTo>
                <a:close/>
                <a:moveTo>
                  <a:pt x="15" y="143"/>
                </a:moveTo>
                <a:cubicBezTo>
                  <a:pt x="15" y="143"/>
                  <a:pt x="15" y="143"/>
                  <a:pt x="15" y="143"/>
                </a:cubicBezTo>
                <a:cubicBezTo>
                  <a:pt x="15" y="143"/>
                  <a:pt x="15" y="143"/>
                  <a:pt x="15" y="143"/>
                </a:cubicBezTo>
                <a:cubicBezTo>
                  <a:pt x="15" y="143"/>
                  <a:pt x="15" y="143"/>
                  <a:pt x="15" y="143"/>
                </a:cubicBezTo>
                <a:cubicBezTo>
                  <a:pt x="15" y="143"/>
                  <a:pt x="15" y="143"/>
                  <a:pt x="15" y="143"/>
                </a:cubicBezTo>
                <a:close/>
                <a:moveTo>
                  <a:pt x="17" y="141"/>
                </a:moveTo>
                <a:cubicBezTo>
                  <a:pt x="18" y="141"/>
                  <a:pt x="18" y="141"/>
                  <a:pt x="18" y="141"/>
                </a:cubicBezTo>
                <a:cubicBezTo>
                  <a:pt x="18" y="141"/>
                  <a:pt x="18" y="141"/>
                  <a:pt x="18" y="141"/>
                </a:cubicBezTo>
                <a:cubicBezTo>
                  <a:pt x="17" y="141"/>
                  <a:pt x="17" y="141"/>
                  <a:pt x="17" y="141"/>
                </a:cubicBezTo>
                <a:cubicBezTo>
                  <a:pt x="17" y="141"/>
                  <a:pt x="17" y="141"/>
                  <a:pt x="17" y="141"/>
                </a:cubicBezTo>
                <a:close/>
                <a:moveTo>
                  <a:pt x="15" y="142"/>
                </a:moveTo>
                <a:cubicBezTo>
                  <a:pt x="15" y="142"/>
                  <a:pt x="15" y="142"/>
                  <a:pt x="15" y="142"/>
                </a:cubicBezTo>
                <a:cubicBezTo>
                  <a:pt x="15" y="142"/>
                  <a:pt x="15" y="142"/>
                  <a:pt x="15" y="142"/>
                </a:cubicBezTo>
                <a:cubicBezTo>
                  <a:pt x="15" y="142"/>
                  <a:pt x="15" y="142"/>
                  <a:pt x="14" y="142"/>
                </a:cubicBezTo>
                <a:cubicBezTo>
                  <a:pt x="15" y="142"/>
                  <a:pt x="15" y="142"/>
                  <a:pt x="15" y="142"/>
                </a:cubicBezTo>
                <a:close/>
                <a:moveTo>
                  <a:pt x="18" y="140"/>
                </a:moveTo>
                <a:cubicBezTo>
                  <a:pt x="19" y="140"/>
                  <a:pt x="19" y="140"/>
                  <a:pt x="19" y="140"/>
                </a:cubicBezTo>
                <a:cubicBezTo>
                  <a:pt x="18" y="140"/>
                  <a:pt x="18" y="140"/>
                  <a:pt x="18" y="140"/>
                </a:cubicBezTo>
                <a:cubicBezTo>
                  <a:pt x="18" y="140"/>
                  <a:pt x="18" y="140"/>
                  <a:pt x="18" y="140"/>
                </a:cubicBezTo>
                <a:close/>
                <a:moveTo>
                  <a:pt x="20" y="140"/>
                </a:moveTo>
                <a:cubicBezTo>
                  <a:pt x="20" y="140"/>
                  <a:pt x="20" y="140"/>
                  <a:pt x="21" y="141"/>
                </a:cubicBezTo>
                <a:cubicBezTo>
                  <a:pt x="21" y="141"/>
                  <a:pt x="21" y="141"/>
                  <a:pt x="21" y="140"/>
                </a:cubicBezTo>
                <a:cubicBezTo>
                  <a:pt x="21" y="140"/>
                  <a:pt x="21" y="140"/>
                  <a:pt x="21" y="140"/>
                </a:cubicBezTo>
                <a:cubicBezTo>
                  <a:pt x="21" y="140"/>
                  <a:pt x="20" y="140"/>
                  <a:pt x="20" y="140"/>
                </a:cubicBezTo>
                <a:close/>
                <a:moveTo>
                  <a:pt x="20" y="137"/>
                </a:moveTo>
                <a:cubicBezTo>
                  <a:pt x="20" y="137"/>
                  <a:pt x="21" y="137"/>
                  <a:pt x="21" y="137"/>
                </a:cubicBezTo>
                <a:cubicBezTo>
                  <a:pt x="21" y="137"/>
                  <a:pt x="21" y="136"/>
                  <a:pt x="20" y="136"/>
                </a:cubicBezTo>
                <a:cubicBezTo>
                  <a:pt x="20" y="136"/>
                  <a:pt x="20" y="136"/>
                  <a:pt x="20" y="136"/>
                </a:cubicBezTo>
                <a:cubicBezTo>
                  <a:pt x="20" y="136"/>
                  <a:pt x="20" y="137"/>
                  <a:pt x="20" y="137"/>
                </a:cubicBezTo>
                <a:cubicBezTo>
                  <a:pt x="20" y="137"/>
                  <a:pt x="20" y="138"/>
                  <a:pt x="20" y="137"/>
                </a:cubicBezTo>
                <a:close/>
                <a:moveTo>
                  <a:pt x="24" y="152"/>
                </a:moveTo>
                <a:cubicBezTo>
                  <a:pt x="25" y="152"/>
                  <a:pt x="25" y="152"/>
                  <a:pt x="25" y="151"/>
                </a:cubicBezTo>
                <a:cubicBezTo>
                  <a:pt x="24" y="151"/>
                  <a:pt x="24" y="151"/>
                  <a:pt x="25" y="151"/>
                </a:cubicBezTo>
                <a:cubicBezTo>
                  <a:pt x="25" y="152"/>
                  <a:pt x="26" y="151"/>
                  <a:pt x="26" y="152"/>
                </a:cubicBezTo>
                <a:cubicBezTo>
                  <a:pt x="26" y="152"/>
                  <a:pt x="26" y="152"/>
                  <a:pt x="26" y="152"/>
                </a:cubicBezTo>
                <a:cubicBezTo>
                  <a:pt x="26" y="151"/>
                  <a:pt x="27" y="151"/>
                  <a:pt x="27" y="150"/>
                </a:cubicBezTo>
                <a:cubicBezTo>
                  <a:pt x="27" y="150"/>
                  <a:pt x="27" y="150"/>
                  <a:pt x="27" y="150"/>
                </a:cubicBezTo>
                <a:cubicBezTo>
                  <a:pt x="26" y="150"/>
                  <a:pt x="26" y="150"/>
                  <a:pt x="26" y="150"/>
                </a:cubicBezTo>
                <a:cubicBezTo>
                  <a:pt x="26" y="150"/>
                  <a:pt x="26" y="150"/>
                  <a:pt x="26" y="150"/>
                </a:cubicBezTo>
                <a:cubicBezTo>
                  <a:pt x="25" y="150"/>
                  <a:pt x="25" y="151"/>
                  <a:pt x="24" y="151"/>
                </a:cubicBezTo>
                <a:cubicBezTo>
                  <a:pt x="24" y="151"/>
                  <a:pt x="24" y="151"/>
                  <a:pt x="24" y="151"/>
                </a:cubicBezTo>
                <a:cubicBezTo>
                  <a:pt x="24" y="150"/>
                  <a:pt x="24" y="150"/>
                  <a:pt x="23" y="150"/>
                </a:cubicBezTo>
                <a:cubicBezTo>
                  <a:pt x="23" y="150"/>
                  <a:pt x="23" y="151"/>
                  <a:pt x="23" y="152"/>
                </a:cubicBezTo>
                <a:cubicBezTo>
                  <a:pt x="22" y="152"/>
                  <a:pt x="22" y="152"/>
                  <a:pt x="23" y="152"/>
                </a:cubicBezTo>
                <a:cubicBezTo>
                  <a:pt x="23" y="152"/>
                  <a:pt x="23" y="153"/>
                  <a:pt x="23" y="153"/>
                </a:cubicBezTo>
                <a:cubicBezTo>
                  <a:pt x="22" y="153"/>
                  <a:pt x="23" y="153"/>
                  <a:pt x="23" y="154"/>
                </a:cubicBezTo>
                <a:cubicBezTo>
                  <a:pt x="23" y="153"/>
                  <a:pt x="23" y="153"/>
                  <a:pt x="23" y="153"/>
                </a:cubicBezTo>
                <a:cubicBezTo>
                  <a:pt x="24" y="153"/>
                  <a:pt x="24" y="153"/>
                  <a:pt x="24" y="153"/>
                </a:cubicBezTo>
                <a:cubicBezTo>
                  <a:pt x="24" y="152"/>
                  <a:pt x="24" y="152"/>
                  <a:pt x="24" y="152"/>
                </a:cubicBezTo>
                <a:close/>
                <a:moveTo>
                  <a:pt x="25" y="153"/>
                </a:moveTo>
                <a:cubicBezTo>
                  <a:pt x="25" y="153"/>
                  <a:pt x="25" y="153"/>
                  <a:pt x="25" y="153"/>
                </a:cubicBezTo>
                <a:cubicBezTo>
                  <a:pt x="25" y="153"/>
                  <a:pt x="25" y="153"/>
                  <a:pt x="25" y="153"/>
                </a:cubicBezTo>
                <a:cubicBezTo>
                  <a:pt x="25" y="153"/>
                  <a:pt x="25" y="152"/>
                  <a:pt x="25" y="152"/>
                </a:cubicBezTo>
                <a:cubicBezTo>
                  <a:pt x="25" y="152"/>
                  <a:pt x="25" y="153"/>
                  <a:pt x="25" y="153"/>
                </a:cubicBezTo>
                <a:close/>
                <a:moveTo>
                  <a:pt x="26" y="152"/>
                </a:moveTo>
                <a:cubicBezTo>
                  <a:pt x="26" y="152"/>
                  <a:pt x="26" y="152"/>
                  <a:pt x="26" y="152"/>
                </a:cubicBezTo>
                <a:cubicBezTo>
                  <a:pt x="26" y="152"/>
                  <a:pt x="26" y="152"/>
                  <a:pt x="26" y="152"/>
                </a:cubicBezTo>
                <a:close/>
                <a:moveTo>
                  <a:pt x="45" y="148"/>
                </a:moveTo>
                <a:cubicBezTo>
                  <a:pt x="45" y="148"/>
                  <a:pt x="45" y="148"/>
                  <a:pt x="45" y="148"/>
                </a:cubicBezTo>
                <a:cubicBezTo>
                  <a:pt x="45" y="148"/>
                  <a:pt x="45" y="148"/>
                  <a:pt x="45" y="148"/>
                </a:cubicBezTo>
                <a:cubicBezTo>
                  <a:pt x="46" y="148"/>
                  <a:pt x="46" y="148"/>
                  <a:pt x="46" y="148"/>
                </a:cubicBezTo>
                <a:cubicBezTo>
                  <a:pt x="46" y="148"/>
                  <a:pt x="46" y="148"/>
                  <a:pt x="45" y="148"/>
                </a:cubicBezTo>
                <a:close/>
                <a:moveTo>
                  <a:pt x="21" y="157"/>
                </a:moveTo>
                <a:cubicBezTo>
                  <a:pt x="21" y="157"/>
                  <a:pt x="21" y="157"/>
                  <a:pt x="21" y="157"/>
                </a:cubicBezTo>
                <a:cubicBezTo>
                  <a:pt x="21" y="157"/>
                  <a:pt x="21" y="157"/>
                  <a:pt x="22" y="158"/>
                </a:cubicBezTo>
                <a:cubicBezTo>
                  <a:pt x="22" y="158"/>
                  <a:pt x="22" y="158"/>
                  <a:pt x="22" y="158"/>
                </a:cubicBezTo>
                <a:cubicBezTo>
                  <a:pt x="22" y="158"/>
                  <a:pt x="22" y="158"/>
                  <a:pt x="22" y="157"/>
                </a:cubicBezTo>
                <a:cubicBezTo>
                  <a:pt x="22" y="157"/>
                  <a:pt x="21" y="157"/>
                  <a:pt x="21" y="157"/>
                </a:cubicBezTo>
                <a:close/>
                <a:moveTo>
                  <a:pt x="32" y="168"/>
                </a:moveTo>
                <a:cubicBezTo>
                  <a:pt x="32" y="168"/>
                  <a:pt x="32" y="168"/>
                  <a:pt x="32" y="168"/>
                </a:cubicBezTo>
                <a:cubicBezTo>
                  <a:pt x="31" y="169"/>
                  <a:pt x="31" y="169"/>
                  <a:pt x="31" y="169"/>
                </a:cubicBezTo>
                <a:cubicBezTo>
                  <a:pt x="31" y="169"/>
                  <a:pt x="31" y="169"/>
                  <a:pt x="31" y="169"/>
                </a:cubicBezTo>
                <a:cubicBezTo>
                  <a:pt x="31" y="169"/>
                  <a:pt x="31" y="170"/>
                  <a:pt x="31" y="170"/>
                </a:cubicBezTo>
                <a:cubicBezTo>
                  <a:pt x="31" y="170"/>
                  <a:pt x="31" y="170"/>
                  <a:pt x="31" y="170"/>
                </a:cubicBezTo>
                <a:cubicBezTo>
                  <a:pt x="31" y="171"/>
                  <a:pt x="31" y="171"/>
                  <a:pt x="31" y="171"/>
                </a:cubicBezTo>
                <a:cubicBezTo>
                  <a:pt x="31" y="171"/>
                  <a:pt x="31" y="171"/>
                  <a:pt x="30" y="171"/>
                </a:cubicBezTo>
                <a:cubicBezTo>
                  <a:pt x="30" y="172"/>
                  <a:pt x="30" y="172"/>
                  <a:pt x="30" y="172"/>
                </a:cubicBezTo>
                <a:cubicBezTo>
                  <a:pt x="30" y="172"/>
                  <a:pt x="30" y="172"/>
                  <a:pt x="30" y="172"/>
                </a:cubicBezTo>
                <a:cubicBezTo>
                  <a:pt x="30" y="172"/>
                  <a:pt x="30" y="173"/>
                  <a:pt x="30" y="173"/>
                </a:cubicBezTo>
                <a:cubicBezTo>
                  <a:pt x="31" y="173"/>
                  <a:pt x="31" y="173"/>
                  <a:pt x="31" y="173"/>
                </a:cubicBezTo>
                <a:cubicBezTo>
                  <a:pt x="31" y="173"/>
                  <a:pt x="31" y="173"/>
                  <a:pt x="31" y="172"/>
                </a:cubicBezTo>
                <a:cubicBezTo>
                  <a:pt x="31" y="172"/>
                  <a:pt x="31" y="172"/>
                  <a:pt x="31" y="172"/>
                </a:cubicBezTo>
                <a:cubicBezTo>
                  <a:pt x="31" y="172"/>
                  <a:pt x="31" y="172"/>
                  <a:pt x="31" y="172"/>
                </a:cubicBezTo>
                <a:cubicBezTo>
                  <a:pt x="31" y="171"/>
                  <a:pt x="31" y="171"/>
                  <a:pt x="31" y="171"/>
                </a:cubicBezTo>
                <a:cubicBezTo>
                  <a:pt x="31" y="171"/>
                  <a:pt x="32" y="171"/>
                  <a:pt x="32" y="171"/>
                </a:cubicBezTo>
                <a:cubicBezTo>
                  <a:pt x="32" y="171"/>
                  <a:pt x="32" y="171"/>
                  <a:pt x="32" y="171"/>
                </a:cubicBezTo>
                <a:cubicBezTo>
                  <a:pt x="32" y="170"/>
                  <a:pt x="32" y="170"/>
                  <a:pt x="32" y="170"/>
                </a:cubicBezTo>
                <a:cubicBezTo>
                  <a:pt x="32" y="170"/>
                  <a:pt x="32" y="169"/>
                  <a:pt x="32" y="169"/>
                </a:cubicBezTo>
                <a:cubicBezTo>
                  <a:pt x="32" y="169"/>
                  <a:pt x="32" y="169"/>
                  <a:pt x="32" y="169"/>
                </a:cubicBezTo>
                <a:cubicBezTo>
                  <a:pt x="32" y="169"/>
                  <a:pt x="32" y="168"/>
                  <a:pt x="32" y="168"/>
                </a:cubicBezTo>
                <a:cubicBezTo>
                  <a:pt x="32" y="168"/>
                  <a:pt x="32" y="168"/>
                  <a:pt x="32" y="168"/>
                </a:cubicBezTo>
                <a:close/>
                <a:moveTo>
                  <a:pt x="20" y="159"/>
                </a:moveTo>
                <a:cubicBezTo>
                  <a:pt x="20" y="159"/>
                  <a:pt x="20" y="159"/>
                  <a:pt x="20" y="160"/>
                </a:cubicBezTo>
                <a:cubicBezTo>
                  <a:pt x="20" y="160"/>
                  <a:pt x="20" y="159"/>
                  <a:pt x="20" y="159"/>
                </a:cubicBezTo>
                <a:cubicBezTo>
                  <a:pt x="20" y="159"/>
                  <a:pt x="20" y="159"/>
                  <a:pt x="21" y="158"/>
                </a:cubicBezTo>
                <a:cubicBezTo>
                  <a:pt x="20" y="158"/>
                  <a:pt x="20" y="159"/>
                  <a:pt x="20" y="159"/>
                </a:cubicBezTo>
                <a:close/>
                <a:moveTo>
                  <a:pt x="28" y="172"/>
                </a:moveTo>
                <a:cubicBezTo>
                  <a:pt x="28" y="172"/>
                  <a:pt x="28" y="172"/>
                  <a:pt x="28" y="172"/>
                </a:cubicBezTo>
                <a:cubicBezTo>
                  <a:pt x="28" y="172"/>
                  <a:pt x="28" y="172"/>
                  <a:pt x="28" y="172"/>
                </a:cubicBezTo>
                <a:cubicBezTo>
                  <a:pt x="28" y="172"/>
                  <a:pt x="27" y="172"/>
                  <a:pt x="27" y="172"/>
                </a:cubicBezTo>
                <a:cubicBezTo>
                  <a:pt x="27" y="172"/>
                  <a:pt x="27" y="172"/>
                  <a:pt x="27" y="172"/>
                </a:cubicBezTo>
                <a:cubicBezTo>
                  <a:pt x="27" y="172"/>
                  <a:pt x="27" y="172"/>
                  <a:pt x="26" y="172"/>
                </a:cubicBezTo>
                <a:cubicBezTo>
                  <a:pt x="26" y="172"/>
                  <a:pt x="26" y="172"/>
                  <a:pt x="26" y="172"/>
                </a:cubicBezTo>
                <a:cubicBezTo>
                  <a:pt x="26" y="172"/>
                  <a:pt x="26" y="172"/>
                  <a:pt x="26" y="172"/>
                </a:cubicBezTo>
                <a:cubicBezTo>
                  <a:pt x="26" y="173"/>
                  <a:pt x="26" y="173"/>
                  <a:pt x="26" y="173"/>
                </a:cubicBezTo>
                <a:cubicBezTo>
                  <a:pt x="26" y="173"/>
                  <a:pt x="26" y="173"/>
                  <a:pt x="26" y="173"/>
                </a:cubicBezTo>
                <a:cubicBezTo>
                  <a:pt x="26" y="174"/>
                  <a:pt x="26" y="174"/>
                  <a:pt x="26" y="174"/>
                </a:cubicBezTo>
                <a:cubicBezTo>
                  <a:pt x="27" y="174"/>
                  <a:pt x="27" y="174"/>
                  <a:pt x="27" y="174"/>
                </a:cubicBezTo>
                <a:cubicBezTo>
                  <a:pt x="27" y="174"/>
                  <a:pt x="28" y="174"/>
                  <a:pt x="28" y="174"/>
                </a:cubicBezTo>
                <a:cubicBezTo>
                  <a:pt x="28" y="174"/>
                  <a:pt x="28" y="174"/>
                  <a:pt x="29" y="173"/>
                </a:cubicBezTo>
                <a:cubicBezTo>
                  <a:pt x="29" y="173"/>
                  <a:pt x="28" y="173"/>
                  <a:pt x="28" y="173"/>
                </a:cubicBezTo>
                <a:cubicBezTo>
                  <a:pt x="28" y="172"/>
                  <a:pt x="28" y="172"/>
                  <a:pt x="28" y="172"/>
                </a:cubicBezTo>
                <a:close/>
                <a:moveTo>
                  <a:pt x="60" y="129"/>
                </a:moveTo>
                <a:cubicBezTo>
                  <a:pt x="60" y="129"/>
                  <a:pt x="60" y="129"/>
                  <a:pt x="60" y="129"/>
                </a:cubicBezTo>
                <a:cubicBezTo>
                  <a:pt x="60" y="129"/>
                  <a:pt x="60" y="129"/>
                  <a:pt x="60" y="129"/>
                </a:cubicBezTo>
                <a:cubicBezTo>
                  <a:pt x="60" y="129"/>
                  <a:pt x="60" y="129"/>
                  <a:pt x="60" y="129"/>
                </a:cubicBezTo>
                <a:cubicBezTo>
                  <a:pt x="60" y="129"/>
                  <a:pt x="60" y="130"/>
                  <a:pt x="60" y="130"/>
                </a:cubicBezTo>
                <a:cubicBezTo>
                  <a:pt x="60" y="130"/>
                  <a:pt x="60" y="130"/>
                  <a:pt x="61" y="130"/>
                </a:cubicBezTo>
                <a:cubicBezTo>
                  <a:pt x="61" y="130"/>
                  <a:pt x="61" y="130"/>
                  <a:pt x="61" y="130"/>
                </a:cubicBezTo>
                <a:cubicBezTo>
                  <a:pt x="61" y="130"/>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2" y="129"/>
                  <a:pt x="62" y="128"/>
                </a:cubicBezTo>
                <a:cubicBezTo>
                  <a:pt x="62" y="128"/>
                  <a:pt x="62" y="128"/>
                  <a:pt x="62" y="128"/>
                </a:cubicBezTo>
                <a:cubicBezTo>
                  <a:pt x="61" y="128"/>
                  <a:pt x="61" y="128"/>
                  <a:pt x="61" y="128"/>
                </a:cubicBezTo>
                <a:cubicBezTo>
                  <a:pt x="61" y="128"/>
                  <a:pt x="61" y="128"/>
                  <a:pt x="61" y="128"/>
                </a:cubicBezTo>
                <a:cubicBezTo>
                  <a:pt x="61" y="128"/>
                  <a:pt x="61" y="128"/>
                  <a:pt x="61" y="128"/>
                </a:cubicBezTo>
                <a:cubicBezTo>
                  <a:pt x="61" y="128"/>
                  <a:pt x="61" y="128"/>
                  <a:pt x="61" y="128"/>
                </a:cubicBezTo>
                <a:cubicBezTo>
                  <a:pt x="61" y="128"/>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lose/>
                <a:moveTo>
                  <a:pt x="131" y="73"/>
                </a:moveTo>
                <a:cubicBezTo>
                  <a:pt x="131" y="73"/>
                  <a:pt x="131" y="72"/>
                  <a:pt x="131" y="72"/>
                </a:cubicBezTo>
                <a:cubicBezTo>
                  <a:pt x="130" y="72"/>
                  <a:pt x="130" y="72"/>
                  <a:pt x="130" y="72"/>
                </a:cubicBezTo>
                <a:cubicBezTo>
                  <a:pt x="130" y="72"/>
                  <a:pt x="130" y="71"/>
                  <a:pt x="130" y="71"/>
                </a:cubicBezTo>
                <a:cubicBezTo>
                  <a:pt x="130" y="71"/>
                  <a:pt x="130" y="71"/>
                  <a:pt x="130" y="72"/>
                </a:cubicBezTo>
                <a:cubicBezTo>
                  <a:pt x="130" y="72"/>
                  <a:pt x="130" y="72"/>
                  <a:pt x="130" y="72"/>
                </a:cubicBezTo>
                <a:cubicBezTo>
                  <a:pt x="130" y="72"/>
                  <a:pt x="130" y="71"/>
                  <a:pt x="130" y="71"/>
                </a:cubicBezTo>
                <a:cubicBezTo>
                  <a:pt x="130" y="71"/>
                  <a:pt x="130" y="71"/>
                  <a:pt x="130" y="71"/>
                </a:cubicBezTo>
                <a:cubicBezTo>
                  <a:pt x="130" y="71"/>
                  <a:pt x="130" y="71"/>
                  <a:pt x="130" y="70"/>
                </a:cubicBezTo>
                <a:cubicBezTo>
                  <a:pt x="130" y="70"/>
                  <a:pt x="130" y="70"/>
                  <a:pt x="130" y="70"/>
                </a:cubicBezTo>
                <a:cubicBezTo>
                  <a:pt x="130" y="70"/>
                  <a:pt x="130" y="70"/>
                  <a:pt x="130" y="69"/>
                </a:cubicBezTo>
                <a:cubicBezTo>
                  <a:pt x="130" y="69"/>
                  <a:pt x="130" y="69"/>
                  <a:pt x="130" y="69"/>
                </a:cubicBezTo>
                <a:cubicBezTo>
                  <a:pt x="130" y="69"/>
                  <a:pt x="130" y="68"/>
                  <a:pt x="130" y="68"/>
                </a:cubicBezTo>
                <a:cubicBezTo>
                  <a:pt x="130" y="68"/>
                  <a:pt x="130" y="68"/>
                  <a:pt x="130" y="68"/>
                </a:cubicBezTo>
                <a:cubicBezTo>
                  <a:pt x="130" y="67"/>
                  <a:pt x="129" y="67"/>
                  <a:pt x="129" y="67"/>
                </a:cubicBezTo>
                <a:cubicBezTo>
                  <a:pt x="129" y="67"/>
                  <a:pt x="129" y="67"/>
                  <a:pt x="129" y="67"/>
                </a:cubicBezTo>
                <a:cubicBezTo>
                  <a:pt x="129" y="66"/>
                  <a:pt x="128" y="66"/>
                  <a:pt x="129" y="66"/>
                </a:cubicBezTo>
                <a:cubicBezTo>
                  <a:pt x="129" y="66"/>
                  <a:pt x="129" y="65"/>
                  <a:pt x="129" y="65"/>
                </a:cubicBezTo>
                <a:cubicBezTo>
                  <a:pt x="128" y="65"/>
                  <a:pt x="128" y="65"/>
                  <a:pt x="128" y="65"/>
                </a:cubicBezTo>
                <a:cubicBezTo>
                  <a:pt x="129" y="64"/>
                  <a:pt x="128" y="64"/>
                  <a:pt x="128" y="64"/>
                </a:cubicBezTo>
                <a:cubicBezTo>
                  <a:pt x="128" y="64"/>
                  <a:pt x="128" y="63"/>
                  <a:pt x="128" y="63"/>
                </a:cubicBezTo>
                <a:cubicBezTo>
                  <a:pt x="128" y="63"/>
                  <a:pt x="128" y="62"/>
                  <a:pt x="127" y="62"/>
                </a:cubicBezTo>
                <a:cubicBezTo>
                  <a:pt x="127" y="62"/>
                  <a:pt x="127" y="62"/>
                  <a:pt x="127" y="62"/>
                </a:cubicBezTo>
                <a:cubicBezTo>
                  <a:pt x="127" y="62"/>
                  <a:pt x="127" y="62"/>
                  <a:pt x="127" y="62"/>
                </a:cubicBezTo>
                <a:cubicBezTo>
                  <a:pt x="127" y="61"/>
                  <a:pt x="127" y="61"/>
                  <a:pt x="126" y="61"/>
                </a:cubicBezTo>
                <a:cubicBezTo>
                  <a:pt x="126" y="61"/>
                  <a:pt x="126" y="61"/>
                  <a:pt x="126" y="61"/>
                </a:cubicBezTo>
                <a:cubicBezTo>
                  <a:pt x="126" y="61"/>
                  <a:pt x="126" y="61"/>
                  <a:pt x="126" y="61"/>
                </a:cubicBezTo>
                <a:cubicBezTo>
                  <a:pt x="125" y="60"/>
                  <a:pt x="125" y="59"/>
                  <a:pt x="125" y="59"/>
                </a:cubicBezTo>
                <a:cubicBezTo>
                  <a:pt x="125" y="58"/>
                  <a:pt x="125" y="57"/>
                  <a:pt x="125" y="56"/>
                </a:cubicBezTo>
                <a:cubicBezTo>
                  <a:pt x="125" y="55"/>
                  <a:pt x="125" y="55"/>
                  <a:pt x="125" y="54"/>
                </a:cubicBezTo>
                <a:cubicBezTo>
                  <a:pt x="125" y="53"/>
                  <a:pt x="125" y="53"/>
                  <a:pt x="125" y="52"/>
                </a:cubicBezTo>
                <a:cubicBezTo>
                  <a:pt x="125" y="51"/>
                  <a:pt x="125" y="51"/>
                  <a:pt x="125" y="50"/>
                </a:cubicBezTo>
                <a:cubicBezTo>
                  <a:pt x="125" y="51"/>
                  <a:pt x="125" y="51"/>
                  <a:pt x="125" y="51"/>
                </a:cubicBezTo>
                <a:cubicBezTo>
                  <a:pt x="124" y="51"/>
                  <a:pt x="124" y="51"/>
                  <a:pt x="123" y="51"/>
                </a:cubicBezTo>
                <a:cubicBezTo>
                  <a:pt x="122" y="50"/>
                  <a:pt x="122" y="50"/>
                  <a:pt x="121" y="50"/>
                </a:cubicBezTo>
                <a:cubicBezTo>
                  <a:pt x="121" y="49"/>
                  <a:pt x="121" y="49"/>
                  <a:pt x="121" y="49"/>
                </a:cubicBezTo>
                <a:cubicBezTo>
                  <a:pt x="121" y="49"/>
                  <a:pt x="121" y="49"/>
                  <a:pt x="120" y="49"/>
                </a:cubicBezTo>
                <a:cubicBezTo>
                  <a:pt x="120" y="49"/>
                  <a:pt x="120" y="49"/>
                  <a:pt x="120" y="49"/>
                </a:cubicBezTo>
                <a:cubicBezTo>
                  <a:pt x="120" y="50"/>
                  <a:pt x="120" y="50"/>
                  <a:pt x="120" y="50"/>
                </a:cubicBezTo>
                <a:cubicBezTo>
                  <a:pt x="120" y="50"/>
                  <a:pt x="120" y="50"/>
                  <a:pt x="120" y="51"/>
                </a:cubicBezTo>
                <a:cubicBezTo>
                  <a:pt x="119" y="52"/>
                  <a:pt x="119" y="52"/>
                  <a:pt x="119" y="53"/>
                </a:cubicBezTo>
                <a:cubicBezTo>
                  <a:pt x="119" y="53"/>
                  <a:pt x="119" y="54"/>
                  <a:pt x="119" y="54"/>
                </a:cubicBezTo>
                <a:cubicBezTo>
                  <a:pt x="119" y="54"/>
                  <a:pt x="120" y="54"/>
                  <a:pt x="120" y="54"/>
                </a:cubicBezTo>
                <a:cubicBezTo>
                  <a:pt x="120" y="53"/>
                  <a:pt x="121" y="53"/>
                  <a:pt x="121" y="53"/>
                </a:cubicBezTo>
                <a:cubicBezTo>
                  <a:pt x="122" y="53"/>
                  <a:pt x="122" y="53"/>
                  <a:pt x="123" y="52"/>
                </a:cubicBezTo>
                <a:cubicBezTo>
                  <a:pt x="123" y="52"/>
                  <a:pt x="123" y="52"/>
                  <a:pt x="123" y="52"/>
                </a:cubicBezTo>
                <a:cubicBezTo>
                  <a:pt x="123" y="52"/>
                  <a:pt x="124" y="53"/>
                  <a:pt x="124" y="54"/>
                </a:cubicBezTo>
                <a:cubicBezTo>
                  <a:pt x="123" y="54"/>
                  <a:pt x="123" y="55"/>
                  <a:pt x="123" y="55"/>
                </a:cubicBezTo>
                <a:cubicBezTo>
                  <a:pt x="123" y="56"/>
                  <a:pt x="123" y="56"/>
                  <a:pt x="123" y="56"/>
                </a:cubicBezTo>
                <a:cubicBezTo>
                  <a:pt x="123" y="57"/>
                  <a:pt x="122" y="57"/>
                  <a:pt x="122" y="57"/>
                </a:cubicBezTo>
                <a:cubicBezTo>
                  <a:pt x="122" y="57"/>
                  <a:pt x="121" y="56"/>
                  <a:pt x="121" y="56"/>
                </a:cubicBezTo>
                <a:cubicBezTo>
                  <a:pt x="121" y="56"/>
                  <a:pt x="121" y="56"/>
                  <a:pt x="121" y="56"/>
                </a:cubicBezTo>
                <a:cubicBezTo>
                  <a:pt x="121" y="56"/>
                  <a:pt x="121" y="56"/>
                  <a:pt x="121" y="56"/>
                </a:cubicBezTo>
                <a:cubicBezTo>
                  <a:pt x="121" y="56"/>
                  <a:pt x="121" y="55"/>
                  <a:pt x="120" y="55"/>
                </a:cubicBezTo>
                <a:cubicBezTo>
                  <a:pt x="120" y="55"/>
                  <a:pt x="120" y="56"/>
                  <a:pt x="120" y="56"/>
                </a:cubicBezTo>
                <a:cubicBezTo>
                  <a:pt x="120" y="56"/>
                  <a:pt x="120" y="56"/>
                  <a:pt x="120" y="56"/>
                </a:cubicBezTo>
                <a:cubicBezTo>
                  <a:pt x="120" y="57"/>
                  <a:pt x="120" y="57"/>
                  <a:pt x="120" y="57"/>
                </a:cubicBezTo>
                <a:cubicBezTo>
                  <a:pt x="120" y="57"/>
                  <a:pt x="119" y="57"/>
                  <a:pt x="119" y="57"/>
                </a:cubicBezTo>
                <a:cubicBezTo>
                  <a:pt x="119" y="57"/>
                  <a:pt x="119" y="57"/>
                  <a:pt x="119" y="57"/>
                </a:cubicBezTo>
                <a:cubicBezTo>
                  <a:pt x="118" y="57"/>
                  <a:pt x="118" y="57"/>
                  <a:pt x="118" y="57"/>
                </a:cubicBezTo>
                <a:cubicBezTo>
                  <a:pt x="118" y="56"/>
                  <a:pt x="118" y="55"/>
                  <a:pt x="118" y="54"/>
                </a:cubicBezTo>
                <a:cubicBezTo>
                  <a:pt x="118" y="53"/>
                  <a:pt x="118" y="53"/>
                  <a:pt x="118" y="53"/>
                </a:cubicBezTo>
                <a:cubicBezTo>
                  <a:pt x="117" y="53"/>
                  <a:pt x="117" y="53"/>
                  <a:pt x="117" y="53"/>
                </a:cubicBezTo>
                <a:cubicBezTo>
                  <a:pt x="116" y="53"/>
                  <a:pt x="116" y="53"/>
                  <a:pt x="116" y="53"/>
                </a:cubicBezTo>
                <a:cubicBezTo>
                  <a:pt x="116" y="53"/>
                  <a:pt x="116" y="53"/>
                  <a:pt x="116" y="53"/>
                </a:cubicBezTo>
                <a:cubicBezTo>
                  <a:pt x="116" y="52"/>
                  <a:pt x="115" y="52"/>
                  <a:pt x="115" y="52"/>
                </a:cubicBezTo>
                <a:cubicBezTo>
                  <a:pt x="115" y="52"/>
                  <a:pt x="115" y="53"/>
                  <a:pt x="115" y="53"/>
                </a:cubicBezTo>
                <a:cubicBezTo>
                  <a:pt x="115" y="53"/>
                  <a:pt x="115" y="54"/>
                  <a:pt x="114" y="54"/>
                </a:cubicBezTo>
                <a:cubicBezTo>
                  <a:pt x="115" y="54"/>
                  <a:pt x="115" y="54"/>
                  <a:pt x="115" y="54"/>
                </a:cubicBezTo>
                <a:cubicBezTo>
                  <a:pt x="115" y="55"/>
                  <a:pt x="115" y="55"/>
                  <a:pt x="116" y="55"/>
                </a:cubicBezTo>
                <a:cubicBezTo>
                  <a:pt x="115" y="55"/>
                  <a:pt x="115" y="55"/>
                  <a:pt x="115" y="55"/>
                </a:cubicBezTo>
                <a:cubicBezTo>
                  <a:pt x="115" y="56"/>
                  <a:pt x="115" y="56"/>
                  <a:pt x="115" y="57"/>
                </a:cubicBezTo>
                <a:cubicBezTo>
                  <a:pt x="115" y="58"/>
                  <a:pt x="114" y="58"/>
                  <a:pt x="113" y="58"/>
                </a:cubicBezTo>
                <a:cubicBezTo>
                  <a:pt x="113" y="58"/>
                  <a:pt x="113" y="58"/>
                  <a:pt x="113" y="58"/>
                </a:cubicBezTo>
                <a:cubicBezTo>
                  <a:pt x="113" y="58"/>
                  <a:pt x="112" y="58"/>
                  <a:pt x="112" y="59"/>
                </a:cubicBezTo>
                <a:cubicBezTo>
                  <a:pt x="112" y="59"/>
                  <a:pt x="112" y="60"/>
                  <a:pt x="111" y="60"/>
                </a:cubicBezTo>
                <a:cubicBezTo>
                  <a:pt x="111" y="60"/>
                  <a:pt x="111" y="60"/>
                  <a:pt x="111" y="60"/>
                </a:cubicBezTo>
                <a:cubicBezTo>
                  <a:pt x="112" y="60"/>
                  <a:pt x="112" y="61"/>
                  <a:pt x="112" y="61"/>
                </a:cubicBezTo>
                <a:cubicBezTo>
                  <a:pt x="112" y="61"/>
                  <a:pt x="112" y="61"/>
                  <a:pt x="112" y="62"/>
                </a:cubicBezTo>
                <a:cubicBezTo>
                  <a:pt x="112" y="62"/>
                  <a:pt x="112" y="62"/>
                  <a:pt x="112" y="62"/>
                </a:cubicBezTo>
                <a:cubicBezTo>
                  <a:pt x="112" y="62"/>
                  <a:pt x="112" y="62"/>
                  <a:pt x="112" y="63"/>
                </a:cubicBezTo>
                <a:cubicBezTo>
                  <a:pt x="112" y="63"/>
                  <a:pt x="112" y="63"/>
                  <a:pt x="112" y="64"/>
                </a:cubicBezTo>
                <a:cubicBezTo>
                  <a:pt x="112" y="64"/>
                  <a:pt x="112" y="65"/>
                  <a:pt x="112" y="65"/>
                </a:cubicBezTo>
                <a:cubicBezTo>
                  <a:pt x="112" y="66"/>
                  <a:pt x="112" y="66"/>
                  <a:pt x="111" y="67"/>
                </a:cubicBezTo>
                <a:cubicBezTo>
                  <a:pt x="111" y="68"/>
                  <a:pt x="110" y="68"/>
                  <a:pt x="110" y="67"/>
                </a:cubicBezTo>
                <a:cubicBezTo>
                  <a:pt x="110" y="67"/>
                  <a:pt x="110" y="67"/>
                  <a:pt x="109" y="67"/>
                </a:cubicBezTo>
                <a:cubicBezTo>
                  <a:pt x="109" y="67"/>
                  <a:pt x="109" y="67"/>
                  <a:pt x="109" y="67"/>
                </a:cubicBezTo>
                <a:cubicBezTo>
                  <a:pt x="110" y="68"/>
                  <a:pt x="110" y="68"/>
                  <a:pt x="110" y="68"/>
                </a:cubicBezTo>
                <a:cubicBezTo>
                  <a:pt x="110" y="69"/>
                  <a:pt x="110" y="69"/>
                  <a:pt x="111" y="69"/>
                </a:cubicBezTo>
                <a:cubicBezTo>
                  <a:pt x="111" y="68"/>
                  <a:pt x="112" y="68"/>
                  <a:pt x="112" y="69"/>
                </a:cubicBezTo>
                <a:cubicBezTo>
                  <a:pt x="112" y="69"/>
                  <a:pt x="112" y="70"/>
                  <a:pt x="113" y="70"/>
                </a:cubicBezTo>
                <a:cubicBezTo>
                  <a:pt x="113" y="70"/>
                  <a:pt x="113" y="70"/>
                  <a:pt x="113" y="71"/>
                </a:cubicBezTo>
                <a:cubicBezTo>
                  <a:pt x="113" y="71"/>
                  <a:pt x="113" y="71"/>
                  <a:pt x="113" y="71"/>
                </a:cubicBezTo>
                <a:cubicBezTo>
                  <a:pt x="113" y="71"/>
                  <a:pt x="113" y="71"/>
                  <a:pt x="113" y="71"/>
                </a:cubicBezTo>
                <a:cubicBezTo>
                  <a:pt x="113" y="71"/>
                  <a:pt x="113" y="72"/>
                  <a:pt x="113" y="72"/>
                </a:cubicBezTo>
                <a:cubicBezTo>
                  <a:pt x="113" y="72"/>
                  <a:pt x="113" y="73"/>
                  <a:pt x="112" y="73"/>
                </a:cubicBezTo>
                <a:cubicBezTo>
                  <a:pt x="112" y="73"/>
                  <a:pt x="112" y="73"/>
                  <a:pt x="112" y="73"/>
                </a:cubicBezTo>
                <a:cubicBezTo>
                  <a:pt x="112" y="73"/>
                  <a:pt x="112" y="74"/>
                  <a:pt x="112" y="74"/>
                </a:cubicBezTo>
                <a:cubicBezTo>
                  <a:pt x="112" y="74"/>
                  <a:pt x="112" y="75"/>
                  <a:pt x="112" y="75"/>
                </a:cubicBezTo>
                <a:cubicBezTo>
                  <a:pt x="112" y="75"/>
                  <a:pt x="112" y="75"/>
                  <a:pt x="112" y="76"/>
                </a:cubicBezTo>
                <a:cubicBezTo>
                  <a:pt x="111" y="76"/>
                  <a:pt x="111" y="76"/>
                  <a:pt x="111" y="76"/>
                </a:cubicBezTo>
                <a:cubicBezTo>
                  <a:pt x="111" y="77"/>
                  <a:pt x="111" y="77"/>
                  <a:pt x="111" y="77"/>
                </a:cubicBezTo>
                <a:cubicBezTo>
                  <a:pt x="111" y="77"/>
                  <a:pt x="111" y="77"/>
                  <a:pt x="111" y="77"/>
                </a:cubicBezTo>
                <a:cubicBezTo>
                  <a:pt x="111" y="78"/>
                  <a:pt x="111" y="78"/>
                  <a:pt x="111" y="79"/>
                </a:cubicBezTo>
                <a:cubicBezTo>
                  <a:pt x="111" y="79"/>
                  <a:pt x="111" y="79"/>
                  <a:pt x="111" y="79"/>
                </a:cubicBezTo>
                <a:cubicBezTo>
                  <a:pt x="111" y="79"/>
                  <a:pt x="110" y="79"/>
                  <a:pt x="110" y="80"/>
                </a:cubicBezTo>
                <a:cubicBezTo>
                  <a:pt x="110" y="80"/>
                  <a:pt x="110" y="80"/>
                  <a:pt x="110" y="80"/>
                </a:cubicBezTo>
                <a:cubicBezTo>
                  <a:pt x="110" y="81"/>
                  <a:pt x="110" y="81"/>
                  <a:pt x="110" y="81"/>
                </a:cubicBezTo>
                <a:cubicBezTo>
                  <a:pt x="110" y="81"/>
                  <a:pt x="110" y="81"/>
                  <a:pt x="110" y="81"/>
                </a:cubicBezTo>
                <a:cubicBezTo>
                  <a:pt x="110" y="82"/>
                  <a:pt x="110" y="82"/>
                  <a:pt x="109" y="82"/>
                </a:cubicBezTo>
                <a:cubicBezTo>
                  <a:pt x="109" y="82"/>
                  <a:pt x="109" y="82"/>
                  <a:pt x="109" y="82"/>
                </a:cubicBezTo>
                <a:cubicBezTo>
                  <a:pt x="109" y="82"/>
                  <a:pt x="109" y="82"/>
                  <a:pt x="109" y="82"/>
                </a:cubicBezTo>
                <a:cubicBezTo>
                  <a:pt x="109" y="83"/>
                  <a:pt x="108" y="83"/>
                  <a:pt x="108" y="83"/>
                </a:cubicBezTo>
                <a:cubicBezTo>
                  <a:pt x="108" y="83"/>
                  <a:pt x="108" y="84"/>
                  <a:pt x="108" y="84"/>
                </a:cubicBezTo>
                <a:cubicBezTo>
                  <a:pt x="108" y="84"/>
                  <a:pt x="108" y="84"/>
                  <a:pt x="108" y="84"/>
                </a:cubicBezTo>
                <a:cubicBezTo>
                  <a:pt x="108" y="84"/>
                  <a:pt x="108" y="84"/>
                  <a:pt x="108" y="84"/>
                </a:cubicBezTo>
                <a:cubicBezTo>
                  <a:pt x="108" y="84"/>
                  <a:pt x="108" y="85"/>
                  <a:pt x="108" y="85"/>
                </a:cubicBezTo>
                <a:cubicBezTo>
                  <a:pt x="107" y="86"/>
                  <a:pt x="107" y="87"/>
                  <a:pt x="107" y="88"/>
                </a:cubicBezTo>
                <a:cubicBezTo>
                  <a:pt x="107" y="88"/>
                  <a:pt x="107" y="88"/>
                  <a:pt x="107" y="88"/>
                </a:cubicBezTo>
                <a:cubicBezTo>
                  <a:pt x="106" y="89"/>
                  <a:pt x="106" y="90"/>
                  <a:pt x="105" y="90"/>
                </a:cubicBezTo>
                <a:cubicBezTo>
                  <a:pt x="105" y="90"/>
                  <a:pt x="105" y="90"/>
                  <a:pt x="104" y="91"/>
                </a:cubicBezTo>
                <a:cubicBezTo>
                  <a:pt x="104" y="91"/>
                  <a:pt x="104" y="91"/>
                  <a:pt x="104" y="91"/>
                </a:cubicBezTo>
                <a:cubicBezTo>
                  <a:pt x="104" y="91"/>
                  <a:pt x="104" y="91"/>
                  <a:pt x="104" y="91"/>
                </a:cubicBezTo>
                <a:cubicBezTo>
                  <a:pt x="104" y="91"/>
                  <a:pt x="104" y="91"/>
                  <a:pt x="104" y="91"/>
                </a:cubicBezTo>
                <a:cubicBezTo>
                  <a:pt x="103" y="91"/>
                  <a:pt x="102" y="92"/>
                  <a:pt x="102" y="92"/>
                </a:cubicBezTo>
                <a:cubicBezTo>
                  <a:pt x="102" y="92"/>
                  <a:pt x="102" y="92"/>
                  <a:pt x="102" y="93"/>
                </a:cubicBezTo>
                <a:cubicBezTo>
                  <a:pt x="101" y="94"/>
                  <a:pt x="101" y="95"/>
                  <a:pt x="100" y="96"/>
                </a:cubicBezTo>
                <a:cubicBezTo>
                  <a:pt x="100" y="96"/>
                  <a:pt x="99" y="97"/>
                  <a:pt x="99" y="97"/>
                </a:cubicBezTo>
                <a:cubicBezTo>
                  <a:pt x="99" y="97"/>
                  <a:pt x="99" y="97"/>
                  <a:pt x="99" y="97"/>
                </a:cubicBezTo>
                <a:cubicBezTo>
                  <a:pt x="99" y="97"/>
                  <a:pt x="99" y="97"/>
                  <a:pt x="99" y="97"/>
                </a:cubicBezTo>
                <a:cubicBezTo>
                  <a:pt x="99" y="97"/>
                  <a:pt x="98" y="97"/>
                  <a:pt x="98" y="98"/>
                </a:cubicBezTo>
                <a:cubicBezTo>
                  <a:pt x="98" y="98"/>
                  <a:pt x="97" y="99"/>
                  <a:pt x="97" y="99"/>
                </a:cubicBezTo>
                <a:cubicBezTo>
                  <a:pt x="97" y="100"/>
                  <a:pt x="96" y="100"/>
                  <a:pt x="96" y="99"/>
                </a:cubicBezTo>
                <a:cubicBezTo>
                  <a:pt x="96" y="99"/>
                  <a:pt x="95" y="99"/>
                  <a:pt x="95" y="99"/>
                </a:cubicBezTo>
                <a:cubicBezTo>
                  <a:pt x="95" y="99"/>
                  <a:pt x="95" y="100"/>
                  <a:pt x="95" y="100"/>
                </a:cubicBezTo>
                <a:cubicBezTo>
                  <a:pt x="95" y="100"/>
                  <a:pt x="95" y="100"/>
                  <a:pt x="95" y="100"/>
                </a:cubicBezTo>
                <a:cubicBezTo>
                  <a:pt x="95" y="100"/>
                  <a:pt x="94" y="100"/>
                  <a:pt x="94" y="100"/>
                </a:cubicBezTo>
                <a:cubicBezTo>
                  <a:pt x="94" y="100"/>
                  <a:pt x="94" y="100"/>
                  <a:pt x="94" y="101"/>
                </a:cubicBezTo>
                <a:cubicBezTo>
                  <a:pt x="93" y="101"/>
                  <a:pt x="93" y="101"/>
                  <a:pt x="92" y="101"/>
                </a:cubicBezTo>
                <a:cubicBezTo>
                  <a:pt x="92" y="101"/>
                  <a:pt x="91" y="101"/>
                  <a:pt x="91" y="101"/>
                </a:cubicBezTo>
                <a:cubicBezTo>
                  <a:pt x="91" y="102"/>
                  <a:pt x="91" y="102"/>
                  <a:pt x="91" y="102"/>
                </a:cubicBezTo>
                <a:cubicBezTo>
                  <a:pt x="90" y="102"/>
                  <a:pt x="90" y="102"/>
                  <a:pt x="90" y="102"/>
                </a:cubicBezTo>
                <a:cubicBezTo>
                  <a:pt x="90" y="102"/>
                  <a:pt x="90" y="102"/>
                  <a:pt x="90" y="102"/>
                </a:cubicBezTo>
                <a:cubicBezTo>
                  <a:pt x="89" y="102"/>
                  <a:pt x="89" y="102"/>
                  <a:pt x="89" y="103"/>
                </a:cubicBezTo>
                <a:cubicBezTo>
                  <a:pt x="89" y="103"/>
                  <a:pt x="89" y="104"/>
                  <a:pt x="87" y="104"/>
                </a:cubicBezTo>
                <a:cubicBezTo>
                  <a:pt x="86" y="104"/>
                  <a:pt x="86" y="104"/>
                  <a:pt x="85" y="103"/>
                </a:cubicBezTo>
                <a:cubicBezTo>
                  <a:pt x="85" y="102"/>
                  <a:pt x="86" y="102"/>
                  <a:pt x="86" y="102"/>
                </a:cubicBezTo>
                <a:cubicBezTo>
                  <a:pt x="86" y="102"/>
                  <a:pt x="86" y="102"/>
                  <a:pt x="86" y="102"/>
                </a:cubicBezTo>
                <a:cubicBezTo>
                  <a:pt x="86" y="102"/>
                  <a:pt x="86" y="102"/>
                  <a:pt x="86" y="102"/>
                </a:cubicBezTo>
                <a:cubicBezTo>
                  <a:pt x="86" y="101"/>
                  <a:pt x="86" y="101"/>
                  <a:pt x="86" y="101"/>
                </a:cubicBezTo>
                <a:cubicBezTo>
                  <a:pt x="86" y="100"/>
                  <a:pt x="86" y="100"/>
                  <a:pt x="85" y="100"/>
                </a:cubicBezTo>
                <a:cubicBezTo>
                  <a:pt x="85" y="101"/>
                  <a:pt x="85" y="101"/>
                  <a:pt x="85" y="101"/>
                </a:cubicBezTo>
                <a:cubicBezTo>
                  <a:pt x="85" y="101"/>
                  <a:pt x="85" y="100"/>
                  <a:pt x="84" y="100"/>
                </a:cubicBezTo>
                <a:cubicBezTo>
                  <a:pt x="84" y="100"/>
                  <a:pt x="84" y="101"/>
                  <a:pt x="84" y="101"/>
                </a:cubicBezTo>
                <a:cubicBezTo>
                  <a:pt x="84" y="100"/>
                  <a:pt x="84" y="100"/>
                  <a:pt x="84" y="100"/>
                </a:cubicBezTo>
                <a:cubicBezTo>
                  <a:pt x="84" y="100"/>
                  <a:pt x="84" y="100"/>
                  <a:pt x="84" y="100"/>
                </a:cubicBezTo>
                <a:cubicBezTo>
                  <a:pt x="84" y="100"/>
                  <a:pt x="85" y="99"/>
                  <a:pt x="85" y="99"/>
                </a:cubicBezTo>
                <a:cubicBezTo>
                  <a:pt x="85" y="99"/>
                  <a:pt x="85" y="99"/>
                  <a:pt x="85" y="99"/>
                </a:cubicBezTo>
                <a:cubicBezTo>
                  <a:pt x="85" y="99"/>
                  <a:pt x="86" y="99"/>
                  <a:pt x="86" y="99"/>
                </a:cubicBezTo>
                <a:cubicBezTo>
                  <a:pt x="86" y="99"/>
                  <a:pt x="86" y="99"/>
                  <a:pt x="86" y="99"/>
                </a:cubicBezTo>
                <a:cubicBezTo>
                  <a:pt x="86" y="98"/>
                  <a:pt x="87" y="98"/>
                  <a:pt x="87" y="98"/>
                </a:cubicBezTo>
                <a:cubicBezTo>
                  <a:pt x="88" y="98"/>
                  <a:pt x="88" y="98"/>
                  <a:pt x="88" y="97"/>
                </a:cubicBezTo>
                <a:cubicBezTo>
                  <a:pt x="87" y="97"/>
                  <a:pt x="88" y="97"/>
                  <a:pt x="88" y="96"/>
                </a:cubicBezTo>
                <a:cubicBezTo>
                  <a:pt x="88" y="96"/>
                  <a:pt x="88" y="97"/>
                  <a:pt x="88" y="96"/>
                </a:cubicBezTo>
                <a:cubicBezTo>
                  <a:pt x="88" y="96"/>
                  <a:pt x="88" y="95"/>
                  <a:pt x="88" y="96"/>
                </a:cubicBezTo>
                <a:cubicBezTo>
                  <a:pt x="87" y="96"/>
                  <a:pt x="87" y="96"/>
                  <a:pt x="86" y="96"/>
                </a:cubicBezTo>
                <a:cubicBezTo>
                  <a:pt x="86" y="97"/>
                  <a:pt x="85" y="97"/>
                  <a:pt x="84" y="97"/>
                </a:cubicBezTo>
                <a:cubicBezTo>
                  <a:pt x="84" y="97"/>
                  <a:pt x="83" y="98"/>
                  <a:pt x="83" y="98"/>
                </a:cubicBezTo>
                <a:cubicBezTo>
                  <a:pt x="83" y="98"/>
                  <a:pt x="83" y="99"/>
                  <a:pt x="82" y="99"/>
                </a:cubicBezTo>
                <a:cubicBezTo>
                  <a:pt x="82" y="99"/>
                  <a:pt x="82" y="100"/>
                  <a:pt x="82" y="100"/>
                </a:cubicBezTo>
                <a:cubicBezTo>
                  <a:pt x="83" y="100"/>
                  <a:pt x="83" y="100"/>
                  <a:pt x="83" y="101"/>
                </a:cubicBezTo>
                <a:cubicBezTo>
                  <a:pt x="83" y="101"/>
                  <a:pt x="83" y="101"/>
                  <a:pt x="83" y="101"/>
                </a:cubicBezTo>
                <a:cubicBezTo>
                  <a:pt x="83" y="102"/>
                  <a:pt x="83" y="103"/>
                  <a:pt x="83" y="103"/>
                </a:cubicBezTo>
                <a:cubicBezTo>
                  <a:pt x="83" y="104"/>
                  <a:pt x="82" y="105"/>
                  <a:pt x="81" y="106"/>
                </a:cubicBezTo>
                <a:cubicBezTo>
                  <a:pt x="81" y="106"/>
                  <a:pt x="81" y="106"/>
                  <a:pt x="81" y="106"/>
                </a:cubicBezTo>
                <a:cubicBezTo>
                  <a:pt x="81" y="106"/>
                  <a:pt x="81" y="107"/>
                  <a:pt x="81" y="107"/>
                </a:cubicBezTo>
                <a:cubicBezTo>
                  <a:pt x="80" y="107"/>
                  <a:pt x="80" y="108"/>
                  <a:pt x="79" y="108"/>
                </a:cubicBezTo>
                <a:cubicBezTo>
                  <a:pt x="79" y="108"/>
                  <a:pt x="79" y="109"/>
                  <a:pt x="79" y="109"/>
                </a:cubicBezTo>
                <a:cubicBezTo>
                  <a:pt x="79" y="109"/>
                  <a:pt x="79" y="109"/>
                  <a:pt x="79" y="109"/>
                </a:cubicBezTo>
                <a:cubicBezTo>
                  <a:pt x="78" y="109"/>
                  <a:pt x="78" y="110"/>
                  <a:pt x="78" y="110"/>
                </a:cubicBezTo>
                <a:cubicBezTo>
                  <a:pt x="77" y="110"/>
                  <a:pt x="78" y="110"/>
                  <a:pt x="77" y="111"/>
                </a:cubicBezTo>
                <a:cubicBezTo>
                  <a:pt x="77" y="111"/>
                  <a:pt x="77" y="111"/>
                  <a:pt x="77" y="111"/>
                </a:cubicBezTo>
                <a:cubicBezTo>
                  <a:pt x="77" y="111"/>
                  <a:pt x="77" y="112"/>
                  <a:pt x="76" y="112"/>
                </a:cubicBezTo>
                <a:cubicBezTo>
                  <a:pt x="76" y="112"/>
                  <a:pt x="76" y="113"/>
                  <a:pt x="76" y="113"/>
                </a:cubicBezTo>
                <a:cubicBezTo>
                  <a:pt x="76" y="114"/>
                  <a:pt x="77" y="114"/>
                  <a:pt x="77" y="114"/>
                </a:cubicBezTo>
                <a:cubicBezTo>
                  <a:pt x="77" y="114"/>
                  <a:pt x="77" y="114"/>
                  <a:pt x="77" y="115"/>
                </a:cubicBezTo>
                <a:cubicBezTo>
                  <a:pt x="77" y="115"/>
                  <a:pt x="77" y="115"/>
                  <a:pt x="77" y="115"/>
                </a:cubicBezTo>
                <a:cubicBezTo>
                  <a:pt x="77" y="116"/>
                  <a:pt x="77" y="116"/>
                  <a:pt x="77" y="116"/>
                </a:cubicBezTo>
                <a:cubicBezTo>
                  <a:pt x="77" y="116"/>
                  <a:pt x="77" y="116"/>
                  <a:pt x="77" y="116"/>
                </a:cubicBezTo>
                <a:cubicBezTo>
                  <a:pt x="77" y="116"/>
                  <a:pt x="77" y="116"/>
                  <a:pt x="77" y="116"/>
                </a:cubicBezTo>
                <a:cubicBezTo>
                  <a:pt x="77" y="115"/>
                  <a:pt x="77" y="115"/>
                  <a:pt x="76" y="115"/>
                </a:cubicBezTo>
                <a:cubicBezTo>
                  <a:pt x="76" y="115"/>
                  <a:pt x="76" y="115"/>
                  <a:pt x="76" y="116"/>
                </a:cubicBezTo>
                <a:cubicBezTo>
                  <a:pt x="76" y="116"/>
                  <a:pt x="76" y="116"/>
                  <a:pt x="76" y="117"/>
                </a:cubicBezTo>
                <a:cubicBezTo>
                  <a:pt x="76" y="117"/>
                  <a:pt x="76" y="117"/>
                  <a:pt x="75" y="117"/>
                </a:cubicBezTo>
                <a:cubicBezTo>
                  <a:pt x="75" y="117"/>
                  <a:pt x="75" y="117"/>
                  <a:pt x="75" y="117"/>
                </a:cubicBezTo>
                <a:cubicBezTo>
                  <a:pt x="75" y="117"/>
                  <a:pt x="75" y="117"/>
                  <a:pt x="75" y="117"/>
                </a:cubicBezTo>
                <a:cubicBezTo>
                  <a:pt x="75" y="117"/>
                  <a:pt x="75" y="117"/>
                  <a:pt x="75" y="117"/>
                </a:cubicBezTo>
                <a:cubicBezTo>
                  <a:pt x="75" y="118"/>
                  <a:pt x="75" y="118"/>
                  <a:pt x="74" y="118"/>
                </a:cubicBezTo>
                <a:cubicBezTo>
                  <a:pt x="74" y="118"/>
                  <a:pt x="74" y="117"/>
                  <a:pt x="74" y="117"/>
                </a:cubicBezTo>
                <a:cubicBezTo>
                  <a:pt x="74" y="117"/>
                  <a:pt x="74" y="117"/>
                  <a:pt x="74" y="117"/>
                </a:cubicBezTo>
                <a:cubicBezTo>
                  <a:pt x="74" y="118"/>
                  <a:pt x="74" y="118"/>
                  <a:pt x="74" y="118"/>
                </a:cubicBezTo>
                <a:cubicBezTo>
                  <a:pt x="74" y="118"/>
                  <a:pt x="74" y="118"/>
                  <a:pt x="74" y="118"/>
                </a:cubicBezTo>
                <a:cubicBezTo>
                  <a:pt x="74" y="118"/>
                  <a:pt x="74" y="118"/>
                  <a:pt x="74" y="118"/>
                </a:cubicBezTo>
                <a:cubicBezTo>
                  <a:pt x="74" y="118"/>
                  <a:pt x="73" y="118"/>
                  <a:pt x="73" y="118"/>
                </a:cubicBezTo>
                <a:cubicBezTo>
                  <a:pt x="73" y="118"/>
                  <a:pt x="73" y="118"/>
                  <a:pt x="73" y="118"/>
                </a:cubicBezTo>
                <a:cubicBezTo>
                  <a:pt x="73" y="118"/>
                  <a:pt x="73" y="118"/>
                  <a:pt x="73" y="118"/>
                </a:cubicBezTo>
                <a:cubicBezTo>
                  <a:pt x="73" y="118"/>
                  <a:pt x="73" y="118"/>
                  <a:pt x="73" y="118"/>
                </a:cubicBezTo>
                <a:cubicBezTo>
                  <a:pt x="73" y="118"/>
                  <a:pt x="73" y="118"/>
                  <a:pt x="72" y="118"/>
                </a:cubicBezTo>
                <a:cubicBezTo>
                  <a:pt x="72" y="118"/>
                  <a:pt x="72" y="118"/>
                  <a:pt x="72" y="118"/>
                </a:cubicBezTo>
                <a:cubicBezTo>
                  <a:pt x="72" y="118"/>
                  <a:pt x="72" y="118"/>
                  <a:pt x="72" y="117"/>
                </a:cubicBezTo>
                <a:cubicBezTo>
                  <a:pt x="72" y="117"/>
                  <a:pt x="72" y="117"/>
                  <a:pt x="72" y="117"/>
                </a:cubicBezTo>
                <a:cubicBezTo>
                  <a:pt x="72" y="117"/>
                  <a:pt x="71" y="117"/>
                  <a:pt x="71" y="117"/>
                </a:cubicBezTo>
                <a:cubicBezTo>
                  <a:pt x="71" y="117"/>
                  <a:pt x="71" y="117"/>
                  <a:pt x="71" y="117"/>
                </a:cubicBezTo>
                <a:cubicBezTo>
                  <a:pt x="70" y="118"/>
                  <a:pt x="70" y="118"/>
                  <a:pt x="70" y="118"/>
                </a:cubicBezTo>
                <a:cubicBezTo>
                  <a:pt x="70" y="118"/>
                  <a:pt x="71" y="118"/>
                  <a:pt x="71" y="118"/>
                </a:cubicBezTo>
                <a:cubicBezTo>
                  <a:pt x="71" y="118"/>
                  <a:pt x="71" y="118"/>
                  <a:pt x="71" y="118"/>
                </a:cubicBezTo>
                <a:cubicBezTo>
                  <a:pt x="71" y="118"/>
                  <a:pt x="71" y="118"/>
                  <a:pt x="71" y="118"/>
                </a:cubicBezTo>
                <a:cubicBezTo>
                  <a:pt x="71" y="118"/>
                  <a:pt x="71" y="118"/>
                  <a:pt x="71"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7"/>
                </a:cubicBezTo>
                <a:cubicBezTo>
                  <a:pt x="70" y="117"/>
                  <a:pt x="70" y="117"/>
                  <a:pt x="70" y="117"/>
                </a:cubicBezTo>
                <a:cubicBezTo>
                  <a:pt x="69" y="117"/>
                  <a:pt x="69" y="117"/>
                  <a:pt x="69" y="117"/>
                </a:cubicBezTo>
                <a:cubicBezTo>
                  <a:pt x="69" y="117"/>
                  <a:pt x="69" y="118"/>
                  <a:pt x="69" y="118"/>
                </a:cubicBezTo>
                <a:cubicBezTo>
                  <a:pt x="69" y="117"/>
                  <a:pt x="69" y="117"/>
                  <a:pt x="69" y="117"/>
                </a:cubicBezTo>
                <a:cubicBezTo>
                  <a:pt x="69" y="117"/>
                  <a:pt x="69" y="117"/>
                  <a:pt x="70" y="116"/>
                </a:cubicBezTo>
                <a:cubicBezTo>
                  <a:pt x="70" y="116"/>
                  <a:pt x="70" y="116"/>
                  <a:pt x="70" y="116"/>
                </a:cubicBezTo>
                <a:cubicBezTo>
                  <a:pt x="70" y="115"/>
                  <a:pt x="70" y="115"/>
                  <a:pt x="69" y="115"/>
                </a:cubicBezTo>
                <a:cubicBezTo>
                  <a:pt x="69" y="115"/>
                  <a:pt x="68" y="115"/>
                  <a:pt x="68" y="116"/>
                </a:cubicBezTo>
                <a:cubicBezTo>
                  <a:pt x="67" y="116"/>
                  <a:pt x="67" y="116"/>
                  <a:pt x="66" y="116"/>
                </a:cubicBezTo>
                <a:cubicBezTo>
                  <a:pt x="66" y="116"/>
                  <a:pt x="66" y="116"/>
                  <a:pt x="66" y="116"/>
                </a:cubicBezTo>
                <a:cubicBezTo>
                  <a:pt x="66" y="116"/>
                  <a:pt x="66" y="116"/>
                  <a:pt x="66" y="116"/>
                </a:cubicBezTo>
                <a:cubicBezTo>
                  <a:pt x="66" y="116"/>
                  <a:pt x="66" y="116"/>
                  <a:pt x="66" y="116"/>
                </a:cubicBezTo>
                <a:cubicBezTo>
                  <a:pt x="65" y="116"/>
                  <a:pt x="65" y="116"/>
                  <a:pt x="64" y="116"/>
                </a:cubicBezTo>
                <a:cubicBezTo>
                  <a:pt x="64" y="116"/>
                  <a:pt x="64" y="116"/>
                  <a:pt x="64" y="116"/>
                </a:cubicBezTo>
                <a:cubicBezTo>
                  <a:pt x="63" y="116"/>
                  <a:pt x="63" y="116"/>
                  <a:pt x="62" y="117"/>
                </a:cubicBezTo>
                <a:cubicBezTo>
                  <a:pt x="62" y="117"/>
                  <a:pt x="62" y="117"/>
                  <a:pt x="62" y="117"/>
                </a:cubicBezTo>
                <a:cubicBezTo>
                  <a:pt x="62" y="117"/>
                  <a:pt x="62" y="117"/>
                  <a:pt x="62" y="117"/>
                </a:cubicBezTo>
                <a:cubicBezTo>
                  <a:pt x="62" y="117"/>
                  <a:pt x="61" y="117"/>
                  <a:pt x="61" y="117"/>
                </a:cubicBezTo>
                <a:cubicBezTo>
                  <a:pt x="61" y="117"/>
                  <a:pt x="61" y="117"/>
                  <a:pt x="61" y="117"/>
                </a:cubicBezTo>
                <a:cubicBezTo>
                  <a:pt x="61" y="118"/>
                  <a:pt x="60" y="118"/>
                  <a:pt x="60" y="118"/>
                </a:cubicBezTo>
                <a:cubicBezTo>
                  <a:pt x="60" y="118"/>
                  <a:pt x="60" y="118"/>
                  <a:pt x="59" y="118"/>
                </a:cubicBezTo>
                <a:cubicBezTo>
                  <a:pt x="59" y="118"/>
                  <a:pt x="59" y="118"/>
                  <a:pt x="58" y="118"/>
                </a:cubicBezTo>
                <a:cubicBezTo>
                  <a:pt x="58" y="118"/>
                  <a:pt x="57" y="118"/>
                  <a:pt x="56" y="118"/>
                </a:cubicBezTo>
                <a:cubicBezTo>
                  <a:pt x="56" y="118"/>
                  <a:pt x="56" y="118"/>
                  <a:pt x="55" y="118"/>
                </a:cubicBezTo>
                <a:cubicBezTo>
                  <a:pt x="54" y="118"/>
                  <a:pt x="54" y="118"/>
                  <a:pt x="53" y="118"/>
                </a:cubicBezTo>
                <a:cubicBezTo>
                  <a:pt x="53" y="118"/>
                  <a:pt x="53" y="119"/>
                  <a:pt x="52" y="118"/>
                </a:cubicBezTo>
                <a:cubicBezTo>
                  <a:pt x="52" y="118"/>
                  <a:pt x="52" y="118"/>
                  <a:pt x="52" y="118"/>
                </a:cubicBezTo>
                <a:cubicBezTo>
                  <a:pt x="52" y="117"/>
                  <a:pt x="52" y="117"/>
                  <a:pt x="52" y="117"/>
                </a:cubicBezTo>
                <a:cubicBezTo>
                  <a:pt x="52" y="117"/>
                  <a:pt x="52" y="117"/>
                  <a:pt x="52" y="117"/>
                </a:cubicBezTo>
                <a:cubicBezTo>
                  <a:pt x="52" y="117"/>
                  <a:pt x="52" y="117"/>
                  <a:pt x="52" y="117"/>
                </a:cubicBezTo>
                <a:cubicBezTo>
                  <a:pt x="52" y="117"/>
                  <a:pt x="51" y="118"/>
                  <a:pt x="50" y="117"/>
                </a:cubicBezTo>
                <a:cubicBezTo>
                  <a:pt x="50" y="117"/>
                  <a:pt x="50" y="117"/>
                  <a:pt x="50" y="117"/>
                </a:cubicBezTo>
                <a:cubicBezTo>
                  <a:pt x="50" y="117"/>
                  <a:pt x="50" y="118"/>
                  <a:pt x="49" y="118"/>
                </a:cubicBezTo>
                <a:cubicBezTo>
                  <a:pt x="49" y="118"/>
                  <a:pt x="49" y="118"/>
                  <a:pt x="48" y="118"/>
                </a:cubicBezTo>
                <a:cubicBezTo>
                  <a:pt x="48" y="118"/>
                  <a:pt x="47" y="118"/>
                  <a:pt x="47" y="118"/>
                </a:cubicBezTo>
                <a:cubicBezTo>
                  <a:pt x="47" y="119"/>
                  <a:pt x="47" y="119"/>
                  <a:pt x="47" y="119"/>
                </a:cubicBezTo>
                <a:cubicBezTo>
                  <a:pt x="47" y="119"/>
                  <a:pt x="46" y="119"/>
                  <a:pt x="46" y="119"/>
                </a:cubicBezTo>
                <a:cubicBezTo>
                  <a:pt x="46" y="119"/>
                  <a:pt x="46" y="119"/>
                  <a:pt x="46" y="119"/>
                </a:cubicBezTo>
                <a:cubicBezTo>
                  <a:pt x="47" y="119"/>
                  <a:pt x="47" y="120"/>
                  <a:pt x="47" y="120"/>
                </a:cubicBezTo>
                <a:cubicBezTo>
                  <a:pt x="46" y="120"/>
                  <a:pt x="46" y="121"/>
                  <a:pt x="45" y="121"/>
                </a:cubicBezTo>
                <a:cubicBezTo>
                  <a:pt x="45" y="121"/>
                  <a:pt x="45" y="121"/>
                  <a:pt x="44" y="121"/>
                </a:cubicBezTo>
                <a:cubicBezTo>
                  <a:pt x="44" y="121"/>
                  <a:pt x="44" y="122"/>
                  <a:pt x="44" y="122"/>
                </a:cubicBezTo>
                <a:cubicBezTo>
                  <a:pt x="44" y="122"/>
                  <a:pt x="44" y="123"/>
                  <a:pt x="43" y="123"/>
                </a:cubicBezTo>
                <a:cubicBezTo>
                  <a:pt x="43" y="123"/>
                  <a:pt x="43" y="123"/>
                  <a:pt x="42" y="123"/>
                </a:cubicBezTo>
                <a:cubicBezTo>
                  <a:pt x="42" y="123"/>
                  <a:pt x="42" y="123"/>
                  <a:pt x="42" y="123"/>
                </a:cubicBezTo>
                <a:cubicBezTo>
                  <a:pt x="42" y="124"/>
                  <a:pt x="42" y="124"/>
                  <a:pt x="42" y="124"/>
                </a:cubicBezTo>
                <a:cubicBezTo>
                  <a:pt x="42" y="124"/>
                  <a:pt x="42" y="124"/>
                  <a:pt x="42" y="124"/>
                </a:cubicBezTo>
                <a:cubicBezTo>
                  <a:pt x="42" y="124"/>
                  <a:pt x="42" y="124"/>
                  <a:pt x="42" y="124"/>
                </a:cubicBezTo>
                <a:cubicBezTo>
                  <a:pt x="42" y="124"/>
                  <a:pt x="42" y="124"/>
                  <a:pt x="42" y="124"/>
                </a:cubicBezTo>
                <a:cubicBezTo>
                  <a:pt x="41" y="124"/>
                  <a:pt x="41" y="124"/>
                  <a:pt x="41" y="125"/>
                </a:cubicBezTo>
                <a:cubicBezTo>
                  <a:pt x="41" y="125"/>
                  <a:pt x="41" y="125"/>
                  <a:pt x="41" y="125"/>
                </a:cubicBezTo>
                <a:cubicBezTo>
                  <a:pt x="41" y="125"/>
                  <a:pt x="41" y="125"/>
                  <a:pt x="40" y="126"/>
                </a:cubicBezTo>
                <a:cubicBezTo>
                  <a:pt x="40" y="126"/>
                  <a:pt x="39" y="126"/>
                  <a:pt x="39" y="127"/>
                </a:cubicBezTo>
                <a:cubicBezTo>
                  <a:pt x="39" y="127"/>
                  <a:pt x="38" y="127"/>
                  <a:pt x="38" y="127"/>
                </a:cubicBezTo>
                <a:cubicBezTo>
                  <a:pt x="38" y="127"/>
                  <a:pt x="38" y="127"/>
                  <a:pt x="38" y="127"/>
                </a:cubicBezTo>
                <a:cubicBezTo>
                  <a:pt x="38" y="127"/>
                  <a:pt x="37" y="127"/>
                  <a:pt x="37" y="127"/>
                </a:cubicBezTo>
                <a:cubicBezTo>
                  <a:pt x="37" y="127"/>
                  <a:pt x="37" y="127"/>
                  <a:pt x="37" y="128"/>
                </a:cubicBezTo>
                <a:cubicBezTo>
                  <a:pt x="37" y="128"/>
                  <a:pt x="36" y="129"/>
                  <a:pt x="36" y="129"/>
                </a:cubicBezTo>
                <a:cubicBezTo>
                  <a:pt x="36" y="129"/>
                  <a:pt x="36" y="129"/>
                  <a:pt x="36" y="129"/>
                </a:cubicBezTo>
                <a:cubicBezTo>
                  <a:pt x="36" y="129"/>
                  <a:pt x="35" y="130"/>
                  <a:pt x="35" y="130"/>
                </a:cubicBezTo>
                <a:cubicBezTo>
                  <a:pt x="35" y="130"/>
                  <a:pt x="34" y="130"/>
                  <a:pt x="34" y="130"/>
                </a:cubicBezTo>
                <a:cubicBezTo>
                  <a:pt x="34" y="130"/>
                  <a:pt x="34" y="130"/>
                  <a:pt x="34" y="130"/>
                </a:cubicBezTo>
                <a:cubicBezTo>
                  <a:pt x="33" y="130"/>
                  <a:pt x="34" y="130"/>
                  <a:pt x="34" y="130"/>
                </a:cubicBezTo>
                <a:cubicBezTo>
                  <a:pt x="33" y="130"/>
                  <a:pt x="33" y="130"/>
                  <a:pt x="33" y="130"/>
                </a:cubicBezTo>
                <a:cubicBezTo>
                  <a:pt x="33" y="130"/>
                  <a:pt x="33" y="130"/>
                  <a:pt x="33" y="130"/>
                </a:cubicBezTo>
                <a:cubicBezTo>
                  <a:pt x="33" y="130"/>
                  <a:pt x="32" y="130"/>
                  <a:pt x="32" y="130"/>
                </a:cubicBezTo>
                <a:cubicBezTo>
                  <a:pt x="32" y="130"/>
                  <a:pt x="32" y="130"/>
                  <a:pt x="31" y="130"/>
                </a:cubicBezTo>
                <a:cubicBezTo>
                  <a:pt x="31" y="130"/>
                  <a:pt x="31" y="130"/>
                  <a:pt x="31" y="130"/>
                </a:cubicBezTo>
                <a:cubicBezTo>
                  <a:pt x="32" y="130"/>
                  <a:pt x="32" y="130"/>
                  <a:pt x="31" y="130"/>
                </a:cubicBezTo>
                <a:cubicBezTo>
                  <a:pt x="31" y="131"/>
                  <a:pt x="31" y="131"/>
                  <a:pt x="31" y="131"/>
                </a:cubicBezTo>
                <a:cubicBezTo>
                  <a:pt x="31" y="130"/>
                  <a:pt x="31" y="131"/>
                  <a:pt x="31" y="131"/>
                </a:cubicBezTo>
                <a:cubicBezTo>
                  <a:pt x="31" y="131"/>
                  <a:pt x="31" y="131"/>
                  <a:pt x="31" y="131"/>
                </a:cubicBezTo>
                <a:cubicBezTo>
                  <a:pt x="30" y="131"/>
                  <a:pt x="31" y="131"/>
                  <a:pt x="31" y="132"/>
                </a:cubicBezTo>
                <a:cubicBezTo>
                  <a:pt x="31" y="132"/>
                  <a:pt x="31" y="132"/>
                  <a:pt x="31" y="133"/>
                </a:cubicBezTo>
                <a:cubicBezTo>
                  <a:pt x="30" y="133"/>
                  <a:pt x="30" y="133"/>
                  <a:pt x="31" y="133"/>
                </a:cubicBezTo>
                <a:cubicBezTo>
                  <a:pt x="31" y="134"/>
                  <a:pt x="31" y="134"/>
                  <a:pt x="31" y="134"/>
                </a:cubicBezTo>
                <a:cubicBezTo>
                  <a:pt x="31" y="134"/>
                  <a:pt x="31" y="135"/>
                  <a:pt x="31" y="135"/>
                </a:cubicBezTo>
                <a:cubicBezTo>
                  <a:pt x="31" y="135"/>
                  <a:pt x="31" y="135"/>
                  <a:pt x="31" y="135"/>
                </a:cubicBezTo>
                <a:cubicBezTo>
                  <a:pt x="31" y="135"/>
                  <a:pt x="31" y="135"/>
                  <a:pt x="31" y="135"/>
                </a:cubicBezTo>
                <a:cubicBezTo>
                  <a:pt x="31" y="135"/>
                  <a:pt x="31" y="135"/>
                  <a:pt x="31" y="135"/>
                </a:cubicBezTo>
                <a:cubicBezTo>
                  <a:pt x="31" y="135"/>
                  <a:pt x="31" y="135"/>
                  <a:pt x="31" y="135"/>
                </a:cubicBezTo>
                <a:cubicBezTo>
                  <a:pt x="31" y="135"/>
                  <a:pt x="31" y="135"/>
                  <a:pt x="31" y="135"/>
                </a:cubicBezTo>
                <a:cubicBezTo>
                  <a:pt x="31" y="135"/>
                  <a:pt x="31" y="135"/>
                  <a:pt x="32" y="135"/>
                </a:cubicBezTo>
                <a:cubicBezTo>
                  <a:pt x="32" y="135"/>
                  <a:pt x="32" y="135"/>
                  <a:pt x="32" y="134"/>
                </a:cubicBezTo>
                <a:cubicBezTo>
                  <a:pt x="32" y="134"/>
                  <a:pt x="32" y="134"/>
                  <a:pt x="32" y="134"/>
                </a:cubicBezTo>
                <a:cubicBezTo>
                  <a:pt x="33" y="134"/>
                  <a:pt x="33" y="134"/>
                  <a:pt x="33" y="134"/>
                </a:cubicBezTo>
                <a:cubicBezTo>
                  <a:pt x="33" y="134"/>
                  <a:pt x="33" y="134"/>
                  <a:pt x="33" y="134"/>
                </a:cubicBezTo>
                <a:cubicBezTo>
                  <a:pt x="33" y="134"/>
                  <a:pt x="33" y="134"/>
                  <a:pt x="33" y="134"/>
                </a:cubicBezTo>
                <a:cubicBezTo>
                  <a:pt x="33" y="135"/>
                  <a:pt x="33" y="135"/>
                  <a:pt x="34" y="135"/>
                </a:cubicBezTo>
                <a:cubicBezTo>
                  <a:pt x="34" y="135"/>
                  <a:pt x="34" y="135"/>
                  <a:pt x="34" y="135"/>
                </a:cubicBezTo>
                <a:cubicBezTo>
                  <a:pt x="35" y="135"/>
                  <a:pt x="35" y="134"/>
                  <a:pt x="35" y="134"/>
                </a:cubicBezTo>
                <a:cubicBezTo>
                  <a:pt x="35" y="134"/>
                  <a:pt x="35" y="134"/>
                  <a:pt x="35" y="134"/>
                </a:cubicBezTo>
                <a:cubicBezTo>
                  <a:pt x="36" y="135"/>
                  <a:pt x="36" y="134"/>
                  <a:pt x="36" y="134"/>
                </a:cubicBezTo>
                <a:cubicBezTo>
                  <a:pt x="36" y="134"/>
                  <a:pt x="36" y="134"/>
                  <a:pt x="36" y="134"/>
                </a:cubicBezTo>
                <a:cubicBezTo>
                  <a:pt x="36" y="134"/>
                  <a:pt x="37" y="135"/>
                  <a:pt x="37" y="134"/>
                </a:cubicBezTo>
                <a:cubicBezTo>
                  <a:pt x="37" y="134"/>
                  <a:pt x="37" y="134"/>
                  <a:pt x="37" y="134"/>
                </a:cubicBezTo>
                <a:cubicBezTo>
                  <a:pt x="37" y="134"/>
                  <a:pt x="37" y="134"/>
                  <a:pt x="37" y="134"/>
                </a:cubicBezTo>
                <a:cubicBezTo>
                  <a:pt x="38" y="134"/>
                  <a:pt x="38" y="133"/>
                  <a:pt x="39" y="134"/>
                </a:cubicBezTo>
                <a:cubicBezTo>
                  <a:pt x="39" y="134"/>
                  <a:pt x="39" y="134"/>
                  <a:pt x="39" y="134"/>
                </a:cubicBezTo>
                <a:cubicBezTo>
                  <a:pt x="39" y="134"/>
                  <a:pt x="38" y="134"/>
                  <a:pt x="39" y="135"/>
                </a:cubicBezTo>
                <a:cubicBezTo>
                  <a:pt x="39" y="135"/>
                  <a:pt x="39" y="135"/>
                  <a:pt x="39" y="135"/>
                </a:cubicBezTo>
                <a:cubicBezTo>
                  <a:pt x="39" y="134"/>
                  <a:pt x="39" y="134"/>
                  <a:pt x="39" y="134"/>
                </a:cubicBezTo>
                <a:cubicBezTo>
                  <a:pt x="40" y="135"/>
                  <a:pt x="40" y="135"/>
                  <a:pt x="41" y="135"/>
                </a:cubicBezTo>
                <a:cubicBezTo>
                  <a:pt x="41" y="135"/>
                  <a:pt x="42" y="136"/>
                  <a:pt x="42" y="136"/>
                </a:cubicBezTo>
                <a:cubicBezTo>
                  <a:pt x="42" y="136"/>
                  <a:pt x="42" y="136"/>
                  <a:pt x="42" y="136"/>
                </a:cubicBezTo>
                <a:cubicBezTo>
                  <a:pt x="42" y="135"/>
                  <a:pt x="41" y="135"/>
                  <a:pt x="42" y="135"/>
                </a:cubicBezTo>
                <a:cubicBezTo>
                  <a:pt x="42" y="135"/>
                  <a:pt x="43" y="134"/>
                  <a:pt x="42" y="134"/>
                </a:cubicBezTo>
                <a:cubicBezTo>
                  <a:pt x="42" y="133"/>
                  <a:pt x="42" y="133"/>
                  <a:pt x="43" y="133"/>
                </a:cubicBezTo>
                <a:cubicBezTo>
                  <a:pt x="43" y="133"/>
                  <a:pt x="43" y="133"/>
                  <a:pt x="43" y="133"/>
                </a:cubicBezTo>
                <a:cubicBezTo>
                  <a:pt x="43" y="133"/>
                  <a:pt x="43" y="132"/>
                  <a:pt x="43" y="132"/>
                </a:cubicBezTo>
                <a:cubicBezTo>
                  <a:pt x="43" y="132"/>
                  <a:pt x="43" y="132"/>
                  <a:pt x="43" y="132"/>
                </a:cubicBezTo>
                <a:cubicBezTo>
                  <a:pt x="43" y="132"/>
                  <a:pt x="43" y="132"/>
                  <a:pt x="43" y="132"/>
                </a:cubicBezTo>
                <a:cubicBezTo>
                  <a:pt x="43" y="132"/>
                  <a:pt x="43" y="132"/>
                  <a:pt x="43" y="132"/>
                </a:cubicBezTo>
                <a:cubicBezTo>
                  <a:pt x="43" y="132"/>
                  <a:pt x="43" y="132"/>
                  <a:pt x="43" y="132"/>
                </a:cubicBezTo>
                <a:cubicBezTo>
                  <a:pt x="43" y="132"/>
                  <a:pt x="43" y="132"/>
                  <a:pt x="44" y="131"/>
                </a:cubicBezTo>
                <a:cubicBezTo>
                  <a:pt x="44" y="131"/>
                  <a:pt x="44" y="131"/>
                  <a:pt x="43" y="131"/>
                </a:cubicBezTo>
                <a:cubicBezTo>
                  <a:pt x="44" y="131"/>
                  <a:pt x="44" y="130"/>
                  <a:pt x="44" y="130"/>
                </a:cubicBezTo>
                <a:cubicBezTo>
                  <a:pt x="44" y="130"/>
                  <a:pt x="44" y="130"/>
                  <a:pt x="44" y="130"/>
                </a:cubicBezTo>
                <a:cubicBezTo>
                  <a:pt x="44" y="131"/>
                  <a:pt x="45" y="131"/>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5" y="132"/>
                  <a:pt x="45" y="132"/>
                  <a:pt x="45" y="132"/>
                </a:cubicBezTo>
                <a:cubicBezTo>
                  <a:pt x="45" y="132"/>
                  <a:pt x="45" y="132"/>
                  <a:pt x="45" y="132"/>
                </a:cubicBezTo>
                <a:cubicBezTo>
                  <a:pt x="45" y="132"/>
                  <a:pt x="45" y="133"/>
                  <a:pt x="45" y="133"/>
                </a:cubicBezTo>
                <a:cubicBezTo>
                  <a:pt x="45" y="133"/>
                  <a:pt x="45" y="133"/>
                  <a:pt x="45" y="133"/>
                </a:cubicBezTo>
                <a:cubicBezTo>
                  <a:pt x="45" y="133"/>
                  <a:pt x="45" y="133"/>
                  <a:pt x="45" y="133"/>
                </a:cubicBezTo>
                <a:cubicBezTo>
                  <a:pt x="45" y="133"/>
                  <a:pt x="45" y="133"/>
                  <a:pt x="45" y="133"/>
                </a:cubicBezTo>
                <a:cubicBezTo>
                  <a:pt x="46" y="133"/>
                  <a:pt x="46" y="133"/>
                  <a:pt x="45" y="133"/>
                </a:cubicBezTo>
                <a:cubicBezTo>
                  <a:pt x="45" y="133"/>
                  <a:pt x="45" y="132"/>
                  <a:pt x="46" y="132"/>
                </a:cubicBezTo>
                <a:cubicBezTo>
                  <a:pt x="46" y="132"/>
                  <a:pt x="46" y="132"/>
                  <a:pt x="46" y="132"/>
                </a:cubicBezTo>
                <a:cubicBezTo>
                  <a:pt x="46" y="132"/>
                  <a:pt x="46" y="132"/>
                  <a:pt x="46" y="132"/>
                </a:cubicBezTo>
                <a:cubicBezTo>
                  <a:pt x="46" y="132"/>
                  <a:pt x="46" y="132"/>
                  <a:pt x="47" y="132"/>
                </a:cubicBezTo>
                <a:cubicBezTo>
                  <a:pt x="47" y="132"/>
                  <a:pt x="47" y="133"/>
                  <a:pt x="47" y="133"/>
                </a:cubicBezTo>
                <a:cubicBezTo>
                  <a:pt x="47" y="133"/>
                  <a:pt x="47" y="133"/>
                  <a:pt x="47" y="133"/>
                </a:cubicBezTo>
                <a:cubicBezTo>
                  <a:pt x="47" y="133"/>
                  <a:pt x="47" y="132"/>
                  <a:pt x="47" y="132"/>
                </a:cubicBezTo>
                <a:cubicBezTo>
                  <a:pt x="47" y="132"/>
                  <a:pt x="47" y="132"/>
                  <a:pt x="47" y="132"/>
                </a:cubicBezTo>
                <a:cubicBezTo>
                  <a:pt x="47" y="132"/>
                  <a:pt x="47" y="132"/>
                  <a:pt x="47" y="132"/>
                </a:cubicBezTo>
                <a:cubicBezTo>
                  <a:pt x="47" y="132"/>
                  <a:pt x="47" y="132"/>
                  <a:pt x="47" y="132"/>
                </a:cubicBezTo>
                <a:cubicBezTo>
                  <a:pt x="47" y="132"/>
                  <a:pt x="47" y="132"/>
                  <a:pt x="47" y="132"/>
                </a:cubicBezTo>
                <a:cubicBezTo>
                  <a:pt x="47" y="132"/>
                  <a:pt x="47" y="132"/>
                  <a:pt x="47" y="131"/>
                </a:cubicBezTo>
                <a:cubicBezTo>
                  <a:pt x="47" y="131"/>
                  <a:pt x="48" y="131"/>
                  <a:pt x="48" y="131"/>
                </a:cubicBezTo>
                <a:cubicBezTo>
                  <a:pt x="48" y="131"/>
                  <a:pt x="48" y="131"/>
                  <a:pt x="49" y="131"/>
                </a:cubicBezTo>
                <a:cubicBezTo>
                  <a:pt x="49" y="131"/>
                  <a:pt x="49" y="131"/>
                  <a:pt x="49" y="131"/>
                </a:cubicBezTo>
                <a:cubicBezTo>
                  <a:pt x="49" y="131"/>
                  <a:pt x="50" y="131"/>
                  <a:pt x="50" y="131"/>
                </a:cubicBezTo>
                <a:cubicBezTo>
                  <a:pt x="50" y="131"/>
                  <a:pt x="50" y="130"/>
                  <a:pt x="50" y="130"/>
                </a:cubicBezTo>
                <a:cubicBezTo>
                  <a:pt x="50" y="130"/>
                  <a:pt x="50" y="130"/>
                  <a:pt x="50" y="130"/>
                </a:cubicBezTo>
                <a:cubicBezTo>
                  <a:pt x="50" y="130"/>
                  <a:pt x="51" y="130"/>
                  <a:pt x="51" y="130"/>
                </a:cubicBezTo>
                <a:cubicBezTo>
                  <a:pt x="51" y="130"/>
                  <a:pt x="51" y="130"/>
                  <a:pt x="51" y="130"/>
                </a:cubicBezTo>
                <a:cubicBezTo>
                  <a:pt x="51" y="130"/>
                  <a:pt x="51" y="130"/>
                  <a:pt x="51" y="130"/>
                </a:cubicBezTo>
                <a:cubicBezTo>
                  <a:pt x="51" y="130"/>
                  <a:pt x="51" y="130"/>
                  <a:pt x="51" y="130"/>
                </a:cubicBezTo>
                <a:cubicBezTo>
                  <a:pt x="52" y="130"/>
                  <a:pt x="52" y="130"/>
                  <a:pt x="52" y="130"/>
                </a:cubicBezTo>
                <a:cubicBezTo>
                  <a:pt x="52" y="130"/>
                  <a:pt x="52" y="130"/>
                  <a:pt x="52" y="130"/>
                </a:cubicBezTo>
                <a:cubicBezTo>
                  <a:pt x="52" y="130"/>
                  <a:pt x="52" y="130"/>
                  <a:pt x="52" y="130"/>
                </a:cubicBezTo>
                <a:cubicBezTo>
                  <a:pt x="52" y="130"/>
                  <a:pt x="52" y="130"/>
                  <a:pt x="52" y="130"/>
                </a:cubicBezTo>
                <a:cubicBezTo>
                  <a:pt x="52" y="130"/>
                  <a:pt x="52" y="130"/>
                  <a:pt x="52" y="130"/>
                </a:cubicBezTo>
                <a:cubicBezTo>
                  <a:pt x="52" y="131"/>
                  <a:pt x="52" y="131"/>
                  <a:pt x="52" y="131"/>
                </a:cubicBezTo>
                <a:cubicBezTo>
                  <a:pt x="52" y="131"/>
                  <a:pt x="52" y="131"/>
                  <a:pt x="52" y="131"/>
                </a:cubicBezTo>
                <a:cubicBezTo>
                  <a:pt x="52" y="131"/>
                  <a:pt x="53" y="130"/>
                  <a:pt x="53" y="130"/>
                </a:cubicBezTo>
                <a:cubicBezTo>
                  <a:pt x="53" y="130"/>
                  <a:pt x="53" y="130"/>
                  <a:pt x="53" y="130"/>
                </a:cubicBezTo>
                <a:cubicBezTo>
                  <a:pt x="53" y="130"/>
                  <a:pt x="53" y="130"/>
                  <a:pt x="53" y="130"/>
                </a:cubicBezTo>
                <a:cubicBezTo>
                  <a:pt x="53" y="130"/>
                  <a:pt x="53" y="130"/>
                  <a:pt x="53" y="130"/>
                </a:cubicBezTo>
                <a:cubicBezTo>
                  <a:pt x="53" y="130"/>
                  <a:pt x="53" y="129"/>
                  <a:pt x="53" y="129"/>
                </a:cubicBezTo>
                <a:cubicBezTo>
                  <a:pt x="53" y="129"/>
                  <a:pt x="53" y="129"/>
                  <a:pt x="53" y="129"/>
                </a:cubicBezTo>
                <a:cubicBezTo>
                  <a:pt x="53" y="129"/>
                  <a:pt x="53" y="129"/>
                  <a:pt x="53" y="129"/>
                </a:cubicBezTo>
                <a:cubicBezTo>
                  <a:pt x="53" y="129"/>
                  <a:pt x="54" y="129"/>
                  <a:pt x="54" y="129"/>
                </a:cubicBezTo>
                <a:cubicBezTo>
                  <a:pt x="54" y="129"/>
                  <a:pt x="54" y="129"/>
                  <a:pt x="54" y="129"/>
                </a:cubicBezTo>
                <a:cubicBezTo>
                  <a:pt x="55" y="129"/>
                  <a:pt x="55" y="129"/>
                  <a:pt x="55" y="129"/>
                </a:cubicBezTo>
                <a:cubicBezTo>
                  <a:pt x="55" y="129"/>
                  <a:pt x="55" y="129"/>
                  <a:pt x="55" y="129"/>
                </a:cubicBezTo>
                <a:cubicBezTo>
                  <a:pt x="55" y="129"/>
                  <a:pt x="56" y="129"/>
                  <a:pt x="56" y="128"/>
                </a:cubicBezTo>
                <a:cubicBezTo>
                  <a:pt x="56" y="128"/>
                  <a:pt x="56" y="129"/>
                  <a:pt x="56" y="129"/>
                </a:cubicBezTo>
                <a:cubicBezTo>
                  <a:pt x="56" y="129"/>
                  <a:pt x="56" y="129"/>
                  <a:pt x="56" y="129"/>
                </a:cubicBezTo>
                <a:cubicBezTo>
                  <a:pt x="56" y="129"/>
                  <a:pt x="56" y="129"/>
                  <a:pt x="56" y="129"/>
                </a:cubicBezTo>
                <a:cubicBezTo>
                  <a:pt x="56" y="129"/>
                  <a:pt x="57" y="129"/>
                  <a:pt x="57" y="129"/>
                </a:cubicBezTo>
                <a:cubicBezTo>
                  <a:pt x="57" y="129"/>
                  <a:pt x="57" y="129"/>
                  <a:pt x="57"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9" y="128"/>
                  <a:pt x="59" y="128"/>
                  <a:pt x="59" y="128"/>
                </a:cubicBezTo>
                <a:cubicBezTo>
                  <a:pt x="59" y="128"/>
                  <a:pt x="58" y="128"/>
                  <a:pt x="58" y="128"/>
                </a:cubicBezTo>
                <a:cubicBezTo>
                  <a:pt x="58" y="128"/>
                  <a:pt x="58" y="128"/>
                  <a:pt x="58" y="128"/>
                </a:cubicBezTo>
                <a:cubicBezTo>
                  <a:pt x="58" y="128"/>
                  <a:pt x="58" y="128"/>
                  <a:pt x="58" y="128"/>
                </a:cubicBezTo>
                <a:cubicBezTo>
                  <a:pt x="58" y="128"/>
                  <a:pt x="58" y="128"/>
                  <a:pt x="58" y="128"/>
                </a:cubicBezTo>
                <a:cubicBezTo>
                  <a:pt x="58" y="127"/>
                  <a:pt x="58" y="128"/>
                  <a:pt x="58" y="128"/>
                </a:cubicBezTo>
                <a:cubicBezTo>
                  <a:pt x="59" y="127"/>
                  <a:pt x="59" y="128"/>
                  <a:pt x="59" y="128"/>
                </a:cubicBezTo>
                <a:cubicBezTo>
                  <a:pt x="59" y="128"/>
                  <a:pt x="59" y="128"/>
                  <a:pt x="59" y="128"/>
                </a:cubicBezTo>
                <a:cubicBezTo>
                  <a:pt x="59" y="128"/>
                  <a:pt x="60" y="128"/>
                  <a:pt x="60" y="128"/>
                </a:cubicBezTo>
                <a:cubicBezTo>
                  <a:pt x="60" y="128"/>
                  <a:pt x="60" y="128"/>
                  <a:pt x="60" y="127"/>
                </a:cubicBezTo>
                <a:cubicBezTo>
                  <a:pt x="60" y="127"/>
                  <a:pt x="60" y="127"/>
                  <a:pt x="60" y="127"/>
                </a:cubicBezTo>
                <a:cubicBezTo>
                  <a:pt x="61" y="127"/>
                  <a:pt x="60" y="127"/>
                  <a:pt x="60" y="127"/>
                </a:cubicBezTo>
                <a:cubicBezTo>
                  <a:pt x="60" y="127"/>
                  <a:pt x="60" y="127"/>
                  <a:pt x="60" y="126"/>
                </a:cubicBezTo>
                <a:cubicBezTo>
                  <a:pt x="60" y="126"/>
                  <a:pt x="61" y="126"/>
                  <a:pt x="61" y="127"/>
                </a:cubicBezTo>
                <a:cubicBezTo>
                  <a:pt x="61" y="127"/>
                  <a:pt x="61" y="127"/>
                  <a:pt x="61" y="127"/>
                </a:cubicBezTo>
                <a:cubicBezTo>
                  <a:pt x="61" y="127"/>
                  <a:pt x="61" y="126"/>
                  <a:pt x="61" y="126"/>
                </a:cubicBezTo>
                <a:cubicBezTo>
                  <a:pt x="61" y="126"/>
                  <a:pt x="61" y="126"/>
                  <a:pt x="61" y="126"/>
                </a:cubicBezTo>
                <a:cubicBezTo>
                  <a:pt x="61" y="126"/>
                  <a:pt x="62" y="126"/>
                  <a:pt x="62" y="126"/>
                </a:cubicBezTo>
                <a:cubicBezTo>
                  <a:pt x="62" y="126"/>
                  <a:pt x="62" y="126"/>
                  <a:pt x="62" y="126"/>
                </a:cubicBezTo>
                <a:cubicBezTo>
                  <a:pt x="62" y="126"/>
                  <a:pt x="62" y="126"/>
                  <a:pt x="62" y="126"/>
                </a:cubicBezTo>
                <a:cubicBezTo>
                  <a:pt x="62" y="126"/>
                  <a:pt x="63" y="126"/>
                  <a:pt x="63" y="126"/>
                </a:cubicBezTo>
                <a:cubicBezTo>
                  <a:pt x="63" y="126"/>
                  <a:pt x="63" y="126"/>
                  <a:pt x="63" y="126"/>
                </a:cubicBezTo>
                <a:cubicBezTo>
                  <a:pt x="63" y="126"/>
                  <a:pt x="63" y="126"/>
                  <a:pt x="63" y="126"/>
                </a:cubicBezTo>
                <a:cubicBezTo>
                  <a:pt x="63" y="126"/>
                  <a:pt x="64" y="126"/>
                  <a:pt x="64" y="126"/>
                </a:cubicBezTo>
                <a:cubicBezTo>
                  <a:pt x="64" y="126"/>
                  <a:pt x="64" y="126"/>
                  <a:pt x="64" y="126"/>
                </a:cubicBezTo>
                <a:cubicBezTo>
                  <a:pt x="65" y="126"/>
                  <a:pt x="65" y="126"/>
                  <a:pt x="65" y="126"/>
                </a:cubicBezTo>
                <a:cubicBezTo>
                  <a:pt x="65" y="126"/>
                  <a:pt x="65" y="126"/>
                  <a:pt x="65" y="126"/>
                </a:cubicBezTo>
                <a:cubicBezTo>
                  <a:pt x="65" y="126"/>
                  <a:pt x="65" y="126"/>
                  <a:pt x="65" y="126"/>
                </a:cubicBezTo>
                <a:cubicBezTo>
                  <a:pt x="65" y="126"/>
                  <a:pt x="66" y="126"/>
                  <a:pt x="66" y="127"/>
                </a:cubicBezTo>
                <a:cubicBezTo>
                  <a:pt x="66" y="127"/>
                  <a:pt x="66" y="127"/>
                  <a:pt x="66" y="127"/>
                </a:cubicBezTo>
                <a:cubicBezTo>
                  <a:pt x="66" y="127"/>
                  <a:pt x="66" y="127"/>
                  <a:pt x="66" y="127"/>
                </a:cubicBezTo>
                <a:cubicBezTo>
                  <a:pt x="67" y="127"/>
                  <a:pt x="67" y="127"/>
                  <a:pt x="67" y="127"/>
                </a:cubicBezTo>
                <a:cubicBezTo>
                  <a:pt x="67" y="127"/>
                  <a:pt x="68" y="128"/>
                  <a:pt x="68" y="128"/>
                </a:cubicBezTo>
                <a:cubicBezTo>
                  <a:pt x="68" y="128"/>
                  <a:pt x="68" y="128"/>
                  <a:pt x="68" y="128"/>
                </a:cubicBezTo>
                <a:cubicBezTo>
                  <a:pt x="68" y="128"/>
                  <a:pt x="68" y="128"/>
                  <a:pt x="68" y="128"/>
                </a:cubicBezTo>
                <a:cubicBezTo>
                  <a:pt x="69" y="128"/>
                  <a:pt x="69" y="127"/>
                  <a:pt x="70" y="127"/>
                </a:cubicBezTo>
                <a:cubicBezTo>
                  <a:pt x="70" y="127"/>
                  <a:pt x="71" y="127"/>
                  <a:pt x="71" y="127"/>
                </a:cubicBezTo>
                <a:cubicBezTo>
                  <a:pt x="71" y="127"/>
                  <a:pt x="71" y="127"/>
                  <a:pt x="71" y="127"/>
                </a:cubicBezTo>
                <a:cubicBezTo>
                  <a:pt x="71" y="127"/>
                  <a:pt x="71" y="128"/>
                  <a:pt x="71" y="128"/>
                </a:cubicBezTo>
                <a:cubicBezTo>
                  <a:pt x="71" y="129"/>
                  <a:pt x="71" y="129"/>
                  <a:pt x="70" y="129"/>
                </a:cubicBezTo>
                <a:cubicBezTo>
                  <a:pt x="70" y="130"/>
                  <a:pt x="70" y="130"/>
                  <a:pt x="70" y="130"/>
                </a:cubicBezTo>
                <a:cubicBezTo>
                  <a:pt x="70" y="129"/>
                  <a:pt x="70" y="129"/>
                  <a:pt x="70" y="130"/>
                </a:cubicBezTo>
                <a:cubicBezTo>
                  <a:pt x="69" y="130"/>
                  <a:pt x="69" y="130"/>
                  <a:pt x="69" y="130"/>
                </a:cubicBezTo>
                <a:cubicBezTo>
                  <a:pt x="69" y="130"/>
                  <a:pt x="69" y="130"/>
                  <a:pt x="69" y="130"/>
                </a:cubicBezTo>
                <a:cubicBezTo>
                  <a:pt x="69" y="130"/>
                  <a:pt x="69" y="130"/>
                  <a:pt x="70" y="130"/>
                </a:cubicBezTo>
                <a:cubicBezTo>
                  <a:pt x="70" y="130"/>
                  <a:pt x="70" y="130"/>
                  <a:pt x="70" y="130"/>
                </a:cubicBezTo>
                <a:cubicBezTo>
                  <a:pt x="70" y="130"/>
                  <a:pt x="70" y="130"/>
                  <a:pt x="69" y="131"/>
                </a:cubicBezTo>
                <a:cubicBezTo>
                  <a:pt x="69" y="131"/>
                  <a:pt x="69" y="131"/>
                  <a:pt x="69" y="131"/>
                </a:cubicBezTo>
                <a:cubicBezTo>
                  <a:pt x="69" y="131"/>
                  <a:pt x="69" y="131"/>
                  <a:pt x="69" y="131"/>
                </a:cubicBezTo>
                <a:cubicBezTo>
                  <a:pt x="69" y="131"/>
                  <a:pt x="69" y="131"/>
                  <a:pt x="69" y="131"/>
                </a:cubicBezTo>
                <a:cubicBezTo>
                  <a:pt x="69" y="131"/>
                  <a:pt x="69" y="131"/>
                  <a:pt x="69" y="131"/>
                </a:cubicBezTo>
                <a:cubicBezTo>
                  <a:pt x="69" y="131"/>
                  <a:pt x="68" y="131"/>
                  <a:pt x="68" y="131"/>
                </a:cubicBezTo>
                <a:cubicBezTo>
                  <a:pt x="68" y="131"/>
                  <a:pt x="68" y="131"/>
                  <a:pt x="68" y="131"/>
                </a:cubicBezTo>
                <a:cubicBezTo>
                  <a:pt x="68" y="131"/>
                  <a:pt x="68" y="131"/>
                  <a:pt x="68" y="131"/>
                </a:cubicBezTo>
                <a:cubicBezTo>
                  <a:pt x="68" y="131"/>
                  <a:pt x="68" y="131"/>
                  <a:pt x="68" y="131"/>
                </a:cubicBezTo>
                <a:cubicBezTo>
                  <a:pt x="68" y="131"/>
                  <a:pt x="68" y="131"/>
                  <a:pt x="68" y="131"/>
                </a:cubicBezTo>
                <a:cubicBezTo>
                  <a:pt x="68" y="132"/>
                  <a:pt x="69" y="132"/>
                  <a:pt x="69" y="132"/>
                </a:cubicBezTo>
                <a:cubicBezTo>
                  <a:pt x="69" y="133"/>
                  <a:pt x="69" y="133"/>
                  <a:pt x="69" y="133"/>
                </a:cubicBezTo>
                <a:cubicBezTo>
                  <a:pt x="68" y="133"/>
                  <a:pt x="68" y="133"/>
                  <a:pt x="68" y="134"/>
                </a:cubicBezTo>
                <a:cubicBezTo>
                  <a:pt x="69" y="134"/>
                  <a:pt x="69" y="134"/>
                  <a:pt x="69" y="134"/>
                </a:cubicBezTo>
                <a:cubicBezTo>
                  <a:pt x="68" y="134"/>
                  <a:pt x="68" y="134"/>
                  <a:pt x="68" y="135"/>
                </a:cubicBezTo>
                <a:cubicBezTo>
                  <a:pt x="68" y="135"/>
                  <a:pt x="68" y="135"/>
                  <a:pt x="68" y="136"/>
                </a:cubicBezTo>
                <a:cubicBezTo>
                  <a:pt x="68" y="136"/>
                  <a:pt x="68" y="135"/>
                  <a:pt x="69" y="136"/>
                </a:cubicBezTo>
                <a:cubicBezTo>
                  <a:pt x="69" y="136"/>
                  <a:pt x="69" y="136"/>
                  <a:pt x="69" y="136"/>
                </a:cubicBezTo>
                <a:cubicBezTo>
                  <a:pt x="69" y="137"/>
                  <a:pt x="69" y="137"/>
                  <a:pt x="69" y="137"/>
                </a:cubicBezTo>
                <a:cubicBezTo>
                  <a:pt x="69" y="137"/>
                  <a:pt x="69" y="137"/>
                  <a:pt x="69" y="137"/>
                </a:cubicBezTo>
                <a:cubicBezTo>
                  <a:pt x="70" y="137"/>
                  <a:pt x="70" y="137"/>
                  <a:pt x="70" y="137"/>
                </a:cubicBezTo>
                <a:cubicBezTo>
                  <a:pt x="70" y="137"/>
                  <a:pt x="70" y="137"/>
                  <a:pt x="70" y="137"/>
                </a:cubicBezTo>
                <a:cubicBezTo>
                  <a:pt x="70" y="137"/>
                  <a:pt x="70" y="137"/>
                  <a:pt x="71" y="137"/>
                </a:cubicBezTo>
                <a:cubicBezTo>
                  <a:pt x="71" y="137"/>
                  <a:pt x="71" y="137"/>
                  <a:pt x="71" y="138"/>
                </a:cubicBezTo>
                <a:cubicBezTo>
                  <a:pt x="71" y="138"/>
                  <a:pt x="71" y="138"/>
                  <a:pt x="71" y="138"/>
                </a:cubicBezTo>
                <a:cubicBezTo>
                  <a:pt x="71" y="138"/>
                  <a:pt x="70" y="138"/>
                  <a:pt x="70" y="138"/>
                </a:cubicBezTo>
                <a:cubicBezTo>
                  <a:pt x="70" y="138"/>
                  <a:pt x="71" y="138"/>
                  <a:pt x="71" y="138"/>
                </a:cubicBezTo>
                <a:cubicBezTo>
                  <a:pt x="71" y="138"/>
                  <a:pt x="71" y="138"/>
                  <a:pt x="71" y="138"/>
                </a:cubicBezTo>
                <a:cubicBezTo>
                  <a:pt x="71" y="139"/>
                  <a:pt x="71" y="139"/>
                  <a:pt x="72" y="139"/>
                </a:cubicBezTo>
                <a:cubicBezTo>
                  <a:pt x="72" y="140"/>
                  <a:pt x="72" y="140"/>
                  <a:pt x="72" y="140"/>
                </a:cubicBezTo>
                <a:cubicBezTo>
                  <a:pt x="73" y="140"/>
                  <a:pt x="73" y="140"/>
                  <a:pt x="73" y="140"/>
                </a:cubicBezTo>
                <a:cubicBezTo>
                  <a:pt x="73" y="140"/>
                  <a:pt x="74" y="140"/>
                  <a:pt x="74" y="140"/>
                </a:cubicBezTo>
                <a:cubicBezTo>
                  <a:pt x="74" y="140"/>
                  <a:pt x="74" y="140"/>
                  <a:pt x="74" y="140"/>
                </a:cubicBezTo>
                <a:cubicBezTo>
                  <a:pt x="74" y="140"/>
                  <a:pt x="75" y="140"/>
                  <a:pt x="75" y="140"/>
                </a:cubicBezTo>
                <a:cubicBezTo>
                  <a:pt x="74" y="140"/>
                  <a:pt x="74" y="140"/>
                  <a:pt x="74" y="140"/>
                </a:cubicBezTo>
                <a:cubicBezTo>
                  <a:pt x="75" y="140"/>
                  <a:pt x="75" y="140"/>
                  <a:pt x="75" y="140"/>
                </a:cubicBezTo>
                <a:cubicBezTo>
                  <a:pt x="75" y="139"/>
                  <a:pt x="76" y="139"/>
                  <a:pt x="76" y="138"/>
                </a:cubicBezTo>
                <a:cubicBezTo>
                  <a:pt x="76" y="138"/>
                  <a:pt x="76" y="138"/>
                  <a:pt x="76" y="137"/>
                </a:cubicBezTo>
                <a:cubicBezTo>
                  <a:pt x="76" y="137"/>
                  <a:pt x="76" y="137"/>
                  <a:pt x="76" y="137"/>
                </a:cubicBezTo>
                <a:cubicBezTo>
                  <a:pt x="76" y="137"/>
                  <a:pt x="76" y="137"/>
                  <a:pt x="76" y="137"/>
                </a:cubicBezTo>
                <a:cubicBezTo>
                  <a:pt x="77" y="137"/>
                  <a:pt x="77" y="137"/>
                  <a:pt x="77" y="137"/>
                </a:cubicBezTo>
                <a:cubicBezTo>
                  <a:pt x="77" y="136"/>
                  <a:pt x="77" y="136"/>
                  <a:pt x="78" y="135"/>
                </a:cubicBezTo>
                <a:cubicBezTo>
                  <a:pt x="78" y="135"/>
                  <a:pt x="78" y="135"/>
                  <a:pt x="78" y="135"/>
                </a:cubicBezTo>
                <a:cubicBezTo>
                  <a:pt x="78" y="135"/>
                  <a:pt x="78" y="135"/>
                  <a:pt x="78" y="135"/>
                </a:cubicBezTo>
                <a:cubicBezTo>
                  <a:pt x="78" y="135"/>
                  <a:pt x="78" y="135"/>
                  <a:pt x="78" y="135"/>
                </a:cubicBezTo>
                <a:cubicBezTo>
                  <a:pt x="79" y="135"/>
                  <a:pt x="79" y="135"/>
                  <a:pt x="79" y="135"/>
                </a:cubicBezTo>
                <a:cubicBezTo>
                  <a:pt x="79" y="134"/>
                  <a:pt x="79" y="134"/>
                  <a:pt x="79" y="134"/>
                </a:cubicBezTo>
                <a:cubicBezTo>
                  <a:pt x="78" y="134"/>
                  <a:pt x="78" y="134"/>
                  <a:pt x="78" y="134"/>
                </a:cubicBezTo>
                <a:cubicBezTo>
                  <a:pt x="78" y="134"/>
                  <a:pt x="79" y="133"/>
                  <a:pt x="79" y="133"/>
                </a:cubicBezTo>
                <a:cubicBezTo>
                  <a:pt x="79" y="133"/>
                  <a:pt x="79" y="133"/>
                  <a:pt x="79" y="133"/>
                </a:cubicBezTo>
                <a:cubicBezTo>
                  <a:pt x="79" y="133"/>
                  <a:pt x="79" y="133"/>
                  <a:pt x="79" y="133"/>
                </a:cubicBezTo>
                <a:cubicBezTo>
                  <a:pt x="79" y="133"/>
                  <a:pt x="79" y="132"/>
                  <a:pt x="79" y="132"/>
                </a:cubicBezTo>
                <a:cubicBezTo>
                  <a:pt x="79" y="132"/>
                  <a:pt x="80" y="132"/>
                  <a:pt x="80" y="132"/>
                </a:cubicBezTo>
                <a:cubicBezTo>
                  <a:pt x="80" y="132"/>
                  <a:pt x="80" y="132"/>
                  <a:pt x="80" y="132"/>
                </a:cubicBezTo>
                <a:cubicBezTo>
                  <a:pt x="80" y="132"/>
                  <a:pt x="81" y="132"/>
                  <a:pt x="81" y="132"/>
                </a:cubicBezTo>
                <a:cubicBezTo>
                  <a:pt x="81" y="131"/>
                  <a:pt x="81" y="132"/>
                  <a:pt x="82" y="132"/>
                </a:cubicBezTo>
                <a:cubicBezTo>
                  <a:pt x="82" y="132"/>
                  <a:pt x="82" y="131"/>
                  <a:pt x="82" y="131"/>
                </a:cubicBezTo>
                <a:cubicBezTo>
                  <a:pt x="83" y="131"/>
                  <a:pt x="83" y="131"/>
                  <a:pt x="83" y="131"/>
                </a:cubicBezTo>
                <a:cubicBezTo>
                  <a:pt x="83" y="131"/>
                  <a:pt x="82" y="131"/>
                  <a:pt x="83" y="131"/>
                </a:cubicBezTo>
                <a:cubicBezTo>
                  <a:pt x="83" y="131"/>
                  <a:pt x="83" y="131"/>
                  <a:pt x="84" y="131"/>
                </a:cubicBezTo>
                <a:cubicBezTo>
                  <a:pt x="84" y="131"/>
                  <a:pt x="84" y="131"/>
                  <a:pt x="84" y="131"/>
                </a:cubicBezTo>
                <a:cubicBezTo>
                  <a:pt x="84" y="131"/>
                  <a:pt x="84" y="131"/>
                  <a:pt x="84" y="131"/>
                </a:cubicBezTo>
                <a:cubicBezTo>
                  <a:pt x="84" y="132"/>
                  <a:pt x="83" y="131"/>
                  <a:pt x="83" y="132"/>
                </a:cubicBezTo>
                <a:cubicBezTo>
                  <a:pt x="84" y="132"/>
                  <a:pt x="84" y="132"/>
                  <a:pt x="84" y="132"/>
                </a:cubicBezTo>
                <a:cubicBezTo>
                  <a:pt x="84" y="131"/>
                  <a:pt x="84" y="131"/>
                  <a:pt x="84" y="131"/>
                </a:cubicBezTo>
                <a:cubicBezTo>
                  <a:pt x="84" y="131"/>
                  <a:pt x="84" y="130"/>
                  <a:pt x="84" y="130"/>
                </a:cubicBezTo>
                <a:cubicBezTo>
                  <a:pt x="85" y="130"/>
                  <a:pt x="85" y="130"/>
                  <a:pt x="84" y="130"/>
                </a:cubicBezTo>
                <a:cubicBezTo>
                  <a:pt x="84" y="130"/>
                  <a:pt x="84" y="129"/>
                  <a:pt x="84" y="129"/>
                </a:cubicBezTo>
                <a:cubicBezTo>
                  <a:pt x="84" y="129"/>
                  <a:pt x="84" y="129"/>
                  <a:pt x="84" y="129"/>
                </a:cubicBezTo>
                <a:cubicBezTo>
                  <a:pt x="84" y="129"/>
                  <a:pt x="84" y="129"/>
                  <a:pt x="84" y="129"/>
                </a:cubicBezTo>
                <a:cubicBezTo>
                  <a:pt x="84" y="129"/>
                  <a:pt x="84" y="129"/>
                  <a:pt x="84" y="129"/>
                </a:cubicBezTo>
                <a:cubicBezTo>
                  <a:pt x="83" y="129"/>
                  <a:pt x="83" y="129"/>
                  <a:pt x="83" y="129"/>
                </a:cubicBezTo>
                <a:cubicBezTo>
                  <a:pt x="82" y="128"/>
                  <a:pt x="82" y="128"/>
                  <a:pt x="81" y="128"/>
                </a:cubicBezTo>
                <a:cubicBezTo>
                  <a:pt x="81" y="128"/>
                  <a:pt x="81" y="127"/>
                  <a:pt x="81" y="127"/>
                </a:cubicBezTo>
                <a:cubicBezTo>
                  <a:pt x="81" y="126"/>
                  <a:pt x="82" y="125"/>
                  <a:pt x="82" y="124"/>
                </a:cubicBezTo>
                <a:cubicBezTo>
                  <a:pt x="82" y="124"/>
                  <a:pt x="82" y="124"/>
                  <a:pt x="83" y="123"/>
                </a:cubicBezTo>
                <a:cubicBezTo>
                  <a:pt x="83" y="123"/>
                  <a:pt x="83" y="123"/>
                  <a:pt x="83" y="123"/>
                </a:cubicBezTo>
                <a:cubicBezTo>
                  <a:pt x="83" y="123"/>
                  <a:pt x="83" y="123"/>
                  <a:pt x="83" y="123"/>
                </a:cubicBezTo>
                <a:cubicBezTo>
                  <a:pt x="83" y="123"/>
                  <a:pt x="83" y="123"/>
                  <a:pt x="83" y="123"/>
                </a:cubicBezTo>
                <a:cubicBezTo>
                  <a:pt x="84" y="123"/>
                  <a:pt x="84" y="123"/>
                  <a:pt x="84" y="123"/>
                </a:cubicBezTo>
                <a:cubicBezTo>
                  <a:pt x="84" y="124"/>
                  <a:pt x="84" y="124"/>
                  <a:pt x="84" y="125"/>
                </a:cubicBezTo>
                <a:cubicBezTo>
                  <a:pt x="84" y="125"/>
                  <a:pt x="83" y="125"/>
                  <a:pt x="83" y="125"/>
                </a:cubicBezTo>
                <a:cubicBezTo>
                  <a:pt x="84" y="125"/>
                  <a:pt x="84" y="125"/>
                  <a:pt x="84" y="125"/>
                </a:cubicBezTo>
                <a:cubicBezTo>
                  <a:pt x="84" y="125"/>
                  <a:pt x="84" y="125"/>
                  <a:pt x="84" y="126"/>
                </a:cubicBezTo>
                <a:cubicBezTo>
                  <a:pt x="84" y="126"/>
                  <a:pt x="84" y="126"/>
                  <a:pt x="85" y="127"/>
                </a:cubicBezTo>
                <a:cubicBezTo>
                  <a:pt x="85" y="127"/>
                  <a:pt x="85" y="127"/>
                  <a:pt x="85" y="126"/>
                </a:cubicBezTo>
                <a:cubicBezTo>
                  <a:pt x="85" y="126"/>
                  <a:pt x="85" y="126"/>
                  <a:pt x="85" y="126"/>
                </a:cubicBezTo>
                <a:cubicBezTo>
                  <a:pt x="84" y="126"/>
                  <a:pt x="84" y="125"/>
                  <a:pt x="85" y="125"/>
                </a:cubicBezTo>
                <a:cubicBezTo>
                  <a:pt x="85" y="125"/>
                  <a:pt x="85" y="125"/>
                  <a:pt x="85" y="125"/>
                </a:cubicBezTo>
                <a:cubicBezTo>
                  <a:pt x="85" y="125"/>
                  <a:pt x="85" y="125"/>
                  <a:pt x="85" y="125"/>
                </a:cubicBezTo>
                <a:cubicBezTo>
                  <a:pt x="85" y="126"/>
                  <a:pt x="85" y="126"/>
                  <a:pt x="86" y="126"/>
                </a:cubicBezTo>
                <a:cubicBezTo>
                  <a:pt x="86" y="126"/>
                  <a:pt x="86" y="126"/>
                  <a:pt x="86" y="126"/>
                </a:cubicBezTo>
                <a:cubicBezTo>
                  <a:pt x="86" y="126"/>
                  <a:pt x="86" y="126"/>
                  <a:pt x="87" y="126"/>
                </a:cubicBezTo>
                <a:cubicBezTo>
                  <a:pt x="87" y="126"/>
                  <a:pt x="87" y="126"/>
                  <a:pt x="87" y="126"/>
                </a:cubicBezTo>
                <a:cubicBezTo>
                  <a:pt x="87" y="126"/>
                  <a:pt x="87" y="126"/>
                  <a:pt x="87" y="126"/>
                </a:cubicBezTo>
                <a:cubicBezTo>
                  <a:pt x="87" y="126"/>
                  <a:pt x="87" y="126"/>
                  <a:pt x="88" y="126"/>
                </a:cubicBezTo>
                <a:cubicBezTo>
                  <a:pt x="88" y="126"/>
                  <a:pt x="88" y="126"/>
                  <a:pt x="88" y="126"/>
                </a:cubicBezTo>
                <a:cubicBezTo>
                  <a:pt x="88" y="126"/>
                  <a:pt x="88" y="126"/>
                  <a:pt x="88" y="126"/>
                </a:cubicBezTo>
                <a:cubicBezTo>
                  <a:pt x="88" y="127"/>
                  <a:pt x="88" y="127"/>
                  <a:pt x="88" y="127"/>
                </a:cubicBezTo>
                <a:cubicBezTo>
                  <a:pt x="88" y="127"/>
                  <a:pt x="88" y="127"/>
                  <a:pt x="88" y="127"/>
                </a:cubicBezTo>
                <a:cubicBezTo>
                  <a:pt x="88" y="127"/>
                  <a:pt x="88" y="127"/>
                  <a:pt x="88" y="127"/>
                </a:cubicBezTo>
                <a:cubicBezTo>
                  <a:pt x="88" y="127"/>
                  <a:pt x="88" y="127"/>
                  <a:pt x="88" y="127"/>
                </a:cubicBezTo>
                <a:cubicBezTo>
                  <a:pt x="87" y="127"/>
                  <a:pt x="87" y="127"/>
                  <a:pt x="87" y="127"/>
                </a:cubicBezTo>
                <a:cubicBezTo>
                  <a:pt x="86" y="128"/>
                  <a:pt x="86" y="128"/>
                  <a:pt x="86" y="127"/>
                </a:cubicBezTo>
                <a:cubicBezTo>
                  <a:pt x="86" y="127"/>
                  <a:pt x="86" y="127"/>
                  <a:pt x="86" y="127"/>
                </a:cubicBezTo>
                <a:cubicBezTo>
                  <a:pt x="86" y="128"/>
                  <a:pt x="86" y="128"/>
                  <a:pt x="85" y="128"/>
                </a:cubicBezTo>
                <a:cubicBezTo>
                  <a:pt x="85" y="128"/>
                  <a:pt x="85" y="128"/>
                  <a:pt x="85" y="128"/>
                </a:cubicBezTo>
                <a:cubicBezTo>
                  <a:pt x="85" y="128"/>
                  <a:pt x="85" y="128"/>
                  <a:pt x="85" y="128"/>
                </a:cubicBezTo>
                <a:cubicBezTo>
                  <a:pt x="86" y="128"/>
                  <a:pt x="86" y="128"/>
                  <a:pt x="87" y="128"/>
                </a:cubicBezTo>
                <a:cubicBezTo>
                  <a:pt x="88" y="128"/>
                  <a:pt x="88" y="127"/>
                  <a:pt x="89" y="127"/>
                </a:cubicBezTo>
                <a:cubicBezTo>
                  <a:pt x="89" y="127"/>
                  <a:pt x="89" y="127"/>
                  <a:pt x="89" y="127"/>
                </a:cubicBezTo>
                <a:cubicBezTo>
                  <a:pt x="89" y="127"/>
                  <a:pt x="89" y="127"/>
                  <a:pt x="89" y="127"/>
                </a:cubicBezTo>
                <a:cubicBezTo>
                  <a:pt x="90" y="127"/>
                  <a:pt x="90" y="127"/>
                  <a:pt x="90" y="127"/>
                </a:cubicBezTo>
                <a:cubicBezTo>
                  <a:pt x="90" y="127"/>
                  <a:pt x="91" y="127"/>
                  <a:pt x="91" y="127"/>
                </a:cubicBezTo>
                <a:cubicBezTo>
                  <a:pt x="92" y="127"/>
                  <a:pt x="92" y="127"/>
                  <a:pt x="92" y="127"/>
                </a:cubicBezTo>
                <a:cubicBezTo>
                  <a:pt x="92" y="127"/>
                  <a:pt x="92" y="127"/>
                  <a:pt x="93" y="127"/>
                </a:cubicBezTo>
                <a:cubicBezTo>
                  <a:pt x="93" y="127"/>
                  <a:pt x="93" y="127"/>
                  <a:pt x="93" y="127"/>
                </a:cubicBezTo>
                <a:cubicBezTo>
                  <a:pt x="94" y="127"/>
                  <a:pt x="95" y="128"/>
                  <a:pt x="96" y="128"/>
                </a:cubicBezTo>
                <a:cubicBezTo>
                  <a:pt x="96" y="127"/>
                  <a:pt x="96" y="127"/>
                  <a:pt x="96" y="126"/>
                </a:cubicBezTo>
                <a:cubicBezTo>
                  <a:pt x="97" y="126"/>
                  <a:pt x="97" y="126"/>
                  <a:pt x="97" y="125"/>
                </a:cubicBezTo>
                <a:cubicBezTo>
                  <a:pt x="97" y="125"/>
                  <a:pt x="97" y="125"/>
                  <a:pt x="98" y="124"/>
                </a:cubicBezTo>
                <a:cubicBezTo>
                  <a:pt x="98" y="124"/>
                  <a:pt x="98" y="124"/>
                  <a:pt x="98" y="124"/>
                </a:cubicBezTo>
                <a:cubicBezTo>
                  <a:pt x="98" y="124"/>
                  <a:pt x="98" y="124"/>
                  <a:pt x="99" y="124"/>
                </a:cubicBezTo>
                <a:cubicBezTo>
                  <a:pt x="99" y="124"/>
                  <a:pt x="99" y="124"/>
                  <a:pt x="99" y="124"/>
                </a:cubicBezTo>
                <a:cubicBezTo>
                  <a:pt x="99" y="123"/>
                  <a:pt x="99" y="124"/>
                  <a:pt x="99" y="124"/>
                </a:cubicBezTo>
                <a:cubicBezTo>
                  <a:pt x="99" y="123"/>
                  <a:pt x="99" y="123"/>
                  <a:pt x="99" y="123"/>
                </a:cubicBezTo>
                <a:cubicBezTo>
                  <a:pt x="99" y="123"/>
                  <a:pt x="99" y="123"/>
                  <a:pt x="99" y="123"/>
                </a:cubicBezTo>
                <a:cubicBezTo>
                  <a:pt x="99" y="123"/>
                  <a:pt x="99" y="123"/>
                  <a:pt x="99" y="123"/>
                </a:cubicBezTo>
                <a:cubicBezTo>
                  <a:pt x="99" y="123"/>
                  <a:pt x="100" y="122"/>
                  <a:pt x="100" y="122"/>
                </a:cubicBezTo>
                <a:cubicBezTo>
                  <a:pt x="100" y="122"/>
                  <a:pt x="100" y="122"/>
                  <a:pt x="101" y="122"/>
                </a:cubicBezTo>
                <a:cubicBezTo>
                  <a:pt x="101" y="122"/>
                  <a:pt x="101" y="122"/>
                  <a:pt x="101" y="122"/>
                </a:cubicBezTo>
                <a:cubicBezTo>
                  <a:pt x="101" y="122"/>
                  <a:pt x="102" y="122"/>
                  <a:pt x="102" y="122"/>
                </a:cubicBezTo>
                <a:cubicBezTo>
                  <a:pt x="102" y="122"/>
                  <a:pt x="102" y="123"/>
                  <a:pt x="102" y="123"/>
                </a:cubicBezTo>
                <a:cubicBezTo>
                  <a:pt x="102" y="123"/>
                  <a:pt x="102" y="123"/>
                  <a:pt x="102" y="123"/>
                </a:cubicBezTo>
                <a:cubicBezTo>
                  <a:pt x="102" y="123"/>
                  <a:pt x="102" y="123"/>
                  <a:pt x="102" y="123"/>
                </a:cubicBezTo>
                <a:cubicBezTo>
                  <a:pt x="101" y="123"/>
                  <a:pt x="101" y="123"/>
                  <a:pt x="101" y="124"/>
                </a:cubicBezTo>
                <a:cubicBezTo>
                  <a:pt x="101" y="124"/>
                  <a:pt x="101" y="124"/>
                  <a:pt x="101" y="125"/>
                </a:cubicBezTo>
                <a:cubicBezTo>
                  <a:pt x="101" y="125"/>
                  <a:pt x="101" y="125"/>
                  <a:pt x="101" y="125"/>
                </a:cubicBezTo>
                <a:cubicBezTo>
                  <a:pt x="101" y="126"/>
                  <a:pt x="101" y="126"/>
                  <a:pt x="101" y="127"/>
                </a:cubicBezTo>
                <a:cubicBezTo>
                  <a:pt x="101" y="127"/>
                  <a:pt x="101" y="127"/>
                  <a:pt x="101" y="127"/>
                </a:cubicBezTo>
                <a:cubicBezTo>
                  <a:pt x="101" y="127"/>
                  <a:pt x="101" y="127"/>
                  <a:pt x="101" y="128"/>
                </a:cubicBezTo>
                <a:cubicBezTo>
                  <a:pt x="102" y="128"/>
                  <a:pt x="102" y="128"/>
                  <a:pt x="102" y="128"/>
                </a:cubicBezTo>
                <a:cubicBezTo>
                  <a:pt x="102" y="127"/>
                  <a:pt x="103" y="127"/>
                  <a:pt x="103" y="127"/>
                </a:cubicBezTo>
                <a:cubicBezTo>
                  <a:pt x="103" y="126"/>
                  <a:pt x="103" y="126"/>
                  <a:pt x="103" y="126"/>
                </a:cubicBezTo>
                <a:cubicBezTo>
                  <a:pt x="104" y="126"/>
                  <a:pt x="104" y="126"/>
                  <a:pt x="104" y="125"/>
                </a:cubicBezTo>
                <a:cubicBezTo>
                  <a:pt x="104" y="125"/>
                  <a:pt x="104" y="125"/>
                  <a:pt x="104" y="125"/>
                </a:cubicBezTo>
                <a:cubicBezTo>
                  <a:pt x="104" y="125"/>
                  <a:pt x="105" y="124"/>
                  <a:pt x="104" y="124"/>
                </a:cubicBezTo>
                <a:cubicBezTo>
                  <a:pt x="104" y="124"/>
                  <a:pt x="104" y="123"/>
                  <a:pt x="104" y="123"/>
                </a:cubicBezTo>
                <a:cubicBezTo>
                  <a:pt x="104" y="123"/>
                  <a:pt x="104" y="122"/>
                  <a:pt x="104" y="122"/>
                </a:cubicBezTo>
                <a:cubicBezTo>
                  <a:pt x="104" y="122"/>
                  <a:pt x="105" y="122"/>
                  <a:pt x="105" y="122"/>
                </a:cubicBezTo>
                <a:cubicBezTo>
                  <a:pt x="105" y="122"/>
                  <a:pt x="105" y="122"/>
                  <a:pt x="104" y="122"/>
                </a:cubicBezTo>
                <a:cubicBezTo>
                  <a:pt x="104" y="121"/>
                  <a:pt x="104" y="121"/>
                  <a:pt x="104" y="121"/>
                </a:cubicBezTo>
                <a:cubicBezTo>
                  <a:pt x="105" y="121"/>
                  <a:pt x="105" y="121"/>
                  <a:pt x="106" y="120"/>
                </a:cubicBezTo>
                <a:cubicBezTo>
                  <a:pt x="106" y="120"/>
                  <a:pt x="106" y="120"/>
                  <a:pt x="106" y="120"/>
                </a:cubicBezTo>
                <a:cubicBezTo>
                  <a:pt x="106" y="120"/>
                  <a:pt x="106" y="120"/>
                  <a:pt x="106" y="120"/>
                </a:cubicBezTo>
                <a:cubicBezTo>
                  <a:pt x="107" y="120"/>
                  <a:pt x="107" y="120"/>
                  <a:pt x="107" y="120"/>
                </a:cubicBezTo>
                <a:cubicBezTo>
                  <a:pt x="107" y="120"/>
                  <a:pt x="107" y="120"/>
                  <a:pt x="107" y="120"/>
                </a:cubicBezTo>
                <a:cubicBezTo>
                  <a:pt x="107" y="120"/>
                  <a:pt x="108" y="120"/>
                  <a:pt x="108" y="120"/>
                </a:cubicBezTo>
                <a:cubicBezTo>
                  <a:pt x="108" y="121"/>
                  <a:pt x="109" y="121"/>
                  <a:pt x="109" y="122"/>
                </a:cubicBezTo>
                <a:cubicBezTo>
                  <a:pt x="109" y="122"/>
                  <a:pt x="109" y="122"/>
                  <a:pt x="109" y="122"/>
                </a:cubicBezTo>
                <a:cubicBezTo>
                  <a:pt x="109" y="122"/>
                  <a:pt x="109" y="122"/>
                  <a:pt x="109" y="122"/>
                </a:cubicBezTo>
                <a:cubicBezTo>
                  <a:pt x="109" y="122"/>
                  <a:pt x="109" y="122"/>
                  <a:pt x="109" y="122"/>
                </a:cubicBezTo>
                <a:cubicBezTo>
                  <a:pt x="109" y="122"/>
                  <a:pt x="109" y="122"/>
                  <a:pt x="109" y="122"/>
                </a:cubicBezTo>
                <a:cubicBezTo>
                  <a:pt x="109" y="122"/>
                  <a:pt x="109" y="121"/>
                  <a:pt x="109" y="121"/>
                </a:cubicBezTo>
                <a:cubicBezTo>
                  <a:pt x="110" y="121"/>
                  <a:pt x="110" y="121"/>
                  <a:pt x="110" y="121"/>
                </a:cubicBezTo>
                <a:cubicBezTo>
                  <a:pt x="110" y="121"/>
                  <a:pt x="110" y="121"/>
                  <a:pt x="110" y="121"/>
                </a:cubicBezTo>
                <a:cubicBezTo>
                  <a:pt x="110" y="121"/>
                  <a:pt x="110" y="121"/>
                  <a:pt x="109" y="121"/>
                </a:cubicBezTo>
                <a:cubicBezTo>
                  <a:pt x="109" y="121"/>
                  <a:pt x="109" y="120"/>
                  <a:pt x="109" y="120"/>
                </a:cubicBezTo>
                <a:cubicBezTo>
                  <a:pt x="109" y="120"/>
                  <a:pt x="109" y="120"/>
                  <a:pt x="109" y="120"/>
                </a:cubicBezTo>
                <a:cubicBezTo>
                  <a:pt x="109" y="120"/>
                  <a:pt x="109" y="120"/>
                  <a:pt x="109" y="120"/>
                </a:cubicBezTo>
                <a:cubicBezTo>
                  <a:pt x="109" y="119"/>
                  <a:pt x="109" y="119"/>
                  <a:pt x="109" y="119"/>
                </a:cubicBezTo>
                <a:cubicBezTo>
                  <a:pt x="109" y="118"/>
                  <a:pt x="110" y="118"/>
                  <a:pt x="110" y="118"/>
                </a:cubicBezTo>
                <a:cubicBezTo>
                  <a:pt x="110" y="118"/>
                  <a:pt x="110" y="118"/>
                  <a:pt x="110" y="118"/>
                </a:cubicBezTo>
                <a:cubicBezTo>
                  <a:pt x="110" y="118"/>
                  <a:pt x="111" y="118"/>
                  <a:pt x="111" y="119"/>
                </a:cubicBezTo>
                <a:cubicBezTo>
                  <a:pt x="111" y="119"/>
                  <a:pt x="111" y="119"/>
                  <a:pt x="111" y="119"/>
                </a:cubicBezTo>
                <a:cubicBezTo>
                  <a:pt x="111" y="119"/>
                  <a:pt x="112" y="119"/>
                  <a:pt x="111" y="119"/>
                </a:cubicBezTo>
                <a:cubicBezTo>
                  <a:pt x="111" y="120"/>
                  <a:pt x="111" y="120"/>
                  <a:pt x="111" y="120"/>
                </a:cubicBezTo>
                <a:cubicBezTo>
                  <a:pt x="110" y="120"/>
                  <a:pt x="110" y="120"/>
                  <a:pt x="111" y="120"/>
                </a:cubicBezTo>
                <a:cubicBezTo>
                  <a:pt x="111" y="120"/>
                  <a:pt x="111" y="120"/>
                  <a:pt x="111" y="121"/>
                </a:cubicBezTo>
                <a:cubicBezTo>
                  <a:pt x="111" y="121"/>
                  <a:pt x="111" y="121"/>
                  <a:pt x="111" y="121"/>
                </a:cubicBezTo>
                <a:cubicBezTo>
                  <a:pt x="111" y="121"/>
                  <a:pt x="111" y="121"/>
                  <a:pt x="111" y="121"/>
                </a:cubicBezTo>
                <a:cubicBezTo>
                  <a:pt x="111" y="121"/>
                  <a:pt x="111" y="121"/>
                  <a:pt x="111" y="121"/>
                </a:cubicBezTo>
                <a:cubicBezTo>
                  <a:pt x="110" y="122"/>
                  <a:pt x="110" y="122"/>
                  <a:pt x="110" y="122"/>
                </a:cubicBezTo>
                <a:cubicBezTo>
                  <a:pt x="111" y="122"/>
                  <a:pt x="111" y="123"/>
                  <a:pt x="111" y="123"/>
                </a:cubicBezTo>
                <a:cubicBezTo>
                  <a:pt x="111" y="123"/>
                  <a:pt x="111" y="123"/>
                  <a:pt x="111" y="123"/>
                </a:cubicBezTo>
                <a:cubicBezTo>
                  <a:pt x="111" y="123"/>
                  <a:pt x="111" y="123"/>
                  <a:pt x="111" y="123"/>
                </a:cubicBezTo>
                <a:cubicBezTo>
                  <a:pt x="111" y="124"/>
                  <a:pt x="110" y="124"/>
                  <a:pt x="110" y="124"/>
                </a:cubicBezTo>
                <a:cubicBezTo>
                  <a:pt x="110" y="124"/>
                  <a:pt x="110" y="124"/>
                  <a:pt x="111" y="124"/>
                </a:cubicBezTo>
                <a:cubicBezTo>
                  <a:pt x="111" y="125"/>
                  <a:pt x="112" y="125"/>
                  <a:pt x="112" y="124"/>
                </a:cubicBezTo>
                <a:cubicBezTo>
                  <a:pt x="112" y="124"/>
                  <a:pt x="112" y="123"/>
                  <a:pt x="112" y="123"/>
                </a:cubicBezTo>
                <a:cubicBezTo>
                  <a:pt x="113" y="123"/>
                  <a:pt x="113" y="123"/>
                  <a:pt x="113" y="122"/>
                </a:cubicBezTo>
                <a:cubicBezTo>
                  <a:pt x="113" y="122"/>
                  <a:pt x="113" y="122"/>
                  <a:pt x="114" y="122"/>
                </a:cubicBezTo>
                <a:cubicBezTo>
                  <a:pt x="114" y="123"/>
                  <a:pt x="114" y="122"/>
                  <a:pt x="115" y="122"/>
                </a:cubicBezTo>
                <a:cubicBezTo>
                  <a:pt x="115" y="122"/>
                  <a:pt x="116" y="121"/>
                  <a:pt x="116" y="121"/>
                </a:cubicBezTo>
                <a:cubicBezTo>
                  <a:pt x="116" y="120"/>
                  <a:pt x="116" y="120"/>
                  <a:pt x="116" y="120"/>
                </a:cubicBezTo>
                <a:cubicBezTo>
                  <a:pt x="116" y="119"/>
                  <a:pt x="116" y="118"/>
                  <a:pt x="116" y="118"/>
                </a:cubicBezTo>
                <a:cubicBezTo>
                  <a:pt x="116" y="117"/>
                  <a:pt x="117" y="117"/>
                  <a:pt x="117" y="117"/>
                </a:cubicBezTo>
                <a:cubicBezTo>
                  <a:pt x="117" y="117"/>
                  <a:pt x="117" y="117"/>
                  <a:pt x="118" y="116"/>
                </a:cubicBezTo>
                <a:cubicBezTo>
                  <a:pt x="118" y="116"/>
                  <a:pt x="119" y="116"/>
                  <a:pt x="119" y="116"/>
                </a:cubicBezTo>
                <a:cubicBezTo>
                  <a:pt x="120" y="116"/>
                  <a:pt x="120" y="116"/>
                  <a:pt x="120" y="116"/>
                </a:cubicBezTo>
                <a:cubicBezTo>
                  <a:pt x="120" y="115"/>
                  <a:pt x="120" y="115"/>
                  <a:pt x="119" y="115"/>
                </a:cubicBezTo>
                <a:cubicBezTo>
                  <a:pt x="119" y="115"/>
                  <a:pt x="119" y="114"/>
                  <a:pt x="119" y="114"/>
                </a:cubicBezTo>
                <a:cubicBezTo>
                  <a:pt x="119" y="114"/>
                  <a:pt x="118" y="114"/>
                  <a:pt x="118" y="114"/>
                </a:cubicBezTo>
                <a:cubicBezTo>
                  <a:pt x="118" y="114"/>
                  <a:pt x="118" y="114"/>
                  <a:pt x="118" y="114"/>
                </a:cubicBezTo>
                <a:cubicBezTo>
                  <a:pt x="118" y="114"/>
                  <a:pt x="118" y="114"/>
                  <a:pt x="118" y="113"/>
                </a:cubicBezTo>
                <a:cubicBezTo>
                  <a:pt x="118" y="113"/>
                  <a:pt x="118" y="113"/>
                  <a:pt x="118" y="113"/>
                </a:cubicBezTo>
                <a:cubicBezTo>
                  <a:pt x="118" y="113"/>
                  <a:pt x="118" y="113"/>
                  <a:pt x="118" y="113"/>
                </a:cubicBezTo>
                <a:cubicBezTo>
                  <a:pt x="118" y="112"/>
                  <a:pt x="117" y="111"/>
                  <a:pt x="117" y="110"/>
                </a:cubicBezTo>
                <a:cubicBezTo>
                  <a:pt x="117" y="110"/>
                  <a:pt x="117" y="110"/>
                  <a:pt x="117" y="110"/>
                </a:cubicBezTo>
                <a:cubicBezTo>
                  <a:pt x="117" y="110"/>
                  <a:pt x="117" y="110"/>
                  <a:pt x="117" y="110"/>
                </a:cubicBezTo>
                <a:cubicBezTo>
                  <a:pt x="117" y="110"/>
                  <a:pt x="117" y="110"/>
                  <a:pt x="117" y="110"/>
                </a:cubicBezTo>
                <a:cubicBezTo>
                  <a:pt x="117" y="109"/>
                  <a:pt x="117" y="109"/>
                  <a:pt x="117" y="109"/>
                </a:cubicBezTo>
                <a:cubicBezTo>
                  <a:pt x="117" y="109"/>
                  <a:pt x="118" y="109"/>
                  <a:pt x="118" y="108"/>
                </a:cubicBezTo>
                <a:cubicBezTo>
                  <a:pt x="118" y="108"/>
                  <a:pt x="118" y="108"/>
                  <a:pt x="118" y="108"/>
                </a:cubicBezTo>
                <a:cubicBezTo>
                  <a:pt x="118" y="108"/>
                  <a:pt x="118" y="107"/>
                  <a:pt x="118" y="107"/>
                </a:cubicBezTo>
                <a:cubicBezTo>
                  <a:pt x="118" y="107"/>
                  <a:pt x="118" y="106"/>
                  <a:pt x="118" y="106"/>
                </a:cubicBezTo>
                <a:cubicBezTo>
                  <a:pt x="118" y="106"/>
                  <a:pt x="118" y="106"/>
                  <a:pt x="118" y="105"/>
                </a:cubicBezTo>
                <a:cubicBezTo>
                  <a:pt x="119" y="105"/>
                  <a:pt x="119" y="105"/>
                  <a:pt x="119" y="104"/>
                </a:cubicBezTo>
                <a:cubicBezTo>
                  <a:pt x="119" y="104"/>
                  <a:pt x="119" y="104"/>
                  <a:pt x="119" y="104"/>
                </a:cubicBezTo>
                <a:cubicBezTo>
                  <a:pt x="119" y="104"/>
                  <a:pt x="119" y="104"/>
                  <a:pt x="119" y="104"/>
                </a:cubicBezTo>
                <a:cubicBezTo>
                  <a:pt x="119" y="103"/>
                  <a:pt x="119" y="103"/>
                  <a:pt x="119" y="103"/>
                </a:cubicBezTo>
                <a:cubicBezTo>
                  <a:pt x="119" y="103"/>
                  <a:pt x="119" y="103"/>
                  <a:pt x="119" y="103"/>
                </a:cubicBezTo>
                <a:cubicBezTo>
                  <a:pt x="119" y="103"/>
                  <a:pt x="119" y="103"/>
                  <a:pt x="119" y="102"/>
                </a:cubicBezTo>
                <a:cubicBezTo>
                  <a:pt x="120" y="102"/>
                  <a:pt x="120" y="102"/>
                  <a:pt x="120" y="102"/>
                </a:cubicBezTo>
                <a:cubicBezTo>
                  <a:pt x="120" y="102"/>
                  <a:pt x="120" y="102"/>
                  <a:pt x="120" y="102"/>
                </a:cubicBezTo>
                <a:cubicBezTo>
                  <a:pt x="121" y="102"/>
                  <a:pt x="121" y="102"/>
                  <a:pt x="121" y="101"/>
                </a:cubicBezTo>
                <a:cubicBezTo>
                  <a:pt x="121" y="101"/>
                  <a:pt x="121" y="101"/>
                  <a:pt x="121" y="101"/>
                </a:cubicBezTo>
                <a:cubicBezTo>
                  <a:pt x="121" y="100"/>
                  <a:pt x="121" y="100"/>
                  <a:pt x="121" y="100"/>
                </a:cubicBezTo>
                <a:cubicBezTo>
                  <a:pt x="121" y="100"/>
                  <a:pt x="121" y="100"/>
                  <a:pt x="121" y="100"/>
                </a:cubicBezTo>
                <a:cubicBezTo>
                  <a:pt x="121" y="100"/>
                  <a:pt x="121" y="99"/>
                  <a:pt x="121" y="99"/>
                </a:cubicBezTo>
                <a:cubicBezTo>
                  <a:pt x="121" y="98"/>
                  <a:pt x="121" y="97"/>
                  <a:pt x="121" y="96"/>
                </a:cubicBezTo>
                <a:cubicBezTo>
                  <a:pt x="121" y="96"/>
                  <a:pt x="121" y="96"/>
                  <a:pt x="121" y="95"/>
                </a:cubicBezTo>
                <a:cubicBezTo>
                  <a:pt x="121" y="94"/>
                  <a:pt x="121" y="93"/>
                  <a:pt x="121" y="92"/>
                </a:cubicBezTo>
                <a:cubicBezTo>
                  <a:pt x="121" y="92"/>
                  <a:pt x="121" y="92"/>
                  <a:pt x="120" y="91"/>
                </a:cubicBezTo>
                <a:cubicBezTo>
                  <a:pt x="120" y="91"/>
                  <a:pt x="120" y="91"/>
                  <a:pt x="120" y="91"/>
                </a:cubicBezTo>
                <a:cubicBezTo>
                  <a:pt x="120" y="91"/>
                  <a:pt x="120" y="91"/>
                  <a:pt x="120" y="91"/>
                </a:cubicBezTo>
                <a:cubicBezTo>
                  <a:pt x="120" y="91"/>
                  <a:pt x="120" y="91"/>
                  <a:pt x="120" y="91"/>
                </a:cubicBezTo>
                <a:cubicBezTo>
                  <a:pt x="120" y="90"/>
                  <a:pt x="120" y="90"/>
                  <a:pt x="120" y="90"/>
                </a:cubicBezTo>
                <a:cubicBezTo>
                  <a:pt x="120" y="89"/>
                  <a:pt x="121" y="88"/>
                  <a:pt x="121" y="87"/>
                </a:cubicBezTo>
                <a:cubicBezTo>
                  <a:pt x="121" y="87"/>
                  <a:pt x="121" y="86"/>
                  <a:pt x="121" y="86"/>
                </a:cubicBezTo>
                <a:cubicBezTo>
                  <a:pt x="122" y="86"/>
                  <a:pt x="122" y="86"/>
                  <a:pt x="122" y="86"/>
                </a:cubicBezTo>
                <a:cubicBezTo>
                  <a:pt x="122" y="86"/>
                  <a:pt x="122" y="86"/>
                  <a:pt x="122" y="86"/>
                </a:cubicBezTo>
                <a:cubicBezTo>
                  <a:pt x="122" y="86"/>
                  <a:pt x="122" y="86"/>
                  <a:pt x="122" y="86"/>
                </a:cubicBezTo>
                <a:cubicBezTo>
                  <a:pt x="122" y="87"/>
                  <a:pt x="122" y="87"/>
                  <a:pt x="122" y="87"/>
                </a:cubicBezTo>
                <a:cubicBezTo>
                  <a:pt x="123" y="87"/>
                  <a:pt x="123" y="86"/>
                  <a:pt x="123" y="86"/>
                </a:cubicBezTo>
                <a:cubicBezTo>
                  <a:pt x="123" y="86"/>
                  <a:pt x="123" y="86"/>
                  <a:pt x="123" y="86"/>
                </a:cubicBezTo>
                <a:cubicBezTo>
                  <a:pt x="124" y="85"/>
                  <a:pt x="124" y="86"/>
                  <a:pt x="125" y="86"/>
                </a:cubicBezTo>
                <a:cubicBezTo>
                  <a:pt x="125" y="86"/>
                  <a:pt x="125" y="86"/>
                  <a:pt x="125" y="86"/>
                </a:cubicBezTo>
                <a:cubicBezTo>
                  <a:pt x="125" y="87"/>
                  <a:pt x="125" y="87"/>
                  <a:pt x="126" y="87"/>
                </a:cubicBezTo>
                <a:cubicBezTo>
                  <a:pt x="126" y="87"/>
                  <a:pt x="126" y="87"/>
                  <a:pt x="126" y="87"/>
                </a:cubicBezTo>
                <a:cubicBezTo>
                  <a:pt x="126" y="87"/>
                  <a:pt x="126" y="87"/>
                  <a:pt x="126" y="87"/>
                </a:cubicBezTo>
                <a:cubicBezTo>
                  <a:pt x="126" y="87"/>
                  <a:pt x="126" y="87"/>
                  <a:pt x="126" y="86"/>
                </a:cubicBezTo>
                <a:cubicBezTo>
                  <a:pt x="126" y="86"/>
                  <a:pt x="125" y="86"/>
                  <a:pt x="126" y="86"/>
                </a:cubicBezTo>
                <a:cubicBezTo>
                  <a:pt x="126" y="86"/>
                  <a:pt x="126" y="86"/>
                  <a:pt x="126" y="86"/>
                </a:cubicBezTo>
                <a:cubicBezTo>
                  <a:pt x="125" y="85"/>
                  <a:pt x="125" y="85"/>
                  <a:pt x="125" y="85"/>
                </a:cubicBezTo>
                <a:cubicBezTo>
                  <a:pt x="126" y="85"/>
                  <a:pt x="125" y="85"/>
                  <a:pt x="126" y="85"/>
                </a:cubicBezTo>
                <a:cubicBezTo>
                  <a:pt x="126" y="85"/>
                  <a:pt x="126" y="85"/>
                  <a:pt x="126" y="85"/>
                </a:cubicBezTo>
                <a:cubicBezTo>
                  <a:pt x="126" y="85"/>
                  <a:pt x="126" y="84"/>
                  <a:pt x="126" y="84"/>
                </a:cubicBezTo>
                <a:cubicBezTo>
                  <a:pt x="126" y="84"/>
                  <a:pt x="126" y="84"/>
                  <a:pt x="126" y="84"/>
                </a:cubicBezTo>
                <a:cubicBezTo>
                  <a:pt x="125" y="84"/>
                  <a:pt x="125" y="84"/>
                  <a:pt x="125" y="84"/>
                </a:cubicBezTo>
                <a:cubicBezTo>
                  <a:pt x="125" y="84"/>
                  <a:pt x="125" y="84"/>
                  <a:pt x="126" y="83"/>
                </a:cubicBezTo>
                <a:cubicBezTo>
                  <a:pt x="126" y="83"/>
                  <a:pt x="126" y="83"/>
                  <a:pt x="126" y="83"/>
                </a:cubicBezTo>
                <a:cubicBezTo>
                  <a:pt x="126" y="83"/>
                  <a:pt x="126" y="83"/>
                  <a:pt x="125" y="83"/>
                </a:cubicBezTo>
                <a:cubicBezTo>
                  <a:pt x="125" y="83"/>
                  <a:pt x="125" y="83"/>
                  <a:pt x="125" y="83"/>
                </a:cubicBezTo>
                <a:cubicBezTo>
                  <a:pt x="125" y="83"/>
                  <a:pt x="125" y="82"/>
                  <a:pt x="125" y="82"/>
                </a:cubicBezTo>
                <a:cubicBezTo>
                  <a:pt x="126" y="82"/>
                  <a:pt x="126" y="82"/>
                  <a:pt x="126" y="82"/>
                </a:cubicBezTo>
                <a:cubicBezTo>
                  <a:pt x="126" y="81"/>
                  <a:pt x="126" y="81"/>
                  <a:pt x="126" y="81"/>
                </a:cubicBezTo>
                <a:cubicBezTo>
                  <a:pt x="126" y="81"/>
                  <a:pt x="126" y="81"/>
                  <a:pt x="126" y="80"/>
                </a:cubicBezTo>
                <a:cubicBezTo>
                  <a:pt x="126" y="80"/>
                  <a:pt x="126" y="80"/>
                  <a:pt x="126" y="80"/>
                </a:cubicBezTo>
                <a:cubicBezTo>
                  <a:pt x="127" y="80"/>
                  <a:pt x="127" y="80"/>
                  <a:pt x="127" y="80"/>
                </a:cubicBezTo>
                <a:cubicBezTo>
                  <a:pt x="127" y="80"/>
                  <a:pt x="127" y="80"/>
                  <a:pt x="127" y="80"/>
                </a:cubicBezTo>
                <a:cubicBezTo>
                  <a:pt x="127" y="80"/>
                  <a:pt x="127" y="80"/>
                  <a:pt x="127" y="79"/>
                </a:cubicBezTo>
                <a:cubicBezTo>
                  <a:pt x="127" y="79"/>
                  <a:pt x="127" y="79"/>
                  <a:pt x="127" y="79"/>
                </a:cubicBezTo>
                <a:cubicBezTo>
                  <a:pt x="127" y="79"/>
                  <a:pt x="127" y="79"/>
                  <a:pt x="127" y="79"/>
                </a:cubicBezTo>
                <a:cubicBezTo>
                  <a:pt x="127" y="79"/>
                  <a:pt x="127" y="79"/>
                  <a:pt x="127" y="79"/>
                </a:cubicBezTo>
                <a:cubicBezTo>
                  <a:pt x="127" y="79"/>
                  <a:pt x="127" y="79"/>
                  <a:pt x="127" y="79"/>
                </a:cubicBezTo>
                <a:cubicBezTo>
                  <a:pt x="127" y="79"/>
                  <a:pt x="127" y="79"/>
                  <a:pt x="127" y="79"/>
                </a:cubicBezTo>
                <a:cubicBezTo>
                  <a:pt x="127" y="79"/>
                  <a:pt x="127" y="79"/>
                  <a:pt x="127" y="79"/>
                </a:cubicBezTo>
                <a:cubicBezTo>
                  <a:pt x="128" y="79"/>
                  <a:pt x="127" y="79"/>
                  <a:pt x="128" y="79"/>
                </a:cubicBezTo>
                <a:cubicBezTo>
                  <a:pt x="128" y="79"/>
                  <a:pt x="128" y="79"/>
                  <a:pt x="127" y="79"/>
                </a:cubicBezTo>
                <a:cubicBezTo>
                  <a:pt x="128" y="79"/>
                  <a:pt x="128" y="78"/>
                  <a:pt x="128" y="78"/>
                </a:cubicBezTo>
                <a:cubicBezTo>
                  <a:pt x="128" y="78"/>
                  <a:pt x="128" y="79"/>
                  <a:pt x="128" y="79"/>
                </a:cubicBezTo>
                <a:cubicBezTo>
                  <a:pt x="128" y="79"/>
                  <a:pt x="128" y="78"/>
                  <a:pt x="128" y="79"/>
                </a:cubicBezTo>
                <a:cubicBezTo>
                  <a:pt x="128" y="78"/>
                  <a:pt x="129" y="78"/>
                  <a:pt x="129" y="78"/>
                </a:cubicBezTo>
                <a:cubicBezTo>
                  <a:pt x="129" y="78"/>
                  <a:pt x="128" y="78"/>
                  <a:pt x="128" y="78"/>
                </a:cubicBezTo>
                <a:cubicBezTo>
                  <a:pt x="129" y="77"/>
                  <a:pt x="129" y="78"/>
                  <a:pt x="129" y="78"/>
                </a:cubicBezTo>
                <a:cubicBezTo>
                  <a:pt x="129" y="78"/>
                  <a:pt x="129" y="78"/>
                  <a:pt x="129" y="78"/>
                </a:cubicBezTo>
                <a:cubicBezTo>
                  <a:pt x="129" y="77"/>
                  <a:pt x="129" y="77"/>
                  <a:pt x="129" y="77"/>
                </a:cubicBezTo>
                <a:cubicBezTo>
                  <a:pt x="129" y="77"/>
                  <a:pt x="129" y="77"/>
                  <a:pt x="129" y="77"/>
                </a:cubicBezTo>
                <a:cubicBezTo>
                  <a:pt x="129" y="77"/>
                  <a:pt x="129" y="77"/>
                  <a:pt x="129" y="77"/>
                </a:cubicBezTo>
                <a:cubicBezTo>
                  <a:pt x="129" y="76"/>
                  <a:pt x="129" y="76"/>
                  <a:pt x="129" y="76"/>
                </a:cubicBezTo>
                <a:cubicBezTo>
                  <a:pt x="129" y="76"/>
                  <a:pt x="130" y="76"/>
                  <a:pt x="130" y="76"/>
                </a:cubicBezTo>
                <a:cubicBezTo>
                  <a:pt x="129" y="76"/>
                  <a:pt x="129" y="75"/>
                  <a:pt x="129" y="75"/>
                </a:cubicBezTo>
                <a:cubicBezTo>
                  <a:pt x="129" y="75"/>
                  <a:pt x="129" y="75"/>
                  <a:pt x="129" y="75"/>
                </a:cubicBezTo>
                <a:cubicBezTo>
                  <a:pt x="129" y="75"/>
                  <a:pt x="130" y="74"/>
                  <a:pt x="130" y="74"/>
                </a:cubicBezTo>
                <a:cubicBezTo>
                  <a:pt x="130" y="74"/>
                  <a:pt x="130" y="74"/>
                  <a:pt x="130" y="74"/>
                </a:cubicBezTo>
                <a:cubicBezTo>
                  <a:pt x="131" y="74"/>
                  <a:pt x="130" y="74"/>
                  <a:pt x="131" y="73"/>
                </a:cubicBezTo>
                <a:cubicBezTo>
                  <a:pt x="131" y="73"/>
                  <a:pt x="130" y="73"/>
                  <a:pt x="130" y="73"/>
                </a:cubicBezTo>
                <a:cubicBezTo>
                  <a:pt x="130" y="73"/>
                  <a:pt x="130" y="73"/>
                  <a:pt x="130" y="73"/>
                </a:cubicBezTo>
                <a:cubicBezTo>
                  <a:pt x="130" y="73"/>
                  <a:pt x="130" y="73"/>
                  <a:pt x="131" y="73"/>
                </a:cubicBezTo>
                <a:close/>
                <a:moveTo>
                  <a:pt x="112" y="75"/>
                </a:moveTo>
                <a:cubicBezTo>
                  <a:pt x="112" y="75"/>
                  <a:pt x="112" y="75"/>
                  <a:pt x="112" y="75"/>
                </a:cubicBezTo>
                <a:cubicBezTo>
                  <a:pt x="113" y="75"/>
                  <a:pt x="112" y="75"/>
                  <a:pt x="112" y="75"/>
                </a:cubicBezTo>
                <a:close/>
                <a:moveTo>
                  <a:pt x="85" y="100"/>
                </a:moveTo>
                <a:cubicBezTo>
                  <a:pt x="85" y="100"/>
                  <a:pt x="85" y="100"/>
                  <a:pt x="85" y="100"/>
                </a:cubicBezTo>
                <a:cubicBezTo>
                  <a:pt x="85" y="100"/>
                  <a:pt x="85" y="100"/>
                  <a:pt x="85" y="100"/>
                </a:cubicBezTo>
                <a:cubicBezTo>
                  <a:pt x="86" y="100"/>
                  <a:pt x="86" y="100"/>
                  <a:pt x="86" y="100"/>
                </a:cubicBezTo>
                <a:cubicBezTo>
                  <a:pt x="85" y="100"/>
                  <a:pt x="85" y="100"/>
                  <a:pt x="85" y="100"/>
                </a:cubicBezTo>
                <a:cubicBezTo>
                  <a:pt x="85" y="100"/>
                  <a:pt x="85" y="100"/>
                  <a:pt x="85" y="100"/>
                </a:cubicBezTo>
                <a:close/>
                <a:moveTo>
                  <a:pt x="67" y="128"/>
                </a:moveTo>
                <a:cubicBezTo>
                  <a:pt x="66" y="129"/>
                  <a:pt x="66" y="129"/>
                  <a:pt x="66" y="129"/>
                </a:cubicBezTo>
                <a:cubicBezTo>
                  <a:pt x="66" y="129"/>
                  <a:pt x="66" y="129"/>
                  <a:pt x="66" y="129"/>
                </a:cubicBezTo>
                <a:cubicBezTo>
                  <a:pt x="66" y="129"/>
                  <a:pt x="65" y="130"/>
                  <a:pt x="65" y="130"/>
                </a:cubicBezTo>
                <a:cubicBezTo>
                  <a:pt x="65" y="130"/>
                  <a:pt x="65" y="131"/>
                  <a:pt x="65" y="131"/>
                </a:cubicBezTo>
                <a:cubicBezTo>
                  <a:pt x="65" y="131"/>
                  <a:pt x="65" y="131"/>
                  <a:pt x="65" y="131"/>
                </a:cubicBezTo>
                <a:cubicBezTo>
                  <a:pt x="65" y="131"/>
                  <a:pt x="64" y="131"/>
                  <a:pt x="64" y="131"/>
                </a:cubicBezTo>
                <a:cubicBezTo>
                  <a:pt x="64" y="131"/>
                  <a:pt x="64" y="131"/>
                  <a:pt x="64" y="131"/>
                </a:cubicBezTo>
                <a:cubicBezTo>
                  <a:pt x="65" y="132"/>
                  <a:pt x="65" y="132"/>
                  <a:pt x="65" y="132"/>
                </a:cubicBezTo>
                <a:cubicBezTo>
                  <a:pt x="65" y="132"/>
                  <a:pt x="65" y="132"/>
                  <a:pt x="66" y="132"/>
                </a:cubicBezTo>
                <a:cubicBezTo>
                  <a:pt x="66" y="132"/>
                  <a:pt x="66" y="132"/>
                  <a:pt x="66" y="132"/>
                </a:cubicBezTo>
                <a:cubicBezTo>
                  <a:pt x="67" y="131"/>
                  <a:pt x="67" y="131"/>
                  <a:pt x="67" y="131"/>
                </a:cubicBezTo>
                <a:cubicBezTo>
                  <a:pt x="66" y="131"/>
                  <a:pt x="66" y="131"/>
                  <a:pt x="66" y="131"/>
                </a:cubicBezTo>
                <a:cubicBezTo>
                  <a:pt x="66" y="131"/>
                  <a:pt x="66" y="131"/>
                  <a:pt x="67" y="130"/>
                </a:cubicBezTo>
                <a:cubicBezTo>
                  <a:pt x="67" y="130"/>
                  <a:pt x="67" y="130"/>
                  <a:pt x="67" y="130"/>
                </a:cubicBezTo>
                <a:cubicBezTo>
                  <a:pt x="67" y="130"/>
                  <a:pt x="67" y="129"/>
                  <a:pt x="67" y="129"/>
                </a:cubicBezTo>
                <a:cubicBezTo>
                  <a:pt x="67" y="129"/>
                  <a:pt x="67" y="129"/>
                  <a:pt x="67" y="129"/>
                </a:cubicBezTo>
                <a:cubicBezTo>
                  <a:pt x="67" y="129"/>
                  <a:pt x="67" y="128"/>
                  <a:pt x="68" y="128"/>
                </a:cubicBezTo>
                <a:cubicBezTo>
                  <a:pt x="68" y="128"/>
                  <a:pt x="68" y="128"/>
                  <a:pt x="68" y="128"/>
                </a:cubicBezTo>
                <a:cubicBezTo>
                  <a:pt x="68" y="128"/>
                  <a:pt x="68" y="128"/>
                  <a:pt x="68" y="128"/>
                </a:cubicBezTo>
                <a:cubicBezTo>
                  <a:pt x="67" y="128"/>
                  <a:pt x="67" y="128"/>
                  <a:pt x="67" y="128"/>
                </a:cubicBezTo>
                <a:cubicBezTo>
                  <a:pt x="67" y="128"/>
                  <a:pt x="67" y="128"/>
                  <a:pt x="67" y="128"/>
                </a:cubicBezTo>
                <a:close/>
                <a:moveTo>
                  <a:pt x="123" y="6"/>
                </a:moveTo>
                <a:cubicBezTo>
                  <a:pt x="123" y="5"/>
                  <a:pt x="123" y="5"/>
                  <a:pt x="123" y="5"/>
                </a:cubicBezTo>
                <a:cubicBezTo>
                  <a:pt x="123" y="4"/>
                  <a:pt x="123" y="4"/>
                  <a:pt x="123" y="4"/>
                </a:cubicBezTo>
                <a:cubicBezTo>
                  <a:pt x="122" y="4"/>
                  <a:pt x="122" y="4"/>
                  <a:pt x="122" y="4"/>
                </a:cubicBezTo>
                <a:cubicBezTo>
                  <a:pt x="122" y="5"/>
                  <a:pt x="122" y="5"/>
                  <a:pt x="122" y="5"/>
                </a:cubicBezTo>
                <a:cubicBezTo>
                  <a:pt x="122" y="6"/>
                  <a:pt x="122" y="6"/>
                  <a:pt x="123" y="6"/>
                </a:cubicBezTo>
                <a:close/>
                <a:moveTo>
                  <a:pt x="106" y="50"/>
                </a:moveTo>
                <a:cubicBezTo>
                  <a:pt x="106" y="50"/>
                  <a:pt x="106" y="50"/>
                  <a:pt x="106" y="50"/>
                </a:cubicBezTo>
                <a:cubicBezTo>
                  <a:pt x="106" y="50"/>
                  <a:pt x="106" y="50"/>
                  <a:pt x="106" y="50"/>
                </a:cubicBezTo>
                <a:cubicBezTo>
                  <a:pt x="106" y="50"/>
                  <a:pt x="106" y="50"/>
                  <a:pt x="106" y="50"/>
                </a:cubicBezTo>
                <a:cubicBezTo>
                  <a:pt x="106" y="50"/>
                  <a:pt x="106" y="50"/>
                  <a:pt x="106" y="50"/>
                </a:cubicBezTo>
                <a:close/>
                <a:moveTo>
                  <a:pt x="106" y="43"/>
                </a:moveTo>
                <a:cubicBezTo>
                  <a:pt x="106" y="43"/>
                  <a:pt x="106" y="43"/>
                  <a:pt x="106" y="43"/>
                </a:cubicBezTo>
                <a:cubicBezTo>
                  <a:pt x="107" y="43"/>
                  <a:pt x="107" y="43"/>
                  <a:pt x="107" y="43"/>
                </a:cubicBezTo>
                <a:cubicBezTo>
                  <a:pt x="107" y="43"/>
                  <a:pt x="107" y="43"/>
                  <a:pt x="107" y="42"/>
                </a:cubicBezTo>
                <a:cubicBezTo>
                  <a:pt x="107" y="42"/>
                  <a:pt x="107" y="42"/>
                  <a:pt x="107" y="41"/>
                </a:cubicBezTo>
                <a:cubicBezTo>
                  <a:pt x="107" y="41"/>
                  <a:pt x="107" y="41"/>
                  <a:pt x="107" y="41"/>
                </a:cubicBezTo>
                <a:cubicBezTo>
                  <a:pt x="107" y="41"/>
                  <a:pt x="106" y="42"/>
                  <a:pt x="106" y="42"/>
                </a:cubicBezTo>
                <a:cubicBezTo>
                  <a:pt x="106" y="42"/>
                  <a:pt x="106" y="43"/>
                  <a:pt x="106" y="43"/>
                </a:cubicBezTo>
                <a:close/>
                <a:moveTo>
                  <a:pt x="121" y="3"/>
                </a:moveTo>
                <a:cubicBezTo>
                  <a:pt x="121" y="3"/>
                  <a:pt x="121" y="3"/>
                  <a:pt x="121" y="3"/>
                </a:cubicBezTo>
                <a:cubicBezTo>
                  <a:pt x="121" y="3"/>
                  <a:pt x="121" y="2"/>
                  <a:pt x="121" y="2"/>
                </a:cubicBezTo>
                <a:cubicBezTo>
                  <a:pt x="121" y="1"/>
                  <a:pt x="121" y="1"/>
                  <a:pt x="121" y="1"/>
                </a:cubicBezTo>
                <a:cubicBezTo>
                  <a:pt x="120" y="1"/>
                  <a:pt x="120" y="1"/>
                  <a:pt x="120" y="1"/>
                </a:cubicBezTo>
                <a:cubicBezTo>
                  <a:pt x="120" y="2"/>
                  <a:pt x="120" y="3"/>
                  <a:pt x="121" y="3"/>
                </a:cubicBezTo>
                <a:cubicBezTo>
                  <a:pt x="121" y="3"/>
                  <a:pt x="121" y="3"/>
                  <a:pt x="121" y="3"/>
                </a:cubicBezTo>
                <a:close/>
                <a:moveTo>
                  <a:pt x="163" y="27"/>
                </a:moveTo>
                <a:cubicBezTo>
                  <a:pt x="163" y="27"/>
                  <a:pt x="163" y="27"/>
                  <a:pt x="163" y="27"/>
                </a:cubicBezTo>
                <a:cubicBezTo>
                  <a:pt x="162" y="27"/>
                  <a:pt x="162" y="27"/>
                  <a:pt x="161" y="28"/>
                </a:cubicBezTo>
                <a:cubicBezTo>
                  <a:pt x="161" y="28"/>
                  <a:pt x="161" y="28"/>
                  <a:pt x="161" y="28"/>
                </a:cubicBezTo>
                <a:cubicBezTo>
                  <a:pt x="160" y="29"/>
                  <a:pt x="160" y="28"/>
                  <a:pt x="160" y="29"/>
                </a:cubicBezTo>
                <a:cubicBezTo>
                  <a:pt x="160" y="29"/>
                  <a:pt x="160" y="29"/>
                  <a:pt x="160" y="29"/>
                </a:cubicBezTo>
                <a:cubicBezTo>
                  <a:pt x="160" y="29"/>
                  <a:pt x="159" y="28"/>
                  <a:pt x="159" y="28"/>
                </a:cubicBezTo>
                <a:cubicBezTo>
                  <a:pt x="159" y="28"/>
                  <a:pt x="159" y="28"/>
                  <a:pt x="159" y="28"/>
                </a:cubicBezTo>
                <a:cubicBezTo>
                  <a:pt x="159" y="28"/>
                  <a:pt x="159" y="28"/>
                  <a:pt x="159" y="28"/>
                </a:cubicBezTo>
                <a:cubicBezTo>
                  <a:pt x="159" y="28"/>
                  <a:pt x="159" y="28"/>
                  <a:pt x="159" y="28"/>
                </a:cubicBezTo>
                <a:cubicBezTo>
                  <a:pt x="159" y="27"/>
                  <a:pt x="159" y="26"/>
                  <a:pt x="158" y="25"/>
                </a:cubicBezTo>
                <a:cubicBezTo>
                  <a:pt x="158" y="25"/>
                  <a:pt x="158" y="25"/>
                  <a:pt x="158" y="24"/>
                </a:cubicBezTo>
                <a:cubicBezTo>
                  <a:pt x="158" y="24"/>
                  <a:pt x="157" y="24"/>
                  <a:pt x="157" y="23"/>
                </a:cubicBezTo>
                <a:cubicBezTo>
                  <a:pt x="157" y="23"/>
                  <a:pt x="157" y="23"/>
                  <a:pt x="157" y="22"/>
                </a:cubicBezTo>
                <a:cubicBezTo>
                  <a:pt x="157" y="22"/>
                  <a:pt x="157" y="22"/>
                  <a:pt x="157" y="21"/>
                </a:cubicBezTo>
                <a:cubicBezTo>
                  <a:pt x="157" y="21"/>
                  <a:pt x="157" y="20"/>
                  <a:pt x="158" y="20"/>
                </a:cubicBezTo>
                <a:cubicBezTo>
                  <a:pt x="158" y="19"/>
                  <a:pt x="158" y="19"/>
                  <a:pt x="158" y="18"/>
                </a:cubicBezTo>
                <a:cubicBezTo>
                  <a:pt x="158" y="18"/>
                  <a:pt x="158" y="18"/>
                  <a:pt x="158" y="18"/>
                </a:cubicBezTo>
                <a:cubicBezTo>
                  <a:pt x="159" y="18"/>
                  <a:pt x="159" y="18"/>
                  <a:pt x="159" y="18"/>
                </a:cubicBezTo>
                <a:cubicBezTo>
                  <a:pt x="159" y="18"/>
                  <a:pt x="159" y="18"/>
                  <a:pt x="159" y="17"/>
                </a:cubicBezTo>
                <a:cubicBezTo>
                  <a:pt x="160" y="17"/>
                  <a:pt x="159" y="16"/>
                  <a:pt x="159" y="15"/>
                </a:cubicBezTo>
                <a:cubicBezTo>
                  <a:pt x="159" y="15"/>
                  <a:pt x="159" y="15"/>
                  <a:pt x="159" y="15"/>
                </a:cubicBezTo>
                <a:cubicBezTo>
                  <a:pt x="158" y="16"/>
                  <a:pt x="157" y="18"/>
                  <a:pt x="156" y="18"/>
                </a:cubicBezTo>
                <a:cubicBezTo>
                  <a:pt x="156" y="19"/>
                  <a:pt x="156" y="19"/>
                  <a:pt x="155" y="19"/>
                </a:cubicBezTo>
                <a:cubicBezTo>
                  <a:pt x="155" y="20"/>
                  <a:pt x="154" y="21"/>
                  <a:pt x="153" y="21"/>
                </a:cubicBezTo>
                <a:cubicBezTo>
                  <a:pt x="153" y="20"/>
                  <a:pt x="152" y="20"/>
                  <a:pt x="151" y="20"/>
                </a:cubicBezTo>
                <a:cubicBezTo>
                  <a:pt x="151" y="20"/>
                  <a:pt x="151" y="20"/>
                  <a:pt x="150" y="20"/>
                </a:cubicBezTo>
                <a:cubicBezTo>
                  <a:pt x="150" y="20"/>
                  <a:pt x="150" y="19"/>
                  <a:pt x="150" y="19"/>
                </a:cubicBezTo>
                <a:cubicBezTo>
                  <a:pt x="150" y="19"/>
                  <a:pt x="150" y="19"/>
                  <a:pt x="150" y="19"/>
                </a:cubicBezTo>
                <a:cubicBezTo>
                  <a:pt x="150" y="19"/>
                  <a:pt x="150" y="19"/>
                  <a:pt x="150" y="19"/>
                </a:cubicBezTo>
                <a:cubicBezTo>
                  <a:pt x="150" y="18"/>
                  <a:pt x="149" y="18"/>
                  <a:pt x="149" y="18"/>
                </a:cubicBezTo>
                <a:cubicBezTo>
                  <a:pt x="149" y="18"/>
                  <a:pt x="149" y="18"/>
                  <a:pt x="149" y="18"/>
                </a:cubicBezTo>
                <a:cubicBezTo>
                  <a:pt x="148" y="18"/>
                  <a:pt x="148" y="18"/>
                  <a:pt x="148" y="18"/>
                </a:cubicBezTo>
                <a:cubicBezTo>
                  <a:pt x="147" y="18"/>
                  <a:pt x="147" y="18"/>
                  <a:pt x="147" y="18"/>
                </a:cubicBezTo>
                <a:cubicBezTo>
                  <a:pt x="147" y="18"/>
                  <a:pt x="147" y="18"/>
                  <a:pt x="147" y="18"/>
                </a:cubicBezTo>
                <a:cubicBezTo>
                  <a:pt x="146" y="18"/>
                  <a:pt x="146" y="18"/>
                  <a:pt x="146" y="18"/>
                </a:cubicBezTo>
                <a:cubicBezTo>
                  <a:pt x="145" y="18"/>
                  <a:pt x="145" y="18"/>
                  <a:pt x="145" y="18"/>
                </a:cubicBezTo>
                <a:cubicBezTo>
                  <a:pt x="145" y="18"/>
                  <a:pt x="144" y="18"/>
                  <a:pt x="144" y="17"/>
                </a:cubicBezTo>
                <a:cubicBezTo>
                  <a:pt x="145" y="17"/>
                  <a:pt x="145" y="17"/>
                  <a:pt x="145" y="17"/>
                </a:cubicBezTo>
                <a:cubicBezTo>
                  <a:pt x="144" y="16"/>
                  <a:pt x="142" y="16"/>
                  <a:pt x="141" y="15"/>
                </a:cubicBezTo>
                <a:cubicBezTo>
                  <a:pt x="141" y="14"/>
                  <a:pt x="140" y="14"/>
                  <a:pt x="139" y="13"/>
                </a:cubicBezTo>
                <a:cubicBezTo>
                  <a:pt x="139" y="13"/>
                  <a:pt x="138" y="13"/>
                  <a:pt x="138" y="12"/>
                </a:cubicBezTo>
                <a:cubicBezTo>
                  <a:pt x="138" y="12"/>
                  <a:pt x="137" y="11"/>
                  <a:pt x="137" y="11"/>
                </a:cubicBezTo>
                <a:cubicBezTo>
                  <a:pt x="136" y="10"/>
                  <a:pt x="136" y="10"/>
                  <a:pt x="135" y="9"/>
                </a:cubicBezTo>
                <a:cubicBezTo>
                  <a:pt x="135" y="8"/>
                  <a:pt x="135" y="8"/>
                  <a:pt x="135" y="8"/>
                </a:cubicBezTo>
                <a:cubicBezTo>
                  <a:pt x="134" y="7"/>
                  <a:pt x="134" y="7"/>
                  <a:pt x="134" y="6"/>
                </a:cubicBezTo>
                <a:cubicBezTo>
                  <a:pt x="133" y="5"/>
                  <a:pt x="132" y="4"/>
                  <a:pt x="132" y="4"/>
                </a:cubicBezTo>
                <a:cubicBezTo>
                  <a:pt x="131" y="3"/>
                  <a:pt x="131" y="3"/>
                  <a:pt x="131" y="3"/>
                </a:cubicBezTo>
                <a:cubicBezTo>
                  <a:pt x="130" y="2"/>
                  <a:pt x="130" y="1"/>
                  <a:pt x="129" y="1"/>
                </a:cubicBezTo>
                <a:cubicBezTo>
                  <a:pt x="129" y="0"/>
                  <a:pt x="129" y="0"/>
                  <a:pt x="128" y="1"/>
                </a:cubicBezTo>
                <a:cubicBezTo>
                  <a:pt x="128" y="1"/>
                  <a:pt x="128" y="1"/>
                  <a:pt x="128" y="1"/>
                </a:cubicBezTo>
                <a:cubicBezTo>
                  <a:pt x="128" y="1"/>
                  <a:pt x="128" y="2"/>
                  <a:pt x="127" y="2"/>
                </a:cubicBezTo>
                <a:cubicBezTo>
                  <a:pt x="127" y="2"/>
                  <a:pt x="127" y="2"/>
                  <a:pt x="127" y="2"/>
                </a:cubicBezTo>
                <a:cubicBezTo>
                  <a:pt x="127" y="2"/>
                  <a:pt x="127" y="2"/>
                  <a:pt x="126" y="2"/>
                </a:cubicBezTo>
                <a:cubicBezTo>
                  <a:pt x="126" y="2"/>
                  <a:pt x="126" y="1"/>
                  <a:pt x="126" y="2"/>
                </a:cubicBezTo>
                <a:cubicBezTo>
                  <a:pt x="126" y="2"/>
                  <a:pt x="126" y="2"/>
                  <a:pt x="126" y="2"/>
                </a:cubicBezTo>
                <a:cubicBezTo>
                  <a:pt x="126" y="2"/>
                  <a:pt x="126" y="3"/>
                  <a:pt x="126" y="3"/>
                </a:cubicBezTo>
                <a:cubicBezTo>
                  <a:pt x="126" y="4"/>
                  <a:pt x="125" y="4"/>
                  <a:pt x="126" y="5"/>
                </a:cubicBezTo>
                <a:cubicBezTo>
                  <a:pt x="126" y="5"/>
                  <a:pt x="126" y="6"/>
                  <a:pt x="126" y="6"/>
                </a:cubicBezTo>
                <a:cubicBezTo>
                  <a:pt x="127" y="8"/>
                  <a:pt x="128" y="10"/>
                  <a:pt x="128" y="12"/>
                </a:cubicBezTo>
                <a:cubicBezTo>
                  <a:pt x="128" y="12"/>
                  <a:pt x="127" y="12"/>
                  <a:pt x="127" y="13"/>
                </a:cubicBezTo>
                <a:cubicBezTo>
                  <a:pt x="127" y="14"/>
                  <a:pt x="127" y="14"/>
                  <a:pt x="127" y="15"/>
                </a:cubicBezTo>
                <a:cubicBezTo>
                  <a:pt x="126" y="15"/>
                  <a:pt x="126" y="16"/>
                  <a:pt x="126" y="16"/>
                </a:cubicBezTo>
                <a:cubicBezTo>
                  <a:pt x="126" y="17"/>
                  <a:pt x="126" y="18"/>
                  <a:pt x="126" y="19"/>
                </a:cubicBezTo>
                <a:cubicBezTo>
                  <a:pt x="126" y="20"/>
                  <a:pt x="126" y="21"/>
                  <a:pt x="124" y="22"/>
                </a:cubicBezTo>
                <a:cubicBezTo>
                  <a:pt x="124" y="22"/>
                  <a:pt x="123" y="23"/>
                  <a:pt x="123" y="23"/>
                </a:cubicBezTo>
                <a:cubicBezTo>
                  <a:pt x="124" y="24"/>
                  <a:pt x="124" y="24"/>
                  <a:pt x="124" y="24"/>
                </a:cubicBezTo>
                <a:cubicBezTo>
                  <a:pt x="124" y="25"/>
                  <a:pt x="124" y="25"/>
                  <a:pt x="124" y="25"/>
                </a:cubicBezTo>
                <a:cubicBezTo>
                  <a:pt x="124" y="25"/>
                  <a:pt x="124" y="26"/>
                  <a:pt x="124" y="26"/>
                </a:cubicBezTo>
                <a:cubicBezTo>
                  <a:pt x="124" y="27"/>
                  <a:pt x="124" y="28"/>
                  <a:pt x="124" y="29"/>
                </a:cubicBezTo>
                <a:cubicBezTo>
                  <a:pt x="123" y="29"/>
                  <a:pt x="123" y="30"/>
                  <a:pt x="122" y="30"/>
                </a:cubicBezTo>
                <a:cubicBezTo>
                  <a:pt x="122" y="30"/>
                  <a:pt x="121" y="30"/>
                  <a:pt x="121" y="30"/>
                </a:cubicBezTo>
                <a:cubicBezTo>
                  <a:pt x="121" y="30"/>
                  <a:pt x="121" y="29"/>
                  <a:pt x="120" y="29"/>
                </a:cubicBezTo>
                <a:cubicBezTo>
                  <a:pt x="120" y="29"/>
                  <a:pt x="120" y="29"/>
                  <a:pt x="120" y="29"/>
                </a:cubicBezTo>
                <a:cubicBezTo>
                  <a:pt x="119" y="29"/>
                  <a:pt x="119" y="29"/>
                  <a:pt x="119" y="29"/>
                </a:cubicBezTo>
                <a:cubicBezTo>
                  <a:pt x="118" y="29"/>
                  <a:pt x="118" y="29"/>
                  <a:pt x="118" y="29"/>
                </a:cubicBezTo>
                <a:cubicBezTo>
                  <a:pt x="118" y="29"/>
                  <a:pt x="117" y="29"/>
                  <a:pt x="117" y="28"/>
                </a:cubicBezTo>
                <a:cubicBezTo>
                  <a:pt x="117" y="28"/>
                  <a:pt x="116" y="28"/>
                  <a:pt x="116" y="27"/>
                </a:cubicBezTo>
                <a:cubicBezTo>
                  <a:pt x="116" y="27"/>
                  <a:pt x="116" y="27"/>
                  <a:pt x="116" y="27"/>
                </a:cubicBezTo>
                <a:cubicBezTo>
                  <a:pt x="116" y="28"/>
                  <a:pt x="115" y="28"/>
                  <a:pt x="115" y="28"/>
                </a:cubicBezTo>
                <a:cubicBezTo>
                  <a:pt x="115" y="28"/>
                  <a:pt x="115" y="28"/>
                  <a:pt x="115" y="28"/>
                </a:cubicBezTo>
                <a:cubicBezTo>
                  <a:pt x="115" y="28"/>
                  <a:pt x="115" y="28"/>
                  <a:pt x="114" y="29"/>
                </a:cubicBezTo>
                <a:cubicBezTo>
                  <a:pt x="114" y="29"/>
                  <a:pt x="114" y="29"/>
                  <a:pt x="115" y="30"/>
                </a:cubicBezTo>
                <a:cubicBezTo>
                  <a:pt x="115" y="30"/>
                  <a:pt x="115" y="30"/>
                  <a:pt x="116" y="31"/>
                </a:cubicBezTo>
                <a:cubicBezTo>
                  <a:pt x="116" y="32"/>
                  <a:pt x="116" y="32"/>
                  <a:pt x="115" y="32"/>
                </a:cubicBezTo>
                <a:cubicBezTo>
                  <a:pt x="115" y="33"/>
                  <a:pt x="114" y="34"/>
                  <a:pt x="114" y="34"/>
                </a:cubicBezTo>
                <a:cubicBezTo>
                  <a:pt x="114" y="34"/>
                  <a:pt x="114" y="35"/>
                  <a:pt x="114" y="35"/>
                </a:cubicBezTo>
                <a:cubicBezTo>
                  <a:pt x="114" y="35"/>
                  <a:pt x="114" y="35"/>
                  <a:pt x="114" y="35"/>
                </a:cubicBezTo>
                <a:cubicBezTo>
                  <a:pt x="114" y="34"/>
                  <a:pt x="113" y="34"/>
                  <a:pt x="113" y="34"/>
                </a:cubicBezTo>
                <a:cubicBezTo>
                  <a:pt x="113" y="34"/>
                  <a:pt x="113" y="34"/>
                  <a:pt x="113" y="34"/>
                </a:cubicBezTo>
                <a:cubicBezTo>
                  <a:pt x="113" y="35"/>
                  <a:pt x="112" y="35"/>
                  <a:pt x="112" y="35"/>
                </a:cubicBezTo>
                <a:cubicBezTo>
                  <a:pt x="112" y="35"/>
                  <a:pt x="112" y="36"/>
                  <a:pt x="111" y="36"/>
                </a:cubicBezTo>
                <a:cubicBezTo>
                  <a:pt x="110" y="36"/>
                  <a:pt x="110" y="36"/>
                  <a:pt x="110" y="37"/>
                </a:cubicBezTo>
                <a:cubicBezTo>
                  <a:pt x="110" y="38"/>
                  <a:pt x="110" y="39"/>
                  <a:pt x="110" y="40"/>
                </a:cubicBezTo>
                <a:cubicBezTo>
                  <a:pt x="109" y="40"/>
                  <a:pt x="109" y="41"/>
                  <a:pt x="110" y="41"/>
                </a:cubicBezTo>
                <a:cubicBezTo>
                  <a:pt x="110" y="41"/>
                  <a:pt x="110" y="42"/>
                  <a:pt x="111" y="42"/>
                </a:cubicBezTo>
                <a:cubicBezTo>
                  <a:pt x="111" y="42"/>
                  <a:pt x="111" y="42"/>
                  <a:pt x="111" y="42"/>
                </a:cubicBezTo>
                <a:cubicBezTo>
                  <a:pt x="111" y="42"/>
                  <a:pt x="112" y="43"/>
                  <a:pt x="112" y="43"/>
                </a:cubicBezTo>
                <a:cubicBezTo>
                  <a:pt x="112" y="43"/>
                  <a:pt x="113" y="44"/>
                  <a:pt x="113" y="45"/>
                </a:cubicBezTo>
                <a:cubicBezTo>
                  <a:pt x="113" y="45"/>
                  <a:pt x="113" y="46"/>
                  <a:pt x="112" y="46"/>
                </a:cubicBezTo>
                <a:cubicBezTo>
                  <a:pt x="112" y="46"/>
                  <a:pt x="112" y="47"/>
                  <a:pt x="112" y="47"/>
                </a:cubicBezTo>
                <a:cubicBezTo>
                  <a:pt x="112" y="47"/>
                  <a:pt x="112" y="47"/>
                  <a:pt x="112" y="47"/>
                </a:cubicBezTo>
                <a:cubicBezTo>
                  <a:pt x="111" y="48"/>
                  <a:pt x="111" y="49"/>
                  <a:pt x="112" y="50"/>
                </a:cubicBezTo>
                <a:cubicBezTo>
                  <a:pt x="112" y="51"/>
                  <a:pt x="112" y="51"/>
                  <a:pt x="113" y="51"/>
                </a:cubicBezTo>
                <a:cubicBezTo>
                  <a:pt x="113" y="51"/>
                  <a:pt x="113" y="51"/>
                  <a:pt x="113" y="51"/>
                </a:cubicBezTo>
                <a:cubicBezTo>
                  <a:pt x="113" y="51"/>
                  <a:pt x="113" y="51"/>
                  <a:pt x="114" y="51"/>
                </a:cubicBezTo>
                <a:cubicBezTo>
                  <a:pt x="114" y="50"/>
                  <a:pt x="114" y="50"/>
                  <a:pt x="115" y="50"/>
                </a:cubicBezTo>
                <a:cubicBezTo>
                  <a:pt x="115" y="50"/>
                  <a:pt x="115" y="50"/>
                  <a:pt x="115" y="49"/>
                </a:cubicBezTo>
                <a:cubicBezTo>
                  <a:pt x="115" y="49"/>
                  <a:pt x="115" y="48"/>
                  <a:pt x="115" y="48"/>
                </a:cubicBezTo>
                <a:cubicBezTo>
                  <a:pt x="116" y="48"/>
                  <a:pt x="116" y="48"/>
                  <a:pt x="116" y="48"/>
                </a:cubicBezTo>
                <a:cubicBezTo>
                  <a:pt x="116" y="47"/>
                  <a:pt x="117" y="47"/>
                  <a:pt x="117" y="47"/>
                </a:cubicBezTo>
                <a:cubicBezTo>
                  <a:pt x="117" y="47"/>
                  <a:pt x="117" y="46"/>
                  <a:pt x="117" y="46"/>
                </a:cubicBezTo>
                <a:cubicBezTo>
                  <a:pt x="117" y="46"/>
                  <a:pt x="117" y="46"/>
                  <a:pt x="118" y="46"/>
                </a:cubicBezTo>
                <a:cubicBezTo>
                  <a:pt x="118" y="46"/>
                  <a:pt x="118" y="46"/>
                  <a:pt x="118" y="47"/>
                </a:cubicBezTo>
                <a:cubicBezTo>
                  <a:pt x="118" y="47"/>
                  <a:pt x="118" y="47"/>
                  <a:pt x="118" y="47"/>
                </a:cubicBezTo>
                <a:cubicBezTo>
                  <a:pt x="118" y="47"/>
                  <a:pt x="118" y="47"/>
                  <a:pt x="118" y="47"/>
                </a:cubicBezTo>
                <a:cubicBezTo>
                  <a:pt x="118" y="47"/>
                  <a:pt x="118" y="47"/>
                  <a:pt x="119" y="47"/>
                </a:cubicBezTo>
                <a:cubicBezTo>
                  <a:pt x="119" y="47"/>
                  <a:pt x="119" y="47"/>
                  <a:pt x="120" y="47"/>
                </a:cubicBezTo>
                <a:cubicBezTo>
                  <a:pt x="120" y="47"/>
                  <a:pt x="121" y="47"/>
                  <a:pt x="121" y="47"/>
                </a:cubicBezTo>
                <a:cubicBezTo>
                  <a:pt x="121" y="47"/>
                  <a:pt x="121" y="47"/>
                  <a:pt x="122" y="46"/>
                </a:cubicBezTo>
                <a:cubicBezTo>
                  <a:pt x="122" y="46"/>
                  <a:pt x="122" y="46"/>
                  <a:pt x="122" y="46"/>
                </a:cubicBezTo>
                <a:cubicBezTo>
                  <a:pt x="122" y="46"/>
                  <a:pt x="121" y="45"/>
                  <a:pt x="121" y="45"/>
                </a:cubicBezTo>
                <a:cubicBezTo>
                  <a:pt x="120" y="45"/>
                  <a:pt x="120" y="45"/>
                  <a:pt x="120" y="45"/>
                </a:cubicBezTo>
                <a:cubicBezTo>
                  <a:pt x="120" y="44"/>
                  <a:pt x="119" y="44"/>
                  <a:pt x="118" y="43"/>
                </a:cubicBezTo>
                <a:cubicBezTo>
                  <a:pt x="118" y="42"/>
                  <a:pt x="118" y="42"/>
                  <a:pt x="117" y="43"/>
                </a:cubicBezTo>
                <a:cubicBezTo>
                  <a:pt x="117" y="43"/>
                  <a:pt x="117" y="43"/>
                  <a:pt x="117" y="43"/>
                </a:cubicBezTo>
                <a:cubicBezTo>
                  <a:pt x="116" y="43"/>
                  <a:pt x="116" y="42"/>
                  <a:pt x="116" y="42"/>
                </a:cubicBezTo>
                <a:cubicBezTo>
                  <a:pt x="115" y="42"/>
                  <a:pt x="115" y="41"/>
                  <a:pt x="114" y="41"/>
                </a:cubicBezTo>
                <a:cubicBezTo>
                  <a:pt x="114" y="41"/>
                  <a:pt x="114" y="40"/>
                  <a:pt x="114" y="40"/>
                </a:cubicBezTo>
                <a:cubicBezTo>
                  <a:pt x="114" y="39"/>
                  <a:pt x="114" y="39"/>
                  <a:pt x="115" y="38"/>
                </a:cubicBezTo>
                <a:cubicBezTo>
                  <a:pt x="115" y="38"/>
                  <a:pt x="115" y="37"/>
                  <a:pt x="116" y="37"/>
                </a:cubicBezTo>
                <a:cubicBezTo>
                  <a:pt x="116" y="37"/>
                  <a:pt x="116" y="37"/>
                  <a:pt x="116" y="37"/>
                </a:cubicBezTo>
                <a:cubicBezTo>
                  <a:pt x="117" y="37"/>
                  <a:pt x="118" y="37"/>
                  <a:pt x="118" y="37"/>
                </a:cubicBezTo>
                <a:cubicBezTo>
                  <a:pt x="118" y="38"/>
                  <a:pt x="119" y="38"/>
                  <a:pt x="119" y="38"/>
                </a:cubicBezTo>
                <a:cubicBezTo>
                  <a:pt x="119" y="38"/>
                  <a:pt x="119" y="39"/>
                  <a:pt x="119" y="39"/>
                </a:cubicBezTo>
                <a:cubicBezTo>
                  <a:pt x="120" y="39"/>
                  <a:pt x="120" y="40"/>
                  <a:pt x="120" y="40"/>
                </a:cubicBezTo>
                <a:cubicBezTo>
                  <a:pt x="120" y="40"/>
                  <a:pt x="120" y="40"/>
                  <a:pt x="120" y="40"/>
                </a:cubicBezTo>
                <a:cubicBezTo>
                  <a:pt x="120" y="40"/>
                  <a:pt x="120" y="40"/>
                  <a:pt x="120" y="40"/>
                </a:cubicBezTo>
                <a:cubicBezTo>
                  <a:pt x="120" y="40"/>
                  <a:pt x="120" y="40"/>
                  <a:pt x="120" y="40"/>
                </a:cubicBezTo>
                <a:cubicBezTo>
                  <a:pt x="121" y="40"/>
                  <a:pt x="121" y="40"/>
                  <a:pt x="121" y="40"/>
                </a:cubicBezTo>
                <a:cubicBezTo>
                  <a:pt x="121" y="39"/>
                  <a:pt x="122" y="39"/>
                  <a:pt x="122" y="38"/>
                </a:cubicBezTo>
                <a:cubicBezTo>
                  <a:pt x="123" y="38"/>
                  <a:pt x="123" y="38"/>
                  <a:pt x="123" y="38"/>
                </a:cubicBezTo>
                <a:cubicBezTo>
                  <a:pt x="123" y="38"/>
                  <a:pt x="124" y="37"/>
                  <a:pt x="124" y="37"/>
                </a:cubicBezTo>
                <a:cubicBezTo>
                  <a:pt x="124" y="37"/>
                  <a:pt x="124" y="37"/>
                  <a:pt x="124" y="37"/>
                </a:cubicBezTo>
                <a:cubicBezTo>
                  <a:pt x="124" y="37"/>
                  <a:pt x="125" y="37"/>
                  <a:pt x="125" y="37"/>
                </a:cubicBezTo>
                <a:cubicBezTo>
                  <a:pt x="125" y="37"/>
                  <a:pt x="126" y="36"/>
                  <a:pt x="126" y="36"/>
                </a:cubicBezTo>
                <a:cubicBezTo>
                  <a:pt x="126" y="36"/>
                  <a:pt x="126" y="36"/>
                  <a:pt x="126" y="36"/>
                </a:cubicBezTo>
                <a:cubicBezTo>
                  <a:pt x="127" y="36"/>
                  <a:pt x="128" y="37"/>
                  <a:pt x="129" y="38"/>
                </a:cubicBezTo>
                <a:cubicBezTo>
                  <a:pt x="129" y="38"/>
                  <a:pt x="130" y="38"/>
                  <a:pt x="130" y="38"/>
                </a:cubicBezTo>
                <a:cubicBezTo>
                  <a:pt x="131" y="38"/>
                  <a:pt x="131" y="39"/>
                  <a:pt x="132" y="39"/>
                </a:cubicBezTo>
                <a:cubicBezTo>
                  <a:pt x="132" y="40"/>
                  <a:pt x="133" y="40"/>
                  <a:pt x="133" y="40"/>
                </a:cubicBezTo>
                <a:cubicBezTo>
                  <a:pt x="134" y="41"/>
                  <a:pt x="134" y="41"/>
                  <a:pt x="135" y="41"/>
                </a:cubicBezTo>
                <a:cubicBezTo>
                  <a:pt x="136" y="42"/>
                  <a:pt x="137" y="42"/>
                  <a:pt x="138" y="42"/>
                </a:cubicBezTo>
                <a:cubicBezTo>
                  <a:pt x="138" y="42"/>
                  <a:pt x="138" y="43"/>
                  <a:pt x="138" y="43"/>
                </a:cubicBezTo>
                <a:cubicBezTo>
                  <a:pt x="138" y="43"/>
                  <a:pt x="139" y="43"/>
                  <a:pt x="139" y="43"/>
                </a:cubicBezTo>
                <a:cubicBezTo>
                  <a:pt x="139" y="43"/>
                  <a:pt x="139" y="44"/>
                  <a:pt x="140" y="44"/>
                </a:cubicBezTo>
                <a:cubicBezTo>
                  <a:pt x="140" y="44"/>
                  <a:pt x="140" y="44"/>
                  <a:pt x="140" y="45"/>
                </a:cubicBezTo>
                <a:cubicBezTo>
                  <a:pt x="141" y="44"/>
                  <a:pt x="141" y="44"/>
                  <a:pt x="141" y="44"/>
                </a:cubicBezTo>
                <a:cubicBezTo>
                  <a:pt x="141" y="43"/>
                  <a:pt x="141" y="43"/>
                  <a:pt x="141" y="43"/>
                </a:cubicBezTo>
                <a:cubicBezTo>
                  <a:pt x="141" y="43"/>
                  <a:pt x="141" y="42"/>
                  <a:pt x="141" y="42"/>
                </a:cubicBezTo>
                <a:cubicBezTo>
                  <a:pt x="141" y="42"/>
                  <a:pt x="141" y="41"/>
                  <a:pt x="141" y="41"/>
                </a:cubicBezTo>
                <a:cubicBezTo>
                  <a:pt x="141" y="41"/>
                  <a:pt x="141" y="41"/>
                  <a:pt x="141" y="40"/>
                </a:cubicBezTo>
                <a:cubicBezTo>
                  <a:pt x="141" y="39"/>
                  <a:pt x="142" y="38"/>
                  <a:pt x="143" y="37"/>
                </a:cubicBezTo>
                <a:cubicBezTo>
                  <a:pt x="143" y="37"/>
                  <a:pt x="144" y="36"/>
                  <a:pt x="144" y="36"/>
                </a:cubicBezTo>
                <a:cubicBezTo>
                  <a:pt x="145" y="35"/>
                  <a:pt x="145" y="35"/>
                  <a:pt x="146" y="34"/>
                </a:cubicBezTo>
                <a:cubicBezTo>
                  <a:pt x="146" y="34"/>
                  <a:pt x="146" y="34"/>
                  <a:pt x="146" y="34"/>
                </a:cubicBezTo>
                <a:cubicBezTo>
                  <a:pt x="147" y="33"/>
                  <a:pt x="147" y="33"/>
                  <a:pt x="148" y="32"/>
                </a:cubicBezTo>
                <a:cubicBezTo>
                  <a:pt x="149" y="32"/>
                  <a:pt x="149" y="32"/>
                  <a:pt x="150" y="32"/>
                </a:cubicBezTo>
                <a:cubicBezTo>
                  <a:pt x="150" y="32"/>
                  <a:pt x="150" y="32"/>
                  <a:pt x="151" y="32"/>
                </a:cubicBezTo>
                <a:cubicBezTo>
                  <a:pt x="151" y="32"/>
                  <a:pt x="151" y="32"/>
                  <a:pt x="151" y="32"/>
                </a:cubicBezTo>
                <a:cubicBezTo>
                  <a:pt x="151" y="32"/>
                  <a:pt x="152" y="33"/>
                  <a:pt x="152" y="33"/>
                </a:cubicBezTo>
                <a:cubicBezTo>
                  <a:pt x="153" y="32"/>
                  <a:pt x="153" y="33"/>
                  <a:pt x="154" y="33"/>
                </a:cubicBezTo>
                <a:cubicBezTo>
                  <a:pt x="154" y="33"/>
                  <a:pt x="154" y="33"/>
                  <a:pt x="154" y="33"/>
                </a:cubicBezTo>
                <a:cubicBezTo>
                  <a:pt x="154" y="33"/>
                  <a:pt x="154" y="32"/>
                  <a:pt x="154" y="32"/>
                </a:cubicBezTo>
                <a:cubicBezTo>
                  <a:pt x="154" y="32"/>
                  <a:pt x="154" y="32"/>
                  <a:pt x="154" y="32"/>
                </a:cubicBezTo>
                <a:cubicBezTo>
                  <a:pt x="154" y="31"/>
                  <a:pt x="154" y="31"/>
                  <a:pt x="154" y="31"/>
                </a:cubicBezTo>
                <a:cubicBezTo>
                  <a:pt x="155" y="31"/>
                  <a:pt x="155" y="31"/>
                  <a:pt x="155" y="31"/>
                </a:cubicBezTo>
                <a:cubicBezTo>
                  <a:pt x="155" y="31"/>
                  <a:pt x="155" y="31"/>
                  <a:pt x="155" y="31"/>
                </a:cubicBezTo>
                <a:cubicBezTo>
                  <a:pt x="155" y="31"/>
                  <a:pt x="155" y="31"/>
                  <a:pt x="156" y="31"/>
                </a:cubicBezTo>
                <a:cubicBezTo>
                  <a:pt x="156" y="31"/>
                  <a:pt x="156" y="31"/>
                  <a:pt x="155" y="31"/>
                </a:cubicBezTo>
                <a:cubicBezTo>
                  <a:pt x="155" y="32"/>
                  <a:pt x="155" y="32"/>
                  <a:pt x="155" y="31"/>
                </a:cubicBezTo>
                <a:cubicBezTo>
                  <a:pt x="155" y="31"/>
                  <a:pt x="155" y="31"/>
                  <a:pt x="155" y="31"/>
                </a:cubicBezTo>
                <a:cubicBezTo>
                  <a:pt x="155" y="32"/>
                  <a:pt x="155" y="32"/>
                  <a:pt x="155" y="32"/>
                </a:cubicBezTo>
                <a:cubicBezTo>
                  <a:pt x="155" y="32"/>
                  <a:pt x="155" y="32"/>
                  <a:pt x="156" y="32"/>
                </a:cubicBezTo>
                <a:cubicBezTo>
                  <a:pt x="156" y="32"/>
                  <a:pt x="157" y="32"/>
                  <a:pt x="157" y="31"/>
                </a:cubicBezTo>
                <a:cubicBezTo>
                  <a:pt x="157" y="31"/>
                  <a:pt x="157" y="31"/>
                  <a:pt x="157" y="31"/>
                </a:cubicBezTo>
                <a:cubicBezTo>
                  <a:pt x="157" y="31"/>
                  <a:pt x="157" y="31"/>
                  <a:pt x="157" y="31"/>
                </a:cubicBezTo>
                <a:cubicBezTo>
                  <a:pt x="158" y="31"/>
                  <a:pt x="157" y="31"/>
                  <a:pt x="157" y="31"/>
                </a:cubicBezTo>
                <a:cubicBezTo>
                  <a:pt x="157" y="31"/>
                  <a:pt x="157" y="31"/>
                  <a:pt x="157" y="31"/>
                </a:cubicBezTo>
                <a:cubicBezTo>
                  <a:pt x="157" y="30"/>
                  <a:pt x="157" y="30"/>
                  <a:pt x="158" y="30"/>
                </a:cubicBezTo>
                <a:cubicBezTo>
                  <a:pt x="158" y="30"/>
                  <a:pt x="158" y="30"/>
                  <a:pt x="158" y="30"/>
                </a:cubicBezTo>
                <a:cubicBezTo>
                  <a:pt x="159" y="30"/>
                  <a:pt x="160" y="30"/>
                  <a:pt x="160" y="30"/>
                </a:cubicBezTo>
                <a:cubicBezTo>
                  <a:pt x="161" y="30"/>
                  <a:pt x="161" y="30"/>
                  <a:pt x="161" y="29"/>
                </a:cubicBezTo>
                <a:cubicBezTo>
                  <a:pt x="161" y="29"/>
                  <a:pt x="161" y="29"/>
                  <a:pt x="161" y="29"/>
                </a:cubicBezTo>
                <a:cubicBezTo>
                  <a:pt x="161" y="28"/>
                  <a:pt x="162" y="28"/>
                  <a:pt x="162" y="28"/>
                </a:cubicBezTo>
                <a:cubicBezTo>
                  <a:pt x="162" y="28"/>
                  <a:pt x="163" y="28"/>
                  <a:pt x="163" y="28"/>
                </a:cubicBezTo>
                <a:cubicBezTo>
                  <a:pt x="163" y="27"/>
                  <a:pt x="163" y="27"/>
                  <a:pt x="163" y="27"/>
                </a:cubicBezTo>
                <a:close/>
                <a:moveTo>
                  <a:pt x="146" y="18"/>
                </a:moveTo>
                <a:cubicBezTo>
                  <a:pt x="146" y="18"/>
                  <a:pt x="147" y="18"/>
                  <a:pt x="147" y="18"/>
                </a:cubicBezTo>
                <a:cubicBezTo>
                  <a:pt x="147" y="18"/>
                  <a:pt x="146" y="18"/>
                  <a:pt x="146" y="18"/>
                </a:cubicBezTo>
                <a:close/>
                <a:moveTo>
                  <a:pt x="48" y="133"/>
                </a:moveTo>
                <a:cubicBezTo>
                  <a:pt x="48" y="133"/>
                  <a:pt x="48" y="133"/>
                  <a:pt x="48" y="133"/>
                </a:cubicBezTo>
                <a:cubicBezTo>
                  <a:pt x="48" y="133"/>
                  <a:pt x="48" y="133"/>
                  <a:pt x="48" y="132"/>
                </a:cubicBezTo>
                <a:cubicBezTo>
                  <a:pt x="48" y="132"/>
                  <a:pt x="48" y="132"/>
                  <a:pt x="48" y="132"/>
                </a:cubicBezTo>
                <a:cubicBezTo>
                  <a:pt x="48" y="132"/>
                  <a:pt x="48" y="132"/>
                  <a:pt x="48" y="133"/>
                </a:cubicBezTo>
                <a:close/>
                <a:moveTo>
                  <a:pt x="49" y="132"/>
                </a:moveTo>
                <a:cubicBezTo>
                  <a:pt x="49" y="132"/>
                  <a:pt x="49" y="132"/>
                  <a:pt x="49" y="131"/>
                </a:cubicBezTo>
                <a:cubicBezTo>
                  <a:pt x="49" y="132"/>
                  <a:pt x="49" y="132"/>
                  <a:pt x="48" y="132"/>
                </a:cubicBezTo>
                <a:cubicBezTo>
                  <a:pt x="48" y="132"/>
                  <a:pt x="48" y="132"/>
                  <a:pt x="48" y="132"/>
                </a:cubicBezTo>
                <a:cubicBezTo>
                  <a:pt x="48" y="132"/>
                  <a:pt x="48" y="132"/>
                  <a:pt x="49" y="132"/>
                </a:cubicBezTo>
                <a:close/>
                <a:moveTo>
                  <a:pt x="44" y="132"/>
                </a:moveTo>
                <a:cubicBezTo>
                  <a:pt x="44" y="132"/>
                  <a:pt x="44" y="131"/>
                  <a:pt x="44" y="132"/>
                </a:cubicBezTo>
                <a:cubicBezTo>
                  <a:pt x="44" y="132"/>
                  <a:pt x="44" y="132"/>
                  <a:pt x="44" y="132"/>
                </a:cubicBezTo>
                <a:cubicBezTo>
                  <a:pt x="44" y="132"/>
                  <a:pt x="44" y="132"/>
                  <a:pt x="44" y="132"/>
                </a:cubicBezTo>
                <a:cubicBezTo>
                  <a:pt x="45" y="132"/>
                  <a:pt x="45" y="133"/>
                  <a:pt x="44" y="133"/>
                </a:cubicBezTo>
                <a:cubicBezTo>
                  <a:pt x="45" y="133"/>
                  <a:pt x="45" y="133"/>
                  <a:pt x="45" y="133"/>
                </a:cubicBezTo>
                <a:cubicBezTo>
                  <a:pt x="45" y="132"/>
                  <a:pt x="45" y="132"/>
                  <a:pt x="45" y="131"/>
                </a:cubicBezTo>
                <a:cubicBezTo>
                  <a:pt x="45" y="131"/>
                  <a:pt x="45" y="131"/>
                  <a:pt x="45" y="131"/>
                </a:cubicBezTo>
                <a:cubicBezTo>
                  <a:pt x="44" y="132"/>
                  <a:pt x="45" y="132"/>
                  <a:pt x="45" y="132"/>
                </a:cubicBezTo>
                <a:cubicBezTo>
                  <a:pt x="44" y="132"/>
                  <a:pt x="44" y="132"/>
                  <a:pt x="44" y="132"/>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0" name="Freeform 39"/>
          <p:cNvSpPr>
            <a:spLocks/>
          </p:cNvSpPr>
          <p:nvPr/>
        </p:nvSpPr>
        <p:spPr bwMode="auto">
          <a:xfrm>
            <a:off x="6153151" y="4899025"/>
            <a:ext cx="53975" cy="160338"/>
          </a:xfrm>
          <a:custGeom>
            <a:avLst/>
            <a:gdLst>
              <a:gd name="T0" fmla="*/ 9 w 13"/>
              <a:gd name="T1" fmla="*/ 0 h 39"/>
              <a:gd name="T2" fmla="*/ 6 w 13"/>
              <a:gd name="T3" fmla="*/ 9 h 39"/>
              <a:gd name="T4" fmla="*/ 3 w 13"/>
              <a:gd name="T5" fmla="*/ 16 h 39"/>
              <a:gd name="T6" fmla="*/ 0 w 13"/>
              <a:gd name="T7" fmla="*/ 19 h 39"/>
              <a:gd name="T8" fmla="*/ 6 w 13"/>
              <a:gd name="T9" fmla="*/ 39 h 39"/>
              <a:gd name="T10" fmla="*/ 12 w 13"/>
              <a:gd name="T11" fmla="*/ 18 h 39"/>
              <a:gd name="T12" fmla="*/ 13 w 13"/>
              <a:gd name="T13" fmla="*/ 6 h 39"/>
              <a:gd name="T14" fmla="*/ 13 w 13"/>
              <a:gd name="T15" fmla="*/ 5 h 39"/>
              <a:gd name="T16" fmla="*/ 12 w 13"/>
              <a:gd name="T17" fmla="*/ 0 h 39"/>
              <a:gd name="T18" fmla="*/ 9 w 13"/>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39">
                <a:moveTo>
                  <a:pt x="9" y="0"/>
                </a:moveTo>
                <a:cubicBezTo>
                  <a:pt x="8" y="3"/>
                  <a:pt x="7" y="6"/>
                  <a:pt x="6" y="9"/>
                </a:cubicBezTo>
                <a:cubicBezTo>
                  <a:pt x="5" y="11"/>
                  <a:pt x="4" y="14"/>
                  <a:pt x="3" y="16"/>
                </a:cubicBezTo>
                <a:cubicBezTo>
                  <a:pt x="3" y="18"/>
                  <a:pt x="0" y="19"/>
                  <a:pt x="0" y="19"/>
                </a:cubicBezTo>
                <a:cubicBezTo>
                  <a:pt x="6" y="39"/>
                  <a:pt x="6" y="39"/>
                  <a:pt x="6" y="39"/>
                </a:cubicBezTo>
                <a:cubicBezTo>
                  <a:pt x="12" y="18"/>
                  <a:pt x="12" y="18"/>
                  <a:pt x="12" y="18"/>
                </a:cubicBezTo>
                <a:cubicBezTo>
                  <a:pt x="13" y="6"/>
                  <a:pt x="13" y="6"/>
                  <a:pt x="13" y="6"/>
                </a:cubicBezTo>
                <a:cubicBezTo>
                  <a:pt x="13" y="5"/>
                  <a:pt x="13" y="5"/>
                  <a:pt x="13" y="5"/>
                </a:cubicBezTo>
                <a:cubicBezTo>
                  <a:pt x="12" y="0"/>
                  <a:pt x="12" y="0"/>
                  <a:pt x="12" y="0"/>
                </a:cubicBezTo>
                <a:lnTo>
                  <a:pt x="9" y="0"/>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1" name="Freeform 40"/>
          <p:cNvSpPr>
            <a:spLocks/>
          </p:cNvSpPr>
          <p:nvPr/>
        </p:nvSpPr>
        <p:spPr bwMode="auto">
          <a:xfrm>
            <a:off x="6321426" y="4706938"/>
            <a:ext cx="355600" cy="363538"/>
          </a:xfrm>
          <a:custGeom>
            <a:avLst/>
            <a:gdLst>
              <a:gd name="T0" fmla="*/ 52 w 87"/>
              <a:gd name="T1" fmla="*/ 88 h 89"/>
              <a:gd name="T2" fmla="*/ 75 w 87"/>
              <a:gd name="T3" fmla="*/ 79 h 89"/>
              <a:gd name="T4" fmla="*/ 84 w 87"/>
              <a:gd name="T5" fmla="*/ 78 h 89"/>
              <a:gd name="T6" fmla="*/ 87 w 87"/>
              <a:gd name="T7" fmla="*/ 79 h 89"/>
              <a:gd name="T8" fmla="*/ 82 w 87"/>
              <a:gd name="T9" fmla="*/ 70 h 89"/>
              <a:gd name="T10" fmla="*/ 80 w 87"/>
              <a:gd name="T11" fmla="*/ 67 h 89"/>
              <a:gd name="T12" fmla="*/ 78 w 87"/>
              <a:gd name="T13" fmla="*/ 57 h 89"/>
              <a:gd name="T14" fmla="*/ 74 w 87"/>
              <a:gd name="T15" fmla="*/ 54 h 89"/>
              <a:gd name="T16" fmla="*/ 65 w 87"/>
              <a:gd name="T17" fmla="*/ 48 h 89"/>
              <a:gd name="T18" fmla="*/ 65 w 87"/>
              <a:gd name="T19" fmla="*/ 43 h 89"/>
              <a:gd name="T20" fmla="*/ 63 w 87"/>
              <a:gd name="T21" fmla="*/ 41 h 89"/>
              <a:gd name="T22" fmla="*/ 59 w 87"/>
              <a:gd name="T23" fmla="*/ 38 h 89"/>
              <a:gd name="T24" fmla="*/ 61 w 87"/>
              <a:gd name="T25" fmla="*/ 35 h 89"/>
              <a:gd name="T26" fmla="*/ 60 w 87"/>
              <a:gd name="T27" fmla="*/ 31 h 89"/>
              <a:gd name="T28" fmla="*/ 62 w 87"/>
              <a:gd name="T29" fmla="*/ 28 h 89"/>
              <a:gd name="T30" fmla="*/ 64 w 87"/>
              <a:gd name="T31" fmla="*/ 26 h 89"/>
              <a:gd name="T32" fmla="*/ 66 w 87"/>
              <a:gd name="T33" fmla="*/ 23 h 89"/>
              <a:gd name="T34" fmla="*/ 65 w 87"/>
              <a:gd name="T35" fmla="*/ 20 h 89"/>
              <a:gd name="T36" fmla="*/ 63 w 87"/>
              <a:gd name="T37" fmla="*/ 18 h 89"/>
              <a:gd name="T38" fmla="*/ 59 w 87"/>
              <a:gd name="T39" fmla="*/ 16 h 89"/>
              <a:gd name="T40" fmla="*/ 56 w 87"/>
              <a:gd name="T41" fmla="*/ 10 h 89"/>
              <a:gd name="T42" fmla="*/ 54 w 87"/>
              <a:gd name="T43" fmla="*/ 7 h 89"/>
              <a:gd name="T44" fmla="*/ 54 w 87"/>
              <a:gd name="T45" fmla="*/ 3 h 89"/>
              <a:gd name="T46" fmla="*/ 50 w 87"/>
              <a:gd name="T47" fmla="*/ 2 h 89"/>
              <a:gd name="T48" fmla="*/ 47 w 87"/>
              <a:gd name="T49" fmla="*/ 4 h 89"/>
              <a:gd name="T50" fmla="*/ 46 w 87"/>
              <a:gd name="T51" fmla="*/ 0 h 89"/>
              <a:gd name="T52" fmla="*/ 41 w 87"/>
              <a:gd name="T53" fmla="*/ 1 h 89"/>
              <a:gd name="T54" fmla="*/ 35 w 87"/>
              <a:gd name="T55" fmla="*/ 0 h 89"/>
              <a:gd name="T56" fmla="*/ 32 w 87"/>
              <a:gd name="T57" fmla="*/ 2 h 89"/>
              <a:gd name="T58" fmla="*/ 31 w 87"/>
              <a:gd name="T59" fmla="*/ 6 h 89"/>
              <a:gd name="T60" fmla="*/ 22 w 87"/>
              <a:gd name="T61" fmla="*/ 11 h 89"/>
              <a:gd name="T62" fmla="*/ 23 w 87"/>
              <a:gd name="T63" fmla="*/ 23 h 89"/>
              <a:gd name="T64" fmla="*/ 0 w 87"/>
              <a:gd name="T65" fmla="*/ 44 h 89"/>
              <a:gd name="T66" fmla="*/ 1 w 87"/>
              <a:gd name="T67" fmla="*/ 49 h 89"/>
              <a:gd name="T68" fmla="*/ 3 w 87"/>
              <a:gd name="T69" fmla="*/ 53 h 89"/>
              <a:gd name="T70" fmla="*/ 2 w 87"/>
              <a:gd name="T71" fmla="*/ 55 h 89"/>
              <a:gd name="T72" fmla="*/ 4 w 87"/>
              <a:gd name="T73" fmla="*/ 57 h 89"/>
              <a:gd name="T74" fmla="*/ 28 w 87"/>
              <a:gd name="T75" fmla="*/ 6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89">
                <a:moveTo>
                  <a:pt x="28" y="67"/>
                </a:moveTo>
                <a:cubicBezTo>
                  <a:pt x="52" y="88"/>
                  <a:pt x="52" y="88"/>
                  <a:pt x="52" y="88"/>
                </a:cubicBezTo>
                <a:cubicBezTo>
                  <a:pt x="69" y="89"/>
                  <a:pt x="69" y="89"/>
                  <a:pt x="69" y="89"/>
                </a:cubicBezTo>
                <a:cubicBezTo>
                  <a:pt x="69" y="89"/>
                  <a:pt x="75" y="79"/>
                  <a:pt x="75" y="79"/>
                </a:cubicBezTo>
                <a:cubicBezTo>
                  <a:pt x="84" y="79"/>
                  <a:pt x="84" y="79"/>
                  <a:pt x="84" y="79"/>
                </a:cubicBezTo>
                <a:cubicBezTo>
                  <a:pt x="84" y="79"/>
                  <a:pt x="84" y="79"/>
                  <a:pt x="84" y="78"/>
                </a:cubicBezTo>
                <a:cubicBezTo>
                  <a:pt x="84" y="78"/>
                  <a:pt x="85" y="79"/>
                  <a:pt x="85" y="79"/>
                </a:cubicBezTo>
                <a:cubicBezTo>
                  <a:pt x="86" y="80"/>
                  <a:pt x="86" y="80"/>
                  <a:pt x="87" y="79"/>
                </a:cubicBezTo>
                <a:cubicBezTo>
                  <a:pt x="87" y="79"/>
                  <a:pt x="83" y="75"/>
                  <a:pt x="83" y="75"/>
                </a:cubicBezTo>
                <a:cubicBezTo>
                  <a:pt x="83" y="75"/>
                  <a:pt x="83" y="70"/>
                  <a:pt x="82" y="70"/>
                </a:cubicBezTo>
                <a:cubicBezTo>
                  <a:pt x="82" y="70"/>
                  <a:pt x="80" y="69"/>
                  <a:pt x="80" y="69"/>
                </a:cubicBezTo>
                <a:cubicBezTo>
                  <a:pt x="80" y="69"/>
                  <a:pt x="80" y="67"/>
                  <a:pt x="80" y="67"/>
                </a:cubicBezTo>
                <a:cubicBezTo>
                  <a:pt x="80" y="66"/>
                  <a:pt x="81" y="61"/>
                  <a:pt x="81" y="61"/>
                </a:cubicBezTo>
                <a:cubicBezTo>
                  <a:pt x="81" y="61"/>
                  <a:pt x="78" y="57"/>
                  <a:pt x="78" y="57"/>
                </a:cubicBezTo>
                <a:cubicBezTo>
                  <a:pt x="78" y="57"/>
                  <a:pt x="77" y="54"/>
                  <a:pt x="77" y="54"/>
                </a:cubicBezTo>
                <a:cubicBezTo>
                  <a:pt x="74" y="54"/>
                  <a:pt x="74" y="54"/>
                  <a:pt x="74" y="54"/>
                </a:cubicBezTo>
                <a:cubicBezTo>
                  <a:pt x="70" y="49"/>
                  <a:pt x="70" y="49"/>
                  <a:pt x="70" y="49"/>
                </a:cubicBezTo>
                <a:cubicBezTo>
                  <a:pt x="70" y="49"/>
                  <a:pt x="65" y="48"/>
                  <a:pt x="65" y="48"/>
                </a:cubicBezTo>
                <a:cubicBezTo>
                  <a:pt x="65" y="48"/>
                  <a:pt x="66" y="45"/>
                  <a:pt x="66" y="45"/>
                </a:cubicBezTo>
                <a:cubicBezTo>
                  <a:pt x="65" y="43"/>
                  <a:pt x="65" y="43"/>
                  <a:pt x="65" y="43"/>
                </a:cubicBezTo>
                <a:cubicBezTo>
                  <a:pt x="63" y="42"/>
                  <a:pt x="63" y="42"/>
                  <a:pt x="63" y="42"/>
                </a:cubicBezTo>
                <a:cubicBezTo>
                  <a:pt x="63" y="42"/>
                  <a:pt x="63" y="41"/>
                  <a:pt x="63" y="41"/>
                </a:cubicBezTo>
                <a:cubicBezTo>
                  <a:pt x="63" y="41"/>
                  <a:pt x="61" y="41"/>
                  <a:pt x="61" y="40"/>
                </a:cubicBezTo>
                <a:cubicBezTo>
                  <a:pt x="60" y="40"/>
                  <a:pt x="59" y="38"/>
                  <a:pt x="59" y="38"/>
                </a:cubicBezTo>
                <a:cubicBezTo>
                  <a:pt x="59" y="38"/>
                  <a:pt x="59" y="37"/>
                  <a:pt x="59" y="37"/>
                </a:cubicBezTo>
                <a:cubicBezTo>
                  <a:pt x="59" y="36"/>
                  <a:pt x="61" y="35"/>
                  <a:pt x="61" y="35"/>
                </a:cubicBezTo>
                <a:cubicBezTo>
                  <a:pt x="61" y="34"/>
                  <a:pt x="59" y="33"/>
                  <a:pt x="59" y="33"/>
                </a:cubicBezTo>
                <a:cubicBezTo>
                  <a:pt x="60" y="31"/>
                  <a:pt x="60" y="31"/>
                  <a:pt x="60" y="31"/>
                </a:cubicBezTo>
                <a:cubicBezTo>
                  <a:pt x="62" y="31"/>
                  <a:pt x="62" y="31"/>
                  <a:pt x="62" y="31"/>
                </a:cubicBezTo>
                <a:cubicBezTo>
                  <a:pt x="62" y="28"/>
                  <a:pt x="62" y="28"/>
                  <a:pt x="62" y="28"/>
                </a:cubicBezTo>
                <a:cubicBezTo>
                  <a:pt x="62" y="28"/>
                  <a:pt x="63" y="28"/>
                  <a:pt x="63" y="28"/>
                </a:cubicBezTo>
                <a:cubicBezTo>
                  <a:pt x="63" y="28"/>
                  <a:pt x="64" y="26"/>
                  <a:pt x="64" y="26"/>
                </a:cubicBezTo>
                <a:cubicBezTo>
                  <a:pt x="66" y="26"/>
                  <a:pt x="66" y="26"/>
                  <a:pt x="66" y="26"/>
                </a:cubicBezTo>
                <a:cubicBezTo>
                  <a:pt x="66" y="23"/>
                  <a:pt x="66" y="23"/>
                  <a:pt x="66" y="23"/>
                </a:cubicBezTo>
                <a:cubicBezTo>
                  <a:pt x="65" y="21"/>
                  <a:pt x="65" y="21"/>
                  <a:pt x="65" y="21"/>
                </a:cubicBezTo>
                <a:cubicBezTo>
                  <a:pt x="65" y="20"/>
                  <a:pt x="65" y="20"/>
                  <a:pt x="65" y="20"/>
                </a:cubicBezTo>
                <a:cubicBezTo>
                  <a:pt x="67" y="18"/>
                  <a:pt x="67" y="18"/>
                  <a:pt x="67" y="18"/>
                </a:cubicBezTo>
                <a:cubicBezTo>
                  <a:pt x="63" y="18"/>
                  <a:pt x="63" y="18"/>
                  <a:pt x="63" y="18"/>
                </a:cubicBezTo>
                <a:cubicBezTo>
                  <a:pt x="61" y="16"/>
                  <a:pt x="61" y="16"/>
                  <a:pt x="61" y="16"/>
                </a:cubicBezTo>
                <a:cubicBezTo>
                  <a:pt x="61" y="16"/>
                  <a:pt x="59" y="16"/>
                  <a:pt x="59" y="16"/>
                </a:cubicBezTo>
                <a:cubicBezTo>
                  <a:pt x="59" y="16"/>
                  <a:pt x="58" y="12"/>
                  <a:pt x="58" y="11"/>
                </a:cubicBezTo>
                <a:cubicBezTo>
                  <a:pt x="58" y="11"/>
                  <a:pt x="56" y="11"/>
                  <a:pt x="56" y="10"/>
                </a:cubicBezTo>
                <a:cubicBezTo>
                  <a:pt x="56" y="10"/>
                  <a:pt x="56" y="9"/>
                  <a:pt x="56" y="9"/>
                </a:cubicBezTo>
                <a:cubicBezTo>
                  <a:pt x="56" y="9"/>
                  <a:pt x="54" y="7"/>
                  <a:pt x="54" y="7"/>
                </a:cubicBezTo>
                <a:cubicBezTo>
                  <a:pt x="55" y="6"/>
                  <a:pt x="55" y="6"/>
                  <a:pt x="55" y="6"/>
                </a:cubicBezTo>
                <a:cubicBezTo>
                  <a:pt x="54" y="3"/>
                  <a:pt x="54" y="3"/>
                  <a:pt x="54" y="3"/>
                </a:cubicBezTo>
                <a:cubicBezTo>
                  <a:pt x="52" y="2"/>
                  <a:pt x="52" y="2"/>
                  <a:pt x="52" y="2"/>
                </a:cubicBezTo>
                <a:cubicBezTo>
                  <a:pt x="51" y="2"/>
                  <a:pt x="51" y="2"/>
                  <a:pt x="50" y="2"/>
                </a:cubicBezTo>
                <a:cubicBezTo>
                  <a:pt x="50" y="2"/>
                  <a:pt x="49" y="3"/>
                  <a:pt x="48" y="3"/>
                </a:cubicBezTo>
                <a:cubicBezTo>
                  <a:pt x="48" y="3"/>
                  <a:pt x="48" y="4"/>
                  <a:pt x="47" y="4"/>
                </a:cubicBezTo>
                <a:cubicBezTo>
                  <a:pt x="47" y="4"/>
                  <a:pt x="47" y="3"/>
                  <a:pt x="47" y="2"/>
                </a:cubicBezTo>
                <a:cubicBezTo>
                  <a:pt x="47" y="1"/>
                  <a:pt x="47" y="0"/>
                  <a:pt x="46" y="0"/>
                </a:cubicBezTo>
                <a:cubicBezTo>
                  <a:pt x="45" y="0"/>
                  <a:pt x="44" y="2"/>
                  <a:pt x="43" y="1"/>
                </a:cubicBezTo>
                <a:cubicBezTo>
                  <a:pt x="42" y="1"/>
                  <a:pt x="42" y="1"/>
                  <a:pt x="41" y="1"/>
                </a:cubicBezTo>
                <a:cubicBezTo>
                  <a:pt x="40" y="1"/>
                  <a:pt x="40" y="1"/>
                  <a:pt x="39" y="1"/>
                </a:cubicBezTo>
                <a:cubicBezTo>
                  <a:pt x="38" y="0"/>
                  <a:pt x="36" y="0"/>
                  <a:pt x="35" y="0"/>
                </a:cubicBezTo>
                <a:cubicBezTo>
                  <a:pt x="34" y="0"/>
                  <a:pt x="33" y="2"/>
                  <a:pt x="32" y="2"/>
                </a:cubicBezTo>
                <a:cubicBezTo>
                  <a:pt x="32" y="2"/>
                  <a:pt x="32" y="2"/>
                  <a:pt x="32" y="2"/>
                </a:cubicBezTo>
                <a:cubicBezTo>
                  <a:pt x="32" y="3"/>
                  <a:pt x="32" y="4"/>
                  <a:pt x="32" y="4"/>
                </a:cubicBezTo>
                <a:cubicBezTo>
                  <a:pt x="32" y="4"/>
                  <a:pt x="31" y="6"/>
                  <a:pt x="31" y="6"/>
                </a:cubicBezTo>
                <a:cubicBezTo>
                  <a:pt x="27" y="10"/>
                  <a:pt x="27" y="10"/>
                  <a:pt x="27" y="10"/>
                </a:cubicBezTo>
                <a:cubicBezTo>
                  <a:pt x="22" y="11"/>
                  <a:pt x="22" y="11"/>
                  <a:pt x="22" y="11"/>
                </a:cubicBezTo>
                <a:cubicBezTo>
                  <a:pt x="22" y="11"/>
                  <a:pt x="23" y="18"/>
                  <a:pt x="23" y="18"/>
                </a:cubicBezTo>
                <a:cubicBezTo>
                  <a:pt x="23" y="19"/>
                  <a:pt x="23" y="22"/>
                  <a:pt x="23" y="23"/>
                </a:cubicBezTo>
                <a:cubicBezTo>
                  <a:pt x="23" y="23"/>
                  <a:pt x="21" y="32"/>
                  <a:pt x="21" y="32"/>
                </a:cubicBezTo>
                <a:cubicBezTo>
                  <a:pt x="0" y="44"/>
                  <a:pt x="0" y="44"/>
                  <a:pt x="0" y="44"/>
                </a:cubicBezTo>
                <a:cubicBezTo>
                  <a:pt x="1" y="45"/>
                  <a:pt x="1" y="46"/>
                  <a:pt x="1" y="47"/>
                </a:cubicBezTo>
                <a:cubicBezTo>
                  <a:pt x="1" y="47"/>
                  <a:pt x="1" y="49"/>
                  <a:pt x="1" y="49"/>
                </a:cubicBezTo>
                <a:cubicBezTo>
                  <a:pt x="1" y="50"/>
                  <a:pt x="2" y="51"/>
                  <a:pt x="2" y="51"/>
                </a:cubicBezTo>
                <a:cubicBezTo>
                  <a:pt x="2" y="51"/>
                  <a:pt x="3" y="53"/>
                  <a:pt x="3" y="53"/>
                </a:cubicBezTo>
                <a:cubicBezTo>
                  <a:pt x="2" y="53"/>
                  <a:pt x="2" y="54"/>
                  <a:pt x="2" y="54"/>
                </a:cubicBezTo>
                <a:cubicBezTo>
                  <a:pt x="2" y="55"/>
                  <a:pt x="2" y="55"/>
                  <a:pt x="2" y="55"/>
                </a:cubicBezTo>
                <a:cubicBezTo>
                  <a:pt x="2" y="55"/>
                  <a:pt x="4" y="55"/>
                  <a:pt x="4" y="55"/>
                </a:cubicBezTo>
                <a:cubicBezTo>
                  <a:pt x="5" y="55"/>
                  <a:pt x="4" y="57"/>
                  <a:pt x="4" y="57"/>
                </a:cubicBezTo>
                <a:cubicBezTo>
                  <a:pt x="13" y="59"/>
                  <a:pt x="13" y="59"/>
                  <a:pt x="13" y="59"/>
                </a:cubicBezTo>
                <a:lnTo>
                  <a:pt x="28" y="67"/>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2" name="Freeform 41"/>
          <p:cNvSpPr>
            <a:spLocks noEditPoints="1"/>
          </p:cNvSpPr>
          <p:nvPr/>
        </p:nvSpPr>
        <p:spPr bwMode="auto">
          <a:xfrm>
            <a:off x="6505576" y="4595813"/>
            <a:ext cx="708025" cy="635000"/>
          </a:xfrm>
          <a:custGeom>
            <a:avLst/>
            <a:gdLst>
              <a:gd name="T0" fmla="*/ 106 w 173"/>
              <a:gd name="T1" fmla="*/ 138 h 155"/>
              <a:gd name="T2" fmla="*/ 161 w 173"/>
              <a:gd name="T3" fmla="*/ 148 h 155"/>
              <a:gd name="T4" fmla="*/ 169 w 173"/>
              <a:gd name="T5" fmla="*/ 141 h 155"/>
              <a:gd name="T6" fmla="*/ 173 w 173"/>
              <a:gd name="T7" fmla="*/ 134 h 155"/>
              <a:gd name="T8" fmla="*/ 165 w 173"/>
              <a:gd name="T9" fmla="*/ 122 h 155"/>
              <a:gd name="T10" fmla="*/ 152 w 173"/>
              <a:gd name="T11" fmla="*/ 108 h 155"/>
              <a:gd name="T12" fmla="*/ 155 w 173"/>
              <a:gd name="T13" fmla="*/ 92 h 155"/>
              <a:gd name="T14" fmla="*/ 149 w 173"/>
              <a:gd name="T15" fmla="*/ 74 h 155"/>
              <a:gd name="T16" fmla="*/ 152 w 173"/>
              <a:gd name="T17" fmla="*/ 61 h 155"/>
              <a:gd name="T18" fmla="*/ 155 w 173"/>
              <a:gd name="T19" fmla="*/ 52 h 155"/>
              <a:gd name="T20" fmla="*/ 156 w 173"/>
              <a:gd name="T21" fmla="*/ 47 h 155"/>
              <a:gd name="T22" fmla="*/ 154 w 173"/>
              <a:gd name="T23" fmla="*/ 45 h 155"/>
              <a:gd name="T24" fmla="*/ 155 w 173"/>
              <a:gd name="T25" fmla="*/ 39 h 155"/>
              <a:gd name="T26" fmla="*/ 142 w 173"/>
              <a:gd name="T27" fmla="*/ 31 h 155"/>
              <a:gd name="T28" fmla="*/ 136 w 173"/>
              <a:gd name="T29" fmla="*/ 24 h 155"/>
              <a:gd name="T30" fmla="*/ 125 w 173"/>
              <a:gd name="T31" fmla="*/ 22 h 155"/>
              <a:gd name="T32" fmla="*/ 115 w 173"/>
              <a:gd name="T33" fmla="*/ 17 h 155"/>
              <a:gd name="T34" fmla="*/ 101 w 173"/>
              <a:gd name="T35" fmla="*/ 21 h 155"/>
              <a:gd name="T36" fmla="*/ 90 w 173"/>
              <a:gd name="T37" fmla="*/ 28 h 155"/>
              <a:gd name="T38" fmla="*/ 88 w 173"/>
              <a:gd name="T39" fmla="*/ 33 h 155"/>
              <a:gd name="T40" fmla="*/ 77 w 173"/>
              <a:gd name="T41" fmla="*/ 36 h 155"/>
              <a:gd name="T42" fmla="*/ 56 w 173"/>
              <a:gd name="T43" fmla="*/ 27 h 155"/>
              <a:gd name="T44" fmla="*/ 46 w 173"/>
              <a:gd name="T45" fmla="*/ 22 h 155"/>
              <a:gd name="T46" fmla="*/ 46 w 173"/>
              <a:gd name="T47" fmla="*/ 8 h 155"/>
              <a:gd name="T48" fmla="*/ 44 w 173"/>
              <a:gd name="T49" fmla="*/ 13 h 155"/>
              <a:gd name="T50" fmla="*/ 38 w 173"/>
              <a:gd name="T51" fmla="*/ 12 h 155"/>
              <a:gd name="T52" fmla="*/ 39 w 173"/>
              <a:gd name="T53" fmla="*/ 4 h 155"/>
              <a:gd name="T54" fmla="*/ 34 w 173"/>
              <a:gd name="T55" fmla="*/ 0 h 155"/>
              <a:gd name="T56" fmla="*/ 27 w 173"/>
              <a:gd name="T57" fmla="*/ 6 h 155"/>
              <a:gd name="T58" fmla="*/ 12 w 173"/>
              <a:gd name="T59" fmla="*/ 7 h 155"/>
              <a:gd name="T60" fmla="*/ 4 w 173"/>
              <a:gd name="T61" fmla="*/ 4 h 155"/>
              <a:gd name="T62" fmla="*/ 3 w 173"/>
              <a:gd name="T63" fmla="*/ 13 h 155"/>
              <a:gd name="T64" fmla="*/ 2 w 173"/>
              <a:gd name="T65" fmla="*/ 21 h 155"/>
              <a:gd name="T66" fmla="*/ 6 w 173"/>
              <a:gd name="T67" fmla="*/ 25 h 155"/>
              <a:gd name="T68" fmla="*/ 9 w 173"/>
              <a:gd name="T69" fmla="*/ 30 h 155"/>
              <a:gd name="T70" fmla="*/ 11 w 173"/>
              <a:gd name="T71" fmla="*/ 37 h 155"/>
              <a:gd name="T72" fmla="*/ 18 w 173"/>
              <a:gd name="T73" fmla="*/ 45 h 155"/>
              <a:gd name="T74" fmla="*/ 21 w 173"/>
              <a:gd name="T75" fmla="*/ 50 h 155"/>
              <a:gd name="T76" fmla="*/ 17 w 173"/>
              <a:gd name="T77" fmla="*/ 55 h 155"/>
              <a:gd name="T78" fmla="*/ 16 w 173"/>
              <a:gd name="T79" fmla="*/ 62 h 155"/>
              <a:gd name="T80" fmla="*/ 18 w 173"/>
              <a:gd name="T81" fmla="*/ 68 h 155"/>
              <a:gd name="T82" fmla="*/ 20 w 173"/>
              <a:gd name="T83" fmla="*/ 75 h 155"/>
              <a:gd name="T84" fmla="*/ 33 w 173"/>
              <a:gd name="T85" fmla="*/ 84 h 155"/>
              <a:gd name="T86" fmla="*/ 37 w 173"/>
              <a:gd name="T87" fmla="*/ 97 h 155"/>
              <a:gd name="T88" fmla="*/ 47 w 173"/>
              <a:gd name="T89" fmla="*/ 102 h 155"/>
              <a:gd name="T90" fmla="*/ 57 w 173"/>
              <a:gd name="T91" fmla="*/ 105 h 155"/>
              <a:gd name="T92" fmla="*/ 64 w 173"/>
              <a:gd name="T93" fmla="*/ 118 h 155"/>
              <a:gd name="T94" fmla="*/ 79 w 173"/>
              <a:gd name="T95" fmla="*/ 131 h 155"/>
              <a:gd name="T96" fmla="*/ 96 w 173"/>
              <a:gd name="T97" fmla="*/ 140 h 155"/>
              <a:gd name="T98" fmla="*/ 110 w 173"/>
              <a:gd name="T99" fmla="*/ 135 h 155"/>
              <a:gd name="T100" fmla="*/ 121 w 173"/>
              <a:gd name="T101" fmla="*/ 147 h 155"/>
              <a:gd name="T102" fmla="*/ 140 w 173"/>
              <a:gd name="T103" fmla="*/ 151 h 155"/>
              <a:gd name="T104" fmla="*/ 159 w 173"/>
              <a:gd name="T105" fmla="*/ 15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 h="155">
                <a:moveTo>
                  <a:pt x="111" y="137"/>
                </a:moveTo>
                <a:cubicBezTo>
                  <a:pt x="111" y="138"/>
                  <a:pt x="110" y="138"/>
                  <a:pt x="110" y="138"/>
                </a:cubicBezTo>
                <a:cubicBezTo>
                  <a:pt x="108" y="139"/>
                  <a:pt x="106" y="140"/>
                  <a:pt x="104" y="140"/>
                </a:cubicBezTo>
                <a:cubicBezTo>
                  <a:pt x="104" y="139"/>
                  <a:pt x="106" y="139"/>
                  <a:pt x="106" y="138"/>
                </a:cubicBezTo>
                <a:cubicBezTo>
                  <a:pt x="106" y="138"/>
                  <a:pt x="107" y="138"/>
                  <a:pt x="107" y="138"/>
                </a:cubicBezTo>
                <a:cubicBezTo>
                  <a:pt x="108" y="136"/>
                  <a:pt x="109" y="136"/>
                  <a:pt x="110" y="136"/>
                </a:cubicBezTo>
                <a:cubicBezTo>
                  <a:pt x="110" y="136"/>
                  <a:pt x="111" y="136"/>
                  <a:pt x="111" y="137"/>
                </a:cubicBezTo>
                <a:close/>
                <a:moveTo>
                  <a:pt x="161" y="148"/>
                </a:moveTo>
                <a:cubicBezTo>
                  <a:pt x="161" y="145"/>
                  <a:pt x="161" y="145"/>
                  <a:pt x="161" y="145"/>
                </a:cubicBezTo>
                <a:cubicBezTo>
                  <a:pt x="164" y="144"/>
                  <a:pt x="164" y="144"/>
                  <a:pt x="164" y="144"/>
                </a:cubicBezTo>
                <a:cubicBezTo>
                  <a:pt x="164" y="142"/>
                  <a:pt x="164" y="142"/>
                  <a:pt x="164" y="142"/>
                </a:cubicBezTo>
                <a:cubicBezTo>
                  <a:pt x="169" y="141"/>
                  <a:pt x="169" y="141"/>
                  <a:pt x="169" y="141"/>
                </a:cubicBezTo>
                <a:cubicBezTo>
                  <a:pt x="172" y="141"/>
                  <a:pt x="172" y="141"/>
                  <a:pt x="172" y="141"/>
                </a:cubicBezTo>
                <a:cubicBezTo>
                  <a:pt x="173" y="138"/>
                  <a:pt x="173" y="138"/>
                  <a:pt x="173" y="138"/>
                </a:cubicBezTo>
                <a:cubicBezTo>
                  <a:pt x="173" y="136"/>
                  <a:pt x="173" y="136"/>
                  <a:pt x="173" y="136"/>
                </a:cubicBezTo>
                <a:cubicBezTo>
                  <a:pt x="173" y="134"/>
                  <a:pt x="173" y="134"/>
                  <a:pt x="173" y="134"/>
                </a:cubicBezTo>
                <a:cubicBezTo>
                  <a:pt x="169" y="134"/>
                  <a:pt x="169" y="134"/>
                  <a:pt x="169" y="134"/>
                </a:cubicBezTo>
                <a:cubicBezTo>
                  <a:pt x="169" y="125"/>
                  <a:pt x="169" y="125"/>
                  <a:pt x="169" y="125"/>
                </a:cubicBezTo>
                <a:cubicBezTo>
                  <a:pt x="167" y="125"/>
                  <a:pt x="167" y="125"/>
                  <a:pt x="167" y="125"/>
                </a:cubicBezTo>
                <a:cubicBezTo>
                  <a:pt x="165" y="122"/>
                  <a:pt x="165" y="122"/>
                  <a:pt x="165" y="122"/>
                </a:cubicBezTo>
                <a:cubicBezTo>
                  <a:pt x="161" y="121"/>
                  <a:pt x="161" y="121"/>
                  <a:pt x="161" y="121"/>
                </a:cubicBezTo>
                <a:cubicBezTo>
                  <a:pt x="157" y="117"/>
                  <a:pt x="157" y="117"/>
                  <a:pt x="157" y="117"/>
                </a:cubicBezTo>
                <a:cubicBezTo>
                  <a:pt x="157" y="114"/>
                  <a:pt x="157" y="114"/>
                  <a:pt x="157" y="114"/>
                </a:cubicBezTo>
                <a:cubicBezTo>
                  <a:pt x="152" y="108"/>
                  <a:pt x="152" y="108"/>
                  <a:pt x="152" y="108"/>
                </a:cubicBezTo>
                <a:cubicBezTo>
                  <a:pt x="160" y="97"/>
                  <a:pt x="160" y="97"/>
                  <a:pt x="160" y="97"/>
                </a:cubicBezTo>
                <a:cubicBezTo>
                  <a:pt x="160" y="94"/>
                  <a:pt x="160" y="94"/>
                  <a:pt x="160" y="94"/>
                </a:cubicBezTo>
                <a:cubicBezTo>
                  <a:pt x="159" y="92"/>
                  <a:pt x="159" y="92"/>
                  <a:pt x="159" y="92"/>
                </a:cubicBezTo>
                <a:cubicBezTo>
                  <a:pt x="155" y="92"/>
                  <a:pt x="155" y="92"/>
                  <a:pt x="155" y="92"/>
                </a:cubicBezTo>
                <a:cubicBezTo>
                  <a:pt x="152" y="91"/>
                  <a:pt x="152" y="91"/>
                  <a:pt x="152" y="91"/>
                </a:cubicBezTo>
                <a:cubicBezTo>
                  <a:pt x="152" y="83"/>
                  <a:pt x="152" y="83"/>
                  <a:pt x="152" y="83"/>
                </a:cubicBezTo>
                <a:cubicBezTo>
                  <a:pt x="150" y="75"/>
                  <a:pt x="150" y="75"/>
                  <a:pt x="150" y="75"/>
                </a:cubicBezTo>
                <a:cubicBezTo>
                  <a:pt x="149" y="74"/>
                  <a:pt x="149" y="74"/>
                  <a:pt x="149" y="74"/>
                </a:cubicBezTo>
                <a:cubicBezTo>
                  <a:pt x="153" y="70"/>
                  <a:pt x="153" y="70"/>
                  <a:pt x="153" y="70"/>
                </a:cubicBezTo>
                <a:cubicBezTo>
                  <a:pt x="149" y="68"/>
                  <a:pt x="149" y="68"/>
                  <a:pt x="149" y="68"/>
                </a:cubicBezTo>
                <a:cubicBezTo>
                  <a:pt x="149" y="61"/>
                  <a:pt x="149" y="61"/>
                  <a:pt x="149" y="61"/>
                </a:cubicBezTo>
                <a:cubicBezTo>
                  <a:pt x="152" y="61"/>
                  <a:pt x="152" y="61"/>
                  <a:pt x="152" y="61"/>
                </a:cubicBezTo>
                <a:cubicBezTo>
                  <a:pt x="151" y="59"/>
                  <a:pt x="151" y="59"/>
                  <a:pt x="151" y="59"/>
                </a:cubicBezTo>
                <a:cubicBezTo>
                  <a:pt x="154" y="56"/>
                  <a:pt x="154" y="56"/>
                  <a:pt x="154" y="56"/>
                </a:cubicBezTo>
                <a:cubicBezTo>
                  <a:pt x="154" y="56"/>
                  <a:pt x="154" y="54"/>
                  <a:pt x="154" y="54"/>
                </a:cubicBezTo>
                <a:cubicBezTo>
                  <a:pt x="154" y="54"/>
                  <a:pt x="155" y="53"/>
                  <a:pt x="155" y="52"/>
                </a:cubicBezTo>
                <a:cubicBezTo>
                  <a:pt x="155" y="52"/>
                  <a:pt x="155" y="51"/>
                  <a:pt x="155" y="51"/>
                </a:cubicBezTo>
                <a:cubicBezTo>
                  <a:pt x="156" y="50"/>
                  <a:pt x="156" y="50"/>
                  <a:pt x="156" y="50"/>
                </a:cubicBezTo>
                <a:cubicBezTo>
                  <a:pt x="156" y="47"/>
                  <a:pt x="156" y="47"/>
                  <a:pt x="156" y="47"/>
                </a:cubicBezTo>
                <a:cubicBezTo>
                  <a:pt x="156" y="47"/>
                  <a:pt x="156" y="47"/>
                  <a:pt x="156" y="47"/>
                </a:cubicBezTo>
                <a:cubicBezTo>
                  <a:pt x="155" y="47"/>
                  <a:pt x="155" y="47"/>
                  <a:pt x="155" y="47"/>
                </a:cubicBezTo>
                <a:cubicBezTo>
                  <a:pt x="156" y="47"/>
                  <a:pt x="156" y="47"/>
                  <a:pt x="156" y="47"/>
                </a:cubicBezTo>
                <a:cubicBezTo>
                  <a:pt x="156" y="46"/>
                  <a:pt x="156" y="46"/>
                  <a:pt x="156" y="46"/>
                </a:cubicBezTo>
                <a:cubicBezTo>
                  <a:pt x="154" y="45"/>
                  <a:pt x="154" y="45"/>
                  <a:pt x="154" y="45"/>
                </a:cubicBezTo>
                <a:cubicBezTo>
                  <a:pt x="154" y="43"/>
                  <a:pt x="154" y="43"/>
                  <a:pt x="154" y="43"/>
                </a:cubicBezTo>
                <a:cubicBezTo>
                  <a:pt x="154" y="43"/>
                  <a:pt x="155" y="42"/>
                  <a:pt x="156" y="42"/>
                </a:cubicBezTo>
                <a:cubicBezTo>
                  <a:pt x="156" y="41"/>
                  <a:pt x="155" y="41"/>
                  <a:pt x="155" y="41"/>
                </a:cubicBezTo>
                <a:cubicBezTo>
                  <a:pt x="155" y="39"/>
                  <a:pt x="155" y="39"/>
                  <a:pt x="155" y="39"/>
                </a:cubicBezTo>
                <a:cubicBezTo>
                  <a:pt x="155" y="36"/>
                  <a:pt x="155" y="36"/>
                  <a:pt x="155" y="36"/>
                </a:cubicBezTo>
                <a:cubicBezTo>
                  <a:pt x="147" y="36"/>
                  <a:pt x="147" y="36"/>
                  <a:pt x="147" y="36"/>
                </a:cubicBezTo>
                <a:cubicBezTo>
                  <a:pt x="147" y="36"/>
                  <a:pt x="144" y="31"/>
                  <a:pt x="144" y="31"/>
                </a:cubicBezTo>
                <a:cubicBezTo>
                  <a:pt x="144" y="30"/>
                  <a:pt x="142" y="31"/>
                  <a:pt x="142" y="31"/>
                </a:cubicBezTo>
                <a:cubicBezTo>
                  <a:pt x="140" y="30"/>
                  <a:pt x="140" y="30"/>
                  <a:pt x="140" y="30"/>
                </a:cubicBezTo>
                <a:cubicBezTo>
                  <a:pt x="140" y="30"/>
                  <a:pt x="139" y="27"/>
                  <a:pt x="139" y="26"/>
                </a:cubicBezTo>
                <a:cubicBezTo>
                  <a:pt x="139" y="26"/>
                  <a:pt x="137" y="25"/>
                  <a:pt x="137" y="25"/>
                </a:cubicBezTo>
                <a:cubicBezTo>
                  <a:pt x="137" y="25"/>
                  <a:pt x="136" y="24"/>
                  <a:pt x="136" y="24"/>
                </a:cubicBezTo>
                <a:cubicBezTo>
                  <a:pt x="136" y="24"/>
                  <a:pt x="133" y="24"/>
                  <a:pt x="133" y="24"/>
                </a:cubicBezTo>
                <a:cubicBezTo>
                  <a:pt x="132" y="24"/>
                  <a:pt x="131" y="24"/>
                  <a:pt x="131" y="24"/>
                </a:cubicBezTo>
                <a:cubicBezTo>
                  <a:pt x="131" y="24"/>
                  <a:pt x="129" y="24"/>
                  <a:pt x="129" y="23"/>
                </a:cubicBezTo>
                <a:cubicBezTo>
                  <a:pt x="129" y="23"/>
                  <a:pt x="126" y="22"/>
                  <a:pt x="125" y="22"/>
                </a:cubicBezTo>
                <a:cubicBezTo>
                  <a:pt x="125" y="22"/>
                  <a:pt x="121" y="21"/>
                  <a:pt x="121" y="21"/>
                </a:cubicBezTo>
                <a:cubicBezTo>
                  <a:pt x="120" y="18"/>
                  <a:pt x="120" y="18"/>
                  <a:pt x="120" y="18"/>
                </a:cubicBezTo>
                <a:cubicBezTo>
                  <a:pt x="118" y="18"/>
                  <a:pt x="118" y="18"/>
                  <a:pt x="118" y="18"/>
                </a:cubicBezTo>
                <a:cubicBezTo>
                  <a:pt x="115" y="17"/>
                  <a:pt x="115" y="17"/>
                  <a:pt x="115" y="17"/>
                </a:cubicBezTo>
                <a:cubicBezTo>
                  <a:pt x="113" y="18"/>
                  <a:pt x="113" y="18"/>
                  <a:pt x="113" y="18"/>
                </a:cubicBezTo>
                <a:cubicBezTo>
                  <a:pt x="113" y="18"/>
                  <a:pt x="111" y="19"/>
                  <a:pt x="110" y="19"/>
                </a:cubicBezTo>
                <a:cubicBezTo>
                  <a:pt x="110" y="19"/>
                  <a:pt x="104" y="19"/>
                  <a:pt x="103" y="19"/>
                </a:cubicBezTo>
                <a:cubicBezTo>
                  <a:pt x="103" y="19"/>
                  <a:pt x="101" y="21"/>
                  <a:pt x="101" y="21"/>
                </a:cubicBezTo>
                <a:cubicBezTo>
                  <a:pt x="100" y="22"/>
                  <a:pt x="98" y="23"/>
                  <a:pt x="98" y="24"/>
                </a:cubicBezTo>
                <a:cubicBezTo>
                  <a:pt x="97" y="24"/>
                  <a:pt x="97" y="27"/>
                  <a:pt x="97" y="27"/>
                </a:cubicBezTo>
                <a:cubicBezTo>
                  <a:pt x="96" y="27"/>
                  <a:pt x="94" y="28"/>
                  <a:pt x="94" y="28"/>
                </a:cubicBezTo>
                <a:cubicBezTo>
                  <a:pt x="90" y="28"/>
                  <a:pt x="90" y="28"/>
                  <a:pt x="90" y="28"/>
                </a:cubicBezTo>
                <a:cubicBezTo>
                  <a:pt x="90" y="29"/>
                  <a:pt x="90" y="31"/>
                  <a:pt x="91" y="32"/>
                </a:cubicBezTo>
                <a:cubicBezTo>
                  <a:pt x="91" y="32"/>
                  <a:pt x="91" y="33"/>
                  <a:pt x="91" y="33"/>
                </a:cubicBezTo>
                <a:cubicBezTo>
                  <a:pt x="91" y="34"/>
                  <a:pt x="90" y="35"/>
                  <a:pt x="89" y="34"/>
                </a:cubicBezTo>
                <a:cubicBezTo>
                  <a:pt x="89" y="34"/>
                  <a:pt x="89" y="33"/>
                  <a:pt x="88" y="33"/>
                </a:cubicBezTo>
                <a:cubicBezTo>
                  <a:pt x="88" y="34"/>
                  <a:pt x="87" y="34"/>
                  <a:pt x="86" y="34"/>
                </a:cubicBezTo>
                <a:cubicBezTo>
                  <a:pt x="86" y="34"/>
                  <a:pt x="86" y="34"/>
                  <a:pt x="85" y="34"/>
                </a:cubicBezTo>
                <a:cubicBezTo>
                  <a:pt x="84" y="34"/>
                  <a:pt x="82" y="34"/>
                  <a:pt x="81" y="35"/>
                </a:cubicBezTo>
                <a:cubicBezTo>
                  <a:pt x="80" y="35"/>
                  <a:pt x="78" y="36"/>
                  <a:pt x="77" y="36"/>
                </a:cubicBezTo>
                <a:cubicBezTo>
                  <a:pt x="76" y="37"/>
                  <a:pt x="74" y="37"/>
                  <a:pt x="73" y="36"/>
                </a:cubicBezTo>
                <a:cubicBezTo>
                  <a:pt x="70" y="36"/>
                  <a:pt x="66" y="36"/>
                  <a:pt x="63" y="34"/>
                </a:cubicBezTo>
                <a:cubicBezTo>
                  <a:pt x="60" y="33"/>
                  <a:pt x="58" y="31"/>
                  <a:pt x="56" y="28"/>
                </a:cubicBezTo>
                <a:cubicBezTo>
                  <a:pt x="56" y="27"/>
                  <a:pt x="56" y="27"/>
                  <a:pt x="56" y="27"/>
                </a:cubicBezTo>
                <a:cubicBezTo>
                  <a:pt x="55" y="27"/>
                  <a:pt x="55" y="27"/>
                  <a:pt x="55" y="27"/>
                </a:cubicBezTo>
                <a:cubicBezTo>
                  <a:pt x="54" y="27"/>
                  <a:pt x="53" y="27"/>
                  <a:pt x="52" y="27"/>
                </a:cubicBezTo>
                <a:cubicBezTo>
                  <a:pt x="51" y="27"/>
                  <a:pt x="49" y="27"/>
                  <a:pt x="49" y="26"/>
                </a:cubicBezTo>
                <a:cubicBezTo>
                  <a:pt x="47" y="26"/>
                  <a:pt x="46" y="24"/>
                  <a:pt x="46" y="22"/>
                </a:cubicBezTo>
                <a:cubicBezTo>
                  <a:pt x="45" y="21"/>
                  <a:pt x="45" y="19"/>
                  <a:pt x="45" y="17"/>
                </a:cubicBezTo>
                <a:cubicBezTo>
                  <a:pt x="45" y="16"/>
                  <a:pt x="45" y="14"/>
                  <a:pt x="45" y="13"/>
                </a:cubicBezTo>
                <a:cubicBezTo>
                  <a:pt x="45" y="12"/>
                  <a:pt x="45" y="9"/>
                  <a:pt x="45" y="9"/>
                </a:cubicBezTo>
                <a:cubicBezTo>
                  <a:pt x="46" y="8"/>
                  <a:pt x="46" y="8"/>
                  <a:pt x="46" y="8"/>
                </a:cubicBezTo>
                <a:cubicBezTo>
                  <a:pt x="45" y="8"/>
                  <a:pt x="45" y="7"/>
                  <a:pt x="45" y="7"/>
                </a:cubicBezTo>
                <a:cubicBezTo>
                  <a:pt x="45" y="8"/>
                  <a:pt x="45" y="8"/>
                  <a:pt x="44" y="9"/>
                </a:cubicBezTo>
                <a:cubicBezTo>
                  <a:pt x="44" y="10"/>
                  <a:pt x="43" y="10"/>
                  <a:pt x="43" y="11"/>
                </a:cubicBezTo>
                <a:cubicBezTo>
                  <a:pt x="43" y="12"/>
                  <a:pt x="44" y="12"/>
                  <a:pt x="44" y="13"/>
                </a:cubicBezTo>
                <a:cubicBezTo>
                  <a:pt x="43" y="14"/>
                  <a:pt x="43" y="14"/>
                  <a:pt x="43" y="15"/>
                </a:cubicBezTo>
                <a:cubicBezTo>
                  <a:pt x="41" y="16"/>
                  <a:pt x="41" y="15"/>
                  <a:pt x="40" y="14"/>
                </a:cubicBezTo>
                <a:cubicBezTo>
                  <a:pt x="40" y="13"/>
                  <a:pt x="39" y="13"/>
                  <a:pt x="39" y="13"/>
                </a:cubicBezTo>
                <a:cubicBezTo>
                  <a:pt x="38" y="13"/>
                  <a:pt x="38" y="12"/>
                  <a:pt x="38" y="12"/>
                </a:cubicBezTo>
                <a:cubicBezTo>
                  <a:pt x="37" y="11"/>
                  <a:pt x="36" y="11"/>
                  <a:pt x="36" y="10"/>
                </a:cubicBezTo>
                <a:cubicBezTo>
                  <a:pt x="36" y="9"/>
                  <a:pt x="38" y="9"/>
                  <a:pt x="38" y="8"/>
                </a:cubicBezTo>
                <a:cubicBezTo>
                  <a:pt x="39" y="8"/>
                  <a:pt x="37" y="7"/>
                  <a:pt x="37" y="6"/>
                </a:cubicBezTo>
                <a:cubicBezTo>
                  <a:pt x="37" y="5"/>
                  <a:pt x="38" y="5"/>
                  <a:pt x="39" y="4"/>
                </a:cubicBezTo>
                <a:cubicBezTo>
                  <a:pt x="40" y="3"/>
                  <a:pt x="38" y="2"/>
                  <a:pt x="37" y="2"/>
                </a:cubicBezTo>
                <a:cubicBezTo>
                  <a:pt x="37" y="1"/>
                  <a:pt x="36" y="1"/>
                  <a:pt x="36" y="1"/>
                </a:cubicBezTo>
                <a:cubicBezTo>
                  <a:pt x="36" y="1"/>
                  <a:pt x="35" y="1"/>
                  <a:pt x="35" y="1"/>
                </a:cubicBezTo>
                <a:cubicBezTo>
                  <a:pt x="35" y="1"/>
                  <a:pt x="34" y="0"/>
                  <a:pt x="34" y="0"/>
                </a:cubicBezTo>
                <a:cubicBezTo>
                  <a:pt x="34" y="2"/>
                  <a:pt x="33" y="2"/>
                  <a:pt x="32" y="2"/>
                </a:cubicBezTo>
                <a:cubicBezTo>
                  <a:pt x="31" y="3"/>
                  <a:pt x="31" y="3"/>
                  <a:pt x="30" y="3"/>
                </a:cubicBezTo>
                <a:cubicBezTo>
                  <a:pt x="30" y="4"/>
                  <a:pt x="29" y="4"/>
                  <a:pt x="29" y="4"/>
                </a:cubicBezTo>
                <a:cubicBezTo>
                  <a:pt x="28" y="5"/>
                  <a:pt x="28" y="5"/>
                  <a:pt x="27" y="6"/>
                </a:cubicBezTo>
                <a:cubicBezTo>
                  <a:pt x="27" y="6"/>
                  <a:pt x="26" y="6"/>
                  <a:pt x="26" y="7"/>
                </a:cubicBezTo>
                <a:cubicBezTo>
                  <a:pt x="25" y="7"/>
                  <a:pt x="24" y="10"/>
                  <a:pt x="22" y="9"/>
                </a:cubicBezTo>
                <a:cubicBezTo>
                  <a:pt x="21" y="9"/>
                  <a:pt x="20" y="10"/>
                  <a:pt x="19" y="10"/>
                </a:cubicBezTo>
                <a:cubicBezTo>
                  <a:pt x="16" y="10"/>
                  <a:pt x="14" y="9"/>
                  <a:pt x="12" y="7"/>
                </a:cubicBezTo>
                <a:cubicBezTo>
                  <a:pt x="11" y="6"/>
                  <a:pt x="10" y="5"/>
                  <a:pt x="9" y="4"/>
                </a:cubicBezTo>
                <a:cubicBezTo>
                  <a:pt x="9" y="3"/>
                  <a:pt x="8" y="1"/>
                  <a:pt x="7" y="1"/>
                </a:cubicBezTo>
                <a:cubicBezTo>
                  <a:pt x="6" y="0"/>
                  <a:pt x="5" y="0"/>
                  <a:pt x="4" y="1"/>
                </a:cubicBezTo>
                <a:cubicBezTo>
                  <a:pt x="4" y="2"/>
                  <a:pt x="5" y="3"/>
                  <a:pt x="4" y="4"/>
                </a:cubicBezTo>
                <a:cubicBezTo>
                  <a:pt x="3" y="4"/>
                  <a:pt x="1" y="3"/>
                  <a:pt x="0" y="4"/>
                </a:cubicBezTo>
                <a:cubicBezTo>
                  <a:pt x="0" y="5"/>
                  <a:pt x="1" y="6"/>
                  <a:pt x="1" y="6"/>
                </a:cubicBezTo>
                <a:cubicBezTo>
                  <a:pt x="2" y="7"/>
                  <a:pt x="2" y="8"/>
                  <a:pt x="2" y="10"/>
                </a:cubicBezTo>
                <a:cubicBezTo>
                  <a:pt x="3" y="11"/>
                  <a:pt x="3" y="12"/>
                  <a:pt x="3" y="13"/>
                </a:cubicBezTo>
                <a:cubicBezTo>
                  <a:pt x="3" y="13"/>
                  <a:pt x="3" y="14"/>
                  <a:pt x="3" y="14"/>
                </a:cubicBezTo>
                <a:cubicBezTo>
                  <a:pt x="3" y="16"/>
                  <a:pt x="5" y="15"/>
                  <a:pt x="4" y="17"/>
                </a:cubicBezTo>
                <a:cubicBezTo>
                  <a:pt x="4" y="18"/>
                  <a:pt x="4" y="18"/>
                  <a:pt x="3" y="19"/>
                </a:cubicBezTo>
                <a:cubicBezTo>
                  <a:pt x="3" y="20"/>
                  <a:pt x="2" y="20"/>
                  <a:pt x="2" y="21"/>
                </a:cubicBezTo>
                <a:cubicBezTo>
                  <a:pt x="4" y="21"/>
                  <a:pt x="4" y="21"/>
                  <a:pt x="4" y="22"/>
                </a:cubicBezTo>
                <a:cubicBezTo>
                  <a:pt x="5" y="22"/>
                  <a:pt x="5" y="22"/>
                  <a:pt x="5" y="23"/>
                </a:cubicBezTo>
                <a:cubicBezTo>
                  <a:pt x="6" y="23"/>
                  <a:pt x="5" y="24"/>
                  <a:pt x="5" y="24"/>
                </a:cubicBezTo>
                <a:cubicBezTo>
                  <a:pt x="6" y="25"/>
                  <a:pt x="6" y="25"/>
                  <a:pt x="6" y="25"/>
                </a:cubicBezTo>
                <a:cubicBezTo>
                  <a:pt x="6" y="25"/>
                  <a:pt x="5" y="26"/>
                  <a:pt x="5" y="26"/>
                </a:cubicBezTo>
                <a:cubicBezTo>
                  <a:pt x="6" y="26"/>
                  <a:pt x="7" y="27"/>
                  <a:pt x="7" y="28"/>
                </a:cubicBezTo>
                <a:cubicBezTo>
                  <a:pt x="7" y="28"/>
                  <a:pt x="7" y="28"/>
                  <a:pt x="7" y="29"/>
                </a:cubicBezTo>
                <a:cubicBezTo>
                  <a:pt x="9" y="30"/>
                  <a:pt x="9" y="30"/>
                  <a:pt x="9" y="30"/>
                </a:cubicBezTo>
                <a:cubicBezTo>
                  <a:pt x="10" y="33"/>
                  <a:pt x="10" y="33"/>
                  <a:pt x="10" y="33"/>
                </a:cubicBezTo>
                <a:cubicBezTo>
                  <a:pt x="9" y="34"/>
                  <a:pt x="9" y="34"/>
                  <a:pt x="9" y="34"/>
                </a:cubicBezTo>
                <a:cubicBezTo>
                  <a:pt x="9" y="34"/>
                  <a:pt x="11" y="36"/>
                  <a:pt x="11" y="36"/>
                </a:cubicBezTo>
                <a:cubicBezTo>
                  <a:pt x="11" y="36"/>
                  <a:pt x="11" y="37"/>
                  <a:pt x="11" y="37"/>
                </a:cubicBezTo>
                <a:cubicBezTo>
                  <a:pt x="11" y="38"/>
                  <a:pt x="13" y="38"/>
                  <a:pt x="13" y="38"/>
                </a:cubicBezTo>
                <a:cubicBezTo>
                  <a:pt x="13" y="39"/>
                  <a:pt x="14" y="43"/>
                  <a:pt x="14" y="43"/>
                </a:cubicBezTo>
                <a:cubicBezTo>
                  <a:pt x="14" y="43"/>
                  <a:pt x="16" y="43"/>
                  <a:pt x="16" y="43"/>
                </a:cubicBezTo>
                <a:cubicBezTo>
                  <a:pt x="18" y="45"/>
                  <a:pt x="18" y="45"/>
                  <a:pt x="18" y="45"/>
                </a:cubicBezTo>
                <a:cubicBezTo>
                  <a:pt x="22" y="45"/>
                  <a:pt x="22" y="45"/>
                  <a:pt x="22" y="45"/>
                </a:cubicBezTo>
                <a:cubicBezTo>
                  <a:pt x="20" y="47"/>
                  <a:pt x="20" y="47"/>
                  <a:pt x="20" y="47"/>
                </a:cubicBezTo>
                <a:cubicBezTo>
                  <a:pt x="20" y="48"/>
                  <a:pt x="20" y="48"/>
                  <a:pt x="20" y="48"/>
                </a:cubicBezTo>
                <a:cubicBezTo>
                  <a:pt x="21" y="50"/>
                  <a:pt x="21" y="50"/>
                  <a:pt x="21" y="50"/>
                </a:cubicBezTo>
                <a:cubicBezTo>
                  <a:pt x="21" y="53"/>
                  <a:pt x="21" y="53"/>
                  <a:pt x="21" y="53"/>
                </a:cubicBezTo>
                <a:cubicBezTo>
                  <a:pt x="19" y="53"/>
                  <a:pt x="19" y="53"/>
                  <a:pt x="19" y="53"/>
                </a:cubicBezTo>
                <a:cubicBezTo>
                  <a:pt x="19" y="53"/>
                  <a:pt x="18" y="55"/>
                  <a:pt x="18" y="55"/>
                </a:cubicBezTo>
                <a:cubicBezTo>
                  <a:pt x="18" y="55"/>
                  <a:pt x="17" y="55"/>
                  <a:pt x="17" y="55"/>
                </a:cubicBezTo>
                <a:cubicBezTo>
                  <a:pt x="17" y="58"/>
                  <a:pt x="17" y="58"/>
                  <a:pt x="17" y="58"/>
                </a:cubicBezTo>
                <a:cubicBezTo>
                  <a:pt x="15" y="58"/>
                  <a:pt x="15" y="58"/>
                  <a:pt x="15" y="58"/>
                </a:cubicBezTo>
                <a:cubicBezTo>
                  <a:pt x="14" y="60"/>
                  <a:pt x="14" y="60"/>
                  <a:pt x="14" y="60"/>
                </a:cubicBezTo>
                <a:cubicBezTo>
                  <a:pt x="14" y="60"/>
                  <a:pt x="16" y="61"/>
                  <a:pt x="16" y="62"/>
                </a:cubicBezTo>
                <a:cubicBezTo>
                  <a:pt x="16" y="62"/>
                  <a:pt x="14" y="63"/>
                  <a:pt x="14" y="64"/>
                </a:cubicBezTo>
                <a:cubicBezTo>
                  <a:pt x="14" y="64"/>
                  <a:pt x="14" y="65"/>
                  <a:pt x="14" y="65"/>
                </a:cubicBezTo>
                <a:cubicBezTo>
                  <a:pt x="14" y="65"/>
                  <a:pt x="15" y="67"/>
                  <a:pt x="16" y="67"/>
                </a:cubicBezTo>
                <a:cubicBezTo>
                  <a:pt x="16" y="68"/>
                  <a:pt x="18" y="68"/>
                  <a:pt x="18" y="68"/>
                </a:cubicBezTo>
                <a:cubicBezTo>
                  <a:pt x="18" y="68"/>
                  <a:pt x="18" y="69"/>
                  <a:pt x="18" y="69"/>
                </a:cubicBezTo>
                <a:cubicBezTo>
                  <a:pt x="20" y="70"/>
                  <a:pt x="20" y="70"/>
                  <a:pt x="20" y="70"/>
                </a:cubicBezTo>
                <a:cubicBezTo>
                  <a:pt x="21" y="72"/>
                  <a:pt x="21" y="72"/>
                  <a:pt x="21" y="72"/>
                </a:cubicBezTo>
                <a:cubicBezTo>
                  <a:pt x="21" y="72"/>
                  <a:pt x="20" y="75"/>
                  <a:pt x="20" y="75"/>
                </a:cubicBezTo>
                <a:cubicBezTo>
                  <a:pt x="20" y="75"/>
                  <a:pt x="25" y="76"/>
                  <a:pt x="25" y="76"/>
                </a:cubicBezTo>
                <a:cubicBezTo>
                  <a:pt x="29" y="81"/>
                  <a:pt x="29" y="81"/>
                  <a:pt x="29" y="81"/>
                </a:cubicBezTo>
                <a:cubicBezTo>
                  <a:pt x="32" y="81"/>
                  <a:pt x="32" y="81"/>
                  <a:pt x="32" y="81"/>
                </a:cubicBezTo>
                <a:cubicBezTo>
                  <a:pt x="32" y="81"/>
                  <a:pt x="33" y="84"/>
                  <a:pt x="33" y="84"/>
                </a:cubicBezTo>
                <a:cubicBezTo>
                  <a:pt x="33" y="84"/>
                  <a:pt x="36" y="88"/>
                  <a:pt x="36" y="88"/>
                </a:cubicBezTo>
                <a:cubicBezTo>
                  <a:pt x="36" y="88"/>
                  <a:pt x="35" y="93"/>
                  <a:pt x="35" y="94"/>
                </a:cubicBezTo>
                <a:cubicBezTo>
                  <a:pt x="35" y="94"/>
                  <a:pt x="35" y="96"/>
                  <a:pt x="35" y="96"/>
                </a:cubicBezTo>
                <a:cubicBezTo>
                  <a:pt x="35" y="96"/>
                  <a:pt x="37" y="97"/>
                  <a:pt x="37" y="97"/>
                </a:cubicBezTo>
                <a:cubicBezTo>
                  <a:pt x="38" y="97"/>
                  <a:pt x="38" y="102"/>
                  <a:pt x="38" y="102"/>
                </a:cubicBezTo>
                <a:cubicBezTo>
                  <a:pt x="38" y="102"/>
                  <a:pt x="42" y="106"/>
                  <a:pt x="42" y="106"/>
                </a:cubicBezTo>
                <a:cubicBezTo>
                  <a:pt x="42" y="106"/>
                  <a:pt x="43" y="106"/>
                  <a:pt x="43" y="106"/>
                </a:cubicBezTo>
                <a:cubicBezTo>
                  <a:pt x="45" y="105"/>
                  <a:pt x="47" y="105"/>
                  <a:pt x="47" y="102"/>
                </a:cubicBezTo>
                <a:cubicBezTo>
                  <a:pt x="46" y="101"/>
                  <a:pt x="47" y="102"/>
                  <a:pt x="48" y="102"/>
                </a:cubicBezTo>
                <a:cubicBezTo>
                  <a:pt x="49" y="104"/>
                  <a:pt x="50" y="104"/>
                  <a:pt x="51" y="104"/>
                </a:cubicBezTo>
                <a:cubicBezTo>
                  <a:pt x="52" y="105"/>
                  <a:pt x="53" y="106"/>
                  <a:pt x="54" y="104"/>
                </a:cubicBezTo>
                <a:cubicBezTo>
                  <a:pt x="55" y="103"/>
                  <a:pt x="57" y="104"/>
                  <a:pt x="57" y="105"/>
                </a:cubicBezTo>
                <a:cubicBezTo>
                  <a:pt x="58" y="107"/>
                  <a:pt x="59" y="109"/>
                  <a:pt x="61" y="110"/>
                </a:cubicBezTo>
                <a:cubicBezTo>
                  <a:pt x="63" y="111"/>
                  <a:pt x="61" y="115"/>
                  <a:pt x="64" y="115"/>
                </a:cubicBezTo>
                <a:cubicBezTo>
                  <a:pt x="65" y="115"/>
                  <a:pt x="65" y="116"/>
                  <a:pt x="64" y="117"/>
                </a:cubicBezTo>
                <a:cubicBezTo>
                  <a:pt x="64" y="117"/>
                  <a:pt x="64" y="117"/>
                  <a:pt x="64" y="118"/>
                </a:cubicBezTo>
                <a:cubicBezTo>
                  <a:pt x="66" y="118"/>
                  <a:pt x="66" y="120"/>
                  <a:pt x="66" y="121"/>
                </a:cubicBezTo>
                <a:cubicBezTo>
                  <a:pt x="68" y="126"/>
                  <a:pt x="69" y="127"/>
                  <a:pt x="74" y="127"/>
                </a:cubicBezTo>
                <a:cubicBezTo>
                  <a:pt x="75" y="127"/>
                  <a:pt x="75" y="128"/>
                  <a:pt x="75" y="128"/>
                </a:cubicBezTo>
                <a:cubicBezTo>
                  <a:pt x="76" y="130"/>
                  <a:pt x="78" y="129"/>
                  <a:pt x="79" y="131"/>
                </a:cubicBezTo>
                <a:cubicBezTo>
                  <a:pt x="80" y="134"/>
                  <a:pt x="82" y="135"/>
                  <a:pt x="85" y="135"/>
                </a:cubicBezTo>
                <a:cubicBezTo>
                  <a:pt x="86" y="136"/>
                  <a:pt x="87" y="136"/>
                  <a:pt x="87" y="138"/>
                </a:cubicBezTo>
                <a:cubicBezTo>
                  <a:pt x="87" y="138"/>
                  <a:pt x="89" y="139"/>
                  <a:pt x="90" y="139"/>
                </a:cubicBezTo>
                <a:cubicBezTo>
                  <a:pt x="93" y="137"/>
                  <a:pt x="94" y="139"/>
                  <a:pt x="96" y="140"/>
                </a:cubicBezTo>
                <a:cubicBezTo>
                  <a:pt x="97" y="141"/>
                  <a:pt x="99" y="141"/>
                  <a:pt x="100" y="140"/>
                </a:cubicBezTo>
                <a:cubicBezTo>
                  <a:pt x="102" y="138"/>
                  <a:pt x="104" y="138"/>
                  <a:pt x="106" y="138"/>
                </a:cubicBezTo>
                <a:cubicBezTo>
                  <a:pt x="106" y="137"/>
                  <a:pt x="107" y="136"/>
                  <a:pt x="108" y="136"/>
                </a:cubicBezTo>
                <a:cubicBezTo>
                  <a:pt x="109" y="136"/>
                  <a:pt x="110" y="136"/>
                  <a:pt x="110" y="135"/>
                </a:cubicBezTo>
                <a:cubicBezTo>
                  <a:pt x="111" y="134"/>
                  <a:pt x="112" y="134"/>
                  <a:pt x="113" y="134"/>
                </a:cubicBezTo>
                <a:cubicBezTo>
                  <a:pt x="115" y="134"/>
                  <a:pt x="117" y="134"/>
                  <a:pt x="118" y="136"/>
                </a:cubicBezTo>
                <a:cubicBezTo>
                  <a:pt x="119" y="137"/>
                  <a:pt x="119" y="139"/>
                  <a:pt x="119" y="141"/>
                </a:cubicBezTo>
                <a:cubicBezTo>
                  <a:pt x="119" y="143"/>
                  <a:pt x="120" y="145"/>
                  <a:pt x="121" y="147"/>
                </a:cubicBezTo>
                <a:cubicBezTo>
                  <a:pt x="121" y="148"/>
                  <a:pt x="122" y="148"/>
                  <a:pt x="122" y="148"/>
                </a:cubicBezTo>
                <a:cubicBezTo>
                  <a:pt x="124" y="148"/>
                  <a:pt x="126" y="150"/>
                  <a:pt x="127" y="150"/>
                </a:cubicBezTo>
                <a:cubicBezTo>
                  <a:pt x="131" y="150"/>
                  <a:pt x="135" y="151"/>
                  <a:pt x="138" y="151"/>
                </a:cubicBezTo>
                <a:cubicBezTo>
                  <a:pt x="139" y="151"/>
                  <a:pt x="140" y="151"/>
                  <a:pt x="140" y="151"/>
                </a:cubicBezTo>
                <a:cubicBezTo>
                  <a:pt x="143" y="153"/>
                  <a:pt x="146" y="153"/>
                  <a:pt x="149" y="152"/>
                </a:cubicBezTo>
                <a:cubicBezTo>
                  <a:pt x="149" y="151"/>
                  <a:pt x="150" y="151"/>
                  <a:pt x="150" y="151"/>
                </a:cubicBezTo>
                <a:cubicBezTo>
                  <a:pt x="151" y="154"/>
                  <a:pt x="154" y="153"/>
                  <a:pt x="156" y="154"/>
                </a:cubicBezTo>
                <a:cubicBezTo>
                  <a:pt x="157" y="155"/>
                  <a:pt x="158" y="154"/>
                  <a:pt x="159" y="154"/>
                </a:cubicBezTo>
                <a:cubicBezTo>
                  <a:pt x="159" y="154"/>
                  <a:pt x="159" y="154"/>
                  <a:pt x="159" y="154"/>
                </a:cubicBezTo>
                <a:cubicBezTo>
                  <a:pt x="159" y="151"/>
                  <a:pt x="159" y="151"/>
                  <a:pt x="159" y="151"/>
                </a:cubicBezTo>
                <a:lnTo>
                  <a:pt x="161" y="148"/>
                </a:ln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3" name="Freeform 42"/>
          <p:cNvSpPr>
            <a:spLocks noEditPoints="1"/>
          </p:cNvSpPr>
          <p:nvPr/>
        </p:nvSpPr>
        <p:spPr bwMode="auto">
          <a:xfrm>
            <a:off x="8405813" y="5992813"/>
            <a:ext cx="1646238" cy="596900"/>
          </a:xfrm>
          <a:custGeom>
            <a:avLst/>
            <a:gdLst>
              <a:gd name="T0" fmla="*/ 190 w 402"/>
              <a:gd name="T1" fmla="*/ 128 h 146"/>
              <a:gd name="T2" fmla="*/ 197 w 402"/>
              <a:gd name="T3" fmla="*/ 122 h 146"/>
              <a:gd name="T4" fmla="*/ 226 w 402"/>
              <a:gd name="T5" fmla="*/ 61 h 146"/>
              <a:gd name="T6" fmla="*/ 236 w 402"/>
              <a:gd name="T7" fmla="*/ 69 h 146"/>
              <a:gd name="T8" fmla="*/ 229 w 402"/>
              <a:gd name="T9" fmla="*/ 82 h 146"/>
              <a:gd name="T10" fmla="*/ 216 w 402"/>
              <a:gd name="T11" fmla="*/ 84 h 146"/>
              <a:gd name="T12" fmla="*/ 240 w 402"/>
              <a:gd name="T13" fmla="*/ 40 h 146"/>
              <a:gd name="T14" fmla="*/ 46 w 402"/>
              <a:gd name="T15" fmla="*/ 77 h 146"/>
              <a:gd name="T16" fmla="*/ 246 w 402"/>
              <a:gd name="T17" fmla="*/ 84 h 146"/>
              <a:gd name="T18" fmla="*/ 186 w 402"/>
              <a:gd name="T19" fmla="*/ 85 h 146"/>
              <a:gd name="T20" fmla="*/ 85 w 402"/>
              <a:gd name="T21" fmla="*/ 40 h 146"/>
              <a:gd name="T22" fmla="*/ 78 w 402"/>
              <a:gd name="T23" fmla="*/ 42 h 146"/>
              <a:gd name="T24" fmla="*/ 81 w 402"/>
              <a:gd name="T25" fmla="*/ 46 h 146"/>
              <a:gd name="T26" fmla="*/ 63 w 402"/>
              <a:gd name="T27" fmla="*/ 38 h 146"/>
              <a:gd name="T28" fmla="*/ 71 w 402"/>
              <a:gd name="T29" fmla="*/ 44 h 146"/>
              <a:gd name="T30" fmla="*/ 24 w 402"/>
              <a:gd name="T31" fmla="*/ 42 h 146"/>
              <a:gd name="T32" fmla="*/ 267 w 402"/>
              <a:gd name="T33" fmla="*/ 65 h 146"/>
              <a:gd name="T34" fmla="*/ 293 w 402"/>
              <a:gd name="T35" fmla="*/ 56 h 146"/>
              <a:gd name="T36" fmla="*/ 289 w 402"/>
              <a:gd name="T37" fmla="*/ 42 h 146"/>
              <a:gd name="T38" fmla="*/ 292 w 402"/>
              <a:gd name="T39" fmla="*/ 28 h 146"/>
              <a:gd name="T40" fmla="*/ 292 w 402"/>
              <a:gd name="T41" fmla="*/ 81 h 146"/>
              <a:gd name="T42" fmla="*/ 282 w 402"/>
              <a:gd name="T43" fmla="*/ 78 h 146"/>
              <a:gd name="T44" fmla="*/ 334 w 402"/>
              <a:gd name="T45" fmla="*/ 98 h 146"/>
              <a:gd name="T46" fmla="*/ 348 w 402"/>
              <a:gd name="T47" fmla="*/ 106 h 146"/>
              <a:gd name="T48" fmla="*/ 289 w 402"/>
              <a:gd name="T49" fmla="*/ 78 h 146"/>
              <a:gd name="T50" fmla="*/ 310 w 402"/>
              <a:gd name="T51" fmla="*/ 51 h 146"/>
              <a:gd name="T52" fmla="*/ 313 w 402"/>
              <a:gd name="T53" fmla="*/ 60 h 146"/>
              <a:gd name="T54" fmla="*/ 333 w 402"/>
              <a:gd name="T55" fmla="*/ 54 h 146"/>
              <a:gd name="T56" fmla="*/ 322 w 402"/>
              <a:gd name="T57" fmla="*/ 64 h 146"/>
              <a:gd name="T58" fmla="*/ 336 w 402"/>
              <a:gd name="T59" fmla="*/ 72 h 146"/>
              <a:gd name="T60" fmla="*/ 329 w 402"/>
              <a:gd name="T61" fmla="*/ 83 h 146"/>
              <a:gd name="T62" fmla="*/ 340 w 402"/>
              <a:gd name="T63" fmla="*/ 83 h 146"/>
              <a:gd name="T64" fmla="*/ 361 w 402"/>
              <a:gd name="T65" fmla="*/ 59 h 146"/>
              <a:gd name="T66" fmla="*/ 382 w 402"/>
              <a:gd name="T67" fmla="*/ 110 h 146"/>
              <a:gd name="T68" fmla="*/ 402 w 402"/>
              <a:gd name="T69" fmla="*/ 105 h 146"/>
              <a:gd name="T70" fmla="*/ 347 w 402"/>
              <a:gd name="T71" fmla="*/ 75 h 146"/>
              <a:gd name="T72" fmla="*/ 370 w 402"/>
              <a:gd name="T73" fmla="*/ 94 h 146"/>
              <a:gd name="T74" fmla="*/ 379 w 402"/>
              <a:gd name="T75" fmla="*/ 100 h 146"/>
              <a:gd name="T76" fmla="*/ 387 w 402"/>
              <a:gd name="T77" fmla="*/ 122 h 146"/>
              <a:gd name="T78" fmla="*/ 320 w 402"/>
              <a:gd name="T79" fmla="*/ 113 h 146"/>
              <a:gd name="T80" fmla="*/ 54 w 402"/>
              <a:gd name="T81" fmla="*/ 74 h 146"/>
              <a:gd name="T82" fmla="*/ 1 w 402"/>
              <a:gd name="T83" fmla="*/ 1 h 146"/>
              <a:gd name="T84" fmla="*/ 54 w 402"/>
              <a:gd name="T85" fmla="*/ 33 h 146"/>
              <a:gd name="T86" fmla="*/ 83 w 402"/>
              <a:gd name="T87" fmla="*/ 66 h 146"/>
              <a:gd name="T88" fmla="*/ 247 w 402"/>
              <a:gd name="T89" fmla="*/ 143 h 146"/>
              <a:gd name="T90" fmla="*/ 253 w 402"/>
              <a:gd name="T91" fmla="*/ 133 h 146"/>
              <a:gd name="T92" fmla="*/ 216 w 402"/>
              <a:gd name="T93" fmla="*/ 125 h 146"/>
              <a:gd name="T94" fmla="*/ 251 w 402"/>
              <a:gd name="T95" fmla="*/ 123 h 146"/>
              <a:gd name="T96" fmla="*/ 233 w 402"/>
              <a:gd name="T97" fmla="*/ 143 h 146"/>
              <a:gd name="T98" fmla="*/ 234 w 402"/>
              <a:gd name="T99" fmla="*/ 124 h 146"/>
              <a:gd name="T100" fmla="*/ 236 w 402"/>
              <a:gd name="T101" fmla="*/ 127 h 146"/>
              <a:gd name="T102" fmla="*/ 169 w 402"/>
              <a:gd name="T103" fmla="*/ 125 h 146"/>
              <a:gd name="T104" fmla="*/ 98 w 402"/>
              <a:gd name="T105" fmla="*/ 113 h 146"/>
              <a:gd name="T106" fmla="*/ 135 w 402"/>
              <a:gd name="T107" fmla="*/ 109 h 146"/>
              <a:gd name="T108" fmla="*/ 164 w 402"/>
              <a:gd name="T109" fmla="*/ 112 h 146"/>
              <a:gd name="T110" fmla="*/ 103 w 402"/>
              <a:gd name="T111" fmla="*/ 75 h 146"/>
              <a:gd name="T112" fmla="*/ 170 w 402"/>
              <a:gd name="T113" fmla="*/ 121 h 146"/>
              <a:gd name="T114" fmla="*/ 130 w 402"/>
              <a:gd name="T115" fmla="*/ 36 h 146"/>
              <a:gd name="T116" fmla="*/ 134 w 402"/>
              <a:gd name="T117" fmla="*/ 76 h 146"/>
              <a:gd name="T118" fmla="*/ 183 w 402"/>
              <a:gd name="T119" fmla="*/ 80 h 146"/>
              <a:gd name="T120" fmla="*/ 190 w 402"/>
              <a:gd name="T121" fmla="*/ 58 h 146"/>
              <a:gd name="T122" fmla="*/ 200 w 402"/>
              <a:gd name="T123" fmla="*/ 40 h 146"/>
              <a:gd name="T124" fmla="*/ 197 w 402"/>
              <a:gd name="T125" fmla="*/ 23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2" h="146">
                <a:moveTo>
                  <a:pt x="209" y="127"/>
                </a:moveTo>
                <a:cubicBezTo>
                  <a:pt x="209" y="126"/>
                  <a:pt x="209" y="126"/>
                  <a:pt x="209" y="127"/>
                </a:cubicBezTo>
                <a:cubicBezTo>
                  <a:pt x="209" y="127"/>
                  <a:pt x="209" y="126"/>
                  <a:pt x="208" y="126"/>
                </a:cubicBezTo>
                <a:cubicBezTo>
                  <a:pt x="208" y="126"/>
                  <a:pt x="208" y="126"/>
                  <a:pt x="208" y="126"/>
                </a:cubicBezTo>
                <a:cubicBezTo>
                  <a:pt x="208" y="126"/>
                  <a:pt x="208" y="127"/>
                  <a:pt x="208" y="127"/>
                </a:cubicBezTo>
                <a:cubicBezTo>
                  <a:pt x="208" y="127"/>
                  <a:pt x="207" y="126"/>
                  <a:pt x="207" y="126"/>
                </a:cubicBezTo>
                <a:cubicBezTo>
                  <a:pt x="207" y="126"/>
                  <a:pt x="207" y="126"/>
                  <a:pt x="207" y="126"/>
                </a:cubicBezTo>
                <a:cubicBezTo>
                  <a:pt x="207" y="126"/>
                  <a:pt x="207" y="126"/>
                  <a:pt x="207" y="126"/>
                </a:cubicBezTo>
                <a:cubicBezTo>
                  <a:pt x="208" y="126"/>
                  <a:pt x="208" y="126"/>
                  <a:pt x="208" y="126"/>
                </a:cubicBezTo>
                <a:cubicBezTo>
                  <a:pt x="208" y="126"/>
                  <a:pt x="208" y="126"/>
                  <a:pt x="208" y="126"/>
                </a:cubicBezTo>
                <a:cubicBezTo>
                  <a:pt x="208" y="126"/>
                  <a:pt x="208" y="126"/>
                  <a:pt x="208" y="126"/>
                </a:cubicBezTo>
                <a:cubicBezTo>
                  <a:pt x="208" y="126"/>
                  <a:pt x="208" y="126"/>
                  <a:pt x="208" y="126"/>
                </a:cubicBezTo>
                <a:cubicBezTo>
                  <a:pt x="209" y="126"/>
                  <a:pt x="209" y="126"/>
                  <a:pt x="209" y="126"/>
                </a:cubicBezTo>
                <a:cubicBezTo>
                  <a:pt x="209" y="126"/>
                  <a:pt x="209" y="126"/>
                  <a:pt x="209" y="126"/>
                </a:cubicBezTo>
                <a:cubicBezTo>
                  <a:pt x="209" y="126"/>
                  <a:pt x="209" y="126"/>
                  <a:pt x="209" y="126"/>
                </a:cubicBezTo>
                <a:cubicBezTo>
                  <a:pt x="209" y="126"/>
                  <a:pt x="209" y="126"/>
                  <a:pt x="209" y="126"/>
                </a:cubicBezTo>
                <a:cubicBezTo>
                  <a:pt x="209" y="126"/>
                  <a:pt x="210" y="126"/>
                  <a:pt x="210" y="126"/>
                </a:cubicBezTo>
                <a:cubicBezTo>
                  <a:pt x="210" y="126"/>
                  <a:pt x="210" y="126"/>
                  <a:pt x="210" y="126"/>
                </a:cubicBezTo>
                <a:cubicBezTo>
                  <a:pt x="210" y="126"/>
                  <a:pt x="210" y="126"/>
                  <a:pt x="211" y="126"/>
                </a:cubicBezTo>
                <a:cubicBezTo>
                  <a:pt x="211" y="126"/>
                  <a:pt x="211" y="126"/>
                  <a:pt x="211" y="126"/>
                </a:cubicBezTo>
                <a:cubicBezTo>
                  <a:pt x="211" y="126"/>
                  <a:pt x="211" y="126"/>
                  <a:pt x="211" y="126"/>
                </a:cubicBezTo>
                <a:cubicBezTo>
                  <a:pt x="211" y="126"/>
                  <a:pt x="211" y="126"/>
                  <a:pt x="211" y="126"/>
                </a:cubicBezTo>
                <a:cubicBezTo>
                  <a:pt x="211" y="126"/>
                  <a:pt x="211" y="126"/>
                  <a:pt x="211" y="126"/>
                </a:cubicBezTo>
                <a:cubicBezTo>
                  <a:pt x="212" y="126"/>
                  <a:pt x="212" y="126"/>
                  <a:pt x="211" y="126"/>
                </a:cubicBezTo>
                <a:cubicBezTo>
                  <a:pt x="211" y="126"/>
                  <a:pt x="211" y="125"/>
                  <a:pt x="211" y="125"/>
                </a:cubicBezTo>
                <a:cubicBezTo>
                  <a:pt x="211" y="125"/>
                  <a:pt x="212" y="125"/>
                  <a:pt x="212" y="125"/>
                </a:cubicBezTo>
                <a:cubicBezTo>
                  <a:pt x="212" y="125"/>
                  <a:pt x="212" y="125"/>
                  <a:pt x="212" y="125"/>
                </a:cubicBezTo>
                <a:cubicBezTo>
                  <a:pt x="211" y="125"/>
                  <a:pt x="211" y="125"/>
                  <a:pt x="211" y="125"/>
                </a:cubicBezTo>
                <a:cubicBezTo>
                  <a:pt x="211" y="125"/>
                  <a:pt x="211" y="125"/>
                  <a:pt x="211" y="125"/>
                </a:cubicBezTo>
                <a:cubicBezTo>
                  <a:pt x="211" y="125"/>
                  <a:pt x="211" y="125"/>
                  <a:pt x="211" y="125"/>
                </a:cubicBezTo>
                <a:cubicBezTo>
                  <a:pt x="211" y="125"/>
                  <a:pt x="210" y="125"/>
                  <a:pt x="210" y="125"/>
                </a:cubicBezTo>
                <a:cubicBezTo>
                  <a:pt x="210" y="125"/>
                  <a:pt x="210" y="125"/>
                  <a:pt x="210" y="125"/>
                </a:cubicBezTo>
                <a:cubicBezTo>
                  <a:pt x="210" y="125"/>
                  <a:pt x="210" y="125"/>
                  <a:pt x="210" y="125"/>
                </a:cubicBezTo>
                <a:cubicBezTo>
                  <a:pt x="210" y="125"/>
                  <a:pt x="210" y="125"/>
                  <a:pt x="210" y="124"/>
                </a:cubicBezTo>
                <a:cubicBezTo>
                  <a:pt x="210" y="124"/>
                  <a:pt x="210" y="124"/>
                  <a:pt x="210" y="124"/>
                </a:cubicBezTo>
                <a:cubicBezTo>
                  <a:pt x="210" y="124"/>
                  <a:pt x="210" y="124"/>
                  <a:pt x="210" y="124"/>
                </a:cubicBezTo>
                <a:cubicBezTo>
                  <a:pt x="210" y="124"/>
                  <a:pt x="210" y="124"/>
                  <a:pt x="210" y="124"/>
                </a:cubicBezTo>
                <a:cubicBezTo>
                  <a:pt x="210" y="123"/>
                  <a:pt x="210" y="123"/>
                  <a:pt x="210" y="123"/>
                </a:cubicBezTo>
                <a:cubicBezTo>
                  <a:pt x="210" y="123"/>
                  <a:pt x="210" y="123"/>
                  <a:pt x="210" y="123"/>
                </a:cubicBezTo>
                <a:cubicBezTo>
                  <a:pt x="210" y="122"/>
                  <a:pt x="210" y="122"/>
                  <a:pt x="210" y="122"/>
                </a:cubicBezTo>
                <a:cubicBezTo>
                  <a:pt x="210" y="122"/>
                  <a:pt x="210" y="122"/>
                  <a:pt x="210" y="122"/>
                </a:cubicBezTo>
                <a:cubicBezTo>
                  <a:pt x="209" y="122"/>
                  <a:pt x="209" y="122"/>
                  <a:pt x="209" y="122"/>
                </a:cubicBezTo>
                <a:cubicBezTo>
                  <a:pt x="208" y="122"/>
                  <a:pt x="209" y="122"/>
                  <a:pt x="208" y="122"/>
                </a:cubicBezTo>
                <a:cubicBezTo>
                  <a:pt x="208" y="122"/>
                  <a:pt x="208" y="122"/>
                  <a:pt x="208" y="122"/>
                </a:cubicBezTo>
                <a:cubicBezTo>
                  <a:pt x="208" y="122"/>
                  <a:pt x="208" y="122"/>
                  <a:pt x="208" y="123"/>
                </a:cubicBezTo>
                <a:cubicBezTo>
                  <a:pt x="208" y="123"/>
                  <a:pt x="208" y="123"/>
                  <a:pt x="207" y="123"/>
                </a:cubicBezTo>
                <a:cubicBezTo>
                  <a:pt x="207" y="123"/>
                  <a:pt x="207" y="123"/>
                  <a:pt x="207" y="123"/>
                </a:cubicBezTo>
                <a:cubicBezTo>
                  <a:pt x="208" y="124"/>
                  <a:pt x="207" y="124"/>
                  <a:pt x="207" y="124"/>
                </a:cubicBezTo>
                <a:cubicBezTo>
                  <a:pt x="207" y="124"/>
                  <a:pt x="207" y="124"/>
                  <a:pt x="207" y="124"/>
                </a:cubicBezTo>
                <a:cubicBezTo>
                  <a:pt x="207" y="124"/>
                  <a:pt x="207" y="124"/>
                  <a:pt x="207" y="124"/>
                </a:cubicBezTo>
                <a:cubicBezTo>
                  <a:pt x="207" y="124"/>
                  <a:pt x="207" y="124"/>
                  <a:pt x="207" y="124"/>
                </a:cubicBezTo>
                <a:cubicBezTo>
                  <a:pt x="207" y="124"/>
                  <a:pt x="207" y="124"/>
                  <a:pt x="207" y="123"/>
                </a:cubicBezTo>
                <a:cubicBezTo>
                  <a:pt x="207" y="123"/>
                  <a:pt x="207" y="123"/>
                  <a:pt x="207" y="123"/>
                </a:cubicBezTo>
                <a:cubicBezTo>
                  <a:pt x="207" y="123"/>
                  <a:pt x="207" y="122"/>
                  <a:pt x="207" y="122"/>
                </a:cubicBezTo>
                <a:cubicBezTo>
                  <a:pt x="207" y="122"/>
                  <a:pt x="207" y="122"/>
                  <a:pt x="207" y="122"/>
                </a:cubicBezTo>
                <a:cubicBezTo>
                  <a:pt x="206" y="122"/>
                  <a:pt x="206" y="122"/>
                  <a:pt x="206" y="122"/>
                </a:cubicBezTo>
                <a:cubicBezTo>
                  <a:pt x="206" y="122"/>
                  <a:pt x="206" y="122"/>
                  <a:pt x="206" y="122"/>
                </a:cubicBezTo>
                <a:cubicBezTo>
                  <a:pt x="206" y="122"/>
                  <a:pt x="206" y="122"/>
                  <a:pt x="206" y="122"/>
                </a:cubicBezTo>
                <a:cubicBezTo>
                  <a:pt x="205" y="122"/>
                  <a:pt x="205" y="122"/>
                  <a:pt x="205" y="122"/>
                </a:cubicBezTo>
                <a:cubicBezTo>
                  <a:pt x="205" y="122"/>
                  <a:pt x="205" y="122"/>
                  <a:pt x="205" y="122"/>
                </a:cubicBezTo>
                <a:cubicBezTo>
                  <a:pt x="205" y="122"/>
                  <a:pt x="205" y="123"/>
                  <a:pt x="204" y="123"/>
                </a:cubicBezTo>
                <a:cubicBezTo>
                  <a:pt x="204" y="123"/>
                  <a:pt x="204" y="123"/>
                  <a:pt x="204" y="123"/>
                </a:cubicBezTo>
                <a:cubicBezTo>
                  <a:pt x="203" y="123"/>
                  <a:pt x="203" y="123"/>
                  <a:pt x="203" y="123"/>
                </a:cubicBezTo>
                <a:cubicBezTo>
                  <a:pt x="203" y="123"/>
                  <a:pt x="203" y="122"/>
                  <a:pt x="203" y="122"/>
                </a:cubicBezTo>
                <a:cubicBezTo>
                  <a:pt x="203" y="122"/>
                  <a:pt x="203" y="122"/>
                  <a:pt x="203" y="122"/>
                </a:cubicBezTo>
                <a:cubicBezTo>
                  <a:pt x="202" y="122"/>
                  <a:pt x="203" y="122"/>
                  <a:pt x="203" y="122"/>
                </a:cubicBezTo>
                <a:cubicBezTo>
                  <a:pt x="203" y="121"/>
                  <a:pt x="202" y="121"/>
                  <a:pt x="202" y="121"/>
                </a:cubicBezTo>
                <a:cubicBezTo>
                  <a:pt x="202" y="121"/>
                  <a:pt x="202" y="121"/>
                  <a:pt x="202" y="121"/>
                </a:cubicBezTo>
                <a:cubicBezTo>
                  <a:pt x="202" y="121"/>
                  <a:pt x="202" y="121"/>
                  <a:pt x="202" y="121"/>
                </a:cubicBezTo>
                <a:cubicBezTo>
                  <a:pt x="202" y="120"/>
                  <a:pt x="202" y="120"/>
                  <a:pt x="202" y="120"/>
                </a:cubicBezTo>
                <a:cubicBezTo>
                  <a:pt x="202" y="121"/>
                  <a:pt x="202" y="121"/>
                  <a:pt x="201" y="120"/>
                </a:cubicBezTo>
                <a:cubicBezTo>
                  <a:pt x="201" y="120"/>
                  <a:pt x="201" y="120"/>
                  <a:pt x="201" y="120"/>
                </a:cubicBezTo>
                <a:cubicBezTo>
                  <a:pt x="201" y="121"/>
                  <a:pt x="201" y="120"/>
                  <a:pt x="201" y="120"/>
                </a:cubicBezTo>
                <a:cubicBezTo>
                  <a:pt x="201" y="120"/>
                  <a:pt x="201" y="120"/>
                  <a:pt x="200" y="120"/>
                </a:cubicBezTo>
                <a:cubicBezTo>
                  <a:pt x="200" y="120"/>
                  <a:pt x="200" y="121"/>
                  <a:pt x="200" y="121"/>
                </a:cubicBezTo>
                <a:cubicBezTo>
                  <a:pt x="199" y="121"/>
                  <a:pt x="199" y="121"/>
                  <a:pt x="199" y="121"/>
                </a:cubicBezTo>
                <a:cubicBezTo>
                  <a:pt x="199" y="121"/>
                  <a:pt x="199" y="121"/>
                  <a:pt x="199" y="121"/>
                </a:cubicBezTo>
                <a:cubicBezTo>
                  <a:pt x="199" y="121"/>
                  <a:pt x="199" y="122"/>
                  <a:pt x="199" y="122"/>
                </a:cubicBezTo>
                <a:cubicBezTo>
                  <a:pt x="198" y="122"/>
                  <a:pt x="198" y="122"/>
                  <a:pt x="199" y="122"/>
                </a:cubicBezTo>
                <a:cubicBezTo>
                  <a:pt x="199" y="122"/>
                  <a:pt x="199" y="122"/>
                  <a:pt x="199" y="122"/>
                </a:cubicBezTo>
                <a:cubicBezTo>
                  <a:pt x="199" y="122"/>
                  <a:pt x="199" y="123"/>
                  <a:pt x="200" y="123"/>
                </a:cubicBezTo>
                <a:cubicBezTo>
                  <a:pt x="200" y="123"/>
                  <a:pt x="200" y="123"/>
                  <a:pt x="201" y="124"/>
                </a:cubicBezTo>
                <a:cubicBezTo>
                  <a:pt x="201" y="124"/>
                  <a:pt x="201" y="124"/>
                  <a:pt x="202" y="124"/>
                </a:cubicBezTo>
                <a:cubicBezTo>
                  <a:pt x="202" y="124"/>
                  <a:pt x="202" y="124"/>
                  <a:pt x="202" y="124"/>
                </a:cubicBezTo>
                <a:cubicBezTo>
                  <a:pt x="202" y="124"/>
                  <a:pt x="203" y="124"/>
                  <a:pt x="203" y="124"/>
                </a:cubicBezTo>
                <a:cubicBezTo>
                  <a:pt x="203" y="125"/>
                  <a:pt x="203" y="125"/>
                  <a:pt x="203" y="125"/>
                </a:cubicBezTo>
                <a:cubicBezTo>
                  <a:pt x="203" y="125"/>
                  <a:pt x="204" y="125"/>
                  <a:pt x="204" y="125"/>
                </a:cubicBezTo>
                <a:cubicBezTo>
                  <a:pt x="204" y="125"/>
                  <a:pt x="203" y="125"/>
                  <a:pt x="203" y="126"/>
                </a:cubicBezTo>
                <a:cubicBezTo>
                  <a:pt x="203" y="126"/>
                  <a:pt x="203" y="126"/>
                  <a:pt x="203" y="126"/>
                </a:cubicBezTo>
                <a:cubicBezTo>
                  <a:pt x="203" y="126"/>
                  <a:pt x="202" y="125"/>
                  <a:pt x="202" y="126"/>
                </a:cubicBezTo>
                <a:cubicBezTo>
                  <a:pt x="202" y="126"/>
                  <a:pt x="202" y="126"/>
                  <a:pt x="201" y="126"/>
                </a:cubicBezTo>
                <a:cubicBezTo>
                  <a:pt x="201" y="126"/>
                  <a:pt x="201" y="126"/>
                  <a:pt x="201" y="126"/>
                </a:cubicBezTo>
                <a:cubicBezTo>
                  <a:pt x="201" y="126"/>
                  <a:pt x="201" y="126"/>
                  <a:pt x="201" y="126"/>
                </a:cubicBezTo>
                <a:cubicBezTo>
                  <a:pt x="201" y="126"/>
                  <a:pt x="201" y="126"/>
                  <a:pt x="201" y="126"/>
                </a:cubicBezTo>
                <a:cubicBezTo>
                  <a:pt x="201" y="126"/>
                  <a:pt x="200" y="126"/>
                  <a:pt x="200" y="126"/>
                </a:cubicBezTo>
                <a:cubicBezTo>
                  <a:pt x="200" y="126"/>
                  <a:pt x="200" y="126"/>
                  <a:pt x="200" y="126"/>
                </a:cubicBezTo>
                <a:cubicBezTo>
                  <a:pt x="200" y="126"/>
                  <a:pt x="200" y="126"/>
                  <a:pt x="200" y="126"/>
                </a:cubicBezTo>
                <a:cubicBezTo>
                  <a:pt x="200" y="126"/>
                  <a:pt x="199" y="126"/>
                  <a:pt x="199" y="126"/>
                </a:cubicBezTo>
                <a:cubicBezTo>
                  <a:pt x="199" y="126"/>
                  <a:pt x="199" y="126"/>
                  <a:pt x="199" y="126"/>
                </a:cubicBezTo>
                <a:cubicBezTo>
                  <a:pt x="199" y="125"/>
                  <a:pt x="199" y="125"/>
                  <a:pt x="199" y="125"/>
                </a:cubicBezTo>
                <a:cubicBezTo>
                  <a:pt x="199" y="125"/>
                  <a:pt x="199" y="125"/>
                  <a:pt x="199" y="125"/>
                </a:cubicBezTo>
                <a:cubicBezTo>
                  <a:pt x="199" y="125"/>
                  <a:pt x="199" y="125"/>
                  <a:pt x="199" y="125"/>
                </a:cubicBezTo>
                <a:cubicBezTo>
                  <a:pt x="199" y="125"/>
                  <a:pt x="198" y="125"/>
                  <a:pt x="198" y="125"/>
                </a:cubicBezTo>
                <a:cubicBezTo>
                  <a:pt x="198" y="125"/>
                  <a:pt x="198" y="125"/>
                  <a:pt x="198" y="124"/>
                </a:cubicBezTo>
                <a:cubicBezTo>
                  <a:pt x="198" y="124"/>
                  <a:pt x="198" y="124"/>
                  <a:pt x="198" y="124"/>
                </a:cubicBezTo>
                <a:cubicBezTo>
                  <a:pt x="198" y="124"/>
                  <a:pt x="198" y="124"/>
                  <a:pt x="198" y="124"/>
                </a:cubicBezTo>
                <a:cubicBezTo>
                  <a:pt x="198" y="124"/>
                  <a:pt x="198" y="123"/>
                  <a:pt x="197" y="124"/>
                </a:cubicBezTo>
                <a:cubicBezTo>
                  <a:pt x="197" y="124"/>
                  <a:pt x="197" y="124"/>
                  <a:pt x="197" y="124"/>
                </a:cubicBezTo>
                <a:cubicBezTo>
                  <a:pt x="197" y="124"/>
                  <a:pt x="197" y="124"/>
                  <a:pt x="197" y="124"/>
                </a:cubicBezTo>
                <a:cubicBezTo>
                  <a:pt x="197" y="124"/>
                  <a:pt x="197" y="124"/>
                  <a:pt x="197" y="123"/>
                </a:cubicBezTo>
                <a:cubicBezTo>
                  <a:pt x="197" y="123"/>
                  <a:pt x="197" y="123"/>
                  <a:pt x="197" y="123"/>
                </a:cubicBezTo>
                <a:cubicBezTo>
                  <a:pt x="197" y="123"/>
                  <a:pt x="197" y="123"/>
                  <a:pt x="196" y="123"/>
                </a:cubicBezTo>
                <a:cubicBezTo>
                  <a:pt x="196" y="123"/>
                  <a:pt x="196" y="123"/>
                  <a:pt x="196" y="123"/>
                </a:cubicBezTo>
                <a:cubicBezTo>
                  <a:pt x="196" y="124"/>
                  <a:pt x="196" y="124"/>
                  <a:pt x="196" y="124"/>
                </a:cubicBezTo>
                <a:cubicBezTo>
                  <a:pt x="196" y="124"/>
                  <a:pt x="195" y="124"/>
                  <a:pt x="195" y="124"/>
                </a:cubicBezTo>
                <a:cubicBezTo>
                  <a:pt x="195" y="124"/>
                  <a:pt x="194" y="123"/>
                  <a:pt x="194" y="123"/>
                </a:cubicBezTo>
                <a:cubicBezTo>
                  <a:pt x="194" y="123"/>
                  <a:pt x="194" y="123"/>
                  <a:pt x="194" y="123"/>
                </a:cubicBezTo>
                <a:cubicBezTo>
                  <a:pt x="194" y="123"/>
                  <a:pt x="194" y="123"/>
                  <a:pt x="193" y="123"/>
                </a:cubicBezTo>
                <a:cubicBezTo>
                  <a:pt x="193" y="123"/>
                  <a:pt x="193" y="123"/>
                  <a:pt x="193" y="123"/>
                </a:cubicBezTo>
                <a:cubicBezTo>
                  <a:pt x="193" y="123"/>
                  <a:pt x="193" y="124"/>
                  <a:pt x="193" y="124"/>
                </a:cubicBezTo>
                <a:cubicBezTo>
                  <a:pt x="192" y="124"/>
                  <a:pt x="192" y="124"/>
                  <a:pt x="192" y="124"/>
                </a:cubicBezTo>
                <a:cubicBezTo>
                  <a:pt x="192" y="124"/>
                  <a:pt x="192" y="124"/>
                  <a:pt x="192" y="124"/>
                </a:cubicBezTo>
                <a:cubicBezTo>
                  <a:pt x="192" y="124"/>
                  <a:pt x="192" y="124"/>
                  <a:pt x="192" y="124"/>
                </a:cubicBezTo>
                <a:cubicBezTo>
                  <a:pt x="192" y="124"/>
                  <a:pt x="191" y="124"/>
                  <a:pt x="191" y="124"/>
                </a:cubicBezTo>
                <a:cubicBezTo>
                  <a:pt x="191" y="124"/>
                  <a:pt x="191" y="124"/>
                  <a:pt x="191" y="125"/>
                </a:cubicBezTo>
                <a:cubicBezTo>
                  <a:pt x="191" y="125"/>
                  <a:pt x="191" y="125"/>
                  <a:pt x="190" y="125"/>
                </a:cubicBezTo>
                <a:cubicBezTo>
                  <a:pt x="190" y="125"/>
                  <a:pt x="190" y="125"/>
                  <a:pt x="190" y="125"/>
                </a:cubicBezTo>
                <a:cubicBezTo>
                  <a:pt x="190" y="125"/>
                  <a:pt x="190" y="125"/>
                  <a:pt x="190" y="125"/>
                </a:cubicBezTo>
                <a:cubicBezTo>
                  <a:pt x="190" y="125"/>
                  <a:pt x="190" y="126"/>
                  <a:pt x="190" y="126"/>
                </a:cubicBezTo>
                <a:cubicBezTo>
                  <a:pt x="190" y="126"/>
                  <a:pt x="190" y="126"/>
                  <a:pt x="190" y="126"/>
                </a:cubicBezTo>
                <a:cubicBezTo>
                  <a:pt x="190" y="126"/>
                  <a:pt x="190" y="126"/>
                  <a:pt x="190" y="126"/>
                </a:cubicBezTo>
                <a:cubicBezTo>
                  <a:pt x="190" y="126"/>
                  <a:pt x="190" y="126"/>
                  <a:pt x="190" y="126"/>
                </a:cubicBezTo>
                <a:cubicBezTo>
                  <a:pt x="190" y="126"/>
                  <a:pt x="190" y="126"/>
                  <a:pt x="191" y="127"/>
                </a:cubicBezTo>
                <a:cubicBezTo>
                  <a:pt x="191" y="127"/>
                  <a:pt x="191" y="127"/>
                  <a:pt x="190" y="127"/>
                </a:cubicBezTo>
                <a:cubicBezTo>
                  <a:pt x="190" y="127"/>
                  <a:pt x="190" y="127"/>
                  <a:pt x="190" y="127"/>
                </a:cubicBezTo>
                <a:cubicBezTo>
                  <a:pt x="190" y="127"/>
                  <a:pt x="190" y="127"/>
                  <a:pt x="190" y="127"/>
                </a:cubicBezTo>
                <a:cubicBezTo>
                  <a:pt x="190" y="128"/>
                  <a:pt x="190" y="128"/>
                  <a:pt x="190" y="128"/>
                </a:cubicBezTo>
                <a:cubicBezTo>
                  <a:pt x="190" y="128"/>
                  <a:pt x="190" y="128"/>
                  <a:pt x="190" y="128"/>
                </a:cubicBezTo>
                <a:cubicBezTo>
                  <a:pt x="190" y="128"/>
                  <a:pt x="190" y="128"/>
                  <a:pt x="190" y="128"/>
                </a:cubicBezTo>
                <a:cubicBezTo>
                  <a:pt x="190" y="128"/>
                  <a:pt x="190" y="128"/>
                  <a:pt x="190" y="128"/>
                </a:cubicBezTo>
                <a:cubicBezTo>
                  <a:pt x="190" y="129"/>
                  <a:pt x="190" y="129"/>
                  <a:pt x="190" y="129"/>
                </a:cubicBezTo>
                <a:cubicBezTo>
                  <a:pt x="190" y="129"/>
                  <a:pt x="191" y="129"/>
                  <a:pt x="191" y="129"/>
                </a:cubicBezTo>
                <a:cubicBezTo>
                  <a:pt x="191" y="129"/>
                  <a:pt x="191" y="129"/>
                  <a:pt x="191" y="129"/>
                </a:cubicBezTo>
                <a:cubicBezTo>
                  <a:pt x="191" y="129"/>
                  <a:pt x="192" y="129"/>
                  <a:pt x="192" y="129"/>
                </a:cubicBezTo>
                <a:cubicBezTo>
                  <a:pt x="192" y="129"/>
                  <a:pt x="192" y="129"/>
                  <a:pt x="192" y="129"/>
                </a:cubicBezTo>
                <a:cubicBezTo>
                  <a:pt x="192" y="129"/>
                  <a:pt x="193" y="129"/>
                  <a:pt x="193" y="129"/>
                </a:cubicBezTo>
                <a:cubicBezTo>
                  <a:pt x="193" y="129"/>
                  <a:pt x="193" y="129"/>
                  <a:pt x="193" y="129"/>
                </a:cubicBezTo>
                <a:cubicBezTo>
                  <a:pt x="194" y="129"/>
                  <a:pt x="194" y="129"/>
                  <a:pt x="194" y="129"/>
                </a:cubicBezTo>
                <a:cubicBezTo>
                  <a:pt x="194" y="129"/>
                  <a:pt x="194" y="129"/>
                  <a:pt x="194" y="129"/>
                </a:cubicBezTo>
                <a:cubicBezTo>
                  <a:pt x="195" y="129"/>
                  <a:pt x="195" y="129"/>
                  <a:pt x="195" y="129"/>
                </a:cubicBezTo>
                <a:cubicBezTo>
                  <a:pt x="195" y="129"/>
                  <a:pt x="196" y="129"/>
                  <a:pt x="196" y="129"/>
                </a:cubicBezTo>
                <a:cubicBezTo>
                  <a:pt x="196" y="129"/>
                  <a:pt x="196" y="129"/>
                  <a:pt x="196" y="129"/>
                </a:cubicBezTo>
                <a:cubicBezTo>
                  <a:pt x="196" y="129"/>
                  <a:pt x="197" y="129"/>
                  <a:pt x="197" y="129"/>
                </a:cubicBezTo>
                <a:cubicBezTo>
                  <a:pt x="197" y="128"/>
                  <a:pt x="197" y="128"/>
                  <a:pt x="197" y="128"/>
                </a:cubicBezTo>
                <a:cubicBezTo>
                  <a:pt x="198" y="128"/>
                  <a:pt x="198" y="128"/>
                  <a:pt x="198" y="128"/>
                </a:cubicBezTo>
                <a:cubicBezTo>
                  <a:pt x="199" y="128"/>
                  <a:pt x="199" y="128"/>
                  <a:pt x="199" y="128"/>
                </a:cubicBezTo>
                <a:cubicBezTo>
                  <a:pt x="199" y="128"/>
                  <a:pt x="199" y="128"/>
                  <a:pt x="199" y="128"/>
                </a:cubicBezTo>
                <a:cubicBezTo>
                  <a:pt x="199" y="128"/>
                  <a:pt x="199" y="128"/>
                  <a:pt x="199" y="128"/>
                </a:cubicBezTo>
                <a:cubicBezTo>
                  <a:pt x="200" y="128"/>
                  <a:pt x="200" y="128"/>
                  <a:pt x="200" y="128"/>
                </a:cubicBezTo>
                <a:cubicBezTo>
                  <a:pt x="200" y="128"/>
                  <a:pt x="200" y="128"/>
                  <a:pt x="200" y="128"/>
                </a:cubicBezTo>
                <a:cubicBezTo>
                  <a:pt x="200" y="128"/>
                  <a:pt x="200" y="128"/>
                  <a:pt x="200" y="128"/>
                </a:cubicBezTo>
                <a:cubicBezTo>
                  <a:pt x="200" y="128"/>
                  <a:pt x="201" y="128"/>
                  <a:pt x="201" y="128"/>
                </a:cubicBezTo>
                <a:cubicBezTo>
                  <a:pt x="201" y="128"/>
                  <a:pt x="201" y="127"/>
                  <a:pt x="201" y="127"/>
                </a:cubicBezTo>
                <a:cubicBezTo>
                  <a:pt x="201" y="127"/>
                  <a:pt x="201" y="127"/>
                  <a:pt x="201" y="127"/>
                </a:cubicBezTo>
                <a:cubicBezTo>
                  <a:pt x="201" y="127"/>
                  <a:pt x="202" y="127"/>
                  <a:pt x="202" y="127"/>
                </a:cubicBezTo>
                <a:cubicBezTo>
                  <a:pt x="202" y="127"/>
                  <a:pt x="202" y="127"/>
                  <a:pt x="202" y="127"/>
                </a:cubicBezTo>
                <a:cubicBezTo>
                  <a:pt x="202" y="127"/>
                  <a:pt x="202" y="127"/>
                  <a:pt x="202" y="127"/>
                </a:cubicBezTo>
                <a:cubicBezTo>
                  <a:pt x="202" y="127"/>
                  <a:pt x="203" y="127"/>
                  <a:pt x="203" y="127"/>
                </a:cubicBezTo>
                <a:cubicBezTo>
                  <a:pt x="203" y="127"/>
                  <a:pt x="203" y="127"/>
                  <a:pt x="203" y="127"/>
                </a:cubicBezTo>
                <a:cubicBezTo>
                  <a:pt x="203" y="127"/>
                  <a:pt x="203" y="127"/>
                  <a:pt x="203" y="127"/>
                </a:cubicBezTo>
                <a:cubicBezTo>
                  <a:pt x="204" y="126"/>
                  <a:pt x="204" y="126"/>
                  <a:pt x="204" y="126"/>
                </a:cubicBezTo>
                <a:cubicBezTo>
                  <a:pt x="204" y="126"/>
                  <a:pt x="204" y="126"/>
                  <a:pt x="204" y="126"/>
                </a:cubicBezTo>
                <a:cubicBezTo>
                  <a:pt x="205" y="126"/>
                  <a:pt x="205" y="126"/>
                  <a:pt x="205" y="126"/>
                </a:cubicBezTo>
                <a:cubicBezTo>
                  <a:pt x="205" y="125"/>
                  <a:pt x="205" y="125"/>
                  <a:pt x="204" y="125"/>
                </a:cubicBezTo>
                <a:cubicBezTo>
                  <a:pt x="204" y="125"/>
                  <a:pt x="205" y="125"/>
                  <a:pt x="205" y="125"/>
                </a:cubicBezTo>
                <a:cubicBezTo>
                  <a:pt x="205" y="125"/>
                  <a:pt x="205" y="125"/>
                  <a:pt x="205" y="125"/>
                </a:cubicBezTo>
                <a:cubicBezTo>
                  <a:pt x="205" y="125"/>
                  <a:pt x="205" y="126"/>
                  <a:pt x="205" y="126"/>
                </a:cubicBezTo>
                <a:cubicBezTo>
                  <a:pt x="205" y="126"/>
                  <a:pt x="205" y="126"/>
                  <a:pt x="205" y="126"/>
                </a:cubicBezTo>
                <a:cubicBezTo>
                  <a:pt x="205" y="126"/>
                  <a:pt x="205" y="126"/>
                  <a:pt x="205" y="126"/>
                </a:cubicBezTo>
                <a:cubicBezTo>
                  <a:pt x="205" y="126"/>
                  <a:pt x="205" y="127"/>
                  <a:pt x="205" y="127"/>
                </a:cubicBezTo>
                <a:cubicBezTo>
                  <a:pt x="204" y="127"/>
                  <a:pt x="205" y="127"/>
                  <a:pt x="205" y="127"/>
                </a:cubicBezTo>
                <a:cubicBezTo>
                  <a:pt x="205" y="127"/>
                  <a:pt x="205" y="127"/>
                  <a:pt x="205" y="127"/>
                </a:cubicBezTo>
                <a:cubicBezTo>
                  <a:pt x="205" y="127"/>
                  <a:pt x="205" y="127"/>
                  <a:pt x="205" y="127"/>
                </a:cubicBezTo>
                <a:cubicBezTo>
                  <a:pt x="206" y="127"/>
                  <a:pt x="206" y="127"/>
                  <a:pt x="206" y="127"/>
                </a:cubicBezTo>
                <a:cubicBezTo>
                  <a:pt x="206" y="127"/>
                  <a:pt x="206" y="127"/>
                  <a:pt x="206" y="127"/>
                </a:cubicBezTo>
                <a:cubicBezTo>
                  <a:pt x="207" y="127"/>
                  <a:pt x="207" y="127"/>
                  <a:pt x="207" y="127"/>
                </a:cubicBezTo>
                <a:cubicBezTo>
                  <a:pt x="207" y="127"/>
                  <a:pt x="207" y="127"/>
                  <a:pt x="208" y="127"/>
                </a:cubicBezTo>
                <a:cubicBezTo>
                  <a:pt x="208" y="127"/>
                  <a:pt x="208" y="127"/>
                  <a:pt x="208" y="127"/>
                </a:cubicBezTo>
                <a:cubicBezTo>
                  <a:pt x="208" y="127"/>
                  <a:pt x="208" y="127"/>
                  <a:pt x="208" y="127"/>
                </a:cubicBezTo>
                <a:cubicBezTo>
                  <a:pt x="209" y="127"/>
                  <a:pt x="209" y="127"/>
                  <a:pt x="209" y="127"/>
                </a:cubicBezTo>
                <a:cubicBezTo>
                  <a:pt x="209" y="127"/>
                  <a:pt x="209" y="127"/>
                  <a:pt x="209" y="127"/>
                </a:cubicBezTo>
                <a:cubicBezTo>
                  <a:pt x="209" y="127"/>
                  <a:pt x="210" y="127"/>
                  <a:pt x="210" y="127"/>
                </a:cubicBezTo>
                <a:cubicBezTo>
                  <a:pt x="210" y="127"/>
                  <a:pt x="209" y="127"/>
                  <a:pt x="209" y="127"/>
                </a:cubicBezTo>
                <a:close/>
                <a:moveTo>
                  <a:pt x="190" y="123"/>
                </a:moveTo>
                <a:cubicBezTo>
                  <a:pt x="189" y="122"/>
                  <a:pt x="189" y="122"/>
                  <a:pt x="189" y="122"/>
                </a:cubicBezTo>
                <a:cubicBezTo>
                  <a:pt x="189" y="122"/>
                  <a:pt x="189" y="122"/>
                  <a:pt x="189" y="122"/>
                </a:cubicBezTo>
                <a:cubicBezTo>
                  <a:pt x="188" y="122"/>
                  <a:pt x="188" y="122"/>
                  <a:pt x="188" y="122"/>
                </a:cubicBezTo>
                <a:cubicBezTo>
                  <a:pt x="188" y="122"/>
                  <a:pt x="188" y="122"/>
                  <a:pt x="188" y="122"/>
                </a:cubicBezTo>
                <a:cubicBezTo>
                  <a:pt x="188" y="122"/>
                  <a:pt x="188" y="122"/>
                  <a:pt x="187" y="122"/>
                </a:cubicBezTo>
                <a:cubicBezTo>
                  <a:pt x="187" y="122"/>
                  <a:pt x="187" y="122"/>
                  <a:pt x="187" y="121"/>
                </a:cubicBezTo>
                <a:cubicBezTo>
                  <a:pt x="186" y="121"/>
                  <a:pt x="186" y="121"/>
                  <a:pt x="186" y="122"/>
                </a:cubicBezTo>
                <a:cubicBezTo>
                  <a:pt x="185" y="122"/>
                  <a:pt x="185" y="122"/>
                  <a:pt x="185" y="123"/>
                </a:cubicBezTo>
                <a:cubicBezTo>
                  <a:pt x="185" y="123"/>
                  <a:pt x="185" y="123"/>
                  <a:pt x="184" y="123"/>
                </a:cubicBezTo>
                <a:cubicBezTo>
                  <a:pt x="184" y="123"/>
                  <a:pt x="184" y="123"/>
                  <a:pt x="184" y="123"/>
                </a:cubicBezTo>
                <a:cubicBezTo>
                  <a:pt x="184" y="123"/>
                  <a:pt x="184" y="123"/>
                  <a:pt x="184" y="123"/>
                </a:cubicBezTo>
                <a:cubicBezTo>
                  <a:pt x="184" y="123"/>
                  <a:pt x="184" y="123"/>
                  <a:pt x="184" y="123"/>
                </a:cubicBezTo>
                <a:cubicBezTo>
                  <a:pt x="184" y="123"/>
                  <a:pt x="184" y="124"/>
                  <a:pt x="184" y="124"/>
                </a:cubicBezTo>
                <a:cubicBezTo>
                  <a:pt x="184" y="124"/>
                  <a:pt x="184" y="124"/>
                  <a:pt x="184" y="124"/>
                </a:cubicBezTo>
                <a:cubicBezTo>
                  <a:pt x="184" y="125"/>
                  <a:pt x="184" y="126"/>
                  <a:pt x="184" y="126"/>
                </a:cubicBezTo>
                <a:cubicBezTo>
                  <a:pt x="184" y="126"/>
                  <a:pt x="184" y="126"/>
                  <a:pt x="184" y="126"/>
                </a:cubicBezTo>
                <a:cubicBezTo>
                  <a:pt x="184" y="126"/>
                  <a:pt x="184" y="126"/>
                  <a:pt x="184" y="126"/>
                </a:cubicBezTo>
                <a:cubicBezTo>
                  <a:pt x="184" y="126"/>
                  <a:pt x="184" y="126"/>
                  <a:pt x="184" y="126"/>
                </a:cubicBezTo>
                <a:cubicBezTo>
                  <a:pt x="184" y="126"/>
                  <a:pt x="183" y="126"/>
                  <a:pt x="183" y="126"/>
                </a:cubicBezTo>
                <a:cubicBezTo>
                  <a:pt x="183" y="126"/>
                  <a:pt x="183" y="126"/>
                  <a:pt x="183" y="126"/>
                </a:cubicBezTo>
                <a:cubicBezTo>
                  <a:pt x="183" y="126"/>
                  <a:pt x="183" y="126"/>
                  <a:pt x="183" y="126"/>
                </a:cubicBezTo>
                <a:cubicBezTo>
                  <a:pt x="182" y="126"/>
                  <a:pt x="182" y="126"/>
                  <a:pt x="182" y="126"/>
                </a:cubicBezTo>
                <a:cubicBezTo>
                  <a:pt x="182" y="126"/>
                  <a:pt x="182" y="126"/>
                  <a:pt x="182" y="126"/>
                </a:cubicBezTo>
                <a:cubicBezTo>
                  <a:pt x="182" y="126"/>
                  <a:pt x="182" y="126"/>
                  <a:pt x="182" y="127"/>
                </a:cubicBezTo>
                <a:cubicBezTo>
                  <a:pt x="182" y="127"/>
                  <a:pt x="182" y="127"/>
                  <a:pt x="182" y="127"/>
                </a:cubicBezTo>
                <a:cubicBezTo>
                  <a:pt x="183" y="127"/>
                  <a:pt x="183" y="127"/>
                  <a:pt x="183" y="127"/>
                </a:cubicBezTo>
                <a:cubicBezTo>
                  <a:pt x="183" y="127"/>
                  <a:pt x="183" y="127"/>
                  <a:pt x="183" y="128"/>
                </a:cubicBezTo>
                <a:cubicBezTo>
                  <a:pt x="183" y="128"/>
                  <a:pt x="183" y="128"/>
                  <a:pt x="184" y="128"/>
                </a:cubicBezTo>
                <a:cubicBezTo>
                  <a:pt x="184" y="128"/>
                  <a:pt x="183" y="127"/>
                  <a:pt x="183" y="127"/>
                </a:cubicBezTo>
                <a:cubicBezTo>
                  <a:pt x="184" y="127"/>
                  <a:pt x="184" y="127"/>
                  <a:pt x="184" y="127"/>
                </a:cubicBezTo>
                <a:cubicBezTo>
                  <a:pt x="184" y="127"/>
                  <a:pt x="184" y="127"/>
                  <a:pt x="184" y="127"/>
                </a:cubicBezTo>
                <a:cubicBezTo>
                  <a:pt x="184" y="128"/>
                  <a:pt x="184" y="127"/>
                  <a:pt x="184" y="127"/>
                </a:cubicBezTo>
                <a:cubicBezTo>
                  <a:pt x="184" y="127"/>
                  <a:pt x="184" y="127"/>
                  <a:pt x="184" y="127"/>
                </a:cubicBezTo>
                <a:cubicBezTo>
                  <a:pt x="184" y="127"/>
                  <a:pt x="185" y="127"/>
                  <a:pt x="185" y="127"/>
                </a:cubicBezTo>
                <a:cubicBezTo>
                  <a:pt x="185" y="127"/>
                  <a:pt x="185" y="128"/>
                  <a:pt x="185" y="128"/>
                </a:cubicBezTo>
                <a:cubicBezTo>
                  <a:pt x="185" y="128"/>
                  <a:pt x="185" y="128"/>
                  <a:pt x="185" y="128"/>
                </a:cubicBezTo>
                <a:cubicBezTo>
                  <a:pt x="185" y="128"/>
                  <a:pt x="185" y="128"/>
                  <a:pt x="185" y="128"/>
                </a:cubicBezTo>
                <a:cubicBezTo>
                  <a:pt x="186" y="128"/>
                  <a:pt x="186" y="128"/>
                  <a:pt x="186" y="128"/>
                </a:cubicBezTo>
                <a:cubicBezTo>
                  <a:pt x="186" y="128"/>
                  <a:pt x="186" y="128"/>
                  <a:pt x="186" y="128"/>
                </a:cubicBezTo>
                <a:cubicBezTo>
                  <a:pt x="186" y="128"/>
                  <a:pt x="186" y="128"/>
                  <a:pt x="186" y="128"/>
                </a:cubicBezTo>
                <a:cubicBezTo>
                  <a:pt x="187" y="128"/>
                  <a:pt x="187" y="128"/>
                  <a:pt x="187" y="128"/>
                </a:cubicBezTo>
                <a:cubicBezTo>
                  <a:pt x="187" y="128"/>
                  <a:pt x="187" y="128"/>
                  <a:pt x="187" y="128"/>
                </a:cubicBezTo>
                <a:cubicBezTo>
                  <a:pt x="187" y="128"/>
                  <a:pt x="187" y="128"/>
                  <a:pt x="187" y="128"/>
                </a:cubicBezTo>
                <a:cubicBezTo>
                  <a:pt x="187" y="128"/>
                  <a:pt x="187" y="127"/>
                  <a:pt x="187" y="127"/>
                </a:cubicBezTo>
                <a:cubicBezTo>
                  <a:pt x="187" y="127"/>
                  <a:pt x="187" y="127"/>
                  <a:pt x="187" y="127"/>
                </a:cubicBezTo>
                <a:cubicBezTo>
                  <a:pt x="187" y="127"/>
                  <a:pt x="187" y="127"/>
                  <a:pt x="187" y="127"/>
                </a:cubicBezTo>
                <a:cubicBezTo>
                  <a:pt x="187" y="127"/>
                  <a:pt x="187" y="127"/>
                  <a:pt x="187" y="127"/>
                </a:cubicBezTo>
                <a:cubicBezTo>
                  <a:pt x="187" y="127"/>
                  <a:pt x="187" y="128"/>
                  <a:pt x="187" y="128"/>
                </a:cubicBezTo>
                <a:cubicBezTo>
                  <a:pt x="187" y="128"/>
                  <a:pt x="188" y="128"/>
                  <a:pt x="188" y="128"/>
                </a:cubicBezTo>
                <a:cubicBezTo>
                  <a:pt x="188" y="128"/>
                  <a:pt x="188" y="127"/>
                  <a:pt x="188" y="127"/>
                </a:cubicBezTo>
                <a:cubicBezTo>
                  <a:pt x="188" y="127"/>
                  <a:pt x="188" y="128"/>
                  <a:pt x="188" y="128"/>
                </a:cubicBezTo>
                <a:cubicBezTo>
                  <a:pt x="188" y="128"/>
                  <a:pt x="188" y="128"/>
                  <a:pt x="188" y="127"/>
                </a:cubicBezTo>
                <a:cubicBezTo>
                  <a:pt x="188" y="127"/>
                  <a:pt x="188" y="127"/>
                  <a:pt x="188" y="127"/>
                </a:cubicBezTo>
                <a:cubicBezTo>
                  <a:pt x="188" y="127"/>
                  <a:pt x="188" y="127"/>
                  <a:pt x="188" y="127"/>
                </a:cubicBezTo>
                <a:cubicBezTo>
                  <a:pt x="188" y="127"/>
                  <a:pt x="188" y="127"/>
                  <a:pt x="188" y="127"/>
                </a:cubicBezTo>
                <a:cubicBezTo>
                  <a:pt x="188" y="127"/>
                  <a:pt x="188" y="127"/>
                  <a:pt x="188" y="127"/>
                </a:cubicBezTo>
                <a:cubicBezTo>
                  <a:pt x="188" y="126"/>
                  <a:pt x="188" y="126"/>
                  <a:pt x="188" y="126"/>
                </a:cubicBezTo>
                <a:cubicBezTo>
                  <a:pt x="188" y="126"/>
                  <a:pt x="188" y="126"/>
                  <a:pt x="189" y="125"/>
                </a:cubicBezTo>
                <a:cubicBezTo>
                  <a:pt x="189" y="125"/>
                  <a:pt x="189" y="125"/>
                  <a:pt x="189" y="125"/>
                </a:cubicBezTo>
                <a:cubicBezTo>
                  <a:pt x="189" y="125"/>
                  <a:pt x="189" y="125"/>
                  <a:pt x="189" y="125"/>
                </a:cubicBezTo>
                <a:cubicBezTo>
                  <a:pt x="189" y="125"/>
                  <a:pt x="189" y="124"/>
                  <a:pt x="189" y="124"/>
                </a:cubicBezTo>
                <a:cubicBezTo>
                  <a:pt x="189" y="124"/>
                  <a:pt x="189" y="124"/>
                  <a:pt x="190" y="124"/>
                </a:cubicBezTo>
                <a:cubicBezTo>
                  <a:pt x="190" y="123"/>
                  <a:pt x="190" y="123"/>
                  <a:pt x="190" y="123"/>
                </a:cubicBezTo>
                <a:cubicBezTo>
                  <a:pt x="190" y="123"/>
                  <a:pt x="190" y="123"/>
                  <a:pt x="190" y="123"/>
                </a:cubicBezTo>
                <a:close/>
                <a:moveTo>
                  <a:pt x="196" y="123"/>
                </a:moveTo>
                <a:cubicBezTo>
                  <a:pt x="196" y="123"/>
                  <a:pt x="197" y="123"/>
                  <a:pt x="197" y="123"/>
                </a:cubicBezTo>
                <a:cubicBezTo>
                  <a:pt x="197" y="123"/>
                  <a:pt x="197" y="123"/>
                  <a:pt x="197" y="123"/>
                </a:cubicBezTo>
                <a:cubicBezTo>
                  <a:pt x="197" y="123"/>
                  <a:pt x="197" y="123"/>
                  <a:pt x="197" y="123"/>
                </a:cubicBezTo>
                <a:cubicBezTo>
                  <a:pt x="197" y="123"/>
                  <a:pt x="197" y="122"/>
                  <a:pt x="197" y="122"/>
                </a:cubicBezTo>
                <a:cubicBezTo>
                  <a:pt x="197" y="122"/>
                  <a:pt x="197" y="122"/>
                  <a:pt x="197" y="122"/>
                </a:cubicBezTo>
                <a:cubicBezTo>
                  <a:pt x="198" y="122"/>
                  <a:pt x="198" y="122"/>
                  <a:pt x="198" y="122"/>
                </a:cubicBezTo>
                <a:cubicBezTo>
                  <a:pt x="198" y="121"/>
                  <a:pt x="198" y="121"/>
                  <a:pt x="198" y="121"/>
                </a:cubicBezTo>
                <a:cubicBezTo>
                  <a:pt x="198" y="121"/>
                  <a:pt x="198" y="121"/>
                  <a:pt x="198" y="121"/>
                </a:cubicBezTo>
                <a:cubicBezTo>
                  <a:pt x="198" y="121"/>
                  <a:pt x="198" y="121"/>
                  <a:pt x="198" y="121"/>
                </a:cubicBezTo>
                <a:cubicBezTo>
                  <a:pt x="198" y="121"/>
                  <a:pt x="198" y="121"/>
                  <a:pt x="198" y="121"/>
                </a:cubicBezTo>
                <a:cubicBezTo>
                  <a:pt x="197" y="121"/>
                  <a:pt x="197" y="121"/>
                  <a:pt x="197" y="121"/>
                </a:cubicBezTo>
                <a:cubicBezTo>
                  <a:pt x="197" y="121"/>
                  <a:pt x="197" y="121"/>
                  <a:pt x="197" y="121"/>
                </a:cubicBezTo>
                <a:cubicBezTo>
                  <a:pt x="197" y="121"/>
                  <a:pt x="197" y="121"/>
                  <a:pt x="197" y="121"/>
                </a:cubicBezTo>
                <a:cubicBezTo>
                  <a:pt x="196" y="121"/>
                  <a:pt x="196" y="121"/>
                  <a:pt x="196" y="122"/>
                </a:cubicBezTo>
                <a:cubicBezTo>
                  <a:pt x="196" y="122"/>
                  <a:pt x="197" y="122"/>
                  <a:pt x="197" y="122"/>
                </a:cubicBezTo>
                <a:cubicBezTo>
                  <a:pt x="197" y="122"/>
                  <a:pt x="197" y="122"/>
                  <a:pt x="197" y="122"/>
                </a:cubicBezTo>
                <a:cubicBezTo>
                  <a:pt x="197" y="122"/>
                  <a:pt x="197" y="122"/>
                  <a:pt x="196" y="123"/>
                </a:cubicBezTo>
                <a:close/>
                <a:moveTo>
                  <a:pt x="211" y="121"/>
                </a:moveTo>
                <a:cubicBezTo>
                  <a:pt x="211" y="121"/>
                  <a:pt x="211" y="121"/>
                  <a:pt x="211" y="121"/>
                </a:cubicBezTo>
                <a:cubicBezTo>
                  <a:pt x="211" y="121"/>
                  <a:pt x="210" y="121"/>
                  <a:pt x="210" y="121"/>
                </a:cubicBezTo>
                <a:cubicBezTo>
                  <a:pt x="210" y="121"/>
                  <a:pt x="210" y="121"/>
                  <a:pt x="210" y="121"/>
                </a:cubicBezTo>
                <a:cubicBezTo>
                  <a:pt x="210" y="121"/>
                  <a:pt x="210" y="121"/>
                  <a:pt x="210" y="121"/>
                </a:cubicBezTo>
                <a:cubicBezTo>
                  <a:pt x="210" y="121"/>
                  <a:pt x="210" y="121"/>
                  <a:pt x="210" y="121"/>
                </a:cubicBezTo>
                <a:cubicBezTo>
                  <a:pt x="210" y="121"/>
                  <a:pt x="210" y="121"/>
                  <a:pt x="210" y="122"/>
                </a:cubicBezTo>
                <a:cubicBezTo>
                  <a:pt x="210" y="122"/>
                  <a:pt x="210" y="122"/>
                  <a:pt x="210" y="122"/>
                </a:cubicBezTo>
                <a:cubicBezTo>
                  <a:pt x="210" y="122"/>
                  <a:pt x="210" y="122"/>
                  <a:pt x="211" y="122"/>
                </a:cubicBezTo>
                <a:cubicBezTo>
                  <a:pt x="211" y="122"/>
                  <a:pt x="211" y="122"/>
                  <a:pt x="211" y="122"/>
                </a:cubicBezTo>
                <a:cubicBezTo>
                  <a:pt x="211" y="122"/>
                  <a:pt x="211" y="122"/>
                  <a:pt x="211" y="122"/>
                </a:cubicBezTo>
                <a:cubicBezTo>
                  <a:pt x="211" y="122"/>
                  <a:pt x="211" y="121"/>
                  <a:pt x="211" y="121"/>
                </a:cubicBezTo>
                <a:cubicBezTo>
                  <a:pt x="211" y="121"/>
                  <a:pt x="211" y="121"/>
                  <a:pt x="211" y="121"/>
                </a:cubicBezTo>
                <a:cubicBezTo>
                  <a:pt x="211" y="121"/>
                  <a:pt x="211" y="121"/>
                  <a:pt x="211" y="121"/>
                </a:cubicBezTo>
                <a:close/>
                <a:moveTo>
                  <a:pt x="266" y="36"/>
                </a:moveTo>
                <a:cubicBezTo>
                  <a:pt x="265" y="37"/>
                  <a:pt x="265" y="37"/>
                  <a:pt x="265" y="37"/>
                </a:cubicBezTo>
                <a:cubicBezTo>
                  <a:pt x="265" y="37"/>
                  <a:pt x="265" y="37"/>
                  <a:pt x="264" y="37"/>
                </a:cubicBezTo>
                <a:cubicBezTo>
                  <a:pt x="264" y="37"/>
                  <a:pt x="264" y="37"/>
                  <a:pt x="264" y="38"/>
                </a:cubicBezTo>
                <a:cubicBezTo>
                  <a:pt x="264" y="38"/>
                  <a:pt x="264" y="38"/>
                  <a:pt x="264" y="38"/>
                </a:cubicBezTo>
                <a:cubicBezTo>
                  <a:pt x="264" y="39"/>
                  <a:pt x="264" y="39"/>
                  <a:pt x="264" y="39"/>
                </a:cubicBezTo>
                <a:cubicBezTo>
                  <a:pt x="264" y="40"/>
                  <a:pt x="263" y="40"/>
                  <a:pt x="263" y="40"/>
                </a:cubicBezTo>
                <a:cubicBezTo>
                  <a:pt x="263" y="40"/>
                  <a:pt x="263" y="40"/>
                  <a:pt x="262" y="41"/>
                </a:cubicBezTo>
                <a:cubicBezTo>
                  <a:pt x="262" y="41"/>
                  <a:pt x="262" y="41"/>
                  <a:pt x="262" y="41"/>
                </a:cubicBezTo>
                <a:cubicBezTo>
                  <a:pt x="262" y="41"/>
                  <a:pt x="261" y="41"/>
                  <a:pt x="261" y="41"/>
                </a:cubicBezTo>
                <a:cubicBezTo>
                  <a:pt x="261" y="41"/>
                  <a:pt x="261" y="42"/>
                  <a:pt x="261" y="42"/>
                </a:cubicBezTo>
                <a:cubicBezTo>
                  <a:pt x="261" y="42"/>
                  <a:pt x="261" y="42"/>
                  <a:pt x="261" y="42"/>
                </a:cubicBezTo>
                <a:cubicBezTo>
                  <a:pt x="260" y="42"/>
                  <a:pt x="261" y="43"/>
                  <a:pt x="260" y="43"/>
                </a:cubicBezTo>
                <a:cubicBezTo>
                  <a:pt x="260" y="43"/>
                  <a:pt x="260" y="43"/>
                  <a:pt x="260" y="43"/>
                </a:cubicBezTo>
                <a:cubicBezTo>
                  <a:pt x="260" y="43"/>
                  <a:pt x="260" y="43"/>
                  <a:pt x="260" y="43"/>
                </a:cubicBezTo>
                <a:cubicBezTo>
                  <a:pt x="260" y="43"/>
                  <a:pt x="260" y="43"/>
                  <a:pt x="260" y="44"/>
                </a:cubicBezTo>
                <a:cubicBezTo>
                  <a:pt x="260" y="44"/>
                  <a:pt x="260" y="44"/>
                  <a:pt x="260" y="44"/>
                </a:cubicBezTo>
                <a:cubicBezTo>
                  <a:pt x="260" y="44"/>
                  <a:pt x="259" y="44"/>
                  <a:pt x="259" y="44"/>
                </a:cubicBezTo>
                <a:cubicBezTo>
                  <a:pt x="259" y="44"/>
                  <a:pt x="259" y="44"/>
                  <a:pt x="259" y="45"/>
                </a:cubicBezTo>
                <a:cubicBezTo>
                  <a:pt x="259" y="45"/>
                  <a:pt x="259" y="45"/>
                  <a:pt x="259" y="45"/>
                </a:cubicBezTo>
                <a:cubicBezTo>
                  <a:pt x="259" y="45"/>
                  <a:pt x="259" y="45"/>
                  <a:pt x="259" y="45"/>
                </a:cubicBezTo>
                <a:cubicBezTo>
                  <a:pt x="259" y="45"/>
                  <a:pt x="259" y="45"/>
                  <a:pt x="259" y="45"/>
                </a:cubicBezTo>
                <a:cubicBezTo>
                  <a:pt x="259" y="45"/>
                  <a:pt x="258" y="45"/>
                  <a:pt x="258" y="45"/>
                </a:cubicBezTo>
                <a:cubicBezTo>
                  <a:pt x="258" y="45"/>
                  <a:pt x="258" y="45"/>
                  <a:pt x="258" y="45"/>
                </a:cubicBezTo>
                <a:cubicBezTo>
                  <a:pt x="258" y="45"/>
                  <a:pt x="257" y="45"/>
                  <a:pt x="257" y="45"/>
                </a:cubicBezTo>
                <a:cubicBezTo>
                  <a:pt x="257" y="46"/>
                  <a:pt x="257" y="46"/>
                  <a:pt x="257" y="46"/>
                </a:cubicBezTo>
                <a:cubicBezTo>
                  <a:pt x="257" y="46"/>
                  <a:pt x="256" y="46"/>
                  <a:pt x="256" y="46"/>
                </a:cubicBezTo>
                <a:cubicBezTo>
                  <a:pt x="256" y="46"/>
                  <a:pt x="255" y="46"/>
                  <a:pt x="255" y="46"/>
                </a:cubicBezTo>
                <a:cubicBezTo>
                  <a:pt x="255" y="46"/>
                  <a:pt x="255" y="46"/>
                  <a:pt x="254" y="46"/>
                </a:cubicBezTo>
                <a:cubicBezTo>
                  <a:pt x="254" y="46"/>
                  <a:pt x="254" y="46"/>
                  <a:pt x="254" y="46"/>
                </a:cubicBezTo>
                <a:cubicBezTo>
                  <a:pt x="254" y="46"/>
                  <a:pt x="253" y="46"/>
                  <a:pt x="253" y="46"/>
                </a:cubicBezTo>
                <a:cubicBezTo>
                  <a:pt x="253" y="46"/>
                  <a:pt x="252" y="46"/>
                  <a:pt x="252" y="46"/>
                </a:cubicBezTo>
                <a:cubicBezTo>
                  <a:pt x="252" y="47"/>
                  <a:pt x="252" y="47"/>
                  <a:pt x="252" y="47"/>
                </a:cubicBezTo>
                <a:cubicBezTo>
                  <a:pt x="252" y="47"/>
                  <a:pt x="251" y="46"/>
                  <a:pt x="251" y="46"/>
                </a:cubicBezTo>
                <a:cubicBezTo>
                  <a:pt x="251" y="46"/>
                  <a:pt x="251" y="46"/>
                  <a:pt x="250" y="46"/>
                </a:cubicBezTo>
                <a:cubicBezTo>
                  <a:pt x="250" y="46"/>
                  <a:pt x="250" y="46"/>
                  <a:pt x="250" y="46"/>
                </a:cubicBezTo>
                <a:cubicBezTo>
                  <a:pt x="250" y="46"/>
                  <a:pt x="249" y="46"/>
                  <a:pt x="249" y="46"/>
                </a:cubicBezTo>
                <a:cubicBezTo>
                  <a:pt x="248" y="46"/>
                  <a:pt x="248" y="46"/>
                  <a:pt x="248" y="46"/>
                </a:cubicBezTo>
                <a:cubicBezTo>
                  <a:pt x="248" y="46"/>
                  <a:pt x="248" y="46"/>
                  <a:pt x="247" y="45"/>
                </a:cubicBezTo>
                <a:cubicBezTo>
                  <a:pt x="247" y="45"/>
                  <a:pt x="247" y="45"/>
                  <a:pt x="247" y="45"/>
                </a:cubicBezTo>
                <a:cubicBezTo>
                  <a:pt x="247" y="45"/>
                  <a:pt x="247" y="45"/>
                  <a:pt x="247" y="45"/>
                </a:cubicBezTo>
                <a:cubicBezTo>
                  <a:pt x="247" y="45"/>
                  <a:pt x="247" y="45"/>
                  <a:pt x="246" y="45"/>
                </a:cubicBezTo>
                <a:cubicBezTo>
                  <a:pt x="246" y="45"/>
                  <a:pt x="246" y="45"/>
                  <a:pt x="246" y="45"/>
                </a:cubicBezTo>
                <a:cubicBezTo>
                  <a:pt x="246" y="45"/>
                  <a:pt x="246" y="45"/>
                  <a:pt x="245" y="45"/>
                </a:cubicBezTo>
                <a:cubicBezTo>
                  <a:pt x="245" y="45"/>
                  <a:pt x="245" y="45"/>
                  <a:pt x="244" y="45"/>
                </a:cubicBezTo>
                <a:cubicBezTo>
                  <a:pt x="244" y="45"/>
                  <a:pt x="244" y="45"/>
                  <a:pt x="244" y="45"/>
                </a:cubicBezTo>
                <a:cubicBezTo>
                  <a:pt x="244" y="45"/>
                  <a:pt x="243" y="45"/>
                  <a:pt x="243" y="45"/>
                </a:cubicBezTo>
                <a:cubicBezTo>
                  <a:pt x="243" y="45"/>
                  <a:pt x="243" y="45"/>
                  <a:pt x="243" y="45"/>
                </a:cubicBezTo>
                <a:cubicBezTo>
                  <a:pt x="243" y="45"/>
                  <a:pt x="243" y="45"/>
                  <a:pt x="243" y="45"/>
                </a:cubicBezTo>
                <a:cubicBezTo>
                  <a:pt x="243" y="45"/>
                  <a:pt x="242" y="45"/>
                  <a:pt x="242" y="45"/>
                </a:cubicBezTo>
                <a:cubicBezTo>
                  <a:pt x="242" y="45"/>
                  <a:pt x="242" y="45"/>
                  <a:pt x="241" y="45"/>
                </a:cubicBezTo>
                <a:cubicBezTo>
                  <a:pt x="241" y="45"/>
                  <a:pt x="241" y="45"/>
                  <a:pt x="240" y="45"/>
                </a:cubicBezTo>
                <a:cubicBezTo>
                  <a:pt x="240" y="45"/>
                  <a:pt x="240" y="45"/>
                  <a:pt x="240" y="45"/>
                </a:cubicBezTo>
                <a:cubicBezTo>
                  <a:pt x="240" y="45"/>
                  <a:pt x="239" y="45"/>
                  <a:pt x="239" y="45"/>
                </a:cubicBezTo>
                <a:cubicBezTo>
                  <a:pt x="239" y="45"/>
                  <a:pt x="239" y="45"/>
                  <a:pt x="239" y="45"/>
                </a:cubicBezTo>
                <a:cubicBezTo>
                  <a:pt x="238" y="45"/>
                  <a:pt x="238" y="45"/>
                  <a:pt x="238" y="45"/>
                </a:cubicBezTo>
                <a:cubicBezTo>
                  <a:pt x="237" y="45"/>
                  <a:pt x="237" y="45"/>
                  <a:pt x="236" y="45"/>
                </a:cubicBezTo>
                <a:cubicBezTo>
                  <a:pt x="236" y="45"/>
                  <a:pt x="236" y="45"/>
                  <a:pt x="236" y="45"/>
                </a:cubicBezTo>
                <a:cubicBezTo>
                  <a:pt x="235" y="45"/>
                  <a:pt x="235" y="45"/>
                  <a:pt x="235" y="45"/>
                </a:cubicBezTo>
                <a:cubicBezTo>
                  <a:pt x="235" y="45"/>
                  <a:pt x="235" y="45"/>
                  <a:pt x="235" y="45"/>
                </a:cubicBezTo>
                <a:cubicBezTo>
                  <a:pt x="235" y="45"/>
                  <a:pt x="235" y="45"/>
                  <a:pt x="234" y="44"/>
                </a:cubicBezTo>
                <a:cubicBezTo>
                  <a:pt x="234" y="44"/>
                  <a:pt x="234" y="44"/>
                  <a:pt x="234" y="44"/>
                </a:cubicBezTo>
                <a:cubicBezTo>
                  <a:pt x="234" y="44"/>
                  <a:pt x="233" y="44"/>
                  <a:pt x="233" y="45"/>
                </a:cubicBezTo>
                <a:cubicBezTo>
                  <a:pt x="233" y="45"/>
                  <a:pt x="233" y="45"/>
                  <a:pt x="233" y="45"/>
                </a:cubicBezTo>
                <a:cubicBezTo>
                  <a:pt x="233" y="45"/>
                  <a:pt x="233" y="45"/>
                  <a:pt x="233" y="45"/>
                </a:cubicBezTo>
                <a:cubicBezTo>
                  <a:pt x="232" y="45"/>
                  <a:pt x="232" y="45"/>
                  <a:pt x="232" y="45"/>
                </a:cubicBezTo>
                <a:cubicBezTo>
                  <a:pt x="232" y="45"/>
                  <a:pt x="232" y="45"/>
                  <a:pt x="232" y="45"/>
                </a:cubicBezTo>
                <a:cubicBezTo>
                  <a:pt x="232" y="45"/>
                  <a:pt x="231" y="45"/>
                  <a:pt x="231" y="45"/>
                </a:cubicBezTo>
                <a:cubicBezTo>
                  <a:pt x="231" y="45"/>
                  <a:pt x="231" y="45"/>
                  <a:pt x="231" y="45"/>
                </a:cubicBezTo>
                <a:cubicBezTo>
                  <a:pt x="231" y="45"/>
                  <a:pt x="231" y="45"/>
                  <a:pt x="231" y="45"/>
                </a:cubicBezTo>
                <a:cubicBezTo>
                  <a:pt x="230" y="45"/>
                  <a:pt x="230" y="45"/>
                  <a:pt x="230" y="45"/>
                </a:cubicBezTo>
                <a:cubicBezTo>
                  <a:pt x="230" y="45"/>
                  <a:pt x="230" y="45"/>
                  <a:pt x="230" y="45"/>
                </a:cubicBezTo>
                <a:cubicBezTo>
                  <a:pt x="230" y="46"/>
                  <a:pt x="229" y="46"/>
                  <a:pt x="229" y="46"/>
                </a:cubicBezTo>
                <a:cubicBezTo>
                  <a:pt x="229" y="46"/>
                  <a:pt x="229" y="45"/>
                  <a:pt x="229" y="45"/>
                </a:cubicBezTo>
                <a:cubicBezTo>
                  <a:pt x="229" y="45"/>
                  <a:pt x="229" y="45"/>
                  <a:pt x="229" y="45"/>
                </a:cubicBezTo>
                <a:cubicBezTo>
                  <a:pt x="229" y="45"/>
                  <a:pt x="229" y="45"/>
                  <a:pt x="228" y="45"/>
                </a:cubicBezTo>
                <a:cubicBezTo>
                  <a:pt x="228" y="45"/>
                  <a:pt x="228" y="46"/>
                  <a:pt x="228" y="46"/>
                </a:cubicBezTo>
                <a:cubicBezTo>
                  <a:pt x="228" y="46"/>
                  <a:pt x="228" y="46"/>
                  <a:pt x="228" y="46"/>
                </a:cubicBezTo>
                <a:cubicBezTo>
                  <a:pt x="228" y="46"/>
                  <a:pt x="228" y="45"/>
                  <a:pt x="228" y="45"/>
                </a:cubicBezTo>
                <a:cubicBezTo>
                  <a:pt x="227" y="45"/>
                  <a:pt x="227" y="45"/>
                  <a:pt x="227" y="45"/>
                </a:cubicBezTo>
                <a:cubicBezTo>
                  <a:pt x="227" y="45"/>
                  <a:pt x="227" y="45"/>
                  <a:pt x="227" y="45"/>
                </a:cubicBezTo>
                <a:cubicBezTo>
                  <a:pt x="227" y="45"/>
                  <a:pt x="227" y="45"/>
                  <a:pt x="226" y="45"/>
                </a:cubicBezTo>
                <a:cubicBezTo>
                  <a:pt x="226" y="45"/>
                  <a:pt x="226" y="45"/>
                  <a:pt x="226" y="45"/>
                </a:cubicBezTo>
                <a:cubicBezTo>
                  <a:pt x="226" y="45"/>
                  <a:pt x="225" y="45"/>
                  <a:pt x="225" y="45"/>
                </a:cubicBezTo>
                <a:cubicBezTo>
                  <a:pt x="224" y="45"/>
                  <a:pt x="224" y="45"/>
                  <a:pt x="224" y="45"/>
                </a:cubicBezTo>
                <a:cubicBezTo>
                  <a:pt x="224" y="45"/>
                  <a:pt x="224" y="45"/>
                  <a:pt x="223" y="45"/>
                </a:cubicBezTo>
                <a:cubicBezTo>
                  <a:pt x="223" y="45"/>
                  <a:pt x="223" y="45"/>
                  <a:pt x="223" y="45"/>
                </a:cubicBezTo>
                <a:cubicBezTo>
                  <a:pt x="223" y="45"/>
                  <a:pt x="222" y="46"/>
                  <a:pt x="222" y="46"/>
                </a:cubicBezTo>
                <a:cubicBezTo>
                  <a:pt x="222" y="46"/>
                  <a:pt x="222" y="46"/>
                  <a:pt x="222" y="46"/>
                </a:cubicBezTo>
                <a:cubicBezTo>
                  <a:pt x="222" y="46"/>
                  <a:pt x="222" y="47"/>
                  <a:pt x="222" y="47"/>
                </a:cubicBezTo>
                <a:cubicBezTo>
                  <a:pt x="221" y="47"/>
                  <a:pt x="221" y="47"/>
                  <a:pt x="221" y="47"/>
                </a:cubicBezTo>
                <a:cubicBezTo>
                  <a:pt x="221" y="48"/>
                  <a:pt x="221" y="48"/>
                  <a:pt x="221" y="48"/>
                </a:cubicBezTo>
                <a:cubicBezTo>
                  <a:pt x="221" y="48"/>
                  <a:pt x="221" y="49"/>
                  <a:pt x="221" y="49"/>
                </a:cubicBezTo>
                <a:cubicBezTo>
                  <a:pt x="221" y="49"/>
                  <a:pt x="220" y="50"/>
                  <a:pt x="220" y="50"/>
                </a:cubicBezTo>
                <a:cubicBezTo>
                  <a:pt x="220" y="50"/>
                  <a:pt x="220" y="50"/>
                  <a:pt x="220" y="50"/>
                </a:cubicBezTo>
                <a:cubicBezTo>
                  <a:pt x="220" y="50"/>
                  <a:pt x="220" y="51"/>
                  <a:pt x="220" y="51"/>
                </a:cubicBezTo>
                <a:cubicBezTo>
                  <a:pt x="220" y="51"/>
                  <a:pt x="220" y="51"/>
                  <a:pt x="220" y="51"/>
                </a:cubicBezTo>
                <a:cubicBezTo>
                  <a:pt x="220" y="52"/>
                  <a:pt x="220" y="52"/>
                  <a:pt x="220" y="53"/>
                </a:cubicBezTo>
                <a:cubicBezTo>
                  <a:pt x="220" y="53"/>
                  <a:pt x="221" y="53"/>
                  <a:pt x="220" y="53"/>
                </a:cubicBezTo>
                <a:cubicBezTo>
                  <a:pt x="220" y="53"/>
                  <a:pt x="220" y="53"/>
                  <a:pt x="220" y="53"/>
                </a:cubicBezTo>
                <a:cubicBezTo>
                  <a:pt x="220" y="54"/>
                  <a:pt x="220" y="54"/>
                  <a:pt x="220" y="54"/>
                </a:cubicBezTo>
                <a:cubicBezTo>
                  <a:pt x="220" y="54"/>
                  <a:pt x="220" y="55"/>
                  <a:pt x="220" y="55"/>
                </a:cubicBezTo>
                <a:cubicBezTo>
                  <a:pt x="221" y="55"/>
                  <a:pt x="221" y="55"/>
                  <a:pt x="221" y="56"/>
                </a:cubicBezTo>
                <a:cubicBezTo>
                  <a:pt x="221" y="56"/>
                  <a:pt x="221" y="56"/>
                  <a:pt x="222" y="56"/>
                </a:cubicBezTo>
                <a:cubicBezTo>
                  <a:pt x="222" y="56"/>
                  <a:pt x="222" y="57"/>
                  <a:pt x="222" y="57"/>
                </a:cubicBezTo>
                <a:cubicBezTo>
                  <a:pt x="222" y="57"/>
                  <a:pt x="222" y="57"/>
                  <a:pt x="222" y="57"/>
                </a:cubicBezTo>
                <a:cubicBezTo>
                  <a:pt x="222" y="57"/>
                  <a:pt x="222" y="57"/>
                  <a:pt x="223" y="57"/>
                </a:cubicBezTo>
                <a:cubicBezTo>
                  <a:pt x="223" y="57"/>
                  <a:pt x="223" y="57"/>
                  <a:pt x="223" y="57"/>
                </a:cubicBezTo>
                <a:cubicBezTo>
                  <a:pt x="223" y="57"/>
                  <a:pt x="223" y="57"/>
                  <a:pt x="223" y="57"/>
                </a:cubicBezTo>
                <a:cubicBezTo>
                  <a:pt x="223" y="57"/>
                  <a:pt x="223" y="57"/>
                  <a:pt x="223" y="57"/>
                </a:cubicBezTo>
                <a:cubicBezTo>
                  <a:pt x="224" y="57"/>
                  <a:pt x="224" y="57"/>
                  <a:pt x="224" y="57"/>
                </a:cubicBezTo>
                <a:cubicBezTo>
                  <a:pt x="224" y="58"/>
                  <a:pt x="224" y="58"/>
                  <a:pt x="224" y="58"/>
                </a:cubicBezTo>
                <a:cubicBezTo>
                  <a:pt x="224" y="58"/>
                  <a:pt x="224" y="58"/>
                  <a:pt x="224" y="58"/>
                </a:cubicBezTo>
                <a:cubicBezTo>
                  <a:pt x="224" y="58"/>
                  <a:pt x="225" y="58"/>
                  <a:pt x="225" y="58"/>
                </a:cubicBezTo>
                <a:cubicBezTo>
                  <a:pt x="225" y="58"/>
                  <a:pt x="225" y="59"/>
                  <a:pt x="225" y="59"/>
                </a:cubicBezTo>
                <a:cubicBezTo>
                  <a:pt x="225" y="59"/>
                  <a:pt x="225" y="59"/>
                  <a:pt x="225" y="59"/>
                </a:cubicBezTo>
                <a:cubicBezTo>
                  <a:pt x="225" y="60"/>
                  <a:pt x="225" y="59"/>
                  <a:pt x="225" y="60"/>
                </a:cubicBezTo>
                <a:cubicBezTo>
                  <a:pt x="225" y="60"/>
                  <a:pt x="225" y="60"/>
                  <a:pt x="225" y="60"/>
                </a:cubicBezTo>
                <a:cubicBezTo>
                  <a:pt x="225" y="60"/>
                  <a:pt x="225" y="60"/>
                  <a:pt x="225" y="60"/>
                </a:cubicBezTo>
                <a:cubicBezTo>
                  <a:pt x="225" y="60"/>
                  <a:pt x="225" y="61"/>
                  <a:pt x="226" y="61"/>
                </a:cubicBezTo>
                <a:cubicBezTo>
                  <a:pt x="226" y="61"/>
                  <a:pt x="226" y="61"/>
                  <a:pt x="226" y="61"/>
                </a:cubicBezTo>
                <a:cubicBezTo>
                  <a:pt x="226" y="61"/>
                  <a:pt x="226" y="61"/>
                  <a:pt x="226" y="61"/>
                </a:cubicBezTo>
                <a:cubicBezTo>
                  <a:pt x="226" y="61"/>
                  <a:pt x="227" y="61"/>
                  <a:pt x="227" y="61"/>
                </a:cubicBezTo>
                <a:cubicBezTo>
                  <a:pt x="227" y="61"/>
                  <a:pt x="227" y="61"/>
                  <a:pt x="227" y="61"/>
                </a:cubicBezTo>
                <a:cubicBezTo>
                  <a:pt x="227" y="61"/>
                  <a:pt x="227" y="61"/>
                  <a:pt x="227" y="61"/>
                </a:cubicBezTo>
                <a:cubicBezTo>
                  <a:pt x="227" y="61"/>
                  <a:pt x="227" y="61"/>
                  <a:pt x="227" y="61"/>
                </a:cubicBezTo>
                <a:cubicBezTo>
                  <a:pt x="227" y="62"/>
                  <a:pt x="228" y="61"/>
                  <a:pt x="228" y="61"/>
                </a:cubicBezTo>
                <a:cubicBezTo>
                  <a:pt x="228" y="61"/>
                  <a:pt x="228" y="61"/>
                  <a:pt x="228" y="61"/>
                </a:cubicBezTo>
                <a:cubicBezTo>
                  <a:pt x="228" y="61"/>
                  <a:pt x="228" y="61"/>
                  <a:pt x="228" y="61"/>
                </a:cubicBezTo>
                <a:cubicBezTo>
                  <a:pt x="228" y="61"/>
                  <a:pt x="229" y="61"/>
                  <a:pt x="229" y="61"/>
                </a:cubicBezTo>
                <a:cubicBezTo>
                  <a:pt x="229" y="61"/>
                  <a:pt x="229" y="62"/>
                  <a:pt x="229" y="62"/>
                </a:cubicBezTo>
                <a:cubicBezTo>
                  <a:pt x="229" y="62"/>
                  <a:pt x="230" y="62"/>
                  <a:pt x="230" y="62"/>
                </a:cubicBezTo>
                <a:cubicBezTo>
                  <a:pt x="230" y="62"/>
                  <a:pt x="230" y="61"/>
                  <a:pt x="230" y="61"/>
                </a:cubicBezTo>
                <a:cubicBezTo>
                  <a:pt x="230" y="61"/>
                  <a:pt x="230" y="61"/>
                  <a:pt x="230" y="61"/>
                </a:cubicBezTo>
                <a:cubicBezTo>
                  <a:pt x="230" y="61"/>
                  <a:pt x="230" y="61"/>
                  <a:pt x="230" y="60"/>
                </a:cubicBezTo>
                <a:cubicBezTo>
                  <a:pt x="230" y="60"/>
                  <a:pt x="231" y="60"/>
                  <a:pt x="231" y="60"/>
                </a:cubicBezTo>
                <a:cubicBezTo>
                  <a:pt x="231" y="59"/>
                  <a:pt x="231" y="59"/>
                  <a:pt x="231" y="59"/>
                </a:cubicBezTo>
                <a:cubicBezTo>
                  <a:pt x="232" y="59"/>
                  <a:pt x="232" y="59"/>
                  <a:pt x="232" y="58"/>
                </a:cubicBezTo>
                <a:cubicBezTo>
                  <a:pt x="232" y="58"/>
                  <a:pt x="232" y="58"/>
                  <a:pt x="232" y="58"/>
                </a:cubicBezTo>
                <a:cubicBezTo>
                  <a:pt x="232" y="58"/>
                  <a:pt x="232" y="58"/>
                  <a:pt x="232" y="58"/>
                </a:cubicBezTo>
                <a:cubicBezTo>
                  <a:pt x="232" y="58"/>
                  <a:pt x="232" y="58"/>
                  <a:pt x="232" y="58"/>
                </a:cubicBezTo>
                <a:cubicBezTo>
                  <a:pt x="232" y="58"/>
                  <a:pt x="232" y="58"/>
                  <a:pt x="233" y="58"/>
                </a:cubicBezTo>
                <a:cubicBezTo>
                  <a:pt x="233" y="58"/>
                  <a:pt x="233" y="57"/>
                  <a:pt x="233" y="57"/>
                </a:cubicBezTo>
                <a:cubicBezTo>
                  <a:pt x="233" y="57"/>
                  <a:pt x="233" y="57"/>
                  <a:pt x="233" y="57"/>
                </a:cubicBezTo>
                <a:cubicBezTo>
                  <a:pt x="233" y="57"/>
                  <a:pt x="233" y="57"/>
                  <a:pt x="233" y="57"/>
                </a:cubicBezTo>
                <a:cubicBezTo>
                  <a:pt x="233" y="57"/>
                  <a:pt x="234" y="57"/>
                  <a:pt x="234" y="57"/>
                </a:cubicBezTo>
                <a:cubicBezTo>
                  <a:pt x="234" y="57"/>
                  <a:pt x="234" y="56"/>
                  <a:pt x="234" y="56"/>
                </a:cubicBezTo>
                <a:cubicBezTo>
                  <a:pt x="234" y="56"/>
                  <a:pt x="234" y="56"/>
                  <a:pt x="234" y="56"/>
                </a:cubicBezTo>
                <a:cubicBezTo>
                  <a:pt x="235" y="56"/>
                  <a:pt x="235" y="56"/>
                  <a:pt x="235" y="57"/>
                </a:cubicBezTo>
                <a:cubicBezTo>
                  <a:pt x="234" y="57"/>
                  <a:pt x="234" y="57"/>
                  <a:pt x="235" y="57"/>
                </a:cubicBezTo>
                <a:cubicBezTo>
                  <a:pt x="235" y="57"/>
                  <a:pt x="235" y="57"/>
                  <a:pt x="235" y="57"/>
                </a:cubicBezTo>
                <a:cubicBezTo>
                  <a:pt x="235" y="57"/>
                  <a:pt x="235" y="58"/>
                  <a:pt x="236" y="58"/>
                </a:cubicBezTo>
                <a:cubicBezTo>
                  <a:pt x="236" y="58"/>
                  <a:pt x="236" y="58"/>
                  <a:pt x="236" y="58"/>
                </a:cubicBezTo>
                <a:cubicBezTo>
                  <a:pt x="236" y="58"/>
                  <a:pt x="236" y="58"/>
                  <a:pt x="237" y="58"/>
                </a:cubicBezTo>
                <a:cubicBezTo>
                  <a:pt x="237" y="58"/>
                  <a:pt x="237" y="58"/>
                  <a:pt x="237" y="58"/>
                </a:cubicBezTo>
                <a:cubicBezTo>
                  <a:pt x="237" y="58"/>
                  <a:pt x="237" y="57"/>
                  <a:pt x="238" y="57"/>
                </a:cubicBezTo>
                <a:cubicBezTo>
                  <a:pt x="238" y="57"/>
                  <a:pt x="238" y="57"/>
                  <a:pt x="238" y="57"/>
                </a:cubicBezTo>
                <a:cubicBezTo>
                  <a:pt x="238" y="57"/>
                  <a:pt x="239" y="57"/>
                  <a:pt x="239" y="57"/>
                </a:cubicBezTo>
                <a:cubicBezTo>
                  <a:pt x="239" y="57"/>
                  <a:pt x="239" y="57"/>
                  <a:pt x="239" y="57"/>
                </a:cubicBezTo>
                <a:cubicBezTo>
                  <a:pt x="239" y="57"/>
                  <a:pt x="239" y="57"/>
                  <a:pt x="239" y="57"/>
                </a:cubicBezTo>
                <a:cubicBezTo>
                  <a:pt x="239" y="57"/>
                  <a:pt x="239" y="57"/>
                  <a:pt x="239" y="56"/>
                </a:cubicBezTo>
                <a:cubicBezTo>
                  <a:pt x="239" y="56"/>
                  <a:pt x="239" y="56"/>
                  <a:pt x="239" y="56"/>
                </a:cubicBezTo>
                <a:cubicBezTo>
                  <a:pt x="240" y="56"/>
                  <a:pt x="240" y="56"/>
                  <a:pt x="240" y="56"/>
                </a:cubicBezTo>
                <a:cubicBezTo>
                  <a:pt x="240" y="56"/>
                  <a:pt x="241" y="56"/>
                  <a:pt x="241" y="56"/>
                </a:cubicBezTo>
                <a:cubicBezTo>
                  <a:pt x="241" y="56"/>
                  <a:pt x="242" y="56"/>
                  <a:pt x="242" y="56"/>
                </a:cubicBezTo>
                <a:cubicBezTo>
                  <a:pt x="242" y="56"/>
                  <a:pt x="242" y="56"/>
                  <a:pt x="243" y="56"/>
                </a:cubicBezTo>
                <a:cubicBezTo>
                  <a:pt x="243" y="56"/>
                  <a:pt x="243" y="56"/>
                  <a:pt x="243" y="56"/>
                </a:cubicBezTo>
                <a:cubicBezTo>
                  <a:pt x="243" y="56"/>
                  <a:pt x="243" y="56"/>
                  <a:pt x="243" y="56"/>
                </a:cubicBezTo>
                <a:cubicBezTo>
                  <a:pt x="243" y="56"/>
                  <a:pt x="244" y="56"/>
                  <a:pt x="244" y="56"/>
                </a:cubicBezTo>
                <a:cubicBezTo>
                  <a:pt x="244" y="56"/>
                  <a:pt x="244" y="56"/>
                  <a:pt x="244" y="56"/>
                </a:cubicBezTo>
                <a:cubicBezTo>
                  <a:pt x="244" y="56"/>
                  <a:pt x="244" y="56"/>
                  <a:pt x="245" y="56"/>
                </a:cubicBezTo>
                <a:cubicBezTo>
                  <a:pt x="245" y="56"/>
                  <a:pt x="245" y="56"/>
                  <a:pt x="245" y="56"/>
                </a:cubicBezTo>
                <a:cubicBezTo>
                  <a:pt x="245" y="56"/>
                  <a:pt x="246" y="56"/>
                  <a:pt x="246" y="56"/>
                </a:cubicBezTo>
                <a:cubicBezTo>
                  <a:pt x="246" y="55"/>
                  <a:pt x="245" y="56"/>
                  <a:pt x="245" y="56"/>
                </a:cubicBezTo>
                <a:cubicBezTo>
                  <a:pt x="245" y="56"/>
                  <a:pt x="245" y="55"/>
                  <a:pt x="245" y="55"/>
                </a:cubicBezTo>
                <a:cubicBezTo>
                  <a:pt x="245" y="55"/>
                  <a:pt x="245" y="55"/>
                  <a:pt x="244" y="55"/>
                </a:cubicBezTo>
                <a:cubicBezTo>
                  <a:pt x="244" y="55"/>
                  <a:pt x="244" y="55"/>
                  <a:pt x="244" y="55"/>
                </a:cubicBezTo>
                <a:cubicBezTo>
                  <a:pt x="244" y="55"/>
                  <a:pt x="244" y="55"/>
                  <a:pt x="244" y="55"/>
                </a:cubicBezTo>
                <a:cubicBezTo>
                  <a:pt x="244" y="55"/>
                  <a:pt x="244" y="55"/>
                  <a:pt x="244" y="55"/>
                </a:cubicBezTo>
                <a:cubicBezTo>
                  <a:pt x="245" y="55"/>
                  <a:pt x="245" y="55"/>
                  <a:pt x="245" y="55"/>
                </a:cubicBezTo>
                <a:cubicBezTo>
                  <a:pt x="245" y="55"/>
                  <a:pt x="245" y="55"/>
                  <a:pt x="245" y="55"/>
                </a:cubicBezTo>
                <a:cubicBezTo>
                  <a:pt x="245" y="55"/>
                  <a:pt x="246" y="55"/>
                  <a:pt x="246" y="55"/>
                </a:cubicBezTo>
                <a:cubicBezTo>
                  <a:pt x="246" y="55"/>
                  <a:pt x="246" y="55"/>
                  <a:pt x="246" y="55"/>
                </a:cubicBezTo>
                <a:cubicBezTo>
                  <a:pt x="246" y="55"/>
                  <a:pt x="246" y="54"/>
                  <a:pt x="246" y="54"/>
                </a:cubicBezTo>
                <a:cubicBezTo>
                  <a:pt x="247" y="54"/>
                  <a:pt x="247" y="54"/>
                  <a:pt x="247" y="54"/>
                </a:cubicBezTo>
                <a:cubicBezTo>
                  <a:pt x="247" y="54"/>
                  <a:pt x="248" y="54"/>
                  <a:pt x="248" y="54"/>
                </a:cubicBezTo>
                <a:cubicBezTo>
                  <a:pt x="248" y="54"/>
                  <a:pt x="248" y="54"/>
                  <a:pt x="248" y="54"/>
                </a:cubicBezTo>
                <a:cubicBezTo>
                  <a:pt x="249" y="54"/>
                  <a:pt x="249" y="54"/>
                  <a:pt x="249" y="54"/>
                </a:cubicBezTo>
                <a:cubicBezTo>
                  <a:pt x="249" y="55"/>
                  <a:pt x="250" y="55"/>
                  <a:pt x="250" y="55"/>
                </a:cubicBezTo>
                <a:cubicBezTo>
                  <a:pt x="250" y="55"/>
                  <a:pt x="250" y="55"/>
                  <a:pt x="250" y="55"/>
                </a:cubicBezTo>
                <a:cubicBezTo>
                  <a:pt x="250" y="55"/>
                  <a:pt x="250" y="55"/>
                  <a:pt x="250" y="55"/>
                </a:cubicBezTo>
                <a:cubicBezTo>
                  <a:pt x="250" y="56"/>
                  <a:pt x="250" y="56"/>
                  <a:pt x="250" y="56"/>
                </a:cubicBezTo>
                <a:cubicBezTo>
                  <a:pt x="250" y="56"/>
                  <a:pt x="250" y="56"/>
                  <a:pt x="250" y="56"/>
                </a:cubicBezTo>
                <a:cubicBezTo>
                  <a:pt x="250" y="56"/>
                  <a:pt x="250" y="57"/>
                  <a:pt x="250" y="57"/>
                </a:cubicBezTo>
                <a:cubicBezTo>
                  <a:pt x="250" y="57"/>
                  <a:pt x="250" y="57"/>
                  <a:pt x="250" y="58"/>
                </a:cubicBezTo>
                <a:cubicBezTo>
                  <a:pt x="250" y="58"/>
                  <a:pt x="249" y="58"/>
                  <a:pt x="249" y="58"/>
                </a:cubicBezTo>
                <a:cubicBezTo>
                  <a:pt x="249" y="58"/>
                  <a:pt x="249" y="58"/>
                  <a:pt x="249" y="58"/>
                </a:cubicBezTo>
                <a:cubicBezTo>
                  <a:pt x="249" y="58"/>
                  <a:pt x="249" y="58"/>
                  <a:pt x="249" y="58"/>
                </a:cubicBezTo>
                <a:cubicBezTo>
                  <a:pt x="248" y="58"/>
                  <a:pt x="248" y="58"/>
                  <a:pt x="248" y="58"/>
                </a:cubicBezTo>
                <a:cubicBezTo>
                  <a:pt x="248" y="58"/>
                  <a:pt x="248" y="58"/>
                  <a:pt x="248" y="58"/>
                </a:cubicBezTo>
                <a:cubicBezTo>
                  <a:pt x="248" y="57"/>
                  <a:pt x="248" y="57"/>
                  <a:pt x="248" y="57"/>
                </a:cubicBezTo>
                <a:cubicBezTo>
                  <a:pt x="248" y="57"/>
                  <a:pt x="247" y="57"/>
                  <a:pt x="247" y="57"/>
                </a:cubicBezTo>
                <a:cubicBezTo>
                  <a:pt x="247" y="56"/>
                  <a:pt x="247" y="57"/>
                  <a:pt x="247" y="57"/>
                </a:cubicBezTo>
                <a:cubicBezTo>
                  <a:pt x="247" y="57"/>
                  <a:pt x="247" y="57"/>
                  <a:pt x="247" y="57"/>
                </a:cubicBezTo>
                <a:cubicBezTo>
                  <a:pt x="246" y="57"/>
                  <a:pt x="246" y="57"/>
                  <a:pt x="246" y="57"/>
                </a:cubicBezTo>
                <a:cubicBezTo>
                  <a:pt x="246" y="57"/>
                  <a:pt x="245" y="57"/>
                  <a:pt x="245" y="57"/>
                </a:cubicBezTo>
                <a:cubicBezTo>
                  <a:pt x="245" y="57"/>
                  <a:pt x="245" y="57"/>
                  <a:pt x="244" y="57"/>
                </a:cubicBezTo>
                <a:cubicBezTo>
                  <a:pt x="244" y="58"/>
                  <a:pt x="244" y="58"/>
                  <a:pt x="244" y="58"/>
                </a:cubicBezTo>
                <a:cubicBezTo>
                  <a:pt x="244" y="58"/>
                  <a:pt x="244" y="58"/>
                  <a:pt x="244" y="58"/>
                </a:cubicBezTo>
                <a:cubicBezTo>
                  <a:pt x="244" y="59"/>
                  <a:pt x="244" y="59"/>
                  <a:pt x="244" y="59"/>
                </a:cubicBezTo>
                <a:cubicBezTo>
                  <a:pt x="243" y="59"/>
                  <a:pt x="243" y="59"/>
                  <a:pt x="243" y="59"/>
                </a:cubicBezTo>
                <a:cubicBezTo>
                  <a:pt x="243" y="59"/>
                  <a:pt x="243" y="59"/>
                  <a:pt x="243" y="59"/>
                </a:cubicBezTo>
                <a:cubicBezTo>
                  <a:pt x="243" y="60"/>
                  <a:pt x="243" y="60"/>
                  <a:pt x="243" y="60"/>
                </a:cubicBezTo>
                <a:cubicBezTo>
                  <a:pt x="243" y="60"/>
                  <a:pt x="243" y="60"/>
                  <a:pt x="243" y="60"/>
                </a:cubicBezTo>
                <a:cubicBezTo>
                  <a:pt x="243" y="60"/>
                  <a:pt x="243" y="60"/>
                  <a:pt x="243" y="60"/>
                </a:cubicBezTo>
                <a:cubicBezTo>
                  <a:pt x="242" y="60"/>
                  <a:pt x="242" y="60"/>
                  <a:pt x="242" y="61"/>
                </a:cubicBezTo>
                <a:cubicBezTo>
                  <a:pt x="242" y="61"/>
                  <a:pt x="242" y="61"/>
                  <a:pt x="242" y="61"/>
                </a:cubicBezTo>
                <a:cubicBezTo>
                  <a:pt x="242" y="61"/>
                  <a:pt x="242" y="61"/>
                  <a:pt x="241" y="62"/>
                </a:cubicBezTo>
                <a:cubicBezTo>
                  <a:pt x="241" y="62"/>
                  <a:pt x="241" y="62"/>
                  <a:pt x="241" y="62"/>
                </a:cubicBezTo>
                <a:cubicBezTo>
                  <a:pt x="241" y="62"/>
                  <a:pt x="241" y="62"/>
                  <a:pt x="241" y="62"/>
                </a:cubicBezTo>
                <a:cubicBezTo>
                  <a:pt x="240" y="63"/>
                  <a:pt x="240" y="63"/>
                  <a:pt x="240" y="63"/>
                </a:cubicBezTo>
                <a:cubicBezTo>
                  <a:pt x="240" y="63"/>
                  <a:pt x="239" y="63"/>
                  <a:pt x="239" y="63"/>
                </a:cubicBezTo>
                <a:cubicBezTo>
                  <a:pt x="239" y="63"/>
                  <a:pt x="238" y="63"/>
                  <a:pt x="238" y="63"/>
                </a:cubicBezTo>
                <a:cubicBezTo>
                  <a:pt x="238" y="63"/>
                  <a:pt x="238" y="63"/>
                  <a:pt x="238" y="63"/>
                </a:cubicBezTo>
                <a:cubicBezTo>
                  <a:pt x="237" y="63"/>
                  <a:pt x="237" y="63"/>
                  <a:pt x="237" y="64"/>
                </a:cubicBezTo>
                <a:cubicBezTo>
                  <a:pt x="237" y="64"/>
                  <a:pt x="237" y="64"/>
                  <a:pt x="237" y="64"/>
                </a:cubicBezTo>
                <a:cubicBezTo>
                  <a:pt x="237" y="64"/>
                  <a:pt x="236" y="64"/>
                  <a:pt x="236" y="64"/>
                </a:cubicBezTo>
                <a:cubicBezTo>
                  <a:pt x="236" y="64"/>
                  <a:pt x="236" y="65"/>
                  <a:pt x="235" y="65"/>
                </a:cubicBezTo>
                <a:cubicBezTo>
                  <a:pt x="235" y="66"/>
                  <a:pt x="235" y="66"/>
                  <a:pt x="234" y="66"/>
                </a:cubicBezTo>
                <a:cubicBezTo>
                  <a:pt x="234" y="66"/>
                  <a:pt x="234" y="66"/>
                  <a:pt x="234" y="66"/>
                </a:cubicBezTo>
                <a:cubicBezTo>
                  <a:pt x="233" y="66"/>
                  <a:pt x="233" y="66"/>
                  <a:pt x="233" y="66"/>
                </a:cubicBezTo>
                <a:cubicBezTo>
                  <a:pt x="233" y="66"/>
                  <a:pt x="233" y="66"/>
                  <a:pt x="233" y="66"/>
                </a:cubicBezTo>
                <a:cubicBezTo>
                  <a:pt x="233" y="66"/>
                  <a:pt x="233" y="66"/>
                  <a:pt x="233" y="66"/>
                </a:cubicBezTo>
                <a:cubicBezTo>
                  <a:pt x="233" y="65"/>
                  <a:pt x="233" y="65"/>
                  <a:pt x="233" y="65"/>
                </a:cubicBezTo>
                <a:cubicBezTo>
                  <a:pt x="233" y="65"/>
                  <a:pt x="233" y="65"/>
                  <a:pt x="233" y="65"/>
                </a:cubicBezTo>
                <a:cubicBezTo>
                  <a:pt x="233" y="65"/>
                  <a:pt x="232" y="65"/>
                  <a:pt x="232" y="65"/>
                </a:cubicBezTo>
                <a:cubicBezTo>
                  <a:pt x="232" y="65"/>
                  <a:pt x="232" y="65"/>
                  <a:pt x="232" y="65"/>
                </a:cubicBezTo>
                <a:cubicBezTo>
                  <a:pt x="232" y="65"/>
                  <a:pt x="232" y="65"/>
                  <a:pt x="232" y="65"/>
                </a:cubicBezTo>
                <a:cubicBezTo>
                  <a:pt x="231" y="65"/>
                  <a:pt x="231" y="65"/>
                  <a:pt x="231" y="65"/>
                </a:cubicBezTo>
                <a:cubicBezTo>
                  <a:pt x="231" y="65"/>
                  <a:pt x="232" y="65"/>
                  <a:pt x="232" y="65"/>
                </a:cubicBezTo>
                <a:cubicBezTo>
                  <a:pt x="232" y="66"/>
                  <a:pt x="232" y="66"/>
                  <a:pt x="232" y="66"/>
                </a:cubicBezTo>
                <a:cubicBezTo>
                  <a:pt x="232" y="66"/>
                  <a:pt x="231" y="66"/>
                  <a:pt x="231" y="66"/>
                </a:cubicBezTo>
                <a:cubicBezTo>
                  <a:pt x="231" y="66"/>
                  <a:pt x="232" y="66"/>
                  <a:pt x="232" y="66"/>
                </a:cubicBezTo>
                <a:cubicBezTo>
                  <a:pt x="232" y="66"/>
                  <a:pt x="232" y="66"/>
                  <a:pt x="232" y="66"/>
                </a:cubicBezTo>
                <a:cubicBezTo>
                  <a:pt x="232" y="66"/>
                  <a:pt x="232" y="66"/>
                  <a:pt x="232" y="66"/>
                </a:cubicBezTo>
                <a:cubicBezTo>
                  <a:pt x="232" y="66"/>
                  <a:pt x="232" y="66"/>
                  <a:pt x="232" y="66"/>
                </a:cubicBezTo>
                <a:cubicBezTo>
                  <a:pt x="232" y="66"/>
                  <a:pt x="232" y="66"/>
                  <a:pt x="232" y="66"/>
                </a:cubicBezTo>
                <a:cubicBezTo>
                  <a:pt x="232" y="66"/>
                  <a:pt x="232" y="66"/>
                  <a:pt x="232" y="66"/>
                </a:cubicBezTo>
                <a:cubicBezTo>
                  <a:pt x="232" y="66"/>
                  <a:pt x="232" y="66"/>
                  <a:pt x="232" y="66"/>
                </a:cubicBezTo>
                <a:cubicBezTo>
                  <a:pt x="233" y="66"/>
                  <a:pt x="233" y="66"/>
                  <a:pt x="233" y="66"/>
                </a:cubicBezTo>
                <a:cubicBezTo>
                  <a:pt x="233" y="66"/>
                  <a:pt x="233" y="67"/>
                  <a:pt x="233" y="67"/>
                </a:cubicBezTo>
                <a:cubicBezTo>
                  <a:pt x="233" y="67"/>
                  <a:pt x="233" y="67"/>
                  <a:pt x="233" y="67"/>
                </a:cubicBezTo>
                <a:cubicBezTo>
                  <a:pt x="234" y="68"/>
                  <a:pt x="233" y="68"/>
                  <a:pt x="234" y="68"/>
                </a:cubicBezTo>
                <a:cubicBezTo>
                  <a:pt x="234" y="68"/>
                  <a:pt x="234" y="68"/>
                  <a:pt x="235" y="68"/>
                </a:cubicBezTo>
                <a:cubicBezTo>
                  <a:pt x="235" y="68"/>
                  <a:pt x="235" y="68"/>
                  <a:pt x="235" y="68"/>
                </a:cubicBezTo>
                <a:cubicBezTo>
                  <a:pt x="235" y="68"/>
                  <a:pt x="235" y="68"/>
                  <a:pt x="235" y="68"/>
                </a:cubicBezTo>
                <a:cubicBezTo>
                  <a:pt x="235" y="68"/>
                  <a:pt x="235" y="69"/>
                  <a:pt x="235" y="69"/>
                </a:cubicBezTo>
                <a:cubicBezTo>
                  <a:pt x="235" y="69"/>
                  <a:pt x="235" y="69"/>
                  <a:pt x="236" y="69"/>
                </a:cubicBezTo>
                <a:cubicBezTo>
                  <a:pt x="236" y="69"/>
                  <a:pt x="236" y="69"/>
                  <a:pt x="236" y="69"/>
                </a:cubicBezTo>
                <a:cubicBezTo>
                  <a:pt x="236" y="69"/>
                  <a:pt x="236" y="69"/>
                  <a:pt x="236" y="70"/>
                </a:cubicBezTo>
                <a:cubicBezTo>
                  <a:pt x="236" y="70"/>
                  <a:pt x="236" y="70"/>
                  <a:pt x="236" y="70"/>
                </a:cubicBezTo>
                <a:cubicBezTo>
                  <a:pt x="236" y="70"/>
                  <a:pt x="236" y="70"/>
                  <a:pt x="237" y="70"/>
                </a:cubicBezTo>
                <a:cubicBezTo>
                  <a:pt x="237" y="71"/>
                  <a:pt x="237" y="71"/>
                  <a:pt x="237" y="71"/>
                </a:cubicBezTo>
                <a:cubicBezTo>
                  <a:pt x="237" y="71"/>
                  <a:pt x="237" y="71"/>
                  <a:pt x="237" y="72"/>
                </a:cubicBezTo>
                <a:cubicBezTo>
                  <a:pt x="237" y="72"/>
                  <a:pt x="237" y="72"/>
                  <a:pt x="237" y="72"/>
                </a:cubicBezTo>
                <a:cubicBezTo>
                  <a:pt x="237" y="72"/>
                  <a:pt x="238" y="72"/>
                  <a:pt x="238" y="72"/>
                </a:cubicBezTo>
                <a:cubicBezTo>
                  <a:pt x="238" y="72"/>
                  <a:pt x="238" y="72"/>
                  <a:pt x="238" y="72"/>
                </a:cubicBezTo>
                <a:cubicBezTo>
                  <a:pt x="238" y="73"/>
                  <a:pt x="238" y="73"/>
                  <a:pt x="238" y="73"/>
                </a:cubicBezTo>
                <a:cubicBezTo>
                  <a:pt x="238" y="73"/>
                  <a:pt x="238" y="73"/>
                  <a:pt x="238" y="73"/>
                </a:cubicBezTo>
                <a:cubicBezTo>
                  <a:pt x="238" y="73"/>
                  <a:pt x="238" y="73"/>
                  <a:pt x="238" y="73"/>
                </a:cubicBezTo>
                <a:cubicBezTo>
                  <a:pt x="238" y="73"/>
                  <a:pt x="238" y="73"/>
                  <a:pt x="238" y="73"/>
                </a:cubicBezTo>
                <a:cubicBezTo>
                  <a:pt x="238" y="73"/>
                  <a:pt x="239" y="73"/>
                  <a:pt x="239" y="73"/>
                </a:cubicBezTo>
                <a:cubicBezTo>
                  <a:pt x="239" y="73"/>
                  <a:pt x="239" y="73"/>
                  <a:pt x="239" y="74"/>
                </a:cubicBezTo>
                <a:cubicBezTo>
                  <a:pt x="239" y="74"/>
                  <a:pt x="239" y="74"/>
                  <a:pt x="239" y="74"/>
                </a:cubicBezTo>
                <a:cubicBezTo>
                  <a:pt x="239" y="74"/>
                  <a:pt x="239" y="74"/>
                  <a:pt x="239" y="74"/>
                </a:cubicBezTo>
                <a:cubicBezTo>
                  <a:pt x="239" y="74"/>
                  <a:pt x="239" y="74"/>
                  <a:pt x="239" y="74"/>
                </a:cubicBezTo>
                <a:cubicBezTo>
                  <a:pt x="239" y="74"/>
                  <a:pt x="240" y="74"/>
                  <a:pt x="240" y="74"/>
                </a:cubicBezTo>
                <a:cubicBezTo>
                  <a:pt x="240" y="74"/>
                  <a:pt x="240" y="74"/>
                  <a:pt x="240" y="74"/>
                </a:cubicBezTo>
                <a:cubicBezTo>
                  <a:pt x="240" y="75"/>
                  <a:pt x="240" y="75"/>
                  <a:pt x="240" y="75"/>
                </a:cubicBezTo>
                <a:cubicBezTo>
                  <a:pt x="240" y="76"/>
                  <a:pt x="240" y="76"/>
                  <a:pt x="240" y="76"/>
                </a:cubicBezTo>
                <a:cubicBezTo>
                  <a:pt x="240" y="76"/>
                  <a:pt x="240" y="76"/>
                  <a:pt x="240" y="76"/>
                </a:cubicBezTo>
                <a:cubicBezTo>
                  <a:pt x="240" y="76"/>
                  <a:pt x="241" y="76"/>
                  <a:pt x="241" y="76"/>
                </a:cubicBezTo>
                <a:cubicBezTo>
                  <a:pt x="241" y="76"/>
                  <a:pt x="241" y="77"/>
                  <a:pt x="241" y="77"/>
                </a:cubicBezTo>
                <a:cubicBezTo>
                  <a:pt x="241" y="76"/>
                  <a:pt x="241" y="76"/>
                  <a:pt x="241" y="77"/>
                </a:cubicBezTo>
                <a:cubicBezTo>
                  <a:pt x="241" y="77"/>
                  <a:pt x="242" y="77"/>
                  <a:pt x="242" y="77"/>
                </a:cubicBezTo>
                <a:cubicBezTo>
                  <a:pt x="241" y="77"/>
                  <a:pt x="241" y="77"/>
                  <a:pt x="241" y="77"/>
                </a:cubicBezTo>
                <a:cubicBezTo>
                  <a:pt x="241" y="77"/>
                  <a:pt x="241" y="77"/>
                  <a:pt x="241" y="78"/>
                </a:cubicBezTo>
                <a:cubicBezTo>
                  <a:pt x="241" y="78"/>
                  <a:pt x="241" y="77"/>
                  <a:pt x="240" y="78"/>
                </a:cubicBezTo>
                <a:cubicBezTo>
                  <a:pt x="240" y="78"/>
                  <a:pt x="240" y="78"/>
                  <a:pt x="240" y="78"/>
                </a:cubicBezTo>
                <a:cubicBezTo>
                  <a:pt x="240" y="78"/>
                  <a:pt x="240" y="78"/>
                  <a:pt x="240" y="78"/>
                </a:cubicBezTo>
                <a:cubicBezTo>
                  <a:pt x="240" y="78"/>
                  <a:pt x="240" y="78"/>
                  <a:pt x="240" y="78"/>
                </a:cubicBezTo>
                <a:cubicBezTo>
                  <a:pt x="240" y="78"/>
                  <a:pt x="240" y="78"/>
                  <a:pt x="240" y="79"/>
                </a:cubicBezTo>
                <a:cubicBezTo>
                  <a:pt x="240" y="79"/>
                  <a:pt x="240" y="79"/>
                  <a:pt x="240" y="79"/>
                </a:cubicBezTo>
                <a:cubicBezTo>
                  <a:pt x="240" y="79"/>
                  <a:pt x="240" y="79"/>
                  <a:pt x="240" y="79"/>
                </a:cubicBezTo>
                <a:cubicBezTo>
                  <a:pt x="240" y="79"/>
                  <a:pt x="240" y="79"/>
                  <a:pt x="240" y="79"/>
                </a:cubicBezTo>
                <a:cubicBezTo>
                  <a:pt x="240" y="79"/>
                  <a:pt x="240" y="80"/>
                  <a:pt x="240" y="80"/>
                </a:cubicBezTo>
                <a:cubicBezTo>
                  <a:pt x="240" y="80"/>
                  <a:pt x="240" y="80"/>
                  <a:pt x="240" y="80"/>
                </a:cubicBezTo>
                <a:cubicBezTo>
                  <a:pt x="240" y="80"/>
                  <a:pt x="240" y="80"/>
                  <a:pt x="239" y="80"/>
                </a:cubicBezTo>
                <a:cubicBezTo>
                  <a:pt x="239" y="80"/>
                  <a:pt x="239" y="80"/>
                  <a:pt x="239" y="81"/>
                </a:cubicBezTo>
                <a:cubicBezTo>
                  <a:pt x="239" y="81"/>
                  <a:pt x="239" y="81"/>
                  <a:pt x="239" y="81"/>
                </a:cubicBezTo>
                <a:cubicBezTo>
                  <a:pt x="240" y="81"/>
                  <a:pt x="240" y="81"/>
                  <a:pt x="240" y="81"/>
                </a:cubicBezTo>
                <a:cubicBezTo>
                  <a:pt x="240" y="81"/>
                  <a:pt x="240" y="81"/>
                  <a:pt x="240" y="81"/>
                </a:cubicBezTo>
                <a:cubicBezTo>
                  <a:pt x="240" y="81"/>
                  <a:pt x="240" y="82"/>
                  <a:pt x="240" y="82"/>
                </a:cubicBezTo>
                <a:cubicBezTo>
                  <a:pt x="240" y="82"/>
                  <a:pt x="240" y="82"/>
                  <a:pt x="240" y="82"/>
                </a:cubicBezTo>
                <a:cubicBezTo>
                  <a:pt x="241" y="82"/>
                  <a:pt x="241" y="82"/>
                  <a:pt x="241" y="82"/>
                </a:cubicBezTo>
                <a:cubicBezTo>
                  <a:pt x="241" y="82"/>
                  <a:pt x="241" y="82"/>
                  <a:pt x="241" y="82"/>
                </a:cubicBezTo>
                <a:cubicBezTo>
                  <a:pt x="241" y="82"/>
                  <a:pt x="242" y="82"/>
                  <a:pt x="242" y="82"/>
                </a:cubicBezTo>
                <a:cubicBezTo>
                  <a:pt x="242" y="83"/>
                  <a:pt x="242" y="83"/>
                  <a:pt x="242" y="83"/>
                </a:cubicBezTo>
                <a:cubicBezTo>
                  <a:pt x="242" y="83"/>
                  <a:pt x="242" y="83"/>
                  <a:pt x="242" y="83"/>
                </a:cubicBezTo>
                <a:cubicBezTo>
                  <a:pt x="242" y="83"/>
                  <a:pt x="243" y="83"/>
                  <a:pt x="243" y="83"/>
                </a:cubicBezTo>
                <a:cubicBezTo>
                  <a:pt x="243" y="83"/>
                  <a:pt x="243" y="83"/>
                  <a:pt x="243" y="83"/>
                </a:cubicBezTo>
                <a:cubicBezTo>
                  <a:pt x="243" y="83"/>
                  <a:pt x="243" y="83"/>
                  <a:pt x="243" y="83"/>
                </a:cubicBezTo>
                <a:cubicBezTo>
                  <a:pt x="243" y="83"/>
                  <a:pt x="243" y="83"/>
                  <a:pt x="243" y="84"/>
                </a:cubicBezTo>
                <a:cubicBezTo>
                  <a:pt x="243" y="84"/>
                  <a:pt x="243" y="84"/>
                  <a:pt x="243" y="84"/>
                </a:cubicBezTo>
                <a:cubicBezTo>
                  <a:pt x="243" y="84"/>
                  <a:pt x="242" y="84"/>
                  <a:pt x="242" y="84"/>
                </a:cubicBezTo>
                <a:cubicBezTo>
                  <a:pt x="242" y="84"/>
                  <a:pt x="243" y="84"/>
                  <a:pt x="243" y="84"/>
                </a:cubicBezTo>
                <a:cubicBezTo>
                  <a:pt x="243" y="84"/>
                  <a:pt x="243" y="84"/>
                  <a:pt x="243" y="84"/>
                </a:cubicBezTo>
                <a:cubicBezTo>
                  <a:pt x="243" y="85"/>
                  <a:pt x="243" y="85"/>
                  <a:pt x="243" y="85"/>
                </a:cubicBezTo>
                <a:cubicBezTo>
                  <a:pt x="243" y="85"/>
                  <a:pt x="243" y="85"/>
                  <a:pt x="244" y="85"/>
                </a:cubicBezTo>
                <a:cubicBezTo>
                  <a:pt x="244" y="85"/>
                  <a:pt x="244" y="85"/>
                  <a:pt x="244" y="85"/>
                </a:cubicBezTo>
                <a:cubicBezTo>
                  <a:pt x="244" y="85"/>
                  <a:pt x="244" y="86"/>
                  <a:pt x="245" y="85"/>
                </a:cubicBezTo>
                <a:cubicBezTo>
                  <a:pt x="245" y="85"/>
                  <a:pt x="244" y="85"/>
                  <a:pt x="244" y="85"/>
                </a:cubicBezTo>
                <a:cubicBezTo>
                  <a:pt x="244" y="85"/>
                  <a:pt x="245" y="85"/>
                  <a:pt x="245" y="85"/>
                </a:cubicBezTo>
                <a:cubicBezTo>
                  <a:pt x="245" y="85"/>
                  <a:pt x="245" y="85"/>
                  <a:pt x="245" y="85"/>
                </a:cubicBezTo>
                <a:cubicBezTo>
                  <a:pt x="245" y="85"/>
                  <a:pt x="245" y="85"/>
                  <a:pt x="245" y="85"/>
                </a:cubicBezTo>
                <a:cubicBezTo>
                  <a:pt x="245" y="86"/>
                  <a:pt x="245" y="86"/>
                  <a:pt x="245" y="86"/>
                </a:cubicBezTo>
                <a:cubicBezTo>
                  <a:pt x="245" y="86"/>
                  <a:pt x="245" y="86"/>
                  <a:pt x="245" y="87"/>
                </a:cubicBezTo>
                <a:cubicBezTo>
                  <a:pt x="245" y="87"/>
                  <a:pt x="245" y="87"/>
                  <a:pt x="245" y="87"/>
                </a:cubicBezTo>
                <a:cubicBezTo>
                  <a:pt x="245" y="87"/>
                  <a:pt x="245" y="88"/>
                  <a:pt x="245" y="88"/>
                </a:cubicBezTo>
                <a:cubicBezTo>
                  <a:pt x="245" y="88"/>
                  <a:pt x="245" y="88"/>
                  <a:pt x="245" y="88"/>
                </a:cubicBezTo>
                <a:cubicBezTo>
                  <a:pt x="244" y="88"/>
                  <a:pt x="244" y="88"/>
                  <a:pt x="244" y="88"/>
                </a:cubicBezTo>
                <a:cubicBezTo>
                  <a:pt x="244" y="87"/>
                  <a:pt x="244" y="87"/>
                  <a:pt x="244" y="87"/>
                </a:cubicBezTo>
                <a:cubicBezTo>
                  <a:pt x="244" y="87"/>
                  <a:pt x="244" y="87"/>
                  <a:pt x="244" y="87"/>
                </a:cubicBezTo>
                <a:cubicBezTo>
                  <a:pt x="243" y="87"/>
                  <a:pt x="243" y="87"/>
                  <a:pt x="243" y="87"/>
                </a:cubicBezTo>
                <a:cubicBezTo>
                  <a:pt x="243" y="87"/>
                  <a:pt x="244" y="88"/>
                  <a:pt x="244" y="88"/>
                </a:cubicBezTo>
                <a:cubicBezTo>
                  <a:pt x="244" y="88"/>
                  <a:pt x="244" y="88"/>
                  <a:pt x="244" y="88"/>
                </a:cubicBezTo>
                <a:cubicBezTo>
                  <a:pt x="244" y="88"/>
                  <a:pt x="244" y="88"/>
                  <a:pt x="244" y="88"/>
                </a:cubicBezTo>
                <a:cubicBezTo>
                  <a:pt x="244" y="89"/>
                  <a:pt x="244" y="88"/>
                  <a:pt x="244" y="88"/>
                </a:cubicBezTo>
                <a:cubicBezTo>
                  <a:pt x="243" y="88"/>
                  <a:pt x="243" y="88"/>
                  <a:pt x="243" y="89"/>
                </a:cubicBezTo>
                <a:cubicBezTo>
                  <a:pt x="243" y="89"/>
                  <a:pt x="243" y="88"/>
                  <a:pt x="243" y="88"/>
                </a:cubicBezTo>
                <a:cubicBezTo>
                  <a:pt x="243" y="88"/>
                  <a:pt x="243" y="88"/>
                  <a:pt x="243" y="88"/>
                </a:cubicBezTo>
                <a:cubicBezTo>
                  <a:pt x="243" y="88"/>
                  <a:pt x="243" y="88"/>
                  <a:pt x="243" y="88"/>
                </a:cubicBezTo>
                <a:cubicBezTo>
                  <a:pt x="243" y="88"/>
                  <a:pt x="243" y="88"/>
                  <a:pt x="243" y="88"/>
                </a:cubicBezTo>
                <a:cubicBezTo>
                  <a:pt x="242" y="88"/>
                  <a:pt x="242" y="88"/>
                  <a:pt x="242" y="88"/>
                </a:cubicBezTo>
                <a:cubicBezTo>
                  <a:pt x="242" y="88"/>
                  <a:pt x="242" y="88"/>
                  <a:pt x="242" y="88"/>
                </a:cubicBezTo>
                <a:cubicBezTo>
                  <a:pt x="242" y="88"/>
                  <a:pt x="241" y="88"/>
                  <a:pt x="241" y="88"/>
                </a:cubicBezTo>
                <a:cubicBezTo>
                  <a:pt x="241" y="88"/>
                  <a:pt x="241" y="88"/>
                  <a:pt x="241" y="88"/>
                </a:cubicBezTo>
                <a:cubicBezTo>
                  <a:pt x="241" y="88"/>
                  <a:pt x="241" y="88"/>
                  <a:pt x="241" y="88"/>
                </a:cubicBezTo>
                <a:cubicBezTo>
                  <a:pt x="241" y="88"/>
                  <a:pt x="240" y="88"/>
                  <a:pt x="240" y="88"/>
                </a:cubicBezTo>
                <a:cubicBezTo>
                  <a:pt x="240" y="88"/>
                  <a:pt x="240" y="88"/>
                  <a:pt x="240" y="88"/>
                </a:cubicBezTo>
                <a:cubicBezTo>
                  <a:pt x="240" y="88"/>
                  <a:pt x="240" y="88"/>
                  <a:pt x="240" y="88"/>
                </a:cubicBezTo>
                <a:cubicBezTo>
                  <a:pt x="239" y="88"/>
                  <a:pt x="239" y="88"/>
                  <a:pt x="239" y="88"/>
                </a:cubicBezTo>
                <a:cubicBezTo>
                  <a:pt x="239" y="89"/>
                  <a:pt x="239" y="89"/>
                  <a:pt x="239" y="89"/>
                </a:cubicBezTo>
                <a:cubicBezTo>
                  <a:pt x="239" y="89"/>
                  <a:pt x="238" y="89"/>
                  <a:pt x="238" y="89"/>
                </a:cubicBezTo>
                <a:cubicBezTo>
                  <a:pt x="238" y="89"/>
                  <a:pt x="238" y="89"/>
                  <a:pt x="238" y="90"/>
                </a:cubicBezTo>
                <a:cubicBezTo>
                  <a:pt x="238" y="90"/>
                  <a:pt x="238" y="90"/>
                  <a:pt x="238" y="90"/>
                </a:cubicBezTo>
                <a:cubicBezTo>
                  <a:pt x="238" y="91"/>
                  <a:pt x="238" y="91"/>
                  <a:pt x="238" y="91"/>
                </a:cubicBezTo>
                <a:cubicBezTo>
                  <a:pt x="238" y="91"/>
                  <a:pt x="238" y="91"/>
                  <a:pt x="238" y="91"/>
                </a:cubicBezTo>
                <a:cubicBezTo>
                  <a:pt x="238" y="91"/>
                  <a:pt x="238" y="91"/>
                  <a:pt x="238" y="91"/>
                </a:cubicBezTo>
                <a:cubicBezTo>
                  <a:pt x="238" y="92"/>
                  <a:pt x="238" y="92"/>
                  <a:pt x="238" y="92"/>
                </a:cubicBezTo>
                <a:cubicBezTo>
                  <a:pt x="238" y="92"/>
                  <a:pt x="238" y="92"/>
                  <a:pt x="238" y="92"/>
                </a:cubicBezTo>
                <a:cubicBezTo>
                  <a:pt x="238" y="92"/>
                  <a:pt x="237" y="92"/>
                  <a:pt x="237" y="92"/>
                </a:cubicBezTo>
                <a:cubicBezTo>
                  <a:pt x="237" y="92"/>
                  <a:pt x="237" y="92"/>
                  <a:pt x="237" y="92"/>
                </a:cubicBezTo>
                <a:cubicBezTo>
                  <a:pt x="237" y="92"/>
                  <a:pt x="237" y="92"/>
                  <a:pt x="237" y="92"/>
                </a:cubicBezTo>
                <a:cubicBezTo>
                  <a:pt x="236" y="92"/>
                  <a:pt x="236" y="92"/>
                  <a:pt x="236" y="92"/>
                </a:cubicBezTo>
                <a:cubicBezTo>
                  <a:pt x="236" y="91"/>
                  <a:pt x="235" y="92"/>
                  <a:pt x="235" y="92"/>
                </a:cubicBezTo>
                <a:cubicBezTo>
                  <a:pt x="235" y="92"/>
                  <a:pt x="235" y="92"/>
                  <a:pt x="235" y="91"/>
                </a:cubicBezTo>
                <a:cubicBezTo>
                  <a:pt x="235" y="91"/>
                  <a:pt x="235" y="91"/>
                  <a:pt x="235" y="91"/>
                </a:cubicBezTo>
                <a:cubicBezTo>
                  <a:pt x="235" y="91"/>
                  <a:pt x="234" y="91"/>
                  <a:pt x="234" y="91"/>
                </a:cubicBezTo>
                <a:cubicBezTo>
                  <a:pt x="234" y="91"/>
                  <a:pt x="234" y="91"/>
                  <a:pt x="233" y="91"/>
                </a:cubicBezTo>
                <a:cubicBezTo>
                  <a:pt x="233" y="91"/>
                  <a:pt x="233" y="91"/>
                  <a:pt x="233" y="91"/>
                </a:cubicBezTo>
                <a:cubicBezTo>
                  <a:pt x="233" y="90"/>
                  <a:pt x="233" y="90"/>
                  <a:pt x="233" y="90"/>
                </a:cubicBezTo>
                <a:cubicBezTo>
                  <a:pt x="233" y="90"/>
                  <a:pt x="233" y="90"/>
                  <a:pt x="233" y="90"/>
                </a:cubicBezTo>
                <a:cubicBezTo>
                  <a:pt x="233" y="90"/>
                  <a:pt x="233" y="90"/>
                  <a:pt x="233" y="90"/>
                </a:cubicBezTo>
                <a:cubicBezTo>
                  <a:pt x="233" y="89"/>
                  <a:pt x="233" y="89"/>
                  <a:pt x="233" y="88"/>
                </a:cubicBezTo>
                <a:cubicBezTo>
                  <a:pt x="233" y="88"/>
                  <a:pt x="233" y="88"/>
                  <a:pt x="233" y="88"/>
                </a:cubicBezTo>
                <a:cubicBezTo>
                  <a:pt x="233" y="87"/>
                  <a:pt x="233" y="87"/>
                  <a:pt x="233" y="87"/>
                </a:cubicBezTo>
                <a:cubicBezTo>
                  <a:pt x="233" y="87"/>
                  <a:pt x="233" y="86"/>
                  <a:pt x="233" y="86"/>
                </a:cubicBezTo>
                <a:cubicBezTo>
                  <a:pt x="234" y="86"/>
                  <a:pt x="234" y="86"/>
                  <a:pt x="234" y="86"/>
                </a:cubicBezTo>
                <a:cubicBezTo>
                  <a:pt x="234" y="86"/>
                  <a:pt x="234" y="86"/>
                  <a:pt x="234" y="86"/>
                </a:cubicBezTo>
                <a:cubicBezTo>
                  <a:pt x="234" y="86"/>
                  <a:pt x="234" y="85"/>
                  <a:pt x="234" y="85"/>
                </a:cubicBezTo>
                <a:cubicBezTo>
                  <a:pt x="234" y="85"/>
                  <a:pt x="234" y="85"/>
                  <a:pt x="234" y="85"/>
                </a:cubicBezTo>
                <a:cubicBezTo>
                  <a:pt x="234" y="85"/>
                  <a:pt x="234" y="85"/>
                  <a:pt x="234" y="85"/>
                </a:cubicBezTo>
                <a:cubicBezTo>
                  <a:pt x="234" y="84"/>
                  <a:pt x="234" y="84"/>
                  <a:pt x="233" y="84"/>
                </a:cubicBezTo>
                <a:cubicBezTo>
                  <a:pt x="233" y="84"/>
                  <a:pt x="233" y="84"/>
                  <a:pt x="232" y="84"/>
                </a:cubicBezTo>
                <a:cubicBezTo>
                  <a:pt x="232" y="84"/>
                  <a:pt x="232" y="84"/>
                  <a:pt x="231" y="84"/>
                </a:cubicBezTo>
                <a:cubicBezTo>
                  <a:pt x="231" y="83"/>
                  <a:pt x="231" y="83"/>
                  <a:pt x="231" y="83"/>
                </a:cubicBezTo>
                <a:cubicBezTo>
                  <a:pt x="231" y="83"/>
                  <a:pt x="231" y="83"/>
                  <a:pt x="231" y="83"/>
                </a:cubicBezTo>
                <a:cubicBezTo>
                  <a:pt x="231" y="83"/>
                  <a:pt x="231" y="83"/>
                  <a:pt x="231" y="83"/>
                </a:cubicBezTo>
                <a:cubicBezTo>
                  <a:pt x="231" y="83"/>
                  <a:pt x="231" y="83"/>
                  <a:pt x="231" y="83"/>
                </a:cubicBezTo>
                <a:cubicBezTo>
                  <a:pt x="231" y="83"/>
                  <a:pt x="231" y="83"/>
                  <a:pt x="231" y="83"/>
                </a:cubicBezTo>
                <a:cubicBezTo>
                  <a:pt x="231" y="82"/>
                  <a:pt x="230" y="83"/>
                  <a:pt x="230" y="83"/>
                </a:cubicBezTo>
                <a:cubicBezTo>
                  <a:pt x="230" y="83"/>
                  <a:pt x="230" y="82"/>
                  <a:pt x="230" y="82"/>
                </a:cubicBezTo>
                <a:cubicBezTo>
                  <a:pt x="230" y="82"/>
                  <a:pt x="230" y="82"/>
                  <a:pt x="230" y="82"/>
                </a:cubicBezTo>
                <a:cubicBezTo>
                  <a:pt x="230" y="82"/>
                  <a:pt x="229" y="82"/>
                  <a:pt x="229" y="82"/>
                </a:cubicBezTo>
                <a:cubicBezTo>
                  <a:pt x="229" y="81"/>
                  <a:pt x="229" y="81"/>
                  <a:pt x="229" y="81"/>
                </a:cubicBezTo>
                <a:cubicBezTo>
                  <a:pt x="229" y="81"/>
                  <a:pt x="228" y="81"/>
                  <a:pt x="228" y="81"/>
                </a:cubicBezTo>
                <a:cubicBezTo>
                  <a:pt x="228" y="81"/>
                  <a:pt x="228" y="81"/>
                  <a:pt x="228" y="80"/>
                </a:cubicBezTo>
                <a:cubicBezTo>
                  <a:pt x="228" y="80"/>
                  <a:pt x="228" y="80"/>
                  <a:pt x="228" y="79"/>
                </a:cubicBezTo>
                <a:cubicBezTo>
                  <a:pt x="228" y="79"/>
                  <a:pt x="228" y="79"/>
                  <a:pt x="228" y="79"/>
                </a:cubicBezTo>
                <a:cubicBezTo>
                  <a:pt x="228" y="78"/>
                  <a:pt x="228" y="78"/>
                  <a:pt x="228" y="78"/>
                </a:cubicBezTo>
                <a:cubicBezTo>
                  <a:pt x="228" y="78"/>
                  <a:pt x="229" y="78"/>
                  <a:pt x="229" y="78"/>
                </a:cubicBezTo>
                <a:cubicBezTo>
                  <a:pt x="229" y="77"/>
                  <a:pt x="229" y="77"/>
                  <a:pt x="229" y="77"/>
                </a:cubicBezTo>
                <a:cubicBezTo>
                  <a:pt x="229" y="77"/>
                  <a:pt x="229" y="77"/>
                  <a:pt x="229" y="77"/>
                </a:cubicBezTo>
                <a:cubicBezTo>
                  <a:pt x="229" y="77"/>
                  <a:pt x="229" y="76"/>
                  <a:pt x="229" y="76"/>
                </a:cubicBezTo>
                <a:cubicBezTo>
                  <a:pt x="229" y="76"/>
                  <a:pt x="229" y="76"/>
                  <a:pt x="229" y="76"/>
                </a:cubicBezTo>
                <a:cubicBezTo>
                  <a:pt x="229" y="76"/>
                  <a:pt x="229" y="76"/>
                  <a:pt x="229" y="76"/>
                </a:cubicBezTo>
                <a:cubicBezTo>
                  <a:pt x="229" y="76"/>
                  <a:pt x="229" y="76"/>
                  <a:pt x="229" y="75"/>
                </a:cubicBezTo>
                <a:cubicBezTo>
                  <a:pt x="229" y="75"/>
                  <a:pt x="229" y="75"/>
                  <a:pt x="229" y="75"/>
                </a:cubicBezTo>
                <a:cubicBezTo>
                  <a:pt x="229" y="75"/>
                  <a:pt x="229" y="75"/>
                  <a:pt x="229" y="75"/>
                </a:cubicBezTo>
                <a:cubicBezTo>
                  <a:pt x="229" y="74"/>
                  <a:pt x="229" y="74"/>
                  <a:pt x="229" y="74"/>
                </a:cubicBezTo>
                <a:cubicBezTo>
                  <a:pt x="229" y="74"/>
                  <a:pt x="229" y="74"/>
                  <a:pt x="229" y="74"/>
                </a:cubicBezTo>
                <a:cubicBezTo>
                  <a:pt x="229" y="74"/>
                  <a:pt x="229" y="74"/>
                  <a:pt x="229" y="74"/>
                </a:cubicBezTo>
                <a:cubicBezTo>
                  <a:pt x="228" y="74"/>
                  <a:pt x="228" y="74"/>
                  <a:pt x="228" y="74"/>
                </a:cubicBezTo>
                <a:cubicBezTo>
                  <a:pt x="228" y="74"/>
                  <a:pt x="228" y="74"/>
                  <a:pt x="229" y="74"/>
                </a:cubicBezTo>
                <a:cubicBezTo>
                  <a:pt x="229" y="74"/>
                  <a:pt x="229" y="74"/>
                  <a:pt x="229" y="74"/>
                </a:cubicBezTo>
                <a:cubicBezTo>
                  <a:pt x="229" y="73"/>
                  <a:pt x="229" y="73"/>
                  <a:pt x="229" y="73"/>
                </a:cubicBezTo>
                <a:cubicBezTo>
                  <a:pt x="229" y="73"/>
                  <a:pt x="229" y="73"/>
                  <a:pt x="229" y="73"/>
                </a:cubicBezTo>
                <a:cubicBezTo>
                  <a:pt x="230" y="73"/>
                  <a:pt x="229" y="73"/>
                  <a:pt x="229" y="73"/>
                </a:cubicBezTo>
                <a:cubicBezTo>
                  <a:pt x="229" y="73"/>
                  <a:pt x="229" y="72"/>
                  <a:pt x="229" y="72"/>
                </a:cubicBezTo>
                <a:cubicBezTo>
                  <a:pt x="229" y="72"/>
                  <a:pt x="229" y="72"/>
                  <a:pt x="229" y="72"/>
                </a:cubicBezTo>
                <a:cubicBezTo>
                  <a:pt x="229" y="73"/>
                  <a:pt x="228" y="73"/>
                  <a:pt x="228" y="72"/>
                </a:cubicBezTo>
                <a:cubicBezTo>
                  <a:pt x="228" y="72"/>
                  <a:pt x="228" y="72"/>
                  <a:pt x="228" y="72"/>
                </a:cubicBezTo>
                <a:cubicBezTo>
                  <a:pt x="228" y="72"/>
                  <a:pt x="228" y="72"/>
                  <a:pt x="228" y="72"/>
                </a:cubicBezTo>
                <a:cubicBezTo>
                  <a:pt x="228" y="72"/>
                  <a:pt x="228" y="72"/>
                  <a:pt x="228" y="72"/>
                </a:cubicBezTo>
                <a:cubicBezTo>
                  <a:pt x="227" y="72"/>
                  <a:pt x="227" y="72"/>
                  <a:pt x="227" y="72"/>
                </a:cubicBezTo>
                <a:cubicBezTo>
                  <a:pt x="227" y="72"/>
                  <a:pt x="227" y="72"/>
                  <a:pt x="227" y="72"/>
                </a:cubicBezTo>
                <a:cubicBezTo>
                  <a:pt x="227" y="72"/>
                  <a:pt x="227" y="72"/>
                  <a:pt x="227" y="72"/>
                </a:cubicBezTo>
                <a:cubicBezTo>
                  <a:pt x="226" y="72"/>
                  <a:pt x="226" y="72"/>
                  <a:pt x="226" y="72"/>
                </a:cubicBezTo>
                <a:cubicBezTo>
                  <a:pt x="226" y="72"/>
                  <a:pt x="226" y="72"/>
                  <a:pt x="226" y="72"/>
                </a:cubicBezTo>
                <a:cubicBezTo>
                  <a:pt x="226" y="72"/>
                  <a:pt x="226" y="73"/>
                  <a:pt x="225" y="73"/>
                </a:cubicBezTo>
                <a:cubicBezTo>
                  <a:pt x="225" y="73"/>
                  <a:pt x="225" y="73"/>
                  <a:pt x="225" y="73"/>
                </a:cubicBezTo>
                <a:cubicBezTo>
                  <a:pt x="225" y="73"/>
                  <a:pt x="225" y="73"/>
                  <a:pt x="225" y="73"/>
                </a:cubicBezTo>
                <a:cubicBezTo>
                  <a:pt x="224" y="73"/>
                  <a:pt x="224" y="74"/>
                  <a:pt x="224" y="74"/>
                </a:cubicBezTo>
                <a:cubicBezTo>
                  <a:pt x="224" y="74"/>
                  <a:pt x="223" y="74"/>
                  <a:pt x="223" y="74"/>
                </a:cubicBezTo>
                <a:cubicBezTo>
                  <a:pt x="223" y="74"/>
                  <a:pt x="223" y="74"/>
                  <a:pt x="223" y="74"/>
                </a:cubicBezTo>
                <a:cubicBezTo>
                  <a:pt x="222" y="75"/>
                  <a:pt x="222" y="75"/>
                  <a:pt x="222" y="75"/>
                </a:cubicBezTo>
                <a:cubicBezTo>
                  <a:pt x="222" y="75"/>
                  <a:pt x="222" y="75"/>
                  <a:pt x="222" y="75"/>
                </a:cubicBezTo>
                <a:cubicBezTo>
                  <a:pt x="222" y="75"/>
                  <a:pt x="222" y="75"/>
                  <a:pt x="222" y="76"/>
                </a:cubicBezTo>
                <a:cubicBezTo>
                  <a:pt x="222" y="76"/>
                  <a:pt x="222" y="76"/>
                  <a:pt x="222" y="76"/>
                </a:cubicBezTo>
                <a:cubicBezTo>
                  <a:pt x="222" y="76"/>
                  <a:pt x="222" y="76"/>
                  <a:pt x="222" y="76"/>
                </a:cubicBezTo>
                <a:cubicBezTo>
                  <a:pt x="222" y="76"/>
                  <a:pt x="222" y="77"/>
                  <a:pt x="222" y="77"/>
                </a:cubicBezTo>
                <a:cubicBezTo>
                  <a:pt x="222" y="77"/>
                  <a:pt x="222" y="77"/>
                  <a:pt x="223" y="77"/>
                </a:cubicBezTo>
                <a:cubicBezTo>
                  <a:pt x="223" y="77"/>
                  <a:pt x="223" y="77"/>
                  <a:pt x="223" y="77"/>
                </a:cubicBezTo>
                <a:cubicBezTo>
                  <a:pt x="223" y="77"/>
                  <a:pt x="223" y="77"/>
                  <a:pt x="223" y="77"/>
                </a:cubicBezTo>
                <a:cubicBezTo>
                  <a:pt x="223" y="78"/>
                  <a:pt x="223" y="78"/>
                  <a:pt x="224" y="78"/>
                </a:cubicBezTo>
                <a:cubicBezTo>
                  <a:pt x="224" y="78"/>
                  <a:pt x="224" y="78"/>
                  <a:pt x="223" y="78"/>
                </a:cubicBezTo>
                <a:cubicBezTo>
                  <a:pt x="223" y="78"/>
                  <a:pt x="223" y="78"/>
                  <a:pt x="223" y="78"/>
                </a:cubicBezTo>
                <a:cubicBezTo>
                  <a:pt x="223" y="79"/>
                  <a:pt x="224" y="79"/>
                  <a:pt x="224" y="79"/>
                </a:cubicBezTo>
                <a:cubicBezTo>
                  <a:pt x="224" y="79"/>
                  <a:pt x="223" y="80"/>
                  <a:pt x="223" y="80"/>
                </a:cubicBezTo>
                <a:cubicBezTo>
                  <a:pt x="223" y="80"/>
                  <a:pt x="223" y="80"/>
                  <a:pt x="223" y="80"/>
                </a:cubicBezTo>
                <a:cubicBezTo>
                  <a:pt x="224" y="80"/>
                  <a:pt x="223" y="80"/>
                  <a:pt x="223" y="80"/>
                </a:cubicBezTo>
                <a:cubicBezTo>
                  <a:pt x="224" y="81"/>
                  <a:pt x="224" y="81"/>
                  <a:pt x="224" y="81"/>
                </a:cubicBezTo>
                <a:cubicBezTo>
                  <a:pt x="224" y="81"/>
                  <a:pt x="224" y="81"/>
                  <a:pt x="224" y="81"/>
                </a:cubicBezTo>
                <a:cubicBezTo>
                  <a:pt x="224" y="81"/>
                  <a:pt x="224" y="81"/>
                  <a:pt x="224" y="82"/>
                </a:cubicBezTo>
                <a:cubicBezTo>
                  <a:pt x="224" y="82"/>
                  <a:pt x="224" y="82"/>
                  <a:pt x="224" y="82"/>
                </a:cubicBezTo>
                <a:cubicBezTo>
                  <a:pt x="223" y="82"/>
                  <a:pt x="223" y="82"/>
                  <a:pt x="223" y="83"/>
                </a:cubicBezTo>
                <a:cubicBezTo>
                  <a:pt x="223" y="83"/>
                  <a:pt x="223" y="83"/>
                  <a:pt x="223" y="83"/>
                </a:cubicBezTo>
                <a:cubicBezTo>
                  <a:pt x="223" y="83"/>
                  <a:pt x="223" y="83"/>
                  <a:pt x="223" y="83"/>
                </a:cubicBezTo>
                <a:cubicBezTo>
                  <a:pt x="223" y="83"/>
                  <a:pt x="223" y="84"/>
                  <a:pt x="223" y="84"/>
                </a:cubicBezTo>
                <a:cubicBezTo>
                  <a:pt x="223" y="84"/>
                  <a:pt x="223" y="84"/>
                  <a:pt x="223" y="84"/>
                </a:cubicBezTo>
                <a:cubicBezTo>
                  <a:pt x="223" y="84"/>
                  <a:pt x="223" y="84"/>
                  <a:pt x="223" y="85"/>
                </a:cubicBezTo>
                <a:cubicBezTo>
                  <a:pt x="223" y="85"/>
                  <a:pt x="223" y="85"/>
                  <a:pt x="223" y="85"/>
                </a:cubicBezTo>
                <a:cubicBezTo>
                  <a:pt x="223" y="85"/>
                  <a:pt x="223" y="85"/>
                  <a:pt x="223" y="86"/>
                </a:cubicBezTo>
                <a:cubicBezTo>
                  <a:pt x="223" y="86"/>
                  <a:pt x="223" y="86"/>
                  <a:pt x="223" y="86"/>
                </a:cubicBezTo>
                <a:cubicBezTo>
                  <a:pt x="223" y="86"/>
                  <a:pt x="223" y="86"/>
                  <a:pt x="223" y="87"/>
                </a:cubicBezTo>
                <a:cubicBezTo>
                  <a:pt x="223" y="87"/>
                  <a:pt x="223" y="87"/>
                  <a:pt x="223" y="87"/>
                </a:cubicBezTo>
                <a:cubicBezTo>
                  <a:pt x="223" y="87"/>
                  <a:pt x="223" y="88"/>
                  <a:pt x="223" y="88"/>
                </a:cubicBezTo>
                <a:cubicBezTo>
                  <a:pt x="223" y="88"/>
                  <a:pt x="223" y="88"/>
                  <a:pt x="223" y="88"/>
                </a:cubicBezTo>
                <a:cubicBezTo>
                  <a:pt x="223" y="88"/>
                  <a:pt x="223" y="88"/>
                  <a:pt x="223" y="88"/>
                </a:cubicBezTo>
                <a:cubicBezTo>
                  <a:pt x="223" y="89"/>
                  <a:pt x="223" y="89"/>
                  <a:pt x="223" y="89"/>
                </a:cubicBezTo>
                <a:cubicBezTo>
                  <a:pt x="223" y="89"/>
                  <a:pt x="224" y="89"/>
                  <a:pt x="224" y="90"/>
                </a:cubicBezTo>
                <a:cubicBezTo>
                  <a:pt x="224" y="90"/>
                  <a:pt x="224" y="90"/>
                  <a:pt x="224" y="90"/>
                </a:cubicBezTo>
                <a:cubicBezTo>
                  <a:pt x="224" y="90"/>
                  <a:pt x="224" y="90"/>
                  <a:pt x="224" y="90"/>
                </a:cubicBezTo>
                <a:cubicBezTo>
                  <a:pt x="223" y="90"/>
                  <a:pt x="223" y="91"/>
                  <a:pt x="223" y="91"/>
                </a:cubicBezTo>
                <a:cubicBezTo>
                  <a:pt x="223" y="91"/>
                  <a:pt x="223" y="91"/>
                  <a:pt x="223" y="91"/>
                </a:cubicBezTo>
                <a:cubicBezTo>
                  <a:pt x="223" y="91"/>
                  <a:pt x="223" y="91"/>
                  <a:pt x="223" y="91"/>
                </a:cubicBezTo>
                <a:cubicBezTo>
                  <a:pt x="223" y="92"/>
                  <a:pt x="223" y="92"/>
                  <a:pt x="223" y="92"/>
                </a:cubicBezTo>
                <a:cubicBezTo>
                  <a:pt x="223" y="92"/>
                  <a:pt x="223" y="92"/>
                  <a:pt x="223" y="92"/>
                </a:cubicBezTo>
                <a:cubicBezTo>
                  <a:pt x="222" y="92"/>
                  <a:pt x="223" y="93"/>
                  <a:pt x="223" y="93"/>
                </a:cubicBezTo>
                <a:cubicBezTo>
                  <a:pt x="223" y="93"/>
                  <a:pt x="223" y="94"/>
                  <a:pt x="222" y="94"/>
                </a:cubicBezTo>
                <a:cubicBezTo>
                  <a:pt x="222" y="94"/>
                  <a:pt x="222" y="94"/>
                  <a:pt x="222" y="94"/>
                </a:cubicBezTo>
                <a:cubicBezTo>
                  <a:pt x="222" y="94"/>
                  <a:pt x="223" y="95"/>
                  <a:pt x="223" y="95"/>
                </a:cubicBezTo>
                <a:cubicBezTo>
                  <a:pt x="223" y="95"/>
                  <a:pt x="223" y="95"/>
                  <a:pt x="223" y="95"/>
                </a:cubicBezTo>
                <a:cubicBezTo>
                  <a:pt x="223" y="95"/>
                  <a:pt x="223" y="95"/>
                  <a:pt x="223" y="95"/>
                </a:cubicBezTo>
                <a:cubicBezTo>
                  <a:pt x="223" y="95"/>
                  <a:pt x="223" y="96"/>
                  <a:pt x="223" y="96"/>
                </a:cubicBezTo>
                <a:cubicBezTo>
                  <a:pt x="223" y="96"/>
                  <a:pt x="223" y="96"/>
                  <a:pt x="223" y="96"/>
                </a:cubicBezTo>
                <a:cubicBezTo>
                  <a:pt x="224" y="96"/>
                  <a:pt x="224" y="96"/>
                  <a:pt x="224" y="97"/>
                </a:cubicBezTo>
                <a:cubicBezTo>
                  <a:pt x="224" y="97"/>
                  <a:pt x="224" y="97"/>
                  <a:pt x="224" y="97"/>
                </a:cubicBezTo>
                <a:cubicBezTo>
                  <a:pt x="224" y="98"/>
                  <a:pt x="224" y="98"/>
                  <a:pt x="224" y="98"/>
                </a:cubicBezTo>
                <a:cubicBezTo>
                  <a:pt x="224" y="98"/>
                  <a:pt x="223" y="98"/>
                  <a:pt x="223" y="98"/>
                </a:cubicBezTo>
                <a:cubicBezTo>
                  <a:pt x="223" y="97"/>
                  <a:pt x="223" y="97"/>
                  <a:pt x="222" y="98"/>
                </a:cubicBezTo>
                <a:cubicBezTo>
                  <a:pt x="222" y="98"/>
                  <a:pt x="221" y="98"/>
                  <a:pt x="221" y="98"/>
                </a:cubicBezTo>
                <a:cubicBezTo>
                  <a:pt x="221" y="98"/>
                  <a:pt x="220" y="98"/>
                  <a:pt x="220" y="98"/>
                </a:cubicBezTo>
                <a:cubicBezTo>
                  <a:pt x="220" y="98"/>
                  <a:pt x="220" y="98"/>
                  <a:pt x="219" y="98"/>
                </a:cubicBezTo>
                <a:cubicBezTo>
                  <a:pt x="219" y="98"/>
                  <a:pt x="219" y="98"/>
                  <a:pt x="219" y="98"/>
                </a:cubicBezTo>
                <a:cubicBezTo>
                  <a:pt x="219" y="98"/>
                  <a:pt x="219" y="98"/>
                  <a:pt x="219" y="98"/>
                </a:cubicBezTo>
                <a:cubicBezTo>
                  <a:pt x="218" y="99"/>
                  <a:pt x="219" y="99"/>
                  <a:pt x="219" y="99"/>
                </a:cubicBezTo>
                <a:cubicBezTo>
                  <a:pt x="219" y="99"/>
                  <a:pt x="219" y="99"/>
                  <a:pt x="218" y="99"/>
                </a:cubicBezTo>
                <a:cubicBezTo>
                  <a:pt x="218" y="99"/>
                  <a:pt x="218" y="99"/>
                  <a:pt x="218" y="99"/>
                </a:cubicBezTo>
                <a:cubicBezTo>
                  <a:pt x="218" y="99"/>
                  <a:pt x="218" y="99"/>
                  <a:pt x="218" y="99"/>
                </a:cubicBezTo>
                <a:cubicBezTo>
                  <a:pt x="217" y="99"/>
                  <a:pt x="217" y="99"/>
                  <a:pt x="217" y="99"/>
                </a:cubicBezTo>
                <a:cubicBezTo>
                  <a:pt x="217" y="99"/>
                  <a:pt x="217" y="98"/>
                  <a:pt x="217" y="98"/>
                </a:cubicBezTo>
                <a:cubicBezTo>
                  <a:pt x="217" y="98"/>
                  <a:pt x="217" y="98"/>
                  <a:pt x="216" y="98"/>
                </a:cubicBezTo>
                <a:cubicBezTo>
                  <a:pt x="216" y="98"/>
                  <a:pt x="216" y="98"/>
                  <a:pt x="216" y="98"/>
                </a:cubicBezTo>
                <a:cubicBezTo>
                  <a:pt x="216" y="99"/>
                  <a:pt x="216" y="99"/>
                  <a:pt x="216" y="99"/>
                </a:cubicBezTo>
                <a:cubicBezTo>
                  <a:pt x="216" y="99"/>
                  <a:pt x="216" y="99"/>
                  <a:pt x="216" y="99"/>
                </a:cubicBezTo>
                <a:cubicBezTo>
                  <a:pt x="216" y="99"/>
                  <a:pt x="216" y="98"/>
                  <a:pt x="216" y="98"/>
                </a:cubicBezTo>
                <a:cubicBezTo>
                  <a:pt x="215" y="98"/>
                  <a:pt x="215" y="98"/>
                  <a:pt x="215" y="98"/>
                </a:cubicBezTo>
                <a:cubicBezTo>
                  <a:pt x="215" y="98"/>
                  <a:pt x="215" y="98"/>
                  <a:pt x="215" y="97"/>
                </a:cubicBezTo>
                <a:cubicBezTo>
                  <a:pt x="215" y="97"/>
                  <a:pt x="214" y="97"/>
                  <a:pt x="214" y="96"/>
                </a:cubicBezTo>
                <a:cubicBezTo>
                  <a:pt x="214" y="96"/>
                  <a:pt x="214" y="96"/>
                  <a:pt x="214" y="95"/>
                </a:cubicBezTo>
                <a:cubicBezTo>
                  <a:pt x="214" y="95"/>
                  <a:pt x="215" y="95"/>
                  <a:pt x="215" y="95"/>
                </a:cubicBezTo>
                <a:cubicBezTo>
                  <a:pt x="215" y="94"/>
                  <a:pt x="215" y="94"/>
                  <a:pt x="215" y="94"/>
                </a:cubicBezTo>
                <a:cubicBezTo>
                  <a:pt x="215" y="94"/>
                  <a:pt x="215" y="94"/>
                  <a:pt x="215" y="94"/>
                </a:cubicBezTo>
                <a:cubicBezTo>
                  <a:pt x="215" y="94"/>
                  <a:pt x="215" y="93"/>
                  <a:pt x="215" y="93"/>
                </a:cubicBezTo>
                <a:cubicBezTo>
                  <a:pt x="215" y="93"/>
                  <a:pt x="215" y="93"/>
                  <a:pt x="215" y="93"/>
                </a:cubicBezTo>
                <a:cubicBezTo>
                  <a:pt x="215" y="93"/>
                  <a:pt x="216" y="93"/>
                  <a:pt x="216" y="93"/>
                </a:cubicBezTo>
                <a:cubicBezTo>
                  <a:pt x="216" y="92"/>
                  <a:pt x="216" y="92"/>
                  <a:pt x="216" y="92"/>
                </a:cubicBezTo>
                <a:cubicBezTo>
                  <a:pt x="216" y="92"/>
                  <a:pt x="216" y="92"/>
                  <a:pt x="216" y="92"/>
                </a:cubicBezTo>
                <a:cubicBezTo>
                  <a:pt x="216" y="91"/>
                  <a:pt x="216" y="91"/>
                  <a:pt x="216" y="91"/>
                </a:cubicBezTo>
                <a:cubicBezTo>
                  <a:pt x="216" y="91"/>
                  <a:pt x="216" y="91"/>
                  <a:pt x="216" y="90"/>
                </a:cubicBezTo>
                <a:cubicBezTo>
                  <a:pt x="216" y="90"/>
                  <a:pt x="216" y="90"/>
                  <a:pt x="216" y="90"/>
                </a:cubicBezTo>
                <a:cubicBezTo>
                  <a:pt x="216" y="89"/>
                  <a:pt x="216" y="89"/>
                  <a:pt x="216" y="88"/>
                </a:cubicBezTo>
                <a:cubicBezTo>
                  <a:pt x="216" y="88"/>
                  <a:pt x="217" y="88"/>
                  <a:pt x="217" y="87"/>
                </a:cubicBezTo>
                <a:cubicBezTo>
                  <a:pt x="217" y="87"/>
                  <a:pt x="217" y="87"/>
                  <a:pt x="217" y="87"/>
                </a:cubicBezTo>
                <a:cubicBezTo>
                  <a:pt x="217" y="87"/>
                  <a:pt x="217" y="86"/>
                  <a:pt x="217" y="86"/>
                </a:cubicBezTo>
                <a:cubicBezTo>
                  <a:pt x="217" y="86"/>
                  <a:pt x="217" y="86"/>
                  <a:pt x="217" y="86"/>
                </a:cubicBezTo>
                <a:cubicBezTo>
                  <a:pt x="217" y="86"/>
                  <a:pt x="217" y="86"/>
                  <a:pt x="217" y="85"/>
                </a:cubicBezTo>
                <a:cubicBezTo>
                  <a:pt x="217" y="85"/>
                  <a:pt x="217" y="85"/>
                  <a:pt x="217" y="84"/>
                </a:cubicBezTo>
                <a:cubicBezTo>
                  <a:pt x="217" y="84"/>
                  <a:pt x="217" y="84"/>
                  <a:pt x="217" y="84"/>
                </a:cubicBezTo>
                <a:cubicBezTo>
                  <a:pt x="216" y="84"/>
                  <a:pt x="216" y="84"/>
                  <a:pt x="216" y="84"/>
                </a:cubicBezTo>
                <a:cubicBezTo>
                  <a:pt x="216" y="84"/>
                  <a:pt x="216" y="83"/>
                  <a:pt x="216" y="83"/>
                </a:cubicBezTo>
                <a:cubicBezTo>
                  <a:pt x="216" y="83"/>
                  <a:pt x="216" y="83"/>
                  <a:pt x="216" y="82"/>
                </a:cubicBezTo>
                <a:cubicBezTo>
                  <a:pt x="215" y="82"/>
                  <a:pt x="215" y="82"/>
                  <a:pt x="215" y="82"/>
                </a:cubicBezTo>
                <a:cubicBezTo>
                  <a:pt x="215" y="81"/>
                  <a:pt x="216" y="81"/>
                  <a:pt x="216" y="81"/>
                </a:cubicBezTo>
                <a:cubicBezTo>
                  <a:pt x="216" y="80"/>
                  <a:pt x="216" y="80"/>
                  <a:pt x="215" y="80"/>
                </a:cubicBezTo>
                <a:cubicBezTo>
                  <a:pt x="215" y="80"/>
                  <a:pt x="215" y="80"/>
                  <a:pt x="215" y="79"/>
                </a:cubicBezTo>
                <a:cubicBezTo>
                  <a:pt x="214" y="79"/>
                  <a:pt x="214" y="79"/>
                  <a:pt x="214" y="79"/>
                </a:cubicBezTo>
                <a:cubicBezTo>
                  <a:pt x="214" y="79"/>
                  <a:pt x="214" y="79"/>
                  <a:pt x="213" y="79"/>
                </a:cubicBezTo>
                <a:cubicBezTo>
                  <a:pt x="213" y="80"/>
                  <a:pt x="213" y="79"/>
                  <a:pt x="212" y="80"/>
                </a:cubicBezTo>
                <a:cubicBezTo>
                  <a:pt x="212" y="80"/>
                  <a:pt x="212" y="80"/>
                  <a:pt x="212" y="80"/>
                </a:cubicBezTo>
                <a:cubicBezTo>
                  <a:pt x="212" y="80"/>
                  <a:pt x="212" y="80"/>
                  <a:pt x="212" y="80"/>
                </a:cubicBezTo>
                <a:cubicBezTo>
                  <a:pt x="212" y="80"/>
                  <a:pt x="211" y="80"/>
                  <a:pt x="211" y="80"/>
                </a:cubicBezTo>
                <a:cubicBezTo>
                  <a:pt x="211" y="80"/>
                  <a:pt x="211" y="80"/>
                  <a:pt x="210" y="80"/>
                </a:cubicBezTo>
                <a:cubicBezTo>
                  <a:pt x="210" y="79"/>
                  <a:pt x="210" y="79"/>
                  <a:pt x="210" y="78"/>
                </a:cubicBezTo>
                <a:cubicBezTo>
                  <a:pt x="210" y="78"/>
                  <a:pt x="210" y="77"/>
                  <a:pt x="210" y="77"/>
                </a:cubicBezTo>
                <a:cubicBezTo>
                  <a:pt x="210" y="77"/>
                  <a:pt x="209" y="76"/>
                  <a:pt x="209" y="76"/>
                </a:cubicBezTo>
                <a:cubicBezTo>
                  <a:pt x="210" y="76"/>
                  <a:pt x="210" y="76"/>
                  <a:pt x="210" y="76"/>
                </a:cubicBezTo>
                <a:cubicBezTo>
                  <a:pt x="210" y="75"/>
                  <a:pt x="210" y="75"/>
                  <a:pt x="210" y="75"/>
                </a:cubicBezTo>
                <a:cubicBezTo>
                  <a:pt x="210" y="74"/>
                  <a:pt x="210" y="74"/>
                  <a:pt x="210" y="74"/>
                </a:cubicBezTo>
                <a:cubicBezTo>
                  <a:pt x="209" y="74"/>
                  <a:pt x="209" y="74"/>
                  <a:pt x="209" y="74"/>
                </a:cubicBezTo>
                <a:cubicBezTo>
                  <a:pt x="209" y="73"/>
                  <a:pt x="209" y="73"/>
                  <a:pt x="209" y="73"/>
                </a:cubicBezTo>
                <a:cubicBezTo>
                  <a:pt x="209" y="73"/>
                  <a:pt x="209" y="72"/>
                  <a:pt x="209" y="72"/>
                </a:cubicBezTo>
                <a:cubicBezTo>
                  <a:pt x="210" y="72"/>
                  <a:pt x="210" y="72"/>
                  <a:pt x="210" y="72"/>
                </a:cubicBezTo>
                <a:cubicBezTo>
                  <a:pt x="210" y="73"/>
                  <a:pt x="211" y="72"/>
                  <a:pt x="211" y="72"/>
                </a:cubicBezTo>
                <a:cubicBezTo>
                  <a:pt x="211" y="72"/>
                  <a:pt x="211" y="72"/>
                  <a:pt x="211" y="71"/>
                </a:cubicBezTo>
                <a:cubicBezTo>
                  <a:pt x="211" y="71"/>
                  <a:pt x="212" y="71"/>
                  <a:pt x="212" y="71"/>
                </a:cubicBezTo>
                <a:cubicBezTo>
                  <a:pt x="212" y="71"/>
                  <a:pt x="212" y="70"/>
                  <a:pt x="212" y="70"/>
                </a:cubicBezTo>
                <a:cubicBezTo>
                  <a:pt x="212" y="70"/>
                  <a:pt x="212" y="70"/>
                  <a:pt x="212" y="69"/>
                </a:cubicBezTo>
                <a:cubicBezTo>
                  <a:pt x="212" y="69"/>
                  <a:pt x="212" y="69"/>
                  <a:pt x="212" y="69"/>
                </a:cubicBezTo>
                <a:cubicBezTo>
                  <a:pt x="212" y="69"/>
                  <a:pt x="212" y="68"/>
                  <a:pt x="213" y="68"/>
                </a:cubicBezTo>
                <a:cubicBezTo>
                  <a:pt x="213" y="68"/>
                  <a:pt x="213" y="68"/>
                  <a:pt x="213" y="67"/>
                </a:cubicBezTo>
                <a:cubicBezTo>
                  <a:pt x="213" y="67"/>
                  <a:pt x="214" y="67"/>
                  <a:pt x="214" y="66"/>
                </a:cubicBezTo>
                <a:cubicBezTo>
                  <a:pt x="215" y="66"/>
                  <a:pt x="214" y="66"/>
                  <a:pt x="214" y="65"/>
                </a:cubicBezTo>
                <a:cubicBezTo>
                  <a:pt x="214" y="65"/>
                  <a:pt x="214" y="65"/>
                  <a:pt x="214" y="64"/>
                </a:cubicBezTo>
                <a:cubicBezTo>
                  <a:pt x="214" y="64"/>
                  <a:pt x="214" y="64"/>
                  <a:pt x="214" y="63"/>
                </a:cubicBezTo>
                <a:cubicBezTo>
                  <a:pt x="214" y="63"/>
                  <a:pt x="214" y="62"/>
                  <a:pt x="214" y="62"/>
                </a:cubicBezTo>
                <a:cubicBezTo>
                  <a:pt x="214" y="62"/>
                  <a:pt x="214" y="62"/>
                  <a:pt x="214" y="61"/>
                </a:cubicBezTo>
                <a:cubicBezTo>
                  <a:pt x="214" y="61"/>
                  <a:pt x="214" y="61"/>
                  <a:pt x="214" y="61"/>
                </a:cubicBezTo>
                <a:cubicBezTo>
                  <a:pt x="214" y="61"/>
                  <a:pt x="214" y="61"/>
                  <a:pt x="214" y="61"/>
                </a:cubicBezTo>
                <a:cubicBezTo>
                  <a:pt x="214" y="61"/>
                  <a:pt x="214" y="60"/>
                  <a:pt x="214" y="60"/>
                </a:cubicBezTo>
                <a:cubicBezTo>
                  <a:pt x="214" y="60"/>
                  <a:pt x="214" y="59"/>
                  <a:pt x="215" y="59"/>
                </a:cubicBezTo>
                <a:cubicBezTo>
                  <a:pt x="215" y="59"/>
                  <a:pt x="215" y="59"/>
                  <a:pt x="215" y="59"/>
                </a:cubicBezTo>
                <a:cubicBezTo>
                  <a:pt x="215" y="59"/>
                  <a:pt x="215" y="59"/>
                  <a:pt x="215" y="59"/>
                </a:cubicBezTo>
                <a:cubicBezTo>
                  <a:pt x="215" y="59"/>
                  <a:pt x="215" y="58"/>
                  <a:pt x="215" y="58"/>
                </a:cubicBezTo>
                <a:cubicBezTo>
                  <a:pt x="215" y="58"/>
                  <a:pt x="216" y="57"/>
                  <a:pt x="216" y="57"/>
                </a:cubicBezTo>
                <a:cubicBezTo>
                  <a:pt x="216" y="57"/>
                  <a:pt x="216" y="57"/>
                  <a:pt x="216" y="57"/>
                </a:cubicBezTo>
                <a:cubicBezTo>
                  <a:pt x="216" y="57"/>
                  <a:pt x="216" y="57"/>
                  <a:pt x="216" y="57"/>
                </a:cubicBezTo>
                <a:cubicBezTo>
                  <a:pt x="216" y="58"/>
                  <a:pt x="216" y="58"/>
                  <a:pt x="216" y="58"/>
                </a:cubicBezTo>
                <a:cubicBezTo>
                  <a:pt x="216" y="57"/>
                  <a:pt x="216" y="57"/>
                  <a:pt x="216" y="57"/>
                </a:cubicBezTo>
                <a:cubicBezTo>
                  <a:pt x="216" y="57"/>
                  <a:pt x="216" y="57"/>
                  <a:pt x="216" y="56"/>
                </a:cubicBezTo>
                <a:cubicBezTo>
                  <a:pt x="217" y="56"/>
                  <a:pt x="216" y="56"/>
                  <a:pt x="217" y="56"/>
                </a:cubicBezTo>
                <a:cubicBezTo>
                  <a:pt x="217" y="56"/>
                  <a:pt x="217" y="56"/>
                  <a:pt x="217" y="56"/>
                </a:cubicBezTo>
                <a:cubicBezTo>
                  <a:pt x="217" y="55"/>
                  <a:pt x="217" y="55"/>
                  <a:pt x="217" y="55"/>
                </a:cubicBezTo>
                <a:cubicBezTo>
                  <a:pt x="217" y="55"/>
                  <a:pt x="217" y="55"/>
                  <a:pt x="217" y="55"/>
                </a:cubicBezTo>
                <a:cubicBezTo>
                  <a:pt x="218" y="55"/>
                  <a:pt x="218" y="56"/>
                  <a:pt x="218" y="56"/>
                </a:cubicBezTo>
                <a:cubicBezTo>
                  <a:pt x="218" y="56"/>
                  <a:pt x="218" y="57"/>
                  <a:pt x="219" y="57"/>
                </a:cubicBezTo>
                <a:cubicBezTo>
                  <a:pt x="219" y="57"/>
                  <a:pt x="219" y="56"/>
                  <a:pt x="219" y="56"/>
                </a:cubicBezTo>
                <a:cubicBezTo>
                  <a:pt x="219" y="56"/>
                  <a:pt x="219" y="56"/>
                  <a:pt x="219" y="55"/>
                </a:cubicBezTo>
                <a:cubicBezTo>
                  <a:pt x="219" y="55"/>
                  <a:pt x="218" y="55"/>
                  <a:pt x="218" y="55"/>
                </a:cubicBezTo>
                <a:cubicBezTo>
                  <a:pt x="218" y="54"/>
                  <a:pt x="218" y="53"/>
                  <a:pt x="218" y="52"/>
                </a:cubicBezTo>
                <a:cubicBezTo>
                  <a:pt x="218" y="52"/>
                  <a:pt x="218" y="52"/>
                  <a:pt x="218" y="51"/>
                </a:cubicBezTo>
                <a:cubicBezTo>
                  <a:pt x="218" y="51"/>
                  <a:pt x="218" y="51"/>
                  <a:pt x="218" y="50"/>
                </a:cubicBezTo>
                <a:cubicBezTo>
                  <a:pt x="218" y="50"/>
                  <a:pt x="218" y="50"/>
                  <a:pt x="218" y="50"/>
                </a:cubicBezTo>
                <a:cubicBezTo>
                  <a:pt x="217" y="50"/>
                  <a:pt x="217" y="50"/>
                  <a:pt x="217" y="50"/>
                </a:cubicBezTo>
                <a:cubicBezTo>
                  <a:pt x="217" y="49"/>
                  <a:pt x="217" y="49"/>
                  <a:pt x="217" y="49"/>
                </a:cubicBezTo>
                <a:cubicBezTo>
                  <a:pt x="217" y="49"/>
                  <a:pt x="217" y="49"/>
                  <a:pt x="217" y="49"/>
                </a:cubicBezTo>
                <a:cubicBezTo>
                  <a:pt x="217" y="49"/>
                  <a:pt x="217" y="49"/>
                  <a:pt x="217" y="49"/>
                </a:cubicBezTo>
                <a:cubicBezTo>
                  <a:pt x="217" y="49"/>
                  <a:pt x="218" y="49"/>
                  <a:pt x="218" y="49"/>
                </a:cubicBezTo>
                <a:cubicBezTo>
                  <a:pt x="218" y="50"/>
                  <a:pt x="218" y="50"/>
                  <a:pt x="219" y="50"/>
                </a:cubicBezTo>
                <a:cubicBezTo>
                  <a:pt x="219" y="50"/>
                  <a:pt x="219" y="50"/>
                  <a:pt x="219" y="50"/>
                </a:cubicBezTo>
                <a:cubicBezTo>
                  <a:pt x="219" y="49"/>
                  <a:pt x="219" y="49"/>
                  <a:pt x="219" y="49"/>
                </a:cubicBezTo>
                <a:cubicBezTo>
                  <a:pt x="219" y="49"/>
                  <a:pt x="219" y="49"/>
                  <a:pt x="219" y="48"/>
                </a:cubicBezTo>
                <a:cubicBezTo>
                  <a:pt x="219" y="48"/>
                  <a:pt x="218" y="48"/>
                  <a:pt x="218" y="48"/>
                </a:cubicBezTo>
                <a:cubicBezTo>
                  <a:pt x="218" y="47"/>
                  <a:pt x="218" y="47"/>
                  <a:pt x="218" y="47"/>
                </a:cubicBezTo>
                <a:cubicBezTo>
                  <a:pt x="218" y="47"/>
                  <a:pt x="218" y="47"/>
                  <a:pt x="218" y="47"/>
                </a:cubicBezTo>
                <a:cubicBezTo>
                  <a:pt x="219" y="47"/>
                  <a:pt x="219" y="47"/>
                  <a:pt x="219" y="47"/>
                </a:cubicBezTo>
                <a:cubicBezTo>
                  <a:pt x="219" y="47"/>
                  <a:pt x="219" y="46"/>
                  <a:pt x="219" y="46"/>
                </a:cubicBezTo>
                <a:cubicBezTo>
                  <a:pt x="219" y="46"/>
                  <a:pt x="219" y="46"/>
                  <a:pt x="219" y="46"/>
                </a:cubicBezTo>
                <a:cubicBezTo>
                  <a:pt x="219" y="46"/>
                  <a:pt x="219" y="46"/>
                  <a:pt x="219" y="45"/>
                </a:cubicBezTo>
                <a:cubicBezTo>
                  <a:pt x="219" y="45"/>
                  <a:pt x="220" y="45"/>
                  <a:pt x="220" y="45"/>
                </a:cubicBezTo>
                <a:cubicBezTo>
                  <a:pt x="221" y="45"/>
                  <a:pt x="220" y="44"/>
                  <a:pt x="220" y="43"/>
                </a:cubicBezTo>
                <a:cubicBezTo>
                  <a:pt x="220" y="43"/>
                  <a:pt x="221" y="42"/>
                  <a:pt x="221" y="42"/>
                </a:cubicBezTo>
                <a:cubicBezTo>
                  <a:pt x="221" y="42"/>
                  <a:pt x="222" y="42"/>
                  <a:pt x="222" y="42"/>
                </a:cubicBezTo>
                <a:cubicBezTo>
                  <a:pt x="222" y="42"/>
                  <a:pt x="222" y="42"/>
                  <a:pt x="222" y="42"/>
                </a:cubicBezTo>
                <a:cubicBezTo>
                  <a:pt x="222" y="42"/>
                  <a:pt x="222" y="42"/>
                  <a:pt x="222" y="42"/>
                </a:cubicBezTo>
                <a:cubicBezTo>
                  <a:pt x="222" y="41"/>
                  <a:pt x="222" y="41"/>
                  <a:pt x="222" y="41"/>
                </a:cubicBezTo>
                <a:cubicBezTo>
                  <a:pt x="222" y="41"/>
                  <a:pt x="222" y="41"/>
                  <a:pt x="223" y="41"/>
                </a:cubicBezTo>
                <a:cubicBezTo>
                  <a:pt x="223" y="41"/>
                  <a:pt x="223" y="40"/>
                  <a:pt x="223" y="41"/>
                </a:cubicBezTo>
                <a:cubicBezTo>
                  <a:pt x="223" y="41"/>
                  <a:pt x="223" y="41"/>
                  <a:pt x="223" y="41"/>
                </a:cubicBezTo>
                <a:cubicBezTo>
                  <a:pt x="223" y="41"/>
                  <a:pt x="223" y="41"/>
                  <a:pt x="223" y="41"/>
                </a:cubicBezTo>
                <a:cubicBezTo>
                  <a:pt x="223" y="41"/>
                  <a:pt x="223" y="41"/>
                  <a:pt x="223" y="42"/>
                </a:cubicBezTo>
                <a:cubicBezTo>
                  <a:pt x="223" y="42"/>
                  <a:pt x="223" y="42"/>
                  <a:pt x="223" y="42"/>
                </a:cubicBezTo>
                <a:cubicBezTo>
                  <a:pt x="223" y="42"/>
                  <a:pt x="223" y="42"/>
                  <a:pt x="223" y="42"/>
                </a:cubicBezTo>
                <a:cubicBezTo>
                  <a:pt x="223" y="42"/>
                  <a:pt x="223" y="42"/>
                  <a:pt x="224" y="42"/>
                </a:cubicBezTo>
                <a:cubicBezTo>
                  <a:pt x="224" y="42"/>
                  <a:pt x="224" y="42"/>
                  <a:pt x="224" y="42"/>
                </a:cubicBezTo>
                <a:cubicBezTo>
                  <a:pt x="224" y="42"/>
                  <a:pt x="224" y="42"/>
                  <a:pt x="225" y="42"/>
                </a:cubicBezTo>
                <a:cubicBezTo>
                  <a:pt x="225" y="42"/>
                  <a:pt x="225" y="42"/>
                  <a:pt x="225" y="42"/>
                </a:cubicBezTo>
                <a:cubicBezTo>
                  <a:pt x="225" y="42"/>
                  <a:pt x="225" y="42"/>
                  <a:pt x="225" y="42"/>
                </a:cubicBezTo>
                <a:cubicBezTo>
                  <a:pt x="225" y="42"/>
                  <a:pt x="225" y="42"/>
                  <a:pt x="225" y="42"/>
                </a:cubicBezTo>
                <a:cubicBezTo>
                  <a:pt x="225" y="42"/>
                  <a:pt x="225" y="42"/>
                  <a:pt x="225" y="42"/>
                </a:cubicBezTo>
                <a:cubicBezTo>
                  <a:pt x="225" y="41"/>
                  <a:pt x="226" y="41"/>
                  <a:pt x="226" y="41"/>
                </a:cubicBezTo>
                <a:cubicBezTo>
                  <a:pt x="226" y="41"/>
                  <a:pt x="226" y="41"/>
                  <a:pt x="226" y="41"/>
                </a:cubicBezTo>
                <a:cubicBezTo>
                  <a:pt x="227" y="40"/>
                  <a:pt x="227" y="40"/>
                  <a:pt x="227" y="40"/>
                </a:cubicBezTo>
                <a:cubicBezTo>
                  <a:pt x="227" y="40"/>
                  <a:pt x="227" y="40"/>
                  <a:pt x="227" y="40"/>
                </a:cubicBezTo>
                <a:cubicBezTo>
                  <a:pt x="227" y="40"/>
                  <a:pt x="227" y="40"/>
                  <a:pt x="227" y="40"/>
                </a:cubicBezTo>
                <a:cubicBezTo>
                  <a:pt x="227" y="39"/>
                  <a:pt x="227" y="39"/>
                  <a:pt x="227" y="39"/>
                </a:cubicBezTo>
                <a:cubicBezTo>
                  <a:pt x="227" y="39"/>
                  <a:pt x="227" y="39"/>
                  <a:pt x="227" y="39"/>
                </a:cubicBezTo>
                <a:cubicBezTo>
                  <a:pt x="227" y="39"/>
                  <a:pt x="227" y="38"/>
                  <a:pt x="227" y="38"/>
                </a:cubicBezTo>
                <a:cubicBezTo>
                  <a:pt x="227" y="38"/>
                  <a:pt x="227" y="38"/>
                  <a:pt x="227" y="38"/>
                </a:cubicBezTo>
                <a:cubicBezTo>
                  <a:pt x="227" y="38"/>
                  <a:pt x="227" y="38"/>
                  <a:pt x="227" y="37"/>
                </a:cubicBezTo>
                <a:cubicBezTo>
                  <a:pt x="227" y="37"/>
                  <a:pt x="228" y="38"/>
                  <a:pt x="228" y="37"/>
                </a:cubicBezTo>
                <a:cubicBezTo>
                  <a:pt x="228" y="37"/>
                  <a:pt x="228" y="37"/>
                  <a:pt x="228" y="37"/>
                </a:cubicBezTo>
                <a:cubicBezTo>
                  <a:pt x="228" y="38"/>
                  <a:pt x="228" y="37"/>
                  <a:pt x="228" y="37"/>
                </a:cubicBezTo>
                <a:cubicBezTo>
                  <a:pt x="229" y="37"/>
                  <a:pt x="229" y="37"/>
                  <a:pt x="229" y="37"/>
                </a:cubicBezTo>
                <a:cubicBezTo>
                  <a:pt x="229" y="38"/>
                  <a:pt x="229" y="38"/>
                  <a:pt x="229" y="38"/>
                </a:cubicBezTo>
                <a:cubicBezTo>
                  <a:pt x="230" y="38"/>
                  <a:pt x="230" y="38"/>
                  <a:pt x="230" y="38"/>
                </a:cubicBezTo>
                <a:cubicBezTo>
                  <a:pt x="230" y="38"/>
                  <a:pt x="230" y="38"/>
                  <a:pt x="231" y="38"/>
                </a:cubicBezTo>
                <a:cubicBezTo>
                  <a:pt x="231" y="38"/>
                  <a:pt x="231" y="38"/>
                  <a:pt x="231" y="38"/>
                </a:cubicBezTo>
                <a:cubicBezTo>
                  <a:pt x="231" y="38"/>
                  <a:pt x="231" y="38"/>
                  <a:pt x="232" y="38"/>
                </a:cubicBezTo>
                <a:cubicBezTo>
                  <a:pt x="232" y="38"/>
                  <a:pt x="232" y="38"/>
                  <a:pt x="232" y="38"/>
                </a:cubicBezTo>
                <a:cubicBezTo>
                  <a:pt x="232" y="38"/>
                  <a:pt x="232" y="38"/>
                  <a:pt x="233" y="38"/>
                </a:cubicBezTo>
                <a:cubicBezTo>
                  <a:pt x="233" y="38"/>
                  <a:pt x="233" y="38"/>
                  <a:pt x="233" y="38"/>
                </a:cubicBezTo>
                <a:cubicBezTo>
                  <a:pt x="233" y="38"/>
                  <a:pt x="233" y="38"/>
                  <a:pt x="233" y="38"/>
                </a:cubicBezTo>
                <a:cubicBezTo>
                  <a:pt x="233" y="38"/>
                  <a:pt x="233" y="38"/>
                  <a:pt x="233" y="38"/>
                </a:cubicBezTo>
                <a:cubicBezTo>
                  <a:pt x="232" y="39"/>
                  <a:pt x="233" y="39"/>
                  <a:pt x="233" y="39"/>
                </a:cubicBezTo>
                <a:cubicBezTo>
                  <a:pt x="234" y="40"/>
                  <a:pt x="234" y="40"/>
                  <a:pt x="235" y="40"/>
                </a:cubicBezTo>
                <a:cubicBezTo>
                  <a:pt x="235" y="40"/>
                  <a:pt x="236" y="40"/>
                  <a:pt x="236" y="40"/>
                </a:cubicBezTo>
                <a:cubicBezTo>
                  <a:pt x="236" y="40"/>
                  <a:pt x="236" y="40"/>
                  <a:pt x="236" y="40"/>
                </a:cubicBezTo>
                <a:cubicBezTo>
                  <a:pt x="237" y="40"/>
                  <a:pt x="237" y="40"/>
                  <a:pt x="237" y="40"/>
                </a:cubicBezTo>
                <a:cubicBezTo>
                  <a:pt x="237" y="40"/>
                  <a:pt x="237" y="40"/>
                  <a:pt x="237" y="40"/>
                </a:cubicBezTo>
                <a:cubicBezTo>
                  <a:pt x="237" y="40"/>
                  <a:pt x="238" y="40"/>
                  <a:pt x="238" y="40"/>
                </a:cubicBezTo>
                <a:cubicBezTo>
                  <a:pt x="238" y="40"/>
                  <a:pt x="238" y="40"/>
                  <a:pt x="238" y="40"/>
                </a:cubicBezTo>
                <a:cubicBezTo>
                  <a:pt x="238" y="40"/>
                  <a:pt x="239" y="40"/>
                  <a:pt x="239" y="40"/>
                </a:cubicBezTo>
                <a:cubicBezTo>
                  <a:pt x="239" y="40"/>
                  <a:pt x="239" y="40"/>
                  <a:pt x="239" y="40"/>
                </a:cubicBezTo>
                <a:cubicBezTo>
                  <a:pt x="239" y="40"/>
                  <a:pt x="239" y="40"/>
                  <a:pt x="239" y="40"/>
                </a:cubicBezTo>
                <a:cubicBezTo>
                  <a:pt x="239" y="40"/>
                  <a:pt x="239" y="40"/>
                  <a:pt x="239" y="40"/>
                </a:cubicBezTo>
                <a:cubicBezTo>
                  <a:pt x="239" y="40"/>
                  <a:pt x="240" y="40"/>
                  <a:pt x="240" y="40"/>
                </a:cubicBezTo>
                <a:cubicBezTo>
                  <a:pt x="240" y="40"/>
                  <a:pt x="240" y="40"/>
                  <a:pt x="240" y="40"/>
                </a:cubicBezTo>
                <a:cubicBezTo>
                  <a:pt x="240" y="40"/>
                  <a:pt x="240" y="40"/>
                  <a:pt x="240" y="40"/>
                </a:cubicBezTo>
                <a:cubicBezTo>
                  <a:pt x="240" y="40"/>
                  <a:pt x="240" y="40"/>
                  <a:pt x="241" y="40"/>
                </a:cubicBezTo>
                <a:cubicBezTo>
                  <a:pt x="241" y="40"/>
                  <a:pt x="241" y="40"/>
                  <a:pt x="241" y="40"/>
                </a:cubicBezTo>
                <a:cubicBezTo>
                  <a:pt x="241" y="40"/>
                  <a:pt x="241" y="40"/>
                  <a:pt x="241" y="40"/>
                </a:cubicBezTo>
                <a:cubicBezTo>
                  <a:pt x="241" y="40"/>
                  <a:pt x="241" y="40"/>
                  <a:pt x="241" y="40"/>
                </a:cubicBezTo>
                <a:cubicBezTo>
                  <a:pt x="241" y="40"/>
                  <a:pt x="241" y="40"/>
                  <a:pt x="242" y="40"/>
                </a:cubicBezTo>
                <a:cubicBezTo>
                  <a:pt x="242" y="40"/>
                  <a:pt x="242" y="40"/>
                  <a:pt x="242" y="40"/>
                </a:cubicBezTo>
                <a:cubicBezTo>
                  <a:pt x="242" y="41"/>
                  <a:pt x="242" y="41"/>
                  <a:pt x="242" y="41"/>
                </a:cubicBezTo>
                <a:cubicBezTo>
                  <a:pt x="242" y="41"/>
                  <a:pt x="243" y="41"/>
                  <a:pt x="243" y="41"/>
                </a:cubicBezTo>
                <a:cubicBezTo>
                  <a:pt x="243" y="41"/>
                  <a:pt x="244" y="41"/>
                  <a:pt x="244" y="41"/>
                </a:cubicBezTo>
                <a:cubicBezTo>
                  <a:pt x="244" y="41"/>
                  <a:pt x="244" y="41"/>
                  <a:pt x="244" y="41"/>
                </a:cubicBezTo>
                <a:cubicBezTo>
                  <a:pt x="244" y="42"/>
                  <a:pt x="245" y="42"/>
                  <a:pt x="245" y="42"/>
                </a:cubicBezTo>
                <a:cubicBezTo>
                  <a:pt x="245" y="42"/>
                  <a:pt x="245" y="42"/>
                  <a:pt x="245" y="42"/>
                </a:cubicBezTo>
                <a:cubicBezTo>
                  <a:pt x="245" y="42"/>
                  <a:pt x="245" y="41"/>
                  <a:pt x="245" y="41"/>
                </a:cubicBezTo>
                <a:cubicBezTo>
                  <a:pt x="245" y="41"/>
                  <a:pt x="245" y="41"/>
                  <a:pt x="245" y="41"/>
                </a:cubicBezTo>
                <a:cubicBezTo>
                  <a:pt x="245" y="41"/>
                  <a:pt x="245" y="41"/>
                  <a:pt x="246" y="41"/>
                </a:cubicBezTo>
                <a:cubicBezTo>
                  <a:pt x="246" y="41"/>
                  <a:pt x="246" y="41"/>
                  <a:pt x="246" y="41"/>
                </a:cubicBezTo>
                <a:cubicBezTo>
                  <a:pt x="246" y="41"/>
                  <a:pt x="246" y="41"/>
                  <a:pt x="246" y="41"/>
                </a:cubicBezTo>
                <a:cubicBezTo>
                  <a:pt x="246" y="41"/>
                  <a:pt x="246" y="41"/>
                  <a:pt x="246" y="41"/>
                </a:cubicBezTo>
                <a:cubicBezTo>
                  <a:pt x="246" y="41"/>
                  <a:pt x="246" y="41"/>
                  <a:pt x="246" y="41"/>
                </a:cubicBezTo>
                <a:cubicBezTo>
                  <a:pt x="246" y="41"/>
                  <a:pt x="246" y="41"/>
                  <a:pt x="247" y="41"/>
                </a:cubicBezTo>
                <a:cubicBezTo>
                  <a:pt x="247" y="41"/>
                  <a:pt x="247" y="41"/>
                  <a:pt x="247" y="41"/>
                </a:cubicBezTo>
                <a:cubicBezTo>
                  <a:pt x="247" y="41"/>
                  <a:pt x="247" y="41"/>
                  <a:pt x="247" y="41"/>
                </a:cubicBezTo>
                <a:cubicBezTo>
                  <a:pt x="248" y="41"/>
                  <a:pt x="248" y="41"/>
                  <a:pt x="248" y="41"/>
                </a:cubicBezTo>
                <a:cubicBezTo>
                  <a:pt x="248" y="41"/>
                  <a:pt x="248" y="41"/>
                  <a:pt x="248" y="41"/>
                </a:cubicBezTo>
                <a:cubicBezTo>
                  <a:pt x="248" y="41"/>
                  <a:pt x="248" y="41"/>
                  <a:pt x="249" y="41"/>
                </a:cubicBezTo>
                <a:cubicBezTo>
                  <a:pt x="249" y="41"/>
                  <a:pt x="249" y="41"/>
                  <a:pt x="249" y="41"/>
                </a:cubicBezTo>
                <a:cubicBezTo>
                  <a:pt x="249" y="41"/>
                  <a:pt x="249" y="41"/>
                  <a:pt x="249" y="41"/>
                </a:cubicBezTo>
                <a:cubicBezTo>
                  <a:pt x="250" y="41"/>
                  <a:pt x="250" y="41"/>
                  <a:pt x="250" y="41"/>
                </a:cubicBezTo>
                <a:cubicBezTo>
                  <a:pt x="250" y="41"/>
                  <a:pt x="250" y="41"/>
                  <a:pt x="251" y="41"/>
                </a:cubicBezTo>
                <a:cubicBezTo>
                  <a:pt x="251" y="41"/>
                  <a:pt x="251" y="41"/>
                  <a:pt x="251" y="41"/>
                </a:cubicBezTo>
                <a:cubicBezTo>
                  <a:pt x="251" y="41"/>
                  <a:pt x="251" y="41"/>
                  <a:pt x="251" y="41"/>
                </a:cubicBezTo>
                <a:cubicBezTo>
                  <a:pt x="252" y="41"/>
                  <a:pt x="252" y="41"/>
                  <a:pt x="252" y="42"/>
                </a:cubicBezTo>
                <a:cubicBezTo>
                  <a:pt x="253" y="42"/>
                  <a:pt x="253" y="42"/>
                  <a:pt x="253" y="42"/>
                </a:cubicBezTo>
                <a:cubicBezTo>
                  <a:pt x="253" y="42"/>
                  <a:pt x="253" y="42"/>
                  <a:pt x="253" y="42"/>
                </a:cubicBezTo>
                <a:cubicBezTo>
                  <a:pt x="253" y="42"/>
                  <a:pt x="254" y="42"/>
                  <a:pt x="254" y="42"/>
                </a:cubicBezTo>
                <a:cubicBezTo>
                  <a:pt x="254" y="42"/>
                  <a:pt x="254" y="42"/>
                  <a:pt x="254" y="42"/>
                </a:cubicBezTo>
                <a:cubicBezTo>
                  <a:pt x="254" y="42"/>
                  <a:pt x="254" y="42"/>
                  <a:pt x="254" y="42"/>
                </a:cubicBezTo>
                <a:cubicBezTo>
                  <a:pt x="255" y="42"/>
                  <a:pt x="255" y="41"/>
                  <a:pt x="255" y="41"/>
                </a:cubicBezTo>
                <a:cubicBezTo>
                  <a:pt x="255" y="41"/>
                  <a:pt x="255" y="41"/>
                  <a:pt x="256" y="41"/>
                </a:cubicBezTo>
                <a:cubicBezTo>
                  <a:pt x="256" y="41"/>
                  <a:pt x="256" y="41"/>
                  <a:pt x="256" y="41"/>
                </a:cubicBezTo>
                <a:cubicBezTo>
                  <a:pt x="256" y="41"/>
                  <a:pt x="257" y="41"/>
                  <a:pt x="257" y="40"/>
                </a:cubicBezTo>
                <a:cubicBezTo>
                  <a:pt x="257" y="40"/>
                  <a:pt x="257" y="40"/>
                  <a:pt x="258" y="40"/>
                </a:cubicBezTo>
                <a:cubicBezTo>
                  <a:pt x="258" y="40"/>
                  <a:pt x="258" y="40"/>
                  <a:pt x="258" y="39"/>
                </a:cubicBezTo>
                <a:cubicBezTo>
                  <a:pt x="258" y="39"/>
                  <a:pt x="258" y="39"/>
                  <a:pt x="258" y="39"/>
                </a:cubicBezTo>
                <a:cubicBezTo>
                  <a:pt x="258" y="39"/>
                  <a:pt x="258" y="39"/>
                  <a:pt x="258" y="39"/>
                </a:cubicBezTo>
                <a:cubicBezTo>
                  <a:pt x="259" y="39"/>
                  <a:pt x="259" y="39"/>
                  <a:pt x="259" y="39"/>
                </a:cubicBezTo>
                <a:cubicBezTo>
                  <a:pt x="259" y="39"/>
                  <a:pt x="259" y="39"/>
                  <a:pt x="260" y="39"/>
                </a:cubicBezTo>
                <a:cubicBezTo>
                  <a:pt x="260" y="39"/>
                  <a:pt x="260" y="39"/>
                  <a:pt x="260" y="38"/>
                </a:cubicBezTo>
                <a:cubicBezTo>
                  <a:pt x="260" y="38"/>
                  <a:pt x="260" y="39"/>
                  <a:pt x="260" y="39"/>
                </a:cubicBezTo>
                <a:cubicBezTo>
                  <a:pt x="260" y="39"/>
                  <a:pt x="260" y="39"/>
                  <a:pt x="260" y="38"/>
                </a:cubicBezTo>
                <a:cubicBezTo>
                  <a:pt x="260" y="38"/>
                  <a:pt x="260" y="38"/>
                  <a:pt x="260" y="38"/>
                </a:cubicBezTo>
                <a:cubicBezTo>
                  <a:pt x="260" y="38"/>
                  <a:pt x="260" y="38"/>
                  <a:pt x="260" y="38"/>
                </a:cubicBezTo>
                <a:cubicBezTo>
                  <a:pt x="260" y="38"/>
                  <a:pt x="260" y="38"/>
                  <a:pt x="260" y="38"/>
                </a:cubicBezTo>
                <a:cubicBezTo>
                  <a:pt x="260" y="38"/>
                  <a:pt x="260" y="38"/>
                  <a:pt x="260" y="38"/>
                </a:cubicBezTo>
                <a:cubicBezTo>
                  <a:pt x="260" y="38"/>
                  <a:pt x="259" y="37"/>
                  <a:pt x="260" y="37"/>
                </a:cubicBezTo>
                <a:cubicBezTo>
                  <a:pt x="260" y="37"/>
                  <a:pt x="260" y="37"/>
                  <a:pt x="260" y="37"/>
                </a:cubicBezTo>
                <a:cubicBezTo>
                  <a:pt x="260" y="37"/>
                  <a:pt x="260" y="37"/>
                  <a:pt x="260" y="37"/>
                </a:cubicBezTo>
                <a:cubicBezTo>
                  <a:pt x="260" y="37"/>
                  <a:pt x="260" y="37"/>
                  <a:pt x="260" y="37"/>
                </a:cubicBezTo>
                <a:cubicBezTo>
                  <a:pt x="260" y="37"/>
                  <a:pt x="260" y="37"/>
                  <a:pt x="261" y="37"/>
                </a:cubicBezTo>
                <a:cubicBezTo>
                  <a:pt x="261" y="37"/>
                  <a:pt x="261" y="37"/>
                  <a:pt x="261" y="37"/>
                </a:cubicBezTo>
                <a:cubicBezTo>
                  <a:pt x="261" y="37"/>
                  <a:pt x="262" y="36"/>
                  <a:pt x="262" y="36"/>
                </a:cubicBezTo>
                <a:cubicBezTo>
                  <a:pt x="262" y="36"/>
                  <a:pt x="262" y="36"/>
                  <a:pt x="262" y="36"/>
                </a:cubicBezTo>
                <a:cubicBezTo>
                  <a:pt x="262" y="36"/>
                  <a:pt x="262" y="36"/>
                  <a:pt x="262" y="36"/>
                </a:cubicBezTo>
                <a:cubicBezTo>
                  <a:pt x="262" y="36"/>
                  <a:pt x="262" y="36"/>
                  <a:pt x="262" y="36"/>
                </a:cubicBezTo>
                <a:cubicBezTo>
                  <a:pt x="262" y="36"/>
                  <a:pt x="262" y="36"/>
                  <a:pt x="262" y="35"/>
                </a:cubicBezTo>
                <a:cubicBezTo>
                  <a:pt x="262" y="35"/>
                  <a:pt x="262" y="35"/>
                  <a:pt x="262" y="35"/>
                </a:cubicBezTo>
                <a:cubicBezTo>
                  <a:pt x="262" y="35"/>
                  <a:pt x="262" y="35"/>
                  <a:pt x="262" y="35"/>
                </a:cubicBezTo>
                <a:cubicBezTo>
                  <a:pt x="262" y="35"/>
                  <a:pt x="262" y="35"/>
                  <a:pt x="263" y="35"/>
                </a:cubicBezTo>
                <a:cubicBezTo>
                  <a:pt x="263" y="35"/>
                  <a:pt x="263" y="35"/>
                  <a:pt x="263" y="35"/>
                </a:cubicBezTo>
                <a:cubicBezTo>
                  <a:pt x="263" y="34"/>
                  <a:pt x="263" y="34"/>
                  <a:pt x="263" y="34"/>
                </a:cubicBezTo>
                <a:cubicBezTo>
                  <a:pt x="263" y="34"/>
                  <a:pt x="263" y="34"/>
                  <a:pt x="263" y="34"/>
                </a:cubicBezTo>
                <a:cubicBezTo>
                  <a:pt x="263" y="34"/>
                  <a:pt x="264" y="34"/>
                  <a:pt x="264" y="34"/>
                </a:cubicBezTo>
                <a:cubicBezTo>
                  <a:pt x="264" y="34"/>
                  <a:pt x="264" y="34"/>
                  <a:pt x="264" y="34"/>
                </a:cubicBezTo>
                <a:cubicBezTo>
                  <a:pt x="264" y="34"/>
                  <a:pt x="264" y="34"/>
                  <a:pt x="264" y="34"/>
                </a:cubicBezTo>
                <a:cubicBezTo>
                  <a:pt x="264" y="34"/>
                  <a:pt x="265" y="34"/>
                  <a:pt x="265" y="34"/>
                </a:cubicBezTo>
                <a:cubicBezTo>
                  <a:pt x="265" y="34"/>
                  <a:pt x="265" y="34"/>
                  <a:pt x="265" y="34"/>
                </a:cubicBezTo>
                <a:cubicBezTo>
                  <a:pt x="265" y="35"/>
                  <a:pt x="265" y="35"/>
                  <a:pt x="265" y="35"/>
                </a:cubicBezTo>
                <a:cubicBezTo>
                  <a:pt x="265" y="35"/>
                  <a:pt x="265" y="35"/>
                  <a:pt x="265" y="35"/>
                </a:cubicBezTo>
                <a:cubicBezTo>
                  <a:pt x="265" y="35"/>
                  <a:pt x="266" y="36"/>
                  <a:pt x="266" y="36"/>
                </a:cubicBezTo>
                <a:cubicBezTo>
                  <a:pt x="266" y="36"/>
                  <a:pt x="266" y="36"/>
                  <a:pt x="266" y="36"/>
                </a:cubicBezTo>
                <a:close/>
                <a:moveTo>
                  <a:pt x="36" y="64"/>
                </a:moveTo>
                <a:cubicBezTo>
                  <a:pt x="36" y="63"/>
                  <a:pt x="36" y="63"/>
                  <a:pt x="36" y="63"/>
                </a:cubicBezTo>
                <a:cubicBezTo>
                  <a:pt x="36" y="63"/>
                  <a:pt x="36" y="63"/>
                  <a:pt x="36" y="63"/>
                </a:cubicBezTo>
                <a:cubicBezTo>
                  <a:pt x="35" y="63"/>
                  <a:pt x="35" y="63"/>
                  <a:pt x="35" y="63"/>
                </a:cubicBezTo>
                <a:cubicBezTo>
                  <a:pt x="35" y="63"/>
                  <a:pt x="35" y="63"/>
                  <a:pt x="35" y="63"/>
                </a:cubicBezTo>
                <a:cubicBezTo>
                  <a:pt x="35" y="63"/>
                  <a:pt x="35" y="63"/>
                  <a:pt x="35" y="63"/>
                </a:cubicBezTo>
                <a:cubicBezTo>
                  <a:pt x="35" y="63"/>
                  <a:pt x="35" y="63"/>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1"/>
                  <a:pt x="35" y="61"/>
                  <a:pt x="35" y="61"/>
                </a:cubicBezTo>
                <a:cubicBezTo>
                  <a:pt x="34" y="61"/>
                  <a:pt x="34" y="61"/>
                  <a:pt x="34" y="61"/>
                </a:cubicBezTo>
                <a:cubicBezTo>
                  <a:pt x="34" y="61"/>
                  <a:pt x="34" y="61"/>
                  <a:pt x="34" y="61"/>
                </a:cubicBezTo>
                <a:cubicBezTo>
                  <a:pt x="34" y="61"/>
                  <a:pt x="34" y="61"/>
                  <a:pt x="34" y="61"/>
                </a:cubicBezTo>
                <a:cubicBezTo>
                  <a:pt x="34" y="60"/>
                  <a:pt x="34" y="60"/>
                  <a:pt x="34" y="60"/>
                </a:cubicBezTo>
                <a:cubicBezTo>
                  <a:pt x="34" y="60"/>
                  <a:pt x="34" y="60"/>
                  <a:pt x="34" y="60"/>
                </a:cubicBezTo>
                <a:cubicBezTo>
                  <a:pt x="34" y="60"/>
                  <a:pt x="34" y="60"/>
                  <a:pt x="34" y="60"/>
                </a:cubicBezTo>
                <a:cubicBezTo>
                  <a:pt x="34" y="59"/>
                  <a:pt x="34" y="59"/>
                  <a:pt x="34" y="59"/>
                </a:cubicBezTo>
                <a:cubicBezTo>
                  <a:pt x="34" y="59"/>
                  <a:pt x="33" y="59"/>
                  <a:pt x="33" y="59"/>
                </a:cubicBezTo>
                <a:cubicBezTo>
                  <a:pt x="33" y="59"/>
                  <a:pt x="33" y="59"/>
                  <a:pt x="33" y="59"/>
                </a:cubicBezTo>
                <a:cubicBezTo>
                  <a:pt x="33" y="58"/>
                  <a:pt x="33" y="58"/>
                  <a:pt x="33" y="58"/>
                </a:cubicBezTo>
                <a:cubicBezTo>
                  <a:pt x="33" y="58"/>
                  <a:pt x="33" y="58"/>
                  <a:pt x="33" y="58"/>
                </a:cubicBezTo>
                <a:cubicBezTo>
                  <a:pt x="33" y="58"/>
                  <a:pt x="33" y="58"/>
                  <a:pt x="33" y="58"/>
                </a:cubicBezTo>
                <a:cubicBezTo>
                  <a:pt x="33" y="57"/>
                  <a:pt x="33" y="57"/>
                  <a:pt x="33" y="57"/>
                </a:cubicBezTo>
                <a:cubicBezTo>
                  <a:pt x="33" y="57"/>
                  <a:pt x="33" y="57"/>
                  <a:pt x="33" y="57"/>
                </a:cubicBezTo>
                <a:cubicBezTo>
                  <a:pt x="33" y="57"/>
                  <a:pt x="32" y="57"/>
                  <a:pt x="32" y="57"/>
                </a:cubicBezTo>
                <a:cubicBezTo>
                  <a:pt x="32" y="57"/>
                  <a:pt x="32" y="58"/>
                  <a:pt x="32" y="58"/>
                </a:cubicBezTo>
                <a:cubicBezTo>
                  <a:pt x="31" y="58"/>
                  <a:pt x="31" y="57"/>
                  <a:pt x="31" y="58"/>
                </a:cubicBezTo>
                <a:cubicBezTo>
                  <a:pt x="31" y="58"/>
                  <a:pt x="31" y="58"/>
                  <a:pt x="31" y="58"/>
                </a:cubicBezTo>
                <a:cubicBezTo>
                  <a:pt x="31" y="58"/>
                  <a:pt x="31" y="58"/>
                  <a:pt x="31" y="58"/>
                </a:cubicBezTo>
                <a:cubicBezTo>
                  <a:pt x="31" y="58"/>
                  <a:pt x="31" y="58"/>
                  <a:pt x="31" y="59"/>
                </a:cubicBezTo>
                <a:cubicBezTo>
                  <a:pt x="31" y="59"/>
                  <a:pt x="30" y="59"/>
                  <a:pt x="30" y="59"/>
                </a:cubicBezTo>
                <a:cubicBezTo>
                  <a:pt x="30" y="59"/>
                  <a:pt x="30" y="60"/>
                  <a:pt x="30" y="60"/>
                </a:cubicBezTo>
                <a:cubicBezTo>
                  <a:pt x="30" y="60"/>
                  <a:pt x="30" y="60"/>
                  <a:pt x="30" y="60"/>
                </a:cubicBezTo>
                <a:cubicBezTo>
                  <a:pt x="30" y="60"/>
                  <a:pt x="30" y="60"/>
                  <a:pt x="31" y="61"/>
                </a:cubicBezTo>
                <a:cubicBezTo>
                  <a:pt x="31" y="61"/>
                  <a:pt x="31" y="61"/>
                  <a:pt x="31" y="61"/>
                </a:cubicBezTo>
                <a:cubicBezTo>
                  <a:pt x="31" y="62"/>
                  <a:pt x="31" y="62"/>
                  <a:pt x="32" y="62"/>
                </a:cubicBezTo>
                <a:cubicBezTo>
                  <a:pt x="32" y="62"/>
                  <a:pt x="32" y="63"/>
                  <a:pt x="32" y="63"/>
                </a:cubicBezTo>
                <a:cubicBezTo>
                  <a:pt x="32" y="63"/>
                  <a:pt x="32" y="63"/>
                  <a:pt x="32" y="63"/>
                </a:cubicBezTo>
                <a:cubicBezTo>
                  <a:pt x="32" y="63"/>
                  <a:pt x="32" y="63"/>
                  <a:pt x="32" y="63"/>
                </a:cubicBezTo>
                <a:cubicBezTo>
                  <a:pt x="32" y="64"/>
                  <a:pt x="32" y="64"/>
                  <a:pt x="32" y="64"/>
                </a:cubicBezTo>
                <a:cubicBezTo>
                  <a:pt x="33" y="64"/>
                  <a:pt x="34" y="64"/>
                  <a:pt x="34" y="65"/>
                </a:cubicBezTo>
                <a:cubicBezTo>
                  <a:pt x="34" y="65"/>
                  <a:pt x="34" y="65"/>
                  <a:pt x="35" y="65"/>
                </a:cubicBezTo>
                <a:cubicBezTo>
                  <a:pt x="35" y="65"/>
                  <a:pt x="35" y="65"/>
                  <a:pt x="35" y="65"/>
                </a:cubicBezTo>
                <a:cubicBezTo>
                  <a:pt x="35" y="65"/>
                  <a:pt x="35" y="65"/>
                  <a:pt x="35" y="65"/>
                </a:cubicBezTo>
                <a:cubicBezTo>
                  <a:pt x="36" y="65"/>
                  <a:pt x="36" y="65"/>
                  <a:pt x="36" y="65"/>
                </a:cubicBezTo>
                <a:cubicBezTo>
                  <a:pt x="36" y="65"/>
                  <a:pt x="36" y="65"/>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lose/>
                <a:moveTo>
                  <a:pt x="46" y="77"/>
                </a:moveTo>
                <a:cubicBezTo>
                  <a:pt x="46" y="77"/>
                  <a:pt x="46" y="77"/>
                  <a:pt x="46" y="77"/>
                </a:cubicBezTo>
                <a:cubicBezTo>
                  <a:pt x="46" y="76"/>
                  <a:pt x="46" y="76"/>
                  <a:pt x="46" y="76"/>
                </a:cubicBezTo>
                <a:cubicBezTo>
                  <a:pt x="46" y="76"/>
                  <a:pt x="46" y="76"/>
                  <a:pt x="46" y="76"/>
                </a:cubicBezTo>
                <a:cubicBezTo>
                  <a:pt x="46" y="76"/>
                  <a:pt x="46" y="76"/>
                  <a:pt x="46" y="75"/>
                </a:cubicBezTo>
                <a:cubicBezTo>
                  <a:pt x="46" y="75"/>
                  <a:pt x="46" y="75"/>
                  <a:pt x="46" y="75"/>
                </a:cubicBezTo>
                <a:cubicBezTo>
                  <a:pt x="46" y="75"/>
                  <a:pt x="46" y="75"/>
                  <a:pt x="45" y="75"/>
                </a:cubicBezTo>
                <a:cubicBezTo>
                  <a:pt x="45" y="74"/>
                  <a:pt x="45" y="74"/>
                  <a:pt x="45" y="74"/>
                </a:cubicBezTo>
                <a:cubicBezTo>
                  <a:pt x="45" y="74"/>
                  <a:pt x="45" y="74"/>
                  <a:pt x="45" y="74"/>
                </a:cubicBezTo>
                <a:cubicBezTo>
                  <a:pt x="45" y="74"/>
                  <a:pt x="45" y="74"/>
                  <a:pt x="44" y="74"/>
                </a:cubicBezTo>
                <a:cubicBezTo>
                  <a:pt x="44" y="74"/>
                  <a:pt x="44" y="74"/>
                  <a:pt x="44" y="74"/>
                </a:cubicBezTo>
                <a:cubicBezTo>
                  <a:pt x="44" y="74"/>
                  <a:pt x="44" y="74"/>
                  <a:pt x="44" y="74"/>
                </a:cubicBezTo>
                <a:cubicBezTo>
                  <a:pt x="44" y="74"/>
                  <a:pt x="44" y="75"/>
                  <a:pt x="44" y="75"/>
                </a:cubicBezTo>
                <a:cubicBezTo>
                  <a:pt x="44" y="75"/>
                  <a:pt x="44" y="75"/>
                  <a:pt x="44" y="75"/>
                </a:cubicBezTo>
                <a:cubicBezTo>
                  <a:pt x="44" y="75"/>
                  <a:pt x="44" y="75"/>
                  <a:pt x="44" y="75"/>
                </a:cubicBezTo>
                <a:cubicBezTo>
                  <a:pt x="44" y="76"/>
                  <a:pt x="44" y="76"/>
                  <a:pt x="44" y="76"/>
                </a:cubicBezTo>
                <a:cubicBezTo>
                  <a:pt x="44" y="76"/>
                  <a:pt x="44" y="76"/>
                  <a:pt x="44" y="76"/>
                </a:cubicBezTo>
                <a:cubicBezTo>
                  <a:pt x="44" y="76"/>
                  <a:pt x="45" y="76"/>
                  <a:pt x="45" y="76"/>
                </a:cubicBezTo>
                <a:cubicBezTo>
                  <a:pt x="45" y="76"/>
                  <a:pt x="45" y="76"/>
                  <a:pt x="45" y="76"/>
                </a:cubicBezTo>
                <a:cubicBezTo>
                  <a:pt x="45" y="76"/>
                  <a:pt x="45" y="76"/>
                  <a:pt x="45" y="76"/>
                </a:cubicBezTo>
                <a:cubicBezTo>
                  <a:pt x="45" y="76"/>
                  <a:pt x="45" y="77"/>
                  <a:pt x="45" y="77"/>
                </a:cubicBezTo>
                <a:cubicBezTo>
                  <a:pt x="45" y="77"/>
                  <a:pt x="45" y="77"/>
                  <a:pt x="45" y="77"/>
                </a:cubicBezTo>
                <a:cubicBezTo>
                  <a:pt x="45" y="77"/>
                  <a:pt x="45" y="77"/>
                  <a:pt x="45" y="77"/>
                </a:cubicBezTo>
                <a:cubicBezTo>
                  <a:pt x="45" y="78"/>
                  <a:pt x="45" y="78"/>
                  <a:pt x="46" y="78"/>
                </a:cubicBezTo>
                <a:cubicBezTo>
                  <a:pt x="46" y="78"/>
                  <a:pt x="46" y="78"/>
                  <a:pt x="46" y="78"/>
                </a:cubicBezTo>
                <a:cubicBezTo>
                  <a:pt x="46" y="78"/>
                  <a:pt x="46" y="79"/>
                  <a:pt x="46" y="78"/>
                </a:cubicBezTo>
                <a:cubicBezTo>
                  <a:pt x="46" y="78"/>
                  <a:pt x="46" y="78"/>
                  <a:pt x="46" y="78"/>
                </a:cubicBezTo>
                <a:cubicBezTo>
                  <a:pt x="46" y="78"/>
                  <a:pt x="46" y="78"/>
                  <a:pt x="46" y="77"/>
                </a:cubicBezTo>
                <a:cubicBezTo>
                  <a:pt x="46" y="77"/>
                  <a:pt x="46" y="77"/>
                  <a:pt x="46" y="77"/>
                </a:cubicBezTo>
                <a:cubicBezTo>
                  <a:pt x="46" y="77"/>
                  <a:pt x="46" y="77"/>
                  <a:pt x="46" y="77"/>
                </a:cubicBezTo>
                <a:cubicBezTo>
                  <a:pt x="46" y="77"/>
                  <a:pt x="46" y="77"/>
                  <a:pt x="46" y="77"/>
                </a:cubicBezTo>
                <a:close/>
                <a:moveTo>
                  <a:pt x="41" y="70"/>
                </a:moveTo>
                <a:cubicBezTo>
                  <a:pt x="41" y="70"/>
                  <a:pt x="41" y="69"/>
                  <a:pt x="41" y="69"/>
                </a:cubicBezTo>
                <a:cubicBezTo>
                  <a:pt x="41" y="69"/>
                  <a:pt x="40" y="69"/>
                  <a:pt x="40" y="69"/>
                </a:cubicBezTo>
                <a:cubicBezTo>
                  <a:pt x="40" y="69"/>
                  <a:pt x="40" y="69"/>
                  <a:pt x="40" y="68"/>
                </a:cubicBezTo>
                <a:cubicBezTo>
                  <a:pt x="40" y="68"/>
                  <a:pt x="40" y="68"/>
                  <a:pt x="40" y="67"/>
                </a:cubicBezTo>
                <a:cubicBezTo>
                  <a:pt x="40" y="67"/>
                  <a:pt x="39" y="67"/>
                  <a:pt x="39" y="67"/>
                </a:cubicBezTo>
                <a:cubicBezTo>
                  <a:pt x="39" y="67"/>
                  <a:pt x="39" y="67"/>
                  <a:pt x="39" y="67"/>
                </a:cubicBezTo>
                <a:cubicBezTo>
                  <a:pt x="38" y="67"/>
                  <a:pt x="38" y="67"/>
                  <a:pt x="38" y="68"/>
                </a:cubicBezTo>
                <a:cubicBezTo>
                  <a:pt x="38" y="68"/>
                  <a:pt x="39" y="68"/>
                  <a:pt x="38" y="68"/>
                </a:cubicBezTo>
                <a:cubicBezTo>
                  <a:pt x="38" y="68"/>
                  <a:pt x="38" y="68"/>
                  <a:pt x="38" y="69"/>
                </a:cubicBezTo>
                <a:cubicBezTo>
                  <a:pt x="39" y="69"/>
                  <a:pt x="39" y="69"/>
                  <a:pt x="39" y="69"/>
                </a:cubicBezTo>
                <a:cubicBezTo>
                  <a:pt x="39" y="69"/>
                  <a:pt x="39" y="69"/>
                  <a:pt x="39" y="69"/>
                </a:cubicBezTo>
                <a:cubicBezTo>
                  <a:pt x="39" y="69"/>
                  <a:pt x="39" y="69"/>
                  <a:pt x="39" y="69"/>
                </a:cubicBezTo>
                <a:cubicBezTo>
                  <a:pt x="39" y="69"/>
                  <a:pt x="39" y="69"/>
                  <a:pt x="39" y="69"/>
                </a:cubicBezTo>
                <a:cubicBezTo>
                  <a:pt x="39" y="69"/>
                  <a:pt x="39" y="69"/>
                  <a:pt x="39" y="69"/>
                </a:cubicBezTo>
                <a:cubicBezTo>
                  <a:pt x="40" y="69"/>
                  <a:pt x="40" y="69"/>
                  <a:pt x="40" y="70"/>
                </a:cubicBezTo>
                <a:cubicBezTo>
                  <a:pt x="40" y="70"/>
                  <a:pt x="40" y="70"/>
                  <a:pt x="40" y="70"/>
                </a:cubicBezTo>
                <a:cubicBezTo>
                  <a:pt x="40" y="70"/>
                  <a:pt x="41" y="70"/>
                  <a:pt x="41" y="70"/>
                </a:cubicBezTo>
                <a:cubicBezTo>
                  <a:pt x="41" y="70"/>
                  <a:pt x="41" y="70"/>
                  <a:pt x="41" y="70"/>
                </a:cubicBezTo>
                <a:cubicBezTo>
                  <a:pt x="41" y="70"/>
                  <a:pt x="41" y="70"/>
                  <a:pt x="41" y="70"/>
                </a:cubicBezTo>
                <a:cubicBezTo>
                  <a:pt x="41" y="70"/>
                  <a:pt x="41" y="70"/>
                  <a:pt x="41" y="70"/>
                </a:cubicBezTo>
                <a:close/>
                <a:moveTo>
                  <a:pt x="44" y="73"/>
                </a:moveTo>
                <a:cubicBezTo>
                  <a:pt x="44" y="73"/>
                  <a:pt x="44" y="73"/>
                  <a:pt x="44" y="73"/>
                </a:cubicBezTo>
                <a:cubicBezTo>
                  <a:pt x="44" y="73"/>
                  <a:pt x="44" y="72"/>
                  <a:pt x="44" y="72"/>
                </a:cubicBezTo>
                <a:cubicBezTo>
                  <a:pt x="44" y="72"/>
                  <a:pt x="43" y="72"/>
                  <a:pt x="43" y="72"/>
                </a:cubicBezTo>
                <a:cubicBezTo>
                  <a:pt x="43" y="72"/>
                  <a:pt x="43" y="72"/>
                  <a:pt x="43" y="71"/>
                </a:cubicBezTo>
                <a:cubicBezTo>
                  <a:pt x="43" y="71"/>
                  <a:pt x="43" y="71"/>
                  <a:pt x="43" y="71"/>
                </a:cubicBezTo>
                <a:cubicBezTo>
                  <a:pt x="42" y="71"/>
                  <a:pt x="42" y="71"/>
                  <a:pt x="42" y="71"/>
                </a:cubicBezTo>
                <a:cubicBezTo>
                  <a:pt x="42" y="71"/>
                  <a:pt x="42" y="71"/>
                  <a:pt x="42" y="71"/>
                </a:cubicBezTo>
                <a:cubicBezTo>
                  <a:pt x="42" y="71"/>
                  <a:pt x="42" y="71"/>
                  <a:pt x="42" y="71"/>
                </a:cubicBezTo>
                <a:cubicBezTo>
                  <a:pt x="42" y="71"/>
                  <a:pt x="42" y="71"/>
                  <a:pt x="42" y="72"/>
                </a:cubicBezTo>
                <a:cubicBezTo>
                  <a:pt x="42" y="72"/>
                  <a:pt x="42" y="72"/>
                  <a:pt x="42" y="72"/>
                </a:cubicBezTo>
                <a:cubicBezTo>
                  <a:pt x="42" y="72"/>
                  <a:pt x="42" y="72"/>
                  <a:pt x="42" y="72"/>
                </a:cubicBezTo>
                <a:cubicBezTo>
                  <a:pt x="42" y="72"/>
                  <a:pt x="42" y="72"/>
                  <a:pt x="42" y="73"/>
                </a:cubicBezTo>
                <a:cubicBezTo>
                  <a:pt x="42" y="73"/>
                  <a:pt x="42" y="73"/>
                  <a:pt x="42" y="73"/>
                </a:cubicBezTo>
                <a:cubicBezTo>
                  <a:pt x="42" y="73"/>
                  <a:pt x="42" y="73"/>
                  <a:pt x="42" y="73"/>
                </a:cubicBezTo>
                <a:cubicBezTo>
                  <a:pt x="42" y="74"/>
                  <a:pt x="42" y="74"/>
                  <a:pt x="42" y="74"/>
                </a:cubicBezTo>
                <a:cubicBezTo>
                  <a:pt x="42" y="74"/>
                  <a:pt x="42" y="74"/>
                  <a:pt x="43" y="74"/>
                </a:cubicBezTo>
                <a:cubicBezTo>
                  <a:pt x="43" y="74"/>
                  <a:pt x="43" y="74"/>
                  <a:pt x="43" y="74"/>
                </a:cubicBezTo>
                <a:cubicBezTo>
                  <a:pt x="43" y="74"/>
                  <a:pt x="43" y="74"/>
                  <a:pt x="43" y="74"/>
                </a:cubicBezTo>
                <a:cubicBezTo>
                  <a:pt x="44" y="74"/>
                  <a:pt x="44" y="74"/>
                  <a:pt x="44" y="74"/>
                </a:cubicBezTo>
                <a:cubicBezTo>
                  <a:pt x="44" y="74"/>
                  <a:pt x="44" y="74"/>
                  <a:pt x="44" y="73"/>
                </a:cubicBezTo>
                <a:cubicBezTo>
                  <a:pt x="44" y="73"/>
                  <a:pt x="44" y="73"/>
                  <a:pt x="44" y="73"/>
                </a:cubicBezTo>
                <a:close/>
                <a:moveTo>
                  <a:pt x="242" y="97"/>
                </a:moveTo>
                <a:cubicBezTo>
                  <a:pt x="242" y="97"/>
                  <a:pt x="242" y="97"/>
                  <a:pt x="242" y="97"/>
                </a:cubicBezTo>
                <a:cubicBezTo>
                  <a:pt x="243" y="97"/>
                  <a:pt x="243" y="96"/>
                  <a:pt x="243" y="96"/>
                </a:cubicBezTo>
                <a:cubicBezTo>
                  <a:pt x="243" y="96"/>
                  <a:pt x="243" y="96"/>
                  <a:pt x="243" y="96"/>
                </a:cubicBezTo>
                <a:cubicBezTo>
                  <a:pt x="243" y="96"/>
                  <a:pt x="243" y="96"/>
                  <a:pt x="243" y="96"/>
                </a:cubicBezTo>
                <a:cubicBezTo>
                  <a:pt x="243" y="96"/>
                  <a:pt x="243" y="95"/>
                  <a:pt x="243" y="95"/>
                </a:cubicBezTo>
                <a:cubicBezTo>
                  <a:pt x="243" y="95"/>
                  <a:pt x="243" y="95"/>
                  <a:pt x="243" y="95"/>
                </a:cubicBezTo>
                <a:cubicBezTo>
                  <a:pt x="243" y="95"/>
                  <a:pt x="243" y="95"/>
                  <a:pt x="243" y="95"/>
                </a:cubicBezTo>
                <a:cubicBezTo>
                  <a:pt x="243" y="95"/>
                  <a:pt x="243" y="94"/>
                  <a:pt x="243" y="94"/>
                </a:cubicBezTo>
                <a:cubicBezTo>
                  <a:pt x="243" y="94"/>
                  <a:pt x="243" y="94"/>
                  <a:pt x="243" y="94"/>
                </a:cubicBezTo>
                <a:cubicBezTo>
                  <a:pt x="243" y="94"/>
                  <a:pt x="243" y="93"/>
                  <a:pt x="243" y="93"/>
                </a:cubicBezTo>
                <a:cubicBezTo>
                  <a:pt x="244" y="93"/>
                  <a:pt x="244" y="93"/>
                  <a:pt x="244" y="93"/>
                </a:cubicBezTo>
                <a:cubicBezTo>
                  <a:pt x="244" y="92"/>
                  <a:pt x="244" y="92"/>
                  <a:pt x="244" y="92"/>
                </a:cubicBezTo>
                <a:cubicBezTo>
                  <a:pt x="244" y="92"/>
                  <a:pt x="244" y="92"/>
                  <a:pt x="244" y="92"/>
                </a:cubicBezTo>
                <a:cubicBezTo>
                  <a:pt x="244" y="92"/>
                  <a:pt x="244" y="92"/>
                  <a:pt x="244" y="91"/>
                </a:cubicBezTo>
                <a:cubicBezTo>
                  <a:pt x="244" y="91"/>
                  <a:pt x="244" y="91"/>
                  <a:pt x="244" y="91"/>
                </a:cubicBezTo>
                <a:cubicBezTo>
                  <a:pt x="244" y="90"/>
                  <a:pt x="244" y="90"/>
                  <a:pt x="244" y="90"/>
                </a:cubicBezTo>
                <a:cubicBezTo>
                  <a:pt x="244" y="90"/>
                  <a:pt x="244" y="90"/>
                  <a:pt x="243" y="90"/>
                </a:cubicBezTo>
                <a:cubicBezTo>
                  <a:pt x="243" y="89"/>
                  <a:pt x="243" y="90"/>
                  <a:pt x="243" y="90"/>
                </a:cubicBezTo>
                <a:cubicBezTo>
                  <a:pt x="243" y="90"/>
                  <a:pt x="242" y="90"/>
                  <a:pt x="242" y="90"/>
                </a:cubicBezTo>
                <a:cubicBezTo>
                  <a:pt x="242" y="90"/>
                  <a:pt x="242" y="90"/>
                  <a:pt x="242" y="91"/>
                </a:cubicBezTo>
                <a:cubicBezTo>
                  <a:pt x="241" y="91"/>
                  <a:pt x="241" y="91"/>
                  <a:pt x="241" y="91"/>
                </a:cubicBezTo>
                <a:cubicBezTo>
                  <a:pt x="241" y="91"/>
                  <a:pt x="241" y="91"/>
                  <a:pt x="241" y="91"/>
                </a:cubicBezTo>
                <a:cubicBezTo>
                  <a:pt x="241" y="91"/>
                  <a:pt x="240" y="91"/>
                  <a:pt x="240" y="91"/>
                </a:cubicBezTo>
                <a:cubicBezTo>
                  <a:pt x="240" y="91"/>
                  <a:pt x="240" y="92"/>
                  <a:pt x="240" y="92"/>
                </a:cubicBezTo>
                <a:cubicBezTo>
                  <a:pt x="241" y="92"/>
                  <a:pt x="241" y="93"/>
                  <a:pt x="241" y="93"/>
                </a:cubicBezTo>
                <a:cubicBezTo>
                  <a:pt x="241" y="93"/>
                  <a:pt x="241" y="93"/>
                  <a:pt x="241" y="93"/>
                </a:cubicBezTo>
                <a:cubicBezTo>
                  <a:pt x="241" y="93"/>
                  <a:pt x="241" y="94"/>
                  <a:pt x="241" y="94"/>
                </a:cubicBezTo>
                <a:cubicBezTo>
                  <a:pt x="241" y="94"/>
                  <a:pt x="240" y="94"/>
                  <a:pt x="240" y="94"/>
                </a:cubicBezTo>
                <a:cubicBezTo>
                  <a:pt x="240" y="94"/>
                  <a:pt x="240" y="94"/>
                  <a:pt x="240" y="94"/>
                </a:cubicBezTo>
                <a:cubicBezTo>
                  <a:pt x="240" y="94"/>
                  <a:pt x="240" y="95"/>
                  <a:pt x="240" y="95"/>
                </a:cubicBezTo>
                <a:cubicBezTo>
                  <a:pt x="240" y="95"/>
                  <a:pt x="240" y="95"/>
                  <a:pt x="240" y="95"/>
                </a:cubicBezTo>
                <a:cubicBezTo>
                  <a:pt x="240" y="95"/>
                  <a:pt x="240" y="96"/>
                  <a:pt x="240" y="96"/>
                </a:cubicBezTo>
                <a:cubicBezTo>
                  <a:pt x="240" y="96"/>
                  <a:pt x="240" y="96"/>
                  <a:pt x="240" y="96"/>
                </a:cubicBezTo>
                <a:cubicBezTo>
                  <a:pt x="240" y="96"/>
                  <a:pt x="240" y="96"/>
                  <a:pt x="241" y="96"/>
                </a:cubicBezTo>
                <a:cubicBezTo>
                  <a:pt x="241" y="96"/>
                  <a:pt x="241" y="96"/>
                  <a:pt x="241" y="96"/>
                </a:cubicBezTo>
                <a:cubicBezTo>
                  <a:pt x="241" y="96"/>
                  <a:pt x="241" y="96"/>
                  <a:pt x="241" y="96"/>
                </a:cubicBezTo>
                <a:cubicBezTo>
                  <a:pt x="241" y="97"/>
                  <a:pt x="241" y="97"/>
                  <a:pt x="242" y="96"/>
                </a:cubicBezTo>
                <a:cubicBezTo>
                  <a:pt x="242" y="96"/>
                  <a:pt x="242" y="96"/>
                  <a:pt x="242" y="96"/>
                </a:cubicBezTo>
                <a:cubicBezTo>
                  <a:pt x="242" y="96"/>
                  <a:pt x="242" y="96"/>
                  <a:pt x="242" y="96"/>
                </a:cubicBezTo>
                <a:cubicBezTo>
                  <a:pt x="242" y="95"/>
                  <a:pt x="242" y="95"/>
                  <a:pt x="242" y="95"/>
                </a:cubicBezTo>
                <a:cubicBezTo>
                  <a:pt x="242" y="95"/>
                  <a:pt x="242" y="96"/>
                  <a:pt x="242" y="96"/>
                </a:cubicBezTo>
                <a:cubicBezTo>
                  <a:pt x="242" y="96"/>
                  <a:pt x="242" y="96"/>
                  <a:pt x="242" y="96"/>
                </a:cubicBezTo>
                <a:cubicBezTo>
                  <a:pt x="242" y="97"/>
                  <a:pt x="242" y="97"/>
                  <a:pt x="242" y="97"/>
                </a:cubicBezTo>
                <a:close/>
                <a:moveTo>
                  <a:pt x="238" y="95"/>
                </a:moveTo>
                <a:cubicBezTo>
                  <a:pt x="238" y="95"/>
                  <a:pt x="238" y="94"/>
                  <a:pt x="238" y="94"/>
                </a:cubicBezTo>
                <a:cubicBezTo>
                  <a:pt x="238" y="94"/>
                  <a:pt x="238" y="94"/>
                  <a:pt x="237" y="94"/>
                </a:cubicBezTo>
                <a:cubicBezTo>
                  <a:pt x="237" y="94"/>
                  <a:pt x="237" y="94"/>
                  <a:pt x="237" y="94"/>
                </a:cubicBezTo>
                <a:cubicBezTo>
                  <a:pt x="237" y="94"/>
                  <a:pt x="237" y="94"/>
                  <a:pt x="237" y="94"/>
                </a:cubicBezTo>
                <a:cubicBezTo>
                  <a:pt x="237" y="94"/>
                  <a:pt x="236" y="93"/>
                  <a:pt x="236" y="93"/>
                </a:cubicBezTo>
                <a:cubicBezTo>
                  <a:pt x="236" y="93"/>
                  <a:pt x="236" y="94"/>
                  <a:pt x="236" y="94"/>
                </a:cubicBezTo>
                <a:cubicBezTo>
                  <a:pt x="236" y="94"/>
                  <a:pt x="236" y="94"/>
                  <a:pt x="236" y="94"/>
                </a:cubicBezTo>
                <a:cubicBezTo>
                  <a:pt x="236" y="94"/>
                  <a:pt x="236" y="94"/>
                  <a:pt x="236" y="94"/>
                </a:cubicBezTo>
                <a:cubicBezTo>
                  <a:pt x="236" y="94"/>
                  <a:pt x="236" y="95"/>
                  <a:pt x="236" y="95"/>
                </a:cubicBezTo>
                <a:cubicBezTo>
                  <a:pt x="236" y="95"/>
                  <a:pt x="236" y="95"/>
                  <a:pt x="236" y="95"/>
                </a:cubicBezTo>
                <a:cubicBezTo>
                  <a:pt x="236" y="95"/>
                  <a:pt x="236" y="95"/>
                  <a:pt x="236" y="95"/>
                </a:cubicBezTo>
                <a:cubicBezTo>
                  <a:pt x="236" y="96"/>
                  <a:pt x="236" y="96"/>
                  <a:pt x="236" y="96"/>
                </a:cubicBezTo>
                <a:cubicBezTo>
                  <a:pt x="237" y="96"/>
                  <a:pt x="237" y="97"/>
                  <a:pt x="237" y="97"/>
                </a:cubicBezTo>
                <a:cubicBezTo>
                  <a:pt x="237" y="97"/>
                  <a:pt x="237" y="97"/>
                  <a:pt x="237" y="97"/>
                </a:cubicBezTo>
                <a:cubicBezTo>
                  <a:pt x="237" y="97"/>
                  <a:pt x="238" y="97"/>
                  <a:pt x="238" y="97"/>
                </a:cubicBezTo>
                <a:cubicBezTo>
                  <a:pt x="238" y="97"/>
                  <a:pt x="238" y="97"/>
                  <a:pt x="238" y="97"/>
                </a:cubicBezTo>
                <a:cubicBezTo>
                  <a:pt x="238" y="96"/>
                  <a:pt x="238" y="96"/>
                  <a:pt x="238" y="96"/>
                </a:cubicBezTo>
                <a:cubicBezTo>
                  <a:pt x="238" y="95"/>
                  <a:pt x="238" y="95"/>
                  <a:pt x="238" y="95"/>
                </a:cubicBezTo>
                <a:close/>
                <a:moveTo>
                  <a:pt x="246" y="84"/>
                </a:moveTo>
                <a:cubicBezTo>
                  <a:pt x="246" y="85"/>
                  <a:pt x="246" y="85"/>
                  <a:pt x="246" y="85"/>
                </a:cubicBezTo>
                <a:cubicBezTo>
                  <a:pt x="246" y="85"/>
                  <a:pt x="246" y="85"/>
                  <a:pt x="246" y="85"/>
                </a:cubicBezTo>
                <a:cubicBezTo>
                  <a:pt x="246" y="86"/>
                  <a:pt x="246" y="86"/>
                  <a:pt x="246" y="86"/>
                </a:cubicBezTo>
                <a:cubicBezTo>
                  <a:pt x="246" y="86"/>
                  <a:pt x="247" y="86"/>
                  <a:pt x="247" y="86"/>
                </a:cubicBezTo>
                <a:cubicBezTo>
                  <a:pt x="247" y="86"/>
                  <a:pt x="247" y="86"/>
                  <a:pt x="247" y="86"/>
                </a:cubicBezTo>
                <a:cubicBezTo>
                  <a:pt x="247" y="86"/>
                  <a:pt x="248" y="86"/>
                  <a:pt x="248" y="86"/>
                </a:cubicBezTo>
                <a:cubicBezTo>
                  <a:pt x="248" y="86"/>
                  <a:pt x="248" y="86"/>
                  <a:pt x="248" y="86"/>
                </a:cubicBezTo>
                <a:cubicBezTo>
                  <a:pt x="248" y="85"/>
                  <a:pt x="249" y="85"/>
                  <a:pt x="248" y="85"/>
                </a:cubicBezTo>
                <a:cubicBezTo>
                  <a:pt x="248" y="84"/>
                  <a:pt x="248" y="84"/>
                  <a:pt x="247" y="84"/>
                </a:cubicBezTo>
                <a:cubicBezTo>
                  <a:pt x="247" y="84"/>
                  <a:pt x="247" y="84"/>
                  <a:pt x="247" y="84"/>
                </a:cubicBezTo>
                <a:cubicBezTo>
                  <a:pt x="247" y="84"/>
                  <a:pt x="247" y="84"/>
                  <a:pt x="246" y="84"/>
                </a:cubicBezTo>
                <a:cubicBezTo>
                  <a:pt x="246" y="84"/>
                  <a:pt x="246" y="84"/>
                  <a:pt x="246" y="84"/>
                </a:cubicBezTo>
                <a:close/>
                <a:moveTo>
                  <a:pt x="245" y="97"/>
                </a:moveTo>
                <a:cubicBezTo>
                  <a:pt x="245" y="97"/>
                  <a:pt x="246" y="97"/>
                  <a:pt x="246" y="97"/>
                </a:cubicBezTo>
                <a:cubicBezTo>
                  <a:pt x="246" y="97"/>
                  <a:pt x="246" y="96"/>
                  <a:pt x="246" y="96"/>
                </a:cubicBezTo>
                <a:cubicBezTo>
                  <a:pt x="246" y="96"/>
                  <a:pt x="246" y="97"/>
                  <a:pt x="246" y="97"/>
                </a:cubicBezTo>
                <a:cubicBezTo>
                  <a:pt x="247" y="97"/>
                  <a:pt x="247" y="96"/>
                  <a:pt x="247" y="96"/>
                </a:cubicBezTo>
                <a:cubicBezTo>
                  <a:pt x="248" y="96"/>
                  <a:pt x="248" y="96"/>
                  <a:pt x="248" y="96"/>
                </a:cubicBezTo>
                <a:cubicBezTo>
                  <a:pt x="248" y="96"/>
                  <a:pt x="248" y="95"/>
                  <a:pt x="248" y="95"/>
                </a:cubicBezTo>
                <a:cubicBezTo>
                  <a:pt x="248" y="95"/>
                  <a:pt x="248" y="95"/>
                  <a:pt x="248" y="95"/>
                </a:cubicBezTo>
                <a:cubicBezTo>
                  <a:pt x="248" y="95"/>
                  <a:pt x="248" y="95"/>
                  <a:pt x="248" y="95"/>
                </a:cubicBezTo>
                <a:cubicBezTo>
                  <a:pt x="247" y="95"/>
                  <a:pt x="247" y="95"/>
                  <a:pt x="247" y="95"/>
                </a:cubicBezTo>
                <a:cubicBezTo>
                  <a:pt x="247" y="94"/>
                  <a:pt x="247" y="94"/>
                  <a:pt x="246" y="94"/>
                </a:cubicBezTo>
                <a:cubicBezTo>
                  <a:pt x="246" y="94"/>
                  <a:pt x="246" y="94"/>
                  <a:pt x="246" y="94"/>
                </a:cubicBezTo>
                <a:cubicBezTo>
                  <a:pt x="246" y="94"/>
                  <a:pt x="246" y="95"/>
                  <a:pt x="246" y="95"/>
                </a:cubicBezTo>
                <a:cubicBezTo>
                  <a:pt x="246" y="95"/>
                  <a:pt x="246" y="94"/>
                  <a:pt x="246" y="94"/>
                </a:cubicBezTo>
                <a:cubicBezTo>
                  <a:pt x="246" y="94"/>
                  <a:pt x="246" y="94"/>
                  <a:pt x="246" y="94"/>
                </a:cubicBezTo>
                <a:cubicBezTo>
                  <a:pt x="246" y="93"/>
                  <a:pt x="246" y="93"/>
                  <a:pt x="246" y="93"/>
                </a:cubicBezTo>
                <a:cubicBezTo>
                  <a:pt x="246" y="93"/>
                  <a:pt x="246" y="93"/>
                  <a:pt x="246" y="93"/>
                </a:cubicBezTo>
                <a:cubicBezTo>
                  <a:pt x="246" y="93"/>
                  <a:pt x="246" y="93"/>
                  <a:pt x="246" y="92"/>
                </a:cubicBezTo>
                <a:cubicBezTo>
                  <a:pt x="246" y="92"/>
                  <a:pt x="246" y="92"/>
                  <a:pt x="246" y="92"/>
                </a:cubicBezTo>
                <a:cubicBezTo>
                  <a:pt x="246" y="92"/>
                  <a:pt x="246" y="92"/>
                  <a:pt x="246" y="91"/>
                </a:cubicBezTo>
                <a:cubicBezTo>
                  <a:pt x="246" y="91"/>
                  <a:pt x="246" y="91"/>
                  <a:pt x="246" y="91"/>
                </a:cubicBezTo>
                <a:cubicBezTo>
                  <a:pt x="247" y="91"/>
                  <a:pt x="246" y="91"/>
                  <a:pt x="247" y="90"/>
                </a:cubicBezTo>
                <a:cubicBezTo>
                  <a:pt x="247" y="90"/>
                  <a:pt x="247" y="91"/>
                  <a:pt x="247" y="91"/>
                </a:cubicBezTo>
                <a:cubicBezTo>
                  <a:pt x="247" y="91"/>
                  <a:pt x="247" y="91"/>
                  <a:pt x="247" y="91"/>
                </a:cubicBezTo>
                <a:cubicBezTo>
                  <a:pt x="246" y="92"/>
                  <a:pt x="247" y="92"/>
                  <a:pt x="247" y="92"/>
                </a:cubicBezTo>
                <a:cubicBezTo>
                  <a:pt x="247" y="91"/>
                  <a:pt x="247" y="91"/>
                  <a:pt x="247" y="91"/>
                </a:cubicBezTo>
                <a:cubicBezTo>
                  <a:pt x="247" y="90"/>
                  <a:pt x="248" y="91"/>
                  <a:pt x="248" y="91"/>
                </a:cubicBezTo>
                <a:cubicBezTo>
                  <a:pt x="248" y="91"/>
                  <a:pt x="248" y="91"/>
                  <a:pt x="248" y="92"/>
                </a:cubicBezTo>
                <a:cubicBezTo>
                  <a:pt x="248" y="91"/>
                  <a:pt x="248" y="91"/>
                  <a:pt x="248" y="91"/>
                </a:cubicBezTo>
                <a:cubicBezTo>
                  <a:pt x="248" y="91"/>
                  <a:pt x="248" y="90"/>
                  <a:pt x="248" y="90"/>
                </a:cubicBezTo>
                <a:cubicBezTo>
                  <a:pt x="248" y="90"/>
                  <a:pt x="248" y="90"/>
                  <a:pt x="248" y="90"/>
                </a:cubicBezTo>
                <a:cubicBezTo>
                  <a:pt x="248" y="90"/>
                  <a:pt x="248" y="90"/>
                  <a:pt x="248" y="89"/>
                </a:cubicBezTo>
                <a:cubicBezTo>
                  <a:pt x="248" y="89"/>
                  <a:pt x="248" y="89"/>
                  <a:pt x="248" y="89"/>
                </a:cubicBezTo>
                <a:cubicBezTo>
                  <a:pt x="247" y="89"/>
                  <a:pt x="247" y="89"/>
                  <a:pt x="247" y="88"/>
                </a:cubicBezTo>
                <a:cubicBezTo>
                  <a:pt x="247" y="88"/>
                  <a:pt x="247" y="88"/>
                  <a:pt x="247" y="88"/>
                </a:cubicBezTo>
                <a:cubicBezTo>
                  <a:pt x="247" y="88"/>
                  <a:pt x="247" y="88"/>
                  <a:pt x="247" y="88"/>
                </a:cubicBezTo>
                <a:cubicBezTo>
                  <a:pt x="247" y="88"/>
                  <a:pt x="247" y="88"/>
                  <a:pt x="247" y="88"/>
                </a:cubicBezTo>
                <a:cubicBezTo>
                  <a:pt x="247" y="88"/>
                  <a:pt x="247" y="88"/>
                  <a:pt x="247" y="88"/>
                </a:cubicBezTo>
                <a:cubicBezTo>
                  <a:pt x="247" y="88"/>
                  <a:pt x="247" y="88"/>
                  <a:pt x="247" y="88"/>
                </a:cubicBezTo>
                <a:cubicBezTo>
                  <a:pt x="247" y="88"/>
                  <a:pt x="247" y="88"/>
                  <a:pt x="247" y="88"/>
                </a:cubicBezTo>
                <a:cubicBezTo>
                  <a:pt x="247" y="87"/>
                  <a:pt x="247" y="87"/>
                  <a:pt x="247" y="87"/>
                </a:cubicBezTo>
                <a:cubicBezTo>
                  <a:pt x="246" y="88"/>
                  <a:pt x="246" y="88"/>
                  <a:pt x="246" y="88"/>
                </a:cubicBezTo>
                <a:cubicBezTo>
                  <a:pt x="246" y="88"/>
                  <a:pt x="246" y="88"/>
                  <a:pt x="246" y="88"/>
                </a:cubicBezTo>
                <a:cubicBezTo>
                  <a:pt x="245" y="88"/>
                  <a:pt x="245" y="89"/>
                  <a:pt x="245" y="90"/>
                </a:cubicBezTo>
                <a:cubicBezTo>
                  <a:pt x="245" y="90"/>
                  <a:pt x="245" y="90"/>
                  <a:pt x="245" y="91"/>
                </a:cubicBezTo>
                <a:cubicBezTo>
                  <a:pt x="245" y="91"/>
                  <a:pt x="245" y="91"/>
                  <a:pt x="245" y="91"/>
                </a:cubicBezTo>
                <a:cubicBezTo>
                  <a:pt x="245" y="91"/>
                  <a:pt x="245" y="91"/>
                  <a:pt x="245" y="91"/>
                </a:cubicBezTo>
                <a:cubicBezTo>
                  <a:pt x="245" y="92"/>
                  <a:pt x="245" y="92"/>
                  <a:pt x="245" y="92"/>
                </a:cubicBezTo>
                <a:cubicBezTo>
                  <a:pt x="245" y="92"/>
                  <a:pt x="245" y="92"/>
                  <a:pt x="245" y="92"/>
                </a:cubicBezTo>
                <a:cubicBezTo>
                  <a:pt x="245" y="93"/>
                  <a:pt x="245" y="93"/>
                  <a:pt x="244" y="93"/>
                </a:cubicBezTo>
                <a:cubicBezTo>
                  <a:pt x="244" y="93"/>
                  <a:pt x="244" y="93"/>
                  <a:pt x="244" y="93"/>
                </a:cubicBezTo>
                <a:cubicBezTo>
                  <a:pt x="244" y="93"/>
                  <a:pt x="244" y="93"/>
                  <a:pt x="244" y="93"/>
                </a:cubicBezTo>
                <a:cubicBezTo>
                  <a:pt x="244" y="93"/>
                  <a:pt x="244" y="93"/>
                  <a:pt x="244" y="93"/>
                </a:cubicBezTo>
                <a:cubicBezTo>
                  <a:pt x="244" y="94"/>
                  <a:pt x="244" y="94"/>
                  <a:pt x="244" y="94"/>
                </a:cubicBezTo>
                <a:cubicBezTo>
                  <a:pt x="244" y="94"/>
                  <a:pt x="244" y="94"/>
                  <a:pt x="244" y="94"/>
                </a:cubicBezTo>
                <a:cubicBezTo>
                  <a:pt x="244" y="94"/>
                  <a:pt x="244" y="94"/>
                  <a:pt x="244" y="94"/>
                </a:cubicBezTo>
                <a:cubicBezTo>
                  <a:pt x="244" y="94"/>
                  <a:pt x="244" y="95"/>
                  <a:pt x="244" y="95"/>
                </a:cubicBezTo>
                <a:cubicBezTo>
                  <a:pt x="244" y="95"/>
                  <a:pt x="244" y="95"/>
                  <a:pt x="244" y="95"/>
                </a:cubicBezTo>
                <a:cubicBezTo>
                  <a:pt x="244" y="95"/>
                  <a:pt x="244" y="95"/>
                  <a:pt x="244" y="95"/>
                </a:cubicBezTo>
                <a:cubicBezTo>
                  <a:pt x="244" y="95"/>
                  <a:pt x="243" y="96"/>
                  <a:pt x="243" y="96"/>
                </a:cubicBezTo>
                <a:cubicBezTo>
                  <a:pt x="243" y="96"/>
                  <a:pt x="243" y="96"/>
                  <a:pt x="243" y="97"/>
                </a:cubicBezTo>
                <a:cubicBezTo>
                  <a:pt x="243" y="97"/>
                  <a:pt x="243" y="97"/>
                  <a:pt x="243" y="97"/>
                </a:cubicBezTo>
                <a:cubicBezTo>
                  <a:pt x="242" y="97"/>
                  <a:pt x="243" y="98"/>
                  <a:pt x="243" y="98"/>
                </a:cubicBezTo>
                <a:cubicBezTo>
                  <a:pt x="243" y="98"/>
                  <a:pt x="243" y="99"/>
                  <a:pt x="243" y="99"/>
                </a:cubicBezTo>
                <a:cubicBezTo>
                  <a:pt x="243" y="99"/>
                  <a:pt x="243" y="98"/>
                  <a:pt x="244" y="99"/>
                </a:cubicBezTo>
                <a:cubicBezTo>
                  <a:pt x="244" y="99"/>
                  <a:pt x="244" y="99"/>
                  <a:pt x="244" y="99"/>
                </a:cubicBezTo>
                <a:cubicBezTo>
                  <a:pt x="244" y="99"/>
                  <a:pt x="244" y="99"/>
                  <a:pt x="244" y="99"/>
                </a:cubicBezTo>
                <a:cubicBezTo>
                  <a:pt x="244" y="99"/>
                  <a:pt x="244" y="99"/>
                  <a:pt x="244" y="99"/>
                </a:cubicBezTo>
                <a:cubicBezTo>
                  <a:pt x="244" y="99"/>
                  <a:pt x="245" y="99"/>
                  <a:pt x="245" y="99"/>
                </a:cubicBezTo>
                <a:cubicBezTo>
                  <a:pt x="245" y="98"/>
                  <a:pt x="245" y="98"/>
                  <a:pt x="245" y="98"/>
                </a:cubicBezTo>
                <a:cubicBezTo>
                  <a:pt x="245" y="98"/>
                  <a:pt x="245" y="98"/>
                  <a:pt x="245" y="97"/>
                </a:cubicBezTo>
                <a:cubicBezTo>
                  <a:pt x="245" y="97"/>
                  <a:pt x="245" y="97"/>
                  <a:pt x="245" y="97"/>
                </a:cubicBezTo>
                <a:cubicBezTo>
                  <a:pt x="245" y="97"/>
                  <a:pt x="245" y="97"/>
                  <a:pt x="245" y="97"/>
                </a:cubicBezTo>
                <a:close/>
                <a:moveTo>
                  <a:pt x="225" y="101"/>
                </a:moveTo>
                <a:cubicBezTo>
                  <a:pt x="224" y="100"/>
                  <a:pt x="224" y="99"/>
                  <a:pt x="224" y="100"/>
                </a:cubicBezTo>
                <a:cubicBezTo>
                  <a:pt x="224" y="100"/>
                  <a:pt x="224" y="100"/>
                  <a:pt x="224" y="100"/>
                </a:cubicBezTo>
                <a:cubicBezTo>
                  <a:pt x="224" y="100"/>
                  <a:pt x="224" y="101"/>
                  <a:pt x="224" y="101"/>
                </a:cubicBezTo>
                <a:cubicBezTo>
                  <a:pt x="224" y="102"/>
                  <a:pt x="224" y="102"/>
                  <a:pt x="224" y="103"/>
                </a:cubicBezTo>
                <a:cubicBezTo>
                  <a:pt x="224" y="103"/>
                  <a:pt x="224" y="104"/>
                  <a:pt x="224" y="104"/>
                </a:cubicBezTo>
                <a:cubicBezTo>
                  <a:pt x="224" y="104"/>
                  <a:pt x="224" y="105"/>
                  <a:pt x="224" y="106"/>
                </a:cubicBezTo>
                <a:cubicBezTo>
                  <a:pt x="224" y="106"/>
                  <a:pt x="224" y="106"/>
                  <a:pt x="224" y="106"/>
                </a:cubicBezTo>
                <a:cubicBezTo>
                  <a:pt x="224" y="106"/>
                  <a:pt x="224" y="105"/>
                  <a:pt x="224" y="105"/>
                </a:cubicBezTo>
                <a:cubicBezTo>
                  <a:pt x="224" y="105"/>
                  <a:pt x="224" y="105"/>
                  <a:pt x="225" y="105"/>
                </a:cubicBezTo>
                <a:cubicBezTo>
                  <a:pt x="225" y="104"/>
                  <a:pt x="224" y="104"/>
                  <a:pt x="225" y="103"/>
                </a:cubicBezTo>
                <a:cubicBezTo>
                  <a:pt x="225" y="102"/>
                  <a:pt x="225" y="101"/>
                  <a:pt x="225" y="101"/>
                </a:cubicBezTo>
                <a:close/>
                <a:moveTo>
                  <a:pt x="188" y="81"/>
                </a:moveTo>
                <a:cubicBezTo>
                  <a:pt x="188" y="81"/>
                  <a:pt x="188" y="81"/>
                  <a:pt x="188" y="80"/>
                </a:cubicBezTo>
                <a:cubicBezTo>
                  <a:pt x="189" y="80"/>
                  <a:pt x="189" y="80"/>
                  <a:pt x="189" y="80"/>
                </a:cubicBezTo>
                <a:cubicBezTo>
                  <a:pt x="189" y="80"/>
                  <a:pt x="189" y="79"/>
                  <a:pt x="189" y="79"/>
                </a:cubicBezTo>
                <a:cubicBezTo>
                  <a:pt x="189" y="79"/>
                  <a:pt x="189" y="79"/>
                  <a:pt x="189" y="79"/>
                </a:cubicBezTo>
                <a:cubicBezTo>
                  <a:pt x="189" y="78"/>
                  <a:pt x="188" y="79"/>
                  <a:pt x="188" y="79"/>
                </a:cubicBezTo>
                <a:cubicBezTo>
                  <a:pt x="188" y="79"/>
                  <a:pt x="188" y="79"/>
                  <a:pt x="188" y="79"/>
                </a:cubicBezTo>
                <a:cubicBezTo>
                  <a:pt x="188" y="79"/>
                  <a:pt x="188" y="79"/>
                  <a:pt x="188" y="80"/>
                </a:cubicBezTo>
                <a:cubicBezTo>
                  <a:pt x="188" y="80"/>
                  <a:pt x="188" y="80"/>
                  <a:pt x="188" y="80"/>
                </a:cubicBezTo>
                <a:cubicBezTo>
                  <a:pt x="188" y="80"/>
                  <a:pt x="188" y="80"/>
                  <a:pt x="188" y="80"/>
                </a:cubicBezTo>
                <a:cubicBezTo>
                  <a:pt x="188" y="80"/>
                  <a:pt x="188" y="81"/>
                  <a:pt x="188" y="81"/>
                </a:cubicBezTo>
                <a:close/>
                <a:moveTo>
                  <a:pt x="188" y="82"/>
                </a:moveTo>
                <a:cubicBezTo>
                  <a:pt x="188" y="82"/>
                  <a:pt x="188" y="82"/>
                  <a:pt x="188" y="82"/>
                </a:cubicBezTo>
                <a:cubicBezTo>
                  <a:pt x="188" y="82"/>
                  <a:pt x="188" y="82"/>
                  <a:pt x="188" y="82"/>
                </a:cubicBezTo>
                <a:cubicBezTo>
                  <a:pt x="188" y="82"/>
                  <a:pt x="188" y="82"/>
                  <a:pt x="188" y="82"/>
                </a:cubicBezTo>
                <a:cubicBezTo>
                  <a:pt x="187" y="81"/>
                  <a:pt x="188" y="81"/>
                  <a:pt x="187" y="80"/>
                </a:cubicBezTo>
                <a:cubicBezTo>
                  <a:pt x="187" y="80"/>
                  <a:pt x="187" y="80"/>
                  <a:pt x="187" y="80"/>
                </a:cubicBezTo>
                <a:cubicBezTo>
                  <a:pt x="188" y="80"/>
                  <a:pt x="188" y="80"/>
                  <a:pt x="188" y="80"/>
                </a:cubicBezTo>
                <a:cubicBezTo>
                  <a:pt x="188" y="79"/>
                  <a:pt x="188" y="79"/>
                  <a:pt x="188" y="79"/>
                </a:cubicBezTo>
                <a:cubicBezTo>
                  <a:pt x="187" y="79"/>
                  <a:pt x="187" y="79"/>
                  <a:pt x="187" y="79"/>
                </a:cubicBezTo>
                <a:cubicBezTo>
                  <a:pt x="187" y="79"/>
                  <a:pt x="187" y="78"/>
                  <a:pt x="187" y="78"/>
                </a:cubicBezTo>
                <a:cubicBezTo>
                  <a:pt x="187" y="78"/>
                  <a:pt x="187" y="78"/>
                  <a:pt x="187" y="78"/>
                </a:cubicBezTo>
                <a:cubicBezTo>
                  <a:pt x="187" y="78"/>
                  <a:pt x="187" y="77"/>
                  <a:pt x="187" y="77"/>
                </a:cubicBezTo>
                <a:cubicBezTo>
                  <a:pt x="187" y="77"/>
                  <a:pt x="187" y="77"/>
                  <a:pt x="187" y="78"/>
                </a:cubicBezTo>
                <a:cubicBezTo>
                  <a:pt x="187" y="78"/>
                  <a:pt x="187" y="78"/>
                  <a:pt x="187" y="78"/>
                </a:cubicBezTo>
                <a:cubicBezTo>
                  <a:pt x="186" y="78"/>
                  <a:pt x="186" y="78"/>
                  <a:pt x="186" y="78"/>
                </a:cubicBezTo>
                <a:cubicBezTo>
                  <a:pt x="186" y="78"/>
                  <a:pt x="186" y="78"/>
                  <a:pt x="186" y="78"/>
                </a:cubicBezTo>
                <a:cubicBezTo>
                  <a:pt x="186" y="79"/>
                  <a:pt x="186" y="79"/>
                  <a:pt x="186" y="79"/>
                </a:cubicBezTo>
                <a:cubicBezTo>
                  <a:pt x="186" y="79"/>
                  <a:pt x="185" y="79"/>
                  <a:pt x="185" y="80"/>
                </a:cubicBezTo>
                <a:cubicBezTo>
                  <a:pt x="185" y="80"/>
                  <a:pt x="185" y="80"/>
                  <a:pt x="185" y="81"/>
                </a:cubicBezTo>
                <a:cubicBezTo>
                  <a:pt x="185" y="81"/>
                  <a:pt x="185" y="81"/>
                  <a:pt x="185" y="81"/>
                </a:cubicBezTo>
                <a:cubicBezTo>
                  <a:pt x="185" y="81"/>
                  <a:pt x="185" y="81"/>
                  <a:pt x="185" y="81"/>
                </a:cubicBezTo>
                <a:cubicBezTo>
                  <a:pt x="185" y="81"/>
                  <a:pt x="185" y="82"/>
                  <a:pt x="185" y="82"/>
                </a:cubicBezTo>
                <a:cubicBezTo>
                  <a:pt x="185" y="82"/>
                  <a:pt x="185" y="82"/>
                  <a:pt x="186" y="82"/>
                </a:cubicBezTo>
                <a:cubicBezTo>
                  <a:pt x="186" y="82"/>
                  <a:pt x="186" y="82"/>
                  <a:pt x="186" y="83"/>
                </a:cubicBezTo>
                <a:cubicBezTo>
                  <a:pt x="186" y="83"/>
                  <a:pt x="185" y="83"/>
                  <a:pt x="185" y="83"/>
                </a:cubicBezTo>
                <a:cubicBezTo>
                  <a:pt x="185" y="83"/>
                  <a:pt x="186" y="83"/>
                  <a:pt x="186" y="84"/>
                </a:cubicBezTo>
                <a:cubicBezTo>
                  <a:pt x="186" y="84"/>
                  <a:pt x="186" y="84"/>
                  <a:pt x="185" y="84"/>
                </a:cubicBezTo>
                <a:cubicBezTo>
                  <a:pt x="185" y="84"/>
                  <a:pt x="185" y="84"/>
                  <a:pt x="185" y="85"/>
                </a:cubicBezTo>
                <a:cubicBezTo>
                  <a:pt x="185" y="84"/>
                  <a:pt x="185" y="84"/>
                  <a:pt x="186" y="85"/>
                </a:cubicBezTo>
                <a:cubicBezTo>
                  <a:pt x="186" y="85"/>
                  <a:pt x="186" y="85"/>
                  <a:pt x="186" y="85"/>
                </a:cubicBezTo>
                <a:cubicBezTo>
                  <a:pt x="186" y="85"/>
                  <a:pt x="186" y="85"/>
                  <a:pt x="186" y="85"/>
                </a:cubicBezTo>
                <a:cubicBezTo>
                  <a:pt x="186" y="84"/>
                  <a:pt x="186" y="84"/>
                  <a:pt x="186" y="84"/>
                </a:cubicBezTo>
                <a:cubicBezTo>
                  <a:pt x="186" y="84"/>
                  <a:pt x="187" y="84"/>
                  <a:pt x="187" y="84"/>
                </a:cubicBezTo>
                <a:cubicBezTo>
                  <a:pt x="187" y="84"/>
                  <a:pt x="187" y="84"/>
                  <a:pt x="187" y="84"/>
                </a:cubicBezTo>
                <a:cubicBezTo>
                  <a:pt x="187" y="84"/>
                  <a:pt x="187" y="84"/>
                  <a:pt x="187" y="84"/>
                </a:cubicBezTo>
                <a:cubicBezTo>
                  <a:pt x="187" y="84"/>
                  <a:pt x="187" y="84"/>
                  <a:pt x="187" y="84"/>
                </a:cubicBezTo>
                <a:cubicBezTo>
                  <a:pt x="187" y="83"/>
                  <a:pt x="187" y="83"/>
                  <a:pt x="187" y="83"/>
                </a:cubicBezTo>
                <a:cubicBezTo>
                  <a:pt x="188" y="83"/>
                  <a:pt x="188" y="83"/>
                  <a:pt x="188" y="83"/>
                </a:cubicBezTo>
                <a:cubicBezTo>
                  <a:pt x="188" y="83"/>
                  <a:pt x="188" y="83"/>
                  <a:pt x="188" y="83"/>
                </a:cubicBezTo>
                <a:cubicBezTo>
                  <a:pt x="188" y="83"/>
                  <a:pt x="188" y="83"/>
                  <a:pt x="188" y="83"/>
                </a:cubicBezTo>
                <a:cubicBezTo>
                  <a:pt x="188" y="83"/>
                  <a:pt x="188" y="83"/>
                  <a:pt x="188" y="83"/>
                </a:cubicBezTo>
                <a:cubicBezTo>
                  <a:pt x="188" y="83"/>
                  <a:pt x="187" y="83"/>
                  <a:pt x="187" y="83"/>
                </a:cubicBezTo>
                <a:cubicBezTo>
                  <a:pt x="187" y="82"/>
                  <a:pt x="187" y="82"/>
                  <a:pt x="188" y="82"/>
                </a:cubicBezTo>
                <a:close/>
                <a:moveTo>
                  <a:pt x="76" y="40"/>
                </a:moveTo>
                <a:cubicBezTo>
                  <a:pt x="76" y="40"/>
                  <a:pt x="76" y="40"/>
                  <a:pt x="76" y="40"/>
                </a:cubicBezTo>
                <a:cubicBezTo>
                  <a:pt x="75" y="40"/>
                  <a:pt x="75" y="40"/>
                  <a:pt x="75" y="40"/>
                </a:cubicBezTo>
                <a:cubicBezTo>
                  <a:pt x="75" y="40"/>
                  <a:pt x="75" y="40"/>
                  <a:pt x="75" y="40"/>
                </a:cubicBezTo>
                <a:cubicBezTo>
                  <a:pt x="75" y="40"/>
                  <a:pt x="75" y="40"/>
                  <a:pt x="75" y="40"/>
                </a:cubicBezTo>
                <a:cubicBezTo>
                  <a:pt x="75" y="40"/>
                  <a:pt x="75" y="40"/>
                  <a:pt x="76" y="40"/>
                </a:cubicBezTo>
                <a:close/>
                <a:moveTo>
                  <a:pt x="76" y="42"/>
                </a:moveTo>
                <a:cubicBezTo>
                  <a:pt x="76" y="42"/>
                  <a:pt x="76" y="42"/>
                  <a:pt x="76" y="42"/>
                </a:cubicBezTo>
                <a:cubicBezTo>
                  <a:pt x="76" y="42"/>
                  <a:pt x="76" y="42"/>
                  <a:pt x="77" y="42"/>
                </a:cubicBezTo>
                <a:cubicBezTo>
                  <a:pt x="77" y="42"/>
                  <a:pt x="77" y="42"/>
                  <a:pt x="77" y="42"/>
                </a:cubicBezTo>
                <a:cubicBezTo>
                  <a:pt x="77" y="42"/>
                  <a:pt x="77" y="42"/>
                  <a:pt x="77" y="42"/>
                </a:cubicBezTo>
                <a:cubicBezTo>
                  <a:pt x="77" y="42"/>
                  <a:pt x="76" y="42"/>
                  <a:pt x="76" y="42"/>
                </a:cubicBezTo>
                <a:cubicBezTo>
                  <a:pt x="76" y="41"/>
                  <a:pt x="76" y="41"/>
                  <a:pt x="76" y="41"/>
                </a:cubicBezTo>
                <a:cubicBezTo>
                  <a:pt x="76" y="41"/>
                  <a:pt x="76" y="41"/>
                  <a:pt x="76" y="41"/>
                </a:cubicBezTo>
                <a:cubicBezTo>
                  <a:pt x="76" y="41"/>
                  <a:pt x="76" y="41"/>
                  <a:pt x="76" y="41"/>
                </a:cubicBezTo>
                <a:cubicBezTo>
                  <a:pt x="76" y="42"/>
                  <a:pt x="76" y="42"/>
                  <a:pt x="76" y="42"/>
                </a:cubicBezTo>
                <a:close/>
                <a:moveTo>
                  <a:pt x="75" y="42"/>
                </a:moveTo>
                <a:cubicBezTo>
                  <a:pt x="75" y="42"/>
                  <a:pt x="75" y="42"/>
                  <a:pt x="76" y="42"/>
                </a:cubicBezTo>
                <a:cubicBezTo>
                  <a:pt x="76" y="43"/>
                  <a:pt x="76" y="43"/>
                  <a:pt x="76" y="42"/>
                </a:cubicBezTo>
                <a:cubicBezTo>
                  <a:pt x="76" y="42"/>
                  <a:pt x="76" y="42"/>
                  <a:pt x="76" y="42"/>
                </a:cubicBezTo>
                <a:cubicBezTo>
                  <a:pt x="76" y="42"/>
                  <a:pt x="76" y="42"/>
                  <a:pt x="76" y="42"/>
                </a:cubicBezTo>
                <a:cubicBezTo>
                  <a:pt x="76" y="42"/>
                  <a:pt x="76" y="42"/>
                  <a:pt x="76" y="42"/>
                </a:cubicBezTo>
                <a:cubicBezTo>
                  <a:pt x="75" y="42"/>
                  <a:pt x="75" y="42"/>
                  <a:pt x="75" y="41"/>
                </a:cubicBezTo>
                <a:cubicBezTo>
                  <a:pt x="75" y="41"/>
                  <a:pt x="75" y="41"/>
                  <a:pt x="75" y="41"/>
                </a:cubicBezTo>
                <a:cubicBezTo>
                  <a:pt x="75" y="41"/>
                  <a:pt x="75" y="42"/>
                  <a:pt x="75" y="42"/>
                </a:cubicBezTo>
                <a:cubicBezTo>
                  <a:pt x="75" y="42"/>
                  <a:pt x="75" y="42"/>
                  <a:pt x="75" y="42"/>
                </a:cubicBezTo>
                <a:cubicBezTo>
                  <a:pt x="75" y="42"/>
                  <a:pt x="75" y="42"/>
                  <a:pt x="75" y="42"/>
                </a:cubicBezTo>
                <a:close/>
                <a:moveTo>
                  <a:pt x="76" y="41"/>
                </a:moveTo>
                <a:cubicBezTo>
                  <a:pt x="76" y="41"/>
                  <a:pt x="76" y="41"/>
                  <a:pt x="76" y="41"/>
                </a:cubicBezTo>
                <a:cubicBezTo>
                  <a:pt x="76" y="41"/>
                  <a:pt x="76" y="41"/>
                  <a:pt x="77" y="41"/>
                </a:cubicBezTo>
                <a:cubicBezTo>
                  <a:pt x="77" y="41"/>
                  <a:pt x="77" y="41"/>
                  <a:pt x="77" y="41"/>
                </a:cubicBezTo>
                <a:cubicBezTo>
                  <a:pt x="77" y="41"/>
                  <a:pt x="77" y="41"/>
                  <a:pt x="77" y="41"/>
                </a:cubicBezTo>
                <a:cubicBezTo>
                  <a:pt x="77" y="41"/>
                  <a:pt x="77" y="41"/>
                  <a:pt x="77" y="41"/>
                </a:cubicBezTo>
                <a:cubicBezTo>
                  <a:pt x="77" y="41"/>
                  <a:pt x="77" y="41"/>
                  <a:pt x="77" y="41"/>
                </a:cubicBezTo>
                <a:cubicBezTo>
                  <a:pt x="77" y="40"/>
                  <a:pt x="77" y="40"/>
                  <a:pt x="77" y="40"/>
                </a:cubicBezTo>
                <a:cubicBezTo>
                  <a:pt x="76" y="40"/>
                  <a:pt x="76" y="40"/>
                  <a:pt x="76" y="40"/>
                </a:cubicBezTo>
                <a:cubicBezTo>
                  <a:pt x="76" y="40"/>
                  <a:pt x="76" y="40"/>
                  <a:pt x="76" y="40"/>
                </a:cubicBezTo>
                <a:cubicBezTo>
                  <a:pt x="76" y="40"/>
                  <a:pt x="76" y="40"/>
                  <a:pt x="76" y="40"/>
                </a:cubicBezTo>
                <a:cubicBezTo>
                  <a:pt x="76" y="40"/>
                  <a:pt x="76" y="40"/>
                  <a:pt x="76" y="40"/>
                </a:cubicBezTo>
                <a:cubicBezTo>
                  <a:pt x="76" y="40"/>
                  <a:pt x="76" y="40"/>
                  <a:pt x="76" y="40"/>
                </a:cubicBezTo>
                <a:cubicBezTo>
                  <a:pt x="76" y="40"/>
                  <a:pt x="76" y="40"/>
                  <a:pt x="76" y="40"/>
                </a:cubicBezTo>
                <a:cubicBezTo>
                  <a:pt x="76" y="40"/>
                  <a:pt x="76" y="40"/>
                  <a:pt x="76" y="40"/>
                </a:cubicBezTo>
                <a:cubicBezTo>
                  <a:pt x="76" y="40"/>
                  <a:pt x="76" y="40"/>
                  <a:pt x="76" y="41"/>
                </a:cubicBezTo>
                <a:close/>
                <a:moveTo>
                  <a:pt x="84" y="43"/>
                </a:moveTo>
                <a:cubicBezTo>
                  <a:pt x="84" y="43"/>
                  <a:pt x="84" y="43"/>
                  <a:pt x="84" y="43"/>
                </a:cubicBezTo>
                <a:cubicBezTo>
                  <a:pt x="84" y="43"/>
                  <a:pt x="84" y="43"/>
                  <a:pt x="84" y="43"/>
                </a:cubicBezTo>
                <a:cubicBezTo>
                  <a:pt x="84" y="43"/>
                  <a:pt x="84" y="43"/>
                  <a:pt x="84" y="43"/>
                </a:cubicBezTo>
                <a:cubicBezTo>
                  <a:pt x="84" y="43"/>
                  <a:pt x="84" y="43"/>
                  <a:pt x="84" y="43"/>
                </a:cubicBezTo>
                <a:cubicBezTo>
                  <a:pt x="84" y="42"/>
                  <a:pt x="84" y="42"/>
                  <a:pt x="84" y="42"/>
                </a:cubicBezTo>
                <a:cubicBezTo>
                  <a:pt x="84" y="42"/>
                  <a:pt x="84" y="42"/>
                  <a:pt x="84" y="42"/>
                </a:cubicBezTo>
                <a:cubicBezTo>
                  <a:pt x="84" y="42"/>
                  <a:pt x="84" y="42"/>
                  <a:pt x="84" y="42"/>
                </a:cubicBezTo>
                <a:cubicBezTo>
                  <a:pt x="83" y="42"/>
                  <a:pt x="83" y="42"/>
                  <a:pt x="83" y="42"/>
                </a:cubicBezTo>
                <a:cubicBezTo>
                  <a:pt x="83" y="43"/>
                  <a:pt x="83" y="43"/>
                  <a:pt x="83" y="43"/>
                </a:cubicBezTo>
                <a:cubicBezTo>
                  <a:pt x="83" y="43"/>
                  <a:pt x="84" y="43"/>
                  <a:pt x="84" y="43"/>
                </a:cubicBezTo>
                <a:close/>
                <a:moveTo>
                  <a:pt x="77" y="40"/>
                </a:moveTo>
                <a:cubicBezTo>
                  <a:pt x="77" y="40"/>
                  <a:pt x="77" y="40"/>
                  <a:pt x="77" y="40"/>
                </a:cubicBezTo>
                <a:cubicBezTo>
                  <a:pt x="77" y="40"/>
                  <a:pt x="77" y="40"/>
                  <a:pt x="77" y="40"/>
                </a:cubicBezTo>
                <a:cubicBezTo>
                  <a:pt x="77" y="40"/>
                  <a:pt x="77" y="40"/>
                  <a:pt x="77" y="40"/>
                </a:cubicBezTo>
                <a:cubicBezTo>
                  <a:pt x="77" y="40"/>
                  <a:pt x="77" y="40"/>
                  <a:pt x="77" y="40"/>
                </a:cubicBezTo>
                <a:cubicBezTo>
                  <a:pt x="78" y="40"/>
                  <a:pt x="78" y="40"/>
                  <a:pt x="78" y="40"/>
                </a:cubicBezTo>
                <a:cubicBezTo>
                  <a:pt x="78" y="40"/>
                  <a:pt x="78" y="40"/>
                  <a:pt x="78" y="40"/>
                </a:cubicBezTo>
                <a:cubicBezTo>
                  <a:pt x="78" y="40"/>
                  <a:pt x="78" y="40"/>
                  <a:pt x="78" y="40"/>
                </a:cubicBezTo>
                <a:cubicBezTo>
                  <a:pt x="78" y="40"/>
                  <a:pt x="78" y="40"/>
                  <a:pt x="78" y="40"/>
                </a:cubicBezTo>
                <a:cubicBezTo>
                  <a:pt x="78" y="40"/>
                  <a:pt x="78" y="40"/>
                  <a:pt x="78" y="40"/>
                </a:cubicBezTo>
                <a:cubicBezTo>
                  <a:pt x="78" y="40"/>
                  <a:pt x="78" y="40"/>
                  <a:pt x="78" y="40"/>
                </a:cubicBezTo>
                <a:cubicBezTo>
                  <a:pt x="78" y="40"/>
                  <a:pt x="78" y="40"/>
                  <a:pt x="78" y="40"/>
                </a:cubicBezTo>
                <a:cubicBezTo>
                  <a:pt x="79" y="40"/>
                  <a:pt x="79" y="40"/>
                  <a:pt x="79" y="40"/>
                </a:cubicBezTo>
                <a:cubicBezTo>
                  <a:pt x="79" y="40"/>
                  <a:pt x="79" y="39"/>
                  <a:pt x="79" y="39"/>
                </a:cubicBezTo>
                <a:cubicBezTo>
                  <a:pt x="78" y="39"/>
                  <a:pt x="78" y="39"/>
                  <a:pt x="78" y="39"/>
                </a:cubicBezTo>
                <a:cubicBezTo>
                  <a:pt x="78" y="39"/>
                  <a:pt x="78" y="39"/>
                  <a:pt x="78" y="39"/>
                </a:cubicBezTo>
                <a:cubicBezTo>
                  <a:pt x="78" y="39"/>
                  <a:pt x="78" y="39"/>
                  <a:pt x="78" y="39"/>
                </a:cubicBezTo>
                <a:cubicBezTo>
                  <a:pt x="78" y="39"/>
                  <a:pt x="78" y="39"/>
                  <a:pt x="78" y="39"/>
                </a:cubicBezTo>
                <a:cubicBezTo>
                  <a:pt x="78" y="39"/>
                  <a:pt x="78" y="39"/>
                  <a:pt x="78" y="39"/>
                </a:cubicBezTo>
                <a:cubicBezTo>
                  <a:pt x="78" y="39"/>
                  <a:pt x="78" y="39"/>
                  <a:pt x="78" y="39"/>
                </a:cubicBezTo>
                <a:cubicBezTo>
                  <a:pt x="78" y="39"/>
                  <a:pt x="78" y="39"/>
                  <a:pt x="78" y="39"/>
                </a:cubicBezTo>
                <a:cubicBezTo>
                  <a:pt x="78" y="39"/>
                  <a:pt x="77" y="39"/>
                  <a:pt x="77" y="39"/>
                </a:cubicBezTo>
                <a:cubicBezTo>
                  <a:pt x="77" y="39"/>
                  <a:pt x="77" y="39"/>
                  <a:pt x="77" y="39"/>
                </a:cubicBezTo>
                <a:cubicBezTo>
                  <a:pt x="77" y="39"/>
                  <a:pt x="77" y="39"/>
                  <a:pt x="77" y="39"/>
                </a:cubicBezTo>
                <a:cubicBezTo>
                  <a:pt x="77" y="39"/>
                  <a:pt x="77" y="39"/>
                  <a:pt x="77" y="39"/>
                </a:cubicBezTo>
                <a:cubicBezTo>
                  <a:pt x="77" y="39"/>
                  <a:pt x="77" y="39"/>
                  <a:pt x="77" y="39"/>
                </a:cubicBezTo>
                <a:cubicBezTo>
                  <a:pt x="77" y="39"/>
                  <a:pt x="77" y="40"/>
                  <a:pt x="77" y="40"/>
                </a:cubicBezTo>
                <a:cubicBezTo>
                  <a:pt x="77" y="40"/>
                  <a:pt x="77" y="40"/>
                  <a:pt x="77" y="40"/>
                </a:cubicBezTo>
                <a:close/>
                <a:moveTo>
                  <a:pt x="79" y="25"/>
                </a:moveTo>
                <a:cubicBezTo>
                  <a:pt x="79" y="25"/>
                  <a:pt x="79" y="25"/>
                  <a:pt x="79" y="25"/>
                </a:cubicBezTo>
                <a:cubicBezTo>
                  <a:pt x="79" y="25"/>
                  <a:pt x="79" y="25"/>
                  <a:pt x="79" y="25"/>
                </a:cubicBezTo>
                <a:cubicBezTo>
                  <a:pt x="79" y="25"/>
                  <a:pt x="79" y="25"/>
                  <a:pt x="79" y="24"/>
                </a:cubicBezTo>
                <a:cubicBezTo>
                  <a:pt x="79" y="24"/>
                  <a:pt x="79" y="24"/>
                  <a:pt x="79" y="24"/>
                </a:cubicBezTo>
                <a:cubicBezTo>
                  <a:pt x="79" y="24"/>
                  <a:pt x="79" y="24"/>
                  <a:pt x="79" y="24"/>
                </a:cubicBezTo>
                <a:cubicBezTo>
                  <a:pt x="79" y="24"/>
                  <a:pt x="79" y="24"/>
                  <a:pt x="79" y="24"/>
                </a:cubicBezTo>
                <a:cubicBezTo>
                  <a:pt x="79" y="24"/>
                  <a:pt x="79" y="24"/>
                  <a:pt x="79" y="25"/>
                </a:cubicBezTo>
                <a:cubicBezTo>
                  <a:pt x="78" y="25"/>
                  <a:pt x="78" y="25"/>
                  <a:pt x="79" y="25"/>
                </a:cubicBezTo>
                <a:close/>
                <a:moveTo>
                  <a:pt x="97" y="20"/>
                </a:moveTo>
                <a:cubicBezTo>
                  <a:pt x="97" y="20"/>
                  <a:pt x="97" y="20"/>
                  <a:pt x="97" y="20"/>
                </a:cubicBezTo>
                <a:cubicBezTo>
                  <a:pt x="97" y="20"/>
                  <a:pt x="97" y="20"/>
                  <a:pt x="97" y="20"/>
                </a:cubicBezTo>
                <a:cubicBezTo>
                  <a:pt x="97" y="20"/>
                  <a:pt x="97" y="20"/>
                  <a:pt x="97" y="20"/>
                </a:cubicBezTo>
                <a:cubicBezTo>
                  <a:pt x="97" y="20"/>
                  <a:pt x="96" y="20"/>
                  <a:pt x="96" y="20"/>
                </a:cubicBezTo>
                <a:cubicBezTo>
                  <a:pt x="96" y="20"/>
                  <a:pt x="96" y="20"/>
                  <a:pt x="96" y="20"/>
                </a:cubicBezTo>
                <a:cubicBezTo>
                  <a:pt x="96" y="20"/>
                  <a:pt x="97" y="20"/>
                  <a:pt x="97" y="20"/>
                </a:cubicBezTo>
                <a:close/>
                <a:moveTo>
                  <a:pt x="97" y="21"/>
                </a:moveTo>
                <a:cubicBezTo>
                  <a:pt x="97" y="21"/>
                  <a:pt x="97" y="21"/>
                  <a:pt x="97" y="21"/>
                </a:cubicBezTo>
                <a:cubicBezTo>
                  <a:pt x="97" y="21"/>
                  <a:pt x="97" y="22"/>
                  <a:pt x="97" y="22"/>
                </a:cubicBezTo>
                <a:cubicBezTo>
                  <a:pt x="97" y="22"/>
                  <a:pt x="97" y="21"/>
                  <a:pt x="97" y="21"/>
                </a:cubicBezTo>
                <a:cubicBezTo>
                  <a:pt x="97" y="21"/>
                  <a:pt x="97" y="21"/>
                  <a:pt x="97" y="21"/>
                </a:cubicBezTo>
                <a:close/>
                <a:moveTo>
                  <a:pt x="93" y="25"/>
                </a:moveTo>
                <a:cubicBezTo>
                  <a:pt x="93" y="24"/>
                  <a:pt x="93" y="24"/>
                  <a:pt x="93" y="24"/>
                </a:cubicBezTo>
                <a:cubicBezTo>
                  <a:pt x="92" y="24"/>
                  <a:pt x="92" y="24"/>
                  <a:pt x="93" y="24"/>
                </a:cubicBezTo>
                <a:cubicBezTo>
                  <a:pt x="93" y="24"/>
                  <a:pt x="93" y="24"/>
                  <a:pt x="93" y="24"/>
                </a:cubicBezTo>
                <a:cubicBezTo>
                  <a:pt x="93" y="24"/>
                  <a:pt x="93" y="24"/>
                  <a:pt x="93" y="24"/>
                </a:cubicBezTo>
                <a:cubicBezTo>
                  <a:pt x="93" y="24"/>
                  <a:pt x="93" y="24"/>
                  <a:pt x="93" y="24"/>
                </a:cubicBezTo>
                <a:cubicBezTo>
                  <a:pt x="93" y="24"/>
                  <a:pt x="93" y="23"/>
                  <a:pt x="93" y="23"/>
                </a:cubicBezTo>
                <a:cubicBezTo>
                  <a:pt x="93" y="23"/>
                  <a:pt x="93" y="23"/>
                  <a:pt x="93" y="23"/>
                </a:cubicBezTo>
                <a:cubicBezTo>
                  <a:pt x="93" y="23"/>
                  <a:pt x="93" y="23"/>
                  <a:pt x="93" y="23"/>
                </a:cubicBezTo>
                <a:cubicBezTo>
                  <a:pt x="93" y="23"/>
                  <a:pt x="93" y="23"/>
                  <a:pt x="93" y="23"/>
                </a:cubicBezTo>
                <a:cubicBezTo>
                  <a:pt x="93" y="23"/>
                  <a:pt x="93" y="23"/>
                  <a:pt x="93" y="23"/>
                </a:cubicBezTo>
                <a:cubicBezTo>
                  <a:pt x="92" y="23"/>
                  <a:pt x="92" y="22"/>
                  <a:pt x="92" y="23"/>
                </a:cubicBezTo>
                <a:cubicBezTo>
                  <a:pt x="92" y="23"/>
                  <a:pt x="92" y="23"/>
                  <a:pt x="92" y="23"/>
                </a:cubicBezTo>
                <a:cubicBezTo>
                  <a:pt x="92" y="23"/>
                  <a:pt x="92" y="23"/>
                  <a:pt x="92" y="23"/>
                </a:cubicBezTo>
                <a:cubicBezTo>
                  <a:pt x="92" y="23"/>
                  <a:pt x="92" y="23"/>
                  <a:pt x="92" y="24"/>
                </a:cubicBezTo>
                <a:cubicBezTo>
                  <a:pt x="92" y="24"/>
                  <a:pt x="92" y="24"/>
                  <a:pt x="92" y="24"/>
                </a:cubicBezTo>
                <a:cubicBezTo>
                  <a:pt x="92" y="24"/>
                  <a:pt x="92" y="25"/>
                  <a:pt x="93" y="25"/>
                </a:cubicBezTo>
                <a:close/>
                <a:moveTo>
                  <a:pt x="84" y="40"/>
                </a:moveTo>
                <a:cubicBezTo>
                  <a:pt x="85" y="41"/>
                  <a:pt x="85" y="41"/>
                  <a:pt x="85" y="41"/>
                </a:cubicBezTo>
                <a:cubicBezTo>
                  <a:pt x="85" y="41"/>
                  <a:pt x="85" y="41"/>
                  <a:pt x="85" y="40"/>
                </a:cubicBezTo>
                <a:cubicBezTo>
                  <a:pt x="85" y="40"/>
                  <a:pt x="85" y="40"/>
                  <a:pt x="85" y="40"/>
                </a:cubicBezTo>
                <a:cubicBezTo>
                  <a:pt x="85" y="40"/>
                  <a:pt x="85" y="40"/>
                  <a:pt x="85" y="40"/>
                </a:cubicBezTo>
                <a:cubicBezTo>
                  <a:pt x="85" y="40"/>
                  <a:pt x="84" y="40"/>
                  <a:pt x="84" y="40"/>
                </a:cubicBezTo>
                <a:cubicBezTo>
                  <a:pt x="84" y="40"/>
                  <a:pt x="84" y="40"/>
                  <a:pt x="84" y="40"/>
                </a:cubicBezTo>
                <a:cubicBezTo>
                  <a:pt x="84" y="40"/>
                  <a:pt x="84" y="40"/>
                  <a:pt x="84" y="40"/>
                </a:cubicBezTo>
                <a:cubicBezTo>
                  <a:pt x="84" y="40"/>
                  <a:pt x="84" y="40"/>
                  <a:pt x="84" y="40"/>
                </a:cubicBezTo>
                <a:close/>
                <a:moveTo>
                  <a:pt x="112" y="14"/>
                </a:moveTo>
                <a:cubicBezTo>
                  <a:pt x="112" y="14"/>
                  <a:pt x="112" y="15"/>
                  <a:pt x="112" y="15"/>
                </a:cubicBezTo>
                <a:cubicBezTo>
                  <a:pt x="112" y="15"/>
                  <a:pt x="112" y="15"/>
                  <a:pt x="112" y="15"/>
                </a:cubicBezTo>
                <a:cubicBezTo>
                  <a:pt x="112" y="15"/>
                  <a:pt x="112" y="15"/>
                  <a:pt x="112" y="15"/>
                </a:cubicBezTo>
                <a:cubicBezTo>
                  <a:pt x="112" y="15"/>
                  <a:pt x="112" y="15"/>
                  <a:pt x="112" y="15"/>
                </a:cubicBezTo>
                <a:cubicBezTo>
                  <a:pt x="113" y="15"/>
                  <a:pt x="113" y="15"/>
                  <a:pt x="113" y="15"/>
                </a:cubicBezTo>
                <a:cubicBezTo>
                  <a:pt x="113" y="15"/>
                  <a:pt x="113" y="16"/>
                  <a:pt x="113" y="16"/>
                </a:cubicBezTo>
                <a:cubicBezTo>
                  <a:pt x="113" y="16"/>
                  <a:pt x="113" y="16"/>
                  <a:pt x="113" y="16"/>
                </a:cubicBezTo>
                <a:cubicBezTo>
                  <a:pt x="114" y="16"/>
                  <a:pt x="114" y="16"/>
                  <a:pt x="114" y="16"/>
                </a:cubicBezTo>
                <a:cubicBezTo>
                  <a:pt x="114" y="16"/>
                  <a:pt x="114" y="16"/>
                  <a:pt x="114" y="16"/>
                </a:cubicBezTo>
                <a:cubicBezTo>
                  <a:pt x="115" y="16"/>
                  <a:pt x="115" y="16"/>
                  <a:pt x="115" y="16"/>
                </a:cubicBezTo>
                <a:cubicBezTo>
                  <a:pt x="115" y="17"/>
                  <a:pt x="114" y="17"/>
                  <a:pt x="114" y="16"/>
                </a:cubicBezTo>
                <a:cubicBezTo>
                  <a:pt x="114" y="16"/>
                  <a:pt x="114" y="16"/>
                  <a:pt x="114" y="16"/>
                </a:cubicBezTo>
                <a:cubicBezTo>
                  <a:pt x="114" y="16"/>
                  <a:pt x="114" y="16"/>
                  <a:pt x="114" y="16"/>
                </a:cubicBezTo>
                <a:cubicBezTo>
                  <a:pt x="114" y="16"/>
                  <a:pt x="113" y="16"/>
                  <a:pt x="113" y="16"/>
                </a:cubicBezTo>
                <a:cubicBezTo>
                  <a:pt x="113" y="16"/>
                  <a:pt x="113" y="17"/>
                  <a:pt x="113" y="17"/>
                </a:cubicBezTo>
                <a:cubicBezTo>
                  <a:pt x="113" y="17"/>
                  <a:pt x="113" y="17"/>
                  <a:pt x="114" y="17"/>
                </a:cubicBezTo>
                <a:cubicBezTo>
                  <a:pt x="114" y="17"/>
                  <a:pt x="114" y="17"/>
                  <a:pt x="114" y="17"/>
                </a:cubicBezTo>
                <a:cubicBezTo>
                  <a:pt x="114" y="17"/>
                  <a:pt x="114" y="17"/>
                  <a:pt x="115" y="17"/>
                </a:cubicBezTo>
                <a:cubicBezTo>
                  <a:pt x="115" y="17"/>
                  <a:pt x="115" y="17"/>
                  <a:pt x="115" y="17"/>
                </a:cubicBezTo>
                <a:cubicBezTo>
                  <a:pt x="115" y="17"/>
                  <a:pt x="115" y="16"/>
                  <a:pt x="115" y="16"/>
                </a:cubicBezTo>
                <a:cubicBezTo>
                  <a:pt x="115" y="16"/>
                  <a:pt x="115" y="16"/>
                  <a:pt x="116" y="16"/>
                </a:cubicBezTo>
                <a:cubicBezTo>
                  <a:pt x="116" y="16"/>
                  <a:pt x="116" y="16"/>
                  <a:pt x="116" y="16"/>
                </a:cubicBezTo>
                <a:cubicBezTo>
                  <a:pt x="116" y="16"/>
                  <a:pt x="116" y="16"/>
                  <a:pt x="116" y="15"/>
                </a:cubicBezTo>
                <a:cubicBezTo>
                  <a:pt x="116" y="15"/>
                  <a:pt x="116" y="15"/>
                  <a:pt x="116" y="15"/>
                </a:cubicBezTo>
                <a:cubicBezTo>
                  <a:pt x="116" y="15"/>
                  <a:pt x="116" y="15"/>
                  <a:pt x="116" y="15"/>
                </a:cubicBezTo>
                <a:cubicBezTo>
                  <a:pt x="116" y="15"/>
                  <a:pt x="115" y="15"/>
                  <a:pt x="115" y="15"/>
                </a:cubicBezTo>
                <a:cubicBezTo>
                  <a:pt x="115" y="15"/>
                  <a:pt x="116" y="15"/>
                  <a:pt x="116" y="15"/>
                </a:cubicBezTo>
                <a:cubicBezTo>
                  <a:pt x="116" y="15"/>
                  <a:pt x="116" y="15"/>
                  <a:pt x="116" y="14"/>
                </a:cubicBezTo>
                <a:cubicBezTo>
                  <a:pt x="116" y="14"/>
                  <a:pt x="115" y="14"/>
                  <a:pt x="115" y="14"/>
                </a:cubicBezTo>
                <a:cubicBezTo>
                  <a:pt x="115" y="14"/>
                  <a:pt x="115" y="14"/>
                  <a:pt x="115" y="14"/>
                </a:cubicBezTo>
                <a:cubicBezTo>
                  <a:pt x="115" y="14"/>
                  <a:pt x="115" y="14"/>
                  <a:pt x="115" y="13"/>
                </a:cubicBezTo>
                <a:cubicBezTo>
                  <a:pt x="115" y="13"/>
                  <a:pt x="115" y="13"/>
                  <a:pt x="114" y="13"/>
                </a:cubicBezTo>
                <a:cubicBezTo>
                  <a:pt x="114" y="13"/>
                  <a:pt x="114" y="13"/>
                  <a:pt x="114" y="13"/>
                </a:cubicBezTo>
                <a:cubicBezTo>
                  <a:pt x="114" y="13"/>
                  <a:pt x="114" y="12"/>
                  <a:pt x="114" y="12"/>
                </a:cubicBezTo>
                <a:cubicBezTo>
                  <a:pt x="114" y="12"/>
                  <a:pt x="114" y="12"/>
                  <a:pt x="114" y="12"/>
                </a:cubicBezTo>
                <a:cubicBezTo>
                  <a:pt x="114" y="12"/>
                  <a:pt x="114" y="13"/>
                  <a:pt x="114" y="13"/>
                </a:cubicBezTo>
                <a:cubicBezTo>
                  <a:pt x="114" y="13"/>
                  <a:pt x="113" y="13"/>
                  <a:pt x="113" y="13"/>
                </a:cubicBezTo>
                <a:cubicBezTo>
                  <a:pt x="113" y="13"/>
                  <a:pt x="113" y="13"/>
                  <a:pt x="113" y="14"/>
                </a:cubicBezTo>
                <a:cubicBezTo>
                  <a:pt x="113" y="14"/>
                  <a:pt x="113" y="14"/>
                  <a:pt x="113" y="14"/>
                </a:cubicBezTo>
                <a:cubicBezTo>
                  <a:pt x="112" y="14"/>
                  <a:pt x="112" y="14"/>
                  <a:pt x="112" y="14"/>
                </a:cubicBezTo>
                <a:cubicBezTo>
                  <a:pt x="112" y="14"/>
                  <a:pt x="112" y="14"/>
                  <a:pt x="112" y="14"/>
                </a:cubicBezTo>
                <a:cubicBezTo>
                  <a:pt x="112" y="14"/>
                  <a:pt x="112" y="14"/>
                  <a:pt x="112" y="14"/>
                </a:cubicBezTo>
                <a:cubicBezTo>
                  <a:pt x="112" y="14"/>
                  <a:pt x="112" y="14"/>
                  <a:pt x="112" y="14"/>
                </a:cubicBezTo>
                <a:close/>
                <a:moveTo>
                  <a:pt x="97" y="21"/>
                </a:moveTo>
                <a:cubicBezTo>
                  <a:pt x="97" y="21"/>
                  <a:pt x="97" y="21"/>
                  <a:pt x="97" y="21"/>
                </a:cubicBezTo>
                <a:cubicBezTo>
                  <a:pt x="97" y="21"/>
                  <a:pt x="97" y="21"/>
                  <a:pt x="97" y="21"/>
                </a:cubicBezTo>
                <a:cubicBezTo>
                  <a:pt x="97" y="21"/>
                  <a:pt x="97" y="20"/>
                  <a:pt x="97" y="20"/>
                </a:cubicBezTo>
                <a:cubicBezTo>
                  <a:pt x="97" y="20"/>
                  <a:pt x="97" y="20"/>
                  <a:pt x="97" y="20"/>
                </a:cubicBezTo>
                <a:cubicBezTo>
                  <a:pt x="97" y="20"/>
                  <a:pt x="97" y="20"/>
                  <a:pt x="97" y="20"/>
                </a:cubicBezTo>
                <a:cubicBezTo>
                  <a:pt x="97" y="20"/>
                  <a:pt x="97" y="20"/>
                  <a:pt x="97" y="20"/>
                </a:cubicBezTo>
                <a:cubicBezTo>
                  <a:pt x="97" y="20"/>
                  <a:pt x="97" y="20"/>
                  <a:pt x="97" y="20"/>
                </a:cubicBezTo>
                <a:cubicBezTo>
                  <a:pt x="97" y="20"/>
                  <a:pt x="97" y="20"/>
                  <a:pt x="97" y="21"/>
                </a:cubicBezTo>
                <a:cubicBezTo>
                  <a:pt x="97" y="21"/>
                  <a:pt x="97" y="21"/>
                  <a:pt x="97" y="21"/>
                </a:cubicBezTo>
                <a:close/>
                <a:moveTo>
                  <a:pt x="120" y="24"/>
                </a:moveTo>
                <a:cubicBezTo>
                  <a:pt x="120" y="24"/>
                  <a:pt x="120" y="24"/>
                  <a:pt x="120" y="24"/>
                </a:cubicBezTo>
                <a:cubicBezTo>
                  <a:pt x="120" y="24"/>
                  <a:pt x="120" y="23"/>
                  <a:pt x="120" y="23"/>
                </a:cubicBezTo>
                <a:cubicBezTo>
                  <a:pt x="120" y="23"/>
                  <a:pt x="120" y="23"/>
                  <a:pt x="120" y="23"/>
                </a:cubicBezTo>
                <a:cubicBezTo>
                  <a:pt x="120" y="23"/>
                  <a:pt x="120" y="22"/>
                  <a:pt x="120" y="23"/>
                </a:cubicBezTo>
                <a:cubicBezTo>
                  <a:pt x="120" y="23"/>
                  <a:pt x="120" y="23"/>
                  <a:pt x="120" y="23"/>
                </a:cubicBezTo>
                <a:cubicBezTo>
                  <a:pt x="120" y="23"/>
                  <a:pt x="120" y="23"/>
                  <a:pt x="120" y="23"/>
                </a:cubicBezTo>
                <a:cubicBezTo>
                  <a:pt x="120" y="23"/>
                  <a:pt x="119" y="24"/>
                  <a:pt x="119" y="24"/>
                </a:cubicBezTo>
                <a:cubicBezTo>
                  <a:pt x="119" y="24"/>
                  <a:pt x="119" y="24"/>
                  <a:pt x="120" y="24"/>
                </a:cubicBezTo>
                <a:close/>
                <a:moveTo>
                  <a:pt x="121" y="27"/>
                </a:moveTo>
                <a:cubicBezTo>
                  <a:pt x="121" y="27"/>
                  <a:pt x="121" y="27"/>
                  <a:pt x="121" y="27"/>
                </a:cubicBezTo>
                <a:cubicBezTo>
                  <a:pt x="121" y="27"/>
                  <a:pt x="121" y="27"/>
                  <a:pt x="122" y="27"/>
                </a:cubicBezTo>
                <a:cubicBezTo>
                  <a:pt x="122" y="27"/>
                  <a:pt x="122" y="27"/>
                  <a:pt x="122" y="27"/>
                </a:cubicBezTo>
                <a:cubicBezTo>
                  <a:pt x="122" y="27"/>
                  <a:pt x="122" y="27"/>
                  <a:pt x="122" y="27"/>
                </a:cubicBezTo>
                <a:cubicBezTo>
                  <a:pt x="122" y="27"/>
                  <a:pt x="122" y="27"/>
                  <a:pt x="122" y="27"/>
                </a:cubicBezTo>
                <a:cubicBezTo>
                  <a:pt x="122" y="27"/>
                  <a:pt x="122" y="27"/>
                  <a:pt x="121" y="27"/>
                </a:cubicBezTo>
                <a:cubicBezTo>
                  <a:pt x="121" y="27"/>
                  <a:pt x="121" y="27"/>
                  <a:pt x="121" y="27"/>
                </a:cubicBezTo>
                <a:cubicBezTo>
                  <a:pt x="121" y="27"/>
                  <a:pt x="121" y="27"/>
                  <a:pt x="121" y="27"/>
                </a:cubicBezTo>
                <a:close/>
                <a:moveTo>
                  <a:pt x="84" y="50"/>
                </a:moveTo>
                <a:cubicBezTo>
                  <a:pt x="84" y="50"/>
                  <a:pt x="84" y="50"/>
                  <a:pt x="84" y="50"/>
                </a:cubicBezTo>
                <a:cubicBezTo>
                  <a:pt x="83" y="50"/>
                  <a:pt x="83" y="50"/>
                  <a:pt x="83" y="50"/>
                </a:cubicBezTo>
                <a:cubicBezTo>
                  <a:pt x="83" y="50"/>
                  <a:pt x="83" y="50"/>
                  <a:pt x="83" y="50"/>
                </a:cubicBezTo>
                <a:cubicBezTo>
                  <a:pt x="83" y="50"/>
                  <a:pt x="83" y="50"/>
                  <a:pt x="83" y="50"/>
                </a:cubicBezTo>
                <a:cubicBezTo>
                  <a:pt x="83" y="50"/>
                  <a:pt x="83" y="50"/>
                  <a:pt x="83" y="50"/>
                </a:cubicBezTo>
                <a:cubicBezTo>
                  <a:pt x="83" y="50"/>
                  <a:pt x="83" y="50"/>
                  <a:pt x="83" y="50"/>
                </a:cubicBezTo>
                <a:cubicBezTo>
                  <a:pt x="83" y="50"/>
                  <a:pt x="83" y="50"/>
                  <a:pt x="83" y="50"/>
                </a:cubicBezTo>
                <a:cubicBezTo>
                  <a:pt x="83" y="50"/>
                  <a:pt x="83" y="50"/>
                  <a:pt x="83" y="50"/>
                </a:cubicBezTo>
                <a:cubicBezTo>
                  <a:pt x="83" y="49"/>
                  <a:pt x="83" y="49"/>
                  <a:pt x="83" y="49"/>
                </a:cubicBezTo>
                <a:cubicBezTo>
                  <a:pt x="83" y="49"/>
                  <a:pt x="82" y="49"/>
                  <a:pt x="82" y="49"/>
                </a:cubicBezTo>
                <a:cubicBezTo>
                  <a:pt x="82" y="49"/>
                  <a:pt x="82" y="49"/>
                  <a:pt x="82" y="49"/>
                </a:cubicBezTo>
                <a:cubicBezTo>
                  <a:pt x="82" y="49"/>
                  <a:pt x="82" y="49"/>
                  <a:pt x="82" y="49"/>
                </a:cubicBezTo>
                <a:cubicBezTo>
                  <a:pt x="82" y="49"/>
                  <a:pt x="82" y="49"/>
                  <a:pt x="82" y="49"/>
                </a:cubicBezTo>
                <a:cubicBezTo>
                  <a:pt x="82" y="49"/>
                  <a:pt x="82" y="49"/>
                  <a:pt x="82" y="50"/>
                </a:cubicBezTo>
                <a:cubicBezTo>
                  <a:pt x="82" y="50"/>
                  <a:pt x="82" y="50"/>
                  <a:pt x="82" y="50"/>
                </a:cubicBezTo>
                <a:cubicBezTo>
                  <a:pt x="82" y="50"/>
                  <a:pt x="82" y="50"/>
                  <a:pt x="82" y="50"/>
                </a:cubicBezTo>
                <a:cubicBezTo>
                  <a:pt x="82" y="50"/>
                  <a:pt x="82" y="50"/>
                  <a:pt x="82" y="50"/>
                </a:cubicBezTo>
                <a:cubicBezTo>
                  <a:pt x="82" y="50"/>
                  <a:pt x="81" y="50"/>
                  <a:pt x="81" y="51"/>
                </a:cubicBezTo>
                <a:cubicBezTo>
                  <a:pt x="81" y="51"/>
                  <a:pt x="81" y="51"/>
                  <a:pt x="81" y="51"/>
                </a:cubicBezTo>
                <a:cubicBezTo>
                  <a:pt x="81" y="51"/>
                  <a:pt x="81" y="51"/>
                  <a:pt x="81" y="51"/>
                </a:cubicBezTo>
                <a:cubicBezTo>
                  <a:pt x="81" y="51"/>
                  <a:pt x="81" y="51"/>
                  <a:pt x="81" y="51"/>
                </a:cubicBezTo>
                <a:cubicBezTo>
                  <a:pt x="81" y="51"/>
                  <a:pt x="81" y="51"/>
                  <a:pt x="82" y="51"/>
                </a:cubicBezTo>
                <a:cubicBezTo>
                  <a:pt x="82" y="51"/>
                  <a:pt x="82" y="51"/>
                  <a:pt x="82" y="51"/>
                </a:cubicBezTo>
                <a:cubicBezTo>
                  <a:pt x="82" y="51"/>
                  <a:pt x="82" y="51"/>
                  <a:pt x="82" y="51"/>
                </a:cubicBezTo>
                <a:cubicBezTo>
                  <a:pt x="82" y="52"/>
                  <a:pt x="82" y="52"/>
                  <a:pt x="82" y="52"/>
                </a:cubicBezTo>
                <a:cubicBezTo>
                  <a:pt x="82" y="52"/>
                  <a:pt x="82" y="52"/>
                  <a:pt x="82" y="51"/>
                </a:cubicBezTo>
                <a:cubicBezTo>
                  <a:pt x="82" y="51"/>
                  <a:pt x="82" y="51"/>
                  <a:pt x="82" y="51"/>
                </a:cubicBezTo>
                <a:cubicBezTo>
                  <a:pt x="82" y="51"/>
                  <a:pt x="82" y="51"/>
                  <a:pt x="83" y="51"/>
                </a:cubicBezTo>
                <a:cubicBezTo>
                  <a:pt x="83" y="51"/>
                  <a:pt x="83" y="51"/>
                  <a:pt x="83" y="51"/>
                </a:cubicBezTo>
                <a:cubicBezTo>
                  <a:pt x="83" y="51"/>
                  <a:pt x="83" y="51"/>
                  <a:pt x="83" y="51"/>
                </a:cubicBezTo>
                <a:cubicBezTo>
                  <a:pt x="83" y="51"/>
                  <a:pt x="83" y="51"/>
                  <a:pt x="83" y="51"/>
                </a:cubicBezTo>
                <a:cubicBezTo>
                  <a:pt x="83" y="51"/>
                  <a:pt x="83" y="51"/>
                  <a:pt x="83" y="51"/>
                </a:cubicBezTo>
                <a:cubicBezTo>
                  <a:pt x="84" y="51"/>
                  <a:pt x="84" y="51"/>
                  <a:pt x="84" y="51"/>
                </a:cubicBezTo>
                <a:cubicBezTo>
                  <a:pt x="84" y="51"/>
                  <a:pt x="84" y="51"/>
                  <a:pt x="84" y="51"/>
                </a:cubicBezTo>
                <a:cubicBezTo>
                  <a:pt x="84" y="51"/>
                  <a:pt x="84" y="51"/>
                  <a:pt x="84" y="51"/>
                </a:cubicBezTo>
                <a:cubicBezTo>
                  <a:pt x="84" y="51"/>
                  <a:pt x="84" y="51"/>
                  <a:pt x="84" y="51"/>
                </a:cubicBezTo>
                <a:cubicBezTo>
                  <a:pt x="84" y="51"/>
                  <a:pt x="84" y="52"/>
                  <a:pt x="84" y="52"/>
                </a:cubicBezTo>
                <a:cubicBezTo>
                  <a:pt x="84" y="52"/>
                  <a:pt x="84" y="52"/>
                  <a:pt x="84" y="52"/>
                </a:cubicBezTo>
                <a:cubicBezTo>
                  <a:pt x="84" y="52"/>
                  <a:pt x="84" y="52"/>
                  <a:pt x="85" y="52"/>
                </a:cubicBezTo>
                <a:cubicBezTo>
                  <a:pt x="85" y="52"/>
                  <a:pt x="85" y="52"/>
                  <a:pt x="85" y="52"/>
                </a:cubicBezTo>
                <a:cubicBezTo>
                  <a:pt x="85" y="52"/>
                  <a:pt x="85" y="52"/>
                  <a:pt x="85" y="52"/>
                </a:cubicBezTo>
                <a:cubicBezTo>
                  <a:pt x="85" y="52"/>
                  <a:pt x="85" y="52"/>
                  <a:pt x="85" y="52"/>
                </a:cubicBezTo>
                <a:cubicBezTo>
                  <a:pt x="85" y="52"/>
                  <a:pt x="85" y="52"/>
                  <a:pt x="85" y="52"/>
                </a:cubicBezTo>
                <a:cubicBezTo>
                  <a:pt x="85" y="52"/>
                  <a:pt x="85" y="52"/>
                  <a:pt x="85" y="52"/>
                </a:cubicBezTo>
                <a:cubicBezTo>
                  <a:pt x="85" y="52"/>
                  <a:pt x="85" y="52"/>
                  <a:pt x="85" y="52"/>
                </a:cubicBezTo>
                <a:cubicBezTo>
                  <a:pt x="86" y="52"/>
                  <a:pt x="86" y="52"/>
                  <a:pt x="86" y="52"/>
                </a:cubicBezTo>
                <a:cubicBezTo>
                  <a:pt x="86" y="52"/>
                  <a:pt x="86" y="52"/>
                  <a:pt x="86" y="52"/>
                </a:cubicBezTo>
                <a:cubicBezTo>
                  <a:pt x="86" y="52"/>
                  <a:pt x="86" y="52"/>
                  <a:pt x="85" y="51"/>
                </a:cubicBezTo>
                <a:cubicBezTo>
                  <a:pt x="85" y="51"/>
                  <a:pt x="85" y="51"/>
                  <a:pt x="85" y="51"/>
                </a:cubicBezTo>
                <a:cubicBezTo>
                  <a:pt x="85" y="51"/>
                  <a:pt x="85" y="51"/>
                  <a:pt x="85" y="51"/>
                </a:cubicBezTo>
                <a:cubicBezTo>
                  <a:pt x="85" y="51"/>
                  <a:pt x="85" y="51"/>
                  <a:pt x="85" y="50"/>
                </a:cubicBezTo>
                <a:cubicBezTo>
                  <a:pt x="84" y="50"/>
                  <a:pt x="84" y="50"/>
                  <a:pt x="84" y="51"/>
                </a:cubicBezTo>
                <a:cubicBezTo>
                  <a:pt x="84" y="51"/>
                  <a:pt x="85" y="51"/>
                  <a:pt x="84" y="51"/>
                </a:cubicBezTo>
                <a:cubicBezTo>
                  <a:pt x="84" y="51"/>
                  <a:pt x="84" y="51"/>
                  <a:pt x="84" y="51"/>
                </a:cubicBezTo>
                <a:cubicBezTo>
                  <a:pt x="84" y="51"/>
                  <a:pt x="84" y="51"/>
                  <a:pt x="84" y="51"/>
                </a:cubicBezTo>
                <a:cubicBezTo>
                  <a:pt x="84" y="51"/>
                  <a:pt x="84" y="50"/>
                  <a:pt x="84" y="50"/>
                </a:cubicBezTo>
                <a:close/>
                <a:moveTo>
                  <a:pt x="78" y="41"/>
                </a:moveTo>
                <a:cubicBezTo>
                  <a:pt x="78" y="42"/>
                  <a:pt x="78" y="42"/>
                  <a:pt x="78" y="42"/>
                </a:cubicBezTo>
                <a:cubicBezTo>
                  <a:pt x="79" y="42"/>
                  <a:pt x="79" y="42"/>
                  <a:pt x="79" y="42"/>
                </a:cubicBezTo>
                <a:cubicBezTo>
                  <a:pt x="79" y="42"/>
                  <a:pt x="79" y="42"/>
                  <a:pt x="79" y="42"/>
                </a:cubicBezTo>
                <a:cubicBezTo>
                  <a:pt x="79" y="42"/>
                  <a:pt x="79" y="42"/>
                  <a:pt x="79" y="42"/>
                </a:cubicBezTo>
                <a:cubicBezTo>
                  <a:pt x="79" y="43"/>
                  <a:pt x="79" y="43"/>
                  <a:pt x="79" y="43"/>
                </a:cubicBezTo>
                <a:cubicBezTo>
                  <a:pt x="79" y="43"/>
                  <a:pt x="79" y="43"/>
                  <a:pt x="79" y="43"/>
                </a:cubicBezTo>
                <a:cubicBezTo>
                  <a:pt x="80" y="44"/>
                  <a:pt x="80" y="44"/>
                  <a:pt x="80" y="44"/>
                </a:cubicBezTo>
                <a:cubicBezTo>
                  <a:pt x="80" y="44"/>
                  <a:pt x="80" y="43"/>
                  <a:pt x="80" y="43"/>
                </a:cubicBezTo>
                <a:cubicBezTo>
                  <a:pt x="79" y="43"/>
                  <a:pt x="79" y="43"/>
                  <a:pt x="79" y="43"/>
                </a:cubicBezTo>
                <a:cubicBezTo>
                  <a:pt x="79" y="43"/>
                  <a:pt x="79" y="43"/>
                  <a:pt x="80" y="43"/>
                </a:cubicBezTo>
                <a:cubicBezTo>
                  <a:pt x="80" y="43"/>
                  <a:pt x="80" y="43"/>
                  <a:pt x="80" y="43"/>
                </a:cubicBezTo>
                <a:cubicBezTo>
                  <a:pt x="80" y="43"/>
                  <a:pt x="80" y="43"/>
                  <a:pt x="80" y="43"/>
                </a:cubicBezTo>
                <a:cubicBezTo>
                  <a:pt x="80" y="43"/>
                  <a:pt x="80" y="43"/>
                  <a:pt x="80" y="43"/>
                </a:cubicBezTo>
                <a:cubicBezTo>
                  <a:pt x="80" y="42"/>
                  <a:pt x="80" y="42"/>
                  <a:pt x="80" y="42"/>
                </a:cubicBezTo>
                <a:cubicBezTo>
                  <a:pt x="80" y="42"/>
                  <a:pt x="80" y="42"/>
                  <a:pt x="79" y="42"/>
                </a:cubicBezTo>
                <a:cubicBezTo>
                  <a:pt x="79" y="42"/>
                  <a:pt x="79" y="42"/>
                  <a:pt x="79" y="42"/>
                </a:cubicBezTo>
                <a:cubicBezTo>
                  <a:pt x="79" y="42"/>
                  <a:pt x="79" y="42"/>
                  <a:pt x="79" y="42"/>
                </a:cubicBezTo>
                <a:cubicBezTo>
                  <a:pt x="79" y="42"/>
                  <a:pt x="79" y="42"/>
                  <a:pt x="79" y="42"/>
                </a:cubicBezTo>
                <a:cubicBezTo>
                  <a:pt x="79" y="42"/>
                  <a:pt x="79" y="42"/>
                  <a:pt x="79" y="42"/>
                </a:cubicBezTo>
                <a:cubicBezTo>
                  <a:pt x="79" y="42"/>
                  <a:pt x="79" y="42"/>
                  <a:pt x="79" y="42"/>
                </a:cubicBezTo>
                <a:cubicBezTo>
                  <a:pt x="79" y="42"/>
                  <a:pt x="79" y="42"/>
                  <a:pt x="79" y="42"/>
                </a:cubicBezTo>
                <a:cubicBezTo>
                  <a:pt x="79" y="42"/>
                  <a:pt x="79" y="42"/>
                  <a:pt x="79" y="42"/>
                </a:cubicBezTo>
                <a:cubicBezTo>
                  <a:pt x="80" y="42"/>
                  <a:pt x="80" y="42"/>
                  <a:pt x="79" y="42"/>
                </a:cubicBezTo>
                <a:cubicBezTo>
                  <a:pt x="79" y="42"/>
                  <a:pt x="79" y="41"/>
                  <a:pt x="79" y="41"/>
                </a:cubicBezTo>
                <a:cubicBezTo>
                  <a:pt x="79" y="41"/>
                  <a:pt x="79" y="41"/>
                  <a:pt x="79" y="41"/>
                </a:cubicBezTo>
                <a:cubicBezTo>
                  <a:pt x="79" y="41"/>
                  <a:pt x="79" y="41"/>
                  <a:pt x="79" y="41"/>
                </a:cubicBezTo>
                <a:cubicBezTo>
                  <a:pt x="79" y="41"/>
                  <a:pt x="79" y="41"/>
                  <a:pt x="79" y="41"/>
                </a:cubicBezTo>
                <a:cubicBezTo>
                  <a:pt x="79" y="41"/>
                  <a:pt x="79" y="41"/>
                  <a:pt x="79" y="41"/>
                </a:cubicBezTo>
                <a:cubicBezTo>
                  <a:pt x="79" y="41"/>
                  <a:pt x="79" y="41"/>
                  <a:pt x="79" y="41"/>
                </a:cubicBezTo>
                <a:cubicBezTo>
                  <a:pt x="79" y="41"/>
                  <a:pt x="79" y="41"/>
                  <a:pt x="79" y="41"/>
                </a:cubicBezTo>
                <a:cubicBezTo>
                  <a:pt x="79" y="41"/>
                  <a:pt x="79" y="41"/>
                  <a:pt x="79" y="41"/>
                </a:cubicBezTo>
                <a:cubicBezTo>
                  <a:pt x="79" y="41"/>
                  <a:pt x="79" y="41"/>
                  <a:pt x="79" y="41"/>
                </a:cubicBezTo>
                <a:cubicBezTo>
                  <a:pt x="79" y="41"/>
                  <a:pt x="79" y="41"/>
                  <a:pt x="79" y="41"/>
                </a:cubicBezTo>
                <a:cubicBezTo>
                  <a:pt x="79" y="41"/>
                  <a:pt x="79" y="41"/>
                  <a:pt x="79" y="41"/>
                </a:cubicBezTo>
                <a:cubicBezTo>
                  <a:pt x="78" y="41"/>
                  <a:pt x="78" y="41"/>
                  <a:pt x="78" y="41"/>
                </a:cubicBezTo>
                <a:cubicBezTo>
                  <a:pt x="78" y="41"/>
                  <a:pt x="78" y="41"/>
                  <a:pt x="78" y="41"/>
                </a:cubicBezTo>
                <a:cubicBezTo>
                  <a:pt x="78" y="41"/>
                  <a:pt x="78" y="41"/>
                  <a:pt x="78" y="41"/>
                </a:cubicBezTo>
                <a:cubicBezTo>
                  <a:pt x="78" y="41"/>
                  <a:pt x="78" y="41"/>
                  <a:pt x="78" y="41"/>
                </a:cubicBezTo>
                <a:cubicBezTo>
                  <a:pt x="78" y="41"/>
                  <a:pt x="78" y="41"/>
                  <a:pt x="78" y="41"/>
                </a:cubicBezTo>
                <a:cubicBezTo>
                  <a:pt x="78" y="41"/>
                  <a:pt x="78" y="41"/>
                  <a:pt x="78" y="41"/>
                </a:cubicBezTo>
                <a:cubicBezTo>
                  <a:pt x="78" y="41"/>
                  <a:pt x="78" y="41"/>
                  <a:pt x="78" y="41"/>
                </a:cubicBezTo>
                <a:cubicBezTo>
                  <a:pt x="78" y="41"/>
                  <a:pt x="78" y="41"/>
                  <a:pt x="78" y="41"/>
                </a:cubicBezTo>
                <a:close/>
                <a:moveTo>
                  <a:pt x="83" y="43"/>
                </a:move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lose/>
                <a:moveTo>
                  <a:pt x="81" y="48"/>
                </a:moveTo>
                <a:cubicBezTo>
                  <a:pt x="81" y="48"/>
                  <a:pt x="81" y="48"/>
                  <a:pt x="81" y="48"/>
                </a:cubicBezTo>
                <a:cubicBezTo>
                  <a:pt x="81" y="48"/>
                  <a:pt x="81" y="48"/>
                  <a:pt x="81" y="48"/>
                </a:cubicBezTo>
                <a:cubicBezTo>
                  <a:pt x="81" y="48"/>
                  <a:pt x="81" y="48"/>
                  <a:pt x="81" y="48"/>
                </a:cubicBezTo>
                <a:cubicBezTo>
                  <a:pt x="81" y="48"/>
                  <a:pt x="81" y="48"/>
                  <a:pt x="81" y="48"/>
                </a:cubicBezTo>
                <a:cubicBezTo>
                  <a:pt x="81" y="48"/>
                  <a:pt x="81" y="48"/>
                  <a:pt x="81" y="48"/>
                </a:cubicBezTo>
                <a:cubicBezTo>
                  <a:pt x="81" y="48"/>
                  <a:pt x="81" y="48"/>
                  <a:pt x="81" y="48"/>
                </a:cubicBezTo>
                <a:cubicBezTo>
                  <a:pt x="81" y="48"/>
                  <a:pt x="80" y="48"/>
                  <a:pt x="80" y="48"/>
                </a:cubicBezTo>
                <a:cubicBezTo>
                  <a:pt x="80" y="48"/>
                  <a:pt x="80" y="48"/>
                  <a:pt x="80" y="48"/>
                </a:cubicBezTo>
                <a:cubicBezTo>
                  <a:pt x="81" y="48"/>
                  <a:pt x="81" y="48"/>
                  <a:pt x="81" y="48"/>
                </a:cubicBezTo>
                <a:cubicBezTo>
                  <a:pt x="81" y="48"/>
                  <a:pt x="81" y="48"/>
                  <a:pt x="81" y="48"/>
                </a:cubicBezTo>
                <a:cubicBezTo>
                  <a:pt x="81" y="48"/>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2" y="49"/>
                  <a:pt x="82" y="49"/>
                </a:cubicBezTo>
                <a:cubicBezTo>
                  <a:pt x="82" y="49"/>
                  <a:pt x="81" y="48"/>
                  <a:pt x="81" y="48"/>
                </a:cubicBezTo>
                <a:cubicBezTo>
                  <a:pt x="81" y="48"/>
                  <a:pt x="81" y="48"/>
                  <a:pt x="81" y="48"/>
                </a:cubicBezTo>
                <a:close/>
                <a:moveTo>
                  <a:pt x="83" y="42"/>
                </a:moveTo>
                <a:cubicBezTo>
                  <a:pt x="82" y="42"/>
                  <a:pt x="82" y="42"/>
                  <a:pt x="82" y="42"/>
                </a:cubicBezTo>
                <a:cubicBezTo>
                  <a:pt x="82" y="42"/>
                  <a:pt x="82" y="43"/>
                  <a:pt x="83" y="43"/>
                </a:cubicBezTo>
                <a:cubicBezTo>
                  <a:pt x="83" y="43"/>
                  <a:pt x="83" y="42"/>
                  <a:pt x="83" y="42"/>
                </a:cubicBezTo>
                <a:cubicBezTo>
                  <a:pt x="83" y="42"/>
                  <a:pt x="83" y="42"/>
                  <a:pt x="83" y="42"/>
                </a:cubicBezTo>
                <a:close/>
                <a:moveTo>
                  <a:pt x="81" y="52"/>
                </a:moveTo>
                <a:cubicBezTo>
                  <a:pt x="81" y="52"/>
                  <a:pt x="81" y="52"/>
                  <a:pt x="81" y="52"/>
                </a:cubicBezTo>
                <a:cubicBezTo>
                  <a:pt x="81" y="52"/>
                  <a:pt x="81" y="52"/>
                  <a:pt x="81" y="52"/>
                </a:cubicBezTo>
                <a:cubicBezTo>
                  <a:pt x="81" y="52"/>
                  <a:pt x="82" y="52"/>
                  <a:pt x="82" y="52"/>
                </a:cubicBezTo>
                <a:cubicBezTo>
                  <a:pt x="82" y="52"/>
                  <a:pt x="81" y="52"/>
                  <a:pt x="81" y="52"/>
                </a:cubicBezTo>
                <a:cubicBezTo>
                  <a:pt x="81" y="52"/>
                  <a:pt x="81" y="52"/>
                  <a:pt x="81" y="52"/>
                </a:cubicBezTo>
                <a:cubicBezTo>
                  <a:pt x="81" y="52"/>
                  <a:pt x="81" y="52"/>
                  <a:pt x="81" y="52"/>
                </a:cubicBezTo>
                <a:close/>
                <a:moveTo>
                  <a:pt x="82" y="47"/>
                </a:moveTo>
                <a:cubicBezTo>
                  <a:pt x="82" y="47"/>
                  <a:pt x="82" y="47"/>
                  <a:pt x="82" y="47"/>
                </a:cubicBezTo>
                <a:cubicBezTo>
                  <a:pt x="82" y="47"/>
                  <a:pt x="82" y="48"/>
                  <a:pt x="82" y="48"/>
                </a:cubicBezTo>
                <a:cubicBezTo>
                  <a:pt x="82" y="48"/>
                  <a:pt x="82" y="48"/>
                  <a:pt x="82" y="48"/>
                </a:cubicBezTo>
                <a:cubicBezTo>
                  <a:pt x="82" y="48"/>
                  <a:pt x="82" y="48"/>
                  <a:pt x="83" y="48"/>
                </a:cubicBezTo>
                <a:cubicBezTo>
                  <a:pt x="83" y="49"/>
                  <a:pt x="83" y="49"/>
                  <a:pt x="83" y="49"/>
                </a:cubicBezTo>
                <a:cubicBezTo>
                  <a:pt x="83" y="49"/>
                  <a:pt x="83" y="49"/>
                  <a:pt x="83" y="49"/>
                </a:cubicBezTo>
                <a:cubicBezTo>
                  <a:pt x="83" y="49"/>
                  <a:pt x="83" y="49"/>
                  <a:pt x="83" y="49"/>
                </a:cubicBezTo>
                <a:cubicBezTo>
                  <a:pt x="83" y="49"/>
                  <a:pt x="83" y="49"/>
                  <a:pt x="83" y="49"/>
                </a:cubicBezTo>
                <a:cubicBezTo>
                  <a:pt x="83" y="49"/>
                  <a:pt x="83" y="49"/>
                  <a:pt x="83" y="49"/>
                </a:cubicBezTo>
                <a:cubicBezTo>
                  <a:pt x="83" y="49"/>
                  <a:pt x="83" y="49"/>
                  <a:pt x="83" y="49"/>
                </a:cubicBezTo>
                <a:cubicBezTo>
                  <a:pt x="83" y="49"/>
                  <a:pt x="83" y="49"/>
                  <a:pt x="83" y="49"/>
                </a:cubicBezTo>
                <a:cubicBezTo>
                  <a:pt x="83" y="49"/>
                  <a:pt x="83" y="49"/>
                  <a:pt x="83" y="48"/>
                </a:cubicBezTo>
                <a:cubicBezTo>
                  <a:pt x="83" y="48"/>
                  <a:pt x="83" y="48"/>
                  <a:pt x="83" y="48"/>
                </a:cubicBezTo>
                <a:cubicBezTo>
                  <a:pt x="83" y="48"/>
                  <a:pt x="83" y="48"/>
                  <a:pt x="83" y="48"/>
                </a:cubicBezTo>
                <a:cubicBezTo>
                  <a:pt x="83" y="48"/>
                  <a:pt x="82" y="48"/>
                  <a:pt x="82" y="47"/>
                </a:cubicBezTo>
                <a:cubicBezTo>
                  <a:pt x="82" y="47"/>
                  <a:pt x="82" y="47"/>
                  <a:pt x="82" y="47"/>
                </a:cubicBezTo>
                <a:cubicBezTo>
                  <a:pt x="82" y="47"/>
                  <a:pt x="82" y="47"/>
                  <a:pt x="82" y="47"/>
                </a:cubicBezTo>
                <a:close/>
                <a:moveTo>
                  <a:pt x="80" y="54"/>
                </a:moveTo>
                <a:cubicBezTo>
                  <a:pt x="80" y="54"/>
                  <a:pt x="80" y="54"/>
                  <a:pt x="80" y="54"/>
                </a:cubicBezTo>
                <a:cubicBezTo>
                  <a:pt x="80" y="55"/>
                  <a:pt x="80" y="55"/>
                  <a:pt x="80" y="55"/>
                </a:cubicBezTo>
                <a:cubicBezTo>
                  <a:pt x="80" y="55"/>
                  <a:pt x="80" y="55"/>
                  <a:pt x="80" y="55"/>
                </a:cubicBezTo>
                <a:cubicBezTo>
                  <a:pt x="81" y="55"/>
                  <a:pt x="81" y="55"/>
                  <a:pt x="81" y="55"/>
                </a:cubicBezTo>
                <a:cubicBezTo>
                  <a:pt x="81" y="55"/>
                  <a:pt x="81" y="55"/>
                  <a:pt x="81" y="54"/>
                </a:cubicBezTo>
                <a:cubicBezTo>
                  <a:pt x="81" y="54"/>
                  <a:pt x="81" y="54"/>
                  <a:pt x="81" y="55"/>
                </a:cubicBezTo>
                <a:cubicBezTo>
                  <a:pt x="81" y="55"/>
                  <a:pt x="82" y="55"/>
                  <a:pt x="82" y="55"/>
                </a:cubicBezTo>
                <a:cubicBezTo>
                  <a:pt x="82" y="54"/>
                  <a:pt x="82" y="54"/>
                  <a:pt x="82" y="54"/>
                </a:cubicBezTo>
                <a:cubicBezTo>
                  <a:pt x="82" y="54"/>
                  <a:pt x="82" y="54"/>
                  <a:pt x="82" y="53"/>
                </a:cubicBezTo>
                <a:cubicBezTo>
                  <a:pt x="82" y="53"/>
                  <a:pt x="83" y="53"/>
                  <a:pt x="83" y="53"/>
                </a:cubicBezTo>
                <a:cubicBezTo>
                  <a:pt x="82" y="53"/>
                  <a:pt x="82" y="53"/>
                  <a:pt x="82" y="53"/>
                </a:cubicBezTo>
                <a:cubicBezTo>
                  <a:pt x="82" y="53"/>
                  <a:pt x="82" y="53"/>
                  <a:pt x="82" y="53"/>
                </a:cubicBezTo>
                <a:cubicBezTo>
                  <a:pt x="82" y="52"/>
                  <a:pt x="82" y="52"/>
                  <a:pt x="82" y="52"/>
                </a:cubicBezTo>
                <a:cubicBezTo>
                  <a:pt x="82" y="52"/>
                  <a:pt x="82" y="52"/>
                  <a:pt x="81" y="52"/>
                </a:cubicBezTo>
                <a:cubicBezTo>
                  <a:pt x="81" y="52"/>
                  <a:pt x="81" y="52"/>
                  <a:pt x="81" y="52"/>
                </a:cubicBezTo>
                <a:cubicBezTo>
                  <a:pt x="81" y="52"/>
                  <a:pt x="81" y="52"/>
                  <a:pt x="81" y="52"/>
                </a:cubicBezTo>
                <a:cubicBezTo>
                  <a:pt x="81" y="53"/>
                  <a:pt x="81" y="53"/>
                  <a:pt x="81" y="53"/>
                </a:cubicBezTo>
                <a:cubicBezTo>
                  <a:pt x="81" y="53"/>
                  <a:pt x="81"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4"/>
                  <a:pt x="80" y="54"/>
                </a:cubicBezTo>
                <a:cubicBezTo>
                  <a:pt x="80" y="54"/>
                  <a:pt x="80" y="54"/>
                  <a:pt x="80" y="54"/>
                </a:cubicBezTo>
                <a:close/>
                <a:moveTo>
                  <a:pt x="81" y="46"/>
                </a:moveTo>
                <a:cubicBezTo>
                  <a:pt x="81" y="46"/>
                  <a:pt x="81" y="46"/>
                  <a:pt x="81"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1" y="46"/>
                </a:cubicBezTo>
                <a:cubicBezTo>
                  <a:pt x="81" y="46"/>
                  <a:pt x="81" y="47"/>
                  <a:pt x="81" y="47"/>
                </a:cubicBezTo>
                <a:cubicBezTo>
                  <a:pt x="81" y="47"/>
                  <a:pt x="81" y="46"/>
                  <a:pt x="81" y="46"/>
                </a:cubicBezTo>
                <a:cubicBezTo>
                  <a:pt x="81" y="46"/>
                  <a:pt x="81" y="46"/>
                  <a:pt x="81" y="46"/>
                </a:cubicBezTo>
                <a:cubicBezTo>
                  <a:pt x="81" y="46"/>
                  <a:pt x="81" y="46"/>
                  <a:pt x="81" y="46"/>
                </a:cubicBezTo>
                <a:close/>
                <a:moveTo>
                  <a:pt x="82" y="46"/>
                </a:moveTo>
                <a:cubicBezTo>
                  <a:pt x="82" y="46"/>
                  <a:pt x="82" y="46"/>
                  <a:pt x="82" y="46"/>
                </a:cubicBezTo>
                <a:cubicBezTo>
                  <a:pt x="82" y="46"/>
                  <a:pt x="82" y="46"/>
                  <a:pt x="82" y="46"/>
                </a:cubicBezTo>
                <a:cubicBezTo>
                  <a:pt x="82" y="46"/>
                  <a:pt x="82" y="45"/>
                  <a:pt x="82" y="46"/>
                </a:cubicBezTo>
                <a:cubicBezTo>
                  <a:pt x="82" y="46"/>
                  <a:pt x="82" y="46"/>
                  <a:pt x="82" y="46"/>
                </a:cubicBezTo>
                <a:cubicBezTo>
                  <a:pt x="82" y="46"/>
                  <a:pt x="82" y="46"/>
                  <a:pt x="82" y="46"/>
                </a:cubicBezTo>
                <a:cubicBezTo>
                  <a:pt x="82" y="46"/>
                  <a:pt x="82" y="46"/>
                  <a:pt x="82" y="46"/>
                </a:cubicBezTo>
                <a:close/>
                <a:moveTo>
                  <a:pt x="79" y="40"/>
                </a:moveTo>
                <a:cubicBezTo>
                  <a:pt x="79" y="40"/>
                  <a:pt x="79" y="40"/>
                  <a:pt x="80" y="40"/>
                </a:cubicBezTo>
                <a:cubicBezTo>
                  <a:pt x="80" y="40"/>
                  <a:pt x="80" y="40"/>
                  <a:pt x="80" y="40"/>
                </a:cubicBezTo>
                <a:cubicBezTo>
                  <a:pt x="80" y="40"/>
                  <a:pt x="80" y="40"/>
                  <a:pt x="80" y="40"/>
                </a:cubicBezTo>
                <a:cubicBezTo>
                  <a:pt x="80" y="40"/>
                  <a:pt x="80" y="41"/>
                  <a:pt x="80" y="41"/>
                </a:cubicBezTo>
                <a:cubicBezTo>
                  <a:pt x="80" y="40"/>
                  <a:pt x="80" y="40"/>
                  <a:pt x="80" y="40"/>
                </a:cubicBezTo>
                <a:cubicBezTo>
                  <a:pt x="80" y="40"/>
                  <a:pt x="80" y="40"/>
                  <a:pt x="80" y="40"/>
                </a:cubicBezTo>
                <a:cubicBezTo>
                  <a:pt x="80" y="40"/>
                  <a:pt x="80" y="40"/>
                  <a:pt x="80" y="40"/>
                </a:cubicBezTo>
                <a:cubicBezTo>
                  <a:pt x="80" y="41"/>
                  <a:pt x="81" y="41"/>
                  <a:pt x="81" y="41"/>
                </a:cubicBezTo>
                <a:cubicBezTo>
                  <a:pt x="81" y="41"/>
                  <a:pt x="81" y="41"/>
                  <a:pt x="81" y="41"/>
                </a:cubicBezTo>
                <a:cubicBezTo>
                  <a:pt x="81" y="40"/>
                  <a:pt x="81" y="40"/>
                  <a:pt x="81" y="40"/>
                </a:cubicBezTo>
                <a:cubicBezTo>
                  <a:pt x="81" y="40"/>
                  <a:pt x="81" y="40"/>
                  <a:pt x="81" y="40"/>
                </a:cubicBezTo>
                <a:cubicBezTo>
                  <a:pt x="81" y="40"/>
                  <a:pt x="81" y="40"/>
                  <a:pt x="81" y="40"/>
                </a:cubicBezTo>
                <a:cubicBezTo>
                  <a:pt x="81" y="40"/>
                  <a:pt x="81" y="40"/>
                  <a:pt x="81" y="40"/>
                </a:cubicBezTo>
                <a:cubicBezTo>
                  <a:pt x="81" y="40"/>
                  <a:pt x="81" y="40"/>
                  <a:pt x="81" y="40"/>
                </a:cubicBezTo>
                <a:cubicBezTo>
                  <a:pt x="81" y="40"/>
                  <a:pt x="81" y="40"/>
                  <a:pt x="81" y="40"/>
                </a:cubicBezTo>
                <a:cubicBezTo>
                  <a:pt x="81" y="40"/>
                  <a:pt x="81" y="40"/>
                  <a:pt x="81" y="40"/>
                </a:cubicBezTo>
                <a:cubicBezTo>
                  <a:pt x="81" y="40"/>
                  <a:pt x="81" y="41"/>
                  <a:pt x="81" y="41"/>
                </a:cubicBezTo>
                <a:cubicBezTo>
                  <a:pt x="81" y="41"/>
                  <a:pt x="81" y="41"/>
                  <a:pt x="81" y="41"/>
                </a:cubicBezTo>
                <a:cubicBezTo>
                  <a:pt x="81" y="41"/>
                  <a:pt x="81" y="41"/>
                  <a:pt x="81" y="41"/>
                </a:cubicBezTo>
                <a:cubicBezTo>
                  <a:pt x="81" y="41"/>
                  <a:pt x="81" y="41"/>
                  <a:pt x="81" y="41"/>
                </a:cubicBezTo>
                <a:cubicBezTo>
                  <a:pt x="81" y="41"/>
                  <a:pt x="81" y="41"/>
                  <a:pt x="81" y="41"/>
                </a:cubicBezTo>
                <a:cubicBezTo>
                  <a:pt x="81" y="41"/>
                  <a:pt x="81" y="41"/>
                  <a:pt x="81" y="41"/>
                </a:cubicBezTo>
                <a:cubicBezTo>
                  <a:pt x="81" y="41"/>
                  <a:pt x="81" y="41"/>
                  <a:pt x="81" y="41"/>
                </a:cubicBezTo>
                <a:cubicBezTo>
                  <a:pt x="81" y="41"/>
                  <a:pt x="81" y="41"/>
                  <a:pt x="81" y="41"/>
                </a:cubicBezTo>
                <a:cubicBezTo>
                  <a:pt x="82" y="41"/>
                  <a:pt x="82" y="42"/>
                  <a:pt x="81" y="42"/>
                </a:cubicBezTo>
                <a:cubicBezTo>
                  <a:pt x="81" y="42"/>
                  <a:pt x="81" y="42"/>
                  <a:pt x="82" y="42"/>
                </a:cubicBezTo>
                <a:cubicBezTo>
                  <a:pt x="82" y="42"/>
                  <a:pt x="82" y="42"/>
                  <a:pt x="82" y="42"/>
                </a:cubicBezTo>
                <a:cubicBezTo>
                  <a:pt x="82" y="42"/>
                  <a:pt x="82" y="42"/>
                  <a:pt x="82" y="42"/>
                </a:cubicBezTo>
                <a:cubicBezTo>
                  <a:pt x="82" y="42"/>
                  <a:pt x="82" y="42"/>
                  <a:pt x="83" y="42"/>
                </a:cubicBezTo>
                <a:cubicBezTo>
                  <a:pt x="83" y="42"/>
                  <a:pt x="83" y="42"/>
                  <a:pt x="83" y="42"/>
                </a:cubicBezTo>
                <a:cubicBezTo>
                  <a:pt x="83" y="42"/>
                  <a:pt x="83" y="42"/>
                  <a:pt x="83" y="42"/>
                </a:cubicBezTo>
                <a:cubicBezTo>
                  <a:pt x="83" y="42"/>
                  <a:pt x="83" y="42"/>
                  <a:pt x="83" y="42"/>
                </a:cubicBezTo>
                <a:cubicBezTo>
                  <a:pt x="83" y="42"/>
                  <a:pt x="83" y="42"/>
                  <a:pt x="83" y="42"/>
                </a:cubicBezTo>
                <a:cubicBezTo>
                  <a:pt x="83" y="42"/>
                  <a:pt x="83" y="42"/>
                  <a:pt x="83" y="42"/>
                </a:cubicBezTo>
                <a:cubicBezTo>
                  <a:pt x="83" y="42"/>
                  <a:pt x="83" y="42"/>
                  <a:pt x="83" y="42"/>
                </a:cubicBezTo>
                <a:cubicBezTo>
                  <a:pt x="83" y="42"/>
                  <a:pt x="83" y="42"/>
                  <a:pt x="83" y="42"/>
                </a:cubicBezTo>
                <a:cubicBezTo>
                  <a:pt x="83" y="42"/>
                  <a:pt x="83" y="42"/>
                  <a:pt x="83" y="42"/>
                </a:cubicBezTo>
                <a:cubicBezTo>
                  <a:pt x="83" y="42"/>
                  <a:pt x="83" y="42"/>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1"/>
                  <a:pt x="83" y="41"/>
                  <a:pt x="83" y="41"/>
                </a:cubicBezTo>
                <a:cubicBezTo>
                  <a:pt x="83" y="40"/>
                  <a:pt x="83" y="40"/>
                  <a:pt x="83" y="40"/>
                </a:cubicBezTo>
                <a:cubicBezTo>
                  <a:pt x="83" y="40"/>
                  <a:pt x="83" y="40"/>
                  <a:pt x="83" y="40"/>
                </a:cubicBezTo>
                <a:cubicBezTo>
                  <a:pt x="83" y="40"/>
                  <a:pt x="83" y="40"/>
                  <a:pt x="83" y="40"/>
                </a:cubicBezTo>
                <a:cubicBezTo>
                  <a:pt x="83" y="40"/>
                  <a:pt x="83" y="40"/>
                  <a:pt x="83" y="40"/>
                </a:cubicBezTo>
                <a:cubicBezTo>
                  <a:pt x="83" y="40"/>
                  <a:pt x="83" y="40"/>
                  <a:pt x="83" y="39"/>
                </a:cubicBezTo>
                <a:cubicBezTo>
                  <a:pt x="83" y="39"/>
                  <a:pt x="83" y="39"/>
                  <a:pt x="83" y="39"/>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8"/>
                  <a:pt x="82" y="38"/>
                </a:cubicBezTo>
                <a:cubicBezTo>
                  <a:pt x="82" y="38"/>
                  <a:pt x="82" y="38"/>
                  <a:pt x="82" y="38"/>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79" y="39"/>
                </a:cubicBezTo>
                <a:cubicBezTo>
                  <a:pt x="79" y="39"/>
                  <a:pt x="79" y="39"/>
                  <a:pt x="79" y="40"/>
                </a:cubicBezTo>
                <a:cubicBezTo>
                  <a:pt x="79" y="40"/>
                  <a:pt x="79" y="40"/>
                  <a:pt x="79" y="40"/>
                </a:cubicBezTo>
                <a:cubicBezTo>
                  <a:pt x="79" y="40"/>
                  <a:pt x="79" y="40"/>
                  <a:pt x="79" y="40"/>
                </a:cubicBezTo>
                <a:cubicBezTo>
                  <a:pt x="79" y="40"/>
                  <a:pt x="79" y="40"/>
                  <a:pt x="79" y="40"/>
                </a:cubicBezTo>
                <a:close/>
                <a:moveTo>
                  <a:pt x="72" y="53"/>
                </a:moveTo>
                <a:cubicBezTo>
                  <a:pt x="72" y="53"/>
                  <a:pt x="72" y="53"/>
                  <a:pt x="72" y="53"/>
                </a:cubicBezTo>
                <a:cubicBezTo>
                  <a:pt x="72" y="53"/>
                  <a:pt x="72" y="53"/>
                  <a:pt x="72" y="53"/>
                </a:cubicBezTo>
                <a:cubicBezTo>
                  <a:pt x="72" y="53"/>
                  <a:pt x="72" y="53"/>
                  <a:pt x="72" y="54"/>
                </a:cubicBezTo>
                <a:cubicBezTo>
                  <a:pt x="72" y="54"/>
                  <a:pt x="72" y="54"/>
                  <a:pt x="73" y="54"/>
                </a:cubicBezTo>
                <a:cubicBezTo>
                  <a:pt x="73" y="54"/>
                  <a:pt x="73" y="54"/>
                  <a:pt x="73" y="54"/>
                </a:cubicBezTo>
                <a:cubicBezTo>
                  <a:pt x="73" y="54"/>
                  <a:pt x="73" y="54"/>
                  <a:pt x="73" y="54"/>
                </a:cubicBezTo>
                <a:cubicBezTo>
                  <a:pt x="73" y="54"/>
                  <a:pt x="73" y="54"/>
                  <a:pt x="73" y="54"/>
                </a:cubicBezTo>
                <a:cubicBezTo>
                  <a:pt x="73" y="53"/>
                  <a:pt x="73" y="53"/>
                  <a:pt x="74" y="53"/>
                </a:cubicBezTo>
                <a:cubicBezTo>
                  <a:pt x="74" y="53"/>
                  <a:pt x="74" y="53"/>
                  <a:pt x="74" y="53"/>
                </a:cubicBezTo>
                <a:cubicBezTo>
                  <a:pt x="74" y="53"/>
                  <a:pt x="74" y="53"/>
                  <a:pt x="74" y="53"/>
                </a:cubicBezTo>
                <a:cubicBezTo>
                  <a:pt x="74" y="53"/>
                  <a:pt x="74" y="53"/>
                  <a:pt x="74" y="53"/>
                </a:cubicBezTo>
                <a:cubicBezTo>
                  <a:pt x="73" y="53"/>
                  <a:pt x="73" y="53"/>
                  <a:pt x="73" y="53"/>
                </a:cubicBezTo>
                <a:cubicBezTo>
                  <a:pt x="73" y="53"/>
                  <a:pt x="73" y="52"/>
                  <a:pt x="73" y="52"/>
                </a:cubicBezTo>
                <a:cubicBezTo>
                  <a:pt x="73" y="52"/>
                  <a:pt x="72" y="52"/>
                  <a:pt x="72" y="52"/>
                </a:cubicBezTo>
                <a:cubicBezTo>
                  <a:pt x="72" y="52"/>
                  <a:pt x="72" y="52"/>
                  <a:pt x="72" y="53"/>
                </a:cubicBezTo>
                <a:cubicBezTo>
                  <a:pt x="72" y="53"/>
                  <a:pt x="72" y="53"/>
                  <a:pt x="72" y="53"/>
                </a:cubicBezTo>
                <a:cubicBezTo>
                  <a:pt x="72" y="53"/>
                  <a:pt x="72" y="53"/>
                  <a:pt x="72" y="53"/>
                </a:cubicBezTo>
                <a:close/>
                <a:moveTo>
                  <a:pt x="62" y="40"/>
                </a:moveTo>
                <a:cubicBezTo>
                  <a:pt x="62" y="40"/>
                  <a:pt x="62" y="40"/>
                  <a:pt x="62" y="41"/>
                </a:cubicBezTo>
                <a:cubicBezTo>
                  <a:pt x="63" y="41"/>
                  <a:pt x="63" y="41"/>
                  <a:pt x="63" y="41"/>
                </a:cubicBezTo>
                <a:cubicBezTo>
                  <a:pt x="63" y="41"/>
                  <a:pt x="63" y="41"/>
                  <a:pt x="63" y="41"/>
                </a:cubicBezTo>
                <a:cubicBezTo>
                  <a:pt x="63" y="41"/>
                  <a:pt x="63" y="41"/>
                  <a:pt x="64" y="41"/>
                </a:cubicBezTo>
                <a:cubicBezTo>
                  <a:pt x="64" y="41"/>
                  <a:pt x="64" y="41"/>
                  <a:pt x="64" y="41"/>
                </a:cubicBezTo>
                <a:cubicBezTo>
                  <a:pt x="64" y="41"/>
                  <a:pt x="64" y="40"/>
                  <a:pt x="64" y="40"/>
                </a:cubicBezTo>
                <a:cubicBezTo>
                  <a:pt x="64" y="40"/>
                  <a:pt x="64" y="40"/>
                  <a:pt x="64" y="40"/>
                </a:cubicBezTo>
                <a:cubicBezTo>
                  <a:pt x="64" y="39"/>
                  <a:pt x="64" y="39"/>
                  <a:pt x="64" y="39"/>
                </a:cubicBezTo>
                <a:cubicBezTo>
                  <a:pt x="64" y="39"/>
                  <a:pt x="64" y="39"/>
                  <a:pt x="64" y="39"/>
                </a:cubicBezTo>
                <a:cubicBezTo>
                  <a:pt x="64" y="39"/>
                  <a:pt x="64" y="39"/>
                  <a:pt x="64" y="38"/>
                </a:cubicBezTo>
                <a:cubicBezTo>
                  <a:pt x="64" y="38"/>
                  <a:pt x="64" y="38"/>
                  <a:pt x="64" y="38"/>
                </a:cubicBezTo>
                <a:cubicBezTo>
                  <a:pt x="63" y="38"/>
                  <a:pt x="63" y="38"/>
                  <a:pt x="63" y="37"/>
                </a:cubicBezTo>
                <a:cubicBezTo>
                  <a:pt x="62" y="37"/>
                  <a:pt x="62" y="37"/>
                  <a:pt x="62" y="37"/>
                </a:cubicBezTo>
                <a:cubicBezTo>
                  <a:pt x="62" y="37"/>
                  <a:pt x="62" y="37"/>
                  <a:pt x="62" y="37"/>
                </a:cubicBezTo>
                <a:cubicBezTo>
                  <a:pt x="62" y="37"/>
                  <a:pt x="62" y="38"/>
                  <a:pt x="62" y="38"/>
                </a:cubicBezTo>
                <a:cubicBezTo>
                  <a:pt x="62" y="38"/>
                  <a:pt x="62" y="38"/>
                  <a:pt x="62" y="38"/>
                </a:cubicBezTo>
                <a:cubicBezTo>
                  <a:pt x="62" y="38"/>
                  <a:pt x="62" y="38"/>
                  <a:pt x="62" y="38"/>
                </a:cubicBezTo>
                <a:cubicBezTo>
                  <a:pt x="62" y="39"/>
                  <a:pt x="62" y="39"/>
                  <a:pt x="62" y="39"/>
                </a:cubicBezTo>
                <a:cubicBezTo>
                  <a:pt x="62" y="40"/>
                  <a:pt x="62" y="40"/>
                  <a:pt x="62" y="40"/>
                </a:cubicBezTo>
                <a:close/>
                <a:moveTo>
                  <a:pt x="61" y="36"/>
                </a:moveTo>
                <a:cubicBezTo>
                  <a:pt x="61" y="37"/>
                  <a:pt x="62" y="37"/>
                  <a:pt x="62" y="37"/>
                </a:cubicBezTo>
                <a:cubicBezTo>
                  <a:pt x="62" y="37"/>
                  <a:pt x="63" y="37"/>
                  <a:pt x="63" y="37"/>
                </a:cubicBezTo>
                <a:cubicBezTo>
                  <a:pt x="63" y="37"/>
                  <a:pt x="63" y="38"/>
                  <a:pt x="63" y="38"/>
                </a:cubicBezTo>
                <a:cubicBezTo>
                  <a:pt x="64" y="38"/>
                  <a:pt x="64" y="38"/>
                  <a:pt x="64" y="38"/>
                </a:cubicBezTo>
                <a:cubicBezTo>
                  <a:pt x="64" y="38"/>
                  <a:pt x="64" y="37"/>
                  <a:pt x="64" y="37"/>
                </a:cubicBezTo>
                <a:cubicBezTo>
                  <a:pt x="64" y="36"/>
                  <a:pt x="64" y="36"/>
                  <a:pt x="64" y="36"/>
                </a:cubicBezTo>
                <a:cubicBezTo>
                  <a:pt x="63" y="36"/>
                  <a:pt x="63" y="36"/>
                  <a:pt x="63" y="36"/>
                </a:cubicBezTo>
                <a:cubicBezTo>
                  <a:pt x="62" y="36"/>
                  <a:pt x="62" y="35"/>
                  <a:pt x="61" y="35"/>
                </a:cubicBezTo>
                <a:cubicBezTo>
                  <a:pt x="61" y="35"/>
                  <a:pt x="60" y="35"/>
                  <a:pt x="60" y="35"/>
                </a:cubicBezTo>
                <a:cubicBezTo>
                  <a:pt x="60" y="35"/>
                  <a:pt x="60" y="35"/>
                  <a:pt x="60" y="36"/>
                </a:cubicBezTo>
                <a:cubicBezTo>
                  <a:pt x="60" y="36"/>
                  <a:pt x="61" y="36"/>
                  <a:pt x="61" y="36"/>
                </a:cubicBezTo>
                <a:close/>
                <a:moveTo>
                  <a:pt x="55" y="33"/>
                </a:moveTo>
                <a:cubicBezTo>
                  <a:pt x="55" y="33"/>
                  <a:pt x="55" y="34"/>
                  <a:pt x="55" y="34"/>
                </a:cubicBezTo>
                <a:cubicBezTo>
                  <a:pt x="55" y="34"/>
                  <a:pt x="55" y="34"/>
                  <a:pt x="55" y="34"/>
                </a:cubicBezTo>
                <a:cubicBezTo>
                  <a:pt x="55" y="34"/>
                  <a:pt x="56" y="34"/>
                  <a:pt x="56" y="34"/>
                </a:cubicBezTo>
                <a:cubicBezTo>
                  <a:pt x="56" y="34"/>
                  <a:pt x="56" y="34"/>
                  <a:pt x="57" y="34"/>
                </a:cubicBezTo>
                <a:cubicBezTo>
                  <a:pt x="57" y="34"/>
                  <a:pt x="57" y="34"/>
                  <a:pt x="57" y="34"/>
                </a:cubicBezTo>
                <a:cubicBezTo>
                  <a:pt x="57" y="34"/>
                  <a:pt x="57" y="34"/>
                  <a:pt x="57" y="34"/>
                </a:cubicBezTo>
                <a:cubicBezTo>
                  <a:pt x="58" y="34"/>
                  <a:pt x="58" y="34"/>
                  <a:pt x="58" y="33"/>
                </a:cubicBezTo>
                <a:cubicBezTo>
                  <a:pt x="58" y="33"/>
                  <a:pt x="58" y="33"/>
                  <a:pt x="58" y="33"/>
                </a:cubicBezTo>
                <a:cubicBezTo>
                  <a:pt x="58" y="32"/>
                  <a:pt x="58" y="32"/>
                  <a:pt x="58" y="32"/>
                </a:cubicBezTo>
                <a:cubicBezTo>
                  <a:pt x="58" y="32"/>
                  <a:pt x="58" y="32"/>
                  <a:pt x="58" y="31"/>
                </a:cubicBezTo>
                <a:cubicBezTo>
                  <a:pt x="58" y="31"/>
                  <a:pt x="58" y="31"/>
                  <a:pt x="58" y="31"/>
                </a:cubicBezTo>
                <a:cubicBezTo>
                  <a:pt x="57" y="31"/>
                  <a:pt x="57" y="31"/>
                  <a:pt x="57" y="31"/>
                </a:cubicBezTo>
                <a:cubicBezTo>
                  <a:pt x="57" y="31"/>
                  <a:pt x="57" y="31"/>
                  <a:pt x="57" y="31"/>
                </a:cubicBezTo>
                <a:cubicBezTo>
                  <a:pt x="56" y="31"/>
                  <a:pt x="56" y="31"/>
                  <a:pt x="56" y="31"/>
                </a:cubicBezTo>
                <a:cubicBezTo>
                  <a:pt x="56" y="31"/>
                  <a:pt x="56" y="31"/>
                  <a:pt x="55" y="31"/>
                </a:cubicBezTo>
                <a:cubicBezTo>
                  <a:pt x="55" y="31"/>
                  <a:pt x="55" y="31"/>
                  <a:pt x="55" y="31"/>
                </a:cubicBezTo>
                <a:cubicBezTo>
                  <a:pt x="55" y="31"/>
                  <a:pt x="55" y="31"/>
                  <a:pt x="55" y="32"/>
                </a:cubicBezTo>
                <a:cubicBezTo>
                  <a:pt x="55" y="32"/>
                  <a:pt x="55" y="32"/>
                  <a:pt x="55" y="32"/>
                </a:cubicBezTo>
                <a:cubicBezTo>
                  <a:pt x="54" y="32"/>
                  <a:pt x="54" y="33"/>
                  <a:pt x="55" y="33"/>
                </a:cubicBezTo>
                <a:cubicBezTo>
                  <a:pt x="55" y="33"/>
                  <a:pt x="55" y="33"/>
                  <a:pt x="55" y="33"/>
                </a:cubicBezTo>
                <a:close/>
                <a:moveTo>
                  <a:pt x="74" y="52"/>
                </a:moveTo>
                <a:cubicBezTo>
                  <a:pt x="74" y="52"/>
                  <a:pt x="75" y="52"/>
                  <a:pt x="75" y="52"/>
                </a:cubicBezTo>
                <a:cubicBezTo>
                  <a:pt x="75" y="52"/>
                  <a:pt x="75" y="52"/>
                  <a:pt x="75" y="52"/>
                </a:cubicBezTo>
                <a:cubicBezTo>
                  <a:pt x="75" y="52"/>
                  <a:pt x="75" y="52"/>
                  <a:pt x="75" y="52"/>
                </a:cubicBezTo>
                <a:cubicBezTo>
                  <a:pt x="75" y="52"/>
                  <a:pt x="75" y="52"/>
                  <a:pt x="75" y="52"/>
                </a:cubicBezTo>
                <a:cubicBezTo>
                  <a:pt x="75" y="52"/>
                  <a:pt x="75" y="52"/>
                  <a:pt x="75" y="52"/>
                </a:cubicBezTo>
                <a:cubicBezTo>
                  <a:pt x="75" y="51"/>
                  <a:pt x="75" y="51"/>
                  <a:pt x="75" y="51"/>
                </a:cubicBezTo>
                <a:cubicBezTo>
                  <a:pt x="74" y="51"/>
                  <a:pt x="74" y="51"/>
                  <a:pt x="74" y="51"/>
                </a:cubicBezTo>
                <a:cubicBezTo>
                  <a:pt x="74" y="51"/>
                  <a:pt x="74" y="51"/>
                  <a:pt x="74" y="51"/>
                </a:cubicBezTo>
                <a:cubicBezTo>
                  <a:pt x="73" y="51"/>
                  <a:pt x="73" y="51"/>
                  <a:pt x="73" y="51"/>
                </a:cubicBezTo>
                <a:cubicBezTo>
                  <a:pt x="73" y="51"/>
                  <a:pt x="73" y="52"/>
                  <a:pt x="73" y="52"/>
                </a:cubicBezTo>
                <a:cubicBezTo>
                  <a:pt x="73" y="52"/>
                  <a:pt x="73" y="52"/>
                  <a:pt x="73" y="52"/>
                </a:cubicBezTo>
                <a:cubicBezTo>
                  <a:pt x="73" y="52"/>
                  <a:pt x="73" y="52"/>
                  <a:pt x="73" y="52"/>
                </a:cubicBezTo>
                <a:cubicBezTo>
                  <a:pt x="73" y="52"/>
                  <a:pt x="73" y="52"/>
                  <a:pt x="73" y="52"/>
                </a:cubicBezTo>
                <a:cubicBezTo>
                  <a:pt x="73" y="52"/>
                  <a:pt x="73" y="52"/>
                  <a:pt x="74" y="52"/>
                </a:cubicBezTo>
                <a:cubicBezTo>
                  <a:pt x="74" y="52"/>
                  <a:pt x="74" y="52"/>
                  <a:pt x="74" y="52"/>
                </a:cubicBezTo>
                <a:cubicBezTo>
                  <a:pt x="74" y="52"/>
                  <a:pt x="74" y="52"/>
                  <a:pt x="74" y="52"/>
                </a:cubicBezTo>
                <a:close/>
                <a:moveTo>
                  <a:pt x="64" y="40"/>
                </a:moveTo>
                <a:cubicBezTo>
                  <a:pt x="64" y="40"/>
                  <a:pt x="64" y="40"/>
                  <a:pt x="64" y="40"/>
                </a:cubicBezTo>
                <a:cubicBezTo>
                  <a:pt x="64" y="41"/>
                  <a:pt x="64" y="41"/>
                  <a:pt x="64" y="41"/>
                </a:cubicBezTo>
                <a:cubicBezTo>
                  <a:pt x="64" y="41"/>
                  <a:pt x="64" y="41"/>
                  <a:pt x="64" y="41"/>
                </a:cubicBezTo>
                <a:cubicBezTo>
                  <a:pt x="63" y="41"/>
                  <a:pt x="63" y="42"/>
                  <a:pt x="63" y="42"/>
                </a:cubicBezTo>
                <a:cubicBezTo>
                  <a:pt x="63" y="42"/>
                  <a:pt x="64" y="42"/>
                  <a:pt x="64" y="42"/>
                </a:cubicBezTo>
                <a:cubicBezTo>
                  <a:pt x="64" y="42"/>
                  <a:pt x="65" y="42"/>
                  <a:pt x="65" y="42"/>
                </a:cubicBezTo>
                <a:cubicBezTo>
                  <a:pt x="66" y="42"/>
                  <a:pt x="66" y="42"/>
                  <a:pt x="67" y="42"/>
                </a:cubicBezTo>
                <a:cubicBezTo>
                  <a:pt x="67" y="42"/>
                  <a:pt x="67" y="42"/>
                  <a:pt x="67" y="42"/>
                </a:cubicBezTo>
                <a:cubicBezTo>
                  <a:pt x="68" y="42"/>
                  <a:pt x="68" y="42"/>
                  <a:pt x="68" y="43"/>
                </a:cubicBezTo>
                <a:cubicBezTo>
                  <a:pt x="68" y="43"/>
                  <a:pt x="69" y="44"/>
                  <a:pt x="69" y="43"/>
                </a:cubicBezTo>
                <a:cubicBezTo>
                  <a:pt x="69" y="42"/>
                  <a:pt x="69" y="42"/>
                  <a:pt x="69" y="42"/>
                </a:cubicBezTo>
                <a:cubicBezTo>
                  <a:pt x="68" y="42"/>
                  <a:pt x="68" y="42"/>
                  <a:pt x="68" y="41"/>
                </a:cubicBezTo>
                <a:cubicBezTo>
                  <a:pt x="68" y="41"/>
                  <a:pt x="68" y="41"/>
                  <a:pt x="68" y="41"/>
                </a:cubicBezTo>
                <a:cubicBezTo>
                  <a:pt x="67" y="41"/>
                  <a:pt x="67" y="41"/>
                  <a:pt x="67" y="41"/>
                </a:cubicBezTo>
                <a:cubicBezTo>
                  <a:pt x="67" y="41"/>
                  <a:pt x="66" y="40"/>
                  <a:pt x="66" y="40"/>
                </a:cubicBezTo>
                <a:cubicBezTo>
                  <a:pt x="66" y="40"/>
                  <a:pt x="66" y="41"/>
                  <a:pt x="66" y="41"/>
                </a:cubicBezTo>
                <a:cubicBezTo>
                  <a:pt x="65" y="41"/>
                  <a:pt x="65" y="41"/>
                  <a:pt x="65" y="40"/>
                </a:cubicBezTo>
                <a:cubicBezTo>
                  <a:pt x="65" y="40"/>
                  <a:pt x="65" y="40"/>
                  <a:pt x="65" y="39"/>
                </a:cubicBezTo>
                <a:cubicBezTo>
                  <a:pt x="65" y="39"/>
                  <a:pt x="64" y="39"/>
                  <a:pt x="64" y="40"/>
                </a:cubicBezTo>
                <a:close/>
                <a:moveTo>
                  <a:pt x="72" y="52"/>
                </a:moveTo>
                <a:cubicBezTo>
                  <a:pt x="72" y="52"/>
                  <a:pt x="72" y="52"/>
                  <a:pt x="72" y="52"/>
                </a:cubicBezTo>
                <a:cubicBezTo>
                  <a:pt x="72" y="52"/>
                  <a:pt x="73" y="52"/>
                  <a:pt x="73" y="52"/>
                </a:cubicBezTo>
                <a:cubicBezTo>
                  <a:pt x="73" y="52"/>
                  <a:pt x="73" y="51"/>
                  <a:pt x="73" y="51"/>
                </a:cubicBezTo>
                <a:cubicBezTo>
                  <a:pt x="73" y="51"/>
                  <a:pt x="73" y="51"/>
                  <a:pt x="73" y="51"/>
                </a:cubicBezTo>
                <a:cubicBezTo>
                  <a:pt x="73" y="51"/>
                  <a:pt x="73" y="51"/>
                  <a:pt x="73" y="51"/>
                </a:cubicBezTo>
                <a:cubicBezTo>
                  <a:pt x="73" y="51"/>
                  <a:pt x="73" y="51"/>
                  <a:pt x="73" y="51"/>
                </a:cubicBezTo>
                <a:cubicBezTo>
                  <a:pt x="73" y="51"/>
                  <a:pt x="73" y="51"/>
                  <a:pt x="73" y="51"/>
                </a:cubicBezTo>
                <a:cubicBezTo>
                  <a:pt x="73" y="51"/>
                  <a:pt x="72" y="51"/>
                  <a:pt x="72" y="51"/>
                </a:cubicBezTo>
                <a:cubicBezTo>
                  <a:pt x="72" y="51"/>
                  <a:pt x="72" y="51"/>
                  <a:pt x="72" y="51"/>
                </a:cubicBezTo>
                <a:cubicBezTo>
                  <a:pt x="71" y="51"/>
                  <a:pt x="71" y="51"/>
                  <a:pt x="71" y="52"/>
                </a:cubicBezTo>
                <a:cubicBezTo>
                  <a:pt x="71" y="52"/>
                  <a:pt x="71" y="52"/>
                  <a:pt x="71" y="52"/>
                </a:cubicBezTo>
                <a:cubicBezTo>
                  <a:pt x="71" y="52"/>
                  <a:pt x="71" y="52"/>
                  <a:pt x="72" y="52"/>
                </a:cubicBezTo>
                <a:cubicBezTo>
                  <a:pt x="72" y="52"/>
                  <a:pt x="72" y="52"/>
                  <a:pt x="72" y="52"/>
                </a:cubicBezTo>
                <a:close/>
                <a:moveTo>
                  <a:pt x="72" y="41"/>
                </a:moveTo>
                <a:cubicBezTo>
                  <a:pt x="72" y="41"/>
                  <a:pt x="72" y="41"/>
                  <a:pt x="72" y="41"/>
                </a:cubicBezTo>
                <a:cubicBezTo>
                  <a:pt x="72" y="41"/>
                  <a:pt x="72" y="41"/>
                  <a:pt x="72" y="41"/>
                </a:cubicBezTo>
                <a:cubicBezTo>
                  <a:pt x="72" y="41"/>
                  <a:pt x="72" y="42"/>
                  <a:pt x="72" y="42"/>
                </a:cubicBezTo>
                <a:cubicBezTo>
                  <a:pt x="72" y="42"/>
                  <a:pt x="72" y="42"/>
                  <a:pt x="72" y="42"/>
                </a:cubicBezTo>
                <a:cubicBezTo>
                  <a:pt x="72" y="42"/>
                  <a:pt x="72" y="42"/>
                  <a:pt x="72" y="42"/>
                </a:cubicBezTo>
                <a:cubicBezTo>
                  <a:pt x="72" y="42"/>
                  <a:pt x="72" y="43"/>
                  <a:pt x="72" y="43"/>
                </a:cubicBezTo>
                <a:cubicBezTo>
                  <a:pt x="72" y="43"/>
                  <a:pt x="72" y="43"/>
                  <a:pt x="72" y="43"/>
                </a:cubicBezTo>
                <a:cubicBezTo>
                  <a:pt x="72" y="43"/>
                  <a:pt x="72" y="43"/>
                  <a:pt x="72" y="43"/>
                </a:cubicBezTo>
                <a:cubicBezTo>
                  <a:pt x="72" y="44"/>
                  <a:pt x="72" y="44"/>
                  <a:pt x="72" y="44"/>
                </a:cubicBezTo>
                <a:cubicBezTo>
                  <a:pt x="73" y="44"/>
                  <a:pt x="73" y="43"/>
                  <a:pt x="73" y="43"/>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2"/>
                  <a:pt x="73" y="42"/>
                  <a:pt x="73" y="42"/>
                </a:cubicBezTo>
                <a:cubicBezTo>
                  <a:pt x="74" y="42"/>
                  <a:pt x="73" y="42"/>
                  <a:pt x="73" y="42"/>
                </a:cubicBezTo>
                <a:cubicBezTo>
                  <a:pt x="73" y="42"/>
                  <a:pt x="73" y="42"/>
                  <a:pt x="73" y="41"/>
                </a:cubicBezTo>
                <a:cubicBezTo>
                  <a:pt x="73" y="41"/>
                  <a:pt x="73" y="41"/>
                  <a:pt x="73" y="41"/>
                </a:cubicBezTo>
                <a:cubicBezTo>
                  <a:pt x="73" y="41"/>
                  <a:pt x="72" y="41"/>
                  <a:pt x="72" y="41"/>
                </a:cubicBezTo>
                <a:cubicBezTo>
                  <a:pt x="72" y="41"/>
                  <a:pt x="72" y="41"/>
                  <a:pt x="72" y="41"/>
                </a:cubicBezTo>
                <a:close/>
                <a:moveTo>
                  <a:pt x="66" y="40"/>
                </a:moveTo>
                <a:cubicBezTo>
                  <a:pt x="66" y="40"/>
                  <a:pt x="66" y="40"/>
                  <a:pt x="67" y="40"/>
                </a:cubicBezTo>
                <a:cubicBezTo>
                  <a:pt x="67" y="40"/>
                  <a:pt x="67" y="41"/>
                  <a:pt x="67" y="41"/>
                </a:cubicBezTo>
                <a:cubicBezTo>
                  <a:pt x="68" y="41"/>
                  <a:pt x="68" y="41"/>
                  <a:pt x="68" y="41"/>
                </a:cubicBezTo>
                <a:cubicBezTo>
                  <a:pt x="68" y="41"/>
                  <a:pt x="68" y="41"/>
                  <a:pt x="68" y="41"/>
                </a:cubicBezTo>
                <a:cubicBezTo>
                  <a:pt x="69" y="41"/>
                  <a:pt x="69" y="42"/>
                  <a:pt x="69" y="42"/>
                </a:cubicBezTo>
                <a:cubicBezTo>
                  <a:pt x="69" y="42"/>
                  <a:pt x="69" y="42"/>
                  <a:pt x="69" y="42"/>
                </a:cubicBezTo>
                <a:cubicBezTo>
                  <a:pt x="69" y="42"/>
                  <a:pt x="70" y="42"/>
                  <a:pt x="70" y="42"/>
                </a:cubicBezTo>
                <a:cubicBezTo>
                  <a:pt x="70" y="42"/>
                  <a:pt x="70" y="42"/>
                  <a:pt x="70" y="41"/>
                </a:cubicBezTo>
                <a:cubicBezTo>
                  <a:pt x="70" y="41"/>
                  <a:pt x="70" y="41"/>
                  <a:pt x="69" y="41"/>
                </a:cubicBezTo>
                <a:cubicBezTo>
                  <a:pt x="69" y="40"/>
                  <a:pt x="69" y="40"/>
                  <a:pt x="69" y="40"/>
                </a:cubicBezTo>
                <a:cubicBezTo>
                  <a:pt x="68" y="40"/>
                  <a:pt x="68" y="39"/>
                  <a:pt x="68" y="39"/>
                </a:cubicBezTo>
                <a:cubicBezTo>
                  <a:pt x="68" y="39"/>
                  <a:pt x="67" y="39"/>
                  <a:pt x="67" y="39"/>
                </a:cubicBezTo>
                <a:cubicBezTo>
                  <a:pt x="67" y="39"/>
                  <a:pt x="67" y="39"/>
                  <a:pt x="67" y="39"/>
                </a:cubicBezTo>
                <a:cubicBezTo>
                  <a:pt x="67" y="39"/>
                  <a:pt x="66" y="39"/>
                  <a:pt x="66" y="39"/>
                </a:cubicBezTo>
                <a:cubicBezTo>
                  <a:pt x="66" y="39"/>
                  <a:pt x="66" y="39"/>
                  <a:pt x="66" y="39"/>
                </a:cubicBezTo>
                <a:cubicBezTo>
                  <a:pt x="66" y="39"/>
                  <a:pt x="66" y="40"/>
                  <a:pt x="66" y="40"/>
                </a:cubicBezTo>
                <a:cubicBezTo>
                  <a:pt x="66" y="40"/>
                  <a:pt x="66" y="40"/>
                  <a:pt x="65" y="40"/>
                </a:cubicBezTo>
                <a:cubicBezTo>
                  <a:pt x="66" y="40"/>
                  <a:pt x="66" y="40"/>
                  <a:pt x="66" y="40"/>
                </a:cubicBezTo>
                <a:close/>
                <a:moveTo>
                  <a:pt x="69" y="44"/>
                </a:moveTo>
                <a:cubicBezTo>
                  <a:pt x="69" y="44"/>
                  <a:pt x="69" y="44"/>
                  <a:pt x="69" y="44"/>
                </a:cubicBezTo>
                <a:cubicBezTo>
                  <a:pt x="69" y="43"/>
                  <a:pt x="69" y="43"/>
                  <a:pt x="69" y="43"/>
                </a:cubicBezTo>
                <a:cubicBezTo>
                  <a:pt x="69" y="43"/>
                  <a:pt x="69" y="44"/>
                  <a:pt x="69" y="44"/>
                </a:cubicBezTo>
                <a:cubicBezTo>
                  <a:pt x="69" y="44"/>
                  <a:pt x="69" y="44"/>
                  <a:pt x="69" y="44"/>
                </a:cubicBezTo>
                <a:cubicBezTo>
                  <a:pt x="69" y="44"/>
                  <a:pt x="69" y="44"/>
                  <a:pt x="69" y="44"/>
                </a:cubicBezTo>
                <a:cubicBezTo>
                  <a:pt x="69" y="44"/>
                  <a:pt x="69" y="44"/>
                  <a:pt x="69" y="44"/>
                </a:cubicBezTo>
                <a:cubicBezTo>
                  <a:pt x="69" y="44"/>
                  <a:pt x="69" y="44"/>
                  <a:pt x="69" y="44"/>
                </a:cubicBezTo>
                <a:cubicBezTo>
                  <a:pt x="69" y="44"/>
                  <a:pt x="69" y="44"/>
                  <a:pt x="69" y="44"/>
                </a:cubicBezTo>
                <a:cubicBezTo>
                  <a:pt x="69" y="44"/>
                  <a:pt x="69" y="44"/>
                  <a:pt x="69" y="44"/>
                </a:cubicBezTo>
                <a:close/>
                <a:moveTo>
                  <a:pt x="70" y="44"/>
                </a:moveTo>
                <a:cubicBezTo>
                  <a:pt x="70" y="44"/>
                  <a:pt x="70" y="44"/>
                  <a:pt x="70" y="44"/>
                </a:cubicBezTo>
                <a:cubicBezTo>
                  <a:pt x="70" y="44"/>
                  <a:pt x="70" y="44"/>
                  <a:pt x="70" y="44"/>
                </a:cubicBezTo>
                <a:cubicBezTo>
                  <a:pt x="70" y="45"/>
                  <a:pt x="70" y="45"/>
                  <a:pt x="70" y="45"/>
                </a:cubicBezTo>
                <a:cubicBezTo>
                  <a:pt x="71" y="45"/>
                  <a:pt x="71" y="45"/>
                  <a:pt x="71" y="45"/>
                </a:cubicBezTo>
                <a:cubicBezTo>
                  <a:pt x="71" y="44"/>
                  <a:pt x="71" y="44"/>
                  <a:pt x="71" y="44"/>
                </a:cubicBezTo>
                <a:cubicBezTo>
                  <a:pt x="71" y="44"/>
                  <a:pt x="71" y="44"/>
                  <a:pt x="71" y="43"/>
                </a:cubicBezTo>
                <a:cubicBezTo>
                  <a:pt x="71" y="43"/>
                  <a:pt x="71" y="43"/>
                  <a:pt x="71" y="43"/>
                </a:cubicBezTo>
                <a:cubicBezTo>
                  <a:pt x="71" y="43"/>
                  <a:pt x="70" y="43"/>
                  <a:pt x="70" y="43"/>
                </a:cubicBezTo>
                <a:cubicBezTo>
                  <a:pt x="70" y="43"/>
                  <a:pt x="70" y="43"/>
                  <a:pt x="70" y="43"/>
                </a:cubicBezTo>
                <a:cubicBezTo>
                  <a:pt x="70" y="43"/>
                  <a:pt x="70" y="43"/>
                  <a:pt x="70" y="44"/>
                </a:cubicBezTo>
                <a:close/>
                <a:moveTo>
                  <a:pt x="71" y="40"/>
                </a:moveTo>
                <a:cubicBezTo>
                  <a:pt x="72" y="40"/>
                  <a:pt x="72" y="40"/>
                  <a:pt x="72" y="40"/>
                </a:cubicBezTo>
                <a:cubicBezTo>
                  <a:pt x="72" y="40"/>
                  <a:pt x="72" y="41"/>
                  <a:pt x="72" y="40"/>
                </a:cubicBezTo>
                <a:cubicBezTo>
                  <a:pt x="72" y="40"/>
                  <a:pt x="72" y="40"/>
                  <a:pt x="72" y="40"/>
                </a:cubicBezTo>
                <a:cubicBezTo>
                  <a:pt x="72" y="40"/>
                  <a:pt x="72" y="40"/>
                  <a:pt x="72" y="40"/>
                </a:cubicBezTo>
                <a:cubicBezTo>
                  <a:pt x="72" y="39"/>
                  <a:pt x="72" y="39"/>
                  <a:pt x="72" y="39"/>
                </a:cubicBezTo>
                <a:cubicBezTo>
                  <a:pt x="72" y="39"/>
                  <a:pt x="72" y="39"/>
                  <a:pt x="72" y="39"/>
                </a:cubicBezTo>
                <a:cubicBezTo>
                  <a:pt x="71" y="40"/>
                  <a:pt x="71" y="40"/>
                  <a:pt x="71" y="40"/>
                </a:cubicBezTo>
                <a:cubicBezTo>
                  <a:pt x="71" y="40"/>
                  <a:pt x="71" y="40"/>
                  <a:pt x="71" y="40"/>
                </a:cubicBezTo>
                <a:cubicBezTo>
                  <a:pt x="71" y="40"/>
                  <a:pt x="71" y="40"/>
                  <a:pt x="71" y="40"/>
                </a:cubicBezTo>
                <a:close/>
                <a:moveTo>
                  <a:pt x="29" y="51"/>
                </a:moveTo>
                <a:cubicBezTo>
                  <a:pt x="29" y="51"/>
                  <a:pt x="29" y="51"/>
                  <a:pt x="29" y="51"/>
                </a:cubicBezTo>
                <a:cubicBezTo>
                  <a:pt x="28" y="51"/>
                  <a:pt x="29" y="52"/>
                  <a:pt x="29" y="52"/>
                </a:cubicBezTo>
                <a:cubicBezTo>
                  <a:pt x="29" y="52"/>
                  <a:pt x="28" y="52"/>
                  <a:pt x="28" y="52"/>
                </a:cubicBezTo>
                <a:cubicBezTo>
                  <a:pt x="28" y="52"/>
                  <a:pt x="28" y="52"/>
                  <a:pt x="28" y="52"/>
                </a:cubicBezTo>
                <a:cubicBezTo>
                  <a:pt x="28" y="52"/>
                  <a:pt x="28" y="53"/>
                  <a:pt x="28" y="53"/>
                </a:cubicBezTo>
                <a:cubicBezTo>
                  <a:pt x="28" y="53"/>
                  <a:pt x="28" y="53"/>
                  <a:pt x="28" y="53"/>
                </a:cubicBezTo>
                <a:cubicBezTo>
                  <a:pt x="28" y="53"/>
                  <a:pt x="28" y="53"/>
                  <a:pt x="28" y="53"/>
                </a:cubicBezTo>
                <a:cubicBezTo>
                  <a:pt x="28" y="53"/>
                  <a:pt x="28" y="54"/>
                  <a:pt x="28" y="54"/>
                </a:cubicBezTo>
                <a:cubicBezTo>
                  <a:pt x="28" y="54"/>
                  <a:pt x="28" y="54"/>
                  <a:pt x="28" y="54"/>
                </a:cubicBezTo>
                <a:cubicBezTo>
                  <a:pt x="28" y="54"/>
                  <a:pt x="27" y="54"/>
                  <a:pt x="27" y="54"/>
                </a:cubicBezTo>
                <a:cubicBezTo>
                  <a:pt x="27"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9" y="54"/>
                  <a:pt x="29" y="54"/>
                  <a:pt x="29" y="54"/>
                </a:cubicBezTo>
                <a:cubicBezTo>
                  <a:pt x="29" y="54"/>
                  <a:pt x="29" y="54"/>
                  <a:pt x="29" y="54"/>
                </a:cubicBezTo>
                <a:cubicBezTo>
                  <a:pt x="29" y="54"/>
                  <a:pt x="29" y="54"/>
                  <a:pt x="29" y="54"/>
                </a:cubicBezTo>
                <a:cubicBezTo>
                  <a:pt x="29" y="54"/>
                  <a:pt x="29" y="54"/>
                  <a:pt x="29" y="54"/>
                </a:cubicBezTo>
                <a:cubicBezTo>
                  <a:pt x="29" y="54"/>
                  <a:pt x="29" y="53"/>
                  <a:pt x="29" y="53"/>
                </a:cubicBezTo>
                <a:cubicBezTo>
                  <a:pt x="29" y="53"/>
                  <a:pt x="29" y="53"/>
                  <a:pt x="29" y="53"/>
                </a:cubicBezTo>
                <a:cubicBezTo>
                  <a:pt x="29" y="53"/>
                  <a:pt x="29" y="53"/>
                  <a:pt x="29" y="53"/>
                </a:cubicBezTo>
                <a:cubicBezTo>
                  <a:pt x="29" y="52"/>
                  <a:pt x="29" y="52"/>
                  <a:pt x="29" y="52"/>
                </a:cubicBezTo>
                <a:cubicBezTo>
                  <a:pt x="29" y="52"/>
                  <a:pt x="29" y="52"/>
                  <a:pt x="29" y="51"/>
                </a:cubicBezTo>
                <a:close/>
                <a:moveTo>
                  <a:pt x="31" y="48"/>
                </a:moveTo>
                <a:cubicBezTo>
                  <a:pt x="31" y="48"/>
                  <a:pt x="31" y="48"/>
                  <a:pt x="31" y="48"/>
                </a:cubicBezTo>
                <a:cubicBezTo>
                  <a:pt x="31" y="48"/>
                  <a:pt x="32" y="48"/>
                  <a:pt x="32" y="48"/>
                </a:cubicBezTo>
                <a:cubicBezTo>
                  <a:pt x="32" y="48"/>
                  <a:pt x="32" y="48"/>
                  <a:pt x="32" y="48"/>
                </a:cubicBezTo>
                <a:cubicBezTo>
                  <a:pt x="32" y="48"/>
                  <a:pt x="32" y="48"/>
                  <a:pt x="32" y="48"/>
                </a:cubicBezTo>
                <a:cubicBezTo>
                  <a:pt x="32" y="48"/>
                  <a:pt x="32" y="48"/>
                  <a:pt x="32" y="48"/>
                </a:cubicBezTo>
                <a:cubicBezTo>
                  <a:pt x="32" y="48"/>
                  <a:pt x="32" y="48"/>
                  <a:pt x="32" y="48"/>
                </a:cubicBezTo>
                <a:cubicBezTo>
                  <a:pt x="32" y="48"/>
                  <a:pt x="32" y="48"/>
                  <a:pt x="32" y="48"/>
                </a:cubicBezTo>
                <a:cubicBezTo>
                  <a:pt x="32" y="48"/>
                  <a:pt x="32" y="48"/>
                  <a:pt x="32" y="48"/>
                </a:cubicBezTo>
                <a:cubicBezTo>
                  <a:pt x="31" y="48"/>
                  <a:pt x="31" y="48"/>
                  <a:pt x="31" y="48"/>
                </a:cubicBezTo>
                <a:cubicBezTo>
                  <a:pt x="31" y="48"/>
                  <a:pt x="31" y="48"/>
                  <a:pt x="31" y="48"/>
                </a:cubicBezTo>
                <a:cubicBezTo>
                  <a:pt x="31" y="48"/>
                  <a:pt x="31" y="48"/>
                  <a:pt x="31" y="48"/>
                </a:cubicBezTo>
                <a:cubicBezTo>
                  <a:pt x="31" y="48"/>
                  <a:pt x="30" y="48"/>
                  <a:pt x="30" y="48"/>
                </a:cubicBezTo>
                <a:cubicBezTo>
                  <a:pt x="30" y="48"/>
                  <a:pt x="30" y="48"/>
                  <a:pt x="30" y="48"/>
                </a:cubicBezTo>
                <a:cubicBezTo>
                  <a:pt x="30" y="48"/>
                  <a:pt x="29" y="48"/>
                  <a:pt x="30" y="48"/>
                </a:cubicBezTo>
                <a:cubicBezTo>
                  <a:pt x="30" y="48"/>
                  <a:pt x="30" y="48"/>
                  <a:pt x="30" y="48"/>
                </a:cubicBezTo>
                <a:cubicBezTo>
                  <a:pt x="30" y="48"/>
                  <a:pt x="30" y="48"/>
                  <a:pt x="30" y="48"/>
                </a:cubicBezTo>
                <a:cubicBezTo>
                  <a:pt x="30" y="48"/>
                  <a:pt x="30" y="48"/>
                  <a:pt x="30" y="48"/>
                </a:cubicBezTo>
                <a:cubicBezTo>
                  <a:pt x="30" y="48"/>
                  <a:pt x="31" y="48"/>
                  <a:pt x="31" y="48"/>
                </a:cubicBezTo>
                <a:close/>
                <a:moveTo>
                  <a:pt x="30" y="52"/>
                </a:moveTo>
                <a:cubicBezTo>
                  <a:pt x="30" y="51"/>
                  <a:pt x="30" y="51"/>
                  <a:pt x="30" y="51"/>
                </a:cubicBezTo>
                <a:cubicBezTo>
                  <a:pt x="30" y="51"/>
                  <a:pt x="29" y="51"/>
                  <a:pt x="29" y="51"/>
                </a:cubicBezTo>
                <a:cubicBezTo>
                  <a:pt x="29" y="51"/>
                  <a:pt x="29" y="51"/>
                  <a:pt x="29" y="51"/>
                </a:cubicBezTo>
                <a:cubicBezTo>
                  <a:pt x="29" y="51"/>
                  <a:pt x="29" y="50"/>
                  <a:pt x="29" y="50"/>
                </a:cubicBezTo>
                <a:cubicBezTo>
                  <a:pt x="29" y="50"/>
                  <a:pt x="29" y="50"/>
                  <a:pt x="29" y="50"/>
                </a:cubicBezTo>
                <a:cubicBezTo>
                  <a:pt x="29" y="50"/>
                  <a:pt x="29" y="50"/>
                  <a:pt x="29" y="50"/>
                </a:cubicBezTo>
                <a:cubicBezTo>
                  <a:pt x="29" y="50"/>
                  <a:pt x="28" y="49"/>
                  <a:pt x="28" y="49"/>
                </a:cubicBezTo>
                <a:cubicBezTo>
                  <a:pt x="28" y="49"/>
                  <a:pt x="28" y="49"/>
                  <a:pt x="28" y="49"/>
                </a:cubicBezTo>
                <a:cubicBezTo>
                  <a:pt x="28" y="49"/>
                  <a:pt x="28" y="49"/>
                  <a:pt x="28" y="49"/>
                </a:cubicBezTo>
                <a:cubicBezTo>
                  <a:pt x="28" y="49"/>
                  <a:pt x="28" y="49"/>
                  <a:pt x="28" y="49"/>
                </a:cubicBezTo>
                <a:cubicBezTo>
                  <a:pt x="27" y="49"/>
                  <a:pt x="28" y="49"/>
                  <a:pt x="28" y="49"/>
                </a:cubicBezTo>
                <a:cubicBezTo>
                  <a:pt x="28" y="49"/>
                  <a:pt x="28" y="50"/>
                  <a:pt x="28" y="50"/>
                </a:cubicBezTo>
                <a:cubicBezTo>
                  <a:pt x="28" y="50"/>
                  <a:pt x="28" y="50"/>
                  <a:pt x="28" y="50"/>
                </a:cubicBezTo>
                <a:cubicBezTo>
                  <a:pt x="28" y="50"/>
                  <a:pt x="28" y="50"/>
                  <a:pt x="28" y="50"/>
                </a:cubicBezTo>
                <a:cubicBezTo>
                  <a:pt x="28" y="51"/>
                  <a:pt x="29" y="51"/>
                  <a:pt x="29" y="51"/>
                </a:cubicBezTo>
                <a:cubicBezTo>
                  <a:pt x="29" y="51"/>
                  <a:pt x="29" y="51"/>
                  <a:pt x="29" y="51"/>
                </a:cubicBezTo>
                <a:cubicBezTo>
                  <a:pt x="29" y="51"/>
                  <a:pt x="29" y="51"/>
                  <a:pt x="29" y="51"/>
                </a:cubicBezTo>
                <a:cubicBezTo>
                  <a:pt x="29" y="51"/>
                  <a:pt x="29" y="51"/>
                  <a:pt x="29" y="51"/>
                </a:cubicBezTo>
                <a:cubicBezTo>
                  <a:pt x="29" y="52"/>
                  <a:pt x="29" y="52"/>
                  <a:pt x="29" y="52"/>
                </a:cubicBezTo>
                <a:cubicBezTo>
                  <a:pt x="29" y="52"/>
                  <a:pt x="30" y="52"/>
                  <a:pt x="30" y="52"/>
                </a:cubicBezTo>
                <a:cubicBezTo>
                  <a:pt x="30" y="52"/>
                  <a:pt x="30" y="52"/>
                  <a:pt x="30" y="52"/>
                </a:cubicBezTo>
                <a:cubicBezTo>
                  <a:pt x="30" y="52"/>
                  <a:pt x="30" y="52"/>
                  <a:pt x="30" y="52"/>
                </a:cubicBezTo>
                <a:close/>
                <a:moveTo>
                  <a:pt x="24" y="50"/>
                </a:moveTo>
                <a:cubicBezTo>
                  <a:pt x="24" y="50"/>
                  <a:pt x="24" y="50"/>
                  <a:pt x="24" y="50"/>
                </a:cubicBezTo>
                <a:cubicBezTo>
                  <a:pt x="24" y="50"/>
                  <a:pt x="23" y="50"/>
                  <a:pt x="23" y="50"/>
                </a:cubicBezTo>
                <a:cubicBezTo>
                  <a:pt x="23" y="50"/>
                  <a:pt x="24" y="50"/>
                  <a:pt x="24" y="50"/>
                </a:cubicBezTo>
                <a:cubicBezTo>
                  <a:pt x="24" y="50"/>
                  <a:pt x="24" y="50"/>
                  <a:pt x="24" y="50"/>
                </a:cubicBezTo>
                <a:cubicBezTo>
                  <a:pt x="24" y="50"/>
                  <a:pt x="24" y="50"/>
                  <a:pt x="24" y="50"/>
                </a:cubicBezTo>
                <a:close/>
                <a:moveTo>
                  <a:pt x="24" y="40"/>
                </a:moveTo>
                <a:cubicBezTo>
                  <a:pt x="24" y="40"/>
                  <a:pt x="24" y="40"/>
                  <a:pt x="24" y="40"/>
                </a:cubicBezTo>
                <a:cubicBezTo>
                  <a:pt x="24" y="40"/>
                  <a:pt x="23" y="39"/>
                  <a:pt x="23" y="39"/>
                </a:cubicBezTo>
                <a:cubicBezTo>
                  <a:pt x="23" y="39"/>
                  <a:pt x="23" y="39"/>
                  <a:pt x="23" y="39"/>
                </a:cubicBezTo>
                <a:cubicBezTo>
                  <a:pt x="22" y="39"/>
                  <a:pt x="22" y="39"/>
                  <a:pt x="22" y="39"/>
                </a:cubicBezTo>
                <a:cubicBezTo>
                  <a:pt x="22" y="39"/>
                  <a:pt x="22" y="38"/>
                  <a:pt x="22" y="38"/>
                </a:cubicBezTo>
                <a:cubicBezTo>
                  <a:pt x="22" y="38"/>
                  <a:pt x="21" y="38"/>
                  <a:pt x="21" y="38"/>
                </a:cubicBezTo>
                <a:cubicBezTo>
                  <a:pt x="21" y="38"/>
                  <a:pt x="21" y="37"/>
                  <a:pt x="21" y="37"/>
                </a:cubicBezTo>
                <a:cubicBezTo>
                  <a:pt x="21" y="37"/>
                  <a:pt x="21" y="37"/>
                  <a:pt x="21" y="37"/>
                </a:cubicBezTo>
                <a:cubicBezTo>
                  <a:pt x="21" y="37"/>
                  <a:pt x="21" y="37"/>
                  <a:pt x="21" y="37"/>
                </a:cubicBezTo>
                <a:cubicBezTo>
                  <a:pt x="21" y="37"/>
                  <a:pt x="21" y="37"/>
                  <a:pt x="21" y="37"/>
                </a:cubicBezTo>
                <a:cubicBezTo>
                  <a:pt x="20" y="36"/>
                  <a:pt x="20" y="36"/>
                  <a:pt x="20" y="36"/>
                </a:cubicBezTo>
                <a:cubicBezTo>
                  <a:pt x="20" y="36"/>
                  <a:pt x="20" y="36"/>
                  <a:pt x="20" y="36"/>
                </a:cubicBezTo>
                <a:cubicBezTo>
                  <a:pt x="20" y="36"/>
                  <a:pt x="20" y="36"/>
                  <a:pt x="20" y="36"/>
                </a:cubicBezTo>
                <a:cubicBezTo>
                  <a:pt x="20" y="36"/>
                  <a:pt x="20" y="36"/>
                  <a:pt x="20" y="36"/>
                </a:cubicBezTo>
                <a:cubicBezTo>
                  <a:pt x="20" y="36"/>
                  <a:pt x="20"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7"/>
                  <a:pt x="19" y="37"/>
                  <a:pt x="19" y="37"/>
                </a:cubicBezTo>
                <a:cubicBezTo>
                  <a:pt x="18" y="37"/>
                  <a:pt x="18" y="37"/>
                  <a:pt x="18" y="37"/>
                </a:cubicBezTo>
                <a:cubicBezTo>
                  <a:pt x="18" y="37"/>
                  <a:pt x="18" y="37"/>
                  <a:pt x="17" y="37"/>
                </a:cubicBezTo>
                <a:cubicBezTo>
                  <a:pt x="17" y="37"/>
                  <a:pt x="17" y="37"/>
                  <a:pt x="17" y="37"/>
                </a:cubicBezTo>
                <a:cubicBezTo>
                  <a:pt x="17" y="37"/>
                  <a:pt x="17" y="37"/>
                  <a:pt x="17" y="37"/>
                </a:cubicBezTo>
                <a:cubicBezTo>
                  <a:pt x="17" y="37"/>
                  <a:pt x="17" y="37"/>
                  <a:pt x="18" y="37"/>
                </a:cubicBezTo>
                <a:cubicBezTo>
                  <a:pt x="18" y="38"/>
                  <a:pt x="18" y="38"/>
                  <a:pt x="18" y="38"/>
                </a:cubicBezTo>
                <a:cubicBezTo>
                  <a:pt x="18" y="38"/>
                  <a:pt x="18" y="38"/>
                  <a:pt x="18" y="38"/>
                </a:cubicBezTo>
                <a:cubicBezTo>
                  <a:pt x="18" y="38"/>
                  <a:pt x="18" y="39"/>
                  <a:pt x="18" y="39"/>
                </a:cubicBezTo>
                <a:cubicBezTo>
                  <a:pt x="18" y="39"/>
                  <a:pt x="19" y="39"/>
                  <a:pt x="19" y="39"/>
                </a:cubicBezTo>
                <a:cubicBezTo>
                  <a:pt x="19" y="39"/>
                  <a:pt x="19" y="39"/>
                  <a:pt x="19" y="40"/>
                </a:cubicBezTo>
                <a:cubicBezTo>
                  <a:pt x="19" y="40"/>
                  <a:pt x="20" y="40"/>
                  <a:pt x="20" y="41"/>
                </a:cubicBezTo>
                <a:cubicBezTo>
                  <a:pt x="20" y="41"/>
                  <a:pt x="20" y="41"/>
                  <a:pt x="20" y="41"/>
                </a:cubicBezTo>
                <a:cubicBezTo>
                  <a:pt x="20" y="41"/>
                  <a:pt x="20" y="41"/>
                  <a:pt x="20" y="41"/>
                </a:cubicBezTo>
                <a:cubicBezTo>
                  <a:pt x="20" y="41"/>
                  <a:pt x="20" y="41"/>
                  <a:pt x="20" y="41"/>
                </a:cubicBezTo>
                <a:cubicBezTo>
                  <a:pt x="21" y="41"/>
                  <a:pt x="21" y="41"/>
                  <a:pt x="21" y="42"/>
                </a:cubicBezTo>
                <a:cubicBezTo>
                  <a:pt x="21" y="42"/>
                  <a:pt x="22" y="42"/>
                  <a:pt x="22" y="43"/>
                </a:cubicBezTo>
                <a:cubicBezTo>
                  <a:pt x="22" y="43"/>
                  <a:pt x="22" y="43"/>
                  <a:pt x="22" y="43"/>
                </a:cubicBezTo>
                <a:cubicBezTo>
                  <a:pt x="22" y="44"/>
                  <a:pt x="22" y="44"/>
                  <a:pt x="22" y="44"/>
                </a:cubicBezTo>
                <a:cubicBezTo>
                  <a:pt x="22" y="44"/>
                  <a:pt x="22" y="44"/>
                  <a:pt x="22" y="44"/>
                </a:cubicBezTo>
                <a:cubicBezTo>
                  <a:pt x="22" y="44"/>
                  <a:pt x="22" y="44"/>
                  <a:pt x="23" y="44"/>
                </a:cubicBezTo>
                <a:cubicBezTo>
                  <a:pt x="23" y="44"/>
                  <a:pt x="23" y="44"/>
                  <a:pt x="23" y="44"/>
                </a:cubicBezTo>
                <a:cubicBezTo>
                  <a:pt x="23" y="44"/>
                  <a:pt x="23" y="44"/>
                  <a:pt x="23" y="44"/>
                </a:cubicBezTo>
                <a:cubicBezTo>
                  <a:pt x="23" y="44"/>
                  <a:pt x="23" y="44"/>
                  <a:pt x="23" y="44"/>
                </a:cubicBezTo>
                <a:cubicBezTo>
                  <a:pt x="23" y="44"/>
                  <a:pt x="24" y="44"/>
                  <a:pt x="24" y="44"/>
                </a:cubicBezTo>
                <a:cubicBezTo>
                  <a:pt x="24" y="44"/>
                  <a:pt x="24" y="44"/>
                  <a:pt x="24" y="44"/>
                </a:cubicBezTo>
                <a:cubicBezTo>
                  <a:pt x="24" y="44"/>
                  <a:pt x="24" y="43"/>
                  <a:pt x="24" y="43"/>
                </a:cubicBezTo>
                <a:cubicBezTo>
                  <a:pt x="24" y="43"/>
                  <a:pt x="24" y="43"/>
                  <a:pt x="24" y="43"/>
                </a:cubicBezTo>
                <a:cubicBezTo>
                  <a:pt x="24" y="43"/>
                  <a:pt x="24" y="42"/>
                  <a:pt x="24" y="42"/>
                </a:cubicBezTo>
                <a:cubicBezTo>
                  <a:pt x="24" y="42"/>
                  <a:pt x="24" y="42"/>
                  <a:pt x="24" y="42"/>
                </a:cubicBezTo>
                <a:cubicBezTo>
                  <a:pt x="24" y="42"/>
                  <a:pt x="24" y="42"/>
                  <a:pt x="24" y="42"/>
                </a:cubicBezTo>
                <a:cubicBezTo>
                  <a:pt x="24" y="42"/>
                  <a:pt x="24" y="42"/>
                  <a:pt x="24" y="42"/>
                </a:cubicBezTo>
                <a:cubicBezTo>
                  <a:pt x="24" y="41"/>
                  <a:pt x="24" y="41"/>
                  <a:pt x="24" y="41"/>
                </a:cubicBezTo>
                <a:cubicBezTo>
                  <a:pt x="24" y="41"/>
                  <a:pt x="24" y="41"/>
                  <a:pt x="24" y="40"/>
                </a:cubicBezTo>
                <a:cubicBezTo>
                  <a:pt x="24" y="40"/>
                  <a:pt x="24" y="40"/>
                  <a:pt x="24" y="40"/>
                </a:cubicBezTo>
                <a:close/>
                <a:moveTo>
                  <a:pt x="267" y="26"/>
                </a:moveTo>
                <a:cubicBezTo>
                  <a:pt x="267" y="26"/>
                  <a:pt x="267" y="26"/>
                  <a:pt x="267" y="26"/>
                </a:cubicBezTo>
                <a:cubicBezTo>
                  <a:pt x="267" y="26"/>
                  <a:pt x="267" y="26"/>
                  <a:pt x="267" y="26"/>
                </a:cubicBezTo>
                <a:cubicBezTo>
                  <a:pt x="267" y="25"/>
                  <a:pt x="267" y="25"/>
                  <a:pt x="267" y="25"/>
                </a:cubicBezTo>
                <a:cubicBezTo>
                  <a:pt x="267" y="25"/>
                  <a:pt x="268" y="25"/>
                  <a:pt x="268" y="25"/>
                </a:cubicBezTo>
                <a:cubicBezTo>
                  <a:pt x="268" y="25"/>
                  <a:pt x="267" y="24"/>
                  <a:pt x="267" y="25"/>
                </a:cubicBezTo>
                <a:cubicBezTo>
                  <a:pt x="267" y="25"/>
                  <a:pt x="267" y="25"/>
                  <a:pt x="267" y="25"/>
                </a:cubicBezTo>
                <a:cubicBezTo>
                  <a:pt x="267" y="26"/>
                  <a:pt x="267" y="26"/>
                  <a:pt x="267" y="26"/>
                </a:cubicBezTo>
                <a:close/>
                <a:moveTo>
                  <a:pt x="268" y="17"/>
                </a:moveTo>
                <a:cubicBezTo>
                  <a:pt x="268" y="17"/>
                  <a:pt x="268" y="17"/>
                  <a:pt x="268" y="18"/>
                </a:cubicBezTo>
                <a:cubicBezTo>
                  <a:pt x="268" y="18"/>
                  <a:pt x="268" y="18"/>
                  <a:pt x="268" y="19"/>
                </a:cubicBezTo>
                <a:cubicBezTo>
                  <a:pt x="268" y="19"/>
                  <a:pt x="268" y="19"/>
                  <a:pt x="269" y="19"/>
                </a:cubicBezTo>
                <a:cubicBezTo>
                  <a:pt x="269" y="19"/>
                  <a:pt x="269" y="19"/>
                  <a:pt x="269" y="19"/>
                </a:cubicBezTo>
                <a:cubicBezTo>
                  <a:pt x="269" y="19"/>
                  <a:pt x="269" y="19"/>
                  <a:pt x="269" y="19"/>
                </a:cubicBezTo>
                <a:cubicBezTo>
                  <a:pt x="270" y="19"/>
                  <a:pt x="270" y="19"/>
                  <a:pt x="269" y="19"/>
                </a:cubicBezTo>
                <a:cubicBezTo>
                  <a:pt x="269" y="18"/>
                  <a:pt x="269" y="18"/>
                  <a:pt x="269" y="18"/>
                </a:cubicBezTo>
                <a:cubicBezTo>
                  <a:pt x="269" y="18"/>
                  <a:pt x="269" y="18"/>
                  <a:pt x="269" y="18"/>
                </a:cubicBezTo>
                <a:cubicBezTo>
                  <a:pt x="269" y="17"/>
                  <a:pt x="269" y="17"/>
                  <a:pt x="268" y="16"/>
                </a:cubicBezTo>
                <a:cubicBezTo>
                  <a:pt x="268" y="16"/>
                  <a:pt x="267" y="16"/>
                  <a:pt x="267" y="17"/>
                </a:cubicBezTo>
                <a:cubicBezTo>
                  <a:pt x="267" y="17"/>
                  <a:pt x="268" y="17"/>
                  <a:pt x="268" y="17"/>
                </a:cubicBezTo>
                <a:close/>
                <a:moveTo>
                  <a:pt x="279" y="15"/>
                </a:moveTo>
                <a:cubicBezTo>
                  <a:pt x="279" y="15"/>
                  <a:pt x="279" y="15"/>
                  <a:pt x="279" y="15"/>
                </a:cubicBezTo>
                <a:cubicBezTo>
                  <a:pt x="279" y="14"/>
                  <a:pt x="278" y="14"/>
                  <a:pt x="278" y="14"/>
                </a:cubicBezTo>
                <a:cubicBezTo>
                  <a:pt x="278" y="14"/>
                  <a:pt x="278" y="13"/>
                  <a:pt x="278" y="14"/>
                </a:cubicBezTo>
                <a:cubicBezTo>
                  <a:pt x="278" y="14"/>
                  <a:pt x="278" y="14"/>
                  <a:pt x="278" y="15"/>
                </a:cubicBezTo>
                <a:cubicBezTo>
                  <a:pt x="278" y="15"/>
                  <a:pt x="278" y="15"/>
                  <a:pt x="279" y="15"/>
                </a:cubicBezTo>
                <a:close/>
                <a:moveTo>
                  <a:pt x="279" y="14"/>
                </a:moveTo>
                <a:cubicBezTo>
                  <a:pt x="279" y="14"/>
                  <a:pt x="279" y="14"/>
                  <a:pt x="279" y="14"/>
                </a:cubicBezTo>
                <a:cubicBezTo>
                  <a:pt x="279" y="14"/>
                  <a:pt x="280" y="14"/>
                  <a:pt x="280" y="13"/>
                </a:cubicBezTo>
                <a:cubicBezTo>
                  <a:pt x="280" y="13"/>
                  <a:pt x="280" y="13"/>
                  <a:pt x="280" y="13"/>
                </a:cubicBezTo>
                <a:cubicBezTo>
                  <a:pt x="280" y="13"/>
                  <a:pt x="280" y="13"/>
                  <a:pt x="280" y="12"/>
                </a:cubicBezTo>
                <a:cubicBezTo>
                  <a:pt x="280" y="12"/>
                  <a:pt x="280" y="12"/>
                  <a:pt x="280" y="12"/>
                </a:cubicBezTo>
                <a:cubicBezTo>
                  <a:pt x="280" y="11"/>
                  <a:pt x="280" y="11"/>
                  <a:pt x="280" y="11"/>
                </a:cubicBezTo>
                <a:cubicBezTo>
                  <a:pt x="280" y="10"/>
                  <a:pt x="280" y="10"/>
                  <a:pt x="280" y="10"/>
                </a:cubicBezTo>
                <a:cubicBezTo>
                  <a:pt x="280" y="10"/>
                  <a:pt x="280" y="9"/>
                  <a:pt x="279" y="9"/>
                </a:cubicBezTo>
                <a:cubicBezTo>
                  <a:pt x="279" y="9"/>
                  <a:pt x="279" y="9"/>
                  <a:pt x="279" y="9"/>
                </a:cubicBezTo>
                <a:cubicBezTo>
                  <a:pt x="279" y="9"/>
                  <a:pt x="279" y="10"/>
                  <a:pt x="279" y="10"/>
                </a:cubicBezTo>
                <a:cubicBezTo>
                  <a:pt x="279" y="10"/>
                  <a:pt x="279" y="10"/>
                  <a:pt x="279" y="10"/>
                </a:cubicBezTo>
                <a:cubicBezTo>
                  <a:pt x="279" y="11"/>
                  <a:pt x="279" y="11"/>
                  <a:pt x="279" y="11"/>
                </a:cubicBezTo>
                <a:cubicBezTo>
                  <a:pt x="279" y="11"/>
                  <a:pt x="279" y="12"/>
                  <a:pt x="279" y="12"/>
                </a:cubicBezTo>
                <a:cubicBezTo>
                  <a:pt x="279" y="12"/>
                  <a:pt x="279" y="12"/>
                  <a:pt x="279" y="12"/>
                </a:cubicBezTo>
                <a:cubicBezTo>
                  <a:pt x="279" y="12"/>
                  <a:pt x="279" y="13"/>
                  <a:pt x="279" y="13"/>
                </a:cubicBezTo>
                <a:cubicBezTo>
                  <a:pt x="279" y="13"/>
                  <a:pt x="278" y="13"/>
                  <a:pt x="279" y="14"/>
                </a:cubicBezTo>
                <a:close/>
                <a:moveTo>
                  <a:pt x="279" y="15"/>
                </a:moveTo>
                <a:cubicBezTo>
                  <a:pt x="279" y="16"/>
                  <a:pt x="279" y="16"/>
                  <a:pt x="280" y="16"/>
                </a:cubicBezTo>
                <a:cubicBezTo>
                  <a:pt x="280" y="16"/>
                  <a:pt x="280" y="16"/>
                  <a:pt x="280" y="16"/>
                </a:cubicBezTo>
                <a:cubicBezTo>
                  <a:pt x="280" y="15"/>
                  <a:pt x="280" y="15"/>
                  <a:pt x="279" y="15"/>
                </a:cubicBezTo>
                <a:close/>
                <a:moveTo>
                  <a:pt x="282" y="53"/>
                </a:moveTo>
                <a:cubicBezTo>
                  <a:pt x="282" y="54"/>
                  <a:pt x="282" y="54"/>
                  <a:pt x="282" y="54"/>
                </a:cubicBezTo>
                <a:cubicBezTo>
                  <a:pt x="283" y="54"/>
                  <a:pt x="283" y="54"/>
                  <a:pt x="283" y="54"/>
                </a:cubicBezTo>
                <a:cubicBezTo>
                  <a:pt x="283" y="53"/>
                  <a:pt x="283" y="53"/>
                  <a:pt x="283" y="53"/>
                </a:cubicBezTo>
                <a:cubicBezTo>
                  <a:pt x="284" y="53"/>
                  <a:pt x="283" y="53"/>
                  <a:pt x="284" y="53"/>
                </a:cubicBezTo>
                <a:cubicBezTo>
                  <a:pt x="284" y="53"/>
                  <a:pt x="284" y="53"/>
                  <a:pt x="284" y="53"/>
                </a:cubicBezTo>
                <a:cubicBezTo>
                  <a:pt x="284" y="53"/>
                  <a:pt x="284" y="52"/>
                  <a:pt x="284" y="52"/>
                </a:cubicBezTo>
                <a:cubicBezTo>
                  <a:pt x="284" y="52"/>
                  <a:pt x="284" y="52"/>
                  <a:pt x="284" y="52"/>
                </a:cubicBezTo>
                <a:cubicBezTo>
                  <a:pt x="284" y="51"/>
                  <a:pt x="283" y="51"/>
                  <a:pt x="283" y="51"/>
                </a:cubicBezTo>
                <a:cubicBezTo>
                  <a:pt x="283" y="51"/>
                  <a:pt x="283" y="51"/>
                  <a:pt x="282" y="51"/>
                </a:cubicBezTo>
                <a:cubicBezTo>
                  <a:pt x="282" y="52"/>
                  <a:pt x="282" y="52"/>
                  <a:pt x="282" y="52"/>
                </a:cubicBezTo>
                <a:cubicBezTo>
                  <a:pt x="282" y="52"/>
                  <a:pt x="282" y="52"/>
                  <a:pt x="282" y="53"/>
                </a:cubicBezTo>
                <a:cubicBezTo>
                  <a:pt x="282" y="53"/>
                  <a:pt x="282" y="53"/>
                  <a:pt x="282" y="53"/>
                </a:cubicBezTo>
                <a:cubicBezTo>
                  <a:pt x="282" y="53"/>
                  <a:pt x="282" y="53"/>
                  <a:pt x="282" y="53"/>
                </a:cubicBezTo>
                <a:close/>
                <a:moveTo>
                  <a:pt x="284" y="55"/>
                </a:moveTo>
                <a:cubicBezTo>
                  <a:pt x="284" y="55"/>
                  <a:pt x="284" y="55"/>
                  <a:pt x="284" y="55"/>
                </a:cubicBezTo>
                <a:cubicBezTo>
                  <a:pt x="284" y="55"/>
                  <a:pt x="284" y="55"/>
                  <a:pt x="284" y="55"/>
                </a:cubicBezTo>
                <a:cubicBezTo>
                  <a:pt x="283" y="55"/>
                  <a:pt x="284" y="55"/>
                  <a:pt x="283" y="54"/>
                </a:cubicBezTo>
                <a:cubicBezTo>
                  <a:pt x="283" y="54"/>
                  <a:pt x="283" y="54"/>
                  <a:pt x="283" y="54"/>
                </a:cubicBezTo>
                <a:cubicBezTo>
                  <a:pt x="283" y="54"/>
                  <a:pt x="283" y="55"/>
                  <a:pt x="283" y="55"/>
                </a:cubicBezTo>
                <a:cubicBezTo>
                  <a:pt x="283" y="55"/>
                  <a:pt x="283" y="55"/>
                  <a:pt x="283" y="55"/>
                </a:cubicBezTo>
                <a:cubicBezTo>
                  <a:pt x="283" y="55"/>
                  <a:pt x="283" y="55"/>
                  <a:pt x="283" y="55"/>
                </a:cubicBezTo>
                <a:cubicBezTo>
                  <a:pt x="283" y="56"/>
                  <a:pt x="283" y="56"/>
                  <a:pt x="283" y="56"/>
                </a:cubicBezTo>
                <a:cubicBezTo>
                  <a:pt x="283" y="56"/>
                  <a:pt x="283" y="56"/>
                  <a:pt x="283" y="56"/>
                </a:cubicBezTo>
                <a:cubicBezTo>
                  <a:pt x="283" y="56"/>
                  <a:pt x="283" y="56"/>
                  <a:pt x="283" y="56"/>
                </a:cubicBezTo>
                <a:cubicBezTo>
                  <a:pt x="283" y="56"/>
                  <a:pt x="283" y="56"/>
                  <a:pt x="284" y="56"/>
                </a:cubicBezTo>
                <a:cubicBezTo>
                  <a:pt x="284" y="56"/>
                  <a:pt x="284" y="56"/>
                  <a:pt x="284" y="56"/>
                </a:cubicBezTo>
                <a:cubicBezTo>
                  <a:pt x="284" y="56"/>
                  <a:pt x="284" y="56"/>
                  <a:pt x="284" y="55"/>
                </a:cubicBezTo>
                <a:close/>
                <a:moveTo>
                  <a:pt x="271" y="68"/>
                </a:moveTo>
                <a:cubicBezTo>
                  <a:pt x="271" y="68"/>
                  <a:pt x="271" y="68"/>
                  <a:pt x="272" y="69"/>
                </a:cubicBezTo>
                <a:cubicBezTo>
                  <a:pt x="272" y="69"/>
                  <a:pt x="272" y="69"/>
                  <a:pt x="272" y="69"/>
                </a:cubicBezTo>
                <a:cubicBezTo>
                  <a:pt x="272" y="70"/>
                  <a:pt x="272" y="70"/>
                  <a:pt x="272" y="70"/>
                </a:cubicBezTo>
                <a:cubicBezTo>
                  <a:pt x="272" y="70"/>
                  <a:pt x="272" y="70"/>
                  <a:pt x="272" y="70"/>
                </a:cubicBezTo>
                <a:cubicBezTo>
                  <a:pt x="272" y="70"/>
                  <a:pt x="272" y="70"/>
                  <a:pt x="272" y="70"/>
                </a:cubicBezTo>
                <a:cubicBezTo>
                  <a:pt x="272" y="70"/>
                  <a:pt x="273" y="70"/>
                  <a:pt x="273" y="71"/>
                </a:cubicBezTo>
                <a:cubicBezTo>
                  <a:pt x="273" y="71"/>
                  <a:pt x="273" y="71"/>
                  <a:pt x="273" y="71"/>
                </a:cubicBezTo>
                <a:cubicBezTo>
                  <a:pt x="273" y="71"/>
                  <a:pt x="273" y="71"/>
                  <a:pt x="273" y="71"/>
                </a:cubicBezTo>
                <a:cubicBezTo>
                  <a:pt x="273" y="70"/>
                  <a:pt x="273" y="70"/>
                  <a:pt x="273" y="70"/>
                </a:cubicBezTo>
                <a:cubicBezTo>
                  <a:pt x="273" y="70"/>
                  <a:pt x="273" y="70"/>
                  <a:pt x="273" y="70"/>
                </a:cubicBezTo>
                <a:cubicBezTo>
                  <a:pt x="273" y="69"/>
                  <a:pt x="272" y="69"/>
                  <a:pt x="272" y="68"/>
                </a:cubicBezTo>
                <a:cubicBezTo>
                  <a:pt x="272" y="68"/>
                  <a:pt x="272" y="68"/>
                  <a:pt x="272" y="68"/>
                </a:cubicBezTo>
                <a:cubicBezTo>
                  <a:pt x="272" y="68"/>
                  <a:pt x="272" y="68"/>
                  <a:pt x="272" y="67"/>
                </a:cubicBezTo>
                <a:cubicBezTo>
                  <a:pt x="272" y="67"/>
                  <a:pt x="272" y="67"/>
                  <a:pt x="272" y="67"/>
                </a:cubicBezTo>
                <a:cubicBezTo>
                  <a:pt x="272" y="67"/>
                  <a:pt x="272" y="67"/>
                  <a:pt x="272" y="67"/>
                </a:cubicBezTo>
                <a:cubicBezTo>
                  <a:pt x="272" y="67"/>
                  <a:pt x="272" y="67"/>
                  <a:pt x="272" y="67"/>
                </a:cubicBezTo>
                <a:cubicBezTo>
                  <a:pt x="272" y="67"/>
                  <a:pt x="272" y="67"/>
                  <a:pt x="272" y="67"/>
                </a:cubicBezTo>
                <a:cubicBezTo>
                  <a:pt x="272" y="67"/>
                  <a:pt x="272" y="66"/>
                  <a:pt x="272" y="66"/>
                </a:cubicBezTo>
                <a:cubicBezTo>
                  <a:pt x="272" y="66"/>
                  <a:pt x="272" y="67"/>
                  <a:pt x="272" y="67"/>
                </a:cubicBezTo>
                <a:cubicBezTo>
                  <a:pt x="271" y="67"/>
                  <a:pt x="271" y="67"/>
                  <a:pt x="271" y="67"/>
                </a:cubicBezTo>
                <a:cubicBezTo>
                  <a:pt x="271" y="67"/>
                  <a:pt x="271" y="67"/>
                  <a:pt x="271" y="67"/>
                </a:cubicBezTo>
                <a:cubicBezTo>
                  <a:pt x="271" y="67"/>
                  <a:pt x="271" y="67"/>
                  <a:pt x="271" y="67"/>
                </a:cubicBezTo>
                <a:cubicBezTo>
                  <a:pt x="271" y="67"/>
                  <a:pt x="271" y="68"/>
                  <a:pt x="271" y="68"/>
                </a:cubicBezTo>
                <a:close/>
                <a:moveTo>
                  <a:pt x="271" y="66"/>
                </a:moveTo>
                <a:cubicBezTo>
                  <a:pt x="271" y="66"/>
                  <a:pt x="271" y="66"/>
                  <a:pt x="271" y="66"/>
                </a:cubicBezTo>
                <a:cubicBezTo>
                  <a:pt x="271" y="66"/>
                  <a:pt x="271" y="66"/>
                  <a:pt x="272" y="66"/>
                </a:cubicBezTo>
                <a:cubicBezTo>
                  <a:pt x="272" y="66"/>
                  <a:pt x="272" y="66"/>
                  <a:pt x="272" y="66"/>
                </a:cubicBezTo>
                <a:cubicBezTo>
                  <a:pt x="272" y="66"/>
                  <a:pt x="272" y="66"/>
                  <a:pt x="272" y="66"/>
                </a:cubicBezTo>
                <a:cubicBezTo>
                  <a:pt x="273" y="66"/>
                  <a:pt x="273" y="66"/>
                  <a:pt x="273" y="66"/>
                </a:cubicBezTo>
                <a:cubicBezTo>
                  <a:pt x="274" y="66"/>
                  <a:pt x="274" y="66"/>
                  <a:pt x="274" y="65"/>
                </a:cubicBezTo>
                <a:cubicBezTo>
                  <a:pt x="274" y="65"/>
                  <a:pt x="274" y="65"/>
                  <a:pt x="274" y="65"/>
                </a:cubicBezTo>
                <a:cubicBezTo>
                  <a:pt x="275" y="65"/>
                  <a:pt x="275" y="65"/>
                  <a:pt x="275" y="65"/>
                </a:cubicBezTo>
                <a:cubicBezTo>
                  <a:pt x="275" y="65"/>
                  <a:pt x="275" y="65"/>
                  <a:pt x="275" y="65"/>
                </a:cubicBezTo>
                <a:cubicBezTo>
                  <a:pt x="275" y="65"/>
                  <a:pt x="275" y="65"/>
                  <a:pt x="274" y="65"/>
                </a:cubicBezTo>
                <a:cubicBezTo>
                  <a:pt x="274" y="65"/>
                  <a:pt x="274" y="65"/>
                  <a:pt x="274" y="65"/>
                </a:cubicBezTo>
                <a:cubicBezTo>
                  <a:pt x="274" y="65"/>
                  <a:pt x="274" y="65"/>
                  <a:pt x="274" y="65"/>
                </a:cubicBezTo>
                <a:cubicBezTo>
                  <a:pt x="273" y="65"/>
                  <a:pt x="273" y="65"/>
                  <a:pt x="273" y="65"/>
                </a:cubicBezTo>
                <a:cubicBezTo>
                  <a:pt x="272" y="65"/>
                  <a:pt x="272" y="65"/>
                  <a:pt x="272" y="65"/>
                </a:cubicBezTo>
                <a:cubicBezTo>
                  <a:pt x="272" y="65"/>
                  <a:pt x="272" y="65"/>
                  <a:pt x="271" y="65"/>
                </a:cubicBezTo>
                <a:cubicBezTo>
                  <a:pt x="271" y="65"/>
                  <a:pt x="271" y="65"/>
                  <a:pt x="270" y="65"/>
                </a:cubicBezTo>
                <a:cubicBezTo>
                  <a:pt x="270" y="65"/>
                  <a:pt x="270" y="65"/>
                  <a:pt x="270" y="65"/>
                </a:cubicBezTo>
                <a:cubicBezTo>
                  <a:pt x="270" y="65"/>
                  <a:pt x="269" y="65"/>
                  <a:pt x="269" y="65"/>
                </a:cubicBezTo>
                <a:cubicBezTo>
                  <a:pt x="269" y="65"/>
                  <a:pt x="269" y="65"/>
                  <a:pt x="269" y="65"/>
                </a:cubicBezTo>
                <a:cubicBezTo>
                  <a:pt x="269" y="65"/>
                  <a:pt x="269" y="65"/>
                  <a:pt x="269" y="65"/>
                </a:cubicBezTo>
                <a:cubicBezTo>
                  <a:pt x="268" y="65"/>
                  <a:pt x="268" y="65"/>
                  <a:pt x="268" y="65"/>
                </a:cubicBezTo>
                <a:cubicBezTo>
                  <a:pt x="268" y="65"/>
                  <a:pt x="268" y="65"/>
                  <a:pt x="268" y="65"/>
                </a:cubicBezTo>
                <a:cubicBezTo>
                  <a:pt x="268" y="65"/>
                  <a:pt x="268" y="65"/>
                  <a:pt x="268" y="65"/>
                </a:cubicBezTo>
                <a:cubicBezTo>
                  <a:pt x="268" y="65"/>
                  <a:pt x="268" y="65"/>
                  <a:pt x="268" y="65"/>
                </a:cubicBezTo>
                <a:cubicBezTo>
                  <a:pt x="268" y="65"/>
                  <a:pt x="268" y="65"/>
                  <a:pt x="268" y="65"/>
                </a:cubicBezTo>
                <a:cubicBezTo>
                  <a:pt x="268" y="65"/>
                  <a:pt x="268" y="65"/>
                  <a:pt x="267" y="65"/>
                </a:cubicBezTo>
                <a:cubicBezTo>
                  <a:pt x="267" y="65"/>
                  <a:pt x="267" y="65"/>
                  <a:pt x="267" y="65"/>
                </a:cubicBezTo>
                <a:cubicBezTo>
                  <a:pt x="267" y="65"/>
                  <a:pt x="267" y="65"/>
                  <a:pt x="267" y="65"/>
                </a:cubicBezTo>
                <a:cubicBezTo>
                  <a:pt x="267" y="65"/>
                  <a:pt x="267" y="65"/>
                  <a:pt x="267" y="65"/>
                </a:cubicBezTo>
                <a:cubicBezTo>
                  <a:pt x="267" y="65"/>
                  <a:pt x="267" y="65"/>
                  <a:pt x="267" y="65"/>
                </a:cubicBezTo>
                <a:cubicBezTo>
                  <a:pt x="267" y="66"/>
                  <a:pt x="267" y="65"/>
                  <a:pt x="267" y="65"/>
                </a:cubicBezTo>
                <a:cubicBezTo>
                  <a:pt x="267" y="65"/>
                  <a:pt x="267" y="65"/>
                  <a:pt x="267" y="65"/>
                </a:cubicBezTo>
                <a:cubicBezTo>
                  <a:pt x="267" y="65"/>
                  <a:pt x="267" y="65"/>
                  <a:pt x="267" y="66"/>
                </a:cubicBezTo>
                <a:cubicBezTo>
                  <a:pt x="268" y="66"/>
                  <a:pt x="268" y="66"/>
                  <a:pt x="267" y="66"/>
                </a:cubicBezTo>
                <a:cubicBezTo>
                  <a:pt x="267" y="66"/>
                  <a:pt x="268" y="66"/>
                  <a:pt x="268" y="66"/>
                </a:cubicBezTo>
                <a:cubicBezTo>
                  <a:pt x="268" y="66"/>
                  <a:pt x="268" y="66"/>
                  <a:pt x="268" y="66"/>
                </a:cubicBezTo>
                <a:cubicBezTo>
                  <a:pt x="268" y="66"/>
                  <a:pt x="268" y="66"/>
                  <a:pt x="268" y="66"/>
                </a:cubicBezTo>
                <a:cubicBezTo>
                  <a:pt x="268" y="66"/>
                  <a:pt x="268" y="66"/>
                  <a:pt x="268" y="66"/>
                </a:cubicBezTo>
                <a:cubicBezTo>
                  <a:pt x="268" y="66"/>
                  <a:pt x="268" y="66"/>
                  <a:pt x="269" y="66"/>
                </a:cubicBezTo>
                <a:cubicBezTo>
                  <a:pt x="269" y="66"/>
                  <a:pt x="269" y="66"/>
                  <a:pt x="269" y="66"/>
                </a:cubicBezTo>
                <a:cubicBezTo>
                  <a:pt x="269" y="66"/>
                  <a:pt x="269" y="66"/>
                  <a:pt x="270" y="66"/>
                </a:cubicBezTo>
                <a:cubicBezTo>
                  <a:pt x="270" y="66"/>
                  <a:pt x="270" y="66"/>
                  <a:pt x="270" y="66"/>
                </a:cubicBezTo>
                <a:cubicBezTo>
                  <a:pt x="270" y="66"/>
                  <a:pt x="271" y="66"/>
                  <a:pt x="271" y="66"/>
                </a:cubicBezTo>
                <a:cubicBezTo>
                  <a:pt x="271" y="66"/>
                  <a:pt x="271" y="66"/>
                  <a:pt x="271" y="66"/>
                </a:cubicBezTo>
                <a:close/>
                <a:moveTo>
                  <a:pt x="266" y="65"/>
                </a:moveTo>
                <a:cubicBezTo>
                  <a:pt x="266" y="65"/>
                  <a:pt x="266" y="64"/>
                  <a:pt x="266" y="64"/>
                </a:cubicBezTo>
                <a:cubicBezTo>
                  <a:pt x="266" y="64"/>
                  <a:pt x="266" y="64"/>
                  <a:pt x="266" y="64"/>
                </a:cubicBezTo>
                <a:cubicBezTo>
                  <a:pt x="266" y="64"/>
                  <a:pt x="266" y="64"/>
                  <a:pt x="266" y="64"/>
                </a:cubicBezTo>
                <a:cubicBezTo>
                  <a:pt x="266" y="64"/>
                  <a:pt x="266" y="64"/>
                  <a:pt x="266" y="64"/>
                </a:cubicBezTo>
                <a:cubicBezTo>
                  <a:pt x="266" y="64"/>
                  <a:pt x="266" y="65"/>
                  <a:pt x="266" y="65"/>
                </a:cubicBezTo>
                <a:cubicBezTo>
                  <a:pt x="265" y="65"/>
                  <a:pt x="265" y="65"/>
                  <a:pt x="265" y="64"/>
                </a:cubicBezTo>
                <a:cubicBezTo>
                  <a:pt x="265" y="64"/>
                  <a:pt x="265" y="64"/>
                  <a:pt x="265" y="64"/>
                </a:cubicBezTo>
                <a:cubicBezTo>
                  <a:pt x="265" y="64"/>
                  <a:pt x="265" y="64"/>
                  <a:pt x="265" y="64"/>
                </a:cubicBezTo>
                <a:cubicBezTo>
                  <a:pt x="265" y="64"/>
                  <a:pt x="265" y="64"/>
                  <a:pt x="265" y="64"/>
                </a:cubicBezTo>
                <a:cubicBezTo>
                  <a:pt x="265" y="64"/>
                  <a:pt x="265" y="64"/>
                  <a:pt x="265" y="64"/>
                </a:cubicBezTo>
                <a:cubicBezTo>
                  <a:pt x="265" y="64"/>
                  <a:pt x="265" y="64"/>
                  <a:pt x="265" y="64"/>
                </a:cubicBezTo>
                <a:cubicBezTo>
                  <a:pt x="265" y="64"/>
                  <a:pt x="265" y="64"/>
                  <a:pt x="265" y="64"/>
                </a:cubicBezTo>
                <a:cubicBezTo>
                  <a:pt x="265" y="64"/>
                  <a:pt x="265" y="64"/>
                  <a:pt x="265" y="64"/>
                </a:cubicBezTo>
                <a:cubicBezTo>
                  <a:pt x="264" y="65"/>
                  <a:pt x="264" y="65"/>
                  <a:pt x="264" y="64"/>
                </a:cubicBezTo>
                <a:cubicBezTo>
                  <a:pt x="264" y="64"/>
                  <a:pt x="264" y="64"/>
                  <a:pt x="264" y="64"/>
                </a:cubicBezTo>
                <a:cubicBezTo>
                  <a:pt x="264" y="64"/>
                  <a:pt x="264" y="64"/>
                  <a:pt x="264" y="64"/>
                </a:cubicBezTo>
                <a:cubicBezTo>
                  <a:pt x="263" y="64"/>
                  <a:pt x="263" y="64"/>
                  <a:pt x="263" y="64"/>
                </a:cubicBezTo>
                <a:cubicBezTo>
                  <a:pt x="263" y="64"/>
                  <a:pt x="263" y="64"/>
                  <a:pt x="263" y="64"/>
                </a:cubicBezTo>
                <a:cubicBezTo>
                  <a:pt x="263" y="64"/>
                  <a:pt x="263" y="64"/>
                  <a:pt x="262" y="64"/>
                </a:cubicBezTo>
                <a:cubicBezTo>
                  <a:pt x="262" y="64"/>
                  <a:pt x="262" y="64"/>
                  <a:pt x="262" y="64"/>
                </a:cubicBezTo>
                <a:cubicBezTo>
                  <a:pt x="262" y="64"/>
                  <a:pt x="261" y="64"/>
                  <a:pt x="261" y="64"/>
                </a:cubicBezTo>
                <a:cubicBezTo>
                  <a:pt x="260" y="63"/>
                  <a:pt x="260" y="63"/>
                  <a:pt x="259" y="64"/>
                </a:cubicBezTo>
                <a:cubicBezTo>
                  <a:pt x="259" y="64"/>
                  <a:pt x="259" y="64"/>
                  <a:pt x="259" y="64"/>
                </a:cubicBezTo>
                <a:cubicBezTo>
                  <a:pt x="259" y="64"/>
                  <a:pt x="258" y="64"/>
                  <a:pt x="258" y="64"/>
                </a:cubicBezTo>
                <a:cubicBezTo>
                  <a:pt x="258" y="64"/>
                  <a:pt x="258" y="64"/>
                  <a:pt x="258" y="64"/>
                </a:cubicBezTo>
                <a:cubicBezTo>
                  <a:pt x="258" y="64"/>
                  <a:pt x="258" y="64"/>
                  <a:pt x="258" y="64"/>
                </a:cubicBezTo>
                <a:cubicBezTo>
                  <a:pt x="258" y="65"/>
                  <a:pt x="258" y="65"/>
                  <a:pt x="258" y="65"/>
                </a:cubicBezTo>
                <a:cubicBezTo>
                  <a:pt x="258" y="66"/>
                  <a:pt x="258" y="66"/>
                  <a:pt x="258" y="66"/>
                </a:cubicBezTo>
                <a:cubicBezTo>
                  <a:pt x="258" y="66"/>
                  <a:pt x="258" y="66"/>
                  <a:pt x="258" y="67"/>
                </a:cubicBezTo>
                <a:cubicBezTo>
                  <a:pt x="259" y="67"/>
                  <a:pt x="259" y="67"/>
                  <a:pt x="260" y="67"/>
                </a:cubicBezTo>
                <a:cubicBezTo>
                  <a:pt x="260" y="67"/>
                  <a:pt x="260" y="67"/>
                  <a:pt x="261" y="66"/>
                </a:cubicBezTo>
                <a:cubicBezTo>
                  <a:pt x="261" y="66"/>
                  <a:pt x="261" y="66"/>
                  <a:pt x="261" y="66"/>
                </a:cubicBezTo>
                <a:cubicBezTo>
                  <a:pt x="261" y="66"/>
                  <a:pt x="262" y="66"/>
                  <a:pt x="262" y="66"/>
                </a:cubicBezTo>
                <a:cubicBezTo>
                  <a:pt x="262" y="66"/>
                  <a:pt x="262" y="66"/>
                  <a:pt x="263" y="66"/>
                </a:cubicBezTo>
                <a:cubicBezTo>
                  <a:pt x="263" y="66"/>
                  <a:pt x="263" y="66"/>
                  <a:pt x="263" y="66"/>
                </a:cubicBezTo>
                <a:cubicBezTo>
                  <a:pt x="263" y="66"/>
                  <a:pt x="264" y="66"/>
                  <a:pt x="264" y="66"/>
                </a:cubicBezTo>
                <a:cubicBezTo>
                  <a:pt x="264" y="66"/>
                  <a:pt x="264" y="66"/>
                  <a:pt x="264" y="66"/>
                </a:cubicBezTo>
                <a:cubicBezTo>
                  <a:pt x="264" y="66"/>
                  <a:pt x="264" y="66"/>
                  <a:pt x="264" y="66"/>
                </a:cubicBezTo>
                <a:cubicBezTo>
                  <a:pt x="264" y="66"/>
                  <a:pt x="264" y="66"/>
                  <a:pt x="265" y="66"/>
                </a:cubicBezTo>
                <a:cubicBezTo>
                  <a:pt x="265" y="66"/>
                  <a:pt x="265" y="66"/>
                  <a:pt x="265" y="66"/>
                </a:cubicBezTo>
                <a:cubicBezTo>
                  <a:pt x="265" y="66"/>
                  <a:pt x="265" y="66"/>
                  <a:pt x="265" y="66"/>
                </a:cubicBezTo>
                <a:cubicBezTo>
                  <a:pt x="266" y="66"/>
                  <a:pt x="266" y="65"/>
                  <a:pt x="266" y="66"/>
                </a:cubicBezTo>
                <a:cubicBezTo>
                  <a:pt x="266" y="66"/>
                  <a:pt x="266" y="66"/>
                  <a:pt x="266" y="66"/>
                </a:cubicBezTo>
                <a:cubicBezTo>
                  <a:pt x="267" y="66"/>
                  <a:pt x="266" y="65"/>
                  <a:pt x="266" y="65"/>
                </a:cubicBezTo>
                <a:cubicBezTo>
                  <a:pt x="266" y="64"/>
                  <a:pt x="266" y="65"/>
                  <a:pt x="266" y="65"/>
                </a:cubicBezTo>
                <a:close/>
                <a:moveTo>
                  <a:pt x="285" y="54"/>
                </a:moveTo>
                <a:cubicBezTo>
                  <a:pt x="285" y="54"/>
                  <a:pt x="285" y="54"/>
                  <a:pt x="285" y="55"/>
                </a:cubicBezTo>
                <a:cubicBezTo>
                  <a:pt x="285" y="55"/>
                  <a:pt x="285" y="55"/>
                  <a:pt x="285" y="56"/>
                </a:cubicBezTo>
                <a:cubicBezTo>
                  <a:pt x="285" y="56"/>
                  <a:pt x="285" y="56"/>
                  <a:pt x="285" y="56"/>
                </a:cubicBezTo>
                <a:cubicBezTo>
                  <a:pt x="285" y="56"/>
                  <a:pt x="285" y="56"/>
                  <a:pt x="286" y="56"/>
                </a:cubicBezTo>
                <a:cubicBezTo>
                  <a:pt x="286" y="56"/>
                  <a:pt x="286" y="56"/>
                  <a:pt x="286" y="56"/>
                </a:cubicBezTo>
                <a:cubicBezTo>
                  <a:pt x="286" y="56"/>
                  <a:pt x="287" y="55"/>
                  <a:pt x="287" y="56"/>
                </a:cubicBezTo>
                <a:cubicBezTo>
                  <a:pt x="287" y="56"/>
                  <a:pt x="287" y="56"/>
                  <a:pt x="287" y="56"/>
                </a:cubicBezTo>
                <a:cubicBezTo>
                  <a:pt x="287" y="56"/>
                  <a:pt x="287" y="56"/>
                  <a:pt x="287" y="56"/>
                </a:cubicBezTo>
                <a:cubicBezTo>
                  <a:pt x="287" y="56"/>
                  <a:pt x="287" y="56"/>
                  <a:pt x="288" y="56"/>
                </a:cubicBezTo>
                <a:cubicBezTo>
                  <a:pt x="288" y="57"/>
                  <a:pt x="288" y="57"/>
                  <a:pt x="288" y="57"/>
                </a:cubicBezTo>
                <a:cubicBezTo>
                  <a:pt x="288" y="57"/>
                  <a:pt x="288" y="57"/>
                  <a:pt x="288" y="57"/>
                </a:cubicBezTo>
                <a:cubicBezTo>
                  <a:pt x="288" y="56"/>
                  <a:pt x="289" y="56"/>
                  <a:pt x="289" y="56"/>
                </a:cubicBezTo>
                <a:cubicBezTo>
                  <a:pt x="289" y="56"/>
                  <a:pt x="289" y="56"/>
                  <a:pt x="289" y="56"/>
                </a:cubicBezTo>
                <a:cubicBezTo>
                  <a:pt x="289" y="56"/>
                  <a:pt x="289" y="55"/>
                  <a:pt x="289" y="55"/>
                </a:cubicBezTo>
                <a:cubicBezTo>
                  <a:pt x="288" y="55"/>
                  <a:pt x="288" y="55"/>
                  <a:pt x="287" y="55"/>
                </a:cubicBezTo>
                <a:cubicBezTo>
                  <a:pt x="287" y="55"/>
                  <a:pt x="287" y="55"/>
                  <a:pt x="287" y="55"/>
                </a:cubicBezTo>
                <a:cubicBezTo>
                  <a:pt x="287" y="55"/>
                  <a:pt x="287" y="55"/>
                  <a:pt x="287" y="55"/>
                </a:cubicBezTo>
                <a:cubicBezTo>
                  <a:pt x="287" y="55"/>
                  <a:pt x="286" y="54"/>
                  <a:pt x="286" y="54"/>
                </a:cubicBezTo>
                <a:cubicBezTo>
                  <a:pt x="286" y="54"/>
                  <a:pt x="288" y="53"/>
                  <a:pt x="287" y="53"/>
                </a:cubicBezTo>
                <a:cubicBezTo>
                  <a:pt x="287" y="53"/>
                  <a:pt x="287" y="53"/>
                  <a:pt x="287" y="53"/>
                </a:cubicBezTo>
                <a:cubicBezTo>
                  <a:pt x="287" y="53"/>
                  <a:pt x="287" y="53"/>
                  <a:pt x="286" y="52"/>
                </a:cubicBezTo>
                <a:cubicBezTo>
                  <a:pt x="286" y="52"/>
                  <a:pt x="286" y="52"/>
                  <a:pt x="286" y="52"/>
                </a:cubicBezTo>
                <a:cubicBezTo>
                  <a:pt x="286" y="52"/>
                  <a:pt x="286" y="52"/>
                  <a:pt x="286" y="52"/>
                </a:cubicBezTo>
                <a:cubicBezTo>
                  <a:pt x="286" y="52"/>
                  <a:pt x="286" y="52"/>
                  <a:pt x="286" y="52"/>
                </a:cubicBezTo>
                <a:cubicBezTo>
                  <a:pt x="286" y="52"/>
                  <a:pt x="285" y="53"/>
                  <a:pt x="285" y="53"/>
                </a:cubicBezTo>
                <a:cubicBezTo>
                  <a:pt x="285" y="53"/>
                  <a:pt x="285" y="52"/>
                  <a:pt x="285" y="52"/>
                </a:cubicBezTo>
                <a:cubicBezTo>
                  <a:pt x="285" y="52"/>
                  <a:pt x="284" y="52"/>
                  <a:pt x="284" y="52"/>
                </a:cubicBezTo>
                <a:cubicBezTo>
                  <a:pt x="284" y="52"/>
                  <a:pt x="284" y="52"/>
                  <a:pt x="284" y="52"/>
                </a:cubicBezTo>
                <a:cubicBezTo>
                  <a:pt x="284" y="53"/>
                  <a:pt x="284" y="53"/>
                  <a:pt x="284" y="53"/>
                </a:cubicBezTo>
                <a:cubicBezTo>
                  <a:pt x="284" y="53"/>
                  <a:pt x="284" y="53"/>
                  <a:pt x="284" y="54"/>
                </a:cubicBezTo>
                <a:cubicBezTo>
                  <a:pt x="284" y="54"/>
                  <a:pt x="284" y="54"/>
                  <a:pt x="284" y="54"/>
                </a:cubicBezTo>
                <a:cubicBezTo>
                  <a:pt x="285" y="54"/>
                  <a:pt x="285" y="54"/>
                  <a:pt x="285" y="54"/>
                </a:cubicBezTo>
                <a:close/>
                <a:moveTo>
                  <a:pt x="285" y="40"/>
                </a:moveTo>
                <a:cubicBezTo>
                  <a:pt x="285" y="40"/>
                  <a:pt x="285" y="40"/>
                  <a:pt x="285" y="40"/>
                </a:cubicBezTo>
                <a:cubicBezTo>
                  <a:pt x="285" y="40"/>
                  <a:pt x="285" y="40"/>
                  <a:pt x="285" y="40"/>
                </a:cubicBezTo>
                <a:cubicBezTo>
                  <a:pt x="286" y="40"/>
                  <a:pt x="286" y="40"/>
                  <a:pt x="286" y="40"/>
                </a:cubicBezTo>
                <a:cubicBezTo>
                  <a:pt x="286" y="41"/>
                  <a:pt x="285" y="41"/>
                  <a:pt x="286" y="41"/>
                </a:cubicBezTo>
                <a:cubicBezTo>
                  <a:pt x="286" y="41"/>
                  <a:pt x="287" y="41"/>
                  <a:pt x="287" y="42"/>
                </a:cubicBezTo>
                <a:cubicBezTo>
                  <a:pt x="287" y="42"/>
                  <a:pt x="286" y="42"/>
                  <a:pt x="286" y="42"/>
                </a:cubicBezTo>
                <a:cubicBezTo>
                  <a:pt x="286" y="43"/>
                  <a:pt x="286" y="43"/>
                  <a:pt x="286" y="43"/>
                </a:cubicBezTo>
                <a:cubicBezTo>
                  <a:pt x="286" y="44"/>
                  <a:pt x="286" y="44"/>
                  <a:pt x="286" y="44"/>
                </a:cubicBezTo>
                <a:cubicBezTo>
                  <a:pt x="286" y="45"/>
                  <a:pt x="286" y="45"/>
                  <a:pt x="286" y="45"/>
                </a:cubicBezTo>
                <a:cubicBezTo>
                  <a:pt x="286" y="45"/>
                  <a:pt x="286" y="45"/>
                  <a:pt x="286" y="45"/>
                </a:cubicBezTo>
                <a:cubicBezTo>
                  <a:pt x="286" y="45"/>
                  <a:pt x="286" y="46"/>
                  <a:pt x="287" y="46"/>
                </a:cubicBezTo>
                <a:cubicBezTo>
                  <a:pt x="287" y="46"/>
                  <a:pt x="287" y="46"/>
                  <a:pt x="287" y="46"/>
                </a:cubicBezTo>
                <a:cubicBezTo>
                  <a:pt x="287" y="46"/>
                  <a:pt x="288" y="46"/>
                  <a:pt x="288" y="47"/>
                </a:cubicBezTo>
                <a:cubicBezTo>
                  <a:pt x="288" y="47"/>
                  <a:pt x="287" y="47"/>
                  <a:pt x="287" y="48"/>
                </a:cubicBezTo>
                <a:cubicBezTo>
                  <a:pt x="287" y="48"/>
                  <a:pt x="287" y="48"/>
                  <a:pt x="287" y="48"/>
                </a:cubicBezTo>
                <a:cubicBezTo>
                  <a:pt x="287" y="48"/>
                  <a:pt x="287" y="48"/>
                  <a:pt x="287" y="48"/>
                </a:cubicBezTo>
                <a:cubicBezTo>
                  <a:pt x="288" y="49"/>
                  <a:pt x="287" y="49"/>
                  <a:pt x="287" y="49"/>
                </a:cubicBezTo>
                <a:cubicBezTo>
                  <a:pt x="287" y="50"/>
                  <a:pt x="287" y="50"/>
                  <a:pt x="287" y="50"/>
                </a:cubicBezTo>
                <a:cubicBezTo>
                  <a:pt x="287" y="50"/>
                  <a:pt x="287" y="51"/>
                  <a:pt x="287" y="51"/>
                </a:cubicBezTo>
                <a:cubicBezTo>
                  <a:pt x="287" y="51"/>
                  <a:pt x="287" y="51"/>
                  <a:pt x="287" y="52"/>
                </a:cubicBezTo>
                <a:cubicBezTo>
                  <a:pt x="288" y="52"/>
                  <a:pt x="288" y="52"/>
                  <a:pt x="288" y="52"/>
                </a:cubicBezTo>
                <a:cubicBezTo>
                  <a:pt x="289" y="52"/>
                  <a:pt x="289" y="52"/>
                  <a:pt x="289" y="53"/>
                </a:cubicBezTo>
                <a:cubicBezTo>
                  <a:pt x="289" y="53"/>
                  <a:pt x="289" y="53"/>
                  <a:pt x="289" y="53"/>
                </a:cubicBezTo>
                <a:cubicBezTo>
                  <a:pt x="289" y="53"/>
                  <a:pt x="289" y="53"/>
                  <a:pt x="289" y="53"/>
                </a:cubicBezTo>
                <a:cubicBezTo>
                  <a:pt x="289" y="53"/>
                  <a:pt x="289" y="53"/>
                  <a:pt x="289" y="53"/>
                </a:cubicBezTo>
                <a:cubicBezTo>
                  <a:pt x="289" y="53"/>
                  <a:pt x="289" y="53"/>
                  <a:pt x="289" y="53"/>
                </a:cubicBezTo>
                <a:cubicBezTo>
                  <a:pt x="289" y="54"/>
                  <a:pt x="290" y="54"/>
                  <a:pt x="290" y="54"/>
                </a:cubicBezTo>
                <a:cubicBezTo>
                  <a:pt x="290" y="55"/>
                  <a:pt x="290" y="55"/>
                  <a:pt x="290" y="55"/>
                </a:cubicBezTo>
                <a:cubicBezTo>
                  <a:pt x="290" y="55"/>
                  <a:pt x="290" y="55"/>
                  <a:pt x="291" y="55"/>
                </a:cubicBezTo>
                <a:cubicBezTo>
                  <a:pt x="291" y="55"/>
                  <a:pt x="291" y="56"/>
                  <a:pt x="292" y="56"/>
                </a:cubicBezTo>
                <a:cubicBezTo>
                  <a:pt x="292" y="56"/>
                  <a:pt x="292" y="56"/>
                  <a:pt x="292" y="56"/>
                </a:cubicBezTo>
                <a:cubicBezTo>
                  <a:pt x="292" y="56"/>
                  <a:pt x="292" y="56"/>
                  <a:pt x="292" y="56"/>
                </a:cubicBezTo>
                <a:cubicBezTo>
                  <a:pt x="292" y="56"/>
                  <a:pt x="292" y="56"/>
                  <a:pt x="292" y="56"/>
                </a:cubicBezTo>
                <a:cubicBezTo>
                  <a:pt x="292" y="57"/>
                  <a:pt x="292" y="57"/>
                  <a:pt x="292" y="57"/>
                </a:cubicBezTo>
                <a:cubicBezTo>
                  <a:pt x="292" y="57"/>
                  <a:pt x="292" y="57"/>
                  <a:pt x="292" y="57"/>
                </a:cubicBezTo>
                <a:cubicBezTo>
                  <a:pt x="293" y="57"/>
                  <a:pt x="293" y="57"/>
                  <a:pt x="293" y="57"/>
                </a:cubicBezTo>
                <a:cubicBezTo>
                  <a:pt x="293" y="57"/>
                  <a:pt x="293" y="57"/>
                  <a:pt x="293" y="57"/>
                </a:cubicBezTo>
                <a:cubicBezTo>
                  <a:pt x="293" y="57"/>
                  <a:pt x="293" y="57"/>
                  <a:pt x="293" y="57"/>
                </a:cubicBezTo>
                <a:cubicBezTo>
                  <a:pt x="293" y="57"/>
                  <a:pt x="293" y="57"/>
                  <a:pt x="293" y="57"/>
                </a:cubicBezTo>
                <a:cubicBezTo>
                  <a:pt x="293" y="57"/>
                  <a:pt x="293" y="57"/>
                  <a:pt x="293" y="57"/>
                </a:cubicBezTo>
                <a:cubicBezTo>
                  <a:pt x="293" y="57"/>
                  <a:pt x="293" y="57"/>
                  <a:pt x="294" y="57"/>
                </a:cubicBezTo>
                <a:cubicBezTo>
                  <a:pt x="294" y="57"/>
                  <a:pt x="294" y="57"/>
                  <a:pt x="294" y="57"/>
                </a:cubicBezTo>
                <a:cubicBezTo>
                  <a:pt x="293" y="57"/>
                  <a:pt x="293" y="57"/>
                  <a:pt x="293" y="56"/>
                </a:cubicBezTo>
                <a:cubicBezTo>
                  <a:pt x="293" y="56"/>
                  <a:pt x="293" y="56"/>
                  <a:pt x="293" y="56"/>
                </a:cubicBezTo>
                <a:cubicBezTo>
                  <a:pt x="293" y="56"/>
                  <a:pt x="293" y="56"/>
                  <a:pt x="292" y="56"/>
                </a:cubicBezTo>
                <a:cubicBezTo>
                  <a:pt x="292" y="56"/>
                  <a:pt x="292" y="56"/>
                  <a:pt x="292" y="56"/>
                </a:cubicBezTo>
                <a:cubicBezTo>
                  <a:pt x="292" y="55"/>
                  <a:pt x="292" y="55"/>
                  <a:pt x="292" y="55"/>
                </a:cubicBezTo>
                <a:cubicBezTo>
                  <a:pt x="292" y="55"/>
                  <a:pt x="292" y="55"/>
                  <a:pt x="292" y="55"/>
                </a:cubicBezTo>
                <a:cubicBezTo>
                  <a:pt x="292" y="55"/>
                  <a:pt x="292" y="55"/>
                  <a:pt x="292" y="55"/>
                </a:cubicBezTo>
                <a:cubicBezTo>
                  <a:pt x="291" y="55"/>
                  <a:pt x="291" y="55"/>
                  <a:pt x="291" y="54"/>
                </a:cubicBezTo>
                <a:cubicBezTo>
                  <a:pt x="291" y="54"/>
                  <a:pt x="291" y="53"/>
                  <a:pt x="291" y="53"/>
                </a:cubicBezTo>
                <a:cubicBezTo>
                  <a:pt x="290" y="53"/>
                  <a:pt x="290" y="53"/>
                  <a:pt x="290" y="52"/>
                </a:cubicBezTo>
                <a:cubicBezTo>
                  <a:pt x="290" y="52"/>
                  <a:pt x="290" y="52"/>
                  <a:pt x="290" y="52"/>
                </a:cubicBezTo>
                <a:cubicBezTo>
                  <a:pt x="290" y="51"/>
                  <a:pt x="290" y="51"/>
                  <a:pt x="290" y="51"/>
                </a:cubicBezTo>
                <a:cubicBezTo>
                  <a:pt x="290" y="51"/>
                  <a:pt x="290" y="51"/>
                  <a:pt x="290" y="51"/>
                </a:cubicBezTo>
                <a:cubicBezTo>
                  <a:pt x="290" y="50"/>
                  <a:pt x="290" y="50"/>
                  <a:pt x="289" y="50"/>
                </a:cubicBezTo>
                <a:cubicBezTo>
                  <a:pt x="289" y="50"/>
                  <a:pt x="289" y="50"/>
                  <a:pt x="289" y="49"/>
                </a:cubicBezTo>
                <a:cubicBezTo>
                  <a:pt x="289" y="49"/>
                  <a:pt x="289" y="49"/>
                  <a:pt x="289" y="49"/>
                </a:cubicBezTo>
                <a:cubicBezTo>
                  <a:pt x="289" y="49"/>
                  <a:pt x="289" y="49"/>
                  <a:pt x="289" y="48"/>
                </a:cubicBezTo>
                <a:cubicBezTo>
                  <a:pt x="289" y="48"/>
                  <a:pt x="289" y="48"/>
                  <a:pt x="289" y="48"/>
                </a:cubicBezTo>
                <a:cubicBezTo>
                  <a:pt x="289" y="48"/>
                  <a:pt x="289" y="48"/>
                  <a:pt x="289" y="48"/>
                </a:cubicBezTo>
                <a:cubicBezTo>
                  <a:pt x="289" y="48"/>
                  <a:pt x="289" y="48"/>
                  <a:pt x="289" y="48"/>
                </a:cubicBezTo>
                <a:cubicBezTo>
                  <a:pt x="289" y="48"/>
                  <a:pt x="289" y="47"/>
                  <a:pt x="289" y="47"/>
                </a:cubicBezTo>
                <a:cubicBezTo>
                  <a:pt x="289" y="47"/>
                  <a:pt x="289" y="47"/>
                  <a:pt x="289" y="47"/>
                </a:cubicBezTo>
                <a:cubicBezTo>
                  <a:pt x="289" y="47"/>
                  <a:pt x="289" y="47"/>
                  <a:pt x="289" y="47"/>
                </a:cubicBezTo>
                <a:cubicBezTo>
                  <a:pt x="289" y="47"/>
                  <a:pt x="289" y="47"/>
                  <a:pt x="289" y="47"/>
                </a:cubicBezTo>
                <a:cubicBezTo>
                  <a:pt x="289" y="47"/>
                  <a:pt x="289" y="46"/>
                  <a:pt x="289" y="46"/>
                </a:cubicBezTo>
                <a:cubicBezTo>
                  <a:pt x="289" y="46"/>
                  <a:pt x="289" y="46"/>
                  <a:pt x="289" y="46"/>
                </a:cubicBezTo>
                <a:cubicBezTo>
                  <a:pt x="289" y="46"/>
                  <a:pt x="289" y="46"/>
                  <a:pt x="289" y="46"/>
                </a:cubicBezTo>
                <a:cubicBezTo>
                  <a:pt x="289" y="46"/>
                  <a:pt x="289" y="45"/>
                  <a:pt x="289" y="45"/>
                </a:cubicBezTo>
                <a:cubicBezTo>
                  <a:pt x="289" y="45"/>
                  <a:pt x="289" y="45"/>
                  <a:pt x="290" y="45"/>
                </a:cubicBezTo>
                <a:cubicBezTo>
                  <a:pt x="290" y="45"/>
                  <a:pt x="290" y="45"/>
                  <a:pt x="290" y="45"/>
                </a:cubicBezTo>
                <a:cubicBezTo>
                  <a:pt x="290" y="45"/>
                  <a:pt x="290" y="45"/>
                  <a:pt x="290" y="45"/>
                </a:cubicBezTo>
                <a:cubicBezTo>
                  <a:pt x="291" y="45"/>
                  <a:pt x="291" y="45"/>
                  <a:pt x="291" y="45"/>
                </a:cubicBezTo>
                <a:cubicBezTo>
                  <a:pt x="291" y="45"/>
                  <a:pt x="291" y="45"/>
                  <a:pt x="291" y="45"/>
                </a:cubicBezTo>
                <a:cubicBezTo>
                  <a:pt x="291" y="45"/>
                  <a:pt x="291" y="45"/>
                  <a:pt x="291" y="45"/>
                </a:cubicBezTo>
                <a:cubicBezTo>
                  <a:pt x="291" y="45"/>
                  <a:pt x="291" y="45"/>
                  <a:pt x="292" y="45"/>
                </a:cubicBezTo>
                <a:cubicBezTo>
                  <a:pt x="292" y="45"/>
                  <a:pt x="292" y="45"/>
                  <a:pt x="292" y="46"/>
                </a:cubicBezTo>
                <a:cubicBezTo>
                  <a:pt x="292" y="46"/>
                  <a:pt x="292" y="46"/>
                  <a:pt x="293" y="46"/>
                </a:cubicBezTo>
                <a:cubicBezTo>
                  <a:pt x="293" y="46"/>
                  <a:pt x="293" y="46"/>
                  <a:pt x="293" y="46"/>
                </a:cubicBezTo>
                <a:cubicBezTo>
                  <a:pt x="293" y="46"/>
                  <a:pt x="294" y="46"/>
                  <a:pt x="294" y="46"/>
                </a:cubicBezTo>
                <a:cubicBezTo>
                  <a:pt x="294" y="46"/>
                  <a:pt x="294" y="46"/>
                  <a:pt x="294" y="46"/>
                </a:cubicBezTo>
                <a:cubicBezTo>
                  <a:pt x="294" y="46"/>
                  <a:pt x="294" y="46"/>
                  <a:pt x="295" y="46"/>
                </a:cubicBezTo>
                <a:cubicBezTo>
                  <a:pt x="295" y="46"/>
                  <a:pt x="295" y="46"/>
                  <a:pt x="296" y="46"/>
                </a:cubicBezTo>
                <a:cubicBezTo>
                  <a:pt x="296" y="46"/>
                  <a:pt x="297" y="47"/>
                  <a:pt x="297" y="47"/>
                </a:cubicBezTo>
                <a:cubicBezTo>
                  <a:pt x="297" y="47"/>
                  <a:pt x="297" y="47"/>
                  <a:pt x="297" y="47"/>
                </a:cubicBezTo>
                <a:cubicBezTo>
                  <a:pt x="297" y="47"/>
                  <a:pt x="298" y="47"/>
                  <a:pt x="298" y="47"/>
                </a:cubicBezTo>
                <a:cubicBezTo>
                  <a:pt x="298" y="47"/>
                  <a:pt x="298" y="47"/>
                  <a:pt x="298" y="47"/>
                </a:cubicBezTo>
                <a:cubicBezTo>
                  <a:pt x="297" y="47"/>
                  <a:pt x="297" y="47"/>
                  <a:pt x="297" y="47"/>
                </a:cubicBezTo>
                <a:cubicBezTo>
                  <a:pt x="297" y="47"/>
                  <a:pt x="297" y="47"/>
                  <a:pt x="297" y="46"/>
                </a:cubicBezTo>
                <a:cubicBezTo>
                  <a:pt x="297" y="46"/>
                  <a:pt x="297" y="46"/>
                  <a:pt x="297" y="46"/>
                </a:cubicBezTo>
                <a:cubicBezTo>
                  <a:pt x="297" y="46"/>
                  <a:pt x="297" y="46"/>
                  <a:pt x="297" y="46"/>
                </a:cubicBezTo>
                <a:cubicBezTo>
                  <a:pt x="296" y="46"/>
                  <a:pt x="296" y="46"/>
                  <a:pt x="296" y="46"/>
                </a:cubicBezTo>
                <a:cubicBezTo>
                  <a:pt x="296" y="46"/>
                  <a:pt x="296" y="46"/>
                  <a:pt x="296" y="46"/>
                </a:cubicBezTo>
                <a:cubicBezTo>
                  <a:pt x="296" y="46"/>
                  <a:pt x="296" y="46"/>
                  <a:pt x="296" y="46"/>
                </a:cubicBezTo>
                <a:cubicBezTo>
                  <a:pt x="296" y="46"/>
                  <a:pt x="296" y="45"/>
                  <a:pt x="296" y="45"/>
                </a:cubicBezTo>
                <a:cubicBezTo>
                  <a:pt x="296" y="45"/>
                  <a:pt x="296" y="45"/>
                  <a:pt x="296" y="45"/>
                </a:cubicBezTo>
                <a:cubicBezTo>
                  <a:pt x="296" y="45"/>
                  <a:pt x="296" y="45"/>
                  <a:pt x="296" y="45"/>
                </a:cubicBezTo>
                <a:cubicBezTo>
                  <a:pt x="296" y="45"/>
                  <a:pt x="296" y="44"/>
                  <a:pt x="296" y="44"/>
                </a:cubicBezTo>
                <a:cubicBezTo>
                  <a:pt x="296" y="44"/>
                  <a:pt x="296" y="44"/>
                  <a:pt x="295" y="44"/>
                </a:cubicBezTo>
                <a:cubicBezTo>
                  <a:pt x="295" y="44"/>
                  <a:pt x="295" y="44"/>
                  <a:pt x="295" y="44"/>
                </a:cubicBezTo>
                <a:cubicBezTo>
                  <a:pt x="295" y="44"/>
                  <a:pt x="295" y="44"/>
                  <a:pt x="294" y="44"/>
                </a:cubicBezTo>
                <a:cubicBezTo>
                  <a:pt x="294" y="44"/>
                  <a:pt x="294" y="44"/>
                  <a:pt x="294" y="44"/>
                </a:cubicBezTo>
                <a:cubicBezTo>
                  <a:pt x="294" y="44"/>
                  <a:pt x="294" y="44"/>
                  <a:pt x="294" y="44"/>
                </a:cubicBezTo>
                <a:cubicBezTo>
                  <a:pt x="294" y="44"/>
                  <a:pt x="294" y="44"/>
                  <a:pt x="294" y="44"/>
                </a:cubicBezTo>
                <a:cubicBezTo>
                  <a:pt x="294" y="44"/>
                  <a:pt x="294" y="44"/>
                  <a:pt x="294" y="44"/>
                </a:cubicBezTo>
                <a:cubicBezTo>
                  <a:pt x="294" y="44"/>
                  <a:pt x="293" y="44"/>
                  <a:pt x="293" y="44"/>
                </a:cubicBezTo>
                <a:cubicBezTo>
                  <a:pt x="293" y="44"/>
                  <a:pt x="293" y="44"/>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2" y="43"/>
                  <a:pt x="292" y="43"/>
                </a:cubicBezTo>
                <a:cubicBezTo>
                  <a:pt x="292" y="43"/>
                  <a:pt x="292" y="43"/>
                  <a:pt x="292" y="43"/>
                </a:cubicBezTo>
                <a:cubicBezTo>
                  <a:pt x="292" y="43"/>
                  <a:pt x="292" y="43"/>
                  <a:pt x="292" y="43"/>
                </a:cubicBezTo>
                <a:cubicBezTo>
                  <a:pt x="292" y="43"/>
                  <a:pt x="292" y="42"/>
                  <a:pt x="292"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2"/>
                  <a:pt x="293" y="42"/>
                  <a:pt x="293" y="42"/>
                </a:cubicBezTo>
                <a:cubicBezTo>
                  <a:pt x="293" y="42"/>
                  <a:pt x="293" y="42"/>
                  <a:pt x="293" y="42"/>
                </a:cubicBezTo>
                <a:cubicBezTo>
                  <a:pt x="292" y="42"/>
                  <a:pt x="292" y="42"/>
                  <a:pt x="292" y="42"/>
                </a:cubicBezTo>
                <a:cubicBezTo>
                  <a:pt x="292" y="41"/>
                  <a:pt x="293" y="41"/>
                  <a:pt x="293" y="41"/>
                </a:cubicBezTo>
                <a:cubicBezTo>
                  <a:pt x="293" y="41"/>
                  <a:pt x="293" y="41"/>
                  <a:pt x="293" y="41"/>
                </a:cubicBezTo>
                <a:cubicBezTo>
                  <a:pt x="293" y="41"/>
                  <a:pt x="293" y="41"/>
                  <a:pt x="293" y="41"/>
                </a:cubicBezTo>
                <a:cubicBezTo>
                  <a:pt x="294" y="41"/>
                  <a:pt x="294" y="41"/>
                  <a:pt x="294" y="41"/>
                </a:cubicBezTo>
                <a:cubicBezTo>
                  <a:pt x="294" y="41"/>
                  <a:pt x="295" y="41"/>
                  <a:pt x="295" y="40"/>
                </a:cubicBezTo>
                <a:cubicBezTo>
                  <a:pt x="295" y="40"/>
                  <a:pt x="295" y="40"/>
                  <a:pt x="295" y="40"/>
                </a:cubicBezTo>
                <a:cubicBezTo>
                  <a:pt x="295" y="40"/>
                  <a:pt x="295" y="40"/>
                  <a:pt x="295" y="40"/>
                </a:cubicBezTo>
                <a:cubicBezTo>
                  <a:pt x="295" y="40"/>
                  <a:pt x="296" y="40"/>
                  <a:pt x="296" y="40"/>
                </a:cubicBezTo>
                <a:cubicBezTo>
                  <a:pt x="296" y="40"/>
                  <a:pt x="296" y="40"/>
                  <a:pt x="296" y="40"/>
                </a:cubicBezTo>
                <a:cubicBezTo>
                  <a:pt x="296" y="40"/>
                  <a:pt x="296" y="39"/>
                  <a:pt x="296" y="39"/>
                </a:cubicBezTo>
                <a:cubicBezTo>
                  <a:pt x="296" y="39"/>
                  <a:pt x="296" y="39"/>
                  <a:pt x="296" y="39"/>
                </a:cubicBezTo>
                <a:cubicBezTo>
                  <a:pt x="296" y="39"/>
                  <a:pt x="296" y="39"/>
                  <a:pt x="296" y="39"/>
                </a:cubicBezTo>
                <a:cubicBezTo>
                  <a:pt x="296" y="39"/>
                  <a:pt x="296" y="39"/>
                  <a:pt x="296" y="39"/>
                </a:cubicBezTo>
                <a:cubicBezTo>
                  <a:pt x="296" y="39"/>
                  <a:pt x="296" y="38"/>
                  <a:pt x="296" y="38"/>
                </a:cubicBezTo>
                <a:cubicBezTo>
                  <a:pt x="296" y="38"/>
                  <a:pt x="296" y="38"/>
                  <a:pt x="296" y="38"/>
                </a:cubicBezTo>
                <a:cubicBezTo>
                  <a:pt x="296" y="38"/>
                  <a:pt x="296" y="38"/>
                  <a:pt x="296" y="38"/>
                </a:cubicBezTo>
                <a:cubicBezTo>
                  <a:pt x="296" y="38"/>
                  <a:pt x="296" y="38"/>
                  <a:pt x="296" y="38"/>
                </a:cubicBezTo>
                <a:cubicBezTo>
                  <a:pt x="296" y="38"/>
                  <a:pt x="296" y="38"/>
                  <a:pt x="296" y="37"/>
                </a:cubicBezTo>
                <a:cubicBezTo>
                  <a:pt x="296" y="37"/>
                  <a:pt x="296" y="37"/>
                  <a:pt x="296" y="37"/>
                </a:cubicBezTo>
                <a:cubicBezTo>
                  <a:pt x="297" y="37"/>
                  <a:pt x="297" y="37"/>
                  <a:pt x="296" y="37"/>
                </a:cubicBezTo>
                <a:cubicBezTo>
                  <a:pt x="296" y="37"/>
                  <a:pt x="296" y="37"/>
                  <a:pt x="296" y="37"/>
                </a:cubicBezTo>
                <a:cubicBezTo>
                  <a:pt x="296" y="37"/>
                  <a:pt x="296" y="37"/>
                  <a:pt x="296" y="37"/>
                </a:cubicBezTo>
                <a:cubicBezTo>
                  <a:pt x="296" y="37"/>
                  <a:pt x="296" y="36"/>
                  <a:pt x="296" y="36"/>
                </a:cubicBezTo>
                <a:cubicBezTo>
                  <a:pt x="296" y="36"/>
                  <a:pt x="296" y="36"/>
                  <a:pt x="296" y="36"/>
                </a:cubicBezTo>
                <a:cubicBezTo>
                  <a:pt x="296" y="36"/>
                  <a:pt x="296" y="36"/>
                  <a:pt x="296" y="36"/>
                </a:cubicBezTo>
                <a:cubicBezTo>
                  <a:pt x="296" y="36"/>
                  <a:pt x="296" y="36"/>
                  <a:pt x="296" y="36"/>
                </a:cubicBezTo>
                <a:cubicBezTo>
                  <a:pt x="296" y="36"/>
                  <a:pt x="296" y="36"/>
                  <a:pt x="296" y="36"/>
                </a:cubicBezTo>
                <a:cubicBezTo>
                  <a:pt x="296" y="35"/>
                  <a:pt x="296" y="35"/>
                  <a:pt x="296" y="35"/>
                </a:cubicBezTo>
                <a:cubicBezTo>
                  <a:pt x="296" y="35"/>
                  <a:pt x="296" y="35"/>
                  <a:pt x="296" y="35"/>
                </a:cubicBezTo>
                <a:cubicBezTo>
                  <a:pt x="296" y="35"/>
                  <a:pt x="296" y="35"/>
                  <a:pt x="295" y="35"/>
                </a:cubicBezTo>
                <a:cubicBezTo>
                  <a:pt x="295" y="35"/>
                  <a:pt x="295" y="35"/>
                  <a:pt x="295" y="35"/>
                </a:cubicBezTo>
                <a:cubicBezTo>
                  <a:pt x="295" y="35"/>
                  <a:pt x="295" y="35"/>
                  <a:pt x="295" y="35"/>
                </a:cubicBezTo>
                <a:cubicBezTo>
                  <a:pt x="295" y="35"/>
                  <a:pt x="295" y="35"/>
                  <a:pt x="295" y="35"/>
                </a:cubicBezTo>
                <a:cubicBezTo>
                  <a:pt x="295" y="36"/>
                  <a:pt x="295" y="36"/>
                  <a:pt x="294" y="36"/>
                </a:cubicBezTo>
                <a:cubicBezTo>
                  <a:pt x="294" y="36"/>
                  <a:pt x="294" y="35"/>
                  <a:pt x="294" y="35"/>
                </a:cubicBezTo>
                <a:cubicBezTo>
                  <a:pt x="294" y="35"/>
                  <a:pt x="294" y="36"/>
                  <a:pt x="294" y="36"/>
                </a:cubicBezTo>
                <a:cubicBezTo>
                  <a:pt x="293" y="36"/>
                  <a:pt x="293" y="36"/>
                  <a:pt x="293" y="36"/>
                </a:cubicBezTo>
                <a:cubicBezTo>
                  <a:pt x="293" y="37"/>
                  <a:pt x="293" y="37"/>
                  <a:pt x="292" y="37"/>
                </a:cubicBezTo>
                <a:cubicBezTo>
                  <a:pt x="292" y="37"/>
                  <a:pt x="292" y="37"/>
                  <a:pt x="292" y="37"/>
                </a:cubicBezTo>
                <a:cubicBezTo>
                  <a:pt x="292" y="37"/>
                  <a:pt x="292" y="37"/>
                  <a:pt x="292" y="37"/>
                </a:cubicBezTo>
                <a:cubicBezTo>
                  <a:pt x="292" y="37"/>
                  <a:pt x="292" y="37"/>
                  <a:pt x="291" y="37"/>
                </a:cubicBezTo>
                <a:cubicBezTo>
                  <a:pt x="291" y="37"/>
                  <a:pt x="291" y="37"/>
                  <a:pt x="291" y="37"/>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2" y="38"/>
                  <a:pt x="292" y="38"/>
                  <a:pt x="292" y="39"/>
                </a:cubicBezTo>
                <a:cubicBezTo>
                  <a:pt x="292" y="39"/>
                  <a:pt x="292" y="39"/>
                  <a:pt x="292" y="39"/>
                </a:cubicBezTo>
                <a:cubicBezTo>
                  <a:pt x="291" y="39"/>
                  <a:pt x="291" y="39"/>
                  <a:pt x="291" y="39"/>
                </a:cubicBezTo>
                <a:cubicBezTo>
                  <a:pt x="291" y="39"/>
                  <a:pt x="290" y="39"/>
                  <a:pt x="290" y="39"/>
                </a:cubicBezTo>
                <a:cubicBezTo>
                  <a:pt x="290" y="39"/>
                  <a:pt x="290" y="39"/>
                  <a:pt x="290" y="40"/>
                </a:cubicBezTo>
                <a:cubicBezTo>
                  <a:pt x="290" y="40"/>
                  <a:pt x="290" y="40"/>
                  <a:pt x="290" y="40"/>
                </a:cubicBezTo>
                <a:cubicBezTo>
                  <a:pt x="289" y="40"/>
                  <a:pt x="289" y="40"/>
                  <a:pt x="289" y="40"/>
                </a:cubicBezTo>
                <a:cubicBezTo>
                  <a:pt x="289" y="41"/>
                  <a:pt x="289" y="41"/>
                  <a:pt x="289" y="41"/>
                </a:cubicBezTo>
                <a:cubicBezTo>
                  <a:pt x="289" y="41"/>
                  <a:pt x="289" y="41"/>
                  <a:pt x="289" y="41"/>
                </a:cubicBezTo>
                <a:cubicBezTo>
                  <a:pt x="289" y="41"/>
                  <a:pt x="289" y="41"/>
                  <a:pt x="289" y="42"/>
                </a:cubicBezTo>
                <a:cubicBezTo>
                  <a:pt x="289" y="42"/>
                  <a:pt x="289" y="42"/>
                  <a:pt x="289" y="42"/>
                </a:cubicBezTo>
                <a:cubicBezTo>
                  <a:pt x="289" y="42"/>
                  <a:pt x="289" y="42"/>
                  <a:pt x="289" y="42"/>
                </a:cubicBezTo>
                <a:cubicBezTo>
                  <a:pt x="288" y="42"/>
                  <a:pt x="288" y="42"/>
                  <a:pt x="288" y="42"/>
                </a:cubicBezTo>
                <a:cubicBezTo>
                  <a:pt x="288" y="42"/>
                  <a:pt x="288" y="42"/>
                  <a:pt x="288" y="42"/>
                </a:cubicBezTo>
                <a:cubicBezTo>
                  <a:pt x="288" y="42"/>
                  <a:pt x="288" y="42"/>
                  <a:pt x="288" y="42"/>
                </a:cubicBezTo>
                <a:cubicBezTo>
                  <a:pt x="288" y="42"/>
                  <a:pt x="288" y="42"/>
                  <a:pt x="288" y="42"/>
                </a:cubicBezTo>
                <a:cubicBezTo>
                  <a:pt x="288" y="42"/>
                  <a:pt x="288" y="42"/>
                  <a:pt x="287" y="42"/>
                </a:cubicBezTo>
                <a:cubicBezTo>
                  <a:pt x="287" y="42"/>
                  <a:pt x="287" y="42"/>
                  <a:pt x="287" y="42"/>
                </a:cubicBezTo>
                <a:cubicBezTo>
                  <a:pt x="287" y="41"/>
                  <a:pt x="287" y="41"/>
                  <a:pt x="287" y="41"/>
                </a:cubicBezTo>
                <a:cubicBezTo>
                  <a:pt x="287" y="41"/>
                  <a:pt x="287" y="41"/>
                  <a:pt x="287" y="41"/>
                </a:cubicBezTo>
                <a:cubicBezTo>
                  <a:pt x="287" y="41"/>
                  <a:pt x="287" y="41"/>
                  <a:pt x="287" y="41"/>
                </a:cubicBezTo>
                <a:cubicBezTo>
                  <a:pt x="287" y="41"/>
                  <a:pt x="287" y="41"/>
                  <a:pt x="287" y="41"/>
                </a:cubicBezTo>
                <a:cubicBezTo>
                  <a:pt x="287" y="41"/>
                  <a:pt x="287" y="41"/>
                  <a:pt x="287" y="41"/>
                </a:cubicBezTo>
                <a:cubicBezTo>
                  <a:pt x="287" y="41"/>
                  <a:pt x="287" y="41"/>
                  <a:pt x="287" y="41"/>
                </a:cubicBezTo>
                <a:cubicBezTo>
                  <a:pt x="287" y="41"/>
                  <a:pt x="287" y="40"/>
                  <a:pt x="287" y="40"/>
                </a:cubicBezTo>
                <a:cubicBezTo>
                  <a:pt x="287" y="40"/>
                  <a:pt x="287" y="40"/>
                  <a:pt x="287" y="40"/>
                </a:cubicBezTo>
                <a:cubicBezTo>
                  <a:pt x="287" y="40"/>
                  <a:pt x="287" y="40"/>
                  <a:pt x="287" y="40"/>
                </a:cubicBezTo>
                <a:cubicBezTo>
                  <a:pt x="287" y="40"/>
                  <a:pt x="287" y="40"/>
                  <a:pt x="288" y="40"/>
                </a:cubicBezTo>
                <a:cubicBezTo>
                  <a:pt x="288" y="40"/>
                  <a:pt x="288" y="40"/>
                  <a:pt x="288" y="40"/>
                </a:cubicBezTo>
                <a:cubicBezTo>
                  <a:pt x="288" y="40"/>
                  <a:pt x="288" y="40"/>
                  <a:pt x="288" y="40"/>
                </a:cubicBezTo>
                <a:cubicBezTo>
                  <a:pt x="288" y="39"/>
                  <a:pt x="288" y="39"/>
                  <a:pt x="288" y="39"/>
                </a:cubicBezTo>
                <a:cubicBezTo>
                  <a:pt x="288" y="39"/>
                  <a:pt x="288" y="39"/>
                  <a:pt x="288" y="39"/>
                </a:cubicBezTo>
                <a:cubicBezTo>
                  <a:pt x="288" y="39"/>
                  <a:pt x="288" y="39"/>
                  <a:pt x="289" y="39"/>
                </a:cubicBezTo>
                <a:cubicBezTo>
                  <a:pt x="289" y="39"/>
                  <a:pt x="289" y="39"/>
                  <a:pt x="289" y="39"/>
                </a:cubicBezTo>
                <a:cubicBezTo>
                  <a:pt x="289" y="39"/>
                  <a:pt x="289" y="39"/>
                  <a:pt x="289" y="39"/>
                </a:cubicBezTo>
                <a:cubicBezTo>
                  <a:pt x="289" y="39"/>
                  <a:pt x="289" y="38"/>
                  <a:pt x="289" y="38"/>
                </a:cubicBezTo>
                <a:cubicBezTo>
                  <a:pt x="289" y="38"/>
                  <a:pt x="289" y="38"/>
                  <a:pt x="289" y="38"/>
                </a:cubicBezTo>
                <a:cubicBezTo>
                  <a:pt x="290" y="38"/>
                  <a:pt x="290" y="38"/>
                  <a:pt x="290" y="38"/>
                </a:cubicBezTo>
                <a:cubicBezTo>
                  <a:pt x="290" y="38"/>
                  <a:pt x="290" y="38"/>
                  <a:pt x="290" y="38"/>
                </a:cubicBezTo>
                <a:cubicBezTo>
                  <a:pt x="290" y="38"/>
                  <a:pt x="290" y="38"/>
                  <a:pt x="290" y="38"/>
                </a:cubicBezTo>
                <a:cubicBezTo>
                  <a:pt x="290" y="37"/>
                  <a:pt x="290" y="37"/>
                  <a:pt x="290" y="37"/>
                </a:cubicBezTo>
                <a:cubicBezTo>
                  <a:pt x="290" y="37"/>
                  <a:pt x="290" y="37"/>
                  <a:pt x="290" y="37"/>
                </a:cubicBezTo>
                <a:cubicBezTo>
                  <a:pt x="290" y="37"/>
                  <a:pt x="290" y="37"/>
                  <a:pt x="290" y="37"/>
                </a:cubicBezTo>
                <a:cubicBezTo>
                  <a:pt x="290" y="37"/>
                  <a:pt x="290" y="37"/>
                  <a:pt x="290" y="37"/>
                </a:cubicBezTo>
                <a:cubicBezTo>
                  <a:pt x="290" y="37"/>
                  <a:pt x="290" y="37"/>
                  <a:pt x="290" y="36"/>
                </a:cubicBezTo>
                <a:cubicBezTo>
                  <a:pt x="290" y="36"/>
                  <a:pt x="290" y="36"/>
                  <a:pt x="290" y="36"/>
                </a:cubicBezTo>
                <a:cubicBezTo>
                  <a:pt x="290" y="36"/>
                  <a:pt x="290" y="36"/>
                  <a:pt x="290" y="36"/>
                </a:cubicBezTo>
                <a:cubicBezTo>
                  <a:pt x="290" y="36"/>
                  <a:pt x="290" y="36"/>
                  <a:pt x="290" y="36"/>
                </a:cubicBezTo>
                <a:cubicBezTo>
                  <a:pt x="290" y="36"/>
                  <a:pt x="290" y="36"/>
                  <a:pt x="290" y="36"/>
                </a:cubicBezTo>
                <a:cubicBezTo>
                  <a:pt x="290" y="35"/>
                  <a:pt x="290" y="35"/>
                  <a:pt x="290" y="35"/>
                </a:cubicBezTo>
                <a:cubicBezTo>
                  <a:pt x="290" y="35"/>
                  <a:pt x="290" y="35"/>
                  <a:pt x="290" y="35"/>
                </a:cubicBezTo>
                <a:cubicBezTo>
                  <a:pt x="290" y="35"/>
                  <a:pt x="290" y="35"/>
                  <a:pt x="290" y="35"/>
                </a:cubicBezTo>
                <a:cubicBezTo>
                  <a:pt x="290" y="35"/>
                  <a:pt x="290" y="35"/>
                  <a:pt x="290" y="35"/>
                </a:cubicBezTo>
                <a:cubicBezTo>
                  <a:pt x="290" y="34"/>
                  <a:pt x="290" y="34"/>
                  <a:pt x="290" y="34"/>
                </a:cubicBezTo>
                <a:cubicBezTo>
                  <a:pt x="290" y="34"/>
                  <a:pt x="290" y="34"/>
                  <a:pt x="290" y="34"/>
                </a:cubicBezTo>
                <a:cubicBezTo>
                  <a:pt x="290" y="34"/>
                  <a:pt x="290" y="34"/>
                  <a:pt x="290" y="34"/>
                </a:cubicBezTo>
                <a:cubicBezTo>
                  <a:pt x="290" y="34"/>
                  <a:pt x="290" y="33"/>
                  <a:pt x="289" y="33"/>
                </a:cubicBezTo>
                <a:cubicBezTo>
                  <a:pt x="289" y="33"/>
                  <a:pt x="289" y="33"/>
                  <a:pt x="289" y="33"/>
                </a:cubicBezTo>
                <a:cubicBezTo>
                  <a:pt x="289" y="33"/>
                  <a:pt x="289" y="33"/>
                  <a:pt x="289" y="33"/>
                </a:cubicBezTo>
                <a:cubicBezTo>
                  <a:pt x="289" y="33"/>
                  <a:pt x="289" y="33"/>
                  <a:pt x="289" y="33"/>
                </a:cubicBezTo>
                <a:cubicBezTo>
                  <a:pt x="289" y="33"/>
                  <a:pt x="289" y="33"/>
                  <a:pt x="289" y="33"/>
                </a:cubicBezTo>
                <a:cubicBezTo>
                  <a:pt x="289" y="33"/>
                  <a:pt x="289" y="33"/>
                  <a:pt x="289" y="33"/>
                </a:cubicBezTo>
                <a:cubicBezTo>
                  <a:pt x="289" y="33"/>
                  <a:pt x="289" y="33"/>
                  <a:pt x="289" y="33"/>
                </a:cubicBezTo>
                <a:cubicBezTo>
                  <a:pt x="289" y="32"/>
                  <a:pt x="289" y="32"/>
                  <a:pt x="289" y="32"/>
                </a:cubicBezTo>
                <a:cubicBezTo>
                  <a:pt x="289" y="32"/>
                  <a:pt x="289" y="32"/>
                  <a:pt x="289" y="32"/>
                </a:cubicBezTo>
                <a:cubicBezTo>
                  <a:pt x="289" y="32"/>
                  <a:pt x="289" y="32"/>
                  <a:pt x="289" y="32"/>
                </a:cubicBezTo>
                <a:cubicBezTo>
                  <a:pt x="290" y="32"/>
                  <a:pt x="289" y="31"/>
                  <a:pt x="290" y="31"/>
                </a:cubicBezTo>
                <a:cubicBezTo>
                  <a:pt x="290" y="31"/>
                  <a:pt x="290" y="31"/>
                  <a:pt x="290" y="31"/>
                </a:cubicBezTo>
                <a:cubicBezTo>
                  <a:pt x="290" y="31"/>
                  <a:pt x="290" y="31"/>
                  <a:pt x="290" y="31"/>
                </a:cubicBezTo>
                <a:cubicBezTo>
                  <a:pt x="290" y="30"/>
                  <a:pt x="290" y="30"/>
                  <a:pt x="290" y="30"/>
                </a:cubicBezTo>
                <a:cubicBezTo>
                  <a:pt x="290" y="30"/>
                  <a:pt x="290" y="30"/>
                  <a:pt x="290" y="30"/>
                </a:cubicBezTo>
                <a:cubicBezTo>
                  <a:pt x="290" y="30"/>
                  <a:pt x="290" y="30"/>
                  <a:pt x="290" y="30"/>
                </a:cubicBezTo>
                <a:cubicBezTo>
                  <a:pt x="290" y="30"/>
                  <a:pt x="290" y="30"/>
                  <a:pt x="290" y="30"/>
                </a:cubicBezTo>
                <a:cubicBezTo>
                  <a:pt x="289" y="30"/>
                  <a:pt x="289" y="30"/>
                  <a:pt x="289" y="30"/>
                </a:cubicBezTo>
                <a:cubicBezTo>
                  <a:pt x="289" y="30"/>
                  <a:pt x="289" y="30"/>
                  <a:pt x="289" y="30"/>
                </a:cubicBezTo>
                <a:cubicBezTo>
                  <a:pt x="289" y="30"/>
                  <a:pt x="289" y="30"/>
                  <a:pt x="289" y="31"/>
                </a:cubicBezTo>
                <a:cubicBezTo>
                  <a:pt x="289" y="31"/>
                  <a:pt x="289" y="31"/>
                  <a:pt x="288" y="31"/>
                </a:cubicBezTo>
                <a:cubicBezTo>
                  <a:pt x="288" y="31"/>
                  <a:pt x="288" y="31"/>
                  <a:pt x="288" y="32"/>
                </a:cubicBezTo>
                <a:cubicBezTo>
                  <a:pt x="288" y="32"/>
                  <a:pt x="288" y="32"/>
                  <a:pt x="287" y="32"/>
                </a:cubicBezTo>
                <a:cubicBezTo>
                  <a:pt x="287" y="32"/>
                  <a:pt x="287" y="33"/>
                  <a:pt x="287" y="33"/>
                </a:cubicBezTo>
                <a:cubicBezTo>
                  <a:pt x="287" y="33"/>
                  <a:pt x="287" y="33"/>
                  <a:pt x="287" y="33"/>
                </a:cubicBezTo>
                <a:cubicBezTo>
                  <a:pt x="287" y="33"/>
                  <a:pt x="286" y="34"/>
                  <a:pt x="286" y="34"/>
                </a:cubicBezTo>
                <a:cubicBezTo>
                  <a:pt x="286" y="34"/>
                  <a:pt x="286" y="34"/>
                  <a:pt x="286" y="34"/>
                </a:cubicBezTo>
                <a:cubicBezTo>
                  <a:pt x="286" y="34"/>
                  <a:pt x="286" y="34"/>
                  <a:pt x="286" y="35"/>
                </a:cubicBezTo>
                <a:cubicBezTo>
                  <a:pt x="286" y="35"/>
                  <a:pt x="286" y="34"/>
                  <a:pt x="286" y="35"/>
                </a:cubicBezTo>
                <a:cubicBezTo>
                  <a:pt x="286" y="35"/>
                  <a:pt x="286" y="35"/>
                  <a:pt x="286" y="35"/>
                </a:cubicBezTo>
                <a:cubicBezTo>
                  <a:pt x="286" y="35"/>
                  <a:pt x="286" y="35"/>
                  <a:pt x="286" y="35"/>
                </a:cubicBezTo>
                <a:cubicBezTo>
                  <a:pt x="286" y="35"/>
                  <a:pt x="286" y="35"/>
                  <a:pt x="286" y="35"/>
                </a:cubicBezTo>
                <a:cubicBezTo>
                  <a:pt x="286" y="35"/>
                  <a:pt x="286" y="36"/>
                  <a:pt x="286" y="36"/>
                </a:cubicBezTo>
                <a:cubicBezTo>
                  <a:pt x="286" y="36"/>
                  <a:pt x="286" y="36"/>
                  <a:pt x="286" y="36"/>
                </a:cubicBezTo>
                <a:cubicBezTo>
                  <a:pt x="286" y="36"/>
                  <a:pt x="286" y="37"/>
                  <a:pt x="286" y="37"/>
                </a:cubicBezTo>
                <a:cubicBezTo>
                  <a:pt x="286" y="37"/>
                  <a:pt x="286" y="37"/>
                  <a:pt x="286" y="37"/>
                </a:cubicBezTo>
                <a:cubicBezTo>
                  <a:pt x="285" y="37"/>
                  <a:pt x="285" y="38"/>
                  <a:pt x="285" y="38"/>
                </a:cubicBezTo>
                <a:cubicBezTo>
                  <a:pt x="285" y="38"/>
                  <a:pt x="285" y="39"/>
                  <a:pt x="285" y="39"/>
                </a:cubicBezTo>
                <a:cubicBezTo>
                  <a:pt x="285" y="39"/>
                  <a:pt x="285" y="39"/>
                  <a:pt x="285" y="39"/>
                </a:cubicBezTo>
                <a:cubicBezTo>
                  <a:pt x="285" y="40"/>
                  <a:pt x="285" y="40"/>
                  <a:pt x="285" y="40"/>
                </a:cubicBezTo>
                <a:close/>
                <a:moveTo>
                  <a:pt x="287" y="64"/>
                </a:moveTo>
                <a:cubicBezTo>
                  <a:pt x="287" y="64"/>
                  <a:pt x="287" y="64"/>
                  <a:pt x="287" y="64"/>
                </a:cubicBezTo>
                <a:cubicBezTo>
                  <a:pt x="288" y="64"/>
                  <a:pt x="288" y="64"/>
                  <a:pt x="288" y="64"/>
                </a:cubicBezTo>
                <a:cubicBezTo>
                  <a:pt x="288" y="64"/>
                  <a:pt x="289" y="64"/>
                  <a:pt x="289" y="64"/>
                </a:cubicBezTo>
                <a:cubicBezTo>
                  <a:pt x="290" y="64"/>
                  <a:pt x="290" y="64"/>
                  <a:pt x="290" y="64"/>
                </a:cubicBezTo>
                <a:cubicBezTo>
                  <a:pt x="290" y="64"/>
                  <a:pt x="290" y="64"/>
                  <a:pt x="290" y="64"/>
                </a:cubicBezTo>
                <a:cubicBezTo>
                  <a:pt x="291" y="64"/>
                  <a:pt x="291" y="64"/>
                  <a:pt x="291" y="64"/>
                </a:cubicBezTo>
                <a:cubicBezTo>
                  <a:pt x="291" y="64"/>
                  <a:pt x="291" y="63"/>
                  <a:pt x="291" y="63"/>
                </a:cubicBezTo>
                <a:cubicBezTo>
                  <a:pt x="291" y="63"/>
                  <a:pt x="291" y="63"/>
                  <a:pt x="291" y="63"/>
                </a:cubicBezTo>
                <a:cubicBezTo>
                  <a:pt x="291" y="63"/>
                  <a:pt x="291" y="63"/>
                  <a:pt x="291" y="63"/>
                </a:cubicBezTo>
                <a:cubicBezTo>
                  <a:pt x="291" y="63"/>
                  <a:pt x="290" y="63"/>
                  <a:pt x="290" y="63"/>
                </a:cubicBezTo>
                <a:cubicBezTo>
                  <a:pt x="290" y="63"/>
                  <a:pt x="290" y="62"/>
                  <a:pt x="290" y="62"/>
                </a:cubicBezTo>
                <a:cubicBezTo>
                  <a:pt x="290" y="62"/>
                  <a:pt x="289" y="62"/>
                  <a:pt x="289" y="62"/>
                </a:cubicBezTo>
                <a:cubicBezTo>
                  <a:pt x="289" y="62"/>
                  <a:pt x="289" y="62"/>
                  <a:pt x="289" y="62"/>
                </a:cubicBezTo>
                <a:cubicBezTo>
                  <a:pt x="289" y="62"/>
                  <a:pt x="289" y="62"/>
                  <a:pt x="289" y="62"/>
                </a:cubicBezTo>
                <a:cubicBezTo>
                  <a:pt x="288" y="61"/>
                  <a:pt x="288" y="61"/>
                  <a:pt x="288" y="61"/>
                </a:cubicBezTo>
                <a:cubicBezTo>
                  <a:pt x="288" y="61"/>
                  <a:pt x="288" y="61"/>
                  <a:pt x="288" y="61"/>
                </a:cubicBezTo>
                <a:cubicBezTo>
                  <a:pt x="288" y="61"/>
                  <a:pt x="288" y="61"/>
                  <a:pt x="287" y="61"/>
                </a:cubicBezTo>
                <a:cubicBezTo>
                  <a:pt x="287" y="61"/>
                  <a:pt x="287" y="61"/>
                  <a:pt x="287" y="61"/>
                </a:cubicBezTo>
                <a:cubicBezTo>
                  <a:pt x="286" y="61"/>
                  <a:pt x="286" y="61"/>
                  <a:pt x="286" y="61"/>
                </a:cubicBezTo>
                <a:cubicBezTo>
                  <a:pt x="286" y="61"/>
                  <a:pt x="286" y="62"/>
                  <a:pt x="286" y="62"/>
                </a:cubicBezTo>
                <a:cubicBezTo>
                  <a:pt x="285" y="62"/>
                  <a:pt x="285" y="62"/>
                  <a:pt x="285" y="62"/>
                </a:cubicBezTo>
                <a:cubicBezTo>
                  <a:pt x="285" y="62"/>
                  <a:pt x="285" y="62"/>
                  <a:pt x="285" y="62"/>
                </a:cubicBezTo>
                <a:cubicBezTo>
                  <a:pt x="285" y="62"/>
                  <a:pt x="285" y="63"/>
                  <a:pt x="285" y="63"/>
                </a:cubicBezTo>
                <a:cubicBezTo>
                  <a:pt x="285" y="63"/>
                  <a:pt x="285" y="63"/>
                  <a:pt x="285" y="64"/>
                </a:cubicBezTo>
                <a:cubicBezTo>
                  <a:pt x="285" y="64"/>
                  <a:pt x="285" y="64"/>
                  <a:pt x="285" y="64"/>
                </a:cubicBezTo>
                <a:cubicBezTo>
                  <a:pt x="285" y="64"/>
                  <a:pt x="285" y="64"/>
                  <a:pt x="285" y="64"/>
                </a:cubicBezTo>
                <a:cubicBezTo>
                  <a:pt x="286" y="64"/>
                  <a:pt x="286" y="64"/>
                  <a:pt x="287" y="64"/>
                </a:cubicBezTo>
                <a:close/>
                <a:moveTo>
                  <a:pt x="292" y="29"/>
                </a:moveTo>
                <a:cubicBezTo>
                  <a:pt x="292" y="29"/>
                  <a:pt x="292" y="29"/>
                  <a:pt x="292" y="30"/>
                </a:cubicBezTo>
                <a:cubicBezTo>
                  <a:pt x="292" y="30"/>
                  <a:pt x="292" y="30"/>
                  <a:pt x="292" y="31"/>
                </a:cubicBezTo>
                <a:cubicBezTo>
                  <a:pt x="292" y="31"/>
                  <a:pt x="292" y="31"/>
                  <a:pt x="292" y="31"/>
                </a:cubicBezTo>
                <a:cubicBezTo>
                  <a:pt x="292" y="31"/>
                  <a:pt x="292" y="31"/>
                  <a:pt x="292" y="32"/>
                </a:cubicBezTo>
                <a:cubicBezTo>
                  <a:pt x="293" y="31"/>
                  <a:pt x="293" y="31"/>
                  <a:pt x="293" y="31"/>
                </a:cubicBezTo>
                <a:cubicBezTo>
                  <a:pt x="293" y="31"/>
                  <a:pt x="294" y="31"/>
                  <a:pt x="294" y="31"/>
                </a:cubicBezTo>
                <a:cubicBezTo>
                  <a:pt x="294" y="31"/>
                  <a:pt x="294" y="31"/>
                  <a:pt x="294" y="31"/>
                </a:cubicBezTo>
                <a:cubicBezTo>
                  <a:pt x="295" y="31"/>
                  <a:pt x="295" y="31"/>
                  <a:pt x="295" y="31"/>
                </a:cubicBezTo>
                <a:cubicBezTo>
                  <a:pt x="295" y="30"/>
                  <a:pt x="295" y="30"/>
                  <a:pt x="295" y="30"/>
                </a:cubicBezTo>
                <a:cubicBezTo>
                  <a:pt x="295" y="30"/>
                  <a:pt x="295" y="30"/>
                  <a:pt x="295" y="29"/>
                </a:cubicBezTo>
                <a:cubicBezTo>
                  <a:pt x="295" y="29"/>
                  <a:pt x="296" y="29"/>
                  <a:pt x="296" y="29"/>
                </a:cubicBezTo>
                <a:cubicBezTo>
                  <a:pt x="296" y="29"/>
                  <a:pt x="296" y="29"/>
                  <a:pt x="296" y="28"/>
                </a:cubicBezTo>
                <a:cubicBezTo>
                  <a:pt x="296" y="28"/>
                  <a:pt x="296" y="28"/>
                  <a:pt x="296" y="28"/>
                </a:cubicBezTo>
                <a:cubicBezTo>
                  <a:pt x="296" y="27"/>
                  <a:pt x="296" y="27"/>
                  <a:pt x="296" y="27"/>
                </a:cubicBezTo>
                <a:cubicBezTo>
                  <a:pt x="296" y="27"/>
                  <a:pt x="295" y="27"/>
                  <a:pt x="295" y="27"/>
                </a:cubicBezTo>
                <a:cubicBezTo>
                  <a:pt x="295" y="26"/>
                  <a:pt x="295" y="26"/>
                  <a:pt x="295" y="26"/>
                </a:cubicBezTo>
                <a:cubicBezTo>
                  <a:pt x="295" y="26"/>
                  <a:pt x="295" y="26"/>
                  <a:pt x="295" y="26"/>
                </a:cubicBezTo>
                <a:cubicBezTo>
                  <a:pt x="295" y="26"/>
                  <a:pt x="295" y="26"/>
                  <a:pt x="295" y="26"/>
                </a:cubicBezTo>
                <a:cubicBezTo>
                  <a:pt x="295" y="26"/>
                  <a:pt x="294" y="26"/>
                  <a:pt x="294" y="26"/>
                </a:cubicBezTo>
                <a:cubicBezTo>
                  <a:pt x="294" y="26"/>
                  <a:pt x="294" y="27"/>
                  <a:pt x="293" y="27"/>
                </a:cubicBezTo>
                <a:cubicBezTo>
                  <a:pt x="293" y="27"/>
                  <a:pt x="293" y="27"/>
                  <a:pt x="293" y="27"/>
                </a:cubicBezTo>
                <a:cubicBezTo>
                  <a:pt x="293" y="27"/>
                  <a:pt x="293" y="28"/>
                  <a:pt x="293" y="28"/>
                </a:cubicBezTo>
                <a:cubicBezTo>
                  <a:pt x="292" y="28"/>
                  <a:pt x="292" y="28"/>
                  <a:pt x="292" y="28"/>
                </a:cubicBezTo>
                <a:cubicBezTo>
                  <a:pt x="292" y="29"/>
                  <a:pt x="292" y="29"/>
                  <a:pt x="292" y="29"/>
                </a:cubicBezTo>
                <a:cubicBezTo>
                  <a:pt x="292" y="29"/>
                  <a:pt x="292" y="29"/>
                  <a:pt x="292" y="29"/>
                </a:cubicBezTo>
                <a:close/>
                <a:moveTo>
                  <a:pt x="199" y="13"/>
                </a:moveTo>
                <a:cubicBezTo>
                  <a:pt x="199" y="13"/>
                  <a:pt x="199" y="14"/>
                  <a:pt x="199" y="14"/>
                </a:cubicBezTo>
                <a:cubicBezTo>
                  <a:pt x="199" y="14"/>
                  <a:pt x="199" y="14"/>
                  <a:pt x="199" y="14"/>
                </a:cubicBezTo>
                <a:cubicBezTo>
                  <a:pt x="199" y="14"/>
                  <a:pt x="199" y="14"/>
                  <a:pt x="200" y="14"/>
                </a:cubicBezTo>
                <a:cubicBezTo>
                  <a:pt x="200" y="14"/>
                  <a:pt x="200" y="14"/>
                  <a:pt x="200" y="14"/>
                </a:cubicBezTo>
                <a:cubicBezTo>
                  <a:pt x="200" y="14"/>
                  <a:pt x="200" y="14"/>
                  <a:pt x="200" y="14"/>
                </a:cubicBezTo>
                <a:cubicBezTo>
                  <a:pt x="200" y="14"/>
                  <a:pt x="200" y="14"/>
                  <a:pt x="200" y="14"/>
                </a:cubicBezTo>
                <a:cubicBezTo>
                  <a:pt x="200" y="13"/>
                  <a:pt x="200" y="13"/>
                  <a:pt x="200" y="13"/>
                </a:cubicBezTo>
                <a:cubicBezTo>
                  <a:pt x="200" y="13"/>
                  <a:pt x="200" y="13"/>
                  <a:pt x="200" y="13"/>
                </a:cubicBezTo>
                <a:cubicBezTo>
                  <a:pt x="199" y="13"/>
                  <a:pt x="199" y="13"/>
                  <a:pt x="199" y="13"/>
                </a:cubicBezTo>
                <a:cubicBezTo>
                  <a:pt x="199" y="13"/>
                  <a:pt x="199" y="13"/>
                  <a:pt x="199" y="13"/>
                </a:cubicBezTo>
                <a:cubicBezTo>
                  <a:pt x="199" y="13"/>
                  <a:pt x="199" y="13"/>
                  <a:pt x="199" y="13"/>
                </a:cubicBezTo>
                <a:close/>
                <a:moveTo>
                  <a:pt x="200" y="13"/>
                </a:moveTo>
                <a:cubicBezTo>
                  <a:pt x="200" y="13"/>
                  <a:pt x="200" y="13"/>
                  <a:pt x="200" y="13"/>
                </a:cubicBezTo>
                <a:cubicBezTo>
                  <a:pt x="200" y="13"/>
                  <a:pt x="201" y="13"/>
                  <a:pt x="201" y="13"/>
                </a:cubicBezTo>
                <a:cubicBezTo>
                  <a:pt x="201" y="14"/>
                  <a:pt x="201" y="14"/>
                  <a:pt x="201" y="14"/>
                </a:cubicBezTo>
                <a:cubicBezTo>
                  <a:pt x="201" y="14"/>
                  <a:pt x="201" y="14"/>
                  <a:pt x="201" y="14"/>
                </a:cubicBezTo>
                <a:cubicBezTo>
                  <a:pt x="202" y="14"/>
                  <a:pt x="202" y="14"/>
                  <a:pt x="202" y="13"/>
                </a:cubicBezTo>
                <a:cubicBezTo>
                  <a:pt x="202" y="13"/>
                  <a:pt x="202" y="13"/>
                  <a:pt x="202" y="13"/>
                </a:cubicBezTo>
                <a:cubicBezTo>
                  <a:pt x="200" y="13"/>
                  <a:pt x="200" y="13"/>
                  <a:pt x="200" y="13"/>
                </a:cubicBezTo>
                <a:cubicBezTo>
                  <a:pt x="200" y="13"/>
                  <a:pt x="200" y="13"/>
                  <a:pt x="200" y="13"/>
                </a:cubicBezTo>
                <a:cubicBezTo>
                  <a:pt x="200" y="13"/>
                  <a:pt x="200" y="13"/>
                  <a:pt x="200" y="13"/>
                </a:cubicBezTo>
                <a:close/>
                <a:moveTo>
                  <a:pt x="201" y="18"/>
                </a:moveTo>
                <a:cubicBezTo>
                  <a:pt x="201" y="18"/>
                  <a:pt x="201" y="18"/>
                  <a:pt x="201" y="18"/>
                </a:cubicBezTo>
                <a:cubicBezTo>
                  <a:pt x="201" y="18"/>
                  <a:pt x="201" y="18"/>
                  <a:pt x="201" y="18"/>
                </a:cubicBezTo>
                <a:cubicBezTo>
                  <a:pt x="201" y="18"/>
                  <a:pt x="200" y="18"/>
                  <a:pt x="200" y="18"/>
                </a:cubicBezTo>
                <a:cubicBezTo>
                  <a:pt x="200" y="18"/>
                  <a:pt x="200" y="18"/>
                  <a:pt x="200" y="18"/>
                </a:cubicBezTo>
                <a:cubicBezTo>
                  <a:pt x="200" y="18"/>
                  <a:pt x="200" y="18"/>
                  <a:pt x="200" y="18"/>
                </a:cubicBezTo>
                <a:cubicBezTo>
                  <a:pt x="200" y="18"/>
                  <a:pt x="200" y="18"/>
                  <a:pt x="201" y="18"/>
                </a:cubicBezTo>
                <a:cubicBezTo>
                  <a:pt x="201" y="19"/>
                  <a:pt x="201" y="19"/>
                  <a:pt x="201" y="19"/>
                </a:cubicBezTo>
                <a:cubicBezTo>
                  <a:pt x="201" y="19"/>
                  <a:pt x="201" y="19"/>
                  <a:pt x="201" y="19"/>
                </a:cubicBezTo>
                <a:cubicBezTo>
                  <a:pt x="201" y="19"/>
                  <a:pt x="201" y="19"/>
                  <a:pt x="201" y="19"/>
                </a:cubicBezTo>
                <a:cubicBezTo>
                  <a:pt x="201" y="19"/>
                  <a:pt x="201" y="19"/>
                  <a:pt x="201" y="19"/>
                </a:cubicBezTo>
                <a:cubicBezTo>
                  <a:pt x="201" y="19"/>
                  <a:pt x="201" y="19"/>
                  <a:pt x="201" y="18"/>
                </a:cubicBezTo>
                <a:cubicBezTo>
                  <a:pt x="201" y="18"/>
                  <a:pt x="201" y="18"/>
                  <a:pt x="201" y="18"/>
                </a:cubicBezTo>
                <a:cubicBezTo>
                  <a:pt x="201" y="18"/>
                  <a:pt x="201" y="18"/>
                  <a:pt x="201" y="18"/>
                </a:cubicBezTo>
                <a:close/>
                <a:moveTo>
                  <a:pt x="200" y="19"/>
                </a:moveTo>
                <a:cubicBezTo>
                  <a:pt x="200" y="19"/>
                  <a:pt x="200" y="19"/>
                  <a:pt x="200" y="19"/>
                </a:cubicBezTo>
                <a:cubicBezTo>
                  <a:pt x="199" y="19"/>
                  <a:pt x="199" y="19"/>
                  <a:pt x="199" y="19"/>
                </a:cubicBezTo>
                <a:cubicBezTo>
                  <a:pt x="199" y="19"/>
                  <a:pt x="199" y="19"/>
                  <a:pt x="199" y="19"/>
                </a:cubicBezTo>
                <a:cubicBezTo>
                  <a:pt x="198" y="19"/>
                  <a:pt x="198" y="19"/>
                  <a:pt x="198" y="20"/>
                </a:cubicBezTo>
                <a:cubicBezTo>
                  <a:pt x="198" y="20"/>
                  <a:pt x="199" y="20"/>
                  <a:pt x="199" y="20"/>
                </a:cubicBezTo>
                <a:cubicBezTo>
                  <a:pt x="199" y="20"/>
                  <a:pt x="199" y="20"/>
                  <a:pt x="199" y="20"/>
                </a:cubicBezTo>
                <a:cubicBezTo>
                  <a:pt x="199" y="20"/>
                  <a:pt x="199" y="20"/>
                  <a:pt x="199" y="20"/>
                </a:cubicBezTo>
                <a:cubicBezTo>
                  <a:pt x="199" y="20"/>
                  <a:pt x="199" y="21"/>
                  <a:pt x="199" y="21"/>
                </a:cubicBezTo>
                <a:cubicBezTo>
                  <a:pt x="199" y="21"/>
                  <a:pt x="199" y="20"/>
                  <a:pt x="199" y="20"/>
                </a:cubicBezTo>
                <a:cubicBezTo>
                  <a:pt x="199" y="20"/>
                  <a:pt x="199" y="20"/>
                  <a:pt x="199" y="20"/>
                </a:cubicBezTo>
                <a:cubicBezTo>
                  <a:pt x="199" y="20"/>
                  <a:pt x="199" y="20"/>
                  <a:pt x="199" y="20"/>
                </a:cubicBezTo>
                <a:cubicBezTo>
                  <a:pt x="200" y="20"/>
                  <a:pt x="200" y="20"/>
                  <a:pt x="200" y="19"/>
                </a:cubicBezTo>
                <a:close/>
                <a:moveTo>
                  <a:pt x="199" y="19"/>
                </a:moveTo>
                <a:cubicBezTo>
                  <a:pt x="199" y="19"/>
                  <a:pt x="199" y="19"/>
                  <a:pt x="199" y="18"/>
                </a:cubicBezTo>
                <a:cubicBezTo>
                  <a:pt x="199" y="18"/>
                  <a:pt x="199" y="18"/>
                  <a:pt x="199" y="18"/>
                </a:cubicBezTo>
                <a:cubicBezTo>
                  <a:pt x="198" y="18"/>
                  <a:pt x="198" y="18"/>
                  <a:pt x="198" y="18"/>
                </a:cubicBezTo>
                <a:cubicBezTo>
                  <a:pt x="198" y="18"/>
                  <a:pt x="198" y="18"/>
                  <a:pt x="198" y="18"/>
                </a:cubicBezTo>
                <a:cubicBezTo>
                  <a:pt x="198" y="18"/>
                  <a:pt x="198" y="18"/>
                  <a:pt x="198" y="18"/>
                </a:cubicBezTo>
                <a:cubicBezTo>
                  <a:pt x="198" y="18"/>
                  <a:pt x="198" y="19"/>
                  <a:pt x="199" y="19"/>
                </a:cubicBezTo>
                <a:close/>
                <a:moveTo>
                  <a:pt x="196" y="18"/>
                </a:moveTo>
                <a:cubicBezTo>
                  <a:pt x="196" y="18"/>
                  <a:pt x="196" y="18"/>
                  <a:pt x="196" y="18"/>
                </a:cubicBezTo>
                <a:cubicBezTo>
                  <a:pt x="196" y="18"/>
                  <a:pt x="196" y="19"/>
                  <a:pt x="197" y="19"/>
                </a:cubicBezTo>
                <a:cubicBezTo>
                  <a:pt x="197" y="19"/>
                  <a:pt x="197" y="19"/>
                  <a:pt x="197" y="19"/>
                </a:cubicBezTo>
                <a:cubicBezTo>
                  <a:pt x="197" y="19"/>
                  <a:pt x="197" y="19"/>
                  <a:pt x="198" y="19"/>
                </a:cubicBezTo>
                <a:cubicBezTo>
                  <a:pt x="198" y="19"/>
                  <a:pt x="198" y="19"/>
                  <a:pt x="198" y="19"/>
                </a:cubicBezTo>
                <a:cubicBezTo>
                  <a:pt x="198" y="19"/>
                  <a:pt x="198" y="18"/>
                  <a:pt x="198" y="18"/>
                </a:cubicBezTo>
                <a:cubicBezTo>
                  <a:pt x="198" y="18"/>
                  <a:pt x="197" y="18"/>
                  <a:pt x="197" y="18"/>
                </a:cubicBezTo>
                <a:cubicBezTo>
                  <a:pt x="197" y="18"/>
                  <a:pt x="197" y="18"/>
                  <a:pt x="197" y="18"/>
                </a:cubicBezTo>
                <a:cubicBezTo>
                  <a:pt x="196" y="18"/>
                  <a:pt x="196" y="18"/>
                  <a:pt x="196" y="18"/>
                </a:cubicBezTo>
                <a:cubicBezTo>
                  <a:pt x="196" y="18"/>
                  <a:pt x="196" y="18"/>
                  <a:pt x="196" y="18"/>
                </a:cubicBezTo>
                <a:cubicBezTo>
                  <a:pt x="196" y="18"/>
                  <a:pt x="196" y="18"/>
                  <a:pt x="196" y="18"/>
                </a:cubicBezTo>
                <a:close/>
                <a:moveTo>
                  <a:pt x="315" y="115"/>
                </a:moveTo>
                <a:cubicBezTo>
                  <a:pt x="315" y="115"/>
                  <a:pt x="315" y="115"/>
                  <a:pt x="315" y="115"/>
                </a:cubicBezTo>
                <a:cubicBezTo>
                  <a:pt x="315" y="115"/>
                  <a:pt x="315" y="116"/>
                  <a:pt x="315" y="116"/>
                </a:cubicBezTo>
                <a:cubicBezTo>
                  <a:pt x="315" y="116"/>
                  <a:pt x="315" y="116"/>
                  <a:pt x="315" y="116"/>
                </a:cubicBezTo>
                <a:cubicBezTo>
                  <a:pt x="315" y="116"/>
                  <a:pt x="315" y="116"/>
                  <a:pt x="315" y="116"/>
                </a:cubicBezTo>
                <a:cubicBezTo>
                  <a:pt x="316" y="116"/>
                  <a:pt x="316" y="116"/>
                  <a:pt x="316" y="116"/>
                </a:cubicBezTo>
                <a:cubicBezTo>
                  <a:pt x="316" y="116"/>
                  <a:pt x="316" y="116"/>
                  <a:pt x="316" y="116"/>
                </a:cubicBezTo>
                <a:cubicBezTo>
                  <a:pt x="316" y="116"/>
                  <a:pt x="316" y="116"/>
                  <a:pt x="316" y="116"/>
                </a:cubicBezTo>
                <a:cubicBezTo>
                  <a:pt x="316" y="115"/>
                  <a:pt x="316" y="115"/>
                  <a:pt x="316" y="115"/>
                </a:cubicBezTo>
                <a:cubicBezTo>
                  <a:pt x="316" y="115"/>
                  <a:pt x="316" y="115"/>
                  <a:pt x="315" y="115"/>
                </a:cubicBezTo>
                <a:cubicBezTo>
                  <a:pt x="315" y="115"/>
                  <a:pt x="315" y="115"/>
                  <a:pt x="315" y="115"/>
                </a:cubicBezTo>
                <a:close/>
                <a:moveTo>
                  <a:pt x="291" y="121"/>
                </a:moveTo>
                <a:cubicBezTo>
                  <a:pt x="291" y="121"/>
                  <a:pt x="291" y="121"/>
                  <a:pt x="291" y="121"/>
                </a:cubicBezTo>
                <a:cubicBezTo>
                  <a:pt x="290" y="121"/>
                  <a:pt x="290" y="121"/>
                  <a:pt x="290" y="121"/>
                </a:cubicBezTo>
                <a:cubicBezTo>
                  <a:pt x="290" y="121"/>
                  <a:pt x="289" y="121"/>
                  <a:pt x="289" y="121"/>
                </a:cubicBezTo>
                <a:cubicBezTo>
                  <a:pt x="289" y="121"/>
                  <a:pt x="289" y="121"/>
                  <a:pt x="289" y="121"/>
                </a:cubicBezTo>
                <a:cubicBezTo>
                  <a:pt x="289" y="121"/>
                  <a:pt x="289" y="121"/>
                  <a:pt x="289" y="121"/>
                </a:cubicBezTo>
                <a:cubicBezTo>
                  <a:pt x="289" y="121"/>
                  <a:pt x="289" y="121"/>
                  <a:pt x="289" y="121"/>
                </a:cubicBezTo>
                <a:cubicBezTo>
                  <a:pt x="289" y="121"/>
                  <a:pt x="289" y="121"/>
                  <a:pt x="288" y="121"/>
                </a:cubicBezTo>
                <a:cubicBezTo>
                  <a:pt x="288" y="121"/>
                  <a:pt x="288" y="121"/>
                  <a:pt x="288" y="121"/>
                </a:cubicBezTo>
                <a:cubicBezTo>
                  <a:pt x="288" y="121"/>
                  <a:pt x="288" y="121"/>
                  <a:pt x="288" y="121"/>
                </a:cubicBezTo>
                <a:cubicBezTo>
                  <a:pt x="288" y="121"/>
                  <a:pt x="288" y="121"/>
                  <a:pt x="288" y="121"/>
                </a:cubicBezTo>
                <a:cubicBezTo>
                  <a:pt x="288" y="121"/>
                  <a:pt x="288" y="121"/>
                  <a:pt x="288" y="121"/>
                </a:cubicBezTo>
                <a:cubicBezTo>
                  <a:pt x="288" y="121"/>
                  <a:pt x="288" y="121"/>
                  <a:pt x="289" y="122"/>
                </a:cubicBezTo>
                <a:cubicBezTo>
                  <a:pt x="289" y="122"/>
                  <a:pt x="289" y="122"/>
                  <a:pt x="289" y="122"/>
                </a:cubicBezTo>
                <a:cubicBezTo>
                  <a:pt x="290" y="122"/>
                  <a:pt x="290" y="122"/>
                  <a:pt x="290" y="122"/>
                </a:cubicBezTo>
                <a:cubicBezTo>
                  <a:pt x="290" y="122"/>
                  <a:pt x="290" y="122"/>
                  <a:pt x="290" y="122"/>
                </a:cubicBezTo>
                <a:cubicBezTo>
                  <a:pt x="290" y="122"/>
                  <a:pt x="290" y="122"/>
                  <a:pt x="290" y="122"/>
                </a:cubicBezTo>
                <a:cubicBezTo>
                  <a:pt x="290" y="122"/>
                  <a:pt x="290" y="122"/>
                  <a:pt x="290" y="122"/>
                </a:cubicBezTo>
                <a:cubicBezTo>
                  <a:pt x="290" y="122"/>
                  <a:pt x="290" y="122"/>
                  <a:pt x="290" y="121"/>
                </a:cubicBezTo>
                <a:cubicBezTo>
                  <a:pt x="291" y="121"/>
                  <a:pt x="291" y="121"/>
                  <a:pt x="291" y="121"/>
                </a:cubicBezTo>
                <a:cubicBezTo>
                  <a:pt x="291" y="121"/>
                  <a:pt x="291" y="121"/>
                  <a:pt x="291" y="121"/>
                </a:cubicBezTo>
                <a:close/>
                <a:moveTo>
                  <a:pt x="293" y="80"/>
                </a:moveTo>
                <a:cubicBezTo>
                  <a:pt x="293" y="80"/>
                  <a:pt x="293" y="80"/>
                  <a:pt x="293" y="80"/>
                </a:cubicBezTo>
                <a:cubicBezTo>
                  <a:pt x="293" y="80"/>
                  <a:pt x="293" y="80"/>
                  <a:pt x="293" y="80"/>
                </a:cubicBezTo>
                <a:cubicBezTo>
                  <a:pt x="293" y="80"/>
                  <a:pt x="293" y="80"/>
                  <a:pt x="293" y="80"/>
                </a:cubicBezTo>
                <a:cubicBezTo>
                  <a:pt x="293" y="80"/>
                  <a:pt x="292" y="80"/>
                  <a:pt x="292" y="80"/>
                </a:cubicBezTo>
                <a:cubicBezTo>
                  <a:pt x="292" y="80"/>
                  <a:pt x="292" y="80"/>
                  <a:pt x="292" y="80"/>
                </a:cubicBezTo>
                <a:cubicBezTo>
                  <a:pt x="292" y="80"/>
                  <a:pt x="292" y="80"/>
                  <a:pt x="292" y="80"/>
                </a:cubicBezTo>
                <a:cubicBezTo>
                  <a:pt x="292" y="80"/>
                  <a:pt x="292" y="80"/>
                  <a:pt x="291" y="80"/>
                </a:cubicBezTo>
                <a:cubicBezTo>
                  <a:pt x="291" y="81"/>
                  <a:pt x="291" y="81"/>
                  <a:pt x="291" y="81"/>
                </a:cubicBezTo>
                <a:cubicBezTo>
                  <a:pt x="290" y="81"/>
                  <a:pt x="290" y="81"/>
                  <a:pt x="290" y="81"/>
                </a:cubicBezTo>
                <a:cubicBezTo>
                  <a:pt x="290" y="81"/>
                  <a:pt x="290" y="81"/>
                  <a:pt x="290" y="81"/>
                </a:cubicBezTo>
                <a:cubicBezTo>
                  <a:pt x="290" y="81"/>
                  <a:pt x="290" y="81"/>
                  <a:pt x="289" y="81"/>
                </a:cubicBezTo>
                <a:cubicBezTo>
                  <a:pt x="289" y="81"/>
                  <a:pt x="289" y="81"/>
                  <a:pt x="289" y="81"/>
                </a:cubicBezTo>
                <a:cubicBezTo>
                  <a:pt x="289" y="81"/>
                  <a:pt x="289" y="81"/>
                  <a:pt x="289" y="82"/>
                </a:cubicBezTo>
                <a:cubicBezTo>
                  <a:pt x="289" y="82"/>
                  <a:pt x="289" y="82"/>
                  <a:pt x="289" y="82"/>
                </a:cubicBezTo>
                <a:cubicBezTo>
                  <a:pt x="289" y="82"/>
                  <a:pt x="289" y="82"/>
                  <a:pt x="289" y="82"/>
                </a:cubicBezTo>
                <a:cubicBezTo>
                  <a:pt x="289" y="82"/>
                  <a:pt x="289" y="82"/>
                  <a:pt x="289" y="82"/>
                </a:cubicBezTo>
                <a:cubicBezTo>
                  <a:pt x="289" y="82"/>
                  <a:pt x="290" y="82"/>
                  <a:pt x="290" y="82"/>
                </a:cubicBezTo>
                <a:cubicBezTo>
                  <a:pt x="290" y="82"/>
                  <a:pt x="290" y="82"/>
                  <a:pt x="290" y="82"/>
                </a:cubicBezTo>
                <a:cubicBezTo>
                  <a:pt x="290" y="82"/>
                  <a:pt x="290" y="82"/>
                  <a:pt x="290" y="82"/>
                </a:cubicBezTo>
                <a:cubicBezTo>
                  <a:pt x="290" y="82"/>
                  <a:pt x="291" y="82"/>
                  <a:pt x="291" y="82"/>
                </a:cubicBezTo>
                <a:cubicBezTo>
                  <a:pt x="291" y="81"/>
                  <a:pt x="291" y="81"/>
                  <a:pt x="291" y="81"/>
                </a:cubicBezTo>
                <a:cubicBezTo>
                  <a:pt x="291" y="81"/>
                  <a:pt x="292" y="81"/>
                  <a:pt x="292" y="81"/>
                </a:cubicBezTo>
                <a:cubicBezTo>
                  <a:pt x="292" y="81"/>
                  <a:pt x="292" y="81"/>
                  <a:pt x="292" y="81"/>
                </a:cubicBezTo>
                <a:cubicBezTo>
                  <a:pt x="292" y="81"/>
                  <a:pt x="292" y="81"/>
                  <a:pt x="292" y="81"/>
                </a:cubicBezTo>
                <a:cubicBezTo>
                  <a:pt x="292" y="81"/>
                  <a:pt x="292" y="81"/>
                  <a:pt x="292" y="81"/>
                </a:cubicBezTo>
                <a:cubicBezTo>
                  <a:pt x="291" y="82"/>
                  <a:pt x="291" y="82"/>
                  <a:pt x="291" y="82"/>
                </a:cubicBezTo>
                <a:cubicBezTo>
                  <a:pt x="291" y="82"/>
                  <a:pt x="291" y="82"/>
                  <a:pt x="291" y="82"/>
                </a:cubicBezTo>
                <a:cubicBezTo>
                  <a:pt x="291" y="82"/>
                  <a:pt x="291" y="82"/>
                  <a:pt x="291" y="82"/>
                </a:cubicBezTo>
                <a:cubicBezTo>
                  <a:pt x="291" y="82"/>
                  <a:pt x="291" y="82"/>
                  <a:pt x="292" y="82"/>
                </a:cubicBezTo>
                <a:cubicBezTo>
                  <a:pt x="292" y="82"/>
                  <a:pt x="292" y="82"/>
                  <a:pt x="292" y="82"/>
                </a:cubicBezTo>
                <a:cubicBezTo>
                  <a:pt x="292" y="82"/>
                  <a:pt x="292" y="81"/>
                  <a:pt x="292" y="81"/>
                </a:cubicBezTo>
                <a:cubicBezTo>
                  <a:pt x="292" y="81"/>
                  <a:pt x="292" y="81"/>
                  <a:pt x="292" y="81"/>
                </a:cubicBezTo>
                <a:cubicBezTo>
                  <a:pt x="292" y="81"/>
                  <a:pt x="292" y="81"/>
                  <a:pt x="292" y="81"/>
                </a:cubicBezTo>
                <a:cubicBezTo>
                  <a:pt x="292" y="81"/>
                  <a:pt x="292" y="81"/>
                  <a:pt x="292" y="81"/>
                </a:cubicBezTo>
                <a:cubicBezTo>
                  <a:pt x="292" y="81"/>
                  <a:pt x="293" y="81"/>
                  <a:pt x="293" y="81"/>
                </a:cubicBezTo>
                <a:cubicBezTo>
                  <a:pt x="293" y="81"/>
                  <a:pt x="293" y="81"/>
                  <a:pt x="293" y="81"/>
                </a:cubicBezTo>
                <a:cubicBezTo>
                  <a:pt x="293" y="81"/>
                  <a:pt x="293" y="81"/>
                  <a:pt x="293" y="81"/>
                </a:cubicBezTo>
                <a:cubicBezTo>
                  <a:pt x="293" y="81"/>
                  <a:pt x="293" y="81"/>
                  <a:pt x="293" y="80"/>
                </a:cubicBezTo>
                <a:cubicBezTo>
                  <a:pt x="293" y="80"/>
                  <a:pt x="293" y="80"/>
                  <a:pt x="293" y="80"/>
                </a:cubicBezTo>
                <a:cubicBezTo>
                  <a:pt x="293" y="80"/>
                  <a:pt x="293" y="80"/>
                  <a:pt x="293" y="80"/>
                </a:cubicBezTo>
                <a:cubicBezTo>
                  <a:pt x="293" y="80"/>
                  <a:pt x="293" y="80"/>
                  <a:pt x="293" y="80"/>
                </a:cubicBezTo>
                <a:close/>
                <a:moveTo>
                  <a:pt x="292" y="122"/>
                </a:moveTo>
                <a:cubicBezTo>
                  <a:pt x="292" y="122"/>
                  <a:pt x="292" y="122"/>
                  <a:pt x="292" y="122"/>
                </a:cubicBezTo>
                <a:cubicBezTo>
                  <a:pt x="292" y="122"/>
                  <a:pt x="292" y="121"/>
                  <a:pt x="292" y="121"/>
                </a:cubicBezTo>
                <a:cubicBezTo>
                  <a:pt x="292" y="121"/>
                  <a:pt x="292" y="121"/>
                  <a:pt x="292" y="121"/>
                </a:cubicBezTo>
                <a:cubicBezTo>
                  <a:pt x="291" y="121"/>
                  <a:pt x="291" y="122"/>
                  <a:pt x="291" y="122"/>
                </a:cubicBezTo>
                <a:cubicBezTo>
                  <a:pt x="291" y="122"/>
                  <a:pt x="291" y="122"/>
                  <a:pt x="291" y="122"/>
                </a:cubicBezTo>
                <a:cubicBezTo>
                  <a:pt x="291" y="122"/>
                  <a:pt x="291" y="122"/>
                  <a:pt x="291" y="122"/>
                </a:cubicBezTo>
                <a:cubicBezTo>
                  <a:pt x="291" y="122"/>
                  <a:pt x="291" y="122"/>
                  <a:pt x="291" y="122"/>
                </a:cubicBezTo>
                <a:cubicBezTo>
                  <a:pt x="291" y="122"/>
                  <a:pt x="291" y="122"/>
                  <a:pt x="291" y="122"/>
                </a:cubicBezTo>
                <a:cubicBezTo>
                  <a:pt x="291" y="122"/>
                  <a:pt x="291" y="122"/>
                  <a:pt x="291" y="122"/>
                </a:cubicBezTo>
                <a:cubicBezTo>
                  <a:pt x="291" y="122"/>
                  <a:pt x="291" y="122"/>
                  <a:pt x="291" y="122"/>
                </a:cubicBezTo>
                <a:cubicBezTo>
                  <a:pt x="291" y="122"/>
                  <a:pt x="292" y="122"/>
                  <a:pt x="292" y="122"/>
                </a:cubicBezTo>
                <a:cubicBezTo>
                  <a:pt x="292" y="122"/>
                  <a:pt x="292" y="122"/>
                  <a:pt x="292" y="122"/>
                </a:cubicBezTo>
                <a:cubicBezTo>
                  <a:pt x="292" y="122"/>
                  <a:pt x="292" y="122"/>
                  <a:pt x="292" y="122"/>
                </a:cubicBezTo>
                <a:close/>
                <a:moveTo>
                  <a:pt x="296" y="80"/>
                </a:moveTo>
                <a:cubicBezTo>
                  <a:pt x="296" y="80"/>
                  <a:pt x="296" y="80"/>
                  <a:pt x="296" y="80"/>
                </a:cubicBezTo>
                <a:cubicBezTo>
                  <a:pt x="296" y="80"/>
                  <a:pt x="296" y="80"/>
                  <a:pt x="296" y="80"/>
                </a:cubicBezTo>
                <a:cubicBezTo>
                  <a:pt x="296" y="80"/>
                  <a:pt x="296" y="80"/>
                  <a:pt x="295" y="80"/>
                </a:cubicBezTo>
                <a:cubicBezTo>
                  <a:pt x="295" y="80"/>
                  <a:pt x="295" y="80"/>
                  <a:pt x="295" y="80"/>
                </a:cubicBezTo>
                <a:cubicBezTo>
                  <a:pt x="295" y="80"/>
                  <a:pt x="295" y="80"/>
                  <a:pt x="295" y="80"/>
                </a:cubicBezTo>
                <a:cubicBezTo>
                  <a:pt x="295" y="80"/>
                  <a:pt x="295" y="80"/>
                  <a:pt x="295" y="80"/>
                </a:cubicBezTo>
                <a:cubicBezTo>
                  <a:pt x="295" y="80"/>
                  <a:pt x="295" y="80"/>
                  <a:pt x="295" y="80"/>
                </a:cubicBezTo>
                <a:cubicBezTo>
                  <a:pt x="295" y="80"/>
                  <a:pt x="295" y="81"/>
                  <a:pt x="295" y="81"/>
                </a:cubicBezTo>
                <a:cubicBezTo>
                  <a:pt x="296" y="81"/>
                  <a:pt x="296" y="81"/>
                  <a:pt x="296" y="81"/>
                </a:cubicBezTo>
                <a:cubicBezTo>
                  <a:pt x="296" y="81"/>
                  <a:pt x="296" y="80"/>
                  <a:pt x="296" y="81"/>
                </a:cubicBezTo>
                <a:cubicBezTo>
                  <a:pt x="296" y="81"/>
                  <a:pt x="296" y="81"/>
                  <a:pt x="296" y="81"/>
                </a:cubicBezTo>
                <a:cubicBezTo>
                  <a:pt x="296" y="81"/>
                  <a:pt x="296" y="81"/>
                  <a:pt x="296" y="81"/>
                </a:cubicBezTo>
                <a:cubicBezTo>
                  <a:pt x="296" y="81"/>
                  <a:pt x="296" y="81"/>
                  <a:pt x="296" y="81"/>
                </a:cubicBezTo>
                <a:cubicBezTo>
                  <a:pt x="296" y="80"/>
                  <a:pt x="296" y="80"/>
                  <a:pt x="296" y="80"/>
                </a:cubicBezTo>
                <a:close/>
                <a:moveTo>
                  <a:pt x="294" y="80"/>
                </a:moveTo>
                <a:cubicBezTo>
                  <a:pt x="294" y="80"/>
                  <a:pt x="294" y="80"/>
                  <a:pt x="294" y="80"/>
                </a:cubicBezTo>
                <a:cubicBezTo>
                  <a:pt x="294" y="80"/>
                  <a:pt x="294" y="80"/>
                  <a:pt x="294" y="80"/>
                </a:cubicBezTo>
                <a:cubicBezTo>
                  <a:pt x="294" y="80"/>
                  <a:pt x="294" y="80"/>
                  <a:pt x="294" y="80"/>
                </a:cubicBezTo>
                <a:cubicBezTo>
                  <a:pt x="294" y="80"/>
                  <a:pt x="294" y="80"/>
                  <a:pt x="294" y="81"/>
                </a:cubicBezTo>
                <a:cubicBezTo>
                  <a:pt x="294" y="81"/>
                  <a:pt x="294" y="81"/>
                  <a:pt x="294" y="81"/>
                </a:cubicBezTo>
                <a:cubicBezTo>
                  <a:pt x="294" y="81"/>
                  <a:pt x="294" y="81"/>
                  <a:pt x="294" y="81"/>
                </a:cubicBezTo>
                <a:cubicBezTo>
                  <a:pt x="294" y="81"/>
                  <a:pt x="294" y="81"/>
                  <a:pt x="294" y="81"/>
                </a:cubicBezTo>
                <a:cubicBezTo>
                  <a:pt x="294" y="81"/>
                  <a:pt x="295" y="81"/>
                  <a:pt x="295" y="81"/>
                </a:cubicBezTo>
                <a:cubicBezTo>
                  <a:pt x="295" y="81"/>
                  <a:pt x="295" y="81"/>
                  <a:pt x="295" y="80"/>
                </a:cubicBezTo>
                <a:cubicBezTo>
                  <a:pt x="295" y="80"/>
                  <a:pt x="295" y="80"/>
                  <a:pt x="295" y="80"/>
                </a:cubicBezTo>
                <a:cubicBezTo>
                  <a:pt x="295" y="80"/>
                  <a:pt x="295" y="80"/>
                  <a:pt x="294" y="80"/>
                </a:cubicBezTo>
                <a:close/>
                <a:moveTo>
                  <a:pt x="306" y="118"/>
                </a:moveTo>
                <a:cubicBezTo>
                  <a:pt x="306" y="118"/>
                  <a:pt x="305" y="118"/>
                  <a:pt x="305" y="118"/>
                </a:cubicBezTo>
                <a:cubicBezTo>
                  <a:pt x="305" y="118"/>
                  <a:pt x="305" y="118"/>
                  <a:pt x="305" y="118"/>
                </a:cubicBezTo>
                <a:cubicBezTo>
                  <a:pt x="305" y="118"/>
                  <a:pt x="304" y="118"/>
                  <a:pt x="304" y="118"/>
                </a:cubicBezTo>
                <a:cubicBezTo>
                  <a:pt x="304" y="118"/>
                  <a:pt x="304" y="118"/>
                  <a:pt x="304" y="118"/>
                </a:cubicBezTo>
                <a:cubicBezTo>
                  <a:pt x="304" y="118"/>
                  <a:pt x="304" y="118"/>
                  <a:pt x="304" y="118"/>
                </a:cubicBezTo>
                <a:cubicBezTo>
                  <a:pt x="304" y="118"/>
                  <a:pt x="304" y="118"/>
                  <a:pt x="304" y="118"/>
                </a:cubicBezTo>
                <a:cubicBezTo>
                  <a:pt x="304" y="119"/>
                  <a:pt x="304" y="119"/>
                  <a:pt x="304" y="119"/>
                </a:cubicBezTo>
                <a:cubicBezTo>
                  <a:pt x="304" y="119"/>
                  <a:pt x="304" y="119"/>
                  <a:pt x="304" y="119"/>
                </a:cubicBezTo>
                <a:cubicBezTo>
                  <a:pt x="304" y="119"/>
                  <a:pt x="304" y="120"/>
                  <a:pt x="305" y="120"/>
                </a:cubicBezTo>
                <a:cubicBezTo>
                  <a:pt x="305" y="120"/>
                  <a:pt x="305" y="120"/>
                  <a:pt x="305" y="120"/>
                </a:cubicBezTo>
                <a:cubicBezTo>
                  <a:pt x="305" y="120"/>
                  <a:pt x="305" y="120"/>
                  <a:pt x="305" y="120"/>
                </a:cubicBezTo>
                <a:cubicBezTo>
                  <a:pt x="306" y="120"/>
                  <a:pt x="306" y="119"/>
                  <a:pt x="306" y="119"/>
                </a:cubicBezTo>
                <a:cubicBezTo>
                  <a:pt x="306" y="119"/>
                  <a:pt x="306" y="119"/>
                  <a:pt x="306" y="119"/>
                </a:cubicBezTo>
                <a:cubicBezTo>
                  <a:pt x="306" y="119"/>
                  <a:pt x="306" y="118"/>
                  <a:pt x="306" y="118"/>
                </a:cubicBezTo>
                <a:close/>
                <a:moveTo>
                  <a:pt x="287" y="121"/>
                </a:moveTo>
                <a:cubicBezTo>
                  <a:pt x="287" y="121"/>
                  <a:pt x="287" y="121"/>
                  <a:pt x="287" y="121"/>
                </a:cubicBezTo>
                <a:cubicBezTo>
                  <a:pt x="287" y="121"/>
                  <a:pt x="287" y="121"/>
                  <a:pt x="287" y="121"/>
                </a:cubicBezTo>
                <a:cubicBezTo>
                  <a:pt x="287" y="121"/>
                  <a:pt x="287" y="121"/>
                  <a:pt x="287" y="121"/>
                </a:cubicBezTo>
                <a:cubicBezTo>
                  <a:pt x="287" y="121"/>
                  <a:pt x="286" y="121"/>
                  <a:pt x="286" y="121"/>
                </a:cubicBezTo>
                <a:cubicBezTo>
                  <a:pt x="286" y="122"/>
                  <a:pt x="287" y="122"/>
                  <a:pt x="287" y="122"/>
                </a:cubicBezTo>
                <a:cubicBezTo>
                  <a:pt x="287" y="122"/>
                  <a:pt x="287" y="122"/>
                  <a:pt x="287" y="122"/>
                </a:cubicBezTo>
                <a:cubicBezTo>
                  <a:pt x="287" y="122"/>
                  <a:pt x="288" y="122"/>
                  <a:pt x="288" y="121"/>
                </a:cubicBezTo>
                <a:cubicBezTo>
                  <a:pt x="288" y="121"/>
                  <a:pt x="288" y="121"/>
                  <a:pt x="287" y="121"/>
                </a:cubicBezTo>
                <a:close/>
                <a:moveTo>
                  <a:pt x="279" y="117"/>
                </a:moveTo>
                <a:cubicBezTo>
                  <a:pt x="279" y="116"/>
                  <a:pt x="279" y="117"/>
                  <a:pt x="279" y="117"/>
                </a:cubicBezTo>
                <a:cubicBezTo>
                  <a:pt x="279" y="117"/>
                  <a:pt x="279" y="117"/>
                  <a:pt x="278" y="117"/>
                </a:cubicBezTo>
                <a:cubicBezTo>
                  <a:pt x="278" y="116"/>
                  <a:pt x="278" y="116"/>
                  <a:pt x="278" y="116"/>
                </a:cubicBezTo>
                <a:cubicBezTo>
                  <a:pt x="278" y="116"/>
                  <a:pt x="278" y="116"/>
                  <a:pt x="278" y="116"/>
                </a:cubicBezTo>
                <a:cubicBezTo>
                  <a:pt x="278" y="116"/>
                  <a:pt x="278" y="116"/>
                  <a:pt x="278" y="116"/>
                </a:cubicBezTo>
                <a:cubicBezTo>
                  <a:pt x="278" y="116"/>
                  <a:pt x="278" y="116"/>
                  <a:pt x="278" y="116"/>
                </a:cubicBezTo>
                <a:cubicBezTo>
                  <a:pt x="278" y="116"/>
                  <a:pt x="278" y="116"/>
                  <a:pt x="277" y="116"/>
                </a:cubicBezTo>
                <a:cubicBezTo>
                  <a:pt x="277" y="116"/>
                  <a:pt x="277" y="116"/>
                  <a:pt x="277" y="116"/>
                </a:cubicBezTo>
                <a:cubicBezTo>
                  <a:pt x="277" y="116"/>
                  <a:pt x="277" y="116"/>
                  <a:pt x="277" y="116"/>
                </a:cubicBezTo>
                <a:cubicBezTo>
                  <a:pt x="276" y="116"/>
                  <a:pt x="276" y="116"/>
                  <a:pt x="276" y="116"/>
                </a:cubicBezTo>
                <a:cubicBezTo>
                  <a:pt x="276" y="116"/>
                  <a:pt x="276" y="116"/>
                  <a:pt x="276" y="116"/>
                </a:cubicBezTo>
                <a:cubicBezTo>
                  <a:pt x="276" y="116"/>
                  <a:pt x="276" y="116"/>
                  <a:pt x="276" y="116"/>
                </a:cubicBezTo>
                <a:cubicBezTo>
                  <a:pt x="276" y="116"/>
                  <a:pt x="275" y="116"/>
                  <a:pt x="275" y="116"/>
                </a:cubicBezTo>
                <a:cubicBezTo>
                  <a:pt x="275" y="116"/>
                  <a:pt x="275" y="117"/>
                  <a:pt x="275" y="117"/>
                </a:cubicBezTo>
                <a:cubicBezTo>
                  <a:pt x="275" y="117"/>
                  <a:pt x="275" y="117"/>
                  <a:pt x="274" y="117"/>
                </a:cubicBezTo>
                <a:cubicBezTo>
                  <a:pt x="274" y="117"/>
                  <a:pt x="274" y="117"/>
                  <a:pt x="274" y="117"/>
                </a:cubicBezTo>
                <a:cubicBezTo>
                  <a:pt x="274" y="117"/>
                  <a:pt x="274" y="117"/>
                  <a:pt x="274" y="117"/>
                </a:cubicBezTo>
                <a:cubicBezTo>
                  <a:pt x="274" y="117"/>
                  <a:pt x="274" y="117"/>
                  <a:pt x="274" y="117"/>
                </a:cubicBezTo>
                <a:cubicBezTo>
                  <a:pt x="273" y="117"/>
                  <a:pt x="273" y="117"/>
                  <a:pt x="273" y="117"/>
                </a:cubicBezTo>
                <a:cubicBezTo>
                  <a:pt x="273" y="117"/>
                  <a:pt x="273" y="117"/>
                  <a:pt x="273" y="117"/>
                </a:cubicBezTo>
                <a:cubicBezTo>
                  <a:pt x="273" y="117"/>
                  <a:pt x="273" y="117"/>
                  <a:pt x="273" y="117"/>
                </a:cubicBezTo>
                <a:cubicBezTo>
                  <a:pt x="273" y="117"/>
                  <a:pt x="273" y="117"/>
                  <a:pt x="272" y="117"/>
                </a:cubicBezTo>
                <a:cubicBezTo>
                  <a:pt x="272" y="117"/>
                  <a:pt x="272" y="117"/>
                  <a:pt x="272" y="117"/>
                </a:cubicBezTo>
                <a:cubicBezTo>
                  <a:pt x="272" y="117"/>
                  <a:pt x="272" y="117"/>
                  <a:pt x="272" y="117"/>
                </a:cubicBezTo>
                <a:cubicBezTo>
                  <a:pt x="272" y="116"/>
                  <a:pt x="272" y="117"/>
                  <a:pt x="272" y="117"/>
                </a:cubicBezTo>
                <a:cubicBezTo>
                  <a:pt x="272" y="117"/>
                  <a:pt x="272" y="117"/>
                  <a:pt x="271" y="117"/>
                </a:cubicBezTo>
                <a:cubicBezTo>
                  <a:pt x="271" y="117"/>
                  <a:pt x="271" y="117"/>
                  <a:pt x="271" y="117"/>
                </a:cubicBezTo>
                <a:cubicBezTo>
                  <a:pt x="271" y="117"/>
                  <a:pt x="271" y="117"/>
                  <a:pt x="271" y="117"/>
                </a:cubicBezTo>
                <a:cubicBezTo>
                  <a:pt x="271" y="118"/>
                  <a:pt x="271" y="118"/>
                  <a:pt x="271" y="118"/>
                </a:cubicBezTo>
                <a:cubicBezTo>
                  <a:pt x="271" y="118"/>
                  <a:pt x="271" y="118"/>
                  <a:pt x="271" y="118"/>
                </a:cubicBezTo>
                <a:cubicBezTo>
                  <a:pt x="271" y="118"/>
                  <a:pt x="271" y="118"/>
                  <a:pt x="271" y="118"/>
                </a:cubicBezTo>
                <a:cubicBezTo>
                  <a:pt x="271" y="118"/>
                  <a:pt x="271" y="118"/>
                  <a:pt x="271" y="118"/>
                </a:cubicBezTo>
                <a:cubicBezTo>
                  <a:pt x="271" y="118"/>
                  <a:pt x="271" y="118"/>
                  <a:pt x="270" y="118"/>
                </a:cubicBezTo>
                <a:cubicBezTo>
                  <a:pt x="270" y="118"/>
                  <a:pt x="270" y="119"/>
                  <a:pt x="271" y="119"/>
                </a:cubicBezTo>
                <a:cubicBezTo>
                  <a:pt x="271" y="119"/>
                  <a:pt x="271" y="119"/>
                  <a:pt x="271" y="119"/>
                </a:cubicBezTo>
                <a:cubicBezTo>
                  <a:pt x="271" y="119"/>
                  <a:pt x="271" y="119"/>
                  <a:pt x="271" y="119"/>
                </a:cubicBezTo>
                <a:cubicBezTo>
                  <a:pt x="270" y="119"/>
                  <a:pt x="270" y="119"/>
                  <a:pt x="270" y="119"/>
                </a:cubicBezTo>
                <a:cubicBezTo>
                  <a:pt x="270" y="119"/>
                  <a:pt x="270" y="120"/>
                  <a:pt x="270" y="120"/>
                </a:cubicBezTo>
                <a:cubicBezTo>
                  <a:pt x="271" y="120"/>
                  <a:pt x="271" y="120"/>
                  <a:pt x="271" y="119"/>
                </a:cubicBezTo>
                <a:cubicBezTo>
                  <a:pt x="271" y="119"/>
                  <a:pt x="271" y="119"/>
                  <a:pt x="271" y="119"/>
                </a:cubicBezTo>
                <a:cubicBezTo>
                  <a:pt x="271" y="119"/>
                  <a:pt x="271" y="119"/>
                  <a:pt x="271" y="119"/>
                </a:cubicBezTo>
                <a:cubicBezTo>
                  <a:pt x="271" y="119"/>
                  <a:pt x="272" y="119"/>
                  <a:pt x="272" y="119"/>
                </a:cubicBezTo>
                <a:cubicBezTo>
                  <a:pt x="272" y="119"/>
                  <a:pt x="272" y="119"/>
                  <a:pt x="272" y="119"/>
                </a:cubicBezTo>
                <a:cubicBezTo>
                  <a:pt x="272" y="119"/>
                  <a:pt x="272" y="119"/>
                  <a:pt x="272" y="119"/>
                </a:cubicBezTo>
                <a:cubicBezTo>
                  <a:pt x="273" y="119"/>
                  <a:pt x="273" y="119"/>
                  <a:pt x="273" y="119"/>
                </a:cubicBezTo>
                <a:cubicBezTo>
                  <a:pt x="273" y="119"/>
                  <a:pt x="273" y="119"/>
                  <a:pt x="274" y="119"/>
                </a:cubicBezTo>
                <a:cubicBezTo>
                  <a:pt x="274" y="119"/>
                  <a:pt x="274" y="119"/>
                  <a:pt x="274" y="119"/>
                </a:cubicBezTo>
                <a:cubicBezTo>
                  <a:pt x="274" y="119"/>
                  <a:pt x="274" y="119"/>
                  <a:pt x="274" y="119"/>
                </a:cubicBezTo>
                <a:cubicBezTo>
                  <a:pt x="274" y="119"/>
                  <a:pt x="274" y="119"/>
                  <a:pt x="275" y="119"/>
                </a:cubicBezTo>
                <a:cubicBezTo>
                  <a:pt x="275" y="119"/>
                  <a:pt x="275" y="119"/>
                  <a:pt x="275" y="119"/>
                </a:cubicBezTo>
                <a:cubicBezTo>
                  <a:pt x="276" y="119"/>
                  <a:pt x="276" y="119"/>
                  <a:pt x="276" y="119"/>
                </a:cubicBezTo>
                <a:cubicBezTo>
                  <a:pt x="276" y="119"/>
                  <a:pt x="276" y="119"/>
                  <a:pt x="276" y="119"/>
                </a:cubicBezTo>
                <a:cubicBezTo>
                  <a:pt x="276" y="119"/>
                  <a:pt x="276" y="119"/>
                  <a:pt x="276" y="119"/>
                </a:cubicBezTo>
                <a:cubicBezTo>
                  <a:pt x="277" y="119"/>
                  <a:pt x="277" y="118"/>
                  <a:pt x="277" y="118"/>
                </a:cubicBezTo>
                <a:cubicBezTo>
                  <a:pt x="277" y="118"/>
                  <a:pt x="278" y="118"/>
                  <a:pt x="278" y="117"/>
                </a:cubicBezTo>
                <a:cubicBezTo>
                  <a:pt x="278" y="117"/>
                  <a:pt x="279" y="117"/>
                  <a:pt x="279" y="117"/>
                </a:cubicBezTo>
                <a:cubicBezTo>
                  <a:pt x="279" y="117"/>
                  <a:pt x="280" y="117"/>
                  <a:pt x="280" y="117"/>
                </a:cubicBezTo>
                <a:cubicBezTo>
                  <a:pt x="280" y="117"/>
                  <a:pt x="279" y="117"/>
                  <a:pt x="279" y="117"/>
                </a:cubicBezTo>
                <a:cubicBezTo>
                  <a:pt x="279" y="117"/>
                  <a:pt x="279" y="117"/>
                  <a:pt x="279" y="117"/>
                </a:cubicBezTo>
                <a:close/>
                <a:moveTo>
                  <a:pt x="283" y="78"/>
                </a:moveTo>
                <a:cubicBezTo>
                  <a:pt x="283" y="78"/>
                  <a:pt x="283" y="78"/>
                  <a:pt x="283" y="78"/>
                </a:cubicBezTo>
                <a:cubicBezTo>
                  <a:pt x="283" y="78"/>
                  <a:pt x="282" y="78"/>
                  <a:pt x="282" y="79"/>
                </a:cubicBezTo>
                <a:cubicBezTo>
                  <a:pt x="282" y="79"/>
                  <a:pt x="282" y="79"/>
                  <a:pt x="282" y="78"/>
                </a:cubicBezTo>
                <a:cubicBezTo>
                  <a:pt x="282" y="78"/>
                  <a:pt x="282" y="78"/>
                  <a:pt x="282" y="78"/>
                </a:cubicBezTo>
                <a:cubicBezTo>
                  <a:pt x="282" y="78"/>
                  <a:pt x="282" y="78"/>
                  <a:pt x="282" y="78"/>
                </a:cubicBezTo>
                <a:cubicBezTo>
                  <a:pt x="282" y="78"/>
                  <a:pt x="282" y="78"/>
                  <a:pt x="282" y="78"/>
                </a:cubicBezTo>
                <a:cubicBezTo>
                  <a:pt x="282" y="78"/>
                  <a:pt x="282" y="78"/>
                  <a:pt x="282" y="78"/>
                </a:cubicBezTo>
                <a:cubicBezTo>
                  <a:pt x="282" y="78"/>
                  <a:pt x="282" y="78"/>
                  <a:pt x="282" y="78"/>
                </a:cubicBezTo>
                <a:cubicBezTo>
                  <a:pt x="282" y="78"/>
                  <a:pt x="282" y="77"/>
                  <a:pt x="282" y="77"/>
                </a:cubicBezTo>
                <a:cubicBezTo>
                  <a:pt x="282" y="77"/>
                  <a:pt x="282" y="77"/>
                  <a:pt x="282" y="77"/>
                </a:cubicBezTo>
                <a:cubicBezTo>
                  <a:pt x="282" y="77"/>
                  <a:pt x="282" y="77"/>
                  <a:pt x="282" y="77"/>
                </a:cubicBezTo>
                <a:cubicBezTo>
                  <a:pt x="281" y="77"/>
                  <a:pt x="281" y="77"/>
                  <a:pt x="281" y="77"/>
                </a:cubicBezTo>
                <a:cubicBezTo>
                  <a:pt x="281" y="77"/>
                  <a:pt x="281" y="77"/>
                  <a:pt x="281" y="77"/>
                </a:cubicBezTo>
                <a:cubicBezTo>
                  <a:pt x="281" y="77"/>
                  <a:pt x="281" y="77"/>
                  <a:pt x="280" y="76"/>
                </a:cubicBezTo>
                <a:cubicBezTo>
                  <a:pt x="280" y="76"/>
                  <a:pt x="280" y="76"/>
                  <a:pt x="280" y="76"/>
                </a:cubicBezTo>
                <a:cubicBezTo>
                  <a:pt x="280" y="76"/>
                  <a:pt x="280" y="76"/>
                  <a:pt x="279" y="76"/>
                </a:cubicBezTo>
                <a:cubicBezTo>
                  <a:pt x="279" y="76"/>
                  <a:pt x="278" y="76"/>
                  <a:pt x="278" y="76"/>
                </a:cubicBezTo>
                <a:cubicBezTo>
                  <a:pt x="277" y="76"/>
                  <a:pt x="277" y="76"/>
                  <a:pt x="276" y="76"/>
                </a:cubicBezTo>
                <a:cubicBezTo>
                  <a:pt x="276" y="76"/>
                  <a:pt x="276" y="76"/>
                  <a:pt x="276" y="76"/>
                </a:cubicBezTo>
                <a:cubicBezTo>
                  <a:pt x="275" y="76"/>
                  <a:pt x="275" y="76"/>
                  <a:pt x="275" y="76"/>
                </a:cubicBezTo>
                <a:cubicBezTo>
                  <a:pt x="275" y="76"/>
                  <a:pt x="275" y="76"/>
                  <a:pt x="275" y="77"/>
                </a:cubicBezTo>
                <a:cubicBezTo>
                  <a:pt x="275" y="77"/>
                  <a:pt x="275" y="77"/>
                  <a:pt x="274" y="77"/>
                </a:cubicBezTo>
                <a:cubicBezTo>
                  <a:pt x="274" y="77"/>
                  <a:pt x="274" y="77"/>
                  <a:pt x="274" y="77"/>
                </a:cubicBezTo>
                <a:cubicBezTo>
                  <a:pt x="274" y="77"/>
                  <a:pt x="274" y="77"/>
                  <a:pt x="274" y="77"/>
                </a:cubicBezTo>
                <a:cubicBezTo>
                  <a:pt x="273" y="76"/>
                  <a:pt x="273" y="76"/>
                  <a:pt x="273" y="76"/>
                </a:cubicBezTo>
                <a:cubicBezTo>
                  <a:pt x="273" y="76"/>
                  <a:pt x="273" y="76"/>
                  <a:pt x="273" y="77"/>
                </a:cubicBezTo>
                <a:cubicBezTo>
                  <a:pt x="273" y="77"/>
                  <a:pt x="273" y="77"/>
                  <a:pt x="273" y="77"/>
                </a:cubicBezTo>
                <a:cubicBezTo>
                  <a:pt x="272" y="77"/>
                  <a:pt x="273" y="77"/>
                  <a:pt x="273" y="77"/>
                </a:cubicBezTo>
                <a:cubicBezTo>
                  <a:pt x="273" y="78"/>
                  <a:pt x="272" y="78"/>
                  <a:pt x="272" y="78"/>
                </a:cubicBezTo>
                <a:cubicBezTo>
                  <a:pt x="272" y="78"/>
                  <a:pt x="273" y="78"/>
                  <a:pt x="273" y="78"/>
                </a:cubicBezTo>
                <a:cubicBezTo>
                  <a:pt x="273" y="78"/>
                  <a:pt x="273" y="78"/>
                  <a:pt x="273" y="78"/>
                </a:cubicBezTo>
                <a:cubicBezTo>
                  <a:pt x="273" y="78"/>
                  <a:pt x="273" y="79"/>
                  <a:pt x="273" y="79"/>
                </a:cubicBezTo>
                <a:cubicBezTo>
                  <a:pt x="273" y="79"/>
                  <a:pt x="273" y="79"/>
                  <a:pt x="273" y="79"/>
                </a:cubicBezTo>
                <a:cubicBezTo>
                  <a:pt x="273" y="79"/>
                  <a:pt x="273" y="79"/>
                  <a:pt x="273" y="79"/>
                </a:cubicBezTo>
                <a:cubicBezTo>
                  <a:pt x="273" y="79"/>
                  <a:pt x="273" y="79"/>
                  <a:pt x="273" y="79"/>
                </a:cubicBezTo>
                <a:cubicBezTo>
                  <a:pt x="273" y="80"/>
                  <a:pt x="274" y="80"/>
                  <a:pt x="274" y="80"/>
                </a:cubicBezTo>
                <a:cubicBezTo>
                  <a:pt x="274" y="80"/>
                  <a:pt x="274" y="80"/>
                  <a:pt x="274" y="80"/>
                </a:cubicBezTo>
                <a:cubicBezTo>
                  <a:pt x="274" y="80"/>
                  <a:pt x="274" y="81"/>
                  <a:pt x="274" y="81"/>
                </a:cubicBezTo>
                <a:cubicBezTo>
                  <a:pt x="274" y="81"/>
                  <a:pt x="274" y="81"/>
                  <a:pt x="275" y="81"/>
                </a:cubicBezTo>
                <a:cubicBezTo>
                  <a:pt x="275" y="81"/>
                  <a:pt x="275" y="81"/>
                  <a:pt x="275" y="81"/>
                </a:cubicBezTo>
                <a:cubicBezTo>
                  <a:pt x="275" y="81"/>
                  <a:pt x="275" y="81"/>
                  <a:pt x="275" y="81"/>
                </a:cubicBezTo>
                <a:cubicBezTo>
                  <a:pt x="275" y="81"/>
                  <a:pt x="275" y="81"/>
                  <a:pt x="275" y="81"/>
                </a:cubicBezTo>
                <a:cubicBezTo>
                  <a:pt x="276" y="82"/>
                  <a:pt x="276" y="82"/>
                  <a:pt x="276" y="82"/>
                </a:cubicBezTo>
                <a:cubicBezTo>
                  <a:pt x="276" y="82"/>
                  <a:pt x="276" y="82"/>
                  <a:pt x="276" y="82"/>
                </a:cubicBezTo>
                <a:cubicBezTo>
                  <a:pt x="277" y="82"/>
                  <a:pt x="277" y="82"/>
                  <a:pt x="277" y="82"/>
                </a:cubicBezTo>
                <a:cubicBezTo>
                  <a:pt x="278" y="82"/>
                  <a:pt x="278" y="82"/>
                  <a:pt x="278" y="83"/>
                </a:cubicBezTo>
                <a:cubicBezTo>
                  <a:pt x="278" y="83"/>
                  <a:pt x="278" y="83"/>
                  <a:pt x="278" y="83"/>
                </a:cubicBezTo>
                <a:cubicBezTo>
                  <a:pt x="279" y="83"/>
                  <a:pt x="279" y="83"/>
                  <a:pt x="279" y="83"/>
                </a:cubicBezTo>
                <a:cubicBezTo>
                  <a:pt x="279" y="83"/>
                  <a:pt x="279" y="82"/>
                  <a:pt x="279" y="82"/>
                </a:cubicBezTo>
                <a:cubicBezTo>
                  <a:pt x="280" y="82"/>
                  <a:pt x="280" y="82"/>
                  <a:pt x="280" y="82"/>
                </a:cubicBezTo>
                <a:cubicBezTo>
                  <a:pt x="281" y="82"/>
                  <a:pt x="281" y="82"/>
                  <a:pt x="281" y="82"/>
                </a:cubicBezTo>
                <a:cubicBezTo>
                  <a:pt x="281" y="82"/>
                  <a:pt x="281" y="82"/>
                  <a:pt x="281" y="82"/>
                </a:cubicBezTo>
                <a:cubicBezTo>
                  <a:pt x="282" y="81"/>
                  <a:pt x="282" y="81"/>
                  <a:pt x="282" y="81"/>
                </a:cubicBezTo>
                <a:cubicBezTo>
                  <a:pt x="282" y="81"/>
                  <a:pt x="282" y="81"/>
                  <a:pt x="282" y="81"/>
                </a:cubicBezTo>
                <a:cubicBezTo>
                  <a:pt x="283" y="81"/>
                  <a:pt x="283" y="81"/>
                  <a:pt x="283" y="81"/>
                </a:cubicBezTo>
                <a:cubicBezTo>
                  <a:pt x="283" y="81"/>
                  <a:pt x="283" y="81"/>
                  <a:pt x="283" y="80"/>
                </a:cubicBezTo>
                <a:cubicBezTo>
                  <a:pt x="283" y="80"/>
                  <a:pt x="283" y="79"/>
                  <a:pt x="283" y="79"/>
                </a:cubicBezTo>
                <a:cubicBezTo>
                  <a:pt x="284" y="79"/>
                  <a:pt x="283" y="79"/>
                  <a:pt x="283" y="79"/>
                </a:cubicBezTo>
                <a:cubicBezTo>
                  <a:pt x="283" y="78"/>
                  <a:pt x="283" y="79"/>
                  <a:pt x="283" y="78"/>
                </a:cubicBezTo>
                <a:close/>
                <a:moveTo>
                  <a:pt x="287" y="79"/>
                </a:moveTo>
                <a:cubicBezTo>
                  <a:pt x="287" y="78"/>
                  <a:pt x="287" y="78"/>
                  <a:pt x="287" y="78"/>
                </a:cubicBezTo>
                <a:cubicBezTo>
                  <a:pt x="287" y="78"/>
                  <a:pt x="287" y="78"/>
                  <a:pt x="287" y="78"/>
                </a:cubicBezTo>
                <a:cubicBezTo>
                  <a:pt x="287" y="78"/>
                  <a:pt x="286" y="78"/>
                  <a:pt x="286" y="78"/>
                </a:cubicBezTo>
                <a:cubicBezTo>
                  <a:pt x="286" y="78"/>
                  <a:pt x="286" y="78"/>
                  <a:pt x="286" y="78"/>
                </a:cubicBezTo>
                <a:cubicBezTo>
                  <a:pt x="286" y="78"/>
                  <a:pt x="286" y="78"/>
                  <a:pt x="286" y="78"/>
                </a:cubicBezTo>
                <a:cubicBezTo>
                  <a:pt x="286" y="78"/>
                  <a:pt x="285" y="78"/>
                  <a:pt x="285" y="78"/>
                </a:cubicBezTo>
                <a:cubicBezTo>
                  <a:pt x="286" y="78"/>
                  <a:pt x="286" y="78"/>
                  <a:pt x="286" y="78"/>
                </a:cubicBezTo>
                <a:cubicBezTo>
                  <a:pt x="286" y="78"/>
                  <a:pt x="286" y="78"/>
                  <a:pt x="286" y="78"/>
                </a:cubicBezTo>
                <a:cubicBezTo>
                  <a:pt x="286" y="78"/>
                  <a:pt x="286" y="78"/>
                  <a:pt x="286" y="78"/>
                </a:cubicBezTo>
                <a:cubicBezTo>
                  <a:pt x="287" y="78"/>
                  <a:pt x="287" y="79"/>
                  <a:pt x="287" y="79"/>
                </a:cubicBezTo>
                <a:close/>
                <a:moveTo>
                  <a:pt x="269" y="121"/>
                </a:moveTo>
                <a:cubicBezTo>
                  <a:pt x="269" y="121"/>
                  <a:pt x="268" y="121"/>
                  <a:pt x="268" y="121"/>
                </a:cubicBezTo>
                <a:cubicBezTo>
                  <a:pt x="268" y="121"/>
                  <a:pt x="268" y="122"/>
                  <a:pt x="268" y="122"/>
                </a:cubicBezTo>
                <a:cubicBezTo>
                  <a:pt x="268" y="122"/>
                  <a:pt x="268" y="122"/>
                  <a:pt x="268" y="122"/>
                </a:cubicBezTo>
                <a:cubicBezTo>
                  <a:pt x="268" y="122"/>
                  <a:pt x="268" y="122"/>
                  <a:pt x="268" y="122"/>
                </a:cubicBezTo>
                <a:cubicBezTo>
                  <a:pt x="268" y="122"/>
                  <a:pt x="268" y="122"/>
                  <a:pt x="268" y="122"/>
                </a:cubicBezTo>
                <a:cubicBezTo>
                  <a:pt x="268" y="122"/>
                  <a:pt x="268" y="122"/>
                  <a:pt x="268" y="122"/>
                </a:cubicBezTo>
                <a:cubicBezTo>
                  <a:pt x="268" y="122"/>
                  <a:pt x="268" y="122"/>
                  <a:pt x="268" y="122"/>
                </a:cubicBezTo>
                <a:cubicBezTo>
                  <a:pt x="269" y="122"/>
                  <a:pt x="269" y="122"/>
                  <a:pt x="269" y="122"/>
                </a:cubicBezTo>
                <a:cubicBezTo>
                  <a:pt x="269" y="122"/>
                  <a:pt x="269" y="122"/>
                  <a:pt x="269" y="121"/>
                </a:cubicBezTo>
                <a:cubicBezTo>
                  <a:pt x="269" y="121"/>
                  <a:pt x="269" y="121"/>
                  <a:pt x="269" y="121"/>
                </a:cubicBezTo>
                <a:cubicBezTo>
                  <a:pt x="269" y="121"/>
                  <a:pt x="269" y="121"/>
                  <a:pt x="269" y="121"/>
                </a:cubicBezTo>
                <a:close/>
                <a:moveTo>
                  <a:pt x="289" y="75"/>
                </a:moveTo>
                <a:cubicBezTo>
                  <a:pt x="289" y="75"/>
                  <a:pt x="289" y="75"/>
                  <a:pt x="289" y="75"/>
                </a:cubicBezTo>
                <a:cubicBezTo>
                  <a:pt x="289" y="75"/>
                  <a:pt x="289" y="75"/>
                  <a:pt x="289" y="75"/>
                </a:cubicBezTo>
                <a:cubicBezTo>
                  <a:pt x="289" y="75"/>
                  <a:pt x="289" y="75"/>
                  <a:pt x="289" y="75"/>
                </a:cubicBezTo>
                <a:cubicBezTo>
                  <a:pt x="289" y="76"/>
                  <a:pt x="289" y="76"/>
                  <a:pt x="289" y="76"/>
                </a:cubicBezTo>
                <a:cubicBezTo>
                  <a:pt x="289" y="76"/>
                  <a:pt x="289" y="76"/>
                  <a:pt x="289" y="76"/>
                </a:cubicBezTo>
                <a:cubicBezTo>
                  <a:pt x="289" y="76"/>
                  <a:pt x="290" y="75"/>
                  <a:pt x="290" y="75"/>
                </a:cubicBezTo>
                <a:cubicBezTo>
                  <a:pt x="290" y="75"/>
                  <a:pt x="290" y="75"/>
                  <a:pt x="290" y="75"/>
                </a:cubicBezTo>
                <a:cubicBezTo>
                  <a:pt x="290" y="75"/>
                  <a:pt x="290" y="75"/>
                  <a:pt x="290" y="75"/>
                </a:cubicBezTo>
                <a:cubicBezTo>
                  <a:pt x="290" y="75"/>
                  <a:pt x="290" y="75"/>
                  <a:pt x="289" y="75"/>
                </a:cubicBezTo>
                <a:close/>
                <a:moveTo>
                  <a:pt x="285" y="115"/>
                </a:moveTo>
                <a:cubicBezTo>
                  <a:pt x="285" y="115"/>
                  <a:pt x="285" y="115"/>
                  <a:pt x="284" y="115"/>
                </a:cubicBezTo>
                <a:cubicBezTo>
                  <a:pt x="284" y="115"/>
                  <a:pt x="284" y="116"/>
                  <a:pt x="284" y="116"/>
                </a:cubicBezTo>
                <a:cubicBezTo>
                  <a:pt x="284" y="116"/>
                  <a:pt x="284" y="116"/>
                  <a:pt x="284" y="116"/>
                </a:cubicBezTo>
                <a:cubicBezTo>
                  <a:pt x="284" y="116"/>
                  <a:pt x="284" y="116"/>
                  <a:pt x="284" y="116"/>
                </a:cubicBezTo>
                <a:cubicBezTo>
                  <a:pt x="284" y="117"/>
                  <a:pt x="284" y="116"/>
                  <a:pt x="285" y="116"/>
                </a:cubicBezTo>
                <a:cubicBezTo>
                  <a:pt x="285" y="116"/>
                  <a:pt x="285" y="116"/>
                  <a:pt x="285" y="116"/>
                </a:cubicBezTo>
                <a:cubicBezTo>
                  <a:pt x="285" y="116"/>
                  <a:pt x="285" y="116"/>
                  <a:pt x="285" y="116"/>
                </a:cubicBezTo>
                <a:cubicBezTo>
                  <a:pt x="285" y="116"/>
                  <a:pt x="285" y="116"/>
                  <a:pt x="285" y="116"/>
                </a:cubicBezTo>
                <a:cubicBezTo>
                  <a:pt x="285" y="115"/>
                  <a:pt x="285" y="115"/>
                  <a:pt x="285" y="115"/>
                </a:cubicBezTo>
                <a:cubicBezTo>
                  <a:pt x="285" y="115"/>
                  <a:pt x="285" y="115"/>
                  <a:pt x="285" y="115"/>
                </a:cubicBezTo>
                <a:close/>
                <a:moveTo>
                  <a:pt x="349" y="107"/>
                </a:moveTo>
                <a:cubicBezTo>
                  <a:pt x="349" y="107"/>
                  <a:pt x="349" y="107"/>
                  <a:pt x="349" y="107"/>
                </a:cubicBezTo>
                <a:cubicBezTo>
                  <a:pt x="349" y="107"/>
                  <a:pt x="349" y="107"/>
                  <a:pt x="349" y="107"/>
                </a:cubicBezTo>
                <a:cubicBezTo>
                  <a:pt x="349" y="107"/>
                  <a:pt x="349" y="107"/>
                  <a:pt x="349" y="107"/>
                </a:cubicBezTo>
                <a:cubicBezTo>
                  <a:pt x="349" y="107"/>
                  <a:pt x="349" y="107"/>
                  <a:pt x="349" y="107"/>
                </a:cubicBezTo>
                <a:cubicBezTo>
                  <a:pt x="349" y="108"/>
                  <a:pt x="348" y="108"/>
                  <a:pt x="348" y="108"/>
                </a:cubicBezTo>
                <a:cubicBezTo>
                  <a:pt x="348" y="108"/>
                  <a:pt x="348" y="108"/>
                  <a:pt x="348" y="108"/>
                </a:cubicBezTo>
                <a:cubicBezTo>
                  <a:pt x="348" y="108"/>
                  <a:pt x="348" y="109"/>
                  <a:pt x="348" y="109"/>
                </a:cubicBezTo>
                <a:cubicBezTo>
                  <a:pt x="348" y="109"/>
                  <a:pt x="348" y="109"/>
                  <a:pt x="348" y="109"/>
                </a:cubicBezTo>
                <a:cubicBezTo>
                  <a:pt x="348" y="109"/>
                  <a:pt x="348" y="109"/>
                  <a:pt x="348" y="109"/>
                </a:cubicBezTo>
                <a:cubicBezTo>
                  <a:pt x="348" y="109"/>
                  <a:pt x="348" y="109"/>
                  <a:pt x="348" y="109"/>
                </a:cubicBezTo>
                <a:cubicBezTo>
                  <a:pt x="348" y="109"/>
                  <a:pt x="348" y="109"/>
                  <a:pt x="348" y="109"/>
                </a:cubicBezTo>
                <a:cubicBezTo>
                  <a:pt x="348" y="109"/>
                  <a:pt x="349" y="109"/>
                  <a:pt x="349" y="109"/>
                </a:cubicBezTo>
                <a:cubicBezTo>
                  <a:pt x="349" y="109"/>
                  <a:pt x="349" y="109"/>
                  <a:pt x="349" y="109"/>
                </a:cubicBezTo>
                <a:cubicBezTo>
                  <a:pt x="349" y="108"/>
                  <a:pt x="349" y="108"/>
                  <a:pt x="349" y="108"/>
                </a:cubicBezTo>
                <a:cubicBezTo>
                  <a:pt x="349" y="108"/>
                  <a:pt x="349" y="108"/>
                  <a:pt x="349" y="108"/>
                </a:cubicBezTo>
                <a:cubicBezTo>
                  <a:pt x="349" y="108"/>
                  <a:pt x="349" y="108"/>
                  <a:pt x="349" y="108"/>
                </a:cubicBezTo>
                <a:cubicBezTo>
                  <a:pt x="349" y="108"/>
                  <a:pt x="349" y="108"/>
                  <a:pt x="349" y="108"/>
                </a:cubicBezTo>
                <a:cubicBezTo>
                  <a:pt x="349" y="107"/>
                  <a:pt x="349" y="107"/>
                  <a:pt x="349" y="107"/>
                </a:cubicBezTo>
                <a:close/>
                <a:moveTo>
                  <a:pt x="349" y="106"/>
                </a:moveTo>
                <a:cubicBezTo>
                  <a:pt x="349" y="106"/>
                  <a:pt x="349" y="106"/>
                  <a:pt x="349" y="106"/>
                </a:cubicBezTo>
                <a:cubicBezTo>
                  <a:pt x="349" y="106"/>
                  <a:pt x="349" y="106"/>
                  <a:pt x="349" y="106"/>
                </a:cubicBezTo>
                <a:cubicBezTo>
                  <a:pt x="348" y="106"/>
                  <a:pt x="348" y="106"/>
                  <a:pt x="348" y="106"/>
                </a:cubicBezTo>
                <a:cubicBezTo>
                  <a:pt x="348" y="106"/>
                  <a:pt x="348" y="106"/>
                  <a:pt x="348" y="107"/>
                </a:cubicBezTo>
                <a:cubicBezTo>
                  <a:pt x="348" y="107"/>
                  <a:pt x="348" y="107"/>
                  <a:pt x="348" y="107"/>
                </a:cubicBezTo>
                <a:cubicBezTo>
                  <a:pt x="349" y="107"/>
                  <a:pt x="349" y="107"/>
                  <a:pt x="349" y="107"/>
                </a:cubicBezTo>
                <a:cubicBezTo>
                  <a:pt x="349" y="107"/>
                  <a:pt x="349" y="107"/>
                  <a:pt x="349" y="107"/>
                </a:cubicBezTo>
                <a:cubicBezTo>
                  <a:pt x="349" y="107"/>
                  <a:pt x="349" y="107"/>
                  <a:pt x="349" y="107"/>
                </a:cubicBezTo>
                <a:cubicBezTo>
                  <a:pt x="349" y="107"/>
                  <a:pt x="349" y="107"/>
                  <a:pt x="349" y="107"/>
                </a:cubicBezTo>
                <a:cubicBezTo>
                  <a:pt x="349" y="107"/>
                  <a:pt x="349" y="107"/>
                  <a:pt x="349" y="107"/>
                </a:cubicBezTo>
                <a:cubicBezTo>
                  <a:pt x="349" y="107"/>
                  <a:pt x="349" y="107"/>
                  <a:pt x="349" y="107"/>
                </a:cubicBezTo>
                <a:cubicBezTo>
                  <a:pt x="349" y="107"/>
                  <a:pt x="349" y="107"/>
                  <a:pt x="349" y="107"/>
                </a:cubicBezTo>
                <a:cubicBezTo>
                  <a:pt x="349" y="106"/>
                  <a:pt x="349" y="106"/>
                  <a:pt x="349" y="106"/>
                </a:cubicBezTo>
                <a:close/>
                <a:moveTo>
                  <a:pt x="335" y="96"/>
                </a:moveTo>
                <a:cubicBezTo>
                  <a:pt x="335" y="96"/>
                  <a:pt x="335" y="96"/>
                  <a:pt x="335" y="96"/>
                </a:cubicBezTo>
                <a:cubicBezTo>
                  <a:pt x="335" y="96"/>
                  <a:pt x="335" y="96"/>
                  <a:pt x="335" y="96"/>
                </a:cubicBezTo>
                <a:cubicBezTo>
                  <a:pt x="335" y="96"/>
                  <a:pt x="335" y="96"/>
                  <a:pt x="335" y="97"/>
                </a:cubicBezTo>
                <a:cubicBezTo>
                  <a:pt x="334" y="97"/>
                  <a:pt x="334" y="97"/>
                  <a:pt x="334" y="98"/>
                </a:cubicBezTo>
                <a:cubicBezTo>
                  <a:pt x="334" y="98"/>
                  <a:pt x="334" y="98"/>
                  <a:pt x="334" y="99"/>
                </a:cubicBezTo>
                <a:cubicBezTo>
                  <a:pt x="334" y="99"/>
                  <a:pt x="334" y="99"/>
                  <a:pt x="333" y="99"/>
                </a:cubicBezTo>
                <a:cubicBezTo>
                  <a:pt x="333" y="99"/>
                  <a:pt x="333" y="100"/>
                  <a:pt x="333" y="100"/>
                </a:cubicBezTo>
                <a:cubicBezTo>
                  <a:pt x="333" y="100"/>
                  <a:pt x="333" y="100"/>
                  <a:pt x="333" y="100"/>
                </a:cubicBezTo>
                <a:cubicBezTo>
                  <a:pt x="333" y="100"/>
                  <a:pt x="333" y="101"/>
                  <a:pt x="333" y="101"/>
                </a:cubicBezTo>
                <a:cubicBezTo>
                  <a:pt x="333" y="101"/>
                  <a:pt x="333" y="101"/>
                  <a:pt x="333" y="101"/>
                </a:cubicBezTo>
                <a:cubicBezTo>
                  <a:pt x="333" y="101"/>
                  <a:pt x="333" y="101"/>
                  <a:pt x="333" y="102"/>
                </a:cubicBezTo>
                <a:cubicBezTo>
                  <a:pt x="332" y="102"/>
                  <a:pt x="332" y="102"/>
                  <a:pt x="332" y="102"/>
                </a:cubicBezTo>
                <a:cubicBezTo>
                  <a:pt x="333" y="102"/>
                  <a:pt x="333" y="102"/>
                  <a:pt x="333" y="101"/>
                </a:cubicBezTo>
                <a:cubicBezTo>
                  <a:pt x="333" y="101"/>
                  <a:pt x="333" y="101"/>
                  <a:pt x="333" y="101"/>
                </a:cubicBezTo>
                <a:cubicBezTo>
                  <a:pt x="333" y="101"/>
                  <a:pt x="333" y="101"/>
                  <a:pt x="333" y="101"/>
                </a:cubicBezTo>
                <a:cubicBezTo>
                  <a:pt x="333" y="101"/>
                  <a:pt x="333" y="101"/>
                  <a:pt x="333" y="101"/>
                </a:cubicBezTo>
                <a:cubicBezTo>
                  <a:pt x="333" y="101"/>
                  <a:pt x="333" y="101"/>
                  <a:pt x="333" y="100"/>
                </a:cubicBezTo>
                <a:cubicBezTo>
                  <a:pt x="333" y="100"/>
                  <a:pt x="333" y="100"/>
                  <a:pt x="334" y="99"/>
                </a:cubicBezTo>
                <a:cubicBezTo>
                  <a:pt x="334" y="99"/>
                  <a:pt x="334" y="99"/>
                  <a:pt x="334" y="99"/>
                </a:cubicBezTo>
                <a:cubicBezTo>
                  <a:pt x="334" y="99"/>
                  <a:pt x="334" y="99"/>
                  <a:pt x="334" y="99"/>
                </a:cubicBezTo>
                <a:cubicBezTo>
                  <a:pt x="335" y="98"/>
                  <a:pt x="335" y="97"/>
                  <a:pt x="335" y="97"/>
                </a:cubicBezTo>
                <a:cubicBezTo>
                  <a:pt x="335" y="97"/>
                  <a:pt x="335" y="96"/>
                  <a:pt x="335" y="96"/>
                </a:cubicBezTo>
                <a:cubicBezTo>
                  <a:pt x="335" y="96"/>
                  <a:pt x="335" y="96"/>
                  <a:pt x="335" y="96"/>
                </a:cubicBezTo>
                <a:cubicBezTo>
                  <a:pt x="335" y="96"/>
                  <a:pt x="335" y="96"/>
                  <a:pt x="335" y="96"/>
                </a:cubicBezTo>
                <a:close/>
                <a:moveTo>
                  <a:pt x="349" y="102"/>
                </a:moveTo>
                <a:cubicBezTo>
                  <a:pt x="349" y="102"/>
                  <a:pt x="348" y="102"/>
                  <a:pt x="348" y="101"/>
                </a:cubicBezTo>
                <a:cubicBezTo>
                  <a:pt x="348" y="101"/>
                  <a:pt x="348" y="101"/>
                  <a:pt x="349" y="101"/>
                </a:cubicBezTo>
                <a:cubicBezTo>
                  <a:pt x="349" y="102"/>
                  <a:pt x="349" y="102"/>
                  <a:pt x="349" y="102"/>
                </a:cubicBezTo>
                <a:cubicBezTo>
                  <a:pt x="349" y="102"/>
                  <a:pt x="349" y="101"/>
                  <a:pt x="349" y="101"/>
                </a:cubicBezTo>
                <a:cubicBezTo>
                  <a:pt x="349" y="101"/>
                  <a:pt x="349" y="101"/>
                  <a:pt x="349" y="101"/>
                </a:cubicBezTo>
                <a:cubicBezTo>
                  <a:pt x="349" y="101"/>
                  <a:pt x="349" y="101"/>
                  <a:pt x="349" y="101"/>
                </a:cubicBezTo>
                <a:cubicBezTo>
                  <a:pt x="349" y="101"/>
                  <a:pt x="349" y="101"/>
                  <a:pt x="349" y="101"/>
                </a:cubicBezTo>
                <a:cubicBezTo>
                  <a:pt x="349" y="101"/>
                  <a:pt x="349" y="101"/>
                  <a:pt x="349" y="101"/>
                </a:cubicBezTo>
                <a:cubicBezTo>
                  <a:pt x="349" y="100"/>
                  <a:pt x="349" y="100"/>
                  <a:pt x="349" y="100"/>
                </a:cubicBezTo>
                <a:cubicBezTo>
                  <a:pt x="349" y="100"/>
                  <a:pt x="349" y="100"/>
                  <a:pt x="349" y="100"/>
                </a:cubicBezTo>
                <a:cubicBezTo>
                  <a:pt x="349" y="100"/>
                  <a:pt x="349" y="100"/>
                  <a:pt x="349" y="100"/>
                </a:cubicBezTo>
                <a:cubicBezTo>
                  <a:pt x="349" y="100"/>
                  <a:pt x="349" y="99"/>
                  <a:pt x="349" y="99"/>
                </a:cubicBezTo>
                <a:cubicBezTo>
                  <a:pt x="349" y="99"/>
                  <a:pt x="349" y="99"/>
                  <a:pt x="349" y="99"/>
                </a:cubicBezTo>
                <a:cubicBezTo>
                  <a:pt x="349" y="99"/>
                  <a:pt x="349" y="99"/>
                  <a:pt x="349" y="98"/>
                </a:cubicBezTo>
                <a:cubicBezTo>
                  <a:pt x="349" y="98"/>
                  <a:pt x="349" y="98"/>
                  <a:pt x="349" y="98"/>
                </a:cubicBezTo>
                <a:cubicBezTo>
                  <a:pt x="348" y="98"/>
                  <a:pt x="348" y="98"/>
                  <a:pt x="348" y="98"/>
                </a:cubicBezTo>
                <a:cubicBezTo>
                  <a:pt x="348" y="98"/>
                  <a:pt x="349" y="98"/>
                  <a:pt x="349" y="98"/>
                </a:cubicBezTo>
                <a:cubicBezTo>
                  <a:pt x="349" y="98"/>
                  <a:pt x="349" y="98"/>
                  <a:pt x="349" y="98"/>
                </a:cubicBezTo>
                <a:cubicBezTo>
                  <a:pt x="349" y="98"/>
                  <a:pt x="349" y="98"/>
                  <a:pt x="349" y="98"/>
                </a:cubicBezTo>
                <a:cubicBezTo>
                  <a:pt x="349" y="98"/>
                  <a:pt x="349" y="98"/>
                  <a:pt x="349" y="98"/>
                </a:cubicBezTo>
                <a:cubicBezTo>
                  <a:pt x="348" y="97"/>
                  <a:pt x="348" y="97"/>
                  <a:pt x="348" y="97"/>
                </a:cubicBezTo>
                <a:cubicBezTo>
                  <a:pt x="348" y="97"/>
                  <a:pt x="348" y="97"/>
                  <a:pt x="347" y="97"/>
                </a:cubicBezTo>
                <a:cubicBezTo>
                  <a:pt x="347" y="97"/>
                  <a:pt x="347" y="97"/>
                  <a:pt x="347" y="97"/>
                </a:cubicBezTo>
                <a:cubicBezTo>
                  <a:pt x="347" y="97"/>
                  <a:pt x="347" y="97"/>
                  <a:pt x="347" y="98"/>
                </a:cubicBezTo>
                <a:cubicBezTo>
                  <a:pt x="347" y="98"/>
                  <a:pt x="347" y="98"/>
                  <a:pt x="347" y="98"/>
                </a:cubicBezTo>
                <a:cubicBezTo>
                  <a:pt x="347" y="98"/>
                  <a:pt x="347" y="98"/>
                  <a:pt x="347" y="98"/>
                </a:cubicBezTo>
                <a:cubicBezTo>
                  <a:pt x="347" y="98"/>
                  <a:pt x="347" y="98"/>
                  <a:pt x="347" y="98"/>
                </a:cubicBezTo>
                <a:cubicBezTo>
                  <a:pt x="347" y="98"/>
                  <a:pt x="347" y="98"/>
                  <a:pt x="347" y="98"/>
                </a:cubicBezTo>
                <a:cubicBezTo>
                  <a:pt x="347" y="98"/>
                  <a:pt x="347" y="98"/>
                  <a:pt x="347" y="98"/>
                </a:cubicBezTo>
                <a:cubicBezTo>
                  <a:pt x="347" y="98"/>
                  <a:pt x="346" y="98"/>
                  <a:pt x="346" y="98"/>
                </a:cubicBezTo>
                <a:cubicBezTo>
                  <a:pt x="346" y="98"/>
                  <a:pt x="346" y="98"/>
                  <a:pt x="346" y="99"/>
                </a:cubicBezTo>
                <a:cubicBezTo>
                  <a:pt x="346" y="99"/>
                  <a:pt x="346" y="99"/>
                  <a:pt x="346" y="99"/>
                </a:cubicBezTo>
                <a:cubicBezTo>
                  <a:pt x="346" y="99"/>
                  <a:pt x="346" y="99"/>
                  <a:pt x="346" y="99"/>
                </a:cubicBezTo>
                <a:cubicBezTo>
                  <a:pt x="346" y="99"/>
                  <a:pt x="346" y="99"/>
                  <a:pt x="346" y="99"/>
                </a:cubicBezTo>
                <a:cubicBezTo>
                  <a:pt x="346" y="99"/>
                  <a:pt x="345" y="99"/>
                  <a:pt x="345" y="99"/>
                </a:cubicBezTo>
                <a:cubicBezTo>
                  <a:pt x="345" y="99"/>
                  <a:pt x="345" y="99"/>
                  <a:pt x="345" y="99"/>
                </a:cubicBezTo>
                <a:cubicBezTo>
                  <a:pt x="345" y="99"/>
                  <a:pt x="345" y="99"/>
                  <a:pt x="345" y="99"/>
                </a:cubicBezTo>
                <a:cubicBezTo>
                  <a:pt x="344" y="99"/>
                  <a:pt x="345" y="100"/>
                  <a:pt x="345" y="100"/>
                </a:cubicBezTo>
                <a:cubicBezTo>
                  <a:pt x="345" y="100"/>
                  <a:pt x="346" y="100"/>
                  <a:pt x="345" y="100"/>
                </a:cubicBezTo>
                <a:cubicBezTo>
                  <a:pt x="346" y="100"/>
                  <a:pt x="346" y="100"/>
                  <a:pt x="346" y="100"/>
                </a:cubicBezTo>
                <a:cubicBezTo>
                  <a:pt x="346" y="100"/>
                  <a:pt x="347" y="100"/>
                  <a:pt x="346" y="100"/>
                </a:cubicBezTo>
                <a:cubicBezTo>
                  <a:pt x="346" y="100"/>
                  <a:pt x="346" y="100"/>
                  <a:pt x="346" y="100"/>
                </a:cubicBezTo>
                <a:cubicBezTo>
                  <a:pt x="346" y="100"/>
                  <a:pt x="346" y="100"/>
                  <a:pt x="346" y="100"/>
                </a:cubicBezTo>
                <a:cubicBezTo>
                  <a:pt x="346" y="100"/>
                  <a:pt x="346" y="100"/>
                  <a:pt x="346" y="101"/>
                </a:cubicBezTo>
                <a:cubicBezTo>
                  <a:pt x="346" y="101"/>
                  <a:pt x="346" y="101"/>
                  <a:pt x="346" y="101"/>
                </a:cubicBezTo>
                <a:cubicBezTo>
                  <a:pt x="345" y="101"/>
                  <a:pt x="345" y="101"/>
                  <a:pt x="345" y="101"/>
                </a:cubicBezTo>
                <a:cubicBezTo>
                  <a:pt x="345" y="101"/>
                  <a:pt x="345" y="101"/>
                  <a:pt x="345" y="101"/>
                </a:cubicBezTo>
                <a:cubicBezTo>
                  <a:pt x="345" y="101"/>
                  <a:pt x="345" y="102"/>
                  <a:pt x="345" y="102"/>
                </a:cubicBezTo>
                <a:cubicBezTo>
                  <a:pt x="345" y="102"/>
                  <a:pt x="345" y="102"/>
                  <a:pt x="345" y="102"/>
                </a:cubicBezTo>
                <a:cubicBezTo>
                  <a:pt x="345" y="102"/>
                  <a:pt x="345" y="102"/>
                  <a:pt x="345" y="102"/>
                </a:cubicBezTo>
                <a:cubicBezTo>
                  <a:pt x="345" y="103"/>
                  <a:pt x="345" y="103"/>
                  <a:pt x="345" y="103"/>
                </a:cubicBezTo>
                <a:cubicBezTo>
                  <a:pt x="345" y="104"/>
                  <a:pt x="345" y="103"/>
                  <a:pt x="345" y="103"/>
                </a:cubicBezTo>
                <a:cubicBezTo>
                  <a:pt x="345" y="103"/>
                  <a:pt x="345" y="103"/>
                  <a:pt x="345" y="103"/>
                </a:cubicBezTo>
                <a:cubicBezTo>
                  <a:pt x="345" y="102"/>
                  <a:pt x="345" y="103"/>
                  <a:pt x="345" y="102"/>
                </a:cubicBezTo>
                <a:cubicBezTo>
                  <a:pt x="345" y="102"/>
                  <a:pt x="344" y="102"/>
                  <a:pt x="344" y="102"/>
                </a:cubicBezTo>
                <a:cubicBezTo>
                  <a:pt x="344" y="102"/>
                  <a:pt x="344" y="102"/>
                  <a:pt x="344" y="102"/>
                </a:cubicBezTo>
                <a:cubicBezTo>
                  <a:pt x="344" y="102"/>
                  <a:pt x="344" y="102"/>
                  <a:pt x="344" y="102"/>
                </a:cubicBezTo>
                <a:cubicBezTo>
                  <a:pt x="344" y="102"/>
                  <a:pt x="344" y="103"/>
                  <a:pt x="344" y="103"/>
                </a:cubicBezTo>
                <a:cubicBezTo>
                  <a:pt x="344" y="103"/>
                  <a:pt x="344" y="103"/>
                  <a:pt x="344" y="103"/>
                </a:cubicBezTo>
                <a:cubicBezTo>
                  <a:pt x="344" y="103"/>
                  <a:pt x="344" y="103"/>
                  <a:pt x="344" y="103"/>
                </a:cubicBezTo>
                <a:cubicBezTo>
                  <a:pt x="344" y="104"/>
                  <a:pt x="344" y="104"/>
                  <a:pt x="345" y="104"/>
                </a:cubicBezTo>
                <a:cubicBezTo>
                  <a:pt x="345" y="104"/>
                  <a:pt x="345" y="104"/>
                  <a:pt x="345" y="104"/>
                </a:cubicBezTo>
                <a:cubicBezTo>
                  <a:pt x="345" y="104"/>
                  <a:pt x="345" y="104"/>
                  <a:pt x="345" y="104"/>
                </a:cubicBezTo>
                <a:cubicBezTo>
                  <a:pt x="345" y="104"/>
                  <a:pt x="345" y="105"/>
                  <a:pt x="346" y="105"/>
                </a:cubicBezTo>
                <a:cubicBezTo>
                  <a:pt x="346" y="105"/>
                  <a:pt x="346" y="105"/>
                  <a:pt x="346" y="104"/>
                </a:cubicBezTo>
                <a:cubicBezTo>
                  <a:pt x="346" y="104"/>
                  <a:pt x="346" y="104"/>
                  <a:pt x="346" y="104"/>
                </a:cubicBezTo>
                <a:cubicBezTo>
                  <a:pt x="346" y="104"/>
                  <a:pt x="346" y="104"/>
                  <a:pt x="346" y="104"/>
                </a:cubicBezTo>
                <a:cubicBezTo>
                  <a:pt x="346" y="105"/>
                  <a:pt x="346" y="105"/>
                  <a:pt x="346" y="105"/>
                </a:cubicBezTo>
                <a:cubicBezTo>
                  <a:pt x="346" y="105"/>
                  <a:pt x="346" y="105"/>
                  <a:pt x="346" y="105"/>
                </a:cubicBezTo>
                <a:cubicBezTo>
                  <a:pt x="346" y="105"/>
                  <a:pt x="346" y="106"/>
                  <a:pt x="345" y="105"/>
                </a:cubicBezTo>
                <a:cubicBezTo>
                  <a:pt x="345" y="105"/>
                  <a:pt x="345" y="105"/>
                  <a:pt x="345" y="105"/>
                </a:cubicBezTo>
                <a:cubicBezTo>
                  <a:pt x="345" y="105"/>
                  <a:pt x="345" y="104"/>
                  <a:pt x="345" y="104"/>
                </a:cubicBezTo>
                <a:cubicBezTo>
                  <a:pt x="345" y="104"/>
                  <a:pt x="345" y="104"/>
                  <a:pt x="345" y="104"/>
                </a:cubicBezTo>
                <a:cubicBezTo>
                  <a:pt x="344" y="104"/>
                  <a:pt x="344" y="104"/>
                  <a:pt x="344" y="104"/>
                </a:cubicBezTo>
                <a:cubicBezTo>
                  <a:pt x="344" y="104"/>
                  <a:pt x="344" y="104"/>
                  <a:pt x="344" y="104"/>
                </a:cubicBezTo>
                <a:cubicBezTo>
                  <a:pt x="344" y="104"/>
                  <a:pt x="344" y="103"/>
                  <a:pt x="343" y="103"/>
                </a:cubicBezTo>
                <a:cubicBezTo>
                  <a:pt x="343" y="103"/>
                  <a:pt x="344" y="104"/>
                  <a:pt x="344" y="104"/>
                </a:cubicBezTo>
                <a:cubicBezTo>
                  <a:pt x="344" y="104"/>
                  <a:pt x="344" y="104"/>
                  <a:pt x="344" y="105"/>
                </a:cubicBezTo>
                <a:cubicBezTo>
                  <a:pt x="344" y="105"/>
                  <a:pt x="344" y="105"/>
                  <a:pt x="344" y="105"/>
                </a:cubicBezTo>
                <a:cubicBezTo>
                  <a:pt x="344" y="105"/>
                  <a:pt x="344" y="106"/>
                  <a:pt x="344" y="106"/>
                </a:cubicBezTo>
                <a:cubicBezTo>
                  <a:pt x="344" y="106"/>
                  <a:pt x="344" y="106"/>
                  <a:pt x="344" y="106"/>
                </a:cubicBezTo>
                <a:cubicBezTo>
                  <a:pt x="344" y="106"/>
                  <a:pt x="344" y="106"/>
                  <a:pt x="344" y="106"/>
                </a:cubicBezTo>
                <a:cubicBezTo>
                  <a:pt x="344" y="106"/>
                  <a:pt x="344" y="106"/>
                  <a:pt x="344" y="106"/>
                </a:cubicBezTo>
                <a:cubicBezTo>
                  <a:pt x="344" y="106"/>
                  <a:pt x="345" y="106"/>
                  <a:pt x="345" y="106"/>
                </a:cubicBezTo>
                <a:cubicBezTo>
                  <a:pt x="345" y="107"/>
                  <a:pt x="345" y="107"/>
                  <a:pt x="344" y="107"/>
                </a:cubicBezTo>
                <a:cubicBezTo>
                  <a:pt x="344" y="107"/>
                  <a:pt x="344" y="106"/>
                  <a:pt x="344" y="106"/>
                </a:cubicBezTo>
                <a:cubicBezTo>
                  <a:pt x="344" y="106"/>
                  <a:pt x="344" y="106"/>
                  <a:pt x="344" y="106"/>
                </a:cubicBezTo>
                <a:cubicBezTo>
                  <a:pt x="344" y="106"/>
                  <a:pt x="344" y="106"/>
                  <a:pt x="344" y="106"/>
                </a:cubicBezTo>
                <a:cubicBezTo>
                  <a:pt x="343" y="106"/>
                  <a:pt x="343" y="106"/>
                  <a:pt x="343" y="107"/>
                </a:cubicBezTo>
                <a:cubicBezTo>
                  <a:pt x="343" y="107"/>
                  <a:pt x="343" y="107"/>
                  <a:pt x="343" y="108"/>
                </a:cubicBezTo>
                <a:cubicBezTo>
                  <a:pt x="343" y="108"/>
                  <a:pt x="343" y="108"/>
                  <a:pt x="343" y="109"/>
                </a:cubicBezTo>
                <a:cubicBezTo>
                  <a:pt x="343" y="109"/>
                  <a:pt x="343" y="109"/>
                  <a:pt x="343" y="109"/>
                </a:cubicBezTo>
                <a:cubicBezTo>
                  <a:pt x="343" y="109"/>
                  <a:pt x="344" y="109"/>
                  <a:pt x="344" y="110"/>
                </a:cubicBezTo>
                <a:cubicBezTo>
                  <a:pt x="344" y="110"/>
                  <a:pt x="344" y="110"/>
                  <a:pt x="344" y="110"/>
                </a:cubicBezTo>
                <a:cubicBezTo>
                  <a:pt x="344" y="110"/>
                  <a:pt x="344" y="110"/>
                  <a:pt x="344" y="110"/>
                </a:cubicBezTo>
                <a:cubicBezTo>
                  <a:pt x="345" y="110"/>
                  <a:pt x="345" y="110"/>
                  <a:pt x="345" y="110"/>
                </a:cubicBezTo>
                <a:cubicBezTo>
                  <a:pt x="345" y="110"/>
                  <a:pt x="345" y="110"/>
                  <a:pt x="346" y="109"/>
                </a:cubicBezTo>
                <a:cubicBezTo>
                  <a:pt x="346" y="109"/>
                  <a:pt x="346" y="109"/>
                  <a:pt x="346" y="109"/>
                </a:cubicBezTo>
                <a:cubicBezTo>
                  <a:pt x="346" y="109"/>
                  <a:pt x="346" y="109"/>
                  <a:pt x="346" y="109"/>
                </a:cubicBezTo>
                <a:cubicBezTo>
                  <a:pt x="346" y="109"/>
                  <a:pt x="346" y="109"/>
                  <a:pt x="346" y="109"/>
                </a:cubicBezTo>
                <a:cubicBezTo>
                  <a:pt x="346" y="109"/>
                  <a:pt x="346" y="109"/>
                  <a:pt x="346" y="109"/>
                </a:cubicBezTo>
                <a:cubicBezTo>
                  <a:pt x="346" y="108"/>
                  <a:pt x="346" y="108"/>
                  <a:pt x="346" y="108"/>
                </a:cubicBezTo>
                <a:cubicBezTo>
                  <a:pt x="346" y="108"/>
                  <a:pt x="346" y="108"/>
                  <a:pt x="346" y="108"/>
                </a:cubicBezTo>
                <a:cubicBezTo>
                  <a:pt x="347" y="108"/>
                  <a:pt x="347" y="108"/>
                  <a:pt x="347" y="108"/>
                </a:cubicBezTo>
                <a:cubicBezTo>
                  <a:pt x="347" y="108"/>
                  <a:pt x="347" y="108"/>
                  <a:pt x="347" y="108"/>
                </a:cubicBezTo>
                <a:cubicBezTo>
                  <a:pt x="347" y="107"/>
                  <a:pt x="347" y="107"/>
                  <a:pt x="347" y="107"/>
                </a:cubicBezTo>
                <a:cubicBezTo>
                  <a:pt x="347" y="107"/>
                  <a:pt x="347" y="107"/>
                  <a:pt x="347" y="107"/>
                </a:cubicBezTo>
                <a:cubicBezTo>
                  <a:pt x="347" y="107"/>
                  <a:pt x="347" y="107"/>
                  <a:pt x="347" y="107"/>
                </a:cubicBezTo>
                <a:cubicBezTo>
                  <a:pt x="347" y="106"/>
                  <a:pt x="347" y="106"/>
                  <a:pt x="347" y="106"/>
                </a:cubicBezTo>
                <a:cubicBezTo>
                  <a:pt x="347" y="106"/>
                  <a:pt x="347" y="106"/>
                  <a:pt x="347" y="106"/>
                </a:cubicBezTo>
                <a:cubicBezTo>
                  <a:pt x="347" y="107"/>
                  <a:pt x="347" y="107"/>
                  <a:pt x="347" y="107"/>
                </a:cubicBezTo>
                <a:cubicBezTo>
                  <a:pt x="348" y="107"/>
                  <a:pt x="348" y="107"/>
                  <a:pt x="348" y="107"/>
                </a:cubicBezTo>
                <a:cubicBezTo>
                  <a:pt x="348" y="107"/>
                  <a:pt x="348" y="107"/>
                  <a:pt x="348" y="106"/>
                </a:cubicBezTo>
                <a:cubicBezTo>
                  <a:pt x="348" y="106"/>
                  <a:pt x="348" y="106"/>
                  <a:pt x="348" y="106"/>
                </a:cubicBezTo>
                <a:cubicBezTo>
                  <a:pt x="348" y="106"/>
                  <a:pt x="348" y="106"/>
                  <a:pt x="348" y="106"/>
                </a:cubicBezTo>
                <a:cubicBezTo>
                  <a:pt x="348" y="106"/>
                  <a:pt x="348" y="106"/>
                  <a:pt x="348" y="106"/>
                </a:cubicBezTo>
                <a:cubicBezTo>
                  <a:pt x="348" y="106"/>
                  <a:pt x="348" y="106"/>
                  <a:pt x="348" y="106"/>
                </a:cubicBezTo>
                <a:cubicBezTo>
                  <a:pt x="348" y="105"/>
                  <a:pt x="347" y="105"/>
                  <a:pt x="347" y="105"/>
                </a:cubicBezTo>
                <a:cubicBezTo>
                  <a:pt x="347" y="105"/>
                  <a:pt x="347" y="105"/>
                  <a:pt x="347" y="105"/>
                </a:cubicBezTo>
                <a:cubicBezTo>
                  <a:pt x="347" y="105"/>
                  <a:pt x="347" y="105"/>
                  <a:pt x="347" y="105"/>
                </a:cubicBezTo>
                <a:cubicBezTo>
                  <a:pt x="347" y="105"/>
                  <a:pt x="347" y="105"/>
                  <a:pt x="347" y="105"/>
                </a:cubicBezTo>
                <a:cubicBezTo>
                  <a:pt x="347" y="105"/>
                  <a:pt x="348" y="105"/>
                  <a:pt x="348" y="105"/>
                </a:cubicBezTo>
                <a:cubicBezTo>
                  <a:pt x="348" y="105"/>
                  <a:pt x="348" y="105"/>
                  <a:pt x="348" y="105"/>
                </a:cubicBezTo>
                <a:cubicBezTo>
                  <a:pt x="349" y="105"/>
                  <a:pt x="349" y="105"/>
                  <a:pt x="349" y="105"/>
                </a:cubicBezTo>
                <a:cubicBezTo>
                  <a:pt x="349" y="105"/>
                  <a:pt x="349" y="105"/>
                  <a:pt x="349" y="104"/>
                </a:cubicBezTo>
                <a:cubicBezTo>
                  <a:pt x="349" y="104"/>
                  <a:pt x="349" y="104"/>
                  <a:pt x="349" y="104"/>
                </a:cubicBezTo>
                <a:cubicBezTo>
                  <a:pt x="349" y="104"/>
                  <a:pt x="349" y="103"/>
                  <a:pt x="349" y="103"/>
                </a:cubicBezTo>
                <a:cubicBezTo>
                  <a:pt x="349" y="103"/>
                  <a:pt x="349" y="103"/>
                  <a:pt x="349" y="103"/>
                </a:cubicBezTo>
                <a:cubicBezTo>
                  <a:pt x="349" y="103"/>
                  <a:pt x="349" y="103"/>
                  <a:pt x="349" y="103"/>
                </a:cubicBezTo>
                <a:cubicBezTo>
                  <a:pt x="349" y="103"/>
                  <a:pt x="349" y="103"/>
                  <a:pt x="349" y="103"/>
                </a:cubicBezTo>
                <a:cubicBezTo>
                  <a:pt x="349" y="103"/>
                  <a:pt x="349" y="103"/>
                  <a:pt x="349" y="102"/>
                </a:cubicBezTo>
                <a:cubicBezTo>
                  <a:pt x="349" y="102"/>
                  <a:pt x="349" y="102"/>
                  <a:pt x="349" y="102"/>
                </a:cubicBezTo>
                <a:close/>
                <a:moveTo>
                  <a:pt x="350" y="105"/>
                </a:moveTo>
                <a:cubicBezTo>
                  <a:pt x="350" y="105"/>
                  <a:pt x="350" y="105"/>
                  <a:pt x="350" y="105"/>
                </a:cubicBezTo>
                <a:cubicBezTo>
                  <a:pt x="350" y="105"/>
                  <a:pt x="350" y="105"/>
                  <a:pt x="350" y="105"/>
                </a:cubicBezTo>
                <a:cubicBezTo>
                  <a:pt x="350" y="105"/>
                  <a:pt x="350" y="105"/>
                  <a:pt x="350" y="105"/>
                </a:cubicBezTo>
                <a:cubicBezTo>
                  <a:pt x="350" y="105"/>
                  <a:pt x="350" y="105"/>
                  <a:pt x="350" y="105"/>
                </a:cubicBezTo>
                <a:cubicBezTo>
                  <a:pt x="350" y="105"/>
                  <a:pt x="350" y="106"/>
                  <a:pt x="350" y="106"/>
                </a:cubicBezTo>
                <a:cubicBezTo>
                  <a:pt x="350" y="106"/>
                  <a:pt x="350" y="106"/>
                  <a:pt x="350" y="106"/>
                </a:cubicBezTo>
                <a:cubicBezTo>
                  <a:pt x="350" y="106"/>
                  <a:pt x="350" y="106"/>
                  <a:pt x="350" y="106"/>
                </a:cubicBezTo>
                <a:cubicBezTo>
                  <a:pt x="350" y="106"/>
                  <a:pt x="350" y="106"/>
                  <a:pt x="350" y="106"/>
                </a:cubicBezTo>
                <a:cubicBezTo>
                  <a:pt x="350" y="106"/>
                  <a:pt x="350" y="106"/>
                  <a:pt x="350" y="106"/>
                </a:cubicBezTo>
                <a:cubicBezTo>
                  <a:pt x="350" y="106"/>
                  <a:pt x="350" y="106"/>
                  <a:pt x="350" y="106"/>
                </a:cubicBezTo>
                <a:cubicBezTo>
                  <a:pt x="350" y="106"/>
                  <a:pt x="350" y="105"/>
                  <a:pt x="350" y="105"/>
                </a:cubicBezTo>
                <a:cubicBezTo>
                  <a:pt x="350" y="105"/>
                  <a:pt x="350" y="105"/>
                  <a:pt x="350" y="105"/>
                </a:cubicBezTo>
                <a:cubicBezTo>
                  <a:pt x="350" y="105"/>
                  <a:pt x="350" y="105"/>
                  <a:pt x="350" y="105"/>
                </a:cubicBezTo>
                <a:cubicBezTo>
                  <a:pt x="350" y="105"/>
                  <a:pt x="350" y="105"/>
                  <a:pt x="350" y="105"/>
                </a:cubicBezTo>
                <a:cubicBezTo>
                  <a:pt x="350" y="105"/>
                  <a:pt x="350" y="105"/>
                  <a:pt x="350" y="105"/>
                </a:cubicBezTo>
                <a:close/>
                <a:moveTo>
                  <a:pt x="314" y="83"/>
                </a:moveTo>
                <a:cubicBezTo>
                  <a:pt x="314" y="83"/>
                  <a:pt x="315" y="83"/>
                  <a:pt x="315" y="83"/>
                </a:cubicBezTo>
                <a:cubicBezTo>
                  <a:pt x="315" y="83"/>
                  <a:pt x="315" y="83"/>
                  <a:pt x="315" y="83"/>
                </a:cubicBezTo>
                <a:cubicBezTo>
                  <a:pt x="315" y="82"/>
                  <a:pt x="315" y="82"/>
                  <a:pt x="315" y="82"/>
                </a:cubicBezTo>
                <a:cubicBezTo>
                  <a:pt x="315" y="82"/>
                  <a:pt x="315" y="82"/>
                  <a:pt x="315" y="82"/>
                </a:cubicBezTo>
                <a:cubicBezTo>
                  <a:pt x="315" y="82"/>
                  <a:pt x="315" y="82"/>
                  <a:pt x="315" y="81"/>
                </a:cubicBezTo>
                <a:cubicBezTo>
                  <a:pt x="315" y="81"/>
                  <a:pt x="315" y="81"/>
                  <a:pt x="315" y="81"/>
                </a:cubicBezTo>
                <a:cubicBezTo>
                  <a:pt x="315" y="81"/>
                  <a:pt x="315" y="81"/>
                  <a:pt x="315" y="81"/>
                </a:cubicBezTo>
                <a:cubicBezTo>
                  <a:pt x="315" y="81"/>
                  <a:pt x="315" y="81"/>
                  <a:pt x="315" y="81"/>
                </a:cubicBezTo>
                <a:cubicBezTo>
                  <a:pt x="315" y="80"/>
                  <a:pt x="315" y="80"/>
                  <a:pt x="315" y="80"/>
                </a:cubicBezTo>
                <a:cubicBezTo>
                  <a:pt x="315" y="80"/>
                  <a:pt x="315" y="80"/>
                  <a:pt x="315" y="80"/>
                </a:cubicBezTo>
                <a:cubicBezTo>
                  <a:pt x="315" y="80"/>
                  <a:pt x="315" y="80"/>
                  <a:pt x="315" y="80"/>
                </a:cubicBezTo>
                <a:cubicBezTo>
                  <a:pt x="315" y="80"/>
                  <a:pt x="315" y="80"/>
                  <a:pt x="315" y="80"/>
                </a:cubicBezTo>
                <a:cubicBezTo>
                  <a:pt x="315" y="80"/>
                  <a:pt x="315" y="79"/>
                  <a:pt x="315" y="79"/>
                </a:cubicBezTo>
                <a:cubicBezTo>
                  <a:pt x="315" y="79"/>
                  <a:pt x="315" y="79"/>
                  <a:pt x="315" y="79"/>
                </a:cubicBezTo>
                <a:cubicBezTo>
                  <a:pt x="315" y="79"/>
                  <a:pt x="315" y="79"/>
                  <a:pt x="315" y="79"/>
                </a:cubicBezTo>
                <a:cubicBezTo>
                  <a:pt x="315" y="79"/>
                  <a:pt x="315" y="79"/>
                  <a:pt x="314" y="79"/>
                </a:cubicBezTo>
                <a:cubicBezTo>
                  <a:pt x="314" y="79"/>
                  <a:pt x="314" y="79"/>
                  <a:pt x="314" y="79"/>
                </a:cubicBezTo>
                <a:cubicBezTo>
                  <a:pt x="314" y="79"/>
                  <a:pt x="314" y="79"/>
                  <a:pt x="314" y="79"/>
                </a:cubicBezTo>
                <a:cubicBezTo>
                  <a:pt x="314" y="79"/>
                  <a:pt x="314" y="79"/>
                  <a:pt x="313" y="79"/>
                </a:cubicBezTo>
                <a:cubicBezTo>
                  <a:pt x="313" y="79"/>
                  <a:pt x="313" y="79"/>
                  <a:pt x="313" y="79"/>
                </a:cubicBezTo>
                <a:cubicBezTo>
                  <a:pt x="313" y="79"/>
                  <a:pt x="313" y="79"/>
                  <a:pt x="313" y="78"/>
                </a:cubicBezTo>
                <a:cubicBezTo>
                  <a:pt x="313" y="78"/>
                  <a:pt x="313" y="78"/>
                  <a:pt x="313" y="78"/>
                </a:cubicBezTo>
                <a:cubicBezTo>
                  <a:pt x="313" y="78"/>
                  <a:pt x="313" y="77"/>
                  <a:pt x="313" y="77"/>
                </a:cubicBezTo>
                <a:cubicBezTo>
                  <a:pt x="313" y="77"/>
                  <a:pt x="313" y="77"/>
                  <a:pt x="313" y="76"/>
                </a:cubicBezTo>
                <a:cubicBezTo>
                  <a:pt x="312" y="76"/>
                  <a:pt x="312" y="76"/>
                  <a:pt x="312" y="76"/>
                </a:cubicBezTo>
                <a:cubicBezTo>
                  <a:pt x="312" y="76"/>
                  <a:pt x="312" y="76"/>
                  <a:pt x="312" y="76"/>
                </a:cubicBezTo>
                <a:cubicBezTo>
                  <a:pt x="312" y="76"/>
                  <a:pt x="312" y="76"/>
                  <a:pt x="312" y="76"/>
                </a:cubicBezTo>
                <a:cubicBezTo>
                  <a:pt x="312" y="76"/>
                  <a:pt x="311" y="76"/>
                  <a:pt x="311" y="76"/>
                </a:cubicBezTo>
                <a:cubicBezTo>
                  <a:pt x="311" y="76"/>
                  <a:pt x="311" y="76"/>
                  <a:pt x="311" y="75"/>
                </a:cubicBezTo>
                <a:cubicBezTo>
                  <a:pt x="311" y="75"/>
                  <a:pt x="310" y="75"/>
                  <a:pt x="310" y="75"/>
                </a:cubicBezTo>
                <a:cubicBezTo>
                  <a:pt x="309" y="75"/>
                  <a:pt x="309" y="75"/>
                  <a:pt x="309" y="75"/>
                </a:cubicBezTo>
                <a:cubicBezTo>
                  <a:pt x="309" y="75"/>
                  <a:pt x="309" y="75"/>
                  <a:pt x="309" y="75"/>
                </a:cubicBezTo>
                <a:cubicBezTo>
                  <a:pt x="309" y="75"/>
                  <a:pt x="309" y="75"/>
                  <a:pt x="308" y="75"/>
                </a:cubicBezTo>
                <a:cubicBezTo>
                  <a:pt x="308" y="75"/>
                  <a:pt x="308" y="75"/>
                  <a:pt x="308" y="75"/>
                </a:cubicBezTo>
                <a:cubicBezTo>
                  <a:pt x="308" y="75"/>
                  <a:pt x="308" y="75"/>
                  <a:pt x="308" y="75"/>
                </a:cubicBezTo>
                <a:cubicBezTo>
                  <a:pt x="308" y="75"/>
                  <a:pt x="308" y="75"/>
                  <a:pt x="308" y="75"/>
                </a:cubicBezTo>
                <a:cubicBezTo>
                  <a:pt x="308" y="75"/>
                  <a:pt x="308" y="75"/>
                  <a:pt x="308" y="75"/>
                </a:cubicBezTo>
                <a:cubicBezTo>
                  <a:pt x="307" y="75"/>
                  <a:pt x="307" y="75"/>
                  <a:pt x="307" y="75"/>
                </a:cubicBezTo>
                <a:cubicBezTo>
                  <a:pt x="307" y="75"/>
                  <a:pt x="307" y="75"/>
                  <a:pt x="307" y="75"/>
                </a:cubicBezTo>
                <a:cubicBezTo>
                  <a:pt x="307" y="75"/>
                  <a:pt x="307" y="75"/>
                  <a:pt x="307" y="75"/>
                </a:cubicBezTo>
                <a:cubicBezTo>
                  <a:pt x="306" y="75"/>
                  <a:pt x="306" y="74"/>
                  <a:pt x="306" y="74"/>
                </a:cubicBezTo>
                <a:cubicBezTo>
                  <a:pt x="306" y="74"/>
                  <a:pt x="306" y="75"/>
                  <a:pt x="306" y="75"/>
                </a:cubicBezTo>
                <a:cubicBezTo>
                  <a:pt x="306" y="75"/>
                  <a:pt x="306" y="75"/>
                  <a:pt x="306" y="75"/>
                </a:cubicBezTo>
                <a:cubicBezTo>
                  <a:pt x="306" y="75"/>
                  <a:pt x="306" y="75"/>
                  <a:pt x="306" y="75"/>
                </a:cubicBezTo>
                <a:cubicBezTo>
                  <a:pt x="306" y="74"/>
                  <a:pt x="306" y="74"/>
                  <a:pt x="306" y="74"/>
                </a:cubicBezTo>
                <a:cubicBezTo>
                  <a:pt x="306" y="74"/>
                  <a:pt x="306" y="74"/>
                  <a:pt x="305" y="74"/>
                </a:cubicBezTo>
                <a:cubicBezTo>
                  <a:pt x="305" y="74"/>
                  <a:pt x="305" y="74"/>
                  <a:pt x="305" y="74"/>
                </a:cubicBezTo>
                <a:cubicBezTo>
                  <a:pt x="305" y="74"/>
                  <a:pt x="305" y="74"/>
                  <a:pt x="305" y="74"/>
                </a:cubicBezTo>
                <a:cubicBezTo>
                  <a:pt x="304" y="74"/>
                  <a:pt x="304" y="74"/>
                  <a:pt x="304" y="74"/>
                </a:cubicBezTo>
                <a:cubicBezTo>
                  <a:pt x="304" y="74"/>
                  <a:pt x="304" y="74"/>
                  <a:pt x="304" y="74"/>
                </a:cubicBezTo>
                <a:cubicBezTo>
                  <a:pt x="304" y="74"/>
                  <a:pt x="304" y="74"/>
                  <a:pt x="304" y="74"/>
                </a:cubicBezTo>
                <a:cubicBezTo>
                  <a:pt x="304" y="74"/>
                  <a:pt x="304" y="74"/>
                  <a:pt x="304" y="74"/>
                </a:cubicBezTo>
                <a:cubicBezTo>
                  <a:pt x="303" y="73"/>
                  <a:pt x="303" y="73"/>
                  <a:pt x="303" y="74"/>
                </a:cubicBezTo>
                <a:cubicBezTo>
                  <a:pt x="303" y="74"/>
                  <a:pt x="303" y="74"/>
                  <a:pt x="303" y="74"/>
                </a:cubicBezTo>
                <a:cubicBezTo>
                  <a:pt x="303" y="74"/>
                  <a:pt x="303" y="73"/>
                  <a:pt x="303" y="73"/>
                </a:cubicBezTo>
                <a:cubicBezTo>
                  <a:pt x="303" y="73"/>
                  <a:pt x="303" y="73"/>
                  <a:pt x="303" y="73"/>
                </a:cubicBezTo>
                <a:cubicBezTo>
                  <a:pt x="302" y="73"/>
                  <a:pt x="302" y="73"/>
                  <a:pt x="302" y="74"/>
                </a:cubicBezTo>
                <a:cubicBezTo>
                  <a:pt x="302" y="74"/>
                  <a:pt x="302" y="74"/>
                  <a:pt x="302" y="74"/>
                </a:cubicBezTo>
                <a:cubicBezTo>
                  <a:pt x="302" y="74"/>
                  <a:pt x="302" y="74"/>
                  <a:pt x="302" y="74"/>
                </a:cubicBezTo>
                <a:cubicBezTo>
                  <a:pt x="302" y="74"/>
                  <a:pt x="302" y="74"/>
                  <a:pt x="301" y="74"/>
                </a:cubicBezTo>
                <a:cubicBezTo>
                  <a:pt x="301" y="74"/>
                  <a:pt x="301" y="74"/>
                  <a:pt x="301" y="74"/>
                </a:cubicBezTo>
                <a:cubicBezTo>
                  <a:pt x="301" y="74"/>
                  <a:pt x="301" y="75"/>
                  <a:pt x="301" y="75"/>
                </a:cubicBezTo>
                <a:cubicBezTo>
                  <a:pt x="301" y="75"/>
                  <a:pt x="300" y="75"/>
                  <a:pt x="300" y="75"/>
                </a:cubicBezTo>
                <a:cubicBezTo>
                  <a:pt x="300" y="75"/>
                  <a:pt x="300" y="75"/>
                  <a:pt x="300" y="75"/>
                </a:cubicBezTo>
                <a:cubicBezTo>
                  <a:pt x="299" y="75"/>
                  <a:pt x="299" y="74"/>
                  <a:pt x="299" y="74"/>
                </a:cubicBezTo>
                <a:cubicBezTo>
                  <a:pt x="299" y="74"/>
                  <a:pt x="299" y="74"/>
                  <a:pt x="299" y="74"/>
                </a:cubicBezTo>
                <a:cubicBezTo>
                  <a:pt x="299" y="74"/>
                  <a:pt x="299" y="74"/>
                  <a:pt x="299" y="74"/>
                </a:cubicBezTo>
                <a:cubicBezTo>
                  <a:pt x="299" y="74"/>
                  <a:pt x="299" y="74"/>
                  <a:pt x="299" y="74"/>
                </a:cubicBezTo>
                <a:cubicBezTo>
                  <a:pt x="298" y="74"/>
                  <a:pt x="298" y="74"/>
                  <a:pt x="298" y="74"/>
                </a:cubicBezTo>
                <a:cubicBezTo>
                  <a:pt x="298" y="74"/>
                  <a:pt x="298" y="74"/>
                  <a:pt x="297" y="74"/>
                </a:cubicBezTo>
                <a:cubicBezTo>
                  <a:pt x="297" y="74"/>
                  <a:pt x="297" y="74"/>
                  <a:pt x="297" y="74"/>
                </a:cubicBezTo>
                <a:cubicBezTo>
                  <a:pt x="296" y="74"/>
                  <a:pt x="296" y="74"/>
                  <a:pt x="296" y="74"/>
                </a:cubicBezTo>
                <a:cubicBezTo>
                  <a:pt x="296" y="74"/>
                  <a:pt x="296" y="74"/>
                  <a:pt x="296" y="74"/>
                </a:cubicBezTo>
                <a:cubicBezTo>
                  <a:pt x="296" y="74"/>
                  <a:pt x="296" y="74"/>
                  <a:pt x="296" y="74"/>
                </a:cubicBezTo>
                <a:cubicBezTo>
                  <a:pt x="296" y="74"/>
                  <a:pt x="296" y="74"/>
                  <a:pt x="295" y="74"/>
                </a:cubicBezTo>
                <a:cubicBezTo>
                  <a:pt x="295" y="74"/>
                  <a:pt x="295" y="74"/>
                  <a:pt x="295" y="74"/>
                </a:cubicBezTo>
                <a:cubicBezTo>
                  <a:pt x="294" y="74"/>
                  <a:pt x="294" y="74"/>
                  <a:pt x="294" y="74"/>
                </a:cubicBezTo>
                <a:cubicBezTo>
                  <a:pt x="294" y="74"/>
                  <a:pt x="294" y="74"/>
                  <a:pt x="294" y="74"/>
                </a:cubicBezTo>
                <a:cubicBezTo>
                  <a:pt x="294" y="74"/>
                  <a:pt x="294" y="74"/>
                  <a:pt x="293" y="74"/>
                </a:cubicBezTo>
                <a:cubicBezTo>
                  <a:pt x="293" y="74"/>
                  <a:pt x="293" y="74"/>
                  <a:pt x="293" y="74"/>
                </a:cubicBezTo>
                <a:cubicBezTo>
                  <a:pt x="293" y="74"/>
                  <a:pt x="293" y="74"/>
                  <a:pt x="293" y="74"/>
                </a:cubicBezTo>
                <a:cubicBezTo>
                  <a:pt x="293" y="74"/>
                  <a:pt x="293" y="74"/>
                  <a:pt x="292" y="74"/>
                </a:cubicBezTo>
                <a:cubicBezTo>
                  <a:pt x="292" y="74"/>
                  <a:pt x="292" y="74"/>
                  <a:pt x="291" y="74"/>
                </a:cubicBezTo>
                <a:cubicBezTo>
                  <a:pt x="291" y="74"/>
                  <a:pt x="291" y="75"/>
                  <a:pt x="291" y="75"/>
                </a:cubicBezTo>
                <a:cubicBezTo>
                  <a:pt x="291" y="75"/>
                  <a:pt x="291" y="75"/>
                  <a:pt x="291" y="75"/>
                </a:cubicBezTo>
                <a:cubicBezTo>
                  <a:pt x="291" y="75"/>
                  <a:pt x="291" y="75"/>
                  <a:pt x="291" y="75"/>
                </a:cubicBezTo>
                <a:cubicBezTo>
                  <a:pt x="291" y="75"/>
                  <a:pt x="291" y="75"/>
                  <a:pt x="291" y="75"/>
                </a:cubicBezTo>
                <a:cubicBezTo>
                  <a:pt x="291" y="75"/>
                  <a:pt x="291" y="75"/>
                  <a:pt x="291" y="75"/>
                </a:cubicBezTo>
                <a:cubicBezTo>
                  <a:pt x="291" y="75"/>
                  <a:pt x="291" y="75"/>
                  <a:pt x="291" y="75"/>
                </a:cubicBezTo>
                <a:cubicBezTo>
                  <a:pt x="291" y="75"/>
                  <a:pt x="291" y="75"/>
                  <a:pt x="291" y="76"/>
                </a:cubicBezTo>
                <a:cubicBezTo>
                  <a:pt x="291" y="76"/>
                  <a:pt x="291" y="76"/>
                  <a:pt x="291" y="76"/>
                </a:cubicBezTo>
                <a:cubicBezTo>
                  <a:pt x="291" y="76"/>
                  <a:pt x="291" y="76"/>
                  <a:pt x="291" y="76"/>
                </a:cubicBezTo>
                <a:cubicBezTo>
                  <a:pt x="290" y="76"/>
                  <a:pt x="290" y="76"/>
                  <a:pt x="290" y="76"/>
                </a:cubicBezTo>
                <a:cubicBezTo>
                  <a:pt x="290" y="76"/>
                  <a:pt x="290" y="76"/>
                  <a:pt x="290" y="76"/>
                </a:cubicBezTo>
                <a:cubicBezTo>
                  <a:pt x="290" y="76"/>
                  <a:pt x="290" y="76"/>
                  <a:pt x="290" y="76"/>
                </a:cubicBezTo>
                <a:cubicBezTo>
                  <a:pt x="290" y="76"/>
                  <a:pt x="290" y="76"/>
                  <a:pt x="290" y="76"/>
                </a:cubicBezTo>
                <a:cubicBezTo>
                  <a:pt x="290" y="76"/>
                  <a:pt x="290" y="76"/>
                  <a:pt x="290" y="76"/>
                </a:cubicBezTo>
                <a:cubicBezTo>
                  <a:pt x="290" y="76"/>
                  <a:pt x="290" y="76"/>
                  <a:pt x="290" y="76"/>
                </a:cubicBezTo>
                <a:cubicBezTo>
                  <a:pt x="290" y="76"/>
                  <a:pt x="289" y="76"/>
                  <a:pt x="289" y="76"/>
                </a:cubicBezTo>
                <a:cubicBezTo>
                  <a:pt x="289" y="77"/>
                  <a:pt x="289" y="77"/>
                  <a:pt x="289" y="77"/>
                </a:cubicBezTo>
                <a:cubicBezTo>
                  <a:pt x="289" y="77"/>
                  <a:pt x="289" y="77"/>
                  <a:pt x="289" y="77"/>
                </a:cubicBezTo>
                <a:cubicBezTo>
                  <a:pt x="289" y="77"/>
                  <a:pt x="289" y="77"/>
                  <a:pt x="289" y="77"/>
                </a:cubicBezTo>
                <a:cubicBezTo>
                  <a:pt x="289" y="77"/>
                  <a:pt x="289" y="77"/>
                  <a:pt x="289" y="77"/>
                </a:cubicBezTo>
                <a:cubicBezTo>
                  <a:pt x="289" y="77"/>
                  <a:pt x="289" y="78"/>
                  <a:pt x="289" y="78"/>
                </a:cubicBezTo>
                <a:cubicBezTo>
                  <a:pt x="289" y="78"/>
                  <a:pt x="289" y="78"/>
                  <a:pt x="289" y="78"/>
                </a:cubicBezTo>
                <a:cubicBezTo>
                  <a:pt x="289" y="78"/>
                  <a:pt x="289" y="79"/>
                  <a:pt x="289" y="79"/>
                </a:cubicBezTo>
                <a:cubicBezTo>
                  <a:pt x="289" y="79"/>
                  <a:pt x="289" y="79"/>
                  <a:pt x="289" y="80"/>
                </a:cubicBezTo>
                <a:cubicBezTo>
                  <a:pt x="289" y="80"/>
                  <a:pt x="289" y="80"/>
                  <a:pt x="289" y="80"/>
                </a:cubicBezTo>
                <a:cubicBezTo>
                  <a:pt x="289" y="80"/>
                  <a:pt x="289" y="80"/>
                  <a:pt x="289" y="80"/>
                </a:cubicBezTo>
                <a:cubicBezTo>
                  <a:pt x="289" y="80"/>
                  <a:pt x="289" y="80"/>
                  <a:pt x="289" y="80"/>
                </a:cubicBezTo>
                <a:cubicBezTo>
                  <a:pt x="289" y="79"/>
                  <a:pt x="290" y="79"/>
                  <a:pt x="290" y="79"/>
                </a:cubicBezTo>
                <a:cubicBezTo>
                  <a:pt x="290" y="79"/>
                  <a:pt x="290" y="79"/>
                  <a:pt x="290" y="79"/>
                </a:cubicBezTo>
                <a:cubicBezTo>
                  <a:pt x="290" y="79"/>
                  <a:pt x="290" y="79"/>
                  <a:pt x="290" y="79"/>
                </a:cubicBezTo>
                <a:cubicBezTo>
                  <a:pt x="290" y="78"/>
                  <a:pt x="290" y="78"/>
                  <a:pt x="290" y="78"/>
                </a:cubicBezTo>
                <a:cubicBezTo>
                  <a:pt x="290" y="78"/>
                  <a:pt x="290" y="78"/>
                  <a:pt x="290" y="78"/>
                </a:cubicBezTo>
                <a:cubicBezTo>
                  <a:pt x="290" y="77"/>
                  <a:pt x="291" y="77"/>
                  <a:pt x="291" y="77"/>
                </a:cubicBezTo>
                <a:cubicBezTo>
                  <a:pt x="291" y="77"/>
                  <a:pt x="291" y="77"/>
                  <a:pt x="291" y="77"/>
                </a:cubicBezTo>
                <a:cubicBezTo>
                  <a:pt x="291" y="77"/>
                  <a:pt x="291" y="76"/>
                  <a:pt x="291" y="76"/>
                </a:cubicBezTo>
                <a:cubicBezTo>
                  <a:pt x="291" y="76"/>
                  <a:pt x="291" y="76"/>
                  <a:pt x="291" y="76"/>
                </a:cubicBezTo>
                <a:cubicBezTo>
                  <a:pt x="291" y="76"/>
                  <a:pt x="291" y="76"/>
                  <a:pt x="291" y="76"/>
                </a:cubicBezTo>
                <a:cubicBezTo>
                  <a:pt x="291" y="76"/>
                  <a:pt x="292" y="76"/>
                  <a:pt x="292" y="76"/>
                </a:cubicBezTo>
                <a:cubicBezTo>
                  <a:pt x="292" y="76"/>
                  <a:pt x="292" y="76"/>
                  <a:pt x="292" y="76"/>
                </a:cubicBezTo>
                <a:cubicBezTo>
                  <a:pt x="292" y="77"/>
                  <a:pt x="291" y="77"/>
                  <a:pt x="291" y="77"/>
                </a:cubicBezTo>
                <a:cubicBezTo>
                  <a:pt x="291" y="77"/>
                  <a:pt x="291" y="77"/>
                  <a:pt x="291" y="77"/>
                </a:cubicBezTo>
                <a:cubicBezTo>
                  <a:pt x="292" y="77"/>
                  <a:pt x="292" y="77"/>
                  <a:pt x="292" y="77"/>
                </a:cubicBezTo>
                <a:cubicBezTo>
                  <a:pt x="292" y="77"/>
                  <a:pt x="292" y="77"/>
                  <a:pt x="292" y="77"/>
                </a:cubicBezTo>
                <a:cubicBezTo>
                  <a:pt x="293" y="78"/>
                  <a:pt x="293" y="78"/>
                  <a:pt x="293" y="78"/>
                </a:cubicBezTo>
                <a:cubicBezTo>
                  <a:pt x="293" y="78"/>
                  <a:pt x="293" y="78"/>
                  <a:pt x="293" y="78"/>
                </a:cubicBezTo>
                <a:cubicBezTo>
                  <a:pt x="293" y="78"/>
                  <a:pt x="293" y="78"/>
                  <a:pt x="293" y="78"/>
                </a:cubicBezTo>
                <a:cubicBezTo>
                  <a:pt x="293" y="78"/>
                  <a:pt x="293" y="79"/>
                  <a:pt x="293" y="79"/>
                </a:cubicBezTo>
                <a:cubicBezTo>
                  <a:pt x="293" y="79"/>
                  <a:pt x="293" y="79"/>
                  <a:pt x="293" y="79"/>
                </a:cubicBezTo>
                <a:cubicBezTo>
                  <a:pt x="294" y="79"/>
                  <a:pt x="294" y="79"/>
                  <a:pt x="294" y="79"/>
                </a:cubicBezTo>
                <a:cubicBezTo>
                  <a:pt x="294" y="79"/>
                  <a:pt x="294" y="79"/>
                  <a:pt x="294" y="79"/>
                </a:cubicBezTo>
                <a:cubicBezTo>
                  <a:pt x="295" y="79"/>
                  <a:pt x="295" y="79"/>
                  <a:pt x="295" y="79"/>
                </a:cubicBezTo>
                <a:cubicBezTo>
                  <a:pt x="295" y="79"/>
                  <a:pt x="295" y="79"/>
                  <a:pt x="295" y="79"/>
                </a:cubicBezTo>
                <a:cubicBezTo>
                  <a:pt x="296" y="79"/>
                  <a:pt x="296" y="79"/>
                  <a:pt x="296" y="79"/>
                </a:cubicBezTo>
                <a:cubicBezTo>
                  <a:pt x="296" y="79"/>
                  <a:pt x="296" y="79"/>
                  <a:pt x="296" y="79"/>
                </a:cubicBezTo>
                <a:cubicBezTo>
                  <a:pt x="296" y="79"/>
                  <a:pt x="296" y="79"/>
                  <a:pt x="296" y="79"/>
                </a:cubicBezTo>
                <a:cubicBezTo>
                  <a:pt x="296" y="78"/>
                  <a:pt x="296" y="78"/>
                  <a:pt x="297" y="78"/>
                </a:cubicBezTo>
                <a:cubicBezTo>
                  <a:pt x="297" y="78"/>
                  <a:pt x="297" y="78"/>
                  <a:pt x="297" y="78"/>
                </a:cubicBezTo>
                <a:cubicBezTo>
                  <a:pt x="297" y="78"/>
                  <a:pt x="297" y="77"/>
                  <a:pt x="297" y="77"/>
                </a:cubicBezTo>
                <a:cubicBezTo>
                  <a:pt x="297" y="77"/>
                  <a:pt x="297" y="77"/>
                  <a:pt x="297" y="77"/>
                </a:cubicBezTo>
                <a:cubicBezTo>
                  <a:pt x="297" y="77"/>
                  <a:pt x="297" y="77"/>
                  <a:pt x="297" y="77"/>
                </a:cubicBezTo>
                <a:cubicBezTo>
                  <a:pt x="298" y="77"/>
                  <a:pt x="298" y="77"/>
                  <a:pt x="298" y="77"/>
                </a:cubicBezTo>
                <a:cubicBezTo>
                  <a:pt x="298" y="77"/>
                  <a:pt x="298" y="77"/>
                  <a:pt x="298" y="77"/>
                </a:cubicBezTo>
                <a:cubicBezTo>
                  <a:pt x="298" y="77"/>
                  <a:pt x="298" y="77"/>
                  <a:pt x="298" y="77"/>
                </a:cubicBezTo>
                <a:cubicBezTo>
                  <a:pt x="298" y="77"/>
                  <a:pt x="298" y="78"/>
                  <a:pt x="298" y="78"/>
                </a:cubicBezTo>
                <a:cubicBezTo>
                  <a:pt x="298" y="78"/>
                  <a:pt x="298" y="78"/>
                  <a:pt x="298" y="78"/>
                </a:cubicBezTo>
                <a:cubicBezTo>
                  <a:pt x="298" y="78"/>
                  <a:pt x="298" y="78"/>
                  <a:pt x="298" y="78"/>
                </a:cubicBezTo>
                <a:cubicBezTo>
                  <a:pt x="298" y="79"/>
                  <a:pt x="298" y="78"/>
                  <a:pt x="298" y="78"/>
                </a:cubicBezTo>
                <a:cubicBezTo>
                  <a:pt x="299" y="78"/>
                  <a:pt x="299" y="78"/>
                  <a:pt x="299" y="78"/>
                </a:cubicBezTo>
                <a:cubicBezTo>
                  <a:pt x="299" y="78"/>
                  <a:pt x="299" y="78"/>
                  <a:pt x="299" y="78"/>
                </a:cubicBezTo>
                <a:cubicBezTo>
                  <a:pt x="300" y="78"/>
                  <a:pt x="300" y="78"/>
                  <a:pt x="300" y="79"/>
                </a:cubicBezTo>
                <a:cubicBezTo>
                  <a:pt x="300" y="79"/>
                  <a:pt x="301" y="79"/>
                  <a:pt x="301" y="79"/>
                </a:cubicBezTo>
                <a:cubicBezTo>
                  <a:pt x="301" y="79"/>
                  <a:pt x="302" y="79"/>
                  <a:pt x="302" y="79"/>
                </a:cubicBezTo>
                <a:cubicBezTo>
                  <a:pt x="302" y="79"/>
                  <a:pt x="302" y="79"/>
                  <a:pt x="303" y="79"/>
                </a:cubicBezTo>
                <a:cubicBezTo>
                  <a:pt x="303" y="79"/>
                  <a:pt x="303" y="79"/>
                  <a:pt x="303" y="79"/>
                </a:cubicBezTo>
                <a:cubicBezTo>
                  <a:pt x="303" y="79"/>
                  <a:pt x="303" y="79"/>
                  <a:pt x="304" y="79"/>
                </a:cubicBezTo>
                <a:cubicBezTo>
                  <a:pt x="304" y="79"/>
                  <a:pt x="304" y="79"/>
                  <a:pt x="303" y="79"/>
                </a:cubicBezTo>
                <a:cubicBezTo>
                  <a:pt x="303" y="78"/>
                  <a:pt x="303" y="78"/>
                  <a:pt x="303" y="78"/>
                </a:cubicBezTo>
                <a:cubicBezTo>
                  <a:pt x="303" y="78"/>
                  <a:pt x="303" y="78"/>
                  <a:pt x="303" y="78"/>
                </a:cubicBezTo>
                <a:cubicBezTo>
                  <a:pt x="303" y="78"/>
                  <a:pt x="303" y="78"/>
                  <a:pt x="303" y="78"/>
                </a:cubicBezTo>
                <a:cubicBezTo>
                  <a:pt x="303" y="78"/>
                  <a:pt x="304" y="78"/>
                  <a:pt x="304" y="78"/>
                </a:cubicBezTo>
                <a:cubicBezTo>
                  <a:pt x="304" y="78"/>
                  <a:pt x="304" y="78"/>
                  <a:pt x="305" y="78"/>
                </a:cubicBezTo>
                <a:cubicBezTo>
                  <a:pt x="305" y="78"/>
                  <a:pt x="305" y="78"/>
                  <a:pt x="306" y="78"/>
                </a:cubicBezTo>
                <a:cubicBezTo>
                  <a:pt x="306" y="78"/>
                  <a:pt x="306" y="78"/>
                  <a:pt x="306" y="78"/>
                </a:cubicBezTo>
                <a:cubicBezTo>
                  <a:pt x="306" y="78"/>
                  <a:pt x="307" y="78"/>
                  <a:pt x="307" y="78"/>
                </a:cubicBezTo>
                <a:cubicBezTo>
                  <a:pt x="307" y="78"/>
                  <a:pt x="307" y="78"/>
                  <a:pt x="307" y="79"/>
                </a:cubicBezTo>
                <a:cubicBezTo>
                  <a:pt x="307" y="79"/>
                  <a:pt x="307" y="79"/>
                  <a:pt x="307" y="79"/>
                </a:cubicBezTo>
                <a:cubicBezTo>
                  <a:pt x="307" y="79"/>
                  <a:pt x="307" y="79"/>
                  <a:pt x="307" y="79"/>
                </a:cubicBezTo>
                <a:cubicBezTo>
                  <a:pt x="307" y="79"/>
                  <a:pt x="308" y="80"/>
                  <a:pt x="308" y="80"/>
                </a:cubicBezTo>
                <a:cubicBezTo>
                  <a:pt x="308" y="80"/>
                  <a:pt x="308" y="80"/>
                  <a:pt x="309" y="80"/>
                </a:cubicBezTo>
                <a:cubicBezTo>
                  <a:pt x="309" y="80"/>
                  <a:pt x="309" y="80"/>
                  <a:pt x="309" y="80"/>
                </a:cubicBezTo>
                <a:cubicBezTo>
                  <a:pt x="309" y="80"/>
                  <a:pt x="309" y="80"/>
                  <a:pt x="310" y="80"/>
                </a:cubicBezTo>
                <a:cubicBezTo>
                  <a:pt x="310" y="80"/>
                  <a:pt x="310" y="80"/>
                  <a:pt x="310" y="81"/>
                </a:cubicBezTo>
                <a:cubicBezTo>
                  <a:pt x="310" y="81"/>
                  <a:pt x="310" y="81"/>
                  <a:pt x="311" y="81"/>
                </a:cubicBezTo>
                <a:cubicBezTo>
                  <a:pt x="311" y="81"/>
                  <a:pt x="311" y="81"/>
                  <a:pt x="311" y="81"/>
                </a:cubicBezTo>
                <a:cubicBezTo>
                  <a:pt x="311" y="81"/>
                  <a:pt x="311" y="81"/>
                  <a:pt x="311" y="81"/>
                </a:cubicBezTo>
                <a:cubicBezTo>
                  <a:pt x="312" y="81"/>
                  <a:pt x="312" y="81"/>
                  <a:pt x="312" y="81"/>
                </a:cubicBezTo>
                <a:cubicBezTo>
                  <a:pt x="312" y="82"/>
                  <a:pt x="312" y="81"/>
                  <a:pt x="312" y="82"/>
                </a:cubicBezTo>
                <a:cubicBezTo>
                  <a:pt x="312" y="82"/>
                  <a:pt x="312" y="82"/>
                  <a:pt x="313" y="82"/>
                </a:cubicBezTo>
                <a:cubicBezTo>
                  <a:pt x="313" y="82"/>
                  <a:pt x="313" y="82"/>
                  <a:pt x="313" y="82"/>
                </a:cubicBezTo>
                <a:cubicBezTo>
                  <a:pt x="313" y="82"/>
                  <a:pt x="313" y="82"/>
                  <a:pt x="314" y="83"/>
                </a:cubicBezTo>
                <a:cubicBezTo>
                  <a:pt x="314" y="83"/>
                  <a:pt x="314" y="83"/>
                  <a:pt x="314" y="83"/>
                </a:cubicBezTo>
                <a:cubicBezTo>
                  <a:pt x="314" y="83"/>
                  <a:pt x="314" y="83"/>
                  <a:pt x="314" y="83"/>
                </a:cubicBezTo>
                <a:close/>
                <a:moveTo>
                  <a:pt x="307" y="66"/>
                </a:moveTo>
                <a:cubicBezTo>
                  <a:pt x="307" y="66"/>
                  <a:pt x="307" y="66"/>
                  <a:pt x="306" y="67"/>
                </a:cubicBezTo>
                <a:cubicBezTo>
                  <a:pt x="306" y="67"/>
                  <a:pt x="306" y="67"/>
                  <a:pt x="306" y="67"/>
                </a:cubicBezTo>
                <a:cubicBezTo>
                  <a:pt x="306" y="67"/>
                  <a:pt x="306" y="67"/>
                  <a:pt x="306" y="67"/>
                </a:cubicBezTo>
                <a:cubicBezTo>
                  <a:pt x="306" y="67"/>
                  <a:pt x="306" y="67"/>
                  <a:pt x="305" y="67"/>
                </a:cubicBezTo>
                <a:cubicBezTo>
                  <a:pt x="305" y="67"/>
                  <a:pt x="305" y="67"/>
                  <a:pt x="305" y="67"/>
                </a:cubicBezTo>
                <a:cubicBezTo>
                  <a:pt x="305" y="67"/>
                  <a:pt x="304" y="67"/>
                  <a:pt x="304" y="67"/>
                </a:cubicBezTo>
                <a:cubicBezTo>
                  <a:pt x="304" y="67"/>
                  <a:pt x="304" y="67"/>
                  <a:pt x="303" y="67"/>
                </a:cubicBezTo>
                <a:cubicBezTo>
                  <a:pt x="303" y="66"/>
                  <a:pt x="303" y="66"/>
                  <a:pt x="303" y="66"/>
                </a:cubicBezTo>
                <a:cubicBezTo>
                  <a:pt x="303" y="66"/>
                  <a:pt x="303" y="66"/>
                  <a:pt x="302" y="66"/>
                </a:cubicBezTo>
                <a:cubicBezTo>
                  <a:pt x="302" y="66"/>
                  <a:pt x="302" y="66"/>
                  <a:pt x="302" y="66"/>
                </a:cubicBezTo>
                <a:cubicBezTo>
                  <a:pt x="302" y="66"/>
                  <a:pt x="301" y="65"/>
                  <a:pt x="301" y="65"/>
                </a:cubicBezTo>
                <a:cubicBezTo>
                  <a:pt x="301" y="65"/>
                  <a:pt x="302" y="65"/>
                  <a:pt x="302" y="65"/>
                </a:cubicBezTo>
                <a:cubicBezTo>
                  <a:pt x="302" y="65"/>
                  <a:pt x="302" y="65"/>
                  <a:pt x="302" y="65"/>
                </a:cubicBezTo>
                <a:cubicBezTo>
                  <a:pt x="303" y="65"/>
                  <a:pt x="303" y="65"/>
                  <a:pt x="303" y="64"/>
                </a:cubicBezTo>
                <a:cubicBezTo>
                  <a:pt x="303" y="64"/>
                  <a:pt x="303" y="64"/>
                  <a:pt x="304" y="64"/>
                </a:cubicBezTo>
                <a:cubicBezTo>
                  <a:pt x="304" y="64"/>
                  <a:pt x="304" y="64"/>
                  <a:pt x="304" y="64"/>
                </a:cubicBezTo>
                <a:cubicBezTo>
                  <a:pt x="304" y="64"/>
                  <a:pt x="304" y="64"/>
                  <a:pt x="304" y="64"/>
                </a:cubicBezTo>
                <a:cubicBezTo>
                  <a:pt x="304" y="64"/>
                  <a:pt x="305" y="64"/>
                  <a:pt x="305" y="64"/>
                </a:cubicBezTo>
                <a:cubicBezTo>
                  <a:pt x="305" y="64"/>
                  <a:pt x="305" y="64"/>
                  <a:pt x="305" y="64"/>
                </a:cubicBezTo>
                <a:cubicBezTo>
                  <a:pt x="305" y="64"/>
                  <a:pt x="306" y="64"/>
                  <a:pt x="306" y="64"/>
                </a:cubicBezTo>
                <a:cubicBezTo>
                  <a:pt x="306" y="64"/>
                  <a:pt x="306" y="64"/>
                  <a:pt x="307" y="63"/>
                </a:cubicBezTo>
                <a:cubicBezTo>
                  <a:pt x="307" y="63"/>
                  <a:pt x="307" y="63"/>
                  <a:pt x="307" y="64"/>
                </a:cubicBezTo>
                <a:cubicBezTo>
                  <a:pt x="307" y="64"/>
                  <a:pt x="307" y="64"/>
                  <a:pt x="307" y="64"/>
                </a:cubicBezTo>
                <a:cubicBezTo>
                  <a:pt x="307" y="64"/>
                  <a:pt x="307" y="64"/>
                  <a:pt x="307" y="64"/>
                </a:cubicBezTo>
                <a:cubicBezTo>
                  <a:pt x="307" y="64"/>
                  <a:pt x="307" y="64"/>
                  <a:pt x="307" y="64"/>
                </a:cubicBezTo>
                <a:cubicBezTo>
                  <a:pt x="307" y="64"/>
                  <a:pt x="307" y="64"/>
                  <a:pt x="308" y="64"/>
                </a:cubicBezTo>
                <a:cubicBezTo>
                  <a:pt x="308" y="65"/>
                  <a:pt x="308" y="65"/>
                  <a:pt x="307" y="65"/>
                </a:cubicBezTo>
                <a:cubicBezTo>
                  <a:pt x="307" y="65"/>
                  <a:pt x="307" y="65"/>
                  <a:pt x="307" y="66"/>
                </a:cubicBezTo>
                <a:cubicBezTo>
                  <a:pt x="307" y="66"/>
                  <a:pt x="307" y="66"/>
                  <a:pt x="307" y="66"/>
                </a:cubicBezTo>
                <a:cubicBezTo>
                  <a:pt x="307" y="66"/>
                  <a:pt x="307" y="66"/>
                  <a:pt x="307" y="66"/>
                </a:cubicBezTo>
                <a:cubicBezTo>
                  <a:pt x="307" y="66"/>
                  <a:pt x="307" y="66"/>
                  <a:pt x="308" y="66"/>
                </a:cubicBezTo>
                <a:cubicBezTo>
                  <a:pt x="308" y="66"/>
                  <a:pt x="308" y="66"/>
                  <a:pt x="308" y="66"/>
                </a:cubicBezTo>
                <a:cubicBezTo>
                  <a:pt x="308" y="66"/>
                  <a:pt x="308" y="67"/>
                  <a:pt x="308" y="67"/>
                </a:cubicBezTo>
                <a:cubicBezTo>
                  <a:pt x="308" y="67"/>
                  <a:pt x="307" y="67"/>
                  <a:pt x="307" y="67"/>
                </a:cubicBezTo>
                <a:cubicBezTo>
                  <a:pt x="307" y="67"/>
                  <a:pt x="307" y="66"/>
                  <a:pt x="307" y="66"/>
                </a:cubicBezTo>
                <a:close/>
                <a:moveTo>
                  <a:pt x="308" y="53"/>
                </a:moveTo>
                <a:cubicBezTo>
                  <a:pt x="308" y="53"/>
                  <a:pt x="308" y="53"/>
                  <a:pt x="308" y="53"/>
                </a:cubicBezTo>
                <a:cubicBezTo>
                  <a:pt x="308" y="53"/>
                  <a:pt x="308" y="53"/>
                  <a:pt x="308" y="53"/>
                </a:cubicBezTo>
                <a:cubicBezTo>
                  <a:pt x="308" y="53"/>
                  <a:pt x="308" y="53"/>
                  <a:pt x="308" y="53"/>
                </a:cubicBezTo>
                <a:cubicBezTo>
                  <a:pt x="309" y="53"/>
                  <a:pt x="309" y="53"/>
                  <a:pt x="309" y="53"/>
                </a:cubicBezTo>
                <a:cubicBezTo>
                  <a:pt x="309" y="53"/>
                  <a:pt x="309" y="53"/>
                  <a:pt x="309" y="53"/>
                </a:cubicBezTo>
                <a:cubicBezTo>
                  <a:pt x="309" y="53"/>
                  <a:pt x="309" y="53"/>
                  <a:pt x="309" y="53"/>
                </a:cubicBezTo>
                <a:cubicBezTo>
                  <a:pt x="309" y="53"/>
                  <a:pt x="309" y="53"/>
                  <a:pt x="309" y="53"/>
                </a:cubicBezTo>
                <a:cubicBezTo>
                  <a:pt x="309" y="53"/>
                  <a:pt x="309" y="53"/>
                  <a:pt x="309" y="53"/>
                </a:cubicBezTo>
                <a:cubicBezTo>
                  <a:pt x="309" y="53"/>
                  <a:pt x="309" y="53"/>
                  <a:pt x="310" y="53"/>
                </a:cubicBezTo>
                <a:cubicBezTo>
                  <a:pt x="310" y="53"/>
                  <a:pt x="310" y="53"/>
                  <a:pt x="310" y="53"/>
                </a:cubicBezTo>
                <a:cubicBezTo>
                  <a:pt x="310" y="53"/>
                  <a:pt x="310" y="53"/>
                  <a:pt x="310" y="52"/>
                </a:cubicBezTo>
                <a:cubicBezTo>
                  <a:pt x="310" y="52"/>
                  <a:pt x="310" y="52"/>
                  <a:pt x="310" y="52"/>
                </a:cubicBezTo>
                <a:cubicBezTo>
                  <a:pt x="309" y="52"/>
                  <a:pt x="309" y="52"/>
                  <a:pt x="309" y="52"/>
                </a:cubicBezTo>
                <a:cubicBezTo>
                  <a:pt x="309" y="52"/>
                  <a:pt x="309" y="52"/>
                  <a:pt x="309" y="52"/>
                </a:cubicBezTo>
                <a:cubicBezTo>
                  <a:pt x="309" y="52"/>
                  <a:pt x="309" y="52"/>
                  <a:pt x="309" y="52"/>
                </a:cubicBezTo>
                <a:cubicBezTo>
                  <a:pt x="309" y="52"/>
                  <a:pt x="309" y="52"/>
                  <a:pt x="309" y="52"/>
                </a:cubicBezTo>
                <a:cubicBezTo>
                  <a:pt x="309" y="52"/>
                  <a:pt x="309" y="52"/>
                  <a:pt x="309" y="52"/>
                </a:cubicBezTo>
                <a:cubicBezTo>
                  <a:pt x="309" y="51"/>
                  <a:pt x="309" y="51"/>
                  <a:pt x="309" y="51"/>
                </a:cubicBezTo>
                <a:cubicBezTo>
                  <a:pt x="310" y="51"/>
                  <a:pt x="310" y="51"/>
                  <a:pt x="310" y="51"/>
                </a:cubicBezTo>
                <a:cubicBezTo>
                  <a:pt x="310" y="51"/>
                  <a:pt x="310" y="52"/>
                  <a:pt x="310" y="52"/>
                </a:cubicBezTo>
                <a:cubicBezTo>
                  <a:pt x="310" y="52"/>
                  <a:pt x="310" y="52"/>
                  <a:pt x="310" y="52"/>
                </a:cubicBezTo>
                <a:cubicBezTo>
                  <a:pt x="310" y="52"/>
                  <a:pt x="310" y="52"/>
                  <a:pt x="310" y="52"/>
                </a:cubicBezTo>
                <a:cubicBezTo>
                  <a:pt x="310" y="52"/>
                  <a:pt x="310" y="52"/>
                  <a:pt x="310" y="52"/>
                </a:cubicBezTo>
                <a:cubicBezTo>
                  <a:pt x="310" y="53"/>
                  <a:pt x="311" y="52"/>
                  <a:pt x="311" y="52"/>
                </a:cubicBezTo>
                <a:cubicBezTo>
                  <a:pt x="311" y="52"/>
                  <a:pt x="311" y="52"/>
                  <a:pt x="311" y="52"/>
                </a:cubicBezTo>
                <a:cubicBezTo>
                  <a:pt x="312" y="52"/>
                  <a:pt x="312" y="52"/>
                  <a:pt x="312" y="52"/>
                </a:cubicBezTo>
                <a:cubicBezTo>
                  <a:pt x="312" y="52"/>
                  <a:pt x="312" y="52"/>
                  <a:pt x="312" y="52"/>
                </a:cubicBezTo>
                <a:cubicBezTo>
                  <a:pt x="312" y="52"/>
                  <a:pt x="312" y="52"/>
                  <a:pt x="312" y="52"/>
                </a:cubicBezTo>
                <a:cubicBezTo>
                  <a:pt x="312" y="51"/>
                  <a:pt x="311" y="51"/>
                  <a:pt x="311" y="51"/>
                </a:cubicBezTo>
                <a:cubicBezTo>
                  <a:pt x="311" y="51"/>
                  <a:pt x="311" y="51"/>
                  <a:pt x="311" y="51"/>
                </a:cubicBezTo>
                <a:cubicBezTo>
                  <a:pt x="311" y="51"/>
                  <a:pt x="311" y="51"/>
                  <a:pt x="311" y="51"/>
                </a:cubicBezTo>
                <a:cubicBezTo>
                  <a:pt x="310" y="51"/>
                  <a:pt x="310" y="51"/>
                  <a:pt x="310" y="51"/>
                </a:cubicBezTo>
                <a:cubicBezTo>
                  <a:pt x="310" y="51"/>
                  <a:pt x="310" y="50"/>
                  <a:pt x="310" y="50"/>
                </a:cubicBezTo>
                <a:cubicBezTo>
                  <a:pt x="310" y="50"/>
                  <a:pt x="310" y="50"/>
                  <a:pt x="309" y="50"/>
                </a:cubicBezTo>
                <a:cubicBezTo>
                  <a:pt x="309" y="50"/>
                  <a:pt x="310" y="50"/>
                  <a:pt x="310" y="50"/>
                </a:cubicBezTo>
                <a:cubicBezTo>
                  <a:pt x="310" y="50"/>
                  <a:pt x="310" y="50"/>
                  <a:pt x="310" y="50"/>
                </a:cubicBezTo>
                <a:cubicBezTo>
                  <a:pt x="310" y="49"/>
                  <a:pt x="310" y="49"/>
                  <a:pt x="310" y="49"/>
                </a:cubicBezTo>
                <a:cubicBezTo>
                  <a:pt x="310" y="50"/>
                  <a:pt x="310" y="50"/>
                  <a:pt x="310" y="50"/>
                </a:cubicBezTo>
                <a:cubicBezTo>
                  <a:pt x="310" y="50"/>
                  <a:pt x="310" y="50"/>
                  <a:pt x="311" y="50"/>
                </a:cubicBezTo>
                <a:cubicBezTo>
                  <a:pt x="311" y="50"/>
                  <a:pt x="311" y="50"/>
                  <a:pt x="311" y="50"/>
                </a:cubicBezTo>
                <a:cubicBezTo>
                  <a:pt x="311" y="50"/>
                  <a:pt x="311" y="50"/>
                  <a:pt x="311" y="51"/>
                </a:cubicBezTo>
                <a:cubicBezTo>
                  <a:pt x="311" y="51"/>
                  <a:pt x="311" y="51"/>
                  <a:pt x="311" y="51"/>
                </a:cubicBezTo>
                <a:cubicBezTo>
                  <a:pt x="311" y="51"/>
                  <a:pt x="312" y="51"/>
                  <a:pt x="312" y="51"/>
                </a:cubicBezTo>
                <a:cubicBezTo>
                  <a:pt x="312" y="51"/>
                  <a:pt x="312" y="51"/>
                  <a:pt x="312" y="51"/>
                </a:cubicBezTo>
                <a:cubicBezTo>
                  <a:pt x="312" y="51"/>
                  <a:pt x="312" y="51"/>
                  <a:pt x="312" y="51"/>
                </a:cubicBezTo>
                <a:cubicBezTo>
                  <a:pt x="312" y="51"/>
                  <a:pt x="312" y="51"/>
                  <a:pt x="312" y="52"/>
                </a:cubicBezTo>
                <a:cubicBezTo>
                  <a:pt x="312" y="52"/>
                  <a:pt x="312" y="52"/>
                  <a:pt x="312" y="52"/>
                </a:cubicBezTo>
                <a:cubicBezTo>
                  <a:pt x="313" y="52"/>
                  <a:pt x="313" y="52"/>
                  <a:pt x="313" y="51"/>
                </a:cubicBezTo>
                <a:cubicBezTo>
                  <a:pt x="314" y="51"/>
                  <a:pt x="314" y="52"/>
                  <a:pt x="314" y="52"/>
                </a:cubicBezTo>
                <a:cubicBezTo>
                  <a:pt x="314" y="52"/>
                  <a:pt x="314" y="52"/>
                  <a:pt x="315" y="52"/>
                </a:cubicBezTo>
                <a:cubicBezTo>
                  <a:pt x="315" y="52"/>
                  <a:pt x="315" y="52"/>
                  <a:pt x="315" y="52"/>
                </a:cubicBezTo>
                <a:cubicBezTo>
                  <a:pt x="315" y="52"/>
                  <a:pt x="316" y="51"/>
                  <a:pt x="316" y="51"/>
                </a:cubicBezTo>
                <a:cubicBezTo>
                  <a:pt x="316" y="51"/>
                  <a:pt x="315" y="51"/>
                  <a:pt x="315" y="51"/>
                </a:cubicBezTo>
                <a:cubicBezTo>
                  <a:pt x="315" y="50"/>
                  <a:pt x="315" y="50"/>
                  <a:pt x="315" y="50"/>
                </a:cubicBezTo>
                <a:cubicBezTo>
                  <a:pt x="315" y="50"/>
                  <a:pt x="315" y="50"/>
                  <a:pt x="314" y="50"/>
                </a:cubicBezTo>
                <a:cubicBezTo>
                  <a:pt x="314" y="50"/>
                  <a:pt x="314" y="49"/>
                  <a:pt x="314" y="49"/>
                </a:cubicBezTo>
                <a:cubicBezTo>
                  <a:pt x="314" y="49"/>
                  <a:pt x="314" y="49"/>
                  <a:pt x="314" y="49"/>
                </a:cubicBezTo>
                <a:cubicBezTo>
                  <a:pt x="314" y="49"/>
                  <a:pt x="313" y="49"/>
                  <a:pt x="313" y="49"/>
                </a:cubicBezTo>
                <a:cubicBezTo>
                  <a:pt x="313" y="49"/>
                  <a:pt x="313" y="49"/>
                  <a:pt x="313" y="49"/>
                </a:cubicBezTo>
                <a:cubicBezTo>
                  <a:pt x="313" y="49"/>
                  <a:pt x="313" y="49"/>
                  <a:pt x="313" y="49"/>
                </a:cubicBezTo>
                <a:cubicBezTo>
                  <a:pt x="313" y="49"/>
                  <a:pt x="313" y="49"/>
                  <a:pt x="312" y="49"/>
                </a:cubicBezTo>
                <a:cubicBezTo>
                  <a:pt x="312" y="49"/>
                  <a:pt x="312" y="49"/>
                  <a:pt x="312" y="49"/>
                </a:cubicBezTo>
                <a:cubicBezTo>
                  <a:pt x="312" y="49"/>
                  <a:pt x="312" y="49"/>
                  <a:pt x="312" y="49"/>
                </a:cubicBezTo>
                <a:cubicBezTo>
                  <a:pt x="312" y="49"/>
                  <a:pt x="312" y="49"/>
                  <a:pt x="312" y="49"/>
                </a:cubicBezTo>
                <a:cubicBezTo>
                  <a:pt x="312" y="49"/>
                  <a:pt x="311" y="49"/>
                  <a:pt x="311" y="49"/>
                </a:cubicBezTo>
                <a:cubicBezTo>
                  <a:pt x="311" y="49"/>
                  <a:pt x="311" y="49"/>
                  <a:pt x="311" y="49"/>
                </a:cubicBezTo>
                <a:cubicBezTo>
                  <a:pt x="311" y="49"/>
                  <a:pt x="311" y="49"/>
                  <a:pt x="311" y="49"/>
                </a:cubicBezTo>
                <a:cubicBezTo>
                  <a:pt x="310" y="49"/>
                  <a:pt x="310" y="49"/>
                  <a:pt x="310" y="49"/>
                </a:cubicBezTo>
                <a:cubicBezTo>
                  <a:pt x="310" y="49"/>
                  <a:pt x="310" y="49"/>
                  <a:pt x="310" y="49"/>
                </a:cubicBezTo>
                <a:cubicBezTo>
                  <a:pt x="310" y="49"/>
                  <a:pt x="310" y="49"/>
                  <a:pt x="310" y="49"/>
                </a:cubicBezTo>
                <a:cubicBezTo>
                  <a:pt x="309" y="49"/>
                  <a:pt x="309" y="49"/>
                  <a:pt x="309" y="49"/>
                </a:cubicBezTo>
                <a:cubicBezTo>
                  <a:pt x="309" y="49"/>
                  <a:pt x="309" y="49"/>
                  <a:pt x="309" y="49"/>
                </a:cubicBezTo>
                <a:cubicBezTo>
                  <a:pt x="309" y="49"/>
                  <a:pt x="309" y="49"/>
                  <a:pt x="309" y="49"/>
                </a:cubicBezTo>
                <a:cubicBezTo>
                  <a:pt x="308" y="49"/>
                  <a:pt x="308" y="49"/>
                  <a:pt x="308" y="49"/>
                </a:cubicBezTo>
                <a:cubicBezTo>
                  <a:pt x="308" y="49"/>
                  <a:pt x="308" y="49"/>
                  <a:pt x="308" y="49"/>
                </a:cubicBezTo>
                <a:cubicBezTo>
                  <a:pt x="308" y="49"/>
                  <a:pt x="308" y="50"/>
                  <a:pt x="307" y="49"/>
                </a:cubicBezTo>
                <a:cubicBezTo>
                  <a:pt x="307" y="49"/>
                  <a:pt x="307" y="49"/>
                  <a:pt x="307" y="49"/>
                </a:cubicBezTo>
                <a:cubicBezTo>
                  <a:pt x="307" y="49"/>
                  <a:pt x="307" y="49"/>
                  <a:pt x="307" y="50"/>
                </a:cubicBezTo>
                <a:cubicBezTo>
                  <a:pt x="307" y="50"/>
                  <a:pt x="307" y="50"/>
                  <a:pt x="307" y="50"/>
                </a:cubicBezTo>
                <a:cubicBezTo>
                  <a:pt x="307" y="50"/>
                  <a:pt x="307" y="50"/>
                  <a:pt x="307" y="50"/>
                </a:cubicBezTo>
                <a:cubicBezTo>
                  <a:pt x="307" y="50"/>
                  <a:pt x="306" y="50"/>
                  <a:pt x="306" y="50"/>
                </a:cubicBezTo>
                <a:cubicBezTo>
                  <a:pt x="306" y="50"/>
                  <a:pt x="306" y="50"/>
                  <a:pt x="306" y="50"/>
                </a:cubicBezTo>
                <a:cubicBezTo>
                  <a:pt x="307" y="50"/>
                  <a:pt x="307" y="50"/>
                  <a:pt x="307" y="50"/>
                </a:cubicBezTo>
                <a:cubicBezTo>
                  <a:pt x="307" y="50"/>
                  <a:pt x="307" y="50"/>
                  <a:pt x="307" y="50"/>
                </a:cubicBezTo>
                <a:cubicBezTo>
                  <a:pt x="307" y="50"/>
                  <a:pt x="307" y="50"/>
                  <a:pt x="307" y="50"/>
                </a:cubicBezTo>
                <a:cubicBezTo>
                  <a:pt x="307" y="50"/>
                  <a:pt x="307" y="50"/>
                  <a:pt x="307" y="50"/>
                </a:cubicBezTo>
                <a:cubicBezTo>
                  <a:pt x="307" y="50"/>
                  <a:pt x="307" y="50"/>
                  <a:pt x="308" y="50"/>
                </a:cubicBezTo>
                <a:cubicBezTo>
                  <a:pt x="308" y="50"/>
                  <a:pt x="308" y="50"/>
                  <a:pt x="308" y="50"/>
                </a:cubicBezTo>
                <a:cubicBezTo>
                  <a:pt x="308" y="50"/>
                  <a:pt x="308" y="50"/>
                  <a:pt x="308" y="50"/>
                </a:cubicBezTo>
                <a:cubicBezTo>
                  <a:pt x="308" y="50"/>
                  <a:pt x="308" y="50"/>
                  <a:pt x="308" y="50"/>
                </a:cubicBezTo>
                <a:cubicBezTo>
                  <a:pt x="308" y="50"/>
                  <a:pt x="308" y="50"/>
                  <a:pt x="308" y="51"/>
                </a:cubicBezTo>
                <a:cubicBezTo>
                  <a:pt x="307" y="51"/>
                  <a:pt x="307" y="51"/>
                  <a:pt x="307" y="51"/>
                </a:cubicBezTo>
                <a:cubicBezTo>
                  <a:pt x="307" y="51"/>
                  <a:pt x="307" y="51"/>
                  <a:pt x="307" y="50"/>
                </a:cubicBezTo>
                <a:cubicBezTo>
                  <a:pt x="307" y="50"/>
                  <a:pt x="307" y="50"/>
                  <a:pt x="307" y="51"/>
                </a:cubicBezTo>
                <a:cubicBezTo>
                  <a:pt x="307" y="51"/>
                  <a:pt x="306" y="50"/>
                  <a:pt x="306" y="50"/>
                </a:cubicBezTo>
                <a:cubicBezTo>
                  <a:pt x="306" y="50"/>
                  <a:pt x="306" y="50"/>
                  <a:pt x="306" y="51"/>
                </a:cubicBezTo>
                <a:cubicBezTo>
                  <a:pt x="306" y="51"/>
                  <a:pt x="306" y="51"/>
                  <a:pt x="306" y="51"/>
                </a:cubicBezTo>
                <a:cubicBezTo>
                  <a:pt x="306" y="51"/>
                  <a:pt x="306" y="51"/>
                  <a:pt x="307" y="51"/>
                </a:cubicBezTo>
                <a:cubicBezTo>
                  <a:pt x="307" y="51"/>
                  <a:pt x="307" y="51"/>
                  <a:pt x="307" y="51"/>
                </a:cubicBezTo>
                <a:cubicBezTo>
                  <a:pt x="307" y="51"/>
                  <a:pt x="307" y="51"/>
                  <a:pt x="307" y="51"/>
                </a:cubicBezTo>
                <a:cubicBezTo>
                  <a:pt x="308" y="51"/>
                  <a:pt x="308" y="51"/>
                  <a:pt x="308" y="51"/>
                </a:cubicBezTo>
                <a:cubicBezTo>
                  <a:pt x="308" y="51"/>
                  <a:pt x="308" y="51"/>
                  <a:pt x="308" y="51"/>
                </a:cubicBezTo>
                <a:cubicBezTo>
                  <a:pt x="308" y="51"/>
                  <a:pt x="308" y="51"/>
                  <a:pt x="308" y="51"/>
                </a:cubicBezTo>
                <a:cubicBezTo>
                  <a:pt x="308" y="51"/>
                  <a:pt x="308" y="51"/>
                  <a:pt x="308" y="51"/>
                </a:cubicBezTo>
                <a:cubicBezTo>
                  <a:pt x="309" y="51"/>
                  <a:pt x="308" y="51"/>
                  <a:pt x="309" y="51"/>
                </a:cubicBezTo>
                <a:cubicBezTo>
                  <a:pt x="309" y="51"/>
                  <a:pt x="309" y="51"/>
                  <a:pt x="309" y="51"/>
                </a:cubicBezTo>
                <a:cubicBezTo>
                  <a:pt x="309" y="51"/>
                  <a:pt x="309" y="52"/>
                  <a:pt x="309" y="52"/>
                </a:cubicBezTo>
                <a:cubicBezTo>
                  <a:pt x="309" y="52"/>
                  <a:pt x="309" y="52"/>
                  <a:pt x="309" y="52"/>
                </a:cubicBezTo>
                <a:cubicBezTo>
                  <a:pt x="308" y="53"/>
                  <a:pt x="308" y="52"/>
                  <a:pt x="308" y="53"/>
                </a:cubicBezTo>
                <a:close/>
                <a:moveTo>
                  <a:pt x="308" y="57"/>
                </a:moveTo>
                <a:cubicBezTo>
                  <a:pt x="308" y="57"/>
                  <a:pt x="308" y="57"/>
                  <a:pt x="308" y="57"/>
                </a:cubicBezTo>
                <a:cubicBezTo>
                  <a:pt x="309" y="57"/>
                  <a:pt x="309" y="57"/>
                  <a:pt x="309" y="57"/>
                </a:cubicBezTo>
                <a:cubicBezTo>
                  <a:pt x="310" y="57"/>
                  <a:pt x="310" y="57"/>
                  <a:pt x="310" y="56"/>
                </a:cubicBezTo>
                <a:cubicBezTo>
                  <a:pt x="311" y="56"/>
                  <a:pt x="311" y="56"/>
                  <a:pt x="311" y="56"/>
                </a:cubicBezTo>
                <a:cubicBezTo>
                  <a:pt x="311" y="56"/>
                  <a:pt x="311" y="56"/>
                  <a:pt x="311" y="56"/>
                </a:cubicBezTo>
                <a:cubicBezTo>
                  <a:pt x="311" y="56"/>
                  <a:pt x="312" y="56"/>
                  <a:pt x="312" y="56"/>
                </a:cubicBezTo>
                <a:cubicBezTo>
                  <a:pt x="312" y="56"/>
                  <a:pt x="311" y="56"/>
                  <a:pt x="312" y="56"/>
                </a:cubicBezTo>
                <a:cubicBezTo>
                  <a:pt x="312" y="56"/>
                  <a:pt x="312" y="56"/>
                  <a:pt x="312" y="56"/>
                </a:cubicBezTo>
                <a:cubicBezTo>
                  <a:pt x="312" y="56"/>
                  <a:pt x="312" y="56"/>
                  <a:pt x="312" y="56"/>
                </a:cubicBezTo>
                <a:cubicBezTo>
                  <a:pt x="312" y="56"/>
                  <a:pt x="311" y="55"/>
                  <a:pt x="311" y="56"/>
                </a:cubicBezTo>
                <a:cubicBezTo>
                  <a:pt x="311" y="56"/>
                  <a:pt x="311" y="56"/>
                  <a:pt x="311" y="56"/>
                </a:cubicBezTo>
                <a:cubicBezTo>
                  <a:pt x="311" y="56"/>
                  <a:pt x="311" y="56"/>
                  <a:pt x="311" y="56"/>
                </a:cubicBezTo>
                <a:cubicBezTo>
                  <a:pt x="311" y="56"/>
                  <a:pt x="311" y="56"/>
                  <a:pt x="311" y="56"/>
                </a:cubicBezTo>
                <a:cubicBezTo>
                  <a:pt x="311" y="56"/>
                  <a:pt x="311" y="56"/>
                  <a:pt x="311" y="56"/>
                </a:cubicBezTo>
                <a:cubicBezTo>
                  <a:pt x="311" y="56"/>
                  <a:pt x="311" y="56"/>
                  <a:pt x="310" y="56"/>
                </a:cubicBezTo>
                <a:cubicBezTo>
                  <a:pt x="310" y="56"/>
                  <a:pt x="310" y="56"/>
                  <a:pt x="310" y="56"/>
                </a:cubicBezTo>
                <a:cubicBezTo>
                  <a:pt x="310" y="56"/>
                  <a:pt x="310" y="56"/>
                  <a:pt x="310" y="56"/>
                </a:cubicBezTo>
                <a:cubicBezTo>
                  <a:pt x="310" y="56"/>
                  <a:pt x="310" y="56"/>
                  <a:pt x="310" y="56"/>
                </a:cubicBezTo>
                <a:cubicBezTo>
                  <a:pt x="310" y="56"/>
                  <a:pt x="310" y="56"/>
                  <a:pt x="310" y="56"/>
                </a:cubicBezTo>
                <a:cubicBezTo>
                  <a:pt x="310" y="56"/>
                  <a:pt x="309" y="56"/>
                  <a:pt x="309" y="56"/>
                </a:cubicBezTo>
                <a:cubicBezTo>
                  <a:pt x="309" y="56"/>
                  <a:pt x="309" y="56"/>
                  <a:pt x="309" y="56"/>
                </a:cubicBezTo>
                <a:cubicBezTo>
                  <a:pt x="309" y="56"/>
                  <a:pt x="309" y="56"/>
                  <a:pt x="309" y="56"/>
                </a:cubicBezTo>
                <a:cubicBezTo>
                  <a:pt x="309" y="56"/>
                  <a:pt x="309" y="56"/>
                  <a:pt x="309" y="56"/>
                </a:cubicBezTo>
                <a:cubicBezTo>
                  <a:pt x="309" y="56"/>
                  <a:pt x="309" y="56"/>
                  <a:pt x="309" y="56"/>
                </a:cubicBezTo>
                <a:cubicBezTo>
                  <a:pt x="309" y="56"/>
                  <a:pt x="309" y="56"/>
                  <a:pt x="309" y="56"/>
                </a:cubicBezTo>
                <a:cubicBezTo>
                  <a:pt x="309" y="56"/>
                  <a:pt x="308" y="56"/>
                  <a:pt x="308" y="56"/>
                </a:cubicBezTo>
                <a:cubicBezTo>
                  <a:pt x="308" y="56"/>
                  <a:pt x="308" y="56"/>
                  <a:pt x="308" y="56"/>
                </a:cubicBezTo>
                <a:cubicBezTo>
                  <a:pt x="308" y="56"/>
                  <a:pt x="308" y="56"/>
                  <a:pt x="308" y="56"/>
                </a:cubicBezTo>
                <a:cubicBezTo>
                  <a:pt x="308" y="56"/>
                  <a:pt x="308" y="56"/>
                  <a:pt x="308" y="56"/>
                </a:cubicBezTo>
                <a:cubicBezTo>
                  <a:pt x="308" y="56"/>
                  <a:pt x="308" y="56"/>
                  <a:pt x="308" y="56"/>
                </a:cubicBezTo>
                <a:cubicBezTo>
                  <a:pt x="308" y="56"/>
                  <a:pt x="308" y="56"/>
                  <a:pt x="308" y="56"/>
                </a:cubicBezTo>
                <a:cubicBezTo>
                  <a:pt x="308" y="56"/>
                  <a:pt x="308" y="56"/>
                  <a:pt x="308" y="57"/>
                </a:cubicBezTo>
                <a:cubicBezTo>
                  <a:pt x="308" y="57"/>
                  <a:pt x="308" y="57"/>
                  <a:pt x="308" y="57"/>
                </a:cubicBezTo>
                <a:close/>
                <a:moveTo>
                  <a:pt x="310" y="59"/>
                </a:moveTo>
                <a:cubicBezTo>
                  <a:pt x="310" y="59"/>
                  <a:pt x="310" y="59"/>
                  <a:pt x="310" y="59"/>
                </a:cubicBezTo>
                <a:cubicBezTo>
                  <a:pt x="310" y="60"/>
                  <a:pt x="311" y="60"/>
                  <a:pt x="311" y="60"/>
                </a:cubicBezTo>
                <a:cubicBezTo>
                  <a:pt x="311" y="60"/>
                  <a:pt x="311" y="60"/>
                  <a:pt x="311" y="60"/>
                </a:cubicBezTo>
                <a:cubicBezTo>
                  <a:pt x="311" y="60"/>
                  <a:pt x="311" y="60"/>
                  <a:pt x="311" y="61"/>
                </a:cubicBezTo>
                <a:cubicBezTo>
                  <a:pt x="312" y="61"/>
                  <a:pt x="312" y="61"/>
                  <a:pt x="312" y="60"/>
                </a:cubicBezTo>
                <a:cubicBezTo>
                  <a:pt x="312" y="60"/>
                  <a:pt x="312" y="60"/>
                  <a:pt x="312" y="60"/>
                </a:cubicBezTo>
                <a:cubicBezTo>
                  <a:pt x="312" y="60"/>
                  <a:pt x="312" y="60"/>
                  <a:pt x="312" y="60"/>
                </a:cubicBezTo>
                <a:cubicBezTo>
                  <a:pt x="312" y="60"/>
                  <a:pt x="312" y="61"/>
                  <a:pt x="312" y="61"/>
                </a:cubicBezTo>
                <a:cubicBezTo>
                  <a:pt x="312" y="61"/>
                  <a:pt x="313" y="61"/>
                  <a:pt x="313" y="60"/>
                </a:cubicBezTo>
                <a:cubicBezTo>
                  <a:pt x="313" y="60"/>
                  <a:pt x="313" y="60"/>
                  <a:pt x="313" y="60"/>
                </a:cubicBezTo>
                <a:cubicBezTo>
                  <a:pt x="313" y="60"/>
                  <a:pt x="313" y="60"/>
                  <a:pt x="313" y="60"/>
                </a:cubicBezTo>
                <a:cubicBezTo>
                  <a:pt x="313" y="60"/>
                  <a:pt x="313" y="60"/>
                  <a:pt x="313" y="60"/>
                </a:cubicBezTo>
                <a:cubicBezTo>
                  <a:pt x="313" y="59"/>
                  <a:pt x="313" y="59"/>
                  <a:pt x="313" y="59"/>
                </a:cubicBezTo>
                <a:cubicBezTo>
                  <a:pt x="313" y="58"/>
                  <a:pt x="313" y="58"/>
                  <a:pt x="313" y="58"/>
                </a:cubicBezTo>
                <a:cubicBezTo>
                  <a:pt x="313" y="58"/>
                  <a:pt x="313" y="57"/>
                  <a:pt x="313" y="57"/>
                </a:cubicBezTo>
                <a:cubicBezTo>
                  <a:pt x="313" y="57"/>
                  <a:pt x="313" y="57"/>
                  <a:pt x="313" y="57"/>
                </a:cubicBezTo>
                <a:cubicBezTo>
                  <a:pt x="313" y="57"/>
                  <a:pt x="313" y="57"/>
                  <a:pt x="313" y="57"/>
                </a:cubicBezTo>
                <a:cubicBezTo>
                  <a:pt x="313" y="57"/>
                  <a:pt x="312" y="57"/>
                  <a:pt x="312" y="57"/>
                </a:cubicBezTo>
                <a:cubicBezTo>
                  <a:pt x="312" y="57"/>
                  <a:pt x="312" y="57"/>
                  <a:pt x="312" y="57"/>
                </a:cubicBezTo>
                <a:cubicBezTo>
                  <a:pt x="312" y="57"/>
                  <a:pt x="312" y="57"/>
                  <a:pt x="312" y="57"/>
                </a:cubicBezTo>
                <a:cubicBezTo>
                  <a:pt x="312" y="57"/>
                  <a:pt x="311" y="57"/>
                  <a:pt x="311" y="57"/>
                </a:cubicBezTo>
                <a:cubicBezTo>
                  <a:pt x="311" y="57"/>
                  <a:pt x="311" y="57"/>
                  <a:pt x="311" y="57"/>
                </a:cubicBezTo>
                <a:cubicBezTo>
                  <a:pt x="311" y="57"/>
                  <a:pt x="311" y="57"/>
                  <a:pt x="311" y="57"/>
                </a:cubicBezTo>
                <a:cubicBezTo>
                  <a:pt x="310" y="57"/>
                  <a:pt x="310" y="57"/>
                  <a:pt x="310" y="57"/>
                </a:cubicBezTo>
                <a:cubicBezTo>
                  <a:pt x="310" y="57"/>
                  <a:pt x="310" y="57"/>
                  <a:pt x="310" y="57"/>
                </a:cubicBezTo>
                <a:cubicBezTo>
                  <a:pt x="310" y="57"/>
                  <a:pt x="310" y="57"/>
                  <a:pt x="310" y="57"/>
                </a:cubicBezTo>
                <a:cubicBezTo>
                  <a:pt x="310" y="58"/>
                  <a:pt x="310" y="58"/>
                  <a:pt x="310" y="58"/>
                </a:cubicBezTo>
                <a:cubicBezTo>
                  <a:pt x="310" y="58"/>
                  <a:pt x="310" y="58"/>
                  <a:pt x="310" y="58"/>
                </a:cubicBezTo>
                <a:cubicBezTo>
                  <a:pt x="310" y="58"/>
                  <a:pt x="310" y="58"/>
                  <a:pt x="310" y="58"/>
                </a:cubicBezTo>
                <a:cubicBezTo>
                  <a:pt x="310" y="59"/>
                  <a:pt x="310" y="59"/>
                  <a:pt x="310" y="59"/>
                </a:cubicBezTo>
                <a:close/>
                <a:moveTo>
                  <a:pt x="335" y="71"/>
                </a:moveTo>
                <a:cubicBezTo>
                  <a:pt x="335" y="71"/>
                  <a:pt x="335" y="71"/>
                  <a:pt x="335" y="71"/>
                </a:cubicBezTo>
                <a:cubicBezTo>
                  <a:pt x="335" y="71"/>
                  <a:pt x="336" y="71"/>
                  <a:pt x="336" y="71"/>
                </a:cubicBezTo>
                <a:cubicBezTo>
                  <a:pt x="336" y="71"/>
                  <a:pt x="336" y="71"/>
                  <a:pt x="336" y="71"/>
                </a:cubicBezTo>
                <a:cubicBezTo>
                  <a:pt x="336" y="71"/>
                  <a:pt x="336" y="71"/>
                  <a:pt x="336" y="71"/>
                </a:cubicBezTo>
                <a:cubicBezTo>
                  <a:pt x="336" y="71"/>
                  <a:pt x="336" y="71"/>
                  <a:pt x="336" y="71"/>
                </a:cubicBezTo>
                <a:cubicBezTo>
                  <a:pt x="336" y="71"/>
                  <a:pt x="336" y="71"/>
                  <a:pt x="336" y="71"/>
                </a:cubicBezTo>
                <a:cubicBezTo>
                  <a:pt x="336" y="71"/>
                  <a:pt x="336" y="71"/>
                  <a:pt x="335" y="70"/>
                </a:cubicBezTo>
                <a:cubicBezTo>
                  <a:pt x="335" y="70"/>
                  <a:pt x="335" y="70"/>
                  <a:pt x="335" y="70"/>
                </a:cubicBezTo>
                <a:cubicBezTo>
                  <a:pt x="335" y="70"/>
                  <a:pt x="335" y="70"/>
                  <a:pt x="335" y="70"/>
                </a:cubicBezTo>
                <a:cubicBezTo>
                  <a:pt x="335" y="70"/>
                  <a:pt x="335" y="71"/>
                  <a:pt x="335" y="71"/>
                </a:cubicBezTo>
                <a:close/>
                <a:moveTo>
                  <a:pt x="338" y="68"/>
                </a:moveTo>
                <a:cubicBezTo>
                  <a:pt x="338" y="68"/>
                  <a:pt x="338" y="69"/>
                  <a:pt x="338" y="69"/>
                </a:cubicBezTo>
                <a:cubicBezTo>
                  <a:pt x="338" y="69"/>
                  <a:pt x="337" y="69"/>
                  <a:pt x="337" y="69"/>
                </a:cubicBezTo>
                <a:cubicBezTo>
                  <a:pt x="337" y="69"/>
                  <a:pt x="338" y="69"/>
                  <a:pt x="338" y="69"/>
                </a:cubicBezTo>
                <a:cubicBezTo>
                  <a:pt x="338" y="69"/>
                  <a:pt x="338" y="69"/>
                  <a:pt x="338" y="69"/>
                </a:cubicBezTo>
                <a:cubicBezTo>
                  <a:pt x="338" y="69"/>
                  <a:pt x="338" y="69"/>
                  <a:pt x="339" y="69"/>
                </a:cubicBezTo>
                <a:cubicBezTo>
                  <a:pt x="339" y="69"/>
                  <a:pt x="339" y="69"/>
                  <a:pt x="339" y="69"/>
                </a:cubicBezTo>
                <a:cubicBezTo>
                  <a:pt x="339" y="69"/>
                  <a:pt x="339" y="69"/>
                  <a:pt x="339" y="68"/>
                </a:cubicBezTo>
                <a:cubicBezTo>
                  <a:pt x="339" y="68"/>
                  <a:pt x="339" y="68"/>
                  <a:pt x="339" y="68"/>
                </a:cubicBezTo>
                <a:cubicBezTo>
                  <a:pt x="339" y="68"/>
                  <a:pt x="338" y="68"/>
                  <a:pt x="338" y="68"/>
                </a:cubicBezTo>
                <a:cubicBezTo>
                  <a:pt x="338" y="68"/>
                  <a:pt x="338" y="68"/>
                  <a:pt x="338" y="68"/>
                </a:cubicBezTo>
                <a:cubicBezTo>
                  <a:pt x="338" y="68"/>
                  <a:pt x="338" y="68"/>
                  <a:pt x="338" y="68"/>
                </a:cubicBezTo>
                <a:close/>
                <a:moveTo>
                  <a:pt x="333" y="85"/>
                </a:moveTo>
                <a:cubicBezTo>
                  <a:pt x="333" y="86"/>
                  <a:pt x="334" y="86"/>
                  <a:pt x="334" y="86"/>
                </a:cubicBezTo>
                <a:cubicBezTo>
                  <a:pt x="334" y="86"/>
                  <a:pt x="334" y="86"/>
                  <a:pt x="334" y="86"/>
                </a:cubicBezTo>
                <a:cubicBezTo>
                  <a:pt x="334" y="86"/>
                  <a:pt x="334" y="86"/>
                  <a:pt x="335" y="87"/>
                </a:cubicBezTo>
                <a:cubicBezTo>
                  <a:pt x="335" y="87"/>
                  <a:pt x="335" y="87"/>
                  <a:pt x="335" y="87"/>
                </a:cubicBezTo>
                <a:cubicBezTo>
                  <a:pt x="335" y="87"/>
                  <a:pt x="335" y="87"/>
                  <a:pt x="335" y="87"/>
                </a:cubicBezTo>
                <a:cubicBezTo>
                  <a:pt x="335" y="87"/>
                  <a:pt x="336" y="87"/>
                  <a:pt x="336" y="87"/>
                </a:cubicBezTo>
                <a:cubicBezTo>
                  <a:pt x="336" y="87"/>
                  <a:pt x="336" y="87"/>
                  <a:pt x="336" y="87"/>
                </a:cubicBezTo>
                <a:cubicBezTo>
                  <a:pt x="336" y="87"/>
                  <a:pt x="336" y="87"/>
                  <a:pt x="336" y="87"/>
                </a:cubicBezTo>
                <a:cubicBezTo>
                  <a:pt x="336" y="86"/>
                  <a:pt x="336" y="86"/>
                  <a:pt x="335" y="86"/>
                </a:cubicBezTo>
                <a:cubicBezTo>
                  <a:pt x="335" y="86"/>
                  <a:pt x="335" y="86"/>
                  <a:pt x="335" y="86"/>
                </a:cubicBezTo>
                <a:cubicBezTo>
                  <a:pt x="335" y="86"/>
                  <a:pt x="335" y="86"/>
                  <a:pt x="334" y="86"/>
                </a:cubicBezTo>
                <a:cubicBezTo>
                  <a:pt x="334" y="86"/>
                  <a:pt x="334" y="86"/>
                  <a:pt x="334" y="86"/>
                </a:cubicBezTo>
                <a:cubicBezTo>
                  <a:pt x="334" y="86"/>
                  <a:pt x="334" y="86"/>
                  <a:pt x="334" y="85"/>
                </a:cubicBezTo>
                <a:cubicBezTo>
                  <a:pt x="334" y="85"/>
                  <a:pt x="333" y="85"/>
                  <a:pt x="333" y="85"/>
                </a:cubicBezTo>
                <a:close/>
                <a:moveTo>
                  <a:pt x="351" y="82"/>
                </a:moveTo>
                <a:cubicBezTo>
                  <a:pt x="348" y="81"/>
                  <a:pt x="348" y="81"/>
                  <a:pt x="348" y="81"/>
                </a:cubicBezTo>
                <a:cubicBezTo>
                  <a:pt x="345" y="80"/>
                  <a:pt x="345" y="80"/>
                  <a:pt x="345" y="80"/>
                </a:cubicBezTo>
                <a:cubicBezTo>
                  <a:pt x="345" y="80"/>
                  <a:pt x="345" y="80"/>
                  <a:pt x="345" y="80"/>
                </a:cubicBezTo>
                <a:cubicBezTo>
                  <a:pt x="346" y="79"/>
                  <a:pt x="346" y="79"/>
                  <a:pt x="346" y="79"/>
                </a:cubicBezTo>
                <a:cubicBezTo>
                  <a:pt x="346" y="79"/>
                  <a:pt x="346" y="79"/>
                  <a:pt x="346" y="79"/>
                </a:cubicBezTo>
                <a:cubicBezTo>
                  <a:pt x="346" y="78"/>
                  <a:pt x="346" y="78"/>
                  <a:pt x="346" y="78"/>
                </a:cubicBezTo>
                <a:cubicBezTo>
                  <a:pt x="345" y="71"/>
                  <a:pt x="345" y="71"/>
                  <a:pt x="345" y="71"/>
                </a:cubicBezTo>
                <a:cubicBezTo>
                  <a:pt x="345" y="71"/>
                  <a:pt x="345" y="71"/>
                  <a:pt x="345" y="71"/>
                </a:cubicBezTo>
                <a:cubicBezTo>
                  <a:pt x="345" y="71"/>
                  <a:pt x="345" y="71"/>
                  <a:pt x="345" y="71"/>
                </a:cubicBezTo>
                <a:cubicBezTo>
                  <a:pt x="344" y="71"/>
                  <a:pt x="344" y="71"/>
                  <a:pt x="344" y="71"/>
                </a:cubicBezTo>
                <a:cubicBezTo>
                  <a:pt x="344" y="71"/>
                  <a:pt x="344" y="71"/>
                  <a:pt x="344" y="71"/>
                </a:cubicBezTo>
                <a:cubicBezTo>
                  <a:pt x="344" y="71"/>
                  <a:pt x="344" y="71"/>
                  <a:pt x="344" y="72"/>
                </a:cubicBezTo>
                <a:cubicBezTo>
                  <a:pt x="344" y="72"/>
                  <a:pt x="344" y="72"/>
                  <a:pt x="344" y="72"/>
                </a:cubicBezTo>
                <a:cubicBezTo>
                  <a:pt x="344" y="72"/>
                  <a:pt x="344" y="72"/>
                  <a:pt x="344" y="73"/>
                </a:cubicBezTo>
                <a:cubicBezTo>
                  <a:pt x="344" y="73"/>
                  <a:pt x="344" y="73"/>
                  <a:pt x="344" y="74"/>
                </a:cubicBezTo>
                <a:cubicBezTo>
                  <a:pt x="344" y="74"/>
                  <a:pt x="344" y="74"/>
                  <a:pt x="344" y="74"/>
                </a:cubicBezTo>
                <a:cubicBezTo>
                  <a:pt x="344" y="74"/>
                  <a:pt x="344" y="74"/>
                  <a:pt x="344" y="74"/>
                </a:cubicBezTo>
                <a:cubicBezTo>
                  <a:pt x="344" y="74"/>
                  <a:pt x="344" y="74"/>
                  <a:pt x="344" y="74"/>
                </a:cubicBezTo>
                <a:cubicBezTo>
                  <a:pt x="343" y="74"/>
                  <a:pt x="343" y="73"/>
                  <a:pt x="343" y="73"/>
                </a:cubicBezTo>
                <a:cubicBezTo>
                  <a:pt x="343" y="73"/>
                  <a:pt x="343" y="73"/>
                  <a:pt x="343" y="73"/>
                </a:cubicBezTo>
                <a:cubicBezTo>
                  <a:pt x="343" y="73"/>
                  <a:pt x="343" y="72"/>
                  <a:pt x="343" y="72"/>
                </a:cubicBezTo>
                <a:cubicBezTo>
                  <a:pt x="343" y="72"/>
                  <a:pt x="343" y="72"/>
                  <a:pt x="342" y="72"/>
                </a:cubicBezTo>
                <a:cubicBezTo>
                  <a:pt x="342" y="72"/>
                  <a:pt x="342" y="72"/>
                  <a:pt x="342" y="72"/>
                </a:cubicBezTo>
                <a:cubicBezTo>
                  <a:pt x="342" y="71"/>
                  <a:pt x="342" y="71"/>
                  <a:pt x="342" y="71"/>
                </a:cubicBezTo>
                <a:cubicBezTo>
                  <a:pt x="342" y="71"/>
                  <a:pt x="342" y="71"/>
                  <a:pt x="342" y="71"/>
                </a:cubicBezTo>
                <a:cubicBezTo>
                  <a:pt x="342" y="71"/>
                  <a:pt x="342" y="71"/>
                  <a:pt x="342" y="71"/>
                </a:cubicBezTo>
                <a:cubicBezTo>
                  <a:pt x="342" y="70"/>
                  <a:pt x="342" y="70"/>
                  <a:pt x="342" y="70"/>
                </a:cubicBezTo>
                <a:cubicBezTo>
                  <a:pt x="341" y="70"/>
                  <a:pt x="341" y="70"/>
                  <a:pt x="341" y="70"/>
                </a:cubicBezTo>
                <a:cubicBezTo>
                  <a:pt x="341" y="70"/>
                  <a:pt x="341" y="70"/>
                  <a:pt x="341" y="69"/>
                </a:cubicBezTo>
                <a:cubicBezTo>
                  <a:pt x="341" y="69"/>
                  <a:pt x="341" y="69"/>
                  <a:pt x="341" y="69"/>
                </a:cubicBezTo>
                <a:cubicBezTo>
                  <a:pt x="341" y="69"/>
                  <a:pt x="341" y="68"/>
                  <a:pt x="341" y="68"/>
                </a:cubicBezTo>
                <a:cubicBezTo>
                  <a:pt x="341" y="68"/>
                  <a:pt x="340" y="68"/>
                  <a:pt x="340" y="68"/>
                </a:cubicBezTo>
                <a:cubicBezTo>
                  <a:pt x="340" y="68"/>
                  <a:pt x="340" y="67"/>
                  <a:pt x="340" y="67"/>
                </a:cubicBezTo>
                <a:cubicBezTo>
                  <a:pt x="340" y="67"/>
                  <a:pt x="341" y="67"/>
                  <a:pt x="341" y="66"/>
                </a:cubicBezTo>
                <a:cubicBezTo>
                  <a:pt x="341" y="66"/>
                  <a:pt x="341" y="66"/>
                  <a:pt x="340" y="65"/>
                </a:cubicBezTo>
                <a:cubicBezTo>
                  <a:pt x="340" y="65"/>
                  <a:pt x="340" y="65"/>
                  <a:pt x="340" y="65"/>
                </a:cubicBezTo>
                <a:cubicBezTo>
                  <a:pt x="340" y="65"/>
                  <a:pt x="340" y="65"/>
                  <a:pt x="340" y="64"/>
                </a:cubicBezTo>
                <a:cubicBezTo>
                  <a:pt x="340" y="64"/>
                  <a:pt x="340" y="64"/>
                  <a:pt x="340" y="64"/>
                </a:cubicBezTo>
                <a:cubicBezTo>
                  <a:pt x="340" y="64"/>
                  <a:pt x="340" y="64"/>
                  <a:pt x="340" y="64"/>
                </a:cubicBezTo>
                <a:cubicBezTo>
                  <a:pt x="340" y="63"/>
                  <a:pt x="340" y="63"/>
                  <a:pt x="340" y="63"/>
                </a:cubicBezTo>
                <a:cubicBezTo>
                  <a:pt x="340" y="63"/>
                  <a:pt x="340" y="63"/>
                  <a:pt x="340" y="63"/>
                </a:cubicBezTo>
                <a:cubicBezTo>
                  <a:pt x="340" y="63"/>
                  <a:pt x="340" y="63"/>
                  <a:pt x="340" y="63"/>
                </a:cubicBezTo>
                <a:cubicBezTo>
                  <a:pt x="341" y="63"/>
                  <a:pt x="341" y="63"/>
                  <a:pt x="341" y="63"/>
                </a:cubicBezTo>
                <a:cubicBezTo>
                  <a:pt x="341" y="63"/>
                  <a:pt x="341" y="63"/>
                  <a:pt x="341" y="63"/>
                </a:cubicBezTo>
                <a:cubicBezTo>
                  <a:pt x="341" y="63"/>
                  <a:pt x="341" y="63"/>
                  <a:pt x="341" y="63"/>
                </a:cubicBezTo>
                <a:cubicBezTo>
                  <a:pt x="341" y="63"/>
                  <a:pt x="341" y="62"/>
                  <a:pt x="341" y="62"/>
                </a:cubicBezTo>
                <a:cubicBezTo>
                  <a:pt x="341" y="62"/>
                  <a:pt x="341" y="62"/>
                  <a:pt x="341" y="62"/>
                </a:cubicBezTo>
                <a:cubicBezTo>
                  <a:pt x="341" y="62"/>
                  <a:pt x="341" y="62"/>
                  <a:pt x="341" y="62"/>
                </a:cubicBezTo>
                <a:cubicBezTo>
                  <a:pt x="341" y="61"/>
                  <a:pt x="341" y="61"/>
                  <a:pt x="341" y="61"/>
                </a:cubicBezTo>
                <a:cubicBezTo>
                  <a:pt x="341" y="61"/>
                  <a:pt x="342" y="61"/>
                  <a:pt x="342" y="61"/>
                </a:cubicBezTo>
                <a:cubicBezTo>
                  <a:pt x="342" y="61"/>
                  <a:pt x="342" y="61"/>
                  <a:pt x="342" y="61"/>
                </a:cubicBezTo>
                <a:cubicBezTo>
                  <a:pt x="342" y="60"/>
                  <a:pt x="342" y="60"/>
                  <a:pt x="342" y="60"/>
                </a:cubicBezTo>
                <a:cubicBezTo>
                  <a:pt x="342" y="60"/>
                  <a:pt x="341" y="60"/>
                  <a:pt x="341" y="60"/>
                </a:cubicBezTo>
                <a:cubicBezTo>
                  <a:pt x="341" y="60"/>
                  <a:pt x="341" y="60"/>
                  <a:pt x="341" y="60"/>
                </a:cubicBezTo>
                <a:cubicBezTo>
                  <a:pt x="341" y="59"/>
                  <a:pt x="341" y="59"/>
                  <a:pt x="341" y="59"/>
                </a:cubicBezTo>
                <a:cubicBezTo>
                  <a:pt x="341" y="59"/>
                  <a:pt x="341" y="59"/>
                  <a:pt x="341" y="59"/>
                </a:cubicBezTo>
                <a:cubicBezTo>
                  <a:pt x="340" y="59"/>
                  <a:pt x="340" y="59"/>
                  <a:pt x="340" y="59"/>
                </a:cubicBezTo>
                <a:cubicBezTo>
                  <a:pt x="340" y="58"/>
                  <a:pt x="340" y="58"/>
                  <a:pt x="340" y="58"/>
                </a:cubicBezTo>
                <a:cubicBezTo>
                  <a:pt x="340" y="58"/>
                  <a:pt x="340" y="58"/>
                  <a:pt x="340" y="58"/>
                </a:cubicBezTo>
                <a:cubicBezTo>
                  <a:pt x="340" y="58"/>
                  <a:pt x="340" y="57"/>
                  <a:pt x="340" y="57"/>
                </a:cubicBezTo>
                <a:cubicBezTo>
                  <a:pt x="340" y="57"/>
                  <a:pt x="340" y="57"/>
                  <a:pt x="340" y="57"/>
                </a:cubicBezTo>
                <a:cubicBezTo>
                  <a:pt x="340" y="57"/>
                  <a:pt x="340" y="57"/>
                  <a:pt x="340" y="57"/>
                </a:cubicBezTo>
                <a:cubicBezTo>
                  <a:pt x="340" y="57"/>
                  <a:pt x="340" y="56"/>
                  <a:pt x="340" y="56"/>
                </a:cubicBezTo>
                <a:cubicBezTo>
                  <a:pt x="340" y="56"/>
                  <a:pt x="340" y="56"/>
                  <a:pt x="340" y="56"/>
                </a:cubicBezTo>
                <a:cubicBezTo>
                  <a:pt x="340" y="56"/>
                  <a:pt x="340" y="56"/>
                  <a:pt x="340" y="56"/>
                </a:cubicBezTo>
                <a:cubicBezTo>
                  <a:pt x="341" y="56"/>
                  <a:pt x="340" y="56"/>
                  <a:pt x="340" y="56"/>
                </a:cubicBezTo>
                <a:cubicBezTo>
                  <a:pt x="340" y="56"/>
                  <a:pt x="340" y="56"/>
                  <a:pt x="339" y="55"/>
                </a:cubicBezTo>
                <a:cubicBezTo>
                  <a:pt x="339" y="55"/>
                  <a:pt x="339" y="55"/>
                  <a:pt x="339" y="55"/>
                </a:cubicBezTo>
                <a:cubicBezTo>
                  <a:pt x="339" y="55"/>
                  <a:pt x="339" y="55"/>
                  <a:pt x="339" y="55"/>
                </a:cubicBezTo>
                <a:cubicBezTo>
                  <a:pt x="339" y="55"/>
                  <a:pt x="339" y="55"/>
                  <a:pt x="338" y="55"/>
                </a:cubicBezTo>
                <a:cubicBezTo>
                  <a:pt x="338" y="55"/>
                  <a:pt x="338" y="55"/>
                  <a:pt x="338" y="55"/>
                </a:cubicBezTo>
                <a:cubicBezTo>
                  <a:pt x="338" y="55"/>
                  <a:pt x="338" y="55"/>
                  <a:pt x="338" y="55"/>
                </a:cubicBezTo>
                <a:cubicBezTo>
                  <a:pt x="337" y="55"/>
                  <a:pt x="337" y="55"/>
                  <a:pt x="337" y="55"/>
                </a:cubicBezTo>
                <a:cubicBezTo>
                  <a:pt x="337" y="55"/>
                  <a:pt x="336" y="55"/>
                  <a:pt x="336" y="55"/>
                </a:cubicBezTo>
                <a:cubicBezTo>
                  <a:pt x="336" y="55"/>
                  <a:pt x="336" y="55"/>
                  <a:pt x="336" y="55"/>
                </a:cubicBezTo>
                <a:cubicBezTo>
                  <a:pt x="336" y="55"/>
                  <a:pt x="336" y="55"/>
                  <a:pt x="336" y="55"/>
                </a:cubicBezTo>
                <a:cubicBezTo>
                  <a:pt x="336" y="55"/>
                  <a:pt x="335" y="55"/>
                  <a:pt x="335" y="55"/>
                </a:cubicBezTo>
                <a:cubicBezTo>
                  <a:pt x="335" y="55"/>
                  <a:pt x="335" y="55"/>
                  <a:pt x="335" y="55"/>
                </a:cubicBezTo>
                <a:cubicBezTo>
                  <a:pt x="335" y="55"/>
                  <a:pt x="334" y="55"/>
                  <a:pt x="334" y="55"/>
                </a:cubicBezTo>
                <a:cubicBezTo>
                  <a:pt x="334" y="55"/>
                  <a:pt x="333" y="55"/>
                  <a:pt x="333" y="54"/>
                </a:cubicBezTo>
                <a:cubicBezTo>
                  <a:pt x="333" y="54"/>
                  <a:pt x="333" y="54"/>
                  <a:pt x="333" y="54"/>
                </a:cubicBezTo>
                <a:cubicBezTo>
                  <a:pt x="333" y="54"/>
                  <a:pt x="333" y="54"/>
                  <a:pt x="332" y="54"/>
                </a:cubicBezTo>
                <a:cubicBezTo>
                  <a:pt x="332" y="54"/>
                  <a:pt x="332" y="54"/>
                  <a:pt x="332" y="54"/>
                </a:cubicBezTo>
                <a:cubicBezTo>
                  <a:pt x="332" y="54"/>
                  <a:pt x="332" y="54"/>
                  <a:pt x="332" y="54"/>
                </a:cubicBezTo>
                <a:cubicBezTo>
                  <a:pt x="332" y="53"/>
                  <a:pt x="332" y="53"/>
                  <a:pt x="332" y="53"/>
                </a:cubicBezTo>
                <a:cubicBezTo>
                  <a:pt x="332" y="53"/>
                  <a:pt x="332" y="53"/>
                  <a:pt x="331" y="53"/>
                </a:cubicBezTo>
                <a:cubicBezTo>
                  <a:pt x="331" y="53"/>
                  <a:pt x="331" y="53"/>
                  <a:pt x="331" y="53"/>
                </a:cubicBezTo>
                <a:cubicBezTo>
                  <a:pt x="331" y="53"/>
                  <a:pt x="331" y="53"/>
                  <a:pt x="331" y="53"/>
                </a:cubicBezTo>
                <a:cubicBezTo>
                  <a:pt x="331" y="53"/>
                  <a:pt x="331" y="53"/>
                  <a:pt x="331" y="53"/>
                </a:cubicBezTo>
                <a:cubicBezTo>
                  <a:pt x="331" y="53"/>
                  <a:pt x="331" y="53"/>
                  <a:pt x="331" y="53"/>
                </a:cubicBezTo>
                <a:cubicBezTo>
                  <a:pt x="330" y="53"/>
                  <a:pt x="330" y="53"/>
                  <a:pt x="330" y="53"/>
                </a:cubicBezTo>
                <a:cubicBezTo>
                  <a:pt x="330" y="53"/>
                  <a:pt x="330" y="53"/>
                  <a:pt x="330" y="53"/>
                </a:cubicBezTo>
                <a:cubicBezTo>
                  <a:pt x="330" y="53"/>
                  <a:pt x="330" y="53"/>
                  <a:pt x="330" y="53"/>
                </a:cubicBezTo>
                <a:cubicBezTo>
                  <a:pt x="330" y="53"/>
                  <a:pt x="329" y="53"/>
                  <a:pt x="329" y="53"/>
                </a:cubicBezTo>
                <a:cubicBezTo>
                  <a:pt x="329" y="52"/>
                  <a:pt x="329" y="52"/>
                  <a:pt x="328" y="52"/>
                </a:cubicBezTo>
                <a:cubicBezTo>
                  <a:pt x="328" y="52"/>
                  <a:pt x="328" y="52"/>
                  <a:pt x="328" y="52"/>
                </a:cubicBezTo>
                <a:cubicBezTo>
                  <a:pt x="328" y="52"/>
                  <a:pt x="327" y="52"/>
                  <a:pt x="327" y="52"/>
                </a:cubicBezTo>
                <a:cubicBezTo>
                  <a:pt x="327" y="52"/>
                  <a:pt x="327" y="52"/>
                  <a:pt x="327" y="52"/>
                </a:cubicBezTo>
                <a:cubicBezTo>
                  <a:pt x="327" y="52"/>
                  <a:pt x="326" y="52"/>
                  <a:pt x="326" y="52"/>
                </a:cubicBezTo>
                <a:cubicBezTo>
                  <a:pt x="326" y="52"/>
                  <a:pt x="326" y="52"/>
                  <a:pt x="326" y="52"/>
                </a:cubicBezTo>
                <a:cubicBezTo>
                  <a:pt x="325" y="52"/>
                  <a:pt x="325" y="52"/>
                  <a:pt x="325" y="52"/>
                </a:cubicBezTo>
                <a:cubicBezTo>
                  <a:pt x="325" y="52"/>
                  <a:pt x="324" y="52"/>
                  <a:pt x="324" y="52"/>
                </a:cubicBezTo>
                <a:cubicBezTo>
                  <a:pt x="324" y="52"/>
                  <a:pt x="324" y="52"/>
                  <a:pt x="324" y="52"/>
                </a:cubicBezTo>
                <a:cubicBezTo>
                  <a:pt x="324" y="52"/>
                  <a:pt x="323" y="52"/>
                  <a:pt x="323" y="52"/>
                </a:cubicBezTo>
                <a:cubicBezTo>
                  <a:pt x="323" y="52"/>
                  <a:pt x="323" y="53"/>
                  <a:pt x="323" y="53"/>
                </a:cubicBezTo>
                <a:cubicBezTo>
                  <a:pt x="323" y="53"/>
                  <a:pt x="322" y="53"/>
                  <a:pt x="322" y="53"/>
                </a:cubicBezTo>
                <a:cubicBezTo>
                  <a:pt x="322" y="53"/>
                  <a:pt x="322" y="53"/>
                  <a:pt x="322" y="53"/>
                </a:cubicBezTo>
                <a:cubicBezTo>
                  <a:pt x="322" y="54"/>
                  <a:pt x="322" y="54"/>
                  <a:pt x="321" y="54"/>
                </a:cubicBezTo>
                <a:cubicBezTo>
                  <a:pt x="321" y="54"/>
                  <a:pt x="321" y="55"/>
                  <a:pt x="321" y="55"/>
                </a:cubicBezTo>
                <a:cubicBezTo>
                  <a:pt x="320" y="55"/>
                  <a:pt x="320" y="55"/>
                  <a:pt x="320" y="55"/>
                </a:cubicBezTo>
                <a:cubicBezTo>
                  <a:pt x="319" y="55"/>
                  <a:pt x="319" y="55"/>
                  <a:pt x="319" y="55"/>
                </a:cubicBezTo>
                <a:cubicBezTo>
                  <a:pt x="319" y="55"/>
                  <a:pt x="318" y="55"/>
                  <a:pt x="318" y="55"/>
                </a:cubicBezTo>
                <a:cubicBezTo>
                  <a:pt x="318" y="55"/>
                  <a:pt x="318" y="55"/>
                  <a:pt x="318" y="55"/>
                </a:cubicBezTo>
                <a:cubicBezTo>
                  <a:pt x="318" y="56"/>
                  <a:pt x="317" y="56"/>
                  <a:pt x="317" y="55"/>
                </a:cubicBezTo>
                <a:cubicBezTo>
                  <a:pt x="317" y="55"/>
                  <a:pt x="318" y="55"/>
                  <a:pt x="318" y="55"/>
                </a:cubicBezTo>
                <a:cubicBezTo>
                  <a:pt x="317" y="55"/>
                  <a:pt x="317" y="55"/>
                  <a:pt x="317" y="55"/>
                </a:cubicBezTo>
                <a:cubicBezTo>
                  <a:pt x="317" y="55"/>
                  <a:pt x="316" y="55"/>
                  <a:pt x="316" y="56"/>
                </a:cubicBezTo>
                <a:cubicBezTo>
                  <a:pt x="316" y="56"/>
                  <a:pt x="316" y="56"/>
                  <a:pt x="315" y="56"/>
                </a:cubicBezTo>
                <a:cubicBezTo>
                  <a:pt x="315" y="56"/>
                  <a:pt x="315" y="56"/>
                  <a:pt x="315" y="56"/>
                </a:cubicBezTo>
                <a:cubicBezTo>
                  <a:pt x="315" y="56"/>
                  <a:pt x="315" y="56"/>
                  <a:pt x="315" y="56"/>
                </a:cubicBezTo>
                <a:cubicBezTo>
                  <a:pt x="315" y="57"/>
                  <a:pt x="315" y="57"/>
                  <a:pt x="315" y="57"/>
                </a:cubicBezTo>
                <a:cubicBezTo>
                  <a:pt x="315" y="57"/>
                  <a:pt x="315" y="57"/>
                  <a:pt x="315" y="57"/>
                </a:cubicBezTo>
                <a:cubicBezTo>
                  <a:pt x="315" y="57"/>
                  <a:pt x="315" y="57"/>
                  <a:pt x="315" y="58"/>
                </a:cubicBezTo>
                <a:cubicBezTo>
                  <a:pt x="315" y="58"/>
                  <a:pt x="315" y="58"/>
                  <a:pt x="315" y="58"/>
                </a:cubicBezTo>
                <a:cubicBezTo>
                  <a:pt x="315" y="58"/>
                  <a:pt x="315" y="59"/>
                  <a:pt x="315" y="59"/>
                </a:cubicBezTo>
                <a:cubicBezTo>
                  <a:pt x="315" y="59"/>
                  <a:pt x="314" y="59"/>
                  <a:pt x="314" y="59"/>
                </a:cubicBezTo>
                <a:cubicBezTo>
                  <a:pt x="314" y="59"/>
                  <a:pt x="314" y="59"/>
                  <a:pt x="314" y="59"/>
                </a:cubicBezTo>
                <a:cubicBezTo>
                  <a:pt x="314" y="59"/>
                  <a:pt x="314" y="59"/>
                  <a:pt x="314" y="59"/>
                </a:cubicBezTo>
                <a:cubicBezTo>
                  <a:pt x="314" y="60"/>
                  <a:pt x="314" y="60"/>
                  <a:pt x="314" y="60"/>
                </a:cubicBezTo>
                <a:cubicBezTo>
                  <a:pt x="314" y="60"/>
                  <a:pt x="313" y="60"/>
                  <a:pt x="313" y="60"/>
                </a:cubicBezTo>
                <a:cubicBezTo>
                  <a:pt x="313" y="60"/>
                  <a:pt x="313" y="60"/>
                  <a:pt x="313" y="60"/>
                </a:cubicBezTo>
                <a:cubicBezTo>
                  <a:pt x="313" y="60"/>
                  <a:pt x="313" y="60"/>
                  <a:pt x="313" y="60"/>
                </a:cubicBezTo>
                <a:cubicBezTo>
                  <a:pt x="313" y="61"/>
                  <a:pt x="313" y="61"/>
                  <a:pt x="313" y="61"/>
                </a:cubicBezTo>
                <a:cubicBezTo>
                  <a:pt x="313" y="61"/>
                  <a:pt x="313" y="61"/>
                  <a:pt x="312" y="61"/>
                </a:cubicBezTo>
                <a:cubicBezTo>
                  <a:pt x="312" y="61"/>
                  <a:pt x="312" y="61"/>
                  <a:pt x="312" y="61"/>
                </a:cubicBezTo>
                <a:cubicBezTo>
                  <a:pt x="312" y="61"/>
                  <a:pt x="312" y="61"/>
                  <a:pt x="312" y="61"/>
                </a:cubicBezTo>
                <a:cubicBezTo>
                  <a:pt x="312" y="62"/>
                  <a:pt x="312" y="62"/>
                  <a:pt x="312" y="62"/>
                </a:cubicBezTo>
                <a:cubicBezTo>
                  <a:pt x="312" y="62"/>
                  <a:pt x="312" y="62"/>
                  <a:pt x="313" y="62"/>
                </a:cubicBezTo>
                <a:cubicBezTo>
                  <a:pt x="313" y="62"/>
                  <a:pt x="313" y="62"/>
                  <a:pt x="313" y="62"/>
                </a:cubicBezTo>
                <a:cubicBezTo>
                  <a:pt x="314" y="62"/>
                  <a:pt x="314" y="62"/>
                  <a:pt x="314" y="62"/>
                </a:cubicBezTo>
                <a:cubicBezTo>
                  <a:pt x="314" y="62"/>
                  <a:pt x="314" y="62"/>
                  <a:pt x="314" y="62"/>
                </a:cubicBezTo>
                <a:cubicBezTo>
                  <a:pt x="315" y="62"/>
                  <a:pt x="315" y="62"/>
                  <a:pt x="315" y="62"/>
                </a:cubicBezTo>
                <a:cubicBezTo>
                  <a:pt x="315" y="62"/>
                  <a:pt x="315" y="62"/>
                  <a:pt x="315" y="62"/>
                </a:cubicBezTo>
                <a:cubicBezTo>
                  <a:pt x="316" y="62"/>
                  <a:pt x="316" y="62"/>
                  <a:pt x="316" y="62"/>
                </a:cubicBezTo>
                <a:cubicBezTo>
                  <a:pt x="316" y="61"/>
                  <a:pt x="316" y="61"/>
                  <a:pt x="316" y="61"/>
                </a:cubicBezTo>
                <a:cubicBezTo>
                  <a:pt x="316" y="61"/>
                  <a:pt x="316" y="61"/>
                  <a:pt x="316" y="61"/>
                </a:cubicBezTo>
                <a:cubicBezTo>
                  <a:pt x="316" y="61"/>
                  <a:pt x="316" y="61"/>
                  <a:pt x="316" y="61"/>
                </a:cubicBezTo>
                <a:cubicBezTo>
                  <a:pt x="316" y="61"/>
                  <a:pt x="316" y="61"/>
                  <a:pt x="316" y="61"/>
                </a:cubicBezTo>
                <a:cubicBezTo>
                  <a:pt x="316" y="61"/>
                  <a:pt x="316" y="61"/>
                  <a:pt x="316" y="61"/>
                </a:cubicBezTo>
                <a:cubicBezTo>
                  <a:pt x="316" y="61"/>
                  <a:pt x="316" y="61"/>
                  <a:pt x="316" y="61"/>
                </a:cubicBezTo>
                <a:cubicBezTo>
                  <a:pt x="316" y="61"/>
                  <a:pt x="316" y="61"/>
                  <a:pt x="316" y="62"/>
                </a:cubicBezTo>
                <a:cubicBezTo>
                  <a:pt x="316" y="62"/>
                  <a:pt x="316" y="62"/>
                  <a:pt x="316" y="62"/>
                </a:cubicBezTo>
                <a:cubicBezTo>
                  <a:pt x="316" y="62"/>
                  <a:pt x="316" y="62"/>
                  <a:pt x="317" y="62"/>
                </a:cubicBezTo>
                <a:cubicBezTo>
                  <a:pt x="317" y="62"/>
                  <a:pt x="317" y="62"/>
                  <a:pt x="317" y="62"/>
                </a:cubicBezTo>
                <a:cubicBezTo>
                  <a:pt x="317" y="62"/>
                  <a:pt x="317" y="62"/>
                  <a:pt x="317" y="62"/>
                </a:cubicBezTo>
                <a:cubicBezTo>
                  <a:pt x="317" y="62"/>
                  <a:pt x="317" y="62"/>
                  <a:pt x="317" y="62"/>
                </a:cubicBezTo>
                <a:cubicBezTo>
                  <a:pt x="317" y="61"/>
                  <a:pt x="317" y="61"/>
                  <a:pt x="317" y="61"/>
                </a:cubicBezTo>
                <a:cubicBezTo>
                  <a:pt x="317" y="61"/>
                  <a:pt x="318" y="61"/>
                  <a:pt x="318" y="61"/>
                </a:cubicBezTo>
                <a:cubicBezTo>
                  <a:pt x="318" y="61"/>
                  <a:pt x="318" y="61"/>
                  <a:pt x="318" y="61"/>
                </a:cubicBezTo>
                <a:cubicBezTo>
                  <a:pt x="318" y="61"/>
                  <a:pt x="318" y="61"/>
                  <a:pt x="318" y="61"/>
                </a:cubicBezTo>
                <a:cubicBezTo>
                  <a:pt x="317" y="61"/>
                  <a:pt x="317" y="62"/>
                  <a:pt x="317" y="62"/>
                </a:cubicBezTo>
                <a:cubicBezTo>
                  <a:pt x="317" y="62"/>
                  <a:pt x="317" y="62"/>
                  <a:pt x="318" y="62"/>
                </a:cubicBezTo>
                <a:cubicBezTo>
                  <a:pt x="318" y="62"/>
                  <a:pt x="318" y="62"/>
                  <a:pt x="318" y="62"/>
                </a:cubicBezTo>
                <a:cubicBezTo>
                  <a:pt x="318" y="62"/>
                  <a:pt x="318" y="62"/>
                  <a:pt x="318" y="62"/>
                </a:cubicBezTo>
                <a:cubicBezTo>
                  <a:pt x="318" y="62"/>
                  <a:pt x="318" y="62"/>
                  <a:pt x="318" y="61"/>
                </a:cubicBezTo>
                <a:cubicBezTo>
                  <a:pt x="318" y="61"/>
                  <a:pt x="318" y="61"/>
                  <a:pt x="318" y="61"/>
                </a:cubicBezTo>
                <a:cubicBezTo>
                  <a:pt x="318" y="61"/>
                  <a:pt x="318" y="61"/>
                  <a:pt x="318" y="61"/>
                </a:cubicBezTo>
                <a:cubicBezTo>
                  <a:pt x="318" y="62"/>
                  <a:pt x="319" y="62"/>
                  <a:pt x="319" y="62"/>
                </a:cubicBezTo>
                <a:cubicBezTo>
                  <a:pt x="319" y="62"/>
                  <a:pt x="319" y="62"/>
                  <a:pt x="319" y="62"/>
                </a:cubicBezTo>
                <a:cubicBezTo>
                  <a:pt x="318" y="62"/>
                  <a:pt x="318" y="62"/>
                  <a:pt x="318" y="62"/>
                </a:cubicBezTo>
                <a:cubicBezTo>
                  <a:pt x="318" y="62"/>
                  <a:pt x="318" y="62"/>
                  <a:pt x="318" y="62"/>
                </a:cubicBezTo>
                <a:cubicBezTo>
                  <a:pt x="318" y="62"/>
                  <a:pt x="319" y="62"/>
                  <a:pt x="319" y="62"/>
                </a:cubicBezTo>
                <a:cubicBezTo>
                  <a:pt x="319" y="62"/>
                  <a:pt x="319" y="62"/>
                  <a:pt x="319" y="62"/>
                </a:cubicBezTo>
                <a:cubicBezTo>
                  <a:pt x="319" y="62"/>
                  <a:pt x="319" y="62"/>
                  <a:pt x="319" y="62"/>
                </a:cubicBezTo>
                <a:cubicBezTo>
                  <a:pt x="319" y="62"/>
                  <a:pt x="319" y="62"/>
                  <a:pt x="319" y="62"/>
                </a:cubicBezTo>
                <a:cubicBezTo>
                  <a:pt x="319" y="62"/>
                  <a:pt x="319" y="62"/>
                  <a:pt x="319" y="62"/>
                </a:cubicBezTo>
                <a:cubicBezTo>
                  <a:pt x="319" y="62"/>
                  <a:pt x="319" y="62"/>
                  <a:pt x="319" y="62"/>
                </a:cubicBezTo>
                <a:cubicBezTo>
                  <a:pt x="319" y="62"/>
                  <a:pt x="319" y="62"/>
                  <a:pt x="319" y="62"/>
                </a:cubicBezTo>
                <a:cubicBezTo>
                  <a:pt x="319" y="62"/>
                  <a:pt x="319" y="62"/>
                  <a:pt x="319" y="62"/>
                </a:cubicBezTo>
                <a:cubicBezTo>
                  <a:pt x="319" y="62"/>
                  <a:pt x="319" y="62"/>
                  <a:pt x="319" y="63"/>
                </a:cubicBezTo>
                <a:cubicBezTo>
                  <a:pt x="319" y="63"/>
                  <a:pt x="319" y="63"/>
                  <a:pt x="319" y="63"/>
                </a:cubicBezTo>
                <a:cubicBezTo>
                  <a:pt x="319" y="63"/>
                  <a:pt x="319" y="63"/>
                  <a:pt x="320" y="63"/>
                </a:cubicBezTo>
                <a:cubicBezTo>
                  <a:pt x="320" y="63"/>
                  <a:pt x="320" y="63"/>
                  <a:pt x="320" y="63"/>
                </a:cubicBezTo>
                <a:cubicBezTo>
                  <a:pt x="320" y="63"/>
                  <a:pt x="320" y="63"/>
                  <a:pt x="320" y="63"/>
                </a:cubicBezTo>
                <a:cubicBezTo>
                  <a:pt x="320" y="63"/>
                  <a:pt x="320" y="63"/>
                  <a:pt x="320" y="63"/>
                </a:cubicBezTo>
                <a:cubicBezTo>
                  <a:pt x="320" y="63"/>
                  <a:pt x="320" y="63"/>
                  <a:pt x="320" y="63"/>
                </a:cubicBezTo>
                <a:cubicBezTo>
                  <a:pt x="320" y="63"/>
                  <a:pt x="320" y="63"/>
                  <a:pt x="321" y="63"/>
                </a:cubicBezTo>
                <a:cubicBezTo>
                  <a:pt x="321" y="63"/>
                  <a:pt x="321" y="63"/>
                  <a:pt x="321" y="63"/>
                </a:cubicBezTo>
                <a:cubicBezTo>
                  <a:pt x="321" y="63"/>
                  <a:pt x="321" y="63"/>
                  <a:pt x="321" y="63"/>
                </a:cubicBezTo>
                <a:cubicBezTo>
                  <a:pt x="321" y="63"/>
                  <a:pt x="321" y="63"/>
                  <a:pt x="321" y="63"/>
                </a:cubicBezTo>
                <a:cubicBezTo>
                  <a:pt x="321" y="63"/>
                  <a:pt x="321" y="62"/>
                  <a:pt x="321" y="62"/>
                </a:cubicBezTo>
                <a:cubicBezTo>
                  <a:pt x="321" y="62"/>
                  <a:pt x="321" y="62"/>
                  <a:pt x="321" y="62"/>
                </a:cubicBezTo>
                <a:cubicBezTo>
                  <a:pt x="321" y="62"/>
                  <a:pt x="321" y="62"/>
                  <a:pt x="321" y="62"/>
                </a:cubicBezTo>
                <a:cubicBezTo>
                  <a:pt x="321" y="62"/>
                  <a:pt x="321" y="62"/>
                  <a:pt x="322" y="62"/>
                </a:cubicBezTo>
                <a:cubicBezTo>
                  <a:pt x="322" y="62"/>
                  <a:pt x="321" y="62"/>
                  <a:pt x="321" y="62"/>
                </a:cubicBezTo>
                <a:cubicBezTo>
                  <a:pt x="321" y="62"/>
                  <a:pt x="321" y="62"/>
                  <a:pt x="322" y="62"/>
                </a:cubicBezTo>
                <a:cubicBezTo>
                  <a:pt x="322" y="62"/>
                  <a:pt x="322" y="62"/>
                  <a:pt x="322" y="62"/>
                </a:cubicBezTo>
                <a:cubicBezTo>
                  <a:pt x="322" y="62"/>
                  <a:pt x="322" y="62"/>
                  <a:pt x="321" y="63"/>
                </a:cubicBezTo>
                <a:cubicBezTo>
                  <a:pt x="321" y="63"/>
                  <a:pt x="321" y="63"/>
                  <a:pt x="321" y="63"/>
                </a:cubicBezTo>
                <a:cubicBezTo>
                  <a:pt x="321" y="63"/>
                  <a:pt x="321" y="63"/>
                  <a:pt x="321" y="63"/>
                </a:cubicBezTo>
                <a:cubicBezTo>
                  <a:pt x="321" y="63"/>
                  <a:pt x="321" y="63"/>
                  <a:pt x="321" y="63"/>
                </a:cubicBezTo>
                <a:cubicBezTo>
                  <a:pt x="321" y="64"/>
                  <a:pt x="321" y="64"/>
                  <a:pt x="321" y="64"/>
                </a:cubicBezTo>
                <a:cubicBezTo>
                  <a:pt x="321" y="64"/>
                  <a:pt x="321" y="64"/>
                  <a:pt x="321" y="64"/>
                </a:cubicBezTo>
                <a:cubicBezTo>
                  <a:pt x="321" y="64"/>
                  <a:pt x="321" y="64"/>
                  <a:pt x="321" y="64"/>
                </a:cubicBezTo>
                <a:cubicBezTo>
                  <a:pt x="322" y="64"/>
                  <a:pt x="322" y="64"/>
                  <a:pt x="322" y="64"/>
                </a:cubicBezTo>
                <a:cubicBezTo>
                  <a:pt x="322" y="64"/>
                  <a:pt x="322" y="64"/>
                  <a:pt x="322" y="64"/>
                </a:cubicBezTo>
                <a:cubicBezTo>
                  <a:pt x="322" y="64"/>
                  <a:pt x="322" y="64"/>
                  <a:pt x="322" y="63"/>
                </a:cubicBezTo>
                <a:cubicBezTo>
                  <a:pt x="322" y="63"/>
                  <a:pt x="322" y="63"/>
                  <a:pt x="322" y="63"/>
                </a:cubicBezTo>
                <a:cubicBezTo>
                  <a:pt x="322" y="63"/>
                  <a:pt x="322" y="63"/>
                  <a:pt x="322" y="63"/>
                </a:cubicBezTo>
                <a:cubicBezTo>
                  <a:pt x="322" y="63"/>
                  <a:pt x="322" y="63"/>
                  <a:pt x="322" y="63"/>
                </a:cubicBezTo>
                <a:cubicBezTo>
                  <a:pt x="322" y="63"/>
                  <a:pt x="322" y="63"/>
                  <a:pt x="322" y="63"/>
                </a:cubicBezTo>
                <a:cubicBezTo>
                  <a:pt x="322" y="63"/>
                  <a:pt x="322" y="64"/>
                  <a:pt x="322" y="64"/>
                </a:cubicBezTo>
                <a:cubicBezTo>
                  <a:pt x="322" y="64"/>
                  <a:pt x="322" y="64"/>
                  <a:pt x="322" y="64"/>
                </a:cubicBezTo>
                <a:cubicBezTo>
                  <a:pt x="322" y="64"/>
                  <a:pt x="322" y="64"/>
                  <a:pt x="322" y="64"/>
                </a:cubicBezTo>
                <a:cubicBezTo>
                  <a:pt x="322" y="64"/>
                  <a:pt x="322" y="64"/>
                  <a:pt x="322" y="64"/>
                </a:cubicBezTo>
                <a:cubicBezTo>
                  <a:pt x="322" y="64"/>
                  <a:pt x="322" y="64"/>
                  <a:pt x="322" y="64"/>
                </a:cubicBezTo>
                <a:cubicBezTo>
                  <a:pt x="322" y="64"/>
                  <a:pt x="322" y="64"/>
                  <a:pt x="322" y="64"/>
                </a:cubicBezTo>
                <a:cubicBezTo>
                  <a:pt x="321" y="64"/>
                  <a:pt x="321" y="65"/>
                  <a:pt x="321" y="65"/>
                </a:cubicBezTo>
                <a:cubicBezTo>
                  <a:pt x="321" y="65"/>
                  <a:pt x="321" y="65"/>
                  <a:pt x="321" y="65"/>
                </a:cubicBezTo>
                <a:cubicBezTo>
                  <a:pt x="321" y="65"/>
                  <a:pt x="321" y="65"/>
                  <a:pt x="321" y="65"/>
                </a:cubicBezTo>
                <a:cubicBezTo>
                  <a:pt x="321" y="65"/>
                  <a:pt x="321" y="65"/>
                  <a:pt x="321" y="65"/>
                </a:cubicBezTo>
                <a:cubicBezTo>
                  <a:pt x="321" y="65"/>
                  <a:pt x="321" y="65"/>
                  <a:pt x="321" y="65"/>
                </a:cubicBezTo>
                <a:cubicBezTo>
                  <a:pt x="321" y="65"/>
                  <a:pt x="321" y="66"/>
                  <a:pt x="321" y="66"/>
                </a:cubicBezTo>
                <a:cubicBezTo>
                  <a:pt x="322" y="66"/>
                  <a:pt x="322" y="66"/>
                  <a:pt x="321" y="66"/>
                </a:cubicBezTo>
                <a:cubicBezTo>
                  <a:pt x="321" y="66"/>
                  <a:pt x="321" y="66"/>
                  <a:pt x="321" y="66"/>
                </a:cubicBezTo>
                <a:cubicBezTo>
                  <a:pt x="322" y="66"/>
                  <a:pt x="322" y="66"/>
                  <a:pt x="322" y="66"/>
                </a:cubicBezTo>
                <a:cubicBezTo>
                  <a:pt x="322" y="67"/>
                  <a:pt x="322" y="67"/>
                  <a:pt x="322" y="67"/>
                </a:cubicBezTo>
                <a:cubicBezTo>
                  <a:pt x="322" y="67"/>
                  <a:pt x="322" y="66"/>
                  <a:pt x="322" y="66"/>
                </a:cubicBezTo>
                <a:cubicBezTo>
                  <a:pt x="322" y="66"/>
                  <a:pt x="322" y="66"/>
                  <a:pt x="322" y="66"/>
                </a:cubicBezTo>
                <a:cubicBezTo>
                  <a:pt x="322" y="66"/>
                  <a:pt x="322" y="66"/>
                  <a:pt x="322" y="66"/>
                </a:cubicBezTo>
                <a:cubicBezTo>
                  <a:pt x="322" y="66"/>
                  <a:pt x="322" y="66"/>
                  <a:pt x="322" y="66"/>
                </a:cubicBezTo>
                <a:cubicBezTo>
                  <a:pt x="322" y="66"/>
                  <a:pt x="322" y="66"/>
                  <a:pt x="322" y="67"/>
                </a:cubicBezTo>
                <a:cubicBezTo>
                  <a:pt x="322" y="67"/>
                  <a:pt x="322" y="67"/>
                  <a:pt x="322" y="67"/>
                </a:cubicBezTo>
                <a:cubicBezTo>
                  <a:pt x="323" y="67"/>
                  <a:pt x="322" y="67"/>
                  <a:pt x="322" y="67"/>
                </a:cubicBezTo>
                <a:cubicBezTo>
                  <a:pt x="322" y="67"/>
                  <a:pt x="322" y="67"/>
                  <a:pt x="322" y="67"/>
                </a:cubicBezTo>
                <a:cubicBezTo>
                  <a:pt x="322" y="67"/>
                  <a:pt x="322" y="67"/>
                  <a:pt x="322" y="67"/>
                </a:cubicBezTo>
                <a:cubicBezTo>
                  <a:pt x="322" y="68"/>
                  <a:pt x="323" y="68"/>
                  <a:pt x="323" y="68"/>
                </a:cubicBezTo>
                <a:cubicBezTo>
                  <a:pt x="323" y="68"/>
                  <a:pt x="323" y="68"/>
                  <a:pt x="323" y="68"/>
                </a:cubicBezTo>
                <a:cubicBezTo>
                  <a:pt x="323" y="68"/>
                  <a:pt x="323" y="68"/>
                  <a:pt x="323" y="68"/>
                </a:cubicBezTo>
                <a:cubicBezTo>
                  <a:pt x="324" y="68"/>
                  <a:pt x="324" y="68"/>
                  <a:pt x="324" y="68"/>
                </a:cubicBezTo>
                <a:cubicBezTo>
                  <a:pt x="324" y="68"/>
                  <a:pt x="324" y="68"/>
                  <a:pt x="324" y="69"/>
                </a:cubicBezTo>
                <a:cubicBezTo>
                  <a:pt x="324" y="69"/>
                  <a:pt x="324" y="69"/>
                  <a:pt x="324" y="69"/>
                </a:cubicBezTo>
                <a:cubicBezTo>
                  <a:pt x="324" y="69"/>
                  <a:pt x="325" y="69"/>
                  <a:pt x="325" y="69"/>
                </a:cubicBezTo>
                <a:cubicBezTo>
                  <a:pt x="325" y="69"/>
                  <a:pt x="325" y="69"/>
                  <a:pt x="325" y="69"/>
                </a:cubicBezTo>
                <a:cubicBezTo>
                  <a:pt x="325" y="69"/>
                  <a:pt x="325" y="69"/>
                  <a:pt x="325" y="69"/>
                </a:cubicBezTo>
                <a:cubicBezTo>
                  <a:pt x="326" y="69"/>
                  <a:pt x="326" y="68"/>
                  <a:pt x="326" y="68"/>
                </a:cubicBezTo>
                <a:cubicBezTo>
                  <a:pt x="326" y="68"/>
                  <a:pt x="326" y="68"/>
                  <a:pt x="327" y="68"/>
                </a:cubicBezTo>
                <a:cubicBezTo>
                  <a:pt x="327" y="68"/>
                  <a:pt x="327" y="68"/>
                  <a:pt x="327" y="68"/>
                </a:cubicBezTo>
                <a:cubicBezTo>
                  <a:pt x="327" y="68"/>
                  <a:pt x="327" y="69"/>
                  <a:pt x="327" y="69"/>
                </a:cubicBezTo>
                <a:cubicBezTo>
                  <a:pt x="327" y="69"/>
                  <a:pt x="327" y="69"/>
                  <a:pt x="327" y="69"/>
                </a:cubicBezTo>
                <a:cubicBezTo>
                  <a:pt x="328" y="69"/>
                  <a:pt x="328" y="69"/>
                  <a:pt x="328" y="69"/>
                </a:cubicBezTo>
                <a:cubicBezTo>
                  <a:pt x="328" y="69"/>
                  <a:pt x="328" y="69"/>
                  <a:pt x="328" y="69"/>
                </a:cubicBezTo>
                <a:cubicBezTo>
                  <a:pt x="328" y="69"/>
                  <a:pt x="328" y="69"/>
                  <a:pt x="328" y="69"/>
                </a:cubicBezTo>
                <a:cubicBezTo>
                  <a:pt x="328" y="69"/>
                  <a:pt x="328" y="69"/>
                  <a:pt x="328" y="69"/>
                </a:cubicBezTo>
                <a:cubicBezTo>
                  <a:pt x="328" y="69"/>
                  <a:pt x="329" y="69"/>
                  <a:pt x="329" y="69"/>
                </a:cubicBezTo>
                <a:cubicBezTo>
                  <a:pt x="329" y="69"/>
                  <a:pt x="329" y="69"/>
                  <a:pt x="330" y="69"/>
                </a:cubicBezTo>
                <a:cubicBezTo>
                  <a:pt x="330" y="69"/>
                  <a:pt x="330" y="69"/>
                  <a:pt x="330" y="69"/>
                </a:cubicBezTo>
                <a:cubicBezTo>
                  <a:pt x="330" y="69"/>
                  <a:pt x="330" y="69"/>
                  <a:pt x="330" y="69"/>
                </a:cubicBezTo>
                <a:cubicBezTo>
                  <a:pt x="330" y="69"/>
                  <a:pt x="330" y="69"/>
                  <a:pt x="330" y="69"/>
                </a:cubicBezTo>
                <a:cubicBezTo>
                  <a:pt x="330" y="69"/>
                  <a:pt x="330" y="69"/>
                  <a:pt x="330" y="69"/>
                </a:cubicBezTo>
                <a:cubicBezTo>
                  <a:pt x="331" y="69"/>
                  <a:pt x="331" y="69"/>
                  <a:pt x="331" y="69"/>
                </a:cubicBezTo>
                <a:cubicBezTo>
                  <a:pt x="331" y="69"/>
                  <a:pt x="331" y="69"/>
                  <a:pt x="331" y="69"/>
                </a:cubicBezTo>
                <a:cubicBezTo>
                  <a:pt x="332" y="69"/>
                  <a:pt x="332" y="69"/>
                  <a:pt x="332" y="68"/>
                </a:cubicBezTo>
                <a:cubicBezTo>
                  <a:pt x="332" y="68"/>
                  <a:pt x="332" y="68"/>
                  <a:pt x="332" y="68"/>
                </a:cubicBezTo>
                <a:cubicBezTo>
                  <a:pt x="332" y="68"/>
                  <a:pt x="332" y="68"/>
                  <a:pt x="332" y="68"/>
                </a:cubicBezTo>
                <a:cubicBezTo>
                  <a:pt x="332" y="68"/>
                  <a:pt x="332" y="68"/>
                  <a:pt x="332" y="68"/>
                </a:cubicBezTo>
                <a:cubicBezTo>
                  <a:pt x="333" y="68"/>
                  <a:pt x="333" y="68"/>
                  <a:pt x="333" y="68"/>
                </a:cubicBezTo>
                <a:cubicBezTo>
                  <a:pt x="333" y="68"/>
                  <a:pt x="333" y="68"/>
                  <a:pt x="333" y="68"/>
                </a:cubicBezTo>
                <a:cubicBezTo>
                  <a:pt x="333" y="68"/>
                  <a:pt x="333" y="68"/>
                  <a:pt x="334" y="68"/>
                </a:cubicBezTo>
                <a:cubicBezTo>
                  <a:pt x="334" y="68"/>
                  <a:pt x="334" y="68"/>
                  <a:pt x="334" y="68"/>
                </a:cubicBezTo>
                <a:cubicBezTo>
                  <a:pt x="334" y="68"/>
                  <a:pt x="334" y="68"/>
                  <a:pt x="334" y="68"/>
                </a:cubicBezTo>
                <a:cubicBezTo>
                  <a:pt x="334" y="68"/>
                  <a:pt x="334" y="69"/>
                  <a:pt x="334" y="69"/>
                </a:cubicBezTo>
                <a:cubicBezTo>
                  <a:pt x="335" y="69"/>
                  <a:pt x="335" y="69"/>
                  <a:pt x="335" y="69"/>
                </a:cubicBezTo>
                <a:cubicBezTo>
                  <a:pt x="335" y="68"/>
                  <a:pt x="335" y="69"/>
                  <a:pt x="336" y="68"/>
                </a:cubicBezTo>
                <a:cubicBezTo>
                  <a:pt x="336" y="68"/>
                  <a:pt x="336" y="68"/>
                  <a:pt x="336" y="68"/>
                </a:cubicBezTo>
                <a:cubicBezTo>
                  <a:pt x="336" y="68"/>
                  <a:pt x="336" y="68"/>
                  <a:pt x="336" y="68"/>
                </a:cubicBezTo>
                <a:cubicBezTo>
                  <a:pt x="336" y="68"/>
                  <a:pt x="336" y="68"/>
                  <a:pt x="336" y="68"/>
                </a:cubicBezTo>
                <a:cubicBezTo>
                  <a:pt x="336" y="68"/>
                  <a:pt x="336" y="68"/>
                  <a:pt x="336" y="68"/>
                </a:cubicBezTo>
                <a:cubicBezTo>
                  <a:pt x="336" y="68"/>
                  <a:pt x="336" y="69"/>
                  <a:pt x="336" y="69"/>
                </a:cubicBezTo>
                <a:cubicBezTo>
                  <a:pt x="336" y="68"/>
                  <a:pt x="336" y="68"/>
                  <a:pt x="336" y="68"/>
                </a:cubicBezTo>
                <a:cubicBezTo>
                  <a:pt x="337" y="68"/>
                  <a:pt x="337" y="68"/>
                  <a:pt x="337" y="68"/>
                </a:cubicBezTo>
                <a:cubicBezTo>
                  <a:pt x="337" y="68"/>
                  <a:pt x="337" y="68"/>
                  <a:pt x="337" y="68"/>
                </a:cubicBezTo>
                <a:cubicBezTo>
                  <a:pt x="337" y="68"/>
                  <a:pt x="337" y="68"/>
                  <a:pt x="337" y="68"/>
                </a:cubicBezTo>
                <a:cubicBezTo>
                  <a:pt x="337" y="68"/>
                  <a:pt x="337" y="68"/>
                  <a:pt x="337" y="68"/>
                </a:cubicBezTo>
                <a:cubicBezTo>
                  <a:pt x="337" y="68"/>
                  <a:pt x="337" y="68"/>
                  <a:pt x="337" y="68"/>
                </a:cubicBezTo>
                <a:cubicBezTo>
                  <a:pt x="337" y="68"/>
                  <a:pt x="337" y="68"/>
                  <a:pt x="337" y="68"/>
                </a:cubicBezTo>
                <a:cubicBezTo>
                  <a:pt x="338" y="68"/>
                  <a:pt x="337" y="68"/>
                  <a:pt x="338" y="68"/>
                </a:cubicBezTo>
                <a:cubicBezTo>
                  <a:pt x="338" y="68"/>
                  <a:pt x="338" y="68"/>
                  <a:pt x="338" y="68"/>
                </a:cubicBezTo>
                <a:cubicBezTo>
                  <a:pt x="338" y="68"/>
                  <a:pt x="338" y="68"/>
                  <a:pt x="338" y="68"/>
                </a:cubicBezTo>
                <a:cubicBezTo>
                  <a:pt x="338" y="68"/>
                  <a:pt x="338" y="68"/>
                  <a:pt x="338" y="68"/>
                </a:cubicBezTo>
                <a:cubicBezTo>
                  <a:pt x="338" y="68"/>
                  <a:pt x="338" y="68"/>
                  <a:pt x="338" y="68"/>
                </a:cubicBezTo>
                <a:cubicBezTo>
                  <a:pt x="338" y="68"/>
                  <a:pt x="339" y="68"/>
                  <a:pt x="339" y="68"/>
                </a:cubicBezTo>
                <a:cubicBezTo>
                  <a:pt x="339" y="68"/>
                  <a:pt x="339" y="68"/>
                  <a:pt x="338" y="68"/>
                </a:cubicBezTo>
                <a:cubicBezTo>
                  <a:pt x="338" y="68"/>
                  <a:pt x="338" y="68"/>
                  <a:pt x="338" y="68"/>
                </a:cubicBezTo>
                <a:cubicBezTo>
                  <a:pt x="339" y="68"/>
                  <a:pt x="339" y="68"/>
                  <a:pt x="339" y="68"/>
                </a:cubicBezTo>
                <a:cubicBezTo>
                  <a:pt x="339" y="68"/>
                  <a:pt x="339" y="68"/>
                  <a:pt x="339" y="68"/>
                </a:cubicBezTo>
                <a:cubicBezTo>
                  <a:pt x="339" y="68"/>
                  <a:pt x="339" y="68"/>
                  <a:pt x="339" y="68"/>
                </a:cubicBezTo>
                <a:cubicBezTo>
                  <a:pt x="339" y="68"/>
                  <a:pt x="339" y="68"/>
                  <a:pt x="339" y="68"/>
                </a:cubicBezTo>
                <a:cubicBezTo>
                  <a:pt x="339" y="68"/>
                  <a:pt x="339" y="68"/>
                  <a:pt x="339" y="69"/>
                </a:cubicBezTo>
                <a:cubicBezTo>
                  <a:pt x="339" y="69"/>
                  <a:pt x="339" y="69"/>
                  <a:pt x="339" y="69"/>
                </a:cubicBezTo>
                <a:cubicBezTo>
                  <a:pt x="339" y="69"/>
                  <a:pt x="339" y="69"/>
                  <a:pt x="339" y="69"/>
                </a:cubicBezTo>
                <a:cubicBezTo>
                  <a:pt x="339" y="69"/>
                  <a:pt x="339" y="69"/>
                  <a:pt x="339" y="69"/>
                </a:cubicBezTo>
                <a:cubicBezTo>
                  <a:pt x="339" y="69"/>
                  <a:pt x="338" y="69"/>
                  <a:pt x="338" y="69"/>
                </a:cubicBezTo>
                <a:cubicBezTo>
                  <a:pt x="338" y="69"/>
                  <a:pt x="338" y="69"/>
                  <a:pt x="338" y="69"/>
                </a:cubicBezTo>
                <a:cubicBezTo>
                  <a:pt x="338" y="70"/>
                  <a:pt x="338" y="69"/>
                  <a:pt x="338" y="69"/>
                </a:cubicBezTo>
                <a:cubicBezTo>
                  <a:pt x="339" y="69"/>
                  <a:pt x="339" y="69"/>
                  <a:pt x="339" y="69"/>
                </a:cubicBezTo>
                <a:cubicBezTo>
                  <a:pt x="339" y="69"/>
                  <a:pt x="339" y="69"/>
                  <a:pt x="339" y="69"/>
                </a:cubicBezTo>
                <a:cubicBezTo>
                  <a:pt x="339" y="69"/>
                  <a:pt x="339" y="69"/>
                  <a:pt x="339" y="69"/>
                </a:cubicBezTo>
                <a:cubicBezTo>
                  <a:pt x="339" y="69"/>
                  <a:pt x="339" y="69"/>
                  <a:pt x="339" y="70"/>
                </a:cubicBezTo>
                <a:cubicBezTo>
                  <a:pt x="339" y="70"/>
                  <a:pt x="339" y="69"/>
                  <a:pt x="339" y="69"/>
                </a:cubicBezTo>
                <a:cubicBezTo>
                  <a:pt x="339" y="69"/>
                  <a:pt x="338" y="70"/>
                  <a:pt x="338" y="70"/>
                </a:cubicBezTo>
                <a:cubicBezTo>
                  <a:pt x="338" y="70"/>
                  <a:pt x="339" y="70"/>
                  <a:pt x="339" y="70"/>
                </a:cubicBezTo>
                <a:cubicBezTo>
                  <a:pt x="339" y="70"/>
                  <a:pt x="339" y="70"/>
                  <a:pt x="339" y="70"/>
                </a:cubicBezTo>
                <a:cubicBezTo>
                  <a:pt x="339" y="70"/>
                  <a:pt x="339" y="70"/>
                  <a:pt x="339" y="70"/>
                </a:cubicBezTo>
                <a:cubicBezTo>
                  <a:pt x="339" y="70"/>
                  <a:pt x="339" y="70"/>
                  <a:pt x="339" y="70"/>
                </a:cubicBezTo>
                <a:cubicBezTo>
                  <a:pt x="340" y="71"/>
                  <a:pt x="339" y="71"/>
                  <a:pt x="339" y="71"/>
                </a:cubicBezTo>
                <a:cubicBezTo>
                  <a:pt x="339" y="71"/>
                  <a:pt x="338" y="71"/>
                  <a:pt x="338" y="70"/>
                </a:cubicBezTo>
                <a:cubicBezTo>
                  <a:pt x="338" y="70"/>
                  <a:pt x="338" y="70"/>
                  <a:pt x="338" y="70"/>
                </a:cubicBezTo>
                <a:cubicBezTo>
                  <a:pt x="338" y="70"/>
                  <a:pt x="338" y="70"/>
                  <a:pt x="338" y="70"/>
                </a:cubicBezTo>
                <a:cubicBezTo>
                  <a:pt x="337" y="70"/>
                  <a:pt x="337" y="70"/>
                  <a:pt x="337" y="71"/>
                </a:cubicBezTo>
                <a:cubicBezTo>
                  <a:pt x="337" y="71"/>
                  <a:pt x="337" y="71"/>
                  <a:pt x="337" y="71"/>
                </a:cubicBezTo>
                <a:cubicBezTo>
                  <a:pt x="337" y="71"/>
                  <a:pt x="337" y="71"/>
                  <a:pt x="337" y="71"/>
                </a:cubicBezTo>
                <a:cubicBezTo>
                  <a:pt x="338" y="71"/>
                  <a:pt x="338" y="71"/>
                  <a:pt x="338" y="71"/>
                </a:cubicBezTo>
                <a:cubicBezTo>
                  <a:pt x="338" y="71"/>
                  <a:pt x="338" y="71"/>
                  <a:pt x="338" y="71"/>
                </a:cubicBezTo>
                <a:cubicBezTo>
                  <a:pt x="338" y="71"/>
                  <a:pt x="338" y="71"/>
                  <a:pt x="338" y="71"/>
                </a:cubicBezTo>
                <a:cubicBezTo>
                  <a:pt x="338" y="71"/>
                  <a:pt x="338" y="71"/>
                  <a:pt x="338" y="71"/>
                </a:cubicBezTo>
                <a:cubicBezTo>
                  <a:pt x="338" y="71"/>
                  <a:pt x="338" y="72"/>
                  <a:pt x="338" y="72"/>
                </a:cubicBezTo>
                <a:cubicBezTo>
                  <a:pt x="338" y="72"/>
                  <a:pt x="338" y="72"/>
                  <a:pt x="338" y="72"/>
                </a:cubicBezTo>
                <a:cubicBezTo>
                  <a:pt x="338" y="71"/>
                  <a:pt x="338" y="71"/>
                  <a:pt x="338" y="71"/>
                </a:cubicBezTo>
                <a:cubicBezTo>
                  <a:pt x="337" y="71"/>
                  <a:pt x="337" y="71"/>
                  <a:pt x="338" y="71"/>
                </a:cubicBezTo>
                <a:cubicBezTo>
                  <a:pt x="338" y="72"/>
                  <a:pt x="338" y="72"/>
                  <a:pt x="338" y="72"/>
                </a:cubicBezTo>
                <a:cubicBezTo>
                  <a:pt x="338" y="72"/>
                  <a:pt x="338" y="72"/>
                  <a:pt x="338" y="72"/>
                </a:cubicBezTo>
                <a:cubicBezTo>
                  <a:pt x="338" y="72"/>
                  <a:pt x="338" y="72"/>
                  <a:pt x="338" y="72"/>
                </a:cubicBezTo>
                <a:cubicBezTo>
                  <a:pt x="338" y="72"/>
                  <a:pt x="338" y="72"/>
                  <a:pt x="338" y="73"/>
                </a:cubicBezTo>
                <a:cubicBezTo>
                  <a:pt x="338" y="73"/>
                  <a:pt x="338" y="72"/>
                  <a:pt x="338" y="72"/>
                </a:cubicBezTo>
                <a:cubicBezTo>
                  <a:pt x="338" y="72"/>
                  <a:pt x="338" y="72"/>
                  <a:pt x="338" y="72"/>
                </a:cubicBezTo>
                <a:cubicBezTo>
                  <a:pt x="338" y="72"/>
                  <a:pt x="338" y="72"/>
                  <a:pt x="338" y="72"/>
                </a:cubicBezTo>
                <a:cubicBezTo>
                  <a:pt x="337" y="72"/>
                  <a:pt x="337" y="72"/>
                  <a:pt x="337" y="71"/>
                </a:cubicBezTo>
                <a:cubicBezTo>
                  <a:pt x="337" y="71"/>
                  <a:pt x="337" y="71"/>
                  <a:pt x="337" y="71"/>
                </a:cubicBezTo>
                <a:cubicBezTo>
                  <a:pt x="337" y="71"/>
                  <a:pt x="337" y="71"/>
                  <a:pt x="337" y="71"/>
                </a:cubicBezTo>
                <a:cubicBezTo>
                  <a:pt x="337" y="71"/>
                  <a:pt x="337" y="71"/>
                  <a:pt x="337" y="71"/>
                </a:cubicBezTo>
                <a:cubicBezTo>
                  <a:pt x="337" y="71"/>
                  <a:pt x="337" y="72"/>
                  <a:pt x="337" y="72"/>
                </a:cubicBezTo>
                <a:cubicBezTo>
                  <a:pt x="337" y="72"/>
                  <a:pt x="337" y="72"/>
                  <a:pt x="337" y="72"/>
                </a:cubicBezTo>
                <a:cubicBezTo>
                  <a:pt x="337" y="72"/>
                  <a:pt x="337" y="72"/>
                  <a:pt x="337" y="72"/>
                </a:cubicBezTo>
                <a:cubicBezTo>
                  <a:pt x="337" y="73"/>
                  <a:pt x="337" y="73"/>
                  <a:pt x="337" y="73"/>
                </a:cubicBezTo>
                <a:cubicBezTo>
                  <a:pt x="337" y="73"/>
                  <a:pt x="337" y="73"/>
                  <a:pt x="336" y="73"/>
                </a:cubicBezTo>
                <a:cubicBezTo>
                  <a:pt x="336" y="73"/>
                  <a:pt x="337" y="73"/>
                  <a:pt x="337" y="73"/>
                </a:cubicBezTo>
                <a:cubicBezTo>
                  <a:pt x="337" y="73"/>
                  <a:pt x="337" y="73"/>
                  <a:pt x="337" y="73"/>
                </a:cubicBezTo>
                <a:cubicBezTo>
                  <a:pt x="337" y="73"/>
                  <a:pt x="337" y="72"/>
                  <a:pt x="337" y="72"/>
                </a:cubicBezTo>
                <a:cubicBezTo>
                  <a:pt x="337" y="72"/>
                  <a:pt x="337" y="72"/>
                  <a:pt x="337" y="72"/>
                </a:cubicBezTo>
                <a:cubicBezTo>
                  <a:pt x="336" y="71"/>
                  <a:pt x="336" y="71"/>
                  <a:pt x="336" y="71"/>
                </a:cubicBezTo>
                <a:cubicBezTo>
                  <a:pt x="336" y="71"/>
                  <a:pt x="336" y="71"/>
                  <a:pt x="336" y="71"/>
                </a:cubicBezTo>
                <a:cubicBezTo>
                  <a:pt x="336" y="71"/>
                  <a:pt x="336" y="71"/>
                  <a:pt x="336" y="71"/>
                </a:cubicBezTo>
                <a:cubicBezTo>
                  <a:pt x="336" y="72"/>
                  <a:pt x="336" y="72"/>
                  <a:pt x="336" y="72"/>
                </a:cubicBezTo>
                <a:cubicBezTo>
                  <a:pt x="336" y="72"/>
                  <a:pt x="336" y="72"/>
                  <a:pt x="336" y="72"/>
                </a:cubicBezTo>
                <a:cubicBezTo>
                  <a:pt x="336" y="72"/>
                  <a:pt x="336" y="72"/>
                  <a:pt x="336" y="72"/>
                </a:cubicBezTo>
                <a:cubicBezTo>
                  <a:pt x="336" y="72"/>
                  <a:pt x="336" y="72"/>
                  <a:pt x="336" y="72"/>
                </a:cubicBezTo>
                <a:cubicBezTo>
                  <a:pt x="336" y="72"/>
                  <a:pt x="336" y="72"/>
                  <a:pt x="336" y="72"/>
                </a:cubicBezTo>
                <a:cubicBezTo>
                  <a:pt x="336" y="72"/>
                  <a:pt x="336" y="71"/>
                  <a:pt x="336" y="71"/>
                </a:cubicBezTo>
                <a:cubicBezTo>
                  <a:pt x="335" y="71"/>
                  <a:pt x="335" y="71"/>
                  <a:pt x="335" y="72"/>
                </a:cubicBezTo>
                <a:cubicBezTo>
                  <a:pt x="335" y="72"/>
                  <a:pt x="335" y="72"/>
                  <a:pt x="335" y="72"/>
                </a:cubicBezTo>
                <a:cubicBezTo>
                  <a:pt x="335" y="72"/>
                  <a:pt x="335" y="72"/>
                  <a:pt x="335" y="72"/>
                </a:cubicBezTo>
                <a:cubicBezTo>
                  <a:pt x="335" y="72"/>
                  <a:pt x="335" y="72"/>
                  <a:pt x="336" y="72"/>
                </a:cubicBezTo>
                <a:cubicBezTo>
                  <a:pt x="335" y="72"/>
                  <a:pt x="335" y="72"/>
                  <a:pt x="335" y="72"/>
                </a:cubicBezTo>
                <a:cubicBezTo>
                  <a:pt x="335" y="72"/>
                  <a:pt x="335" y="72"/>
                  <a:pt x="335" y="72"/>
                </a:cubicBezTo>
                <a:cubicBezTo>
                  <a:pt x="335" y="72"/>
                  <a:pt x="335" y="72"/>
                  <a:pt x="335" y="72"/>
                </a:cubicBezTo>
                <a:cubicBezTo>
                  <a:pt x="335" y="72"/>
                  <a:pt x="335" y="72"/>
                  <a:pt x="335" y="72"/>
                </a:cubicBezTo>
                <a:cubicBezTo>
                  <a:pt x="335" y="72"/>
                  <a:pt x="335" y="72"/>
                  <a:pt x="335" y="72"/>
                </a:cubicBezTo>
                <a:cubicBezTo>
                  <a:pt x="335" y="72"/>
                  <a:pt x="335" y="71"/>
                  <a:pt x="335" y="71"/>
                </a:cubicBezTo>
                <a:cubicBezTo>
                  <a:pt x="335" y="71"/>
                  <a:pt x="335" y="71"/>
                  <a:pt x="335" y="71"/>
                </a:cubicBezTo>
                <a:cubicBezTo>
                  <a:pt x="335" y="71"/>
                  <a:pt x="335" y="71"/>
                  <a:pt x="335" y="71"/>
                </a:cubicBezTo>
                <a:cubicBezTo>
                  <a:pt x="335" y="72"/>
                  <a:pt x="335" y="72"/>
                  <a:pt x="335" y="72"/>
                </a:cubicBezTo>
                <a:cubicBezTo>
                  <a:pt x="335" y="72"/>
                  <a:pt x="335" y="72"/>
                  <a:pt x="335" y="72"/>
                </a:cubicBezTo>
                <a:cubicBezTo>
                  <a:pt x="335" y="72"/>
                  <a:pt x="335" y="72"/>
                  <a:pt x="335" y="72"/>
                </a:cubicBezTo>
                <a:cubicBezTo>
                  <a:pt x="335" y="72"/>
                  <a:pt x="335" y="72"/>
                  <a:pt x="335" y="72"/>
                </a:cubicBezTo>
                <a:cubicBezTo>
                  <a:pt x="335" y="72"/>
                  <a:pt x="335" y="72"/>
                  <a:pt x="335" y="72"/>
                </a:cubicBezTo>
                <a:cubicBezTo>
                  <a:pt x="335" y="72"/>
                  <a:pt x="335" y="72"/>
                  <a:pt x="335" y="72"/>
                </a:cubicBezTo>
                <a:cubicBezTo>
                  <a:pt x="335" y="72"/>
                  <a:pt x="335" y="72"/>
                  <a:pt x="335" y="72"/>
                </a:cubicBezTo>
                <a:cubicBezTo>
                  <a:pt x="335" y="72"/>
                  <a:pt x="335" y="72"/>
                  <a:pt x="335" y="71"/>
                </a:cubicBezTo>
                <a:cubicBezTo>
                  <a:pt x="335" y="71"/>
                  <a:pt x="335" y="71"/>
                  <a:pt x="335" y="71"/>
                </a:cubicBezTo>
                <a:cubicBezTo>
                  <a:pt x="335" y="71"/>
                  <a:pt x="335" y="71"/>
                  <a:pt x="335" y="71"/>
                </a:cubicBezTo>
                <a:cubicBezTo>
                  <a:pt x="334" y="71"/>
                  <a:pt x="334" y="71"/>
                  <a:pt x="334" y="71"/>
                </a:cubicBezTo>
                <a:cubicBezTo>
                  <a:pt x="334" y="71"/>
                  <a:pt x="334" y="71"/>
                  <a:pt x="334" y="72"/>
                </a:cubicBezTo>
                <a:cubicBezTo>
                  <a:pt x="334" y="72"/>
                  <a:pt x="334" y="72"/>
                  <a:pt x="334" y="72"/>
                </a:cubicBezTo>
                <a:cubicBezTo>
                  <a:pt x="334" y="72"/>
                  <a:pt x="334" y="72"/>
                  <a:pt x="334" y="72"/>
                </a:cubicBezTo>
                <a:cubicBezTo>
                  <a:pt x="334" y="72"/>
                  <a:pt x="334" y="73"/>
                  <a:pt x="334" y="73"/>
                </a:cubicBezTo>
                <a:cubicBezTo>
                  <a:pt x="334" y="73"/>
                  <a:pt x="334" y="72"/>
                  <a:pt x="334" y="72"/>
                </a:cubicBezTo>
                <a:cubicBezTo>
                  <a:pt x="334" y="72"/>
                  <a:pt x="334" y="72"/>
                  <a:pt x="334" y="72"/>
                </a:cubicBezTo>
                <a:cubicBezTo>
                  <a:pt x="334" y="72"/>
                  <a:pt x="334" y="71"/>
                  <a:pt x="334" y="71"/>
                </a:cubicBezTo>
                <a:cubicBezTo>
                  <a:pt x="334" y="71"/>
                  <a:pt x="334" y="71"/>
                  <a:pt x="334" y="71"/>
                </a:cubicBezTo>
                <a:cubicBezTo>
                  <a:pt x="334" y="71"/>
                  <a:pt x="333" y="71"/>
                  <a:pt x="333" y="71"/>
                </a:cubicBezTo>
                <a:cubicBezTo>
                  <a:pt x="333" y="71"/>
                  <a:pt x="333" y="71"/>
                  <a:pt x="333" y="71"/>
                </a:cubicBezTo>
                <a:cubicBezTo>
                  <a:pt x="333" y="70"/>
                  <a:pt x="333" y="70"/>
                  <a:pt x="333" y="70"/>
                </a:cubicBezTo>
                <a:cubicBezTo>
                  <a:pt x="333" y="70"/>
                  <a:pt x="333" y="70"/>
                  <a:pt x="333" y="70"/>
                </a:cubicBezTo>
                <a:cubicBezTo>
                  <a:pt x="332" y="70"/>
                  <a:pt x="332" y="70"/>
                  <a:pt x="332" y="70"/>
                </a:cubicBezTo>
                <a:cubicBezTo>
                  <a:pt x="332" y="70"/>
                  <a:pt x="331" y="71"/>
                  <a:pt x="331" y="71"/>
                </a:cubicBezTo>
                <a:cubicBezTo>
                  <a:pt x="331" y="71"/>
                  <a:pt x="331" y="71"/>
                  <a:pt x="331" y="71"/>
                </a:cubicBezTo>
                <a:cubicBezTo>
                  <a:pt x="331" y="72"/>
                  <a:pt x="331" y="72"/>
                  <a:pt x="330" y="72"/>
                </a:cubicBezTo>
                <a:cubicBezTo>
                  <a:pt x="330" y="72"/>
                  <a:pt x="330" y="72"/>
                  <a:pt x="330" y="72"/>
                </a:cubicBezTo>
                <a:cubicBezTo>
                  <a:pt x="330" y="73"/>
                  <a:pt x="330" y="73"/>
                  <a:pt x="329" y="73"/>
                </a:cubicBezTo>
                <a:cubicBezTo>
                  <a:pt x="329" y="73"/>
                  <a:pt x="329" y="73"/>
                  <a:pt x="329" y="73"/>
                </a:cubicBezTo>
                <a:cubicBezTo>
                  <a:pt x="329" y="73"/>
                  <a:pt x="329" y="73"/>
                  <a:pt x="329" y="74"/>
                </a:cubicBezTo>
                <a:cubicBezTo>
                  <a:pt x="328" y="74"/>
                  <a:pt x="328" y="74"/>
                  <a:pt x="328" y="74"/>
                </a:cubicBezTo>
                <a:cubicBezTo>
                  <a:pt x="328" y="74"/>
                  <a:pt x="328" y="73"/>
                  <a:pt x="328" y="73"/>
                </a:cubicBezTo>
                <a:cubicBezTo>
                  <a:pt x="328" y="73"/>
                  <a:pt x="327" y="73"/>
                  <a:pt x="327" y="73"/>
                </a:cubicBezTo>
                <a:cubicBezTo>
                  <a:pt x="327" y="73"/>
                  <a:pt x="327" y="73"/>
                  <a:pt x="326" y="73"/>
                </a:cubicBezTo>
                <a:cubicBezTo>
                  <a:pt x="326" y="73"/>
                  <a:pt x="326" y="73"/>
                  <a:pt x="326" y="73"/>
                </a:cubicBezTo>
                <a:cubicBezTo>
                  <a:pt x="326" y="73"/>
                  <a:pt x="326" y="73"/>
                  <a:pt x="326" y="73"/>
                </a:cubicBezTo>
                <a:cubicBezTo>
                  <a:pt x="326" y="73"/>
                  <a:pt x="326" y="73"/>
                  <a:pt x="326" y="73"/>
                </a:cubicBezTo>
                <a:cubicBezTo>
                  <a:pt x="326" y="73"/>
                  <a:pt x="326" y="73"/>
                  <a:pt x="326" y="73"/>
                </a:cubicBezTo>
                <a:cubicBezTo>
                  <a:pt x="326" y="73"/>
                  <a:pt x="326" y="73"/>
                  <a:pt x="326" y="73"/>
                </a:cubicBezTo>
                <a:cubicBezTo>
                  <a:pt x="326" y="73"/>
                  <a:pt x="325" y="73"/>
                  <a:pt x="325" y="73"/>
                </a:cubicBezTo>
                <a:cubicBezTo>
                  <a:pt x="325" y="73"/>
                  <a:pt x="325" y="73"/>
                  <a:pt x="325" y="73"/>
                </a:cubicBezTo>
                <a:cubicBezTo>
                  <a:pt x="325" y="73"/>
                  <a:pt x="325" y="73"/>
                  <a:pt x="325" y="73"/>
                </a:cubicBezTo>
                <a:cubicBezTo>
                  <a:pt x="325" y="73"/>
                  <a:pt x="324" y="72"/>
                  <a:pt x="324" y="72"/>
                </a:cubicBezTo>
                <a:cubicBezTo>
                  <a:pt x="324" y="72"/>
                  <a:pt x="324" y="72"/>
                  <a:pt x="323" y="72"/>
                </a:cubicBezTo>
                <a:cubicBezTo>
                  <a:pt x="323" y="72"/>
                  <a:pt x="323" y="72"/>
                  <a:pt x="323" y="73"/>
                </a:cubicBezTo>
                <a:cubicBezTo>
                  <a:pt x="323" y="73"/>
                  <a:pt x="323" y="73"/>
                  <a:pt x="323" y="73"/>
                </a:cubicBezTo>
                <a:cubicBezTo>
                  <a:pt x="323" y="73"/>
                  <a:pt x="323" y="73"/>
                  <a:pt x="323" y="73"/>
                </a:cubicBezTo>
                <a:cubicBezTo>
                  <a:pt x="323" y="73"/>
                  <a:pt x="323" y="73"/>
                  <a:pt x="323" y="73"/>
                </a:cubicBezTo>
                <a:cubicBezTo>
                  <a:pt x="323" y="73"/>
                  <a:pt x="323" y="73"/>
                  <a:pt x="323" y="73"/>
                </a:cubicBezTo>
                <a:cubicBezTo>
                  <a:pt x="323" y="73"/>
                  <a:pt x="323" y="73"/>
                  <a:pt x="323" y="73"/>
                </a:cubicBezTo>
                <a:cubicBezTo>
                  <a:pt x="323" y="73"/>
                  <a:pt x="323" y="73"/>
                  <a:pt x="323" y="73"/>
                </a:cubicBezTo>
                <a:cubicBezTo>
                  <a:pt x="322" y="73"/>
                  <a:pt x="322" y="73"/>
                  <a:pt x="322" y="73"/>
                </a:cubicBezTo>
                <a:cubicBezTo>
                  <a:pt x="322" y="73"/>
                  <a:pt x="322" y="73"/>
                  <a:pt x="322" y="73"/>
                </a:cubicBezTo>
                <a:cubicBezTo>
                  <a:pt x="322" y="73"/>
                  <a:pt x="321" y="73"/>
                  <a:pt x="321" y="73"/>
                </a:cubicBezTo>
                <a:cubicBezTo>
                  <a:pt x="321" y="73"/>
                  <a:pt x="321" y="73"/>
                  <a:pt x="321" y="73"/>
                </a:cubicBezTo>
                <a:cubicBezTo>
                  <a:pt x="322" y="74"/>
                  <a:pt x="322" y="73"/>
                  <a:pt x="322" y="74"/>
                </a:cubicBezTo>
                <a:cubicBezTo>
                  <a:pt x="322" y="74"/>
                  <a:pt x="322" y="74"/>
                  <a:pt x="322" y="74"/>
                </a:cubicBezTo>
                <a:cubicBezTo>
                  <a:pt x="322" y="74"/>
                  <a:pt x="322" y="74"/>
                  <a:pt x="322" y="74"/>
                </a:cubicBezTo>
                <a:cubicBezTo>
                  <a:pt x="322" y="74"/>
                  <a:pt x="322" y="74"/>
                  <a:pt x="322" y="74"/>
                </a:cubicBezTo>
                <a:cubicBezTo>
                  <a:pt x="322" y="74"/>
                  <a:pt x="322" y="74"/>
                  <a:pt x="322" y="74"/>
                </a:cubicBezTo>
                <a:cubicBezTo>
                  <a:pt x="322" y="74"/>
                  <a:pt x="322" y="74"/>
                  <a:pt x="322" y="74"/>
                </a:cubicBezTo>
                <a:cubicBezTo>
                  <a:pt x="322" y="74"/>
                  <a:pt x="322" y="74"/>
                  <a:pt x="321" y="74"/>
                </a:cubicBezTo>
                <a:cubicBezTo>
                  <a:pt x="321" y="74"/>
                  <a:pt x="321" y="74"/>
                  <a:pt x="322" y="75"/>
                </a:cubicBezTo>
                <a:cubicBezTo>
                  <a:pt x="322" y="75"/>
                  <a:pt x="322" y="75"/>
                  <a:pt x="322" y="75"/>
                </a:cubicBezTo>
                <a:cubicBezTo>
                  <a:pt x="322" y="75"/>
                  <a:pt x="322" y="75"/>
                  <a:pt x="322" y="75"/>
                </a:cubicBezTo>
                <a:cubicBezTo>
                  <a:pt x="322" y="75"/>
                  <a:pt x="322" y="75"/>
                  <a:pt x="322" y="75"/>
                </a:cubicBezTo>
                <a:cubicBezTo>
                  <a:pt x="322" y="75"/>
                  <a:pt x="322" y="75"/>
                  <a:pt x="322" y="75"/>
                </a:cubicBezTo>
                <a:cubicBezTo>
                  <a:pt x="322" y="75"/>
                  <a:pt x="322" y="75"/>
                  <a:pt x="322" y="75"/>
                </a:cubicBezTo>
                <a:cubicBezTo>
                  <a:pt x="322" y="75"/>
                  <a:pt x="322" y="75"/>
                  <a:pt x="322" y="75"/>
                </a:cubicBezTo>
                <a:cubicBezTo>
                  <a:pt x="323" y="75"/>
                  <a:pt x="323" y="75"/>
                  <a:pt x="323" y="75"/>
                </a:cubicBezTo>
                <a:cubicBezTo>
                  <a:pt x="323" y="75"/>
                  <a:pt x="323" y="75"/>
                  <a:pt x="323" y="75"/>
                </a:cubicBezTo>
                <a:cubicBezTo>
                  <a:pt x="323" y="75"/>
                  <a:pt x="323" y="75"/>
                  <a:pt x="323" y="75"/>
                </a:cubicBezTo>
                <a:cubicBezTo>
                  <a:pt x="323" y="75"/>
                  <a:pt x="323" y="75"/>
                  <a:pt x="324" y="75"/>
                </a:cubicBezTo>
                <a:cubicBezTo>
                  <a:pt x="324" y="75"/>
                  <a:pt x="324" y="75"/>
                  <a:pt x="324" y="75"/>
                </a:cubicBezTo>
                <a:cubicBezTo>
                  <a:pt x="325" y="75"/>
                  <a:pt x="325" y="75"/>
                  <a:pt x="325" y="75"/>
                </a:cubicBezTo>
                <a:cubicBezTo>
                  <a:pt x="325" y="75"/>
                  <a:pt x="325" y="75"/>
                  <a:pt x="325" y="75"/>
                </a:cubicBezTo>
                <a:cubicBezTo>
                  <a:pt x="325" y="75"/>
                  <a:pt x="325" y="75"/>
                  <a:pt x="325" y="75"/>
                </a:cubicBezTo>
                <a:cubicBezTo>
                  <a:pt x="325" y="75"/>
                  <a:pt x="325" y="75"/>
                  <a:pt x="325" y="75"/>
                </a:cubicBezTo>
                <a:cubicBezTo>
                  <a:pt x="325" y="75"/>
                  <a:pt x="325" y="75"/>
                  <a:pt x="325" y="75"/>
                </a:cubicBezTo>
                <a:cubicBezTo>
                  <a:pt x="325" y="75"/>
                  <a:pt x="326" y="75"/>
                  <a:pt x="326" y="76"/>
                </a:cubicBezTo>
                <a:cubicBezTo>
                  <a:pt x="326" y="76"/>
                  <a:pt x="326" y="76"/>
                  <a:pt x="326" y="76"/>
                </a:cubicBezTo>
                <a:cubicBezTo>
                  <a:pt x="327" y="76"/>
                  <a:pt x="327" y="77"/>
                  <a:pt x="327" y="77"/>
                </a:cubicBezTo>
                <a:cubicBezTo>
                  <a:pt x="327" y="77"/>
                  <a:pt x="327" y="77"/>
                  <a:pt x="327" y="77"/>
                </a:cubicBezTo>
                <a:cubicBezTo>
                  <a:pt x="327" y="77"/>
                  <a:pt x="327" y="77"/>
                  <a:pt x="327" y="77"/>
                </a:cubicBezTo>
                <a:cubicBezTo>
                  <a:pt x="327" y="77"/>
                  <a:pt x="327" y="77"/>
                  <a:pt x="327" y="77"/>
                </a:cubicBezTo>
                <a:cubicBezTo>
                  <a:pt x="327" y="77"/>
                  <a:pt x="327" y="77"/>
                  <a:pt x="327" y="77"/>
                </a:cubicBezTo>
                <a:cubicBezTo>
                  <a:pt x="327" y="78"/>
                  <a:pt x="327" y="78"/>
                  <a:pt x="327" y="78"/>
                </a:cubicBezTo>
                <a:cubicBezTo>
                  <a:pt x="327" y="78"/>
                  <a:pt x="327" y="78"/>
                  <a:pt x="327" y="78"/>
                </a:cubicBezTo>
                <a:cubicBezTo>
                  <a:pt x="327" y="78"/>
                  <a:pt x="327" y="78"/>
                  <a:pt x="328" y="78"/>
                </a:cubicBezTo>
                <a:cubicBezTo>
                  <a:pt x="328" y="78"/>
                  <a:pt x="328" y="78"/>
                  <a:pt x="328" y="78"/>
                </a:cubicBezTo>
                <a:cubicBezTo>
                  <a:pt x="328" y="78"/>
                  <a:pt x="328" y="78"/>
                  <a:pt x="328" y="78"/>
                </a:cubicBezTo>
                <a:cubicBezTo>
                  <a:pt x="328" y="78"/>
                  <a:pt x="328" y="78"/>
                  <a:pt x="328" y="78"/>
                </a:cubicBezTo>
                <a:cubicBezTo>
                  <a:pt x="328" y="78"/>
                  <a:pt x="328" y="78"/>
                  <a:pt x="328" y="78"/>
                </a:cubicBezTo>
                <a:cubicBezTo>
                  <a:pt x="328" y="78"/>
                  <a:pt x="328" y="78"/>
                  <a:pt x="329" y="78"/>
                </a:cubicBezTo>
                <a:cubicBezTo>
                  <a:pt x="329" y="78"/>
                  <a:pt x="329" y="78"/>
                  <a:pt x="329" y="78"/>
                </a:cubicBezTo>
                <a:cubicBezTo>
                  <a:pt x="329" y="78"/>
                  <a:pt x="329" y="78"/>
                  <a:pt x="329" y="78"/>
                </a:cubicBezTo>
                <a:cubicBezTo>
                  <a:pt x="329" y="78"/>
                  <a:pt x="329" y="78"/>
                  <a:pt x="329" y="78"/>
                </a:cubicBezTo>
                <a:cubicBezTo>
                  <a:pt x="329" y="78"/>
                  <a:pt x="329" y="78"/>
                  <a:pt x="329" y="78"/>
                </a:cubicBezTo>
                <a:cubicBezTo>
                  <a:pt x="329" y="79"/>
                  <a:pt x="329" y="79"/>
                  <a:pt x="329" y="79"/>
                </a:cubicBezTo>
                <a:cubicBezTo>
                  <a:pt x="329" y="79"/>
                  <a:pt x="329" y="79"/>
                  <a:pt x="329" y="79"/>
                </a:cubicBezTo>
                <a:cubicBezTo>
                  <a:pt x="329" y="79"/>
                  <a:pt x="329" y="79"/>
                  <a:pt x="329" y="79"/>
                </a:cubicBezTo>
                <a:cubicBezTo>
                  <a:pt x="329" y="79"/>
                  <a:pt x="329" y="79"/>
                  <a:pt x="329" y="79"/>
                </a:cubicBezTo>
                <a:cubicBezTo>
                  <a:pt x="329" y="79"/>
                  <a:pt x="329" y="79"/>
                  <a:pt x="329" y="80"/>
                </a:cubicBezTo>
                <a:cubicBezTo>
                  <a:pt x="329" y="80"/>
                  <a:pt x="329" y="80"/>
                  <a:pt x="329" y="80"/>
                </a:cubicBezTo>
                <a:cubicBezTo>
                  <a:pt x="329" y="80"/>
                  <a:pt x="329" y="80"/>
                  <a:pt x="330" y="80"/>
                </a:cubicBezTo>
                <a:cubicBezTo>
                  <a:pt x="330" y="80"/>
                  <a:pt x="330" y="80"/>
                  <a:pt x="330" y="80"/>
                </a:cubicBezTo>
                <a:cubicBezTo>
                  <a:pt x="330" y="80"/>
                  <a:pt x="330" y="80"/>
                  <a:pt x="330" y="81"/>
                </a:cubicBezTo>
                <a:cubicBezTo>
                  <a:pt x="330" y="81"/>
                  <a:pt x="330" y="81"/>
                  <a:pt x="330" y="81"/>
                </a:cubicBezTo>
                <a:cubicBezTo>
                  <a:pt x="330" y="81"/>
                  <a:pt x="330" y="81"/>
                  <a:pt x="330" y="81"/>
                </a:cubicBezTo>
                <a:cubicBezTo>
                  <a:pt x="330" y="81"/>
                  <a:pt x="330" y="81"/>
                  <a:pt x="330" y="81"/>
                </a:cubicBezTo>
                <a:cubicBezTo>
                  <a:pt x="330" y="81"/>
                  <a:pt x="329" y="81"/>
                  <a:pt x="329" y="81"/>
                </a:cubicBezTo>
                <a:cubicBezTo>
                  <a:pt x="329" y="81"/>
                  <a:pt x="329" y="81"/>
                  <a:pt x="329" y="81"/>
                </a:cubicBezTo>
                <a:cubicBezTo>
                  <a:pt x="329" y="81"/>
                  <a:pt x="329" y="81"/>
                  <a:pt x="329" y="81"/>
                </a:cubicBezTo>
                <a:cubicBezTo>
                  <a:pt x="329" y="81"/>
                  <a:pt x="328" y="81"/>
                  <a:pt x="328" y="81"/>
                </a:cubicBezTo>
                <a:cubicBezTo>
                  <a:pt x="328" y="81"/>
                  <a:pt x="328" y="82"/>
                  <a:pt x="328" y="82"/>
                </a:cubicBezTo>
                <a:cubicBezTo>
                  <a:pt x="328" y="82"/>
                  <a:pt x="329" y="82"/>
                  <a:pt x="329" y="82"/>
                </a:cubicBezTo>
                <a:cubicBezTo>
                  <a:pt x="329" y="83"/>
                  <a:pt x="329" y="83"/>
                  <a:pt x="329" y="83"/>
                </a:cubicBezTo>
                <a:cubicBezTo>
                  <a:pt x="329" y="83"/>
                  <a:pt x="329" y="83"/>
                  <a:pt x="329" y="83"/>
                </a:cubicBezTo>
                <a:cubicBezTo>
                  <a:pt x="329" y="83"/>
                  <a:pt x="329" y="83"/>
                  <a:pt x="329" y="83"/>
                </a:cubicBezTo>
                <a:cubicBezTo>
                  <a:pt x="329" y="84"/>
                  <a:pt x="329" y="84"/>
                  <a:pt x="329" y="84"/>
                </a:cubicBezTo>
                <a:cubicBezTo>
                  <a:pt x="329" y="84"/>
                  <a:pt x="329" y="84"/>
                  <a:pt x="329" y="84"/>
                </a:cubicBezTo>
                <a:cubicBezTo>
                  <a:pt x="329" y="84"/>
                  <a:pt x="329" y="84"/>
                  <a:pt x="329" y="84"/>
                </a:cubicBezTo>
                <a:cubicBezTo>
                  <a:pt x="329" y="84"/>
                  <a:pt x="329" y="84"/>
                  <a:pt x="329" y="84"/>
                </a:cubicBezTo>
                <a:cubicBezTo>
                  <a:pt x="329" y="84"/>
                  <a:pt x="329" y="84"/>
                  <a:pt x="329" y="84"/>
                </a:cubicBezTo>
                <a:cubicBezTo>
                  <a:pt x="329" y="84"/>
                  <a:pt x="329" y="84"/>
                  <a:pt x="329" y="84"/>
                </a:cubicBezTo>
                <a:cubicBezTo>
                  <a:pt x="329" y="85"/>
                  <a:pt x="330" y="85"/>
                  <a:pt x="330" y="85"/>
                </a:cubicBezTo>
                <a:cubicBezTo>
                  <a:pt x="330" y="85"/>
                  <a:pt x="330" y="85"/>
                  <a:pt x="330" y="85"/>
                </a:cubicBezTo>
                <a:cubicBezTo>
                  <a:pt x="330" y="85"/>
                  <a:pt x="330" y="85"/>
                  <a:pt x="330" y="85"/>
                </a:cubicBezTo>
                <a:cubicBezTo>
                  <a:pt x="330" y="85"/>
                  <a:pt x="330" y="85"/>
                  <a:pt x="330" y="85"/>
                </a:cubicBezTo>
                <a:cubicBezTo>
                  <a:pt x="331" y="85"/>
                  <a:pt x="331" y="85"/>
                  <a:pt x="331" y="85"/>
                </a:cubicBezTo>
                <a:cubicBezTo>
                  <a:pt x="331" y="85"/>
                  <a:pt x="331" y="85"/>
                  <a:pt x="331" y="85"/>
                </a:cubicBezTo>
                <a:cubicBezTo>
                  <a:pt x="331" y="85"/>
                  <a:pt x="331" y="85"/>
                  <a:pt x="332" y="85"/>
                </a:cubicBezTo>
                <a:cubicBezTo>
                  <a:pt x="332" y="85"/>
                  <a:pt x="332" y="85"/>
                  <a:pt x="332" y="85"/>
                </a:cubicBezTo>
                <a:cubicBezTo>
                  <a:pt x="332" y="85"/>
                  <a:pt x="332" y="85"/>
                  <a:pt x="332" y="85"/>
                </a:cubicBezTo>
                <a:cubicBezTo>
                  <a:pt x="332" y="85"/>
                  <a:pt x="333" y="85"/>
                  <a:pt x="333" y="85"/>
                </a:cubicBezTo>
                <a:cubicBezTo>
                  <a:pt x="333" y="85"/>
                  <a:pt x="333" y="85"/>
                  <a:pt x="333" y="85"/>
                </a:cubicBezTo>
                <a:cubicBezTo>
                  <a:pt x="333" y="85"/>
                  <a:pt x="333" y="85"/>
                  <a:pt x="333" y="84"/>
                </a:cubicBezTo>
                <a:cubicBezTo>
                  <a:pt x="333" y="84"/>
                  <a:pt x="333" y="84"/>
                  <a:pt x="334" y="84"/>
                </a:cubicBezTo>
                <a:cubicBezTo>
                  <a:pt x="334" y="84"/>
                  <a:pt x="334" y="84"/>
                  <a:pt x="334" y="84"/>
                </a:cubicBezTo>
                <a:cubicBezTo>
                  <a:pt x="334" y="84"/>
                  <a:pt x="334" y="84"/>
                  <a:pt x="334" y="84"/>
                </a:cubicBezTo>
                <a:cubicBezTo>
                  <a:pt x="334" y="84"/>
                  <a:pt x="334" y="84"/>
                  <a:pt x="334" y="84"/>
                </a:cubicBezTo>
                <a:cubicBezTo>
                  <a:pt x="334" y="84"/>
                  <a:pt x="334" y="84"/>
                  <a:pt x="334" y="84"/>
                </a:cubicBezTo>
                <a:cubicBezTo>
                  <a:pt x="334" y="83"/>
                  <a:pt x="334" y="84"/>
                  <a:pt x="334" y="84"/>
                </a:cubicBezTo>
                <a:cubicBezTo>
                  <a:pt x="334" y="84"/>
                  <a:pt x="334" y="83"/>
                  <a:pt x="334" y="83"/>
                </a:cubicBezTo>
                <a:cubicBezTo>
                  <a:pt x="333" y="83"/>
                  <a:pt x="333" y="83"/>
                  <a:pt x="333" y="83"/>
                </a:cubicBezTo>
                <a:cubicBezTo>
                  <a:pt x="334" y="83"/>
                  <a:pt x="334" y="83"/>
                  <a:pt x="334" y="83"/>
                </a:cubicBezTo>
                <a:cubicBezTo>
                  <a:pt x="334" y="83"/>
                  <a:pt x="334" y="83"/>
                  <a:pt x="334" y="83"/>
                </a:cubicBezTo>
                <a:cubicBezTo>
                  <a:pt x="334" y="83"/>
                  <a:pt x="334" y="83"/>
                  <a:pt x="334" y="83"/>
                </a:cubicBezTo>
                <a:cubicBezTo>
                  <a:pt x="334" y="83"/>
                  <a:pt x="334" y="83"/>
                  <a:pt x="334" y="83"/>
                </a:cubicBezTo>
                <a:cubicBezTo>
                  <a:pt x="334" y="83"/>
                  <a:pt x="334" y="83"/>
                  <a:pt x="334" y="83"/>
                </a:cubicBezTo>
                <a:cubicBezTo>
                  <a:pt x="335" y="83"/>
                  <a:pt x="335" y="83"/>
                  <a:pt x="335" y="83"/>
                </a:cubicBezTo>
                <a:cubicBezTo>
                  <a:pt x="335" y="83"/>
                  <a:pt x="335" y="83"/>
                  <a:pt x="335" y="83"/>
                </a:cubicBezTo>
                <a:cubicBezTo>
                  <a:pt x="334" y="83"/>
                  <a:pt x="334" y="83"/>
                  <a:pt x="334" y="83"/>
                </a:cubicBezTo>
                <a:cubicBezTo>
                  <a:pt x="334" y="83"/>
                  <a:pt x="334" y="82"/>
                  <a:pt x="334" y="82"/>
                </a:cubicBezTo>
                <a:cubicBezTo>
                  <a:pt x="334" y="82"/>
                  <a:pt x="334" y="82"/>
                  <a:pt x="334" y="82"/>
                </a:cubicBezTo>
                <a:cubicBezTo>
                  <a:pt x="334" y="82"/>
                  <a:pt x="334" y="82"/>
                  <a:pt x="334" y="82"/>
                </a:cubicBezTo>
                <a:cubicBezTo>
                  <a:pt x="334" y="81"/>
                  <a:pt x="334" y="81"/>
                  <a:pt x="334" y="81"/>
                </a:cubicBezTo>
                <a:cubicBezTo>
                  <a:pt x="334" y="81"/>
                  <a:pt x="334" y="81"/>
                  <a:pt x="334" y="81"/>
                </a:cubicBezTo>
                <a:cubicBezTo>
                  <a:pt x="334" y="81"/>
                  <a:pt x="334" y="81"/>
                  <a:pt x="334" y="81"/>
                </a:cubicBezTo>
                <a:cubicBezTo>
                  <a:pt x="334" y="81"/>
                  <a:pt x="334" y="81"/>
                  <a:pt x="334" y="81"/>
                </a:cubicBezTo>
                <a:cubicBezTo>
                  <a:pt x="334" y="81"/>
                  <a:pt x="334" y="81"/>
                  <a:pt x="334" y="81"/>
                </a:cubicBezTo>
                <a:cubicBezTo>
                  <a:pt x="334" y="81"/>
                  <a:pt x="334" y="81"/>
                  <a:pt x="334" y="81"/>
                </a:cubicBezTo>
                <a:cubicBezTo>
                  <a:pt x="335" y="81"/>
                  <a:pt x="335" y="81"/>
                  <a:pt x="335" y="81"/>
                </a:cubicBezTo>
                <a:cubicBezTo>
                  <a:pt x="335" y="81"/>
                  <a:pt x="334" y="81"/>
                  <a:pt x="334" y="81"/>
                </a:cubicBezTo>
                <a:cubicBezTo>
                  <a:pt x="334" y="81"/>
                  <a:pt x="334" y="81"/>
                  <a:pt x="334" y="81"/>
                </a:cubicBezTo>
                <a:cubicBezTo>
                  <a:pt x="334" y="81"/>
                  <a:pt x="334" y="81"/>
                  <a:pt x="334" y="81"/>
                </a:cubicBezTo>
                <a:cubicBezTo>
                  <a:pt x="334" y="82"/>
                  <a:pt x="334" y="82"/>
                  <a:pt x="335" y="82"/>
                </a:cubicBezTo>
                <a:cubicBezTo>
                  <a:pt x="335" y="81"/>
                  <a:pt x="335" y="81"/>
                  <a:pt x="335" y="81"/>
                </a:cubicBezTo>
                <a:cubicBezTo>
                  <a:pt x="335" y="81"/>
                  <a:pt x="335" y="81"/>
                  <a:pt x="336" y="81"/>
                </a:cubicBezTo>
                <a:cubicBezTo>
                  <a:pt x="336" y="81"/>
                  <a:pt x="336" y="81"/>
                  <a:pt x="336" y="80"/>
                </a:cubicBezTo>
                <a:cubicBezTo>
                  <a:pt x="336" y="80"/>
                  <a:pt x="336" y="80"/>
                  <a:pt x="336" y="80"/>
                </a:cubicBezTo>
                <a:cubicBezTo>
                  <a:pt x="336" y="80"/>
                  <a:pt x="336" y="80"/>
                  <a:pt x="336" y="80"/>
                </a:cubicBezTo>
                <a:cubicBezTo>
                  <a:pt x="335" y="79"/>
                  <a:pt x="335" y="80"/>
                  <a:pt x="335" y="79"/>
                </a:cubicBezTo>
                <a:cubicBezTo>
                  <a:pt x="335" y="79"/>
                  <a:pt x="335" y="79"/>
                  <a:pt x="335" y="79"/>
                </a:cubicBezTo>
                <a:cubicBezTo>
                  <a:pt x="334" y="79"/>
                  <a:pt x="334" y="79"/>
                  <a:pt x="334" y="79"/>
                </a:cubicBezTo>
                <a:cubicBezTo>
                  <a:pt x="334" y="79"/>
                  <a:pt x="334" y="79"/>
                  <a:pt x="334" y="79"/>
                </a:cubicBezTo>
                <a:cubicBezTo>
                  <a:pt x="334" y="79"/>
                  <a:pt x="334" y="79"/>
                  <a:pt x="334" y="79"/>
                </a:cubicBezTo>
                <a:cubicBezTo>
                  <a:pt x="334" y="79"/>
                  <a:pt x="334" y="79"/>
                  <a:pt x="334" y="79"/>
                </a:cubicBezTo>
                <a:cubicBezTo>
                  <a:pt x="335" y="79"/>
                  <a:pt x="334" y="79"/>
                  <a:pt x="334" y="79"/>
                </a:cubicBezTo>
                <a:cubicBezTo>
                  <a:pt x="334" y="79"/>
                  <a:pt x="335" y="79"/>
                  <a:pt x="335" y="79"/>
                </a:cubicBezTo>
                <a:cubicBezTo>
                  <a:pt x="335" y="79"/>
                  <a:pt x="335" y="79"/>
                  <a:pt x="335" y="79"/>
                </a:cubicBezTo>
                <a:cubicBezTo>
                  <a:pt x="335" y="79"/>
                  <a:pt x="335" y="79"/>
                  <a:pt x="335" y="79"/>
                </a:cubicBezTo>
                <a:cubicBezTo>
                  <a:pt x="335" y="79"/>
                  <a:pt x="335" y="79"/>
                  <a:pt x="335" y="79"/>
                </a:cubicBezTo>
                <a:cubicBezTo>
                  <a:pt x="335" y="78"/>
                  <a:pt x="335" y="79"/>
                  <a:pt x="335" y="79"/>
                </a:cubicBezTo>
                <a:cubicBezTo>
                  <a:pt x="335" y="79"/>
                  <a:pt x="335" y="79"/>
                  <a:pt x="335" y="79"/>
                </a:cubicBezTo>
                <a:cubicBezTo>
                  <a:pt x="335" y="79"/>
                  <a:pt x="335" y="79"/>
                  <a:pt x="335" y="79"/>
                </a:cubicBezTo>
                <a:cubicBezTo>
                  <a:pt x="336" y="79"/>
                  <a:pt x="336" y="79"/>
                  <a:pt x="336" y="79"/>
                </a:cubicBezTo>
                <a:cubicBezTo>
                  <a:pt x="336" y="79"/>
                  <a:pt x="336" y="79"/>
                  <a:pt x="336" y="79"/>
                </a:cubicBezTo>
                <a:cubicBezTo>
                  <a:pt x="336" y="79"/>
                  <a:pt x="336" y="79"/>
                  <a:pt x="336" y="79"/>
                </a:cubicBezTo>
                <a:cubicBezTo>
                  <a:pt x="337" y="79"/>
                  <a:pt x="337" y="79"/>
                  <a:pt x="337" y="78"/>
                </a:cubicBezTo>
                <a:cubicBezTo>
                  <a:pt x="337" y="78"/>
                  <a:pt x="337" y="78"/>
                  <a:pt x="337" y="78"/>
                </a:cubicBezTo>
                <a:cubicBezTo>
                  <a:pt x="337" y="78"/>
                  <a:pt x="336" y="78"/>
                  <a:pt x="336" y="78"/>
                </a:cubicBezTo>
                <a:cubicBezTo>
                  <a:pt x="336" y="77"/>
                  <a:pt x="337" y="77"/>
                  <a:pt x="337" y="77"/>
                </a:cubicBezTo>
                <a:cubicBezTo>
                  <a:pt x="337" y="77"/>
                  <a:pt x="337" y="77"/>
                  <a:pt x="337" y="77"/>
                </a:cubicBezTo>
                <a:cubicBezTo>
                  <a:pt x="337" y="77"/>
                  <a:pt x="336" y="77"/>
                  <a:pt x="336" y="77"/>
                </a:cubicBezTo>
                <a:cubicBezTo>
                  <a:pt x="336" y="77"/>
                  <a:pt x="337" y="76"/>
                  <a:pt x="337" y="76"/>
                </a:cubicBezTo>
                <a:cubicBezTo>
                  <a:pt x="337" y="76"/>
                  <a:pt x="337" y="76"/>
                  <a:pt x="337" y="76"/>
                </a:cubicBezTo>
                <a:cubicBezTo>
                  <a:pt x="337" y="76"/>
                  <a:pt x="337" y="76"/>
                  <a:pt x="337" y="76"/>
                </a:cubicBezTo>
                <a:cubicBezTo>
                  <a:pt x="337" y="76"/>
                  <a:pt x="337" y="76"/>
                  <a:pt x="338" y="76"/>
                </a:cubicBezTo>
                <a:cubicBezTo>
                  <a:pt x="338" y="76"/>
                  <a:pt x="338" y="76"/>
                  <a:pt x="338" y="76"/>
                </a:cubicBezTo>
                <a:cubicBezTo>
                  <a:pt x="338" y="76"/>
                  <a:pt x="338" y="76"/>
                  <a:pt x="338" y="76"/>
                </a:cubicBezTo>
                <a:cubicBezTo>
                  <a:pt x="338" y="75"/>
                  <a:pt x="338" y="75"/>
                  <a:pt x="338" y="75"/>
                </a:cubicBezTo>
                <a:cubicBezTo>
                  <a:pt x="338" y="75"/>
                  <a:pt x="338" y="75"/>
                  <a:pt x="338" y="75"/>
                </a:cubicBezTo>
                <a:cubicBezTo>
                  <a:pt x="338" y="75"/>
                  <a:pt x="338" y="75"/>
                  <a:pt x="338" y="75"/>
                </a:cubicBezTo>
                <a:cubicBezTo>
                  <a:pt x="338" y="75"/>
                  <a:pt x="338" y="75"/>
                  <a:pt x="338" y="75"/>
                </a:cubicBezTo>
                <a:cubicBezTo>
                  <a:pt x="338" y="76"/>
                  <a:pt x="338" y="76"/>
                  <a:pt x="338" y="76"/>
                </a:cubicBezTo>
                <a:cubicBezTo>
                  <a:pt x="338" y="76"/>
                  <a:pt x="339" y="76"/>
                  <a:pt x="339" y="76"/>
                </a:cubicBezTo>
                <a:cubicBezTo>
                  <a:pt x="338" y="76"/>
                  <a:pt x="338" y="76"/>
                  <a:pt x="338" y="76"/>
                </a:cubicBezTo>
                <a:cubicBezTo>
                  <a:pt x="338" y="76"/>
                  <a:pt x="338" y="76"/>
                  <a:pt x="338" y="76"/>
                </a:cubicBezTo>
                <a:cubicBezTo>
                  <a:pt x="338" y="76"/>
                  <a:pt x="338" y="76"/>
                  <a:pt x="338" y="76"/>
                </a:cubicBezTo>
                <a:cubicBezTo>
                  <a:pt x="338" y="76"/>
                  <a:pt x="338" y="76"/>
                  <a:pt x="338" y="76"/>
                </a:cubicBezTo>
                <a:cubicBezTo>
                  <a:pt x="338" y="76"/>
                  <a:pt x="338" y="76"/>
                  <a:pt x="338" y="76"/>
                </a:cubicBezTo>
                <a:cubicBezTo>
                  <a:pt x="338" y="76"/>
                  <a:pt x="338" y="76"/>
                  <a:pt x="338" y="76"/>
                </a:cubicBezTo>
                <a:cubicBezTo>
                  <a:pt x="338" y="76"/>
                  <a:pt x="338" y="76"/>
                  <a:pt x="338" y="76"/>
                </a:cubicBezTo>
                <a:cubicBezTo>
                  <a:pt x="338" y="77"/>
                  <a:pt x="338" y="76"/>
                  <a:pt x="338" y="76"/>
                </a:cubicBezTo>
                <a:cubicBezTo>
                  <a:pt x="337" y="77"/>
                  <a:pt x="338" y="77"/>
                  <a:pt x="337" y="77"/>
                </a:cubicBezTo>
                <a:cubicBezTo>
                  <a:pt x="337" y="77"/>
                  <a:pt x="337" y="77"/>
                  <a:pt x="337" y="77"/>
                </a:cubicBezTo>
                <a:cubicBezTo>
                  <a:pt x="337" y="77"/>
                  <a:pt x="337" y="77"/>
                  <a:pt x="337" y="77"/>
                </a:cubicBezTo>
                <a:cubicBezTo>
                  <a:pt x="337" y="77"/>
                  <a:pt x="337" y="77"/>
                  <a:pt x="337" y="77"/>
                </a:cubicBezTo>
                <a:cubicBezTo>
                  <a:pt x="337" y="77"/>
                  <a:pt x="337" y="77"/>
                  <a:pt x="337" y="78"/>
                </a:cubicBezTo>
                <a:cubicBezTo>
                  <a:pt x="337" y="78"/>
                  <a:pt x="337" y="78"/>
                  <a:pt x="337" y="78"/>
                </a:cubicBezTo>
                <a:cubicBezTo>
                  <a:pt x="337" y="78"/>
                  <a:pt x="337" y="78"/>
                  <a:pt x="337" y="78"/>
                </a:cubicBezTo>
                <a:cubicBezTo>
                  <a:pt x="337" y="78"/>
                  <a:pt x="337" y="78"/>
                  <a:pt x="337" y="79"/>
                </a:cubicBezTo>
                <a:cubicBezTo>
                  <a:pt x="337" y="79"/>
                  <a:pt x="337" y="79"/>
                  <a:pt x="337" y="79"/>
                </a:cubicBezTo>
                <a:cubicBezTo>
                  <a:pt x="337" y="79"/>
                  <a:pt x="337" y="79"/>
                  <a:pt x="337" y="79"/>
                </a:cubicBezTo>
                <a:cubicBezTo>
                  <a:pt x="337" y="79"/>
                  <a:pt x="337" y="79"/>
                  <a:pt x="336" y="79"/>
                </a:cubicBezTo>
                <a:cubicBezTo>
                  <a:pt x="336" y="80"/>
                  <a:pt x="336" y="80"/>
                  <a:pt x="336" y="80"/>
                </a:cubicBezTo>
                <a:cubicBezTo>
                  <a:pt x="336" y="80"/>
                  <a:pt x="336" y="80"/>
                  <a:pt x="336" y="80"/>
                </a:cubicBezTo>
                <a:cubicBezTo>
                  <a:pt x="336" y="80"/>
                  <a:pt x="336" y="80"/>
                  <a:pt x="336" y="80"/>
                </a:cubicBezTo>
                <a:cubicBezTo>
                  <a:pt x="337" y="80"/>
                  <a:pt x="337" y="81"/>
                  <a:pt x="337" y="81"/>
                </a:cubicBezTo>
                <a:cubicBezTo>
                  <a:pt x="337" y="81"/>
                  <a:pt x="337" y="81"/>
                  <a:pt x="337" y="81"/>
                </a:cubicBezTo>
                <a:cubicBezTo>
                  <a:pt x="337" y="81"/>
                  <a:pt x="337" y="81"/>
                  <a:pt x="337" y="82"/>
                </a:cubicBezTo>
                <a:cubicBezTo>
                  <a:pt x="337" y="82"/>
                  <a:pt x="337" y="81"/>
                  <a:pt x="337" y="81"/>
                </a:cubicBezTo>
                <a:cubicBezTo>
                  <a:pt x="337" y="81"/>
                  <a:pt x="337" y="81"/>
                  <a:pt x="337" y="81"/>
                </a:cubicBezTo>
                <a:cubicBezTo>
                  <a:pt x="338" y="81"/>
                  <a:pt x="338" y="82"/>
                  <a:pt x="338" y="82"/>
                </a:cubicBezTo>
                <a:cubicBezTo>
                  <a:pt x="338" y="82"/>
                  <a:pt x="338" y="82"/>
                  <a:pt x="338" y="82"/>
                </a:cubicBezTo>
                <a:cubicBezTo>
                  <a:pt x="338" y="82"/>
                  <a:pt x="338" y="82"/>
                  <a:pt x="338" y="81"/>
                </a:cubicBezTo>
                <a:cubicBezTo>
                  <a:pt x="338" y="81"/>
                  <a:pt x="338" y="81"/>
                  <a:pt x="338" y="81"/>
                </a:cubicBezTo>
                <a:cubicBezTo>
                  <a:pt x="338" y="81"/>
                  <a:pt x="338" y="81"/>
                  <a:pt x="338" y="80"/>
                </a:cubicBezTo>
                <a:cubicBezTo>
                  <a:pt x="338" y="81"/>
                  <a:pt x="338" y="81"/>
                  <a:pt x="338" y="81"/>
                </a:cubicBezTo>
                <a:cubicBezTo>
                  <a:pt x="338" y="81"/>
                  <a:pt x="338" y="81"/>
                  <a:pt x="338" y="81"/>
                </a:cubicBezTo>
                <a:cubicBezTo>
                  <a:pt x="338" y="81"/>
                  <a:pt x="338" y="81"/>
                  <a:pt x="339" y="82"/>
                </a:cubicBezTo>
                <a:cubicBezTo>
                  <a:pt x="339" y="82"/>
                  <a:pt x="339" y="82"/>
                  <a:pt x="339" y="82"/>
                </a:cubicBezTo>
                <a:cubicBezTo>
                  <a:pt x="339" y="82"/>
                  <a:pt x="339" y="82"/>
                  <a:pt x="339" y="82"/>
                </a:cubicBezTo>
                <a:cubicBezTo>
                  <a:pt x="339" y="82"/>
                  <a:pt x="339" y="82"/>
                  <a:pt x="339" y="82"/>
                </a:cubicBezTo>
                <a:cubicBezTo>
                  <a:pt x="339" y="82"/>
                  <a:pt x="339" y="83"/>
                  <a:pt x="339" y="83"/>
                </a:cubicBezTo>
                <a:cubicBezTo>
                  <a:pt x="339" y="83"/>
                  <a:pt x="339" y="83"/>
                  <a:pt x="339" y="83"/>
                </a:cubicBezTo>
                <a:cubicBezTo>
                  <a:pt x="339" y="83"/>
                  <a:pt x="339" y="83"/>
                  <a:pt x="339" y="83"/>
                </a:cubicBezTo>
                <a:cubicBezTo>
                  <a:pt x="339" y="83"/>
                  <a:pt x="339" y="83"/>
                  <a:pt x="339" y="83"/>
                </a:cubicBezTo>
                <a:cubicBezTo>
                  <a:pt x="339" y="83"/>
                  <a:pt x="339" y="83"/>
                  <a:pt x="339" y="83"/>
                </a:cubicBezTo>
                <a:cubicBezTo>
                  <a:pt x="340" y="83"/>
                  <a:pt x="340" y="83"/>
                  <a:pt x="340" y="83"/>
                </a:cubicBezTo>
                <a:cubicBezTo>
                  <a:pt x="340" y="83"/>
                  <a:pt x="340" y="83"/>
                  <a:pt x="340" y="83"/>
                </a:cubicBezTo>
                <a:cubicBezTo>
                  <a:pt x="340" y="83"/>
                  <a:pt x="340" y="83"/>
                  <a:pt x="340" y="83"/>
                </a:cubicBezTo>
                <a:cubicBezTo>
                  <a:pt x="340" y="83"/>
                  <a:pt x="340" y="83"/>
                  <a:pt x="340" y="83"/>
                </a:cubicBezTo>
                <a:cubicBezTo>
                  <a:pt x="340" y="83"/>
                  <a:pt x="340" y="83"/>
                  <a:pt x="340" y="83"/>
                </a:cubicBezTo>
                <a:cubicBezTo>
                  <a:pt x="340" y="83"/>
                  <a:pt x="340" y="83"/>
                  <a:pt x="340" y="83"/>
                </a:cubicBezTo>
                <a:cubicBezTo>
                  <a:pt x="340" y="83"/>
                  <a:pt x="340" y="83"/>
                  <a:pt x="340" y="83"/>
                </a:cubicBezTo>
                <a:cubicBezTo>
                  <a:pt x="340" y="82"/>
                  <a:pt x="341" y="82"/>
                  <a:pt x="341" y="82"/>
                </a:cubicBezTo>
                <a:cubicBezTo>
                  <a:pt x="341" y="82"/>
                  <a:pt x="341" y="82"/>
                  <a:pt x="341" y="82"/>
                </a:cubicBezTo>
                <a:cubicBezTo>
                  <a:pt x="341" y="82"/>
                  <a:pt x="341" y="82"/>
                  <a:pt x="341" y="83"/>
                </a:cubicBezTo>
                <a:cubicBezTo>
                  <a:pt x="341" y="83"/>
                  <a:pt x="341" y="83"/>
                  <a:pt x="341" y="83"/>
                </a:cubicBezTo>
                <a:cubicBezTo>
                  <a:pt x="341" y="83"/>
                  <a:pt x="341" y="83"/>
                  <a:pt x="341" y="83"/>
                </a:cubicBezTo>
                <a:cubicBezTo>
                  <a:pt x="341" y="83"/>
                  <a:pt x="341" y="83"/>
                  <a:pt x="341" y="83"/>
                </a:cubicBezTo>
                <a:cubicBezTo>
                  <a:pt x="341" y="84"/>
                  <a:pt x="341" y="84"/>
                  <a:pt x="341" y="84"/>
                </a:cubicBezTo>
                <a:cubicBezTo>
                  <a:pt x="341" y="84"/>
                  <a:pt x="341" y="84"/>
                  <a:pt x="341" y="84"/>
                </a:cubicBezTo>
                <a:cubicBezTo>
                  <a:pt x="341" y="84"/>
                  <a:pt x="341" y="84"/>
                  <a:pt x="341" y="84"/>
                </a:cubicBezTo>
                <a:cubicBezTo>
                  <a:pt x="341" y="84"/>
                  <a:pt x="341" y="84"/>
                  <a:pt x="341" y="84"/>
                </a:cubicBezTo>
                <a:cubicBezTo>
                  <a:pt x="341" y="84"/>
                  <a:pt x="342" y="84"/>
                  <a:pt x="342" y="84"/>
                </a:cubicBezTo>
                <a:cubicBezTo>
                  <a:pt x="342" y="84"/>
                  <a:pt x="342" y="84"/>
                  <a:pt x="342" y="85"/>
                </a:cubicBezTo>
                <a:cubicBezTo>
                  <a:pt x="342" y="85"/>
                  <a:pt x="342" y="85"/>
                  <a:pt x="342" y="85"/>
                </a:cubicBezTo>
                <a:cubicBezTo>
                  <a:pt x="342" y="85"/>
                  <a:pt x="342" y="85"/>
                  <a:pt x="343" y="85"/>
                </a:cubicBezTo>
                <a:cubicBezTo>
                  <a:pt x="343" y="85"/>
                  <a:pt x="343" y="85"/>
                  <a:pt x="342" y="84"/>
                </a:cubicBezTo>
                <a:cubicBezTo>
                  <a:pt x="342" y="84"/>
                  <a:pt x="342" y="84"/>
                  <a:pt x="342" y="84"/>
                </a:cubicBezTo>
                <a:cubicBezTo>
                  <a:pt x="342" y="84"/>
                  <a:pt x="342" y="84"/>
                  <a:pt x="342" y="84"/>
                </a:cubicBezTo>
                <a:cubicBezTo>
                  <a:pt x="342" y="84"/>
                  <a:pt x="342" y="84"/>
                  <a:pt x="342" y="84"/>
                </a:cubicBezTo>
                <a:cubicBezTo>
                  <a:pt x="342" y="84"/>
                  <a:pt x="342" y="84"/>
                  <a:pt x="343" y="84"/>
                </a:cubicBezTo>
                <a:cubicBezTo>
                  <a:pt x="343" y="84"/>
                  <a:pt x="343" y="84"/>
                  <a:pt x="343" y="84"/>
                </a:cubicBezTo>
                <a:cubicBezTo>
                  <a:pt x="343" y="84"/>
                  <a:pt x="343" y="84"/>
                  <a:pt x="343" y="84"/>
                </a:cubicBezTo>
                <a:cubicBezTo>
                  <a:pt x="343" y="84"/>
                  <a:pt x="343" y="84"/>
                  <a:pt x="343" y="84"/>
                </a:cubicBezTo>
                <a:cubicBezTo>
                  <a:pt x="343" y="84"/>
                  <a:pt x="343" y="84"/>
                  <a:pt x="343" y="83"/>
                </a:cubicBezTo>
                <a:cubicBezTo>
                  <a:pt x="343" y="83"/>
                  <a:pt x="343" y="84"/>
                  <a:pt x="343" y="84"/>
                </a:cubicBezTo>
                <a:cubicBezTo>
                  <a:pt x="343" y="84"/>
                  <a:pt x="343" y="84"/>
                  <a:pt x="343" y="84"/>
                </a:cubicBezTo>
                <a:cubicBezTo>
                  <a:pt x="343" y="84"/>
                  <a:pt x="343" y="84"/>
                  <a:pt x="343" y="84"/>
                </a:cubicBezTo>
                <a:cubicBezTo>
                  <a:pt x="344" y="84"/>
                  <a:pt x="344" y="84"/>
                  <a:pt x="344" y="84"/>
                </a:cubicBezTo>
                <a:cubicBezTo>
                  <a:pt x="344" y="84"/>
                  <a:pt x="344" y="84"/>
                  <a:pt x="344" y="84"/>
                </a:cubicBezTo>
                <a:cubicBezTo>
                  <a:pt x="344" y="84"/>
                  <a:pt x="344" y="84"/>
                  <a:pt x="344" y="84"/>
                </a:cubicBezTo>
                <a:cubicBezTo>
                  <a:pt x="344" y="85"/>
                  <a:pt x="344" y="85"/>
                  <a:pt x="344" y="85"/>
                </a:cubicBezTo>
                <a:cubicBezTo>
                  <a:pt x="344" y="85"/>
                  <a:pt x="344" y="85"/>
                  <a:pt x="344" y="85"/>
                </a:cubicBezTo>
                <a:cubicBezTo>
                  <a:pt x="344" y="85"/>
                  <a:pt x="344" y="85"/>
                  <a:pt x="345" y="84"/>
                </a:cubicBezTo>
                <a:cubicBezTo>
                  <a:pt x="345" y="84"/>
                  <a:pt x="345" y="85"/>
                  <a:pt x="345" y="84"/>
                </a:cubicBezTo>
                <a:cubicBezTo>
                  <a:pt x="345" y="84"/>
                  <a:pt x="345" y="84"/>
                  <a:pt x="345" y="84"/>
                </a:cubicBezTo>
                <a:cubicBezTo>
                  <a:pt x="345" y="84"/>
                  <a:pt x="345" y="84"/>
                  <a:pt x="345" y="84"/>
                </a:cubicBezTo>
                <a:cubicBezTo>
                  <a:pt x="345" y="84"/>
                  <a:pt x="345" y="84"/>
                  <a:pt x="346" y="84"/>
                </a:cubicBezTo>
                <a:cubicBezTo>
                  <a:pt x="346" y="84"/>
                  <a:pt x="346" y="84"/>
                  <a:pt x="346" y="84"/>
                </a:cubicBezTo>
                <a:cubicBezTo>
                  <a:pt x="346" y="84"/>
                  <a:pt x="346" y="84"/>
                  <a:pt x="346" y="84"/>
                </a:cubicBezTo>
                <a:cubicBezTo>
                  <a:pt x="346" y="84"/>
                  <a:pt x="346" y="84"/>
                  <a:pt x="346" y="84"/>
                </a:cubicBezTo>
                <a:cubicBezTo>
                  <a:pt x="347" y="84"/>
                  <a:pt x="347" y="84"/>
                  <a:pt x="347" y="84"/>
                </a:cubicBezTo>
                <a:cubicBezTo>
                  <a:pt x="347" y="84"/>
                  <a:pt x="347" y="84"/>
                  <a:pt x="348" y="84"/>
                </a:cubicBezTo>
                <a:cubicBezTo>
                  <a:pt x="348" y="84"/>
                  <a:pt x="348" y="84"/>
                  <a:pt x="348" y="84"/>
                </a:cubicBezTo>
                <a:cubicBezTo>
                  <a:pt x="348" y="84"/>
                  <a:pt x="348" y="84"/>
                  <a:pt x="348" y="84"/>
                </a:cubicBezTo>
                <a:cubicBezTo>
                  <a:pt x="348" y="84"/>
                  <a:pt x="348" y="84"/>
                  <a:pt x="348" y="84"/>
                </a:cubicBezTo>
                <a:cubicBezTo>
                  <a:pt x="348" y="84"/>
                  <a:pt x="348" y="84"/>
                  <a:pt x="348" y="84"/>
                </a:cubicBezTo>
                <a:cubicBezTo>
                  <a:pt x="348" y="84"/>
                  <a:pt x="348" y="84"/>
                  <a:pt x="347" y="84"/>
                </a:cubicBezTo>
                <a:cubicBezTo>
                  <a:pt x="347" y="84"/>
                  <a:pt x="347" y="84"/>
                  <a:pt x="347" y="84"/>
                </a:cubicBezTo>
                <a:cubicBezTo>
                  <a:pt x="347" y="84"/>
                  <a:pt x="347" y="84"/>
                  <a:pt x="347" y="84"/>
                </a:cubicBezTo>
                <a:cubicBezTo>
                  <a:pt x="347" y="84"/>
                  <a:pt x="347" y="84"/>
                  <a:pt x="347" y="84"/>
                </a:cubicBezTo>
                <a:cubicBezTo>
                  <a:pt x="347" y="84"/>
                  <a:pt x="347" y="84"/>
                  <a:pt x="347" y="84"/>
                </a:cubicBezTo>
                <a:cubicBezTo>
                  <a:pt x="347" y="84"/>
                  <a:pt x="346" y="84"/>
                  <a:pt x="346" y="84"/>
                </a:cubicBezTo>
                <a:cubicBezTo>
                  <a:pt x="346" y="84"/>
                  <a:pt x="346" y="84"/>
                  <a:pt x="346" y="84"/>
                </a:cubicBezTo>
                <a:cubicBezTo>
                  <a:pt x="346" y="84"/>
                  <a:pt x="346" y="84"/>
                  <a:pt x="346" y="84"/>
                </a:cubicBezTo>
                <a:cubicBezTo>
                  <a:pt x="346" y="84"/>
                  <a:pt x="346" y="84"/>
                  <a:pt x="346" y="84"/>
                </a:cubicBezTo>
                <a:cubicBezTo>
                  <a:pt x="346" y="84"/>
                  <a:pt x="346" y="84"/>
                  <a:pt x="345" y="84"/>
                </a:cubicBezTo>
                <a:cubicBezTo>
                  <a:pt x="345" y="84"/>
                  <a:pt x="346" y="84"/>
                  <a:pt x="346" y="84"/>
                </a:cubicBezTo>
                <a:cubicBezTo>
                  <a:pt x="346" y="85"/>
                  <a:pt x="346" y="85"/>
                  <a:pt x="346" y="85"/>
                </a:cubicBezTo>
                <a:cubicBezTo>
                  <a:pt x="346" y="85"/>
                  <a:pt x="346" y="85"/>
                  <a:pt x="346" y="85"/>
                </a:cubicBezTo>
                <a:cubicBezTo>
                  <a:pt x="346" y="85"/>
                  <a:pt x="346" y="85"/>
                  <a:pt x="346" y="85"/>
                </a:cubicBezTo>
                <a:cubicBezTo>
                  <a:pt x="346" y="85"/>
                  <a:pt x="346" y="85"/>
                  <a:pt x="346" y="85"/>
                </a:cubicBezTo>
                <a:cubicBezTo>
                  <a:pt x="346" y="85"/>
                  <a:pt x="345" y="85"/>
                  <a:pt x="345" y="85"/>
                </a:cubicBezTo>
                <a:cubicBezTo>
                  <a:pt x="345" y="85"/>
                  <a:pt x="345" y="85"/>
                  <a:pt x="345" y="85"/>
                </a:cubicBezTo>
                <a:cubicBezTo>
                  <a:pt x="345" y="85"/>
                  <a:pt x="345" y="85"/>
                  <a:pt x="345" y="86"/>
                </a:cubicBezTo>
                <a:cubicBezTo>
                  <a:pt x="345" y="86"/>
                  <a:pt x="345" y="86"/>
                  <a:pt x="345" y="86"/>
                </a:cubicBezTo>
                <a:cubicBezTo>
                  <a:pt x="345" y="86"/>
                  <a:pt x="346" y="86"/>
                  <a:pt x="346" y="86"/>
                </a:cubicBezTo>
                <a:cubicBezTo>
                  <a:pt x="346" y="85"/>
                  <a:pt x="346" y="86"/>
                  <a:pt x="346" y="86"/>
                </a:cubicBezTo>
                <a:cubicBezTo>
                  <a:pt x="346" y="86"/>
                  <a:pt x="346" y="86"/>
                  <a:pt x="346" y="86"/>
                </a:cubicBezTo>
                <a:cubicBezTo>
                  <a:pt x="346" y="86"/>
                  <a:pt x="346" y="86"/>
                  <a:pt x="346" y="86"/>
                </a:cubicBezTo>
                <a:cubicBezTo>
                  <a:pt x="346" y="86"/>
                  <a:pt x="346" y="86"/>
                  <a:pt x="346" y="86"/>
                </a:cubicBezTo>
                <a:cubicBezTo>
                  <a:pt x="347" y="87"/>
                  <a:pt x="347" y="87"/>
                  <a:pt x="347" y="87"/>
                </a:cubicBezTo>
                <a:cubicBezTo>
                  <a:pt x="347" y="87"/>
                  <a:pt x="347" y="87"/>
                  <a:pt x="347" y="87"/>
                </a:cubicBezTo>
                <a:cubicBezTo>
                  <a:pt x="348" y="86"/>
                  <a:pt x="348" y="86"/>
                  <a:pt x="348" y="86"/>
                </a:cubicBezTo>
                <a:lnTo>
                  <a:pt x="351" y="82"/>
                </a:lnTo>
                <a:close/>
                <a:moveTo>
                  <a:pt x="383" y="123"/>
                </a:moveTo>
                <a:cubicBezTo>
                  <a:pt x="383" y="123"/>
                  <a:pt x="383" y="123"/>
                  <a:pt x="383" y="123"/>
                </a:cubicBezTo>
                <a:cubicBezTo>
                  <a:pt x="383" y="123"/>
                  <a:pt x="383" y="123"/>
                  <a:pt x="383" y="124"/>
                </a:cubicBezTo>
                <a:cubicBezTo>
                  <a:pt x="383" y="124"/>
                  <a:pt x="382" y="124"/>
                  <a:pt x="382" y="124"/>
                </a:cubicBezTo>
                <a:cubicBezTo>
                  <a:pt x="382" y="124"/>
                  <a:pt x="381" y="124"/>
                  <a:pt x="381" y="124"/>
                </a:cubicBezTo>
                <a:cubicBezTo>
                  <a:pt x="381" y="124"/>
                  <a:pt x="380" y="124"/>
                  <a:pt x="380" y="123"/>
                </a:cubicBezTo>
                <a:cubicBezTo>
                  <a:pt x="380" y="123"/>
                  <a:pt x="381" y="123"/>
                  <a:pt x="381" y="123"/>
                </a:cubicBezTo>
                <a:cubicBezTo>
                  <a:pt x="381" y="123"/>
                  <a:pt x="381" y="123"/>
                  <a:pt x="381" y="123"/>
                </a:cubicBezTo>
                <a:cubicBezTo>
                  <a:pt x="381" y="122"/>
                  <a:pt x="381" y="122"/>
                  <a:pt x="382" y="122"/>
                </a:cubicBezTo>
                <a:cubicBezTo>
                  <a:pt x="382" y="122"/>
                  <a:pt x="382" y="122"/>
                  <a:pt x="382" y="122"/>
                </a:cubicBezTo>
                <a:cubicBezTo>
                  <a:pt x="382" y="122"/>
                  <a:pt x="382" y="122"/>
                  <a:pt x="382" y="122"/>
                </a:cubicBezTo>
                <a:cubicBezTo>
                  <a:pt x="383" y="122"/>
                  <a:pt x="383" y="123"/>
                  <a:pt x="383" y="123"/>
                </a:cubicBezTo>
                <a:close/>
                <a:moveTo>
                  <a:pt x="383" y="121"/>
                </a:moveTo>
                <a:cubicBezTo>
                  <a:pt x="383" y="121"/>
                  <a:pt x="383" y="121"/>
                  <a:pt x="383" y="121"/>
                </a:cubicBezTo>
                <a:cubicBezTo>
                  <a:pt x="383" y="120"/>
                  <a:pt x="383" y="120"/>
                  <a:pt x="383" y="120"/>
                </a:cubicBezTo>
                <a:cubicBezTo>
                  <a:pt x="383" y="120"/>
                  <a:pt x="383" y="120"/>
                  <a:pt x="384" y="119"/>
                </a:cubicBezTo>
                <a:cubicBezTo>
                  <a:pt x="384" y="119"/>
                  <a:pt x="384" y="119"/>
                  <a:pt x="384" y="119"/>
                </a:cubicBezTo>
                <a:cubicBezTo>
                  <a:pt x="384" y="119"/>
                  <a:pt x="384" y="119"/>
                  <a:pt x="384" y="119"/>
                </a:cubicBezTo>
                <a:cubicBezTo>
                  <a:pt x="384" y="118"/>
                  <a:pt x="384" y="118"/>
                  <a:pt x="384" y="118"/>
                </a:cubicBezTo>
                <a:cubicBezTo>
                  <a:pt x="384" y="118"/>
                  <a:pt x="385" y="118"/>
                  <a:pt x="385" y="117"/>
                </a:cubicBezTo>
                <a:cubicBezTo>
                  <a:pt x="385" y="117"/>
                  <a:pt x="385" y="117"/>
                  <a:pt x="385" y="117"/>
                </a:cubicBezTo>
                <a:cubicBezTo>
                  <a:pt x="385" y="117"/>
                  <a:pt x="385" y="117"/>
                  <a:pt x="385" y="117"/>
                </a:cubicBezTo>
                <a:cubicBezTo>
                  <a:pt x="385" y="116"/>
                  <a:pt x="385" y="116"/>
                  <a:pt x="384" y="116"/>
                </a:cubicBezTo>
                <a:cubicBezTo>
                  <a:pt x="384" y="116"/>
                  <a:pt x="384" y="116"/>
                  <a:pt x="384" y="116"/>
                </a:cubicBezTo>
                <a:cubicBezTo>
                  <a:pt x="384" y="116"/>
                  <a:pt x="384" y="116"/>
                  <a:pt x="384" y="116"/>
                </a:cubicBezTo>
                <a:cubicBezTo>
                  <a:pt x="384" y="116"/>
                  <a:pt x="383" y="116"/>
                  <a:pt x="383" y="116"/>
                </a:cubicBezTo>
                <a:cubicBezTo>
                  <a:pt x="383" y="115"/>
                  <a:pt x="383" y="115"/>
                  <a:pt x="382" y="115"/>
                </a:cubicBezTo>
                <a:cubicBezTo>
                  <a:pt x="382" y="115"/>
                  <a:pt x="381" y="115"/>
                  <a:pt x="381" y="115"/>
                </a:cubicBezTo>
                <a:cubicBezTo>
                  <a:pt x="380" y="115"/>
                  <a:pt x="379" y="115"/>
                  <a:pt x="379" y="115"/>
                </a:cubicBezTo>
                <a:cubicBezTo>
                  <a:pt x="378" y="115"/>
                  <a:pt x="378" y="116"/>
                  <a:pt x="377" y="116"/>
                </a:cubicBezTo>
                <a:cubicBezTo>
                  <a:pt x="377" y="116"/>
                  <a:pt x="376" y="117"/>
                  <a:pt x="376" y="117"/>
                </a:cubicBezTo>
                <a:cubicBezTo>
                  <a:pt x="375" y="117"/>
                  <a:pt x="375" y="118"/>
                  <a:pt x="375" y="118"/>
                </a:cubicBezTo>
                <a:cubicBezTo>
                  <a:pt x="374" y="119"/>
                  <a:pt x="374" y="119"/>
                  <a:pt x="374" y="120"/>
                </a:cubicBezTo>
                <a:cubicBezTo>
                  <a:pt x="374" y="120"/>
                  <a:pt x="374" y="121"/>
                  <a:pt x="373" y="121"/>
                </a:cubicBezTo>
                <a:cubicBezTo>
                  <a:pt x="373" y="121"/>
                  <a:pt x="373" y="121"/>
                  <a:pt x="373" y="122"/>
                </a:cubicBezTo>
                <a:cubicBezTo>
                  <a:pt x="373" y="122"/>
                  <a:pt x="373" y="122"/>
                  <a:pt x="373" y="123"/>
                </a:cubicBezTo>
                <a:cubicBezTo>
                  <a:pt x="372" y="123"/>
                  <a:pt x="372" y="123"/>
                  <a:pt x="372" y="123"/>
                </a:cubicBezTo>
                <a:cubicBezTo>
                  <a:pt x="372" y="124"/>
                  <a:pt x="372" y="124"/>
                  <a:pt x="372" y="124"/>
                </a:cubicBezTo>
                <a:cubicBezTo>
                  <a:pt x="372" y="125"/>
                  <a:pt x="373" y="124"/>
                  <a:pt x="373" y="124"/>
                </a:cubicBezTo>
                <a:cubicBezTo>
                  <a:pt x="373" y="124"/>
                  <a:pt x="373" y="124"/>
                  <a:pt x="374" y="124"/>
                </a:cubicBezTo>
                <a:cubicBezTo>
                  <a:pt x="374" y="124"/>
                  <a:pt x="375" y="124"/>
                  <a:pt x="375" y="124"/>
                </a:cubicBezTo>
                <a:cubicBezTo>
                  <a:pt x="376" y="124"/>
                  <a:pt x="376" y="124"/>
                  <a:pt x="377" y="124"/>
                </a:cubicBezTo>
                <a:cubicBezTo>
                  <a:pt x="378" y="124"/>
                  <a:pt x="378" y="124"/>
                  <a:pt x="379" y="124"/>
                </a:cubicBezTo>
                <a:cubicBezTo>
                  <a:pt x="379" y="124"/>
                  <a:pt x="379" y="123"/>
                  <a:pt x="380" y="123"/>
                </a:cubicBezTo>
                <a:cubicBezTo>
                  <a:pt x="380" y="123"/>
                  <a:pt x="380" y="123"/>
                  <a:pt x="381" y="123"/>
                </a:cubicBezTo>
                <a:cubicBezTo>
                  <a:pt x="381" y="123"/>
                  <a:pt x="381" y="122"/>
                  <a:pt x="381" y="122"/>
                </a:cubicBezTo>
                <a:cubicBezTo>
                  <a:pt x="381" y="122"/>
                  <a:pt x="381" y="122"/>
                  <a:pt x="382" y="122"/>
                </a:cubicBezTo>
                <a:cubicBezTo>
                  <a:pt x="382" y="122"/>
                  <a:pt x="382" y="122"/>
                  <a:pt x="382" y="121"/>
                </a:cubicBezTo>
                <a:cubicBezTo>
                  <a:pt x="383" y="121"/>
                  <a:pt x="383" y="121"/>
                  <a:pt x="383" y="121"/>
                </a:cubicBezTo>
                <a:cubicBezTo>
                  <a:pt x="383" y="121"/>
                  <a:pt x="383" y="121"/>
                  <a:pt x="383" y="121"/>
                </a:cubicBezTo>
                <a:close/>
                <a:moveTo>
                  <a:pt x="355" y="56"/>
                </a:moveTo>
                <a:cubicBezTo>
                  <a:pt x="355" y="56"/>
                  <a:pt x="355" y="56"/>
                  <a:pt x="355" y="56"/>
                </a:cubicBezTo>
                <a:cubicBezTo>
                  <a:pt x="355" y="56"/>
                  <a:pt x="355" y="56"/>
                  <a:pt x="355" y="57"/>
                </a:cubicBezTo>
                <a:cubicBezTo>
                  <a:pt x="355" y="57"/>
                  <a:pt x="356" y="57"/>
                  <a:pt x="356" y="57"/>
                </a:cubicBezTo>
                <a:cubicBezTo>
                  <a:pt x="356" y="58"/>
                  <a:pt x="356" y="58"/>
                  <a:pt x="356" y="58"/>
                </a:cubicBezTo>
                <a:cubicBezTo>
                  <a:pt x="356" y="59"/>
                  <a:pt x="356" y="59"/>
                  <a:pt x="356" y="59"/>
                </a:cubicBezTo>
                <a:cubicBezTo>
                  <a:pt x="356" y="59"/>
                  <a:pt x="356" y="59"/>
                  <a:pt x="357" y="59"/>
                </a:cubicBezTo>
                <a:cubicBezTo>
                  <a:pt x="357" y="59"/>
                  <a:pt x="358" y="59"/>
                  <a:pt x="358" y="59"/>
                </a:cubicBezTo>
                <a:cubicBezTo>
                  <a:pt x="358" y="59"/>
                  <a:pt x="358" y="59"/>
                  <a:pt x="359" y="59"/>
                </a:cubicBezTo>
                <a:cubicBezTo>
                  <a:pt x="359" y="59"/>
                  <a:pt x="359" y="59"/>
                  <a:pt x="359" y="59"/>
                </a:cubicBezTo>
                <a:cubicBezTo>
                  <a:pt x="359" y="59"/>
                  <a:pt x="360" y="59"/>
                  <a:pt x="360" y="59"/>
                </a:cubicBezTo>
                <a:cubicBezTo>
                  <a:pt x="360" y="59"/>
                  <a:pt x="360" y="59"/>
                  <a:pt x="360" y="59"/>
                </a:cubicBezTo>
                <a:cubicBezTo>
                  <a:pt x="360" y="59"/>
                  <a:pt x="361" y="59"/>
                  <a:pt x="361" y="59"/>
                </a:cubicBezTo>
                <a:cubicBezTo>
                  <a:pt x="361" y="58"/>
                  <a:pt x="360" y="58"/>
                  <a:pt x="360" y="58"/>
                </a:cubicBezTo>
                <a:cubicBezTo>
                  <a:pt x="360" y="58"/>
                  <a:pt x="360" y="58"/>
                  <a:pt x="360" y="58"/>
                </a:cubicBezTo>
                <a:cubicBezTo>
                  <a:pt x="360" y="58"/>
                  <a:pt x="359" y="58"/>
                  <a:pt x="359" y="58"/>
                </a:cubicBezTo>
                <a:cubicBezTo>
                  <a:pt x="359" y="58"/>
                  <a:pt x="359" y="58"/>
                  <a:pt x="359" y="58"/>
                </a:cubicBezTo>
                <a:cubicBezTo>
                  <a:pt x="359" y="58"/>
                  <a:pt x="359" y="57"/>
                  <a:pt x="359" y="57"/>
                </a:cubicBezTo>
                <a:cubicBezTo>
                  <a:pt x="358" y="57"/>
                  <a:pt x="358" y="57"/>
                  <a:pt x="358" y="57"/>
                </a:cubicBezTo>
                <a:cubicBezTo>
                  <a:pt x="358" y="57"/>
                  <a:pt x="358" y="57"/>
                  <a:pt x="358" y="57"/>
                </a:cubicBezTo>
                <a:cubicBezTo>
                  <a:pt x="358" y="57"/>
                  <a:pt x="358" y="57"/>
                  <a:pt x="358" y="57"/>
                </a:cubicBezTo>
                <a:cubicBezTo>
                  <a:pt x="358" y="56"/>
                  <a:pt x="358" y="56"/>
                  <a:pt x="358" y="56"/>
                </a:cubicBezTo>
                <a:cubicBezTo>
                  <a:pt x="358" y="56"/>
                  <a:pt x="357" y="56"/>
                  <a:pt x="357" y="56"/>
                </a:cubicBezTo>
                <a:cubicBezTo>
                  <a:pt x="357" y="56"/>
                  <a:pt x="357" y="56"/>
                  <a:pt x="357" y="56"/>
                </a:cubicBezTo>
                <a:cubicBezTo>
                  <a:pt x="357" y="55"/>
                  <a:pt x="357" y="55"/>
                  <a:pt x="357" y="55"/>
                </a:cubicBezTo>
                <a:cubicBezTo>
                  <a:pt x="356" y="55"/>
                  <a:pt x="356" y="55"/>
                  <a:pt x="356" y="55"/>
                </a:cubicBezTo>
                <a:cubicBezTo>
                  <a:pt x="356" y="55"/>
                  <a:pt x="356" y="55"/>
                  <a:pt x="356" y="55"/>
                </a:cubicBezTo>
                <a:cubicBezTo>
                  <a:pt x="355" y="55"/>
                  <a:pt x="355" y="55"/>
                  <a:pt x="355" y="55"/>
                </a:cubicBezTo>
                <a:cubicBezTo>
                  <a:pt x="355" y="55"/>
                  <a:pt x="355" y="55"/>
                  <a:pt x="355" y="55"/>
                </a:cubicBezTo>
                <a:cubicBezTo>
                  <a:pt x="355" y="55"/>
                  <a:pt x="355" y="55"/>
                  <a:pt x="355" y="55"/>
                </a:cubicBezTo>
                <a:cubicBezTo>
                  <a:pt x="355" y="55"/>
                  <a:pt x="355" y="55"/>
                  <a:pt x="354" y="55"/>
                </a:cubicBezTo>
                <a:cubicBezTo>
                  <a:pt x="354" y="55"/>
                  <a:pt x="354" y="55"/>
                  <a:pt x="354" y="55"/>
                </a:cubicBezTo>
                <a:cubicBezTo>
                  <a:pt x="354" y="55"/>
                  <a:pt x="354" y="55"/>
                  <a:pt x="354" y="55"/>
                </a:cubicBezTo>
                <a:cubicBezTo>
                  <a:pt x="354" y="55"/>
                  <a:pt x="354" y="55"/>
                  <a:pt x="354" y="55"/>
                </a:cubicBezTo>
                <a:cubicBezTo>
                  <a:pt x="354" y="55"/>
                  <a:pt x="353" y="55"/>
                  <a:pt x="353" y="55"/>
                </a:cubicBezTo>
                <a:cubicBezTo>
                  <a:pt x="353" y="55"/>
                  <a:pt x="353" y="55"/>
                  <a:pt x="353" y="55"/>
                </a:cubicBezTo>
                <a:cubicBezTo>
                  <a:pt x="352" y="55"/>
                  <a:pt x="352" y="54"/>
                  <a:pt x="352" y="54"/>
                </a:cubicBezTo>
                <a:cubicBezTo>
                  <a:pt x="352" y="54"/>
                  <a:pt x="352" y="54"/>
                  <a:pt x="352" y="54"/>
                </a:cubicBezTo>
                <a:cubicBezTo>
                  <a:pt x="352" y="54"/>
                  <a:pt x="352" y="54"/>
                  <a:pt x="352" y="55"/>
                </a:cubicBezTo>
                <a:cubicBezTo>
                  <a:pt x="352" y="55"/>
                  <a:pt x="352" y="55"/>
                  <a:pt x="352" y="55"/>
                </a:cubicBezTo>
                <a:cubicBezTo>
                  <a:pt x="352" y="55"/>
                  <a:pt x="352" y="55"/>
                  <a:pt x="353" y="56"/>
                </a:cubicBezTo>
                <a:cubicBezTo>
                  <a:pt x="353" y="56"/>
                  <a:pt x="353" y="56"/>
                  <a:pt x="353" y="56"/>
                </a:cubicBezTo>
                <a:cubicBezTo>
                  <a:pt x="353" y="56"/>
                  <a:pt x="353" y="56"/>
                  <a:pt x="353" y="56"/>
                </a:cubicBezTo>
                <a:cubicBezTo>
                  <a:pt x="353" y="56"/>
                  <a:pt x="353" y="56"/>
                  <a:pt x="353" y="56"/>
                </a:cubicBezTo>
                <a:cubicBezTo>
                  <a:pt x="353" y="56"/>
                  <a:pt x="353" y="56"/>
                  <a:pt x="353" y="55"/>
                </a:cubicBezTo>
                <a:cubicBezTo>
                  <a:pt x="353" y="56"/>
                  <a:pt x="354" y="56"/>
                  <a:pt x="354" y="56"/>
                </a:cubicBezTo>
                <a:cubicBezTo>
                  <a:pt x="354" y="56"/>
                  <a:pt x="354" y="56"/>
                  <a:pt x="354" y="56"/>
                </a:cubicBezTo>
                <a:cubicBezTo>
                  <a:pt x="355" y="56"/>
                  <a:pt x="355" y="56"/>
                  <a:pt x="355" y="56"/>
                </a:cubicBezTo>
                <a:close/>
                <a:moveTo>
                  <a:pt x="364" y="65"/>
                </a:moveTo>
                <a:cubicBezTo>
                  <a:pt x="365" y="65"/>
                  <a:pt x="365" y="65"/>
                  <a:pt x="365" y="65"/>
                </a:cubicBezTo>
                <a:cubicBezTo>
                  <a:pt x="365" y="65"/>
                  <a:pt x="365" y="64"/>
                  <a:pt x="365" y="64"/>
                </a:cubicBezTo>
                <a:cubicBezTo>
                  <a:pt x="365" y="64"/>
                  <a:pt x="365" y="64"/>
                  <a:pt x="365" y="64"/>
                </a:cubicBezTo>
                <a:cubicBezTo>
                  <a:pt x="364" y="64"/>
                  <a:pt x="364" y="64"/>
                  <a:pt x="364" y="64"/>
                </a:cubicBezTo>
                <a:cubicBezTo>
                  <a:pt x="364" y="64"/>
                  <a:pt x="364" y="64"/>
                  <a:pt x="363" y="64"/>
                </a:cubicBezTo>
                <a:cubicBezTo>
                  <a:pt x="363" y="64"/>
                  <a:pt x="363" y="64"/>
                  <a:pt x="362" y="64"/>
                </a:cubicBezTo>
                <a:cubicBezTo>
                  <a:pt x="362" y="64"/>
                  <a:pt x="362" y="64"/>
                  <a:pt x="362" y="64"/>
                </a:cubicBezTo>
                <a:cubicBezTo>
                  <a:pt x="362" y="64"/>
                  <a:pt x="362" y="64"/>
                  <a:pt x="362" y="64"/>
                </a:cubicBezTo>
                <a:cubicBezTo>
                  <a:pt x="361" y="64"/>
                  <a:pt x="361" y="64"/>
                  <a:pt x="361" y="64"/>
                </a:cubicBezTo>
                <a:cubicBezTo>
                  <a:pt x="361" y="64"/>
                  <a:pt x="360" y="64"/>
                  <a:pt x="360" y="64"/>
                </a:cubicBezTo>
                <a:cubicBezTo>
                  <a:pt x="360" y="64"/>
                  <a:pt x="360" y="64"/>
                  <a:pt x="360" y="64"/>
                </a:cubicBezTo>
                <a:cubicBezTo>
                  <a:pt x="360" y="64"/>
                  <a:pt x="359" y="63"/>
                  <a:pt x="359" y="63"/>
                </a:cubicBezTo>
                <a:cubicBezTo>
                  <a:pt x="359" y="63"/>
                  <a:pt x="359" y="63"/>
                  <a:pt x="359" y="63"/>
                </a:cubicBezTo>
                <a:cubicBezTo>
                  <a:pt x="358" y="63"/>
                  <a:pt x="358" y="63"/>
                  <a:pt x="358" y="63"/>
                </a:cubicBezTo>
                <a:cubicBezTo>
                  <a:pt x="357" y="63"/>
                  <a:pt x="357" y="63"/>
                  <a:pt x="356" y="63"/>
                </a:cubicBezTo>
                <a:cubicBezTo>
                  <a:pt x="356" y="63"/>
                  <a:pt x="356" y="63"/>
                  <a:pt x="355" y="63"/>
                </a:cubicBezTo>
                <a:cubicBezTo>
                  <a:pt x="355" y="63"/>
                  <a:pt x="355" y="63"/>
                  <a:pt x="355" y="63"/>
                </a:cubicBezTo>
                <a:cubicBezTo>
                  <a:pt x="354" y="63"/>
                  <a:pt x="354" y="63"/>
                  <a:pt x="354" y="63"/>
                </a:cubicBezTo>
                <a:cubicBezTo>
                  <a:pt x="354" y="63"/>
                  <a:pt x="354" y="63"/>
                  <a:pt x="353" y="63"/>
                </a:cubicBezTo>
                <a:cubicBezTo>
                  <a:pt x="353" y="63"/>
                  <a:pt x="353" y="63"/>
                  <a:pt x="353" y="63"/>
                </a:cubicBezTo>
                <a:cubicBezTo>
                  <a:pt x="353" y="63"/>
                  <a:pt x="352" y="63"/>
                  <a:pt x="352" y="63"/>
                </a:cubicBezTo>
                <a:cubicBezTo>
                  <a:pt x="353" y="63"/>
                  <a:pt x="353" y="63"/>
                  <a:pt x="353" y="64"/>
                </a:cubicBezTo>
                <a:cubicBezTo>
                  <a:pt x="353" y="64"/>
                  <a:pt x="353" y="64"/>
                  <a:pt x="353" y="64"/>
                </a:cubicBezTo>
                <a:cubicBezTo>
                  <a:pt x="353" y="64"/>
                  <a:pt x="353" y="64"/>
                  <a:pt x="353" y="64"/>
                </a:cubicBezTo>
                <a:cubicBezTo>
                  <a:pt x="354" y="63"/>
                  <a:pt x="354" y="64"/>
                  <a:pt x="354" y="64"/>
                </a:cubicBezTo>
                <a:cubicBezTo>
                  <a:pt x="354" y="64"/>
                  <a:pt x="354" y="64"/>
                  <a:pt x="355" y="64"/>
                </a:cubicBezTo>
                <a:cubicBezTo>
                  <a:pt x="355" y="64"/>
                  <a:pt x="355" y="64"/>
                  <a:pt x="355" y="64"/>
                </a:cubicBezTo>
                <a:cubicBezTo>
                  <a:pt x="355" y="64"/>
                  <a:pt x="355" y="64"/>
                  <a:pt x="355" y="64"/>
                </a:cubicBezTo>
                <a:cubicBezTo>
                  <a:pt x="355" y="64"/>
                  <a:pt x="356" y="64"/>
                  <a:pt x="356" y="64"/>
                </a:cubicBezTo>
                <a:cubicBezTo>
                  <a:pt x="356" y="64"/>
                  <a:pt x="356" y="64"/>
                  <a:pt x="356" y="64"/>
                </a:cubicBezTo>
                <a:cubicBezTo>
                  <a:pt x="356" y="64"/>
                  <a:pt x="356" y="64"/>
                  <a:pt x="356" y="65"/>
                </a:cubicBezTo>
                <a:cubicBezTo>
                  <a:pt x="357" y="65"/>
                  <a:pt x="357" y="64"/>
                  <a:pt x="357" y="64"/>
                </a:cubicBezTo>
                <a:cubicBezTo>
                  <a:pt x="357" y="64"/>
                  <a:pt x="357" y="64"/>
                  <a:pt x="357" y="65"/>
                </a:cubicBezTo>
                <a:cubicBezTo>
                  <a:pt x="357" y="65"/>
                  <a:pt x="357" y="65"/>
                  <a:pt x="358" y="65"/>
                </a:cubicBezTo>
                <a:cubicBezTo>
                  <a:pt x="358" y="65"/>
                  <a:pt x="358" y="65"/>
                  <a:pt x="359" y="65"/>
                </a:cubicBezTo>
                <a:cubicBezTo>
                  <a:pt x="359" y="65"/>
                  <a:pt x="359" y="65"/>
                  <a:pt x="359" y="65"/>
                </a:cubicBezTo>
                <a:cubicBezTo>
                  <a:pt x="359" y="65"/>
                  <a:pt x="359" y="65"/>
                  <a:pt x="360" y="66"/>
                </a:cubicBezTo>
                <a:cubicBezTo>
                  <a:pt x="360" y="66"/>
                  <a:pt x="360" y="65"/>
                  <a:pt x="360" y="65"/>
                </a:cubicBezTo>
                <a:cubicBezTo>
                  <a:pt x="360" y="65"/>
                  <a:pt x="360" y="65"/>
                  <a:pt x="361" y="65"/>
                </a:cubicBezTo>
                <a:cubicBezTo>
                  <a:pt x="361" y="65"/>
                  <a:pt x="361" y="65"/>
                  <a:pt x="361" y="65"/>
                </a:cubicBezTo>
                <a:cubicBezTo>
                  <a:pt x="361" y="65"/>
                  <a:pt x="361" y="65"/>
                  <a:pt x="361" y="65"/>
                </a:cubicBezTo>
                <a:cubicBezTo>
                  <a:pt x="362" y="66"/>
                  <a:pt x="362" y="66"/>
                  <a:pt x="362" y="66"/>
                </a:cubicBezTo>
                <a:cubicBezTo>
                  <a:pt x="362" y="65"/>
                  <a:pt x="362" y="65"/>
                  <a:pt x="362" y="65"/>
                </a:cubicBezTo>
                <a:cubicBezTo>
                  <a:pt x="362" y="65"/>
                  <a:pt x="362" y="65"/>
                  <a:pt x="363" y="65"/>
                </a:cubicBezTo>
                <a:cubicBezTo>
                  <a:pt x="363" y="65"/>
                  <a:pt x="363" y="65"/>
                  <a:pt x="363" y="65"/>
                </a:cubicBezTo>
                <a:cubicBezTo>
                  <a:pt x="363" y="65"/>
                  <a:pt x="363" y="65"/>
                  <a:pt x="363" y="65"/>
                </a:cubicBezTo>
                <a:cubicBezTo>
                  <a:pt x="363" y="65"/>
                  <a:pt x="364" y="65"/>
                  <a:pt x="364" y="65"/>
                </a:cubicBezTo>
                <a:cubicBezTo>
                  <a:pt x="364" y="65"/>
                  <a:pt x="364" y="65"/>
                  <a:pt x="364" y="65"/>
                </a:cubicBezTo>
                <a:close/>
                <a:moveTo>
                  <a:pt x="348" y="57"/>
                </a:moveTo>
                <a:cubicBezTo>
                  <a:pt x="348" y="57"/>
                  <a:pt x="347" y="57"/>
                  <a:pt x="347" y="57"/>
                </a:cubicBezTo>
                <a:cubicBezTo>
                  <a:pt x="347" y="57"/>
                  <a:pt x="347" y="57"/>
                  <a:pt x="347" y="57"/>
                </a:cubicBezTo>
                <a:cubicBezTo>
                  <a:pt x="347" y="57"/>
                  <a:pt x="347" y="57"/>
                  <a:pt x="347" y="57"/>
                </a:cubicBezTo>
                <a:cubicBezTo>
                  <a:pt x="347" y="57"/>
                  <a:pt x="347" y="57"/>
                  <a:pt x="347" y="58"/>
                </a:cubicBezTo>
                <a:cubicBezTo>
                  <a:pt x="347" y="58"/>
                  <a:pt x="347" y="58"/>
                  <a:pt x="347" y="58"/>
                </a:cubicBezTo>
                <a:cubicBezTo>
                  <a:pt x="347" y="58"/>
                  <a:pt x="347" y="59"/>
                  <a:pt x="347" y="59"/>
                </a:cubicBezTo>
                <a:cubicBezTo>
                  <a:pt x="347" y="59"/>
                  <a:pt x="348" y="59"/>
                  <a:pt x="348" y="59"/>
                </a:cubicBezTo>
                <a:cubicBezTo>
                  <a:pt x="348" y="59"/>
                  <a:pt x="348" y="59"/>
                  <a:pt x="348" y="58"/>
                </a:cubicBezTo>
                <a:cubicBezTo>
                  <a:pt x="348" y="58"/>
                  <a:pt x="348" y="58"/>
                  <a:pt x="348" y="58"/>
                </a:cubicBezTo>
                <a:cubicBezTo>
                  <a:pt x="348" y="58"/>
                  <a:pt x="348" y="59"/>
                  <a:pt x="348" y="58"/>
                </a:cubicBezTo>
                <a:cubicBezTo>
                  <a:pt x="348" y="57"/>
                  <a:pt x="348" y="57"/>
                  <a:pt x="348" y="57"/>
                </a:cubicBezTo>
                <a:close/>
                <a:moveTo>
                  <a:pt x="382" y="110"/>
                </a:moveTo>
                <a:cubicBezTo>
                  <a:pt x="382" y="111"/>
                  <a:pt x="382" y="110"/>
                  <a:pt x="381" y="110"/>
                </a:cubicBezTo>
                <a:cubicBezTo>
                  <a:pt x="381" y="110"/>
                  <a:pt x="381" y="110"/>
                  <a:pt x="381" y="110"/>
                </a:cubicBezTo>
                <a:cubicBezTo>
                  <a:pt x="381" y="110"/>
                  <a:pt x="381" y="110"/>
                  <a:pt x="381" y="110"/>
                </a:cubicBezTo>
                <a:cubicBezTo>
                  <a:pt x="380" y="111"/>
                  <a:pt x="380" y="111"/>
                  <a:pt x="380" y="111"/>
                </a:cubicBezTo>
                <a:cubicBezTo>
                  <a:pt x="380" y="111"/>
                  <a:pt x="381" y="111"/>
                  <a:pt x="381" y="111"/>
                </a:cubicBezTo>
                <a:cubicBezTo>
                  <a:pt x="381" y="112"/>
                  <a:pt x="381" y="112"/>
                  <a:pt x="381" y="112"/>
                </a:cubicBezTo>
                <a:cubicBezTo>
                  <a:pt x="382" y="112"/>
                  <a:pt x="382" y="112"/>
                  <a:pt x="383" y="113"/>
                </a:cubicBezTo>
                <a:cubicBezTo>
                  <a:pt x="383" y="113"/>
                  <a:pt x="383" y="113"/>
                  <a:pt x="384" y="113"/>
                </a:cubicBezTo>
                <a:cubicBezTo>
                  <a:pt x="384" y="113"/>
                  <a:pt x="384" y="113"/>
                  <a:pt x="384" y="113"/>
                </a:cubicBezTo>
                <a:cubicBezTo>
                  <a:pt x="385" y="113"/>
                  <a:pt x="385" y="113"/>
                  <a:pt x="386" y="113"/>
                </a:cubicBezTo>
                <a:cubicBezTo>
                  <a:pt x="386" y="113"/>
                  <a:pt x="386" y="113"/>
                  <a:pt x="386" y="113"/>
                </a:cubicBezTo>
                <a:cubicBezTo>
                  <a:pt x="387" y="113"/>
                  <a:pt x="387" y="113"/>
                  <a:pt x="387" y="113"/>
                </a:cubicBezTo>
                <a:cubicBezTo>
                  <a:pt x="387" y="113"/>
                  <a:pt x="387" y="113"/>
                  <a:pt x="387" y="113"/>
                </a:cubicBezTo>
                <a:cubicBezTo>
                  <a:pt x="387" y="113"/>
                  <a:pt x="387" y="113"/>
                  <a:pt x="387" y="113"/>
                </a:cubicBezTo>
                <a:cubicBezTo>
                  <a:pt x="387" y="113"/>
                  <a:pt x="387" y="113"/>
                  <a:pt x="387" y="113"/>
                </a:cubicBezTo>
                <a:cubicBezTo>
                  <a:pt x="387" y="113"/>
                  <a:pt x="387" y="113"/>
                  <a:pt x="387" y="113"/>
                </a:cubicBezTo>
                <a:cubicBezTo>
                  <a:pt x="387" y="113"/>
                  <a:pt x="387" y="113"/>
                  <a:pt x="387" y="112"/>
                </a:cubicBezTo>
                <a:cubicBezTo>
                  <a:pt x="387" y="112"/>
                  <a:pt x="387" y="112"/>
                  <a:pt x="387" y="112"/>
                </a:cubicBezTo>
                <a:cubicBezTo>
                  <a:pt x="387" y="112"/>
                  <a:pt x="387" y="112"/>
                  <a:pt x="387" y="112"/>
                </a:cubicBezTo>
                <a:cubicBezTo>
                  <a:pt x="386" y="112"/>
                  <a:pt x="386" y="112"/>
                  <a:pt x="386" y="111"/>
                </a:cubicBezTo>
                <a:cubicBezTo>
                  <a:pt x="386" y="111"/>
                  <a:pt x="386" y="111"/>
                  <a:pt x="386" y="111"/>
                </a:cubicBezTo>
                <a:cubicBezTo>
                  <a:pt x="385" y="111"/>
                  <a:pt x="385" y="111"/>
                  <a:pt x="385" y="111"/>
                </a:cubicBezTo>
                <a:cubicBezTo>
                  <a:pt x="385" y="111"/>
                  <a:pt x="385" y="111"/>
                  <a:pt x="385" y="110"/>
                </a:cubicBezTo>
                <a:cubicBezTo>
                  <a:pt x="384" y="110"/>
                  <a:pt x="384" y="110"/>
                  <a:pt x="384" y="110"/>
                </a:cubicBezTo>
                <a:cubicBezTo>
                  <a:pt x="383" y="110"/>
                  <a:pt x="383" y="110"/>
                  <a:pt x="382" y="110"/>
                </a:cubicBezTo>
                <a:cubicBezTo>
                  <a:pt x="382" y="110"/>
                  <a:pt x="382" y="110"/>
                  <a:pt x="382" y="110"/>
                </a:cubicBezTo>
                <a:close/>
                <a:moveTo>
                  <a:pt x="382" y="110"/>
                </a:moveTo>
                <a:cubicBezTo>
                  <a:pt x="382" y="110"/>
                  <a:pt x="382" y="110"/>
                  <a:pt x="382" y="109"/>
                </a:cubicBezTo>
                <a:cubicBezTo>
                  <a:pt x="382" y="109"/>
                  <a:pt x="382" y="109"/>
                  <a:pt x="382" y="109"/>
                </a:cubicBezTo>
                <a:cubicBezTo>
                  <a:pt x="382" y="109"/>
                  <a:pt x="382" y="109"/>
                  <a:pt x="382" y="109"/>
                </a:cubicBezTo>
                <a:cubicBezTo>
                  <a:pt x="382" y="109"/>
                  <a:pt x="382" y="109"/>
                  <a:pt x="382" y="109"/>
                </a:cubicBezTo>
                <a:cubicBezTo>
                  <a:pt x="381" y="109"/>
                  <a:pt x="381" y="109"/>
                  <a:pt x="381" y="109"/>
                </a:cubicBezTo>
                <a:cubicBezTo>
                  <a:pt x="381" y="109"/>
                  <a:pt x="381" y="109"/>
                  <a:pt x="381" y="109"/>
                </a:cubicBezTo>
                <a:cubicBezTo>
                  <a:pt x="381" y="109"/>
                  <a:pt x="381" y="109"/>
                  <a:pt x="381" y="109"/>
                </a:cubicBezTo>
                <a:cubicBezTo>
                  <a:pt x="381" y="110"/>
                  <a:pt x="381" y="110"/>
                  <a:pt x="381" y="110"/>
                </a:cubicBezTo>
                <a:cubicBezTo>
                  <a:pt x="381" y="110"/>
                  <a:pt x="381" y="110"/>
                  <a:pt x="381" y="110"/>
                </a:cubicBezTo>
                <a:cubicBezTo>
                  <a:pt x="381" y="110"/>
                  <a:pt x="381" y="110"/>
                  <a:pt x="381" y="110"/>
                </a:cubicBezTo>
                <a:cubicBezTo>
                  <a:pt x="381" y="110"/>
                  <a:pt x="381" y="110"/>
                  <a:pt x="381" y="110"/>
                </a:cubicBezTo>
                <a:cubicBezTo>
                  <a:pt x="382" y="110"/>
                  <a:pt x="382" y="110"/>
                  <a:pt x="382" y="110"/>
                </a:cubicBezTo>
                <a:cubicBezTo>
                  <a:pt x="382" y="110"/>
                  <a:pt x="382" y="110"/>
                  <a:pt x="382" y="110"/>
                </a:cubicBezTo>
                <a:cubicBezTo>
                  <a:pt x="382" y="110"/>
                  <a:pt x="382" y="110"/>
                  <a:pt x="382" y="110"/>
                </a:cubicBezTo>
                <a:cubicBezTo>
                  <a:pt x="382" y="110"/>
                  <a:pt x="382" y="110"/>
                  <a:pt x="382" y="110"/>
                </a:cubicBezTo>
                <a:cubicBezTo>
                  <a:pt x="382" y="110"/>
                  <a:pt x="382" y="110"/>
                  <a:pt x="382" y="110"/>
                </a:cubicBezTo>
                <a:close/>
                <a:moveTo>
                  <a:pt x="383" y="110"/>
                </a:moveTo>
                <a:cubicBezTo>
                  <a:pt x="383" y="110"/>
                  <a:pt x="383" y="110"/>
                  <a:pt x="383" y="110"/>
                </a:cubicBezTo>
                <a:cubicBezTo>
                  <a:pt x="383" y="110"/>
                  <a:pt x="383" y="110"/>
                  <a:pt x="383" y="110"/>
                </a:cubicBezTo>
                <a:cubicBezTo>
                  <a:pt x="383" y="110"/>
                  <a:pt x="383" y="110"/>
                  <a:pt x="383" y="110"/>
                </a:cubicBezTo>
                <a:cubicBezTo>
                  <a:pt x="383" y="110"/>
                  <a:pt x="383" y="110"/>
                  <a:pt x="383" y="109"/>
                </a:cubicBezTo>
                <a:cubicBezTo>
                  <a:pt x="383" y="109"/>
                  <a:pt x="383" y="109"/>
                  <a:pt x="383" y="109"/>
                </a:cubicBezTo>
                <a:cubicBezTo>
                  <a:pt x="383" y="109"/>
                  <a:pt x="383" y="109"/>
                  <a:pt x="383" y="109"/>
                </a:cubicBezTo>
                <a:cubicBezTo>
                  <a:pt x="383" y="109"/>
                  <a:pt x="382" y="109"/>
                  <a:pt x="382" y="109"/>
                </a:cubicBezTo>
                <a:cubicBezTo>
                  <a:pt x="382" y="108"/>
                  <a:pt x="382" y="108"/>
                  <a:pt x="382" y="108"/>
                </a:cubicBezTo>
                <a:cubicBezTo>
                  <a:pt x="382" y="108"/>
                  <a:pt x="382" y="108"/>
                  <a:pt x="382" y="108"/>
                </a:cubicBezTo>
                <a:cubicBezTo>
                  <a:pt x="382" y="108"/>
                  <a:pt x="381" y="108"/>
                  <a:pt x="381" y="108"/>
                </a:cubicBezTo>
                <a:cubicBezTo>
                  <a:pt x="381" y="108"/>
                  <a:pt x="381" y="108"/>
                  <a:pt x="381" y="109"/>
                </a:cubicBezTo>
                <a:cubicBezTo>
                  <a:pt x="381" y="109"/>
                  <a:pt x="381" y="109"/>
                  <a:pt x="381" y="109"/>
                </a:cubicBezTo>
                <a:cubicBezTo>
                  <a:pt x="381" y="109"/>
                  <a:pt x="381" y="109"/>
                  <a:pt x="382" y="109"/>
                </a:cubicBezTo>
                <a:cubicBezTo>
                  <a:pt x="382" y="109"/>
                  <a:pt x="382" y="109"/>
                  <a:pt x="382" y="109"/>
                </a:cubicBezTo>
                <a:cubicBezTo>
                  <a:pt x="382" y="109"/>
                  <a:pt x="382" y="109"/>
                  <a:pt x="382" y="109"/>
                </a:cubicBezTo>
                <a:cubicBezTo>
                  <a:pt x="382" y="109"/>
                  <a:pt x="382" y="110"/>
                  <a:pt x="383" y="110"/>
                </a:cubicBezTo>
                <a:cubicBezTo>
                  <a:pt x="383" y="110"/>
                  <a:pt x="383" y="110"/>
                  <a:pt x="383" y="110"/>
                </a:cubicBezTo>
                <a:cubicBezTo>
                  <a:pt x="383" y="110"/>
                  <a:pt x="383" y="110"/>
                  <a:pt x="383" y="110"/>
                </a:cubicBezTo>
                <a:close/>
                <a:moveTo>
                  <a:pt x="372" y="63"/>
                </a:moveTo>
                <a:cubicBezTo>
                  <a:pt x="372" y="63"/>
                  <a:pt x="372" y="63"/>
                  <a:pt x="372" y="63"/>
                </a:cubicBezTo>
                <a:cubicBezTo>
                  <a:pt x="372" y="63"/>
                  <a:pt x="372" y="63"/>
                  <a:pt x="372" y="63"/>
                </a:cubicBezTo>
                <a:cubicBezTo>
                  <a:pt x="372" y="63"/>
                  <a:pt x="372" y="63"/>
                  <a:pt x="372" y="63"/>
                </a:cubicBezTo>
                <a:cubicBezTo>
                  <a:pt x="372" y="63"/>
                  <a:pt x="372" y="63"/>
                  <a:pt x="372" y="63"/>
                </a:cubicBezTo>
                <a:close/>
                <a:moveTo>
                  <a:pt x="402" y="110"/>
                </a:moveTo>
                <a:cubicBezTo>
                  <a:pt x="402" y="110"/>
                  <a:pt x="402" y="111"/>
                  <a:pt x="402" y="111"/>
                </a:cubicBezTo>
                <a:cubicBezTo>
                  <a:pt x="402" y="111"/>
                  <a:pt x="402" y="111"/>
                  <a:pt x="402" y="111"/>
                </a:cubicBezTo>
                <a:cubicBezTo>
                  <a:pt x="402" y="111"/>
                  <a:pt x="402" y="111"/>
                  <a:pt x="402" y="111"/>
                </a:cubicBezTo>
                <a:cubicBezTo>
                  <a:pt x="402" y="111"/>
                  <a:pt x="402" y="111"/>
                  <a:pt x="402" y="111"/>
                </a:cubicBezTo>
                <a:cubicBezTo>
                  <a:pt x="402" y="111"/>
                  <a:pt x="402" y="111"/>
                  <a:pt x="402" y="110"/>
                </a:cubicBezTo>
                <a:cubicBezTo>
                  <a:pt x="402" y="110"/>
                  <a:pt x="402" y="110"/>
                  <a:pt x="402" y="110"/>
                </a:cubicBezTo>
                <a:cubicBezTo>
                  <a:pt x="402" y="110"/>
                  <a:pt x="402" y="110"/>
                  <a:pt x="402" y="110"/>
                </a:cubicBezTo>
                <a:cubicBezTo>
                  <a:pt x="402" y="110"/>
                  <a:pt x="402" y="110"/>
                  <a:pt x="402" y="110"/>
                </a:cubicBezTo>
                <a:cubicBezTo>
                  <a:pt x="402" y="110"/>
                  <a:pt x="402" y="111"/>
                  <a:pt x="402" y="111"/>
                </a:cubicBezTo>
                <a:cubicBezTo>
                  <a:pt x="402" y="111"/>
                  <a:pt x="402" y="111"/>
                  <a:pt x="402" y="111"/>
                </a:cubicBezTo>
                <a:cubicBezTo>
                  <a:pt x="402" y="111"/>
                  <a:pt x="402" y="111"/>
                  <a:pt x="402" y="111"/>
                </a:cubicBezTo>
                <a:cubicBezTo>
                  <a:pt x="402" y="110"/>
                  <a:pt x="402" y="110"/>
                  <a:pt x="402" y="110"/>
                </a:cubicBezTo>
                <a:cubicBezTo>
                  <a:pt x="402" y="110"/>
                  <a:pt x="402" y="110"/>
                  <a:pt x="402" y="110"/>
                </a:cubicBezTo>
                <a:cubicBezTo>
                  <a:pt x="402" y="110"/>
                  <a:pt x="402" y="110"/>
                  <a:pt x="402" y="110"/>
                </a:cubicBezTo>
                <a:cubicBezTo>
                  <a:pt x="402" y="110"/>
                  <a:pt x="402" y="110"/>
                  <a:pt x="402"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10"/>
                  <a:pt x="401" y="110"/>
                  <a:pt x="401" y="110"/>
                </a:cubicBezTo>
                <a:cubicBezTo>
                  <a:pt x="401" y="109"/>
                  <a:pt x="401" y="109"/>
                  <a:pt x="401" y="109"/>
                </a:cubicBezTo>
                <a:cubicBezTo>
                  <a:pt x="401" y="109"/>
                  <a:pt x="401" y="109"/>
                  <a:pt x="401" y="109"/>
                </a:cubicBezTo>
                <a:cubicBezTo>
                  <a:pt x="401" y="109"/>
                  <a:pt x="401" y="109"/>
                  <a:pt x="401" y="109"/>
                </a:cubicBezTo>
                <a:cubicBezTo>
                  <a:pt x="401" y="109"/>
                  <a:pt x="401" y="109"/>
                  <a:pt x="401" y="109"/>
                </a:cubicBezTo>
                <a:cubicBezTo>
                  <a:pt x="401" y="109"/>
                  <a:pt x="401" y="109"/>
                  <a:pt x="401" y="109"/>
                </a:cubicBezTo>
                <a:cubicBezTo>
                  <a:pt x="401" y="109"/>
                  <a:pt x="401" y="109"/>
                  <a:pt x="401" y="109"/>
                </a:cubicBezTo>
                <a:cubicBezTo>
                  <a:pt x="401" y="109"/>
                  <a:pt x="401" y="109"/>
                  <a:pt x="401" y="109"/>
                </a:cubicBezTo>
                <a:cubicBezTo>
                  <a:pt x="401" y="109"/>
                  <a:pt x="401" y="109"/>
                  <a:pt x="401" y="109"/>
                </a:cubicBezTo>
                <a:cubicBezTo>
                  <a:pt x="401" y="109"/>
                  <a:pt x="401" y="109"/>
                  <a:pt x="401" y="109"/>
                </a:cubicBezTo>
                <a:cubicBezTo>
                  <a:pt x="401" y="109"/>
                  <a:pt x="401" y="109"/>
                  <a:pt x="401" y="109"/>
                </a:cubicBezTo>
                <a:cubicBezTo>
                  <a:pt x="401" y="109"/>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8"/>
                </a:cubicBezTo>
                <a:cubicBezTo>
                  <a:pt x="401" y="108"/>
                  <a:pt x="401" y="108"/>
                  <a:pt x="401" y="107"/>
                </a:cubicBezTo>
                <a:cubicBezTo>
                  <a:pt x="401" y="107"/>
                  <a:pt x="401" y="107"/>
                  <a:pt x="401" y="107"/>
                </a:cubicBezTo>
                <a:cubicBezTo>
                  <a:pt x="401" y="107"/>
                  <a:pt x="401" y="107"/>
                  <a:pt x="401" y="107"/>
                </a:cubicBezTo>
                <a:cubicBezTo>
                  <a:pt x="401" y="107"/>
                  <a:pt x="401" y="107"/>
                  <a:pt x="401" y="107"/>
                </a:cubicBezTo>
                <a:cubicBezTo>
                  <a:pt x="401" y="107"/>
                  <a:pt x="401" y="107"/>
                  <a:pt x="401" y="107"/>
                </a:cubicBezTo>
                <a:cubicBezTo>
                  <a:pt x="401" y="107"/>
                  <a:pt x="401" y="107"/>
                  <a:pt x="401" y="107"/>
                </a:cubicBezTo>
                <a:cubicBezTo>
                  <a:pt x="401" y="107"/>
                  <a:pt x="401" y="107"/>
                  <a:pt x="401" y="107"/>
                </a:cubicBezTo>
                <a:cubicBezTo>
                  <a:pt x="401" y="107"/>
                  <a:pt x="401" y="107"/>
                  <a:pt x="401" y="107"/>
                </a:cubicBezTo>
                <a:cubicBezTo>
                  <a:pt x="401" y="107"/>
                  <a:pt x="401" y="107"/>
                  <a:pt x="401" y="107"/>
                </a:cubicBezTo>
                <a:cubicBezTo>
                  <a:pt x="401" y="107"/>
                  <a:pt x="401" y="107"/>
                  <a:pt x="401" y="107"/>
                </a:cubicBezTo>
                <a:cubicBezTo>
                  <a:pt x="402" y="107"/>
                  <a:pt x="402" y="107"/>
                  <a:pt x="402" y="107"/>
                </a:cubicBezTo>
                <a:cubicBezTo>
                  <a:pt x="402" y="107"/>
                  <a:pt x="402" y="107"/>
                  <a:pt x="402" y="107"/>
                </a:cubicBezTo>
                <a:cubicBezTo>
                  <a:pt x="402" y="107"/>
                  <a:pt x="402" y="107"/>
                  <a:pt x="402" y="107"/>
                </a:cubicBezTo>
                <a:cubicBezTo>
                  <a:pt x="402" y="107"/>
                  <a:pt x="402" y="107"/>
                  <a:pt x="402" y="107"/>
                </a:cubicBezTo>
                <a:cubicBezTo>
                  <a:pt x="402" y="107"/>
                  <a:pt x="402" y="107"/>
                  <a:pt x="402" y="107"/>
                </a:cubicBezTo>
                <a:cubicBezTo>
                  <a:pt x="402" y="107"/>
                  <a:pt x="402" y="107"/>
                  <a:pt x="402" y="107"/>
                </a:cubicBezTo>
                <a:cubicBezTo>
                  <a:pt x="402" y="107"/>
                  <a:pt x="401" y="107"/>
                  <a:pt x="401" y="107"/>
                </a:cubicBezTo>
                <a:cubicBezTo>
                  <a:pt x="401" y="107"/>
                  <a:pt x="401" y="107"/>
                  <a:pt x="401" y="107"/>
                </a:cubicBezTo>
                <a:cubicBezTo>
                  <a:pt x="401" y="106"/>
                  <a:pt x="401" y="106"/>
                  <a:pt x="401" y="106"/>
                </a:cubicBezTo>
                <a:cubicBezTo>
                  <a:pt x="401" y="106"/>
                  <a:pt x="401" y="106"/>
                  <a:pt x="401" y="106"/>
                </a:cubicBezTo>
                <a:cubicBezTo>
                  <a:pt x="401" y="106"/>
                  <a:pt x="401" y="106"/>
                  <a:pt x="401" y="106"/>
                </a:cubicBezTo>
                <a:cubicBezTo>
                  <a:pt x="401" y="106"/>
                  <a:pt x="401" y="106"/>
                  <a:pt x="401" y="106"/>
                </a:cubicBezTo>
                <a:cubicBezTo>
                  <a:pt x="401" y="106"/>
                  <a:pt x="401" y="106"/>
                  <a:pt x="401" y="106"/>
                </a:cubicBezTo>
                <a:cubicBezTo>
                  <a:pt x="401" y="106"/>
                  <a:pt x="401" y="106"/>
                  <a:pt x="401" y="106"/>
                </a:cubicBezTo>
                <a:cubicBezTo>
                  <a:pt x="401" y="106"/>
                  <a:pt x="401" y="106"/>
                  <a:pt x="401" y="106"/>
                </a:cubicBezTo>
                <a:cubicBezTo>
                  <a:pt x="401"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6"/>
                  <a:pt x="402" y="106"/>
                </a:cubicBezTo>
                <a:cubicBezTo>
                  <a:pt x="402" y="106"/>
                  <a:pt x="402" y="105"/>
                  <a:pt x="402" y="105"/>
                </a:cubicBezTo>
                <a:cubicBezTo>
                  <a:pt x="402" y="105"/>
                  <a:pt x="402" y="105"/>
                  <a:pt x="402" y="105"/>
                </a:cubicBezTo>
                <a:cubicBezTo>
                  <a:pt x="402" y="105"/>
                  <a:pt x="402" y="105"/>
                  <a:pt x="402" y="105"/>
                </a:cubicBezTo>
                <a:cubicBezTo>
                  <a:pt x="402" y="105"/>
                  <a:pt x="402" y="105"/>
                  <a:pt x="402" y="105"/>
                </a:cubicBezTo>
                <a:cubicBezTo>
                  <a:pt x="402" y="105"/>
                  <a:pt x="402" y="105"/>
                  <a:pt x="402" y="105"/>
                </a:cubicBezTo>
                <a:cubicBezTo>
                  <a:pt x="402" y="105"/>
                  <a:pt x="402" y="105"/>
                  <a:pt x="402" y="105"/>
                </a:cubicBezTo>
                <a:cubicBezTo>
                  <a:pt x="402" y="105"/>
                  <a:pt x="402" y="105"/>
                  <a:pt x="402" y="105"/>
                </a:cubicBezTo>
                <a:cubicBezTo>
                  <a:pt x="402" y="94"/>
                  <a:pt x="402" y="94"/>
                  <a:pt x="402" y="94"/>
                </a:cubicBezTo>
                <a:cubicBezTo>
                  <a:pt x="402" y="72"/>
                  <a:pt x="402" y="72"/>
                  <a:pt x="402" y="72"/>
                </a:cubicBezTo>
                <a:cubicBezTo>
                  <a:pt x="402" y="72"/>
                  <a:pt x="402" y="72"/>
                  <a:pt x="402" y="72"/>
                </a:cubicBezTo>
                <a:cubicBezTo>
                  <a:pt x="402" y="72"/>
                  <a:pt x="401" y="72"/>
                  <a:pt x="401" y="72"/>
                </a:cubicBezTo>
                <a:cubicBezTo>
                  <a:pt x="401" y="72"/>
                  <a:pt x="401" y="72"/>
                  <a:pt x="401" y="72"/>
                </a:cubicBezTo>
                <a:cubicBezTo>
                  <a:pt x="401" y="72"/>
                  <a:pt x="400" y="72"/>
                  <a:pt x="400" y="72"/>
                </a:cubicBezTo>
                <a:cubicBezTo>
                  <a:pt x="400" y="72"/>
                  <a:pt x="400" y="72"/>
                  <a:pt x="400" y="72"/>
                </a:cubicBezTo>
                <a:cubicBezTo>
                  <a:pt x="400" y="72"/>
                  <a:pt x="399" y="72"/>
                  <a:pt x="399" y="72"/>
                </a:cubicBezTo>
                <a:cubicBezTo>
                  <a:pt x="399" y="72"/>
                  <a:pt x="399" y="72"/>
                  <a:pt x="399" y="72"/>
                </a:cubicBezTo>
                <a:cubicBezTo>
                  <a:pt x="400" y="71"/>
                  <a:pt x="400" y="71"/>
                  <a:pt x="400" y="71"/>
                </a:cubicBezTo>
                <a:cubicBezTo>
                  <a:pt x="400" y="71"/>
                  <a:pt x="399" y="71"/>
                  <a:pt x="399" y="71"/>
                </a:cubicBezTo>
                <a:cubicBezTo>
                  <a:pt x="399" y="71"/>
                  <a:pt x="399" y="71"/>
                  <a:pt x="399" y="71"/>
                </a:cubicBezTo>
                <a:cubicBezTo>
                  <a:pt x="399" y="71"/>
                  <a:pt x="399" y="71"/>
                  <a:pt x="399" y="71"/>
                </a:cubicBezTo>
                <a:cubicBezTo>
                  <a:pt x="399" y="70"/>
                  <a:pt x="398" y="70"/>
                  <a:pt x="398" y="70"/>
                </a:cubicBezTo>
                <a:cubicBezTo>
                  <a:pt x="398" y="70"/>
                  <a:pt x="398" y="70"/>
                  <a:pt x="398" y="70"/>
                </a:cubicBezTo>
                <a:cubicBezTo>
                  <a:pt x="398" y="70"/>
                  <a:pt x="397" y="70"/>
                  <a:pt x="397" y="70"/>
                </a:cubicBezTo>
                <a:cubicBezTo>
                  <a:pt x="397" y="70"/>
                  <a:pt x="397" y="70"/>
                  <a:pt x="397" y="70"/>
                </a:cubicBezTo>
                <a:cubicBezTo>
                  <a:pt x="397" y="70"/>
                  <a:pt x="396" y="70"/>
                  <a:pt x="396" y="70"/>
                </a:cubicBezTo>
                <a:cubicBezTo>
                  <a:pt x="396" y="70"/>
                  <a:pt x="396" y="70"/>
                  <a:pt x="396" y="70"/>
                </a:cubicBezTo>
                <a:cubicBezTo>
                  <a:pt x="396" y="70"/>
                  <a:pt x="396" y="71"/>
                  <a:pt x="396" y="71"/>
                </a:cubicBezTo>
                <a:cubicBezTo>
                  <a:pt x="396" y="71"/>
                  <a:pt x="396" y="70"/>
                  <a:pt x="396" y="70"/>
                </a:cubicBezTo>
                <a:cubicBezTo>
                  <a:pt x="396" y="70"/>
                  <a:pt x="396" y="70"/>
                  <a:pt x="396" y="70"/>
                </a:cubicBezTo>
                <a:cubicBezTo>
                  <a:pt x="396" y="70"/>
                  <a:pt x="395" y="70"/>
                  <a:pt x="395" y="70"/>
                </a:cubicBezTo>
                <a:cubicBezTo>
                  <a:pt x="395" y="70"/>
                  <a:pt x="395" y="70"/>
                  <a:pt x="395" y="70"/>
                </a:cubicBezTo>
                <a:cubicBezTo>
                  <a:pt x="395" y="70"/>
                  <a:pt x="395" y="70"/>
                  <a:pt x="395" y="70"/>
                </a:cubicBezTo>
                <a:cubicBezTo>
                  <a:pt x="395" y="70"/>
                  <a:pt x="394" y="70"/>
                  <a:pt x="394" y="70"/>
                </a:cubicBezTo>
                <a:cubicBezTo>
                  <a:pt x="394" y="70"/>
                  <a:pt x="394" y="70"/>
                  <a:pt x="393" y="70"/>
                </a:cubicBezTo>
                <a:cubicBezTo>
                  <a:pt x="393" y="70"/>
                  <a:pt x="393" y="70"/>
                  <a:pt x="392" y="70"/>
                </a:cubicBezTo>
                <a:cubicBezTo>
                  <a:pt x="392" y="70"/>
                  <a:pt x="392" y="70"/>
                  <a:pt x="391" y="70"/>
                </a:cubicBezTo>
                <a:cubicBezTo>
                  <a:pt x="391" y="70"/>
                  <a:pt x="391" y="70"/>
                  <a:pt x="391" y="70"/>
                </a:cubicBezTo>
                <a:cubicBezTo>
                  <a:pt x="390" y="69"/>
                  <a:pt x="390" y="69"/>
                  <a:pt x="390" y="69"/>
                </a:cubicBezTo>
                <a:cubicBezTo>
                  <a:pt x="390" y="69"/>
                  <a:pt x="390" y="69"/>
                  <a:pt x="389" y="69"/>
                </a:cubicBezTo>
                <a:cubicBezTo>
                  <a:pt x="389" y="69"/>
                  <a:pt x="389" y="69"/>
                  <a:pt x="389" y="69"/>
                </a:cubicBezTo>
                <a:cubicBezTo>
                  <a:pt x="389" y="69"/>
                  <a:pt x="389" y="68"/>
                  <a:pt x="388" y="68"/>
                </a:cubicBezTo>
                <a:cubicBezTo>
                  <a:pt x="388" y="68"/>
                  <a:pt x="387" y="68"/>
                  <a:pt x="387" y="68"/>
                </a:cubicBezTo>
                <a:cubicBezTo>
                  <a:pt x="386" y="67"/>
                  <a:pt x="386" y="67"/>
                  <a:pt x="385" y="67"/>
                </a:cubicBezTo>
                <a:cubicBezTo>
                  <a:pt x="385" y="67"/>
                  <a:pt x="385" y="67"/>
                  <a:pt x="385" y="66"/>
                </a:cubicBezTo>
                <a:cubicBezTo>
                  <a:pt x="385" y="66"/>
                  <a:pt x="385" y="66"/>
                  <a:pt x="384" y="66"/>
                </a:cubicBezTo>
                <a:cubicBezTo>
                  <a:pt x="384" y="66"/>
                  <a:pt x="384" y="66"/>
                  <a:pt x="384" y="66"/>
                </a:cubicBezTo>
                <a:cubicBezTo>
                  <a:pt x="384" y="66"/>
                  <a:pt x="384" y="66"/>
                  <a:pt x="384" y="66"/>
                </a:cubicBezTo>
                <a:cubicBezTo>
                  <a:pt x="383" y="66"/>
                  <a:pt x="383" y="66"/>
                  <a:pt x="383" y="66"/>
                </a:cubicBezTo>
                <a:cubicBezTo>
                  <a:pt x="383" y="66"/>
                  <a:pt x="383" y="66"/>
                  <a:pt x="382" y="66"/>
                </a:cubicBezTo>
                <a:cubicBezTo>
                  <a:pt x="382" y="66"/>
                  <a:pt x="382" y="66"/>
                  <a:pt x="382" y="65"/>
                </a:cubicBezTo>
                <a:cubicBezTo>
                  <a:pt x="382" y="65"/>
                  <a:pt x="382" y="65"/>
                  <a:pt x="382" y="65"/>
                </a:cubicBezTo>
                <a:cubicBezTo>
                  <a:pt x="382" y="65"/>
                  <a:pt x="382" y="65"/>
                  <a:pt x="382" y="65"/>
                </a:cubicBezTo>
                <a:cubicBezTo>
                  <a:pt x="381" y="65"/>
                  <a:pt x="381" y="65"/>
                  <a:pt x="381" y="65"/>
                </a:cubicBezTo>
                <a:cubicBezTo>
                  <a:pt x="381" y="65"/>
                  <a:pt x="381" y="65"/>
                  <a:pt x="380" y="65"/>
                </a:cubicBezTo>
                <a:cubicBezTo>
                  <a:pt x="380" y="64"/>
                  <a:pt x="380" y="64"/>
                  <a:pt x="380" y="64"/>
                </a:cubicBezTo>
                <a:cubicBezTo>
                  <a:pt x="379" y="64"/>
                  <a:pt x="379" y="64"/>
                  <a:pt x="378" y="64"/>
                </a:cubicBezTo>
                <a:cubicBezTo>
                  <a:pt x="378" y="64"/>
                  <a:pt x="378" y="64"/>
                  <a:pt x="378" y="63"/>
                </a:cubicBezTo>
                <a:cubicBezTo>
                  <a:pt x="377" y="63"/>
                  <a:pt x="377" y="63"/>
                  <a:pt x="377" y="63"/>
                </a:cubicBezTo>
                <a:cubicBezTo>
                  <a:pt x="377" y="63"/>
                  <a:pt x="376" y="63"/>
                  <a:pt x="376" y="63"/>
                </a:cubicBezTo>
                <a:cubicBezTo>
                  <a:pt x="376" y="63"/>
                  <a:pt x="376" y="63"/>
                  <a:pt x="376" y="63"/>
                </a:cubicBezTo>
                <a:cubicBezTo>
                  <a:pt x="375" y="63"/>
                  <a:pt x="375" y="63"/>
                  <a:pt x="375" y="62"/>
                </a:cubicBezTo>
                <a:cubicBezTo>
                  <a:pt x="375" y="62"/>
                  <a:pt x="375" y="63"/>
                  <a:pt x="375" y="63"/>
                </a:cubicBezTo>
                <a:cubicBezTo>
                  <a:pt x="375" y="62"/>
                  <a:pt x="375" y="62"/>
                  <a:pt x="375" y="62"/>
                </a:cubicBezTo>
                <a:cubicBezTo>
                  <a:pt x="375" y="62"/>
                  <a:pt x="375" y="62"/>
                  <a:pt x="375" y="62"/>
                </a:cubicBezTo>
                <a:cubicBezTo>
                  <a:pt x="375" y="62"/>
                  <a:pt x="374" y="62"/>
                  <a:pt x="374" y="62"/>
                </a:cubicBezTo>
                <a:cubicBezTo>
                  <a:pt x="374" y="62"/>
                  <a:pt x="374" y="62"/>
                  <a:pt x="374" y="62"/>
                </a:cubicBezTo>
                <a:cubicBezTo>
                  <a:pt x="374" y="62"/>
                  <a:pt x="374" y="62"/>
                  <a:pt x="374" y="62"/>
                </a:cubicBezTo>
                <a:cubicBezTo>
                  <a:pt x="373" y="62"/>
                  <a:pt x="373" y="62"/>
                  <a:pt x="373" y="62"/>
                </a:cubicBezTo>
                <a:cubicBezTo>
                  <a:pt x="372" y="62"/>
                  <a:pt x="372" y="62"/>
                  <a:pt x="372" y="63"/>
                </a:cubicBezTo>
                <a:cubicBezTo>
                  <a:pt x="371" y="63"/>
                  <a:pt x="371" y="63"/>
                  <a:pt x="371" y="63"/>
                </a:cubicBezTo>
                <a:cubicBezTo>
                  <a:pt x="371" y="63"/>
                  <a:pt x="371" y="63"/>
                  <a:pt x="370" y="63"/>
                </a:cubicBezTo>
                <a:cubicBezTo>
                  <a:pt x="370" y="64"/>
                  <a:pt x="370" y="64"/>
                  <a:pt x="369" y="64"/>
                </a:cubicBezTo>
                <a:cubicBezTo>
                  <a:pt x="369" y="64"/>
                  <a:pt x="369" y="64"/>
                  <a:pt x="369" y="64"/>
                </a:cubicBezTo>
                <a:cubicBezTo>
                  <a:pt x="369" y="65"/>
                  <a:pt x="370" y="64"/>
                  <a:pt x="370" y="65"/>
                </a:cubicBezTo>
                <a:cubicBezTo>
                  <a:pt x="369" y="65"/>
                  <a:pt x="369" y="65"/>
                  <a:pt x="369" y="65"/>
                </a:cubicBezTo>
                <a:cubicBezTo>
                  <a:pt x="369" y="65"/>
                  <a:pt x="369" y="64"/>
                  <a:pt x="368" y="64"/>
                </a:cubicBezTo>
                <a:cubicBezTo>
                  <a:pt x="368" y="64"/>
                  <a:pt x="368" y="64"/>
                  <a:pt x="368" y="65"/>
                </a:cubicBezTo>
                <a:cubicBezTo>
                  <a:pt x="368" y="65"/>
                  <a:pt x="368" y="65"/>
                  <a:pt x="368" y="65"/>
                </a:cubicBezTo>
                <a:cubicBezTo>
                  <a:pt x="368" y="65"/>
                  <a:pt x="368" y="65"/>
                  <a:pt x="368" y="65"/>
                </a:cubicBezTo>
                <a:cubicBezTo>
                  <a:pt x="368" y="65"/>
                  <a:pt x="368" y="65"/>
                  <a:pt x="368" y="65"/>
                </a:cubicBezTo>
                <a:cubicBezTo>
                  <a:pt x="368" y="65"/>
                  <a:pt x="368" y="64"/>
                  <a:pt x="367" y="64"/>
                </a:cubicBezTo>
                <a:cubicBezTo>
                  <a:pt x="367" y="65"/>
                  <a:pt x="367" y="65"/>
                  <a:pt x="367" y="65"/>
                </a:cubicBezTo>
                <a:cubicBezTo>
                  <a:pt x="367" y="65"/>
                  <a:pt x="367" y="66"/>
                  <a:pt x="367" y="66"/>
                </a:cubicBezTo>
                <a:cubicBezTo>
                  <a:pt x="367" y="66"/>
                  <a:pt x="367" y="65"/>
                  <a:pt x="368" y="65"/>
                </a:cubicBezTo>
                <a:cubicBezTo>
                  <a:pt x="368" y="66"/>
                  <a:pt x="368" y="66"/>
                  <a:pt x="368" y="66"/>
                </a:cubicBezTo>
                <a:cubicBezTo>
                  <a:pt x="368" y="66"/>
                  <a:pt x="368" y="66"/>
                  <a:pt x="368" y="66"/>
                </a:cubicBezTo>
                <a:cubicBezTo>
                  <a:pt x="368" y="67"/>
                  <a:pt x="368" y="67"/>
                  <a:pt x="368" y="67"/>
                </a:cubicBezTo>
                <a:cubicBezTo>
                  <a:pt x="368" y="67"/>
                  <a:pt x="368" y="67"/>
                  <a:pt x="368" y="67"/>
                </a:cubicBezTo>
                <a:cubicBezTo>
                  <a:pt x="368" y="67"/>
                  <a:pt x="368" y="67"/>
                  <a:pt x="367" y="67"/>
                </a:cubicBezTo>
                <a:cubicBezTo>
                  <a:pt x="367" y="68"/>
                  <a:pt x="367" y="67"/>
                  <a:pt x="366" y="67"/>
                </a:cubicBezTo>
                <a:cubicBezTo>
                  <a:pt x="366" y="68"/>
                  <a:pt x="366" y="68"/>
                  <a:pt x="365" y="68"/>
                </a:cubicBezTo>
                <a:cubicBezTo>
                  <a:pt x="365" y="68"/>
                  <a:pt x="365" y="68"/>
                  <a:pt x="365" y="68"/>
                </a:cubicBezTo>
                <a:cubicBezTo>
                  <a:pt x="365" y="68"/>
                  <a:pt x="365" y="68"/>
                  <a:pt x="365" y="68"/>
                </a:cubicBezTo>
                <a:cubicBezTo>
                  <a:pt x="364" y="69"/>
                  <a:pt x="364" y="69"/>
                  <a:pt x="364" y="69"/>
                </a:cubicBezTo>
                <a:cubicBezTo>
                  <a:pt x="364" y="69"/>
                  <a:pt x="364" y="69"/>
                  <a:pt x="364" y="69"/>
                </a:cubicBezTo>
                <a:cubicBezTo>
                  <a:pt x="363" y="69"/>
                  <a:pt x="363" y="69"/>
                  <a:pt x="363" y="69"/>
                </a:cubicBezTo>
                <a:cubicBezTo>
                  <a:pt x="363" y="69"/>
                  <a:pt x="363" y="69"/>
                  <a:pt x="363" y="69"/>
                </a:cubicBezTo>
                <a:cubicBezTo>
                  <a:pt x="363" y="68"/>
                  <a:pt x="363" y="68"/>
                  <a:pt x="362" y="68"/>
                </a:cubicBezTo>
                <a:cubicBezTo>
                  <a:pt x="362" y="68"/>
                  <a:pt x="362" y="68"/>
                  <a:pt x="362" y="68"/>
                </a:cubicBezTo>
                <a:cubicBezTo>
                  <a:pt x="362" y="68"/>
                  <a:pt x="361" y="68"/>
                  <a:pt x="361" y="68"/>
                </a:cubicBezTo>
                <a:cubicBezTo>
                  <a:pt x="361" y="69"/>
                  <a:pt x="360" y="69"/>
                  <a:pt x="361" y="69"/>
                </a:cubicBezTo>
                <a:cubicBezTo>
                  <a:pt x="361" y="69"/>
                  <a:pt x="361" y="69"/>
                  <a:pt x="360" y="70"/>
                </a:cubicBezTo>
                <a:cubicBezTo>
                  <a:pt x="360" y="70"/>
                  <a:pt x="360" y="70"/>
                  <a:pt x="360" y="71"/>
                </a:cubicBezTo>
                <a:cubicBezTo>
                  <a:pt x="360" y="71"/>
                  <a:pt x="360" y="72"/>
                  <a:pt x="359" y="72"/>
                </a:cubicBezTo>
                <a:cubicBezTo>
                  <a:pt x="359" y="72"/>
                  <a:pt x="358" y="72"/>
                  <a:pt x="358" y="73"/>
                </a:cubicBezTo>
                <a:cubicBezTo>
                  <a:pt x="358" y="73"/>
                  <a:pt x="358" y="73"/>
                  <a:pt x="357" y="73"/>
                </a:cubicBezTo>
                <a:cubicBezTo>
                  <a:pt x="357" y="73"/>
                  <a:pt x="357" y="73"/>
                  <a:pt x="357" y="74"/>
                </a:cubicBezTo>
                <a:cubicBezTo>
                  <a:pt x="357" y="74"/>
                  <a:pt x="357" y="74"/>
                  <a:pt x="357" y="74"/>
                </a:cubicBezTo>
                <a:cubicBezTo>
                  <a:pt x="357" y="74"/>
                  <a:pt x="357" y="74"/>
                  <a:pt x="357" y="74"/>
                </a:cubicBezTo>
                <a:cubicBezTo>
                  <a:pt x="356" y="74"/>
                  <a:pt x="357" y="75"/>
                  <a:pt x="357" y="75"/>
                </a:cubicBezTo>
                <a:cubicBezTo>
                  <a:pt x="357" y="75"/>
                  <a:pt x="357" y="75"/>
                  <a:pt x="356" y="75"/>
                </a:cubicBezTo>
                <a:cubicBezTo>
                  <a:pt x="356" y="76"/>
                  <a:pt x="356" y="76"/>
                  <a:pt x="356" y="76"/>
                </a:cubicBezTo>
                <a:cubicBezTo>
                  <a:pt x="356" y="76"/>
                  <a:pt x="355" y="76"/>
                  <a:pt x="355" y="76"/>
                </a:cubicBezTo>
                <a:cubicBezTo>
                  <a:pt x="355" y="76"/>
                  <a:pt x="355" y="76"/>
                  <a:pt x="355" y="76"/>
                </a:cubicBezTo>
                <a:cubicBezTo>
                  <a:pt x="355" y="76"/>
                  <a:pt x="355" y="76"/>
                  <a:pt x="355" y="77"/>
                </a:cubicBezTo>
                <a:cubicBezTo>
                  <a:pt x="355" y="77"/>
                  <a:pt x="354" y="77"/>
                  <a:pt x="354" y="77"/>
                </a:cubicBezTo>
                <a:cubicBezTo>
                  <a:pt x="354" y="77"/>
                  <a:pt x="354" y="78"/>
                  <a:pt x="353" y="78"/>
                </a:cubicBezTo>
                <a:cubicBezTo>
                  <a:pt x="353" y="78"/>
                  <a:pt x="353" y="79"/>
                  <a:pt x="353" y="79"/>
                </a:cubicBezTo>
                <a:cubicBezTo>
                  <a:pt x="353" y="79"/>
                  <a:pt x="353" y="79"/>
                  <a:pt x="352" y="79"/>
                </a:cubicBezTo>
                <a:cubicBezTo>
                  <a:pt x="352" y="79"/>
                  <a:pt x="352" y="79"/>
                  <a:pt x="352" y="79"/>
                </a:cubicBezTo>
                <a:cubicBezTo>
                  <a:pt x="352" y="79"/>
                  <a:pt x="351" y="79"/>
                  <a:pt x="351" y="79"/>
                </a:cubicBezTo>
                <a:cubicBezTo>
                  <a:pt x="351" y="79"/>
                  <a:pt x="351" y="79"/>
                  <a:pt x="351" y="79"/>
                </a:cubicBezTo>
                <a:cubicBezTo>
                  <a:pt x="350" y="79"/>
                  <a:pt x="350" y="79"/>
                  <a:pt x="350" y="79"/>
                </a:cubicBezTo>
                <a:cubicBezTo>
                  <a:pt x="350" y="79"/>
                  <a:pt x="350" y="79"/>
                  <a:pt x="350" y="79"/>
                </a:cubicBezTo>
                <a:cubicBezTo>
                  <a:pt x="349" y="79"/>
                  <a:pt x="349" y="79"/>
                  <a:pt x="349" y="79"/>
                </a:cubicBezTo>
                <a:cubicBezTo>
                  <a:pt x="349" y="78"/>
                  <a:pt x="349" y="79"/>
                  <a:pt x="349" y="78"/>
                </a:cubicBezTo>
                <a:cubicBezTo>
                  <a:pt x="348" y="78"/>
                  <a:pt x="348" y="78"/>
                  <a:pt x="348" y="78"/>
                </a:cubicBezTo>
                <a:cubicBezTo>
                  <a:pt x="348" y="78"/>
                  <a:pt x="348" y="78"/>
                  <a:pt x="348" y="78"/>
                </a:cubicBezTo>
                <a:cubicBezTo>
                  <a:pt x="348" y="78"/>
                  <a:pt x="348" y="78"/>
                  <a:pt x="348" y="78"/>
                </a:cubicBezTo>
                <a:cubicBezTo>
                  <a:pt x="348" y="78"/>
                  <a:pt x="348" y="78"/>
                  <a:pt x="348" y="78"/>
                </a:cubicBezTo>
                <a:cubicBezTo>
                  <a:pt x="348" y="78"/>
                  <a:pt x="347" y="78"/>
                  <a:pt x="347" y="78"/>
                </a:cubicBezTo>
                <a:cubicBezTo>
                  <a:pt x="347" y="78"/>
                  <a:pt x="347" y="78"/>
                  <a:pt x="347" y="78"/>
                </a:cubicBezTo>
                <a:cubicBezTo>
                  <a:pt x="347" y="77"/>
                  <a:pt x="347" y="77"/>
                  <a:pt x="347" y="77"/>
                </a:cubicBezTo>
                <a:cubicBezTo>
                  <a:pt x="347" y="77"/>
                  <a:pt x="347" y="77"/>
                  <a:pt x="347" y="77"/>
                </a:cubicBezTo>
                <a:cubicBezTo>
                  <a:pt x="347" y="77"/>
                  <a:pt x="347" y="77"/>
                  <a:pt x="347" y="77"/>
                </a:cubicBezTo>
                <a:cubicBezTo>
                  <a:pt x="347" y="77"/>
                  <a:pt x="347" y="77"/>
                  <a:pt x="347" y="77"/>
                </a:cubicBezTo>
                <a:cubicBezTo>
                  <a:pt x="347" y="77"/>
                  <a:pt x="347" y="76"/>
                  <a:pt x="347" y="76"/>
                </a:cubicBezTo>
                <a:cubicBezTo>
                  <a:pt x="347" y="76"/>
                  <a:pt x="347" y="76"/>
                  <a:pt x="347" y="76"/>
                </a:cubicBezTo>
                <a:cubicBezTo>
                  <a:pt x="347" y="76"/>
                  <a:pt x="347" y="76"/>
                  <a:pt x="347" y="76"/>
                </a:cubicBezTo>
                <a:cubicBezTo>
                  <a:pt x="347" y="75"/>
                  <a:pt x="347" y="75"/>
                  <a:pt x="347" y="75"/>
                </a:cubicBezTo>
                <a:cubicBezTo>
                  <a:pt x="347" y="75"/>
                  <a:pt x="347" y="75"/>
                  <a:pt x="347" y="75"/>
                </a:cubicBezTo>
                <a:cubicBezTo>
                  <a:pt x="347" y="75"/>
                  <a:pt x="347" y="74"/>
                  <a:pt x="347" y="75"/>
                </a:cubicBezTo>
                <a:cubicBezTo>
                  <a:pt x="347" y="75"/>
                  <a:pt x="347" y="75"/>
                  <a:pt x="347" y="75"/>
                </a:cubicBezTo>
                <a:cubicBezTo>
                  <a:pt x="347" y="75"/>
                  <a:pt x="347" y="75"/>
                  <a:pt x="347" y="75"/>
                </a:cubicBezTo>
                <a:cubicBezTo>
                  <a:pt x="347" y="75"/>
                  <a:pt x="347" y="75"/>
                  <a:pt x="347" y="75"/>
                </a:cubicBezTo>
                <a:cubicBezTo>
                  <a:pt x="346" y="75"/>
                  <a:pt x="347" y="75"/>
                  <a:pt x="346" y="75"/>
                </a:cubicBezTo>
                <a:cubicBezTo>
                  <a:pt x="346" y="75"/>
                  <a:pt x="346" y="75"/>
                  <a:pt x="346" y="75"/>
                </a:cubicBezTo>
                <a:cubicBezTo>
                  <a:pt x="346" y="75"/>
                  <a:pt x="346" y="75"/>
                  <a:pt x="346" y="75"/>
                </a:cubicBezTo>
                <a:cubicBezTo>
                  <a:pt x="346" y="75"/>
                  <a:pt x="346" y="75"/>
                  <a:pt x="346" y="75"/>
                </a:cubicBezTo>
                <a:cubicBezTo>
                  <a:pt x="346" y="74"/>
                  <a:pt x="346" y="74"/>
                  <a:pt x="346" y="74"/>
                </a:cubicBezTo>
                <a:cubicBezTo>
                  <a:pt x="346" y="74"/>
                  <a:pt x="346" y="74"/>
                  <a:pt x="346" y="74"/>
                </a:cubicBezTo>
                <a:cubicBezTo>
                  <a:pt x="345" y="73"/>
                  <a:pt x="345" y="73"/>
                  <a:pt x="345" y="73"/>
                </a:cubicBezTo>
                <a:cubicBezTo>
                  <a:pt x="345" y="72"/>
                  <a:pt x="345" y="72"/>
                  <a:pt x="345" y="72"/>
                </a:cubicBezTo>
                <a:cubicBezTo>
                  <a:pt x="345" y="72"/>
                  <a:pt x="345" y="71"/>
                  <a:pt x="345" y="71"/>
                </a:cubicBezTo>
                <a:cubicBezTo>
                  <a:pt x="345" y="71"/>
                  <a:pt x="345" y="71"/>
                  <a:pt x="345" y="71"/>
                </a:cubicBezTo>
                <a:cubicBezTo>
                  <a:pt x="346" y="78"/>
                  <a:pt x="346" y="78"/>
                  <a:pt x="346" y="78"/>
                </a:cubicBezTo>
                <a:cubicBezTo>
                  <a:pt x="346" y="79"/>
                  <a:pt x="346" y="79"/>
                  <a:pt x="346" y="79"/>
                </a:cubicBezTo>
                <a:cubicBezTo>
                  <a:pt x="346" y="79"/>
                  <a:pt x="346" y="79"/>
                  <a:pt x="346" y="79"/>
                </a:cubicBezTo>
                <a:cubicBezTo>
                  <a:pt x="345" y="80"/>
                  <a:pt x="345" y="80"/>
                  <a:pt x="345" y="80"/>
                </a:cubicBezTo>
                <a:cubicBezTo>
                  <a:pt x="345" y="80"/>
                  <a:pt x="345" y="80"/>
                  <a:pt x="345" y="80"/>
                </a:cubicBezTo>
                <a:cubicBezTo>
                  <a:pt x="348" y="81"/>
                  <a:pt x="348" y="81"/>
                  <a:pt x="348" y="81"/>
                </a:cubicBezTo>
                <a:cubicBezTo>
                  <a:pt x="351" y="82"/>
                  <a:pt x="351" y="82"/>
                  <a:pt x="351" y="82"/>
                </a:cubicBezTo>
                <a:cubicBezTo>
                  <a:pt x="348" y="86"/>
                  <a:pt x="348" y="86"/>
                  <a:pt x="348" y="86"/>
                </a:cubicBezTo>
                <a:cubicBezTo>
                  <a:pt x="347" y="87"/>
                  <a:pt x="347" y="87"/>
                  <a:pt x="347" y="87"/>
                </a:cubicBezTo>
                <a:cubicBezTo>
                  <a:pt x="347" y="87"/>
                  <a:pt x="347" y="87"/>
                  <a:pt x="347" y="87"/>
                </a:cubicBezTo>
                <a:cubicBezTo>
                  <a:pt x="347" y="87"/>
                  <a:pt x="348" y="87"/>
                  <a:pt x="348" y="87"/>
                </a:cubicBezTo>
                <a:cubicBezTo>
                  <a:pt x="348" y="87"/>
                  <a:pt x="348" y="87"/>
                  <a:pt x="348" y="87"/>
                </a:cubicBezTo>
                <a:cubicBezTo>
                  <a:pt x="348" y="87"/>
                  <a:pt x="348" y="87"/>
                  <a:pt x="348" y="87"/>
                </a:cubicBezTo>
                <a:cubicBezTo>
                  <a:pt x="348" y="87"/>
                  <a:pt x="348" y="87"/>
                  <a:pt x="349" y="87"/>
                </a:cubicBezTo>
                <a:cubicBezTo>
                  <a:pt x="349" y="88"/>
                  <a:pt x="349" y="88"/>
                  <a:pt x="349" y="88"/>
                </a:cubicBezTo>
                <a:cubicBezTo>
                  <a:pt x="349" y="88"/>
                  <a:pt x="349" y="88"/>
                  <a:pt x="349" y="88"/>
                </a:cubicBezTo>
                <a:cubicBezTo>
                  <a:pt x="350" y="88"/>
                  <a:pt x="350" y="88"/>
                  <a:pt x="350" y="88"/>
                </a:cubicBezTo>
                <a:cubicBezTo>
                  <a:pt x="350" y="88"/>
                  <a:pt x="350" y="89"/>
                  <a:pt x="350" y="89"/>
                </a:cubicBezTo>
                <a:cubicBezTo>
                  <a:pt x="351" y="89"/>
                  <a:pt x="351" y="88"/>
                  <a:pt x="351" y="88"/>
                </a:cubicBezTo>
                <a:cubicBezTo>
                  <a:pt x="352" y="88"/>
                  <a:pt x="352" y="88"/>
                  <a:pt x="353" y="88"/>
                </a:cubicBezTo>
                <a:cubicBezTo>
                  <a:pt x="353" y="89"/>
                  <a:pt x="354" y="89"/>
                  <a:pt x="354" y="89"/>
                </a:cubicBezTo>
                <a:cubicBezTo>
                  <a:pt x="354" y="89"/>
                  <a:pt x="355" y="89"/>
                  <a:pt x="355" y="89"/>
                </a:cubicBezTo>
                <a:cubicBezTo>
                  <a:pt x="355" y="89"/>
                  <a:pt x="355" y="89"/>
                  <a:pt x="356" y="89"/>
                </a:cubicBezTo>
                <a:cubicBezTo>
                  <a:pt x="356" y="89"/>
                  <a:pt x="356" y="89"/>
                  <a:pt x="356" y="89"/>
                </a:cubicBezTo>
                <a:cubicBezTo>
                  <a:pt x="356" y="89"/>
                  <a:pt x="356" y="89"/>
                  <a:pt x="357" y="89"/>
                </a:cubicBezTo>
                <a:cubicBezTo>
                  <a:pt x="357" y="89"/>
                  <a:pt x="357" y="89"/>
                  <a:pt x="357" y="89"/>
                </a:cubicBezTo>
                <a:cubicBezTo>
                  <a:pt x="357" y="89"/>
                  <a:pt x="357" y="89"/>
                  <a:pt x="357" y="89"/>
                </a:cubicBezTo>
                <a:cubicBezTo>
                  <a:pt x="357" y="89"/>
                  <a:pt x="357" y="89"/>
                  <a:pt x="357" y="89"/>
                </a:cubicBezTo>
                <a:cubicBezTo>
                  <a:pt x="357" y="89"/>
                  <a:pt x="357" y="89"/>
                  <a:pt x="357" y="89"/>
                </a:cubicBezTo>
                <a:cubicBezTo>
                  <a:pt x="357" y="89"/>
                  <a:pt x="357" y="89"/>
                  <a:pt x="357" y="89"/>
                </a:cubicBezTo>
                <a:cubicBezTo>
                  <a:pt x="357" y="89"/>
                  <a:pt x="357" y="89"/>
                  <a:pt x="357" y="89"/>
                </a:cubicBezTo>
                <a:cubicBezTo>
                  <a:pt x="358" y="89"/>
                  <a:pt x="358" y="89"/>
                  <a:pt x="358" y="90"/>
                </a:cubicBezTo>
                <a:cubicBezTo>
                  <a:pt x="358" y="90"/>
                  <a:pt x="358" y="90"/>
                  <a:pt x="358" y="90"/>
                </a:cubicBezTo>
                <a:cubicBezTo>
                  <a:pt x="358" y="90"/>
                  <a:pt x="358" y="90"/>
                  <a:pt x="358" y="90"/>
                </a:cubicBezTo>
                <a:cubicBezTo>
                  <a:pt x="358" y="90"/>
                  <a:pt x="359" y="90"/>
                  <a:pt x="359" y="90"/>
                </a:cubicBezTo>
                <a:cubicBezTo>
                  <a:pt x="359" y="90"/>
                  <a:pt x="359" y="90"/>
                  <a:pt x="359" y="90"/>
                </a:cubicBezTo>
                <a:cubicBezTo>
                  <a:pt x="359" y="90"/>
                  <a:pt x="359" y="90"/>
                  <a:pt x="359" y="90"/>
                </a:cubicBezTo>
                <a:cubicBezTo>
                  <a:pt x="359" y="90"/>
                  <a:pt x="360" y="90"/>
                  <a:pt x="360" y="90"/>
                </a:cubicBezTo>
                <a:cubicBezTo>
                  <a:pt x="360" y="90"/>
                  <a:pt x="360" y="90"/>
                  <a:pt x="361" y="91"/>
                </a:cubicBezTo>
                <a:cubicBezTo>
                  <a:pt x="361" y="91"/>
                  <a:pt x="361" y="91"/>
                  <a:pt x="361" y="91"/>
                </a:cubicBezTo>
                <a:cubicBezTo>
                  <a:pt x="361" y="91"/>
                  <a:pt x="361" y="91"/>
                  <a:pt x="361" y="91"/>
                </a:cubicBezTo>
                <a:cubicBezTo>
                  <a:pt x="361" y="91"/>
                  <a:pt x="361" y="91"/>
                  <a:pt x="361" y="91"/>
                </a:cubicBezTo>
                <a:cubicBezTo>
                  <a:pt x="361" y="91"/>
                  <a:pt x="361" y="91"/>
                  <a:pt x="361" y="91"/>
                </a:cubicBezTo>
                <a:cubicBezTo>
                  <a:pt x="362" y="91"/>
                  <a:pt x="362" y="91"/>
                  <a:pt x="362" y="91"/>
                </a:cubicBezTo>
                <a:cubicBezTo>
                  <a:pt x="362" y="91"/>
                  <a:pt x="362" y="91"/>
                  <a:pt x="362" y="91"/>
                </a:cubicBezTo>
                <a:cubicBezTo>
                  <a:pt x="362" y="91"/>
                  <a:pt x="362" y="91"/>
                  <a:pt x="362" y="91"/>
                </a:cubicBezTo>
                <a:cubicBezTo>
                  <a:pt x="362" y="91"/>
                  <a:pt x="363" y="92"/>
                  <a:pt x="363" y="92"/>
                </a:cubicBezTo>
                <a:cubicBezTo>
                  <a:pt x="363" y="92"/>
                  <a:pt x="363" y="92"/>
                  <a:pt x="363" y="92"/>
                </a:cubicBezTo>
                <a:cubicBezTo>
                  <a:pt x="364" y="92"/>
                  <a:pt x="364" y="92"/>
                  <a:pt x="364" y="92"/>
                </a:cubicBezTo>
                <a:cubicBezTo>
                  <a:pt x="364" y="92"/>
                  <a:pt x="364" y="92"/>
                  <a:pt x="364" y="92"/>
                </a:cubicBezTo>
                <a:cubicBezTo>
                  <a:pt x="364" y="92"/>
                  <a:pt x="364" y="92"/>
                  <a:pt x="364" y="92"/>
                </a:cubicBezTo>
                <a:cubicBezTo>
                  <a:pt x="364" y="92"/>
                  <a:pt x="364" y="92"/>
                  <a:pt x="364" y="92"/>
                </a:cubicBezTo>
                <a:cubicBezTo>
                  <a:pt x="364" y="92"/>
                  <a:pt x="364" y="92"/>
                  <a:pt x="364" y="92"/>
                </a:cubicBezTo>
                <a:cubicBezTo>
                  <a:pt x="364" y="92"/>
                  <a:pt x="364" y="92"/>
                  <a:pt x="364" y="92"/>
                </a:cubicBezTo>
                <a:cubicBezTo>
                  <a:pt x="364" y="92"/>
                  <a:pt x="364" y="92"/>
                  <a:pt x="364" y="92"/>
                </a:cubicBezTo>
                <a:cubicBezTo>
                  <a:pt x="364" y="92"/>
                  <a:pt x="364" y="92"/>
                  <a:pt x="364" y="92"/>
                </a:cubicBezTo>
                <a:cubicBezTo>
                  <a:pt x="364" y="92"/>
                  <a:pt x="364" y="92"/>
                  <a:pt x="365" y="92"/>
                </a:cubicBezTo>
                <a:cubicBezTo>
                  <a:pt x="365" y="92"/>
                  <a:pt x="365" y="92"/>
                  <a:pt x="365" y="92"/>
                </a:cubicBezTo>
                <a:cubicBezTo>
                  <a:pt x="365" y="92"/>
                  <a:pt x="365" y="92"/>
                  <a:pt x="365" y="92"/>
                </a:cubicBezTo>
                <a:cubicBezTo>
                  <a:pt x="365" y="92"/>
                  <a:pt x="365" y="92"/>
                  <a:pt x="365" y="92"/>
                </a:cubicBezTo>
                <a:cubicBezTo>
                  <a:pt x="365" y="92"/>
                  <a:pt x="365" y="92"/>
                  <a:pt x="365" y="92"/>
                </a:cubicBezTo>
                <a:cubicBezTo>
                  <a:pt x="365" y="92"/>
                  <a:pt x="365" y="92"/>
                  <a:pt x="365" y="92"/>
                </a:cubicBezTo>
                <a:cubicBezTo>
                  <a:pt x="365" y="92"/>
                  <a:pt x="365" y="92"/>
                  <a:pt x="365" y="93"/>
                </a:cubicBezTo>
                <a:cubicBezTo>
                  <a:pt x="365" y="93"/>
                  <a:pt x="365" y="93"/>
                  <a:pt x="365" y="93"/>
                </a:cubicBezTo>
                <a:cubicBezTo>
                  <a:pt x="365" y="93"/>
                  <a:pt x="365" y="93"/>
                  <a:pt x="365" y="93"/>
                </a:cubicBezTo>
                <a:cubicBezTo>
                  <a:pt x="365" y="92"/>
                  <a:pt x="365" y="92"/>
                  <a:pt x="365" y="92"/>
                </a:cubicBezTo>
                <a:cubicBezTo>
                  <a:pt x="365" y="92"/>
                  <a:pt x="366" y="92"/>
                  <a:pt x="366" y="92"/>
                </a:cubicBezTo>
                <a:cubicBezTo>
                  <a:pt x="366" y="92"/>
                  <a:pt x="366" y="92"/>
                  <a:pt x="366" y="92"/>
                </a:cubicBezTo>
                <a:cubicBezTo>
                  <a:pt x="366" y="92"/>
                  <a:pt x="366" y="92"/>
                  <a:pt x="366" y="92"/>
                </a:cubicBezTo>
                <a:cubicBezTo>
                  <a:pt x="366" y="92"/>
                  <a:pt x="366" y="92"/>
                  <a:pt x="366" y="92"/>
                </a:cubicBezTo>
                <a:cubicBezTo>
                  <a:pt x="366" y="92"/>
                  <a:pt x="366" y="92"/>
                  <a:pt x="366" y="92"/>
                </a:cubicBezTo>
                <a:cubicBezTo>
                  <a:pt x="366" y="92"/>
                  <a:pt x="366" y="92"/>
                  <a:pt x="366" y="92"/>
                </a:cubicBezTo>
                <a:cubicBezTo>
                  <a:pt x="366" y="92"/>
                  <a:pt x="366" y="92"/>
                  <a:pt x="366" y="92"/>
                </a:cubicBezTo>
                <a:cubicBezTo>
                  <a:pt x="366" y="92"/>
                  <a:pt x="366" y="92"/>
                  <a:pt x="366" y="92"/>
                </a:cubicBezTo>
                <a:cubicBezTo>
                  <a:pt x="366" y="92"/>
                  <a:pt x="366" y="92"/>
                  <a:pt x="366" y="92"/>
                </a:cubicBezTo>
                <a:cubicBezTo>
                  <a:pt x="366" y="93"/>
                  <a:pt x="366" y="93"/>
                  <a:pt x="366" y="93"/>
                </a:cubicBezTo>
                <a:cubicBezTo>
                  <a:pt x="366" y="93"/>
                  <a:pt x="366" y="93"/>
                  <a:pt x="366" y="93"/>
                </a:cubicBezTo>
                <a:cubicBezTo>
                  <a:pt x="366" y="93"/>
                  <a:pt x="367" y="93"/>
                  <a:pt x="367" y="93"/>
                </a:cubicBezTo>
                <a:cubicBezTo>
                  <a:pt x="367" y="93"/>
                  <a:pt x="367" y="92"/>
                  <a:pt x="367" y="92"/>
                </a:cubicBezTo>
                <a:cubicBezTo>
                  <a:pt x="367" y="92"/>
                  <a:pt x="367" y="92"/>
                  <a:pt x="367" y="92"/>
                </a:cubicBezTo>
                <a:cubicBezTo>
                  <a:pt x="367" y="92"/>
                  <a:pt x="367" y="92"/>
                  <a:pt x="367" y="92"/>
                </a:cubicBezTo>
                <a:cubicBezTo>
                  <a:pt x="367" y="92"/>
                  <a:pt x="367" y="92"/>
                  <a:pt x="367" y="93"/>
                </a:cubicBezTo>
                <a:cubicBezTo>
                  <a:pt x="367" y="93"/>
                  <a:pt x="367" y="93"/>
                  <a:pt x="367" y="93"/>
                </a:cubicBezTo>
                <a:cubicBezTo>
                  <a:pt x="367" y="93"/>
                  <a:pt x="367" y="93"/>
                  <a:pt x="367" y="93"/>
                </a:cubicBezTo>
                <a:cubicBezTo>
                  <a:pt x="367" y="93"/>
                  <a:pt x="368" y="93"/>
                  <a:pt x="368" y="93"/>
                </a:cubicBezTo>
                <a:cubicBezTo>
                  <a:pt x="367" y="93"/>
                  <a:pt x="367" y="93"/>
                  <a:pt x="368" y="92"/>
                </a:cubicBezTo>
                <a:cubicBezTo>
                  <a:pt x="368" y="92"/>
                  <a:pt x="368" y="92"/>
                  <a:pt x="368" y="92"/>
                </a:cubicBezTo>
                <a:cubicBezTo>
                  <a:pt x="368" y="92"/>
                  <a:pt x="368" y="92"/>
                  <a:pt x="368" y="92"/>
                </a:cubicBezTo>
                <a:cubicBezTo>
                  <a:pt x="368" y="92"/>
                  <a:pt x="368" y="92"/>
                  <a:pt x="368" y="92"/>
                </a:cubicBezTo>
                <a:cubicBezTo>
                  <a:pt x="368" y="93"/>
                  <a:pt x="368" y="93"/>
                  <a:pt x="368" y="93"/>
                </a:cubicBezTo>
                <a:cubicBezTo>
                  <a:pt x="368" y="93"/>
                  <a:pt x="368" y="93"/>
                  <a:pt x="368" y="93"/>
                </a:cubicBezTo>
                <a:cubicBezTo>
                  <a:pt x="368" y="93"/>
                  <a:pt x="368" y="93"/>
                  <a:pt x="368" y="93"/>
                </a:cubicBezTo>
                <a:cubicBezTo>
                  <a:pt x="368" y="93"/>
                  <a:pt x="368" y="93"/>
                  <a:pt x="368" y="93"/>
                </a:cubicBezTo>
                <a:cubicBezTo>
                  <a:pt x="368" y="93"/>
                  <a:pt x="368" y="93"/>
                  <a:pt x="368" y="93"/>
                </a:cubicBezTo>
                <a:cubicBezTo>
                  <a:pt x="368" y="93"/>
                  <a:pt x="368" y="93"/>
                  <a:pt x="368" y="93"/>
                </a:cubicBezTo>
                <a:cubicBezTo>
                  <a:pt x="368" y="93"/>
                  <a:pt x="368" y="93"/>
                  <a:pt x="368" y="93"/>
                </a:cubicBezTo>
                <a:cubicBezTo>
                  <a:pt x="368" y="93"/>
                  <a:pt x="368" y="93"/>
                  <a:pt x="368" y="93"/>
                </a:cubicBezTo>
                <a:cubicBezTo>
                  <a:pt x="368" y="93"/>
                  <a:pt x="368" y="93"/>
                  <a:pt x="368" y="93"/>
                </a:cubicBezTo>
                <a:cubicBezTo>
                  <a:pt x="368" y="93"/>
                  <a:pt x="368" y="93"/>
                  <a:pt x="368" y="93"/>
                </a:cubicBezTo>
                <a:cubicBezTo>
                  <a:pt x="369" y="93"/>
                  <a:pt x="369" y="93"/>
                  <a:pt x="369" y="93"/>
                </a:cubicBezTo>
                <a:cubicBezTo>
                  <a:pt x="369" y="93"/>
                  <a:pt x="369" y="93"/>
                  <a:pt x="369" y="93"/>
                </a:cubicBezTo>
                <a:cubicBezTo>
                  <a:pt x="369" y="93"/>
                  <a:pt x="369" y="93"/>
                  <a:pt x="369" y="93"/>
                </a:cubicBezTo>
                <a:cubicBezTo>
                  <a:pt x="369" y="93"/>
                  <a:pt x="369" y="93"/>
                  <a:pt x="369" y="93"/>
                </a:cubicBezTo>
                <a:cubicBezTo>
                  <a:pt x="369" y="93"/>
                  <a:pt x="369" y="93"/>
                  <a:pt x="369" y="93"/>
                </a:cubicBezTo>
                <a:cubicBezTo>
                  <a:pt x="369" y="93"/>
                  <a:pt x="369" y="93"/>
                  <a:pt x="369" y="93"/>
                </a:cubicBezTo>
                <a:cubicBezTo>
                  <a:pt x="369" y="93"/>
                  <a:pt x="369" y="93"/>
                  <a:pt x="369" y="93"/>
                </a:cubicBezTo>
                <a:cubicBezTo>
                  <a:pt x="369" y="93"/>
                  <a:pt x="369" y="94"/>
                  <a:pt x="369" y="94"/>
                </a:cubicBezTo>
                <a:cubicBezTo>
                  <a:pt x="369" y="93"/>
                  <a:pt x="369" y="94"/>
                  <a:pt x="369" y="93"/>
                </a:cubicBezTo>
                <a:cubicBezTo>
                  <a:pt x="369" y="93"/>
                  <a:pt x="369" y="93"/>
                  <a:pt x="369" y="93"/>
                </a:cubicBezTo>
                <a:cubicBezTo>
                  <a:pt x="369" y="93"/>
                  <a:pt x="369" y="93"/>
                  <a:pt x="369" y="93"/>
                </a:cubicBezTo>
                <a:cubicBezTo>
                  <a:pt x="369" y="93"/>
                  <a:pt x="369" y="93"/>
                  <a:pt x="369" y="93"/>
                </a:cubicBezTo>
                <a:cubicBezTo>
                  <a:pt x="370" y="93"/>
                  <a:pt x="369" y="93"/>
                  <a:pt x="369" y="93"/>
                </a:cubicBezTo>
                <a:cubicBezTo>
                  <a:pt x="369" y="93"/>
                  <a:pt x="369" y="93"/>
                  <a:pt x="369" y="93"/>
                </a:cubicBezTo>
                <a:cubicBezTo>
                  <a:pt x="369" y="93"/>
                  <a:pt x="369" y="93"/>
                  <a:pt x="369" y="94"/>
                </a:cubicBezTo>
                <a:cubicBezTo>
                  <a:pt x="369" y="94"/>
                  <a:pt x="369" y="94"/>
                  <a:pt x="369" y="94"/>
                </a:cubicBezTo>
                <a:cubicBezTo>
                  <a:pt x="369" y="93"/>
                  <a:pt x="369" y="93"/>
                  <a:pt x="370" y="93"/>
                </a:cubicBezTo>
                <a:cubicBezTo>
                  <a:pt x="370" y="93"/>
                  <a:pt x="370" y="93"/>
                  <a:pt x="370" y="93"/>
                </a:cubicBezTo>
                <a:cubicBezTo>
                  <a:pt x="370" y="93"/>
                  <a:pt x="370" y="93"/>
                  <a:pt x="370" y="93"/>
                </a:cubicBezTo>
                <a:cubicBezTo>
                  <a:pt x="370" y="94"/>
                  <a:pt x="370" y="94"/>
                  <a:pt x="369" y="94"/>
                </a:cubicBezTo>
                <a:cubicBezTo>
                  <a:pt x="369" y="94"/>
                  <a:pt x="370" y="94"/>
                  <a:pt x="370" y="94"/>
                </a:cubicBezTo>
                <a:cubicBezTo>
                  <a:pt x="370" y="94"/>
                  <a:pt x="370" y="94"/>
                  <a:pt x="370" y="94"/>
                </a:cubicBezTo>
                <a:cubicBezTo>
                  <a:pt x="370" y="94"/>
                  <a:pt x="370" y="94"/>
                  <a:pt x="370" y="94"/>
                </a:cubicBezTo>
                <a:cubicBezTo>
                  <a:pt x="370" y="94"/>
                  <a:pt x="370" y="94"/>
                  <a:pt x="370" y="94"/>
                </a:cubicBezTo>
                <a:cubicBezTo>
                  <a:pt x="370" y="94"/>
                  <a:pt x="370" y="94"/>
                  <a:pt x="370" y="94"/>
                </a:cubicBezTo>
                <a:cubicBezTo>
                  <a:pt x="370" y="94"/>
                  <a:pt x="370" y="94"/>
                  <a:pt x="370" y="94"/>
                </a:cubicBezTo>
                <a:cubicBezTo>
                  <a:pt x="370" y="94"/>
                  <a:pt x="371" y="94"/>
                  <a:pt x="371" y="94"/>
                </a:cubicBezTo>
                <a:cubicBezTo>
                  <a:pt x="371" y="94"/>
                  <a:pt x="371" y="94"/>
                  <a:pt x="371" y="94"/>
                </a:cubicBezTo>
                <a:cubicBezTo>
                  <a:pt x="371" y="94"/>
                  <a:pt x="371" y="94"/>
                  <a:pt x="371" y="94"/>
                </a:cubicBezTo>
                <a:cubicBezTo>
                  <a:pt x="371" y="94"/>
                  <a:pt x="371" y="94"/>
                  <a:pt x="371" y="94"/>
                </a:cubicBezTo>
                <a:cubicBezTo>
                  <a:pt x="371" y="94"/>
                  <a:pt x="370" y="94"/>
                  <a:pt x="371" y="94"/>
                </a:cubicBezTo>
                <a:cubicBezTo>
                  <a:pt x="371" y="94"/>
                  <a:pt x="371" y="94"/>
                  <a:pt x="371" y="94"/>
                </a:cubicBezTo>
                <a:cubicBezTo>
                  <a:pt x="371" y="95"/>
                  <a:pt x="371" y="95"/>
                  <a:pt x="371" y="95"/>
                </a:cubicBezTo>
                <a:cubicBezTo>
                  <a:pt x="371" y="95"/>
                  <a:pt x="371" y="95"/>
                  <a:pt x="371" y="95"/>
                </a:cubicBezTo>
                <a:cubicBezTo>
                  <a:pt x="371" y="94"/>
                  <a:pt x="371" y="94"/>
                  <a:pt x="371" y="94"/>
                </a:cubicBezTo>
                <a:cubicBezTo>
                  <a:pt x="371" y="94"/>
                  <a:pt x="371" y="94"/>
                  <a:pt x="371" y="94"/>
                </a:cubicBezTo>
                <a:cubicBezTo>
                  <a:pt x="371" y="94"/>
                  <a:pt x="371" y="94"/>
                  <a:pt x="372" y="93"/>
                </a:cubicBezTo>
                <a:cubicBezTo>
                  <a:pt x="372" y="93"/>
                  <a:pt x="372" y="93"/>
                  <a:pt x="372" y="93"/>
                </a:cubicBezTo>
                <a:cubicBezTo>
                  <a:pt x="372" y="93"/>
                  <a:pt x="372" y="93"/>
                  <a:pt x="372" y="93"/>
                </a:cubicBezTo>
                <a:cubicBezTo>
                  <a:pt x="372" y="93"/>
                  <a:pt x="372" y="93"/>
                  <a:pt x="372" y="93"/>
                </a:cubicBezTo>
                <a:cubicBezTo>
                  <a:pt x="372" y="93"/>
                  <a:pt x="372" y="94"/>
                  <a:pt x="372" y="94"/>
                </a:cubicBezTo>
                <a:cubicBezTo>
                  <a:pt x="372" y="94"/>
                  <a:pt x="372" y="94"/>
                  <a:pt x="372" y="94"/>
                </a:cubicBezTo>
                <a:cubicBezTo>
                  <a:pt x="372" y="94"/>
                  <a:pt x="372" y="94"/>
                  <a:pt x="372" y="94"/>
                </a:cubicBezTo>
                <a:cubicBezTo>
                  <a:pt x="371" y="94"/>
                  <a:pt x="371" y="94"/>
                  <a:pt x="371" y="94"/>
                </a:cubicBezTo>
                <a:cubicBezTo>
                  <a:pt x="371" y="95"/>
                  <a:pt x="371" y="95"/>
                  <a:pt x="371" y="95"/>
                </a:cubicBezTo>
                <a:cubicBezTo>
                  <a:pt x="372" y="95"/>
                  <a:pt x="372" y="95"/>
                  <a:pt x="372" y="94"/>
                </a:cubicBezTo>
                <a:cubicBezTo>
                  <a:pt x="372" y="94"/>
                  <a:pt x="372" y="94"/>
                  <a:pt x="372" y="94"/>
                </a:cubicBezTo>
                <a:cubicBezTo>
                  <a:pt x="372" y="94"/>
                  <a:pt x="372" y="94"/>
                  <a:pt x="372" y="94"/>
                </a:cubicBezTo>
                <a:cubicBezTo>
                  <a:pt x="372" y="94"/>
                  <a:pt x="372" y="94"/>
                  <a:pt x="372" y="94"/>
                </a:cubicBezTo>
                <a:cubicBezTo>
                  <a:pt x="372" y="94"/>
                  <a:pt x="372" y="94"/>
                  <a:pt x="372" y="94"/>
                </a:cubicBezTo>
                <a:cubicBezTo>
                  <a:pt x="372" y="94"/>
                  <a:pt x="372" y="94"/>
                  <a:pt x="372" y="94"/>
                </a:cubicBezTo>
                <a:cubicBezTo>
                  <a:pt x="372" y="95"/>
                  <a:pt x="372" y="95"/>
                  <a:pt x="372" y="95"/>
                </a:cubicBezTo>
                <a:cubicBezTo>
                  <a:pt x="372" y="95"/>
                  <a:pt x="372" y="95"/>
                  <a:pt x="371" y="95"/>
                </a:cubicBezTo>
                <a:cubicBezTo>
                  <a:pt x="371" y="95"/>
                  <a:pt x="372" y="95"/>
                  <a:pt x="372" y="95"/>
                </a:cubicBezTo>
                <a:cubicBezTo>
                  <a:pt x="372" y="95"/>
                  <a:pt x="372" y="95"/>
                  <a:pt x="373" y="95"/>
                </a:cubicBezTo>
                <a:cubicBezTo>
                  <a:pt x="373" y="95"/>
                  <a:pt x="373" y="95"/>
                  <a:pt x="373" y="95"/>
                </a:cubicBezTo>
                <a:cubicBezTo>
                  <a:pt x="373" y="95"/>
                  <a:pt x="373" y="95"/>
                  <a:pt x="373" y="95"/>
                </a:cubicBezTo>
                <a:cubicBezTo>
                  <a:pt x="373" y="95"/>
                  <a:pt x="373" y="95"/>
                  <a:pt x="373" y="95"/>
                </a:cubicBezTo>
                <a:cubicBezTo>
                  <a:pt x="373" y="95"/>
                  <a:pt x="373" y="95"/>
                  <a:pt x="373" y="95"/>
                </a:cubicBezTo>
                <a:cubicBezTo>
                  <a:pt x="373" y="95"/>
                  <a:pt x="373" y="96"/>
                  <a:pt x="373" y="96"/>
                </a:cubicBezTo>
                <a:cubicBezTo>
                  <a:pt x="373" y="96"/>
                  <a:pt x="373" y="96"/>
                  <a:pt x="373" y="96"/>
                </a:cubicBezTo>
                <a:cubicBezTo>
                  <a:pt x="373" y="96"/>
                  <a:pt x="373" y="96"/>
                  <a:pt x="373" y="96"/>
                </a:cubicBezTo>
                <a:cubicBezTo>
                  <a:pt x="373" y="96"/>
                  <a:pt x="373" y="96"/>
                  <a:pt x="373" y="96"/>
                </a:cubicBezTo>
                <a:cubicBezTo>
                  <a:pt x="373" y="96"/>
                  <a:pt x="373" y="96"/>
                  <a:pt x="373" y="96"/>
                </a:cubicBezTo>
                <a:cubicBezTo>
                  <a:pt x="373" y="96"/>
                  <a:pt x="373" y="97"/>
                  <a:pt x="373" y="97"/>
                </a:cubicBezTo>
                <a:cubicBezTo>
                  <a:pt x="373" y="97"/>
                  <a:pt x="373" y="97"/>
                  <a:pt x="373" y="97"/>
                </a:cubicBezTo>
                <a:cubicBezTo>
                  <a:pt x="373" y="97"/>
                  <a:pt x="373" y="97"/>
                  <a:pt x="373" y="97"/>
                </a:cubicBezTo>
                <a:cubicBezTo>
                  <a:pt x="373" y="96"/>
                  <a:pt x="373" y="96"/>
                  <a:pt x="373" y="96"/>
                </a:cubicBezTo>
                <a:cubicBezTo>
                  <a:pt x="373" y="96"/>
                  <a:pt x="374" y="96"/>
                  <a:pt x="374" y="96"/>
                </a:cubicBezTo>
                <a:cubicBezTo>
                  <a:pt x="374" y="96"/>
                  <a:pt x="373" y="96"/>
                  <a:pt x="373" y="97"/>
                </a:cubicBezTo>
                <a:cubicBezTo>
                  <a:pt x="373" y="97"/>
                  <a:pt x="374" y="97"/>
                  <a:pt x="374" y="97"/>
                </a:cubicBezTo>
                <a:cubicBezTo>
                  <a:pt x="374" y="97"/>
                  <a:pt x="374" y="97"/>
                  <a:pt x="374" y="97"/>
                </a:cubicBezTo>
                <a:cubicBezTo>
                  <a:pt x="374" y="97"/>
                  <a:pt x="374" y="96"/>
                  <a:pt x="374" y="96"/>
                </a:cubicBezTo>
                <a:cubicBezTo>
                  <a:pt x="374" y="96"/>
                  <a:pt x="375" y="96"/>
                  <a:pt x="375" y="96"/>
                </a:cubicBezTo>
                <a:cubicBezTo>
                  <a:pt x="375" y="96"/>
                  <a:pt x="375" y="96"/>
                  <a:pt x="375" y="96"/>
                </a:cubicBezTo>
                <a:cubicBezTo>
                  <a:pt x="375" y="96"/>
                  <a:pt x="375" y="96"/>
                  <a:pt x="375" y="96"/>
                </a:cubicBezTo>
                <a:cubicBezTo>
                  <a:pt x="375" y="96"/>
                  <a:pt x="375" y="96"/>
                  <a:pt x="376" y="96"/>
                </a:cubicBezTo>
                <a:cubicBezTo>
                  <a:pt x="376" y="96"/>
                  <a:pt x="375" y="96"/>
                  <a:pt x="375" y="96"/>
                </a:cubicBezTo>
                <a:cubicBezTo>
                  <a:pt x="375" y="96"/>
                  <a:pt x="375" y="96"/>
                  <a:pt x="375" y="96"/>
                </a:cubicBezTo>
                <a:cubicBezTo>
                  <a:pt x="375" y="96"/>
                  <a:pt x="375" y="96"/>
                  <a:pt x="375" y="96"/>
                </a:cubicBezTo>
                <a:cubicBezTo>
                  <a:pt x="375" y="96"/>
                  <a:pt x="375" y="96"/>
                  <a:pt x="375" y="96"/>
                </a:cubicBezTo>
                <a:cubicBezTo>
                  <a:pt x="375" y="96"/>
                  <a:pt x="374" y="96"/>
                  <a:pt x="374" y="97"/>
                </a:cubicBezTo>
                <a:cubicBezTo>
                  <a:pt x="374" y="97"/>
                  <a:pt x="374" y="97"/>
                  <a:pt x="374" y="97"/>
                </a:cubicBezTo>
                <a:cubicBezTo>
                  <a:pt x="375" y="97"/>
                  <a:pt x="375" y="97"/>
                  <a:pt x="375" y="97"/>
                </a:cubicBezTo>
                <a:cubicBezTo>
                  <a:pt x="375" y="97"/>
                  <a:pt x="375" y="97"/>
                  <a:pt x="375" y="97"/>
                </a:cubicBezTo>
                <a:cubicBezTo>
                  <a:pt x="375" y="98"/>
                  <a:pt x="375" y="98"/>
                  <a:pt x="375" y="98"/>
                </a:cubicBezTo>
                <a:cubicBezTo>
                  <a:pt x="375" y="98"/>
                  <a:pt x="375" y="98"/>
                  <a:pt x="376" y="98"/>
                </a:cubicBezTo>
                <a:cubicBezTo>
                  <a:pt x="376" y="98"/>
                  <a:pt x="376" y="98"/>
                  <a:pt x="376" y="97"/>
                </a:cubicBezTo>
                <a:cubicBezTo>
                  <a:pt x="375" y="97"/>
                  <a:pt x="375" y="97"/>
                  <a:pt x="375" y="97"/>
                </a:cubicBezTo>
                <a:cubicBezTo>
                  <a:pt x="375" y="97"/>
                  <a:pt x="375" y="97"/>
                  <a:pt x="375" y="97"/>
                </a:cubicBezTo>
                <a:cubicBezTo>
                  <a:pt x="375" y="97"/>
                  <a:pt x="375" y="97"/>
                  <a:pt x="375" y="97"/>
                </a:cubicBezTo>
                <a:cubicBezTo>
                  <a:pt x="375" y="97"/>
                  <a:pt x="375" y="97"/>
                  <a:pt x="376" y="97"/>
                </a:cubicBezTo>
                <a:cubicBezTo>
                  <a:pt x="376" y="97"/>
                  <a:pt x="376" y="97"/>
                  <a:pt x="376" y="97"/>
                </a:cubicBezTo>
                <a:cubicBezTo>
                  <a:pt x="376" y="97"/>
                  <a:pt x="376" y="97"/>
                  <a:pt x="376" y="97"/>
                </a:cubicBezTo>
                <a:cubicBezTo>
                  <a:pt x="376" y="97"/>
                  <a:pt x="376" y="97"/>
                  <a:pt x="376" y="97"/>
                </a:cubicBezTo>
                <a:cubicBezTo>
                  <a:pt x="376" y="97"/>
                  <a:pt x="376" y="97"/>
                  <a:pt x="376" y="97"/>
                </a:cubicBezTo>
                <a:cubicBezTo>
                  <a:pt x="376" y="97"/>
                  <a:pt x="376" y="97"/>
                  <a:pt x="376" y="97"/>
                </a:cubicBezTo>
                <a:cubicBezTo>
                  <a:pt x="376" y="97"/>
                  <a:pt x="376" y="97"/>
                  <a:pt x="377" y="97"/>
                </a:cubicBezTo>
                <a:cubicBezTo>
                  <a:pt x="377" y="97"/>
                  <a:pt x="377" y="96"/>
                  <a:pt x="377" y="96"/>
                </a:cubicBezTo>
                <a:cubicBezTo>
                  <a:pt x="377" y="96"/>
                  <a:pt x="377" y="96"/>
                  <a:pt x="377" y="97"/>
                </a:cubicBezTo>
                <a:cubicBezTo>
                  <a:pt x="377" y="97"/>
                  <a:pt x="377" y="97"/>
                  <a:pt x="377" y="97"/>
                </a:cubicBezTo>
                <a:cubicBezTo>
                  <a:pt x="377" y="97"/>
                  <a:pt x="377" y="97"/>
                  <a:pt x="377" y="97"/>
                </a:cubicBezTo>
                <a:cubicBezTo>
                  <a:pt x="377" y="97"/>
                  <a:pt x="376" y="97"/>
                  <a:pt x="376" y="97"/>
                </a:cubicBezTo>
                <a:cubicBezTo>
                  <a:pt x="376" y="97"/>
                  <a:pt x="376" y="97"/>
                  <a:pt x="376" y="97"/>
                </a:cubicBezTo>
                <a:cubicBezTo>
                  <a:pt x="376" y="97"/>
                  <a:pt x="376" y="98"/>
                  <a:pt x="376" y="98"/>
                </a:cubicBezTo>
                <a:cubicBezTo>
                  <a:pt x="376" y="98"/>
                  <a:pt x="376" y="98"/>
                  <a:pt x="376" y="98"/>
                </a:cubicBezTo>
                <a:cubicBezTo>
                  <a:pt x="376" y="98"/>
                  <a:pt x="376" y="98"/>
                  <a:pt x="376" y="98"/>
                </a:cubicBezTo>
                <a:cubicBezTo>
                  <a:pt x="376" y="98"/>
                  <a:pt x="376" y="98"/>
                  <a:pt x="376" y="98"/>
                </a:cubicBezTo>
                <a:cubicBezTo>
                  <a:pt x="376" y="98"/>
                  <a:pt x="376" y="98"/>
                  <a:pt x="377" y="97"/>
                </a:cubicBezTo>
                <a:cubicBezTo>
                  <a:pt x="377" y="97"/>
                  <a:pt x="377" y="97"/>
                  <a:pt x="377" y="97"/>
                </a:cubicBezTo>
                <a:cubicBezTo>
                  <a:pt x="377" y="97"/>
                  <a:pt x="377" y="97"/>
                  <a:pt x="377" y="98"/>
                </a:cubicBezTo>
                <a:cubicBezTo>
                  <a:pt x="377" y="97"/>
                  <a:pt x="378" y="97"/>
                  <a:pt x="378" y="97"/>
                </a:cubicBezTo>
                <a:cubicBezTo>
                  <a:pt x="378" y="97"/>
                  <a:pt x="378" y="97"/>
                  <a:pt x="378" y="97"/>
                </a:cubicBezTo>
                <a:cubicBezTo>
                  <a:pt x="378" y="97"/>
                  <a:pt x="378" y="97"/>
                  <a:pt x="378" y="97"/>
                </a:cubicBezTo>
                <a:cubicBezTo>
                  <a:pt x="378" y="97"/>
                  <a:pt x="378" y="97"/>
                  <a:pt x="378" y="97"/>
                </a:cubicBezTo>
                <a:cubicBezTo>
                  <a:pt x="378" y="97"/>
                  <a:pt x="378" y="97"/>
                  <a:pt x="378" y="97"/>
                </a:cubicBezTo>
                <a:cubicBezTo>
                  <a:pt x="378" y="97"/>
                  <a:pt x="378" y="97"/>
                  <a:pt x="378" y="97"/>
                </a:cubicBezTo>
                <a:cubicBezTo>
                  <a:pt x="378" y="97"/>
                  <a:pt x="378" y="97"/>
                  <a:pt x="378" y="97"/>
                </a:cubicBezTo>
                <a:cubicBezTo>
                  <a:pt x="378" y="97"/>
                  <a:pt x="378" y="97"/>
                  <a:pt x="378" y="97"/>
                </a:cubicBezTo>
                <a:cubicBezTo>
                  <a:pt x="378" y="97"/>
                  <a:pt x="378" y="97"/>
                  <a:pt x="378" y="97"/>
                </a:cubicBezTo>
                <a:cubicBezTo>
                  <a:pt x="378" y="97"/>
                  <a:pt x="378" y="97"/>
                  <a:pt x="378" y="97"/>
                </a:cubicBezTo>
                <a:cubicBezTo>
                  <a:pt x="378" y="97"/>
                  <a:pt x="378" y="98"/>
                  <a:pt x="378" y="98"/>
                </a:cubicBezTo>
                <a:cubicBezTo>
                  <a:pt x="378" y="98"/>
                  <a:pt x="378" y="98"/>
                  <a:pt x="378" y="98"/>
                </a:cubicBezTo>
                <a:cubicBezTo>
                  <a:pt x="378" y="98"/>
                  <a:pt x="378" y="98"/>
                  <a:pt x="378" y="98"/>
                </a:cubicBezTo>
                <a:cubicBezTo>
                  <a:pt x="378" y="98"/>
                  <a:pt x="378" y="98"/>
                  <a:pt x="378" y="98"/>
                </a:cubicBezTo>
                <a:cubicBezTo>
                  <a:pt x="378" y="98"/>
                  <a:pt x="378" y="98"/>
                  <a:pt x="377" y="98"/>
                </a:cubicBezTo>
                <a:cubicBezTo>
                  <a:pt x="377" y="98"/>
                  <a:pt x="377" y="98"/>
                  <a:pt x="377" y="98"/>
                </a:cubicBezTo>
                <a:cubicBezTo>
                  <a:pt x="377" y="98"/>
                  <a:pt x="377" y="98"/>
                  <a:pt x="377" y="98"/>
                </a:cubicBezTo>
                <a:cubicBezTo>
                  <a:pt x="377" y="98"/>
                  <a:pt x="377" y="98"/>
                  <a:pt x="377" y="98"/>
                </a:cubicBezTo>
                <a:cubicBezTo>
                  <a:pt x="377" y="98"/>
                  <a:pt x="377" y="98"/>
                  <a:pt x="377" y="98"/>
                </a:cubicBezTo>
                <a:cubicBezTo>
                  <a:pt x="377" y="98"/>
                  <a:pt x="377" y="98"/>
                  <a:pt x="376" y="98"/>
                </a:cubicBezTo>
                <a:cubicBezTo>
                  <a:pt x="376" y="98"/>
                  <a:pt x="376" y="98"/>
                  <a:pt x="376" y="98"/>
                </a:cubicBezTo>
                <a:cubicBezTo>
                  <a:pt x="376" y="98"/>
                  <a:pt x="376" y="99"/>
                  <a:pt x="376" y="99"/>
                </a:cubicBezTo>
                <a:cubicBezTo>
                  <a:pt x="376" y="99"/>
                  <a:pt x="376" y="99"/>
                  <a:pt x="376" y="100"/>
                </a:cubicBezTo>
                <a:cubicBezTo>
                  <a:pt x="376" y="100"/>
                  <a:pt x="376" y="100"/>
                  <a:pt x="376" y="100"/>
                </a:cubicBezTo>
                <a:cubicBezTo>
                  <a:pt x="376" y="100"/>
                  <a:pt x="376" y="100"/>
                  <a:pt x="376" y="100"/>
                </a:cubicBezTo>
                <a:cubicBezTo>
                  <a:pt x="377" y="100"/>
                  <a:pt x="377" y="100"/>
                  <a:pt x="377" y="100"/>
                </a:cubicBezTo>
                <a:cubicBezTo>
                  <a:pt x="377" y="100"/>
                  <a:pt x="377" y="100"/>
                  <a:pt x="377" y="100"/>
                </a:cubicBezTo>
                <a:cubicBezTo>
                  <a:pt x="377" y="100"/>
                  <a:pt x="377" y="100"/>
                  <a:pt x="377" y="100"/>
                </a:cubicBezTo>
                <a:cubicBezTo>
                  <a:pt x="377" y="99"/>
                  <a:pt x="377" y="99"/>
                  <a:pt x="377" y="99"/>
                </a:cubicBezTo>
                <a:cubicBezTo>
                  <a:pt x="377" y="99"/>
                  <a:pt x="378" y="99"/>
                  <a:pt x="378" y="99"/>
                </a:cubicBezTo>
                <a:cubicBezTo>
                  <a:pt x="378" y="99"/>
                  <a:pt x="377" y="99"/>
                  <a:pt x="377" y="100"/>
                </a:cubicBezTo>
                <a:cubicBezTo>
                  <a:pt x="377" y="100"/>
                  <a:pt x="377" y="100"/>
                  <a:pt x="377" y="100"/>
                </a:cubicBezTo>
                <a:cubicBezTo>
                  <a:pt x="378" y="100"/>
                  <a:pt x="378" y="99"/>
                  <a:pt x="378" y="99"/>
                </a:cubicBezTo>
                <a:cubicBezTo>
                  <a:pt x="378" y="99"/>
                  <a:pt x="379" y="99"/>
                  <a:pt x="379" y="99"/>
                </a:cubicBezTo>
                <a:cubicBezTo>
                  <a:pt x="379" y="99"/>
                  <a:pt x="379" y="99"/>
                  <a:pt x="380" y="99"/>
                </a:cubicBezTo>
                <a:cubicBezTo>
                  <a:pt x="380" y="99"/>
                  <a:pt x="380" y="99"/>
                  <a:pt x="380" y="99"/>
                </a:cubicBezTo>
                <a:cubicBezTo>
                  <a:pt x="380" y="99"/>
                  <a:pt x="381" y="99"/>
                  <a:pt x="381" y="99"/>
                </a:cubicBezTo>
                <a:cubicBezTo>
                  <a:pt x="381" y="99"/>
                  <a:pt x="381" y="99"/>
                  <a:pt x="381" y="99"/>
                </a:cubicBezTo>
                <a:cubicBezTo>
                  <a:pt x="380" y="99"/>
                  <a:pt x="380" y="99"/>
                  <a:pt x="380" y="99"/>
                </a:cubicBezTo>
                <a:cubicBezTo>
                  <a:pt x="380" y="99"/>
                  <a:pt x="380" y="99"/>
                  <a:pt x="380" y="99"/>
                </a:cubicBezTo>
                <a:cubicBezTo>
                  <a:pt x="380" y="99"/>
                  <a:pt x="380" y="99"/>
                  <a:pt x="380" y="99"/>
                </a:cubicBezTo>
                <a:cubicBezTo>
                  <a:pt x="379" y="99"/>
                  <a:pt x="379" y="99"/>
                  <a:pt x="379" y="99"/>
                </a:cubicBezTo>
                <a:cubicBezTo>
                  <a:pt x="379" y="99"/>
                  <a:pt x="379" y="99"/>
                  <a:pt x="378" y="99"/>
                </a:cubicBezTo>
                <a:cubicBezTo>
                  <a:pt x="378" y="99"/>
                  <a:pt x="378" y="100"/>
                  <a:pt x="378" y="100"/>
                </a:cubicBezTo>
                <a:cubicBezTo>
                  <a:pt x="378" y="100"/>
                  <a:pt x="377" y="100"/>
                  <a:pt x="377" y="100"/>
                </a:cubicBezTo>
                <a:cubicBezTo>
                  <a:pt x="377" y="100"/>
                  <a:pt x="377" y="100"/>
                  <a:pt x="377" y="100"/>
                </a:cubicBezTo>
                <a:cubicBezTo>
                  <a:pt x="377" y="100"/>
                  <a:pt x="377" y="100"/>
                  <a:pt x="377" y="101"/>
                </a:cubicBezTo>
                <a:cubicBezTo>
                  <a:pt x="377" y="101"/>
                  <a:pt x="378" y="101"/>
                  <a:pt x="378" y="101"/>
                </a:cubicBezTo>
                <a:cubicBezTo>
                  <a:pt x="378" y="101"/>
                  <a:pt x="379" y="101"/>
                  <a:pt x="379" y="101"/>
                </a:cubicBezTo>
                <a:cubicBezTo>
                  <a:pt x="379" y="101"/>
                  <a:pt x="379" y="100"/>
                  <a:pt x="379" y="100"/>
                </a:cubicBezTo>
                <a:cubicBezTo>
                  <a:pt x="379" y="100"/>
                  <a:pt x="379" y="100"/>
                  <a:pt x="379" y="100"/>
                </a:cubicBezTo>
                <a:cubicBezTo>
                  <a:pt x="379" y="100"/>
                  <a:pt x="379" y="100"/>
                  <a:pt x="379" y="100"/>
                </a:cubicBezTo>
                <a:cubicBezTo>
                  <a:pt x="379" y="100"/>
                  <a:pt x="379" y="100"/>
                  <a:pt x="379" y="100"/>
                </a:cubicBezTo>
                <a:cubicBezTo>
                  <a:pt x="379" y="100"/>
                  <a:pt x="379" y="100"/>
                  <a:pt x="379" y="99"/>
                </a:cubicBezTo>
                <a:cubicBezTo>
                  <a:pt x="380" y="99"/>
                  <a:pt x="380" y="99"/>
                  <a:pt x="380" y="99"/>
                </a:cubicBezTo>
                <a:cubicBezTo>
                  <a:pt x="380" y="99"/>
                  <a:pt x="380" y="99"/>
                  <a:pt x="380" y="99"/>
                </a:cubicBezTo>
                <a:cubicBezTo>
                  <a:pt x="380" y="99"/>
                  <a:pt x="380" y="99"/>
                  <a:pt x="380" y="99"/>
                </a:cubicBezTo>
                <a:cubicBezTo>
                  <a:pt x="380" y="99"/>
                  <a:pt x="380" y="99"/>
                  <a:pt x="380" y="100"/>
                </a:cubicBezTo>
                <a:cubicBezTo>
                  <a:pt x="380" y="100"/>
                  <a:pt x="379" y="100"/>
                  <a:pt x="379" y="100"/>
                </a:cubicBezTo>
                <a:cubicBezTo>
                  <a:pt x="379" y="100"/>
                  <a:pt x="379" y="100"/>
                  <a:pt x="379" y="100"/>
                </a:cubicBezTo>
                <a:cubicBezTo>
                  <a:pt x="379" y="100"/>
                  <a:pt x="379" y="100"/>
                  <a:pt x="379" y="100"/>
                </a:cubicBezTo>
                <a:cubicBezTo>
                  <a:pt x="379" y="100"/>
                  <a:pt x="379" y="100"/>
                  <a:pt x="379" y="100"/>
                </a:cubicBezTo>
                <a:cubicBezTo>
                  <a:pt x="379" y="100"/>
                  <a:pt x="379" y="101"/>
                  <a:pt x="379" y="101"/>
                </a:cubicBezTo>
                <a:cubicBezTo>
                  <a:pt x="379" y="101"/>
                  <a:pt x="379" y="101"/>
                  <a:pt x="379" y="101"/>
                </a:cubicBezTo>
                <a:cubicBezTo>
                  <a:pt x="378" y="101"/>
                  <a:pt x="378" y="101"/>
                  <a:pt x="378" y="101"/>
                </a:cubicBezTo>
                <a:cubicBezTo>
                  <a:pt x="378" y="101"/>
                  <a:pt x="378" y="101"/>
                  <a:pt x="378" y="101"/>
                </a:cubicBezTo>
                <a:cubicBezTo>
                  <a:pt x="378" y="101"/>
                  <a:pt x="378" y="101"/>
                  <a:pt x="378" y="102"/>
                </a:cubicBezTo>
                <a:cubicBezTo>
                  <a:pt x="378" y="102"/>
                  <a:pt x="378" y="102"/>
                  <a:pt x="378" y="102"/>
                </a:cubicBezTo>
                <a:cubicBezTo>
                  <a:pt x="378" y="102"/>
                  <a:pt x="378" y="103"/>
                  <a:pt x="378" y="103"/>
                </a:cubicBezTo>
                <a:cubicBezTo>
                  <a:pt x="378" y="103"/>
                  <a:pt x="378" y="103"/>
                  <a:pt x="378" y="103"/>
                </a:cubicBezTo>
                <a:cubicBezTo>
                  <a:pt x="379" y="103"/>
                  <a:pt x="379" y="103"/>
                  <a:pt x="379" y="104"/>
                </a:cubicBezTo>
                <a:cubicBezTo>
                  <a:pt x="379" y="104"/>
                  <a:pt x="379" y="104"/>
                  <a:pt x="379" y="104"/>
                </a:cubicBezTo>
                <a:cubicBezTo>
                  <a:pt x="379" y="104"/>
                  <a:pt x="379" y="104"/>
                  <a:pt x="379" y="104"/>
                </a:cubicBezTo>
                <a:cubicBezTo>
                  <a:pt x="379" y="104"/>
                  <a:pt x="379" y="105"/>
                  <a:pt x="379" y="105"/>
                </a:cubicBezTo>
                <a:cubicBezTo>
                  <a:pt x="379" y="105"/>
                  <a:pt x="379" y="105"/>
                  <a:pt x="379" y="105"/>
                </a:cubicBezTo>
                <a:cubicBezTo>
                  <a:pt x="379" y="105"/>
                  <a:pt x="379" y="105"/>
                  <a:pt x="379" y="106"/>
                </a:cubicBezTo>
                <a:cubicBezTo>
                  <a:pt x="379" y="106"/>
                  <a:pt x="379" y="106"/>
                  <a:pt x="379" y="106"/>
                </a:cubicBezTo>
                <a:cubicBezTo>
                  <a:pt x="380" y="106"/>
                  <a:pt x="380" y="106"/>
                  <a:pt x="380" y="107"/>
                </a:cubicBezTo>
                <a:cubicBezTo>
                  <a:pt x="381" y="107"/>
                  <a:pt x="381" y="107"/>
                  <a:pt x="381" y="107"/>
                </a:cubicBezTo>
                <a:cubicBezTo>
                  <a:pt x="381" y="108"/>
                  <a:pt x="381" y="108"/>
                  <a:pt x="382" y="108"/>
                </a:cubicBezTo>
                <a:cubicBezTo>
                  <a:pt x="382" y="108"/>
                  <a:pt x="382" y="108"/>
                  <a:pt x="382" y="108"/>
                </a:cubicBezTo>
                <a:cubicBezTo>
                  <a:pt x="383" y="109"/>
                  <a:pt x="383" y="109"/>
                  <a:pt x="383" y="109"/>
                </a:cubicBezTo>
                <a:cubicBezTo>
                  <a:pt x="383" y="109"/>
                  <a:pt x="383" y="109"/>
                  <a:pt x="383" y="109"/>
                </a:cubicBezTo>
                <a:cubicBezTo>
                  <a:pt x="383" y="109"/>
                  <a:pt x="383" y="109"/>
                  <a:pt x="383" y="109"/>
                </a:cubicBezTo>
                <a:cubicBezTo>
                  <a:pt x="383" y="109"/>
                  <a:pt x="383" y="109"/>
                  <a:pt x="383" y="109"/>
                </a:cubicBezTo>
                <a:cubicBezTo>
                  <a:pt x="384" y="110"/>
                  <a:pt x="384" y="110"/>
                  <a:pt x="384" y="110"/>
                </a:cubicBezTo>
                <a:cubicBezTo>
                  <a:pt x="384" y="110"/>
                  <a:pt x="384" y="110"/>
                  <a:pt x="384" y="110"/>
                </a:cubicBezTo>
                <a:cubicBezTo>
                  <a:pt x="384" y="110"/>
                  <a:pt x="384" y="110"/>
                  <a:pt x="384" y="110"/>
                </a:cubicBezTo>
                <a:cubicBezTo>
                  <a:pt x="385" y="110"/>
                  <a:pt x="385" y="110"/>
                  <a:pt x="385" y="111"/>
                </a:cubicBezTo>
                <a:cubicBezTo>
                  <a:pt x="385" y="111"/>
                  <a:pt x="385" y="111"/>
                  <a:pt x="385" y="111"/>
                </a:cubicBezTo>
                <a:cubicBezTo>
                  <a:pt x="385" y="111"/>
                  <a:pt x="386" y="111"/>
                  <a:pt x="386" y="111"/>
                </a:cubicBezTo>
                <a:cubicBezTo>
                  <a:pt x="386" y="111"/>
                  <a:pt x="386" y="111"/>
                  <a:pt x="386" y="111"/>
                </a:cubicBezTo>
                <a:cubicBezTo>
                  <a:pt x="387" y="111"/>
                  <a:pt x="387" y="112"/>
                  <a:pt x="387" y="112"/>
                </a:cubicBezTo>
                <a:cubicBezTo>
                  <a:pt x="387" y="112"/>
                  <a:pt x="387" y="112"/>
                  <a:pt x="388" y="112"/>
                </a:cubicBezTo>
                <a:cubicBezTo>
                  <a:pt x="388" y="112"/>
                  <a:pt x="388" y="112"/>
                  <a:pt x="388" y="113"/>
                </a:cubicBezTo>
                <a:cubicBezTo>
                  <a:pt x="388" y="113"/>
                  <a:pt x="388" y="113"/>
                  <a:pt x="388" y="113"/>
                </a:cubicBezTo>
                <a:cubicBezTo>
                  <a:pt x="389" y="113"/>
                  <a:pt x="389" y="113"/>
                  <a:pt x="389" y="113"/>
                </a:cubicBezTo>
                <a:cubicBezTo>
                  <a:pt x="389" y="113"/>
                  <a:pt x="389" y="113"/>
                  <a:pt x="389" y="113"/>
                </a:cubicBezTo>
                <a:cubicBezTo>
                  <a:pt x="389" y="114"/>
                  <a:pt x="389" y="114"/>
                  <a:pt x="389" y="114"/>
                </a:cubicBezTo>
                <a:cubicBezTo>
                  <a:pt x="389" y="114"/>
                  <a:pt x="389" y="114"/>
                  <a:pt x="389" y="114"/>
                </a:cubicBezTo>
                <a:cubicBezTo>
                  <a:pt x="389" y="113"/>
                  <a:pt x="389" y="113"/>
                  <a:pt x="390" y="113"/>
                </a:cubicBezTo>
                <a:cubicBezTo>
                  <a:pt x="390" y="113"/>
                  <a:pt x="390" y="113"/>
                  <a:pt x="390" y="113"/>
                </a:cubicBezTo>
                <a:cubicBezTo>
                  <a:pt x="390" y="113"/>
                  <a:pt x="390" y="114"/>
                  <a:pt x="390" y="114"/>
                </a:cubicBezTo>
                <a:cubicBezTo>
                  <a:pt x="391" y="114"/>
                  <a:pt x="391" y="113"/>
                  <a:pt x="391" y="113"/>
                </a:cubicBezTo>
                <a:cubicBezTo>
                  <a:pt x="391" y="113"/>
                  <a:pt x="391" y="113"/>
                  <a:pt x="391" y="113"/>
                </a:cubicBezTo>
                <a:cubicBezTo>
                  <a:pt x="391" y="113"/>
                  <a:pt x="391" y="113"/>
                  <a:pt x="391" y="112"/>
                </a:cubicBezTo>
                <a:cubicBezTo>
                  <a:pt x="391" y="112"/>
                  <a:pt x="391" y="112"/>
                  <a:pt x="391" y="112"/>
                </a:cubicBezTo>
                <a:cubicBezTo>
                  <a:pt x="392" y="112"/>
                  <a:pt x="392" y="112"/>
                  <a:pt x="392" y="112"/>
                </a:cubicBezTo>
                <a:cubicBezTo>
                  <a:pt x="392" y="112"/>
                  <a:pt x="391" y="112"/>
                  <a:pt x="391" y="112"/>
                </a:cubicBezTo>
                <a:cubicBezTo>
                  <a:pt x="391" y="113"/>
                  <a:pt x="391" y="113"/>
                  <a:pt x="391" y="113"/>
                </a:cubicBezTo>
                <a:cubicBezTo>
                  <a:pt x="391" y="113"/>
                  <a:pt x="391" y="113"/>
                  <a:pt x="391" y="114"/>
                </a:cubicBezTo>
                <a:cubicBezTo>
                  <a:pt x="391" y="114"/>
                  <a:pt x="391" y="114"/>
                  <a:pt x="391" y="114"/>
                </a:cubicBezTo>
                <a:cubicBezTo>
                  <a:pt x="391" y="114"/>
                  <a:pt x="390" y="114"/>
                  <a:pt x="390" y="114"/>
                </a:cubicBezTo>
                <a:cubicBezTo>
                  <a:pt x="390" y="114"/>
                  <a:pt x="390" y="114"/>
                  <a:pt x="390" y="114"/>
                </a:cubicBezTo>
                <a:cubicBezTo>
                  <a:pt x="390" y="114"/>
                  <a:pt x="390" y="114"/>
                  <a:pt x="390" y="113"/>
                </a:cubicBezTo>
                <a:cubicBezTo>
                  <a:pt x="390" y="113"/>
                  <a:pt x="390" y="113"/>
                  <a:pt x="390" y="113"/>
                </a:cubicBezTo>
                <a:cubicBezTo>
                  <a:pt x="390" y="113"/>
                  <a:pt x="390" y="113"/>
                  <a:pt x="390" y="114"/>
                </a:cubicBezTo>
                <a:cubicBezTo>
                  <a:pt x="389" y="114"/>
                  <a:pt x="389" y="114"/>
                  <a:pt x="389" y="114"/>
                </a:cubicBezTo>
                <a:cubicBezTo>
                  <a:pt x="389" y="114"/>
                  <a:pt x="389" y="114"/>
                  <a:pt x="389" y="114"/>
                </a:cubicBezTo>
                <a:cubicBezTo>
                  <a:pt x="389" y="114"/>
                  <a:pt x="389" y="114"/>
                  <a:pt x="389" y="114"/>
                </a:cubicBezTo>
                <a:cubicBezTo>
                  <a:pt x="388" y="113"/>
                  <a:pt x="388" y="113"/>
                  <a:pt x="388" y="113"/>
                </a:cubicBezTo>
                <a:cubicBezTo>
                  <a:pt x="388" y="113"/>
                  <a:pt x="388" y="113"/>
                  <a:pt x="388" y="113"/>
                </a:cubicBezTo>
                <a:cubicBezTo>
                  <a:pt x="388" y="113"/>
                  <a:pt x="388" y="113"/>
                  <a:pt x="388" y="113"/>
                </a:cubicBezTo>
                <a:cubicBezTo>
                  <a:pt x="387" y="113"/>
                  <a:pt x="388" y="113"/>
                  <a:pt x="388" y="113"/>
                </a:cubicBezTo>
                <a:cubicBezTo>
                  <a:pt x="388" y="113"/>
                  <a:pt x="388" y="113"/>
                  <a:pt x="388" y="113"/>
                </a:cubicBezTo>
                <a:cubicBezTo>
                  <a:pt x="388" y="113"/>
                  <a:pt x="388" y="114"/>
                  <a:pt x="388" y="114"/>
                </a:cubicBezTo>
                <a:cubicBezTo>
                  <a:pt x="388" y="114"/>
                  <a:pt x="388" y="114"/>
                  <a:pt x="388" y="114"/>
                </a:cubicBezTo>
                <a:cubicBezTo>
                  <a:pt x="387" y="113"/>
                  <a:pt x="387" y="113"/>
                  <a:pt x="387" y="113"/>
                </a:cubicBezTo>
                <a:cubicBezTo>
                  <a:pt x="387" y="113"/>
                  <a:pt x="387" y="113"/>
                  <a:pt x="387" y="113"/>
                </a:cubicBezTo>
                <a:cubicBezTo>
                  <a:pt x="387" y="113"/>
                  <a:pt x="387" y="113"/>
                  <a:pt x="387" y="113"/>
                </a:cubicBezTo>
                <a:cubicBezTo>
                  <a:pt x="387" y="113"/>
                  <a:pt x="386" y="113"/>
                  <a:pt x="386" y="113"/>
                </a:cubicBezTo>
                <a:cubicBezTo>
                  <a:pt x="386" y="113"/>
                  <a:pt x="386" y="113"/>
                  <a:pt x="386" y="113"/>
                </a:cubicBezTo>
                <a:cubicBezTo>
                  <a:pt x="386" y="113"/>
                  <a:pt x="386" y="114"/>
                  <a:pt x="386" y="114"/>
                </a:cubicBezTo>
                <a:cubicBezTo>
                  <a:pt x="385" y="114"/>
                  <a:pt x="385" y="114"/>
                  <a:pt x="385" y="114"/>
                </a:cubicBezTo>
                <a:cubicBezTo>
                  <a:pt x="384" y="114"/>
                  <a:pt x="384" y="113"/>
                  <a:pt x="384" y="113"/>
                </a:cubicBezTo>
                <a:cubicBezTo>
                  <a:pt x="384" y="113"/>
                  <a:pt x="384" y="113"/>
                  <a:pt x="384" y="113"/>
                </a:cubicBezTo>
                <a:cubicBezTo>
                  <a:pt x="384" y="113"/>
                  <a:pt x="384" y="113"/>
                  <a:pt x="384" y="113"/>
                </a:cubicBezTo>
                <a:cubicBezTo>
                  <a:pt x="383" y="113"/>
                  <a:pt x="383" y="113"/>
                  <a:pt x="383" y="113"/>
                </a:cubicBezTo>
                <a:cubicBezTo>
                  <a:pt x="383" y="113"/>
                  <a:pt x="383" y="113"/>
                  <a:pt x="383" y="113"/>
                </a:cubicBezTo>
                <a:cubicBezTo>
                  <a:pt x="382" y="113"/>
                  <a:pt x="382" y="113"/>
                  <a:pt x="382" y="113"/>
                </a:cubicBezTo>
                <a:cubicBezTo>
                  <a:pt x="382" y="113"/>
                  <a:pt x="382" y="113"/>
                  <a:pt x="382" y="113"/>
                </a:cubicBezTo>
                <a:cubicBezTo>
                  <a:pt x="382" y="113"/>
                  <a:pt x="382" y="113"/>
                  <a:pt x="382" y="113"/>
                </a:cubicBezTo>
                <a:cubicBezTo>
                  <a:pt x="382" y="113"/>
                  <a:pt x="381" y="113"/>
                  <a:pt x="381" y="113"/>
                </a:cubicBezTo>
                <a:cubicBezTo>
                  <a:pt x="381" y="113"/>
                  <a:pt x="381" y="113"/>
                  <a:pt x="381" y="113"/>
                </a:cubicBezTo>
                <a:cubicBezTo>
                  <a:pt x="382" y="113"/>
                  <a:pt x="382" y="114"/>
                  <a:pt x="382" y="114"/>
                </a:cubicBezTo>
                <a:cubicBezTo>
                  <a:pt x="382" y="114"/>
                  <a:pt x="382" y="114"/>
                  <a:pt x="382" y="114"/>
                </a:cubicBezTo>
                <a:cubicBezTo>
                  <a:pt x="383" y="114"/>
                  <a:pt x="383" y="114"/>
                  <a:pt x="383" y="114"/>
                </a:cubicBezTo>
                <a:cubicBezTo>
                  <a:pt x="383" y="114"/>
                  <a:pt x="383" y="115"/>
                  <a:pt x="383" y="115"/>
                </a:cubicBezTo>
                <a:cubicBezTo>
                  <a:pt x="383" y="115"/>
                  <a:pt x="384" y="115"/>
                  <a:pt x="384" y="116"/>
                </a:cubicBezTo>
                <a:cubicBezTo>
                  <a:pt x="384" y="116"/>
                  <a:pt x="384" y="116"/>
                  <a:pt x="384" y="116"/>
                </a:cubicBezTo>
                <a:cubicBezTo>
                  <a:pt x="384" y="116"/>
                  <a:pt x="385" y="116"/>
                  <a:pt x="385" y="116"/>
                </a:cubicBezTo>
                <a:cubicBezTo>
                  <a:pt x="385" y="116"/>
                  <a:pt x="385" y="116"/>
                  <a:pt x="385" y="116"/>
                </a:cubicBezTo>
                <a:cubicBezTo>
                  <a:pt x="385" y="116"/>
                  <a:pt x="385" y="116"/>
                  <a:pt x="385" y="117"/>
                </a:cubicBezTo>
                <a:cubicBezTo>
                  <a:pt x="385" y="117"/>
                  <a:pt x="385" y="117"/>
                  <a:pt x="385" y="117"/>
                </a:cubicBezTo>
                <a:cubicBezTo>
                  <a:pt x="385" y="117"/>
                  <a:pt x="385" y="117"/>
                  <a:pt x="385" y="118"/>
                </a:cubicBezTo>
                <a:cubicBezTo>
                  <a:pt x="385" y="118"/>
                  <a:pt x="385" y="118"/>
                  <a:pt x="385" y="118"/>
                </a:cubicBezTo>
                <a:cubicBezTo>
                  <a:pt x="385" y="118"/>
                  <a:pt x="384" y="118"/>
                  <a:pt x="384" y="118"/>
                </a:cubicBezTo>
                <a:cubicBezTo>
                  <a:pt x="384" y="119"/>
                  <a:pt x="385" y="119"/>
                  <a:pt x="384" y="119"/>
                </a:cubicBezTo>
                <a:cubicBezTo>
                  <a:pt x="384" y="119"/>
                  <a:pt x="384" y="119"/>
                  <a:pt x="384" y="119"/>
                </a:cubicBezTo>
                <a:cubicBezTo>
                  <a:pt x="384" y="119"/>
                  <a:pt x="384" y="120"/>
                  <a:pt x="384" y="120"/>
                </a:cubicBezTo>
                <a:cubicBezTo>
                  <a:pt x="384" y="120"/>
                  <a:pt x="384" y="120"/>
                  <a:pt x="384" y="120"/>
                </a:cubicBezTo>
                <a:cubicBezTo>
                  <a:pt x="384" y="120"/>
                  <a:pt x="384" y="120"/>
                  <a:pt x="384" y="120"/>
                </a:cubicBezTo>
                <a:cubicBezTo>
                  <a:pt x="384" y="120"/>
                  <a:pt x="383" y="121"/>
                  <a:pt x="383" y="121"/>
                </a:cubicBezTo>
                <a:cubicBezTo>
                  <a:pt x="383" y="121"/>
                  <a:pt x="384" y="121"/>
                  <a:pt x="384" y="121"/>
                </a:cubicBezTo>
                <a:cubicBezTo>
                  <a:pt x="384" y="121"/>
                  <a:pt x="384" y="121"/>
                  <a:pt x="384" y="121"/>
                </a:cubicBezTo>
                <a:cubicBezTo>
                  <a:pt x="383" y="121"/>
                  <a:pt x="383" y="121"/>
                  <a:pt x="383" y="122"/>
                </a:cubicBezTo>
                <a:cubicBezTo>
                  <a:pt x="383" y="122"/>
                  <a:pt x="383" y="122"/>
                  <a:pt x="383" y="122"/>
                </a:cubicBezTo>
                <a:cubicBezTo>
                  <a:pt x="383" y="122"/>
                  <a:pt x="383" y="123"/>
                  <a:pt x="384" y="123"/>
                </a:cubicBezTo>
                <a:cubicBezTo>
                  <a:pt x="384" y="123"/>
                  <a:pt x="384" y="124"/>
                  <a:pt x="384" y="123"/>
                </a:cubicBezTo>
                <a:cubicBezTo>
                  <a:pt x="384" y="123"/>
                  <a:pt x="384" y="123"/>
                  <a:pt x="384" y="123"/>
                </a:cubicBezTo>
                <a:cubicBezTo>
                  <a:pt x="384" y="123"/>
                  <a:pt x="384" y="123"/>
                  <a:pt x="384" y="123"/>
                </a:cubicBezTo>
                <a:cubicBezTo>
                  <a:pt x="384" y="123"/>
                  <a:pt x="384" y="123"/>
                  <a:pt x="384" y="123"/>
                </a:cubicBezTo>
                <a:cubicBezTo>
                  <a:pt x="384" y="123"/>
                  <a:pt x="384" y="122"/>
                  <a:pt x="384" y="122"/>
                </a:cubicBezTo>
                <a:cubicBezTo>
                  <a:pt x="384" y="122"/>
                  <a:pt x="384" y="122"/>
                  <a:pt x="384" y="122"/>
                </a:cubicBezTo>
                <a:cubicBezTo>
                  <a:pt x="384" y="122"/>
                  <a:pt x="384" y="122"/>
                  <a:pt x="384" y="122"/>
                </a:cubicBezTo>
                <a:cubicBezTo>
                  <a:pt x="384" y="122"/>
                  <a:pt x="385" y="122"/>
                  <a:pt x="385" y="122"/>
                </a:cubicBezTo>
                <a:cubicBezTo>
                  <a:pt x="385" y="122"/>
                  <a:pt x="385" y="122"/>
                  <a:pt x="385" y="122"/>
                </a:cubicBezTo>
                <a:cubicBezTo>
                  <a:pt x="385" y="122"/>
                  <a:pt x="385" y="122"/>
                  <a:pt x="385" y="122"/>
                </a:cubicBezTo>
                <a:cubicBezTo>
                  <a:pt x="385" y="122"/>
                  <a:pt x="385" y="122"/>
                  <a:pt x="386" y="122"/>
                </a:cubicBezTo>
                <a:cubicBezTo>
                  <a:pt x="386" y="121"/>
                  <a:pt x="386" y="121"/>
                  <a:pt x="386" y="121"/>
                </a:cubicBezTo>
                <a:cubicBezTo>
                  <a:pt x="386" y="121"/>
                  <a:pt x="386" y="121"/>
                  <a:pt x="386" y="121"/>
                </a:cubicBezTo>
                <a:cubicBezTo>
                  <a:pt x="386" y="121"/>
                  <a:pt x="386" y="121"/>
                  <a:pt x="386" y="121"/>
                </a:cubicBezTo>
                <a:cubicBezTo>
                  <a:pt x="386" y="121"/>
                  <a:pt x="386" y="121"/>
                  <a:pt x="386" y="121"/>
                </a:cubicBezTo>
                <a:cubicBezTo>
                  <a:pt x="386" y="121"/>
                  <a:pt x="386" y="121"/>
                  <a:pt x="386" y="121"/>
                </a:cubicBezTo>
                <a:cubicBezTo>
                  <a:pt x="386" y="121"/>
                  <a:pt x="386" y="121"/>
                  <a:pt x="386" y="121"/>
                </a:cubicBezTo>
                <a:cubicBezTo>
                  <a:pt x="386" y="121"/>
                  <a:pt x="386" y="121"/>
                  <a:pt x="386" y="122"/>
                </a:cubicBezTo>
                <a:cubicBezTo>
                  <a:pt x="386" y="122"/>
                  <a:pt x="387" y="122"/>
                  <a:pt x="387" y="122"/>
                </a:cubicBezTo>
                <a:cubicBezTo>
                  <a:pt x="387" y="122"/>
                  <a:pt x="387" y="122"/>
                  <a:pt x="387" y="122"/>
                </a:cubicBezTo>
                <a:cubicBezTo>
                  <a:pt x="387" y="122"/>
                  <a:pt x="387" y="122"/>
                  <a:pt x="387" y="122"/>
                </a:cubicBezTo>
                <a:cubicBezTo>
                  <a:pt x="387" y="122"/>
                  <a:pt x="387" y="122"/>
                  <a:pt x="387" y="122"/>
                </a:cubicBezTo>
                <a:cubicBezTo>
                  <a:pt x="388" y="122"/>
                  <a:pt x="388" y="122"/>
                  <a:pt x="388" y="122"/>
                </a:cubicBezTo>
                <a:cubicBezTo>
                  <a:pt x="388" y="122"/>
                  <a:pt x="389" y="122"/>
                  <a:pt x="389" y="122"/>
                </a:cubicBezTo>
                <a:cubicBezTo>
                  <a:pt x="389" y="122"/>
                  <a:pt x="389" y="122"/>
                  <a:pt x="389" y="122"/>
                </a:cubicBezTo>
                <a:cubicBezTo>
                  <a:pt x="389" y="122"/>
                  <a:pt x="389" y="122"/>
                  <a:pt x="390" y="122"/>
                </a:cubicBezTo>
                <a:cubicBezTo>
                  <a:pt x="390" y="121"/>
                  <a:pt x="390" y="121"/>
                  <a:pt x="390" y="121"/>
                </a:cubicBezTo>
                <a:cubicBezTo>
                  <a:pt x="391" y="121"/>
                  <a:pt x="391" y="121"/>
                  <a:pt x="392" y="121"/>
                </a:cubicBezTo>
                <a:cubicBezTo>
                  <a:pt x="392" y="121"/>
                  <a:pt x="392" y="121"/>
                  <a:pt x="392" y="121"/>
                </a:cubicBezTo>
                <a:cubicBezTo>
                  <a:pt x="392" y="121"/>
                  <a:pt x="393" y="121"/>
                  <a:pt x="393" y="121"/>
                </a:cubicBezTo>
                <a:cubicBezTo>
                  <a:pt x="393" y="121"/>
                  <a:pt x="393" y="121"/>
                  <a:pt x="393" y="121"/>
                </a:cubicBezTo>
                <a:cubicBezTo>
                  <a:pt x="393" y="121"/>
                  <a:pt x="393" y="121"/>
                  <a:pt x="394" y="121"/>
                </a:cubicBezTo>
                <a:cubicBezTo>
                  <a:pt x="394" y="121"/>
                  <a:pt x="394" y="121"/>
                  <a:pt x="394" y="121"/>
                </a:cubicBezTo>
                <a:cubicBezTo>
                  <a:pt x="394" y="121"/>
                  <a:pt x="394" y="121"/>
                  <a:pt x="394" y="120"/>
                </a:cubicBezTo>
                <a:cubicBezTo>
                  <a:pt x="394" y="120"/>
                  <a:pt x="394" y="120"/>
                  <a:pt x="394" y="120"/>
                </a:cubicBezTo>
                <a:cubicBezTo>
                  <a:pt x="394" y="120"/>
                  <a:pt x="394" y="120"/>
                  <a:pt x="394" y="120"/>
                </a:cubicBezTo>
                <a:cubicBezTo>
                  <a:pt x="394" y="120"/>
                  <a:pt x="394" y="120"/>
                  <a:pt x="394" y="120"/>
                </a:cubicBezTo>
                <a:cubicBezTo>
                  <a:pt x="394" y="120"/>
                  <a:pt x="394" y="120"/>
                  <a:pt x="394" y="120"/>
                </a:cubicBezTo>
                <a:cubicBezTo>
                  <a:pt x="394" y="120"/>
                  <a:pt x="394" y="120"/>
                  <a:pt x="394" y="121"/>
                </a:cubicBezTo>
                <a:cubicBezTo>
                  <a:pt x="394" y="121"/>
                  <a:pt x="394" y="121"/>
                  <a:pt x="394" y="121"/>
                </a:cubicBezTo>
                <a:cubicBezTo>
                  <a:pt x="394" y="121"/>
                  <a:pt x="394" y="121"/>
                  <a:pt x="394" y="121"/>
                </a:cubicBezTo>
                <a:cubicBezTo>
                  <a:pt x="394" y="121"/>
                  <a:pt x="394" y="121"/>
                  <a:pt x="394" y="121"/>
                </a:cubicBezTo>
                <a:cubicBezTo>
                  <a:pt x="394" y="121"/>
                  <a:pt x="393" y="121"/>
                  <a:pt x="393" y="121"/>
                </a:cubicBezTo>
                <a:cubicBezTo>
                  <a:pt x="393" y="121"/>
                  <a:pt x="393" y="121"/>
                  <a:pt x="393" y="121"/>
                </a:cubicBezTo>
                <a:cubicBezTo>
                  <a:pt x="393" y="121"/>
                  <a:pt x="393" y="121"/>
                  <a:pt x="393" y="121"/>
                </a:cubicBezTo>
                <a:cubicBezTo>
                  <a:pt x="393" y="121"/>
                  <a:pt x="393" y="122"/>
                  <a:pt x="393" y="122"/>
                </a:cubicBezTo>
                <a:cubicBezTo>
                  <a:pt x="393" y="122"/>
                  <a:pt x="393" y="122"/>
                  <a:pt x="393" y="122"/>
                </a:cubicBezTo>
                <a:cubicBezTo>
                  <a:pt x="393" y="122"/>
                  <a:pt x="393" y="122"/>
                  <a:pt x="393" y="122"/>
                </a:cubicBezTo>
                <a:cubicBezTo>
                  <a:pt x="393" y="122"/>
                  <a:pt x="394" y="123"/>
                  <a:pt x="394" y="123"/>
                </a:cubicBezTo>
                <a:cubicBezTo>
                  <a:pt x="394" y="123"/>
                  <a:pt x="394" y="123"/>
                  <a:pt x="394" y="123"/>
                </a:cubicBezTo>
                <a:cubicBezTo>
                  <a:pt x="394" y="123"/>
                  <a:pt x="395" y="123"/>
                  <a:pt x="395" y="123"/>
                </a:cubicBezTo>
                <a:cubicBezTo>
                  <a:pt x="395" y="123"/>
                  <a:pt x="395" y="123"/>
                  <a:pt x="395" y="124"/>
                </a:cubicBezTo>
                <a:cubicBezTo>
                  <a:pt x="395" y="124"/>
                  <a:pt x="395" y="124"/>
                  <a:pt x="395" y="124"/>
                </a:cubicBezTo>
                <a:cubicBezTo>
                  <a:pt x="395" y="124"/>
                  <a:pt x="395" y="124"/>
                  <a:pt x="395" y="124"/>
                </a:cubicBezTo>
                <a:cubicBezTo>
                  <a:pt x="395" y="124"/>
                  <a:pt x="395" y="124"/>
                  <a:pt x="395" y="124"/>
                </a:cubicBezTo>
                <a:cubicBezTo>
                  <a:pt x="396" y="124"/>
                  <a:pt x="396" y="124"/>
                  <a:pt x="396" y="124"/>
                </a:cubicBezTo>
                <a:cubicBezTo>
                  <a:pt x="396" y="125"/>
                  <a:pt x="396" y="125"/>
                  <a:pt x="396" y="125"/>
                </a:cubicBezTo>
                <a:cubicBezTo>
                  <a:pt x="396" y="125"/>
                  <a:pt x="396" y="125"/>
                  <a:pt x="397" y="124"/>
                </a:cubicBezTo>
                <a:cubicBezTo>
                  <a:pt x="397" y="124"/>
                  <a:pt x="397" y="124"/>
                  <a:pt x="397" y="125"/>
                </a:cubicBezTo>
                <a:cubicBezTo>
                  <a:pt x="397" y="125"/>
                  <a:pt x="397" y="125"/>
                  <a:pt x="397" y="125"/>
                </a:cubicBezTo>
                <a:cubicBezTo>
                  <a:pt x="397" y="125"/>
                  <a:pt x="397" y="125"/>
                  <a:pt x="397" y="125"/>
                </a:cubicBezTo>
                <a:cubicBezTo>
                  <a:pt x="397" y="125"/>
                  <a:pt x="397" y="125"/>
                  <a:pt x="397" y="125"/>
                </a:cubicBezTo>
                <a:cubicBezTo>
                  <a:pt x="397" y="125"/>
                  <a:pt x="397" y="125"/>
                  <a:pt x="397" y="125"/>
                </a:cubicBezTo>
                <a:cubicBezTo>
                  <a:pt x="397" y="125"/>
                  <a:pt x="396" y="125"/>
                  <a:pt x="397" y="125"/>
                </a:cubicBezTo>
                <a:cubicBezTo>
                  <a:pt x="397" y="125"/>
                  <a:pt x="397" y="125"/>
                  <a:pt x="397" y="125"/>
                </a:cubicBezTo>
                <a:cubicBezTo>
                  <a:pt x="397" y="126"/>
                  <a:pt x="398" y="126"/>
                  <a:pt x="398" y="126"/>
                </a:cubicBezTo>
                <a:cubicBezTo>
                  <a:pt x="398" y="127"/>
                  <a:pt x="398" y="127"/>
                  <a:pt x="398" y="127"/>
                </a:cubicBezTo>
                <a:cubicBezTo>
                  <a:pt x="399" y="127"/>
                  <a:pt x="399" y="128"/>
                  <a:pt x="399" y="128"/>
                </a:cubicBezTo>
                <a:cubicBezTo>
                  <a:pt x="399" y="128"/>
                  <a:pt x="399" y="128"/>
                  <a:pt x="400" y="129"/>
                </a:cubicBezTo>
                <a:cubicBezTo>
                  <a:pt x="400" y="129"/>
                  <a:pt x="400" y="129"/>
                  <a:pt x="400" y="129"/>
                </a:cubicBezTo>
                <a:cubicBezTo>
                  <a:pt x="401" y="129"/>
                  <a:pt x="401" y="130"/>
                  <a:pt x="401" y="130"/>
                </a:cubicBezTo>
                <a:cubicBezTo>
                  <a:pt x="401" y="130"/>
                  <a:pt x="401" y="130"/>
                  <a:pt x="401" y="130"/>
                </a:cubicBezTo>
                <a:cubicBezTo>
                  <a:pt x="402" y="130"/>
                  <a:pt x="402" y="130"/>
                  <a:pt x="402" y="131"/>
                </a:cubicBezTo>
                <a:lnTo>
                  <a:pt x="402" y="110"/>
                </a:lnTo>
                <a:close/>
                <a:moveTo>
                  <a:pt x="317" y="121"/>
                </a:moveTo>
                <a:cubicBezTo>
                  <a:pt x="317" y="121"/>
                  <a:pt x="317" y="121"/>
                  <a:pt x="317" y="121"/>
                </a:cubicBezTo>
                <a:cubicBezTo>
                  <a:pt x="317" y="121"/>
                  <a:pt x="317" y="121"/>
                  <a:pt x="317" y="121"/>
                </a:cubicBezTo>
                <a:cubicBezTo>
                  <a:pt x="317" y="121"/>
                  <a:pt x="317" y="121"/>
                  <a:pt x="317" y="121"/>
                </a:cubicBezTo>
                <a:cubicBezTo>
                  <a:pt x="317" y="120"/>
                  <a:pt x="316" y="120"/>
                  <a:pt x="316" y="121"/>
                </a:cubicBezTo>
                <a:cubicBezTo>
                  <a:pt x="316" y="121"/>
                  <a:pt x="316" y="121"/>
                  <a:pt x="316" y="121"/>
                </a:cubicBezTo>
                <a:cubicBezTo>
                  <a:pt x="316" y="121"/>
                  <a:pt x="316" y="121"/>
                  <a:pt x="316" y="121"/>
                </a:cubicBezTo>
                <a:cubicBezTo>
                  <a:pt x="315" y="121"/>
                  <a:pt x="315" y="121"/>
                  <a:pt x="316" y="121"/>
                </a:cubicBezTo>
                <a:cubicBezTo>
                  <a:pt x="316" y="121"/>
                  <a:pt x="316" y="121"/>
                  <a:pt x="315" y="122"/>
                </a:cubicBezTo>
                <a:cubicBezTo>
                  <a:pt x="315" y="122"/>
                  <a:pt x="315" y="122"/>
                  <a:pt x="315" y="122"/>
                </a:cubicBezTo>
                <a:cubicBezTo>
                  <a:pt x="315" y="122"/>
                  <a:pt x="315" y="122"/>
                  <a:pt x="315" y="122"/>
                </a:cubicBezTo>
                <a:cubicBezTo>
                  <a:pt x="314" y="122"/>
                  <a:pt x="314" y="122"/>
                  <a:pt x="314" y="122"/>
                </a:cubicBezTo>
                <a:cubicBezTo>
                  <a:pt x="314" y="122"/>
                  <a:pt x="314" y="123"/>
                  <a:pt x="314" y="123"/>
                </a:cubicBezTo>
                <a:cubicBezTo>
                  <a:pt x="314" y="123"/>
                  <a:pt x="314" y="123"/>
                  <a:pt x="314" y="123"/>
                </a:cubicBezTo>
                <a:cubicBezTo>
                  <a:pt x="314" y="123"/>
                  <a:pt x="314" y="123"/>
                  <a:pt x="315" y="123"/>
                </a:cubicBezTo>
                <a:cubicBezTo>
                  <a:pt x="315" y="123"/>
                  <a:pt x="315" y="123"/>
                  <a:pt x="315" y="123"/>
                </a:cubicBezTo>
                <a:cubicBezTo>
                  <a:pt x="315" y="123"/>
                  <a:pt x="315" y="122"/>
                  <a:pt x="315" y="122"/>
                </a:cubicBezTo>
                <a:cubicBezTo>
                  <a:pt x="315" y="122"/>
                  <a:pt x="315" y="122"/>
                  <a:pt x="315" y="122"/>
                </a:cubicBezTo>
                <a:cubicBezTo>
                  <a:pt x="315" y="122"/>
                  <a:pt x="315" y="122"/>
                  <a:pt x="315" y="122"/>
                </a:cubicBezTo>
                <a:cubicBezTo>
                  <a:pt x="316" y="122"/>
                  <a:pt x="316" y="122"/>
                  <a:pt x="316" y="122"/>
                </a:cubicBezTo>
                <a:cubicBezTo>
                  <a:pt x="316" y="122"/>
                  <a:pt x="316" y="122"/>
                  <a:pt x="317" y="122"/>
                </a:cubicBezTo>
                <a:cubicBezTo>
                  <a:pt x="317" y="121"/>
                  <a:pt x="317" y="121"/>
                  <a:pt x="317" y="121"/>
                </a:cubicBezTo>
                <a:cubicBezTo>
                  <a:pt x="317" y="121"/>
                  <a:pt x="318" y="121"/>
                  <a:pt x="318" y="121"/>
                </a:cubicBezTo>
                <a:cubicBezTo>
                  <a:pt x="318" y="121"/>
                  <a:pt x="317" y="121"/>
                  <a:pt x="317" y="121"/>
                </a:cubicBezTo>
                <a:close/>
                <a:moveTo>
                  <a:pt x="317" y="115"/>
                </a:moveTo>
                <a:cubicBezTo>
                  <a:pt x="317" y="116"/>
                  <a:pt x="317" y="115"/>
                  <a:pt x="317" y="115"/>
                </a:cubicBezTo>
                <a:cubicBezTo>
                  <a:pt x="317" y="115"/>
                  <a:pt x="318" y="115"/>
                  <a:pt x="318" y="114"/>
                </a:cubicBezTo>
                <a:cubicBezTo>
                  <a:pt x="317" y="114"/>
                  <a:pt x="317" y="114"/>
                  <a:pt x="317" y="114"/>
                </a:cubicBezTo>
                <a:cubicBezTo>
                  <a:pt x="317" y="115"/>
                  <a:pt x="317" y="115"/>
                  <a:pt x="317" y="115"/>
                </a:cubicBezTo>
                <a:cubicBezTo>
                  <a:pt x="317" y="115"/>
                  <a:pt x="316" y="115"/>
                  <a:pt x="316" y="115"/>
                </a:cubicBezTo>
                <a:cubicBezTo>
                  <a:pt x="316" y="115"/>
                  <a:pt x="316" y="115"/>
                  <a:pt x="316" y="115"/>
                </a:cubicBezTo>
                <a:cubicBezTo>
                  <a:pt x="316" y="115"/>
                  <a:pt x="316" y="115"/>
                  <a:pt x="316" y="115"/>
                </a:cubicBezTo>
                <a:cubicBezTo>
                  <a:pt x="316" y="115"/>
                  <a:pt x="316" y="115"/>
                  <a:pt x="316" y="115"/>
                </a:cubicBezTo>
                <a:cubicBezTo>
                  <a:pt x="316" y="115"/>
                  <a:pt x="317" y="115"/>
                  <a:pt x="317" y="115"/>
                </a:cubicBezTo>
                <a:cubicBezTo>
                  <a:pt x="317" y="115"/>
                  <a:pt x="317" y="115"/>
                  <a:pt x="317" y="115"/>
                </a:cubicBezTo>
                <a:close/>
                <a:moveTo>
                  <a:pt x="332" y="98"/>
                </a:moveTo>
                <a:cubicBezTo>
                  <a:pt x="332" y="98"/>
                  <a:pt x="332" y="98"/>
                  <a:pt x="332" y="98"/>
                </a:cubicBezTo>
                <a:cubicBezTo>
                  <a:pt x="332" y="98"/>
                  <a:pt x="332" y="98"/>
                  <a:pt x="332" y="98"/>
                </a:cubicBezTo>
                <a:cubicBezTo>
                  <a:pt x="332" y="98"/>
                  <a:pt x="331" y="99"/>
                  <a:pt x="331" y="99"/>
                </a:cubicBezTo>
                <a:cubicBezTo>
                  <a:pt x="331" y="99"/>
                  <a:pt x="331" y="99"/>
                  <a:pt x="331" y="99"/>
                </a:cubicBezTo>
                <a:cubicBezTo>
                  <a:pt x="331" y="99"/>
                  <a:pt x="331" y="99"/>
                  <a:pt x="331" y="99"/>
                </a:cubicBezTo>
                <a:cubicBezTo>
                  <a:pt x="331" y="99"/>
                  <a:pt x="331" y="99"/>
                  <a:pt x="331" y="99"/>
                </a:cubicBezTo>
                <a:cubicBezTo>
                  <a:pt x="331" y="99"/>
                  <a:pt x="331" y="99"/>
                  <a:pt x="331" y="99"/>
                </a:cubicBezTo>
                <a:cubicBezTo>
                  <a:pt x="331" y="99"/>
                  <a:pt x="331" y="99"/>
                  <a:pt x="331" y="99"/>
                </a:cubicBezTo>
                <a:cubicBezTo>
                  <a:pt x="331" y="99"/>
                  <a:pt x="331" y="99"/>
                  <a:pt x="331" y="99"/>
                </a:cubicBezTo>
                <a:cubicBezTo>
                  <a:pt x="331" y="99"/>
                  <a:pt x="331" y="99"/>
                  <a:pt x="331" y="99"/>
                </a:cubicBezTo>
                <a:cubicBezTo>
                  <a:pt x="331" y="100"/>
                  <a:pt x="331" y="100"/>
                  <a:pt x="331" y="100"/>
                </a:cubicBezTo>
                <a:cubicBezTo>
                  <a:pt x="331" y="100"/>
                  <a:pt x="331" y="100"/>
                  <a:pt x="331" y="100"/>
                </a:cubicBezTo>
                <a:cubicBezTo>
                  <a:pt x="331" y="100"/>
                  <a:pt x="331" y="100"/>
                  <a:pt x="331" y="100"/>
                </a:cubicBezTo>
                <a:cubicBezTo>
                  <a:pt x="331" y="100"/>
                  <a:pt x="331" y="100"/>
                  <a:pt x="331" y="101"/>
                </a:cubicBezTo>
                <a:cubicBezTo>
                  <a:pt x="331" y="100"/>
                  <a:pt x="331" y="100"/>
                  <a:pt x="331" y="100"/>
                </a:cubicBezTo>
                <a:cubicBezTo>
                  <a:pt x="331" y="100"/>
                  <a:pt x="331" y="100"/>
                  <a:pt x="331" y="100"/>
                </a:cubicBezTo>
                <a:cubicBezTo>
                  <a:pt x="331" y="100"/>
                  <a:pt x="331" y="100"/>
                  <a:pt x="331" y="101"/>
                </a:cubicBezTo>
                <a:cubicBezTo>
                  <a:pt x="331" y="101"/>
                  <a:pt x="331" y="101"/>
                  <a:pt x="331" y="101"/>
                </a:cubicBezTo>
                <a:cubicBezTo>
                  <a:pt x="331" y="101"/>
                  <a:pt x="331" y="101"/>
                  <a:pt x="331" y="101"/>
                </a:cubicBezTo>
                <a:cubicBezTo>
                  <a:pt x="331" y="101"/>
                  <a:pt x="331" y="101"/>
                  <a:pt x="331" y="101"/>
                </a:cubicBezTo>
                <a:cubicBezTo>
                  <a:pt x="331" y="101"/>
                  <a:pt x="331" y="101"/>
                  <a:pt x="331" y="101"/>
                </a:cubicBezTo>
                <a:cubicBezTo>
                  <a:pt x="331" y="101"/>
                  <a:pt x="331" y="101"/>
                  <a:pt x="331" y="101"/>
                </a:cubicBezTo>
                <a:cubicBezTo>
                  <a:pt x="331" y="101"/>
                  <a:pt x="331" y="101"/>
                  <a:pt x="331" y="101"/>
                </a:cubicBezTo>
                <a:cubicBezTo>
                  <a:pt x="331" y="101"/>
                  <a:pt x="331" y="101"/>
                  <a:pt x="331" y="101"/>
                </a:cubicBezTo>
                <a:cubicBezTo>
                  <a:pt x="332" y="101"/>
                  <a:pt x="332" y="102"/>
                  <a:pt x="332" y="102"/>
                </a:cubicBezTo>
                <a:cubicBezTo>
                  <a:pt x="332" y="101"/>
                  <a:pt x="332" y="101"/>
                  <a:pt x="332" y="101"/>
                </a:cubicBezTo>
                <a:cubicBezTo>
                  <a:pt x="332" y="101"/>
                  <a:pt x="332" y="101"/>
                  <a:pt x="332" y="101"/>
                </a:cubicBezTo>
                <a:cubicBezTo>
                  <a:pt x="332" y="101"/>
                  <a:pt x="332" y="100"/>
                  <a:pt x="332" y="100"/>
                </a:cubicBezTo>
                <a:cubicBezTo>
                  <a:pt x="332" y="100"/>
                  <a:pt x="332" y="100"/>
                  <a:pt x="332" y="100"/>
                </a:cubicBezTo>
                <a:cubicBezTo>
                  <a:pt x="332" y="100"/>
                  <a:pt x="332" y="100"/>
                  <a:pt x="332" y="100"/>
                </a:cubicBezTo>
                <a:cubicBezTo>
                  <a:pt x="332" y="100"/>
                  <a:pt x="332" y="100"/>
                  <a:pt x="332" y="100"/>
                </a:cubicBezTo>
                <a:cubicBezTo>
                  <a:pt x="332" y="100"/>
                  <a:pt x="332" y="100"/>
                  <a:pt x="332" y="100"/>
                </a:cubicBezTo>
                <a:cubicBezTo>
                  <a:pt x="332" y="100"/>
                  <a:pt x="332" y="100"/>
                  <a:pt x="332" y="100"/>
                </a:cubicBezTo>
                <a:cubicBezTo>
                  <a:pt x="332" y="100"/>
                  <a:pt x="332" y="99"/>
                  <a:pt x="332" y="99"/>
                </a:cubicBezTo>
                <a:cubicBezTo>
                  <a:pt x="332" y="99"/>
                  <a:pt x="331" y="99"/>
                  <a:pt x="332" y="99"/>
                </a:cubicBezTo>
                <a:cubicBezTo>
                  <a:pt x="332" y="99"/>
                  <a:pt x="332" y="99"/>
                  <a:pt x="332" y="99"/>
                </a:cubicBezTo>
                <a:cubicBezTo>
                  <a:pt x="332" y="99"/>
                  <a:pt x="332" y="99"/>
                  <a:pt x="332" y="99"/>
                </a:cubicBezTo>
                <a:cubicBezTo>
                  <a:pt x="332" y="99"/>
                  <a:pt x="332" y="99"/>
                  <a:pt x="332" y="99"/>
                </a:cubicBezTo>
                <a:cubicBezTo>
                  <a:pt x="332" y="98"/>
                  <a:pt x="332" y="98"/>
                  <a:pt x="332" y="98"/>
                </a:cubicBezTo>
                <a:close/>
                <a:moveTo>
                  <a:pt x="324" y="112"/>
                </a:moveTo>
                <a:cubicBezTo>
                  <a:pt x="324" y="112"/>
                  <a:pt x="324" y="112"/>
                  <a:pt x="324" y="112"/>
                </a:cubicBezTo>
                <a:cubicBezTo>
                  <a:pt x="324" y="112"/>
                  <a:pt x="323" y="112"/>
                  <a:pt x="323" y="112"/>
                </a:cubicBezTo>
                <a:cubicBezTo>
                  <a:pt x="323" y="112"/>
                  <a:pt x="322" y="112"/>
                  <a:pt x="322" y="112"/>
                </a:cubicBezTo>
                <a:cubicBezTo>
                  <a:pt x="322" y="112"/>
                  <a:pt x="322" y="112"/>
                  <a:pt x="322" y="112"/>
                </a:cubicBezTo>
                <a:cubicBezTo>
                  <a:pt x="322" y="112"/>
                  <a:pt x="321" y="112"/>
                  <a:pt x="321" y="112"/>
                </a:cubicBezTo>
                <a:cubicBezTo>
                  <a:pt x="321" y="112"/>
                  <a:pt x="321" y="113"/>
                  <a:pt x="321" y="113"/>
                </a:cubicBezTo>
                <a:cubicBezTo>
                  <a:pt x="321" y="113"/>
                  <a:pt x="320" y="113"/>
                  <a:pt x="320" y="113"/>
                </a:cubicBezTo>
                <a:cubicBezTo>
                  <a:pt x="320" y="113"/>
                  <a:pt x="320" y="113"/>
                  <a:pt x="320" y="113"/>
                </a:cubicBezTo>
                <a:cubicBezTo>
                  <a:pt x="320" y="113"/>
                  <a:pt x="320" y="114"/>
                  <a:pt x="320" y="114"/>
                </a:cubicBezTo>
                <a:cubicBezTo>
                  <a:pt x="320" y="114"/>
                  <a:pt x="320" y="114"/>
                  <a:pt x="319" y="114"/>
                </a:cubicBezTo>
                <a:cubicBezTo>
                  <a:pt x="319" y="115"/>
                  <a:pt x="319" y="115"/>
                  <a:pt x="319" y="115"/>
                </a:cubicBezTo>
                <a:cubicBezTo>
                  <a:pt x="319" y="115"/>
                  <a:pt x="319" y="115"/>
                  <a:pt x="319" y="115"/>
                </a:cubicBezTo>
                <a:cubicBezTo>
                  <a:pt x="319" y="115"/>
                  <a:pt x="319" y="115"/>
                  <a:pt x="318" y="115"/>
                </a:cubicBezTo>
                <a:cubicBezTo>
                  <a:pt x="318" y="115"/>
                  <a:pt x="318" y="116"/>
                  <a:pt x="318" y="116"/>
                </a:cubicBezTo>
                <a:cubicBezTo>
                  <a:pt x="318" y="116"/>
                  <a:pt x="318" y="116"/>
                  <a:pt x="318" y="117"/>
                </a:cubicBezTo>
                <a:cubicBezTo>
                  <a:pt x="318" y="117"/>
                  <a:pt x="318" y="117"/>
                  <a:pt x="318" y="117"/>
                </a:cubicBezTo>
                <a:cubicBezTo>
                  <a:pt x="318" y="117"/>
                  <a:pt x="318" y="117"/>
                  <a:pt x="318" y="117"/>
                </a:cubicBezTo>
                <a:cubicBezTo>
                  <a:pt x="318" y="117"/>
                  <a:pt x="317" y="117"/>
                  <a:pt x="317" y="118"/>
                </a:cubicBezTo>
                <a:cubicBezTo>
                  <a:pt x="317" y="118"/>
                  <a:pt x="317" y="118"/>
                  <a:pt x="317" y="118"/>
                </a:cubicBezTo>
                <a:cubicBezTo>
                  <a:pt x="317" y="118"/>
                  <a:pt x="317" y="118"/>
                  <a:pt x="317" y="118"/>
                </a:cubicBezTo>
                <a:cubicBezTo>
                  <a:pt x="317" y="118"/>
                  <a:pt x="317" y="118"/>
                  <a:pt x="317" y="118"/>
                </a:cubicBezTo>
                <a:cubicBezTo>
                  <a:pt x="317" y="118"/>
                  <a:pt x="317" y="119"/>
                  <a:pt x="317" y="119"/>
                </a:cubicBezTo>
                <a:cubicBezTo>
                  <a:pt x="317" y="119"/>
                  <a:pt x="317" y="119"/>
                  <a:pt x="317" y="119"/>
                </a:cubicBezTo>
                <a:cubicBezTo>
                  <a:pt x="317" y="119"/>
                  <a:pt x="317" y="119"/>
                  <a:pt x="317" y="120"/>
                </a:cubicBezTo>
                <a:cubicBezTo>
                  <a:pt x="318" y="120"/>
                  <a:pt x="318" y="120"/>
                  <a:pt x="318" y="120"/>
                </a:cubicBezTo>
                <a:cubicBezTo>
                  <a:pt x="318" y="120"/>
                  <a:pt x="319" y="119"/>
                  <a:pt x="319" y="119"/>
                </a:cubicBezTo>
                <a:cubicBezTo>
                  <a:pt x="319" y="119"/>
                  <a:pt x="319" y="120"/>
                  <a:pt x="319" y="120"/>
                </a:cubicBezTo>
                <a:cubicBezTo>
                  <a:pt x="319" y="120"/>
                  <a:pt x="319" y="120"/>
                  <a:pt x="319" y="119"/>
                </a:cubicBezTo>
                <a:cubicBezTo>
                  <a:pt x="319" y="119"/>
                  <a:pt x="319" y="119"/>
                  <a:pt x="319" y="119"/>
                </a:cubicBezTo>
                <a:cubicBezTo>
                  <a:pt x="319" y="119"/>
                  <a:pt x="320" y="118"/>
                  <a:pt x="320" y="118"/>
                </a:cubicBezTo>
                <a:cubicBezTo>
                  <a:pt x="320" y="118"/>
                  <a:pt x="320" y="118"/>
                  <a:pt x="321" y="117"/>
                </a:cubicBezTo>
                <a:cubicBezTo>
                  <a:pt x="321" y="117"/>
                  <a:pt x="321" y="117"/>
                  <a:pt x="321" y="117"/>
                </a:cubicBezTo>
                <a:cubicBezTo>
                  <a:pt x="321" y="117"/>
                  <a:pt x="321" y="117"/>
                  <a:pt x="322" y="116"/>
                </a:cubicBezTo>
                <a:cubicBezTo>
                  <a:pt x="322" y="116"/>
                  <a:pt x="322" y="116"/>
                  <a:pt x="322" y="116"/>
                </a:cubicBezTo>
                <a:cubicBezTo>
                  <a:pt x="322" y="116"/>
                  <a:pt x="322" y="116"/>
                  <a:pt x="322" y="115"/>
                </a:cubicBezTo>
                <a:cubicBezTo>
                  <a:pt x="322" y="115"/>
                  <a:pt x="322" y="115"/>
                  <a:pt x="322" y="115"/>
                </a:cubicBezTo>
                <a:cubicBezTo>
                  <a:pt x="322" y="115"/>
                  <a:pt x="322" y="115"/>
                  <a:pt x="322" y="114"/>
                </a:cubicBezTo>
                <a:cubicBezTo>
                  <a:pt x="322" y="114"/>
                  <a:pt x="322" y="114"/>
                  <a:pt x="322" y="114"/>
                </a:cubicBezTo>
                <a:cubicBezTo>
                  <a:pt x="322" y="114"/>
                  <a:pt x="322" y="114"/>
                  <a:pt x="322" y="114"/>
                </a:cubicBezTo>
                <a:cubicBezTo>
                  <a:pt x="322" y="114"/>
                  <a:pt x="322" y="114"/>
                  <a:pt x="322" y="113"/>
                </a:cubicBezTo>
                <a:cubicBezTo>
                  <a:pt x="322" y="113"/>
                  <a:pt x="322" y="113"/>
                  <a:pt x="322" y="113"/>
                </a:cubicBezTo>
                <a:cubicBezTo>
                  <a:pt x="322" y="113"/>
                  <a:pt x="322" y="113"/>
                  <a:pt x="323" y="113"/>
                </a:cubicBezTo>
                <a:cubicBezTo>
                  <a:pt x="323" y="113"/>
                  <a:pt x="323" y="113"/>
                  <a:pt x="323" y="112"/>
                </a:cubicBezTo>
                <a:cubicBezTo>
                  <a:pt x="323" y="112"/>
                  <a:pt x="323" y="112"/>
                  <a:pt x="323" y="112"/>
                </a:cubicBezTo>
                <a:cubicBezTo>
                  <a:pt x="324" y="112"/>
                  <a:pt x="324" y="112"/>
                  <a:pt x="324" y="113"/>
                </a:cubicBezTo>
                <a:cubicBezTo>
                  <a:pt x="324" y="113"/>
                  <a:pt x="325" y="113"/>
                  <a:pt x="325" y="113"/>
                </a:cubicBezTo>
                <a:cubicBezTo>
                  <a:pt x="325" y="113"/>
                  <a:pt x="324" y="112"/>
                  <a:pt x="324" y="112"/>
                </a:cubicBezTo>
                <a:cubicBezTo>
                  <a:pt x="324" y="112"/>
                  <a:pt x="324" y="112"/>
                  <a:pt x="324" y="112"/>
                </a:cubicBezTo>
                <a:close/>
                <a:moveTo>
                  <a:pt x="288" y="77"/>
                </a:moveTo>
                <a:cubicBezTo>
                  <a:pt x="288" y="77"/>
                  <a:pt x="287" y="77"/>
                  <a:pt x="287" y="77"/>
                </a:cubicBezTo>
                <a:cubicBezTo>
                  <a:pt x="287" y="77"/>
                  <a:pt x="287" y="77"/>
                  <a:pt x="287" y="77"/>
                </a:cubicBezTo>
                <a:cubicBezTo>
                  <a:pt x="287" y="77"/>
                  <a:pt x="287" y="78"/>
                  <a:pt x="287" y="78"/>
                </a:cubicBezTo>
                <a:cubicBezTo>
                  <a:pt x="288" y="78"/>
                  <a:pt x="288" y="78"/>
                  <a:pt x="288" y="78"/>
                </a:cubicBezTo>
                <a:cubicBezTo>
                  <a:pt x="288" y="77"/>
                  <a:pt x="288" y="77"/>
                  <a:pt x="288" y="77"/>
                </a:cubicBezTo>
                <a:cubicBezTo>
                  <a:pt x="288" y="77"/>
                  <a:pt x="288" y="77"/>
                  <a:pt x="288" y="77"/>
                </a:cubicBezTo>
                <a:cubicBezTo>
                  <a:pt x="288" y="77"/>
                  <a:pt x="288" y="77"/>
                  <a:pt x="288" y="77"/>
                </a:cubicBezTo>
                <a:close/>
                <a:moveTo>
                  <a:pt x="87" y="100"/>
                </a:moveTo>
                <a:cubicBezTo>
                  <a:pt x="87" y="100"/>
                  <a:pt x="87" y="99"/>
                  <a:pt x="86" y="99"/>
                </a:cubicBezTo>
                <a:cubicBezTo>
                  <a:pt x="86" y="99"/>
                  <a:pt x="86" y="99"/>
                  <a:pt x="86" y="99"/>
                </a:cubicBezTo>
                <a:cubicBezTo>
                  <a:pt x="86" y="99"/>
                  <a:pt x="86" y="99"/>
                  <a:pt x="85" y="99"/>
                </a:cubicBezTo>
                <a:cubicBezTo>
                  <a:pt x="85" y="99"/>
                  <a:pt x="85" y="99"/>
                  <a:pt x="85" y="98"/>
                </a:cubicBezTo>
                <a:cubicBezTo>
                  <a:pt x="84" y="98"/>
                  <a:pt x="85" y="98"/>
                  <a:pt x="84" y="98"/>
                </a:cubicBezTo>
                <a:cubicBezTo>
                  <a:pt x="84" y="98"/>
                  <a:pt x="84" y="98"/>
                  <a:pt x="84" y="98"/>
                </a:cubicBezTo>
                <a:cubicBezTo>
                  <a:pt x="84" y="98"/>
                  <a:pt x="83" y="98"/>
                  <a:pt x="83" y="98"/>
                </a:cubicBezTo>
                <a:cubicBezTo>
                  <a:pt x="83" y="97"/>
                  <a:pt x="83" y="97"/>
                  <a:pt x="83" y="97"/>
                </a:cubicBezTo>
                <a:cubicBezTo>
                  <a:pt x="83" y="97"/>
                  <a:pt x="83" y="97"/>
                  <a:pt x="82" y="97"/>
                </a:cubicBezTo>
                <a:cubicBezTo>
                  <a:pt x="82" y="98"/>
                  <a:pt x="82" y="97"/>
                  <a:pt x="82" y="98"/>
                </a:cubicBezTo>
                <a:cubicBezTo>
                  <a:pt x="82" y="98"/>
                  <a:pt x="82" y="98"/>
                  <a:pt x="82" y="98"/>
                </a:cubicBezTo>
                <a:cubicBezTo>
                  <a:pt x="82" y="98"/>
                  <a:pt x="82" y="98"/>
                  <a:pt x="82" y="98"/>
                </a:cubicBezTo>
                <a:cubicBezTo>
                  <a:pt x="82" y="98"/>
                  <a:pt x="83" y="99"/>
                  <a:pt x="83" y="99"/>
                </a:cubicBezTo>
                <a:cubicBezTo>
                  <a:pt x="83" y="99"/>
                  <a:pt x="83" y="99"/>
                  <a:pt x="83" y="99"/>
                </a:cubicBezTo>
                <a:cubicBezTo>
                  <a:pt x="83" y="99"/>
                  <a:pt x="83" y="99"/>
                  <a:pt x="83" y="100"/>
                </a:cubicBezTo>
                <a:cubicBezTo>
                  <a:pt x="83" y="100"/>
                  <a:pt x="83" y="100"/>
                  <a:pt x="83" y="100"/>
                </a:cubicBezTo>
                <a:cubicBezTo>
                  <a:pt x="83" y="100"/>
                  <a:pt x="84" y="100"/>
                  <a:pt x="84" y="100"/>
                </a:cubicBezTo>
                <a:cubicBezTo>
                  <a:pt x="84" y="100"/>
                  <a:pt x="84" y="100"/>
                  <a:pt x="83" y="100"/>
                </a:cubicBezTo>
                <a:cubicBezTo>
                  <a:pt x="83" y="101"/>
                  <a:pt x="83" y="101"/>
                  <a:pt x="84" y="101"/>
                </a:cubicBezTo>
                <a:cubicBezTo>
                  <a:pt x="84" y="101"/>
                  <a:pt x="84" y="101"/>
                  <a:pt x="84" y="101"/>
                </a:cubicBezTo>
                <a:cubicBezTo>
                  <a:pt x="84" y="101"/>
                  <a:pt x="83" y="101"/>
                  <a:pt x="83" y="101"/>
                </a:cubicBezTo>
                <a:cubicBezTo>
                  <a:pt x="83" y="101"/>
                  <a:pt x="82" y="101"/>
                  <a:pt x="82" y="100"/>
                </a:cubicBezTo>
                <a:cubicBezTo>
                  <a:pt x="82" y="100"/>
                  <a:pt x="82" y="100"/>
                  <a:pt x="82" y="100"/>
                </a:cubicBezTo>
                <a:cubicBezTo>
                  <a:pt x="82" y="100"/>
                  <a:pt x="81" y="100"/>
                  <a:pt x="81" y="100"/>
                </a:cubicBezTo>
                <a:cubicBezTo>
                  <a:pt x="81" y="99"/>
                  <a:pt x="81" y="99"/>
                  <a:pt x="81" y="99"/>
                </a:cubicBezTo>
                <a:cubicBezTo>
                  <a:pt x="81" y="99"/>
                  <a:pt x="80" y="99"/>
                  <a:pt x="80" y="99"/>
                </a:cubicBezTo>
                <a:cubicBezTo>
                  <a:pt x="80" y="99"/>
                  <a:pt x="80" y="99"/>
                  <a:pt x="80" y="99"/>
                </a:cubicBezTo>
                <a:cubicBezTo>
                  <a:pt x="80" y="98"/>
                  <a:pt x="80" y="98"/>
                  <a:pt x="80" y="98"/>
                </a:cubicBezTo>
                <a:cubicBezTo>
                  <a:pt x="80" y="98"/>
                  <a:pt x="80" y="98"/>
                  <a:pt x="80" y="98"/>
                </a:cubicBezTo>
                <a:cubicBezTo>
                  <a:pt x="80" y="98"/>
                  <a:pt x="80" y="98"/>
                  <a:pt x="80" y="98"/>
                </a:cubicBezTo>
                <a:cubicBezTo>
                  <a:pt x="79" y="98"/>
                  <a:pt x="79" y="97"/>
                  <a:pt x="79" y="97"/>
                </a:cubicBezTo>
                <a:cubicBezTo>
                  <a:pt x="79" y="97"/>
                  <a:pt x="79" y="97"/>
                  <a:pt x="78" y="97"/>
                </a:cubicBezTo>
                <a:cubicBezTo>
                  <a:pt x="78" y="97"/>
                  <a:pt x="78" y="97"/>
                  <a:pt x="78" y="97"/>
                </a:cubicBezTo>
                <a:cubicBezTo>
                  <a:pt x="78" y="96"/>
                  <a:pt x="77" y="96"/>
                  <a:pt x="77" y="96"/>
                </a:cubicBezTo>
                <a:cubicBezTo>
                  <a:pt x="77" y="96"/>
                  <a:pt x="77" y="95"/>
                  <a:pt x="77" y="95"/>
                </a:cubicBezTo>
                <a:cubicBezTo>
                  <a:pt x="77" y="95"/>
                  <a:pt x="77" y="95"/>
                  <a:pt x="77" y="95"/>
                </a:cubicBezTo>
                <a:cubicBezTo>
                  <a:pt x="77" y="95"/>
                  <a:pt x="77" y="95"/>
                  <a:pt x="77" y="95"/>
                </a:cubicBezTo>
                <a:cubicBezTo>
                  <a:pt x="77" y="95"/>
                  <a:pt x="77" y="94"/>
                  <a:pt x="77" y="94"/>
                </a:cubicBezTo>
                <a:cubicBezTo>
                  <a:pt x="77" y="94"/>
                  <a:pt x="77" y="94"/>
                  <a:pt x="77" y="94"/>
                </a:cubicBezTo>
                <a:cubicBezTo>
                  <a:pt x="77" y="94"/>
                  <a:pt x="76" y="94"/>
                  <a:pt x="76" y="94"/>
                </a:cubicBezTo>
                <a:cubicBezTo>
                  <a:pt x="76" y="94"/>
                  <a:pt x="76" y="94"/>
                  <a:pt x="76" y="94"/>
                </a:cubicBezTo>
                <a:cubicBezTo>
                  <a:pt x="76" y="93"/>
                  <a:pt x="75" y="93"/>
                  <a:pt x="75" y="93"/>
                </a:cubicBezTo>
                <a:cubicBezTo>
                  <a:pt x="75" y="93"/>
                  <a:pt x="75" y="93"/>
                  <a:pt x="75" y="93"/>
                </a:cubicBezTo>
                <a:cubicBezTo>
                  <a:pt x="75" y="93"/>
                  <a:pt x="75" y="93"/>
                  <a:pt x="75" y="93"/>
                </a:cubicBezTo>
                <a:cubicBezTo>
                  <a:pt x="74" y="93"/>
                  <a:pt x="74" y="93"/>
                  <a:pt x="74" y="93"/>
                </a:cubicBezTo>
                <a:cubicBezTo>
                  <a:pt x="74" y="93"/>
                  <a:pt x="74" y="93"/>
                  <a:pt x="74" y="93"/>
                </a:cubicBezTo>
                <a:cubicBezTo>
                  <a:pt x="74" y="93"/>
                  <a:pt x="74" y="93"/>
                  <a:pt x="74" y="93"/>
                </a:cubicBezTo>
                <a:cubicBezTo>
                  <a:pt x="74" y="93"/>
                  <a:pt x="74" y="92"/>
                  <a:pt x="74" y="92"/>
                </a:cubicBezTo>
                <a:cubicBezTo>
                  <a:pt x="74" y="92"/>
                  <a:pt x="74" y="92"/>
                  <a:pt x="74" y="92"/>
                </a:cubicBezTo>
                <a:cubicBezTo>
                  <a:pt x="74" y="92"/>
                  <a:pt x="74" y="92"/>
                  <a:pt x="74" y="92"/>
                </a:cubicBezTo>
                <a:cubicBezTo>
                  <a:pt x="74" y="92"/>
                  <a:pt x="73" y="92"/>
                  <a:pt x="73" y="92"/>
                </a:cubicBezTo>
                <a:cubicBezTo>
                  <a:pt x="73" y="92"/>
                  <a:pt x="73" y="92"/>
                  <a:pt x="73" y="92"/>
                </a:cubicBezTo>
                <a:cubicBezTo>
                  <a:pt x="73" y="92"/>
                  <a:pt x="72" y="92"/>
                  <a:pt x="72" y="92"/>
                </a:cubicBezTo>
                <a:cubicBezTo>
                  <a:pt x="72" y="92"/>
                  <a:pt x="72" y="92"/>
                  <a:pt x="72" y="91"/>
                </a:cubicBezTo>
                <a:cubicBezTo>
                  <a:pt x="72" y="91"/>
                  <a:pt x="72" y="91"/>
                  <a:pt x="72" y="91"/>
                </a:cubicBezTo>
                <a:cubicBezTo>
                  <a:pt x="72" y="91"/>
                  <a:pt x="71" y="91"/>
                  <a:pt x="71" y="91"/>
                </a:cubicBezTo>
                <a:cubicBezTo>
                  <a:pt x="71" y="91"/>
                  <a:pt x="71" y="91"/>
                  <a:pt x="71" y="91"/>
                </a:cubicBezTo>
                <a:cubicBezTo>
                  <a:pt x="71" y="91"/>
                  <a:pt x="71" y="91"/>
                  <a:pt x="71" y="90"/>
                </a:cubicBezTo>
                <a:cubicBezTo>
                  <a:pt x="71" y="90"/>
                  <a:pt x="70" y="89"/>
                  <a:pt x="70" y="89"/>
                </a:cubicBezTo>
                <a:cubicBezTo>
                  <a:pt x="70" y="89"/>
                  <a:pt x="69" y="89"/>
                  <a:pt x="69" y="89"/>
                </a:cubicBezTo>
                <a:cubicBezTo>
                  <a:pt x="69" y="89"/>
                  <a:pt x="68" y="89"/>
                  <a:pt x="68" y="89"/>
                </a:cubicBezTo>
                <a:cubicBezTo>
                  <a:pt x="68" y="89"/>
                  <a:pt x="68" y="89"/>
                  <a:pt x="68" y="89"/>
                </a:cubicBezTo>
                <a:cubicBezTo>
                  <a:pt x="68" y="88"/>
                  <a:pt x="68" y="88"/>
                  <a:pt x="68" y="88"/>
                </a:cubicBezTo>
                <a:cubicBezTo>
                  <a:pt x="68" y="88"/>
                  <a:pt x="67" y="88"/>
                  <a:pt x="67" y="88"/>
                </a:cubicBezTo>
                <a:cubicBezTo>
                  <a:pt x="67" y="87"/>
                  <a:pt x="67" y="87"/>
                  <a:pt x="66" y="87"/>
                </a:cubicBezTo>
                <a:cubicBezTo>
                  <a:pt x="66" y="87"/>
                  <a:pt x="66" y="87"/>
                  <a:pt x="66" y="87"/>
                </a:cubicBezTo>
                <a:cubicBezTo>
                  <a:pt x="66" y="86"/>
                  <a:pt x="65" y="86"/>
                  <a:pt x="65" y="86"/>
                </a:cubicBezTo>
                <a:cubicBezTo>
                  <a:pt x="65" y="86"/>
                  <a:pt x="64" y="85"/>
                  <a:pt x="64" y="85"/>
                </a:cubicBezTo>
                <a:cubicBezTo>
                  <a:pt x="64" y="85"/>
                  <a:pt x="63" y="85"/>
                  <a:pt x="63" y="84"/>
                </a:cubicBezTo>
                <a:cubicBezTo>
                  <a:pt x="63" y="84"/>
                  <a:pt x="63" y="84"/>
                  <a:pt x="62" y="84"/>
                </a:cubicBezTo>
                <a:cubicBezTo>
                  <a:pt x="62" y="84"/>
                  <a:pt x="62" y="84"/>
                  <a:pt x="62" y="84"/>
                </a:cubicBezTo>
                <a:cubicBezTo>
                  <a:pt x="62" y="84"/>
                  <a:pt x="62" y="83"/>
                  <a:pt x="62" y="83"/>
                </a:cubicBezTo>
                <a:cubicBezTo>
                  <a:pt x="62" y="83"/>
                  <a:pt x="62" y="83"/>
                  <a:pt x="62" y="83"/>
                </a:cubicBezTo>
                <a:cubicBezTo>
                  <a:pt x="62" y="83"/>
                  <a:pt x="62" y="83"/>
                  <a:pt x="62" y="83"/>
                </a:cubicBezTo>
                <a:cubicBezTo>
                  <a:pt x="62" y="82"/>
                  <a:pt x="62" y="82"/>
                  <a:pt x="62" y="82"/>
                </a:cubicBezTo>
                <a:cubicBezTo>
                  <a:pt x="62" y="82"/>
                  <a:pt x="62" y="82"/>
                  <a:pt x="62" y="82"/>
                </a:cubicBezTo>
                <a:cubicBezTo>
                  <a:pt x="62" y="82"/>
                  <a:pt x="62" y="81"/>
                  <a:pt x="62" y="81"/>
                </a:cubicBezTo>
                <a:cubicBezTo>
                  <a:pt x="62" y="81"/>
                  <a:pt x="61" y="81"/>
                  <a:pt x="61" y="81"/>
                </a:cubicBezTo>
                <a:cubicBezTo>
                  <a:pt x="61" y="81"/>
                  <a:pt x="61" y="80"/>
                  <a:pt x="61" y="80"/>
                </a:cubicBezTo>
                <a:cubicBezTo>
                  <a:pt x="61" y="80"/>
                  <a:pt x="59" y="80"/>
                  <a:pt x="59" y="80"/>
                </a:cubicBezTo>
                <a:cubicBezTo>
                  <a:pt x="59" y="79"/>
                  <a:pt x="59" y="79"/>
                  <a:pt x="59" y="79"/>
                </a:cubicBezTo>
                <a:cubicBezTo>
                  <a:pt x="58" y="79"/>
                  <a:pt x="58" y="79"/>
                  <a:pt x="58" y="78"/>
                </a:cubicBezTo>
                <a:cubicBezTo>
                  <a:pt x="58" y="78"/>
                  <a:pt x="57" y="78"/>
                  <a:pt x="56" y="77"/>
                </a:cubicBezTo>
                <a:cubicBezTo>
                  <a:pt x="56" y="77"/>
                  <a:pt x="56" y="77"/>
                  <a:pt x="56" y="77"/>
                </a:cubicBezTo>
                <a:cubicBezTo>
                  <a:pt x="56" y="77"/>
                  <a:pt x="55" y="76"/>
                  <a:pt x="55" y="76"/>
                </a:cubicBezTo>
                <a:cubicBezTo>
                  <a:pt x="55" y="76"/>
                  <a:pt x="55" y="75"/>
                  <a:pt x="55" y="75"/>
                </a:cubicBezTo>
                <a:cubicBezTo>
                  <a:pt x="55" y="75"/>
                  <a:pt x="55" y="75"/>
                  <a:pt x="55" y="75"/>
                </a:cubicBezTo>
                <a:cubicBezTo>
                  <a:pt x="54" y="74"/>
                  <a:pt x="54" y="74"/>
                  <a:pt x="54" y="74"/>
                </a:cubicBezTo>
                <a:cubicBezTo>
                  <a:pt x="54" y="73"/>
                  <a:pt x="54" y="73"/>
                  <a:pt x="54" y="73"/>
                </a:cubicBezTo>
                <a:cubicBezTo>
                  <a:pt x="54" y="73"/>
                  <a:pt x="54" y="73"/>
                  <a:pt x="53" y="73"/>
                </a:cubicBezTo>
                <a:cubicBezTo>
                  <a:pt x="53" y="72"/>
                  <a:pt x="52" y="72"/>
                  <a:pt x="52" y="72"/>
                </a:cubicBezTo>
                <a:cubicBezTo>
                  <a:pt x="52" y="72"/>
                  <a:pt x="52" y="71"/>
                  <a:pt x="51" y="71"/>
                </a:cubicBezTo>
                <a:cubicBezTo>
                  <a:pt x="51" y="71"/>
                  <a:pt x="51" y="70"/>
                  <a:pt x="51" y="70"/>
                </a:cubicBezTo>
                <a:cubicBezTo>
                  <a:pt x="51" y="70"/>
                  <a:pt x="50" y="70"/>
                  <a:pt x="50" y="70"/>
                </a:cubicBezTo>
                <a:cubicBezTo>
                  <a:pt x="50" y="70"/>
                  <a:pt x="50" y="69"/>
                  <a:pt x="50" y="69"/>
                </a:cubicBezTo>
                <a:cubicBezTo>
                  <a:pt x="50" y="69"/>
                  <a:pt x="50" y="69"/>
                  <a:pt x="50" y="68"/>
                </a:cubicBezTo>
                <a:cubicBezTo>
                  <a:pt x="50" y="68"/>
                  <a:pt x="50" y="68"/>
                  <a:pt x="50" y="68"/>
                </a:cubicBezTo>
                <a:cubicBezTo>
                  <a:pt x="50" y="68"/>
                  <a:pt x="50" y="68"/>
                  <a:pt x="50" y="68"/>
                </a:cubicBezTo>
                <a:cubicBezTo>
                  <a:pt x="50" y="68"/>
                  <a:pt x="50" y="67"/>
                  <a:pt x="50" y="67"/>
                </a:cubicBezTo>
                <a:cubicBezTo>
                  <a:pt x="50" y="67"/>
                  <a:pt x="50" y="67"/>
                  <a:pt x="50" y="67"/>
                </a:cubicBezTo>
                <a:cubicBezTo>
                  <a:pt x="50" y="67"/>
                  <a:pt x="50" y="66"/>
                  <a:pt x="50" y="66"/>
                </a:cubicBezTo>
                <a:cubicBezTo>
                  <a:pt x="50" y="66"/>
                  <a:pt x="50" y="66"/>
                  <a:pt x="50" y="66"/>
                </a:cubicBezTo>
                <a:cubicBezTo>
                  <a:pt x="50" y="65"/>
                  <a:pt x="49" y="65"/>
                  <a:pt x="49" y="65"/>
                </a:cubicBezTo>
                <a:cubicBezTo>
                  <a:pt x="49" y="64"/>
                  <a:pt x="48" y="63"/>
                  <a:pt x="48" y="63"/>
                </a:cubicBezTo>
                <a:cubicBezTo>
                  <a:pt x="48" y="63"/>
                  <a:pt x="48" y="63"/>
                  <a:pt x="48" y="63"/>
                </a:cubicBezTo>
                <a:cubicBezTo>
                  <a:pt x="48" y="62"/>
                  <a:pt x="47" y="62"/>
                  <a:pt x="47" y="62"/>
                </a:cubicBezTo>
                <a:cubicBezTo>
                  <a:pt x="47" y="62"/>
                  <a:pt x="47" y="61"/>
                  <a:pt x="47" y="61"/>
                </a:cubicBezTo>
                <a:cubicBezTo>
                  <a:pt x="47" y="61"/>
                  <a:pt x="47" y="61"/>
                  <a:pt x="47" y="61"/>
                </a:cubicBezTo>
                <a:cubicBezTo>
                  <a:pt x="46" y="60"/>
                  <a:pt x="46" y="60"/>
                  <a:pt x="46" y="60"/>
                </a:cubicBezTo>
                <a:cubicBezTo>
                  <a:pt x="46" y="60"/>
                  <a:pt x="46" y="60"/>
                  <a:pt x="46" y="60"/>
                </a:cubicBezTo>
                <a:cubicBezTo>
                  <a:pt x="46" y="60"/>
                  <a:pt x="46" y="60"/>
                  <a:pt x="46" y="60"/>
                </a:cubicBezTo>
                <a:cubicBezTo>
                  <a:pt x="46" y="60"/>
                  <a:pt x="46" y="59"/>
                  <a:pt x="46" y="59"/>
                </a:cubicBezTo>
                <a:cubicBezTo>
                  <a:pt x="46" y="59"/>
                  <a:pt x="46" y="59"/>
                  <a:pt x="46" y="59"/>
                </a:cubicBezTo>
                <a:cubicBezTo>
                  <a:pt x="46" y="59"/>
                  <a:pt x="46" y="59"/>
                  <a:pt x="46" y="59"/>
                </a:cubicBezTo>
                <a:cubicBezTo>
                  <a:pt x="46" y="59"/>
                  <a:pt x="46" y="59"/>
                  <a:pt x="46" y="58"/>
                </a:cubicBezTo>
                <a:cubicBezTo>
                  <a:pt x="46" y="58"/>
                  <a:pt x="46" y="58"/>
                  <a:pt x="46" y="58"/>
                </a:cubicBezTo>
                <a:cubicBezTo>
                  <a:pt x="46" y="58"/>
                  <a:pt x="46" y="58"/>
                  <a:pt x="46" y="58"/>
                </a:cubicBezTo>
                <a:cubicBezTo>
                  <a:pt x="46" y="58"/>
                  <a:pt x="45" y="58"/>
                  <a:pt x="45" y="58"/>
                </a:cubicBezTo>
                <a:cubicBezTo>
                  <a:pt x="45" y="57"/>
                  <a:pt x="45" y="57"/>
                  <a:pt x="45" y="57"/>
                </a:cubicBezTo>
                <a:cubicBezTo>
                  <a:pt x="45" y="57"/>
                  <a:pt x="45" y="56"/>
                  <a:pt x="45" y="56"/>
                </a:cubicBezTo>
                <a:cubicBezTo>
                  <a:pt x="44" y="56"/>
                  <a:pt x="43" y="55"/>
                  <a:pt x="43" y="55"/>
                </a:cubicBezTo>
                <a:cubicBezTo>
                  <a:pt x="43" y="54"/>
                  <a:pt x="43" y="54"/>
                  <a:pt x="43" y="54"/>
                </a:cubicBezTo>
                <a:cubicBezTo>
                  <a:pt x="43" y="54"/>
                  <a:pt x="42" y="53"/>
                  <a:pt x="42" y="53"/>
                </a:cubicBezTo>
                <a:cubicBezTo>
                  <a:pt x="42" y="53"/>
                  <a:pt x="42" y="53"/>
                  <a:pt x="41" y="52"/>
                </a:cubicBezTo>
                <a:cubicBezTo>
                  <a:pt x="41" y="52"/>
                  <a:pt x="41" y="52"/>
                  <a:pt x="41" y="52"/>
                </a:cubicBezTo>
                <a:cubicBezTo>
                  <a:pt x="41" y="52"/>
                  <a:pt x="41" y="51"/>
                  <a:pt x="41" y="51"/>
                </a:cubicBezTo>
                <a:cubicBezTo>
                  <a:pt x="40" y="51"/>
                  <a:pt x="40" y="51"/>
                  <a:pt x="40" y="51"/>
                </a:cubicBezTo>
                <a:cubicBezTo>
                  <a:pt x="40" y="50"/>
                  <a:pt x="40" y="50"/>
                  <a:pt x="40" y="50"/>
                </a:cubicBezTo>
                <a:cubicBezTo>
                  <a:pt x="40" y="50"/>
                  <a:pt x="40" y="49"/>
                  <a:pt x="40" y="49"/>
                </a:cubicBezTo>
                <a:cubicBezTo>
                  <a:pt x="39" y="49"/>
                  <a:pt x="39" y="48"/>
                  <a:pt x="39" y="48"/>
                </a:cubicBezTo>
                <a:cubicBezTo>
                  <a:pt x="39" y="48"/>
                  <a:pt x="38" y="48"/>
                  <a:pt x="38" y="48"/>
                </a:cubicBezTo>
                <a:cubicBezTo>
                  <a:pt x="37" y="48"/>
                  <a:pt x="37" y="48"/>
                  <a:pt x="37" y="48"/>
                </a:cubicBezTo>
                <a:cubicBezTo>
                  <a:pt x="37" y="48"/>
                  <a:pt x="37" y="47"/>
                  <a:pt x="37" y="47"/>
                </a:cubicBezTo>
                <a:cubicBezTo>
                  <a:pt x="36" y="47"/>
                  <a:pt x="36" y="47"/>
                  <a:pt x="36" y="47"/>
                </a:cubicBezTo>
                <a:cubicBezTo>
                  <a:pt x="36" y="47"/>
                  <a:pt x="36" y="47"/>
                  <a:pt x="35" y="47"/>
                </a:cubicBezTo>
                <a:cubicBezTo>
                  <a:pt x="35" y="47"/>
                  <a:pt x="35" y="47"/>
                  <a:pt x="35" y="47"/>
                </a:cubicBezTo>
                <a:cubicBezTo>
                  <a:pt x="35" y="47"/>
                  <a:pt x="35" y="47"/>
                  <a:pt x="35" y="47"/>
                </a:cubicBezTo>
                <a:cubicBezTo>
                  <a:pt x="35" y="46"/>
                  <a:pt x="35" y="46"/>
                  <a:pt x="35" y="46"/>
                </a:cubicBezTo>
                <a:cubicBezTo>
                  <a:pt x="34" y="46"/>
                  <a:pt x="35" y="46"/>
                  <a:pt x="35" y="45"/>
                </a:cubicBezTo>
                <a:cubicBezTo>
                  <a:pt x="35" y="45"/>
                  <a:pt x="35" y="45"/>
                  <a:pt x="35" y="45"/>
                </a:cubicBezTo>
                <a:cubicBezTo>
                  <a:pt x="34" y="45"/>
                  <a:pt x="34" y="44"/>
                  <a:pt x="34" y="44"/>
                </a:cubicBezTo>
                <a:cubicBezTo>
                  <a:pt x="34" y="44"/>
                  <a:pt x="35" y="44"/>
                  <a:pt x="34" y="44"/>
                </a:cubicBezTo>
                <a:cubicBezTo>
                  <a:pt x="34" y="44"/>
                  <a:pt x="34" y="44"/>
                  <a:pt x="34" y="43"/>
                </a:cubicBezTo>
                <a:cubicBezTo>
                  <a:pt x="34" y="43"/>
                  <a:pt x="34" y="43"/>
                  <a:pt x="34" y="43"/>
                </a:cubicBezTo>
                <a:cubicBezTo>
                  <a:pt x="34" y="43"/>
                  <a:pt x="34" y="42"/>
                  <a:pt x="34" y="42"/>
                </a:cubicBezTo>
                <a:cubicBezTo>
                  <a:pt x="34" y="42"/>
                  <a:pt x="34" y="42"/>
                  <a:pt x="34" y="42"/>
                </a:cubicBezTo>
                <a:cubicBezTo>
                  <a:pt x="34" y="42"/>
                  <a:pt x="33" y="42"/>
                  <a:pt x="33" y="42"/>
                </a:cubicBezTo>
                <a:cubicBezTo>
                  <a:pt x="33" y="41"/>
                  <a:pt x="33" y="41"/>
                  <a:pt x="33" y="41"/>
                </a:cubicBezTo>
                <a:cubicBezTo>
                  <a:pt x="33" y="40"/>
                  <a:pt x="33" y="40"/>
                  <a:pt x="33" y="40"/>
                </a:cubicBezTo>
                <a:cubicBezTo>
                  <a:pt x="33" y="39"/>
                  <a:pt x="33" y="39"/>
                  <a:pt x="33" y="39"/>
                </a:cubicBezTo>
                <a:cubicBezTo>
                  <a:pt x="32" y="39"/>
                  <a:pt x="32" y="39"/>
                  <a:pt x="32" y="38"/>
                </a:cubicBezTo>
                <a:cubicBezTo>
                  <a:pt x="32" y="38"/>
                  <a:pt x="32" y="38"/>
                  <a:pt x="32" y="38"/>
                </a:cubicBezTo>
                <a:cubicBezTo>
                  <a:pt x="32" y="37"/>
                  <a:pt x="32" y="37"/>
                  <a:pt x="32" y="37"/>
                </a:cubicBezTo>
                <a:cubicBezTo>
                  <a:pt x="32" y="36"/>
                  <a:pt x="32" y="36"/>
                  <a:pt x="31" y="36"/>
                </a:cubicBezTo>
                <a:cubicBezTo>
                  <a:pt x="31" y="36"/>
                  <a:pt x="31" y="36"/>
                  <a:pt x="31" y="36"/>
                </a:cubicBezTo>
                <a:cubicBezTo>
                  <a:pt x="31" y="36"/>
                  <a:pt x="31" y="35"/>
                  <a:pt x="31" y="36"/>
                </a:cubicBezTo>
                <a:cubicBezTo>
                  <a:pt x="31" y="36"/>
                  <a:pt x="32" y="35"/>
                  <a:pt x="32" y="35"/>
                </a:cubicBezTo>
                <a:cubicBezTo>
                  <a:pt x="32" y="35"/>
                  <a:pt x="32" y="36"/>
                  <a:pt x="32" y="36"/>
                </a:cubicBezTo>
                <a:cubicBezTo>
                  <a:pt x="32" y="36"/>
                  <a:pt x="32" y="35"/>
                  <a:pt x="32" y="35"/>
                </a:cubicBezTo>
                <a:cubicBezTo>
                  <a:pt x="32" y="35"/>
                  <a:pt x="32" y="35"/>
                  <a:pt x="32" y="35"/>
                </a:cubicBezTo>
                <a:cubicBezTo>
                  <a:pt x="32" y="35"/>
                  <a:pt x="32" y="35"/>
                  <a:pt x="32" y="35"/>
                </a:cubicBezTo>
                <a:cubicBezTo>
                  <a:pt x="32" y="35"/>
                  <a:pt x="32" y="35"/>
                  <a:pt x="32" y="34"/>
                </a:cubicBezTo>
                <a:cubicBezTo>
                  <a:pt x="32" y="34"/>
                  <a:pt x="32" y="34"/>
                  <a:pt x="32" y="34"/>
                </a:cubicBezTo>
                <a:cubicBezTo>
                  <a:pt x="32" y="34"/>
                  <a:pt x="32" y="34"/>
                  <a:pt x="31" y="34"/>
                </a:cubicBezTo>
                <a:cubicBezTo>
                  <a:pt x="31" y="34"/>
                  <a:pt x="31" y="33"/>
                  <a:pt x="31" y="34"/>
                </a:cubicBezTo>
                <a:cubicBezTo>
                  <a:pt x="31" y="34"/>
                  <a:pt x="31" y="34"/>
                  <a:pt x="31" y="34"/>
                </a:cubicBezTo>
                <a:cubicBezTo>
                  <a:pt x="31" y="34"/>
                  <a:pt x="31" y="34"/>
                  <a:pt x="31" y="34"/>
                </a:cubicBezTo>
                <a:cubicBezTo>
                  <a:pt x="31" y="34"/>
                  <a:pt x="30" y="33"/>
                  <a:pt x="30" y="33"/>
                </a:cubicBezTo>
                <a:cubicBezTo>
                  <a:pt x="30" y="33"/>
                  <a:pt x="30" y="33"/>
                  <a:pt x="29" y="33"/>
                </a:cubicBezTo>
                <a:cubicBezTo>
                  <a:pt x="29" y="32"/>
                  <a:pt x="29" y="32"/>
                  <a:pt x="29" y="32"/>
                </a:cubicBezTo>
                <a:cubicBezTo>
                  <a:pt x="29" y="32"/>
                  <a:pt x="29" y="32"/>
                  <a:pt x="29" y="32"/>
                </a:cubicBezTo>
                <a:cubicBezTo>
                  <a:pt x="29" y="32"/>
                  <a:pt x="29" y="31"/>
                  <a:pt x="28" y="32"/>
                </a:cubicBezTo>
                <a:cubicBezTo>
                  <a:pt x="28" y="32"/>
                  <a:pt x="28" y="32"/>
                  <a:pt x="28" y="32"/>
                </a:cubicBezTo>
                <a:cubicBezTo>
                  <a:pt x="28" y="31"/>
                  <a:pt x="28" y="31"/>
                  <a:pt x="28" y="31"/>
                </a:cubicBezTo>
                <a:cubicBezTo>
                  <a:pt x="28" y="31"/>
                  <a:pt x="28" y="31"/>
                  <a:pt x="27" y="31"/>
                </a:cubicBezTo>
                <a:cubicBezTo>
                  <a:pt x="27" y="31"/>
                  <a:pt x="27" y="31"/>
                  <a:pt x="27" y="31"/>
                </a:cubicBezTo>
                <a:cubicBezTo>
                  <a:pt x="26" y="31"/>
                  <a:pt x="26" y="30"/>
                  <a:pt x="26" y="30"/>
                </a:cubicBezTo>
                <a:cubicBezTo>
                  <a:pt x="26" y="30"/>
                  <a:pt x="26" y="30"/>
                  <a:pt x="26" y="30"/>
                </a:cubicBezTo>
                <a:cubicBezTo>
                  <a:pt x="26" y="30"/>
                  <a:pt x="26" y="30"/>
                  <a:pt x="25" y="30"/>
                </a:cubicBezTo>
                <a:cubicBezTo>
                  <a:pt x="25" y="29"/>
                  <a:pt x="25" y="29"/>
                  <a:pt x="24" y="29"/>
                </a:cubicBezTo>
                <a:cubicBezTo>
                  <a:pt x="24" y="29"/>
                  <a:pt x="24" y="29"/>
                  <a:pt x="24" y="29"/>
                </a:cubicBezTo>
                <a:cubicBezTo>
                  <a:pt x="24" y="30"/>
                  <a:pt x="24" y="30"/>
                  <a:pt x="24" y="30"/>
                </a:cubicBezTo>
                <a:cubicBezTo>
                  <a:pt x="24" y="30"/>
                  <a:pt x="23" y="29"/>
                  <a:pt x="23" y="29"/>
                </a:cubicBezTo>
                <a:cubicBezTo>
                  <a:pt x="23" y="29"/>
                  <a:pt x="23" y="30"/>
                  <a:pt x="23" y="30"/>
                </a:cubicBezTo>
                <a:cubicBezTo>
                  <a:pt x="23" y="29"/>
                  <a:pt x="23" y="30"/>
                  <a:pt x="23" y="29"/>
                </a:cubicBezTo>
                <a:cubicBezTo>
                  <a:pt x="22" y="29"/>
                  <a:pt x="22" y="29"/>
                  <a:pt x="22" y="29"/>
                </a:cubicBezTo>
                <a:cubicBezTo>
                  <a:pt x="22" y="28"/>
                  <a:pt x="22" y="28"/>
                  <a:pt x="22" y="28"/>
                </a:cubicBezTo>
                <a:cubicBezTo>
                  <a:pt x="22" y="28"/>
                  <a:pt x="22" y="28"/>
                  <a:pt x="22" y="27"/>
                </a:cubicBezTo>
                <a:cubicBezTo>
                  <a:pt x="22" y="27"/>
                  <a:pt x="22" y="26"/>
                  <a:pt x="22" y="26"/>
                </a:cubicBezTo>
                <a:cubicBezTo>
                  <a:pt x="22" y="26"/>
                  <a:pt x="22" y="25"/>
                  <a:pt x="22" y="25"/>
                </a:cubicBezTo>
                <a:cubicBezTo>
                  <a:pt x="22" y="25"/>
                  <a:pt x="21" y="24"/>
                  <a:pt x="21" y="24"/>
                </a:cubicBezTo>
                <a:cubicBezTo>
                  <a:pt x="21" y="24"/>
                  <a:pt x="21" y="24"/>
                  <a:pt x="21" y="24"/>
                </a:cubicBezTo>
                <a:cubicBezTo>
                  <a:pt x="21" y="24"/>
                  <a:pt x="21" y="24"/>
                  <a:pt x="21" y="24"/>
                </a:cubicBezTo>
                <a:cubicBezTo>
                  <a:pt x="20" y="24"/>
                  <a:pt x="21" y="24"/>
                  <a:pt x="20" y="24"/>
                </a:cubicBezTo>
                <a:cubicBezTo>
                  <a:pt x="20" y="23"/>
                  <a:pt x="20" y="24"/>
                  <a:pt x="20" y="23"/>
                </a:cubicBezTo>
                <a:cubicBezTo>
                  <a:pt x="19" y="23"/>
                  <a:pt x="19" y="23"/>
                  <a:pt x="19" y="23"/>
                </a:cubicBezTo>
                <a:cubicBezTo>
                  <a:pt x="19" y="23"/>
                  <a:pt x="19" y="22"/>
                  <a:pt x="19" y="22"/>
                </a:cubicBezTo>
                <a:cubicBezTo>
                  <a:pt x="19" y="22"/>
                  <a:pt x="19" y="22"/>
                  <a:pt x="19" y="21"/>
                </a:cubicBezTo>
                <a:cubicBezTo>
                  <a:pt x="18" y="21"/>
                  <a:pt x="18" y="21"/>
                  <a:pt x="18" y="21"/>
                </a:cubicBezTo>
                <a:cubicBezTo>
                  <a:pt x="18" y="21"/>
                  <a:pt x="18" y="21"/>
                  <a:pt x="18" y="21"/>
                </a:cubicBezTo>
                <a:cubicBezTo>
                  <a:pt x="17" y="20"/>
                  <a:pt x="17" y="20"/>
                  <a:pt x="17" y="19"/>
                </a:cubicBezTo>
                <a:cubicBezTo>
                  <a:pt x="17" y="19"/>
                  <a:pt x="17" y="19"/>
                  <a:pt x="16" y="19"/>
                </a:cubicBezTo>
                <a:cubicBezTo>
                  <a:pt x="16" y="19"/>
                  <a:pt x="16" y="18"/>
                  <a:pt x="16" y="18"/>
                </a:cubicBezTo>
                <a:cubicBezTo>
                  <a:pt x="16" y="18"/>
                  <a:pt x="16" y="18"/>
                  <a:pt x="16" y="18"/>
                </a:cubicBezTo>
                <a:cubicBezTo>
                  <a:pt x="15" y="18"/>
                  <a:pt x="15" y="18"/>
                  <a:pt x="15" y="17"/>
                </a:cubicBezTo>
                <a:cubicBezTo>
                  <a:pt x="15" y="17"/>
                  <a:pt x="15" y="17"/>
                  <a:pt x="15" y="17"/>
                </a:cubicBezTo>
                <a:cubicBezTo>
                  <a:pt x="15" y="17"/>
                  <a:pt x="14" y="16"/>
                  <a:pt x="14" y="16"/>
                </a:cubicBezTo>
                <a:cubicBezTo>
                  <a:pt x="14" y="16"/>
                  <a:pt x="13" y="16"/>
                  <a:pt x="13" y="16"/>
                </a:cubicBezTo>
                <a:cubicBezTo>
                  <a:pt x="13" y="16"/>
                  <a:pt x="12" y="16"/>
                  <a:pt x="12" y="16"/>
                </a:cubicBezTo>
                <a:cubicBezTo>
                  <a:pt x="12" y="16"/>
                  <a:pt x="12" y="16"/>
                  <a:pt x="11" y="16"/>
                </a:cubicBezTo>
                <a:cubicBezTo>
                  <a:pt x="11" y="16"/>
                  <a:pt x="11" y="16"/>
                  <a:pt x="11" y="16"/>
                </a:cubicBezTo>
                <a:cubicBezTo>
                  <a:pt x="11" y="15"/>
                  <a:pt x="11" y="15"/>
                  <a:pt x="11" y="15"/>
                </a:cubicBezTo>
                <a:cubicBezTo>
                  <a:pt x="10" y="15"/>
                  <a:pt x="9" y="13"/>
                  <a:pt x="9" y="13"/>
                </a:cubicBezTo>
                <a:cubicBezTo>
                  <a:pt x="9" y="13"/>
                  <a:pt x="8" y="13"/>
                  <a:pt x="8" y="13"/>
                </a:cubicBezTo>
                <a:cubicBezTo>
                  <a:pt x="8" y="13"/>
                  <a:pt x="7" y="12"/>
                  <a:pt x="7" y="12"/>
                </a:cubicBezTo>
                <a:cubicBezTo>
                  <a:pt x="7" y="12"/>
                  <a:pt x="5" y="10"/>
                  <a:pt x="5" y="10"/>
                </a:cubicBezTo>
                <a:cubicBezTo>
                  <a:pt x="5" y="9"/>
                  <a:pt x="4" y="8"/>
                  <a:pt x="4" y="8"/>
                </a:cubicBezTo>
                <a:cubicBezTo>
                  <a:pt x="3" y="8"/>
                  <a:pt x="2" y="7"/>
                  <a:pt x="2" y="7"/>
                </a:cubicBezTo>
                <a:cubicBezTo>
                  <a:pt x="2" y="7"/>
                  <a:pt x="2" y="6"/>
                  <a:pt x="2" y="6"/>
                </a:cubicBezTo>
                <a:cubicBezTo>
                  <a:pt x="2" y="6"/>
                  <a:pt x="2" y="5"/>
                  <a:pt x="2" y="5"/>
                </a:cubicBezTo>
                <a:cubicBezTo>
                  <a:pt x="2" y="5"/>
                  <a:pt x="1" y="4"/>
                  <a:pt x="1" y="4"/>
                </a:cubicBezTo>
                <a:cubicBezTo>
                  <a:pt x="1" y="4"/>
                  <a:pt x="1" y="4"/>
                  <a:pt x="1" y="4"/>
                </a:cubicBezTo>
                <a:cubicBezTo>
                  <a:pt x="1" y="4"/>
                  <a:pt x="1" y="3"/>
                  <a:pt x="1" y="3"/>
                </a:cubicBezTo>
                <a:cubicBezTo>
                  <a:pt x="1" y="3"/>
                  <a:pt x="0" y="2"/>
                  <a:pt x="1" y="2"/>
                </a:cubicBezTo>
                <a:cubicBezTo>
                  <a:pt x="1" y="2"/>
                  <a:pt x="1" y="2"/>
                  <a:pt x="1" y="1"/>
                </a:cubicBezTo>
                <a:cubicBezTo>
                  <a:pt x="1" y="1"/>
                  <a:pt x="0" y="1"/>
                  <a:pt x="0" y="1"/>
                </a:cubicBezTo>
                <a:cubicBezTo>
                  <a:pt x="0" y="0"/>
                  <a:pt x="0" y="0"/>
                  <a:pt x="0" y="0"/>
                </a:cubicBezTo>
                <a:cubicBezTo>
                  <a:pt x="1" y="0"/>
                  <a:pt x="1" y="0"/>
                  <a:pt x="1" y="0"/>
                </a:cubicBezTo>
                <a:cubicBezTo>
                  <a:pt x="1" y="0"/>
                  <a:pt x="2" y="0"/>
                  <a:pt x="2" y="0"/>
                </a:cubicBezTo>
                <a:cubicBezTo>
                  <a:pt x="2" y="0"/>
                  <a:pt x="3" y="0"/>
                  <a:pt x="3" y="0"/>
                </a:cubicBezTo>
                <a:cubicBezTo>
                  <a:pt x="3" y="0"/>
                  <a:pt x="3" y="0"/>
                  <a:pt x="3" y="0"/>
                </a:cubicBezTo>
                <a:cubicBezTo>
                  <a:pt x="3" y="0"/>
                  <a:pt x="3" y="0"/>
                  <a:pt x="4" y="0"/>
                </a:cubicBezTo>
                <a:cubicBezTo>
                  <a:pt x="4" y="0"/>
                  <a:pt x="4" y="0"/>
                  <a:pt x="4" y="0"/>
                </a:cubicBezTo>
                <a:cubicBezTo>
                  <a:pt x="6" y="1"/>
                  <a:pt x="6" y="1"/>
                  <a:pt x="6" y="1"/>
                </a:cubicBezTo>
                <a:cubicBezTo>
                  <a:pt x="6" y="1"/>
                  <a:pt x="6" y="1"/>
                  <a:pt x="6" y="1"/>
                </a:cubicBezTo>
                <a:cubicBezTo>
                  <a:pt x="7" y="2"/>
                  <a:pt x="7" y="2"/>
                  <a:pt x="7" y="2"/>
                </a:cubicBezTo>
                <a:cubicBezTo>
                  <a:pt x="7" y="2"/>
                  <a:pt x="8" y="3"/>
                  <a:pt x="8" y="3"/>
                </a:cubicBezTo>
                <a:cubicBezTo>
                  <a:pt x="8" y="3"/>
                  <a:pt x="9" y="3"/>
                  <a:pt x="9" y="3"/>
                </a:cubicBezTo>
                <a:cubicBezTo>
                  <a:pt x="9" y="3"/>
                  <a:pt x="10" y="3"/>
                  <a:pt x="10" y="3"/>
                </a:cubicBezTo>
                <a:cubicBezTo>
                  <a:pt x="11" y="4"/>
                  <a:pt x="11" y="4"/>
                  <a:pt x="11" y="4"/>
                </a:cubicBezTo>
                <a:cubicBezTo>
                  <a:pt x="11" y="4"/>
                  <a:pt x="11" y="3"/>
                  <a:pt x="11" y="3"/>
                </a:cubicBezTo>
                <a:cubicBezTo>
                  <a:pt x="11" y="3"/>
                  <a:pt x="12" y="3"/>
                  <a:pt x="12" y="4"/>
                </a:cubicBezTo>
                <a:cubicBezTo>
                  <a:pt x="12" y="4"/>
                  <a:pt x="13" y="3"/>
                  <a:pt x="13" y="3"/>
                </a:cubicBezTo>
                <a:cubicBezTo>
                  <a:pt x="13" y="3"/>
                  <a:pt x="14" y="3"/>
                  <a:pt x="14" y="3"/>
                </a:cubicBezTo>
                <a:cubicBezTo>
                  <a:pt x="14" y="3"/>
                  <a:pt x="15" y="3"/>
                  <a:pt x="15" y="3"/>
                </a:cubicBezTo>
                <a:cubicBezTo>
                  <a:pt x="15" y="3"/>
                  <a:pt x="15" y="3"/>
                  <a:pt x="15" y="3"/>
                </a:cubicBezTo>
                <a:cubicBezTo>
                  <a:pt x="16" y="3"/>
                  <a:pt x="16" y="3"/>
                  <a:pt x="16" y="3"/>
                </a:cubicBezTo>
                <a:cubicBezTo>
                  <a:pt x="16" y="3"/>
                  <a:pt x="16" y="3"/>
                  <a:pt x="16" y="3"/>
                </a:cubicBezTo>
                <a:cubicBezTo>
                  <a:pt x="16" y="3"/>
                  <a:pt x="17" y="3"/>
                  <a:pt x="17" y="4"/>
                </a:cubicBezTo>
                <a:cubicBezTo>
                  <a:pt x="17" y="4"/>
                  <a:pt x="17" y="4"/>
                  <a:pt x="17" y="4"/>
                </a:cubicBezTo>
                <a:cubicBezTo>
                  <a:pt x="17" y="4"/>
                  <a:pt x="18" y="4"/>
                  <a:pt x="18" y="4"/>
                </a:cubicBezTo>
                <a:cubicBezTo>
                  <a:pt x="18" y="4"/>
                  <a:pt x="19" y="4"/>
                  <a:pt x="19" y="4"/>
                </a:cubicBezTo>
                <a:cubicBezTo>
                  <a:pt x="20" y="3"/>
                  <a:pt x="20" y="3"/>
                  <a:pt x="21" y="3"/>
                </a:cubicBezTo>
                <a:cubicBezTo>
                  <a:pt x="21" y="3"/>
                  <a:pt x="21" y="3"/>
                  <a:pt x="21" y="3"/>
                </a:cubicBezTo>
                <a:cubicBezTo>
                  <a:pt x="21" y="4"/>
                  <a:pt x="21" y="4"/>
                  <a:pt x="21" y="4"/>
                </a:cubicBezTo>
                <a:cubicBezTo>
                  <a:pt x="21" y="4"/>
                  <a:pt x="21" y="4"/>
                  <a:pt x="21" y="4"/>
                </a:cubicBezTo>
                <a:cubicBezTo>
                  <a:pt x="22" y="4"/>
                  <a:pt x="22" y="4"/>
                  <a:pt x="22" y="4"/>
                </a:cubicBezTo>
                <a:cubicBezTo>
                  <a:pt x="22" y="5"/>
                  <a:pt x="22" y="5"/>
                  <a:pt x="22" y="5"/>
                </a:cubicBezTo>
                <a:cubicBezTo>
                  <a:pt x="23" y="6"/>
                  <a:pt x="23" y="6"/>
                  <a:pt x="23" y="6"/>
                </a:cubicBezTo>
                <a:cubicBezTo>
                  <a:pt x="24" y="6"/>
                  <a:pt x="24" y="6"/>
                  <a:pt x="24" y="6"/>
                </a:cubicBezTo>
                <a:cubicBezTo>
                  <a:pt x="24" y="6"/>
                  <a:pt x="24" y="6"/>
                  <a:pt x="24" y="6"/>
                </a:cubicBezTo>
                <a:cubicBezTo>
                  <a:pt x="24" y="6"/>
                  <a:pt x="24" y="7"/>
                  <a:pt x="24" y="7"/>
                </a:cubicBezTo>
                <a:cubicBezTo>
                  <a:pt x="24" y="7"/>
                  <a:pt x="24" y="8"/>
                  <a:pt x="24" y="8"/>
                </a:cubicBezTo>
                <a:cubicBezTo>
                  <a:pt x="24" y="8"/>
                  <a:pt x="24" y="8"/>
                  <a:pt x="24" y="8"/>
                </a:cubicBezTo>
                <a:cubicBezTo>
                  <a:pt x="25" y="9"/>
                  <a:pt x="25" y="9"/>
                  <a:pt x="25" y="9"/>
                </a:cubicBezTo>
                <a:cubicBezTo>
                  <a:pt x="25" y="9"/>
                  <a:pt x="25" y="9"/>
                  <a:pt x="25" y="9"/>
                </a:cubicBezTo>
                <a:cubicBezTo>
                  <a:pt x="25" y="9"/>
                  <a:pt x="25" y="10"/>
                  <a:pt x="25" y="10"/>
                </a:cubicBezTo>
                <a:cubicBezTo>
                  <a:pt x="25" y="10"/>
                  <a:pt x="25" y="9"/>
                  <a:pt x="25" y="10"/>
                </a:cubicBezTo>
                <a:cubicBezTo>
                  <a:pt x="25" y="10"/>
                  <a:pt x="25" y="10"/>
                  <a:pt x="25" y="10"/>
                </a:cubicBezTo>
                <a:cubicBezTo>
                  <a:pt x="25" y="10"/>
                  <a:pt x="26" y="10"/>
                  <a:pt x="26" y="10"/>
                </a:cubicBezTo>
                <a:cubicBezTo>
                  <a:pt x="26" y="10"/>
                  <a:pt x="26" y="10"/>
                  <a:pt x="26" y="10"/>
                </a:cubicBezTo>
                <a:cubicBezTo>
                  <a:pt x="26" y="10"/>
                  <a:pt x="27" y="10"/>
                  <a:pt x="27" y="10"/>
                </a:cubicBezTo>
                <a:cubicBezTo>
                  <a:pt x="27" y="10"/>
                  <a:pt x="27" y="10"/>
                  <a:pt x="27" y="10"/>
                </a:cubicBezTo>
                <a:cubicBezTo>
                  <a:pt x="27" y="11"/>
                  <a:pt x="27" y="11"/>
                  <a:pt x="27" y="11"/>
                </a:cubicBezTo>
                <a:cubicBezTo>
                  <a:pt x="27" y="11"/>
                  <a:pt x="27" y="11"/>
                  <a:pt x="27" y="12"/>
                </a:cubicBezTo>
                <a:cubicBezTo>
                  <a:pt x="27" y="12"/>
                  <a:pt x="27" y="12"/>
                  <a:pt x="27" y="12"/>
                </a:cubicBezTo>
                <a:cubicBezTo>
                  <a:pt x="27" y="12"/>
                  <a:pt x="27" y="12"/>
                  <a:pt x="27" y="12"/>
                </a:cubicBezTo>
                <a:cubicBezTo>
                  <a:pt x="27" y="12"/>
                  <a:pt x="26" y="13"/>
                  <a:pt x="26" y="13"/>
                </a:cubicBezTo>
                <a:cubicBezTo>
                  <a:pt x="26" y="13"/>
                  <a:pt x="26" y="13"/>
                  <a:pt x="26" y="13"/>
                </a:cubicBezTo>
                <a:cubicBezTo>
                  <a:pt x="27" y="13"/>
                  <a:pt x="27" y="13"/>
                  <a:pt x="27" y="13"/>
                </a:cubicBezTo>
                <a:cubicBezTo>
                  <a:pt x="27" y="13"/>
                  <a:pt x="27" y="13"/>
                  <a:pt x="27" y="13"/>
                </a:cubicBezTo>
                <a:cubicBezTo>
                  <a:pt x="28" y="13"/>
                  <a:pt x="28" y="13"/>
                  <a:pt x="28" y="13"/>
                </a:cubicBezTo>
                <a:cubicBezTo>
                  <a:pt x="28" y="13"/>
                  <a:pt x="28" y="13"/>
                  <a:pt x="28" y="13"/>
                </a:cubicBezTo>
                <a:cubicBezTo>
                  <a:pt x="28" y="13"/>
                  <a:pt x="28" y="13"/>
                  <a:pt x="28" y="13"/>
                </a:cubicBezTo>
                <a:cubicBezTo>
                  <a:pt x="28" y="14"/>
                  <a:pt x="29" y="14"/>
                  <a:pt x="29" y="14"/>
                </a:cubicBezTo>
                <a:cubicBezTo>
                  <a:pt x="29" y="14"/>
                  <a:pt x="29" y="14"/>
                  <a:pt x="29" y="14"/>
                </a:cubicBezTo>
                <a:cubicBezTo>
                  <a:pt x="29" y="14"/>
                  <a:pt x="29" y="14"/>
                  <a:pt x="29" y="14"/>
                </a:cubicBezTo>
                <a:cubicBezTo>
                  <a:pt x="29" y="14"/>
                  <a:pt x="30" y="14"/>
                  <a:pt x="30" y="15"/>
                </a:cubicBezTo>
                <a:cubicBezTo>
                  <a:pt x="30" y="15"/>
                  <a:pt x="30" y="15"/>
                  <a:pt x="30" y="15"/>
                </a:cubicBezTo>
                <a:cubicBezTo>
                  <a:pt x="30" y="15"/>
                  <a:pt x="31" y="15"/>
                  <a:pt x="31" y="15"/>
                </a:cubicBezTo>
                <a:cubicBezTo>
                  <a:pt x="31" y="15"/>
                  <a:pt x="31" y="15"/>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2" y="17"/>
                  <a:pt x="32" y="17"/>
                </a:cubicBezTo>
                <a:cubicBezTo>
                  <a:pt x="32" y="17"/>
                  <a:pt x="33" y="17"/>
                  <a:pt x="33" y="17"/>
                </a:cubicBezTo>
                <a:cubicBezTo>
                  <a:pt x="33" y="17"/>
                  <a:pt x="34" y="18"/>
                  <a:pt x="34" y="18"/>
                </a:cubicBezTo>
                <a:cubicBezTo>
                  <a:pt x="34" y="18"/>
                  <a:pt x="35" y="18"/>
                  <a:pt x="35" y="18"/>
                </a:cubicBezTo>
                <a:cubicBezTo>
                  <a:pt x="35" y="18"/>
                  <a:pt x="36" y="19"/>
                  <a:pt x="36" y="19"/>
                </a:cubicBezTo>
                <a:cubicBezTo>
                  <a:pt x="36" y="19"/>
                  <a:pt x="36" y="19"/>
                  <a:pt x="36" y="19"/>
                </a:cubicBezTo>
                <a:cubicBezTo>
                  <a:pt x="37" y="19"/>
                  <a:pt x="37" y="19"/>
                  <a:pt x="37" y="20"/>
                </a:cubicBezTo>
                <a:cubicBezTo>
                  <a:pt x="37" y="20"/>
                  <a:pt x="38" y="20"/>
                  <a:pt x="38" y="20"/>
                </a:cubicBezTo>
                <a:cubicBezTo>
                  <a:pt x="38" y="20"/>
                  <a:pt x="38" y="20"/>
                  <a:pt x="38" y="21"/>
                </a:cubicBezTo>
                <a:cubicBezTo>
                  <a:pt x="39" y="21"/>
                  <a:pt x="39" y="21"/>
                  <a:pt x="39" y="21"/>
                </a:cubicBezTo>
                <a:cubicBezTo>
                  <a:pt x="39" y="21"/>
                  <a:pt x="40" y="21"/>
                  <a:pt x="40" y="21"/>
                </a:cubicBezTo>
                <a:cubicBezTo>
                  <a:pt x="40" y="21"/>
                  <a:pt x="40" y="22"/>
                  <a:pt x="40" y="22"/>
                </a:cubicBezTo>
                <a:cubicBezTo>
                  <a:pt x="41" y="22"/>
                  <a:pt x="41" y="22"/>
                  <a:pt x="41" y="22"/>
                </a:cubicBezTo>
                <a:cubicBezTo>
                  <a:pt x="41" y="23"/>
                  <a:pt x="41" y="23"/>
                  <a:pt x="41" y="23"/>
                </a:cubicBezTo>
                <a:cubicBezTo>
                  <a:pt x="41" y="23"/>
                  <a:pt x="41" y="23"/>
                  <a:pt x="41" y="23"/>
                </a:cubicBezTo>
                <a:cubicBezTo>
                  <a:pt x="41" y="23"/>
                  <a:pt x="41" y="23"/>
                  <a:pt x="42" y="23"/>
                </a:cubicBezTo>
                <a:cubicBezTo>
                  <a:pt x="42" y="23"/>
                  <a:pt x="42" y="23"/>
                  <a:pt x="42" y="23"/>
                </a:cubicBezTo>
                <a:cubicBezTo>
                  <a:pt x="42" y="25"/>
                  <a:pt x="42" y="25"/>
                  <a:pt x="42" y="25"/>
                </a:cubicBezTo>
                <a:cubicBezTo>
                  <a:pt x="42" y="25"/>
                  <a:pt x="43" y="25"/>
                  <a:pt x="43" y="25"/>
                </a:cubicBezTo>
                <a:cubicBezTo>
                  <a:pt x="43" y="25"/>
                  <a:pt x="43" y="26"/>
                  <a:pt x="43" y="26"/>
                </a:cubicBezTo>
                <a:cubicBezTo>
                  <a:pt x="43" y="26"/>
                  <a:pt x="43" y="26"/>
                  <a:pt x="43" y="26"/>
                </a:cubicBezTo>
                <a:cubicBezTo>
                  <a:pt x="43" y="26"/>
                  <a:pt x="43" y="26"/>
                  <a:pt x="43" y="27"/>
                </a:cubicBezTo>
                <a:cubicBezTo>
                  <a:pt x="43" y="27"/>
                  <a:pt x="43" y="27"/>
                  <a:pt x="43" y="27"/>
                </a:cubicBezTo>
                <a:cubicBezTo>
                  <a:pt x="43" y="27"/>
                  <a:pt x="43" y="27"/>
                  <a:pt x="43" y="27"/>
                </a:cubicBezTo>
                <a:cubicBezTo>
                  <a:pt x="43" y="27"/>
                  <a:pt x="44" y="27"/>
                  <a:pt x="44" y="27"/>
                </a:cubicBezTo>
                <a:cubicBezTo>
                  <a:pt x="44" y="27"/>
                  <a:pt x="43" y="27"/>
                  <a:pt x="43" y="27"/>
                </a:cubicBezTo>
                <a:cubicBezTo>
                  <a:pt x="43" y="26"/>
                  <a:pt x="43" y="26"/>
                  <a:pt x="43" y="26"/>
                </a:cubicBezTo>
                <a:cubicBezTo>
                  <a:pt x="43" y="26"/>
                  <a:pt x="44" y="25"/>
                  <a:pt x="44" y="25"/>
                </a:cubicBezTo>
                <a:cubicBezTo>
                  <a:pt x="44" y="25"/>
                  <a:pt x="44" y="25"/>
                  <a:pt x="44" y="25"/>
                </a:cubicBezTo>
                <a:cubicBezTo>
                  <a:pt x="44" y="25"/>
                  <a:pt x="44" y="26"/>
                  <a:pt x="44" y="26"/>
                </a:cubicBezTo>
                <a:cubicBezTo>
                  <a:pt x="44" y="26"/>
                  <a:pt x="44" y="26"/>
                  <a:pt x="44" y="26"/>
                </a:cubicBezTo>
                <a:cubicBezTo>
                  <a:pt x="45" y="26"/>
                  <a:pt x="45" y="26"/>
                  <a:pt x="45" y="27"/>
                </a:cubicBezTo>
                <a:cubicBezTo>
                  <a:pt x="45" y="27"/>
                  <a:pt x="45" y="27"/>
                  <a:pt x="45" y="27"/>
                </a:cubicBezTo>
                <a:cubicBezTo>
                  <a:pt x="45" y="27"/>
                  <a:pt x="45" y="27"/>
                  <a:pt x="45" y="27"/>
                </a:cubicBezTo>
                <a:cubicBezTo>
                  <a:pt x="45" y="27"/>
                  <a:pt x="45" y="27"/>
                  <a:pt x="45" y="28"/>
                </a:cubicBezTo>
                <a:cubicBezTo>
                  <a:pt x="45" y="28"/>
                  <a:pt x="46" y="29"/>
                  <a:pt x="46" y="29"/>
                </a:cubicBezTo>
                <a:cubicBezTo>
                  <a:pt x="46" y="29"/>
                  <a:pt x="46" y="30"/>
                  <a:pt x="46" y="30"/>
                </a:cubicBezTo>
                <a:cubicBezTo>
                  <a:pt x="47" y="30"/>
                  <a:pt x="47" y="30"/>
                  <a:pt x="47" y="30"/>
                </a:cubicBezTo>
                <a:cubicBezTo>
                  <a:pt x="47" y="30"/>
                  <a:pt x="48" y="31"/>
                  <a:pt x="48" y="31"/>
                </a:cubicBezTo>
                <a:cubicBezTo>
                  <a:pt x="48" y="31"/>
                  <a:pt x="49" y="31"/>
                  <a:pt x="49" y="31"/>
                </a:cubicBezTo>
                <a:cubicBezTo>
                  <a:pt x="49" y="31"/>
                  <a:pt x="50" y="31"/>
                  <a:pt x="50" y="32"/>
                </a:cubicBezTo>
                <a:cubicBezTo>
                  <a:pt x="50" y="32"/>
                  <a:pt x="50" y="32"/>
                  <a:pt x="50" y="32"/>
                </a:cubicBezTo>
                <a:cubicBezTo>
                  <a:pt x="50" y="32"/>
                  <a:pt x="50" y="33"/>
                  <a:pt x="50" y="33"/>
                </a:cubicBezTo>
                <a:cubicBezTo>
                  <a:pt x="50" y="33"/>
                  <a:pt x="50" y="33"/>
                  <a:pt x="50" y="33"/>
                </a:cubicBezTo>
                <a:cubicBezTo>
                  <a:pt x="50" y="33"/>
                  <a:pt x="50" y="33"/>
                  <a:pt x="50" y="33"/>
                </a:cubicBezTo>
                <a:cubicBezTo>
                  <a:pt x="50" y="33"/>
                  <a:pt x="50" y="33"/>
                  <a:pt x="50" y="33"/>
                </a:cubicBezTo>
                <a:cubicBezTo>
                  <a:pt x="50" y="33"/>
                  <a:pt x="51" y="33"/>
                  <a:pt x="51" y="33"/>
                </a:cubicBezTo>
                <a:cubicBezTo>
                  <a:pt x="51" y="33"/>
                  <a:pt x="51" y="33"/>
                  <a:pt x="51" y="33"/>
                </a:cubicBezTo>
                <a:cubicBezTo>
                  <a:pt x="51" y="33"/>
                  <a:pt x="50" y="33"/>
                  <a:pt x="51" y="33"/>
                </a:cubicBezTo>
                <a:cubicBezTo>
                  <a:pt x="51" y="32"/>
                  <a:pt x="50" y="32"/>
                  <a:pt x="50" y="32"/>
                </a:cubicBezTo>
                <a:cubicBezTo>
                  <a:pt x="50" y="32"/>
                  <a:pt x="50" y="31"/>
                  <a:pt x="50" y="31"/>
                </a:cubicBezTo>
                <a:cubicBezTo>
                  <a:pt x="50" y="31"/>
                  <a:pt x="49" y="31"/>
                  <a:pt x="49" y="30"/>
                </a:cubicBezTo>
                <a:cubicBezTo>
                  <a:pt x="49" y="30"/>
                  <a:pt x="49" y="30"/>
                  <a:pt x="49" y="30"/>
                </a:cubicBezTo>
                <a:cubicBezTo>
                  <a:pt x="49" y="30"/>
                  <a:pt x="48" y="30"/>
                  <a:pt x="49" y="30"/>
                </a:cubicBezTo>
                <a:cubicBezTo>
                  <a:pt x="49" y="29"/>
                  <a:pt x="49" y="29"/>
                  <a:pt x="49" y="30"/>
                </a:cubicBezTo>
                <a:cubicBezTo>
                  <a:pt x="49" y="30"/>
                  <a:pt x="49" y="30"/>
                  <a:pt x="49" y="30"/>
                </a:cubicBezTo>
                <a:cubicBezTo>
                  <a:pt x="49" y="30"/>
                  <a:pt x="50" y="29"/>
                  <a:pt x="50" y="29"/>
                </a:cubicBezTo>
                <a:cubicBezTo>
                  <a:pt x="50" y="29"/>
                  <a:pt x="50" y="29"/>
                  <a:pt x="50" y="29"/>
                </a:cubicBezTo>
                <a:cubicBezTo>
                  <a:pt x="50" y="29"/>
                  <a:pt x="51" y="29"/>
                  <a:pt x="51" y="29"/>
                </a:cubicBezTo>
                <a:cubicBezTo>
                  <a:pt x="51" y="29"/>
                  <a:pt x="51" y="29"/>
                  <a:pt x="51" y="29"/>
                </a:cubicBezTo>
                <a:cubicBezTo>
                  <a:pt x="51" y="29"/>
                  <a:pt x="52" y="29"/>
                  <a:pt x="52" y="30"/>
                </a:cubicBezTo>
                <a:cubicBezTo>
                  <a:pt x="52" y="30"/>
                  <a:pt x="52" y="30"/>
                  <a:pt x="52" y="30"/>
                </a:cubicBezTo>
                <a:cubicBezTo>
                  <a:pt x="53" y="31"/>
                  <a:pt x="53" y="31"/>
                  <a:pt x="53" y="31"/>
                </a:cubicBezTo>
                <a:cubicBezTo>
                  <a:pt x="53" y="31"/>
                  <a:pt x="54" y="31"/>
                  <a:pt x="54" y="31"/>
                </a:cubicBezTo>
                <a:cubicBezTo>
                  <a:pt x="54" y="32"/>
                  <a:pt x="54" y="32"/>
                  <a:pt x="54" y="32"/>
                </a:cubicBezTo>
                <a:cubicBezTo>
                  <a:pt x="54" y="33"/>
                  <a:pt x="54" y="33"/>
                  <a:pt x="54" y="33"/>
                </a:cubicBezTo>
                <a:cubicBezTo>
                  <a:pt x="54" y="33"/>
                  <a:pt x="54" y="33"/>
                  <a:pt x="54" y="33"/>
                </a:cubicBezTo>
                <a:cubicBezTo>
                  <a:pt x="54" y="34"/>
                  <a:pt x="54" y="34"/>
                  <a:pt x="55" y="34"/>
                </a:cubicBezTo>
                <a:cubicBezTo>
                  <a:pt x="55" y="35"/>
                  <a:pt x="55" y="35"/>
                  <a:pt x="55" y="35"/>
                </a:cubicBezTo>
                <a:cubicBezTo>
                  <a:pt x="55" y="35"/>
                  <a:pt x="56" y="35"/>
                  <a:pt x="56" y="35"/>
                </a:cubicBezTo>
                <a:cubicBezTo>
                  <a:pt x="56" y="35"/>
                  <a:pt x="56" y="35"/>
                  <a:pt x="56" y="35"/>
                </a:cubicBezTo>
                <a:cubicBezTo>
                  <a:pt x="57" y="35"/>
                  <a:pt x="57" y="35"/>
                  <a:pt x="57" y="35"/>
                </a:cubicBezTo>
                <a:cubicBezTo>
                  <a:pt x="57" y="35"/>
                  <a:pt x="57" y="35"/>
                  <a:pt x="58" y="35"/>
                </a:cubicBezTo>
                <a:cubicBezTo>
                  <a:pt x="58" y="35"/>
                  <a:pt x="59" y="36"/>
                  <a:pt x="59" y="36"/>
                </a:cubicBezTo>
                <a:cubicBezTo>
                  <a:pt x="59" y="36"/>
                  <a:pt x="60" y="37"/>
                  <a:pt x="60" y="37"/>
                </a:cubicBezTo>
                <a:cubicBezTo>
                  <a:pt x="60" y="37"/>
                  <a:pt x="61" y="37"/>
                  <a:pt x="61" y="37"/>
                </a:cubicBezTo>
                <a:cubicBezTo>
                  <a:pt x="61" y="37"/>
                  <a:pt x="61" y="37"/>
                  <a:pt x="61" y="37"/>
                </a:cubicBezTo>
                <a:cubicBezTo>
                  <a:pt x="61" y="37"/>
                  <a:pt x="61" y="38"/>
                  <a:pt x="61" y="38"/>
                </a:cubicBezTo>
                <a:cubicBezTo>
                  <a:pt x="61" y="38"/>
                  <a:pt x="61" y="39"/>
                  <a:pt x="61" y="39"/>
                </a:cubicBezTo>
                <a:cubicBezTo>
                  <a:pt x="61" y="39"/>
                  <a:pt x="61" y="39"/>
                  <a:pt x="61" y="39"/>
                </a:cubicBezTo>
                <a:cubicBezTo>
                  <a:pt x="61" y="39"/>
                  <a:pt x="61" y="39"/>
                  <a:pt x="61" y="39"/>
                </a:cubicBezTo>
                <a:cubicBezTo>
                  <a:pt x="61" y="39"/>
                  <a:pt x="61" y="39"/>
                  <a:pt x="61" y="39"/>
                </a:cubicBezTo>
                <a:cubicBezTo>
                  <a:pt x="61" y="39"/>
                  <a:pt x="61" y="38"/>
                  <a:pt x="61" y="38"/>
                </a:cubicBezTo>
                <a:cubicBezTo>
                  <a:pt x="61" y="38"/>
                  <a:pt x="62" y="38"/>
                  <a:pt x="62" y="39"/>
                </a:cubicBezTo>
                <a:cubicBezTo>
                  <a:pt x="62" y="39"/>
                  <a:pt x="62" y="39"/>
                  <a:pt x="62" y="39"/>
                </a:cubicBezTo>
                <a:cubicBezTo>
                  <a:pt x="62" y="39"/>
                  <a:pt x="62" y="40"/>
                  <a:pt x="62" y="40"/>
                </a:cubicBezTo>
                <a:cubicBezTo>
                  <a:pt x="62" y="40"/>
                  <a:pt x="62" y="40"/>
                  <a:pt x="62" y="41"/>
                </a:cubicBezTo>
                <a:cubicBezTo>
                  <a:pt x="62" y="41"/>
                  <a:pt x="63" y="41"/>
                  <a:pt x="63" y="41"/>
                </a:cubicBezTo>
                <a:cubicBezTo>
                  <a:pt x="63" y="41"/>
                  <a:pt x="63" y="41"/>
                  <a:pt x="63" y="42"/>
                </a:cubicBezTo>
                <a:cubicBezTo>
                  <a:pt x="63" y="42"/>
                  <a:pt x="64" y="42"/>
                  <a:pt x="64" y="42"/>
                </a:cubicBezTo>
                <a:cubicBezTo>
                  <a:pt x="64" y="43"/>
                  <a:pt x="65" y="43"/>
                  <a:pt x="65" y="43"/>
                </a:cubicBezTo>
                <a:cubicBezTo>
                  <a:pt x="65" y="43"/>
                  <a:pt x="66" y="43"/>
                  <a:pt x="66" y="43"/>
                </a:cubicBezTo>
                <a:cubicBezTo>
                  <a:pt x="66" y="43"/>
                  <a:pt x="66" y="43"/>
                  <a:pt x="66" y="43"/>
                </a:cubicBezTo>
                <a:cubicBezTo>
                  <a:pt x="66" y="43"/>
                  <a:pt x="67" y="43"/>
                  <a:pt x="67" y="43"/>
                </a:cubicBezTo>
                <a:cubicBezTo>
                  <a:pt x="67" y="43"/>
                  <a:pt x="67" y="43"/>
                  <a:pt x="67" y="43"/>
                </a:cubicBezTo>
                <a:cubicBezTo>
                  <a:pt x="68" y="43"/>
                  <a:pt x="68" y="43"/>
                  <a:pt x="69" y="44"/>
                </a:cubicBezTo>
                <a:cubicBezTo>
                  <a:pt x="69" y="44"/>
                  <a:pt x="69" y="44"/>
                  <a:pt x="69" y="45"/>
                </a:cubicBezTo>
                <a:cubicBezTo>
                  <a:pt x="69" y="45"/>
                  <a:pt x="69" y="45"/>
                  <a:pt x="69" y="45"/>
                </a:cubicBezTo>
                <a:cubicBezTo>
                  <a:pt x="69" y="45"/>
                  <a:pt x="70" y="45"/>
                  <a:pt x="69" y="45"/>
                </a:cubicBezTo>
                <a:cubicBezTo>
                  <a:pt x="69" y="45"/>
                  <a:pt x="68" y="46"/>
                  <a:pt x="68" y="46"/>
                </a:cubicBezTo>
                <a:cubicBezTo>
                  <a:pt x="68" y="46"/>
                  <a:pt x="67" y="47"/>
                  <a:pt x="67" y="47"/>
                </a:cubicBezTo>
                <a:cubicBezTo>
                  <a:pt x="67" y="47"/>
                  <a:pt x="66" y="47"/>
                  <a:pt x="66" y="47"/>
                </a:cubicBezTo>
                <a:cubicBezTo>
                  <a:pt x="66" y="47"/>
                  <a:pt x="65" y="47"/>
                  <a:pt x="65" y="47"/>
                </a:cubicBezTo>
                <a:cubicBezTo>
                  <a:pt x="65" y="47"/>
                  <a:pt x="65" y="47"/>
                  <a:pt x="65" y="47"/>
                </a:cubicBezTo>
                <a:cubicBezTo>
                  <a:pt x="65" y="47"/>
                  <a:pt x="65" y="47"/>
                  <a:pt x="65" y="47"/>
                </a:cubicBezTo>
                <a:cubicBezTo>
                  <a:pt x="65" y="47"/>
                  <a:pt x="64" y="47"/>
                  <a:pt x="64" y="48"/>
                </a:cubicBezTo>
                <a:cubicBezTo>
                  <a:pt x="64" y="48"/>
                  <a:pt x="65" y="48"/>
                  <a:pt x="65" y="48"/>
                </a:cubicBezTo>
                <a:cubicBezTo>
                  <a:pt x="65" y="48"/>
                  <a:pt x="65" y="47"/>
                  <a:pt x="66" y="47"/>
                </a:cubicBezTo>
                <a:cubicBezTo>
                  <a:pt x="66" y="47"/>
                  <a:pt x="67" y="47"/>
                  <a:pt x="67" y="47"/>
                </a:cubicBezTo>
                <a:cubicBezTo>
                  <a:pt x="67" y="47"/>
                  <a:pt x="67" y="47"/>
                  <a:pt x="67" y="47"/>
                </a:cubicBezTo>
                <a:cubicBezTo>
                  <a:pt x="68" y="47"/>
                  <a:pt x="68" y="47"/>
                  <a:pt x="68" y="47"/>
                </a:cubicBezTo>
                <a:cubicBezTo>
                  <a:pt x="69" y="46"/>
                  <a:pt x="69" y="46"/>
                  <a:pt x="69" y="46"/>
                </a:cubicBezTo>
                <a:cubicBezTo>
                  <a:pt x="69" y="46"/>
                  <a:pt x="70" y="46"/>
                  <a:pt x="70" y="46"/>
                </a:cubicBezTo>
                <a:cubicBezTo>
                  <a:pt x="70" y="46"/>
                  <a:pt x="70" y="45"/>
                  <a:pt x="70" y="45"/>
                </a:cubicBezTo>
                <a:cubicBezTo>
                  <a:pt x="70" y="45"/>
                  <a:pt x="71" y="45"/>
                  <a:pt x="71" y="45"/>
                </a:cubicBezTo>
                <a:cubicBezTo>
                  <a:pt x="71" y="45"/>
                  <a:pt x="71" y="45"/>
                  <a:pt x="71" y="45"/>
                </a:cubicBezTo>
                <a:cubicBezTo>
                  <a:pt x="72" y="44"/>
                  <a:pt x="72" y="45"/>
                  <a:pt x="72" y="45"/>
                </a:cubicBezTo>
                <a:cubicBezTo>
                  <a:pt x="72" y="45"/>
                  <a:pt x="73" y="45"/>
                  <a:pt x="73" y="45"/>
                </a:cubicBezTo>
                <a:cubicBezTo>
                  <a:pt x="73" y="45"/>
                  <a:pt x="73" y="45"/>
                  <a:pt x="73" y="45"/>
                </a:cubicBezTo>
                <a:cubicBezTo>
                  <a:pt x="74" y="46"/>
                  <a:pt x="74" y="46"/>
                  <a:pt x="74" y="46"/>
                </a:cubicBezTo>
                <a:cubicBezTo>
                  <a:pt x="74" y="46"/>
                  <a:pt x="74" y="46"/>
                  <a:pt x="74" y="46"/>
                </a:cubicBezTo>
                <a:cubicBezTo>
                  <a:pt x="75" y="46"/>
                  <a:pt x="75" y="46"/>
                  <a:pt x="75" y="47"/>
                </a:cubicBezTo>
                <a:cubicBezTo>
                  <a:pt x="75" y="47"/>
                  <a:pt x="75" y="48"/>
                  <a:pt x="75" y="48"/>
                </a:cubicBezTo>
                <a:cubicBezTo>
                  <a:pt x="75" y="48"/>
                  <a:pt x="75" y="48"/>
                  <a:pt x="75" y="48"/>
                </a:cubicBezTo>
                <a:cubicBezTo>
                  <a:pt x="75" y="48"/>
                  <a:pt x="75" y="49"/>
                  <a:pt x="76" y="49"/>
                </a:cubicBezTo>
                <a:cubicBezTo>
                  <a:pt x="76" y="49"/>
                  <a:pt x="76" y="49"/>
                  <a:pt x="76" y="49"/>
                </a:cubicBezTo>
                <a:cubicBezTo>
                  <a:pt x="76" y="49"/>
                  <a:pt x="75" y="49"/>
                  <a:pt x="75" y="49"/>
                </a:cubicBezTo>
                <a:cubicBezTo>
                  <a:pt x="75" y="49"/>
                  <a:pt x="75" y="49"/>
                  <a:pt x="75" y="49"/>
                </a:cubicBezTo>
                <a:cubicBezTo>
                  <a:pt x="75" y="49"/>
                  <a:pt x="74" y="49"/>
                  <a:pt x="74" y="49"/>
                </a:cubicBezTo>
                <a:cubicBezTo>
                  <a:pt x="74" y="50"/>
                  <a:pt x="74" y="49"/>
                  <a:pt x="74" y="49"/>
                </a:cubicBezTo>
                <a:cubicBezTo>
                  <a:pt x="74" y="49"/>
                  <a:pt x="74" y="49"/>
                  <a:pt x="74" y="49"/>
                </a:cubicBezTo>
                <a:cubicBezTo>
                  <a:pt x="74" y="49"/>
                  <a:pt x="74" y="50"/>
                  <a:pt x="74" y="50"/>
                </a:cubicBezTo>
                <a:cubicBezTo>
                  <a:pt x="74" y="50"/>
                  <a:pt x="73" y="50"/>
                  <a:pt x="73" y="50"/>
                </a:cubicBezTo>
                <a:cubicBezTo>
                  <a:pt x="74" y="50"/>
                  <a:pt x="74" y="50"/>
                  <a:pt x="74" y="50"/>
                </a:cubicBezTo>
                <a:cubicBezTo>
                  <a:pt x="74" y="50"/>
                  <a:pt x="73" y="50"/>
                  <a:pt x="73" y="50"/>
                </a:cubicBezTo>
                <a:cubicBezTo>
                  <a:pt x="73" y="50"/>
                  <a:pt x="73" y="50"/>
                  <a:pt x="73" y="50"/>
                </a:cubicBezTo>
                <a:cubicBezTo>
                  <a:pt x="73" y="50"/>
                  <a:pt x="73" y="50"/>
                  <a:pt x="73" y="50"/>
                </a:cubicBezTo>
                <a:cubicBezTo>
                  <a:pt x="73" y="50"/>
                  <a:pt x="73" y="51"/>
                  <a:pt x="73" y="51"/>
                </a:cubicBezTo>
                <a:cubicBezTo>
                  <a:pt x="73" y="51"/>
                  <a:pt x="73" y="51"/>
                  <a:pt x="72" y="51"/>
                </a:cubicBezTo>
                <a:cubicBezTo>
                  <a:pt x="72" y="51"/>
                  <a:pt x="72" y="51"/>
                  <a:pt x="71" y="51"/>
                </a:cubicBezTo>
                <a:cubicBezTo>
                  <a:pt x="71" y="51"/>
                  <a:pt x="71" y="51"/>
                  <a:pt x="71" y="51"/>
                </a:cubicBezTo>
                <a:cubicBezTo>
                  <a:pt x="71" y="51"/>
                  <a:pt x="71" y="51"/>
                  <a:pt x="71" y="52"/>
                </a:cubicBezTo>
                <a:cubicBezTo>
                  <a:pt x="71" y="52"/>
                  <a:pt x="71" y="52"/>
                  <a:pt x="71" y="52"/>
                </a:cubicBezTo>
                <a:cubicBezTo>
                  <a:pt x="71" y="52"/>
                  <a:pt x="71" y="52"/>
                  <a:pt x="71" y="52"/>
                </a:cubicBezTo>
                <a:cubicBezTo>
                  <a:pt x="72" y="52"/>
                  <a:pt x="71" y="53"/>
                  <a:pt x="71" y="53"/>
                </a:cubicBezTo>
                <a:cubicBezTo>
                  <a:pt x="71" y="53"/>
                  <a:pt x="71" y="53"/>
                  <a:pt x="71" y="53"/>
                </a:cubicBezTo>
                <a:cubicBezTo>
                  <a:pt x="71" y="53"/>
                  <a:pt x="72" y="53"/>
                  <a:pt x="72" y="53"/>
                </a:cubicBezTo>
                <a:cubicBezTo>
                  <a:pt x="72" y="53"/>
                  <a:pt x="72" y="53"/>
                  <a:pt x="72" y="53"/>
                </a:cubicBezTo>
                <a:cubicBezTo>
                  <a:pt x="72" y="54"/>
                  <a:pt x="72" y="54"/>
                  <a:pt x="72" y="54"/>
                </a:cubicBezTo>
                <a:cubicBezTo>
                  <a:pt x="72" y="54"/>
                  <a:pt x="72" y="54"/>
                  <a:pt x="72" y="54"/>
                </a:cubicBezTo>
                <a:cubicBezTo>
                  <a:pt x="72" y="54"/>
                  <a:pt x="72" y="54"/>
                  <a:pt x="72" y="54"/>
                </a:cubicBezTo>
                <a:cubicBezTo>
                  <a:pt x="72" y="55"/>
                  <a:pt x="72" y="55"/>
                  <a:pt x="72" y="55"/>
                </a:cubicBezTo>
                <a:cubicBezTo>
                  <a:pt x="72" y="55"/>
                  <a:pt x="72" y="55"/>
                  <a:pt x="72" y="55"/>
                </a:cubicBezTo>
                <a:cubicBezTo>
                  <a:pt x="72" y="55"/>
                  <a:pt x="72" y="55"/>
                  <a:pt x="72" y="55"/>
                </a:cubicBezTo>
                <a:cubicBezTo>
                  <a:pt x="72" y="55"/>
                  <a:pt x="72" y="55"/>
                  <a:pt x="72" y="55"/>
                </a:cubicBezTo>
                <a:cubicBezTo>
                  <a:pt x="73" y="56"/>
                  <a:pt x="73" y="56"/>
                  <a:pt x="73" y="56"/>
                </a:cubicBezTo>
                <a:cubicBezTo>
                  <a:pt x="73" y="56"/>
                  <a:pt x="73" y="56"/>
                  <a:pt x="73" y="56"/>
                </a:cubicBezTo>
                <a:cubicBezTo>
                  <a:pt x="73" y="56"/>
                  <a:pt x="73" y="56"/>
                  <a:pt x="73" y="56"/>
                </a:cubicBezTo>
                <a:cubicBezTo>
                  <a:pt x="73" y="56"/>
                  <a:pt x="73" y="56"/>
                  <a:pt x="73" y="56"/>
                </a:cubicBezTo>
                <a:cubicBezTo>
                  <a:pt x="73" y="56"/>
                  <a:pt x="73" y="56"/>
                  <a:pt x="73" y="56"/>
                </a:cubicBezTo>
                <a:cubicBezTo>
                  <a:pt x="73" y="57"/>
                  <a:pt x="73" y="57"/>
                  <a:pt x="74" y="57"/>
                </a:cubicBezTo>
                <a:cubicBezTo>
                  <a:pt x="74" y="57"/>
                  <a:pt x="74" y="57"/>
                  <a:pt x="74" y="57"/>
                </a:cubicBezTo>
                <a:cubicBezTo>
                  <a:pt x="74" y="57"/>
                  <a:pt x="75" y="57"/>
                  <a:pt x="75" y="57"/>
                </a:cubicBezTo>
                <a:cubicBezTo>
                  <a:pt x="75" y="57"/>
                  <a:pt x="75" y="57"/>
                  <a:pt x="75" y="58"/>
                </a:cubicBezTo>
                <a:cubicBezTo>
                  <a:pt x="75" y="58"/>
                  <a:pt x="75" y="58"/>
                  <a:pt x="75" y="58"/>
                </a:cubicBezTo>
                <a:cubicBezTo>
                  <a:pt x="76" y="58"/>
                  <a:pt x="76" y="58"/>
                  <a:pt x="76" y="58"/>
                </a:cubicBezTo>
                <a:cubicBezTo>
                  <a:pt x="76" y="59"/>
                  <a:pt x="76" y="59"/>
                  <a:pt x="76" y="59"/>
                </a:cubicBezTo>
                <a:cubicBezTo>
                  <a:pt x="76" y="59"/>
                  <a:pt x="76" y="58"/>
                  <a:pt x="76" y="58"/>
                </a:cubicBezTo>
                <a:cubicBezTo>
                  <a:pt x="76" y="58"/>
                  <a:pt x="76" y="58"/>
                  <a:pt x="76" y="58"/>
                </a:cubicBezTo>
                <a:cubicBezTo>
                  <a:pt x="76" y="58"/>
                  <a:pt x="76" y="58"/>
                  <a:pt x="77" y="58"/>
                </a:cubicBezTo>
                <a:cubicBezTo>
                  <a:pt x="77" y="58"/>
                  <a:pt x="78" y="58"/>
                  <a:pt x="78" y="58"/>
                </a:cubicBezTo>
                <a:cubicBezTo>
                  <a:pt x="78" y="58"/>
                  <a:pt x="78" y="58"/>
                  <a:pt x="78" y="58"/>
                </a:cubicBezTo>
                <a:cubicBezTo>
                  <a:pt x="78" y="58"/>
                  <a:pt x="79" y="58"/>
                  <a:pt x="79" y="58"/>
                </a:cubicBezTo>
                <a:cubicBezTo>
                  <a:pt x="79" y="58"/>
                  <a:pt x="79" y="59"/>
                  <a:pt x="79" y="59"/>
                </a:cubicBezTo>
                <a:cubicBezTo>
                  <a:pt x="79" y="58"/>
                  <a:pt x="79" y="58"/>
                  <a:pt x="79" y="58"/>
                </a:cubicBezTo>
                <a:cubicBezTo>
                  <a:pt x="79" y="58"/>
                  <a:pt x="79" y="58"/>
                  <a:pt x="79" y="58"/>
                </a:cubicBezTo>
                <a:cubicBezTo>
                  <a:pt x="79" y="58"/>
                  <a:pt x="80" y="58"/>
                  <a:pt x="80" y="58"/>
                </a:cubicBezTo>
                <a:cubicBezTo>
                  <a:pt x="80" y="58"/>
                  <a:pt x="80" y="58"/>
                  <a:pt x="80" y="58"/>
                </a:cubicBezTo>
                <a:cubicBezTo>
                  <a:pt x="80" y="58"/>
                  <a:pt x="81" y="58"/>
                  <a:pt x="81" y="58"/>
                </a:cubicBezTo>
                <a:cubicBezTo>
                  <a:pt x="81" y="58"/>
                  <a:pt x="81" y="59"/>
                  <a:pt x="81" y="59"/>
                </a:cubicBezTo>
                <a:cubicBezTo>
                  <a:pt x="81" y="59"/>
                  <a:pt x="81" y="59"/>
                  <a:pt x="81" y="60"/>
                </a:cubicBezTo>
                <a:cubicBezTo>
                  <a:pt x="81" y="60"/>
                  <a:pt x="81" y="60"/>
                  <a:pt x="81" y="60"/>
                </a:cubicBezTo>
                <a:cubicBezTo>
                  <a:pt x="81" y="60"/>
                  <a:pt x="81" y="61"/>
                  <a:pt x="81" y="61"/>
                </a:cubicBezTo>
                <a:cubicBezTo>
                  <a:pt x="81" y="61"/>
                  <a:pt x="81" y="61"/>
                  <a:pt x="81" y="61"/>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1" y="63"/>
                  <a:pt x="80" y="63"/>
                  <a:pt x="80" y="63"/>
                </a:cubicBezTo>
                <a:cubicBezTo>
                  <a:pt x="80" y="63"/>
                  <a:pt x="81" y="63"/>
                  <a:pt x="81" y="63"/>
                </a:cubicBezTo>
                <a:cubicBezTo>
                  <a:pt x="81" y="63"/>
                  <a:pt x="81" y="63"/>
                  <a:pt x="81" y="63"/>
                </a:cubicBezTo>
                <a:cubicBezTo>
                  <a:pt x="81" y="63"/>
                  <a:pt x="81" y="63"/>
                  <a:pt x="81" y="63"/>
                </a:cubicBezTo>
                <a:cubicBezTo>
                  <a:pt x="81" y="63"/>
                  <a:pt x="82" y="64"/>
                  <a:pt x="82" y="64"/>
                </a:cubicBezTo>
                <a:cubicBezTo>
                  <a:pt x="82" y="64"/>
                  <a:pt x="82" y="64"/>
                  <a:pt x="82" y="64"/>
                </a:cubicBezTo>
                <a:cubicBezTo>
                  <a:pt x="82" y="65"/>
                  <a:pt x="82" y="65"/>
                  <a:pt x="82" y="65"/>
                </a:cubicBezTo>
                <a:cubicBezTo>
                  <a:pt x="82" y="65"/>
                  <a:pt x="82" y="65"/>
                  <a:pt x="82" y="65"/>
                </a:cubicBezTo>
                <a:cubicBezTo>
                  <a:pt x="81" y="65"/>
                  <a:pt x="81" y="65"/>
                  <a:pt x="81" y="66"/>
                </a:cubicBezTo>
                <a:cubicBezTo>
                  <a:pt x="81" y="66"/>
                  <a:pt x="82" y="66"/>
                  <a:pt x="82" y="66"/>
                </a:cubicBezTo>
                <a:cubicBezTo>
                  <a:pt x="82" y="66"/>
                  <a:pt x="82" y="66"/>
                  <a:pt x="82" y="66"/>
                </a:cubicBezTo>
                <a:cubicBezTo>
                  <a:pt x="82" y="66"/>
                  <a:pt x="82" y="65"/>
                  <a:pt x="82" y="65"/>
                </a:cubicBezTo>
                <a:cubicBezTo>
                  <a:pt x="82" y="65"/>
                  <a:pt x="82" y="66"/>
                  <a:pt x="83" y="66"/>
                </a:cubicBezTo>
                <a:cubicBezTo>
                  <a:pt x="83" y="66"/>
                  <a:pt x="83" y="66"/>
                  <a:pt x="83" y="66"/>
                </a:cubicBezTo>
                <a:cubicBezTo>
                  <a:pt x="83" y="66"/>
                  <a:pt x="83" y="66"/>
                  <a:pt x="83" y="66"/>
                </a:cubicBezTo>
                <a:cubicBezTo>
                  <a:pt x="83" y="67"/>
                  <a:pt x="83" y="66"/>
                  <a:pt x="83" y="66"/>
                </a:cubicBezTo>
                <a:cubicBezTo>
                  <a:pt x="83" y="66"/>
                  <a:pt x="83" y="66"/>
                  <a:pt x="83" y="67"/>
                </a:cubicBezTo>
                <a:cubicBezTo>
                  <a:pt x="83" y="67"/>
                  <a:pt x="83" y="67"/>
                  <a:pt x="83" y="67"/>
                </a:cubicBezTo>
                <a:cubicBezTo>
                  <a:pt x="83" y="67"/>
                  <a:pt x="83" y="67"/>
                  <a:pt x="84" y="67"/>
                </a:cubicBezTo>
                <a:cubicBezTo>
                  <a:pt x="84" y="67"/>
                  <a:pt x="84" y="67"/>
                  <a:pt x="84" y="67"/>
                </a:cubicBezTo>
                <a:cubicBezTo>
                  <a:pt x="84" y="67"/>
                  <a:pt x="84" y="67"/>
                  <a:pt x="85" y="67"/>
                </a:cubicBezTo>
                <a:cubicBezTo>
                  <a:pt x="85" y="67"/>
                  <a:pt x="85" y="67"/>
                  <a:pt x="85" y="68"/>
                </a:cubicBezTo>
                <a:cubicBezTo>
                  <a:pt x="85" y="68"/>
                  <a:pt x="85" y="68"/>
                  <a:pt x="85" y="68"/>
                </a:cubicBezTo>
                <a:cubicBezTo>
                  <a:pt x="85" y="68"/>
                  <a:pt x="85" y="69"/>
                  <a:pt x="85" y="69"/>
                </a:cubicBezTo>
                <a:cubicBezTo>
                  <a:pt x="84" y="69"/>
                  <a:pt x="84" y="69"/>
                  <a:pt x="84" y="69"/>
                </a:cubicBezTo>
                <a:cubicBezTo>
                  <a:pt x="84" y="69"/>
                  <a:pt x="84" y="70"/>
                  <a:pt x="84" y="70"/>
                </a:cubicBezTo>
                <a:cubicBezTo>
                  <a:pt x="84" y="70"/>
                  <a:pt x="84" y="70"/>
                  <a:pt x="83" y="70"/>
                </a:cubicBezTo>
                <a:cubicBezTo>
                  <a:pt x="83" y="70"/>
                  <a:pt x="83" y="70"/>
                  <a:pt x="83" y="70"/>
                </a:cubicBezTo>
                <a:cubicBezTo>
                  <a:pt x="83" y="70"/>
                  <a:pt x="83" y="70"/>
                  <a:pt x="83" y="70"/>
                </a:cubicBezTo>
                <a:cubicBezTo>
                  <a:pt x="83" y="70"/>
                  <a:pt x="83" y="70"/>
                  <a:pt x="83" y="70"/>
                </a:cubicBezTo>
                <a:cubicBezTo>
                  <a:pt x="83" y="70"/>
                  <a:pt x="83" y="70"/>
                  <a:pt x="83" y="70"/>
                </a:cubicBezTo>
                <a:cubicBezTo>
                  <a:pt x="83" y="70"/>
                  <a:pt x="84" y="70"/>
                  <a:pt x="84" y="70"/>
                </a:cubicBezTo>
                <a:cubicBezTo>
                  <a:pt x="84" y="70"/>
                  <a:pt x="84" y="70"/>
                  <a:pt x="84" y="70"/>
                </a:cubicBezTo>
                <a:cubicBezTo>
                  <a:pt x="84" y="70"/>
                  <a:pt x="84" y="70"/>
                  <a:pt x="84" y="70"/>
                </a:cubicBezTo>
                <a:cubicBezTo>
                  <a:pt x="84" y="70"/>
                  <a:pt x="85" y="70"/>
                  <a:pt x="85" y="70"/>
                </a:cubicBezTo>
                <a:cubicBezTo>
                  <a:pt x="85" y="70"/>
                  <a:pt x="85" y="69"/>
                  <a:pt x="85" y="69"/>
                </a:cubicBezTo>
                <a:cubicBezTo>
                  <a:pt x="85" y="69"/>
                  <a:pt x="85" y="69"/>
                  <a:pt x="85" y="69"/>
                </a:cubicBezTo>
                <a:cubicBezTo>
                  <a:pt x="85" y="69"/>
                  <a:pt x="85" y="69"/>
                  <a:pt x="85" y="69"/>
                </a:cubicBezTo>
                <a:cubicBezTo>
                  <a:pt x="85" y="69"/>
                  <a:pt x="85" y="69"/>
                  <a:pt x="85" y="69"/>
                </a:cubicBezTo>
                <a:cubicBezTo>
                  <a:pt x="85" y="70"/>
                  <a:pt x="85" y="70"/>
                  <a:pt x="85" y="70"/>
                </a:cubicBezTo>
                <a:cubicBezTo>
                  <a:pt x="85" y="70"/>
                  <a:pt x="85" y="70"/>
                  <a:pt x="85" y="70"/>
                </a:cubicBezTo>
                <a:cubicBezTo>
                  <a:pt x="85" y="70"/>
                  <a:pt x="86" y="70"/>
                  <a:pt x="86" y="70"/>
                </a:cubicBezTo>
                <a:cubicBezTo>
                  <a:pt x="86" y="70"/>
                  <a:pt x="86" y="70"/>
                  <a:pt x="86" y="70"/>
                </a:cubicBezTo>
                <a:cubicBezTo>
                  <a:pt x="86" y="70"/>
                  <a:pt x="86" y="70"/>
                  <a:pt x="86" y="70"/>
                </a:cubicBezTo>
                <a:cubicBezTo>
                  <a:pt x="86" y="70"/>
                  <a:pt x="86" y="70"/>
                  <a:pt x="86" y="70"/>
                </a:cubicBezTo>
                <a:cubicBezTo>
                  <a:pt x="87" y="70"/>
                  <a:pt x="87" y="70"/>
                  <a:pt x="87" y="70"/>
                </a:cubicBezTo>
                <a:cubicBezTo>
                  <a:pt x="87" y="70"/>
                  <a:pt x="87" y="70"/>
                  <a:pt x="87" y="70"/>
                </a:cubicBezTo>
                <a:cubicBezTo>
                  <a:pt x="87" y="70"/>
                  <a:pt x="87" y="70"/>
                  <a:pt x="87" y="70"/>
                </a:cubicBezTo>
                <a:cubicBezTo>
                  <a:pt x="87" y="70"/>
                  <a:pt x="87" y="70"/>
                  <a:pt x="87" y="70"/>
                </a:cubicBezTo>
                <a:cubicBezTo>
                  <a:pt x="87" y="70"/>
                  <a:pt x="88" y="70"/>
                  <a:pt x="88" y="70"/>
                </a:cubicBezTo>
                <a:cubicBezTo>
                  <a:pt x="88" y="70"/>
                  <a:pt x="88" y="69"/>
                  <a:pt x="88" y="70"/>
                </a:cubicBezTo>
                <a:cubicBezTo>
                  <a:pt x="88" y="70"/>
                  <a:pt x="88" y="70"/>
                  <a:pt x="88" y="70"/>
                </a:cubicBezTo>
                <a:cubicBezTo>
                  <a:pt x="88" y="70"/>
                  <a:pt x="89" y="70"/>
                  <a:pt x="89" y="70"/>
                </a:cubicBezTo>
                <a:cubicBezTo>
                  <a:pt x="89" y="70"/>
                  <a:pt x="90" y="70"/>
                  <a:pt x="90" y="70"/>
                </a:cubicBezTo>
                <a:cubicBezTo>
                  <a:pt x="90" y="70"/>
                  <a:pt x="90" y="70"/>
                  <a:pt x="91" y="70"/>
                </a:cubicBezTo>
                <a:cubicBezTo>
                  <a:pt x="91" y="70"/>
                  <a:pt x="91" y="70"/>
                  <a:pt x="91" y="70"/>
                </a:cubicBezTo>
                <a:cubicBezTo>
                  <a:pt x="91" y="70"/>
                  <a:pt x="91" y="70"/>
                  <a:pt x="91" y="70"/>
                </a:cubicBezTo>
                <a:cubicBezTo>
                  <a:pt x="91" y="70"/>
                  <a:pt x="92" y="70"/>
                  <a:pt x="92" y="70"/>
                </a:cubicBezTo>
                <a:cubicBezTo>
                  <a:pt x="92" y="70"/>
                  <a:pt x="92" y="71"/>
                  <a:pt x="91" y="71"/>
                </a:cubicBezTo>
                <a:cubicBezTo>
                  <a:pt x="91" y="71"/>
                  <a:pt x="91" y="71"/>
                  <a:pt x="91" y="71"/>
                </a:cubicBezTo>
                <a:cubicBezTo>
                  <a:pt x="91" y="71"/>
                  <a:pt x="91" y="72"/>
                  <a:pt x="92" y="73"/>
                </a:cubicBezTo>
                <a:cubicBezTo>
                  <a:pt x="93" y="73"/>
                  <a:pt x="93" y="73"/>
                  <a:pt x="93" y="73"/>
                </a:cubicBezTo>
                <a:cubicBezTo>
                  <a:pt x="93" y="73"/>
                  <a:pt x="93" y="73"/>
                  <a:pt x="93" y="73"/>
                </a:cubicBezTo>
                <a:cubicBezTo>
                  <a:pt x="93" y="73"/>
                  <a:pt x="93" y="73"/>
                  <a:pt x="93" y="73"/>
                </a:cubicBezTo>
                <a:cubicBezTo>
                  <a:pt x="93" y="74"/>
                  <a:pt x="93" y="74"/>
                  <a:pt x="93" y="74"/>
                </a:cubicBezTo>
                <a:cubicBezTo>
                  <a:pt x="93" y="74"/>
                  <a:pt x="93" y="75"/>
                  <a:pt x="93" y="75"/>
                </a:cubicBezTo>
                <a:cubicBezTo>
                  <a:pt x="94" y="75"/>
                  <a:pt x="94" y="75"/>
                  <a:pt x="94" y="75"/>
                </a:cubicBezTo>
                <a:cubicBezTo>
                  <a:pt x="94" y="75"/>
                  <a:pt x="94" y="75"/>
                  <a:pt x="94" y="75"/>
                </a:cubicBezTo>
                <a:cubicBezTo>
                  <a:pt x="94" y="75"/>
                  <a:pt x="95" y="75"/>
                  <a:pt x="95" y="75"/>
                </a:cubicBezTo>
                <a:cubicBezTo>
                  <a:pt x="95" y="75"/>
                  <a:pt x="95" y="75"/>
                  <a:pt x="95" y="75"/>
                </a:cubicBezTo>
                <a:cubicBezTo>
                  <a:pt x="95" y="75"/>
                  <a:pt x="95" y="75"/>
                  <a:pt x="95" y="75"/>
                </a:cubicBezTo>
                <a:cubicBezTo>
                  <a:pt x="95" y="76"/>
                  <a:pt x="95" y="76"/>
                  <a:pt x="95" y="76"/>
                </a:cubicBezTo>
                <a:cubicBezTo>
                  <a:pt x="95" y="76"/>
                  <a:pt x="95" y="77"/>
                  <a:pt x="95" y="77"/>
                </a:cubicBezTo>
                <a:cubicBezTo>
                  <a:pt x="96" y="77"/>
                  <a:pt x="96" y="77"/>
                  <a:pt x="96" y="77"/>
                </a:cubicBezTo>
                <a:cubicBezTo>
                  <a:pt x="96" y="77"/>
                  <a:pt x="96" y="78"/>
                  <a:pt x="96" y="78"/>
                </a:cubicBezTo>
                <a:cubicBezTo>
                  <a:pt x="96" y="78"/>
                  <a:pt x="94" y="78"/>
                  <a:pt x="94" y="79"/>
                </a:cubicBezTo>
                <a:cubicBezTo>
                  <a:pt x="94" y="80"/>
                  <a:pt x="93" y="80"/>
                  <a:pt x="93" y="80"/>
                </a:cubicBezTo>
                <a:cubicBezTo>
                  <a:pt x="93" y="80"/>
                  <a:pt x="93" y="81"/>
                  <a:pt x="93" y="81"/>
                </a:cubicBezTo>
                <a:cubicBezTo>
                  <a:pt x="93" y="81"/>
                  <a:pt x="93" y="81"/>
                  <a:pt x="93" y="82"/>
                </a:cubicBezTo>
                <a:cubicBezTo>
                  <a:pt x="94" y="82"/>
                  <a:pt x="94" y="82"/>
                  <a:pt x="94" y="82"/>
                </a:cubicBezTo>
                <a:cubicBezTo>
                  <a:pt x="94" y="82"/>
                  <a:pt x="94" y="82"/>
                  <a:pt x="94" y="83"/>
                </a:cubicBezTo>
                <a:cubicBezTo>
                  <a:pt x="94" y="83"/>
                  <a:pt x="94" y="83"/>
                  <a:pt x="94" y="83"/>
                </a:cubicBezTo>
                <a:cubicBezTo>
                  <a:pt x="94" y="83"/>
                  <a:pt x="94" y="84"/>
                  <a:pt x="94" y="84"/>
                </a:cubicBezTo>
                <a:cubicBezTo>
                  <a:pt x="94" y="84"/>
                  <a:pt x="94" y="84"/>
                  <a:pt x="94" y="85"/>
                </a:cubicBezTo>
                <a:cubicBezTo>
                  <a:pt x="94" y="85"/>
                  <a:pt x="94" y="85"/>
                  <a:pt x="94" y="85"/>
                </a:cubicBezTo>
                <a:cubicBezTo>
                  <a:pt x="94" y="85"/>
                  <a:pt x="93" y="85"/>
                  <a:pt x="93" y="85"/>
                </a:cubicBezTo>
                <a:cubicBezTo>
                  <a:pt x="93" y="86"/>
                  <a:pt x="93" y="86"/>
                  <a:pt x="93" y="86"/>
                </a:cubicBezTo>
                <a:cubicBezTo>
                  <a:pt x="93" y="86"/>
                  <a:pt x="93" y="86"/>
                  <a:pt x="93" y="86"/>
                </a:cubicBezTo>
                <a:cubicBezTo>
                  <a:pt x="93" y="86"/>
                  <a:pt x="93" y="87"/>
                  <a:pt x="93" y="87"/>
                </a:cubicBezTo>
                <a:cubicBezTo>
                  <a:pt x="93" y="87"/>
                  <a:pt x="93" y="87"/>
                  <a:pt x="93" y="87"/>
                </a:cubicBezTo>
                <a:cubicBezTo>
                  <a:pt x="94" y="88"/>
                  <a:pt x="93" y="88"/>
                  <a:pt x="94" y="88"/>
                </a:cubicBezTo>
                <a:cubicBezTo>
                  <a:pt x="94" y="88"/>
                  <a:pt x="94" y="88"/>
                  <a:pt x="94" y="88"/>
                </a:cubicBezTo>
                <a:cubicBezTo>
                  <a:pt x="94" y="88"/>
                  <a:pt x="94" y="88"/>
                  <a:pt x="94" y="89"/>
                </a:cubicBezTo>
                <a:cubicBezTo>
                  <a:pt x="94" y="89"/>
                  <a:pt x="94" y="89"/>
                  <a:pt x="94" y="89"/>
                </a:cubicBezTo>
                <a:cubicBezTo>
                  <a:pt x="94" y="89"/>
                  <a:pt x="94" y="89"/>
                  <a:pt x="94" y="89"/>
                </a:cubicBezTo>
                <a:cubicBezTo>
                  <a:pt x="94" y="89"/>
                  <a:pt x="94" y="90"/>
                  <a:pt x="94" y="90"/>
                </a:cubicBezTo>
                <a:cubicBezTo>
                  <a:pt x="94" y="90"/>
                  <a:pt x="94" y="90"/>
                  <a:pt x="94" y="90"/>
                </a:cubicBezTo>
                <a:cubicBezTo>
                  <a:pt x="94" y="90"/>
                  <a:pt x="94" y="90"/>
                  <a:pt x="94" y="91"/>
                </a:cubicBezTo>
                <a:cubicBezTo>
                  <a:pt x="94" y="91"/>
                  <a:pt x="94" y="91"/>
                  <a:pt x="94" y="91"/>
                </a:cubicBezTo>
                <a:cubicBezTo>
                  <a:pt x="94" y="91"/>
                  <a:pt x="94" y="92"/>
                  <a:pt x="94" y="92"/>
                </a:cubicBezTo>
                <a:cubicBezTo>
                  <a:pt x="94" y="92"/>
                  <a:pt x="94" y="92"/>
                  <a:pt x="94" y="92"/>
                </a:cubicBezTo>
                <a:cubicBezTo>
                  <a:pt x="94" y="92"/>
                  <a:pt x="94" y="93"/>
                  <a:pt x="94" y="93"/>
                </a:cubicBezTo>
                <a:cubicBezTo>
                  <a:pt x="94" y="93"/>
                  <a:pt x="94" y="94"/>
                  <a:pt x="94" y="94"/>
                </a:cubicBezTo>
                <a:cubicBezTo>
                  <a:pt x="93" y="94"/>
                  <a:pt x="94" y="95"/>
                  <a:pt x="94" y="95"/>
                </a:cubicBezTo>
                <a:cubicBezTo>
                  <a:pt x="94" y="95"/>
                  <a:pt x="94" y="95"/>
                  <a:pt x="94" y="95"/>
                </a:cubicBezTo>
                <a:cubicBezTo>
                  <a:pt x="93" y="95"/>
                  <a:pt x="93" y="95"/>
                  <a:pt x="93" y="96"/>
                </a:cubicBezTo>
                <a:cubicBezTo>
                  <a:pt x="93" y="96"/>
                  <a:pt x="93" y="97"/>
                  <a:pt x="93" y="97"/>
                </a:cubicBezTo>
                <a:cubicBezTo>
                  <a:pt x="93" y="97"/>
                  <a:pt x="93" y="97"/>
                  <a:pt x="93" y="98"/>
                </a:cubicBezTo>
                <a:cubicBezTo>
                  <a:pt x="93" y="98"/>
                  <a:pt x="93" y="98"/>
                  <a:pt x="93" y="98"/>
                </a:cubicBezTo>
                <a:cubicBezTo>
                  <a:pt x="93" y="98"/>
                  <a:pt x="93" y="98"/>
                  <a:pt x="93" y="98"/>
                </a:cubicBezTo>
                <a:cubicBezTo>
                  <a:pt x="93" y="99"/>
                  <a:pt x="93" y="99"/>
                  <a:pt x="93" y="99"/>
                </a:cubicBezTo>
                <a:cubicBezTo>
                  <a:pt x="93" y="99"/>
                  <a:pt x="93" y="100"/>
                  <a:pt x="93" y="100"/>
                </a:cubicBezTo>
                <a:cubicBezTo>
                  <a:pt x="93" y="100"/>
                  <a:pt x="93" y="101"/>
                  <a:pt x="93" y="101"/>
                </a:cubicBezTo>
                <a:cubicBezTo>
                  <a:pt x="93" y="101"/>
                  <a:pt x="93" y="101"/>
                  <a:pt x="92" y="101"/>
                </a:cubicBezTo>
                <a:cubicBezTo>
                  <a:pt x="92" y="101"/>
                  <a:pt x="92" y="100"/>
                  <a:pt x="92" y="100"/>
                </a:cubicBezTo>
                <a:cubicBezTo>
                  <a:pt x="92" y="100"/>
                  <a:pt x="92" y="100"/>
                  <a:pt x="91" y="100"/>
                </a:cubicBezTo>
                <a:cubicBezTo>
                  <a:pt x="91" y="100"/>
                  <a:pt x="91" y="100"/>
                  <a:pt x="91" y="100"/>
                </a:cubicBezTo>
                <a:cubicBezTo>
                  <a:pt x="91" y="100"/>
                  <a:pt x="91" y="99"/>
                  <a:pt x="91" y="99"/>
                </a:cubicBezTo>
                <a:cubicBezTo>
                  <a:pt x="91" y="99"/>
                  <a:pt x="91" y="99"/>
                  <a:pt x="91" y="99"/>
                </a:cubicBezTo>
                <a:cubicBezTo>
                  <a:pt x="90" y="99"/>
                  <a:pt x="89" y="98"/>
                  <a:pt x="89" y="98"/>
                </a:cubicBezTo>
                <a:cubicBezTo>
                  <a:pt x="89" y="98"/>
                  <a:pt x="89" y="97"/>
                  <a:pt x="89" y="97"/>
                </a:cubicBezTo>
                <a:cubicBezTo>
                  <a:pt x="89" y="97"/>
                  <a:pt x="89" y="97"/>
                  <a:pt x="89" y="97"/>
                </a:cubicBezTo>
                <a:cubicBezTo>
                  <a:pt x="89" y="97"/>
                  <a:pt x="88" y="97"/>
                  <a:pt x="88" y="97"/>
                </a:cubicBezTo>
                <a:cubicBezTo>
                  <a:pt x="88" y="97"/>
                  <a:pt x="88" y="97"/>
                  <a:pt x="88" y="98"/>
                </a:cubicBezTo>
                <a:cubicBezTo>
                  <a:pt x="88" y="98"/>
                  <a:pt x="88" y="98"/>
                  <a:pt x="88" y="98"/>
                </a:cubicBezTo>
                <a:cubicBezTo>
                  <a:pt x="88" y="98"/>
                  <a:pt x="88" y="98"/>
                  <a:pt x="88" y="98"/>
                </a:cubicBezTo>
                <a:cubicBezTo>
                  <a:pt x="88" y="98"/>
                  <a:pt x="88" y="98"/>
                  <a:pt x="88" y="98"/>
                </a:cubicBezTo>
                <a:cubicBezTo>
                  <a:pt x="88" y="98"/>
                  <a:pt x="88" y="99"/>
                  <a:pt x="88" y="99"/>
                </a:cubicBezTo>
                <a:cubicBezTo>
                  <a:pt x="88" y="99"/>
                  <a:pt x="88" y="99"/>
                  <a:pt x="88" y="99"/>
                </a:cubicBezTo>
                <a:cubicBezTo>
                  <a:pt x="88" y="99"/>
                  <a:pt x="88" y="99"/>
                  <a:pt x="88" y="99"/>
                </a:cubicBezTo>
                <a:cubicBezTo>
                  <a:pt x="88" y="99"/>
                  <a:pt x="88" y="99"/>
                  <a:pt x="88" y="99"/>
                </a:cubicBezTo>
                <a:cubicBezTo>
                  <a:pt x="88" y="99"/>
                  <a:pt x="87" y="99"/>
                  <a:pt x="87" y="100"/>
                </a:cubicBezTo>
                <a:cubicBezTo>
                  <a:pt x="87" y="100"/>
                  <a:pt x="87" y="100"/>
                  <a:pt x="88" y="100"/>
                </a:cubicBezTo>
                <a:cubicBezTo>
                  <a:pt x="88" y="100"/>
                  <a:pt x="88" y="100"/>
                  <a:pt x="88" y="100"/>
                </a:cubicBezTo>
                <a:cubicBezTo>
                  <a:pt x="88" y="100"/>
                  <a:pt x="88" y="100"/>
                  <a:pt x="88" y="100"/>
                </a:cubicBezTo>
                <a:cubicBezTo>
                  <a:pt x="87" y="100"/>
                  <a:pt x="87" y="100"/>
                  <a:pt x="87" y="100"/>
                </a:cubicBezTo>
                <a:close/>
                <a:moveTo>
                  <a:pt x="249" y="143"/>
                </a:moveTo>
                <a:cubicBezTo>
                  <a:pt x="249" y="143"/>
                  <a:pt x="249" y="143"/>
                  <a:pt x="249" y="143"/>
                </a:cubicBezTo>
                <a:cubicBezTo>
                  <a:pt x="249" y="143"/>
                  <a:pt x="249" y="143"/>
                  <a:pt x="249" y="143"/>
                </a:cubicBezTo>
                <a:cubicBezTo>
                  <a:pt x="249" y="143"/>
                  <a:pt x="249" y="143"/>
                  <a:pt x="249" y="142"/>
                </a:cubicBezTo>
                <a:cubicBezTo>
                  <a:pt x="249" y="142"/>
                  <a:pt x="249" y="142"/>
                  <a:pt x="249" y="142"/>
                </a:cubicBezTo>
                <a:cubicBezTo>
                  <a:pt x="249" y="142"/>
                  <a:pt x="249" y="142"/>
                  <a:pt x="249" y="142"/>
                </a:cubicBezTo>
                <a:cubicBezTo>
                  <a:pt x="249" y="142"/>
                  <a:pt x="249" y="142"/>
                  <a:pt x="249" y="142"/>
                </a:cubicBezTo>
                <a:cubicBezTo>
                  <a:pt x="249" y="143"/>
                  <a:pt x="249" y="142"/>
                  <a:pt x="249" y="142"/>
                </a:cubicBezTo>
                <a:cubicBezTo>
                  <a:pt x="249" y="142"/>
                  <a:pt x="249" y="142"/>
                  <a:pt x="249" y="142"/>
                </a:cubicBezTo>
                <a:cubicBezTo>
                  <a:pt x="249" y="142"/>
                  <a:pt x="249" y="142"/>
                  <a:pt x="249" y="142"/>
                </a:cubicBezTo>
                <a:cubicBezTo>
                  <a:pt x="249" y="142"/>
                  <a:pt x="249" y="142"/>
                  <a:pt x="248" y="142"/>
                </a:cubicBezTo>
                <a:cubicBezTo>
                  <a:pt x="248" y="142"/>
                  <a:pt x="248" y="142"/>
                  <a:pt x="248" y="142"/>
                </a:cubicBezTo>
                <a:cubicBezTo>
                  <a:pt x="248" y="142"/>
                  <a:pt x="248" y="143"/>
                  <a:pt x="248" y="143"/>
                </a:cubicBezTo>
                <a:cubicBezTo>
                  <a:pt x="248" y="143"/>
                  <a:pt x="248" y="143"/>
                  <a:pt x="248" y="143"/>
                </a:cubicBezTo>
                <a:cubicBezTo>
                  <a:pt x="247" y="143"/>
                  <a:pt x="247" y="143"/>
                  <a:pt x="247" y="143"/>
                </a:cubicBezTo>
                <a:cubicBezTo>
                  <a:pt x="247" y="143"/>
                  <a:pt x="247" y="143"/>
                  <a:pt x="247" y="143"/>
                </a:cubicBezTo>
                <a:cubicBezTo>
                  <a:pt x="247" y="143"/>
                  <a:pt x="247" y="143"/>
                  <a:pt x="247" y="143"/>
                </a:cubicBezTo>
                <a:cubicBezTo>
                  <a:pt x="247" y="143"/>
                  <a:pt x="247" y="144"/>
                  <a:pt x="246" y="144"/>
                </a:cubicBezTo>
                <a:cubicBezTo>
                  <a:pt x="246" y="144"/>
                  <a:pt x="246" y="144"/>
                  <a:pt x="246" y="144"/>
                </a:cubicBezTo>
                <a:cubicBezTo>
                  <a:pt x="246" y="144"/>
                  <a:pt x="245" y="144"/>
                  <a:pt x="245" y="144"/>
                </a:cubicBezTo>
                <a:cubicBezTo>
                  <a:pt x="245" y="144"/>
                  <a:pt x="244" y="144"/>
                  <a:pt x="244" y="145"/>
                </a:cubicBezTo>
                <a:cubicBezTo>
                  <a:pt x="244" y="145"/>
                  <a:pt x="244" y="145"/>
                  <a:pt x="244" y="145"/>
                </a:cubicBezTo>
                <a:cubicBezTo>
                  <a:pt x="244" y="145"/>
                  <a:pt x="244" y="145"/>
                  <a:pt x="244" y="145"/>
                </a:cubicBezTo>
                <a:cubicBezTo>
                  <a:pt x="244" y="145"/>
                  <a:pt x="244"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6"/>
                  <a:pt x="245" y="146"/>
                  <a:pt x="245" y="146"/>
                </a:cubicBezTo>
                <a:cubicBezTo>
                  <a:pt x="245" y="146"/>
                  <a:pt x="245" y="146"/>
                  <a:pt x="245" y="146"/>
                </a:cubicBezTo>
                <a:cubicBezTo>
                  <a:pt x="245" y="146"/>
                  <a:pt x="245" y="146"/>
                  <a:pt x="245" y="146"/>
                </a:cubicBezTo>
                <a:cubicBezTo>
                  <a:pt x="245" y="146"/>
                  <a:pt x="245" y="146"/>
                  <a:pt x="245" y="145"/>
                </a:cubicBezTo>
                <a:cubicBezTo>
                  <a:pt x="245" y="145"/>
                  <a:pt x="245" y="145"/>
                  <a:pt x="245" y="145"/>
                </a:cubicBezTo>
                <a:cubicBezTo>
                  <a:pt x="245" y="145"/>
                  <a:pt x="246" y="145"/>
                  <a:pt x="246" y="145"/>
                </a:cubicBezTo>
                <a:cubicBezTo>
                  <a:pt x="246" y="145"/>
                  <a:pt x="246" y="145"/>
                  <a:pt x="246" y="145"/>
                </a:cubicBezTo>
                <a:cubicBezTo>
                  <a:pt x="246" y="145"/>
                  <a:pt x="246" y="145"/>
                  <a:pt x="247" y="145"/>
                </a:cubicBezTo>
                <a:cubicBezTo>
                  <a:pt x="247" y="145"/>
                  <a:pt x="247" y="145"/>
                  <a:pt x="247" y="145"/>
                </a:cubicBezTo>
                <a:cubicBezTo>
                  <a:pt x="247" y="145"/>
                  <a:pt x="247" y="145"/>
                  <a:pt x="247" y="145"/>
                </a:cubicBezTo>
                <a:cubicBezTo>
                  <a:pt x="247" y="145"/>
                  <a:pt x="247" y="145"/>
                  <a:pt x="247" y="145"/>
                </a:cubicBezTo>
                <a:cubicBezTo>
                  <a:pt x="247" y="145"/>
                  <a:pt x="247" y="145"/>
                  <a:pt x="247" y="145"/>
                </a:cubicBezTo>
                <a:cubicBezTo>
                  <a:pt x="248" y="145"/>
                  <a:pt x="248" y="145"/>
                  <a:pt x="248" y="145"/>
                </a:cubicBezTo>
                <a:cubicBezTo>
                  <a:pt x="248" y="145"/>
                  <a:pt x="248" y="145"/>
                  <a:pt x="248" y="145"/>
                </a:cubicBezTo>
                <a:cubicBezTo>
                  <a:pt x="248" y="145"/>
                  <a:pt x="248" y="144"/>
                  <a:pt x="248" y="144"/>
                </a:cubicBezTo>
                <a:cubicBezTo>
                  <a:pt x="248" y="144"/>
                  <a:pt x="248" y="144"/>
                  <a:pt x="248" y="144"/>
                </a:cubicBezTo>
                <a:cubicBezTo>
                  <a:pt x="248" y="144"/>
                  <a:pt x="248" y="144"/>
                  <a:pt x="248" y="144"/>
                </a:cubicBezTo>
                <a:cubicBezTo>
                  <a:pt x="248" y="144"/>
                  <a:pt x="248" y="144"/>
                  <a:pt x="248" y="144"/>
                </a:cubicBezTo>
                <a:cubicBezTo>
                  <a:pt x="248" y="144"/>
                  <a:pt x="249" y="144"/>
                  <a:pt x="249" y="144"/>
                </a:cubicBezTo>
                <a:cubicBezTo>
                  <a:pt x="249" y="144"/>
                  <a:pt x="249" y="144"/>
                  <a:pt x="249" y="144"/>
                </a:cubicBezTo>
                <a:cubicBezTo>
                  <a:pt x="249" y="144"/>
                  <a:pt x="249" y="144"/>
                  <a:pt x="249" y="144"/>
                </a:cubicBezTo>
                <a:cubicBezTo>
                  <a:pt x="249" y="144"/>
                  <a:pt x="249" y="143"/>
                  <a:pt x="249" y="143"/>
                </a:cubicBezTo>
                <a:cubicBezTo>
                  <a:pt x="249" y="143"/>
                  <a:pt x="249" y="143"/>
                  <a:pt x="249" y="143"/>
                </a:cubicBezTo>
                <a:close/>
                <a:moveTo>
                  <a:pt x="264" y="122"/>
                </a:moveTo>
                <a:cubicBezTo>
                  <a:pt x="264" y="121"/>
                  <a:pt x="264" y="121"/>
                  <a:pt x="264" y="121"/>
                </a:cubicBezTo>
                <a:cubicBezTo>
                  <a:pt x="264" y="121"/>
                  <a:pt x="264" y="121"/>
                  <a:pt x="264" y="121"/>
                </a:cubicBezTo>
                <a:cubicBezTo>
                  <a:pt x="264" y="121"/>
                  <a:pt x="264" y="121"/>
                  <a:pt x="264" y="121"/>
                </a:cubicBezTo>
                <a:cubicBezTo>
                  <a:pt x="263" y="121"/>
                  <a:pt x="263" y="121"/>
                  <a:pt x="263" y="121"/>
                </a:cubicBezTo>
                <a:cubicBezTo>
                  <a:pt x="263" y="121"/>
                  <a:pt x="263" y="121"/>
                  <a:pt x="263" y="121"/>
                </a:cubicBezTo>
                <a:cubicBezTo>
                  <a:pt x="263" y="121"/>
                  <a:pt x="262" y="121"/>
                  <a:pt x="262" y="121"/>
                </a:cubicBezTo>
                <a:cubicBezTo>
                  <a:pt x="262" y="121"/>
                  <a:pt x="261" y="121"/>
                  <a:pt x="261" y="121"/>
                </a:cubicBezTo>
                <a:cubicBezTo>
                  <a:pt x="261" y="121"/>
                  <a:pt x="261" y="121"/>
                  <a:pt x="261" y="121"/>
                </a:cubicBezTo>
                <a:cubicBezTo>
                  <a:pt x="261" y="121"/>
                  <a:pt x="261" y="121"/>
                  <a:pt x="260" y="121"/>
                </a:cubicBezTo>
                <a:cubicBezTo>
                  <a:pt x="260" y="121"/>
                  <a:pt x="260" y="121"/>
                  <a:pt x="260" y="121"/>
                </a:cubicBezTo>
                <a:cubicBezTo>
                  <a:pt x="260" y="121"/>
                  <a:pt x="260" y="121"/>
                  <a:pt x="260" y="121"/>
                </a:cubicBezTo>
                <a:cubicBezTo>
                  <a:pt x="260" y="121"/>
                  <a:pt x="260" y="121"/>
                  <a:pt x="260" y="121"/>
                </a:cubicBezTo>
                <a:cubicBezTo>
                  <a:pt x="260" y="121"/>
                  <a:pt x="260" y="121"/>
                  <a:pt x="260" y="121"/>
                </a:cubicBezTo>
                <a:cubicBezTo>
                  <a:pt x="260" y="121"/>
                  <a:pt x="260" y="121"/>
                  <a:pt x="259" y="121"/>
                </a:cubicBezTo>
                <a:cubicBezTo>
                  <a:pt x="259" y="121"/>
                  <a:pt x="259" y="121"/>
                  <a:pt x="259" y="121"/>
                </a:cubicBezTo>
                <a:cubicBezTo>
                  <a:pt x="259" y="121"/>
                  <a:pt x="259" y="121"/>
                  <a:pt x="258" y="121"/>
                </a:cubicBezTo>
                <a:cubicBezTo>
                  <a:pt x="258" y="121"/>
                  <a:pt x="258" y="121"/>
                  <a:pt x="258" y="122"/>
                </a:cubicBezTo>
                <a:cubicBezTo>
                  <a:pt x="258" y="122"/>
                  <a:pt x="258" y="122"/>
                  <a:pt x="258" y="122"/>
                </a:cubicBezTo>
                <a:cubicBezTo>
                  <a:pt x="258" y="122"/>
                  <a:pt x="258" y="122"/>
                  <a:pt x="258" y="122"/>
                </a:cubicBezTo>
                <a:cubicBezTo>
                  <a:pt x="259" y="122"/>
                  <a:pt x="259" y="122"/>
                  <a:pt x="259" y="122"/>
                </a:cubicBezTo>
                <a:cubicBezTo>
                  <a:pt x="259" y="121"/>
                  <a:pt x="259" y="121"/>
                  <a:pt x="259" y="122"/>
                </a:cubicBezTo>
                <a:cubicBezTo>
                  <a:pt x="259" y="122"/>
                  <a:pt x="259" y="122"/>
                  <a:pt x="259" y="122"/>
                </a:cubicBezTo>
                <a:cubicBezTo>
                  <a:pt x="259" y="122"/>
                  <a:pt x="259" y="122"/>
                  <a:pt x="259" y="122"/>
                </a:cubicBezTo>
                <a:cubicBezTo>
                  <a:pt x="259" y="122"/>
                  <a:pt x="259" y="122"/>
                  <a:pt x="258" y="122"/>
                </a:cubicBezTo>
                <a:cubicBezTo>
                  <a:pt x="258" y="122"/>
                  <a:pt x="258" y="122"/>
                  <a:pt x="258" y="122"/>
                </a:cubicBezTo>
                <a:cubicBezTo>
                  <a:pt x="258" y="122"/>
                  <a:pt x="258" y="123"/>
                  <a:pt x="258" y="123"/>
                </a:cubicBezTo>
                <a:cubicBezTo>
                  <a:pt x="258" y="123"/>
                  <a:pt x="257" y="123"/>
                  <a:pt x="257" y="123"/>
                </a:cubicBezTo>
                <a:cubicBezTo>
                  <a:pt x="257" y="123"/>
                  <a:pt x="257" y="123"/>
                  <a:pt x="258" y="124"/>
                </a:cubicBezTo>
                <a:cubicBezTo>
                  <a:pt x="258" y="124"/>
                  <a:pt x="258" y="124"/>
                  <a:pt x="258" y="124"/>
                </a:cubicBezTo>
                <a:cubicBezTo>
                  <a:pt x="258" y="124"/>
                  <a:pt x="258" y="124"/>
                  <a:pt x="258" y="124"/>
                </a:cubicBezTo>
                <a:cubicBezTo>
                  <a:pt x="259" y="124"/>
                  <a:pt x="259" y="123"/>
                  <a:pt x="259" y="123"/>
                </a:cubicBezTo>
                <a:cubicBezTo>
                  <a:pt x="259" y="123"/>
                  <a:pt x="259" y="123"/>
                  <a:pt x="259" y="123"/>
                </a:cubicBezTo>
                <a:cubicBezTo>
                  <a:pt x="259" y="123"/>
                  <a:pt x="259" y="124"/>
                  <a:pt x="259" y="124"/>
                </a:cubicBezTo>
                <a:cubicBezTo>
                  <a:pt x="259" y="124"/>
                  <a:pt x="260" y="124"/>
                  <a:pt x="260" y="123"/>
                </a:cubicBezTo>
                <a:cubicBezTo>
                  <a:pt x="260" y="123"/>
                  <a:pt x="260" y="123"/>
                  <a:pt x="260" y="123"/>
                </a:cubicBezTo>
                <a:cubicBezTo>
                  <a:pt x="260" y="123"/>
                  <a:pt x="260" y="123"/>
                  <a:pt x="260" y="123"/>
                </a:cubicBezTo>
                <a:cubicBezTo>
                  <a:pt x="260" y="123"/>
                  <a:pt x="260" y="123"/>
                  <a:pt x="261" y="123"/>
                </a:cubicBezTo>
                <a:cubicBezTo>
                  <a:pt x="261" y="123"/>
                  <a:pt x="261" y="123"/>
                  <a:pt x="261" y="123"/>
                </a:cubicBezTo>
                <a:cubicBezTo>
                  <a:pt x="262" y="123"/>
                  <a:pt x="262" y="123"/>
                  <a:pt x="262" y="123"/>
                </a:cubicBezTo>
                <a:cubicBezTo>
                  <a:pt x="262" y="123"/>
                  <a:pt x="262" y="123"/>
                  <a:pt x="262" y="123"/>
                </a:cubicBezTo>
                <a:cubicBezTo>
                  <a:pt x="263" y="123"/>
                  <a:pt x="263" y="123"/>
                  <a:pt x="263" y="123"/>
                </a:cubicBezTo>
                <a:cubicBezTo>
                  <a:pt x="264" y="123"/>
                  <a:pt x="264" y="123"/>
                  <a:pt x="264" y="123"/>
                </a:cubicBezTo>
                <a:cubicBezTo>
                  <a:pt x="265" y="123"/>
                  <a:pt x="264" y="122"/>
                  <a:pt x="264" y="122"/>
                </a:cubicBezTo>
                <a:cubicBezTo>
                  <a:pt x="264" y="122"/>
                  <a:pt x="265" y="122"/>
                  <a:pt x="264" y="122"/>
                </a:cubicBezTo>
                <a:close/>
                <a:moveTo>
                  <a:pt x="265" y="130"/>
                </a:moveTo>
                <a:cubicBezTo>
                  <a:pt x="265" y="130"/>
                  <a:pt x="265" y="129"/>
                  <a:pt x="265" y="129"/>
                </a:cubicBezTo>
                <a:cubicBezTo>
                  <a:pt x="265" y="129"/>
                  <a:pt x="265" y="129"/>
                  <a:pt x="265" y="129"/>
                </a:cubicBezTo>
                <a:cubicBezTo>
                  <a:pt x="265" y="129"/>
                  <a:pt x="265" y="129"/>
                  <a:pt x="265" y="129"/>
                </a:cubicBezTo>
                <a:cubicBezTo>
                  <a:pt x="265" y="129"/>
                  <a:pt x="265" y="129"/>
                  <a:pt x="265" y="129"/>
                </a:cubicBezTo>
                <a:cubicBezTo>
                  <a:pt x="265" y="129"/>
                  <a:pt x="265" y="129"/>
                  <a:pt x="265" y="129"/>
                </a:cubicBezTo>
                <a:cubicBezTo>
                  <a:pt x="264" y="128"/>
                  <a:pt x="264" y="128"/>
                  <a:pt x="264" y="128"/>
                </a:cubicBezTo>
                <a:cubicBezTo>
                  <a:pt x="264" y="128"/>
                  <a:pt x="264" y="129"/>
                  <a:pt x="264" y="129"/>
                </a:cubicBezTo>
                <a:cubicBezTo>
                  <a:pt x="264" y="129"/>
                  <a:pt x="264" y="129"/>
                  <a:pt x="264" y="129"/>
                </a:cubicBezTo>
                <a:cubicBezTo>
                  <a:pt x="264" y="129"/>
                  <a:pt x="264" y="129"/>
                  <a:pt x="263" y="129"/>
                </a:cubicBezTo>
                <a:cubicBezTo>
                  <a:pt x="263" y="129"/>
                  <a:pt x="263" y="129"/>
                  <a:pt x="263" y="129"/>
                </a:cubicBezTo>
                <a:cubicBezTo>
                  <a:pt x="263" y="129"/>
                  <a:pt x="263" y="129"/>
                  <a:pt x="263" y="129"/>
                </a:cubicBezTo>
                <a:cubicBezTo>
                  <a:pt x="263" y="129"/>
                  <a:pt x="263" y="129"/>
                  <a:pt x="263" y="128"/>
                </a:cubicBezTo>
                <a:cubicBezTo>
                  <a:pt x="263" y="128"/>
                  <a:pt x="263" y="128"/>
                  <a:pt x="263" y="128"/>
                </a:cubicBezTo>
                <a:cubicBezTo>
                  <a:pt x="263" y="128"/>
                  <a:pt x="263" y="128"/>
                  <a:pt x="263" y="128"/>
                </a:cubicBezTo>
                <a:cubicBezTo>
                  <a:pt x="263" y="128"/>
                  <a:pt x="262" y="128"/>
                  <a:pt x="262" y="128"/>
                </a:cubicBezTo>
                <a:cubicBezTo>
                  <a:pt x="262" y="128"/>
                  <a:pt x="262" y="128"/>
                  <a:pt x="262" y="129"/>
                </a:cubicBezTo>
                <a:cubicBezTo>
                  <a:pt x="262" y="129"/>
                  <a:pt x="262" y="129"/>
                  <a:pt x="262" y="129"/>
                </a:cubicBezTo>
                <a:cubicBezTo>
                  <a:pt x="262" y="129"/>
                  <a:pt x="262" y="129"/>
                  <a:pt x="261" y="129"/>
                </a:cubicBezTo>
                <a:cubicBezTo>
                  <a:pt x="261" y="129"/>
                  <a:pt x="261" y="129"/>
                  <a:pt x="261" y="129"/>
                </a:cubicBezTo>
                <a:cubicBezTo>
                  <a:pt x="261" y="129"/>
                  <a:pt x="261" y="129"/>
                  <a:pt x="261" y="129"/>
                </a:cubicBezTo>
                <a:cubicBezTo>
                  <a:pt x="261" y="129"/>
                  <a:pt x="261" y="129"/>
                  <a:pt x="261" y="129"/>
                </a:cubicBezTo>
                <a:cubicBezTo>
                  <a:pt x="261" y="129"/>
                  <a:pt x="260" y="129"/>
                  <a:pt x="260" y="129"/>
                </a:cubicBezTo>
                <a:cubicBezTo>
                  <a:pt x="260" y="129"/>
                  <a:pt x="260" y="130"/>
                  <a:pt x="260" y="130"/>
                </a:cubicBezTo>
                <a:cubicBezTo>
                  <a:pt x="260" y="130"/>
                  <a:pt x="260" y="130"/>
                  <a:pt x="260" y="130"/>
                </a:cubicBezTo>
                <a:cubicBezTo>
                  <a:pt x="260" y="130"/>
                  <a:pt x="259" y="130"/>
                  <a:pt x="259" y="130"/>
                </a:cubicBezTo>
                <a:cubicBezTo>
                  <a:pt x="259" y="130"/>
                  <a:pt x="259" y="130"/>
                  <a:pt x="259" y="130"/>
                </a:cubicBezTo>
                <a:cubicBezTo>
                  <a:pt x="259" y="130"/>
                  <a:pt x="259" y="130"/>
                  <a:pt x="259" y="130"/>
                </a:cubicBezTo>
                <a:cubicBezTo>
                  <a:pt x="259" y="130"/>
                  <a:pt x="259" y="130"/>
                  <a:pt x="259" y="130"/>
                </a:cubicBezTo>
                <a:cubicBezTo>
                  <a:pt x="259" y="130"/>
                  <a:pt x="259" y="130"/>
                  <a:pt x="259" y="130"/>
                </a:cubicBezTo>
                <a:cubicBezTo>
                  <a:pt x="259" y="131"/>
                  <a:pt x="259" y="131"/>
                  <a:pt x="259" y="131"/>
                </a:cubicBezTo>
                <a:cubicBezTo>
                  <a:pt x="259" y="131"/>
                  <a:pt x="259" y="131"/>
                  <a:pt x="259" y="131"/>
                </a:cubicBezTo>
                <a:cubicBezTo>
                  <a:pt x="258" y="131"/>
                  <a:pt x="258" y="131"/>
                  <a:pt x="258" y="131"/>
                </a:cubicBezTo>
                <a:cubicBezTo>
                  <a:pt x="258" y="132"/>
                  <a:pt x="258" y="132"/>
                  <a:pt x="258" y="132"/>
                </a:cubicBezTo>
                <a:cubicBezTo>
                  <a:pt x="258" y="132"/>
                  <a:pt x="258" y="132"/>
                  <a:pt x="258" y="132"/>
                </a:cubicBezTo>
                <a:cubicBezTo>
                  <a:pt x="258" y="132"/>
                  <a:pt x="258" y="132"/>
                  <a:pt x="258" y="132"/>
                </a:cubicBezTo>
                <a:cubicBezTo>
                  <a:pt x="258" y="132"/>
                  <a:pt x="258" y="132"/>
                  <a:pt x="258" y="132"/>
                </a:cubicBezTo>
                <a:cubicBezTo>
                  <a:pt x="258" y="132"/>
                  <a:pt x="258" y="132"/>
                  <a:pt x="258" y="133"/>
                </a:cubicBezTo>
                <a:cubicBezTo>
                  <a:pt x="258" y="133"/>
                  <a:pt x="258" y="133"/>
                  <a:pt x="258" y="133"/>
                </a:cubicBezTo>
                <a:cubicBezTo>
                  <a:pt x="258" y="133"/>
                  <a:pt x="257" y="133"/>
                  <a:pt x="257" y="133"/>
                </a:cubicBezTo>
                <a:cubicBezTo>
                  <a:pt x="257" y="133"/>
                  <a:pt x="257" y="133"/>
                  <a:pt x="257" y="133"/>
                </a:cubicBezTo>
                <a:cubicBezTo>
                  <a:pt x="257" y="133"/>
                  <a:pt x="257" y="133"/>
                  <a:pt x="257" y="133"/>
                </a:cubicBezTo>
                <a:cubicBezTo>
                  <a:pt x="257" y="133"/>
                  <a:pt x="257" y="133"/>
                  <a:pt x="257" y="132"/>
                </a:cubicBezTo>
                <a:cubicBezTo>
                  <a:pt x="257" y="132"/>
                  <a:pt x="257" y="132"/>
                  <a:pt x="257" y="132"/>
                </a:cubicBezTo>
                <a:cubicBezTo>
                  <a:pt x="257" y="132"/>
                  <a:pt x="257" y="132"/>
                  <a:pt x="256" y="132"/>
                </a:cubicBezTo>
                <a:cubicBezTo>
                  <a:pt x="256" y="132"/>
                  <a:pt x="256" y="132"/>
                  <a:pt x="256" y="132"/>
                </a:cubicBezTo>
                <a:cubicBezTo>
                  <a:pt x="256" y="132"/>
                  <a:pt x="256" y="132"/>
                  <a:pt x="256" y="132"/>
                </a:cubicBezTo>
                <a:cubicBezTo>
                  <a:pt x="256" y="132"/>
                  <a:pt x="256" y="132"/>
                  <a:pt x="256" y="132"/>
                </a:cubicBezTo>
                <a:cubicBezTo>
                  <a:pt x="256" y="132"/>
                  <a:pt x="255" y="132"/>
                  <a:pt x="255" y="132"/>
                </a:cubicBezTo>
                <a:cubicBezTo>
                  <a:pt x="255" y="132"/>
                  <a:pt x="255" y="132"/>
                  <a:pt x="255" y="132"/>
                </a:cubicBezTo>
                <a:cubicBezTo>
                  <a:pt x="255" y="132"/>
                  <a:pt x="255" y="132"/>
                  <a:pt x="255" y="132"/>
                </a:cubicBezTo>
                <a:cubicBezTo>
                  <a:pt x="255" y="132"/>
                  <a:pt x="255" y="132"/>
                  <a:pt x="255" y="132"/>
                </a:cubicBezTo>
                <a:cubicBezTo>
                  <a:pt x="255" y="132"/>
                  <a:pt x="254" y="132"/>
                  <a:pt x="254" y="132"/>
                </a:cubicBezTo>
                <a:cubicBezTo>
                  <a:pt x="254" y="132"/>
                  <a:pt x="254" y="132"/>
                  <a:pt x="254" y="132"/>
                </a:cubicBezTo>
                <a:cubicBezTo>
                  <a:pt x="254" y="132"/>
                  <a:pt x="253" y="133"/>
                  <a:pt x="253" y="133"/>
                </a:cubicBezTo>
                <a:cubicBezTo>
                  <a:pt x="253" y="133"/>
                  <a:pt x="253" y="133"/>
                  <a:pt x="253" y="133"/>
                </a:cubicBezTo>
                <a:cubicBezTo>
                  <a:pt x="253" y="133"/>
                  <a:pt x="253" y="133"/>
                  <a:pt x="253" y="133"/>
                </a:cubicBezTo>
                <a:cubicBezTo>
                  <a:pt x="253" y="133"/>
                  <a:pt x="253" y="133"/>
                  <a:pt x="253" y="133"/>
                </a:cubicBezTo>
                <a:cubicBezTo>
                  <a:pt x="253" y="133"/>
                  <a:pt x="253" y="133"/>
                  <a:pt x="253" y="133"/>
                </a:cubicBezTo>
                <a:cubicBezTo>
                  <a:pt x="253" y="133"/>
                  <a:pt x="253" y="133"/>
                  <a:pt x="253" y="133"/>
                </a:cubicBezTo>
                <a:cubicBezTo>
                  <a:pt x="253" y="133"/>
                  <a:pt x="252" y="133"/>
                  <a:pt x="252" y="133"/>
                </a:cubicBezTo>
                <a:cubicBezTo>
                  <a:pt x="252" y="134"/>
                  <a:pt x="252" y="134"/>
                  <a:pt x="252" y="134"/>
                </a:cubicBezTo>
                <a:cubicBezTo>
                  <a:pt x="252" y="134"/>
                  <a:pt x="252" y="134"/>
                  <a:pt x="252" y="134"/>
                </a:cubicBezTo>
                <a:cubicBezTo>
                  <a:pt x="252" y="134"/>
                  <a:pt x="252" y="134"/>
                  <a:pt x="252" y="134"/>
                </a:cubicBezTo>
                <a:cubicBezTo>
                  <a:pt x="252" y="134"/>
                  <a:pt x="251" y="134"/>
                  <a:pt x="251" y="135"/>
                </a:cubicBezTo>
                <a:cubicBezTo>
                  <a:pt x="252" y="135"/>
                  <a:pt x="252" y="135"/>
                  <a:pt x="252" y="135"/>
                </a:cubicBezTo>
                <a:cubicBezTo>
                  <a:pt x="252" y="135"/>
                  <a:pt x="251" y="135"/>
                  <a:pt x="251" y="135"/>
                </a:cubicBezTo>
                <a:cubicBezTo>
                  <a:pt x="251" y="135"/>
                  <a:pt x="251" y="136"/>
                  <a:pt x="251" y="136"/>
                </a:cubicBezTo>
                <a:cubicBezTo>
                  <a:pt x="251" y="136"/>
                  <a:pt x="251" y="136"/>
                  <a:pt x="251" y="136"/>
                </a:cubicBezTo>
                <a:cubicBezTo>
                  <a:pt x="251" y="136"/>
                  <a:pt x="251" y="136"/>
                  <a:pt x="251" y="136"/>
                </a:cubicBezTo>
                <a:cubicBezTo>
                  <a:pt x="251" y="136"/>
                  <a:pt x="251" y="137"/>
                  <a:pt x="251" y="137"/>
                </a:cubicBezTo>
                <a:cubicBezTo>
                  <a:pt x="251" y="137"/>
                  <a:pt x="251" y="137"/>
                  <a:pt x="251" y="137"/>
                </a:cubicBezTo>
                <a:cubicBezTo>
                  <a:pt x="251" y="137"/>
                  <a:pt x="251" y="137"/>
                  <a:pt x="251" y="137"/>
                </a:cubicBezTo>
                <a:cubicBezTo>
                  <a:pt x="251" y="137"/>
                  <a:pt x="251" y="138"/>
                  <a:pt x="251" y="138"/>
                </a:cubicBezTo>
                <a:cubicBezTo>
                  <a:pt x="251" y="138"/>
                  <a:pt x="251" y="138"/>
                  <a:pt x="251" y="138"/>
                </a:cubicBezTo>
                <a:cubicBezTo>
                  <a:pt x="251" y="138"/>
                  <a:pt x="251" y="138"/>
                  <a:pt x="252" y="138"/>
                </a:cubicBezTo>
                <a:cubicBezTo>
                  <a:pt x="252" y="138"/>
                  <a:pt x="252" y="138"/>
                  <a:pt x="252" y="138"/>
                </a:cubicBezTo>
                <a:cubicBezTo>
                  <a:pt x="252" y="138"/>
                  <a:pt x="252" y="138"/>
                  <a:pt x="252" y="138"/>
                </a:cubicBezTo>
                <a:cubicBezTo>
                  <a:pt x="252" y="138"/>
                  <a:pt x="252" y="138"/>
                  <a:pt x="252" y="139"/>
                </a:cubicBezTo>
                <a:cubicBezTo>
                  <a:pt x="252" y="139"/>
                  <a:pt x="251" y="139"/>
                  <a:pt x="251" y="139"/>
                </a:cubicBezTo>
                <a:cubicBezTo>
                  <a:pt x="251" y="139"/>
                  <a:pt x="251" y="139"/>
                  <a:pt x="250" y="139"/>
                </a:cubicBezTo>
                <a:cubicBezTo>
                  <a:pt x="250" y="139"/>
                  <a:pt x="250" y="139"/>
                  <a:pt x="250" y="139"/>
                </a:cubicBezTo>
                <a:cubicBezTo>
                  <a:pt x="250" y="139"/>
                  <a:pt x="250" y="139"/>
                  <a:pt x="250" y="140"/>
                </a:cubicBezTo>
                <a:cubicBezTo>
                  <a:pt x="250" y="140"/>
                  <a:pt x="250" y="140"/>
                  <a:pt x="250" y="140"/>
                </a:cubicBezTo>
                <a:cubicBezTo>
                  <a:pt x="250" y="140"/>
                  <a:pt x="250" y="140"/>
                  <a:pt x="250" y="141"/>
                </a:cubicBezTo>
                <a:cubicBezTo>
                  <a:pt x="250" y="141"/>
                  <a:pt x="250" y="141"/>
                  <a:pt x="250" y="141"/>
                </a:cubicBezTo>
                <a:cubicBezTo>
                  <a:pt x="250" y="141"/>
                  <a:pt x="250" y="141"/>
                  <a:pt x="250" y="141"/>
                </a:cubicBezTo>
                <a:cubicBezTo>
                  <a:pt x="251" y="141"/>
                  <a:pt x="251" y="141"/>
                  <a:pt x="251" y="141"/>
                </a:cubicBezTo>
                <a:cubicBezTo>
                  <a:pt x="251" y="141"/>
                  <a:pt x="251" y="141"/>
                  <a:pt x="251" y="141"/>
                </a:cubicBezTo>
                <a:cubicBezTo>
                  <a:pt x="251" y="141"/>
                  <a:pt x="251" y="141"/>
                  <a:pt x="251" y="141"/>
                </a:cubicBezTo>
                <a:cubicBezTo>
                  <a:pt x="252" y="141"/>
                  <a:pt x="252" y="141"/>
                  <a:pt x="252" y="141"/>
                </a:cubicBezTo>
                <a:cubicBezTo>
                  <a:pt x="252" y="141"/>
                  <a:pt x="252" y="141"/>
                  <a:pt x="252" y="141"/>
                </a:cubicBezTo>
                <a:cubicBezTo>
                  <a:pt x="252" y="141"/>
                  <a:pt x="253" y="141"/>
                  <a:pt x="253" y="141"/>
                </a:cubicBezTo>
                <a:cubicBezTo>
                  <a:pt x="253" y="140"/>
                  <a:pt x="254" y="140"/>
                  <a:pt x="254" y="140"/>
                </a:cubicBezTo>
                <a:cubicBezTo>
                  <a:pt x="254" y="140"/>
                  <a:pt x="254" y="140"/>
                  <a:pt x="254" y="140"/>
                </a:cubicBezTo>
                <a:cubicBezTo>
                  <a:pt x="255" y="140"/>
                  <a:pt x="255" y="140"/>
                  <a:pt x="255" y="140"/>
                </a:cubicBezTo>
                <a:cubicBezTo>
                  <a:pt x="255" y="140"/>
                  <a:pt x="255" y="139"/>
                  <a:pt x="255" y="139"/>
                </a:cubicBezTo>
                <a:cubicBezTo>
                  <a:pt x="255" y="139"/>
                  <a:pt x="255" y="139"/>
                  <a:pt x="255" y="139"/>
                </a:cubicBezTo>
                <a:cubicBezTo>
                  <a:pt x="256" y="139"/>
                  <a:pt x="257" y="139"/>
                  <a:pt x="257" y="139"/>
                </a:cubicBezTo>
                <a:cubicBezTo>
                  <a:pt x="257" y="139"/>
                  <a:pt x="258" y="139"/>
                  <a:pt x="258" y="139"/>
                </a:cubicBezTo>
                <a:cubicBezTo>
                  <a:pt x="258" y="139"/>
                  <a:pt x="258" y="139"/>
                  <a:pt x="259" y="139"/>
                </a:cubicBezTo>
                <a:cubicBezTo>
                  <a:pt x="259" y="138"/>
                  <a:pt x="259" y="138"/>
                  <a:pt x="259" y="138"/>
                </a:cubicBezTo>
                <a:cubicBezTo>
                  <a:pt x="259" y="138"/>
                  <a:pt x="259" y="138"/>
                  <a:pt x="259" y="138"/>
                </a:cubicBezTo>
                <a:cubicBezTo>
                  <a:pt x="260" y="137"/>
                  <a:pt x="260" y="137"/>
                  <a:pt x="260" y="137"/>
                </a:cubicBezTo>
                <a:cubicBezTo>
                  <a:pt x="260" y="137"/>
                  <a:pt x="260" y="137"/>
                  <a:pt x="260" y="137"/>
                </a:cubicBezTo>
                <a:cubicBezTo>
                  <a:pt x="260" y="137"/>
                  <a:pt x="261" y="137"/>
                  <a:pt x="261" y="137"/>
                </a:cubicBezTo>
                <a:cubicBezTo>
                  <a:pt x="261" y="136"/>
                  <a:pt x="261" y="136"/>
                  <a:pt x="261" y="136"/>
                </a:cubicBezTo>
                <a:cubicBezTo>
                  <a:pt x="261" y="136"/>
                  <a:pt x="262" y="136"/>
                  <a:pt x="262" y="135"/>
                </a:cubicBezTo>
                <a:cubicBezTo>
                  <a:pt x="262" y="135"/>
                  <a:pt x="262" y="135"/>
                  <a:pt x="262" y="135"/>
                </a:cubicBezTo>
                <a:cubicBezTo>
                  <a:pt x="263" y="135"/>
                  <a:pt x="263" y="135"/>
                  <a:pt x="263" y="135"/>
                </a:cubicBezTo>
                <a:cubicBezTo>
                  <a:pt x="263" y="135"/>
                  <a:pt x="263" y="134"/>
                  <a:pt x="263" y="134"/>
                </a:cubicBezTo>
                <a:cubicBezTo>
                  <a:pt x="263" y="134"/>
                  <a:pt x="263" y="134"/>
                  <a:pt x="263" y="134"/>
                </a:cubicBezTo>
                <a:cubicBezTo>
                  <a:pt x="263" y="133"/>
                  <a:pt x="263" y="133"/>
                  <a:pt x="263" y="133"/>
                </a:cubicBezTo>
                <a:cubicBezTo>
                  <a:pt x="264" y="133"/>
                  <a:pt x="264" y="133"/>
                  <a:pt x="264" y="133"/>
                </a:cubicBezTo>
                <a:cubicBezTo>
                  <a:pt x="264" y="133"/>
                  <a:pt x="264" y="133"/>
                  <a:pt x="264" y="133"/>
                </a:cubicBezTo>
                <a:cubicBezTo>
                  <a:pt x="264" y="133"/>
                  <a:pt x="264" y="132"/>
                  <a:pt x="264" y="132"/>
                </a:cubicBezTo>
                <a:cubicBezTo>
                  <a:pt x="264" y="132"/>
                  <a:pt x="264" y="132"/>
                  <a:pt x="264" y="132"/>
                </a:cubicBezTo>
                <a:cubicBezTo>
                  <a:pt x="264" y="132"/>
                  <a:pt x="264" y="132"/>
                  <a:pt x="264" y="132"/>
                </a:cubicBezTo>
                <a:cubicBezTo>
                  <a:pt x="264" y="132"/>
                  <a:pt x="264" y="132"/>
                  <a:pt x="264" y="132"/>
                </a:cubicBezTo>
                <a:cubicBezTo>
                  <a:pt x="264" y="132"/>
                  <a:pt x="264" y="131"/>
                  <a:pt x="264" y="131"/>
                </a:cubicBezTo>
                <a:cubicBezTo>
                  <a:pt x="264" y="131"/>
                  <a:pt x="263" y="131"/>
                  <a:pt x="263" y="131"/>
                </a:cubicBezTo>
                <a:cubicBezTo>
                  <a:pt x="263" y="131"/>
                  <a:pt x="263" y="131"/>
                  <a:pt x="263" y="131"/>
                </a:cubicBezTo>
                <a:cubicBezTo>
                  <a:pt x="263" y="131"/>
                  <a:pt x="263" y="131"/>
                  <a:pt x="263" y="131"/>
                </a:cubicBezTo>
                <a:cubicBezTo>
                  <a:pt x="263" y="131"/>
                  <a:pt x="263" y="130"/>
                  <a:pt x="263" y="130"/>
                </a:cubicBezTo>
                <a:cubicBezTo>
                  <a:pt x="263" y="130"/>
                  <a:pt x="263" y="130"/>
                  <a:pt x="263" y="130"/>
                </a:cubicBezTo>
                <a:cubicBezTo>
                  <a:pt x="263" y="130"/>
                  <a:pt x="264" y="130"/>
                  <a:pt x="264" y="130"/>
                </a:cubicBezTo>
                <a:cubicBezTo>
                  <a:pt x="264" y="130"/>
                  <a:pt x="264" y="130"/>
                  <a:pt x="264" y="130"/>
                </a:cubicBezTo>
                <a:cubicBezTo>
                  <a:pt x="264" y="130"/>
                  <a:pt x="264" y="130"/>
                  <a:pt x="264" y="130"/>
                </a:cubicBezTo>
                <a:cubicBezTo>
                  <a:pt x="264" y="130"/>
                  <a:pt x="264" y="130"/>
                  <a:pt x="264" y="130"/>
                </a:cubicBezTo>
                <a:cubicBezTo>
                  <a:pt x="264" y="130"/>
                  <a:pt x="264" y="130"/>
                  <a:pt x="264" y="130"/>
                </a:cubicBezTo>
                <a:cubicBezTo>
                  <a:pt x="265" y="130"/>
                  <a:pt x="265" y="130"/>
                  <a:pt x="265" y="130"/>
                </a:cubicBezTo>
                <a:cubicBezTo>
                  <a:pt x="265" y="130"/>
                  <a:pt x="265" y="130"/>
                  <a:pt x="265" y="130"/>
                </a:cubicBezTo>
                <a:close/>
                <a:moveTo>
                  <a:pt x="257" y="121"/>
                </a:moveTo>
                <a:cubicBezTo>
                  <a:pt x="257" y="121"/>
                  <a:pt x="257" y="121"/>
                  <a:pt x="257" y="121"/>
                </a:cubicBezTo>
                <a:cubicBezTo>
                  <a:pt x="257" y="121"/>
                  <a:pt x="257" y="121"/>
                  <a:pt x="257" y="121"/>
                </a:cubicBezTo>
                <a:cubicBezTo>
                  <a:pt x="257" y="121"/>
                  <a:pt x="257" y="121"/>
                  <a:pt x="257" y="121"/>
                </a:cubicBezTo>
                <a:cubicBezTo>
                  <a:pt x="257" y="121"/>
                  <a:pt x="257" y="121"/>
                  <a:pt x="257" y="121"/>
                </a:cubicBezTo>
                <a:cubicBezTo>
                  <a:pt x="257" y="121"/>
                  <a:pt x="257" y="121"/>
                  <a:pt x="257" y="121"/>
                </a:cubicBezTo>
                <a:cubicBezTo>
                  <a:pt x="257" y="121"/>
                  <a:pt x="256" y="122"/>
                  <a:pt x="256" y="122"/>
                </a:cubicBezTo>
                <a:cubicBezTo>
                  <a:pt x="256" y="122"/>
                  <a:pt x="256" y="122"/>
                  <a:pt x="256" y="122"/>
                </a:cubicBezTo>
                <a:cubicBezTo>
                  <a:pt x="256" y="122"/>
                  <a:pt x="256" y="122"/>
                  <a:pt x="256" y="122"/>
                </a:cubicBezTo>
                <a:cubicBezTo>
                  <a:pt x="256" y="122"/>
                  <a:pt x="256" y="122"/>
                  <a:pt x="256" y="122"/>
                </a:cubicBezTo>
                <a:cubicBezTo>
                  <a:pt x="256" y="122"/>
                  <a:pt x="256" y="122"/>
                  <a:pt x="256" y="122"/>
                </a:cubicBezTo>
                <a:cubicBezTo>
                  <a:pt x="256" y="122"/>
                  <a:pt x="256" y="122"/>
                  <a:pt x="256" y="122"/>
                </a:cubicBezTo>
                <a:cubicBezTo>
                  <a:pt x="256" y="122"/>
                  <a:pt x="256" y="122"/>
                  <a:pt x="256" y="122"/>
                </a:cubicBezTo>
                <a:cubicBezTo>
                  <a:pt x="256" y="122"/>
                  <a:pt x="256" y="122"/>
                  <a:pt x="256" y="123"/>
                </a:cubicBezTo>
                <a:cubicBezTo>
                  <a:pt x="256" y="123"/>
                  <a:pt x="256" y="123"/>
                  <a:pt x="255" y="123"/>
                </a:cubicBezTo>
                <a:cubicBezTo>
                  <a:pt x="255" y="123"/>
                  <a:pt x="255" y="123"/>
                  <a:pt x="255" y="123"/>
                </a:cubicBezTo>
                <a:cubicBezTo>
                  <a:pt x="255" y="123"/>
                  <a:pt x="255" y="123"/>
                  <a:pt x="255" y="123"/>
                </a:cubicBezTo>
                <a:cubicBezTo>
                  <a:pt x="255" y="123"/>
                  <a:pt x="255" y="123"/>
                  <a:pt x="255" y="123"/>
                </a:cubicBezTo>
                <a:cubicBezTo>
                  <a:pt x="255" y="123"/>
                  <a:pt x="255" y="123"/>
                  <a:pt x="255" y="123"/>
                </a:cubicBezTo>
                <a:cubicBezTo>
                  <a:pt x="255" y="123"/>
                  <a:pt x="255" y="122"/>
                  <a:pt x="255" y="122"/>
                </a:cubicBezTo>
                <a:cubicBezTo>
                  <a:pt x="255" y="122"/>
                  <a:pt x="255" y="122"/>
                  <a:pt x="255" y="122"/>
                </a:cubicBezTo>
                <a:cubicBezTo>
                  <a:pt x="254" y="123"/>
                  <a:pt x="254" y="123"/>
                  <a:pt x="254" y="123"/>
                </a:cubicBezTo>
                <a:cubicBezTo>
                  <a:pt x="254" y="123"/>
                  <a:pt x="254" y="123"/>
                  <a:pt x="254" y="123"/>
                </a:cubicBezTo>
                <a:cubicBezTo>
                  <a:pt x="254" y="123"/>
                  <a:pt x="254" y="123"/>
                  <a:pt x="254" y="123"/>
                </a:cubicBezTo>
                <a:cubicBezTo>
                  <a:pt x="254" y="123"/>
                  <a:pt x="254" y="123"/>
                  <a:pt x="254" y="123"/>
                </a:cubicBezTo>
                <a:cubicBezTo>
                  <a:pt x="254" y="123"/>
                  <a:pt x="254" y="123"/>
                  <a:pt x="254" y="124"/>
                </a:cubicBezTo>
                <a:cubicBezTo>
                  <a:pt x="254" y="124"/>
                  <a:pt x="254" y="124"/>
                  <a:pt x="254" y="124"/>
                </a:cubicBezTo>
                <a:cubicBezTo>
                  <a:pt x="254" y="123"/>
                  <a:pt x="254" y="123"/>
                  <a:pt x="254" y="123"/>
                </a:cubicBezTo>
                <a:cubicBezTo>
                  <a:pt x="254" y="123"/>
                  <a:pt x="255" y="123"/>
                  <a:pt x="255" y="123"/>
                </a:cubicBezTo>
                <a:cubicBezTo>
                  <a:pt x="255" y="123"/>
                  <a:pt x="255" y="124"/>
                  <a:pt x="255" y="124"/>
                </a:cubicBezTo>
                <a:cubicBezTo>
                  <a:pt x="255" y="124"/>
                  <a:pt x="255" y="124"/>
                  <a:pt x="255" y="124"/>
                </a:cubicBezTo>
                <a:cubicBezTo>
                  <a:pt x="255" y="124"/>
                  <a:pt x="255" y="124"/>
                  <a:pt x="255" y="124"/>
                </a:cubicBezTo>
                <a:cubicBezTo>
                  <a:pt x="255" y="124"/>
                  <a:pt x="255" y="124"/>
                  <a:pt x="255" y="124"/>
                </a:cubicBezTo>
                <a:cubicBezTo>
                  <a:pt x="255" y="124"/>
                  <a:pt x="255" y="124"/>
                  <a:pt x="255" y="124"/>
                </a:cubicBezTo>
                <a:cubicBezTo>
                  <a:pt x="255" y="124"/>
                  <a:pt x="255" y="125"/>
                  <a:pt x="255" y="125"/>
                </a:cubicBezTo>
                <a:cubicBezTo>
                  <a:pt x="255" y="125"/>
                  <a:pt x="255" y="124"/>
                  <a:pt x="256" y="124"/>
                </a:cubicBezTo>
                <a:cubicBezTo>
                  <a:pt x="256" y="124"/>
                  <a:pt x="256" y="124"/>
                  <a:pt x="256" y="124"/>
                </a:cubicBezTo>
                <a:cubicBezTo>
                  <a:pt x="256" y="124"/>
                  <a:pt x="256" y="124"/>
                  <a:pt x="256" y="124"/>
                </a:cubicBezTo>
                <a:cubicBezTo>
                  <a:pt x="256" y="124"/>
                  <a:pt x="256" y="124"/>
                  <a:pt x="256" y="124"/>
                </a:cubicBezTo>
                <a:cubicBezTo>
                  <a:pt x="256" y="123"/>
                  <a:pt x="256" y="123"/>
                  <a:pt x="256" y="123"/>
                </a:cubicBezTo>
                <a:cubicBezTo>
                  <a:pt x="257" y="123"/>
                  <a:pt x="257" y="123"/>
                  <a:pt x="257" y="123"/>
                </a:cubicBezTo>
                <a:cubicBezTo>
                  <a:pt x="257" y="123"/>
                  <a:pt x="257" y="122"/>
                  <a:pt x="257" y="122"/>
                </a:cubicBezTo>
                <a:cubicBezTo>
                  <a:pt x="257" y="122"/>
                  <a:pt x="257" y="122"/>
                  <a:pt x="257" y="122"/>
                </a:cubicBezTo>
                <a:cubicBezTo>
                  <a:pt x="257" y="122"/>
                  <a:pt x="257" y="122"/>
                  <a:pt x="257" y="122"/>
                </a:cubicBezTo>
                <a:cubicBezTo>
                  <a:pt x="257" y="122"/>
                  <a:pt x="257" y="122"/>
                  <a:pt x="257" y="122"/>
                </a:cubicBezTo>
                <a:cubicBezTo>
                  <a:pt x="257" y="122"/>
                  <a:pt x="257" y="122"/>
                  <a:pt x="257" y="121"/>
                </a:cubicBezTo>
                <a:close/>
                <a:moveTo>
                  <a:pt x="216" y="126"/>
                </a:moveTo>
                <a:cubicBezTo>
                  <a:pt x="216" y="126"/>
                  <a:pt x="217" y="126"/>
                  <a:pt x="217" y="126"/>
                </a:cubicBezTo>
                <a:cubicBezTo>
                  <a:pt x="217" y="126"/>
                  <a:pt x="217" y="126"/>
                  <a:pt x="217" y="126"/>
                </a:cubicBezTo>
                <a:cubicBezTo>
                  <a:pt x="217" y="125"/>
                  <a:pt x="217" y="125"/>
                  <a:pt x="217" y="125"/>
                </a:cubicBezTo>
                <a:cubicBezTo>
                  <a:pt x="217" y="125"/>
                  <a:pt x="217" y="125"/>
                  <a:pt x="217" y="125"/>
                </a:cubicBezTo>
                <a:cubicBezTo>
                  <a:pt x="217" y="125"/>
                  <a:pt x="217" y="125"/>
                  <a:pt x="217" y="125"/>
                </a:cubicBezTo>
                <a:cubicBezTo>
                  <a:pt x="217" y="125"/>
                  <a:pt x="216" y="125"/>
                  <a:pt x="216" y="125"/>
                </a:cubicBezTo>
                <a:cubicBezTo>
                  <a:pt x="216" y="125"/>
                  <a:pt x="216" y="125"/>
                  <a:pt x="216" y="125"/>
                </a:cubicBezTo>
                <a:cubicBezTo>
                  <a:pt x="216" y="125"/>
                  <a:pt x="216" y="126"/>
                  <a:pt x="216" y="126"/>
                </a:cubicBezTo>
                <a:cubicBezTo>
                  <a:pt x="216" y="126"/>
                  <a:pt x="216" y="126"/>
                  <a:pt x="216" y="126"/>
                </a:cubicBezTo>
                <a:cubicBezTo>
                  <a:pt x="216" y="126"/>
                  <a:pt x="216" y="126"/>
                  <a:pt x="216" y="126"/>
                </a:cubicBezTo>
                <a:cubicBezTo>
                  <a:pt x="216" y="126"/>
                  <a:pt x="216" y="125"/>
                  <a:pt x="216" y="125"/>
                </a:cubicBezTo>
                <a:cubicBezTo>
                  <a:pt x="216" y="125"/>
                  <a:pt x="216" y="125"/>
                  <a:pt x="216" y="125"/>
                </a:cubicBezTo>
                <a:cubicBezTo>
                  <a:pt x="216" y="125"/>
                  <a:pt x="216" y="125"/>
                  <a:pt x="216" y="125"/>
                </a:cubicBezTo>
                <a:cubicBezTo>
                  <a:pt x="216" y="125"/>
                  <a:pt x="216" y="125"/>
                  <a:pt x="216" y="125"/>
                </a:cubicBezTo>
                <a:cubicBezTo>
                  <a:pt x="216" y="126"/>
                  <a:pt x="216" y="126"/>
                  <a:pt x="216" y="126"/>
                </a:cubicBezTo>
                <a:cubicBezTo>
                  <a:pt x="216" y="126"/>
                  <a:pt x="216" y="126"/>
                  <a:pt x="216" y="126"/>
                </a:cubicBezTo>
                <a:cubicBezTo>
                  <a:pt x="216" y="126"/>
                  <a:pt x="216" y="126"/>
                  <a:pt x="216" y="126"/>
                </a:cubicBezTo>
                <a:cubicBezTo>
                  <a:pt x="216" y="126"/>
                  <a:pt x="216" y="126"/>
                  <a:pt x="216" y="126"/>
                </a:cubicBezTo>
                <a:cubicBezTo>
                  <a:pt x="216" y="126"/>
                  <a:pt x="216" y="126"/>
                  <a:pt x="216" y="126"/>
                </a:cubicBezTo>
                <a:cubicBezTo>
                  <a:pt x="216" y="126"/>
                  <a:pt x="216" y="127"/>
                  <a:pt x="216" y="127"/>
                </a:cubicBezTo>
                <a:cubicBezTo>
                  <a:pt x="216" y="127"/>
                  <a:pt x="216" y="127"/>
                  <a:pt x="216" y="127"/>
                </a:cubicBezTo>
                <a:cubicBezTo>
                  <a:pt x="216" y="127"/>
                  <a:pt x="216" y="127"/>
                  <a:pt x="216" y="127"/>
                </a:cubicBezTo>
                <a:cubicBezTo>
                  <a:pt x="216" y="127"/>
                  <a:pt x="216" y="127"/>
                  <a:pt x="216" y="126"/>
                </a:cubicBezTo>
                <a:cubicBezTo>
                  <a:pt x="216" y="126"/>
                  <a:pt x="216" y="126"/>
                  <a:pt x="216" y="126"/>
                </a:cubicBezTo>
                <a:cubicBezTo>
                  <a:pt x="216" y="126"/>
                  <a:pt x="216" y="126"/>
                  <a:pt x="216" y="126"/>
                </a:cubicBezTo>
                <a:cubicBezTo>
                  <a:pt x="216" y="126"/>
                  <a:pt x="216" y="126"/>
                  <a:pt x="216" y="126"/>
                </a:cubicBezTo>
                <a:close/>
                <a:moveTo>
                  <a:pt x="248" y="123"/>
                </a:moveTo>
                <a:cubicBezTo>
                  <a:pt x="248" y="123"/>
                  <a:pt x="248" y="123"/>
                  <a:pt x="248" y="123"/>
                </a:cubicBezTo>
                <a:cubicBezTo>
                  <a:pt x="248" y="123"/>
                  <a:pt x="248" y="123"/>
                  <a:pt x="248" y="122"/>
                </a:cubicBezTo>
                <a:cubicBezTo>
                  <a:pt x="248" y="122"/>
                  <a:pt x="249" y="122"/>
                  <a:pt x="248" y="122"/>
                </a:cubicBezTo>
                <a:cubicBezTo>
                  <a:pt x="248" y="122"/>
                  <a:pt x="248" y="122"/>
                  <a:pt x="248" y="122"/>
                </a:cubicBezTo>
                <a:cubicBezTo>
                  <a:pt x="248" y="122"/>
                  <a:pt x="248" y="122"/>
                  <a:pt x="248" y="122"/>
                </a:cubicBezTo>
                <a:cubicBezTo>
                  <a:pt x="248" y="122"/>
                  <a:pt x="247" y="122"/>
                  <a:pt x="247" y="122"/>
                </a:cubicBezTo>
                <a:cubicBezTo>
                  <a:pt x="247" y="122"/>
                  <a:pt x="247" y="122"/>
                  <a:pt x="247" y="122"/>
                </a:cubicBezTo>
                <a:cubicBezTo>
                  <a:pt x="247" y="122"/>
                  <a:pt x="247" y="122"/>
                  <a:pt x="247" y="122"/>
                </a:cubicBezTo>
                <a:cubicBezTo>
                  <a:pt x="247" y="122"/>
                  <a:pt x="247" y="122"/>
                  <a:pt x="247" y="122"/>
                </a:cubicBezTo>
                <a:cubicBezTo>
                  <a:pt x="247" y="122"/>
                  <a:pt x="247" y="122"/>
                  <a:pt x="246" y="122"/>
                </a:cubicBezTo>
                <a:cubicBezTo>
                  <a:pt x="246" y="122"/>
                  <a:pt x="246" y="122"/>
                  <a:pt x="246" y="122"/>
                </a:cubicBezTo>
                <a:cubicBezTo>
                  <a:pt x="246" y="123"/>
                  <a:pt x="246" y="123"/>
                  <a:pt x="246" y="123"/>
                </a:cubicBezTo>
                <a:cubicBezTo>
                  <a:pt x="246" y="123"/>
                  <a:pt x="246" y="123"/>
                  <a:pt x="246" y="123"/>
                </a:cubicBezTo>
                <a:cubicBezTo>
                  <a:pt x="246" y="123"/>
                  <a:pt x="246" y="123"/>
                  <a:pt x="246" y="123"/>
                </a:cubicBezTo>
                <a:cubicBezTo>
                  <a:pt x="246" y="123"/>
                  <a:pt x="246" y="123"/>
                  <a:pt x="246" y="123"/>
                </a:cubicBezTo>
                <a:cubicBezTo>
                  <a:pt x="247" y="123"/>
                  <a:pt x="247" y="123"/>
                  <a:pt x="247" y="123"/>
                </a:cubicBezTo>
                <a:cubicBezTo>
                  <a:pt x="247" y="123"/>
                  <a:pt x="247" y="123"/>
                  <a:pt x="248" y="123"/>
                </a:cubicBezTo>
                <a:close/>
                <a:moveTo>
                  <a:pt x="247" y="123"/>
                </a:moveTo>
                <a:cubicBezTo>
                  <a:pt x="247" y="123"/>
                  <a:pt x="246" y="123"/>
                  <a:pt x="246" y="123"/>
                </a:cubicBezTo>
                <a:cubicBezTo>
                  <a:pt x="246" y="123"/>
                  <a:pt x="246" y="123"/>
                  <a:pt x="246" y="123"/>
                </a:cubicBezTo>
                <a:cubicBezTo>
                  <a:pt x="246" y="124"/>
                  <a:pt x="246" y="123"/>
                  <a:pt x="246" y="124"/>
                </a:cubicBezTo>
                <a:cubicBezTo>
                  <a:pt x="246" y="124"/>
                  <a:pt x="246" y="124"/>
                  <a:pt x="246" y="124"/>
                </a:cubicBezTo>
                <a:cubicBezTo>
                  <a:pt x="245" y="124"/>
                  <a:pt x="245" y="124"/>
                  <a:pt x="245" y="124"/>
                </a:cubicBezTo>
                <a:cubicBezTo>
                  <a:pt x="245" y="123"/>
                  <a:pt x="245" y="124"/>
                  <a:pt x="245" y="124"/>
                </a:cubicBezTo>
                <a:cubicBezTo>
                  <a:pt x="245" y="124"/>
                  <a:pt x="245" y="124"/>
                  <a:pt x="245" y="124"/>
                </a:cubicBezTo>
                <a:cubicBezTo>
                  <a:pt x="245" y="124"/>
                  <a:pt x="245" y="124"/>
                  <a:pt x="245" y="124"/>
                </a:cubicBezTo>
                <a:cubicBezTo>
                  <a:pt x="245" y="124"/>
                  <a:pt x="245" y="124"/>
                  <a:pt x="244" y="124"/>
                </a:cubicBezTo>
                <a:cubicBezTo>
                  <a:pt x="244" y="125"/>
                  <a:pt x="244" y="125"/>
                  <a:pt x="244" y="125"/>
                </a:cubicBezTo>
                <a:cubicBezTo>
                  <a:pt x="245" y="125"/>
                  <a:pt x="245" y="125"/>
                  <a:pt x="245" y="125"/>
                </a:cubicBezTo>
                <a:cubicBezTo>
                  <a:pt x="245" y="125"/>
                  <a:pt x="245" y="125"/>
                  <a:pt x="245" y="125"/>
                </a:cubicBezTo>
                <a:cubicBezTo>
                  <a:pt x="245" y="125"/>
                  <a:pt x="245" y="125"/>
                  <a:pt x="245" y="125"/>
                </a:cubicBezTo>
                <a:cubicBezTo>
                  <a:pt x="245" y="125"/>
                  <a:pt x="245" y="125"/>
                  <a:pt x="245" y="124"/>
                </a:cubicBezTo>
                <a:cubicBezTo>
                  <a:pt x="245" y="124"/>
                  <a:pt x="245" y="124"/>
                  <a:pt x="245" y="124"/>
                </a:cubicBezTo>
                <a:cubicBezTo>
                  <a:pt x="245" y="124"/>
                  <a:pt x="246" y="124"/>
                  <a:pt x="246" y="124"/>
                </a:cubicBezTo>
                <a:cubicBezTo>
                  <a:pt x="246" y="124"/>
                  <a:pt x="246" y="124"/>
                  <a:pt x="246" y="124"/>
                </a:cubicBezTo>
                <a:cubicBezTo>
                  <a:pt x="246" y="124"/>
                  <a:pt x="246" y="124"/>
                  <a:pt x="246" y="124"/>
                </a:cubicBezTo>
                <a:cubicBezTo>
                  <a:pt x="246" y="124"/>
                  <a:pt x="247" y="124"/>
                  <a:pt x="247" y="124"/>
                </a:cubicBezTo>
                <a:cubicBezTo>
                  <a:pt x="247" y="124"/>
                  <a:pt x="247" y="124"/>
                  <a:pt x="247" y="124"/>
                </a:cubicBezTo>
                <a:cubicBezTo>
                  <a:pt x="247" y="123"/>
                  <a:pt x="247" y="123"/>
                  <a:pt x="247" y="123"/>
                </a:cubicBezTo>
                <a:cubicBezTo>
                  <a:pt x="247" y="123"/>
                  <a:pt x="247" y="123"/>
                  <a:pt x="247" y="123"/>
                </a:cubicBezTo>
                <a:close/>
                <a:moveTo>
                  <a:pt x="251" y="123"/>
                </a:moveTo>
                <a:cubicBezTo>
                  <a:pt x="251" y="123"/>
                  <a:pt x="251" y="123"/>
                  <a:pt x="251" y="123"/>
                </a:cubicBezTo>
                <a:cubicBezTo>
                  <a:pt x="251" y="123"/>
                  <a:pt x="251" y="123"/>
                  <a:pt x="251" y="123"/>
                </a:cubicBezTo>
                <a:cubicBezTo>
                  <a:pt x="251" y="123"/>
                  <a:pt x="251" y="123"/>
                  <a:pt x="252" y="123"/>
                </a:cubicBezTo>
                <a:cubicBezTo>
                  <a:pt x="252" y="123"/>
                  <a:pt x="252" y="123"/>
                  <a:pt x="252" y="123"/>
                </a:cubicBezTo>
                <a:cubicBezTo>
                  <a:pt x="252" y="123"/>
                  <a:pt x="252" y="123"/>
                  <a:pt x="252" y="123"/>
                </a:cubicBezTo>
                <a:cubicBezTo>
                  <a:pt x="252" y="123"/>
                  <a:pt x="252" y="123"/>
                  <a:pt x="252" y="123"/>
                </a:cubicBezTo>
                <a:cubicBezTo>
                  <a:pt x="252" y="123"/>
                  <a:pt x="252" y="123"/>
                  <a:pt x="252" y="123"/>
                </a:cubicBezTo>
                <a:cubicBezTo>
                  <a:pt x="252" y="123"/>
                  <a:pt x="252" y="122"/>
                  <a:pt x="252" y="122"/>
                </a:cubicBezTo>
                <a:cubicBezTo>
                  <a:pt x="252" y="122"/>
                  <a:pt x="252" y="122"/>
                  <a:pt x="252" y="122"/>
                </a:cubicBezTo>
                <a:cubicBezTo>
                  <a:pt x="252" y="122"/>
                  <a:pt x="253" y="122"/>
                  <a:pt x="253" y="122"/>
                </a:cubicBezTo>
                <a:cubicBezTo>
                  <a:pt x="253" y="122"/>
                  <a:pt x="253" y="122"/>
                  <a:pt x="253" y="122"/>
                </a:cubicBezTo>
                <a:cubicBezTo>
                  <a:pt x="253" y="122"/>
                  <a:pt x="253" y="122"/>
                  <a:pt x="254" y="122"/>
                </a:cubicBezTo>
                <a:cubicBezTo>
                  <a:pt x="254" y="122"/>
                  <a:pt x="254" y="122"/>
                  <a:pt x="254" y="122"/>
                </a:cubicBezTo>
                <a:cubicBezTo>
                  <a:pt x="254" y="122"/>
                  <a:pt x="254" y="122"/>
                  <a:pt x="254" y="122"/>
                </a:cubicBezTo>
                <a:cubicBezTo>
                  <a:pt x="254" y="122"/>
                  <a:pt x="254" y="122"/>
                  <a:pt x="254" y="122"/>
                </a:cubicBezTo>
                <a:cubicBezTo>
                  <a:pt x="253" y="121"/>
                  <a:pt x="253" y="122"/>
                  <a:pt x="253" y="122"/>
                </a:cubicBezTo>
                <a:cubicBezTo>
                  <a:pt x="253" y="122"/>
                  <a:pt x="253" y="121"/>
                  <a:pt x="253" y="121"/>
                </a:cubicBezTo>
                <a:cubicBezTo>
                  <a:pt x="253" y="121"/>
                  <a:pt x="253" y="121"/>
                  <a:pt x="253" y="121"/>
                </a:cubicBezTo>
                <a:cubicBezTo>
                  <a:pt x="253" y="121"/>
                  <a:pt x="253" y="121"/>
                  <a:pt x="253" y="121"/>
                </a:cubicBezTo>
                <a:cubicBezTo>
                  <a:pt x="253" y="121"/>
                  <a:pt x="252" y="121"/>
                  <a:pt x="252" y="121"/>
                </a:cubicBezTo>
                <a:cubicBezTo>
                  <a:pt x="252" y="121"/>
                  <a:pt x="252" y="121"/>
                  <a:pt x="252" y="121"/>
                </a:cubicBezTo>
                <a:cubicBezTo>
                  <a:pt x="252" y="121"/>
                  <a:pt x="252" y="122"/>
                  <a:pt x="252" y="122"/>
                </a:cubicBezTo>
                <a:cubicBezTo>
                  <a:pt x="252" y="122"/>
                  <a:pt x="252" y="122"/>
                  <a:pt x="251" y="122"/>
                </a:cubicBezTo>
                <a:cubicBezTo>
                  <a:pt x="251" y="122"/>
                  <a:pt x="251" y="122"/>
                  <a:pt x="251" y="122"/>
                </a:cubicBezTo>
                <a:cubicBezTo>
                  <a:pt x="251" y="122"/>
                  <a:pt x="251" y="122"/>
                  <a:pt x="251" y="121"/>
                </a:cubicBezTo>
                <a:cubicBezTo>
                  <a:pt x="251" y="121"/>
                  <a:pt x="251" y="121"/>
                  <a:pt x="251" y="122"/>
                </a:cubicBezTo>
                <a:cubicBezTo>
                  <a:pt x="251" y="122"/>
                  <a:pt x="251" y="122"/>
                  <a:pt x="251" y="122"/>
                </a:cubicBezTo>
                <a:cubicBezTo>
                  <a:pt x="251" y="122"/>
                  <a:pt x="251" y="122"/>
                  <a:pt x="251" y="122"/>
                </a:cubicBezTo>
                <a:cubicBezTo>
                  <a:pt x="251" y="122"/>
                  <a:pt x="251" y="122"/>
                  <a:pt x="251" y="122"/>
                </a:cubicBezTo>
                <a:cubicBezTo>
                  <a:pt x="251" y="122"/>
                  <a:pt x="251" y="122"/>
                  <a:pt x="251" y="122"/>
                </a:cubicBezTo>
                <a:cubicBezTo>
                  <a:pt x="251" y="122"/>
                  <a:pt x="251" y="122"/>
                  <a:pt x="251" y="122"/>
                </a:cubicBezTo>
                <a:cubicBezTo>
                  <a:pt x="251" y="122"/>
                  <a:pt x="251" y="122"/>
                  <a:pt x="251" y="122"/>
                </a:cubicBezTo>
                <a:cubicBezTo>
                  <a:pt x="251" y="123"/>
                  <a:pt x="251" y="123"/>
                  <a:pt x="251" y="123"/>
                </a:cubicBezTo>
                <a:cubicBezTo>
                  <a:pt x="251" y="123"/>
                  <a:pt x="250" y="123"/>
                  <a:pt x="250" y="123"/>
                </a:cubicBezTo>
                <a:cubicBezTo>
                  <a:pt x="250" y="123"/>
                  <a:pt x="250" y="123"/>
                  <a:pt x="250" y="123"/>
                </a:cubicBezTo>
                <a:cubicBezTo>
                  <a:pt x="250" y="123"/>
                  <a:pt x="250" y="123"/>
                  <a:pt x="250" y="122"/>
                </a:cubicBezTo>
                <a:cubicBezTo>
                  <a:pt x="250" y="122"/>
                  <a:pt x="250" y="122"/>
                  <a:pt x="250" y="122"/>
                </a:cubicBezTo>
                <a:cubicBezTo>
                  <a:pt x="250" y="122"/>
                  <a:pt x="250" y="122"/>
                  <a:pt x="250" y="122"/>
                </a:cubicBezTo>
                <a:cubicBezTo>
                  <a:pt x="250" y="122"/>
                  <a:pt x="250" y="122"/>
                  <a:pt x="250" y="122"/>
                </a:cubicBezTo>
                <a:cubicBezTo>
                  <a:pt x="250" y="122"/>
                  <a:pt x="250" y="122"/>
                  <a:pt x="250" y="122"/>
                </a:cubicBezTo>
                <a:cubicBezTo>
                  <a:pt x="250" y="122"/>
                  <a:pt x="250" y="122"/>
                  <a:pt x="250" y="122"/>
                </a:cubicBezTo>
                <a:cubicBezTo>
                  <a:pt x="250" y="122"/>
                  <a:pt x="250" y="122"/>
                  <a:pt x="249" y="122"/>
                </a:cubicBezTo>
                <a:cubicBezTo>
                  <a:pt x="249" y="122"/>
                  <a:pt x="249" y="122"/>
                  <a:pt x="249" y="122"/>
                </a:cubicBezTo>
                <a:cubicBezTo>
                  <a:pt x="249" y="122"/>
                  <a:pt x="249" y="122"/>
                  <a:pt x="249" y="122"/>
                </a:cubicBezTo>
                <a:cubicBezTo>
                  <a:pt x="249" y="122"/>
                  <a:pt x="249" y="122"/>
                  <a:pt x="249" y="122"/>
                </a:cubicBezTo>
                <a:cubicBezTo>
                  <a:pt x="249" y="122"/>
                  <a:pt x="249" y="122"/>
                  <a:pt x="249" y="122"/>
                </a:cubicBezTo>
                <a:cubicBezTo>
                  <a:pt x="249" y="122"/>
                  <a:pt x="249" y="122"/>
                  <a:pt x="249" y="122"/>
                </a:cubicBezTo>
                <a:cubicBezTo>
                  <a:pt x="249" y="122"/>
                  <a:pt x="249" y="122"/>
                  <a:pt x="249" y="122"/>
                </a:cubicBezTo>
                <a:cubicBezTo>
                  <a:pt x="249" y="122"/>
                  <a:pt x="249" y="122"/>
                  <a:pt x="250" y="123"/>
                </a:cubicBezTo>
                <a:cubicBezTo>
                  <a:pt x="250" y="123"/>
                  <a:pt x="250" y="123"/>
                  <a:pt x="250" y="123"/>
                </a:cubicBezTo>
                <a:cubicBezTo>
                  <a:pt x="250" y="123"/>
                  <a:pt x="250" y="123"/>
                  <a:pt x="249" y="123"/>
                </a:cubicBezTo>
                <a:cubicBezTo>
                  <a:pt x="249" y="123"/>
                  <a:pt x="249" y="123"/>
                  <a:pt x="249" y="123"/>
                </a:cubicBezTo>
                <a:cubicBezTo>
                  <a:pt x="249" y="123"/>
                  <a:pt x="249" y="123"/>
                  <a:pt x="249" y="123"/>
                </a:cubicBezTo>
                <a:cubicBezTo>
                  <a:pt x="249" y="123"/>
                  <a:pt x="249" y="123"/>
                  <a:pt x="249" y="123"/>
                </a:cubicBezTo>
                <a:cubicBezTo>
                  <a:pt x="248" y="123"/>
                  <a:pt x="248" y="124"/>
                  <a:pt x="248" y="124"/>
                </a:cubicBezTo>
                <a:cubicBezTo>
                  <a:pt x="248" y="124"/>
                  <a:pt x="248" y="124"/>
                  <a:pt x="248" y="124"/>
                </a:cubicBezTo>
                <a:cubicBezTo>
                  <a:pt x="248" y="124"/>
                  <a:pt x="248" y="124"/>
                  <a:pt x="247" y="124"/>
                </a:cubicBezTo>
                <a:cubicBezTo>
                  <a:pt x="247" y="124"/>
                  <a:pt x="247" y="124"/>
                  <a:pt x="247" y="124"/>
                </a:cubicBezTo>
                <a:cubicBezTo>
                  <a:pt x="247" y="124"/>
                  <a:pt x="248" y="124"/>
                  <a:pt x="248" y="124"/>
                </a:cubicBezTo>
                <a:cubicBezTo>
                  <a:pt x="248" y="124"/>
                  <a:pt x="248" y="124"/>
                  <a:pt x="248" y="124"/>
                </a:cubicBezTo>
                <a:cubicBezTo>
                  <a:pt x="248" y="124"/>
                  <a:pt x="248" y="124"/>
                  <a:pt x="248" y="124"/>
                </a:cubicBezTo>
                <a:cubicBezTo>
                  <a:pt x="248" y="124"/>
                  <a:pt x="248" y="124"/>
                  <a:pt x="248" y="124"/>
                </a:cubicBezTo>
                <a:cubicBezTo>
                  <a:pt x="248" y="124"/>
                  <a:pt x="249" y="125"/>
                  <a:pt x="249" y="125"/>
                </a:cubicBezTo>
                <a:cubicBezTo>
                  <a:pt x="249" y="125"/>
                  <a:pt x="249" y="125"/>
                  <a:pt x="249" y="125"/>
                </a:cubicBezTo>
                <a:cubicBezTo>
                  <a:pt x="249" y="125"/>
                  <a:pt x="249" y="125"/>
                  <a:pt x="249" y="125"/>
                </a:cubicBezTo>
                <a:cubicBezTo>
                  <a:pt x="249" y="125"/>
                  <a:pt x="249" y="125"/>
                  <a:pt x="249" y="125"/>
                </a:cubicBezTo>
                <a:cubicBezTo>
                  <a:pt x="249" y="125"/>
                  <a:pt x="249" y="125"/>
                  <a:pt x="249" y="125"/>
                </a:cubicBezTo>
                <a:cubicBezTo>
                  <a:pt x="249" y="125"/>
                  <a:pt x="249" y="125"/>
                  <a:pt x="249" y="125"/>
                </a:cubicBezTo>
                <a:cubicBezTo>
                  <a:pt x="249" y="125"/>
                  <a:pt x="249" y="125"/>
                  <a:pt x="249" y="124"/>
                </a:cubicBezTo>
                <a:cubicBezTo>
                  <a:pt x="249" y="124"/>
                  <a:pt x="249" y="124"/>
                  <a:pt x="249" y="124"/>
                </a:cubicBezTo>
                <a:cubicBezTo>
                  <a:pt x="249" y="124"/>
                  <a:pt x="250" y="124"/>
                  <a:pt x="250" y="124"/>
                </a:cubicBezTo>
                <a:cubicBezTo>
                  <a:pt x="250" y="124"/>
                  <a:pt x="250" y="124"/>
                  <a:pt x="250" y="124"/>
                </a:cubicBezTo>
                <a:cubicBezTo>
                  <a:pt x="250" y="124"/>
                  <a:pt x="250" y="124"/>
                  <a:pt x="250" y="124"/>
                </a:cubicBezTo>
                <a:cubicBezTo>
                  <a:pt x="250" y="124"/>
                  <a:pt x="250" y="124"/>
                  <a:pt x="250" y="124"/>
                </a:cubicBezTo>
                <a:cubicBezTo>
                  <a:pt x="250" y="124"/>
                  <a:pt x="250" y="124"/>
                  <a:pt x="250" y="124"/>
                </a:cubicBezTo>
                <a:cubicBezTo>
                  <a:pt x="250" y="124"/>
                  <a:pt x="250" y="125"/>
                  <a:pt x="250" y="125"/>
                </a:cubicBezTo>
                <a:cubicBezTo>
                  <a:pt x="250" y="125"/>
                  <a:pt x="250" y="125"/>
                  <a:pt x="250" y="125"/>
                </a:cubicBezTo>
                <a:cubicBezTo>
                  <a:pt x="250" y="125"/>
                  <a:pt x="250" y="125"/>
                  <a:pt x="250" y="125"/>
                </a:cubicBezTo>
                <a:cubicBezTo>
                  <a:pt x="251" y="125"/>
                  <a:pt x="251" y="124"/>
                  <a:pt x="251" y="124"/>
                </a:cubicBezTo>
                <a:cubicBezTo>
                  <a:pt x="251" y="124"/>
                  <a:pt x="251" y="124"/>
                  <a:pt x="251" y="124"/>
                </a:cubicBezTo>
                <a:cubicBezTo>
                  <a:pt x="251" y="124"/>
                  <a:pt x="250" y="124"/>
                  <a:pt x="250" y="124"/>
                </a:cubicBezTo>
                <a:cubicBezTo>
                  <a:pt x="251" y="124"/>
                  <a:pt x="251" y="124"/>
                  <a:pt x="251" y="123"/>
                </a:cubicBezTo>
                <a:close/>
                <a:moveTo>
                  <a:pt x="249" y="140"/>
                </a:moveTo>
                <a:cubicBezTo>
                  <a:pt x="249" y="140"/>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49" y="139"/>
                </a:cubicBezTo>
                <a:cubicBezTo>
                  <a:pt x="249" y="139"/>
                  <a:pt x="249" y="139"/>
                  <a:pt x="249" y="139"/>
                </a:cubicBezTo>
                <a:cubicBezTo>
                  <a:pt x="249" y="139"/>
                  <a:pt x="249" y="139"/>
                  <a:pt x="249" y="139"/>
                </a:cubicBezTo>
                <a:cubicBezTo>
                  <a:pt x="249" y="139"/>
                  <a:pt x="249" y="139"/>
                  <a:pt x="249" y="139"/>
                </a:cubicBezTo>
                <a:cubicBezTo>
                  <a:pt x="249" y="139"/>
                  <a:pt x="249" y="140"/>
                  <a:pt x="248" y="140"/>
                </a:cubicBezTo>
                <a:cubicBezTo>
                  <a:pt x="248" y="140"/>
                  <a:pt x="248" y="140"/>
                  <a:pt x="248" y="140"/>
                </a:cubicBezTo>
                <a:cubicBezTo>
                  <a:pt x="248" y="140"/>
                  <a:pt x="248" y="140"/>
                  <a:pt x="248" y="140"/>
                </a:cubicBezTo>
                <a:cubicBezTo>
                  <a:pt x="248" y="140"/>
                  <a:pt x="248" y="140"/>
                  <a:pt x="248" y="140"/>
                </a:cubicBezTo>
                <a:cubicBezTo>
                  <a:pt x="248" y="140"/>
                  <a:pt x="248" y="141"/>
                  <a:pt x="248" y="141"/>
                </a:cubicBezTo>
                <a:cubicBezTo>
                  <a:pt x="249" y="141"/>
                  <a:pt x="249" y="140"/>
                  <a:pt x="249" y="140"/>
                </a:cubicBezTo>
                <a:cubicBezTo>
                  <a:pt x="249" y="140"/>
                  <a:pt x="249" y="140"/>
                  <a:pt x="249" y="140"/>
                </a:cubicBezTo>
                <a:cubicBezTo>
                  <a:pt x="249" y="140"/>
                  <a:pt x="249" y="141"/>
                  <a:pt x="249" y="141"/>
                </a:cubicBezTo>
                <a:cubicBezTo>
                  <a:pt x="249" y="141"/>
                  <a:pt x="249" y="140"/>
                  <a:pt x="249" y="140"/>
                </a:cubicBezTo>
                <a:cubicBezTo>
                  <a:pt x="249" y="140"/>
                  <a:pt x="249" y="140"/>
                  <a:pt x="249" y="140"/>
                </a:cubicBezTo>
                <a:cubicBezTo>
                  <a:pt x="249" y="140"/>
                  <a:pt x="249" y="140"/>
                  <a:pt x="249" y="140"/>
                </a:cubicBezTo>
                <a:cubicBezTo>
                  <a:pt x="249" y="140"/>
                  <a:pt x="249" y="140"/>
                  <a:pt x="249" y="140"/>
                </a:cubicBezTo>
                <a:cubicBezTo>
                  <a:pt x="249" y="140"/>
                  <a:pt x="249" y="140"/>
                  <a:pt x="249" y="140"/>
                </a:cubicBezTo>
                <a:close/>
                <a:moveTo>
                  <a:pt x="226" y="137"/>
                </a:moveTo>
                <a:cubicBezTo>
                  <a:pt x="226" y="137"/>
                  <a:pt x="226" y="137"/>
                  <a:pt x="226" y="137"/>
                </a:cubicBezTo>
                <a:cubicBezTo>
                  <a:pt x="225" y="137"/>
                  <a:pt x="225" y="137"/>
                  <a:pt x="225" y="137"/>
                </a:cubicBezTo>
                <a:cubicBezTo>
                  <a:pt x="225" y="137"/>
                  <a:pt x="225" y="137"/>
                  <a:pt x="225" y="137"/>
                </a:cubicBezTo>
                <a:cubicBezTo>
                  <a:pt x="225" y="137"/>
                  <a:pt x="225" y="136"/>
                  <a:pt x="225" y="136"/>
                </a:cubicBezTo>
                <a:cubicBezTo>
                  <a:pt x="225" y="136"/>
                  <a:pt x="224" y="136"/>
                  <a:pt x="224" y="136"/>
                </a:cubicBezTo>
                <a:cubicBezTo>
                  <a:pt x="224" y="136"/>
                  <a:pt x="224" y="136"/>
                  <a:pt x="224" y="136"/>
                </a:cubicBezTo>
                <a:cubicBezTo>
                  <a:pt x="224" y="136"/>
                  <a:pt x="224" y="135"/>
                  <a:pt x="224" y="135"/>
                </a:cubicBezTo>
                <a:cubicBezTo>
                  <a:pt x="224" y="135"/>
                  <a:pt x="224" y="135"/>
                  <a:pt x="224" y="135"/>
                </a:cubicBezTo>
                <a:cubicBezTo>
                  <a:pt x="224" y="135"/>
                  <a:pt x="224" y="135"/>
                  <a:pt x="224" y="135"/>
                </a:cubicBezTo>
                <a:cubicBezTo>
                  <a:pt x="224" y="135"/>
                  <a:pt x="223" y="135"/>
                  <a:pt x="223" y="135"/>
                </a:cubicBezTo>
                <a:cubicBezTo>
                  <a:pt x="223" y="135"/>
                  <a:pt x="223" y="134"/>
                  <a:pt x="223" y="134"/>
                </a:cubicBezTo>
                <a:cubicBezTo>
                  <a:pt x="223" y="134"/>
                  <a:pt x="223" y="134"/>
                  <a:pt x="223" y="134"/>
                </a:cubicBezTo>
                <a:cubicBezTo>
                  <a:pt x="223" y="134"/>
                  <a:pt x="223" y="134"/>
                  <a:pt x="223" y="134"/>
                </a:cubicBezTo>
                <a:cubicBezTo>
                  <a:pt x="223" y="134"/>
                  <a:pt x="222" y="134"/>
                  <a:pt x="222" y="134"/>
                </a:cubicBezTo>
                <a:cubicBezTo>
                  <a:pt x="222" y="135"/>
                  <a:pt x="222" y="135"/>
                  <a:pt x="222" y="135"/>
                </a:cubicBezTo>
                <a:cubicBezTo>
                  <a:pt x="222" y="134"/>
                  <a:pt x="222" y="134"/>
                  <a:pt x="222" y="134"/>
                </a:cubicBezTo>
                <a:cubicBezTo>
                  <a:pt x="222" y="134"/>
                  <a:pt x="221" y="134"/>
                  <a:pt x="221" y="134"/>
                </a:cubicBezTo>
                <a:cubicBezTo>
                  <a:pt x="221" y="134"/>
                  <a:pt x="221" y="134"/>
                  <a:pt x="221" y="134"/>
                </a:cubicBezTo>
                <a:cubicBezTo>
                  <a:pt x="221" y="134"/>
                  <a:pt x="221" y="134"/>
                  <a:pt x="221" y="134"/>
                </a:cubicBezTo>
                <a:cubicBezTo>
                  <a:pt x="221" y="134"/>
                  <a:pt x="221" y="133"/>
                  <a:pt x="221" y="133"/>
                </a:cubicBezTo>
                <a:cubicBezTo>
                  <a:pt x="221" y="133"/>
                  <a:pt x="221" y="133"/>
                  <a:pt x="221" y="133"/>
                </a:cubicBezTo>
                <a:cubicBezTo>
                  <a:pt x="221" y="133"/>
                  <a:pt x="220" y="133"/>
                  <a:pt x="220" y="133"/>
                </a:cubicBezTo>
                <a:cubicBezTo>
                  <a:pt x="220" y="133"/>
                  <a:pt x="220" y="133"/>
                  <a:pt x="220" y="133"/>
                </a:cubicBezTo>
                <a:cubicBezTo>
                  <a:pt x="220" y="133"/>
                  <a:pt x="219" y="133"/>
                  <a:pt x="219" y="132"/>
                </a:cubicBezTo>
                <a:cubicBezTo>
                  <a:pt x="219" y="132"/>
                  <a:pt x="218" y="131"/>
                  <a:pt x="218" y="131"/>
                </a:cubicBezTo>
                <a:cubicBezTo>
                  <a:pt x="218" y="131"/>
                  <a:pt x="218" y="131"/>
                  <a:pt x="218" y="131"/>
                </a:cubicBezTo>
                <a:cubicBezTo>
                  <a:pt x="218" y="131"/>
                  <a:pt x="217" y="132"/>
                  <a:pt x="217" y="132"/>
                </a:cubicBezTo>
                <a:cubicBezTo>
                  <a:pt x="217" y="132"/>
                  <a:pt x="217" y="132"/>
                  <a:pt x="217" y="132"/>
                </a:cubicBezTo>
                <a:cubicBezTo>
                  <a:pt x="216" y="132"/>
                  <a:pt x="216" y="132"/>
                  <a:pt x="216" y="132"/>
                </a:cubicBezTo>
                <a:cubicBezTo>
                  <a:pt x="216" y="132"/>
                  <a:pt x="216" y="132"/>
                  <a:pt x="216" y="132"/>
                </a:cubicBezTo>
                <a:cubicBezTo>
                  <a:pt x="216" y="132"/>
                  <a:pt x="216" y="132"/>
                  <a:pt x="215" y="132"/>
                </a:cubicBezTo>
                <a:cubicBezTo>
                  <a:pt x="215" y="132"/>
                  <a:pt x="215" y="132"/>
                  <a:pt x="215" y="132"/>
                </a:cubicBezTo>
                <a:cubicBezTo>
                  <a:pt x="215" y="132"/>
                  <a:pt x="215" y="132"/>
                  <a:pt x="215" y="132"/>
                </a:cubicBezTo>
                <a:cubicBezTo>
                  <a:pt x="215" y="132"/>
                  <a:pt x="214" y="132"/>
                  <a:pt x="214" y="132"/>
                </a:cubicBezTo>
                <a:cubicBezTo>
                  <a:pt x="214" y="132"/>
                  <a:pt x="214" y="132"/>
                  <a:pt x="214" y="132"/>
                </a:cubicBezTo>
                <a:cubicBezTo>
                  <a:pt x="214" y="132"/>
                  <a:pt x="214" y="132"/>
                  <a:pt x="214" y="132"/>
                </a:cubicBezTo>
                <a:cubicBezTo>
                  <a:pt x="214" y="132"/>
                  <a:pt x="214" y="132"/>
                  <a:pt x="214" y="132"/>
                </a:cubicBezTo>
                <a:cubicBezTo>
                  <a:pt x="214" y="132"/>
                  <a:pt x="213" y="132"/>
                  <a:pt x="213" y="132"/>
                </a:cubicBezTo>
                <a:cubicBezTo>
                  <a:pt x="213" y="132"/>
                  <a:pt x="213" y="132"/>
                  <a:pt x="213" y="132"/>
                </a:cubicBezTo>
                <a:cubicBezTo>
                  <a:pt x="213" y="132"/>
                  <a:pt x="213" y="132"/>
                  <a:pt x="213" y="132"/>
                </a:cubicBezTo>
                <a:cubicBezTo>
                  <a:pt x="213" y="132"/>
                  <a:pt x="213" y="132"/>
                  <a:pt x="212" y="132"/>
                </a:cubicBezTo>
                <a:cubicBezTo>
                  <a:pt x="212" y="132"/>
                  <a:pt x="212" y="132"/>
                  <a:pt x="212" y="132"/>
                </a:cubicBezTo>
                <a:cubicBezTo>
                  <a:pt x="212" y="132"/>
                  <a:pt x="212" y="132"/>
                  <a:pt x="212" y="132"/>
                </a:cubicBezTo>
                <a:cubicBezTo>
                  <a:pt x="212" y="132"/>
                  <a:pt x="212" y="132"/>
                  <a:pt x="212" y="132"/>
                </a:cubicBezTo>
                <a:cubicBezTo>
                  <a:pt x="212" y="132"/>
                  <a:pt x="211" y="132"/>
                  <a:pt x="211" y="132"/>
                </a:cubicBezTo>
                <a:cubicBezTo>
                  <a:pt x="211" y="132"/>
                  <a:pt x="211" y="132"/>
                  <a:pt x="211" y="132"/>
                </a:cubicBezTo>
                <a:cubicBezTo>
                  <a:pt x="211" y="132"/>
                  <a:pt x="211" y="132"/>
                  <a:pt x="211" y="132"/>
                </a:cubicBezTo>
                <a:cubicBezTo>
                  <a:pt x="210" y="132"/>
                  <a:pt x="210" y="132"/>
                  <a:pt x="210" y="132"/>
                </a:cubicBezTo>
                <a:cubicBezTo>
                  <a:pt x="210" y="133"/>
                  <a:pt x="210" y="133"/>
                  <a:pt x="210" y="133"/>
                </a:cubicBezTo>
                <a:cubicBezTo>
                  <a:pt x="210" y="133"/>
                  <a:pt x="209" y="133"/>
                  <a:pt x="209" y="133"/>
                </a:cubicBezTo>
                <a:cubicBezTo>
                  <a:pt x="209" y="133"/>
                  <a:pt x="209" y="133"/>
                  <a:pt x="209" y="133"/>
                </a:cubicBezTo>
                <a:cubicBezTo>
                  <a:pt x="209" y="133"/>
                  <a:pt x="210" y="134"/>
                  <a:pt x="210" y="134"/>
                </a:cubicBezTo>
                <a:cubicBezTo>
                  <a:pt x="210" y="134"/>
                  <a:pt x="210" y="134"/>
                  <a:pt x="210" y="134"/>
                </a:cubicBezTo>
                <a:cubicBezTo>
                  <a:pt x="210" y="135"/>
                  <a:pt x="210" y="135"/>
                  <a:pt x="210" y="135"/>
                </a:cubicBezTo>
                <a:cubicBezTo>
                  <a:pt x="211" y="135"/>
                  <a:pt x="211" y="135"/>
                  <a:pt x="211" y="135"/>
                </a:cubicBezTo>
                <a:cubicBezTo>
                  <a:pt x="211" y="135"/>
                  <a:pt x="212" y="135"/>
                  <a:pt x="212" y="135"/>
                </a:cubicBezTo>
                <a:cubicBezTo>
                  <a:pt x="212" y="135"/>
                  <a:pt x="213" y="135"/>
                  <a:pt x="213" y="135"/>
                </a:cubicBezTo>
                <a:cubicBezTo>
                  <a:pt x="213" y="135"/>
                  <a:pt x="213" y="135"/>
                  <a:pt x="213" y="135"/>
                </a:cubicBezTo>
                <a:cubicBezTo>
                  <a:pt x="213" y="135"/>
                  <a:pt x="213" y="135"/>
                  <a:pt x="213" y="135"/>
                </a:cubicBezTo>
                <a:cubicBezTo>
                  <a:pt x="213" y="135"/>
                  <a:pt x="213" y="135"/>
                  <a:pt x="213" y="135"/>
                </a:cubicBezTo>
                <a:cubicBezTo>
                  <a:pt x="213" y="135"/>
                  <a:pt x="213" y="135"/>
                  <a:pt x="213" y="136"/>
                </a:cubicBezTo>
                <a:cubicBezTo>
                  <a:pt x="213" y="136"/>
                  <a:pt x="214" y="136"/>
                  <a:pt x="214" y="136"/>
                </a:cubicBezTo>
                <a:cubicBezTo>
                  <a:pt x="214" y="136"/>
                  <a:pt x="214" y="136"/>
                  <a:pt x="214" y="135"/>
                </a:cubicBezTo>
                <a:cubicBezTo>
                  <a:pt x="214" y="135"/>
                  <a:pt x="214" y="135"/>
                  <a:pt x="214" y="135"/>
                </a:cubicBezTo>
                <a:cubicBezTo>
                  <a:pt x="214" y="135"/>
                  <a:pt x="214" y="135"/>
                  <a:pt x="214" y="135"/>
                </a:cubicBezTo>
                <a:cubicBezTo>
                  <a:pt x="214" y="135"/>
                  <a:pt x="215" y="135"/>
                  <a:pt x="215" y="135"/>
                </a:cubicBezTo>
                <a:cubicBezTo>
                  <a:pt x="215" y="135"/>
                  <a:pt x="215" y="135"/>
                  <a:pt x="215" y="135"/>
                </a:cubicBezTo>
                <a:cubicBezTo>
                  <a:pt x="215" y="135"/>
                  <a:pt x="215" y="135"/>
                  <a:pt x="215" y="135"/>
                </a:cubicBezTo>
                <a:cubicBezTo>
                  <a:pt x="216" y="135"/>
                  <a:pt x="215" y="136"/>
                  <a:pt x="216" y="136"/>
                </a:cubicBezTo>
                <a:cubicBezTo>
                  <a:pt x="216" y="136"/>
                  <a:pt x="216" y="136"/>
                  <a:pt x="216" y="136"/>
                </a:cubicBezTo>
                <a:cubicBezTo>
                  <a:pt x="216" y="135"/>
                  <a:pt x="216" y="136"/>
                  <a:pt x="216" y="136"/>
                </a:cubicBezTo>
                <a:cubicBezTo>
                  <a:pt x="216" y="136"/>
                  <a:pt x="216" y="136"/>
                  <a:pt x="216" y="136"/>
                </a:cubicBezTo>
                <a:cubicBezTo>
                  <a:pt x="216" y="136"/>
                  <a:pt x="216" y="136"/>
                  <a:pt x="216" y="136"/>
                </a:cubicBezTo>
                <a:cubicBezTo>
                  <a:pt x="216" y="136"/>
                  <a:pt x="217" y="137"/>
                  <a:pt x="217" y="137"/>
                </a:cubicBezTo>
                <a:cubicBezTo>
                  <a:pt x="217" y="137"/>
                  <a:pt x="217" y="137"/>
                  <a:pt x="217" y="137"/>
                </a:cubicBezTo>
                <a:cubicBezTo>
                  <a:pt x="217" y="137"/>
                  <a:pt x="218" y="137"/>
                  <a:pt x="218" y="137"/>
                </a:cubicBezTo>
                <a:cubicBezTo>
                  <a:pt x="218" y="137"/>
                  <a:pt x="218" y="137"/>
                  <a:pt x="218" y="137"/>
                </a:cubicBezTo>
                <a:cubicBezTo>
                  <a:pt x="218" y="137"/>
                  <a:pt x="218" y="137"/>
                  <a:pt x="218" y="137"/>
                </a:cubicBezTo>
                <a:cubicBezTo>
                  <a:pt x="218" y="137"/>
                  <a:pt x="218" y="137"/>
                  <a:pt x="218" y="137"/>
                </a:cubicBezTo>
                <a:cubicBezTo>
                  <a:pt x="218" y="138"/>
                  <a:pt x="218" y="138"/>
                  <a:pt x="218" y="138"/>
                </a:cubicBezTo>
                <a:cubicBezTo>
                  <a:pt x="218" y="138"/>
                  <a:pt x="219" y="138"/>
                  <a:pt x="219" y="138"/>
                </a:cubicBezTo>
                <a:cubicBezTo>
                  <a:pt x="219" y="138"/>
                  <a:pt x="219" y="138"/>
                  <a:pt x="219" y="138"/>
                </a:cubicBezTo>
                <a:cubicBezTo>
                  <a:pt x="219" y="138"/>
                  <a:pt x="219" y="138"/>
                  <a:pt x="219" y="138"/>
                </a:cubicBezTo>
                <a:cubicBezTo>
                  <a:pt x="219" y="138"/>
                  <a:pt x="219" y="139"/>
                  <a:pt x="219" y="139"/>
                </a:cubicBezTo>
                <a:cubicBezTo>
                  <a:pt x="219" y="139"/>
                  <a:pt x="219" y="139"/>
                  <a:pt x="219" y="139"/>
                </a:cubicBezTo>
                <a:cubicBezTo>
                  <a:pt x="219" y="139"/>
                  <a:pt x="219" y="139"/>
                  <a:pt x="219" y="139"/>
                </a:cubicBezTo>
                <a:cubicBezTo>
                  <a:pt x="220" y="139"/>
                  <a:pt x="220" y="139"/>
                  <a:pt x="220" y="139"/>
                </a:cubicBezTo>
                <a:cubicBezTo>
                  <a:pt x="220" y="139"/>
                  <a:pt x="220" y="140"/>
                  <a:pt x="220" y="140"/>
                </a:cubicBezTo>
                <a:cubicBezTo>
                  <a:pt x="220" y="140"/>
                  <a:pt x="221" y="140"/>
                  <a:pt x="221" y="140"/>
                </a:cubicBezTo>
                <a:cubicBezTo>
                  <a:pt x="221" y="140"/>
                  <a:pt x="221" y="140"/>
                  <a:pt x="221" y="140"/>
                </a:cubicBezTo>
                <a:cubicBezTo>
                  <a:pt x="221" y="140"/>
                  <a:pt x="222" y="140"/>
                  <a:pt x="222" y="140"/>
                </a:cubicBezTo>
                <a:cubicBezTo>
                  <a:pt x="222" y="140"/>
                  <a:pt x="222" y="140"/>
                  <a:pt x="222" y="140"/>
                </a:cubicBezTo>
                <a:cubicBezTo>
                  <a:pt x="222" y="140"/>
                  <a:pt x="222" y="140"/>
                  <a:pt x="223" y="140"/>
                </a:cubicBezTo>
                <a:cubicBezTo>
                  <a:pt x="223" y="140"/>
                  <a:pt x="223" y="140"/>
                  <a:pt x="223" y="140"/>
                </a:cubicBezTo>
                <a:cubicBezTo>
                  <a:pt x="223" y="140"/>
                  <a:pt x="223" y="140"/>
                  <a:pt x="223" y="140"/>
                </a:cubicBezTo>
                <a:cubicBezTo>
                  <a:pt x="223" y="140"/>
                  <a:pt x="223" y="140"/>
                  <a:pt x="223" y="140"/>
                </a:cubicBezTo>
                <a:cubicBezTo>
                  <a:pt x="223" y="140"/>
                  <a:pt x="223" y="140"/>
                  <a:pt x="223" y="140"/>
                </a:cubicBezTo>
                <a:cubicBezTo>
                  <a:pt x="223" y="140"/>
                  <a:pt x="223" y="140"/>
                  <a:pt x="224" y="140"/>
                </a:cubicBezTo>
                <a:cubicBezTo>
                  <a:pt x="224" y="140"/>
                  <a:pt x="224" y="140"/>
                  <a:pt x="224" y="140"/>
                </a:cubicBezTo>
                <a:cubicBezTo>
                  <a:pt x="224" y="140"/>
                  <a:pt x="224" y="140"/>
                  <a:pt x="224" y="140"/>
                </a:cubicBezTo>
                <a:cubicBezTo>
                  <a:pt x="224" y="140"/>
                  <a:pt x="224" y="140"/>
                  <a:pt x="224" y="140"/>
                </a:cubicBezTo>
                <a:cubicBezTo>
                  <a:pt x="224" y="140"/>
                  <a:pt x="225" y="140"/>
                  <a:pt x="225" y="140"/>
                </a:cubicBezTo>
                <a:cubicBezTo>
                  <a:pt x="225" y="140"/>
                  <a:pt x="225" y="139"/>
                  <a:pt x="225" y="139"/>
                </a:cubicBezTo>
                <a:cubicBezTo>
                  <a:pt x="225" y="139"/>
                  <a:pt x="225" y="139"/>
                  <a:pt x="225" y="139"/>
                </a:cubicBezTo>
                <a:cubicBezTo>
                  <a:pt x="226" y="139"/>
                  <a:pt x="226" y="139"/>
                  <a:pt x="226" y="139"/>
                </a:cubicBezTo>
                <a:cubicBezTo>
                  <a:pt x="226" y="139"/>
                  <a:pt x="226" y="139"/>
                  <a:pt x="226" y="139"/>
                </a:cubicBezTo>
                <a:cubicBezTo>
                  <a:pt x="226" y="139"/>
                  <a:pt x="226" y="139"/>
                  <a:pt x="226" y="139"/>
                </a:cubicBezTo>
                <a:cubicBezTo>
                  <a:pt x="226" y="139"/>
                  <a:pt x="226" y="138"/>
                  <a:pt x="226" y="138"/>
                </a:cubicBezTo>
                <a:cubicBezTo>
                  <a:pt x="226" y="138"/>
                  <a:pt x="226" y="138"/>
                  <a:pt x="226" y="138"/>
                </a:cubicBezTo>
                <a:cubicBezTo>
                  <a:pt x="226" y="138"/>
                  <a:pt x="226" y="137"/>
                  <a:pt x="226" y="137"/>
                </a:cubicBezTo>
                <a:close/>
                <a:moveTo>
                  <a:pt x="233" y="143"/>
                </a:moveTo>
                <a:cubicBezTo>
                  <a:pt x="233" y="143"/>
                  <a:pt x="233" y="143"/>
                  <a:pt x="233" y="143"/>
                </a:cubicBezTo>
                <a:cubicBezTo>
                  <a:pt x="233" y="143"/>
                  <a:pt x="233" y="143"/>
                  <a:pt x="233" y="143"/>
                </a:cubicBezTo>
                <a:cubicBezTo>
                  <a:pt x="233" y="143"/>
                  <a:pt x="233" y="143"/>
                  <a:pt x="233" y="143"/>
                </a:cubicBezTo>
                <a:cubicBezTo>
                  <a:pt x="233" y="143"/>
                  <a:pt x="233" y="143"/>
                  <a:pt x="233" y="143"/>
                </a:cubicBezTo>
                <a:cubicBezTo>
                  <a:pt x="234" y="143"/>
                  <a:pt x="233" y="143"/>
                  <a:pt x="233" y="143"/>
                </a:cubicBezTo>
                <a:close/>
                <a:moveTo>
                  <a:pt x="237" y="142"/>
                </a:moveTo>
                <a:cubicBezTo>
                  <a:pt x="236" y="142"/>
                  <a:pt x="236" y="142"/>
                  <a:pt x="236" y="142"/>
                </a:cubicBezTo>
                <a:cubicBezTo>
                  <a:pt x="236" y="142"/>
                  <a:pt x="236" y="141"/>
                  <a:pt x="236" y="141"/>
                </a:cubicBezTo>
                <a:cubicBezTo>
                  <a:pt x="236" y="141"/>
                  <a:pt x="235" y="141"/>
                  <a:pt x="235" y="141"/>
                </a:cubicBezTo>
                <a:cubicBezTo>
                  <a:pt x="235" y="142"/>
                  <a:pt x="235" y="142"/>
                  <a:pt x="235" y="142"/>
                </a:cubicBezTo>
                <a:cubicBezTo>
                  <a:pt x="235" y="142"/>
                  <a:pt x="235" y="142"/>
                  <a:pt x="235" y="142"/>
                </a:cubicBezTo>
                <a:cubicBezTo>
                  <a:pt x="235" y="142"/>
                  <a:pt x="235" y="142"/>
                  <a:pt x="235" y="142"/>
                </a:cubicBezTo>
                <a:cubicBezTo>
                  <a:pt x="235" y="142"/>
                  <a:pt x="234" y="142"/>
                  <a:pt x="234" y="142"/>
                </a:cubicBezTo>
                <a:cubicBezTo>
                  <a:pt x="234" y="143"/>
                  <a:pt x="234" y="143"/>
                  <a:pt x="234" y="143"/>
                </a:cubicBezTo>
                <a:cubicBezTo>
                  <a:pt x="234" y="143"/>
                  <a:pt x="234" y="143"/>
                  <a:pt x="234" y="143"/>
                </a:cubicBezTo>
                <a:cubicBezTo>
                  <a:pt x="234" y="143"/>
                  <a:pt x="235" y="143"/>
                  <a:pt x="235" y="143"/>
                </a:cubicBezTo>
                <a:cubicBezTo>
                  <a:pt x="235" y="143"/>
                  <a:pt x="235" y="143"/>
                  <a:pt x="235" y="143"/>
                </a:cubicBezTo>
                <a:cubicBezTo>
                  <a:pt x="235" y="143"/>
                  <a:pt x="235" y="143"/>
                  <a:pt x="235" y="143"/>
                </a:cubicBezTo>
                <a:cubicBezTo>
                  <a:pt x="235" y="143"/>
                  <a:pt x="235" y="143"/>
                  <a:pt x="236" y="143"/>
                </a:cubicBezTo>
                <a:cubicBezTo>
                  <a:pt x="236" y="143"/>
                  <a:pt x="236" y="143"/>
                  <a:pt x="236" y="143"/>
                </a:cubicBezTo>
                <a:cubicBezTo>
                  <a:pt x="236" y="143"/>
                  <a:pt x="236" y="143"/>
                  <a:pt x="236" y="143"/>
                </a:cubicBezTo>
                <a:cubicBezTo>
                  <a:pt x="236" y="143"/>
                  <a:pt x="237" y="143"/>
                  <a:pt x="237" y="143"/>
                </a:cubicBezTo>
                <a:cubicBezTo>
                  <a:pt x="237" y="142"/>
                  <a:pt x="237" y="142"/>
                  <a:pt x="237" y="142"/>
                </a:cubicBezTo>
                <a:cubicBezTo>
                  <a:pt x="237" y="142"/>
                  <a:pt x="237" y="142"/>
                  <a:pt x="237" y="142"/>
                </a:cubicBezTo>
                <a:cubicBezTo>
                  <a:pt x="237" y="142"/>
                  <a:pt x="237" y="142"/>
                  <a:pt x="237" y="142"/>
                </a:cubicBezTo>
                <a:close/>
                <a:moveTo>
                  <a:pt x="215" y="124"/>
                </a:moveTo>
                <a:cubicBezTo>
                  <a:pt x="215" y="124"/>
                  <a:pt x="215" y="124"/>
                  <a:pt x="215" y="124"/>
                </a:cubicBezTo>
                <a:cubicBezTo>
                  <a:pt x="215" y="124"/>
                  <a:pt x="215" y="124"/>
                  <a:pt x="215" y="124"/>
                </a:cubicBezTo>
                <a:cubicBezTo>
                  <a:pt x="214" y="124"/>
                  <a:pt x="214" y="124"/>
                  <a:pt x="214" y="124"/>
                </a:cubicBezTo>
                <a:cubicBezTo>
                  <a:pt x="214" y="124"/>
                  <a:pt x="214" y="124"/>
                  <a:pt x="214" y="124"/>
                </a:cubicBezTo>
                <a:cubicBezTo>
                  <a:pt x="214" y="124"/>
                  <a:pt x="214" y="124"/>
                  <a:pt x="214" y="124"/>
                </a:cubicBezTo>
                <a:cubicBezTo>
                  <a:pt x="214" y="124"/>
                  <a:pt x="214" y="124"/>
                  <a:pt x="214" y="124"/>
                </a:cubicBezTo>
                <a:cubicBezTo>
                  <a:pt x="214" y="124"/>
                  <a:pt x="214" y="124"/>
                  <a:pt x="214" y="124"/>
                </a:cubicBezTo>
                <a:cubicBezTo>
                  <a:pt x="214" y="124"/>
                  <a:pt x="214" y="124"/>
                  <a:pt x="214" y="124"/>
                </a:cubicBezTo>
                <a:cubicBezTo>
                  <a:pt x="214" y="124"/>
                  <a:pt x="214" y="125"/>
                  <a:pt x="214" y="125"/>
                </a:cubicBezTo>
                <a:cubicBezTo>
                  <a:pt x="213" y="125"/>
                  <a:pt x="213" y="125"/>
                  <a:pt x="213" y="125"/>
                </a:cubicBezTo>
                <a:cubicBezTo>
                  <a:pt x="213" y="125"/>
                  <a:pt x="213" y="125"/>
                  <a:pt x="213" y="125"/>
                </a:cubicBezTo>
                <a:cubicBezTo>
                  <a:pt x="213" y="125"/>
                  <a:pt x="214" y="125"/>
                  <a:pt x="214" y="125"/>
                </a:cubicBezTo>
                <a:cubicBezTo>
                  <a:pt x="214" y="125"/>
                  <a:pt x="214" y="125"/>
                  <a:pt x="214" y="125"/>
                </a:cubicBezTo>
                <a:cubicBezTo>
                  <a:pt x="214" y="125"/>
                  <a:pt x="214" y="126"/>
                  <a:pt x="214" y="126"/>
                </a:cubicBezTo>
                <a:cubicBezTo>
                  <a:pt x="214" y="126"/>
                  <a:pt x="214" y="126"/>
                  <a:pt x="214" y="126"/>
                </a:cubicBezTo>
                <a:cubicBezTo>
                  <a:pt x="213" y="126"/>
                  <a:pt x="213" y="126"/>
                  <a:pt x="213" y="126"/>
                </a:cubicBezTo>
                <a:cubicBezTo>
                  <a:pt x="214" y="126"/>
                  <a:pt x="214" y="126"/>
                  <a:pt x="214" y="126"/>
                </a:cubicBezTo>
                <a:cubicBezTo>
                  <a:pt x="214" y="126"/>
                  <a:pt x="214" y="126"/>
                  <a:pt x="214" y="126"/>
                </a:cubicBezTo>
                <a:cubicBezTo>
                  <a:pt x="214" y="126"/>
                  <a:pt x="214" y="126"/>
                  <a:pt x="214" y="126"/>
                </a:cubicBezTo>
                <a:cubicBezTo>
                  <a:pt x="214" y="126"/>
                  <a:pt x="214" y="126"/>
                  <a:pt x="214" y="126"/>
                </a:cubicBezTo>
                <a:cubicBezTo>
                  <a:pt x="214" y="126"/>
                  <a:pt x="214" y="126"/>
                  <a:pt x="214" y="126"/>
                </a:cubicBezTo>
                <a:cubicBezTo>
                  <a:pt x="214" y="125"/>
                  <a:pt x="214" y="125"/>
                  <a:pt x="214" y="125"/>
                </a:cubicBezTo>
                <a:cubicBezTo>
                  <a:pt x="214" y="125"/>
                  <a:pt x="214" y="125"/>
                  <a:pt x="214" y="125"/>
                </a:cubicBezTo>
                <a:cubicBezTo>
                  <a:pt x="214" y="125"/>
                  <a:pt x="214" y="125"/>
                  <a:pt x="214" y="125"/>
                </a:cubicBezTo>
                <a:cubicBezTo>
                  <a:pt x="214" y="125"/>
                  <a:pt x="214" y="125"/>
                  <a:pt x="214" y="125"/>
                </a:cubicBezTo>
                <a:cubicBezTo>
                  <a:pt x="214" y="125"/>
                  <a:pt x="214" y="125"/>
                  <a:pt x="214" y="125"/>
                </a:cubicBezTo>
                <a:cubicBezTo>
                  <a:pt x="214" y="125"/>
                  <a:pt x="214" y="125"/>
                  <a:pt x="214" y="125"/>
                </a:cubicBezTo>
                <a:cubicBezTo>
                  <a:pt x="214" y="125"/>
                  <a:pt x="215" y="125"/>
                  <a:pt x="215" y="125"/>
                </a:cubicBezTo>
                <a:cubicBezTo>
                  <a:pt x="215" y="125"/>
                  <a:pt x="215" y="125"/>
                  <a:pt x="215" y="125"/>
                </a:cubicBezTo>
                <a:cubicBezTo>
                  <a:pt x="215" y="125"/>
                  <a:pt x="215" y="125"/>
                  <a:pt x="215" y="125"/>
                </a:cubicBezTo>
                <a:cubicBezTo>
                  <a:pt x="215" y="125"/>
                  <a:pt x="215" y="125"/>
                  <a:pt x="215" y="125"/>
                </a:cubicBezTo>
                <a:cubicBezTo>
                  <a:pt x="215" y="125"/>
                  <a:pt x="215" y="125"/>
                  <a:pt x="215" y="124"/>
                </a:cubicBezTo>
                <a:cubicBezTo>
                  <a:pt x="215" y="124"/>
                  <a:pt x="215" y="124"/>
                  <a:pt x="215" y="124"/>
                </a:cubicBezTo>
                <a:close/>
                <a:moveTo>
                  <a:pt x="244" y="124"/>
                </a:moveTo>
                <a:cubicBezTo>
                  <a:pt x="244" y="124"/>
                  <a:pt x="244" y="124"/>
                  <a:pt x="244" y="124"/>
                </a:cubicBezTo>
                <a:cubicBezTo>
                  <a:pt x="244" y="124"/>
                  <a:pt x="244" y="124"/>
                  <a:pt x="244" y="124"/>
                </a:cubicBezTo>
                <a:cubicBezTo>
                  <a:pt x="244" y="124"/>
                  <a:pt x="244" y="124"/>
                  <a:pt x="244" y="124"/>
                </a:cubicBezTo>
                <a:cubicBezTo>
                  <a:pt x="244" y="124"/>
                  <a:pt x="244" y="123"/>
                  <a:pt x="244" y="123"/>
                </a:cubicBezTo>
                <a:cubicBezTo>
                  <a:pt x="244" y="123"/>
                  <a:pt x="244" y="123"/>
                  <a:pt x="244" y="123"/>
                </a:cubicBezTo>
                <a:cubicBezTo>
                  <a:pt x="244" y="123"/>
                  <a:pt x="244" y="123"/>
                  <a:pt x="244" y="123"/>
                </a:cubicBezTo>
                <a:cubicBezTo>
                  <a:pt x="244" y="124"/>
                  <a:pt x="244" y="124"/>
                  <a:pt x="244" y="124"/>
                </a:cubicBezTo>
                <a:cubicBezTo>
                  <a:pt x="245" y="124"/>
                  <a:pt x="245" y="124"/>
                  <a:pt x="245" y="123"/>
                </a:cubicBezTo>
                <a:cubicBezTo>
                  <a:pt x="245" y="123"/>
                  <a:pt x="244" y="123"/>
                  <a:pt x="244" y="123"/>
                </a:cubicBezTo>
                <a:cubicBezTo>
                  <a:pt x="244" y="123"/>
                  <a:pt x="244" y="123"/>
                  <a:pt x="244" y="123"/>
                </a:cubicBezTo>
                <a:cubicBezTo>
                  <a:pt x="244" y="123"/>
                  <a:pt x="244" y="123"/>
                  <a:pt x="244" y="123"/>
                </a:cubicBezTo>
                <a:cubicBezTo>
                  <a:pt x="245" y="123"/>
                  <a:pt x="245" y="123"/>
                  <a:pt x="245" y="123"/>
                </a:cubicBezTo>
                <a:cubicBezTo>
                  <a:pt x="245" y="123"/>
                  <a:pt x="245" y="123"/>
                  <a:pt x="245" y="123"/>
                </a:cubicBezTo>
                <a:cubicBezTo>
                  <a:pt x="245" y="123"/>
                  <a:pt x="245" y="123"/>
                  <a:pt x="245" y="123"/>
                </a:cubicBezTo>
                <a:cubicBezTo>
                  <a:pt x="245" y="123"/>
                  <a:pt x="246" y="123"/>
                  <a:pt x="246" y="122"/>
                </a:cubicBezTo>
                <a:cubicBezTo>
                  <a:pt x="246" y="122"/>
                  <a:pt x="246" y="122"/>
                  <a:pt x="246" y="122"/>
                </a:cubicBezTo>
                <a:cubicBezTo>
                  <a:pt x="246" y="122"/>
                  <a:pt x="246" y="122"/>
                  <a:pt x="246" y="122"/>
                </a:cubicBezTo>
                <a:cubicBezTo>
                  <a:pt x="245" y="122"/>
                  <a:pt x="245" y="122"/>
                  <a:pt x="245" y="122"/>
                </a:cubicBezTo>
                <a:cubicBezTo>
                  <a:pt x="245" y="122"/>
                  <a:pt x="245" y="122"/>
                  <a:pt x="245" y="122"/>
                </a:cubicBezTo>
                <a:cubicBezTo>
                  <a:pt x="245" y="122"/>
                  <a:pt x="245" y="122"/>
                  <a:pt x="245" y="122"/>
                </a:cubicBezTo>
                <a:cubicBezTo>
                  <a:pt x="245" y="122"/>
                  <a:pt x="245" y="121"/>
                  <a:pt x="245" y="121"/>
                </a:cubicBezTo>
                <a:cubicBezTo>
                  <a:pt x="245" y="121"/>
                  <a:pt x="245" y="121"/>
                  <a:pt x="245" y="121"/>
                </a:cubicBezTo>
                <a:cubicBezTo>
                  <a:pt x="245" y="121"/>
                  <a:pt x="245" y="121"/>
                  <a:pt x="245" y="121"/>
                </a:cubicBezTo>
                <a:cubicBezTo>
                  <a:pt x="245" y="121"/>
                  <a:pt x="245" y="121"/>
                  <a:pt x="245" y="121"/>
                </a:cubicBezTo>
                <a:cubicBezTo>
                  <a:pt x="245" y="121"/>
                  <a:pt x="245" y="121"/>
                  <a:pt x="245" y="121"/>
                </a:cubicBezTo>
                <a:cubicBezTo>
                  <a:pt x="245" y="121"/>
                  <a:pt x="245" y="120"/>
                  <a:pt x="245" y="120"/>
                </a:cubicBezTo>
                <a:cubicBezTo>
                  <a:pt x="245" y="120"/>
                  <a:pt x="245" y="120"/>
                  <a:pt x="244" y="120"/>
                </a:cubicBezTo>
                <a:cubicBezTo>
                  <a:pt x="244" y="120"/>
                  <a:pt x="244" y="120"/>
                  <a:pt x="244" y="120"/>
                </a:cubicBezTo>
                <a:cubicBezTo>
                  <a:pt x="244" y="120"/>
                  <a:pt x="244" y="121"/>
                  <a:pt x="244" y="121"/>
                </a:cubicBezTo>
                <a:cubicBezTo>
                  <a:pt x="244" y="121"/>
                  <a:pt x="244" y="121"/>
                  <a:pt x="244" y="121"/>
                </a:cubicBezTo>
                <a:cubicBezTo>
                  <a:pt x="244" y="121"/>
                  <a:pt x="244" y="121"/>
                  <a:pt x="244" y="121"/>
                </a:cubicBezTo>
                <a:cubicBezTo>
                  <a:pt x="244" y="121"/>
                  <a:pt x="243" y="121"/>
                  <a:pt x="243" y="121"/>
                </a:cubicBezTo>
                <a:cubicBezTo>
                  <a:pt x="243" y="121"/>
                  <a:pt x="243" y="121"/>
                  <a:pt x="243" y="121"/>
                </a:cubicBezTo>
                <a:cubicBezTo>
                  <a:pt x="243" y="122"/>
                  <a:pt x="244" y="122"/>
                  <a:pt x="244" y="122"/>
                </a:cubicBezTo>
                <a:cubicBezTo>
                  <a:pt x="244" y="122"/>
                  <a:pt x="244" y="121"/>
                  <a:pt x="244" y="121"/>
                </a:cubicBezTo>
                <a:cubicBezTo>
                  <a:pt x="244" y="121"/>
                  <a:pt x="244" y="121"/>
                  <a:pt x="244" y="121"/>
                </a:cubicBezTo>
                <a:cubicBezTo>
                  <a:pt x="244" y="121"/>
                  <a:pt x="245" y="121"/>
                  <a:pt x="245" y="121"/>
                </a:cubicBezTo>
                <a:cubicBezTo>
                  <a:pt x="245" y="121"/>
                  <a:pt x="245" y="121"/>
                  <a:pt x="245" y="121"/>
                </a:cubicBezTo>
                <a:cubicBezTo>
                  <a:pt x="245" y="121"/>
                  <a:pt x="245" y="122"/>
                  <a:pt x="245" y="122"/>
                </a:cubicBezTo>
                <a:cubicBezTo>
                  <a:pt x="245" y="122"/>
                  <a:pt x="245" y="122"/>
                  <a:pt x="245" y="122"/>
                </a:cubicBezTo>
                <a:cubicBezTo>
                  <a:pt x="245" y="122"/>
                  <a:pt x="245" y="122"/>
                  <a:pt x="244" y="122"/>
                </a:cubicBezTo>
                <a:cubicBezTo>
                  <a:pt x="244" y="122"/>
                  <a:pt x="244" y="122"/>
                  <a:pt x="244" y="122"/>
                </a:cubicBezTo>
                <a:cubicBezTo>
                  <a:pt x="244" y="122"/>
                  <a:pt x="244" y="122"/>
                  <a:pt x="244" y="122"/>
                </a:cubicBezTo>
                <a:cubicBezTo>
                  <a:pt x="244" y="122"/>
                  <a:pt x="244" y="123"/>
                  <a:pt x="244" y="123"/>
                </a:cubicBezTo>
                <a:cubicBezTo>
                  <a:pt x="244" y="123"/>
                  <a:pt x="243" y="123"/>
                  <a:pt x="243" y="123"/>
                </a:cubicBezTo>
                <a:cubicBezTo>
                  <a:pt x="243" y="123"/>
                  <a:pt x="243" y="123"/>
                  <a:pt x="243" y="123"/>
                </a:cubicBezTo>
                <a:cubicBezTo>
                  <a:pt x="243" y="123"/>
                  <a:pt x="242" y="123"/>
                  <a:pt x="242" y="123"/>
                </a:cubicBezTo>
                <a:cubicBezTo>
                  <a:pt x="242" y="123"/>
                  <a:pt x="242" y="123"/>
                  <a:pt x="242" y="123"/>
                </a:cubicBezTo>
                <a:cubicBezTo>
                  <a:pt x="242" y="123"/>
                  <a:pt x="242" y="123"/>
                  <a:pt x="242" y="124"/>
                </a:cubicBezTo>
                <a:cubicBezTo>
                  <a:pt x="242" y="124"/>
                  <a:pt x="241" y="124"/>
                  <a:pt x="241" y="124"/>
                </a:cubicBezTo>
                <a:cubicBezTo>
                  <a:pt x="241" y="124"/>
                  <a:pt x="241" y="124"/>
                  <a:pt x="241" y="124"/>
                </a:cubicBezTo>
                <a:cubicBezTo>
                  <a:pt x="241" y="124"/>
                  <a:pt x="241" y="124"/>
                  <a:pt x="241" y="124"/>
                </a:cubicBezTo>
                <a:cubicBezTo>
                  <a:pt x="241" y="124"/>
                  <a:pt x="241" y="124"/>
                  <a:pt x="241" y="124"/>
                </a:cubicBezTo>
                <a:cubicBezTo>
                  <a:pt x="241" y="124"/>
                  <a:pt x="241" y="124"/>
                  <a:pt x="241" y="124"/>
                </a:cubicBezTo>
                <a:cubicBezTo>
                  <a:pt x="241" y="124"/>
                  <a:pt x="241" y="125"/>
                  <a:pt x="241" y="125"/>
                </a:cubicBezTo>
                <a:cubicBezTo>
                  <a:pt x="241" y="125"/>
                  <a:pt x="241" y="125"/>
                  <a:pt x="241" y="125"/>
                </a:cubicBezTo>
                <a:cubicBezTo>
                  <a:pt x="241" y="125"/>
                  <a:pt x="240" y="125"/>
                  <a:pt x="240" y="125"/>
                </a:cubicBezTo>
                <a:cubicBezTo>
                  <a:pt x="240" y="125"/>
                  <a:pt x="240" y="125"/>
                  <a:pt x="240" y="125"/>
                </a:cubicBezTo>
                <a:cubicBezTo>
                  <a:pt x="240" y="125"/>
                  <a:pt x="240" y="125"/>
                  <a:pt x="240" y="125"/>
                </a:cubicBezTo>
                <a:cubicBezTo>
                  <a:pt x="240" y="125"/>
                  <a:pt x="239" y="125"/>
                  <a:pt x="239" y="125"/>
                </a:cubicBezTo>
                <a:cubicBezTo>
                  <a:pt x="239" y="125"/>
                  <a:pt x="239" y="125"/>
                  <a:pt x="239" y="125"/>
                </a:cubicBezTo>
                <a:cubicBezTo>
                  <a:pt x="239" y="125"/>
                  <a:pt x="239" y="125"/>
                  <a:pt x="239" y="125"/>
                </a:cubicBezTo>
                <a:cubicBezTo>
                  <a:pt x="239" y="125"/>
                  <a:pt x="238" y="124"/>
                  <a:pt x="238" y="124"/>
                </a:cubicBezTo>
                <a:cubicBezTo>
                  <a:pt x="238" y="124"/>
                  <a:pt x="237" y="124"/>
                  <a:pt x="237" y="124"/>
                </a:cubicBezTo>
                <a:cubicBezTo>
                  <a:pt x="237" y="124"/>
                  <a:pt x="237" y="124"/>
                  <a:pt x="237" y="124"/>
                </a:cubicBezTo>
                <a:cubicBezTo>
                  <a:pt x="237" y="124"/>
                  <a:pt x="237" y="124"/>
                  <a:pt x="237" y="124"/>
                </a:cubicBezTo>
                <a:cubicBezTo>
                  <a:pt x="237" y="124"/>
                  <a:pt x="237" y="124"/>
                  <a:pt x="237" y="124"/>
                </a:cubicBezTo>
                <a:cubicBezTo>
                  <a:pt x="237" y="124"/>
                  <a:pt x="237" y="124"/>
                  <a:pt x="237" y="124"/>
                </a:cubicBezTo>
                <a:cubicBezTo>
                  <a:pt x="237" y="124"/>
                  <a:pt x="237" y="124"/>
                  <a:pt x="237" y="124"/>
                </a:cubicBezTo>
                <a:cubicBezTo>
                  <a:pt x="237" y="124"/>
                  <a:pt x="237" y="123"/>
                  <a:pt x="237" y="123"/>
                </a:cubicBezTo>
                <a:cubicBezTo>
                  <a:pt x="237" y="123"/>
                  <a:pt x="237" y="124"/>
                  <a:pt x="237" y="124"/>
                </a:cubicBezTo>
                <a:cubicBezTo>
                  <a:pt x="237" y="124"/>
                  <a:pt x="236" y="124"/>
                  <a:pt x="236" y="124"/>
                </a:cubicBezTo>
                <a:cubicBezTo>
                  <a:pt x="236" y="124"/>
                  <a:pt x="236" y="124"/>
                  <a:pt x="236" y="124"/>
                </a:cubicBezTo>
                <a:cubicBezTo>
                  <a:pt x="236" y="124"/>
                  <a:pt x="236" y="124"/>
                  <a:pt x="236" y="124"/>
                </a:cubicBezTo>
                <a:cubicBezTo>
                  <a:pt x="235" y="124"/>
                  <a:pt x="235" y="124"/>
                  <a:pt x="235" y="124"/>
                </a:cubicBezTo>
                <a:cubicBezTo>
                  <a:pt x="235" y="124"/>
                  <a:pt x="235" y="124"/>
                  <a:pt x="235" y="124"/>
                </a:cubicBezTo>
                <a:cubicBezTo>
                  <a:pt x="235" y="124"/>
                  <a:pt x="235" y="124"/>
                  <a:pt x="235" y="124"/>
                </a:cubicBezTo>
                <a:cubicBezTo>
                  <a:pt x="235" y="124"/>
                  <a:pt x="234" y="124"/>
                  <a:pt x="234" y="124"/>
                </a:cubicBezTo>
                <a:cubicBezTo>
                  <a:pt x="234" y="124"/>
                  <a:pt x="234" y="124"/>
                  <a:pt x="234" y="124"/>
                </a:cubicBezTo>
                <a:cubicBezTo>
                  <a:pt x="234" y="124"/>
                  <a:pt x="234" y="124"/>
                  <a:pt x="234" y="124"/>
                </a:cubicBezTo>
                <a:cubicBezTo>
                  <a:pt x="234" y="124"/>
                  <a:pt x="234" y="124"/>
                  <a:pt x="233" y="124"/>
                </a:cubicBezTo>
                <a:cubicBezTo>
                  <a:pt x="233" y="124"/>
                  <a:pt x="233" y="124"/>
                  <a:pt x="233" y="124"/>
                </a:cubicBezTo>
                <a:cubicBezTo>
                  <a:pt x="233" y="124"/>
                  <a:pt x="233" y="124"/>
                  <a:pt x="233" y="124"/>
                </a:cubicBezTo>
                <a:cubicBezTo>
                  <a:pt x="233" y="124"/>
                  <a:pt x="233" y="124"/>
                  <a:pt x="233" y="124"/>
                </a:cubicBezTo>
                <a:cubicBezTo>
                  <a:pt x="233" y="124"/>
                  <a:pt x="233" y="124"/>
                  <a:pt x="233" y="124"/>
                </a:cubicBezTo>
                <a:cubicBezTo>
                  <a:pt x="233" y="124"/>
                  <a:pt x="233" y="124"/>
                  <a:pt x="233" y="124"/>
                </a:cubicBezTo>
                <a:cubicBezTo>
                  <a:pt x="233" y="124"/>
                  <a:pt x="233" y="124"/>
                  <a:pt x="233" y="125"/>
                </a:cubicBezTo>
                <a:cubicBezTo>
                  <a:pt x="233" y="125"/>
                  <a:pt x="233" y="125"/>
                  <a:pt x="233" y="125"/>
                </a:cubicBezTo>
                <a:cubicBezTo>
                  <a:pt x="233" y="125"/>
                  <a:pt x="233" y="125"/>
                  <a:pt x="233" y="125"/>
                </a:cubicBezTo>
                <a:cubicBezTo>
                  <a:pt x="233" y="125"/>
                  <a:pt x="233" y="125"/>
                  <a:pt x="233" y="125"/>
                </a:cubicBezTo>
                <a:cubicBezTo>
                  <a:pt x="232" y="125"/>
                  <a:pt x="232" y="125"/>
                  <a:pt x="232" y="125"/>
                </a:cubicBezTo>
                <a:cubicBezTo>
                  <a:pt x="232" y="125"/>
                  <a:pt x="232" y="125"/>
                  <a:pt x="232" y="125"/>
                </a:cubicBezTo>
                <a:cubicBezTo>
                  <a:pt x="232" y="125"/>
                  <a:pt x="232" y="125"/>
                  <a:pt x="232" y="125"/>
                </a:cubicBezTo>
                <a:cubicBezTo>
                  <a:pt x="232" y="125"/>
                  <a:pt x="232" y="125"/>
                  <a:pt x="232" y="125"/>
                </a:cubicBezTo>
                <a:cubicBezTo>
                  <a:pt x="232" y="125"/>
                  <a:pt x="231" y="125"/>
                  <a:pt x="231" y="125"/>
                </a:cubicBezTo>
                <a:cubicBezTo>
                  <a:pt x="231" y="125"/>
                  <a:pt x="231" y="125"/>
                  <a:pt x="231" y="125"/>
                </a:cubicBezTo>
                <a:cubicBezTo>
                  <a:pt x="231" y="125"/>
                  <a:pt x="231" y="125"/>
                  <a:pt x="231" y="125"/>
                </a:cubicBezTo>
                <a:cubicBezTo>
                  <a:pt x="231" y="125"/>
                  <a:pt x="231" y="124"/>
                  <a:pt x="231" y="124"/>
                </a:cubicBezTo>
                <a:cubicBezTo>
                  <a:pt x="231" y="124"/>
                  <a:pt x="231" y="124"/>
                  <a:pt x="231" y="124"/>
                </a:cubicBezTo>
                <a:cubicBezTo>
                  <a:pt x="231" y="124"/>
                  <a:pt x="230" y="124"/>
                  <a:pt x="230" y="124"/>
                </a:cubicBezTo>
                <a:cubicBezTo>
                  <a:pt x="230" y="124"/>
                  <a:pt x="230" y="124"/>
                  <a:pt x="230" y="124"/>
                </a:cubicBezTo>
                <a:cubicBezTo>
                  <a:pt x="230" y="124"/>
                  <a:pt x="230" y="124"/>
                  <a:pt x="230" y="124"/>
                </a:cubicBezTo>
                <a:cubicBezTo>
                  <a:pt x="230" y="124"/>
                  <a:pt x="229" y="123"/>
                  <a:pt x="229" y="123"/>
                </a:cubicBezTo>
                <a:cubicBezTo>
                  <a:pt x="229" y="123"/>
                  <a:pt x="229" y="123"/>
                  <a:pt x="229" y="123"/>
                </a:cubicBezTo>
                <a:cubicBezTo>
                  <a:pt x="229" y="123"/>
                  <a:pt x="229" y="123"/>
                  <a:pt x="228" y="123"/>
                </a:cubicBezTo>
                <a:cubicBezTo>
                  <a:pt x="228" y="123"/>
                  <a:pt x="228" y="123"/>
                  <a:pt x="228" y="123"/>
                </a:cubicBezTo>
                <a:cubicBezTo>
                  <a:pt x="228" y="123"/>
                  <a:pt x="228" y="123"/>
                  <a:pt x="228" y="123"/>
                </a:cubicBezTo>
                <a:cubicBezTo>
                  <a:pt x="228" y="123"/>
                  <a:pt x="228" y="123"/>
                  <a:pt x="228" y="123"/>
                </a:cubicBezTo>
                <a:cubicBezTo>
                  <a:pt x="228" y="123"/>
                  <a:pt x="227" y="123"/>
                  <a:pt x="227" y="123"/>
                </a:cubicBezTo>
                <a:cubicBezTo>
                  <a:pt x="227" y="123"/>
                  <a:pt x="227" y="123"/>
                  <a:pt x="227" y="123"/>
                </a:cubicBezTo>
                <a:cubicBezTo>
                  <a:pt x="227" y="123"/>
                  <a:pt x="227" y="123"/>
                  <a:pt x="227" y="123"/>
                </a:cubicBezTo>
                <a:cubicBezTo>
                  <a:pt x="226" y="123"/>
                  <a:pt x="226" y="123"/>
                  <a:pt x="226" y="123"/>
                </a:cubicBezTo>
                <a:cubicBezTo>
                  <a:pt x="226" y="123"/>
                  <a:pt x="226" y="123"/>
                  <a:pt x="226" y="123"/>
                </a:cubicBezTo>
                <a:cubicBezTo>
                  <a:pt x="225" y="123"/>
                  <a:pt x="225" y="123"/>
                  <a:pt x="225" y="123"/>
                </a:cubicBezTo>
                <a:cubicBezTo>
                  <a:pt x="225" y="123"/>
                  <a:pt x="225" y="122"/>
                  <a:pt x="225" y="122"/>
                </a:cubicBezTo>
                <a:cubicBezTo>
                  <a:pt x="225" y="122"/>
                  <a:pt x="224" y="122"/>
                  <a:pt x="224" y="122"/>
                </a:cubicBezTo>
                <a:cubicBezTo>
                  <a:pt x="224" y="122"/>
                  <a:pt x="224" y="122"/>
                  <a:pt x="224" y="122"/>
                </a:cubicBezTo>
                <a:cubicBezTo>
                  <a:pt x="224" y="122"/>
                  <a:pt x="224" y="122"/>
                  <a:pt x="224" y="122"/>
                </a:cubicBezTo>
                <a:cubicBezTo>
                  <a:pt x="224" y="122"/>
                  <a:pt x="224" y="122"/>
                  <a:pt x="224" y="122"/>
                </a:cubicBezTo>
                <a:cubicBezTo>
                  <a:pt x="224" y="122"/>
                  <a:pt x="224" y="122"/>
                  <a:pt x="224" y="122"/>
                </a:cubicBezTo>
                <a:cubicBezTo>
                  <a:pt x="224" y="122"/>
                  <a:pt x="223" y="122"/>
                  <a:pt x="223" y="122"/>
                </a:cubicBezTo>
                <a:cubicBezTo>
                  <a:pt x="223" y="122"/>
                  <a:pt x="223" y="122"/>
                  <a:pt x="223" y="122"/>
                </a:cubicBezTo>
                <a:cubicBezTo>
                  <a:pt x="223" y="122"/>
                  <a:pt x="223" y="122"/>
                  <a:pt x="223" y="122"/>
                </a:cubicBezTo>
                <a:cubicBezTo>
                  <a:pt x="223" y="122"/>
                  <a:pt x="223" y="122"/>
                  <a:pt x="223" y="122"/>
                </a:cubicBezTo>
                <a:cubicBezTo>
                  <a:pt x="223" y="122"/>
                  <a:pt x="223" y="122"/>
                  <a:pt x="223" y="122"/>
                </a:cubicBezTo>
                <a:cubicBezTo>
                  <a:pt x="223" y="122"/>
                  <a:pt x="222" y="122"/>
                  <a:pt x="222" y="122"/>
                </a:cubicBezTo>
                <a:cubicBezTo>
                  <a:pt x="222" y="122"/>
                  <a:pt x="222" y="122"/>
                  <a:pt x="222" y="122"/>
                </a:cubicBezTo>
                <a:cubicBezTo>
                  <a:pt x="222" y="122"/>
                  <a:pt x="222" y="122"/>
                  <a:pt x="222" y="122"/>
                </a:cubicBezTo>
                <a:cubicBezTo>
                  <a:pt x="222" y="122"/>
                  <a:pt x="222" y="122"/>
                  <a:pt x="222" y="122"/>
                </a:cubicBezTo>
                <a:cubicBezTo>
                  <a:pt x="222" y="122"/>
                  <a:pt x="221" y="122"/>
                  <a:pt x="221" y="122"/>
                </a:cubicBezTo>
                <a:cubicBezTo>
                  <a:pt x="221" y="122"/>
                  <a:pt x="221" y="122"/>
                  <a:pt x="221" y="122"/>
                </a:cubicBezTo>
                <a:cubicBezTo>
                  <a:pt x="221" y="122"/>
                  <a:pt x="221" y="122"/>
                  <a:pt x="221" y="122"/>
                </a:cubicBezTo>
                <a:cubicBezTo>
                  <a:pt x="221" y="122"/>
                  <a:pt x="221" y="123"/>
                  <a:pt x="221" y="123"/>
                </a:cubicBezTo>
                <a:cubicBezTo>
                  <a:pt x="221" y="123"/>
                  <a:pt x="221" y="123"/>
                  <a:pt x="221" y="123"/>
                </a:cubicBezTo>
                <a:cubicBezTo>
                  <a:pt x="221" y="123"/>
                  <a:pt x="220" y="123"/>
                  <a:pt x="220" y="123"/>
                </a:cubicBezTo>
                <a:cubicBezTo>
                  <a:pt x="220" y="123"/>
                  <a:pt x="220" y="123"/>
                  <a:pt x="220" y="123"/>
                </a:cubicBezTo>
                <a:cubicBezTo>
                  <a:pt x="220" y="123"/>
                  <a:pt x="220" y="123"/>
                  <a:pt x="220" y="123"/>
                </a:cubicBezTo>
                <a:cubicBezTo>
                  <a:pt x="220" y="123"/>
                  <a:pt x="220" y="123"/>
                  <a:pt x="220" y="123"/>
                </a:cubicBezTo>
                <a:cubicBezTo>
                  <a:pt x="220" y="123"/>
                  <a:pt x="220" y="123"/>
                  <a:pt x="220" y="123"/>
                </a:cubicBezTo>
                <a:cubicBezTo>
                  <a:pt x="220" y="123"/>
                  <a:pt x="220" y="123"/>
                  <a:pt x="220" y="123"/>
                </a:cubicBezTo>
                <a:cubicBezTo>
                  <a:pt x="220" y="123"/>
                  <a:pt x="220" y="123"/>
                  <a:pt x="220" y="123"/>
                </a:cubicBezTo>
                <a:cubicBezTo>
                  <a:pt x="220" y="123"/>
                  <a:pt x="220" y="123"/>
                  <a:pt x="220" y="123"/>
                </a:cubicBezTo>
                <a:cubicBezTo>
                  <a:pt x="220" y="123"/>
                  <a:pt x="220" y="123"/>
                  <a:pt x="220" y="123"/>
                </a:cubicBezTo>
                <a:cubicBezTo>
                  <a:pt x="219" y="123"/>
                  <a:pt x="219" y="123"/>
                  <a:pt x="219" y="123"/>
                </a:cubicBezTo>
                <a:cubicBezTo>
                  <a:pt x="219" y="123"/>
                  <a:pt x="219" y="123"/>
                  <a:pt x="219" y="123"/>
                </a:cubicBezTo>
                <a:cubicBezTo>
                  <a:pt x="219" y="123"/>
                  <a:pt x="219" y="123"/>
                  <a:pt x="219" y="123"/>
                </a:cubicBezTo>
                <a:cubicBezTo>
                  <a:pt x="219" y="123"/>
                  <a:pt x="219" y="123"/>
                  <a:pt x="219" y="123"/>
                </a:cubicBezTo>
                <a:cubicBezTo>
                  <a:pt x="219" y="123"/>
                  <a:pt x="219" y="124"/>
                  <a:pt x="219" y="124"/>
                </a:cubicBezTo>
                <a:cubicBezTo>
                  <a:pt x="219" y="124"/>
                  <a:pt x="219" y="124"/>
                  <a:pt x="219" y="124"/>
                </a:cubicBezTo>
                <a:cubicBezTo>
                  <a:pt x="219" y="124"/>
                  <a:pt x="218" y="123"/>
                  <a:pt x="218" y="124"/>
                </a:cubicBezTo>
                <a:cubicBezTo>
                  <a:pt x="218" y="124"/>
                  <a:pt x="218" y="124"/>
                  <a:pt x="218" y="124"/>
                </a:cubicBezTo>
                <a:cubicBezTo>
                  <a:pt x="218" y="124"/>
                  <a:pt x="218" y="124"/>
                  <a:pt x="218" y="124"/>
                </a:cubicBezTo>
                <a:cubicBezTo>
                  <a:pt x="218" y="124"/>
                  <a:pt x="218" y="124"/>
                  <a:pt x="218" y="124"/>
                </a:cubicBezTo>
                <a:cubicBezTo>
                  <a:pt x="218" y="123"/>
                  <a:pt x="218" y="124"/>
                  <a:pt x="218" y="124"/>
                </a:cubicBezTo>
                <a:cubicBezTo>
                  <a:pt x="218" y="124"/>
                  <a:pt x="218" y="124"/>
                  <a:pt x="218" y="124"/>
                </a:cubicBezTo>
                <a:cubicBezTo>
                  <a:pt x="218" y="124"/>
                  <a:pt x="218" y="124"/>
                  <a:pt x="218" y="124"/>
                </a:cubicBezTo>
                <a:cubicBezTo>
                  <a:pt x="218" y="124"/>
                  <a:pt x="218" y="124"/>
                  <a:pt x="217" y="124"/>
                </a:cubicBezTo>
                <a:cubicBezTo>
                  <a:pt x="217" y="124"/>
                  <a:pt x="217" y="125"/>
                  <a:pt x="217" y="125"/>
                </a:cubicBezTo>
                <a:cubicBezTo>
                  <a:pt x="217" y="125"/>
                  <a:pt x="217" y="125"/>
                  <a:pt x="217" y="125"/>
                </a:cubicBezTo>
                <a:cubicBezTo>
                  <a:pt x="217" y="125"/>
                  <a:pt x="217" y="125"/>
                  <a:pt x="217" y="125"/>
                </a:cubicBezTo>
                <a:cubicBezTo>
                  <a:pt x="217" y="125"/>
                  <a:pt x="217" y="126"/>
                  <a:pt x="217" y="126"/>
                </a:cubicBezTo>
                <a:cubicBezTo>
                  <a:pt x="217" y="126"/>
                  <a:pt x="217" y="127"/>
                  <a:pt x="217" y="127"/>
                </a:cubicBezTo>
                <a:cubicBezTo>
                  <a:pt x="217" y="127"/>
                  <a:pt x="218" y="127"/>
                  <a:pt x="218" y="127"/>
                </a:cubicBezTo>
                <a:cubicBezTo>
                  <a:pt x="218" y="127"/>
                  <a:pt x="218" y="127"/>
                  <a:pt x="218" y="127"/>
                </a:cubicBezTo>
                <a:cubicBezTo>
                  <a:pt x="218" y="127"/>
                  <a:pt x="218" y="127"/>
                  <a:pt x="218" y="127"/>
                </a:cubicBezTo>
                <a:cubicBezTo>
                  <a:pt x="218" y="127"/>
                  <a:pt x="218" y="127"/>
                  <a:pt x="218" y="127"/>
                </a:cubicBezTo>
                <a:cubicBezTo>
                  <a:pt x="218" y="127"/>
                  <a:pt x="218" y="127"/>
                  <a:pt x="218" y="127"/>
                </a:cubicBezTo>
                <a:cubicBezTo>
                  <a:pt x="218" y="127"/>
                  <a:pt x="218" y="127"/>
                  <a:pt x="219" y="127"/>
                </a:cubicBezTo>
                <a:cubicBezTo>
                  <a:pt x="219" y="127"/>
                  <a:pt x="219" y="127"/>
                  <a:pt x="219" y="127"/>
                </a:cubicBezTo>
                <a:cubicBezTo>
                  <a:pt x="219" y="127"/>
                  <a:pt x="220" y="127"/>
                  <a:pt x="220" y="127"/>
                </a:cubicBezTo>
                <a:cubicBezTo>
                  <a:pt x="220" y="127"/>
                  <a:pt x="220" y="127"/>
                  <a:pt x="220" y="127"/>
                </a:cubicBezTo>
                <a:cubicBezTo>
                  <a:pt x="220" y="127"/>
                  <a:pt x="220" y="127"/>
                  <a:pt x="220" y="127"/>
                </a:cubicBezTo>
                <a:cubicBezTo>
                  <a:pt x="220" y="127"/>
                  <a:pt x="221" y="127"/>
                  <a:pt x="221" y="127"/>
                </a:cubicBezTo>
                <a:cubicBezTo>
                  <a:pt x="221" y="127"/>
                  <a:pt x="221" y="127"/>
                  <a:pt x="221" y="127"/>
                </a:cubicBezTo>
                <a:cubicBezTo>
                  <a:pt x="222" y="127"/>
                  <a:pt x="222" y="127"/>
                  <a:pt x="222" y="127"/>
                </a:cubicBezTo>
                <a:cubicBezTo>
                  <a:pt x="222" y="127"/>
                  <a:pt x="222" y="127"/>
                  <a:pt x="222" y="127"/>
                </a:cubicBezTo>
                <a:cubicBezTo>
                  <a:pt x="222" y="127"/>
                  <a:pt x="222" y="127"/>
                  <a:pt x="222" y="127"/>
                </a:cubicBezTo>
                <a:cubicBezTo>
                  <a:pt x="224" y="127"/>
                  <a:pt x="224" y="127"/>
                  <a:pt x="224" y="127"/>
                </a:cubicBezTo>
                <a:cubicBezTo>
                  <a:pt x="224" y="127"/>
                  <a:pt x="224" y="127"/>
                  <a:pt x="224" y="127"/>
                </a:cubicBezTo>
                <a:cubicBezTo>
                  <a:pt x="224" y="127"/>
                  <a:pt x="225" y="127"/>
                  <a:pt x="225" y="127"/>
                </a:cubicBezTo>
                <a:cubicBezTo>
                  <a:pt x="225" y="127"/>
                  <a:pt x="225" y="128"/>
                  <a:pt x="225" y="128"/>
                </a:cubicBezTo>
                <a:cubicBezTo>
                  <a:pt x="225" y="128"/>
                  <a:pt x="226" y="128"/>
                  <a:pt x="226" y="128"/>
                </a:cubicBezTo>
                <a:cubicBezTo>
                  <a:pt x="226" y="128"/>
                  <a:pt x="226" y="127"/>
                  <a:pt x="226" y="127"/>
                </a:cubicBezTo>
                <a:cubicBezTo>
                  <a:pt x="226" y="127"/>
                  <a:pt x="226" y="127"/>
                  <a:pt x="226" y="127"/>
                </a:cubicBezTo>
                <a:cubicBezTo>
                  <a:pt x="226" y="127"/>
                  <a:pt x="226" y="127"/>
                  <a:pt x="226" y="127"/>
                </a:cubicBezTo>
                <a:cubicBezTo>
                  <a:pt x="226" y="127"/>
                  <a:pt x="227" y="127"/>
                  <a:pt x="227" y="127"/>
                </a:cubicBezTo>
                <a:cubicBezTo>
                  <a:pt x="227" y="127"/>
                  <a:pt x="227" y="128"/>
                  <a:pt x="227" y="128"/>
                </a:cubicBezTo>
                <a:cubicBezTo>
                  <a:pt x="227" y="128"/>
                  <a:pt x="227" y="128"/>
                  <a:pt x="227" y="128"/>
                </a:cubicBezTo>
                <a:cubicBezTo>
                  <a:pt x="227" y="128"/>
                  <a:pt x="227" y="128"/>
                  <a:pt x="227" y="128"/>
                </a:cubicBezTo>
                <a:cubicBezTo>
                  <a:pt x="228" y="128"/>
                  <a:pt x="228" y="128"/>
                  <a:pt x="228" y="128"/>
                </a:cubicBezTo>
                <a:cubicBezTo>
                  <a:pt x="228" y="128"/>
                  <a:pt x="228" y="128"/>
                  <a:pt x="228" y="128"/>
                </a:cubicBezTo>
                <a:cubicBezTo>
                  <a:pt x="228" y="128"/>
                  <a:pt x="229" y="128"/>
                  <a:pt x="229" y="128"/>
                </a:cubicBezTo>
                <a:cubicBezTo>
                  <a:pt x="229" y="128"/>
                  <a:pt x="229" y="128"/>
                  <a:pt x="229" y="128"/>
                </a:cubicBezTo>
                <a:cubicBezTo>
                  <a:pt x="229" y="128"/>
                  <a:pt x="230" y="128"/>
                  <a:pt x="230" y="128"/>
                </a:cubicBezTo>
                <a:cubicBezTo>
                  <a:pt x="230" y="128"/>
                  <a:pt x="230" y="128"/>
                  <a:pt x="230" y="128"/>
                </a:cubicBezTo>
                <a:cubicBezTo>
                  <a:pt x="230" y="128"/>
                  <a:pt x="231" y="128"/>
                  <a:pt x="231" y="128"/>
                </a:cubicBezTo>
                <a:cubicBezTo>
                  <a:pt x="231" y="128"/>
                  <a:pt x="231" y="128"/>
                  <a:pt x="231" y="128"/>
                </a:cubicBezTo>
                <a:cubicBezTo>
                  <a:pt x="231" y="128"/>
                  <a:pt x="231" y="127"/>
                  <a:pt x="231" y="127"/>
                </a:cubicBezTo>
                <a:cubicBezTo>
                  <a:pt x="231" y="127"/>
                  <a:pt x="231" y="127"/>
                  <a:pt x="231" y="127"/>
                </a:cubicBezTo>
                <a:cubicBezTo>
                  <a:pt x="231" y="127"/>
                  <a:pt x="231" y="127"/>
                  <a:pt x="231" y="127"/>
                </a:cubicBezTo>
                <a:cubicBezTo>
                  <a:pt x="231" y="127"/>
                  <a:pt x="231" y="127"/>
                  <a:pt x="231" y="127"/>
                </a:cubicBezTo>
                <a:cubicBezTo>
                  <a:pt x="231" y="127"/>
                  <a:pt x="232" y="127"/>
                  <a:pt x="232" y="127"/>
                </a:cubicBezTo>
                <a:cubicBezTo>
                  <a:pt x="232" y="127"/>
                  <a:pt x="233" y="127"/>
                  <a:pt x="233" y="127"/>
                </a:cubicBezTo>
                <a:cubicBezTo>
                  <a:pt x="233" y="127"/>
                  <a:pt x="233" y="127"/>
                  <a:pt x="233" y="127"/>
                </a:cubicBezTo>
                <a:cubicBezTo>
                  <a:pt x="233" y="127"/>
                  <a:pt x="233" y="127"/>
                  <a:pt x="233" y="127"/>
                </a:cubicBezTo>
                <a:cubicBezTo>
                  <a:pt x="233" y="127"/>
                  <a:pt x="233" y="127"/>
                  <a:pt x="233" y="127"/>
                </a:cubicBezTo>
                <a:cubicBezTo>
                  <a:pt x="233" y="127"/>
                  <a:pt x="233" y="128"/>
                  <a:pt x="233" y="128"/>
                </a:cubicBezTo>
                <a:cubicBezTo>
                  <a:pt x="233" y="128"/>
                  <a:pt x="233" y="128"/>
                  <a:pt x="233" y="128"/>
                </a:cubicBezTo>
                <a:cubicBezTo>
                  <a:pt x="234" y="128"/>
                  <a:pt x="234" y="127"/>
                  <a:pt x="234" y="127"/>
                </a:cubicBezTo>
                <a:cubicBezTo>
                  <a:pt x="234" y="127"/>
                  <a:pt x="234" y="127"/>
                  <a:pt x="234" y="127"/>
                </a:cubicBezTo>
                <a:cubicBezTo>
                  <a:pt x="234" y="127"/>
                  <a:pt x="234" y="127"/>
                  <a:pt x="234" y="127"/>
                </a:cubicBezTo>
                <a:cubicBezTo>
                  <a:pt x="234" y="127"/>
                  <a:pt x="234" y="127"/>
                  <a:pt x="234" y="127"/>
                </a:cubicBezTo>
                <a:cubicBezTo>
                  <a:pt x="234" y="128"/>
                  <a:pt x="235" y="127"/>
                  <a:pt x="235" y="127"/>
                </a:cubicBezTo>
                <a:cubicBezTo>
                  <a:pt x="235" y="127"/>
                  <a:pt x="235" y="127"/>
                  <a:pt x="235" y="127"/>
                </a:cubicBezTo>
                <a:cubicBezTo>
                  <a:pt x="235" y="127"/>
                  <a:pt x="236" y="127"/>
                  <a:pt x="236" y="127"/>
                </a:cubicBezTo>
                <a:cubicBezTo>
                  <a:pt x="236" y="127"/>
                  <a:pt x="236" y="127"/>
                  <a:pt x="236" y="127"/>
                </a:cubicBezTo>
                <a:cubicBezTo>
                  <a:pt x="236" y="127"/>
                  <a:pt x="236" y="127"/>
                  <a:pt x="236" y="127"/>
                </a:cubicBezTo>
                <a:cubicBezTo>
                  <a:pt x="236" y="127"/>
                  <a:pt x="237" y="127"/>
                  <a:pt x="237" y="127"/>
                </a:cubicBezTo>
                <a:cubicBezTo>
                  <a:pt x="237" y="127"/>
                  <a:pt x="237" y="126"/>
                  <a:pt x="237" y="126"/>
                </a:cubicBezTo>
                <a:cubicBezTo>
                  <a:pt x="237" y="126"/>
                  <a:pt x="238" y="126"/>
                  <a:pt x="238" y="126"/>
                </a:cubicBezTo>
                <a:cubicBezTo>
                  <a:pt x="238" y="126"/>
                  <a:pt x="238" y="126"/>
                  <a:pt x="238" y="126"/>
                </a:cubicBezTo>
                <a:cubicBezTo>
                  <a:pt x="238" y="126"/>
                  <a:pt x="238" y="126"/>
                  <a:pt x="238" y="126"/>
                </a:cubicBezTo>
                <a:cubicBezTo>
                  <a:pt x="238" y="126"/>
                  <a:pt x="239" y="126"/>
                  <a:pt x="239" y="126"/>
                </a:cubicBezTo>
                <a:cubicBezTo>
                  <a:pt x="239" y="126"/>
                  <a:pt x="239" y="126"/>
                  <a:pt x="239" y="126"/>
                </a:cubicBezTo>
                <a:cubicBezTo>
                  <a:pt x="240" y="126"/>
                  <a:pt x="240" y="126"/>
                  <a:pt x="240" y="126"/>
                </a:cubicBezTo>
                <a:cubicBezTo>
                  <a:pt x="240" y="126"/>
                  <a:pt x="240" y="126"/>
                  <a:pt x="240" y="126"/>
                </a:cubicBezTo>
                <a:cubicBezTo>
                  <a:pt x="241" y="126"/>
                  <a:pt x="241" y="126"/>
                  <a:pt x="241" y="126"/>
                </a:cubicBezTo>
                <a:cubicBezTo>
                  <a:pt x="241" y="126"/>
                  <a:pt x="241" y="126"/>
                  <a:pt x="241" y="126"/>
                </a:cubicBezTo>
                <a:cubicBezTo>
                  <a:pt x="242" y="125"/>
                  <a:pt x="242" y="125"/>
                  <a:pt x="242" y="125"/>
                </a:cubicBezTo>
                <a:cubicBezTo>
                  <a:pt x="242" y="125"/>
                  <a:pt x="243" y="125"/>
                  <a:pt x="243" y="125"/>
                </a:cubicBezTo>
                <a:cubicBezTo>
                  <a:pt x="243" y="125"/>
                  <a:pt x="244" y="125"/>
                  <a:pt x="244" y="125"/>
                </a:cubicBezTo>
                <a:cubicBezTo>
                  <a:pt x="244" y="125"/>
                  <a:pt x="244" y="125"/>
                  <a:pt x="244" y="125"/>
                </a:cubicBezTo>
                <a:cubicBezTo>
                  <a:pt x="244" y="125"/>
                  <a:pt x="244" y="125"/>
                  <a:pt x="244" y="124"/>
                </a:cubicBezTo>
                <a:close/>
                <a:moveTo>
                  <a:pt x="248" y="60"/>
                </a:moveTo>
                <a:cubicBezTo>
                  <a:pt x="248" y="60"/>
                  <a:pt x="248" y="60"/>
                  <a:pt x="248" y="60"/>
                </a:cubicBezTo>
                <a:cubicBezTo>
                  <a:pt x="248" y="60"/>
                  <a:pt x="248" y="59"/>
                  <a:pt x="248" y="59"/>
                </a:cubicBezTo>
                <a:cubicBezTo>
                  <a:pt x="248" y="60"/>
                  <a:pt x="248" y="60"/>
                  <a:pt x="247" y="59"/>
                </a:cubicBezTo>
                <a:cubicBezTo>
                  <a:pt x="247" y="59"/>
                  <a:pt x="247" y="59"/>
                  <a:pt x="247" y="59"/>
                </a:cubicBezTo>
                <a:cubicBezTo>
                  <a:pt x="247" y="59"/>
                  <a:pt x="246" y="59"/>
                  <a:pt x="246" y="60"/>
                </a:cubicBezTo>
                <a:cubicBezTo>
                  <a:pt x="246" y="60"/>
                  <a:pt x="246" y="60"/>
                  <a:pt x="246" y="60"/>
                </a:cubicBezTo>
                <a:cubicBezTo>
                  <a:pt x="246" y="60"/>
                  <a:pt x="246" y="59"/>
                  <a:pt x="245" y="59"/>
                </a:cubicBezTo>
                <a:cubicBezTo>
                  <a:pt x="245" y="60"/>
                  <a:pt x="245" y="60"/>
                  <a:pt x="245" y="60"/>
                </a:cubicBezTo>
                <a:cubicBezTo>
                  <a:pt x="245" y="60"/>
                  <a:pt x="245" y="60"/>
                  <a:pt x="245" y="60"/>
                </a:cubicBezTo>
                <a:cubicBezTo>
                  <a:pt x="244" y="61"/>
                  <a:pt x="244" y="61"/>
                  <a:pt x="244" y="61"/>
                </a:cubicBezTo>
                <a:cubicBezTo>
                  <a:pt x="244" y="61"/>
                  <a:pt x="244" y="62"/>
                  <a:pt x="244" y="62"/>
                </a:cubicBezTo>
                <a:cubicBezTo>
                  <a:pt x="244" y="62"/>
                  <a:pt x="245" y="62"/>
                  <a:pt x="245" y="62"/>
                </a:cubicBezTo>
                <a:cubicBezTo>
                  <a:pt x="245" y="63"/>
                  <a:pt x="245" y="63"/>
                  <a:pt x="245" y="63"/>
                </a:cubicBezTo>
                <a:cubicBezTo>
                  <a:pt x="245" y="63"/>
                  <a:pt x="246" y="63"/>
                  <a:pt x="246" y="63"/>
                </a:cubicBezTo>
                <a:cubicBezTo>
                  <a:pt x="246" y="62"/>
                  <a:pt x="246" y="62"/>
                  <a:pt x="246" y="62"/>
                </a:cubicBezTo>
                <a:cubicBezTo>
                  <a:pt x="246" y="62"/>
                  <a:pt x="246" y="62"/>
                  <a:pt x="247" y="62"/>
                </a:cubicBezTo>
                <a:cubicBezTo>
                  <a:pt x="247" y="61"/>
                  <a:pt x="247" y="61"/>
                  <a:pt x="247" y="61"/>
                </a:cubicBezTo>
                <a:cubicBezTo>
                  <a:pt x="247" y="61"/>
                  <a:pt x="247" y="61"/>
                  <a:pt x="247" y="61"/>
                </a:cubicBezTo>
                <a:cubicBezTo>
                  <a:pt x="247" y="60"/>
                  <a:pt x="247" y="61"/>
                  <a:pt x="248" y="61"/>
                </a:cubicBezTo>
                <a:cubicBezTo>
                  <a:pt x="248" y="61"/>
                  <a:pt x="248" y="61"/>
                  <a:pt x="248" y="62"/>
                </a:cubicBezTo>
                <a:cubicBezTo>
                  <a:pt x="248" y="62"/>
                  <a:pt x="248" y="62"/>
                  <a:pt x="247" y="63"/>
                </a:cubicBezTo>
                <a:cubicBezTo>
                  <a:pt x="247" y="63"/>
                  <a:pt x="247" y="63"/>
                  <a:pt x="247" y="63"/>
                </a:cubicBezTo>
                <a:cubicBezTo>
                  <a:pt x="247" y="63"/>
                  <a:pt x="247" y="63"/>
                  <a:pt x="247" y="63"/>
                </a:cubicBezTo>
                <a:cubicBezTo>
                  <a:pt x="248" y="63"/>
                  <a:pt x="248" y="63"/>
                  <a:pt x="248" y="63"/>
                </a:cubicBezTo>
                <a:cubicBezTo>
                  <a:pt x="248" y="63"/>
                  <a:pt x="248" y="63"/>
                  <a:pt x="248" y="63"/>
                </a:cubicBezTo>
                <a:cubicBezTo>
                  <a:pt x="248" y="63"/>
                  <a:pt x="248" y="63"/>
                  <a:pt x="248" y="63"/>
                </a:cubicBezTo>
                <a:cubicBezTo>
                  <a:pt x="248" y="63"/>
                  <a:pt x="248" y="64"/>
                  <a:pt x="248" y="63"/>
                </a:cubicBezTo>
                <a:cubicBezTo>
                  <a:pt x="248" y="63"/>
                  <a:pt x="248" y="63"/>
                  <a:pt x="248" y="63"/>
                </a:cubicBezTo>
                <a:cubicBezTo>
                  <a:pt x="248" y="63"/>
                  <a:pt x="248" y="62"/>
                  <a:pt x="248" y="62"/>
                </a:cubicBezTo>
                <a:cubicBezTo>
                  <a:pt x="248" y="62"/>
                  <a:pt x="248" y="62"/>
                  <a:pt x="248" y="62"/>
                </a:cubicBezTo>
                <a:cubicBezTo>
                  <a:pt x="248" y="62"/>
                  <a:pt x="248" y="62"/>
                  <a:pt x="249" y="62"/>
                </a:cubicBezTo>
                <a:cubicBezTo>
                  <a:pt x="249" y="62"/>
                  <a:pt x="249" y="62"/>
                  <a:pt x="249" y="61"/>
                </a:cubicBezTo>
                <a:cubicBezTo>
                  <a:pt x="249" y="62"/>
                  <a:pt x="249" y="62"/>
                  <a:pt x="250" y="62"/>
                </a:cubicBezTo>
                <a:cubicBezTo>
                  <a:pt x="250" y="62"/>
                  <a:pt x="250" y="62"/>
                  <a:pt x="250" y="62"/>
                </a:cubicBezTo>
                <a:cubicBezTo>
                  <a:pt x="250" y="62"/>
                  <a:pt x="250" y="62"/>
                  <a:pt x="250" y="62"/>
                </a:cubicBezTo>
                <a:cubicBezTo>
                  <a:pt x="250" y="62"/>
                  <a:pt x="251" y="62"/>
                  <a:pt x="251" y="62"/>
                </a:cubicBezTo>
                <a:cubicBezTo>
                  <a:pt x="251" y="62"/>
                  <a:pt x="251" y="61"/>
                  <a:pt x="251" y="61"/>
                </a:cubicBezTo>
                <a:cubicBezTo>
                  <a:pt x="251" y="61"/>
                  <a:pt x="251" y="60"/>
                  <a:pt x="251" y="60"/>
                </a:cubicBezTo>
                <a:cubicBezTo>
                  <a:pt x="251" y="60"/>
                  <a:pt x="251" y="60"/>
                  <a:pt x="251" y="60"/>
                </a:cubicBezTo>
                <a:cubicBezTo>
                  <a:pt x="251" y="60"/>
                  <a:pt x="250" y="60"/>
                  <a:pt x="250" y="60"/>
                </a:cubicBezTo>
                <a:cubicBezTo>
                  <a:pt x="250" y="60"/>
                  <a:pt x="250" y="60"/>
                  <a:pt x="250" y="60"/>
                </a:cubicBezTo>
                <a:cubicBezTo>
                  <a:pt x="250" y="60"/>
                  <a:pt x="250" y="60"/>
                  <a:pt x="250" y="60"/>
                </a:cubicBezTo>
                <a:cubicBezTo>
                  <a:pt x="250" y="60"/>
                  <a:pt x="250" y="60"/>
                  <a:pt x="250" y="60"/>
                </a:cubicBezTo>
                <a:cubicBezTo>
                  <a:pt x="250" y="60"/>
                  <a:pt x="250" y="60"/>
                  <a:pt x="250" y="60"/>
                </a:cubicBezTo>
                <a:cubicBezTo>
                  <a:pt x="250" y="60"/>
                  <a:pt x="250" y="60"/>
                  <a:pt x="249" y="60"/>
                </a:cubicBezTo>
                <a:cubicBezTo>
                  <a:pt x="249" y="60"/>
                  <a:pt x="249" y="60"/>
                  <a:pt x="249" y="60"/>
                </a:cubicBezTo>
                <a:cubicBezTo>
                  <a:pt x="249" y="61"/>
                  <a:pt x="249" y="60"/>
                  <a:pt x="249" y="61"/>
                </a:cubicBezTo>
                <a:cubicBezTo>
                  <a:pt x="249" y="61"/>
                  <a:pt x="249" y="61"/>
                  <a:pt x="249" y="61"/>
                </a:cubicBezTo>
                <a:cubicBezTo>
                  <a:pt x="249" y="61"/>
                  <a:pt x="249" y="61"/>
                  <a:pt x="249" y="61"/>
                </a:cubicBezTo>
                <a:cubicBezTo>
                  <a:pt x="249" y="61"/>
                  <a:pt x="248" y="61"/>
                  <a:pt x="248" y="61"/>
                </a:cubicBezTo>
                <a:cubicBezTo>
                  <a:pt x="248" y="61"/>
                  <a:pt x="248" y="61"/>
                  <a:pt x="248" y="61"/>
                </a:cubicBezTo>
                <a:cubicBezTo>
                  <a:pt x="248" y="61"/>
                  <a:pt x="248" y="61"/>
                  <a:pt x="248" y="61"/>
                </a:cubicBezTo>
                <a:cubicBezTo>
                  <a:pt x="248" y="61"/>
                  <a:pt x="248" y="60"/>
                  <a:pt x="248" y="60"/>
                </a:cubicBezTo>
                <a:cubicBezTo>
                  <a:pt x="248" y="60"/>
                  <a:pt x="248" y="60"/>
                  <a:pt x="248" y="60"/>
                </a:cubicBezTo>
                <a:close/>
                <a:moveTo>
                  <a:pt x="251" y="64"/>
                </a:moveTo>
                <a:cubicBezTo>
                  <a:pt x="251" y="64"/>
                  <a:pt x="251" y="64"/>
                  <a:pt x="251" y="64"/>
                </a:cubicBezTo>
                <a:cubicBezTo>
                  <a:pt x="251" y="64"/>
                  <a:pt x="251" y="64"/>
                  <a:pt x="251" y="64"/>
                </a:cubicBezTo>
                <a:cubicBezTo>
                  <a:pt x="252" y="64"/>
                  <a:pt x="251" y="64"/>
                  <a:pt x="251" y="64"/>
                </a:cubicBezTo>
                <a:cubicBezTo>
                  <a:pt x="251" y="63"/>
                  <a:pt x="251" y="63"/>
                  <a:pt x="251" y="63"/>
                </a:cubicBezTo>
                <a:cubicBezTo>
                  <a:pt x="251" y="63"/>
                  <a:pt x="251" y="63"/>
                  <a:pt x="251" y="63"/>
                </a:cubicBezTo>
                <a:cubicBezTo>
                  <a:pt x="251" y="63"/>
                  <a:pt x="251" y="63"/>
                  <a:pt x="251" y="63"/>
                </a:cubicBezTo>
                <a:cubicBezTo>
                  <a:pt x="251" y="63"/>
                  <a:pt x="251" y="62"/>
                  <a:pt x="251" y="62"/>
                </a:cubicBezTo>
                <a:cubicBezTo>
                  <a:pt x="251" y="62"/>
                  <a:pt x="251" y="62"/>
                  <a:pt x="251" y="62"/>
                </a:cubicBezTo>
                <a:cubicBezTo>
                  <a:pt x="251" y="62"/>
                  <a:pt x="250" y="63"/>
                  <a:pt x="250" y="63"/>
                </a:cubicBezTo>
                <a:cubicBezTo>
                  <a:pt x="250" y="63"/>
                  <a:pt x="250" y="63"/>
                  <a:pt x="251" y="63"/>
                </a:cubicBezTo>
                <a:cubicBezTo>
                  <a:pt x="251" y="63"/>
                  <a:pt x="250" y="64"/>
                  <a:pt x="251" y="64"/>
                </a:cubicBezTo>
                <a:close/>
                <a:moveTo>
                  <a:pt x="247" y="66"/>
                </a:moveTo>
                <a:cubicBezTo>
                  <a:pt x="247" y="66"/>
                  <a:pt x="247" y="66"/>
                  <a:pt x="247" y="65"/>
                </a:cubicBezTo>
                <a:cubicBezTo>
                  <a:pt x="247" y="65"/>
                  <a:pt x="247" y="65"/>
                  <a:pt x="247" y="65"/>
                </a:cubicBezTo>
                <a:cubicBezTo>
                  <a:pt x="247" y="65"/>
                  <a:pt x="247" y="64"/>
                  <a:pt x="247" y="64"/>
                </a:cubicBezTo>
                <a:cubicBezTo>
                  <a:pt x="247" y="65"/>
                  <a:pt x="247" y="65"/>
                  <a:pt x="247" y="65"/>
                </a:cubicBezTo>
                <a:cubicBezTo>
                  <a:pt x="247" y="65"/>
                  <a:pt x="247" y="66"/>
                  <a:pt x="247" y="66"/>
                </a:cubicBezTo>
                <a:cubicBezTo>
                  <a:pt x="247" y="66"/>
                  <a:pt x="247" y="66"/>
                  <a:pt x="247" y="66"/>
                </a:cubicBezTo>
                <a:close/>
                <a:moveTo>
                  <a:pt x="249" y="64"/>
                </a:moveTo>
                <a:cubicBezTo>
                  <a:pt x="249" y="64"/>
                  <a:pt x="249" y="64"/>
                  <a:pt x="249" y="64"/>
                </a:cubicBezTo>
                <a:cubicBezTo>
                  <a:pt x="249" y="64"/>
                  <a:pt x="249" y="64"/>
                  <a:pt x="249" y="65"/>
                </a:cubicBezTo>
                <a:cubicBezTo>
                  <a:pt x="249" y="65"/>
                  <a:pt x="249" y="65"/>
                  <a:pt x="249" y="65"/>
                </a:cubicBezTo>
                <a:cubicBezTo>
                  <a:pt x="249" y="64"/>
                  <a:pt x="249" y="64"/>
                  <a:pt x="249" y="64"/>
                </a:cubicBezTo>
                <a:cubicBezTo>
                  <a:pt x="250" y="64"/>
                  <a:pt x="249" y="64"/>
                  <a:pt x="249" y="64"/>
                </a:cubicBezTo>
                <a:cubicBezTo>
                  <a:pt x="249" y="64"/>
                  <a:pt x="249" y="64"/>
                  <a:pt x="249" y="64"/>
                </a:cubicBezTo>
                <a:close/>
                <a:moveTo>
                  <a:pt x="236" y="53"/>
                </a:moveTo>
                <a:cubicBezTo>
                  <a:pt x="236" y="53"/>
                  <a:pt x="236" y="53"/>
                  <a:pt x="236" y="53"/>
                </a:cubicBezTo>
                <a:cubicBezTo>
                  <a:pt x="236" y="53"/>
                  <a:pt x="236" y="53"/>
                  <a:pt x="236" y="53"/>
                </a:cubicBezTo>
                <a:cubicBezTo>
                  <a:pt x="235" y="53"/>
                  <a:pt x="236" y="53"/>
                  <a:pt x="235" y="53"/>
                </a:cubicBezTo>
                <a:cubicBezTo>
                  <a:pt x="235" y="53"/>
                  <a:pt x="235" y="53"/>
                  <a:pt x="235" y="53"/>
                </a:cubicBezTo>
                <a:cubicBezTo>
                  <a:pt x="235" y="53"/>
                  <a:pt x="235" y="53"/>
                  <a:pt x="235" y="53"/>
                </a:cubicBezTo>
                <a:cubicBezTo>
                  <a:pt x="235" y="53"/>
                  <a:pt x="235" y="53"/>
                  <a:pt x="235" y="53"/>
                </a:cubicBezTo>
                <a:cubicBezTo>
                  <a:pt x="235" y="53"/>
                  <a:pt x="234" y="54"/>
                  <a:pt x="234" y="54"/>
                </a:cubicBezTo>
                <a:cubicBezTo>
                  <a:pt x="235" y="54"/>
                  <a:pt x="235" y="54"/>
                  <a:pt x="235" y="54"/>
                </a:cubicBezTo>
                <a:cubicBezTo>
                  <a:pt x="235" y="54"/>
                  <a:pt x="235" y="54"/>
                  <a:pt x="235" y="54"/>
                </a:cubicBezTo>
                <a:cubicBezTo>
                  <a:pt x="235" y="53"/>
                  <a:pt x="236" y="54"/>
                  <a:pt x="236" y="54"/>
                </a:cubicBezTo>
                <a:cubicBezTo>
                  <a:pt x="236" y="54"/>
                  <a:pt x="236" y="54"/>
                  <a:pt x="236" y="54"/>
                </a:cubicBezTo>
                <a:cubicBezTo>
                  <a:pt x="236" y="54"/>
                  <a:pt x="236" y="54"/>
                  <a:pt x="236" y="54"/>
                </a:cubicBezTo>
                <a:cubicBezTo>
                  <a:pt x="236" y="54"/>
                  <a:pt x="236" y="54"/>
                  <a:pt x="236" y="54"/>
                </a:cubicBezTo>
                <a:cubicBezTo>
                  <a:pt x="237" y="54"/>
                  <a:pt x="237" y="53"/>
                  <a:pt x="237" y="53"/>
                </a:cubicBezTo>
                <a:cubicBezTo>
                  <a:pt x="237" y="53"/>
                  <a:pt x="237" y="53"/>
                  <a:pt x="238" y="53"/>
                </a:cubicBezTo>
                <a:cubicBezTo>
                  <a:pt x="238" y="53"/>
                  <a:pt x="238" y="53"/>
                  <a:pt x="238" y="53"/>
                </a:cubicBezTo>
                <a:cubicBezTo>
                  <a:pt x="238" y="53"/>
                  <a:pt x="238" y="53"/>
                  <a:pt x="238" y="53"/>
                </a:cubicBezTo>
                <a:cubicBezTo>
                  <a:pt x="238" y="53"/>
                  <a:pt x="238" y="53"/>
                  <a:pt x="238" y="53"/>
                </a:cubicBezTo>
                <a:cubicBezTo>
                  <a:pt x="238" y="53"/>
                  <a:pt x="238" y="53"/>
                  <a:pt x="238" y="53"/>
                </a:cubicBezTo>
                <a:cubicBezTo>
                  <a:pt x="239" y="53"/>
                  <a:pt x="239" y="53"/>
                  <a:pt x="239" y="52"/>
                </a:cubicBezTo>
                <a:cubicBezTo>
                  <a:pt x="239" y="52"/>
                  <a:pt x="239" y="52"/>
                  <a:pt x="239" y="52"/>
                </a:cubicBezTo>
                <a:cubicBezTo>
                  <a:pt x="239" y="52"/>
                  <a:pt x="238" y="52"/>
                  <a:pt x="238" y="52"/>
                </a:cubicBezTo>
                <a:cubicBezTo>
                  <a:pt x="238" y="52"/>
                  <a:pt x="238" y="52"/>
                  <a:pt x="238" y="52"/>
                </a:cubicBezTo>
                <a:cubicBezTo>
                  <a:pt x="238" y="52"/>
                  <a:pt x="238" y="52"/>
                  <a:pt x="238" y="52"/>
                </a:cubicBezTo>
                <a:cubicBezTo>
                  <a:pt x="238" y="52"/>
                  <a:pt x="238" y="52"/>
                  <a:pt x="238" y="52"/>
                </a:cubicBezTo>
                <a:cubicBezTo>
                  <a:pt x="237" y="52"/>
                  <a:pt x="237" y="52"/>
                  <a:pt x="237" y="52"/>
                </a:cubicBezTo>
                <a:cubicBezTo>
                  <a:pt x="237" y="52"/>
                  <a:pt x="237" y="52"/>
                  <a:pt x="237" y="52"/>
                </a:cubicBezTo>
                <a:cubicBezTo>
                  <a:pt x="237" y="52"/>
                  <a:pt x="237" y="52"/>
                  <a:pt x="237" y="52"/>
                </a:cubicBezTo>
                <a:cubicBezTo>
                  <a:pt x="237" y="52"/>
                  <a:pt x="236" y="52"/>
                  <a:pt x="236" y="52"/>
                </a:cubicBezTo>
                <a:cubicBezTo>
                  <a:pt x="236" y="52"/>
                  <a:pt x="236" y="53"/>
                  <a:pt x="236" y="53"/>
                </a:cubicBezTo>
                <a:cubicBezTo>
                  <a:pt x="236" y="53"/>
                  <a:pt x="236" y="53"/>
                  <a:pt x="236" y="53"/>
                </a:cubicBezTo>
                <a:close/>
                <a:moveTo>
                  <a:pt x="171" y="126"/>
                </a:moveTo>
                <a:cubicBezTo>
                  <a:pt x="171" y="126"/>
                  <a:pt x="171" y="126"/>
                  <a:pt x="171" y="126"/>
                </a:cubicBezTo>
                <a:cubicBezTo>
                  <a:pt x="171" y="126"/>
                  <a:pt x="170" y="127"/>
                  <a:pt x="170" y="127"/>
                </a:cubicBezTo>
                <a:cubicBezTo>
                  <a:pt x="170" y="127"/>
                  <a:pt x="170" y="126"/>
                  <a:pt x="170" y="126"/>
                </a:cubicBezTo>
                <a:cubicBezTo>
                  <a:pt x="170" y="126"/>
                  <a:pt x="170" y="126"/>
                  <a:pt x="169" y="126"/>
                </a:cubicBezTo>
                <a:cubicBezTo>
                  <a:pt x="169" y="126"/>
                  <a:pt x="169" y="126"/>
                  <a:pt x="169" y="126"/>
                </a:cubicBezTo>
                <a:cubicBezTo>
                  <a:pt x="169" y="126"/>
                  <a:pt x="169" y="126"/>
                  <a:pt x="169" y="126"/>
                </a:cubicBezTo>
                <a:cubicBezTo>
                  <a:pt x="169" y="126"/>
                  <a:pt x="169" y="126"/>
                  <a:pt x="169" y="125"/>
                </a:cubicBezTo>
                <a:cubicBezTo>
                  <a:pt x="169" y="125"/>
                  <a:pt x="168" y="125"/>
                  <a:pt x="168" y="125"/>
                </a:cubicBezTo>
                <a:cubicBezTo>
                  <a:pt x="168" y="125"/>
                  <a:pt x="168" y="125"/>
                  <a:pt x="168" y="125"/>
                </a:cubicBezTo>
                <a:cubicBezTo>
                  <a:pt x="168" y="125"/>
                  <a:pt x="168" y="125"/>
                  <a:pt x="167" y="125"/>
                </a:cubicBezTo>
                <a:cubicBezTo>
                  <a:pt x="167" y="125"/>
                  <a:pt x="167" y="125"/>
                  <a:pt x="167" y="125"/>
                </a:cubicBezTo>
                <a:cubicBezTo>
                  <a:pt x="166" y="125"/>
                  <a:pt x="166" y="125"/>
                  <a:pt x="166" y="125"/>
                </a:cubicBezTo>
                <a:cubicBezTo>
                  <a:pt x="166" y="125"/>
                  <a:pt x="166" y="125"/>
                  <a:pt x="166" y="125"/>
                </a:cubicBezTo>
                <a:cubicBezTo>
                  <a:pt x="166" y="125"/>
                  <a:pt x="166" y="125"/>
                  <a:pt x="166" y="125"/>
                </a:cubicBezTo>
                <a:cubicBezTo>
                  <a:pt x="166" y="125"/>
                  <a:pt x="166" y="125"/>
                  <a:pt x="165" y="125"/>
                </a:cubicBezTo>
                <a:cubicBezTo>
                  <a:pt x="165" y="125"/>
                  <a:pt x="165" y="125"/>
                  <a:pt x="165" y="125"/>
                </a:cubicBezTo>
                <a:cubicBezTo>
                  <a:pt x="165" y="125"/>
                  <a:pt x="165" y="125"/>
                  <a:pt x="165" y="125"/>
                </a:cubicBezTo>
                <a:cubicBezTo>
                  <a:pt x="165" y="125"/>
                  <a:pt x="165" y="125"/>
                  <a:pt x="165" y="125"/>
                </a:cubicBezTo>
                <a:cubicBezTo>
                  <a:pt x="165" y="125"/>
                  <a:pt x="165" y="125"/>
                  <a:pt x="164" y="125"/>
                </a:cubicBezTo>
                <a:cubicBezTo>
                  <a:pt x="164" y="125"/>
                  <a:pt x="164" y="125"/>
                  <a:pt x="164" y="124"/>
                </a:cubicBezTo>
                <a:cubicBezTo>
                  <a:pt x="164" y="124"/>
                  <a:pt x="164" y="124"/>
                  <a:pt x="164" y="124"/>
                </a:cubicBezTo>
                <a:cubicBezTo>
                  <a:pt x="164" y="124"/>
                  <a:pt x="164" y="124"/>
                  <a:pt x="164" y="124"/>
                </a:cubicBezTo>
                <a:cubicBezTo>
                  <a:pt x="163" y="124"/>
                  <a:pt x="163" y="124"/>
                  <a:pt x="163" y="124"/>
                </a:cubicBezTo>
                <a:cubicBezTo>
                  <a:pt x="163" y="124"/>
                  <a:pt x="163" y="124"/>
                  <a:pt x="163" y="124"/>
                </a:cubicBezTo>
                <a:cubicBezTo>
                  <a:pt x="163" y="124"/>
                  <a:pt x="163" y="124"/>
                  <a:pt x="163" y="124"/>
                </a:cubicBezTo>
                <a:cubicBezTo>
                  <a:pt x="162" y="124"/>
                  <a:pt x="162" y="124"/>
                  <a:pt x="162" y="124"/>
                </a:cubicBezTo>
                <a:cubicBezTo>
                  <a:pt x="162" y="124"/>
                  <a:pt x="162" y="123"/>
                  <a:pt x="161" y="123"/>
                </a:cubicBezTo>
                <a:cubicBezTo>
                  <a:pt x="161" y="123"/>
                  <a:pt x="161" y="123"/>
                  <a:pt x="161" y="123"/>
                </a:cubicBezTo>
                <a:cubicBezTo>
                  <a:pt x="161" y="123"/>
                  <a:pt x="161" y="123"/>
                  <a:pt x="160" y="123"/>
                </a:cubicBezTo>
                <a:cubicBezTo>
                  <a:pt x="160" y="123"/>
                  <a:pt x="160" y="123"/>
                  <a:pt x="160" y="123"/>
                </a:cubicBezTo>
                <a:cubicBezTo>
                  <a:pt x="160" y="123"/>
                  <a:pt x="160" y="122"/>
                  <a:pt x="159" y="122"/>
                </a:cubicBezTo>
                <a:cubicBezTo>
                  <a:pt x="159" y="122"/>
                  <a:pt x="159" y="122"/>
                  <a:pt x="158" y="122"/>
                </a:cubicBezTo>
                <a:cubicBezTo>
                  <a:pt x="158" y="122"/>
                  <a:pt x="157" y="122"/>
                  <a:pt x="157" y="122"/>
                </a:cubicBezTo>
                <a:cubicBezTo>
                  <a:pt x="157" y="122"/>
                  <a:pt x="157" y="122"/>
                  <a:pt x="156" y="123"/>
                </a:cubicBezTo>
                <a:cubicBezTo>
                  <a:pt x="156" y="123"/>
                  <a:pt x="156" y="123"/>
                  <a:pt x="156" y="123"/>
                </a:cubicBezTo>
                <a:cubicBezTo>
                  <a:pt x="156" y="123"/>
                  <a:pt x="156" y="123"/>
                  <a:pt x="156" y="123"/>
                </a:cubicBezTo>
                <a:cubicBezTo>
                  <a:pt x="156" y="123"/>
                  <a:pt x="156" y="123"/>
                  <a:pt x="156" y="123"/>
                </a:cubicBezTo>
                <a:cubicBezTo>
                  <a:pt x="156" y="123"/>
                  <a:pt x="155" y="123"/>
                  <a:pt x="155" y="123"/>
                </a:cubicBezTo>
                <a:cubicBezTo>
                  <a:pt x="155" y="123"/>
                  <a:pt x="155" y="123"/>
                  <a:pt x="155" y="123"/>
                </a:cubicBezTo>
                <a:cubicBezTo>
                  <a:pt x="155" y="123"/>
                  <a:pt x="155" y="123"/>
                  <a:pt x="155" y="123"/>
                </a:cubicBezTo>
                <a:cubicBezTo>
                  <a:pt x="155" y="123"/>
                  <a:pt x="155" y="123"/>
                  <a:pt x="155" y="123"/>
                </a:cubicBezTo>
                <a:cubicBezTo>
                  <a:pt x="155" y="123"/>
                  <a:pt x="155" y="123"/>
                  <a:pt x="155" y="123"/>
                </a:cubicBezTo>
                <a:cubicBezTo>
                  <a:pt x="154" y="123"/>
                  <a:pt x="154" y="123"/>
                  <a:pt x="154" y="123"/>
                </a:cubicBezTo>
                <a:cubicBezTo>
                  <a:pt x="154" y="123"/>
                  <a:pt x="154" y="124"/>
                  <a:pt x="154" y="124"/>
                </a:cubicBezTo>
                <a:cubicBezTo>
                  <a:pt x="154" y="124"/>
                  <a:pt x="154" y="124"/>
                  <a:pt x="153" y="123"/>
                </a:cubicBezTo>
                <a:cubicBezTo>
                  <a:pt x="153" y="123"/>
                  <a:pt x="153" y="123"/>
                  <a:pt x="153" y="123"/>
                </a:cubicBezTo>
                <a:cubicBezTo>
                  <a:pt x="152" y="123"/>
                  <a:pt x="152" y="123"/>
                  <a:pt x="152" y="123"/>
                </a:cubicBezTo>
                <a:cubicBezTo>
                  <a:pt x="151" y="123"/>
                  <a:pt x="151" y="123"/>
                  <a:pt x="151" y="123"/>
                </a:cubicBezTo>
                <a:cubicBezTo>
                  <a:pt x="151" y="123"/>
                  <a:pt x="151" y="122"/>
                  <a:pt x="151" y="122"/>
                </a:cubicBezTo>
                <a:cubicBezTo>
                  <a:pt x="150" y="123"/>
                  <a:pt x="150" y="123"/>
                  <a:pt x="150" y="123"/>
                </a:cubicBezTo>
                <a:cubicBezTo>
                  <a:pt x="150" y="123"/>
                  <a:pt x="150" y="123"/>
                  <a:pt x="150" y="123"/>
                </a:cubicBezTo>
                <a:cubicBezTo>
                  <a:pt x="150" y="123"/>
                  <a:pt x="149" y="122"/>
                  <a:pt x="149" y="122"/>
                </a:cubicBezTo>
                <a:cubicBezTo>
                  <a:pt x="149" y="122"/>
                  <a:pt x="149" y="122"/>
                  <a:pt x="149" y="122"/>
                </a:cubicBezTo>
                <a:cubicBezTo>
                  <a:pt x="149" y="122"/>
                  <a:pt x="149" y="122"/>
                  <a:pt x="148" y="122"/>
                </a:cubicBezTo>
                <a:cubicBezTo>
                  <a:pt x="148" y="122"/>
                  <a:pt x="148" y="122"/>
                  <a:pt x="148" y="122"/>
                </a:cubicBezTo>
                <a:cubicBezTo>
                  <a:pt x="148" y="122"/>
                  <a:pt x="147" y="122"/>
                  <a:pt x="147" y="122"/>
                </a:cubicBezTo>
                <a:cubicBezTo>
                  <a:pt x="147" y="122"/>
                  <a:pt x="147" y="122"/>
                  <a:pt x="147" y="122"/>
                </a:cubicBezTo>
                <a:cubicBezTo>
                  <a:pt x="147" y="122"/>
                  <a:pt x="147" y="122"/>
                  <a:pt x="147" y="122"/>
                </a:cubicBezTo>
                <a:cubicBezTo>
                  <a:pt x="147" y="122"/>
                  <a:pt x="147" y="122"/>
                  <a:pt x="146" y="122"/>
                </a:cubicBezTo>
                <a:cubicBezTo>
                  <a:pt x="146" y="122"/>
                  <a:pt x="146" y="122"/>
                  <a:pt x="146" y="122"/>
                </a:cubicBezTo>
                <a:cubicBezTo>
                  <a:pt x="146" y="122"/>
                  <a:pt x="146" y="122"/>
                  <a:pt x="146" y="122"/>
                </a:cubicBezTo>
                <a:cubicBezTo>
                  <a:pt x="146" y="122"/>
                  <a:pt x="146" y="122"/>
                  <a:pt x="146" y="122"/>
                </a:cubicBezTo>
                <a:cubicBezTo>
                  <a:pt x="146" y="123"/>
                  <a:pt x="146" y="122"/>
                  <a:pt x="146" y="122"/>
                </a:cubicBezTo>
                <a:cubicBezTo>
                  <a:pt x="146" y="122"/>
                  <a:pt x="146" y="122"/>
                  <a:pt x="145" y="122"/>
                </a:cubicBezTo>
                <a:cubicBezTo>
                  <a:pt x="145" y="122"/>
                  <a:pt x="145" y="122"/>
                  <a:pt x="145" y="122"/>
                </a:cubicBezTo>
                <a:cubicBezTo>
                  <a:pt x="145" y="122"/>
                  <a:pt x="145" y="123"/>
                  <a:pt x="145" y="123"/>
                </a:cubicBezTo>
                <a:cubicBezTo>
                  <a:pt x="145" y="123"/>
                  <a:pt x="146" y="123"/>
                  <a:pt x="145" y="123"/>
                </a:cubicBezTo>
                <a:cubicBezTo>
                  <a:pt x="145" y="123"/>
                  <a:pt x="145" y="123"/>
                  <a:pt x="145" y="123"/>
                </a:cubicBezTo>
                <a:cubicBezTo>
                  <a:pt x="145" y="123"/>
                  <a:pt x="145" y="123"/>
                  <a:pt x="145" y="123"/>
                </a:cubicBezTo>
                <a:cubicBezTo>
                  <a:pt x="144" y="122"/>
                  <a:pt x="144" y="123"/>
                  <a:pt x="144" y="123"/>
                </a:cubicBezTo>
                <a:cubicBezTo>
                  <a:pt x="144" y="123"/>
                  <a:pt x="144" y="122"/>
                  <a:pt x="144" y="122"/>
                </a:cubicBezTo>
                <a:cubicBezTo>
                  <a:pt x="144" y="122"/>
                  <a:pt x="144" y="123"/>
                  <a:pt x="144" y="123"/>
                </a:cubicBezTo>
                <a:cubicBezTo>
                  <a:pt x="144" y="123"/>
                  <a:pt x="143" y="122"/>
                  <a:pt x="143" y="122"/>
                </a:cubicBezTo>
                <a:cubicBezTo>
                  <a:pt x="143" y="122"/>
                  <a:pt x="143" y="123"/>
                  <a:pt x="143" y="122"/>
                </a:cubicBezTo>
                <a:cubicBezTo>
                  <a:pt x="143" y="122"/>
                  <a:pt x="143" y="122"/>
                  <a:pt x="143" y="122"/>
                </a:cubicBezTo>
                <a:cubicBezTo>
                  <a:pt x="143" y="122"/>
                  <a:pt x="143" y="122"/>
                  <a:pt x="143" y="122"/>
                </a:cubicBezTo>
                <a:cubicBezTo>
                  <a:pt x="143" y="122"/>
                  <a:pt x="142" y="122"/>
                  <a:pt x="142" y="122"/>
                </a:cubicBezTo>
                <a:cubicBezTo>
                  <a:pt x="142" y="122"/>
                  <a:pt x="142" y="122"/>
                  <a:pt x="142" y="122"/>
                </a:cubicBezTo>
                <a:cubicBezTo>
                  <a:pt x="142" y="122"/>
                  <a:pt x="142" y="122"/>
                  <a:pt x="142" y="122"/>
                </a:cubicBezTo>
                <a:cubicBezTo>
                  <a:pt x="142" y="122"/>
                  <a:pt x="142" y="122"/>
                  <a:pt x="141" y="122"/>
                </a:cubicBezTo>
                <a:cubicBezTo>
                  <a:pt x="141" y="122"/>
                  <a:pt x="141" y="122"/>
                  <a:pt x="141" y="122"/>
                </a:cubicBezTo>
                <a:cubicBezTo>
                  <a:pt x="141" y="122"/>
                  <a:pt x="141" y="122"/>
                  <a:pt x="141" y="122"/>
                </a:cubicBezTo>
                <a:cubicBezTo>
                  <a:pt x="140" y="122"/>
                  <a:pt x="140" y="122"/>
                  <a:pt x="140" y="122"/>
                </a:cubicBezTo>
                <a:cubicBezTo>
                  <a:pt x="140" y="122"/>
                  <a:pt x="140" y="121"/>
                  <a:pt x="140" y="122"/>
                </a:cubicBezTo>
                <a:cubicBezTo>
                  <a:pt x="140" y="122"/>
                  <a:pt x="140" y="122"/>
                  <a:pt x="139" y="122"/>
                </a:cubicBezTo>
                <a:cubicBezTo>
                  <a:pt x="139" y="122"/>
                  <a:pt x="139" y="122"/>
                  <a:pt x="138" y="122"/>
                </a:cubicBezTo>
                <a:cubicBezTo>
                  <a:pt x="138" y="122"/>
                  <a:pt x="138" y="121"/>
                  <a:pt x="138" y="121"/>
                </a:cubicBezTo>
                <a:cubicBezTo>
                  <a:pt x="138" y="121"/>
                  <a:pt x="138" y="121"/>
                  <a:pt x="138" y="121"/>
                </a:cubicBezTo>
                <a:cubicBezTo>
                  <a:pt x="138" y="121"/>
                  <a:pt x="138" y="121"/>
                  <a:pt x="138" y="121"/>
                </a:cubicBezTo>
                <a:cubicBezTo>
                  <a:pt x="137" y="121"/>
                  <a:pt x="137" y="121"/>
                  <a:pt x="137" y="121"/>
                </a:cubicBezTo>
                <a:cubicBezTo>
                  <a:pt x="136" y="121"/>
                  <a:pt x="136" y="121"/>
                  <a:pt x="136" y="121"/>
                </a:cubicBezTo>
                <a:cubicBezTo>
                  <a:pt x="136" y="121"/>
                  <a:pt x="135" y="121"/>
                  <a:pt x="134" y="121"/>
                </a:cubicBezTo>
                <a:cubicBezTo>
                  <a:pt x="134" y="120"/>
                  <a:pt x="133" y="120"/>
                  <a:pt x="133" y="120"/>
                </a:cubicBezTo>
                <a:cubicBezTo>
                  <a:pt x="133" y="120"/>
                  <a:pt x="133" y="120"/>
                  <a:pt x="132" y="120"/>
                </a:cubicBezTo>
                <a:cubicBezTo>
                  <a:pt x="132" y="120"/>
                  <a:pt x="132" y="119"/>
                  <a:pt x="131" y="119"/>
                </a:cubicBezTo>
                <a:cubicBezTo>
                  <a:pt x="131" y="119"/>
                  <a:pt x="131" y="119"/>
                  <a:pt x="130" y="119"/>
                </a:cubicBezTo>
                <a:cubicBezTo>
                  <a:pt x="130" y="119"/>
                  <a:pt x="130" y="119"/>
                  <a:pt x="130" y="119"/>
                </a:cubicBezTo>
                <a:cubicBezTo>
                  <a:pt x="130" y="118"/>
                  <a:pt x="129" y="118"/>
                  <a:pt x="129" y="118"/>
                </a:cubicBezTo>
                <a:cubicBezTo>
                  <a:pt x="128" y="118"/>
                  <a:pt x="128" y="118"/>
                  <a:pt x="127" y="118"/>
                </a:cubicBezTo>
                <a:cubicBezTo>
                  <a:pt x="127" y="118"/>
                  <a:pt x="127" y="118"/>
                  <a:pt x="126" y="118"/>
                </a:cubicBezTo>
                <a:cubicBezTo>
                  <a:pt x="125" y="117"/>
                  <a:pt x="125" y="117"/>
                  <a:pt x="125" y="117"/>
                </a:cubicBezTo>
                <a:cubicBezTo>
                  <a:pt x="125" y="118"/>
                  <a:pt x="125" y="118"/>
                  <a:pt x="125" y="117"/>
                </a:cubicBezTo>
                <a:cubicBezTo>
                  <a:pt x="125" y="117"/>
                  <a:pt x="125" y="117"/>
                  <a:pt x="124" y="117"/>
                </a:cubicBezTo>
                <a:cubicBezTo>
                  <a:pt x="124" y="117"/>
                  <a:pt x="123" y="117"/>
                  <a:pt x="123" y="117"/>
                </a:cubicBezTo>
                <a:cubicBezTo>
                  <a:pt x="122" y="117"/>
                  <a:pt x="122" y="117"/>
                  <a:pt x="122" y="117"/>
                </a:cubicBezTo>
                <a:cubicBezTo>
                  <a:pt x="122" y="117"/>
                  <a:pt x="122" y="117"/>
                  <a:pt x="121" y="117"/>
                </a:cubicBezTo>
                <a:cubicBezTo>
                  <a:pt x="121" y="117"/>
                  <a:pt x="121" y="117"/>
                  <a:pt x="121" y="117"/>
                </a:cubicBezTo>
                <a:cubicBezTo>
                  <a:pt x="121" y="117"/>
                  <a:pt x="121" y="117"/>
                  <a:pt x="121" y="117"/>
                </a:cubicBezTo>
                <a:cubicBezTo>
                  <a:pt x="121" y="117"/>
                  <a:pt x="121" y="118"/>
                  <a:pt x="121" y="118"/>
                </a:cubicBezTo>
                <a:cubicBezTo>
                  <a:pt x="121" y="118"/>
                  <a:pt x="121" y="117"/>
                  <a:pt x="121" y="117"/>
                </a:cubicBezTo>
                <a:cubicBezTo>
                  <a:pt x="121" y="117"/>
                  <a:pt x="120" y="117"/>
                  <a:pt x="120" y="117"/>
                </a:cubicBezTo>
                <a:cubicBezTo>
                  <a:pt x="120" y="117"/>
                  <a:pt x="119" y="117"/>
                  <a:pt x="119" y="117"/>
                </a:cubicBezTo>
                <a:cubicBezTo>
                  <a:pt x="119" y="117"/>
                  <a:pt x="119" y="117"/>
                  <a:pt x="119" y="117"/>
                </a:cubicBezTo>
                <a:cubicBezTo>
                  <a:pt x="119" y="117"/>
                  <a:pt x="119" y="117"/>
                  <a:pt x="119" y="117"/>
                </a:cubicBezTo>
                <a:cubicBezTo>
                  <a:pt x="119" y="117"/>
                  <a:pt x="119" y="117"/>
                  <a:pt x="119" y="117"/>
                </a:cubicBezTo>
                <a:cubicBezTo>
                  <a:pt x="119" y="117"/>
                  <a:pt x="118" y="117"/>
                  <a:pt x="118" y="117"/>
                </a:cubicBezTo>
                <a:cubicBezTo>
                  <a:pt x="118" y="117"/>
                  <a:pt x="118" y="117"/>
                  <a:pt x="118" y="117"/>
                </a:cubicBezTo>
                <a:cubicBezTo>
                  <a:pt x="118" y="117"/>
                  <a:pt x="117" y="117"/>
                  <a:pt x="117" y="117"/>
                </a:cubicBezTo>
                <a:cubicBezTo>
                  <a:pt x="117" y="117"/>
                  <a:pt x="117" y="117"/>
                  <a:pt x="117" y="117"/>
                </a:cubicBezTo>
                <a:cubicBezTo>
                  <a:pt x="117" y="117"/>
                  <a:pt x="117" y="118"/>
                  <a:pt x="117" y="118"/>
                </a:cubicBezTo>
                <a:cubicBezTo>
                  <a:pt x="117" y="118"/>
                  <a:pt x="117" y="118"/>
                  <a:pt x="116" y="118"/>
                </a:cubicBezTo>
                <a:cubicBezTo>
                  <a:pt x="115" y="118"/>
                  <a:pt x="115" y="118"/>
                  <a:pt x="114" y="118"/>
                </a:cubicBezTo>
                <a:cubicBezTo>
                  <a:pt x="114" y="118"/>
                  <a:pt x="113" y="118"/>
                  <a:pt x="113" y="117"/>
                </a:cubicBezTo>
                <a:cubicBezTo>
                  <a:pt x="113" y="117"/>
                  <a:pt x="113" y="117"/>
                  <a:pt x="113" y="117"/>
                </a:cubicBezTo>
                <a:cubicBezTo>
                  <a:pt x="112" y="117"/>
                  <a:pt x="112" y="117"/>
                  <a:pt x="112" y="117"/>
                </a:cubicBezTo>
                <a:cubicBezTo>
                  <a:pt x="111" y="117"/>
                  <a:pt x="111" y="117"/>
                  <a:pt x="111" y="117"/>
                </a:cubicBezTo>
                <a:cubicBezTo>
                  <a:pt x="111" y="117"/>
                  <a:pt x="111" y="117"/>
                  <a:pt x="111" y="117"/>
                </a:cubicBezTo>
                <a:cubicBezTo>
                  <a:pt x="110" y="117"/>
                  <a:pt x="110" y="117"/>
                  <a:pt x="110" y="117"/>
                </a:cubicBezTo>
                <a:cubicBezTo>
                  <a:pt x="110" y="117"/>
                  <a:pt x="110" y="117"/>
                  <a:pt x="109" y="116"/>
                </a:cubicBezTo>
                <a:cubicBezTo>
                  <a:pt x="109" y="116"/>
                  <a:pt x="109" y="116"/>
                  <a:pt x="109" y="116"/>
                </a:cubicBezTo>
                <a:cubicBezTo>
                  <a:pt x="108" y="116"/>
                  <a:pt x="108" y="115"/>
                  <a:pt x="108" y="115"/>
                </a:cubicBezTo>
                <a:cubicBezTo>
                  <a:pt x="108" y="115"/>
                  <a:pt x="108" y="115"/>
                  <a:pt x="108" y="115"/>
                </a:cubicBezTo>
                <a:cubicBezTo>
                  <a:pt x="108" y="115"/>
                  <a:pt x="108" y="115"/>
                  <a:pt x="108" y="115"/>
                </a:cubicBezTo>
                <a:cubicBezTo>
                  <a:pt x="107" y="115"/>
                  <a:pt x="107" y="115"/>
                  <a:pt x="107" y="115"/>
                </a:cubicBezTo>
                <a:cubicBezTo>
                  <a:pt x="106" y="115"/>
                  <a:pt x="106" y="115"/>
                  <a:pt x="106" y="115"/>
                </a:cubicBezTo>
                <a:cubicBezTo>
                  <a:pt x="105" y="115"/>
                  <a:pt x="105" y="115"/>
                  <a:pt x="105" y="115"/>
                </a:cubicBezTo>
                <a:cubicBezTo>
                  <a:pt x="104" y="115"/>
                  <a:pt x="104" y="115"/>
                  <a:pt x="104" y="115"/>
                </a:cubicBezTo>
                <a:cubicBezTo>
                  <a:pt x="103" y="115"/>
                  <a:pt x="102" y="114"/>
                  <a:pt x="102" y="114"/>
                </a:cubicBezTo>
                <a:cubicBezTo>
                  <a:pt x="101" y="114"/>
                  <a:pt x="101" y="114"/>
                  <a:pt x="100" y="114"/>
                </a:cubicBezTo>
                <a:cubicBezTo>
                  <a:pt x="100" y="114"/>
                  <a:pt x="99" y="114"/>
                  <a:pt x="99" y="114"/>
                </a:cubicBezTo>
                <a:cubicBezTo>
                  <a:pt x="99" y="114"/>
                  <a:pt x="99" y="114"/>
                  <a:pt x="99" y="114"/>
                </a:cubicBezTo>
                <a:cubicBezTo>
                  <a:pt x="98" y="114"/>
                  <a:pt x="98" y="114"/>
                  <a:pt x="98" y="114"/>
                </a:cubicBezTo>
                <a:cubicBezTo>
                  <a:pt x="98" y="114"/>
                  <a:pt x="98" y="114"/>
                  <a:pt x="98" y="114"/>
                </a:cubicBezTo>
                <a:cubicBezTo>
                  <a:pt x="98" y="114"/>
                  <a:pt x="98" y="113"/>
                  <a:pt x="98" y="113"/>
                </a:cubicBezTo>
                <a:cubicBezTo>
                  <a:pt x="98" y="113"/>
                  <a:pt x="98" y="113"/>
                  <a:pt x="98" y="113"/>
                </a:cubicBezTo>
                <a:cubicBezTo>
                  <a:pt x="98" y="113"/>
                  <a:pt x="98" y="112"/>
                  <a:pt x="98" y="112"/>
                </a:cubicBezTo>
                <a:cubicBezTo>
                  <a:pt x="99" y="112"/>
                  <a:pt x="99" y="112"/>
                  <a:pt x="99" y="112"/>
                </a:cubicBezTo>
                <a:cubicBezTo>
                  <a:pt x="99" y="112"/>
                  <a:pt x="99" y="112"/>
                  <a:pt x="99" y="112"/>
                </a:cubicBezTo>
                <a:cubicBezTo>
                  <a:pt x="99" y="112"/>
                  <a:pt x="99" y="111"/>
                  <a:pt x="99" y="111"/>
                </a:cubicBezTo>
                <a:cubicBezTo>
                  <a:pt x="99" y="111"/>
                  <a:pt x="100" y="111"/>
                  <a:pt x="99" y="111"/>
                </a:cubicBezTo>
                <a:cubicBezTo>
                  <a:pt x="99" y="111"/>
                  <a:pt x="99" y="110"/>
                  <a:pt x="99" y="110"/>
                </a:cubicBezTo>
                <a:cubicBezTo>
                  <a:pt x="98" y="110"/>
                  <a:pt x="98" y="110"/>
                  <a:pt x="98" y="110"/>
                </a:cubicBezTo>
                <a:cubicBezTo>
                  <a:pt x="98" y="110"/>
                  <a:pt x="98" y="110"/>
                  <a:pt x="98" y="110"/>
                </a:cubicBezTo>
                <a:cubicBezTo>
                  <a:pt x="98" y="111"/>
                  <a:pt x="98" y="111"/>
                  <a:pt x="98" y="111"/>
                </a:cubicBezTo>
                <a:cubicBezTo>
                  <a:pt x="98" y="111"/>
                  <a:pt x="97" y="110"/>
                  <a:pt x="97" y="110"/>
                </a:cubicBezTo>
                <a:cubicBezTo>
                  <a:pt x="97" y="110"/>
                  <a:pt x="96" y="110"/>
                  <a:pt x="96" y="110"/>
                </a:cubicBezTo>
                <a:cubicBezTo>
                  <a:pt x="96" y="110"/>
                  <a:pt x="95" y="110"/>
                  <a:pt x="95" y="109"/>
                </a:cubicBezTo>
                <a:cubicBezTo>
                  <a:pt x="95" y="109"/>
                  <a:pt x="95" y="109"/>
                  <a:pt x="94" y="109"/>
                </a:cubicBezTo>
                <a:cubicBezTo>
                  <a:pt x="94" y="109"/>
                  <a:pt x="94" y="109"/>
                  <a:pt x="94" y="109"/>
                </a:cubicBezTo>
                <a:cubicBezTo>
                  <a:pt x="94" y="109"/>
                  <a:pt x="94" y="109"/>
                  <a:pt x="93" y="109"/>
                </a:cubicBezTo>
                <a:cubicBezTo>
                  <a:pt x="93" y="109"/>
                  <a:pt x="93" y="109"/>
                  <a:pt x="92" y="109"/>
                </a:cubicBezTo>
                <a:cubicBezTo>
                  <a:pt x="92" y="109"/>
                  <a:pt x="92" y="109"/>
                  <a:pt x="92" y="109"/>
                </a:cubicBezTo>
                <a:cubicBezTo>
                  <a:pt x="92" y="109"/>
                  <a:pt x="92" y="109"/>
                  <a:pt x="91" y="109"/>
                </a:cubicBezTo>
                <a:cubicBezTo>
                  <a:pt x="91" y="109"/>
                  <a:pt x="91" y="109"/>
                  <a:pt x="91" y="109"/>
                </a:cubicBezTo>
                <a:cubicBezTo>
                  <a:pt x="90" y="109"/>
                  <a:pt x="90" y="109"/>
                  <a:pt x="90" y="109"/>
                </a:cubicBezTo>
                <a:cubicBezTo>
                  <a:pt x="90" y="109"/>
                  <a:pt x="90" y="109"/>
                  <a:pt x="90" y="109"/>
                </a:cubicBezTo>
                <a:cubicBezTo>
                  <a:pt x="89" y="109"/>
                  <a:pt x="89" y="109"/>
                  <a:pt x="89" y="109"/>
                </a:cubicBezTo>
                <a:cubicBezTo>
                  <a:pt x="89" y="109"/>
                  <a:pt x="89" y="109"/>
                  <a:pt x="88" y="109"/>
                </a:cubicBezTo>
                <a:cubicBezTo>
                  <a:pt x="88" y="109"/>
                  <a:pt x="88" y="109"/>
                  <a:pt x="88" y="109"/>
                </a:cubicBezTo>
                <a:cubicBezTo>
                  <a:pt x="88" y="109"/>
                  <a:pt x="88" y="109"/>
                  <a:pt x="88" y="109"/>
                </a:cubicBezTo>
                <a:cubicBezTo>
                  <a:pt x="88" y="109"/>
                  <a:pt x="88" y="109"/>
                  <a:pt x="88" y="109"/>
                </a:cubicBezTo>
                <a:cubicBezTo>
                  <a:pt x="88" y="109"/>
                  <a:pt x="88" y="108"/>
                  <a:pt x="88" y="108"/>
                </a:cubicBezTo>
                <a:cubicBezTo>
                  <a:pt x="88" y="108"/>
                  <a:pt x="88" y="108"/>
                  <a:pt x="88" y="108"/>
                </a:cubicBezTo>
                <a:cubicBezTo>
                  <a:pt x="88" y="108"/>
                  <a:pt x="88" y="108"/>
                  <a:pt x="88" y="108"/>
                </a:cubicBezTo>
                <a:cubicBezTo>
                  <a:pt x="89" y="108"/>
                  <a:pt x="89" y="108"/>
                  <a:pt x="89" y="108"/>
                </a:cubicBezTo>
                <a:cubicBezTo>
                  <a:pt x="89" y="108"/>
                  <a:pt x="89" y="108"/>
                  <a:pt x="89" y="108"/>
                </a:cubicBezTo>
                <a:cubicBezTo>
                  <a:pt x="89" y="108"/>
                  <a:pt x="89" y="107"/>
                  <a:pt x="89" y="108"/>
                </a:cubicBezTo>
                <a:cubicBezTo>
                  <a:pt x="89" y="108"/>
                  <a:pt x="89" y="108"/>
                  <a:pt x="89" y="108"/>
                </a:cubicBezTo>
                <a:cubicBezTo>
                  <a:pt x="89" y="108"/>
                  <a:pt x="89" y="108"/>
                  <a:pt x="89" y="108"/>
                </a:cubicBezTo>
                <a:cubicBezTo>
                  <a:pt x="89" y="109"/>
                  <a:pt x="89" y="109"/>
                  <a:pt x="90" y="109"/>
                </a:cubicBezTo>
                <a:cubicBezTo>
                  <a:pt x="90" y="109"/>
                  <a:pt x="90" y="109"/>
                  <a:pt x="90" y="109"/>
                </a:cubicBezTo>
                <a:cubicBezTo>
                  <a:pt x="90" y="108"/>
                  <a:pt x="90" y="108"/>
                  <a:pt x="90" y="108"/>
                </a:cubicBezTo>
                <a:cubicBezTo>
                  <a:pt x="90" y="108"/>
                  <a:pt x="91" y="108"/>
                  <a:pt x="91" y="108"/>
                </a:cubicBezTo>
                <a:cubicBezTo>
                  <a:pt x="91" y="107"/>
                  <a:pt x="91" y="107"/>
                  <a:pt x="91" y="107"/>
                </a:cubicBezTo>
                <a:cubicBezTo>
                  <a:pt x="91" y="107"/>
                  <a:pt x="91" y="107"/>
                  <a:pt x="91" y="107"/>
                </a:cubicBezTo>
                <a:cubicBezTo>
                  <a:pt x="91" y="107"/>
                  <a:pt x="91" y="106"/>
                  <a:pt x="91" y="106"/>
                </a:cubicBezTo>
                <a:cubicBezTo>
                  <a:pt x="91" y="106"/>
                  <a:pt x="91" y="106"/>
                  <a:pt x="92" y="106"/>
                </a:cubicBezTo>
                <a:cubicBezTo>
                  <a:pt x="92" y="106"/>
                  <a:pt x="92" y="106"/>
                  <a:pt x="92" y="106"/>
                </a:cubicBezTo>
                <a:cubicBezTo>
                  <a:pt x="92" y="106"/>
                  <a:pt x="93" y="106"/>
                  <a:pt x="93" y="106"/>
                </a:cubicBezTo>
                <a:cubicBezTo>
                  <a:pt x="93" y="106"/>
                  <a:pt x="93" y="106"/>
                  <a:pt x="93" y="105"/>
                </a:cubicBezTo>
                <a:cubicBezTo>
                  <a:pt x="93" y="105"/>
                  <a:pt x="93" y="105"/>
                  <a:pt x="93" y="104"/>
                </a:cubicBezTo>
                <a:cubicBezTo>
                  <a:pt x="93" y="104"/>
                  <a:pt x="93" y="104"/>
                  <a:pt x="93" y="103"/>
                </a:cubicBezTo>
                <a:cubicBezTo>
                  <a:pt x="93" y="103"/>
                  <a:pt x="93" y="103"/>
                  <a:pt x="94" y="102"/>
                </a:cubicBezTo>
                <a:cubicBezTo>
                  <a:pt x="94" y="102"/>
                  <a:pt x="94" y="102"/>
                  <a:pt x="94" y="102"/>
                </a:cubicBezTo>
                <a:cubicBezTo>
                  <a:pt x="94" y="102"/>
                  <a:pt x="95" y="102"/>
                  <a:pt x="95" y="101"/>
                </a:cubicBezTo>
                <a:cubicBezTo>
                  <a:pt x="95" y="101"/>
                  <a:pt x="94" y="101"/>
                  <a:pt x="95" y="101"/>
                </a:cubicBezTo>
                <a:cubicBezTo>
                  <a:pt x="95" y="101"/>
                  <a:pt x="95" y="101"/>
                  <a:pt x="95" y="101"/>
                </a:cubicBezTo>
                <a:cubicBezTo>
                  <a:pt x="95" y="101"/>
                  <a:pt x="95" y="101"/>
                  <a:pt x="95" y="101"/>
                </a:cubicBezTo>
                <a:cubicBezTo>
                  <a:pt x="95" y="101"/>
                  <a:pt x="95" y="101"/>
                  <a:pt x="95" y="101"/>
                </a:cubicBezTo>
                <a:cubicBezTo>
                  <a:pt x="96" y="102"/>
                  <a:pt x="96" y="102"/>
                  <a:pt x="96" y="102"/>
                </a:cubicBezTo>
                <a:cubicBezTo>
                  <a:pt x="96" y="102"/>
                  <a:pt x="96" y="102"/>
                  <a:pt x="96" y="102"/>
                </a:cubicBezTo>
                <a:cubicBezTo>
                  <a:pt x="97" y="102"/>
                  <a:pt x="97" y="102"/>
                  <a:pt x="97" y="102"/>
                </a:cubicBezTo>
                <a:cubicBezTo>
                  <a:pt x="97" y="101"/>
                  <a:pt x="97" y="101"/>
                  <a:pt x="97" y="101"/>
                </a:cubicBezTo>
                <a:cubicBezTo>
                  <a:pt x="97" y="101"/>
                  <a:pt x="97" y="101"/>
                  <a:pt x="97" y="101"/>
                </a:cubicBezTo>
                <a:cubicBezTo>
                  <a:pt x="97" y="101"/>
                  <a:pt x="98" y="101"/>
                  <a:pt x="98" y="101"/>
                </a:cubicBezTo>
                <a:cubicBezTo>
                  <a:pt x="98" y="101"/>
                  <a:pt x="98" y="101"/>
                  <a:pt x="98" y="102"/>
                </a:cubicBezTo>
                <a:cubicBezTo>
                  <a:pt x="98" y="102"/>
                  <a:pt x="98" y="102"/>
                  <a:pt x="99" y="102"/>
                </a:cubicBezTo>
                <a:cubicBezTo>
                  <a:pt x="99" y="102"/>
                  <a:pt x="99" y="102"/>
                  <a:pt x="99" y="102"/>
                </a:cubicBezTo>
                <a:cubicBezTo>
                  <a:pt x="99" y="102"/>
                  <a:pt x="100" y="102"/>
                  <a:pt x="100" y="102"/>
                </a:cubicBezTo>
                <a:cubicBezTo>
                  <a:pt x="100" y="102"/>
                  <a:pt x="100" y="102"/>
                  <a:pt x="100" y="102"/>
                </a:cubicBezTo>
                <a:cubicBezTo>
                  <a:pt x="100" y="102"/>
                  <a:pt x="100" y="102"/>
                  <a:pt x="101" y="102"/>
                </a:cubicBezTo>
                <a:cubicBezTo>
                  <a:pt x="101" y="102"/>
                  <a:pt x="101" y="102"/>
                  <a:pt x="101" y="102"/>
                </a:cubicBezTo>
                <a:cubicBezTo>
                  <a:pt x="101" y="102"/>
                  <a:pt x="101" y="102"/>
                  <a:pt x="101" y="102"/>
                </a:cubicBezTo>
                <a:cubicBezTo>
                  <a:pt x="101" y="102"/>
                  <a:pt x="101" y="102"/>
                  <a:pt x="101" y="102"/>
                </a:cubicBezTo>
                <a:cubicBezTo>
                  <a:pt x="101" y="102"/>
                  <a:pt x="101" y="102"/>
                  <a:pt x="101" y="102"/>
                </a:cubicBezTo>
                <a:cubicBezTo>
                  <a:pt x="101" y="102"/>
                  <a:pt x="102" y="103"/>
                  <a:pt x="102" y="103"/>
                </a:cubicBezTo>
                <a:cubicBezTo>
                  <a:pt x="102" y="103"/>
                  <a:pt x="102" y="103"/>
                  <a:pt x="102" y="103"/>
                </a:cubicBezTo>
                <a:cubicBezTo>
                  <a:pt x="102" y="103"/>
                  <a:pt x="102" y="102"/>
                  <a:pt x="103" y="102"/>
                </a:cubicBezTo>
                <a:cubicBezTo>
                  <a:pt x="103" y="102"/>
                  <a:pt x="103" y="102"/>
                  <a:pt x="103" y="102"/>
                </a:cubicBezTo>
                <a:cubicBezTo>
                  <a:pt x="103" y="102"/>
                  <a:pt x="103" y="102"/>
                  <a:pt x="103" y="102"/>
                </a:cubicBezTo>
                <a:cubicBezTo>
                  <a:pt x="103" y="102"/>
                  <a:pt x="103" y="102"/>
                  <a:pt x="103" y="102"/>
                </a:cubicBezTo>
                <a:cubicBezTo>
                  <a:pt x="103" y="102"/>
                  <a:pt x="103" y="102"/>
                  <a:pt x="103" y="102"/>
                </a:cubicBezTo>
                <a:cubicBezTo>
                  <a:pt x="103" y="102"/>
                  <a:pt x="103" y="102"/>
                  <a:pt x="103" y="102"/>
                </a:cubicBezTo>
                <a:cubicBezTo>
                  <a:pt x="103" y="102"/>
                  <a:pt x="104" y="102"/>
                  <a:pt x="104" y="102"/>
                </a:cubicBezTo>
                <a:cubicBezTo>
                  <a:pt x="103" y="101"/>
                  <a:pt x="103" y="101"/>
                  <a:pt x="103" y="101"/>
                </a:cubicBezTo>
                <a:cubicBezTo>
                  <a:pt x="103" y="101"/>
                  <a:pt x="104" y="101"/>
                  <a:pt x="104" y="101"/>
                </a:cubicBezTo>
                <a:cubicBezTo>
                  <a:pt x="104" y="101"/>
                  <a:pt x="104" y="101"/>
                  <a:pt x="104" y="101"/>
                </a:cubicBezTo>
                <a:cubicBezTo>
                  <a:pt x="104" y="101"/>
                  <a:pt x="105" y="101"/>
                  <a:pt x="105" y="101"/>
                </a:cubicBezTo>
                <a:cubicBezTo>
                  <a:pt x="105" y="102"/>
                  <a:pt x="105" y="102"/>
                  <a:pt x="105" y="102"/>
                </a:cubicBezTo>
                <a:cubicBezTo>
                  <a:pt x="106" y="101"/>
                  <a:pt x="105" y="101"/>
                  <a:pt x="106" y="101"/>
                </a:cubicBezTo>
                <a:cubicBezTo>
                  <a:pt x="106" y="101"/>
                  <a:pt x="107" y="101"/>
                  <a:pt x="107" y="102"/>
                </a:cubicBezTo>
                <a:cubicBezTo>
                  <a:pt x="107" y="102"/>
                  <a:pt x="107" y="102"/>
                  <a:pt x="107" y="102"/>
                </a:cubicBezTo>
                <a:cubicBezTo>
                  <a:pt x="107" y="102"/>
                  <a:pt x="107" y="103"/>
                  <a:pt x="108" y="103"/>
                </a:cubicBezTo>
                <a:cubicBezTo>
                  <a:pt x="108" y="103"/>
                  <a:pt x="109" y="103"/>
                  <a:pt x="109" y="103"/>
                </a:cubicBezTo>
                <a:cubicBezTo>
                  <a:pt x="109" y="103"/>
                  <a:pt x="109" y="104"/>
                  <a:pt x="109" y="104"/>
                </a:cubicBezTo>
                <a:cubicBezTo>
                  <a:pt x="109" y="104"/>
                  <a:pt x="110" y="104"/>
                  <a:pt x="110" y="104"/>
                </a:cubicBezTo>
                <a:cubicBezTo>
                  <a:pt x="110" y="104"/>
                  <a:pt x="110" y="103"/>
                  <a:pt x="111" y="103"/>
                </a:cubicBezTo>
                <a:cubicBezTo>
                  <a:pt x="111" y="103"/>
                  <a:pt x="111" y="104"/>
                  <a:pt x="111" y="104"/>
                </a:cubicBezTo>
                <a:cubicBezTo>
                  <a:pt x="111" y="103"/>
                  <a:pt x="111" y="103"/>
                  <a:pt x="111" y="103"/>
                </a:cubicBezTo>
                <a:cubicBezTo>
                  <a:pt x="111" y="103"/>
                  <a:pt x="111" y="103"/>
                  <a:pt x="111" y="104"/>
                </a:cubicBezTo>
                <a:cubicBezTo>
                  <a:pt x="111" y="104"/>
                  <a:pt x="111" y="104"/>
                  <a:pt x="112" y="104"/>
                </a:cubicBezTo>
                <a:cubicBezTo>
                  <a:pt x="112" y="104"/>
                  <a:pt x="112" y="105"/>
                  <a:pt x="113" y="105"/>
                </a:cubicBezTo>
                <a:cubicBezTo>
                  <a:pt x="114" y="105"/>
                  <a:pt x="114" y="105"/>
                  <a:pt x="114" y="104"/>
                </a:cubicBezTo>
                <a:cubicBezTo>
                  <a:pt x="114" y="104"/>
                  <a:pt x="114" y="104"/>
                  <a:pt x="114" y="104"/>
                </a:cubicBezTo>
                <a:cubicBezTo>
                  <a:pt x="114" y="104"/>
                  <a:pt x="114" y="104"/>
                  <a:pt x="114" y="104"/>
                </a:cubicBezTo>
                <a:cubicBezTo>
                  <a:pt x="115" y="104"/>
                  <a:pt x="114" y="104"/>
                  <a:pt x="115" y="104"/>
                </a:cubicBezTo>
                <a:cubicBezTo>
                  <a:pt x="115" y="104"/>
                  <a:pt x="115" y="104"/>
                  <a:pt x="115" y="104"/>
                </a:cubicBezTo>
                <a:cubicBezTo>
                  <a:pt x="115" y="104"/>
                  <a:pt x="115" y="105"/>
                  <a:pt x="115" y="104"/>
                </a:cubicBezTo>
                <a:cubicBezTo>
                  <a:pt x="115" y="104"/>
                  <a:pt x="115" y="104"/>
                  <a:pt x="115" y="104"/>
                </a:cubicBezTo>
                <a:cubicBezTo>
                  <a:pt x="115" y="104"/>
                  <a:pt x="115" y="104"/>
                  <a:pt x="116" y="104"/>
                </a:cubicBezTo>
                <a:cubicBezTo>
                  <a:pt x="116" y="105"/>
                  <a:pt x="116" y="105"/>
                  <a:pt x="116" y="106"/>
                </a:cubicBezTo>
                <a:cubicBezTo>
                  <a:pt x="117" y="106"/>
                  <a:pt x="117" y="106"/>
                  <a:pt x="117" y="106"/>
                </a:cubicBezTo>
                <a:cubicBezTo>
                  <a:pt x="117" y="106"/>
                  <a:pt x="117" y="106"/>
                  <a:pt x="117" y="106"/>
                </a:cubicBezTo>
                <a:cubicBezTo>
                  <a:pt x="117" y="106"/>
                  <a:pt x="117" y="107"/>
                  <a:pt x="117" y="107"/>
                </a:cubicBezTo>
                <a:cubicBezTo>
                  <a:pt x="117" y="108"/>
                  <a:pt x="117" y="108"/>
                  <a:pt x="118" y="108"/>
                </a:cubicBezTo>
                <a:cubicBezTo>
                  <a:pt x="118" y="108"/>
                  <a:pt x="118" y="109"/>
                  <a:pt x="118" y="109"/>
                </a:cubicBezTo>
                <a:cubicBezTo>
                  <a:pt x="118" y="108"/>
                  <a:pt x="118" y="108"/>
                  <a:pt x="118" y="108"/>
                </a:cubicBezTo>
                <a:cubicBezTo>
                  <a:pt x="118" y="109"/>
                  <a:pt x="118" y="109"/>
                  <a:pt x="119" y="109"/>
                </a:cubicBezTo>
                <a:cubicBezTo>
                  <a:pt x="119" y="109"/>
                  <a:pt x="119" y="109"/>
                  <a:pt x="119" y="109"/>
                </a:cubicBezTo>
                <a:cubicBezTo>
                  <a:pt x="120" y="109"/>
                  <a:pt x="119" y="108"/>
                  <a:pt x="120" y="108"/>
                </a:cubicBezTo>
                <a:cubicBezTo>
                  <a:pt x="120" y="108"/>
                  <a:pt x="120" y="108"/>
                  <a:pt x="120" y="109"/>
                </a:cubicBezTo>
                <a:cubicBezTo>
                  <a:pt x="120" y="109"/>
                  <a:pt x="120" y="109"/>
                  <a:pt x="120" y="109"/>
                </a:cubicBezTo>
                <a:cubicBezTo>
                  <a:pt x="120" y="109"/>
                  <a:pt x="120" y="109"/>
                  <a:pt x="120" y="109"/>
                </a:cubicBezTo>
                <a:cubicBezTo>
                  <a:pt x="121" y="109"/>
                  <a:pt x="121" y="109"/>
                  <a:pt x="121" y="109"/>
                </a:cubicBezTo>
                <a:cubicBezTo>
                  <a:pt x="121" y="109"/>
                  <a:pt x="122" y="109"/>
                  <a:pt x="122" y="109"/>
                </a:cubicBezTo>
                <a:cubicBezTo>
                  <a:pt x="122" y="108"/>
                  <a:pt x="122" y="109"/>
                  <a:pt x="122" y="109"/>
                </a:cubicBezTo>
                <a:cubicBezTo>
                  <a:pt x="122" y="109"/>
                  <a:pt x="122" y="110"/>
                  <a:pt x="124" y="109"/>
                </a:cubicBezTo>
                <a:cubicBezTo>
                  <a:pt x="125" y="109"/>
                  <a:pt x="126" y="109"/>
                  <a:pt x="126" y="109"/>
                </a:cubicBezTo>
                <a:cubicBezTo>
                  <a:pt x="126" y="109"/>
                  <a:pt x="126" y="109"/>
                  <a:pt x="126" y="109"/>
                </a:cubicBezTo>
                <a:cubicBezTo>
                  <a:pt x="126" y="109"/>
                  <a:pt x="127" y="109"/>
                  <a:pt x="128" y="110"/>
                </a:cubicBezTo>
                <a:cubicBezTo>
                  <a:pt x="128" y="110"/>
                  <a:pt x="129" y="110"/>
                  <a:pt x="130" y="110"/>
                </a:cubicBezTo>
                <a:cubicBezTo>
                  <a:pt x="130" y="110"/>
                  <a:pt x="130" y="110"/>
                  <a:pt x="131" y="110"/>
                </a:cubicBezTo>
                <a:cubicBezTo>
                  <a:pt x="131" y="110"/>
                  <a:pt x="132" y="109"/>
                  <a:pt x="132" y="109"/>
                </a:cubicBezTo>
                <a:cubicBezTo>
                  <a:pt x="132" y="109"/>
                  <a:pt x="132" y="109"/>
                  <a:pt x="132" y="109"/>
                </a:cubicBezTo>
                <a:cubicBezTo>
                  <a:pt x="132" y="110"/>
                  <a:pt x="132" y="110"/>
                  <a:pt x="132" y="110"/>
                </a:cubicBezTo>
                <a:cubicBezTo>
                  <a:pt x="133" y="110"/>
                  <a:pt x="133" y="110"/>
                  <a:pt x="133" y="110"/>
                </a:cubicBezTo>
                <a:cubicBezTo>
                  <a:pt x="133" y="110"/>
                  <a:pt x="133" y="110"/>
                  <a:pt x="133" y="110"/>
                </a:cubicBezTo>
                <a:cubicBezTo>
                  <a:pt x="133" y="110"/>
                  <a:pt x="133" y="110"/>
                  <a:pt x="134" y="110"/>
                </a:cubicBezTo>
                <a:cubicBezTo>
                  <a:pt x="134" y="110"/>
                  <a:pt x="134" y="110"/>
                  <a:pt x="134" y="110"/>
                </a:cubicBezTo>
                <a:cubicBezTo>
                  <a:pt x="134" y="110"/>
                  <a:pt x="135" y="109"/>
                  <a:pt x="135" y="109"/>
                </a:cubicBezTo>
                <a:cubicBezTo>
                  <a:pt x="135" y="109"/>
                  <a:pt x="135" y="109"/>
                  <a:pt x="135" y="109"/>
                </a:cubicBezTo>
                <a:cubicBezTo>
                  <a:pt x="135" y="109"/>
                  <a:pt x="135" y="108"/>
                  <a:pt x="135" y="108"/>
                </a:cubicBezTo>
                <a:cubicBezTo>
                  <a:pt x="135" y="108"/>
                  <a:pt x="135" y="108"/>
                  <a:pt x="135" y="108"/>
                </a:cubicBezTo>
                <a:cubicBezTo>
                  <a:pt x="135" y="108"/>
                  <a:pt x="136" y="108"/>
                  <a:pt x="136" y="108"/>
                </a:cubicBezTo>
                <a:cubicBezTo>
                  <a:pt x="136" y="107"/>
                  <a:pt x="136" y="107"/>
                  <a:pt x="136" y="107"/>
                </a:cubicBezTo>
                <a:cubicBezTo>
                  <a:pt x="136" y="106"/>
                  <a:pt x="136" y="106"/>
                  <a:pt x="136" y="106"/>
                </a:cubicBezTo>
                <a:cubicBezTo>
                  <a:pt x="137" y="106"/>
                  <a:pt x="137" y="106"/>
                  <a:pt x="137" y="105"/>
                </a:cubicBezTo>
                <a:cubicBezTo>
                  <a:pt x="137" y="105"/>
                  <a:pt x="138" y="105"/>
                  <a:pt x="138" y="105"/>
                </a:cubicBezTo>
                <a:cubicBezTo>
                  <a:pt x="138" y="105"/>
                  <a:pt x="139" y="105"/>
                  <a:pt x="139" y="105"/>
                </a:cubicBezTo>
                <a:cubicBezTo>
                  <a:pt x="139" y="105"/>
                  <a:pt x="139" y="105"/>
                  <a:pt x="139" y="105"/>
                </a:cubicBezTo>
                <a:cubicBezTo>
                  <a:pt x="139" y="105"/>
                  <a:pt x="139" y="106"/>
                  <a:pt x="139" y="106"/>
                </a:cubicBezTo>
                <a:cubicBezTo>
                  <a:pt x="140" y="106"/>
                  <a:pt x="140" y="107"/>
                  <a:pt x="140" y="107"/>
                </a:cubicBezTo>
                <a:cubicBezTo>
                  <a:pt x="140" y="107"/>
                  <a:pt x="140" y="107"/>
                  <a:pt x="140" y="108"/>
                </a:cubicBezTo>
                <a:cubicBezTo>
                  <a:pt x="141" y="108"/>
                  <a:pt x="141" y="108"/>
                  <a:pt x="142" y="108"/>
                </a:cubicBezTo>
                <a:cubicBezTo>
                  <a:pt x="142" y="108"/>
                  <a:pt x="143" y="108"/>
                  <a:pt x="143" y="108"/>
                </a:cubicBezTo>
                <a:cubicBezTo>
                  <a:pt x="143" y="108"/>
                  <a:pt x="143" y="107"/>
                  <a:pt x="143" y="107"/>
                </a:cubicBezTo>
                <a:cubicBezTo>
                  <a:pt x="144" y="107"/>
                  <a:pt x="144" y="107"/>
                  <a:pt x="144" y="107"/>
                </a:cubicBezTo>
                <a:cubicBezTo>
                  <a:pt x="144" y="108"/>
                  <a:pt x="144" y="108"/>
                  <a:pt x="145" y="108"/>
                </a:cubicBezTo>
                <a:cubicBezTo>
                  <a:pt x="145" y="108"/>
                  <a:pt x="145" y="108"/>
                  <a:pt x="145" y="108"/>
                </a:cubicBezTo>
                <a:cubicBezTo>
                  <a:pt x="145" y="108"/>
                  <a:pt x="146" y="109"/>
                  <a:pt x="146" y="109"/>
                </a:cubicBezTo>
                <a:cubicBezTo>
                  <a:pt x="146" y="109"/>
                  <a:pt x="146" y="109"/>
                  <a:pt x="147" y="109"/>
                </a:cubicBezTo>
                <a:cubicBezTo>
                  <a:pt x="147" y="109"/>
                  <a:pt x="147" y="109"/>
                  <a:pt x="147" y="109"/>
                </a:cubicBezTo>
                <a:cubicBezTo>
                  <a:pt x="147" y="109"/>
                  <a:pt x="148" y="108"/>
                  <a:pt x="148" y="109"/>
                </a:cubicBezTo>
                <a:cubicBezTo>
                  <a:pt x="148" y="109"/>
                  <a:pt x="148" y="109"/>
                  <a:pt x="148" y="109"/>
                </a:cubicBezTo>
                <a:cubicBezTo>
                  <a:pt x="148" y="109"/>
                  <a:pt x="148" y="109"/>
                  <a:pt x="148" y="110"/>
                </a:cubicBezTo>
                <a:cubicBezTo>
                  <a:pt x="149" y="110"/>
                  <a:pt x="149" y="110"/>
                  <a:pt x="149" y="110"/>
                </a:cubicBezTo>
                <a:cubicBezTo>
                  <a:pt x="150" y="110"/>
                  <a:pt x="150" y="110"/>
                  <a:pt x="150" y="110"/>
                </a:cubicBezTo>
                <a:cubicBezTo>
                  <a:pt x="151" y="109"/>
                  <a:pt x="151" y="109"/>
                  <a:pt x="151" y="109"/>
                </a:cubicBezTo>
                <a:cubicBezTo>
                  <a:pt x="151" y="109"/>
                  <a:pt x="151" y="109"/>
                  <a:pt x="152" y="109"/>
                </a:cubicBezTo>
                <a:cubicBezTo>
                  <a:pt x="152" y="110"/>
                  <a:pt x="152" y="110"/>
                  <a:pt x="152" y="110"/>
                </a:cubicBezTo>
                <a:cubicBezTo>
                  <a:pt x="152" y="110"/>
                  <a:pt x="152" y="110"/>
                  <a:pt x="153" y="110"/>
                </a:cubicBezTo>
                <a:cubicBezTo>
                  <a:pt x="153" y="109"/>
                  <a:pt x="153" y="109"/>
                  <a:pt x="153" y="109"/>
                </a:cubicBezTo>
                <a:cubicBezTo>
                  <a:pt x="153" y="109"/>
                  <a:pt x="153" y="109"/>
                  <a:pt x="153" y="109"/>
                </a:cubicBezTo>
                <a:cubicBezTo>
                  <a:pt x="153" y="110"/>
                  <a:pt x="153" y="110"/>
                  <a:pt x="153" y="110"/>
                </a:cubicBezTo>
                <a:cubicBezTo>
                  <a:pt x="153" y="110"/>
                  <a:pt x="153" y="110"/>
                  <a:pt x="153" y="110"/>
                </a:cubicBezTo>
                <a:cubicBezTo>
                  <a:pt x="153" y="110"/>
                  <a:pt x="153" y="110"/>
                  <a:pt x="153" y="110"/>
                </a:cubicBezTo>
                <a:cubicBezTo>
                  <a:pt x="153" y="110"/>
                  <a:pt x="154" y="111"/>
                  <a:pt x="154" y="111"/>
                </a:cubicBezTo>
                <a:cubicBezTo>
                  <a:pt x="154" y="111"/>
                  <a:pt x="153" y="111"/>
                  <a:pt x="153" y="111"/>
                </a:cubicBezTo>
                <a:cubicBezTo>
                  <a:pt x="153" y="111"/>
                  <a:pt x="154" y="111"/>
                  <a:pt x="154" y="111"/>
                </a:cubicBezTo>
                <a:cubicBezTo>
                  <a:pt x="154" y="111"/>
                  <a:pt x="153" y="111"/>
                  <a:pt x="153" y="111"/>
                </a:cubicBezTo>
                <a:cubicBezTo>
                  <a:pt x="153" y="112"/>
                  <a:pt x="153" y="112"/>
                  <a:pt x="153" y="112"/>
                </a:cubicBezTo>
                <a:cubicBezTo>
                  <a:pt x="154" y="112"/>
                  <a:pt x="154" y="112"/>
                  <a:pt x="154" y="112"/>
                </a:cubicBezTo>
                <a:cubicBezTo>
                  <a:pt x="154" y="112"/>
                  <a:pt x="154" y="112"/>
                  <a:pt x="154" y="112"/>
                </a:cubicBezTo>
                <a:cubicBezTo>
                  <a:pt x="154" y="113"/>
                  <a:pt x="154" y="113"/>
                  <a:pt x="154" y="113"/>
                </a:cubicBezTo>
                <a:cubicBezTo>
                  <a:pt x="154" y="113"/>
                  <a:pt x="154" y="112"/>
                  <a:pt x="155" y="112"/>
                </a:cubicBezTo>
                <a:cubicBezTo>
                  <a:pt x="155" y="112"/>
                  <a:pt x="155" y="113"/>
                  <a:pt x="155" y="113"/>
                </a:cubicBezTo>
                <a:cubicBezTo>
                  <a:pt x="155" y="113"/>
                  <a:pt x="155" y="113"/>
                  <a:pt x="155" y="113"/>
                </a:cubicBezTo>
                <a:cubicBezTo>
                  <a:pt x="155" y="114"/>
                  <a:pt x="155" y="114"/>
                  <a:pt x="155" y="114"/>
                </a:cubicBezTo>
                <a:cubicBezTo>
                  <a:pt x="155" y="114"/>
                  <a:pt x="155" y="114"/>
                  <a:pt x="155" y="114"/>
                </a:cubicBezTo>
                <a:cubicBezTo>
                  <a:pt x="155" y="114"/>
                  <a:pt x="155" y="115"/>
                  <a:pt x="155" y="115"/>
                </a:cubicBezTo>
                <a:cubicBezTo>
                  <a:pt x="155" y="115"/>
                  <a:pt x="155" y="115"/>
                  <a:pt x="155" y="115"/>
                </a:cubicBezTo>
                <a:cubicBezTo>
                  <a:pt x="156" y="115"/>
                  <a:pt x="156" y="115"/>
                  <a:pt x="156" y="115"/>
                </a:cubicBezTo>
                <a:cubicBezTo>
                  <a:pt x="156" y="115"/>
                  <a:pt x="156" y="116"/>
                  <a:pt x="156" y="116"/>
                </a:cubicBezTo>
                <a:cubicBezTo>
                  <a:pt x="156" y="116"/>
                  <a:pt x="156" y="116"/>
                  <a:pt x="156" y="116"/>
                </a:cubicBezTo>
                <a:cubicBezTo>
                  <a:pt x="156" y="116"/>
                  <a:pt x="156" y="116"/>
                  <a:pt x="156" y="116"/>
                </a:cubicBezTo>
                <a:cubicBezTo>
                  <a:pt x="156" y="116"/>
                  <a:pt x="156" y="116"/>
                  <a:pt x="156" y="116"/>
                </a:cubicBezTo>
                <a:cubicBezTo>
                  <a:pt x="156" y="116"/>
                  <a:pt x="157" y="116"/>
                  <a:pt x="157" y="117"/>
                </a:cubicBezTo>
                <a:cubicBezTo>
                  <a:pt x="157" y="117"/>
                  <a:pt x="157" y="117"/>
                  <a:pt x="157" y="117"/>
                </a:cubicBezTo>
                <a:cubicBezTo>
                  <a:pt x="157" y="117"/>
                  <a:pt x="158" y="117"/>
                  <a:pt x="158" y="117"/>
                </a:cubicBezTo>
                <a:cubicBezTo>
                  <a:pt x="158" y="117"/>
                  <a:pt x="158" y="117"/>
                  <a:pt x="158" y="117"/>
                </a:cubicBezTo>
                <a:cubicBezTo>
                  <a:pt x="158" y="117"/>
                  <a:pt x="158" y="117"/>
                  <a:pt x="158" y="117"/>
                </a:cubicBezTo>
                <a:cubicBezTo>
                  <a:pt x="158" y="117"/>
                  <a:pt x="158" y="117"/>
                  <a:pt x="158" y="117"/>
                </a:cubicBezTo>
                <a:cubicBezTo>
                  <a:pt x="158" y="117"/>
                  <a:pt x="158" y="117"/>
                  <a:pt x="159" y="117"/>
                </a:cubicBezTo>
                <a:cubicBezTo>
                  <a:pt x="159" y="117"/>
                  <a:pt x="159" y="117"/>
                  <a:pt x="159" y="117"/>
                </a:cubicBezTo>
                <a:cubicBezTo>
                  <a:pt x="159" y="118"/>
                  <a:pt x="159" y="118"/>
                  <a:pt x="159" y="118"/>
                </a:cubicBezTo>
                <a:cubicBezTo>
                  <a:pt x="159" y="118"/>
                  <a:pt x="160" y="117"/>
                  <a:pt x="160" y="117"/>
                </a:cubicBezTo>
                <a:cubicBezTo>
                  <a:pt x="160" y="117"/>
                  <a:pt x="160" y="117"/>
                  <a:pt x="161" y="117"/>
                </a:cubicBezTo>
                <a:cubicBezTo>
                  <a:pt x="161" y="117"/>
                  <a:pt x="161" y="117"/>
                  <a:pt x="161" y="117"/>
                </a:cubicBezTo>
                <a:cubicBezTo>
                  <a:pt x="162" y="117"/>
                  <a:pt x="163" y="117"/>
                  <a:pt x="163" y="117"/>
                </a:cubicBezTo>
                <a:cubicBezTo>
                  <a:pt x="163" y="117"/>
                  <a:pt x="163" y="117"/>
                  <a:pt x="163" y="117"/>
                </a:cubicBezTo>
                <a:cubicBezTo>
                  <a:pt x="163" y="117"/>
                  <a:pt x="164" y="117"/>
                  <a:pt x="164" y="117"/>
                </a:cubicBezTo>
                <a:cubicBezTo>
                  <a:pt x="164" y="117"/>
                  <a:pt x="164" y="117"/>
                  <a:pt x="164" y="117"/>
                </a:cubicBezTo>
                <a:cubicBezTo>
                  <a:pt x="164" y="117"/>
                  <a:pt x="165" y="117"/>
                  <a:pt x="165" y="117"/>
                </a:cubicBezTo>
                <a:cubicBezTo>
                  <a:pt x="165" y="117"/>
                  <a:pt x="165" y="117"/>
                  <a:pt x="165" y="117"/>
                </a:cubicBezTo>
                <a:cubicBezTo>
                  <a:pt x="165" y="116"/>
                  <a:pt x="166" y="116"/>
                  <a:pt x="166" y="116"/>
                </a:cubicBezTo>
                <a:cubicBezTo>
                  <a:pt x="166" y="116"/>
                  <a:pt x="166" y="116"/>
                  <a:pt x="166" y="116"/>
                </a:cubicBezTo>
                <a:cubicBezTo>
                  <a:pt x="166" y="116"/>
                  <a:pt x="166" y="117"/>
                  <a:pt x="166" y="117"/>
                </a:cubicBezTo>
                <a:cubicBezTo>
                  <a:pt x="167" y="117"/>
                  <a:pt x="167" y="117"/>
                  <a:pt x="167" y="117"/>
                </a:cubicBezTo>
                <a:cubicBezTo>
                  <a:pt x="167" y="117"/>
                  <a:pt x="167" y="117"/>
                  <a:pt x="168" y="117"/>
                </a:cubicBezTo>
                <a:cubicBezTo>
                  <a:pt x="168" y="117"/>
                  <a:pt x="168" y="117"/>
                  <a:pt x="168" y="117"/>
                </a:cubicBezTo>
                <a:cubicBezTo>
                  <a:pt x="168" y="117"/>
                  <a:pt x="168" y="117"/>
                  <a:pt x="168" y="117"/>
                </a:cubicBezTo>
                <a:cubicBezTo>
                  <a:pt x="169" y="117"/>
                  <a:pt x="169" y="117"/>
                  <a:pt x="169" y="118"/>
                </a:cubicBezTo>
                <a:cubicBezTo>
                  <a:pt x="170" y="118"/>
                  <a:pt x="170" y="118"/>
                  <a:pt x="170" y="118"/>
                </a:cubicBezTo>
                <a:cubicBezTo>
                  <a:pt x="170" y="119"/>
                  <a:pt x="169" y="119"/>
                  <a:pt x="169" y="119"/>
                </a:cubicBezTo>
                <a:cubicBezTo>
                  <a:pt x="169" y="119"/>
                  <a:pt x="169" y="119"/>
                  <a:pt x="169" y="120"/>
                </a:cubicBezTo>
                <a:cubicBezTo>
                  <a:pt x="169" y="120"/>
                  <a:pt x="169" y="120"/>
                  <a:pt x="169" y="121"/>
                </a:cubicBezTo>
                <a:cubicBezTo>
                  <a:pt x="169" y="121"/>
                  <a:pt x="169" y="121"/>
                  <a:pt x="169" y="121"/>
                </a:cubicBezTo>
                <a:cubicBezTo>
                  <a:pt x="169" y="121"/>
                  <a:pt x="169" y="121"/>
                  <a:pt x="169" y="122"/>
                </a:cubicBezTo>
                <a:cubicBezTo>
                  <a:pt x="169" y="122"/>
                  <a:pt x="169" y="122"/>
                  <a:pt x="169" y="122"/>
                </a:cubicBezTo>
                <a:cubicBezTo>
                  <a:pt x="169" y="122"/>
                  <a:pt x="169" y="123"/>
                  <a:pt x="169" y="123"/>
                </a:cubicBezTo>
                <a:cubicBezTo>
                  <a:pt x="169" y="123"/>
                  <a:pt x="169" y="123"/>
                  <a:pt x="169" y="123"/>
                </a:cubicBezTo>
                <a:cubicBezTo>
                  <a:pt x="169" y="123"/>
                  <a:pt x="169" y="124"/>
                  <a:pt x="169" y="124"/>
                </a:cubicBezTo>
                <a:cubicBezTo>
                  <a:pt x="169" y="124"/>
                  <a:pt x="169" y="124"/>
                  <a:pt x="169" y="124"/>
                </a:cubicBezTo>
                <a:cubicBezTo>
                  <a:pt x="169" y="124"/>
                  <a:pt x="169" y="124"/>
                  <a:pt x="169" y="124"/>
                </a:cubicBezTo>
                <a:cubicBezTo>
                  <a:pt x="169" y="124"/>
                  <a:pt x="169" y="124"/>
                  <a:pt x="169" y="124"/>
                </a:cubicBezTo>
                <a:cubicBezTo>
                  <a:pt x="169" y="124"/>
                  <a:pt x="169" y="124"/>
                  <a:pt x="169" y="124"/>
                </a:cubicBezTo>
                <a:cubicBezTo>
                  <a:pt x="169" y="124"/>
                  <a:pt x="169" y="125"/>
                  <a:pt x="169" y="125"/>
                </a:cubicBezTo>
                <a:cubicBezTo>
                  <a:pt x="169" y="125"/>
                  <a:pt x="170" y="125"/>
                  <a:pt x="170" y="125"/>
                </a:cubicBezTo>
                <a:cubicBezTo>
                  <a:pt x="170" y="125"/>
                  <a:pt x="170" y="125"/>
                  <a:pt x="170" y="125"/>
                </a:cubicBezTo>
                <a:cubicBezTo>
                  <a:pt x="170" y="125"/>
                  <a:pt x="170" y="125"/>
                  <a:pt x="170" y="125"/>
                </a:cubicBezTo>
                <a:cubicBezTo>
                  <a:pt x="170" y="125"/>
                  <a:pt x="171" y="125"/>
                  <a:pt x="171" y="125"/>
                </a:cubicBezTo>
                <a:cubicBezTo>
                  <a:pt x="171" y="126"/>
                  <a:pt x="171" y="126"/>
                  <a:pt x="171" y="126"/>
                </a:cubicBezTo>
                <a:cubicBezTo>
                  <a:pt x="171" y="126"/>
                  <a:pt x="171" y="126"/>
                  <a:pt x="171" y="126"/>
                </a:cubicBezTo>
                <a:close/>
                <a:moveTo>
                  <a:pt x="166" y="111"/>
                </a:moveTo>
                <a:cubicBezTo>
                  <a:pt x="166" y="111"/>
                  <a:pt x="166" y="111"/>
                  <a:pt x="166" y="111"/>
                </a:cubicBezTo>
                <a:cubicBezTo>
                  <a:pt x="166" y="111"/>
                  <a:pt x="166" y="111"/>
                  <a:pt x="166" y="111"/>
                </a:cubicBezTo>
                <a:cubicBezTo>
                  <a:pt x="166" y="110"/>
                  <a:pt x="167" y="110"/>
                  <a:pt x="167" y="110"/>
                </a:cubicBezTo>
                <a:cubicBezTo>
                  <a:pt x="167" y="110"/>
                  <a:pt x="166" y="110"/>
                  <a:pt x="166" y="110"/>
                </a:cubicBezTo>
                <a:cubicBezTo>
                  <a:pt x="166" y="110"/>
                  <a:pt x="166" y="110"/>
                  <a:pt x="166" y="110"/>
                </a:cubicBezTo>
                <a:cubicBezTo>
                  <a:pt x="166" y="110"/>
                  <a:pt x="165" y="109"/>
                  <a:pt x="165" y="109"/>
                </a:cubicBezTo>
                <a:cubicBezTo>
                  <a:pt x="165" y="109"/>
                  <a:pt x="164" y="110"/>
                  <a:pt x="164" y="110"/>
                </a:cubicBezTo>
                <a:cubicBezTo>
                  <a:pt x="163" y="110"/>
                  <a:pt x="163" y="110"/>
                  <a:pt x="162" y="110"/>
                </a:cubicBezTo>
                <a:cubicBezTo>
                  <a:pt x="161" y="110"/>
                  <a:pt x="161" y="110"/>
                  <a:pt x="160" y="110"/>
                </a:cubicBezTo>
                <a:cubicBezTo>
                  <a:pt x="159" y="110"/>
                  <a:pt x="159" y="110"/>
                  <a:pt x="158" y="110"/>
                </a:cubicBezTo>
                <a:cubicBezTo>
                  <a:pt x="158" y="110"/>
                  <a:pt x="157" y="110"/>
                  <a:pt x="157" y="110"/>
                </a:cubicBezTo>
                <a:cubicBezTo>
                  <a:pt x="156" y="110"/>
                  <a:pt x="156" y="110"/>
                  <a:pt x="155" y="110"/>
                </a:cubicBezTo>
                <a:cubicBezTo>
                  <a:pt x="155" y="110"/>
                  <a:pt x="155" y="110"/>
                  <a:pt x="155" y="110"/>
                </a:cubicBezTo>
                <a:cubicBezTo>
                  <a:pt x="155" y="110"/>
                  <a:pt x="155" y="110"/>
                  <a:pt x="155" y="111"/>
                </a:cubicBezTo>
                <a:cubicBezTo>
                  <a:pt x="155" y="111"/>
                  <a:pt x="155" y="111"/>
                  <a:pt x="154" y="111"/>
                </a:cubicBezTo>
                <a:cubicBezTo>
                  <a:pt x="154" y="111"/>
                  <a:pt x="154" y="111"/>
                  <a:pt x="154" y="111"/>
                </a:cubicBezTo>
                <a:cubicBezTo>
                  <a:pt x="154" y="111"/>
                  <a:pt x="154" y="111"/>
                  <a:pt x="154" y="111"/>
                </a:cubicBezTo>
                <a:cubicBezTo>
                  <a:pt x="154" y="111"/>
                  <a:pt x="154" y="111"/>
                  <a:pt x="154" y="111"/>
                </a:cubicBezTo>
                <a:cubicBezTo>
                  <a:pt x="154" y="112"/>
                  <a:pt x="154" y="112"/>
                  <a:pt x="154" y="112"/>
                </a:cubicBezTo>
                <a:cubicBezTo>
                  <a:pt x="154" y="112"/>
                  <a:pt x="154" y="112"/>
                  <a:pt x="154" y="112"/>
                </a:cubicBezTo>
                <a:cubicBezTo>
                  <a:pt x="154" y="112"/>
                  <a:pt x="155" y="112"/>
                  <a:pt x="155" y="112"/>
                </a:cubicBezTo>
                <a:cubicBezTo>
                  <a:pt x="155" y="112"/>
                  <a:pt x="155" y="112"/>
                  <a:pt x="156" y="112"/>
                </a:cubicBezTo>
                <a:cubicBezTo>
                  <a:pt x="156" y="112"/>
                  <a:pt x="156" y="112"/>
                  <a:pt x="156" y="112"/>
                </a:cubicBezTo>
                <a:cubicBezTo>
                  <a:pt x="157" y="112"/>
                  <a:pt x="157" y="113"/>
                  <a:pt x="157" y="113"/>
                </a:cubicBezTo>
                <a:cubicBezTo>
                  <a:pt x="157" y="113"/>
                  <a:pt x="158" y="113"/>
                  <a:pt x="158" y="113"/>
                </a:cubicBezTo>
                <a:cubicBezTo>
                  <a:pt x="158" y="113"/>
                  <a:pt x="159" y="113"/>
                  <a:pt x="159" y="113"/>
                </a:cubicBezTo>
                <a:cubicBezTo>
                  <a:pt x="159" y="113"/>
                  <a:pt x="159" y="113"/>
                  <a:pt x="160" y="113"/>
                </a:cubicBezTo>
                <a:cubicBezTo>
                  <a:pt x="160" y="113"/>
                  <a:pt x="161" y="113"/>
                  <a:pt x="161" y="113"/>
                </a:cubicBezTo>
                <a:cubicBezTo>
                  <a:pt x="161" y="113"/>
                  <a:pt x="161" y="113"/>
                  <a:pt x="161" y="113"/>
                </a:cubicBezTo>
                <a:cubicBezTo>
                  <a:pt x="161" y="113"/>
                  <a:pt x="162" y="113"/>
                  <a:pt x="162" y="112"/>
                </a:cubicBezTo>
                <a:cubicBezTo>
                  <a:pt x="162" y="112"/>
                  <a:pt x="162" y="112"/>
                  <a:pt x="162" y="112"/>
                </a:cubicBezTo>
                <a:cubicBezTo>
                  <a:pt x="162" y="112"/>
                  <a:pt x="162" y="112"/>
                  <a:pt x="162" y="112"/>
                </a:cubicBezTo>
                <a:cubicBezTo>
                  <a:pt x="163" y="112"/>
                  <a:pt x="163" y="112"/>
                  <a:pt x="163" y="112"/>
                </a:cubicBezTo>
                <a:cubicBezTo>
                  <a:pt x="163" y="112"/>
                  <a:pt x="163" y="112"/>
                  <a:pt x="164" y="112"/>
                </a:cubicBezTo>
                <a:cubicBezTo>
                  <a:pt x="164" y="112"/>
                  <a:pt x="164" y="112"/>
                  <a:pt x="164" y="112"/>
                </a:cubicBezTo>
                <a:cubicBezTo>
                  <a:pt x="164" y="112"/>
                  <a:pt x="164" y="112"/>
                  <a:pt x="165" y="112"/>
                </a:cubicBezTo>
                <a:cubicBezTo>
                  <a:pt x="165" y="112"/>
                  <a:pt x="165" y="112"/>
                  <a:pt x="165" y="112"/>
                </a:cubicBezTo>
                <a:cubicBezTo>
                  <a:pt x="165" y="112"/>
                  <a:pt x="164" y="112"/>
                  <a:pt x="165" y="111"/>
                </a:cubicBezTo>
                <a:cubicBezTo>
                  <a:pt x="165" y="111"/>
                  <a:pt x="165" y="111"/>
                  <a:pt x="165" y="111"/>
                </a:cubicBezTo>
                <a:cubicBezTo>
                  <a:pt x="165" y="111"/>
                  <a:pt x="165" y="111"/>
                  <a:pt x="165" y="111"/>
                </a:cubicBezTo>
                <a:cubicBezTo>
                  <a:pt x="165" y="111"/>
                  <a:pt x="165" y="111"/>
                  <a:pt x="165" y="111"/>
                </a:cubicBezTo>
                <a:cubicBezTo>
                  <a:pt x="165" y="112"/>
                  <a:pt x="166" y="112"/>
                  <a:pt x="166" y="112"/>
                </a:cubicBezTo>
                <a:cubicBezTo>
                  <a:pt x="166" y="112"/>
                  <a:pt x="166" y="112"/>
                  <a:pt x="166" y="111"/>
                </a:cubicBezTo>
                <a:cubicBezTo>
                  <a:pt x="166" y="111"/>
                  <a:pt x="166" y="111"/>
                  <a:pt x="166" y="111"/>
                </a:cubicBezTo>
                <a:cubicBezTo>
                  <a:pt x="166" y="111"/>
                  <a:pt x="165" y="111"/>
                  <a:pt x="165" y="111"/>
                </a:cubicBezTo>
                <a:cubicBezTo>
                  <a:pt x="165" y="111"/>
                  <a:pt x="165" y="111"/>
                  <a:pt x="166" y="111"/>
                </a:cubicBezTo>
                <a:close/>
                <a:moveTo>
                  <a:pt x="63" y="96"/>
                </a:moveTo>
                <a:cubicBezTo>
                  <a:pt x="62" y="96"/>
                  <a:pt x="62" y="96"/>
                  <a:pt x="62" y="96"/>
                </a:cubicBezTo>
                <a:cubicBezTo>
                  <a:pt x="62" y="96"/>
                  <a:pt x="62" y="96"/>
                  <a:pt x="62" y="96"/>
                </a:cubicBezTo>
                <a:cubicBezTo>
                  <a:pt x="62" y="96"/>
                  <a:pt x="62" y="96"/>
                  <a:pt x="62" y="96"/>
                </a:cubicBezTo>
                <a:cubicBezTo>
                  <a:pt x="62" y="96"/>
                  <a:pt x="61" y="96"/>
                  <a:pt x="61" y="95"/>
                </a:cubicBezTo>
                <a:cubicBezTo>
                  <a:pt x="61" y="95"/>
                  <a:pt x="61" y="96"/>
                  <a:pt x="61" y="96"/>
                </a:cubicBezTo>
                <a:cubicBezTo>
                  <a:pt x="61" y="96"/>
                  <a:pt x="61" y="96"/>
                  <a:pt x="61" y="96"/>
                </a:cubicBezTo>
                <a:cubicBezTo>
                  <a:pt x="61" y="96"/>
                  <a:pt x="61" y="96"/>
                  <a:pt x="61" y="96"/>
                </a:cubicBezTo>
                <a:cubicBezTo>
                  <a:pt x="61" y="96"/>
                  <a:pt x="61" y="96"/>
                  <a:pt x="61" y="96"/>
                </a:cubicBezTo>
                <a:cubicBezTo>
                  <a:pt x="61" y="96"/>
                  <a:pt x="61" y="96"/>
                  <a:pt x="61" y="96"/>
                </a:cubicBezTo>
                <a:cubicBezTo>
                  <a:pt x="61" y="96"/>
                  <a:pt x="61" y="96"/>
                  <a:pt x="61" y="97"/>
                </a:cubicBezTo>
                <a:cubicBezTo>
                  <a:pt x="62" y="97"/>
                  <a:pt x="62" y="97"/>
                  <a:pt x="62" y="97"/>
                </a:cubicBezTo>
                <a:cubicBezTo>
                  <a:pt x="62" y="97"/>
                  <a:pt x="62" y="97"/>
                  <a:pt x="62" y="97"/>
                </a:cubicBezTo>
                <a:cubicBezTo>
                  <a:pt x="62" y="97"/>
                  <a:pt x="62" y="97"/>
                  <a:pt x="62" y="97"/>
                </a:cubicBezTo>
                <a:cubicBezTo>
                  <a:pt x="63" y="97"/>
                  <a:pt x="63" y="97"/>
                  <a:pt x="63" y="97"/>
                </a:cubicBezTo>
                <a:cubicBezTo>
                  <a:pt x="63" y="97"/>
                  <a:pt x="63" y="97"/>
                  <a:pt x="63" y="97"/>
                </a:cubicBezTo>
                <a:cubicBezTo>
                  <a:pt x="63" y="97"/>
                  <a:pt x="63" y="97"/>
                  <a:pt x="63" y="97"/>
                </a:cubicBezTo>
                <a:cubicBezTo>
                  <a:pt x="63" y="97"/>
                  <a:pt x="63" y="97"/>
                  <a:pt x="63" y="97"/>
                </a:cubicBezTo>
                <a:cubicBezTo>
                  <a:pt x="63" y="97"/>
                  <a:pt x="63" y="97"/>
                  <a:pt x="63" y="97"/>
                </a:cubicBezTo>
                <a:cubicBezTo>
                  <a:pt x="63" y="96"/>
                  <a:pt x="63" y="96"/>
                  <a:pt x="63" y="96"/>
                </a:cubicBezTo>
                <a:cubicBezTo>
                  <a:pt x="63" y="96"/>
                  <a:pt x="63" y="96"/>
                  <a:pt x="63" y="96"/>
                </a:cubicBezTo>
                <a:close/>
                <a:moveTo>
                  <a:pt x="88" y="107"/>
                </a:moveTo>
                <a:cubicBezTo>
                  <a:pt x="88" y="107"/>
                  <a:pt x="88" y="107"/>
                  <a:pt x="88" y="107"/>
                </a:cubicBezTo>
                <a:cubicBezTo>
                  <a:pt x="88" y="107"/>
                  <a:pt x="88" y="106"/>
                  <a:pt x="88" y="106"/>
                </a:cubicBezTo>
                <a:cubicBezTo>
                  <a:pt x="88" y="106"/>
                  <a:pt x="88" y="106"/>
                  <a:pt x="88" y="106"/>
                </a:cubicBezTo>
                <a:cubicBezTo>
                  <a:pt x="88" y="106"/>
                  <a:pt x="88" y="106"/>
                  <a:pt x="88" y="106"/>
                </a:cubicBezTo>
                <a:cubicBezTo>
                  <a:pt x="87" y="107"/>
                  <a:pt x="87" y="107"/>
                  <a:pt x="87" y="107"/>
                </a:cubicBezTo>
                <a:cubicBezTo>
                  <a:pt x="87" y="107"/>
                  <a:pt x="87" y="107"/>
                  <a:pt x="87" y="107"/>
                </a:cubicBezTo>
                <a:cubicBezTo>
                  <a:pt x="87" y="107"/>
                  <a:pt x="87" y="107"/>
                  <a:pt x="87" y="107"/>
                </a:cubicBezTo>
                <a:cubicBezTo>
                  <a:pt x="87" y="107"/>
                  <a:pt x="87" y="107"/>
                  <a:pt x="87" y="107"/>
                </a:cubicBezTo>
                <a:cubicBezTo>
                  <a:pt x="87" y="107"/>
                  <a:pt x="87" y="107"/>
                  <a:pt x="87" y="107"/>
                </a:cubicBezTo>
                <a:cubicBezTo>
                  <a:pt x="87" y="107"/>
                  <a:pt x="87" y="107"/>
                  <a:pt x="87" y="107"/>
                </a:cubicBezTo>
                <a:cubicBezTo>
                  <a:pt x="87" y="107"/>
                  <a:pt x="87" y="107"/>
                  <a:pt x="87" y="107"/>
                </a:cubicBezTo>
                <a:cubicBezTo>
                  <a:pt x="87" y="107"/>
                  <a:pt x="88" y="108"/>
                  <a:pt x="88" y="108"/>
                </a:cubicBezTo>
                <a:cubicBezTo>
                  <a:pt x="88" y="108"/>
                  <a:pt x="88" y="107"/>
                  <a:pt x="88" y="107"/>
                </a:cubicBezTo>
                <a:close/>
                <a:moveTo>
                  <a:pt x="109" y="75"/>
                </a:moveTo>
                <a:cubicBezTo>
                  <a:pt x="109" y="75"/>
                  <a:pt x="109" y="75"/>
                  <a:pt x="109" y="75"/>
                </a:cubicBezTo>
                <a:cubicBezTo>
                  <a:pt x="108" y="76"/>
                  <a:pt x="109" y="76"/>
                  <a:pt x="109" y="76"/>
                </a:cubicBezTo>
                <a:cubicBezTo>
                  <a:pt x="109" y="76"/>
                  <a:pt x="109" y="77"/>
                  <a:pt x="109" y="77"/>
                </a:cubicBezTo>
                <a:cubicBezTo>
                  <a:pt x="109" y="77"/>
                  <a:pt x="109" y="77"/>
                  <a:pt x="109" y="77"/>
                </a:cubicBezTo>
                <a:cubicBezTo>
                  <a:pt x="109" y="78"/>
                  <a:pt x="109" y="77"/>
                  <a:pt x="109" y="77"/>
                </a:cubicBezTo>
                <a:cubicBezTo>
                  <a:pt x="109" y="77"/>
                  <a:pt x="110" y="77"/>
                  <a:pt x="110" y="77"/>
                </a:cubicBezTo>
                <a:cubicBezTo>
                  <a:pt x="110" y="77"/>
                  <a:pt x="110" y="77"/>
                  <a:pt x="111" y="77"/>
                </a:cubicBezTo>
                <a:cubicBezTo>
                  <a:pt x="111" y="77"/>
                  <a:pt x="111" y="77"/>
                  <a:pt x="111" y="77"/>
                </a:cubicBezTo>
                <a:cubicBezTo>
                  <a:pt x="111" y="77"/>
                  <a:pt x="111" y="76"/>
                  <a:pt x="111" y="76"/>
                </a:cubicBezTo>
                <a:cubicBezTo>
                  <a:pt x="111" y="76"/>
                  <a:pt x="111" y="76"/>
                  <a:pt x="111" y="76"/>
                </a:cubicBezTo>
                <a:cubicBezTo>
                  <a:pt x="111" y="76"/>
                  <a:pt x="111" y="76"/>
                  <a:pt x="111" y="76"/>
                </a:cubicBezTo>
                <a:cubicBezTo>
                  <a:pt x="111" y="76"/>
                  <a:pt x="111" y="76"/>
                  <a:pt x="111" y="76"/>
                </a:cubicBezTo>
                <a:cubicBezTo>
                  <a:pt x="111" y="77"/>
                  <a:pt x="112" y="77"/>
                  <a:pt x="112" y="77"/>
                </a:cubicBezTo>
                <a:cubicBezTo>
                  <a:pt x="112" y="77"/>
                  <a:pt x="112" y="77"/>
                  <a:pt x="112" y="77"/>
                </a:cubicBezTo>
                <a:cubicBezTo>
                  <a:pt x="112" y="77"/>
                  <a:pt x="112" y="77"/>
                  <a:pt x="112" y="78"/>
                </a:cubicBezTo>
                <a:cubicBezTo>
                  <a:pt x="112" y="78"/>
                  <a:pt x="112" y="78"/>
                  <a:pt x="112" y="78"/>
                </a:cubicBezTo>
                <a:cubicBezTo>
                  <a:pt x="113" y="78"/>
                  <a:pt x="113" y="78"/>
                  <a:pt x="113" y="78"/>
                </a:cubicBezTo>
                <a:cubicBezTo>
                  <a:pt x="113" y="78"/>
                  <a:pt x="113" y="78"/>
                  <a:pt x="113" y="77"/>
                </a:cubicBezTo>
                <a:cubicBezTo>
                  <a:pt x="113" y="77"/>
                  <a:pt x="113" y="77"/>
                  <a:pt x="113" y="77"/>
                </a:cubicBezTo>
                <a:cubicBezTo>
                  <a:pt x="113" y="77"/>
                  <a:pt x="113" y="77"/>
                  <a:pt x="113" y="77"/>
                </a:cubicBezTo>
                <a:cubicBezTo>
                  <a:pt x="113" y="77"/>
                  <a:pt x="113" y="77"/>
                  <a:pt x="113" y="77"/>
                </a:cubicBezTo>
                <a:cubicBezTo>
                  <a:pt x="113" y="77"/>
                  <a:pt x="113" y="77"/>
                  <a:pt x="114" y="77"/>
                </a:cubicBezTo>
                <a:cubicBezTo>
                  <a:pt x="114" y="77"/>
                  <a:pt x="114" y="77"/>
                  <a:pt x="114" y="77"/>
                </a:cubicBezTo>
                <a:cubicBezTo>
                  <a:pt x="114" y="77"/>
                  <a:pt x="114" y="76"/>
                  <a:pt x="114" y="76"/>
                </a:cubicBezTo>
                <a:cubicBezTo>
                  <a:pt x="114" y="76"/>
                  <a:pt x="114" y="76"/>
                  <a:pt x="114" y="76"/>
                </a:cubicBezTo>
                <a:cubicBezTo>
                  <a:pt x="114" y="75"/>
                  <a:pt x="114" y="75"/>
                  <a:pt x="114" y="75"/>
                </a:cubicBezTo>
                <a:cubicBezTo>
                  <a:pt x="114" y="75"/>
                  <a:pt x="115" y="75"/>
                  <a:pt x="115" y="74"/>
                </a:cubicBezTo>
                <a:cubicBezTo>
                  <a:pt x="115" y="74"/>
                  <a:pt x="115" y="74"/>
                  <a:pt x="115" y="74"/>
                </a:cubicBezTo>
                <a:cubicBezTo>
                  <a:pt x="115" y="73"/>
                  <a:pt x="115" y="73"/>
                  <a:pt x="114" y="73"/>
                </a:cubicBezTo>
                <a:cubicBezTo>
                  <a:pt x="114" y="73"/>
                  <a:pt x="114" y="73"/>
                  <a:pt x="114" y="73"/>
                </a:cubicBezTo>
                <a:cubicBezTo>
                  <a:pt x="114" y="73"/>
                  <a:pt x="114" y="73"/>
                  <a:pt x="114" y="73"/>
                </a:cubicBezTo>
                <a:cubicBezTo>
                  <a:pt x="114" y="72"/>
                  <a:pt x="113" y="72"/>
                  <a:pt x="113" y="72"/>
                </a:cubicBezTo>
                <a:cubicBezTo>
                  <a:pt x="113" y="72"/>
                  <a:pt x="113" y="72"/>
                  <a:pt x="113" y="72"/>
                </a:cubicBezTo>
                <a:cubicBezTo>
                  <a:pt x="113" y="72"/>
                  <a:pt x="113" y="72"/>
                  <a:pt x="113" y="72"/>
                </a:cubicBezTo>
                <a:cubicBezTo>
                  <a:pt x="113" y="72"/>
                  <a:pt x="113" y="72"/>
                  <a:pt x="113" y="72"/>
                </a:cubicBezTo>
                <a:cubicBezTo>
                  <a:pt x="112" y="72"/>
                  <a:pt x="112" y="72"/>
                  <a:pt x="112" y="72"/>
                </a:cubicBezTo>
                <a:cubicBezTo>
                  <a:pt x="112" y="72"/>
                  <a:pt x="112" y="72"/>
                  <a:pt x="112" y="72"/>
                </a:cubicBezTo>
                <a:cubicBezTo>
                  <a:pt x="112" y="72"/>
                  <a:pt x="112" y="72"/>
                  <a:pt x="112" y="72"/>
                </a:cubicBezTo>
                <a:cubicBezTo>
                  <a:pt x="112" y="72"/>
                  <a:pt x="112" y="72"/>
                  <a:pt x="111" y="72"/>
                </a:cubicBezTo>
                <a:cubicBezTo>
                  <a:pt x="111" y="72"/>
                  <a:pt x="111" y="72"/>
                  <a:pt x="111" y="72"/>
                </a:cubicBezTo>
                <a:cubicBezTo>
                  <a:pt x="111" y="72"/>
                  <a:pt x="111" y="72"/>
                  <a:pt x="111" y="72"/>
                </a:cubicBezTo>
                <a:cubicBezTo>
                  <a:pt x="111" y="72"/>
                  <a:pt x="111" y="71"/>
                  <a:pt x="111" y="71"/>
                </a:cubicBezTo>
                <a:cubicBezTo>
                  <a:pt x="111" y="71"/>
                  <a:pt x="111" y="71"/>
                  <a:pt x="110" y="71"/>
                </a:cubicBezTo>
                <a:cubicBezTo>
                  <a:pt x="110" y="72"/>
                  <a:pt x="110" y="72"/>
                  <a:pt x="110" y="72"/>
                </a:cubicBezTo>
                <a:cubicBezTo>
                  <a:pt x="110" y="72"/>
                  <a:pt x="110" y="72"/>
                  <a:pt x="109" y="72"/>
                </a:cubicBezTo>
                <a:cubicBezTo>
                  <a:pt x="109" y="72"/>
                  <a:pt x="109" y="72"/>
                  <a:pt x="109" y="72"/>
                </a:cubicBezTo>
                <a:cubicBezTo>
                  <a:pt x="109" y="72"/>
                  <a:pt x="109" y="72"/>
                  <a:pt x="109" y="72"/>
                </a:cubicBezTo>
                <a:cubicBezTo>
                  <a:pt x="109" y="72"/>
                  <a:pt x="109" y="72"/>
                  <a:pt x="109" y="73"/>
                </a:cubicBezTo>
                <a:cubicBezTo>
                  <a:pt x="109" y="73"/>
                  <a:pt x="109" y="73"/>
                  <a:pt x="109" y="73"/>
                </a:cubicBezTo>
                <a:cubicBezTo>
                  <a:pt x="109" y="73"/>
                  <a:pt x="109" y="73"/>
                  <a:pt x="109" y="73"/>
                </a:cubicBezTo>
                <a:cubicBezTo>
                  <a:pt x="109" y="73"/>
                  <a:pt x="109" y="73"/>
                  <a:pt x="109" y="73"/>
                </a:cubicBezTo>
                <a:cubicBezTo>
                  <a:pt x="109" y="74"/>
                  <a:pt x="109" y="74"/>
                  <a:pt x="109" y="74"/>
                </a:cubicBezTo>
                <a:cubicBezTo>
                  <a:pt x="109" y="74"/>
                  <a:pt x="109" y="74"/>
                  <a:pt x="109" y="74"/>
                </a:cubicBezTo>
                <a:cubicBezTo>
                  <a:pt x="109" y="74"/>
                  <a:pt x="109" y="74"/>
                  <a:pt x="108" y="74"/>
                </a:cubicBezTo>
                <a:cubicBezTo>
                  <a:pt x="108" y="74"/>
                  <a:pt x="108" y="75"/>
                  <a:pt x="108" y="75"/>
                </a:cubicBezTo>
                <a:cubicBezTo>
                  <a:pt x="108" y="75"/>
                  <a:pt x="109" y="75"/>
                  <a:pt x="109" y="75"/>
                </a:cubicBezTo>
                <a:close/>
                <a:moveTo>
                  <a:pt x="107" y="75"/>
                </a:moveTo>
                <a:cubicBezTo>
                  <a:pt x="107" y="75"/>
                  <a:pt x="107" y="75"/>
                  <a:pt x="107" y="75"/>
                </a:cubicBezTo>
                <a:cubicBezTo>
                  <a:pt x="107" y="75"/>
                  <a:pt x="107" y="75"/>
                  <a:pt x="107" y="75"/>
                </a:cubicBezTo>
                <a:cubicBezTo>
                  <a:pt x="108" y="75"/>
                  <a:pt x="108" y="75"/>
                  <a:pt x="108" y="75"/>
                </a:cubicBezTo>
                <a:cubicBezTo>
                  <a:pt x="108" y="75"/>
                  <a:pt x="108" y="75"/>
                  <a:pt x="108" y="75"/>
                </a:cubicBezTo>
                <a:cubicBezTo>
                  <a:pt x="108" y="75"/>
                  <a:pt x="107" y="75"/>
                  <a:pt x="107" y="75"/>
                </a:cubicBezTo>
                <a:cubicBezTo>
                  <a:pt x="107" y="75"/>
                  <a:pt x="107" y="75"/>
                  <a:pt x="108" y="75"/>
                </a:cubicBezTo>
                <a:cubicBezTo>
                  <a:pt x="108" y="75"/>
                  <a:pt x="108" y="74"/>
                  <a:pt x="108" y="74"/>
                </a:cubicBezTo>
                <a:cubicBezTo>
                  <a:pt x="108" y="74"/>
                  <a:pt x="108" y="74"/>
                  <a:pt x="108" y="74"/>
                </a:cubicBezTo>
                <a:cubicBezTo>
                  <a:pt x="108" y="74"/>
                  <a:pt x="108" y="74"/>
                  <a:pt x="107" y="74"/>
                </a:cubicBezTo>
                <a:cubicBezTo>
                  <a:pt x="107" y="74"/>
                  <a:pt x="107" y="74"/>
                  <a:pt x="107" y="74"/>
                </a:cubicBezTo>
                <a:cubicBezTo>
                  <a:pt x="107" y="74"/>
                  <a:pt x="107" y="74"/>
                  <a:pt x="107" y="74"/>
                </a:cubicBezTo>
                <a:cubicBezTo>
                  <a:pt x="107" y="74"/>
                  <a:pt x="107" y="74"/>
                  <a:pt x="107" y="74"/>
                </a:cubicBezTo>
                <a:cubicBezTo>
                  <a:pt x="107" y="74"/>
                  <a:pt x="107" y="74"/>
                  <a:pt x="107" y="74"/>
                </a:cubicBezTo>
                <a:cubicBezTo>
                  <a:pt x="107" y="74"/>
                  <a:pt x="107" y="74"/>
                  <a:pt x="107" y="74"/>
                </a:cubicBezTo>
                <a:cubicBezTo>
                  <a:pt x="107" y="74"/>
                  <a:pt x="107" y="74"/>
                  <a:pt x="107" y="74"/>
                </a:cubicBezTo>
                <a:cubicBezTo>
                  <a:pt x="107" y="74"/>
                  <a:pt x="107" y="74"/>
                  <a:pt x="107" y="74"/>
                </a:cubicBezTo>
                <a:cubicBezTo>
                  <a:pt x="107" y="74"/>
                  <a:pt x="107" y="74"/>
                  <a:pt x="107" y="75"/>
                </a:cubicBezTo>
                <a:cubicBezTo>
                  <a:pt x="107" y="75"/>
                  <a:pt x="107" y="75"/>
                  <a:pt x="107" y="75"/>
                </a:cubicBezTo>
                <a:close/>
                <a:moveTo>
                  <a:pt x="102" y="74"/>
                </a:moveTo>
                <a:cubicBezTo>
                  <a:pt x="102" y="74"/>
                  <a:pt x="102" y="74"/>
                  <a:pt x="102" y="74"/>
                </a:cubicBezTo>
                <a:cubicBezTo>
                  <a:pt x="102" y="75"/>
                  <a:pt x="102" y="75"/>
                  <a:pt x="102" y="75"/>
                </a:cubicBezTo>
                <a:cubicBezTo>
                  <a:pt x="101" y="75"/>
                  <a:pt x="101" y="75"/>
                  <a:pt x="101" y="75"/>
                </a:cubicBezTo>
                <a:cubicBezTo>
                  <a:pt x="101" y="75"/>
                  <a:pt x="101" y="75"/>
                  <a:pt x="101" y="75"/>
                </a:cubicBezTo>
                <a:cubicBezTo>
                  <a:pt x="101" y="75"/>
                  <a:pt x="101" y="75"/>
                  <a:pt x="101" y="75"/>
                </a:cubicBezTo>
                <a:cubicBezTo>
                  <a:pt x="101" y="75"/>
                  <a:pt x="101" y="75"/>
                  <a:pt x="101" y="75"/>
                </a:cubicBezTo>
                <a:cubicBezTo>
                  <a:pt x="101" y="75"/>
                  <a:pt x="101" y="75"/>
                  <a:pt x="101" y="75"/>
                </a:cubicBezTo>
                <a:cubicBezTo>
                  <a:pt x="102" y="75"/>
                  <a:pt x="102" y="75"/>
                  <a:pt x="102" y="76"/>
                </a:cubicBezTo>
                <a:cubicBezTo>
                  <a:pt x="102" y="76"/>
                  <a:pt x="102" y="76"/>
                  <a:pt x="102" y="76"/>
                </a:cubicBezTo>
                <a:cubicBezTo>
                  <a:pt x="102" y="76"/>
                  <a:pt x="102" y="76"/>
                  <a:pt x="102" y="76"/>
                </a:cubicBezTo>
                <a:cubicBezTo>
                  <a:pt x="102" y="76"/>
                  <a:pt x="102" y="76"/>
                  <a:pt x="102" y="76"/>
                </a:cubicBezTo>
                <a:cubicBezTo>
                  <a:pt x="102" y="76"/>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2" y="75"/>
                  <a:pt x="102" y="75"/>
                  <a:pt x="102" y="75"/>
                </a:cubicBezTo>
                <a:cubicBezTo>
                  <a:pt x="102" y="75"/>
                  <a:pt x="102" y="75"/>
                  <a:pt x="102" y="75"/>
                </a:cubicBezTo>
                <a:cubicBezTo>
                  <a:pt x="102" y="74"/>
                  <a:pt x="102" y="74"/>
                  <a:pt x="102" y="74"/>
                </a:cubicBezTo>
                <a:close/>
                <a:moveTo>
                  <a:pt x="88" y="67"/>
                </a:moveTo>
                <a:cubicBezTo>
                  <a:pt x="88" y="67"/>
                  <a:pt x="88" y="67"/>
                  <a:pt x="88" y="67"/>
                </a:cubicBezTo>
                <a:cubicBezTo>
                  <a:pt x="88" y="67"/>
                  <a:pt x="88" y="67"/>
                  <a:pt x="88" y="68"/>
                </a:cubicBezTo>
                <a:cubicBezTo>
                  <a:pt x="88" y="68"/>
                  <a:pt x="89" y="68"/>
                  <a:pt x="89" y="68"/>
                </a:cubicBezTo>
                <a:cubicBezTo>
                  <a:pt x="89" y="68"/>
                  <a:pt x="89" y="68"/>
                  <a:pt x="89" y="68"/>
                </a:cubicBezTo>
                <a:cubicBezTo>
                  <a:pt x="89" y="68"/>
                  <a:pt x="89" y="68"/>
                  <a:pt x="90" y="68"/>
                </a:cubicBezTo>
                <a:cubicBezTo>
                  <a:pt x="90" y="68"/>
                  <a:pt x="90" y="68"/>
                  <a:pt x="90" y="68"/>
                </a:cubicBezTo>
                <a:cubicBezTo>
                  <a:pt x="90" y="68"/>
                  <a:pt x="90" y="68"/>
                  <a:pt x="90" y="68"/>
                </a:cubicBezTo>
                <a:cubicBezTo>
                  <a:pt x="90" y="68"/>
                  <a:pt x="90" y="68"/>
                  <a:pt x="90" y="68"/>
                </a:cubicBezTo>
                <a:cubicBezTo>
                  <a:pt x="90" y="68"/>
                  <a:pt x="90" y="68"/>
                  <a:pt x="90" y="68"/>
                </a:cubicBezTo>
                <a:cubicBezTo>
                  <a:pt x="90" y="67"/>
                  <a:pt x="90" y="67"/>
                  <a:pt x="91" y="67"/>
                </a:cubicBezTo>
                <a:cubicBezTo>
                  <a:pt x="91" y="67"/>
                  <a:pt x="91" y="67"/>
                  <a:pt x="91" y="67"/>
                </a:cubicBezTo>
                <a:cubicBezTo>
                  <a:pt x="91" y="68"/>
                  <a:pt x="91" y="68"/>
                  <a:pt x="91" y="68"/>
                </a:cubicBezTo>
                <a:cubicBezTo>
                  <a:pt x="91" y="68"/>
                  <a:pt x="91" y="68"/>
                  <a:pt x="92" y="68"/>
                </a:cubicBezTo>
                <a:cubicBezTo>
                  <a:pt x="92" y="68"/>
                  <a:pt x="92" y="68"/>
                  <a:pt x="92" y="68"/>
                </a:cubicBezTo>
                <a:cubicBezTo>
                  <a:pt x="92" y="68"/>
                  <a:pt x="92" y="68"/>
                  <a:pt x="92" y="68"/>
                </a:cubicBezTo>
                <a:cubicBezTo>
                  <a:pt x="92" y="68"/>
                  <a:pt x="92" y="68"/>
                  <a:pt x="93" y="68"/>
                </a:cubicBezTo>
                <a:cubicBezTo>
                  <a:pt x="93" y="68"/>
                  <a:pt x="93" y="68"/>
                  <a:pt x="93" y="68"/>
                </a:cubicBezTo>
                <a:cubicBezTo>
                  <a:pt x="93" y="68"/>
                  <a:pt x="93" y="68"/>
                  <a:pt x="93" y="69"/>
                </a:cubicBezTo>
                <a:cubicBezTo>
                  <a:pt x="93" y="69"/>
                  <a:pt x="93" y="69"/>
                  <a:pt x="93" y="69"/>
                </a:cubicBezTo>
                <a:cubicBezTo>
                  <a:pt x="93" y="69"/>
                  <a:pt x="93" y="69"/>
                  <a:pt x="93" y="70"/>
                </a:cubicBezTo>
                <a:cubicBezTo>
                  <a:pt x="93" y="70"/>
                  <a:pt x="93" y="70"/>
                  <a:pt x="93" y="70"/>
                </a:cubicBezTo>
                <a:cubicBezTo>
                  <a:pt x="93" y="70"/>
                  <a:pt x="93" y="70"/>
                  <a:pt x="93" y="70"/>
                </a:cubicBezTo>
                <a:cubicBezTo>
                  <a:pt x="93" y="70"/>
                  <a:pt x="94" y="70"/>
                  <a:pt x="94" y="71"/>
                </a:cubicBezTo>
                <a:cubicBezTo>
                  <a:pt x="94" y="71"/>
                  <a:pt x="94" y="71"/>
                  <a:pt x="94" y="71"/>
                </a:cubicBezTo>
                <a:cubicBezTo>
                  <a:pt x="94" y="72"/>
                  <a:pt x="94" y="72"/>
                  <a:pt x="94" y="72"/>
                </a:cubicBezTo>
                <a:cubicBezTo>
                  <a:pt x="94" y="72"/>
                  <a:pt x="94" y="72"/>
                  <a:pt x="94" y="72"/>
                </a:cubicBezTo>
                <a:cubicBezTo>
                  <a:pt x="94" y="72"/>
                  <a:pt x="94" y="72"/>
                  <a:pt x="94" y="73"/>
                </a:cubicBezTo>
                <a:cubicBezTo>
                  <a:pt x="94" y="73"/>
                  <a:pt x="94" y="73"/>
                  <a:pt x="94" y="73"/>
                </a:cubicBezTo>
                <a:cubicBezTo>
                  <a:pt x="94" y="73"/>
                  <a:pt x="94" y="73"/>
                  <a:pt x="94" y="74"/>
                </a:cubicBezTo>
                <a:cubicBezTo>
                  <a:pt x="94" y="74"/>
                  <a:pt x="94" y="74"/>
                  <a:pt x="95" y="74"/>
                </a:cubicBezTo>
                <a:cubicBezTo>
                  <a:pt x="95" y="74"/>
                  <a:pt x="95" y="74"/>
                  <a:pt x="95" y="74"/>
                </a:cubicBezTo>
                <a:cubicBezTo>
                  <a:pt x="95" y="74"/>
                  <a:pt x="96" y="74"/>
                  <a:pt x="96" y="74"/>
                </a:cubicBezTo>
                <a:cubicBezTo>
                  <a:pt x="96" y="74"/>
                  <a:pt x="96" y="74"/>
                  <a:pt x="96" y="74"/>
                </a:cubicBezTo>
                <a:cubicBezTo>
                  <a:pt x="96" y="74"/>
                  <a:pt x="96" y="74"/>
                  <a:pt x="96" y="74"/>
                </a:cubicBezTo>
                <a:cubicBezTo>
                  <a:pt x="96" y="74"/>
                  <a:pt x="97" y="74"/>
                  <a:pt x="97" y="74"/>
                </a:cubicBezTo>
                <a:cubicBezTo>
                  <a:pt x="97" y="74"/>
                  <a:pt x="97" y="74"/>
                  <a:pt x="97" y="75"/>
                </a:cubicBezTo>
                <a:cubicBezTo>
                  <a:pt x="97" y="75"/>
                  <a:pt x="97" y="75"/>
                  <a:pt x="97" y="75"/>
                </a:cubicBezTo>
                <a:cubicBezTo>
                  <a:pt x="97" y="75"/>
                  <a:pt x="98" y="75"/>
                  <a:pt x="98" y="75"/>
                </a:cubicBezTo>
                <a:cubicBezTo>
                  <a:pt x="98" y="75"/>
                  <a:pt x="98" y="75"/>
                  <a:pt x="98" y="75"/>
                </a:cubicBezTo>
                <a:cubicBezTo>
                  <a:pt x="98" y="75"/>
                  <a:pt x="98" y="75"/>
                  <a:pt x="98" y="75"/>
                </a:cubicBezTo>
                <a:cubicBezTo>
                  <a:pt x="98" y="75"/>
                  <a:pt x="98" y="75"/>
                  <a:pt x="99" y="75"/>
                </a:cubicBezTo>
                <a:cubicBezTo>
                  <a:pt x="99" y="75"/>
                  <a:pt x="99" y="76"/>
                  <a:pt x="99" y="76"/>
                </a:cubicBezTo>
                <a:cubicBezTo>
                  <a:pt x="99" y="76"/>
                  <a:pt x="99" y="76"/>
                  <a:pt x="99" y="76"/>
                </a:cubicBezTo>
                <a:cubicBezTo>
                  <a:pt x="99" y="76"/>
                  <a:pt x="99" y="76"/>
                  <a:pt x="99" y="76"/>
                </a:cubicBezTo>
                <a:cubicBezTo>
                  <a:pt x="99" y="77"/>
                  <a:pt x="100" y="76"/>
                  <a:pt x="100" y="76"/>
                </a:cubicBezTo>
                <a:cubicBezTo>
                  <a:pt x="100"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5"/>
                </a:cubicBezTo>
                <a:cubicBezTo>
                  <a:pt x="101" y="75"/>
                  <a:pt x="101" y="75"/>
                  <a:pt x="101" y="75"/>
                </a:cubicBezTo>
                <a:cubicBezTo>
                  <a:pt x="101" y="75"/>
                  <a:pt x="101" y="75"/>
                  <a:pt x="101" y="75"/>
                </a:cubicBezTo>
                <a:cubicBezTo>
                  <a:pt x="101" y="75"/>
                  <a:pt x="100" y="75"/>
                  <a:pt x="100" y="75"/>
                </a:cubicBezTo>
                <a:cubicBezTo>
                  <a:pt x="100" y="75"/>
                  <a:pt x="100" y="75"/>
                  <a:pt x="100" y="75"/>
                </a:cubicBezTo>
                <a:cubicBezTo>
                  <a:pt x="100" y="74"/>
                  <a:pt x="100" y="74"/>
                  <a:pt x="100" y="74"/>
                </a:cubicBezTo>
                <a:cubicBezTo>
                  <a:pt x="100" y="74"/>
                  <a:pt x="100" y="73"/>
                  <a:pt x="101" y="73"/>
                </a:cubicBezTo>
                <a:cubicBezTo>
                  <a:pt x="101" y="73"/>
                  <a:pt x="101" y="73"/>
                  <a:pt x="101" y="72"/>
                </a:cubicBezTo>
                <a:cubicBezTo>
                  <a:pt x="101" y="72"/>
                  <a:pt x="101" y="72"/>
                  <a:pt x="102" y="72"/>
                </a:cubicBezTo>
                <a:cubicBezTo>
                  <a:pt x="102" y="72"/>
                  <a:pt x="102" y="72"/>
                  <a:pt x="102" y="72"/>
                </a:cubicBezTo>
                <a:cubicBezTo>
                  <a:pt x="102" y="72"/>
                  <a:pt x="102" y="72"/>
                  <a:pt x="102" y="72"/>
                </a:cubicBezTo>
                <a:cubicBezTo>
                  <a:pt x="102" y="71"/>
                  <a:pt x="101" y="71"/>
                  <a:pt x="101" y="71"/>
                </a:cubicBezTo>
                <a:cubicBezTo>
                  <a:pt x="100" y="71"/>
                  <a:pt x="100" y="71"/>
                  <a:pt x="100" y="71"/>
                </a:cubicBezTo>
                <a:cubicBezTo>
                  <a:pt x="99" y="71"/>
                  <a:pt x="99" y="71"/>
                  <a:pt x="99" y="71"/>
                </a:cubicBezTo>
                <a:cubicBezTo>
                  <a:pt x="98" y="71"/>
                  <a:pt x="98" y="71"/>
                  <a:pt x="98" y="71"/>
                </a:cubicBezTo>
                <a:cubicBezTo>
                  <a:pt x="98" y="71"/>
                  <a:pt x="98" y="70"/>
                  <a:pt x="97" y="70"/>
                </a:cubicBezTo>
                <a:cubicBezTo>
                  <a:pt x="97" y="70"/>
                  <a:pt x="97" y="70"/>
                  <a:pt x="97" y="70"/>
                </a:cubicBezTo>
                <a:cubicBezTo>
                  <a:pt x="97" y="70"/>
                  <a:pt x="97" y="70"/>
                  <a:pt x="97" y="70"/>
                </a:cubicBezTo>
                <a:cubicBezTo>
                  <a:pt x="97" y="70"/>
                  <a:pt x="97" y="69"/>
                  <a:pt x="97" y="69"/>
                </a:cubicBezTo>
                <a:cubicBezTo>
                  <a:pt x="97" y="69"/>
                  <a:pt x="97" y="69"/>
                  <a:pt x="97" y="69"/>
                </a:cubicBezTo>
                <a:cubicBezTo>
                  <a:pt x="97" y="68"/>
                  <a:pt x="97" y="68"/>
                  <a:pt x="96" y="68"/>
                </a:cubicBezTo>
                <a:cubicBezTo>
                  <a:pt x="96" y="68"/>
                  <a:pt x="96" y="67"/>
                  <a:pt x="96" y="67"/>
                </a:cubicBezTo>
                <a:cubicBezTo>
                  <a:pt x="96" y="67"/>
                  <a:pt x="96" y="67"/>
                  <a:pt x="96" y="67"/>
                </a:cubicBezTo>
                <a:cubicBezTo>
                  <a:pt x="96" y="66"/>
                  <a:pt x="96" y="66"/>
                  <a:pt x="96" y="66"/>
                </a:cubicBezTo>
                <a:cubicBezTo>
                  <a:pt x="96" y="66"/>
                  <a:pt x="96" y="66"/>
                  <a:pt x="96" y="65"/>
                </a:cubicBezTo>
                <a:cubicBezTo>
                  <a:pt x="96" y="65"/>
                  <a:pt x="96" y="65"/>
                  <a:pt x="96" y="65"/>
                </a:cubicBezTo>
                <a:cubicBezTo>
                  <a:pt x="96" y="65"/>
                  <a:pt x="96" y="65"/>
                  <a:pt x="96" y="65"/>
                </a:cubicBezTo>
                <a:cubicBezTo>
                  <a:pt x="96" y="65"/>
                  <a:pt x="96" y="65"/>
                  <a:pt x="96" y="65"/>
                </a:cubicBezTo>
                <a:cubicBezTo>
                  <a:pt x="95" y="65"/>
                  <a:pt x="95" y="64"/>
                  <a:pt x="95" y="64"/>
                </a:cubicBezTo>
                <a:cubicBezTo>
                  <a:pt x="95" y="64"/>
                  <a:pt x="95" y="64"/>
                  <a:pt x="95" y="64"/>
                </a:cubicBezTo>
                <a:cubicBezTo>
                  <a:pt x="95" y="64"/>
                  <a:pt x="95" y="63"/>
                  <a:pt x="95" y="63"/>
                </a:cubicBezTo>
                <a:cubicBezTo>
                  <a:pt x="95" y="63"/>
                  <a:pt x="95" y="63"/>
                  <a:pt x="95" y="63"/>
                </a:cubicBezTo>
                <a:cubicBezTo>
                  <a:pt x="95" y="63"/>
                  <a:pt x="94" y="63"/>
                  <a:pt x="94" y="63"/>
                </a:cubicBezTo>
                <a:cubicBezTo>
                  <a:pt x="94" y="63"/>
                  <a:pt x="94" y="63"/>
                  <a:pt x="94" y="63"/>
                </a:cubicBezTo>
                <a:cubicBezTo>
                  <a:pt x="94" y="62"/>
                  <a:pt x="94" y="62"/>
                  <a:pt x="94" y="62"/>
                </a:cubicBezTo>
                <a:cubicBezTo>
                  <a:pt x="94" y="62"/>
                  <a:pt x="94" y="62"/>
                  <a:pt x="93" y="62"/>
                </a:cubicBezTo>
                <a:cubicBezTo>
                  <a:pt x="93" y="63"/>
                  <a:pt x="93" y="63"/>
                  <a:pt x="93" y="63"/>
                </a:cubicBezTo>
                <a:cubicBezTo>
                  <a:pt x="93" y="63"/>
                  <a:pt x="92" y="63"/>
                  <a:pt x="92" y="63"/>
                </a:cubicBezTo>
                <a:cubicBezTo>
                  <a:pt x="92" y="63"/>
                  <a:pt x="92" y="63"/>
                  <a:pt x="92" y="63"/>
                </a:cubicBezTo>
                <a:cubicBezTo>
                  <a:pt x="92" y="63"/>
                  <a:pt x="92" y="63"/>
                  <a:pt x="92" y="63"/>
                </a:cubicBezTo>
                <a:cubicBezTo>
                  <a:pt x="92" y="63"/>
                  <a:pt x="92" y="63"/>
                  <a:pt x="92" y="63"/>
                </a:cubicBezTo>
                <a:cubicBezTo>
                  <a:pt x="93" y="63"/>
                  <a:pt x="93" y="63"/>
                  <a:pt x="93" y="63"/>
                </a:cubicBezTo>
                <a:cubicBezTo>
                  <a:pt x="93" y="64"/>
                  <a:pt x="92" y="64"/>
                  <a:pt x="93" y="64"/>
                </a:cubicBezTo>
                <a:cubicBezTo>
                  <a:pt x="93" y="64"/>
                  <a:pt x="93" y="65"/>
                  <a:pt x="93" y="65"/>
                </a:cubicBezTo>
                <a:cubicBezTo>
                  <a:pt x="93" y="65"/>
                  <a:pt x="93" y="65"/>
                  <a:pt x="93" y="65"/>
                </a:cubicBezTo>
                <a:cubicBezTo>
                  <a:pt x="93" y="65"/>
                  <a:pt x="92" y="65"/>
                  <a:pt x="92" y="65"/>
                </a:cubicBezTo>
                <a:cubicBezTo>
                  <a:pt x="92" y="65"/>
                  <a:pt x="92" y="64"/>
                  <a:pt x="92" y="64"/>
                </a:cubicBezTo>
                <a:cubicBezTo>
                  <a:pt x="92" y="64"/>
                  <a:pt x="92" y="64"/>
                  <a:pt x="92" y="64"/>
                </a:cubicBezTo>
                <a:cubicBezTo>
                  <a:pt x="92" y="64"/>
                  <a:pt x="92" y="63"/>
                  <a:pt x="92" y="63"/>
                </a:cubicBezTo>
                <a:cubicBezTo>
                  <a:pt x="91" y="63"/>
                  <a:pt x="91" y="63"/>
                  <a:pt x="91" y="63"/>
                </a:cubicBezTo>
                <a:cubicBezTo>
                  <a:pt x="91" y="63"/>
                  <a:pt x="91" y="63"/>
                  <a:pt x="91" y="63"/>
                </a:cubicBezTo>
                <a:cubicBezTo>
                  <a:pt x="91" y="63"/>
                  <a:pt x="90" y="63"/>
                  <a:pt x="90" y="63"/>
                </a:cubicBezTo>
                <a:cubicBezTo>
                  <a:pt x="90" y="63"/>
                  <a:pt x="90" y="63"/>
                  <a:pt x="90" y="63"/>
                </a:cubicBezTo>
                <a:cubicBezTo>
                  <a:pt x="90" y="63"/>
                  <a:pt x="90" y="63"/>
                  <a:pt x="89" y="63"/>
                </a:cubicBezTo>
                <a:cubicBezTo>
                  <a:pt x="89" y="64"/>
                  <a:pt x="89" y="64"/>
                  <a:pt x="89" y="64"/>
                </a:cubicBezTo>
                <a:cubicBezTo>
                  <a:pt x="89" y="64"/>
                  <a:pt x="89" y="64"/>
                  <a:pt x="89" y="64"/>
                </a:cubicBezTo>
                <a:cubicBezTo>
                  <a:pt x="90" y="64"/>
                  <a:pt x="90" y="65"/>
                  <a:pt x="90" y="65"/>
                </a:cubicBezTo>
                <a:cubicBezTo>
                  <a:pt x="90" y="65"/>
                  <a:pt x="89" y="66"/>
                  <a:pt x="88" y="66"/>
                </a:cubicBezTo>
                <a:cubicBezTo>
                  <a:pt x="88" y="66"/>
                  <a:pt x="88" y="66"/>
                  <a:pt x="87" y="66"/>
                </a:cubicBezTo>
                <a:cubicBezTo>
                  <a:pt x="87" y="66"/>
                  <a:pt x="87" y="66"/>
                  <a:pt x="87" y="66"/>
                </a:cubicBezTo>
                <a:cubicBezTo>
                  <a:pt x="87" y="66"/>
                  <a:pt x="87" y="66"/>
                  <a:pt x="87" y="67"/>
                </a:cubicBezTo>
                <a:cubicBezTo>
                  <a:pt x="87" y="67"/>
                  <a:pt x="87" y="67"/>
                  <a:pt x="87" y="67"/>
                </a:cubicBezTo>
                <a:cubicBezTo>
                  <a:pt x="87" y="67"/>
                  <a:pt x="87" y="67"/>
                  <a:pt x="87" y="67"/>
                </a:cubicBezTo>
                <a:cubicBezTo>
                  <a:pt x="87" y="67"/>
                  <a:pt x="87" y="67"/>
                  <a:pt x="88" y="67"/>
                </a:cubicBezTo>
                <a:close/>
                <a:moveTo>
                  <a:pt x="180" y="122"/>
                </a:moveTo>
                <a:cubicBezTo>
                  <a:pt x="180" y="122"/>
                  <a:pt x="180" y="122"/>
                  <a:pt x="179" y="122"/>
                </a:cubicBezTo>
                <a:cubicBezTo>
                  <a:pt x="179" y="122"/>
                  <a:pt x="179" y="122"/>
                  <a:pt x="179" y="121"/>
                </a:cubicBezTo>
                <a:cubicBezTo>
                  <a:pt x="179" y="121"/>
                  <a:pt x="179" y="121"/>
                  <a:pt x="178" y="121"/>
                </a:cubicBezTo>
                <a:cubicBezTo>
                  <a:pt x="178" y="121"/>
                  <a:pt x="178" y="121"/>
                  <a:pt x="178" y="121"/>
                </a:cubicBezTo>
                <a:cubicBezTo>
                  <a:pt x="178" y="121"/>
                  <a:pt x="177" y="121"/>
                  <a:pt x="177" y="120"/>
                </a:cubicBezTo>
                <a:cubicBezTo>
                  <a:pt x="177" y="120"/>
                  <a:pt x="177" y="120"/>
                  <a:pt x="176" y="120"/>
                </a:cubicBezTo>
                <a:cubicBezTo>
                  <a:pt x="176" y="120"/>
                  <a:pt x="176" y="120"/>
                  <a:pt x="176" y="120"/>
                </a:cubicBezTo>
                <a:cubicBezTo>
                  <a:pt x="176" y="120"/>
                  <a:pt x="175" y="120"/>
                  <a:pt x="175" y="121"/>
                </a:cubicBezTo>
                <a:cubicBezTo>
                  <a:pt x="175" y="121"/>
                  <a:pt x="175" y="121"/>
                  <a:pt x="175" y="121"/>
                </a:cubicBezTo>
                <a:cubicBezTo>
                  <a:pt x="174" y="121"/>
                  <a:pt x="174" y="121"/>
                  <a:pt x="174" y="121"/>
                </a:cubicBezTo>
                <a:cubicBezTo>
                  <a:pt x="173" y="121"/>
                  <a:pt x="173" y="121"/>
                  <a:pt x="173" y="121"/>
                </a:cubicBezTo>
                <a:cubicBezTo>
                  <a:pt x="173" y="121"/>
                  <a:pt x="172" y="121"/>
                  <a:pt x="172" y="121"/>
                </a:cubicBezTo>
                <a:cubicBezTo>
                  <a:pt x="172" y="121"/>
                  <a:pt x="171" y="121"/>
                  <a:pt x="171" y="121"/>
                </a:cubicBezTo>
                <a:cubicBezTo>
                  <a:pt x="171" y="121"/>
                  <a:pt x="171" y="121"/>
                  <a:pt x="171" y="121"/>
                </a:cubicBezTo>
                <a:cubicBezTo>
                  <a:pt x="170" y="121"/>
                  <a:pt x="170" y="121"/>
                  <a:pt x="170" y="121"/>
                </a:cubicBezTo>
                <a:cubicBezTo>
                  <a:pt x="170" y="121"/>
                  <a:pt x="170" y="121"/>
                  <a:pt x="170" y="121"/>
                </a:cubicBezTo>
                <a:cubicBezTo>
                  <a:pt x="170" y="121"/>
                  <a:pt x="170" y="120"/>
                  <a:pt x="170" y="120"/>
                </a:cubicBezTo>
                <a:cubicBezTo>
                  <a:pt x="170" y="120"/>
                  <a:pt x="170" y="120"/>
                  <a:pt x="170" y="121"/>
                </a:cubicBezTo>
                <a:cubicBezTo>
                  <a:pt x="170" y="121"/>
                  <a:pt x="170" y="121"/>
                  <a:pt x="170" y="121"/>
                </a:cubicBezTo>
                <a:cubicBezTo>
                  <a:pt x="170" y="121"/>
                  <a:pt x="170" y="122"/>
                  <a:pt x="170" y="122"/>
                </a:cubicBezTo>
                <a:cubicBezTo>
                  <a:pt x="170" y="122"/>
                  <a:pt x="170" y="122"/>
                  <a:pt x="170" y="122"/>
                </a:cubicBezTo>
                <a:cubicBezTo>
                  <a:pt x="170" y="122"/>
                  <a:pt x="170" y="123"/>
                  <a:pt x="170" y="123"/>
                </a:cubicBezTo>
                <a:cubicBezTo>
                  <a:pt x="171" y="123"/>
                  <a:pt x="171" y="123"/>
                  <a:pt x="171" y="123"/>
                </a:cubicBezTo>
                <a:cubicBezTo>
                  <a:pt x="171" y="123"/>
                  <a:pt x="171" y="123"/>
                  <a:pt x="172" y="123"/>
                </a:cubicBezTo>
                <a:cubicBezTo>
                  <a:pt x="172" y="123"/>
                  <a:pt x="172" y="123"/>
                  <a:pt x="172" y="123"/>
                </a:cubicBezTo>
                <a:cubicBezTo>
                  <a:pt x="173" y="123"/>
                  <a:pt x="173" y="123"/>
                  <a:pt x="173" y="123"/>
                </a:cubicBezTo>
                <a:cubicBezTo>
                  <a:pt x="173" y="123"/>
                  <a:pt x="173" y="124"/>
                  <a:pt x="174" y="124"/>
                </a:cubicBezTo>
                <a:cubicBezTo>
                  <a:pt x="174" y="124"/>
                  <a:pt x="174" y="124"/>
                  <a:pt x="174" y="124"/>
                </a:cubicBezTo>
                <a:cubicBezTo>
                  <a:pt x="175" y="124"/>
                  <a:pt x="175" y="125"/>
                  <a:pt x="175" y="125"/>
                </a:cubicBezTo>
                <a:cubicBezTo>
                  <a:pt x="175" y="125"/>
                  <a:pt x="176" y="125"/>
                  <a:pt x="176" y="126"/>
                </a:cubicBezTo>
                <a:cubicBezTo>
                  <a:pt x="176" y="126"/>
                  <a:pt x="176" y="126"/>
                  <a:pt x="176" y="126"/>
                </a:cubicBezTo>
                <a:cubicBezTo>
                  <a:pt x="176" y="126"/>
                  <a:pt x="176" y="126"/>
                  <a:pt x="176" y="126"/>
                </a:cubicBezTo>
                <a:cubicBezTo>
                  <a:pt x="176" y="127"/>
                  <a:pt x="176" y="127"/>
                  <a:pt x="176" y="127"/>
                </a:cubicBezTo>
                <a:cubicBezTo>
                  <a:pt x="175" y="127"/>
                  <a:pt x="175" y="127"/>
                  <a:pt x="175" y="127"/>
                </a:cubicBezTo>
                <a:cubicBezTo>
                  <a:pt x="175" y="127"/>
                  <a:pt x="176" y="127"/>
                  <a:pt x="176" y="127"/>
                </a:cubicBezTo>
                <a:cubicBezTo>
                  <a:pt x="176" y="127"/>
                  <a:pt x="176" y="127"/>
                  <a:pt x="177" y="127"/>
                </a:cubicBezTo>
                <a:cubicBezTo>
                  <a:pt x="177" y="127"/>
                  <a:pt x="177" y="127"/>
                  <a:pt x="176" y="127"/>
                </a:cubicBezTo>
                <a:cubicBezTo>
                  <a:pt x="176" y="126"/>
                  <a:pt x="177" y="126"/>
                  <a:pt x="177" y="126"/>
                </a:cubicBezTo>
                <a:cubicBezTo>
                  <a:pt x="177" y="126"/>
                  <a:pt x="177" y="126"/>
                  <a:pt x="177" y="126"/>
                </a:cubicBezTo>
                <a:cubicBezTo>
                  <a:pt x="177" y="126"/>
                  <a:pt x="177" y="126"/>
                  <a:pt x="177" y="126"/>
                </a:cubicBezTo>
                <a:cubicBezTo>
                  <a:pt x="177" y="125"/>
                  <a:pt x="177" y="125"/>
                  <a:pt x="177" y="125"/>
                </a:cubicBezTo>
                <a:cubicBezTo>
                  <a:pt x="177" y="125"/>
                  <a:pt x="177" y="125"/>
                  <a:pt x="178" y="125"/>
                </a:cubicBezTo>
                <a:cubicBezTo>
                  <a:pt x="178" y="125"/>
                  <a:pt x="178" y="125"/>
                  <a:pt x="178" y="125"/>
                </a:cubicBezTo>
                <a:cubicBezTo>
                  <a:pt x="179" y="125"/>
                  <a:pt x="178" y="125"/>
                  <a:pt x="179" y="124"/>
                </a:cubicBezTo>
                <a:cubicBezTo>
                  <a:pt x="179" y="124"/>
                  <a:pt x="179" y="124"/>
                  <a:pt x="179" y="124"/>
                </a:cubicBezTo>
                <a:cubicBezTo>
                  <a:pt x="179" y="124"/>
                  <a:pt x="180" y="124"/>
                  <a:pt x="180" y="124"/>
                </a:cubicBezTo>
                <a:cubicBezTo>
                  <a:pt x="180" y="124"/>
                  <a:pt x="180" y="124"/>
                  <a:pt x="180" y="124"/>
                </a:cubicBezTo>
                <a:cubicBezTo>
                  <a:pt x="180" y="124"/>
                  <a:pt x="180" y="124"/>
                  <a:pt x="181" y="123"/>
                </a:cubicBezTo>
                <a:cubicBezTo>
                  <a:pt x="181" y="123"/>
                  <a:pt x="181" y="123"/>
                  <a:pt x="181" y="123"/>
                </a:cubicBezTo>
                <a:cubicBezTo>
                  <a:pt x="181" y="123"/>
                  <a:pt x="181" y="123"/>
                  <a:pt x="180" y="123"/>
                </a:cubicBezTo>
                <a:cubicBezTo>
                  <a:pt x="180" y="123"/>
                  <a:pt x="180" y="123"/>
                  <a:pt x="180" y="122"/>
                </a:cubicBezTo>
                <a:close/>
                <a:moveTo>
                  <a:pt x="180" y="126"/>
                </a:moveTo>
                <a:cubicBezTo>
                  <a:pt x="180" y="126"/>
                  <a:pt x="180" y="126"/>
                  <a:pt x="180" y="126"/>
                </a:cubicBezTo>
                <a:cubicBezTo>
                  <a:pt x="180" y="126"/>
                  <a:pt x="180" y="126"/>
                  <a:pt x="179" y="126"/>
                </a:cubicBezTo>
                <a:cubicBezTo>
                  <a:pt x="179" y="126"/>
                  <a:pt x="179" y="126"/>
                  <a:pt x="179" y="126"/>
                </a:cubicBezTo>
                <a:cubicBezTo>
                  <a:pt x="179" y="126"/>
                  <a:pt x="179" y="126"/>
                  <a:pt x="179" y="126"/>
                </a:cubicBezTo>
                <a:cubicBezTo>
                  <a:pt x="179" y="126"/>
                  <a:pt x="179" y="126"/>
                  <a:pt x="178" y="126"/>
                </a:cubicBezTo>
                <a:cubicBezTo>
                  <a:pt x="178" y="126"/>
                  <a:pt x="178" y="126"/>
                  <a:pt x="179" y="126"/>
                </a:cubicBezTo>
                <a:cubicBezTo>
                  <a:pt x="179" y="126"/>
                  <a:pt x="179" y="127"/>
                  <a:pt x="179" y="127"/>
                </a:cubicBezTo>
                <a:cubicBezTo>
                  <a:pt x="179" y="127"/>
                  <a:pt x="180" y="127"/>
                  <a:pt x="180" y="127"/>
                </a:cubicBezTo>
                <a:cubicBezTo>
                  <a:pt x="180" y="127"/>
                  <a:pt x="180" y="127"/>
                  <a:pt x="180" y="127"/>
                </a:cubicBezTo>
                <a:cubicBezTo>
                  <a:pt x="180" y="126"/>
                  <a:pt x="180" y="126"/>
                  <a:pt x="180" y="126"/>
                </a:cubicBezTo>
                <a:close/>
                <a:moveTo>
                  <a:pt x="18" y="30"/>
                </a:moveTo>
                <a:cubicBezTo>
                  <a:pt x="18" y="30"/>
                  <a:pt x="18" y="30"/>
                  <a:pt x="18" y="30"/>
                </a:cubicBezTo>
                <a:cubicBezTo>
                  <a:pt x="18" y="30"/>
                  <a:pt x="18" y="30"/>
                  <a:pt x="18" y="30"/>
                </a:cubicBezTo>
                <a:cubicBezTo>
                  <a:pt x="18" y="30"/>
                  <a:pt x="18" y="30"/>
                  <a:pt x="18" y="31"/>
                </a:cubicBezTo>
                <a:cubicBezTo>
                  <a:pt x="19" y="31"/>
                  <a:pt x="19" y="31"/>
                  <a:pt x="19" y="31"/>
                </a:cubicBezTo>
                <a:cubicBezTo>
                  <a:pt x="19" y="31"/>
                  <a:pt x="19" y="31"/>
                  <a:pt x="19" y="31"/>
                </a:cubicBezTo>
                <a:cubicBezTo>
                  <a:pt x="19" y="31"/>
                  <a:pt x="19" y="31"/>
                  <a:pt x="19" y="30"/>
                </a:cubicBezTo>
                <a:cubicBezTo>
                  <a:pt x="19" y="30"/>
                  <a:pt x="19" y="30"/>
                  <a:pt x="19" y="30"/>
                </a:cubicBezTo>
                <a:cubicBezTo>
                  <a:pt x="19" y="30"/>
                  <a:pt x="19" y="30"/>
                  <a:pt x="18" y="30"/>
                </a:cubicBezTo>
                <a:cubicBezTo>
                  <a:pt x="18" y="30"/>
                  <a:pt x="18" y="30"/>
                  <a:pt x="18" y="30"/>
                </a:cubicBezTo>
                <a:cubicBezTo>
                  <a:pt x="18" y="30"/>
                  <a:pt x="18" y="30"/>
                  <a:pt x="18" y="30"/>
                </a:cubicBezTo>
                <a:cubicBezTo>
                  <a:pt x="18" y="30"/>
                  <a:pt x="17" y="30"/>
                  <a:pt x="17" y="30"/>
                </a:cubicBezTo>
                <a:cubicBezTo>
                  <a:pt x="17" y="30"/>
                  <a:pt x="17" y="30"/>
                  <a:pt x="17" y="30"/>
                </a:cubicBezTo>
                <a:cubicBezTo>
                  <a:pt x="17" y="30"/>
                  <a:pt x="17" y="30"/>
                  <a:pt x="17" y="30"/>
                </a:cubicBezTo>
                <a:cubicBezTo>
                  <a:pt x="17" y="30"/>
                  <a:pt x="17" y="30"/>
                  <a:pt x="18" y="30"/>
                </a:cubicBezTo>
                <a:close/>
                <a:moveTo>
                  <a:pt x="13" y="30"/>
                </a:move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lose/>
                <a:moveTo>
                  <a:pt x="11" y="28"/>
                </a:moveTo>
                <a:cubicBezTo>
                  <a:pt x="11" y="27"/>
                  <a:pt x="11" y="27"/>
                  <a:pt x="11" y="27"/>
                </a:cubicBezTo>
                <a:cubicBezTo>
                  <a:pt x="11" y="27"/>
                  <a:pt x="11" y="27"/>
                  <a:pt x="11" y="28"/>
                </a:cubicBezTo>
                <a:cubicBezTo>
                  <a:pt x="11" y="28"/>
                  <a:pt x="11" y="28"/>
                  <a:pt x="11" y="28"/>
                </a:cubicBezTo>
                <a:cubicBezTo>
                  <a:pt x="11" y="28"/>
                  <a:pt x="11" y="27"/>
                  <a:pt x="10" y="27"/>
                </a:cubicBezTo>
                <a:cubicBezTo>
                  <a:pt x="10" y="27"/>
                  <a:pt x="10" y="27"/>
                  <a:pt x="10" y="27"/>
                </a:cubicBezTo>
                <a:cubicBezTo>
                  <a:pt x="10" y="27"/>
                  <a:pt x="10" y="27"/>
                  <a:pt x="10" y="27"/>
                </a:cubicBezTo>
                <a:cubicBezTo>
                  <a:pt x="10" y="27"/>
                  <a:pt x="9" y="26"/>
                  <a:pt x="9" y="26"/>
                </a:cubicBezTo>
                <a:cubicBezTo>
                  <a:pt x="9" y="26"/>
                  <a:pt x="9" y="26"/>
                  <a:pt x="9" y="26"/>
                </a:cubicBezTo>
                <a:cubicBezTo>
                  <a:pt x="9" y="27"/>
                  <a:pt x="9" y="26"/>
                  <a:pt x="9" y="26"/>
                </a:cubicBezTo>
                <a:cubicBezTo>
                  <a:pt x="8" y="26"/>
                  <a:pt x="8" y="26"/>
                  <a:pt x="8" y="26"/>
                </a:cubicBezTo>
                <a:cubicBezTo>
                  <a:pt x="8" y="26"/>
                  <a:pt x="8" y="26"/>
                  <a:pt x="8" y="26"/>
                </a:cubicBezTo>
                <a:cubicBezTo>
                  <a:pt x="8" y="26"/>
                  <a:pt x="8" y="26"/>
                  <a:pt x="8" y="25"/>
                </a:cubicBezTo>
                <a:cubicBezTo>
                  <a:pt x="8" y="25"/>
                  <a:pt x="8" y="25"/>
                  <a:pt x="8" y="25"/>
                </a:cubicBezTo>
                <a:cubicBezTo>
                  <a:pt x="8" y="25"/>
                  <a:pt x="8" y="25"/>
                  <a:pt x="7" y="25"/>
                </a:cubicBezTo>
                <a:cubicBezTo>
                  <a:pt x="7" y="25"/>
                  <a:pt x="7" y="25"/>
                  <a:pt x="7" y="24"/>
                </a:cubicBezTo>
                <a:cubicBezTo>
                  <a:pt x="7" y="24"/>
                  <a:pt x="7" y="24"/>
                  <a:pt x="7" y="24"/>
                </a:cubicBezTo>
                <a:cubicBezTo>
                  <a:pt x="7" y="24"/>
                  <a:pt x="6" y="24"/>
                  <a:pt x="6" y="24"/>
                </a:cubicBezTo>
                <a:cubicBezTo>
                  <a:pt x="6" y="24"/>
                  <a:pt x="7" y="24"/>
                  <a:pt x="6" y="24"/>
                </a:cubicBezTo>
                <a:cubicBezTo>
                  <a:pt x="6" y="24"/>
                  <a:pt x="6" y="24"/>
                  <a:pt x="6" y="24"/>
                </a:cubicBezTo>
                <a:cubicBezTo>
                  <a:pt x="6" y="24"/>
                  <a:pt x="5" y="24"/>
                  <a:pt x="5" y="24"/>
                </a:cubicBezTo>
                <a:cubicBezTo>
                  <a:pt x="5" y="24"/>
                  <a:pt x="5" y="24"/>
                  <a:pt x="5" y="24"/>
                </a:cubicBezTo>
                <a:cubicBezTo>
                  <a:pt x="5" y="24"/>
                  <a:pt x="5" y="24"/>
                  <a:pt x="5" y="24"/>
                </a:cubicBezTo>
                <a:cubicBezTo>
                  <a:pt x="5" y="25"/>
                  <a:pt x="5" y="25"/>
                  <a:pt x="5" y="25"/>
                </a:cubicBezTo>
                <a:cubicBezTo>
                  <a:pt x="5" y="25"/>
                  <a:pt x="5" y="25"/>
                  <a:pt x="5" y="25"/>
                </a:cubicBezTo>
                <a:cubicBezTo>
                  <a:pt x="5" y="25"/>
                  <a:pt x="5" y="26"/>
                  <a:pt x="5" y="26"/>
                </a:cubicBezTo>
                <a:cubicBezTo>
                  <a:pt x="5" y="26"/>
                  <a:pt x="5" y="26"/>
                  <a:pt x="6" y="26"/>
                </a:cubicBezTo>
                <a:cubicBezTo>
                  <a:pt x="6" y="26"/>
                  <a:pt x="6" y="26"/>
                  <a:pt x="6" y="26"/>
                </a:cubicBezTo>
                <a:cubicBezTo>
                  <a:pt x="6" y="26"/>
                  <a:pt x="6" y="26"/>
                  <a:pt x="7" y="27"/>
                </a:cubicBezTo>
                <a:cubicBezTo>
                  <a:pt x="7" y="27"/>
                  <a:pt x="7" y="27"/>
                  <a:pt x="7" y="27"/>
                </a:cubicBezTo>
                <a:cubicBezTo>
                  <a:pt x="7" y="27"/>
                  <a:pt x="7" y="27"/>
                  <a:pt x="7" y="27"/>
                </a:cubicBezTo>
                <a:cubicBezTo>
                  <a:pt x="7" y="27"/>
                  <a:pt x="7" y="26"/>
                  <a:pt x="8" y="26"/>
                </a:cubicBezTo>
                <a:cubicBezTo>
                  <a:pt x="8" y="26"/>
                  <a:pt x="8" y="27"/>
                  <a:pt x="8" y="27"/>
                </a:cubicBezTo>
                <a:cubicBezTo>
                  <a:pt x="8" y="27"/>
                  <a:pt x="9" y="27"/>
                  <a:pt x="9" y="27"/>
                </a:cubicBezTo>
                <a:cubicBezTo>
                  <a:pt x="9" y="27"/>
                  <a:pt x="9" y="28"/>
                  <a:pt x="9" y="28"/>
                </a:cubicBezTo>
                <a:cubicBezTo>
                  <a:pt x="10" y="28"/>
                  <a:pt x="10" y="28"/>
                  <a:pt x="10" y="28"/>
                </a:cubicBezTo>
                <a:cubicBezTo>
                  <a:pt x="10" y="28"/>
                  <a:pt x="10" y="28"/>
                  <a:pt x="10" y="29"/>
                </a:cubicBezTo>
                <a:cubicBezTo>
                  <a:pt x="10" y="29"/>
                  <a:pt x="11" y="29"/>
                  <a:pt x="11" y="29"/>
                </a:cubicBezTo>
                <a:cubicBezTo>
                  <a:pt x="11" y="29"/>
                  <a:pt x="12" y="29"/>
                  <a:pt x="11" y="28"/>
                </a:cubicBezTo>
                <a:cubicBezTo>
                  <a:pt x="11" y="28"/>
                  <a:pt x="11" y="28"/>
                  <a:pt x="11" y="28"/>
                </a:cubicBezTo>
                <a:close/>
                <a:moveTo>
                  <a:pt x="13" y="31"/>
                </a:moveTo>
                <a:cubicBezTo>
                  <a:pt x="13" y="31"/>
                  <a:pt x="13" y="31"/>
                  <a:pt x="13" y="31"/>
                </a:cubicBezTo>
                <a:cubicBezTo>
                  <a:pt x="13" y="31"/>
                  <a:pt x="13" y="31"/>
                  <a:pt x="13" y="31"/>
                </a:cubicBezTo>
                <a:cubicBezTo>
                  <a:pt x="13" y="31"/>
                  <a:pt x="13" y="31"/>
                  <a:pt x="13" y="31"/>
                </a:cubicBezTo>
                <a:cubicBezTo>
                  <a:pt x="13" y="31"/>
                  <a:pt x="14" y="31"/>
                  <a:pt x="13" y="31"/>
                </a:cubicBezTo>
                <a:cubicBezTo>
                  <a:pt x="13" y="31"/>
                  <a:pt x="13" y="31"/>
                  <a:pt x="13" y="31"/>
                </a:cubicBezTo>
                <a:close/>
                <a:moveTo>
                  <a:pt x="17" y="31"/>
                </a:moveTo>
                <a:cubicBezTo>
                  <a:pt x="17" y="31"/>
                  <a:pt x="17" y="31"/>
                  <a:pt x="17" y="31"/>
                </a:cubicBezTo>
                <a:cubicBezTo>
                  <a:pt x="17" y="31"/>
                  <a:pt x="17" y="31"/>
                  <a:pt x="17" y="32"/>
                </a:cubicBezTo>
                <a:cubicBezTo>
                  <a:pt x="17" y="31"/>
                  <a:pt x="17" y="31"/>
                  <a:pt x="17" y="31"/>
                </a:cubicBezTo>
                <a:cubicBezTo>
                  <a:pt x="17" y="31"/>
                  <a:pt x="17" y="31"/>
                  <a:pt x="17" y="31"/>
                </a:cubicBezTo>
                <a:cubicBezTo>
                  <a:pt x="17" y="31"/>
                  <a:pt x="17" y="31"/>
                  <a:pt x="17" y="31"/>
                </a:cubicBezTo>
                <a:close/>
                <a:moveTo>
                  <a:pt x="189" y="9"/>
                </a:moveTo>
                <a:cubicBezTo>
                  <a:pt x="188" y="9"/>
                  <a:pt x="184" y="8"/>
                  <a:pt x="183" y="8"/>
                </a:cubicBezTo>
                <a:cubicBezTo>
                  <a:pt x="182" y="8"/>
                  <a:pt x="182" y="9"/>
                  <a:pt x="181" y="10"/>
                </a:cubicBezTo>
                <a:cubicBezTo>
                  <a:pt x="181" y="11"/>
                  <a:pt x="179" y="17"/>
                  <a:pt x="179" y="19"/>
                </a:cubicBezTo>
                <a:cubicBezTo>
                  <a:pt x="179" y="21"/>
                  <a:pt x="178" y="22"/>
                  <a:pt x="176" y="24"/>
                </a:cubicBezTo>
                <a:cubicBezTo>
                  <a:pt x="174" y="26"/>
                  <a:pt x="175" y="26"/>
                  <a:pt x="175" y="28"/>
                </a:cubicBezTo>
                <a:cubicBezTo>
                  <a:pt x="174" y="29"/>
                  <a:pt x="172" y="31"/>
                  <a:pt x="171" y="33"/>
                </a:cubicBezTo>
                <a:cubicBezTo>
                  <a:pt x="171" y="34"/>
                  <a:pt x="172" y="36"/>
                  <a:pt x="172" y="36"/>
                </a:cubicBezTo>
                <a:cubicBezTo>
                  <a:pt x="172" y="36"/>
                  <a:pt x="169" y="36"/>
                  <a:pt x="167" y="36"/>
                </a:cubicBezTo>
                <a:cubicBezTo>
                  <a:pt x="166" y="36"/>
                  <a:pt x="165" y="38"/>
                  <a:pt x="163" y="38"/>
                </a:cubicBezTo>
                <a:cubicBezTo>
                  <a:pt x="161" y="39"/>
                  <a:pt x="159" y="37"/>
                  <a:pt x="158" y="36"/>
                </a:cubicBezTo>
                <a:cubicBezTo>
                  <a:pt x="156" y="35"/>
                  <a:pt x="154" y="37"/>
                  <a:pt x="153" y="38"/>
                </a:cubicBezTo>
                <a:cubicBezTo>
                  <a:pt x="152" y="38"/>
                  <a:pt x="149" y="40"/>
                  <a:pt x="147" y="41"/>
                </a:cubicBezTo>
                <a:cubicBezTo>
                  <a:pt x="146" y="41"/>
                  <a:pt x="142" y="41"/>
                  <a:pt x="141" y="41"/>
                </a:cubicBezTo>
                <a:cubicBezTo>
                  <a:pt x="140" y="41"/>
                  <a:pt x="138" y="42"/>
                  <a:pt x="137" y="42"/>
                </a:cubicBezTo>
                <a:cubicBezTo>
                  <a:pt x="135" y="42"/>
                  <a:pt x="135" y="41"/>
                  <a:pt x="134" y="41"/>
                </a:cubicBezTo>
                <a:cubicBezTo>
                  <a:pt x="134" y="41"/>
                  <a:pt x="132" y="38"/>
                  <a:pt x="132" y="38"/>
                </a:cubicBezTo>
                <a:cubicBezTo>
                  <a:pt x="132" y="37"/>
                  <a:pt x="131" y="36"/>
                  <a:pt x="130" y="36"/>
                </a:cubicBezTo>
                <a:cubicBezTo>
                  <a:pt x="130" y="36"/>
                  <a:pt x="130" y="36"/>
                  <a:pt x="130" y="36"/>
                </a:cubicBezTo>
                <a:cubicBezTo>
                  <a:pt x="130" y="35"/>
                  <a:pt x="130" y="36"/>
                  <a:pt x="129" y="36"/>
                </a:cubicBezTo>
                <a:cubicBezTo>
                  <a:pt x="129" y="36"/>
                  <a:pt x="129" y="36"/>
                  <a:pt x="129" y="35"/>
                </a:cubicBezTo>
                <a:cubicBezTo>
                  <a:pt x="129" y="35"/>
                  <a:pt x="129" y="35"/>
                  <a:pt x="129" y="35"/>
                </a:cubicBezTo>
                <a:cubicBezTo>
                  <a:pt x="129" y="35"/>
                  <a:pt x="129" y="35"/>
                  <a:pt x="129" y="35"/>
                </a:cubicBezTo>
                <a:cubicBezTo>
                  <a:pt x="129" y="35"/>
                  <a:pt x="128" y="35"/>
                  <a:pt x="128" y="35"/>
                </a:cubicBezTo>
                <a:cubicBezTo>
                  <a:pt x="128" y="35"/>
                  <a:pt x="128" y="35"/>
                  <a:pt x="128" y="34"/>
                </a:cubicBezTo>
                <a:cubicBezTo>
                  <a:pt x="128" y="34"/>
                  <a:pt x="127" y="34"/>
                  <a:pt x="127" y="34"/>
                </a:cubicBezTo>
                <a:cubicBezTo>
                  <a:pt x="127" y="34"/>
                  <a:pt x="127" y="34"/>
                  <a:pt x="127" y="34"/>
                </a:cubicBezTo>
                <a:cubicBezTo>
                  <a:pt x="127" y="34"/>
                  <a:pt x="127" y="33"/>
                  <a:pt x="127" y="33"/>
                </a:cubicBezTo>
                <a:cubicBezTo>
                  <a:pt x="127" y="33"/>
                  <a:pt x="127" y="33"/>
                  <a:pt x="127" y="33"/>
                </a:cubicBezTo>
                <a:cubicBezTo>
                  <a:pt x="127" y="33"/>
                  <a:pt x="127" y="33"/>
                  <a:pt x="127" y="33"/>
                </a:cubicBezTo>
                <a:cubicBezTo>
                  <a:pt x="127" y="33"/>
                  <a:pt x="127" y="33"/>
                  <a:pt x="127" y="33"/>
                </a:cubicBezTo>
                <a:cubicBezTo>
                  <a:pt x="127" y="33"/>
                  <a:pt x="126" y="33"/>
                  <a:pt x="126" y="33"/>
                </a:cubicBezTo>
                <a:cubicBezTo>
                  <a:pt x="126" y="33"/>
                  <a:pt x="126" y="33"/>
                  <a:pt x="126" y="33"/>
                </a:cubicBezTo>
                <a:cubicBezTo>
                  <a:pt x="126" y="33"/>
                  <a:pt x="125" y="33"/>
                  <a:pt x="125" y="33"/>
                </a:cubicBezTo>
                <a:cubicBezTo>
                  <a:pt x="125" y="33"/>
                  <a:pt x="125" y="33"/>
                  <a:pt x="124" y="33"/>
                </a:cubicBezTo>
                <a:cubicBezTo>
                  <a:pt x="124" y="33"/>
                  <a:pt x="124" y="34"/>
                  <a:pt x="124" y="34"/>
                </a:cubicBezTo>
                <a:cubicBezTo>
                  <a:pt x="124" y="34"/>
                  <a:pt x="124" y="34"/>
                  <a:pt x="124" y="34"/>
                </a:cubicBezTo>
                <a:cubicBezTo>
                  <a:pt x="124" y="34"/>
                  <a:pt x="124" y="34"/>
                  <a:pt x="124" y="34"/>
                </a:cubicBezTo>
                <a:cubicBezTo>
                  <a:pt x="124" y="34"/>
                  <a:pt x="124" y="35"/>
                  <a:pt x="124" y="35"/>
                </a:cubicBezTo>
                <a:cubicBezTo>
                  <a:pt x="124" y="35"/>
                  <a:pt x="124" y="35"/>
                  <a:pt x="124" y="35"/>
                </a:cubicBezTo>
                <a:cubicBezTo>
                  <a:pt x="124" y="35"/>
                  <a:pt x="124" y="35"/>
                  <a:pt x="124" y="35"/>
                </a:cubicBezTo>
                <a:cubicBezTo>
                  <a:pt x="124" y="35"/>
                  <a:pt x="124" y="36"/>
                  <a:pt x="124" y="36"/>
                </a:cubicBezTo>
                <a:cubicBezTo>
                  <a:pt x="123" y="36"/>
                  <a:pt x="123" y="36"/>
                  <a:pt x="123" y="36"/>
                </a:cubicBezTo>
                <a:cubicBezTo>
                  <a:pt x="123" y="36"/>
                  <a:pt x="123" y="37"/>
                  <a:pt x="123" y="37"/>
                </a:cubicBezTo>
                <a:cubicBezTo>
                  <a:pt x="123" y="37"/>
                  <a:pt x="122" y="37"/>
                  <a:pt x="122" y="37"/>
                </a:cubicBezTo>
                <a:cubicBezTo>
                  <a:pt x="122" y="37"/>
                  <a:pt x="122" y="38"/>
                  <a:pt x="122" y="38"/>
                </a:cubicBezTo>
                <a:cubicBezTo>
                  <a:pt x="122" y="38"/>
                  <a:pt x="122" y="38"/>
                  <a:pt x="122" y="39"/>
                </a:cubicBezTo>
                <a:cubicBezTo>
                  <a:pt x="122" y="39"/>
                  <a:pt x="122" y="39"/>
                  <a:pt x="122" y="39"/>
                </a:cubicBezTo>
                <a:cubicBezTo>
                  <a:pt x="122" y="39"/>
                  <a:pt x="122" y="39"/>
                  <a:pt x="122" y="40"/>
                </a:cubicBezTo>
                <a:cubicBezTo>
                  <a:pt x="121" y="40"/>
                  <a:pt x="121" y="40"/>
                  <a:pt x="121" y="40"/>
                </a:cubicBezTo>
                <a:cubicBezTo>
                  <a:pt x="121" y="40"/>
                  <a:pt x="121" y="40"/>
                  <a:pt x="121" y="40"/>
                </a:cubicBezTo>
                <a:cubicBezTo>
                  <a:pt x="122" y="40"/>
                  <a:pt x="121" y="40"/>
                  <a:pt x="121" y="40"/>
                </a:cubicBezTo>
                <a:cubicBezTo>
                  <a:pt x="121" y="41"/>
                  <a:pt x="121" y="40"/>
                  <a:pt x="121" y="40"/>
                </a:cubicBezTo>
                <a:cubicBezTo>
                  <a:pt x="121" y="41"/>
                  <a:pt x="121" y="41"/>
                  <a:pt x="121" y="41"/>
                </a:cubicBezTo>
                <a:cubicBezTo>
                  <a:pt x="121" y="42"/>
                  <a:pt x="121" y="42"/>
                  <a:pt x="121" y="42"/>
                </a:cubicBezTo>
                <a:cubicBezTo>
                  <a:pt x="121" y="42"/>
                  <a:pt x="121" y="42"/>
                  <a:pt x="121" y="42"/>
                </a:cubicBezTo>
                <a:cubicBezTo>
                  <a:pt x="121" y="43"/>
                  <a:pt x="121" y="43"/>
                  <a:pt x="121" y="43"/>
                </a:cubicBezTo>
                <a:cubicBezTo>
                  <a:pt x="121" y="43"/>
                  <a:pt x="121" y="43"/>
                  <a:pt x="121" y="43"/>
                </a:cubicBezTo>
                <a:cubicBezTo>
                  <a:pt x="121" y="43"/>
                  <a:pt x="120" y="43"/>
                  <a:pt x="120" y="44"/>
                </a:cubicBezTo>
                <a:cubicBezTo>
                  <a:pt x="120" y="44"/>
                  <a:pt x="121" y="44"/>
                  <a:pt x="121" y="44"/>
                </a:cubicBezTo>
                <a:cubicBezTo>
                  <a:pt x="121" y="44"/>
                  <a:pt x="121" y="44"/>
                  <a:pt x="121" y="45"/>
                </a:cubicBezTo>
                <a:cubicBezTo>
                  <a:pt x="121" y="45"/>
                  <a:pt x="121" y="45"/>
                  <a:pt x="121" y="45"/>
                </a:cubicBezTo>
                <a:cubicBezTo>
                  <a:pt x="121" y="46"/>
                  <a:pt x="121" y="46"/>
                  <a:pt x="121" y="46"/>
                </a:cubicBezTo>
                <a:cubicBezTo>
                  <a:pt x="121" y="46"/>
                  <a:pt x="121" y="47"/>
                  <a:pt x="121" y="47"/>
                </a:cubicBezTo>
                <a:cubicBezTo>
                  <a:pt x="121" y="47"/>
                  <a:pt x="121" y="47"/>
                  <a:pt x="121" y="47"/>
                </a:cubicBezTo>
                <a:cubicBezTo>
                  <a:pt x="121" y="47"/>
                  <a:pt x="121" y="48"/>
                  <a:pt x="121" y="48"/>
                </a:cubicBezTo>
                <a:cubicBezTo>
                  <a:pt x="121" y="48"/>
                  <a:pt x="122" y="48"/>
                  <a:pt x="122" y="48"/>
                </a:cubicBezTo>
                <a:cubicBezTo>
                  <a:pt x="122" y="48"/>
                  <a:pt x="123" y="48"/>
                  <a:pt x="123" y="49"/>
                </a:cubicBezTo>
                <a:cubicBezTo>
                  <a:pt x="123" y="49"/>
                  <a:pt x="123" y="49"/>
                  <a:pt x="123" y="49"/>
                </a:cubicBezTo>
                <a:cubicBezTo>
                  <a:pt x="123" y="50"/>
                  <a:pt x="123" y="50"/>
                  <a:pt x="123" y="50"/>
                </a:cubicBezTo>
                <a:cubicBezTo>
                  <a:pt x="123" y="50"/>
                  <a:pt x="124" y="50"/>
                  <a:pt x="124" y="50"/>
                </a:cubicBezTo>
                <a:cubicBezTo>
                  <a:pt x="124" y="50"/>
                  <a:pt x="124" y="50"/>
                  <a:pt x="124" y="50"/>
                </a:cubicBezTo>
                <a:cubicBezTo>
                  <a:pt x="124" y="51"/>
                  <a:pt x="124" y="50"/>
                  <a:pt x="124" y="50"/>
                </a:cubicBezTo>
                <a:cubicBezTo>
                  <a:pt x="124" y="50"/>
                  <a:pt x="124" y="50"/>
                  <a:pt x="123" y="50"/>
                </a:cubicBezTo>
                <a:cubicBezTo>
                  <a:pt x="123" y="50"/>
                  <a:pt x="123" y="51"/>
                  <a:pt x="123" y="51"/>
                </a:cubicBezTo>
                <a:cubicBezTo>
                  <a:pt x="123" y="51"/>
                  <a:pt x="123" y="51"/>
                  <a:pt x="123" y="51"/>
                </a:cubicBezTo>
                <a:cubicBezTo>
                  <a:pt x="123" y="51"/>
                  <a:pt x="123" y="51"/>
                  <a:pt x="123" y="52"/>
                </a:cubicBezTo>
                <a:cubicBezTo>
                  <a:pt x="123" y="52"/>
                  <a:pt x="123" y="52"/>
                  <a:pt x="123" y="52"/>
                </a:cubicBezTo>
                <a:cubicBezTo>
                  <a:pt x="123" y="52"/>
                  <a:pt x="122" y="52"/>
                  <a:pt x="122" y="53"/>
                </a:cubicBezTo>
                <a:cubicBezTo>
                  <a:pt x="122" y="53"/>
                  <a:pt x="123" y="53"/>
                  <a:pt x="123" y="53"/>
                </a:cubicBezTo>
                <a:cubicBezTo>
                  <a:pt x="123" y="53"/>
                  <a:pt x="123" y="53"/>
                  <a:pt x="123" y="53"/>
                </a:cubicBezTo>
                <a:cubicBezTo>
                  <a:pt x="123" y="53"/>
                  <a:pt x="123" y="54"/>
                  <a:pt x="123" y="54"/>
                </a:cubicBezTo>
                <a:cubicBezTo>
                  <a:pt x="123" y="54"/>
                  <a:pt x="123" y="54"/>
                  <a:pt x="123" y="54"/>
                </a:cubicBezTo>
                <a:cubicBezTo>
                  <a:pt x="123" y="54"/>
                  <a:pt x="123" y="55"/>
                  <a:pt x="123" y="55"/>
                </a:cubicBezTo>
                <a:cubicBezTo>
                  <a:pt x="123" y="55"/>
                  <a:pt x="123" y="55"/>
                  <a:pt x="123" y="55"/>
                </a:cubicBezTo>
                <a:cubicBezTo>
                  <a:pt x="124" y="56"/>
                  <a:pt x="123" y="56"/>
                  <a:pt x="124" y="56"/>
                </a:cubicBezTo>
                <a:cubicBezTo>
                  <a:pt x="124" y="55"/>
                  <a:pt x="124" y="56"/>
                  <a:pt x="124" y="56"/>
                </a:cubicBezTo>
                <a:cubicBezTo>
                  <a:pt x="125" y="56"/>
                  <a:pt x="125" y="56"/>
                  <a:pt x="125" y="56"/>
                </a:cubicBezTo>
                <a:cubicBezTo>
                  <a:pt x="125" y="56"/>
                  <a:pt x="126" y="56"/>
                  <a:pt x="126" y="56"/>
                </a:cubicBezTo>
                <a:cubicBezTo>
                  <a:pt x="126" y="56"/>
                  <a:pt x="127" y="56"/>
                  <a:pt x="127" y="57"/>
                </a:cubicBezTo>
                <a:cubicBezTo>
                  <a:pt x="127" y="57"/>
                  <a:pt x="127" y="57"/>
                  <a:pt x="126" y="57"/>
                </a:cubicBezTo>
                <a:cubicBezTo>
                  <a:pt x="126" y="57"/>
                  <a:pt x="126" y="57"/>
                  <a:pt x="125" y="57"/>
                </a:cubicBezTo>
                <a:cubicBezTo>
                  <a:pt x="125" y="57"/>
                  <a:pt x="125" y="57"/>
                  <a:pt x="125" y="57"/>
                </a:cubicBezTo>
                <a:cubicBezTo>
                  <a:pt x="125" y="57"/>
                  <a:pt x="125" y="57"/>
                  <a:pt x="125" y="57"/>
                </a:cubicBezTo>
                <a:cubicBezTo>
                  <a:pt x="124" y="56"/>
                  <a:pt x="124" y="56"/>
                  <a:pt x="124" y="57"/>
                </a:cubicBezTo>
                <a:cubicBezTo>
                  <a:pt x="124" y="57"/>
                  <a:pt x="124" y="57"/>
                  <a:pt x="124" y="57"/>
                </a:cubicBezTo>
                <a:cubicBezTo>
                  <a:pt x="124" y="57"/>
                  <a:pt x="124" y="58"/>
                  <a:pt x="125" y="58"/>
                </a:cubicBezTo>
                <a:cubicBezTo>
                  <a:pt x="125" y="58"/>
                  <a:pt x="125" y="58"/>
                  <a:pt x="125" y="58"/>
                </a:cubicBezTo>
                <a:cubicBezTo>
                  <a:pt x="125" y="59"/>
                  <a:pt x="126" y="59"/>
                  <a:pt x="126" y="59"/>
                </a:cubicBezTo>
                <a:cubicBezTo>
                  <a:pt x="126" y="59"/>
                  <a:pt x="126" y="58"/>
                  <a:pt x="126" y="58"/>
                </a:cubicBezTo>
                <a:cubicBezTo>
                  <a:pt x="126" y="58"/>
                  <a:pt x="127" y="58"/>
                  <a:pt x="127" y="58"/>
                </a:cubicBezTo>
                <a:cubicBezTo>
                  <a:pt x="127" y="58"/>
                  <a:pt x="127" y="58"/>
                  <a:pt x="127" y="58"/>
                </a:cubicBezTo>
                <a:cubicBezTo>
                  <a:pt x="127" y="59"/>
                  <a:pt x="127" y="59"/>
                  <a:pt x="128" y="59"/>
                </a:cubicBezTo>
                <a:cubicBezTo>
                  <a:pt x="128" y="59"/>
                  <a:pt x="128" y="59"/>
                  <a:pt x="128" y="59"/>
                </a:cubicBezTo>
                <a:cubicBezTo>
                  <a:pt x="128" y="59"/>
                  <a:pt x="128" y="59"/>
                  <a:pt x="128" y="59"/>
                </a:cubicBezTo>
                <a:cubicBezTo>
                  <a:pt x="127" y="59"/>
                  <a:pt x="127" y="59"/>
                  <a:pt x="127" y="59"/>
                </a:cubicBezTo>
                <a:cubicBezTo>
                  <a:pt x="127" y="59"/>
                  <a:pt x="127" y="59"/>
                  <a:pt x="127" y="59"/>
                </a:cubicBezTo>
                <a:cubicBezTo>
                  <a:pt x="126" y="59"/>
                  <a:pt x="126" y="59"/>
                  <a:pt x="126" y="59"/>
                </a:cubicBezTo>
                <a:cubicBezTo>
                  <a:pt x="126" y="59"/>
                  <a:pt x="126" y="60"/>
                  <a:pt x="126" y="60"/>
                </a:cubicBezTo>
                <a:cubicBezTo>
                  <a:pt x="126" y="61"/>
                  <a:pt x="126" y="61"/>
                  <a:pt x="126" y="61"/>
                </a:cubicBezTo>
                <a:cubicBezTo>
                  <a:pt x="126" y="61"/>
                  <a:pt x="126" y="61"/>
                  <a:pt x="126" y="62"/>
                </a:cubicBezTo>
                <a:cubicBezTo>
                  <a:pt x="126" y="62"/>
                  <a:pt x="126" y="62"/>
                  <a:pt x="126" y="62"/>
                </a:cubicBezTo>
                <a:cubicBezTo>
                  <a:pt x="126" y="62"/>
                  <a:pt x="127" y="62"/>
                  <a:pt x="127" y="62"/>
                </a:cubicBezTo>
                <a:cubicBezTo>
                  <a:pt x="127" y="62"/>
                  <a:pt x="128" y="61"/>
                  <a:pt x="128" y="61"/>
                </a:cubicBezTo>
                <a:cubicBezTo>
                  <a:pt x="128" y="61"/>
                  <a:pt x="128" y="61"/>
                  <a:pt x="128" y="61"/>
                </a:cubicBezTo>
                <a:cubicBezTo>
                  <a:pt x="128" y="61"/>
                  <a:pt x="128" y="61"/>
                  <a:pt x="128" y="61"/>
                </a:cubicBezTo>
                <a:cubicBezTo>
                  <a:pt x="129" y="61"/>
                  <a:pt x="129" y="61"/>
                  <a:pt x="129" y="60"/>
                </a:cubicBezTo>
                <a:cubicBezTo>
                  <a:pt x="129" y="60"/>
                  <a:pt x="129" y="60"/>
                  <a:pt x="129" y="60"/>
                </a:cubicBezTo>
                <a:cubicBezTo>
                  <a:pt x="129" y="60"/>
                  <a:pt x="129" y="60"/>
                  <a:pt x="129" y="59"/>
                </a:cubicBezTo>
                <a:cubicBezTo>
                  <a:pt x="129" y="59"/>
                  <a:pt x="129" y="60"/>
                  <a:pt x="129" y="60"/>
                </a:cubicBezTo>
                <a:cubicBezTo>
                  <a:pt x="129" y="60"/>
                  <a:pt x="129" y="60"/>
                  <a:pt x="129" y="60"/>
                </a:cubicBezTo>
                <a:cubicBezTo>
                  <a:pt x="130" y="60"/>
                  <a:pt x="130" y="60"/>
                  <a:pt x="130" y="60"/>
                </a:cubicBezTo>
                <a:cubicBezTo>
                  <a:pt x="130" y="60"/>
                  <a:pt x="130" y="60"/>
                  <a:pt x="130" y="60"/>
                </a:cubicBezTo>
                <a:cubicBezTo>
                  <a:pt x="131" y="61"/>
                  <a:pt x="130" y="61"/>
                  <a:pt x="130" y="61"/>
                </a:cubicBezTo>
                <a:cubicBezTo>
                  <a:pt x="130" y="61"/>
                  <a:pt x="130" y="61"/>
                  <a:pt x="130" y="61"/>
                </a:cubicBezTo>
                <a:cubicBezTo>
                  <a:pt x="130" y="61"/>
                  <a:pt x="130" y="61"/>
                  <a:pt x="130" y="61"/>
                </a:cubicBezTo>
                <a:cubicBezTo>
                  <a:pt x="131" y="61"/>
                  <a:pt x="131" y="61"/>
                  <a:pt x="131" y="61"/>
                </a:cubicBezTo>
                <a:cubicBezTo>
                  <a:pt x="131" y="62"/>
                  <a:pt x="131" y="62"/>
                  <a:pt x="131" y="62"/>
                </a:cubicBezTo>
                <a:cubicBezTo>
                  <a:pt x="131" y="62"/>
                  <a:pt x="132" y="62"/>
                  <a:pt x="132" y="62"/>
                </a:cubicBezTo>
                <a:cubicBezTo>
                  <a:pt x="132" y="63"/>
                  <a:pt x="132" y="63"/>
                  <a:pt x="132" y="63"/>
                </a:cubicBezTo>
                <a:cubicBezTo>
                  <a:pt x="131" y="63"/>
                  <a:pt x="131" y="64"/>
                  <a:pt x="131" y="64"/>
                </a:cubicBezTo>
                <a:cubicBezTo>
                  <a:pt x="131" y="64"/>
                  <a:pt x="131" y="64"/>
                  <a:pt x="131" y="64"/>
                </a:cubicBezTo>
                <a:cubicBezTo>
                  <a:pt x="131" y="64"/>
                  <a:pt x="131" y="65"/>
                  <a:pt x="131" y="65"/>
                </a:cubicBezTo>
                <a:cubicBezTo>
                  <a:pt x="131" y="65"/>
                  <a:pt x="131" y="65"/>
                  <a:pt x="131" y="66"/>
                </a:cubicBezTo>
                <a:cubicBezTo>
                  <a:pt x="131" y="66"/>
                  <a:pt x="130" y="66"/>
                  <a:pt x="130" y="66"/>
                </a:cubicBezTo>
                <a:cubicBezTo>
                  <a:pt x="130" y="66"/>
                  <a:pt x="130" y="67"/>
                  <a:pt x="131" y="67"/>
                </a:cubicBezTo>
                <a:cubicBezTo>
                  <a:pt x="131" y="67"/>
                  <a:pt x="132" y="67"/>
                  <a:pt x="132" y="67"/>
                </a:cubicBezTo>
                <a:cubicBezTo>
                  <a:pt x="132" y="68"/>
                  <a:pt x="132" y="68"/>
                  <a:pt x="132" y="69"/>
                </a:cubicBezTo>
                <a:cubicBezTo>
                  <a:pt x="132" y="69"/>
                  <a:pt x="132" y="69"/>
                  <a:pt x="132" y="70"/>
                </a:cubicBezTo>
                <a:cubicBezTo>
                  <a:pt x="132" y="70"/>
                  <a:pt x="132" y="70"/>
                  <a:pt x="132" y="70"/>
                </a:cubicBezTo>
                <a:cubicBezTo>
                  <a:pt x="132" y="70"/>
                  <a:pt x="132" y="70"/>
                  <a:pt x="132" y="70"/>
                </a:cubicBezTo>
                <a:cubicBezTo>
                  <a:pt x="133" y="70"/>
                  <a:pt x="133" y="71"/>
                  <a:pt x="133" y="71"/>
                </a:cubicBezTo>
                <a:cubicBezTo>
                  <a:pt x="133" y="71"/>
                  <a:pt x="133" y="71"/>
                  <a:pt x="133" y="71"/>
                </a:cubicBezTo>
                <a:cubicBezTo>
                  <a:pt x="133" y="71"/>
                  <a:pt x="133" y="72"/>
                  <a:pt x="133" y="72"/>
                </a:cubicBezTo>
                <a:cubicBezTo>
                  <a:pt x="133" y="72"/>
                  <a:pt x="133" y="72"/>
                  <a:pt x="133" y="72"/>
                </a:cubicBezTo>
                <a:cubicBezTo>
                  <a:pt x="133" y="72"/>
                  <a:pt x="133" y="72"/>
                  <a:pt x="133" y="72"/>
                </a:cubicBezTo>
                <a:cubicBezTo>
                  <a:pt x="133" y="72"/>
                  <a:pt x="133" y="72"/>
                  <a:pt x="133" y="73"/>
                </a:cubicBezTo>
                <a:cubicBezTo>
                  <a:pt x="133" y="73"/>
                  <a:pt x="133" y="73"/>
                  <a:pt x="133" y="73"/>
                </a:cubicBezTo>
                <a:cubicBezTo>
                  <a:pt x="133" y="73"/>
                  <a:pt x="133" y="73"/>
                  <a:pt x="133" y="74"/>
                </a:cubicBezTo>
                <a:cubicBezTo>
                  <a:pt x="134" y="74"/>
                  <a:pt x="133" y="74"/>
                  <a:pt x="133" y="74"/>
                </a:cubicBezTo>
                <a:cubicBezTo>
                  <a:pt x="133" y="74"/>
                  <a:pt x="134" y="74"/>
                  <a:pt x="134" y="75"/>
                </a:cubicBezTo>
                <a:cubicBezTo>
                  <a:pt x="134" y="75"/>
                  <a:pt x="134" y="75"/>
                  <a:pt x="134" y="75"/>
                </a:cubicBezTo>
                <a:cubicBezTo>
                  <a:pt x="134" y="75"/>
                  <a:pt x="134" y="75"/>
                  <a:pt x="134" y="75"/>
                </a:cubicBezTo>
                <a:cubicBezTo>
                  <a:pt x="134" y="75"/>
                  <a:pt x="134" y="76"/>
                  <a:pt x="134" y="76"/>
                </a:cubicBezTo>
                <a:cubicBezTo>
                  <a:pt x="134" y="76"/>
                  <a:pt x="134" y="76"/>
                  <a:pt x="134" y="76"/>
                </a:cubicBezTo>
                <a:cubicBezTo>
                  <a:pt x="134" y="76"/>
                  <a:pt x="134" y="76"/>
                  <a:pt x="134" y="76"/>
                </a:cubicBezTo>
                <a:cubicBezTo>
                  <a:pt x="134" y="76"/>
                  <a:pt x="134" y="76"/>
                  <a:pt x="134" y="76"/>
                </a:cubicBezTo>
                <a:cubicBezTo>
                  <a:pt x="134" y="76"/>
                  <a:pt x="134" y="76"/>
                  <a:pt x="134" y="76"/>
                </a:cubicBezTo>
                <a:cubicBezTo>
                  <a:pt x="134" y="77"/>
                  <a:pt x="135" y="76"/>
                  <a:pt x="135" y="76"/>
                </a:cubicBezTo>
                <a:cubicBezTo>
                  <a:pt x="135" y="76"/>
                  <a:pt x="136" y="75"/>
                  <a:pt x="136" y="75"/>
                </a:cubicBezTo>
                <a:cubicBezTo>
                  <a:pt x="136" y="75"/>
                  <a:pt x="136" y="75"/>
                  <a:pt x="137" y="75"/>
                </a:cubicBezTo>
                <a:cubicBezTo>
                  <a:pt x="137" y="75"/>
                  <a:pt x="137" y="75"/>
                  <a:pt x="137" y="75"/>
                </a:cubicBezTo>
                <a:cubicBezTo>
                  <a:pt x="137" y="76"/>
                  <a:pt x="137" y="76"/>
                  <a:pt x="137" y="76"/>
                </a:cubicBezTo>
                <a:cubicBezTo>
                  <a:pt x="137" y="76"/>
                  <a:pt x="137" y="77"/>
                  <a:pt x="137" y="77"/>
                </a:cubicBezTo>
                <a:cubicBezTo>
                  <a:pt x="137" y="77"/>
                  <a:pt x="137" y="77"/>
                  <a:pt x="138" y="77"/>
                </a:cubicBezTo>
                <a:cubicBezTo>
                  <a:pt x="138" y="77"/>
                  <a:pt x="138" y="76"/>
                  <a:pt x="138" y="76"/>
                </a:cubicBezTo>
                <a:cubicBezTo>
                  <a:pt x="138" y="76"/>
                  <a:pt x="138" y="76"/>
                  <a:pt x="138" y="76"/>
                </a:cubicBezTo>
                <a:cubicBezTo>
                  <a:pt x="138" y="76"/>
                  <a:pt x="139" y="76"/>
                  <a:pt x="139" y="76"/>
                </a:cubicBezTo>
                <a:cubicBezTo>
                  <a:pt x="139" y="76"/>
                  <a:pt x="140" y="76"/>
                  <a:pt x="140" y="77"/>
                </a:cubicBezTo>
                <a:cubicBezTo>
                  <a:pt x="140" y="77"/>
                  <a:pt x="140" y="77"/>
                  <a:pt x="140" y="77"/>
                </a:cubicBezTo>
                <a:cubicBezTo>
                  <a:pt x="140" y="77"/>
                  <a:pt x="141" y="77"/>
                  <a:pt x="141" y="77"/>
                </a:cubicBezTo>
                <a:cubicBezTo>
                  <a:pt x="141" y="77"/>
                  <a:pt x="141" y="77"/>
                  <a:pt x="142" y="76"/>
                </a:cubicBezTo>
                <a:cubicBezTo>
                  <a:pt x="142" y="76"/>
                  <a:pt x="142" y="76"/>
                  <a:pt x="142" y="76"/>
                </a:cubicBezTo>
                <a:cubicBezTo>
                  <a:pt x="143" y="76"/>
                  <a:pt x="143" y="76"/>
                  <a:pt x="143" y="76"/>
                </a:cubicBezTo>
                <a:cubicBezTo>
                  <a:pt x="143" y="76"/>
                  <a:pt x="143" y="75"/>
                  <a:pt x="143" y="75"/>
                </a:cubicBezTo>
                <a:cubicBezTo>
                  <a:pt x="143" y="75"/>
                  <a:pt x="143" y="75"/>
                  <a:pt x="144" y="75"/>
                </a:cubicBezTo>
                <a:cubicBezTo>
                  <a:pt x="144" y="75"/>
                  <a:pt x="144" y="75"/>
                  <a:pt x="144" y="75"/>
                </a:cubicBezTo>
                <a:cubicBezTo>
                  <a:pt x="144" y="75"/>
                  <a:pt x="144" y="75"/>
                  <a:pt x="144" y="75"/>
                </a:cubicBezTo>
                <a:cubicBezTo>
                  <a:pt x="144" y="76"/>
                  <a:pt x="144" y="76"/>
                  <a:pt x="144" y="76"/>
                </a:cubicBezTo>
                <a:cubicBezTo>
                  <a:pt x="145" y="76"/>
                  <a:pt x="145" y="76"/>
                  <a:pt x="145" y="76"/>
                </a:cubicBezTo>
                <a:cubicBezTo>
                  <a:pt x="145" y="76"/>
                  <a:pt x="145" y="76"/>
                  <a:pt x="145" y="76"/>
                </a:cubicBezTo>
                <a:cubicBezTo>
                  <a:pt x="145" y="76"/>
                  <a:pt x="146" y="76"/>
                  <a:pt x="146" y="76"/>
                </a:cubicBezTo>
                <a:cubicBezTo>
                  <a:pt x="146" y="76"/>
                  <a:pt x="146" y="76"/>
                  <a:pt x="146" y="76"/>
                </a:cubicBezTo>
                <a:cubicBezTo>
                  <a:pt x="146" y="76"/>
                  <a:pt x="146" y="75"/>
                  <a:pt x="146" y="75"/>
                </a:cubicBezTo>
                <a:cubicBezTo>
                  <a:pt x="146" y="75"/>
                  <a:pt x="146" y="75"/>
                  <a:pt x="146" y="75"/>
                </a:cubicBezTo>
                <a:cubicBezTo>
                  <a:pt x="146" y="75"/>
                  <a:pt x="146" y="75"/>
                  <a:pt x="146" y="75"/>
                </a:cubicBezTo>
                <a:cubicBezTo>
                  <a:pt x="146" y="75"/>
                  <a:pt x="146" y="74"/>
                  <a:pt x="146" y="74"/>
                </a:cubicBezTo>
                <a:cubicBezTo>
                  <a:pt x="147" y="74"/>
                  <a:pt x="147" y="75"/>
                  <a:pt x="147" y="75"/>
                </a:cubicBezTo>
                <a:cubicBezTo>
                  <a:pt x="147" y="75"/>
                  <a:pt x="147" y="75"/>
                  <a:pt x="147" y="76"/>
                </a:cubicBezTo>
                <a:cubicBezTo>
                  <a:pt x="147" y="76"/>
                  <a:pt x="147" y="76"/>
                  <a:pt x="147" y="76"/>
                </a:cubicBezTo>
                <a:cubicBezTo>
                  <a:pt x="148" y="76"/>
                  <a:pt x="148" y="77"/>
                  <a:pt x="148" y="77"/>
                </a:cubicBezTo>
                <a:cubicBezTo>
                  <a:pt x="148" y="77"/>
                  <a:pt x="147" y="77"/>
                  <a:pt x="147" y="78"/>
                </a:cubicBezTo>
                <a:cubicBezTo>
                  <a:pt x="147" y="78"/>
                  <a:pt x="147" y="78"/>
                  <a:pt x="148" y="78"/>
                </a:cubicBezTo>
                <a:cubicBezTo>
                  <a:pt x="148" y="79"/>
                  <a:pt x="148" y="79"/>
                  <a:pt x="148" y="80"/>
                </a:cubicBezTo>
                <a:cubicBezTo>
                  <a:pt x="148" y="80"/>
                  <a:pt x="147" y="80"/>
                  <a:pt x="147" y="81"/>
                </a:cubicBezTo>
                <a:cubicBezTo>
                  <a:pt x="148" y="81"/>
                  <a:pt x="148" y="81"/>
                  <a:pt x="148" y="81"/>
                </a:cubicBezTo>
                <a:cubicBezTo>
                  <a:pt x="148" y="81"/>
                  <a:pt x="148" y="81"/>
                  <a:pt x="148" y="81"/>
                </a:cubicBezTo>
                <a:cubicBezTo>
                  <a:pt x="148" y="81"/>
                  <a:pt x="149" y="81"/>
                  <a:pt x="149" y="80"/>
                </a:cubicBezTo>
                <a:cubicBezTo>
                  <a:pt x="149" y="80"/>
                  <a:pt x="150" y="80"/>
                  <a:pt x="150" y="79"/>
                </a:cubicBezTo>
                <a:cubicBezTo>
                  <a:pt x="150" y="79"/>
                  <a:pt x="151" y="79"/>
                  <a:pt x="151" y="79"/>
                </a:cubicBezTo>
                <a:cubicBezTo>
                  <a:pt x="151" y="79"/>
                  <a:pt x="152" y="79"/>
                  <a:pt x="152" y="79"/>
                </a:cubicBezTo>
                <a:cubicBezTo>
                  <a:pt x="152" y="79"/>
                  <a:pt x="153" y="79"/>
                  <a:pt x="153" y="79"/>
                </a:cubicBezTo>
                <a:cubicBezTo>
                  <a:pt x="153" y="79"/>
                  <a:pt x="153" y="79"/>
                  <a:pt x="153" y="79"/>
                </a:cubicBezTo>
                <a:cubicBezTo>
                  <a:pt x="153" y="79"/>
                  <a:pt x="154" y="80"/>
                  <a:pt x="154" y="80"/>
                </a:cubicBezTo>
                <a:cubicBezTo>
                  <a:pt x="154" y="80"/>
                  <a:pt x="154" y="80"/>
                  <a:pt x="154" y="80"/>
                </a:cubicBezTo>
                <a:cubicBezTo>
                  <a:pt x="154" y="80"/>
                  <a:pt x="154" y="80"/>
                  <a:pt x="154" y="80"/>
                </a:cubicBezTo>
                <a:cubicBezTo>
                  <a:pt x="154" y="79"/>
                  <a:pt x="155" y="79"/>
                  <a:pt x="155" y="79"/>
                </a:cubicBezTo>
                <a:cubicBezTo>
                  <a:pt x="155" y="79"/>
                  <a:pt x="156" y="79"/>
                  <a:pt x="156" y="78"/>
                </a:cubicBezTo>
                <a:cubicBezTo>
                  <a:pt x="156" y="78"/>
                  <a:pt x="157" y="78"/>
                  <a:pt x="157" y="78"/>
                </a:cubicBezTo>
                <a:cubicBezTo>
                  <a:pt x="157" y="78"/>
                  <a:pt x="157" y="78"/>
                  <a:pt x="157" y="78"/>
                </a:cubicBezTo>
                <a:cubicBezTo>
                  <a:pt x="158" y="77"/>
                  <a:pt x="158" y="77"/>
                  <a:pt x="158" y="77"/>
                </a:cubicBezTo>
                <a:cubicBezTo>
                  <a:pt x="158" y="77"/>
                  <a:pt x="158" y="77"/>
                  <a:pt x="157" y="77"/>
                </a:cubicBezTo>
                <a:cubicBezTo>
                  <a:pt x="157" y="77"/>
                  <a:pt x="157" y="76"/>
                  <a:pt x="158" y="76"/>
                </a:cubicBezTo>
                <a:cubicBezTo>
                  <a:pt x="158" y="76"/>
                  <a:pt x="158" y="76"/>
                  <a:pt x="158" y="76"/>
                </a:cubicBezTo>
                <a:cubicBezTo>
                  <a:pt x="158" y="75"/>
                  <a:pt x="158" y="75"/>
                  <a:pt x="158" y="75"/>
                </a:cubicBezTo>
                <a:cubicBezTo>
                  <a:pt x="158" y="75"/>
                  <a:pt x="158" y="75"/>
                  <a:pt x="158" y="75"/>
                </a:cubicBezTo>
                <a:cubicBezTo>
                  <a:pt x="158" y="74"/>
                  <a:pt x="157" y="74"/>
                  <a:pt x="158" y="74"/>
                </a:cubicBezTo>
                <a:cubicBezTo>
                  <a:pt x="158" y="74"/>
                  <a:pt x="158" y="75"/>
                  <a:pt x="158" y="75"/>
                </a:cubicBezTo>
                <a:cubicBezTo>
                  <a:pt x="158" y="75"/>
                  <a:pt x="158" y="75"/>
                  <a:pt x="158" y="75"/>
                </a:cubicBezTo>
                <a:cubicBezTo>
                  <a:pt x="158" y="76"/>
                  <a:pt x="159" y="76"/>
                  <a:pt x="159" y="76"/>
                </a:cubicBezTo>
                <a:cubicBezTo>
                  <a:pt x="159" y="76"/>
                  <a:pt x="159" y="76"/>
                  <a:pt x="159" y="76"/>
                </a:cubicBezTo>
                <a:cubicBezTo>
                  <a:pt x="159" y="76"/>
                  <a:pt x="159" y="76"/>
                  <a:pt x="159" y="76"/>
                </a:cubicBezTo>
                <a:cubicBezTo>
                  <a:pt x="159" y="76"/>
                  <a:pt x="159" y="76"/>
                  <a:pt x="160" y="76"/>
                </a:cubicBezTo>
                <a:cubicBezTo>
                  <a:pt x="160" y="77"/>
                  <a:pt x="160" y="77"/>
                  <a:pt x="160" y="77"/>
                </a:cubicBezTo>
                <a:cubicBezTo>
                  <a:pt x="160" y="77"/>
                  <a:pt x="160" y="77"/>
                  <a:pt x="160" y="77"/>
                </a:cubicBezTo>
                <a:cubicBezTo>
                  <a:pt x="160" y="77"/>
                  <a:pt x="160" y="77"/>
                  <a:pt x="160" y="77"/>
                </a:cubicBezTo>
                <a:cubicBezTo>
                  <a:pt x="160" y="77"/>
                  <a:pt x="160" y="77"/>
                  <a:pt x="161" y="77"/>
                </a:cubicBezTo>
                <a:cubicBezTo>
                  <a:pt x="161" y="77"/>
                  <a:pt x="161" y="78"/>
                  <a:pt x="161" y="78"/>
                </a:cubicBezTo>
                <a:cubicBezTo>
                  <a:pt x="161" y="78"/>
                  <a:pt x="161" y="78"/>
                  <a:pt x="161" y="78"/>
                </a:cubicBezTo>
                <a:cubicBezTo>
                  <a:pt x="161" y="78"/>
                  <a:pt x="161" y="78"/>
                  <a:pt x="161" y="78"/>
                </a:cubicBezTo>
                <a:cubicBezTo>
                  <a:pt x="161" y="78"/>
                  <a:pt x="161" y="78"/>
                  <a:pt x="161" y="78"/>
                </a:cubicBezTo>
                <a:cubicBezTo>
                  <a:pt x="161" y="78"/>
                  <a:pt x="161" y="78"/>
                  <a:pt x="161" y="78"/>
                </a:cubicBezTo>
                <a:cubicBezTo>
                  <a:pt x="161" y="78"/>
                  <a:pt x="161" y="78"/>
                  <a:pt x="161" y="78"/>
                </a:cubicBezTo>
                <a:cubicBezTo>
                  <a:pt x="161" y="78"/>
                  <a:pt x="162" y="78"/>
                  <a:pt x="162" y="78"/>
                </a:cubicBezTo>
                <a:cubicBezTo>
                  <a:pt x="162" y="77"/>
                  <a:pt x="162" y="77"/>
                  <a:pt x="162" y="77"/>
                </a:cubicBezTo>
                <a:cubicBezTo>
                  <a:pt x="162" y="77"/>
                  <a:pt x="162" y="77"/>
                  <a:pt x="163" y="77"/>
                </a:cubicBezTo>
                <a:cubicBezTo>
                  <a:pt x="163" y="77"/>
                  <a:pt x="163" y="77"/>
                  <a:pt x="163" y="77"/>
                </a:cubicBezTo>
                <a:cubicBezTo>
                  <a:pt x="163" y="77"/>
                  <a:pt x="163" y="77"/>
                  <a:pt x="163" y="77"/>
                </a:cubicBezTo>
                <a:cubicBezTo>
                  <a:pt x="163" y="77"/>
                  <a:pt x="163" y="78"/>
                  <a:pt x="163" y="78"/>
                </a:cubicBezTo>
                <a:cubicBezTo>
                  <a:pt x="163" y="78"/>
                  <a:pt x="163" y="78"/>
                  <a:pt x="163" y="78"/>
                </a:cubicBezTo>
                <a:cubicBezTo>
                  <a:pt x="163" y="79"/>
                  <a:pt x="163" y="79"/>
                  <a:pt x="163" y="79"/>
                </a:cubicBezTo>
                <a:cubicBezTo>
                  <a:pt x="163" y="79"/>
                  <a:pt x="163" y="79"/>
                  <a:pt x="163" y="79"/>
                </a:cubicBezTo>
                <a:cubicBezTo>
                  <a:pt x="163" y="80"/>
                  <a:pt x="164" y="79"/>
                  <a:pt x="164" y="80"/>
                </a:cubicBezTo>
                <a:cubicBezTo>
                  <a:pt x="164" y="80"/>
                  <a:pt x="164" y="79"/>
                  <a:pt x="165" y="79"/>
                </a:cubicBezTo>
                <a:cubicBezTo>
                  <a:pt x="165" y="79"/>
                  <a:pt x="166" y="79"/>
                  <a:pt x="166" y="79"/>
                </a:cubicBezTo>
                <a:cubicBezTo>
                  <a:pt x="166" y="78"/>
                  <a:pt x="167" y="78"/>
                  <a:pt x="167" y="78"/>
                </a:cubicBezTo>
                <a:cubicBezTo>
                  <a:pt x="167" y="78"/>
                  <a:pt x="167" y="78"/>
                  <a:pt x="167" y="78"/>
                </a:cubicBezTo>
                <a:cubicBezTo>
                  <a:pt x="168" y="77"/>
                  <a:pt x="167" y="77"/>
                  <a:pt x="168" y="77"/>
                </a:cubicBezTo>
                <a:cubicBezTo>
                  <a:pt x="168" y="77"/>
                  <a:pt x="168" y="76"/>
                  <a:pt x="168" y="76"/>
                </a:cubicBezTo>
                <a:cubicBezTo>
                  <a:pt x="168" y="76"/>
                  <a:pt x="168" y="77"/>
                  <a:pt x="168" y="77"/>
                </a:cubicBezTo>
                <a:cubicBezTo>
                  <a:pt x="168" y="77"/>
                  <a:pt x="168" y="77"/>
                  <a:pt x="168" y="77"/>
                </a:cubicBezTo>
                <a:cubicBezTo>
                  <a:pt x="168" y="77"/>
                  <a:pt x="168" y="78"/>
                  <a:pt x="168" y="78"/>
                </a:cubicBezTo>
                <a:cubicBezTo>
                  <a:pt x="168" y="78"/>
                  <a:pt x="167" y="78"/>
                  <a:pt x="167" y="78"/>
                </a:cubicBezTo>
                <a:cubicBezTo>
                  <a:pt x="167" y="78"/>
                  <a:pt x="168" y="79"/>
                  <a:pt x="168" y="79"/>
                </a:cubicBezTo>
                <a:cubicBezTo>
                  <a:pt x="168" y="79"/>
                  <a:pt x="169" y="79"/>
                  <a:pt x="169" y="79"/>
                </a:cubicBezTo>
                <a:cubicBezTo>
                  <a:pt x="169" y="78"/>
                  <a:pt x="169" y="78"/>
                  <a:pt x="169" y="78"/>
                </a:cubicBezTo>
                <a:cubicBezTo>
                  <a:pt x="169" y="78"/>
                  <a:pt x="169" y="78"/>
                  <a:pt x="169" y="78"/>
                </a:cubicBezTo>
                <a:cubicBezTo>
                  <a:pt x="169" y="78"/>
                  <a:pt x="169" y="78"/>
                  <a:pt x="169" y="78"/>
                </a:cubicBezTo>
                <a:cubicBezTo>
                  <a:pt x="169" y="78"/>
                  <a:pt x="169" y="78"/>
                  <a:pt x="169" y="79"/>
                </a:cubicBezTo>
                <a:cubicBezTo>
                  <a:pt x="169" y="79"/>
                  <a:pt x="169" y="79"/>
                  <a:pt x="169" y="79"/>
                </a:cubicBezTo>
                <a:cubicBezTo>
                  <a:pt x="169" y="79"/>
                  <a:pt x="169" y="79"/>
                  <a:pt x="169" y="79"/>
                </a:cubicBezTo>
                <a:cubicBezTo>
                  <a:pt x="169" y="79"/>
                  <a:pt x="170" y="79"/>
                  <a:pt x="170" y="79"/>
                </a:cubicBezTo>
                <a:cubicBezTo>
                  <a:pt x="170" y="79"/>
                  <a:pt x="170" y="79"/>
                  <a:pt x="170" y="79"/>
                </a:cubicBezTo>
                <a:cubicBezTo>
                  <a:pt x="170" y="79"/>
                  <a:pt x="170" y="79"/>
                  <a:pt x="170" y="79"/>
                </a:cubicBezTo>
                <a:cubicBezTo>
                  <a:pt x="170" y="79"/>
                  <a:pt x="171" y="80"/>
                  <a:pt x="171" y="79"/>
                </a:cubicBezTo>
                <a:cubicBezTo>
                  <a:pt x="171" y="79"/>
                  <a:pt x="171" y="79"/>
                  <a:pt x="171" y="79"/>
                </a:cubicBezTo>
                <a:cubicBezTo>
                  <a:pt x="171" y="79"/>
                  <a:pt x="171" y="79"/>
                  <a:pt x="171" y="79"/>
                </a:cubicBezTo>
                <a:cubicBezTo>
                  <a:pt x="171" y="79"/>
                  <a:pt x="171" y="78"/>
                  <a:pt x="171" y="78"/>
                </a:cubicBezTo>
                <a:cubicBezTo>
                  <a:pt x="171" y="78"/>
                  <a:pt x="171" y="78"/>
                  <a:pt x="171" y="78"/>
                </a:cubicBezTo>
                <a:cubicBezTo>
                  <a:pt x="171" y="78"/>
                  <a:pt x="171" y="77"/>
                  <a:pt x="172" y="77"/>
                </a:cubicBezTo>
                <a:cubicBezTo>
                  <a:pt x="172" y="77"/>
                  <a:pt x="172" y="78"/>
                  <a:pt x="171" y="78"/>
                </a:cubicBezTo>
                <a:cubicBezTo>
                  <a:pt x="171" y="78"/>
                  <a:pt x="171" y="78"/>
                  <a:pt x="171" y="78"/>
                </a:cubicBezTo>
                <a:cubicBezTo>
                  <a:pt x="171" y="79"/>
                  <a:pt x="171" y="79"/>
                  <a:pt x="171" y="80"/>
                </a:cubicBezTo>
                <a:cubicBezTo>
                  <a:pt x="171" y="80"/>
                  <a:pt x="171" y="80"/>
                  <a:pt x="172" y="80"/>
                </a:cubicBezTo>
                <a:cubicBezTo>
                  <a:pt x="172" y="80"/>
                  <a:pt x="172" y="80"/>
                  <a:pt x="172" y="80"/>
                </a:cubicBezTo>
                <a:cubicBezTo>
                  <a:pt x="172" y="81"/>
                  <a:pt x="172" y="81"/>
                  <a:pt x="172" y="81"/>
                </a:cubicBezTo>
                <a:cubicBezTo>
                  <a:pt x="172" y="82"/>
                  <a:pt x="172" y="82"/>
                  <a:pt x="172" y="82"/>
                </a:cubicBezTo>
                <a:cubicBezTo>
                  <a:pt x="172" y="83"/>
                  <a:pt x="172" y="83"/>
                  <a:pt x="172" y="83"/>
                </a:cubicBezTo>
                <a:cubicBezTo>
                  <a:pt x="172" y="84"/>
                  <a:pt x="172" y="84"/>
                  <a:pt x="172" y="84"/>
                </a:cubicBezTo>
                <a:cubicBezTo>
                  <a:pt x="173" y="85"/>
                  <a:pt x="173" y="85"/>
                  <a:pt x="173" y="85"/>
                </a:cubicBezTo>
                <a:cubicBezTo>
                  <a:pt x="173" y="85"/>
                  <a:pt x="173" y="85"/>
                  <a:pt x="173" y="85"/>
                </a:cubicBezTo>
                <a:cubicBezTo>
                  <a:pt x="173" y="85"/>
                  <a:pt x="173" y="85"/>
                  <a:pt x="173" y="85"/>
                </a:cubicBezTo>
                <a:cubicBezTo>
                  <a:pt x="173" y="85"/>
                  <a:pt x="173" y="85"/>
                  <a:pt x="173" y="85"/>
                </a:cubicBezTo>
                <a:cubicBezTo>
                  <a:pt x="174" y="85"/>
                  <a:pt x="174" y="85"/>
                  <a:pt x="174" y="85"/>
                </a:cubicBezTo>
                <a:cubicBezTo>
                  <a:pt x="174" y="84"/>
                  <a:pt x="175" y="84"/>
                  <a:pt x="175" y="84"/>
                </a:cubicBezTo>
                <a:cubicBezTo>
                  <a:pt x="175" y="84"/>
                  <a:pt x="176" y="84"/>
                  <a:pt x="176" y="84"/>
                </a:cubicBezTo>
                <a:cubicBezTo>
                  <a:pt x="176" y="84"/>
                  <a:pt x="177" y="83"/>
                  <a:pt x="177" y="83"/>
                </a:cubicBezTo>
                <a:cubicBezTo>
                  <a:pt x="178" y="83"/>
                  <a:pt x="178" y="83"/>
                  <a:pt x="178" y="83"/>
                </a:cubicBezTo>
                <a:cubicBezTo>
                  <a:pt x="178" y="83"/>
                  <a:pt x="179" y="82"/>
                  <a:pt x="179" y="82"/>
                </a:cubicBezTo>
                <a:cubicBezTo>
                  <a:pt x="179" y="82"/>
                  <a:pt x="180" y="82"/>
                  <a:pt x="180" y="82"/>
                </a:cubicBezTo>
                <a:cubicBezTo>
                  <a:pt x="181" y="82"/>
                  <a:pt x="181" y="81"/>
                  <a:pt x="182" y="81"/>
                </a:cubicBezTo>
                <a:cubicBezTo>
                  <a:pt x="182" y="81"/>
                  <a:pt x="183" y="80"/>
                  <a:pt x="183" y="80"/>
                </a:cubicBezTo>
                <a:cubicBezTo>
                  <a:pt x="183" y="80"/>
                  <a:pt x="184" y="80"/>
                  <a:pt x="184" y="80"/>
                </a:cubicBezTo>
                <a:cubicBezTo>
                  <a:pt x="184" y="80"/>
                  <a:pt x="184" y="80"/>
                  <a:pt x="184" y="80"/>
                </a:cubicBezTo>
                <a:cubicBezTo>
                  <a:pt x="184" y="80"/>
                  <a:pt x="184" y="79"/>
                  <a:pt x="184" y="79"/>
                </a:cubicBezTo>
                <a:cubicBezTo>
                  <a:pt x="184" y="79"/>
                  <a:pt x="184" y="79"/>
                  <a:pt x="184" y="79"/>
                </a:cubicBezTo>
                <a:cubicBezTo>
                  <a:pt x="184" y="78"/>
                  <a:pt x="185" y="78"/>
                  <a:pt x="185" y="77"/>
                </a:cubicBezTo>
                <a:cubicBezTo>
                  <a:pt x="185" y="77"/>
                  <a:pt x="185" y="77"/>
                  <a:pt x="185" y="77"/>
                </a:cubicBezTo>
                <a:cubicBezTo>
                  <a:pt x="186" y="77"/>
                  <a:pt x="186" y="77"/>
                  <a:pt x="186" y="77"/>
                </a:cubicBezTo>
                <a:cubicBezTo>
                  <a:pt x="186" y="77"/>
                  <a:pt x="186" y="76"/>
                  <a:pt x="186" y="76"/>
                </a:cubicBezTo>
                <a:cubicBezTo>
                  <a:pt x="186" y="76"/>
                  <a:pt x="186" y="76"/>
                  <a:pt x="185" y="76"/>
                </a:cubicBezTo>
                <a:cubicBezTo>
                  <a:pt x="185" y="76"/>
                  <a:pt x="185" y="76"/>
                  <a:pt x="185" y="76"/>
                </a:cubicBezTo>
                <a:cubicBezTo>
                  <a:pt x="185" y="76"/>
                  <a:pt x="185" y="76"/>
                  <a:pt x="185" y="76"/>
                </a:cubicBezTo>
                <a:cubicBezTo>
                  <a:pt x="185" y="76"/>
                  <a:pt x="185" y="76"/>
                  <a:pt x="186" y="76"/>
                </a:cubicBezTo>
                <a:cubicBezTo>
                  <a:pt x="186" y="76"/>
                  <a:pt x="186" y="76"/>
                  <a:pt x="186" y="76"/>
                </a:cubicBezTo>
                <a:cubicBezTo>
                  <a:pt x="186" y="76"/>
                  <a:pt x="186" y="76"/>
                  <a:pt x="186" y="76"/>
                </a:cubicBezTo>
                <a:cubicBezTo>
                  <a:pt x="187" y="76"/>
                  <a:pt x="186" y="75"/>
                  <a:pt x="186" y="75"/>
                </a:cubicBezTo>
                <a:cubicBezTo>
                  <a:pt x="186" y="75"/>
                  <a:pt x="186" y="75"/>
                  <a:pt x="186" y="75"/>
                </a:cubicBezTo>
                <a:cubicBezTo>
                  <a:pt x="186" y="75"/>
                  <a:pt x="186" y="75"/>
                  <a:pt x="186" y="75"/>
                </a:cubicBezTo>
                <a:cubicBezTo>
                  <a:pt x="186" y="75"/>
                  <a:pt x="186" y="75"/>
                  <a:pt x="186" y="75"/>
                </a:cubicBezTo>
                <a:cubicBezTo>
                  <a:pt x="186" y="75"/>
                  <a:pt x="186" y="75"/>
                  <a:pt x="185" y="75"/>
                </a:cubicBezTo>
                <a:cubicBezTo>
                  <a:pt x="185" y="74"/>
                  <a:pt x="185" y="74"/>
                  <a:pt x="185" y="74"/>
                </a:cubicBezTo>
                <a:cubicBezTo>
                  <a:pt x="185" y="74"/>
                  <a:pt x="185" y="75"/>
                  <a:pt x="185" y="74"/>
                </a:cubicBezTo>
                <a:cubicBezTo>
                  <a:pt x="185" y="74"/>
                  <a:pt x="185" y="74"/>
                  <a:pt x="185" y="74"/>
                </a:cubicBezTo>
                <a:cubicBezTo>
                  <a:pt x="185" y="74"/>
                  <a:pt x="185" y="74"/>
                  <a:pt x="185" y="74"/>
                </a:cubicBezTo>
                <a:cubicBezTo>
                  <a:pt x="185" y="73"/>
                  <a:pt x="185" y="73"/>
                  <a:pt x="185" y="73"/>
                </a:cubicBezTo>
                <a:cubicBezTo>
                  <a:pt x="185" y="73"/>
                  <a:pt x="185" y="73"/>
                  <a:pt x="185" y="74"/>
                </a:cubicBezTo>
                <a:cubicBezTo>
                  <a:pt x="185" y="74"/>
                  <a:pt x="185" y="74"/>
                  <a:pt x="185" y="74"/>
                </a:cubicBezTo>
                <a:cubicBezTo>
                  <a:pt x="186" y="74"/>
                  <a:pt x="186" y="74"/>
                  <a:pt x="186" y="74"/>
                </a:cubicBezTo>
                <a:cubicBezTo>
                  <a:pt x="186" y="74"/>
                  <a:pt x="186" y="74"/>
                  <a:pt x="186" y="74"/>
                </a:cubicBezTo>
                <a:cubicBezTo>
                  <a:pt x="186" y="74"/>
                  <a:pt x="186" y="74"/>
                  <a:pt x="186" y="74"/>
                </a:cubicBezTo>
                <a:cubicBezTo>
                  <a:pt x="186" y="75"/>
                  <a:pt x="186" y="75"/>
                  <a:pt x="186" y="74"/>
                </a:cubicBezTo>
                <a:cubicBezTo>
                  <a:pt x="187" y="74"/>
                  <a:pt x="187" y="74"/>
                  <a:pt x="187" y="74"/>
                </a:cubicBezTo>
                <a:cubicBezTo>
                  <a:pt x="187" y="73"/>
                  <a:pt x="187" y="73"/>
                  <a:pt x="187" y="73"/>
                </a:cubicBezTo>
                <a:cubicBezTo>
                  <a:pt x="187" y="73"/>
                  <a:pt x="187" y="73"/>
                  <a:pt x="187" y="73"/>
                </a:cubicBezTo>
                <a:cubicBezTo>
                  <a:pt x="187" y="72"/>
                  <a:pt x="187" y="72"/>
                  <a:pt x="187" y="71"/>
                </a:cubicBezTo>
                <a:cubicBezTo>
                  <a:pt x="187" y="71"/>
                  <a:pt x="188" y="71"/>
                  <a:pt x="187" y="71"/>
                </a:cubicBezTo>
                <a:cubicBezTo>
                  <a:pt x="187" y="71"/>
                  <a:pt x="187" y="71"/>
                  <a:pt x="187" y="71"/>
                </a:cubicBezTo>
                <a:cubicBezTo>
                  <a:pt x="187" y="71"/>
                  <a:pt x="187" y="71"/>
                  <a:pt x="187" y="71"/>
                </a:cubicBezTo>
                <a:cubicBezTo>
                  <a:pt x="187" y="71"/>
                  <a:pt x="187" y="71"/>
                  <a:pt x="187" y="71"/>
                </a:cubicBezTo>
                <a:cubicBezTo>
                  <a:pt x="187" y="71"/>
                  <a:pt x="187" y="71"/>
                  <a:pt x="187" y="71"/>
                </a:cubicBezTo>
                <a:cubicBezTo>
                  <a:pt x="187" y="71"/>
                  <a:pt x="187" y="71"/>
                  <a:pt x="187" y="71"/>
                </a:cubicBezTo>
                <a:cubicBezTo>
                  <a:pt x="187" y="71"/>
                  <a:pt x="187" y="71"/>
                  <a:pt x="187" y="71"/>
                </a:cubicBezTo>
                <a:cubicBezTo>
                  <a:pt x="187" y="71"/>
                  <a:pt x="187" y="71"/>
                  <a:pt x="187" y="71"/>
                </a:cubicBezTo>
                <a:cubicBezTo>
                  <a:pt x="187" y="71"/>
                  <a:pt x="187" y="71"/>
                  <a:pt x="187" y="71"/>
                </a:cubicBezTo>
                <a:cubicBezTo>
                  <a:pt x="187" y="71"/>
                  <a:pt x="187" y="71"/>
                  <a:pt x="187" y="71"/>
                </a:cubicBezTo>
                <a:cubicBezTo>
                  <a:pt x="187" y="71"/>
                  <a:pt x="187" y="71"/>
                  <a:pt x="187" y="71"/>
                </a:cubicBezTo>
                <a:cubicBezTo>
                  <a:pt x="187" y="70"/>
                  <a:pt x="187" y="70"/>
                  <a:pt x="187" y="70"/>
                </a:cubicBezTo>
                <a:cubicBezTo>
                  <a:pt x="187" y="70"/>
                  <a:pt x="187" y="70"/>
                  <a:pt x="187" y="70"/>
                </a:cubicBezTo>
                <a:cubicBezTo>
                  <a:pt x="187" y="70"/>
                  <a:pt x="187" y="70"/>
                  <a:pt x="187" y="70"/>
                </a:cubicBezTo>
                <a:cubicBezTo>
                  <a:pt x="187" y="70"/>
                  <a:pt x="187" y="70"/>
                  <a:pt x="187" y="70"/>
                </a:cubicBezTo>
                <a:cubicBezTo>
                  <a:pt x="187" y="70"/>
                  <a:pt x="188" y="70"/>
                  <a:pt x="188" y="70"/>
                </a:cubicBezTo>
                <a:cubicBezTo>
                  <a:pt x="188" y="70"/>
                  <a:pt x="188" y="70"/>
                  <a:pt x="188" y="70"/>
                </a:cubicBezTo>
                <a:cubicBezTo>
                  <a:pt x="188" y="70"/>
                  <a:pt x="188" y="70"/>
                  <a:pt x="188" y="70"/>
                </a:cubicBezTo>
                <a:cubicBezTo>
                  <a:pt x="188" y="70"/>
                  <a:pt x="188" y="70"/>
                  <a:pt x="188" y="70"/>
                </a:cubicBezTo>
                <a:cubicBezTo>
                  <a:pt x="188" y="70"/>
                  <a:pt x="188" y="70"/>
                  <a:pt x="188" y="70"/>
                </a:cubicBezTo>
                <a:cubicBezTo>
                  <a:pt x="188" y="70"/>
                  <a:pt x="188" y="71"/>
                  <a:pt x="188" y="71"/>
                </a:cubicBezTo>
                <a:cubicBezTo>
                  <a:pt x="188" y="71"/>
                  <a:pt x="188" y="71"/>
                  <a:pt x="188" y="71"/>
                </a:cubicBezTo>
                <a:cubicBezTo>
                  <a:pt x="188" y="71"/>
                  <a:pt x="188" y="71"/>
                  <a:pt x="188" y="70"/>
                </a:cubicBezTo>
                <a:cubicBezTo>
                  <a:pt x="189" y="70"/>
                  <a:pt x="189" y="70"/>
                  <a:pt x="189" y="70"/>
                </a:cubicBezTo>
                <a:cubicBezTo>
                  <a:pt x="188" y="70"/>
                  <a:pt x="188" y="70"/>
                  <a:pt x="189" y="70"/>
                </a:cubicBezTo>
                <a:cubicBezTo>
                  <a:pt x="189" y="70"/>
                  <a:pt x="189" y="70"/>
                  <a:pt x="189" y="69"/>
                </a:cubicBezTo>
                <a:cubicBezTo>
                  <a:pt x="189" y="69"/>
                  <a:pt x="189" y="69"/>
                  <a:pt x="189" y="69"/>
                </a:cubicBezTo>
                <a:cubicBezTo>
                  <a:pt x="189" y="69"/>
                  <a:pt x="189" y="69"/>
                  <a:pt x="189" y="69"/>
                </a:cubicBezTo>
                <a:cubicBezTo>
                  <a:pt x="189" y="69"/>
                  <a:pt x="189" y="69"/>
                  <a:pt x="189" y="69"/>
                </a:cubicBezTo>
                <a:cubicBezTo>
                  <a:pt x="189" y="69"/>
                  <a:pt x="189" y="69"/>
                  <a:pt x="189" y="68"/>
                </a:cubicBezTo>
                <a:cubicBezTo>
                  <a:pt x="189" y="68"/>
                  <a:pt x="189" y="68"/>
                  <a:pt x="189" y="68"/>
                </a:cubicBezTo>
                <a:cubicBezTo>
                  <a:pt x="189" y="68"/>
                  <a:pt x="189" y="68"/>
                  <a:pt x="189" y="68"/>
                </a:cubicBezTo>
                <a:cubicBezTo>
                  <a:pt x="189" y="68"/>
                  <a:pt x="189" y="67"/>
                  <a:pt x="189" y="67"/>
                </a:cubicBezTo>
                <a:cubicBezTo>
                  <a:pt x="189" y="67"/>
                  <a:pt x="189" y="67"/>
                  <a:pt x="189" y="67"/>
                </a:cubicBezTo>
                <a:cubicBezTo>
                  <a:pt x="189" y="67"/>
                  <a:pt x="189" y="67"/>
                  <a:pt x="189" y="67"/>
                </a:cubicBezTo>
                <a:cubicBezTo>
                  <a:pt x="189" y="67"/>
                  <a:pt x="189" y="67"/>
                  <a:pt x="189" y="67"/>
                </a:cubicBezTo>
                <a:cubicBezTo>
                  <a:pt x="188" y="67"/>
                  <a:pt x="188" y="67"/>
                  <a:pt x="188" y="67"/>
                </a:cubicBezTo>
                <a:cubicBezTo>
                  <a:pt x="188" y="67"/>
                  <a:pt x="188" y="67"/>
                  <a:pt x="188" y="67"/>
                </a:cubicBezTo>
                <a:cubicBezTo>
                  <a:pt x="188" y="67"/>
                  <a:pt x="188" y="67"/>
                  <a:pt x="188" y="67"/>
                </a:cubicBezTo>
                <a:cubicBezTo>
                  <a:pt x="188" y="67"/>
                  <a:pt x="188" y="67"/>
                  <a:pt x="188" y="67"/>
                </a:cubicBezTo>
                <a:cubicBezTo>
                  <a:pt x="188" y="67"/>
                  <a:pt x="188" y="67"/>
                  <a:pt x="188" y="67"/>
                </a:cubicBezTo>
                <a:cubicBezTo>
                  <a:pt x="188" y="67"/>
                  <a:pt x="188" y="67"/>
                  <a:pt x="188" y="67"/>
                </a:cubicBezTo>
                <a:cubicBezTo>
                  <a:pt x="188" y="67"/>
                  <a:pt x="188" y="67"/>
                  <a:pt x="188" y="67"/>
                </a:cubicBezTo>
                <a:cubicBezTo>
                  <a:pt x="188" y="67"/>
                  <a:pt x="187" y="67"/>
                  <a:pt x="187" y="67"/>
                </a:cubicBezTo>
                <a:cubicBezTo>
                  <a:pt x="187" y="67"/>
                  <a:pt x="187" y="67"/>
                  <a:pt x="187" y="67"/>
                </a:cubicBezTo>
                <a:cubicBezTo>
                  <a:pt x="187" y="67"/>
                  <a:pt x="187" y="67"/>
                  <a:pt x="187" y="66"/>
                </a:cubicBezTo>
                <a:cubicBezTo>
                  <a:pt x="187" y="66"/>
                  <a:pt x="187" y="66"/>
                  <a:pt x="187" y="66"/>
                </a:cubicBezTo>
                <a:cubicBezTo>
                  <a:pt x="187" y="66"/>
                  <a:pt x="187" y="66"/>
                  <a:pt x="187" y="66"/>
                </a:cubicBezTo>
                <a:cubicBezTo>
                  <a:pt x="187" y="66"/>
                  <a:pt x="187" y="66"/>
                  <a:pt x="188" y="66"/>
                </a:cubicBezTo>
                <a:cubicBezTo>
                  <a:pt x="188" y="66"/>
                  <a:pt x="188" y="66"/>
                  <a:pt x="188" y="66"/>
                </a:cubicBezTo>
                <a:cubicBezTo>
                  <a:pt x="188" y="66"/>
                  <a:pt x="188" y="66"/>
                  <a:pt x="188" y="66"/>
                </a:cubicBezTo>
                <a:cubicBezTo>
                  <a:pt x="188" y="66"/>
                  <a:pt x="188" y="66"/>
                  <a:pt x="188" y="66"/>
                </a:cubicBezTo>
                <a:cubicBezTo>
                  <a:pt x="188" y="66"/>
                  <a:pt x="188" y="66"/>
                  <a:pt x="188" y="65"/>
                </a:cubicBezTo>
                <a:cubicBezTo>
                  <a:pt x="188" y="65"/>
                  <a:pt x="188" y="65"/>
                  <a:pt x="188" y="65"/>
                </a:cubicBezTo>
                <a:cubicBezTo>
                  <a:pt x="188" y="65"/>
                  <a:pt x="188" y="65"/>
                  <a:pt x="188" y="65"/>
                </a:cubicBezTo>
                <a:cubicBezTo>
                  <a:pt x="188" y="65"/>
                  <a:pt x="187" y="65"/>
                  <a:pt x="187" y="65"/>
                </a:cubicBezTo>
                <a:cubicBezTo>
                  <a:pt x="187" y="65"/>
                  <a:pt x="187" y="65"/>
                  <a:pt x="187" y="65"/>
                </a:cubicBezTo>
                <a:cubicBezTo>
                  <a:pt x="187" y="65"/>
                  <a:pt x="187" y="65"/>
                  <a:pt x="187" y="64"/>
                </a:cubicBezTo>
                <a:cubicBezTo>
                  <a:pt x="187" y="64"/>
                  <a:pt x="188" y="64"/>
                  <a:pt x="188" y="64"/>
                </a:cubicBezTo>
                <a:cubicBezTo>
                  <a:pt x="188" y="64"/>
                  <a:pt x="188" y="64"/>
                  <a:pt x="188" y="64"/>
                </a:cubicBezTo>
                <a:cubicBezTo>
                  <a:pt x="187" y="64"/>
                  <a:pt x="187" y="64"/>
                  <a:pt x="187" y="64"/>
                </a:cubicBezTo>
                <a:cubicBezTo>
                  <a:pt x="187" y="64"/>
                  <a:pt x="187" y="64"/>
                  <a:pt x="186" y="64"/>
                </a:cubicBezTo>
                <a:cubicBezTo>
                  <a:pt x="186" y="64"/>
                  <a:pt x="186" y="64"/>
                  <a:pt x="186" y="64"/>
                </a:cubicBezTo>
                <a:cubicBezTo>
                  <a:pt x="186" y="64"/>
                  <a:pt x="186" y="64"/>
                  <a:pt x="186" y="64"/>
                </a:cubicBezTo>
                <a:cubicBezTo>
                  <a:pt x="186" y="64"/>
                  <a:pt x="185" y="64"/>
                  <a:pt x="185" y="64"/>
                </a:cubicBezTo>
                <a:cubicBezTo>
                  <a:pt x="185" y="64"/>
                  <a:pt x="185" y="64"/>
                  <a:pt x="185" y="64"/>
                </a:cubicBezTo>
                <a:cubicBezTo>
                  <a:pt x="185" y="64"/>
                  <a:pt x="185" y="64"/>
                  <a:pt x="185" y="64"/>
                </a:cubicBezTo>
                <a:cubicBezTo>
                  <a:pt x="185" y="64"/>
                  <a:pt x="186" y="64"/>
                  <a:pt x="186" y="64"/>
                </a:cubicBezTo>
                <a:cubicBezTo>
                  <a:pt x="186" y="64"/>
                  <a:pt x="186" y="64"/>
                  <a:pt x="186" y="64"/>
                </a:cubicBezTo>
                <a:cubicBezTo>
                  <a:pt x="186" y="63"/>
                  <a:pt x="186" y="63"/>
                  <a:pt x="186" y="63"/>
                </a:cubicBezTo>
                <a:cubicBezTo>
                  <a:pt x="186" y="63"/>
                  <a:pt x="186" y="63"/>
                  <a:pt x="186" y="63"/>
                </a:cubicBezTo>
                <a:cubicBezTo>
                  <a:pt x="187" y="63"/>
                  <a:pt x="187" y="63"/>
                  <a:pt x="187" y="63"/>
                </a:cubicBezTo>
                <a:cubicBezTo>
                  <a:pt x="187" y="63"/>
                  <a:pt x="187" y="63"/>
                  <a:pt x="187" y="63"/>
                </a:cubicBezTo>
                <a:cubicBezTo>
                  <a:pt x="187" y="63"/>
                  <a:pt x="187" y="63"/>
                  <a:pt x="187" y="63"/>
                </a:cubicBezTo>
                <a:cubicBezTo>
                  <a:pt x="187" y="63"/>
                  <a:pt x="187" y="63"/>
                  <a:pt x="187" y="63"/>
                </a:cubicBezTo>
                <a:cubicBezTo>
                  <a:pt x="187" y="63"/>
                  <a:pt x="188" y="63"/>
                  <a:pt x="188" y="63"/>
                </a:cubicBezTo>
                <a:cubicBezTo>
                  <a:pt x="188" y="63"/>
                  <a:pt x="188" y="62"/>
                  <a:pt x="188" y="62"/>
                </a:cubicBezTo>
                <a:cubicBezTo>
                  <a:pt x="188" y="62"/>
                  <a:pt x="188" y="62"/>
                  <a:pt x="188" y="62"/>
                </a:cubicBezTo>
                <a:cubicBezTo>
                  <a:pt x="189" y="62"/>
                  <a:pt x="188" y="62"/>
                  <a:pt x="188" y="62"/>
                </a:cubicBezTo>
                <a:cubicBezTo>
                  <a:pt x="188" y="61"/>
                  <a:pt x="188" y="61"/>
                  <a:pt x="188" y="61"/>
                </a:cubicBezTo>
                <a:cubicBezTo>
                  <a:pt x="188" y="61"/>
                  <a:pt x="188" y="61"/>
                  <a:pt x="189" y="61"/>
                </a:cubicBezTo>
                <a:cubicBezTo>
                  <a:pt x="189" y="61"/>
                  <a:pt x="189" y="61"/>
                  <a:pt x="189" y="60"/>
                </a:cubicBezTo>
                <a:cubicBezTo>
                  <a:pt x="189" y="60"/>
                  <a:pt x="190" y="60"/>
                  <a:pt x="190" y="60"/>
                </a:cubicBezTo>
                <a:cubicBezTo>
                  <a:pt x="190" y="60"/>
                  <a:pt x="190" y="60"/>
                  <a:pt x="190" y="60"/>
                </a:cubicBezTo>
                <a:cubicBezTo>
                  <a:pt x="190" y="60"/>
                  <a:pt x="190" y="60"/>
                  <a:pt x="190" y="60"/>
                </a:cubicBezTo>
                <a:cubicBezTo>
                  <a:pt x="190" y="60"/>
                  <a:pt x="190" y="59"/>
                  <a:pt x="190" y="59"/>
                </a:cubicBezTo>
                <a:cubicBezTo>
                  <a:pt x="190" y="59"/>
                  <a:pt x="190" y="59"/>
                  <a:pt x="190" y="59"/>
                </a:cubicBezTo>
                <a:cubicBezTo>
                  <a:pt x="190" y="59"/>
                  <a:pt x="190" y="59"/>
                  <a:pt x="190" y="59"/>
                </a:cubicBezTo>
                <a:cubicBezTo>
                  <a:pt x="190" y="59"/>
                  <a:pt x="190" y="59"/>
                  <a:pt x="190" y="59"/>
                </a:cubicBezTo>
                <a:cubicBezTo>
                  <a:pt x="190" y="59"/>
                  <a:pt x="190" y="59"/>
                  <a:pt x="190" y="59"/>
                </a:cubicBezTo>
                <a:cubicBezTo>
                  <a:pt x="190" y="59"/>
                  <a:pt x="190" y="59"/>
                  <a:pt x="190" y="59"/>
                </a:cubicBezTo>
                <a:cubicBezTo>
                  <a:pt x="190" y="58"/>
                  <a:pt x="190" y="59"/>
                  <a:pt x="190" y="59"/>
                </a:cubicBezTo>
                <a:cubicBezTo>
                  <a:pt x="190" y="59"/>
                  <a:pt x="190" y="59"/>
                  <a:pt x="190" y="59"/>
                </a:cubicBezTo>
                <a:cubicBezTo>
                  <a:pt x="190" y="58"/>
                  <a:pt x="190" y="58"/>
                  <a:pt x="190" y="58"/>
                </a:cubicBezTo>
                <a:cubicBezTo>
                  <a:pt x="190" y="58"/>
                  <a:pt x="190" y="58"/>
                  <a:pt x="190" y="58"/>
                </a:cubicBezTo>
                <a:cubicBezTo>
                  <a:pt x="190" y="58"/>
                  <a:pt x="190" y="58"/>
                  <a:pt x="190" y="58"/>
                </a:cubicBezTo>
                <a:cubicBezTo>
                  <a:pt x="190" y="58"/>
                  <a:pt x="190" y="58"/>
                  <a:pt x="190" y="58"/>
                </a:cubicBezTo>
                <a:cubicBezTo>
                  <a:pt x="190" y="58"/>
                  <a:pt x="190" y="58"/>
                  <a:pt x="190" y="58"/>
                </a:cubicBezTo>
                <a:cubicBezTo>
                  <a:pt x="190" y="58"/>
                  <a:pt x="190" y="57"/>
                  <a:pt x="190" y="57"/>
                </a:cubicBezTo>
                <a:cubicBezTo>
                  <a:pt x="190" y="57"/>
                  <a:pt x="190" y="57"/>
                  <a:pt x="190" y="57"/>
                </a:cubicBezTo>
                <a:cubicBezTo>
                  <a:pt x="190" y="57"/>
                  <a:pt x="190" y="57"/>
                  <a:pt x="190" y="57"/>
                </a:cubicBezTo>
                <a:cubicBezTo>
                  <a:pt x="190" y="57"/>
                  <a:pt x="190" y="57"/>
                  <a:pt x="190" y="58"/>
                </a:cubicBezTo>
                <a:cubicBezTo>
                  <a:pt x="190" y="58"/>
                  <a:pt x="190" y="58"/>
                  <a:pt x="190" y="58"/>
                </a:cubicBezTo>
                <a:cubicBezTo>
                  <a:pt x="190" y="58"/>
                  <a:pt x="190" y="58"/>
                  <a:pt x="190" y="59"/>
                </a:cubicBezTo>
                <a:cubicBezTo>
                  <a:pt x="190" y="59"/>
                  <a:pt x="190" y="59"/>
                  <a:pt x="190" y="59"/>
                </a:cubicBezTo>
                <a:cubicBezTo>
                  <a:pt x="191" y="59"/>
                  <a:pt x="191" y="59"/>
                  <a:pt x="191" y="59"/>
                </a:cubicBezTo>
                <a:cubicBezTo>
                  <a:pt x="191" y="59"/>
                  <a:pt x="191" y="59"/>
                  <a:pt x="191" y="59"/>
                </a:cubicBezTo>
                <a:cubicBezTo>
                  <a:pt x="191" y="59"/>
                  <a:pt x="191" y="59"/>
                  <a:pt x="191" y="59"/>
                </a:cubicBezTo>
                <a:cubicBezTo>
                  <a:pt x="191" y="59"/>
                  <a:pt x="191" y="59"/>
                  <a:pt x="191" y="59"/>
                </a:cubicBezTo>
                <a:cubicBezTo>
                  <a:pt x="191" y="59"/>
                  <a:pt x="191" y="59"/>
                  <a:pt x="191" y="59"/>
                </a:cubicBezTo>
                <a:cubicBezTo>
                  <a:pt x="191" y="59"/>
                  <a:pt x="191" y="59"/>
                  <a:pt x="191" y="59"/>
                </a:cubicBezTo>
                <a:cubicBezTo>
                  <a:pt x="192" y="59"/>
                  <a:pt x="192" y="59"/>
                  <a:pt x="192" y="59"/>
                </a:cubicBezTo>
                <a:cubicBezTo>
                  <a:pt x="192" y="59"/>
                  <a:pt x="192" y="59"/>
                  <a:pt x="192" y="58"/>
                </a:cubicBezTo>
                <a:cubicBezTo>
                  <a:pt x="192" y="58"/>
                  <a:pt x="192" y="58"/>
                  <a:pt x="192" y="58"/>
                </a:cubicBezTo>
                <a:cubicBezTo>
                  <a:pt x="192" y="58"/>
                  <a:pt x="192" y="58"/>
                  <a:pt x="192" y="58"/>
                </a:cubicBezTo>
                <a:cubicBezTo>
                  <a:pt x="193" y="58"/>
                  <a:pt x="193" y="58"/>
                  <a:pt x="193" y="58"/>
                </a:cubicBezTo>
                <a:cubicBezTo>
                  <a:pt x="193" y="58"/>
                  <a:pt x="193" y="57"/>
                  <a:pt x="193" y="57"/>
                </a:cubicBezTo>
                <a:cubicBezTo>
                  <a:pt x="193" y="57"/>
                  <a:pt x="193" y="57"/>
                  <a:pt x="193" y="57"/>
                </a:cubicBezTo>
                <a:cubicBezTo>
                  <a:pt x="193" y="57"/>
                  <a:pt x="193" y="57"/>
                  <a:pt x="193" y="57"/>
                </a:cubicBezTo>
                <a:cubicBezTo>
                  <a:pt x="194" y="57"/>
                  <a:pt x="194" y="56"/>
                  <a:pt x="194" y="56"/>
                </a:cubicBezTo>
                <a:cubicBezTo>
                  <a:pt x="194" y="56"/>
                  <a:pt x="194" y="56"/>
                  <a:pt x="194" y="56"/>
                </a:cubicBezTo>
                <a:cubicBezTo>
                  <a:pt x="194" y="56"/>
                  <a:pt x="194" y="56"/>
                  <a:pt x="194" y="56"/>
                </a:cubicBezTo>
                <a:cubicBezTo>
                  <a:pt x="194" y="56"/>
                  <a:pt x="194" y="56"/>
                  <a:pt x="194" y="56"/>
                </a:cubicBezTo>
                <a:cubicBezTo>
                  <a:pt x="194" y="56"/>
                  <a:pt x="194" y="56"/>
                  <a:pt x="194" y="56"/>
                </a:cubicBezTo>
                <a:cubicBezTo>
                  <a:pt x="194" y="55"/>
                  <a:pt x="194" y="55"/>
                  <a:pt x="194" y="55"/>
                </a:cubicBezTo>
                <a:cubicBezTo>
                  <a:pt x="194" y="55"/>
                  <a:pt x="194" y="55"/>
                  <a:pt x="194" y="55"/>
                </a:cubicBezTo>
                <a:cubicBezTo>
                  <a:pt x="195" y="56"/>
                  <a:pt x="195" y="55"/>
                  <a:pt x="195" y="55"/>
                </a:cubicBezTo>
                <a:cubicBezTo>
                  <a:pt x="195" y="55"/>
                  <a:pt x="195" y="55"/>
                  <a:pt x="195" y="55"/>
                </a:cubicBezTo>
                <a:cubicBezTo>
                  <a:pt x="195" y="55"/>
                  <a:pt x="194" y="55"/>
                  <a:pt x="194" y="55"/>
                </a:cubicBezTo>
                <a:cubicBezTo>
                  <a:pt x="194" y="55"/>
                  <a:pt x="194" y="55"/>
                  <a:pt x="194"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6"/>
                  <a:pt x="195" y="56"/>
                </a:cubicBezTo>
                <a:cubicBezTo>
                  <a:pt x="195" y="56"/>
                  <a:pt x="195" y="56"/>
                  <a:pt x="195" y="56"/>
                </a:cubicBezTo>
                <a:cubicBezTo>
                  <a:pt x="195" y="56"/>
                  <a:pt x="195" y="56"/>
                  <a:pt x="195" y="56"/>
                </a:cubicBezTo>
                <a:cubicBezTo>
                  <a:pt x="195" y="56"/>
                  <a:pt x="195" y="56"/>
                  <a:pt x="195" y="56"/>
                </a:cubicBezTo>
                <a:cubicBezTo>
                  <a:pt x="195" y="56"/>
                  <a:pt x="195" y="55"/>
                  <a:pt x="195" y="55"/>
                </a:cubicBezTo>
                <a:cubicBezTo>
                  <a:pt x="195" y="55"/>
                  <a:pt x="195" y="55"/>
                  <a:pt x="195" y="55"/>
                </a:cubicBezTo>
                <a:cubicBezTo>
                  <a:pt x="195" y="55"/>
                  <a:pt x="195" y="55"/>
                  <a:pt x="195" y="55"/>
                </a:cubicBezTo>
                <a:cubicBezTo>
                  <a:pt x="195" y="55"/>
                  <a:pt x="195" y="55"/>
                  <a:pt x="195" y="55"/>
                </a:cubicBezTo>
                <a:cubicBezTo>
                  <a:pt x="195" y="55"/>
                  <a:pt x="195" y="55"/>
                  <a:pt x="196" y="55"/>
                </a:cubicBezTo>
                <a:cubicBezTo>
                  <a:pt x="196" y="55"/>
                  <a:pt x="196" y="55"/>
                  <a:pt x="196" y="56"/>
                </a:cubicBezTo>
                <a:cubicBezTo>
                  <a:pt x="196" y="56"/>
                  <a:pt x="196" y="56"/>
                  <a:pt x="196" y="56"/>
                </a:cubicBezTo>
                <a:cubicBezTo>
                  <a:pt x="196" y="55"/>
                  <a:pt x="196" y="55"/>
                  <a:pt x="196" y="55"/>
                </a:cubicBezTo>
                <a:cubicBezTo>
                  <a:pt x="196" y="55"/>
                  <a:pt x="196" y="55"/>
                  <a:pt x="196" y="55"/>
                </a:cubicBezTo>
                <a:cubicBezTo>
                  <a:pt x="196" y="55"/>
                  <a:pt x="196" y="55"/>
                  <a:pt x="196" y="55"/>
                </a:cubicBezTo>
                <a:cubicBezTo>
                  <a:pt x="196" y="55"/>
                  <a:pt x="196" y="55"/>
                  <a:pt x="196" y="55"/>
                </a:cubicBezTo>
                <a:cubicBezTo>
                  <a:pt x="196" y="55"/>
                  <a:pt x="196" y="55"/>
                  <a:pt x="196" y="55"/>
                </a:cubicBezTo>
                <a:cubicBezTo>
                  <a:pt x="196" y="54"/>
                  <a:pt x="196" y="55"/>
                  <a:pt x="196" y="55"/>
                </a:cubicBezTo>
                <a:cubicBezTo>
                  <a:pt x="196" y="55"/>
                  <a:pt x="196" y="55"/>
                  <a:pt x="196" y="55"/>
                </a:cubicBezTo>
                <a:cubicBezTo>
                  <a:pt x="196" y="55"/>
                  <a:pt x="196" y="55"/>
                  <a:pt x="196" y="55"/>
                </a:cubicBezTo>
                <a:cubicBezTo>
                  <a:pt x="196" y="55"/>
                  <a:pt x="196" y="55"/>
                  <a:pt x="196" y="55"/>
                </a:cubicBezTo>
                <a:cubicBezTo>
                  <a:pt x="196" y="55"/>
                  <a:pt x="196" y="55"/>
                  <a:pt x="196"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7" y="54"/>
                  <a:pt x="197" y="54"/>
                </a:cubicBezTo>
                <a:cubicBezTo>
                  <a:pt x="197" y="54"/>
                  <a:pt x="197" y="54"/>
                  <a:pt x="197" y="54"/>
                </a:cubicBezTo>
                <a:cubicBezTo>
                  <a:pt x="197" y="54"/>
                  <a:pt x="196" y="54"/>
                  <a:pt x="196" y="53"/>
                </a:cubicBezTo>
                <a:cubicBezTo>
                  <a:pt x="196" y="53"/>
                  <a:pt x="197" y="53"/>
                  <a:pt x="197" y="53"/>
                </a:cubicBezTo>
                <a:cubicBezTo>
                  <a:pt x="197" y="53"/>
                  <a:pt x="197" y="54"/>
                  <a:pt x="197" y="53"/>
                </a:cubicBezTo>
                <a:cubicBezTo>
                  <a:pt x="197" y="53"/>
                  <a:pt x="197" y="53"/>
                  <a:pt x="197" y="53"/>
                </a:cubicBezTo>
                <a:cubicBezTo>
                  <a:pt x="197" y="53"/>
                  <a:pt x="197" y="53"/>
                  <a:pt x="196" y="53"/>
                </a:cubicBezTo>
                <a:cubicBezTo>
                  <a:pt x="196" y="53"/>
                  <a:pt x="196" y="53"/>
                  <a:pt x="196" y="53"/>
                </a:cubicBezTo>
                <a:cubicBezTo>
                  <a:pt x="197" y="53"/>
                  <a:pt x="197" y="53"/>
                  <a:pt x="197" y="53"/>
                </a:cubicBezTo>
                <a:cubicBezTo>
                  <a:pt x="197" y="53"/>
                  <a:pt x="197" y="53"/>
                  <a:pt x="197" y="53"/>
                </a:cubicBezTo>
                <a:cubicBezTo>
                  <a:pt x="197" y="53"/>
                  <a:pt x="197" y="53"/>
                  <a:pt x="197" y="53"/>
                </a:cubicBezTo>
                <a:cubicBezTo>
                  <a:pt x="197" y="53"/>
                  <a:pt x="197" y="53"/>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1"/>
                  <a:pt x="197" y="51"/>
                </a:cubicBezTo>
                <a:cubicBezTo>
                  <a:pt x="197" y="51"/>
                  <a:pt x="197" y="51"/>
                  <a:pt x="197" y="51"/>
                </a:cubicBezTo>
                <a:cubicBezTo>
                  <a:pt x="197" y="52"/>
                  <a:pt x="197" y="52"/>
                  <a:pt x="197" y="52"/>
                </a:cubicBezTo>
                <a:cubicBezTo>
                  <a:pt x="197" y="52"/>
                  <a:pt x="196" y="52"/>
                  <a:pt x="196" y="52"/>
                </a:cubicBezTo>
                <a:cubicBezTo>
                  <a:pt x="196" y="52"/>
                  <a:pt x="196" y="52"/>
                  <a:pt x="196" y="52"/>
                </a:cubicBezTo>
                <a:cubicBezTo>
                  <a:pt x="196" y="52"/>
                  <a:pt x="196" y="52"/>
                  <a:pt x="196" y="52"/>
                </a:cubicBezTo>
                <a:cubicBezTo>
                  <a:pt x="196" y="52"/>
                  <a:pt x="196" y="52"/>
                  <a:pt x="196" y="52"/>
                </a:cubicBezTo>
                <a:cubicBezTo>
                  <a:pt x="196" y="52"/>
                  <a:pt x="196" y="52"/>
                  <a:pt x="196" y="52"/>
                </a:cubicBezTo>
                <a:cubicBezTo>
                  <a:pt x="197" y="51"/>
                  <a:pt x="197" y="51"/>
                  <a:pt x="197" y="51"/>
                </a:cubicBezTo>
                <a:cubicBezTo>
                  <a:pt x="197" y="51"/>
                  <a:pt x="197" y="51"/>
                  <a:pt x="197" y="51"/>
                </a:cubicBezTo>
                <a:cubicBezTo>
                  <a:pt x="197" y="51"/>
                  <a:pt x="197" y="51"/>
                  <a:pt x="197" y="51"/>
                </a:cubicBezTo>
                <a:cubicBezTo>
                  <a:pt x="196" y="51"/>
                  <a:pt x="196" y="51"/>
                  <a:pt x="196" y="51"/>
                </a:cubicBezTo>
                <a:cubicBezTo>
                  <a:pt x="196" y="51"/>
                  <a:pt x="196" y="51"/>
                  <a:pt x="196" y="51"/>
                </a:cubicBezTo>
                <a:cubicBezTo>
                  <a:pt x="196" y="51"/>
                  <a:pt x="196" y="51"/>
                  <a:pt x="196" y="51"/>
                </a:cubicBezTo>
                <a:cubicBezTo>
                  <a:pt x="196" y="51"/>
                  <a:pt x="196" y="51"/>
                  <a:pt x="196" y="51"/>
                </a:cubicBezTo>
                <a:cubicBezTo>
                  <a:pt x="196" y="51"/>
                  <a:pt x="196" y="50"/>
                  <a:pt x="196" y="50"/>
                </a:cubicBezTo>
                <a:cubicBezTo>
                  <a:pt x="196" y="50"/>
                  <a:pt x="196" y="50"/>
                  <a:pt x="196" y="50"/>
                </a:cubicBezTo>
                <a:cubicBezTo>
                  <a:pt x="196" y="50"/>
                  <a:pt x="196" y="50"/>
                  <a:pt x="196" y="50"/>
                </a:cubicBezTo>
                <a:cubicBezTo>
                  <a:pt x="196" y="49"/>
                  <a:pt x="196" y="49"/>
                  <a:pt x="196" y="49"/>
                </a:cubicBezTo>
                <a:cubicBezTo>
                  <a:pt x="196" y="49"/>
                  <a:pt x="196" y="49"/>
                  <a:pt x="196" y="49"/>
                </a:cubicBezTo>
                <a:cubicBezTo>
                  <a:pt x="196" y="48"/>
                  <a:pt x="196" y="48"/>
                  <a:pt x="196" y="48"/>
                </a:cubicBezTo>
                <a:cubicBezTo>
                  <a:pt x="196" y="48"/>
                  <a:pt x="196" y="48"/>
                  <a:pt x="196" y="48"/>
                </a:cubicBezTo>
                <a:cubicBezTo>
                  <a:pt x="196" y="48"/>
                  <a:pt x="196" y="48"/>
                  <a:pt x="196" y="47"/>
                </a:cubicBezTo>
                <a:cubicBezTo>
                  <a:pt x="196" y="47"/>
                  <a:pt x="196" y="47"/>
                  <a:pt x="196" y="47"/>
                </a:cubicBezTo>
                <a:cubicBezTo>
                  <a:pt x="196" y="47"/>
                  <a:pt x="196" y="47"/>
                  <a:pt x="196" y="47"/>
                </a:cubicBezTo>
                <a:cubicBezTo>
                  <a:pt x="196" y="47"/>
                  <a:pt x="196" y="47"/>
                  <a:pt x="196" y="47"/>
                </a:cubicBezTo>
                <a:cubicBezTo>
                  <a:pt x="196" y="47"/>
                  <a:pt x="196" y="47"/>
                  <a:pt x="196" y="47"/>
                </a:cubicBezTo>
                <a:cubicBezTo>
                  <a:pt x="196" y="47"/>
                  <a:pt x="196" y="46"/>
                  <a:pt x="196" y="46"/>
                </a:cubicBezTo>
                <a:cubicBezTo>
                  <a:pt x="196" y="46"/>
                  <a:pt x="196" y="46"/>
                  <a:pt x="196" y="46"/>
                </a:cubicBezTo>
                <a:cubicBezTo>
                  <a:pt x="196" y="46"/>
                  <a:pt x="196" y="46"/>
                  <a:pt x="196" y="46"/>
                </a:cubicBezTo>
                <a:cubicBezTo>
                  <a:pt x="196" y="45"/>
                  <a:pt x="196" y="45"/>
                  <a:pt x="196" y="45"/>
                </a:cubicBezTo>
                <a:cubicBezTo>
                  <a:pt x="197" y="45"/>
                  <a:pt x="197" y="45"/>
                  <a:pt x="197" y="44"/>
                </a:cubicBezTo>
                <a:cubicBezTo>
                  <a:pt x="197" y="44"/>
                  <a:pt x="197" y="44"/>
                  <a:pt x="197" y="44"/>
                </a:cubicBezTo>
                <a:cubicBezTo>
                  <a:pt x="197" y="44"/>
                  <a:pt x="197" y="44"/>
                  <a:pt x="197" y="44"/>
                </a:cubicBezTo>
                <a:cubicBezTo>
                  <a:pt x="197" y="44"/>
                  <a:pt x="197" y="44"/>
                  <a:pt x="197" y="44"/>
                </a:cubicBezTo>
                <a:cubicBezTo>
                  <a:pt x="197" y="43"/>
                  <a:pt x="197" y="43"/>
                  <a:pt x="197" y="43"/>
                </a:cubicBezTo>
                <a:cubicBezTo>
                  <a:pt x="197" y="43"/>
                  <a:pt x="197" y="43"/>
                  <a:pt x="197" y="43"/>
                </a:cubicBezTo>
                <a:cubicBezTo>
                  <a:pt x="197" y="43"/>
                  <a:pt x="198" y="43"/>
                  <a:pt x="198" y="42"/>
                </a:cubicBezTo>
                <a:cubicBezTo>
                  <a:pt x="198" y="42"/>
                  <a:pt x="198" y="42"/>
                  <a:pt x="198" y="42"/>
                </a:cubicBezTo>
                <a:cubicBezTo>
                  <a:pt x="198" y="42"/>
                  <a:pt x="198" y="42"/>
                  <a:pt x="198" y="42"/>
                </a:cubicBezTo>
                <a:cubicBezTo>
                  <a:pt x="198" y="42"/>
                  <a:pt x="198" y="41"/>
                  <a:pt x="198" y="41"/>
                </a:cubicBezTo>
                <a:cubicBezTo>
                  <a:pt x="198" y="41"/>
                  <a:pt x="198" y="41"/>
                  <a:pt x="199" y="41"/>
                </a:cubicBezTo>
                <a:cubicBezTo>
                  <a:pt x="199" y="41"/>
                  <a:pt x="199" y="41"/>
                  <a:pt x="199" y="41"/>
                </a:cubicBezTo>
                <a:cubicBezTo>
                  <a:pt x="199" y="41"/>
                  <a:pt x="199" y="41"/>
                  <a:pt x="199" y="41"/>
                </a:cubicBezTo>
                <a:cubicBezTo>
                  <a:pt x="199" y="41"/>
                  <a:pt x="199" y="41"/>
                  <a:pt x="199" y="41"/>
                </a:cubicBezTo>
                <a:cubicBezTo>
                  <a:pt x="199" y="41"/>
                  <a:pt x="199" y="41"/>
                  <a:pt x="199" y="41"/>
                </a:cubicBezTo>
                <a:cubicBezTo>
                  <a:pt x="199" y="40"/>
                  <a:pt x="199" y="40"/>
                  <a:pt x="200" y="41"/>
                </a:cubicBezTo>
                <a:cubicBezTo>
                  <a:pt x="200" y="41"/>
                  <a:pt x="200" y="41"/>
                  <a:pt x="200" y="41"/>
                </a:cubicBezTo>
                <a:cubicBezTo>
                  <a:pt x="200" y="41"/>
                  <a:pt x="200" y="41"/>
                  <a:pt x="200" y="41"/>
                </a:cubicBezTo>
                <a:cubicBezTo>
                  <a:pt x="200" y="41"/>
                  <a:pt x="200" y="41"/>
                  <a:pt x="201" y="41"/>
                </a:cubicBezTo>
                <a:cubicBezTo>
                  <a:pt x="201" y="41"/>
                  <a:pt x="201" y="41"/>
                  <a:pt x="201" y="40"/>
                </a:cubicBezTo>
                <a:cubicBezTo>
                  <a:pt x="201" y="40"/>
                  <a:pt x="200" y="40"/>
                  <a:pt x="200" y="40"/>
                </a:cubicBezTo>
                <a:cubicBezTo>
                  <a:pt x="200" y="40"/>
                  <a:pt x="200" y="40"/>
                  <a:pt x="200" y="40"/>
                </a:cubicBezTo>
                <a:cubicBezTo>
                  <a:pt x="200" y="40"/>
                  <a:pt x="200" y="40"/>
                  <a:pt x="200" y="40"/>
                </a:cubicBezTo>
                <a:cubicBezTo>
                  <a:pt x="200" y="39"/>
                  <a:pt x="200" y="39"/>
                  <a:pt x="200" y="39"/>
                </a:cubicBezTo>
                <a:cubicBezTo>
                  <a:pt x="200" y="39"/>
                  <a:pt x="200" y="39"/>
                  <a:pt x="200" y="39"/>
                </a:cubicBezTo>
                <a:cubicBezTo>
                  <a:pt x="200" y="38"/>
                  <a:pt x="200" y="38"/>
                  <a:pt x="199" y="38"/>
                </a:cubicBezTo>
                <a:cubicBezTo>
                  <a:pt x="199" y="38"/>
                  <a:pt x="199" y="38"/>
                  <a:pt x="199" y="38"/>
                </a:cubicBezTo>
                <a:cubicBezTo>
                  <a:pt x="199" y="38"/>
                  <a:pt x="199" y="38"/>
                  <a:pt x="200" y="38"/>
                </a:cubicBezTo>
                <a:cubicBezTo>
                  <a:pt x="200" y="38"/>
                  <a:pt x="200" y="38"/>
                  <a:pt x="200" y="38"/>
                </a:cubicBezTo>
                <a:cubicBezTo>
                  <a:pt x="200" y="38"/>
                  <a:pt x="200" y="38"/>
                  <a:pt x="200" y="38"/>
                </a:cubicBezTo>
                <a:cubicBezTo>
                  <a:pt x="200" y="38"/>
                  <a:pt x="200" y="39"/>
                  <a:pt x="200" y="39"/>
                </a:cubicBezTo>
                <a:cubicBezTo>
                  <a:pt x="200" y="39"/>
                  <a:pt x="201" y="39"/>
                  <a:pt x="201" y="40"/>
                </a:cubicBezTo>
                <a:cubicBezTo>
                  <a:pt x="201" y="40"/>
                  <a:pt x="201" y="40"/>
                  <a:pt x="201" y="40"/>
                </a:cubicBezTo>
                <a:cubicBezTo>
                  <a:pt x="201" y="40"/>
                  <a:pt x="201" y="40"/>
                  <a:pt x="201" y="40"/>
                </a:cubicBezTo>
                <a:cubicBezTo>
                  <a:pt x="201" y="40"/>
                  <a:pt x="202" y="40"/>
                  <a:pt x="202" y="40"/>
                </a:cubicBezTo>
                <a:cubicBezTo>
                  <a:pt x="202" y="40"/>
                  <a:pt x="202" y="40"/>
                  <a:pt x="203" y="40"/>
                </a:cubicBezTo>
                <a:cubicBezTo>
                  <a:pt x="203" y="40"/>
                  <a:pt x="203" y="40"/>
                  <a:pt x="203" y="40"/>
                </a:cubicBezTo>
                <a:cubicBezTo>
                  <a:pt x="203" y="40"/>
                  <a:pt x="203" y="40"/>
                  <a:pt x="203" y="40"/>
                </a:cubicBezTo>
                <a:cubicBezTo>
                  <a:pt x="203" y="40"/>
                  <a:pt x="203" y="40"/>
                  <a:pt x="203" y="40"/>
                </a:cubicBezTo>
                <a:cubicBezTo>
                  <a:pt x="203" y="40"/>
                  <a:pt x="204" y="41"/>
                  <a:pt x="204" y="40"/>
                </a:cubicBezTo>
                <a:cubicBezTo>
                  <a:pt x="204" y="40"/>
                  <a:pt x="204" y="40"/>
                  <a:pt x="204" y="40"/>
                </a:cubicBezTo>
                <a:cubicBezTo>
                  <a:pt x="204" y="40"/>
                  <a:pt x="204" y="40"/>
                  <a:pt x="204" y="40"/>
                </a:cubicBezTo>
                <a:cubicBezTo>
                  <a:pt x="204" y="40"/>
                  <a:pt x="205" y="40"/>
                  <a:pt x="205" y="40"/>
                </a:cubicBezTo>
                <a:cubicBezTo>
                  <a:pt x="205" y="40"/>
                  <a:pt x="205" y="40"/>
                  <a:pt x="205" y="40"/>
                </a:cubicBezTo>
                <a:cubicBezTo>
                  <a:pt x="205" y="40"/>
                  <a:pt x="205" y="40"/>
                  <a:pt x="206" y="40"/>
                </a:cubicBezTo>
                <a:cubicBezTo>
                  <a:pt x="206" y="40"/>
                  <a:pt x="206" y="40"/>
                  <a:pt x="206" y="40"/>
                </a:cubicBezTo>
                <a:cubicBezTo>
                  <a:pt x="206" y="40"/>
                  <a:pt x="206" y="40"/>
                  <a:pt x="206" y="40"/>
                </a:cubicBezTo>
                <a:cubicBezTo>
                  <a:pt x="206" y="40"/>
                  <a:pt x="206" y="40"/>
                  <a:pt x="206" y="40"/>
                </a:cubicBezTo>
                <a:cubicBezTo>
                  <a:pt x="206" y="40"/>
                  <a:pt x="207" y="40"/>
                  <a:pt x="207" y="40"/>
                </a:cubicBezTo>
                <a:cubicBezTo>
                  <a:pt x="207" y="40"/>
                  <a:pt x="207" y="40"/>
                  <a:pt x="207" y="40"/>
                </a:cubicBezTo>
                <a:cubicBezTo>
                  <a:pt x="207" y="40"/>
                  <a:pt x="207" y="40"/>
                  <a:pt x="208" y="40"/>
                </a:cubicBezTo>
                <a:cubicBezTo>
                  <a:pt x="208" y="40"/>
                  <a:pt x="208" y="40"/>
                  <a:pt x="208" y="40"/>
                </a:cubicBezTo>
                <a:cubicBezTo>
                  <a:pt x="208" y="40"/>
                  <a:pt x="208" y="40"/>
                  <a:pt x="208" y="40"/>
                </a:cubicBezTo>
                <a:cubicBezTo>
                  <a:pt x="208" y="40"/>
                  <a:pt x="208" y="40"/>
                  <a:pt x="208" y="39"/>
                </a:cubicBezTo>
                <a:cubicBezTo>
                  <a:pt x="208" y="39"/>
                  <a:pt x="208" y="39"/>
                  <a:pt x="208" y="39"/>
                </a:cubicBezTo>
                <a:cubicBezTo>
                  <a:pt x="208" y="39"/>
                  <a:pt x="208" y="39"/>
                  <a:pt x="209" y="39"/>
                </a:cubicBezTo>
                <a:cubicBezTo>
                  <a:pt x="209" y="39"/>
                  <a:pt x="209" y="39"/>
                  <a:pt x="209" y="39"/>
                </a:cubicBezTo>
                <a:cubicBezTo>
                  <a:pt x="209" y="39"/>
                  <a:pt x="209" y="39"/>
                  <a:pt x="209" y="39"/>
                </a:cubicBezTo>
                <a:cubicBezTo>
                  <a:pt x="209" y="39"/>
                  <a:pt x="209" y="39"/>
                  <a:pt x="209" y="38"/>
                </a:cubicBezTo>
                <a:cubicBezTo>
                  <a:pt x="209" y="38"/>
                  <a:pt x="209" y="38"/>
                  <a:pt x="209" y="38"/>
                </a:cubicBezTo>
                <a:cubicBezTo>
                  <a:pt x="209" y="38"/>
                  <a:pt x="209"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7" y="38"/>
                  <a:pt x="207" y="38"/>
                </a:cubicBezTo>
                <a:cubicBezTo>
                  <a:pt x="207" y="38"/>
                  <a:pt x="207" y="38"/>
                  <a:pt x="207" y="38"/>
                </a:cubicBezTo>
                <a:cubicBezTo>
                  <a:pt x="207" y="38"/>
                  <a:pt x="207" y="38"/>
                  <a:pt x="207" y="38"/>
                </a:cubicBezTo>
                <a:cubicBezTo>
                  <a:pt x="207" y="38"/>
                  <a:pt x="207" y="38"/>
                  <a:pt x="207" y="38"/>
                </a:cubicBezTo>
                <a:cubicBezTo>
                  <a:pt x="207" y="38"/>
                  <a:pt x="207" y="38"/>
                  <a:pt x="207" y="38"/>
                </a:cubicBezTo>
                <a:cubicBezTo>
                  <a:pt x="207" y="37"/>
                  <a:pt x="207" y="37"/>
                  <a:pt x="207" y="37"/>
                </a:cubicBezTo>
                <a:cubicBezTo>
                  <a:pt x="207" y="37"/>
                  <a:pt x="207" y="37"/>
                  <a:pt x="207" y="37"/>
                </a:cubicBezTo>
                <a:cubicBezTo>
                  <a:pt x="207" y="37"/>
                  <a:pt x="207" y="37"/>
                  <a:pt x="207" y="37"/>
                </a:cubicBezTo>
                <a:cubicBezTo>
                  <a:pt x="207" y="37"/>
                  <a:pt x="207" y="37"/>
                  <a:pt x="207" y="37"/>
                </a:cubicBezTo>
                <a:cubicBezTo>
                  <a:pt x="207" y="37"/>
                  <a:pt x="207" y="37"/>
                  <a:pt x="207" y="37"/>
                </a:cubicBezTo>
                <a:cubicBezTo>
                  <a:pt x="207" y="37"/>
                  <a:pt x="207" y="37"/>
                  <a:pt x="206" y="37"/>
                </a:cubicBezTo>
                <a:cubicBezTo>
                  <a:pt x="206" y="36"/>
                  <a:pt x="206" y="36"/>
                  <a:pt x="205" y="36"/>
                </a:cubicBezTo>
                <a:cubicBezTo>
                  <a:pt x="205" y="36"/>
                  <a:pt x="205" y="36"/>
                  <a:pt x="205" y="36"/>
                </a:cubicBezTo>
                <a:cubicBezTo>
                  <a:pt x="205" y="36"/>
                  <a:pt x="205" y="36"/>
                  <a:pt x="205" y="36"/>
                </a:cubicBezTo>
                <a:cubicBezTo>
                  <a:pt x="204" y="36"/>
                  <a:pt x="204" y="36"/>
                  <a:pt x="204" y="36"/>
                </a:cubicBezTo>
                <a:cubicBezTo>
                  <a:pt x="204" y="35"/>
                  <a:pt x="204" y="35"/>
                  <a:pt x="204" y="35"/>
                </a:cubicBezTo>
                <a:cubicBezTo>
                  <a:pt x="204" y="35"/>
                  <a:pt x="204" y="35"/>
                  <a:pt x="204" y="35"/>
                </a:cubicBezTo>
                <a:cubicBezTo>
                  <a:pt x="204" y="35"/>
                  <a:pt x="203" y="35"/>
                  <a:pt x="203" y="35"/>
                </a:cubicBezTo>
                <a:cubicBezTo>
                  <a:pt x="203" y="35"/>
                  <a:pt x="204" y="35"/>
                  <a:pt x="204" y="35"/>
                </a:cubicBezTo>
                <a:cubicBezTo>
                  <a:pt x="204" y="35"/>
                  <a:pt x="204" y="35"/>
                  <a:pt x="204" y="35"/>
                </a:cubicBezTo>
                <a:cubicBezTo>
                  <a:pt x="204" y="34"/>
                  <a:pt x="203" y="34"/>
                  <a:pt x="203" y="34"/>
                </a:cubicBezTo>
                <a:cubicBezTo>
                  <a:pt x="203" y="34"/>
                  <a:pt x="203" y="34"/>
                  <a:pt x="203" y="34"/>
                </a:cubicBezTo>
                <a:cubicBezTo>
                  <a:pt x="203" y="34"/>
                  <a:pt x="203" y="34"/>
                  <a:pt x="202" y="34"/>
                </a:cubicBezTo>
                <a:cubicBezTo>
                  <a:pt x="202" y="34"/>
                  <a:pt x="202" y="34"/>
                  <a:pt x="202" y="34"/>
                </a:cubicBezTo>
                <a:cubicBezTo>
                  <a:pt x="202" y="34"/>
                  <a:pt x="202" y="34"/>
                  <a:pt x="202" y="33"/>
                </a:cubicBezTo>
                <a:cubicBezTo>
                  <a:pt x="201" y="33"/>
                  <a:pt x="201" y="33"/>
                  <a:pt x="201" y="33"/>
                </a:cubicBezTo>
                <a:cubicBezTo>
                  <a:pt x="201" y="33"/>
                  <a:pt x="201" y="33"/>
                  <a:pt x="201" y="33"/>
                </a:cubicBezTo>
                <a:cubicBezTo>
                  <a:pt x="201" y="33"/>
                  <a:pt x="201" y="33"/>
                  <a:pt x="201" y="33"/>
                </a:cubicBezTo>
                <a:cubicBezTo>
                  <a:pt x="201" y="33"/>
                  <a:pt x="201" y="33"/>
                  <a:pt x="200" y="33"/>
                </a:cubicBezTo>
                <a:cubicBezTo>
                  <a:pt x="200" y="32"/>
                  <a:pt x="200" y="32"/>
                  <a:pt x="200" y="32"/>
                </a:cubicBezTo>
                <a:cubicBezTo>
                  <a:pt x="200" y="32"/>
                  <a:pt x="200" y="32"/>
                  <a:pt x="200" y="32"/>
                </a:cubicBezTo>
                <a:cubicBezTo>
                  <a:pt x="200" y="32"/>
                  <a:pt x="200" y="32"/>
                  <a:pt x="200" y="32"/>
                </a:cubicBezTo>
                <a:cubicBezTo>
                  <a:pt x="200" y="32"/>
                  <a:pt x="200" y="32"/>
                  <a:pt x="200" y="32"/>
                </a:cubicBezTo>
                <a:cubicBezTo>
                  <a:pt x="199" y="32"/>
                  <a:pt x="199" y="32"/>
                  <a:pt x="199" y="32"/>
                </a:cubicBezTo>
                <a:cubicBezTo>
                  <a:pt x="199" y="32"/>
                  <a:pt x="199" y="31"/>
                  <a:pt x="199" y="31"/>
                </a:cubicBezTo>
                <a:cubicBezTo>
                  <a:pt x="199" y="31"/>
                  <a:pt x="199" y="31"/>
                  <a:pt x="199" y="31"/>
                </a:cubicBezTo>
                <a:cubicBezTo>
                  <a:pt x="199" y="31"/>
                  <a:pt x="199" y="31"/>
                  <a:pt x="199" y="31"/>
                </a:cubicBezTo>
                <a:cubicBezTo>
                  <a:pt x="199" y="31"/>
                  <a:pt x="199" y="31"/>
                  <a:pt x="199" y="31"/>
                </a:cubicBezTo>
                <a:cubicBezTo>
                  <a:pt x="199" y="31"/>
                  <a:pt x="199" y="31"/>
                  <a:pt x="199" y="31"/>
                </a:cubicBezTo>
                <a:cubicBezTo>
                  <a:pt x="199" y="31"/>
                  <a:pt x="199" y="31"/>
                  <a:pt x="199" y="31"/>
                </a:cubicBezTo>
                <a:cubicBezTo>
                  <a:pt x="199" y="30"/>
                  <a:pt x="199" y="30"/>
                  <a:pt x="199" y="30"/>
                </a:cubicBezTo>
                <a:cubicBezTo>
                  <a:pt x="198" y="30"/>
                  <a:pt x="198" y="30"/>
                  <a:pt x="198" y="30"/>
                </a:cubicBezTo>
                <a:cubicBezTo>
                  <a:pt x="198" y="30"/>
                  <a:pt x="198" y="30"/>
                  <a:pt x="198" y="30"/>
                </a:cubicBezTo>
                <a:cubicBezTo>
                  <a:pt x="198" y="30"/>
                  <a:pt x="197" y="30"/>
                  <a:pt x="197" y="30"/>
                </a:cubicBezTo>
                <a:cubicBezTo>
                  <a:pt x="197" y="30"/>
                  <a:pt x="197" y="30"/>
                  <a:pt x="197" y="30"/>
                </a:cubicBezTo>
                <a:cubicBezTo>
                  <a:pt x="197" y="30"/>
                  <a:pt x="197" y="30"/>
                  <a:pt x="197" y="30"/>
                </a:cubicBezTo>
                <a:cubicBezTo>
                  <a:pt x="197" y="30"/>
                  <a:pt x="197" y="30"/>
                  <a:pt x="197" y="30"/>
                </a:cubicBezTo>
                <a:cubicBezTo>
                  <a:pt x="197" y="30"/>
                  <a:pt x="197" y="30"/>
                  <a:pt x="197" y="30"/>
                </a:cubicBezTo>
                <a:cubicBezTo>
                  <a:pt x="198" y="30"/>
                  <a:pt x="198" y="30"/>
                  <a:pt x="198" y="30"/>
                </a:cubicBezTo>
                <a:cubicBezTo>
                  <a:pt x="198" y="30"/>
                  <a:pt x="198" y="30"/>
                  <a:pt x="198" y="30"/>
                </a:cubicBezTo>
                <a:cubicBezTo>
                  <a:pt x="198" y="30"/>
                  <a:pt x="198" y="30"/>
                  <a:pt x="198" y="30"/>
                </a:cubicBezTo>
                <a:cubicBezTo>
                  <a:pt x="198" y="30"/>
                  <a:pt x="198" y="30"/>
                  <a:pt x="198" y="30"/>
                </a:cubicBezTo>
                <a:cubicBezTo>
                  <a:pt x="198" y="30"/>
                  <a:pt x="199" y="30"/>
                  <a:pt x="199" y="30"/>
                </a:cubicBezTo>
                <a:cubicBezTo>
                  <a:pt x="199" y="30"/>
                  <a:pt x="199" y="30"/>
                  <a:pt x="199" y="30"/>
                </a:cubicBezTo>
                <a:cubicBezTo>
                  <a:pt x="199" y="30"/>
                  <a:pt x="199" y="30"/>
                  <a:pt x="199" y="30"/>
                </a:cubicBezTo>
                <a:cubicBezTo>
                  <a:pt x="199" y="30"/>
                  <a:pt x="199" y="29"/>
                  <a:pt x="198" y="29"/>
                </a:cubicBezTo>
                <a:cubicBezTo>
                  <a:pt x="198" y="29"/>
                  <a:pt x="198" y="29"/>
                  <a:pt x="198" y="29"/>
                </a:cubicBezTo>
                <a:cubicBezTo>
                  <a:pt x="198" y="29"/>
                  <a:pt x="198" y="29"/>
                  <a:pt x="198" y="29"/>
                </a:cubicBezTo>
                <a:cubicBezTo>
                  <a:pt x="198" y="29"/>
                  <a:pt x="198" y="29"/>
                  <a:pt x="198" y="29"/>
                </a:cubicBezTo>
                <a:cubicBezTo>
                  <a:pt x="198" y="29"/>
                  <a:pt x="198" y="29"/>
                  <a:pt x="198" y="29"/>
                </a:cubicBezTo>
                <a:cubicBezTo>
                  <a:pt x="198" y="29"/>
                  <a:pt x="198" y="29"/>
                  <a:pt x="198" y="29"/>
                </a:cubicBezTo>
                <a:cubicBezTo>
                  <a:pt x="198" y="29"/>
                  <a:pt x="198" y="29"/>
                  <a:pt x="199" y="29"/>
                </a:cubicBezTo>
                <a:cubicBezTo>
                  <a:pt x="199" y="29"/>
                  <a:pt x="199" y="29"/>
                  <a:pt x="199" y="29"/>
                </a:cubicBezTo>
                <a:cubicBezTo>
                  <a:pt x="199" y="29"/>
                  <a:pt x="199" y="29"/>
                  <a:pt x="199" y="29"/>
                </a:cubicBezTo>
                <a:cubicBezTo>
                  <a:pt x="199" y="29"/>
                  <a:pt x="199" y="29"/>
                  <a:pt x="199" y="29"/>
                </a:cubicBezTo>
                <a:cubicBezTo>
                  <a:pt x="199" y="29"/>
                  <a:pt x="199" y="29"/>
                  <a:pt x="199" y="29"/>
                </a:cubicBezTo>
                <a:cubicBezTo>
                  <a:pt x="199" y="29"/>
                  <a:pt x="199" y="29"/>
                  <a:pt x="199" y="29"/>
                </a:cubicBezTo>
                <a:cubicBezTo>
                  <a:pt x="199" y="29"/>
                  <a:pt x="199" y="29"/>
                  <a:pt x="199" y="29"/>
                </a:cubicBezTo>
                <a:cubicBezTo>
                  <a:pt x="199" y="29"/>
                  <a:pt x="199" y="29"/>
                  <a:pt x="198" y="29"/>
                </a:cubicBezTo>
                <a:cubicBezTo>
                  <a:pt x="198" y="29"/>
                  <a:pt x="198" y="29"/>
                  <a:pt x="198" y="29"/>
                </a:cubicBezTo>
                <a:cubicBezTo>
                  <a:pt x="198" y="28"/>
                  <a:pt x="199" y="28"/>
                  <a:pt x="199" y="28"/>
                </a:cubicBezTo>
                <a:cubicBezTo>
                  <a:pt x="199" y="28"/>
                  <a:pt x="199" y="28"/>
                  <a:pt x="199" y="28"/>
                </a:cubicBezTo>
                <a:cubicBezTo>
                  <a:pt x="199" y="28"/>
                  <a:pt x="199" y="29"/>
                  <a:pt x="199" y="29"/>
                </a:cubicBezTo>
                <a:cubicBezTo>
                  <a:pt x="199" y="29"/>
                  <a:pt x="199" y="28"/>
                  <a:pt x="200" y="28"/>
                </a:cubicBezTo>
                <a:cubicBezTo>
                  <a:pt x="200" y="28"/>
                  <a:pt x="200" y="28"/>
                  <a:pt x="200" y="28"/>
                </a:cubicBezTo>
                <a:cubicBezTo>
                  <a:pt x="200" y="28"/>
                  <a:pt x="200" y="28"/>
                  <a:pt x="200" y="28"/>
                </a:cubicBezTo>
                <a:cubicBezTo>
                  <a:pt x="200" y="28"/>
                  <a:pt x="200" y="28"/>
                  <a:pt x="200" y="28"/>
                </a:cubicBezTo>
                <a:cubicBezTo>
                  <a:pt x="200" y="28"/>
                  <a:pt x="200" y="28"/>
                  <a:pt x="200" y="28"/>
                </a:cubicBezTo>
                <a:cubicBezTo>
                  <a:pt x="201" y="28"/>
                  <a:pt x="201" y="28"/>
                  <a:pt x="201" y="28"/>
                </a:cubicBezTo>
                <a:cubicBezTo>
                  <a:pt x="201" y="28"/>
                  <a:pt x="201" y="28"/>
                  <a:pt x="200" y="28"/>
                </a:cubicBezTo>
                <a:cubicBezTo>
                  <a:pt x="200" y="27"/>
                  <a:pt x="200" y="27"/>
                  <a:pt x="200" y="27"/>
                </a:cubicBezTo>
                <a:cubicBezTo>
                  <a:pt x="200" y="27"/>
                  <a:pt x="200" y="27"/>
                  <a:pt x="199" y="26"/>
                </a:cubicBezTo>
                <a:cubicBezTo>
                  <a:pt x="199" y="26"/>
                  <a:pt x="199" y="26"/>
                  <a:pt x="199" y="26"/>
                </a:cubicBezTo>
                <a:cubicBezTo>
                  <a:pt x="199" y="26"/>
                  <a:pt x="199" y="26"/>
                  <a:pt x="198" y="25"/>
                </a:cubicBezTo>
                <a:cubicBezTo>
                  <a:pt x="198" y="25"/>
                  <a:pt x="198" y="25"/>
                  <a:pt x="198" y="25"/>
                </a:cubicBezTo>
                <a:cubicBezTo>
                  <a:pt x="198" y="25"/>
                  <a:pt x="198" y="25"/>
                  <a:pt x="198" y="25"/>
                </a:cubicBezTo>
                <a:cubicBezTo>
                  <a:pt x="198" y="25"/>
                  <a:pt x="198" y="25"/>
                  <a:pt x="198" y="25"/>
                </a:cubicBezTo>
                <a:cubicBezTo>
                  <a:pt x="198" y="25"/>
                  <a:pt x="198" y="25"/>
                  <a:pt x="198" y="25"/>
                </a:cubicBezTo>
                <a:cubicBezTo>
                  <a:pt x="198" y="24"/>
                  <a:pt x="198" y="24"/>
                  <a:pt x="198" y="24"/>
                </a:cubicBezTo>
                <a:cubicBezTo>
                  <a:pt x="198" y="24"/>
                  <a:pt x="197" y="24"/>
                  <a:pt x="197" y="24"/>
                </a:cubicBezTo>
                <a:cubicBezTo>
                  <a:pt x="197" y="23"/>
                  <a:pt x="196" y="24"/>
                  <a:pt x="196" y="23"/>
                </a:cubicBezTo>
                <a:cubicBezTo>
                  <a:pt x="196" y="23"/>
                  <a:pt x="196" y="23"/>
                  <a:pt x="196" y="23"/>
                </a:cubicBezTo>
                <a:cubicBezTo>
                  <a:pt x="197" y="23"/>
                  <a:pt x="197" y="23"/>
                  <a:pt x="197" y="23"/>
                </a:cubicBezTo>
                <a:cubicBezTo>
                  <a:pt x="197" y="23"/>
                  <a:pt x="197" y="23"/>
                  <a:pt x="197" y="23"/>
                </a:cubicBezTo>
                <a:cubicBezTo>
                  <a:pt x="197" y="23"/>
                  <a:pt x="197" y="23"/>
                  <a:pt x="197" y="23"/>
                </a:cubicBezTo>
                <a:cubicBezTo>
                  <a:pt x="197" y="23"/>
                  <a:pt x="196" y="23"/>
                  <a:pt x="196" y="23"/>
                </a:cubicBezTo>
                <a:cubicBezTo>
                  <a:pt x="197" y="23"/>
                  <a:pt x="197" y="23"/>
                  <a:pt x="197" y="23"/>
                </a:cubicBezTo>
                <a:cubicBezTo>
                  <a:pt x="197" y="23"/>
                  <a:pt x="197" y="23"/>
                  <a:pt x="197" y="23"/>
                </a:cubicBezTo>
                <a:cubicBezTo>
                  <a:pt x="197" y="22"/>
                  <a:pt x="196" y="22"/>
                  <a:pt x="196" y="22"/>
                </a:cubicBezTo>
                <a:cubicBezTo>
                  <a:pt x="196" y="22"/>
                  <a:pt x="196" y="23"/>
                  <a:pt x="196" y="22"/>
                </a:cubicBezTo>
                <a:cubicBezTo>
                  <a:pt x="196" y="22"/>
                  <a:pt x="196" y="22"/>
                  <a:pt x="196" y="22"/>
                </a:cubicBezTo>
                <a:cubicBezTo>
                  <a:pt x="196" y="22"/>
                  <a:pt x="196" y="22"/>
                  <a:pt x="196" y="22"/>
                </a:cubicBezTo>
                <a:cubicBezTo>
                  <a:pt x="196" y="22"/>
                  <a:pt x="196" y="22"/>
                  <a:pt x="196" y="22"/>
                </a:cubicBezTo>
                <a:cubicBezTo>
                  <a:pt x="196" y="22"/>
                  <a:pt x="197" y="22"/>
                  <a:pt x="197" y="22"/>
                </a:cubicBezTo>
                <a:cubicBezTo>
                  <a:pt x="197" y="22"/>
                  <a:pt x="197" y="22"/>
                  <a:pt x="197" y="22"/>
                </a:cubicBezTo>
                <a:cubicBezTo>
                  <a:pt x="197" y="22"/>
                  <a:pt x="197" y="22"/>
                  <a:pt x="196" y="22"/>
                </a:cubicBezTo>
                <a:cubicBezTo>
                  <a:pt x="196" y="22"/>
                  <a:pt x="196" y="22"/>
                  <a:pt x="196" y="22"/>
                </a:cubicBezTo>
                <a:cubicBezTo>
                  <a:pt x="196" y="22"/>
                  <a:pt x="196" y="22"/>
                  <a:pt x="196" y="22"/>
                </a:cubicBezTo>
                <a:cubicBezTo>
                  <a:pt x="196" y="22"/>
                  <a:pt x="196" y="22"/>
                  <a:pt x="195" y="22"/>
                </a:cubicBezTo>
                <a:cubicBezTo>
                  <a:pt x="195" y="22"/>
                  <a:pt x="196" y="22"/>
                  <a:pt x="196" y="22"/>
                </a:cubicBezTo>
                <a:cubicBezTo>
                  <a:pt x="196" y="22"/>
                  <a:pt x="195" y="22"/>
                  <a:pt x="195" y="22"/>
                </a:cubicBezTo>
                <a:cubicBezTo>
                  <a:pt x="195" y="22"/>
                  <a:pt x="196" y="22"/>
                  <a:pt x="196" y="22"/>
                </a:cubicBezTo>
                <a:cubicBezTo>
                  <a:pt x="196" y="22"/>
                  <a:pt x="196" y="22"/>
                  <a:pt x="196" y="22"/>
                </a:cubicBezTo>
                <a:cubicBezTo>
                  <a:pt x="196" y="21"/>
                  <a:pt x="196" y="21"/>
                  <a:pt x="196" y="21"/>
                </a:cubicBezTo>
                <a:cubicBezTo>
                  <a:pt x="196" y="21"/>
                  <a:pt x="196" y="21"/>
                  <a:pt x="196" y="21"/>
                </a:cubicBezTo>
                <a:cubicBezTo>
                  <a:pt x="196" y="21"/>
                  <a:pt x="195" y="21"/>
                  <a:pt x="195" y="21"/>
                </a:cubicBezTo>
                <a:cubicBezTo>
                  <a:pt x="195" y="21"/>
                  <a:pt x="195" y="21"/>
                  <a:pt x="195" y="21"/>
                </a:cubicBezTo>
                <a:cubicBezTo>
                  <a:pt x="195" y="21"/>
                  <a:pt x="195" y="21"/>
                  <a:pt x="195" y="21"/>
                </a:cubicBezTo>
                <a:cubicBezTo>
                  <a:pt x="195" y="21"/>
                  <a:pt x="195" y="21"/>
                  <a:pt x="195" y="21"/>
                </a:cubicBezTo>
                <a:cubicBezTo>
                  <a:pt x="195" y="21"/>
                  <a:pt x="195" y="21"/>
                  <a:pt x="195" y="21"/>
                </a:cubicBezTo>
                <a:cubicBezTo>
                  <a:pt x="195" y="21"/>
                  <a:pt x="194" y="21"/>
                  <a:pt x="194" y="21"/>
                </a:cubicBezTo>
                <a:cubicBezTo>
                  <a:pt x="194" y="21"/>
                  <a:pt x="194" y="21"/>
                  <a:pt x="194" y="21"/>
                </a:cubicBezTo>
                <a:cubicBezTo>
                  <a:pt x="194" y="21"/>
                  <a:pt x="195" y="21"/>
                  <a:pt x="195" y="20"/>
                </a:cubicBezTo>
                <a:cubicBezTo>
                  <a:pt x="195" y="20"/>
                  <a:pt x="194" y="20"/>
                  <a:pt x="194" y="20"/>
                </a:cubicBezTo>
                <a:cubicBezTo>
                  <a:pt x="194" y="20"/>
                  <a:pt x="194" y="20"/>
                  <a:pt x="194" y="20"/>
                </a:cubicBezTo>
                <a:cubicBezTo>
                  <a:pt x="194" y="20"/>
                  <a:pt x="194" y="20"/>
                  <a:pt x="193" y="20"/>
                </a:cubicBezTo>
                <a:cubicBezTo>
                  <a:pt x="193" y="20"/>
                  <a:pt x="193" y="20"/>
                  <a:pt x="193" y="20"/>
                </a:cubicBezTo>
                <a:cubicBezTo>
                  <a:pt x="193" y="20"/>
                  <a:pt x="193" y="20"/>
                  <a:pt x="193" y="20"/>
                </a:cubicBezTo>
                <a:cubicBezTo>
                  <a:pt x="193" y="20"/>
                  <a:pt x="193" y="20"/>
                  <a:pt x="193" y="20"/>
                </a:cubicBezTo>
                <a:cubicBezTo>
                  <a:pt x="193" y="20"/>
                  <a:pt x="193" y="20"/>
                  <a:pt x="192" y="20"/>
                </a:cubicBezTo>
                <a:cubicBezTo>
                  <a:pt x="193" y="19"/>
                  <a:pt x="193" y="19"/>
                  <a:pt x="193" y="19"/>
                </a:cubicBezTo>
                <a:cubicBezTo>
                  <a:pt x="193" y="19"/>
                  <a:pt x="193" y="20"/>
                  <a:pt x="194" y="20"/>
                </a:cubicBezTo>
                <a:cubicBezTo>
                  <a:pt x="194" y="20"/>
                  <a:pt x="194" y="19"/>
                  <a:pt x="194" y="19"/>
                </a:cubicBezTo>
                <a:cubicBezTo>
                  <a:pt x="195" y="19"/>
                  <a:pt x="195" y="19"/>
                  <a:pt x="195" y="19"/>
                </a:cubicBezTo>
                <a:cubicBezTo>
                  <a:pt x="195" y="19"/>
                  <a:pt x="195" y="19"/>
                  <a:pt x="195" y="19"/>
                </a:cubicBezTo>
                <a:cubicBezTo>
                  <a:pt x="195" y="19"/>
                  <a:pt x="195" y="19"/>
                  <a:pt x="195" y="19"/>
                </a:cubicBezTo>
                <a:cubicBezTo>
                  <a:pt x="195" y="19"/>
                  <a:pt x="195" y="19"/>
                  <a:pt x="194" y="19"/>
                </a:cubicBezTo>
                <a:cubicBezTo>
                  <a:pt x="194" y="19"/>
                  <a:pt x="194" y="19"/>
                  <a:pt x="194" y="19"/>
                </a:cubicBezTo>
                <a:cubicBezTo>
                  <a:pt x="194" y="19"/>
                  <a:pt x="194" y="19"/>
                  <a:pt x="194" y="18"/>
                </a:cubicBezTo>
                <a:cubicBezTo>
                  <a:pt x="194" y="18"/>
                  <a:pt x="194" y="18"/>
                  <a:pt x="194" y="18"/>
                </a:cubicBezTo>
                <a:cubicBezTo>
                  <a:pt x="194" y="18"/>
                  <a:pt x="194" y="18"/>
                  <a:pt x="194" y="18"/>
                </a:cubicBezTo>
                <a:cubicBezTo>
                  <a:pt x="193" y="18"/>
                  <a:pt x="193" y="18"/>
                  <a:pt x="193" y="17"/>
                </a:cubicBezTo>
                <a:cubicBezTo>
                  <a:pt x="193" y="17"/>
                  <a:pt x="192" y="17"/>
                  <a:pt x="192" y="17"/>
                </a:cubicBezTo>
                <a:cubicBezTo>
                  <a:pt x="192" y="17"/>
                  <a:pt x="193" y="16"/>
                  <a:pt x="192" y="16"/>
                </a:cubicBezTo>
                <a:cubicBezTo>
                  <a:pt x="192" y="16"/>
                  <a:pt x="192" y="16"/>
                  <a:pt x="192" y="16"/>
                </a:cubicBezTo>
                <a:cubicBezTo>
                  <a:pt x="191" y="16"/>
                  <a:pt x="191" y="17"/>
                  <a:pt x="191" y="16"/>
                </a:cubicBezTo>
                <a:cubicBezTo>
                  <a:pt x="191" y="16"/>
                  <a:pt x="191" y="16"/>
                  <a:pt x="191" y="16"/>
                </a:cubicBezTo>
                <a:cubicBezTo>
                  <a:pt x="191" y="16"/>
                  <a:pt x="192" y="16"/>
                  <a:pt x="192" y="16"/>
                </a:cubicBezTo>
                <a:cubicBezTo>
                  <a:pt x="192" y="16"/>
                  <a:pt x="193" y="16"/>
                  <a:pt x="193" y="16"/>
                </a:cubicBezTo>
                <a:cubicBezTo>
                  <a:pt x="193" y="16"/>
                  <a:pt x="194" y="16"/>
                  <a:pt x="194" y="16"/>
                </a:cubicBezTo>
                <a:cubicBezTo>
                  <a:pt x="194" y="16"/>
                  <a:pt x="194" y="16"/>
                  <a:pt x="194" y="16"/>
                </a:cubicBezTo>
                <a:cubicBezTo>
                  <a:pt x="195" y="16"/>
                  <a:pt x="195" y="16"/>
                  <a:pt x="195" y="16"/>
                </a:cubicBezTo>
                <a:cubicBezTo>
                  <a:pt x="195" y="16"/>
                  <a:pt x="195" y="16"/>
                  <a:pt x="194" y="16"/>
                </a:cubicBezTo>
                <a:cubicBezTo>
                  <a:pt x="195" y="16"/>
                  <a:pt x="195" y="16"/>
                  <a:pt x="195" y="16"/>
                </a:cubicBezTo>
                <a:cubicBezTo>
                  <a:pt x="195" y="15"/>
                  <a:pt x="195" y="15"/>
                  <a:pt x="195" y="15"/>
                </a:cubicBezTo>
                <a:cubicBezTo>
                  <a:pt x="195" y="15"/>
                  <a:pt x="195" y="15"/>
                  <a:pt x="195" y="16"/>
                </a:cubicBezTo>
                <a:cubicBezTo>
                  <a:pt x="195" y="16"/>
                  <a:pt x="195" y="16"/>
                  <a:pt x="196" y="16"/>
                </a:cubicBezTo>
                <a:cubicBezTo>
                  <a:pt x="196" y="16"/>
                  <a:pt x="196" y="16"/>
                  <a:pt x="196" y="16"/>
                </a:cubicBezTo>
                <a:cubicBezTo>
                  <a:pt x="197" y="16"/>
                  <a:pt x="197" y="16"/>
                  <a:pt x="197" y="16"/>
                </a:cubicBezTo>
                <a:cubicBezTo>
                  <a:pt x="197" y="16"/>
                  <a:pt x="197" y="16"/>
                  <a:pt x="198" y="16"/>
                </a:cubicBezTo>
                <a:cubicBezTo>
                  <a:pt x="198" y="15"/>
                  <a:pt x="197" y="15"/>
                  <a:pt x="197" y="15"/>
                </a:cubicBezTo>
                <a:cubicBezTo>
                  <a:pt x="197" y="15"/>
                  <a:pt x="196" y="15"/>
                  <a:pt x="196" y="15"/>
                </a:cubicBezTo>
                <a:cubicBezTo>
                  <a:pt x="196" y="15"/>
                  <a:pt x="196" y="15"/>
                  <a:pt x="197" y="15"/>
                </a:cubicBezTo>
                <a:cubicBezTo>
                  <a:pt x="197" y="15"/>
                  <a:pt x="197" y="15"/>
                  <a:pt x="197" y="15"/>
                </a:cubicBezTo>
                <a:cubicBezTo>
                  <a:pt x="197" y="15"/>
                  <a:pt x="198" y="15"/>
                  <a:pt x="198" y="15"/>
                </a:cubicBezTo>
                <a:cubicBezTo>
                  <a:pt x="197" y="15"/>
                  <a:pt x="197" y="15"/>
                  <a:pt x="197" y="15"/>
                </a:cubicBezTo>
                <a:cubicBezTo>
                  <a:pt x="197" y="15"/>
                  <a:pt x="198" y="15"/>
                  <a:pt x="198" y="15"/>
                </a:cubicBezTo>
                <a:cubicBezTo>
                  <a:pt x="198" y="14"/>
                  <a:pt x="197" y="14"/>
                  <a:pt x="197" y="14"/>
                </a:cubicBezTo>
                <a:cubicBezTo>
                  <a:pt x="197" y="14"/>
                  <a:pt x="197" y="14"/>
                  <a:pt x="197" y="14"/>
                </a:cubicBezTo>
                <a:cubicBezTo>
                  <a:pt x="197" y="14"/>
                  <a:pt x="197" y="14"/>
                  <a:pt x="197" y="14"/>
                </a:cubicBezTo>
                <a:cubicBezTo>
                  <a:pt x="196" y="14"/>
                  <a:pt x="196" y="14"/>
                  <a:pt x="196" y="14"/>
                </a:cubicBezTo>
                <a:cubicBezTo>
                  <a:pt x="196" y="13"/>
                  <a:pt x="196" y="13"/>
                  <a:pt x="196" y="13"/>
                </a:cubicBezTo>
                <a:cubicBezTo>
                  <a:pt x="196" y="13"/>
                  <a:pt x="195" y="13"/>
                  <a:pt x="195" y="13"/>
                </a:cubicBezTo>
                <a:cubicBezTo>
                  <a:pt x="195" y="13"/>
                  <a:pt x="195" y="13"/>
                  <a:pt x="195" y="13"/>
                </a:cubicBezTo>
                <a:cubicBezTo>
                  <a:pt x="195" y="13"/>
                  <a:pt x="195" y="13"/>
                  <a:pt x="195" y="13"/>
                </a:cubicBezTo>
                <a:cubicBezTo>
                  <a:pt x="195" y="13"/>
                  <a:pt x="195" y="12"/>
                  <a:pt x="195" y="12"/>
                </a:cubicBezTo>
                <a:cubicBezTo>
                  <a:pt x="195" y="12"/>
                  <a:pt x="195" y="12"/>
                  <a:pt x="195" y="12"/>
                </a:cubicBezTo>
                <a:cubicBezTo>
                  <a:pt x="195" y="13"/>
                  <a:pt x="195" y="13"/>
                  <a:pt x="195" y="13"/>
                </a:cubicBezTo>
                <a:cubicBezTo>
                  <a:pt x="195" y="13"/>
                  <a:pt x="194" y="13"/>
                  <a:pt x="194" y="13"/>
                </a:cubicBezTo>
                <a:cubicBezTo>
                  <a:pt x="194" y="13"/>
                  <a:pt x="194" y="13"/>
                  <a:pt x="194" y="13"/>
                </a:cubicBezTo>
                <a:cubicBezTo>
                  <a:pt x="194" y="13"/>
                  <a:pt x="194" y="12"/>
                  <a:pt x="195" y="12"/>
                </a:cubicBezTo>
                <a:cubicBezTo>
                  <a:pt x="195" y="12"/>
                  <a:pt x="194" y="12"/>
                  <a:pt x="194" y="12"/>
                </a:cubicBezTo>
                <a:cubicBezTo>
                  <a:pt x="194" y="12"/>
                  <a:pt x="194" y="12"/>
                  <a:pt x="194" y="12"/>
                </a:cubicBezTo>
                <a:cubicBezTo>
                  <a:pt x="194" y="12"/>
                  <a:pt x="194" y="12"/>
                  <a:pt x="194" y="12"/>
                </a:cubicBezTo>
                <a:cubicBezTo>
                  <a:pt x="194" y="12"/>
                  <a:pt x="194" y="12"/>
                  <a:pt x="194" y="12"/>
                </a:cubicBezTo>
                <a:cubicBezTo>
                  <a:pt x="194" y="12"/>
                  <a:pt x="193" y="12"/>
                  <a:pt x="193" y="12"/>
                </a:cubicBezTo>
                <a:cubicBezTo>
                  <a:pt x="193" y="11"/>
                  <a:pt x="193" y="11"/>
                  <a:pt x="194" y="11"/>
                </a:cubicBezTo>
                <a:cubicBezTo>
                  <a:pt x="194" y="11"/>
                  <a:pt x="194" y="12"/>
                  <a:pt x="194" y="12"/>
                </a:cubicBezTo>
                <a:cubicBezTo>
                  <a:pt x="194" y="12"/>
                  <a:pt x="194" y="12"/>
                  <a:pt x="194" y="12"/>
                </a:cubicBezTo>
                <a:cubicBezTo>
                  <a:pt x="194" y="12"/>
                  <a:pt x="194" y="12"/>
                  <a:pt x="194" y="12"/>
                </a:cubicBezTo>
                <a:cubicBezTo>
                  <a:pt x="194" y="12"/>
                  <a:pt x="194" y="12"/>
                  <a:pt x="194" y="12"/>
                </a:cubicBezTo>
                <a:cubicBezTo>
                  <a:pt x="194" y="12"/>
                  <a:pt x="195" y="12"/>
                  <a:pt x="195" y="12"/>
                </a:cubicBezTo>
                <a:cubicBezTo>
                  <a:pt x="195" y="12"/>
                  <a:pt x="195" y="12"/>
                  <a:pt x="195" y="12"/>
                </a:cubicBezTo>
                <a:cubicBezTo>
                  <a:pt x="195" y="12"/>
                  <a:pt x="195" y="12"/>
                  <a:pt x="195" y="12"/>
                </a:cubicBezTo>
                <a:cubicBezTo>
                  <a:pt x="195" y="12"/>
                  <a:pt x="195" y="11"/>
                  <a:pt x="196" y="12"/>
                </a:cubicBezTo>
                <a:cubicBezTo>
                  <a:pt x="196" y="12"/>
                  <a:pt x="196" y="12"/>
                  <a:pt x="196" y="12"/>
                </a:cubicBezTo>
                <a:cubicBezTo>
                  <a:pt x="196" y="11"/>
                  <a:pt x="196" y="11"/>
                  <a:pt x="196" y="11"/>
                </a:cubicBezTo>
                <a:cubicBezTo>
                  <a:pt x="196" y="11"/>
                  <a:pt x="196" y="11"/>
                  <a:pt x="196" y="11"/>
                </a:cubicBezTo>
                <a:cubicBezTo>
                  <a:pt x="196" y="11"/>
                  <a:pt x="196" y="11"/>
                  <a:pt x="196" y="11"/>
                </a:cubicBezTo>
                <a:cubicBezTo>
                  <a:pt x="196" y="11"/>
                  <a:pt x="196" y="11"/>
                  <a:pt x="196" y="11"/>
                </a:cubicBezTo>
                <a:cubicBezTo>
                  <a:pt x="196" y="11"/>
                  <a:pt x="196" y="11"/>
                  <a:pt x="196" y="11"/>
                </a:cubicBezTo>
                <a:cubicBezTo>
                  <a:pt x="196" y="11"/>
                  <a:pt x="196" y="11"/>
                  <a:pt x="196" y="11"/>
                </a:cubicBezTo>
                <a:cubicBezTo>
                  <a:pt x="196" y="10"/>
                  <a:pt x="196" y="10"/>
                  <a:pt x="196" y="10"/>
                </a:cubicBezTo>
                <a:cubicBezTo>
                  <a:pt x="196" y="10"/>
                  <a:pt x="196" y="10"/>
                  <a:pt x="196" y="10"/>
                </a:cubicBezTo>
                <a:cubicBezTo>
                  <a:pt x="196" y="10"/>
                  <a:pt x="196" y="10"/>
                  <a:pt x="196" y="10"/>
                </a:cubicBezTo>
                <a:cubicBezTo>
                  <a:pt x="196" y="10"/>
                  <a:pt x="196" y="10"/>
                  <a:pt x="195" y="10"/>
                </a:cubicBezTo>
                <a:cubicBezTo>
                  <a:pt x="196" y="9"/>
                  <a:pt x="196" y="9"/>
                  <a:pt x="196" y="9"/>
                </a:cubicBezTo>
                <a:cubicBezTo>
                  <a:pt x="196" y="9"/>
                  <a:pt x="194" y="8"/>
                  <a:pt x="194" y="8"/>
                </a:cubicBezTo>
                <a:cubicBezTo>
                  <a:pt x="193" y="8"/>
                  <a:pt x="190" y="8"/>
                  <a:pt x="189" y="9"/>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4" name="Freeform 43"/>
          <p:cNvSpPr>
            <a:spLocks/>
          </p:cNvSpPr>
          <p:nvPr/>
        </p:nvSpPr>
        <p:spPr bwMode="auto">
          <a:xfrm>
            <a:off x="7402513" y="4722813"/>
            <a:ext cx="1044575" cy="1158875"/>
          </a:xfrm>
          <a:custGeom>
            <a:avLst/>
            <a:gdLst>
              <a:gd name="T0" fmla="*/ 244 w 255"/>
              <a:gd name="T1" fmla="*/ 105 h 283"/>
              <a:gd name="T2" fmla="*/ 236 w 255"/>
              <a:gd name="T3" fmla="*/ 122 h 283"/>
              <a:gd name="T4" fmla="*/ 217 w 255"/>
              <a:gd name="T5" fmla="*/ 155 h 283"/>
              <a:gd name="T6" fmla="*/ 210 w 255"/>
              <a:gd name="T7" fmla="*/ 141 h 283"/>
              <a:gd name="T8" fmla="*/ 203 w 255"/>
              <a:gd name="T9" fmla="*/ 140 h 283"/>
              <a:gd name="T10" fmla="*/ 212 w 255"/>
              <a:gd name="T11" fmla="*/ 128 h 283"/>
              <a:gd name="T12" fmla="*/ 196 w 255"/>
              <a:gd name="T13" fmla="*/ 124 h 283"/>
              <a:gd name="T14" fmla="*/ 191 w 255"/>
              <a:gd name="T15" fmla="*/ 114 h 283"/>
              <a:gd name="T16" fmla="*/ 183 w 255"/>
              <a:gd name="T17" fmla="*/ 113 h 283"/>
              <a:gd name="T18" fmla="*/ 176 w 255"/>
              <a:gd name="T19" fmla="*/ 116 h 283"/>
              <a:gd name="T20" fmla="*/ 183 w 255"/>
              <a:gd name="T21" fmla="*/ 124 h 283"/>
              <a:gd name="T22" fmla="*/ 175 w 255"/>
              <a:gd name="T23" fmla="*/ 130 h 283"/>
              <a:gd name="T24" fmla="*/ 181 w 255"/>
              <a:gd name="T25" fmla="*/ 137 h 283"/>
              <a:gd name="T26" fmla="*/ 183 w 255"/>
              <a:gd name="T27" fmla="*/ 147 h 283"/>
              <a:gd name="T28" fmla="*/ 177 w 255"/>
              <a:gd name="T29" fmla="*/ 157 h 283"/>
              <a:gd name="T30" fmla="*/ 156 w 255"/>
              <a:gd name="T31" fmla="*/ 175 h 283"/>
              <a:gd name="T32" fmla="*/ 127 w 255"/>
              <a:gd name="T33" fmla="*/ 199 h 283"/>
              <a:gd name="T34" fmla="*/ 116 w 255"/>
              <a:gd name="T35" fmla="*/ 208 h 283"/>
              <a:gd name="T36" fmla="*/ 105 w 255"/>
              <a:gd name="T37" fmla="*/ 232 h 283"/>
              <a:gd name="T38" fmla="*/ 103 w 255"/>
              <a:gd name="T39" fmla="*/ 262 h 283"/>
              <a:gd name="T40" fmla="*/ 88 w 255"/>
              <a:gd name="T41" fmla="*/ 277 h 283"/>
              <a:gd name="T42" fmla="*/ 67 w 255"/>
              <a:gd name="T43" fmla="*/ 257 h 283"/>
              <a:gd name="T44" fmla="*/ 51 w 255"/>
              <a:gd name="T45" fmla="*/ 220 h 283"/>
              <a:gd name="T46" fmla="*/ 40 w 255"/>
              <a:gd name="T47" fmla="*/ 170 h 283"/>
              <a:gd name="T48" fmla="*/ 36 w 255"/>
              <a:gd name="T49" fmla="*/ 152 h 283"/>
              <a:gd name="T50" fmla="*/ 18 w 255"/>
              <a:gd name="T51" fmla="*/ 164 h 283"/>
              <a:gd name="T52" fmla="*/ 16 w 255"/>
              <a:gd name="T53" fmla="*/ 145 h 283"/>
              <a:gd name="T54" fmla="*/ 3 w 255"/>
              <a:gd name="T55" fmla="*/ 134 h 283"/>
              <a:gd name="T56" fmla="*/ 19 w 255"/>
              <a:gd name="T57" fmla="*/ 131 h 283"/>
              <a:gd name="T58" fmla="*/ 21 w 255"/>
              <a:gd name="T59" fmla="*/ 122 h 283"/>
              <a:gd name="T60" fmla="*/ 16 w 255"/>
              <a:gd name="T61" fmla="*/ 115 h 283"/>
              <a:gd name="T62" fmla="*/ 18 w 255"/>
              <a:gd name="T63" fmla="*/ 96 h 283"/>
              <a:gd name="T64" fmla="*/ 35 w 255"/>
              <a:gd name="T65" fmla="*/ 89 h 283"/>
              <a:gd name="T66" fmla="*/ 55 w 255"/>
              <a:gd name="T67" fmla="*/ 64 h 283"/>
              <a:gd name="T68" fmla="*/ 55 w 255"/>
              <a:gd name="T69" fmla="*/ 57 h 283"/>
              <a:gd name="T70" fmla="*/ 56 w 255"/>
              <a:gd name="T71" fmla="*/ 46 h 283"/>
              <a:gd name="T72" fmla="*/ 46 w 255"/>
              <a:gd name="T73" fmla="*/ 36 h 283"/>
              <a:gd name="T74" fmla="*/ 52 w 255"/>
              <a:gd name="T75" fmla="*/ 22 h 283"/>
              <a:gd name="T76" fmla="*/ 42 w 255"/>
              <a:gd name="T77" fmla="*/ 14 h 283"/>
              <a:gd name="T78" fmla="*/ 48 w 255"/>
              <a:gd name="T79" fmla="*/ 4 h 283"/>
              <a:gd name="T80" fmla="*/ 65 w 255"/>
              <a:gd name="T81" fmla="*/ 4 h 283"/>
              <a:gd name="T82" fmla="*/ 81 w 255"/>
              <a:gd name="T83" fmla="*/ 16 h 283"/>
              <a:gd name="T84" fmla="*/ 100 w 255"/>
              <a:gd name="T85" fmla="*/ 14 h 283"/>
              <a:gd name="T86" fmla="*/ 104 w 255"/>
              <a:gd name="T87" fmla="*/ 24 h 283"/>
              <a:gd name="T88" fmla="*/ 93 w 255"/>
              <a:gd name="T89" fmla="*/ 36 h 283"/>
              <a:gd name="T90" fmla="*/ 99 w 255"/>
              <a:gd name="T91" fmla="*/ 49 h 283"/>
              <a:gd name="T92" fmla="*/ 90 w 255"/>
              <a:gd name="T93" fmla="*/ 53 h 283"/>
              <a:gd name="T94" fmla="*/ 98 w 255"/>
              <a:gd name="T95" fmla="*/ 65 h 283"/>
              <a:gd name="T96" fmla="*/ 107 w 255"/>
              <a:gd name="T97" fmla="*/ 79 h 283"/>
              <a:gd name="T98" fmla="*/ 122 w 255"/>
              <a:gd name="T99" fmla="*/ 97 h 283"/>
              <a:gd name="T100" fmla="*/ 135 w 255"/>
              <a:gd name="T101" fmla="*/ 102 h 283"/>
              <a:gd name="T102" fmla="*/ 149 w 255"/>
              <a:gd name="T103" fmla="*/ 108 h 283"/>
              <a:gd name="T104" fmla="*/ 163 w 255"/>
              <a:gd name="T105" fmla="*/ 111 h 283"/>
              <a:gd name="T106" fmla="*/ 173 w 255"/>
              <a:gd name="T107" fmla="*/ 112 h 283"/>
              <a:gd name="T108" fmla="*/ 177 w 255"/>
              <a:gd name="T109" fmla="*/ 97 h 283"/>
              <a:gd name="T110" fmla="*/ 184 w 255"/>
              <a:gd name="T111" fmla="*/ 102 h 283"/>
              <a:gd name="T112" fmla="*/ 197 w 255"/>
              <a:gd name="T113" fmla="*/ 107 h 283"/>
              <a:gd name="T114" fmla="*/ 207 w 255"/>
              <a:gd name="T115" fmla="*/ 100 h 283"/>
              <a:gd name="T116" fmla="*/ 220 w 255"/>
              <a:gd name="T117" fmla="*/ 93 h 283"/>
              <a:gd name="T118" fmla="*/ 240 w 255"/>
              <a:gd name="T119" fmla="*/ 85 h 283"/>
              <a:gd name="T120" fmla="*/ 255 w 255"/>
              <a:gd name="T121" fmla="*/ 9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283">
                <a:moveTo>
                  <a:pt x="255" y="99"/>
                </a:moveTo>
                <a:cubicBezTo>
                  <a:pt x="255" y="99"/>
                  <a:pt x="255" y="99"/>
                  <a:pt x="253" y="99"/>
                </a:cubicBezTo>
                <a:cubicBezTo>
                  <a:pt x="252" y="98"/>
                  <a:pt x="252" y="98"/>
                  <a:pt x="252" y="98"/>
                </a:cubicBezTo>
                <a:cubicBezTo>
                  <a:pt x="252" y="98"/>
                  <a:pt x="250" y="99"/>
                  <a:pt x="249" y="100"/>
                </a:cubicBezTo>
                <a:cubicBezTo>
                  <a:pt x="249" y="100"/>
                  <a:pt x="247" y="100"/>
                  <a:pt x="247" y="101"/>
                </a:cubicBezTo>
                <a:cubicBezTo>
                  <a:pt x="246" y="101"/>
                  <a:pt x="246" y="102"/>
                  <a:pt x="245" y="103"/>
                </a:cubicBezTo>
                <a:cubicBezTo>
                  <a:pt x="245" y="104"/>
                  <a:pt x="244" y="104"/>
                  <a:pt x="244" y="105"/>
                </a:cubicBezTo>
                <a:cubicBezTo>
                  <a:pt x="243" y="106"/>
                  <a:pt x="243" y="105"/>
                  <a:pt x="242" y="106"/>
                </a:cubicBezTo>
                <a:cubicBezTo>
                  <a:pt x="241" y="106"/>
                  <a:pt x="241" y="107"/>
                  <a:pt x="240" y="107"/>
                </a:cubicBezTo>
                <a:cubicBezTo>
                  <a:pt x="239" y="108"/>
                  <a:pt x="238" y="110"/>
                  <a:pt x="238" y="111"/>
                </a:cubicBezTo>
                <a:cubicBezTo>
                  <a:pt x="238" y="112"/>
                  <a:pt x="238" y="112"/>
                  <a:pt x="239" y="113"/>
                </a:cubicBezTo>
                <a:cubicBezTo>
                  <a:pt x="239" y="113"/>
                  <a:pt x="238" y="116"/>
                  <a:pt x="238" y="117"/>
                </a:cubicBezTo>
                <a:cubicBezTo>
                  <a:pt x="237" y="118"/>
                  <a:pt x="236" y="119"/>
                  <a:pt x="236" y="120"/>
                </a:cubicBezTo>
                <a:cubicBezTo>
                  <a:pt x="235" y="121"/>
                  <a:pt x="235" y="121"/>
                  <a:pt x="236" y="122"/>
                </a:cubicBezTo>
                <a:cubicBezTo>
                  <a:pt x="236" y="122"/>
                  <a:pt x="237" y="123"/>
                  <a:pt x="237" y="124"/>
                </a:cubicBezTo>
                <a:cubicBezTo>
                  <a:pt x="237" y="124"/>
                  <a:pt x="236" y="126"/>
                  <a:pt x="236" y="127"/>
                </a:cubicBezTo>
                <a:cubicBezTo>
                  <a:pt x="236" y="129"/>
                  <a:pt x="235" y="131"/>
                  <a:pt x="234" y="132"/>
                </a:cubicBezTo>
                <a:cubicBezTo>
                  <a:pt x="234" y="134"/>
                  <a:pt x="230" y="134"/>
                  <a:pt x="230" y="134"/>
                </a:cubicBezTo>
                <a:cubicBezTo>
                  <a:pt x="229" y="134"/>
                  <a:pt x="222" y="135"/>
                  <a:pt x="221" y="136"/>
                </a:cubicBezTo>
                <a:cubicBezTo>
                  <a:pt x="221" y="136"/>
                  <a:pt x="220" y="145"/>
                  <a:pt x="220" y="146"/>
                </a:cubicBezTo>
                <a:cubicBezTo>
                  <a:pt x="221" y="147"/>
                  <a:pt x="218" y="152"/>
                  <a:pt x="217" y="155"/>
                </a:cubicBezTo>
                <a:cubicBezTo>
                  <a:pt x="215" y="151"/>
                  <a:pt x="215" y="151"/>
                  <a:pt x="215" y="151"/>
                </a:cubicBezTo>
                <a:cubicBezTo>
                  <a:pt x="215" y="148"/>
                  <a:pt x="215" y="148"/>
                  <a:pt x="215" y="148"/>
                </a:cubicBezTo>
                <a:cubicBezTo>
                  <a:pt x="214" y="143"/>
                  <a:pt x="214" y="143"/>
                  <a:pt x="214" y="143"/>
                </a:cubicBezTo>
                <a:cubicBezTo>
                  <a:pt x="213" y="139"/>
                  <a:pt x="213" y="139"/>
                  <a:pt x="213" y="139"/>
                </a:cubicBezTo>
                <a:cubicBezTo>
                  <a:pt x="212" y="138"/>
                  <a:pt x="212" y="138"/>
                  <a:pt x="212" y="138"/>
                </a:cubicBezTo>
                <a:cubicBezTo>
                  <a:pt x="211" y="138"/>
                  <a:pt x="211" y="138"/>
                  <a:pt x="211" y="138"/>
                </a:cubicBezTo>
                <a:cubicBezTo>
                  <a:pt x="210" y="141"/>
                  <a:pt x="210" y="141"/>
                  <a:pt x="210" y="141"/>
                </a:cubicBezTo>
                <a:cubicBezTo>
                  <a:pt x="209" y="142"/>
                  <a:pt x="209" y="142"/>
                  <a:pt x="209" y="142"/>
                </a:cubicBezTo>
                <a:cubicBezTo>
                  <a:pt x="209" y="144"/>
                  <a:pt x="209" y="144"/>
                  <a:pt x="209" y="144"/>
                </a:cubicBezTo>
                <a:cubicBezTo>
                  <a:pt x="209" y="144"/>
                  <a:pt x="209" y="145"/>
                  <a:pt x="209" y="145"/>
                </a:cubicBezTo>
                <a:cubicBezTo>
                  <a:pt x="208" y="145"/>
                  <a:pt x="207" y="145"/>
                  <a:pt x="206" y="144"/>
                </a:cubicBezTo>
                <a:cubicBezTo>
                  <a:pt x="206" y="144"/>
                  <a:pt x="205" y="143"/>
                  <a:pt x="205" y="143"/>
                </a:cubicBezTo>
                <a:cubicBezTo>
                  <a:pt x="205" y="142"/>
                  <a:pt x="205" y="142"/>
                  <a:pt x="205" y="142"/>
                </a:cubicBezTo>
                <a:cubicBezTo>
                  <a:pt x="205" y="142"/>
                  <a:pt x="203" y="141"/>
                  <a:pt x="203" y="140"/>
                </a:cubicBezTo>
                <a:cubicBezTo>
                  <a:pt x="203" y="140"/>
                  <a:pt x="204" y="138"/>
                  <a:pt x="204" y="138"/>
                </a:cubicBezTo>
                <a:cubicBezTo>
                  <a:pt x="203" y="138"/>
                  <a:pt x="205" y="135"/>
                  <a:pt x="205" y="135"/>
                </a:cubicBezTo>
                <a:cubicBezTo>
                  <a:pt x="205" y="135"/>
                  <a:pt x="207" y="135"/>
                  <a:pt x="207" y="135"/>
                </a:cubicBezTo>
                <a:cubicBezTo>
                  <a:pt x="208" y="134"/>
                  <a:pt x="209" y="134"/>
                  <a:pt x="209" y="134"/>
                </a:cubicBezTo>
                <a:cubicBezTo>
                  <a:pt x="210" y="134"/>
                  <a:pt x="211" y="132"/>
                  <a:pt x="211" y="132"/>
                </a:cubicBezTo>
                <a:cubicBezTo>
                  <a:pt x="212" y="131"/>
                  <a:pt x="212" y="131"/>
                  <a:pt x="212" y="131"/>
                </a:cubicBezTo>
                <a:cubicBezTo>
                  <a:pt x="212" y="131"/>
                  <a:pt x="212" y="129"/>
                  <a:pt x="212" y="128"/>
                </a:cubicBezTo>
                <a:cubicBezTo>
                  <a:pt x="212" y="128"/>
                  <a:pt x="213" y="127"/>
                  <a:pt x="213" y="127"/>
                </a:cubicBezTo>
                <a:cubicBezTo>
                  <a:pt x="213" y="127"/>
                  <a:pt x="214" y="127"/>
                  <a:pt x="214" y="127"/>
                </a:cubicBezTo>
                <a:cubicBezTo>
                  <a:pt x="214" y="127"/>
                  <a:pt x="214" y="126"/>
                  <a:pt x="214" y="126"/>
                </a:cubicBezTo>
                <a:cubicBezTo>
                  <a:pt x="214" y="126"/>
                  <a:pt x="214" y="125"/>
                  <a:pt x="213" y="125"/>
                </a:cubicBezTo>
                <a:cubicBezTo>
                  <a:pt x="213" y="125"/>
                  <a:pt x="212" y="125"/>
                  <a:pt x="211" y="125"/>
                </a:cubicBezTo>
                <a:cubicBezTo>
                  <a:pt x="211" y="125"/>
                  <a:pt x="200" y="124"/>
                  <a:pt x="199" y="124"/>
                </a:cubicBezTo>
                <a:cubicBezTo>
                  <a:pt x="196" y="124"/>
                  <a:pt x="196" y="124"/>
                  <a:pt x="196" y="124"/>
                </a:cubicBezTo>
                <a:cubicBezTo>
                  <a:pt x="196" y="124"/>
                  <a:pt x="195" y="124"/>
                  <a:pt x="194" y="124"/>
                </a:cubicBezTo>
                <a:cubicBezTo>
                  <a:pt x="193" y="124"/>
                  <a:pt x="192" y="123"/>
                  <a:pt x="192" y="123"/>
                </a:cubicBezTo>
                <a:cubicBezTo>
                  <a:pt x="192" y="123"/>
                  <a:pt x="192" y="122"/>
                  <a:pt x="192" y="121"/>
                </a:cubicBezTo>
                <a:cubicBezTo>
                  <a:pt x="192" y="121"/>
                  <a:pt x="192" y="120"/>
                  <a:pt x="192" y="120"/>
                </a:cubicBezTo>
                <a:cubicBezTo>
                  <a:pt x="192" y="119"/>
                  <a:pt x="193" y="118"/>
                  <a:pt x="193" y="118"/>
                </a:cubicBezTo>
                <a:cubicBezTo>
                  <a:pt x="193" y="118"/>
                  <a:pt x="192" y="117"/>
                  <a:pt x="192" y="116"/>
                </a:cubicBezTo>
                <a:cubicBezTo>
                  <a:pt x="191" y="116"/>
                  <a:pt x="191" y="114"/>
                  <a:pt x="191" y="114"/>
                </a:cubicBezTo>
                <a:cubicBezTo>
                  <a:pt x="191" y="113"/>
                  <a:pt x="190" y="114"/>
                  <a:pt x="190" y="114"/>
                </a:cubicBezTo>
                <a:cubicBezTo>
                  <a:pt x="190" y="114"/>
                  <a:pt x="189" y="116"/>
                  <a:pt x="189" y="116"/>
                </a:cubicBezTo>
                <a:cubicBezTo>
                  <a:pt x="189" y="116"/>
                  <a:pt x="188" y="117"/>
                  <a:pt x="188" y="117"/>
                </a:cubicBezTo>
                <a:cubicBezTo>
                  <a:pt x="188" y="116"/>
                  <a:pt x="186" y="115"/>
                  <a:pt x="186" y="115"/>
                </a:cubicBezTo>
                <a:cubicBezTo>
                  <a:pt x="185" y="112"/>
                  <a:pt x="185" y="112"/>
                  <a:pt x="185" y="112"/>
                </a:cubicBezTo>
                <a:cubicBezTo>
                  <a:pt x="184" y="112"/>
                  <a:pt x="184" y="112"/>
                  <a:pt x="184" y="112"/>
                </a:cubicBezTo>
                <a:cubicBezTo>
                  <a:pt x="183" y="113"/>
                  <a:pt x="183" y="113"/>
                  <a:pt x="183" y="113"/>
                </a:cubicBezTo>
                <a:cubicBezTo>
                  <a:pt x="180" y="113"/>
                  <a:pt x="180" y="113"/>
                  <a:pt x="180" y="113"/>
                </a:cubicBezTo>
                <a:cubicBezTo>
                  <a:pt x="179" y="111"/>
                  <a:pt x="179" y="111"/>
                  <a:pt x="179" y="111"/>
                </a:cubicBezTo>
                <a:cubicBezTo>
                  <a:pt x="178" y="111"/>
                  <a:pt x="178" y="111"/>
                  <a:pt x="178" y="111"/>
                </a:cubicBezTo>
                <a:cubicBezTo>
                  <a:pt x="178" y="111"/>
                  <a:pt x="178" y="112"/>
                  <a:pt x="178" y="112"/>
                </a:cubicBezTo>
                <a:cubicBezTo>
                  <a:pt x="178" y="112"/>
                  <a:pt x="178" y="113"/>
                  <a:pt x="178" y="113"/>
                </a:cubicBezTo>
                <a:cubicBezTo>
                  <a:pt x="177" y="114"/>
                  <a:pt x="177" y="114"/>
                  <a:pt x="177" y="114"/>
                </a:cubicBezTo>
                <a:cubicBezTo>
                  <a:pt x="177" y="114"/>
                  <a:pt x="176" y="116"/>
                  <a:pt x="176" y="116"/>
                </a:cubicBezTo>
                <a:cubicBezTo>
                  <a:pt x="176" y="116"/>
                  <a:pt x="176" y="118"/>
                  <a:pt x="176" y="118"/>
                </a:cubicBezTo>
                <a:cubicBezTo>
                  <a:pt x="179" y="120"/>
                  <a:pt x="179" y="120"/>
                  <a:pt x="179" y="120"/>
                </a:cubicBezTo>
                <a:cubicBezTo>
                  <a:pt x="179" y="120"/>
                  <a:pt x="179" y="120"/>
                  <a:pt x="180" y="120"/>
                </a:cubicBezTo>
                <a:cubicBezTo>
                  <a:pt x="181" y="120"/>
                  <a:pt x="182" y="120"/>
                  <a:pt x="182" y="120"/>
                </a:cubicBezTo>
                <a:cubicBezTo>
                  <a:pt x="182" y="120"/>
                  <a:pt x="183" y="122"/>
                  <a:pt x="183" y="122"/>
                </a:cubicBezTo>
                <a:cubicBezTo>
                  <a:pt x="184" y="122"/>
                  <a:pt x="184" y="124"/>
                  <a:pt x="184" y="124"/>
                </a:cubicBezTo>
                <a:cubicBezTo>
                  <a:pt x="184" y="124"/>
                  <a:pt x="184" y="124"/>
                  <a:pt x="183" y="124"/>
                </a:cubicBezTo>
                <a:cubicBezTo>
                  <a:pt x="182" y="124"/>
                  <a:pt x="181" y="124"/>
                  <a:pt x="180" y="124"/>
                </a:cubicBezTo>
                <a:cubicBezTo>
                  <a:pt x="180" y="124"/>
                  <a:pt x="179" y="124"/>
                  <a:pt x="179" y="124"/>
                </a:cubicBezTo>
                <a:cubicBezTo>
                  <a:pt x="179" y="124"/>
                  <a:pt x="179" y="125"/>
                  <a:pt x="179" y="125"/>
                </a:cubicBezTo>
                <a:cubicBezTo>
                  <a:pt x="179" y="126"/>
                  <a:pt x="179" y="126"/>
                  <a:pt x="179" y="127"/>
                </a:cubicBezTo>
                <a:cubicBezTo>
                  <a:pt x="178" y="127"/>
                  <a:pt x="177" y="127"/>
                  <a:pt x="177" y="127"/>
                </a:cubicBezTo>
                <a:cubicBezTo>
                  <a:pt x="176" y="127"/>
                  <a:pt x="176" y="127"/>
                  <a:pt x="175" y="127"/>
                </a:cubicBezTo>
                <a:cubicBezTo>
                  <a:pt x="175" y="128"/>
                  <a:pt x="175" y="130"/>
                  <a:pt x="175" y="130"/>
                </a:cubicBezTo>
                <a:cubicBezTo>
                  <a:pt x="175" y="130"/>
                  <a:pt x="176" y="131"/>
                  <a:pt x="177" y="131"/>
                </a:cubicBezTo>
                <a:cubicBezTo>
                  <a:pt x="177" y="131"/>
                  <a:pt x="178" y="132"/>
                  <a:pt x="179" y="132"/>
                </a:cubicBezTo>
                <a:cubicBezTo>
                  <a:pt x="179" y="132"/>
                  <a:pt x="181" y="132"/>
                  <a:pt x="181" y="132"/>
                </a:cubicBezTo>
                <a:cubicBezTo>
                  <a:pt x="182" y="133"/>
                  <a:pt x="182" y="134"/>
                  <a:pt x="182" y="134"/>
                </a:cubicBezTo>
                <a:cubicBezTo>
                  <a:pt x="182" y="134"/>
                  <a:pt x="182" y="135"/>
                  <a:pt x="182" y="135"/>
                </a:cubicBezTo>
                <a:cubicBezTo>
                  <a:pt x="182" y="136"/>
                  <a:pt x="181" y="137"/>
                  <a:pt x="181" y="137"/>
                </a:cubicBezTo>
                <a:cubicBezTo>
                  <a:pt x="181" y="137"/>
                  <a:pt x="181" y="137"/>
                  <a:pt x="181" y="137"/>
                </a:cubicBezTo>
                <a:cubicBezTo>
                  <a:pt x="180" y="138"/>
                  <a:pt x="180" y="138"/>
                  <a:pt x="180" y="139"/>
                </a:cubicBezTo>
                <a:cubicBezTo>
                  <a:pt x="180" y="140"/>
                  <a:pt x="181" y="140"/>
                  <a:pt x="181" y="141"/>
                </a:cubicBezTo>
                <a:cubicBezTo>
                  <a:pt x="182" y="141"/>
                  <a:pt x="182" y="141"/>
                  <a:pt x="182" y="142"/>
                </a:cubicBezTo>
                <a:cubicBezTo>
                  <a:pt x="182" y="142"/>
                  <a:pt x="181" y="142"/>
                  <a:pt x="182" y="143"/>
                </a:cubicBezTo>
                <a:cubicBezTo>
                  <a:pt x="182" y="143"/>
                  <a:pt x="182" y="143"/>
                  <a:pt x="183" y="143"/>
                </a:cubicBezTo>
                <a:cubicBezTo>
                  <a:pt x="184" y="144"/>
                  <a:pt x="183" y="145"/>
                  <a:pt x="183" y="145"/>
                </a:cubicBezTo>
                <a:cubicBezTo>
                  <a:pt x="183" y="145"/>
                  <a:pt x="183" y="146"/>
                  <a:pt x="183" y="147"/>
                </a:cubicBezTo>
                <a:cubicBezTo>
                  <a:pt x="183" y="147"/>
                  <a:pt x="184" y="151"/>
                  <a:pt x="184" y="151"/>
                </a:cubicBezTo>
                <a:cubicBezTo>
                  <a:pt x="184" y="155"/>
                  <a:pt x="184" y="155"/>
                  <a:pt x="184" y="155"/>
                </a:cubicBezTo>
                <a:cubicBezTo>
                  <a:pt x="184" y="157"/>
                  <a:pt x="182" y="158"/>
                  <a:pt x="181" y="158"/>
                </a:cubicBezTo>
                <a:cubicBezTo>
                  <a:pt x="180" y="158"/>
                  <a:pt x="180" y="158"/>
                  <a:pt x="180" y="158"/>
                </a:cubicBezTo>
                <a:cubicBezTo>
                  <a:pt x="180" y="158"/>
                  <a:pt x="179" y="158"/>
                  <a:pt x="179" y="158"/>
                </a:cubicBezTo>
                <a:cubicBezTo>
                  <a:pt x="178" y="157"/>
                  <a:pt x="178" y="157"/>
                  <a:pt x="177" y="157"/>
                </a:cubicBezTo>
                <a:cubicBezTo>
                  <a:pt x="177" y="157"/>
                  <a:pt x="177" y="157"/>
                  <a:pt x="177" y="157"/>
                </a:cubicBezTo>
                <a:cubicBezTo>
                  <a:pt x="177" y="157"/>
                  <a:pt x="176" y="156"/>
                  <a:pt x="177" y="155"/>
                </a:cubicBezTo>
                <a:cubicBezTo>
                  <a:pt x="177" y="154"/>
                  <a:pt x="177" y="154"/>
                  <a:pt x="177" y="153"/>
                </a:cubicBezTo>
                <a:cubicBezTo>
                  <a:pt x="174" y="156"/>
                  <a:pt x="172" y="158"/>
                  <a:pt x="168" y="158"/>
                </a:cubicBezTo>
                <a:cubicBezTo>
                  <a:pt x="166" y="158"/>
                  <a:pt x="165" y="162"/>
                  <a:pt x="166" y="164"/>
                </a:cubicBezTo>
                <a:cubicBezTo>
                  <a:pt x="166" y="166"/>
                  <a:pt x="166" y="168"/>
                  <a:pt x="164" y="169"/>
                </a:cubicBezTo>
                <a:cubicBezTo>
                  <a:pt x="163" y="170"/>
                  <a:pt x="163" y="171"/>
                  <a:pt x="162" y="172"/>
                </a:cubicBezTo>
                <a:cubicBezTo>
                  <a:pt x="161" y="174"/>
                  <a:pt x="158" y="174"/>
                  <a:pt x="156" y="175"/>
                </a:cubicBezTo>
                <a:cubicBezTo>
                  <a:pt x="155" y="175"/>
                  <a:pt x="154" y="177"/>
                  <a:pt x="152" y="175"/>
                </a:cubicBezTo>
                <a:cubicBezTo>
                  <a:pt x="152" y="174"/>
                  <a:pt x="151" y="175"/>
                  <a:pt x="151" y="176"/>
                </a:cubicBezTo>
                <a:cubicBezTo>
                  <a:pt x="151" y="178"/>
                  <a:pt x="150" y="179"/>
                  <a:pt x="149" y="179"/>
                </a:cubicBezTo>
                <a:cubicBezTo>
                  <a:pt x="147" y="180"/>
                  <a:pt x="146" y="182"/>
                  <a:pt x="145" y="184"/>
                </a:cubicBezTo>
                <a:cubicBezTo>
                  <a:pt x="144" y="186"/>
                  <a:pt x="142" y="188"/>
                  <a:pt x="140" y="189"/>
                </a:cubicBezTo>
                <a:cubicBezTo>
                  <a:pt x="137" y="190"/>
                  <a:pt x="135" y="193"/>
                  <a:pt x="133" y="195"/>
                </a:cubicBezTo>
                <a:cubicBezTo>
                  <a:pt x="132" y="197"/>
                  <a:pt x="129" y="198"/>
                  <a:pt x="127" y="199"/>
                </a:cubicBezTo>
                <a:cubicBezTo>
                  <a:pt x="126" y="199"/>
                  <a:pt x="126" y="199"/>
                  <a:pt x="126" y="199"/>
                </a:cubicBezTo>
                <a:cubicBezTo>
                  <a:pt x="125" y="200"/>
                  <a:pt x="125" y="201"/>
                  <a:pt x="125" y="201"/>
                </a:cubicBezTo>
                <a:cubicBezTo>
                  <a:pt x="125" y="203"/>
                  <a:pt x="124" y="204"/>
                  <a:pt x="122" y="203"/>
                </a:cubicBezTo>
                <a:cubicBezTo>
                  <a:pt x="122" y="204"/>
                  <a:pt x="122" y="204"/>
                  <a:pt x="122" y="204"/>
                </a:cubicBezTo>
                <a:cubicBezTo>
                  <a:pt x="123" y="204"/>
                  <a:pt x="124" y="204"/>
                  <a:pt x="124" y="205"/>
                </a:cubicBezTo>
                <a:cubicBezTo>
                  <a:pt x="124" y="206"/>
                  <a:pt x="123" y="206"/>
                  <a:pt x="122" y="206"/>
                </a:cubicBezTo>
                <a:cubicBezTo>
                  <a:pt x="120" y="208"/>
                  <a:pt x="118" y="207"/>
                  <a:pt x="116" y="208"/>
                </a:cubicBezTo>
                <a:cubicBezTo>
                  <a:pt x="115" y="208"/>
                  <a:pt x="115" y="209"/>
                  <a:pt x="114" y="210"/>
                </a:cubicBezTo>
                <a:cubicBezTo>
                  <a:pt x="114" y="213"/>
                  <a:pt x="112" y="214"/>
                  <a:pt x="109" y="211"/>
                </a:cubicBezTo>
                <a:cubicBezTo>
                  <a:pt x="106" y="213"/>
                  <a:pt x="105" y="217"/>
                  <a:pt x="105" y="220"/>
                </a:cubicBezTo>
                <a:cubicBezTo>
                  <a:pt x="105" y="222"/>
                  <a:pt x="107" y="224"/>
                  <a:pt x="105" y="226"/>
                </a:cubicBezTo>
                <a:cubicBezTo>
                  <a:pt x="105" y="226"/>
                  <a:pt x="105" y="227"/>
                  <a:pt x="105" y="228"/>
                </a:cubicBezTo>
                <a:cubicBezTo>
                  <a:pt x="106" y="229"/>
                  <a:pt x="106" y="229"/>
                  <a:pt x="105" y="230"/>
                </a:cubicBezTo>
                <a:cubicBezTo>
                  <a:pt x="104" y="231"/>
                  <a:pt x="104" y="231"/>
                  <a:pt x="105" y="232"/>
                </a:cubicBezTo>
                <a:cubicBezTo>
                  <a:pt x="107" y="234"/>
                  <a:pt x="106" y="236"/>
                  <a:pt x="106" y="238"/>
                </a:cubicBezTo>
                <a:cubicBezTo>
                  <a:pt x="106" y="242"/>
                  <a:pt x="104" y="245"/>
                  <a:pt x="102" y="248"/>
                </a:cubicBezTo>
                <a:cubicBezTo>
                  <a:pt x="102" y="248"/>
                  <a:pt x="102" y="249"/>
                  <a:pt x="102" y="249"/>
                </a:cubicBezTo>
                <a:cubicBezTo>
                  <a:pt x="102" y="251"/>
                  <a:pt x="103" y="252"/>
                  <a:pt x="103" y="254"/>
                </a:cubicBezTo>
                <a:cubicBezTo>
                  <a:pt x="103" y="255"/>
                  <a:pt x="103" y="256"/>
                  <a:pt x="102" y="257"/>
                </a:cubicBezTo>
                <a:cubicBezTo>
                  <a:pt x="102" y="257"/>
                  <a:pt x="102" y="257"/>
                  <a:pt x="102" y="257"/>
                </a:cubicBezTo>
                <a:cubicBezTo>
                  <a:pt x="103" y="259"/>
                  <a:pt x="103" y="260"/>
                  <a:pt x="103" y="262"/>
                </a:cubicBezTo>
                <a:cubicBezTo>
                  <a:pt x="103" y="263"/>
                  <a:pt x="100" y="263"/>
                  <a:pt x="99" y="262"/>
                </a:cubicBezTo>
                <a:cubicBezTo>
                  <a:pt x="98" y="262"/>
                  <a:pt x="98" y="262"/>
                  <a:pt x="98" y="263"/>
                </a:cubicBezTo>
                <a:cubicBezTo>
                  <a:pt x="97" y="265"/>
                  <a:pt x="97" y="266"/>
                  <a:pt x="95" y="268"/>
                </a:cubicBezTo>
                <a:cubicBezTo>
                  <a:pt x="95" y="268"/>
                  <a:pt x="94" y="270"/>
                  <a:pt x="95" y="271"/>
                </a:cubicBezTo>
                <a:cubicBezTo>
                  <a:pt x="96" y="272"/>
                  <a:pt x="95" y="272"/>
                  <a:pt x="94" y="272"/>
                </a:cubicBezTo>
                <a:cubicBezTo>
                  <a:pt x="92" y="272"/>
                  <a:pt x="91" y="273"/>
                  <a:pt x="89" y="274"/>
                </a:cubicBezTo>
                <a:cubicBezTo>
                  <a:pt x="88" y="275"/>
                  <a:pt x="88" y="276"/>
                  <a:pt x="88" y="277"/>
                </a:cubicBezTo>
                <a:cubicBezTo>
                  <a:pt x="88" y="280"/>
                  <a:pt x="83" y="283"/>
                  <a:pt x="80" y="282"/>
                </a:cubicBezTo>
                <a:cubicBezTo>
                  <a:pt x="81" y="282"/>
                  <a:pt x="81" y="282"/>
                  <a:pt x="81" y="281"/>
                </a:cubicBezTo>
                <a:cubicBezTo>
                  <a:pt x="81" y="281"/>
                  <a:pt x="81" y="282"/>
                  <a:pt x="80" y="282"/>
                </a:cubicBezTo>
                <a:cubicBezTo>
                  <a:pt x="77" y="281"/>
                  <a:pt x="76" y="278"/>
                  <a:pt x="74" y="275"/>
                </a:cubicBezTo>
                <a:cubicBezTo>
                  <a:pt x="72" y="273"/>
                  <a:pt x="72" y="271"/>
                  <a:pt x="71" y="268"/>
                </a:cubicBezTo>
                <a:cubicBezTo>
                  <a:pt x="71" y="265"/>
                  <a:pt x="70" y="262"/>
                  <a:pt x="68" y="260"/>
                </a:cubicBezTo>
                <a:cubicBezTo>
                  <a:pt x="68" y="259"/>
                  <a:pt x="67" y="258"/>
                  <a:pt x="67" y="257"/>
                </a:cubicBezTo>
                <a:cubicBezTo>
                  <a:pt x="67" y="253"/>
                  <a:pt x="65" y="251"/>
                  <a:pt x="63" y="248"/>
                </a:cubicBezTo>
                <a:cubicBezTo>
                  <a:pt x="60" y="245"/>
                  <a:pt x="59" y="242"/>
                  <a:pt x="58" y="238"/>
                </a:cubicBezTo>
                <a:cubicBezTo>
                  <a:pt x="57" y="236"/>
                  <a:pt x="56" y="233"/>
                  <a:pt x="57" y="230"/>
                </a:cubicBezTo>
                <a:cubicBezTo>
                  <a:pt x="54" y="229"/>
                  <a:pt x="55" y="227"/>
                  <a:pt x="55" y="226"/>
                </a:cubicBezTo>
                <a:cubicBezTo>
                  <a:pt x="54" y="226"/>
                  <a:pt x="54" y="225"/>
                  <a:pt x="54" y="225"/>
                </a:cubicBezTo>
                <a:cubicBezTo>
                  <a:pt x="54" y="225"/>
                  <a:pt x="53" y="224"/>
                  <a:pt x="53" y="223"/>
                </a:cubicBezTo>
                <a:cubicBezTo>
                  <a:pt x="53" y="222"/>
                  <a:pt x="52" y="221"/>
                  <a:pt x="51" y="220"/>
                </a:cubicBezTo>
                <a:cubicBezTo>
                  <a:pt x="50" y="219"/>
                  <a:pt x="50" y="218"/>
                  <a:pt x="50" y="217"/>
                </a:cubicBezTo>
                <a:cubicBezTo>
                  <a:pt x="49" y="215"/>
                  <a:pt x="48" y="212"/>
                  <a:pt x="46" y="211"/>
                </a:cubicBezTo>
                <a:cubicBezTo>
                  <a:pt x="46" y="210"/>
                  <a:pt x="46" y="210"/>
                  <a:pt x="46" y="209"/>
                </a:cubicBezTo>
                <a:cubicBezTo>
                  <a:pt x="45" y="205"/>
                  <a:pt x="44" y="202"/>
                  <a:pt x="44" y="199"/>
                </a:cubicBezTo>
                <a:cubicBezTo>
                  <a:pt x="44" y="196"/>
                  <a:pt x="43" y="193"/>
                  <a:pt x="42" y="191"/>
                </a:cubicBezTo>
                <a:cubicBezTo>
                  <a:pt x="41" y="190"/>
                  <a:pt x="41" y="188"/>
                  <a:pt x="41" y="187"/>
                </a:cubicBezTo>
                <a:cubicBezTo>
                  <a:pt x="40" y="181"/>
                  <a:pt x="39" y="176"/>
                  <a:pt x="40" y="170"/>
                </a:cubicBezTo>
                <a:cubicBezTo>
                  <a:pt x="40" y="169"/>
                  <a:pt x="40" y="168"/>
                  <a:pt x="40" y="168"/>
                </a:cubicBezTo>
                <a:cubicBezTo>
                  <a:pt x="41" y="166"/>
                  <a:pt x="40" y="165"/>
                  <a:pt x="39" y="163"/>
                </a:cubicBezTo>
                <a:cubicBezTo>
                  <a:pt x="38" y="162"/>
                  <a:pt x="38" y="160"/>
                  <a:pt x="39" y="158"/>
                </a:cubicBezTo>
                <a:cubicBezTo>
                  <a:pt x="39" y="158"/>
                  <a:pt x="39" y="158"/>
                  <a:pt x="39" y="158"/>
                </a:cubicBezTo>
                <a:cubicBezTo>
                  <a:pt x="37" y="155"/>
                  <a:pt x="38" y="152"/>
                  <a:pt x="37" y="150"/>
                </a:cubicBezTo>
                <a:cubicBezTo>
                  <a:pt x="37" y="150"/>
                  <a:pt x="36" y="150"/>
                  <a:pt x="36" y="150"/>
                </a:cubicBezTo>
                <a:cubicBezTo>
                  <a:pt x="36" y="150"/>
                  <a:pt x="36" y="151"/>
                  <a:pt x="36" y="152"/>
                </a:cubicBezTo>
                <a:cubicBezTo>
                  <a:pt x="35" y="153"/>
                  <a:pt x="35" y="154"/>
                  <a:pt x="35" y="154"/>
                </a:cubicBezTo>
                <a:cubicBezTo>
                  <a:pt x="36" y="157"/>
                  <a:pt x="34" y="159"/>
                  <a:pt x="34" y="161"/>
                </a:cubicBezTo>
                <a:cubicBezTo>
                  <a:pt x="34" y="162"/>
                  <a:pt x="34" y="162"/>
                  <a:pt x="33" y="162"/>
                </a:cubicBezTo>
                <a:cubicBezTo>
                  <a:pt x="30" y="163"/>
                  <a:pt x="28" y="166"/>
                  <a:pt x="24" y="166"/>
                </a:cubicBezTo>
                <a:cubicBezTo>
                  <a:pt x="24" y="165"/>
                  <a:pt x="23" y="167"/>
                  <a:pt x="22" y="166"/>
                </a:cubicBezTo>
                <a:cubicBezTo>
                  <a:pt x="21" y="166"/>
                  <a:pt x="21" y="166"/>
                  <a:pt x="20" y="165"/>
                </a:cubicBezTo>
                <a:cubicBezTo>
                  <a:pt x="19" y="165"/>
                  <a:pt x="18" y="165"/>
                  <a:pt x="18" y="164"/>
                </a:cubicBezTo>
                <a:cubicBezTo>
                  <a:pt x="16" y="162"/>
                  <a:pt x="14" y="161"/>
                  <a:pt x="13" y="159"/>
                </a:cubicBezTo>
                <a:cubicBezTo>
                  <a:pt x="13" y="158"/>
                  <a:pt x="12" y="157"/>
                  <a:pt x="11" y="157"/>
                </a:cubicBezTo>
                <a:cubicBezTo>
                  <a:pt x="9" y="156"/>
                  <a:pt x="8" y="154"/>
                  <a:pt x="6" y="152"/>
                </a:cubicBezTo>
                <a:cubicBezTo>
                  <a:pt x="6" y="151"/>
                  <a:pt x="7" y="150"/>
                  <a:pt x="7" y="151"/>
                </a:cubicBezTo>
                <a:cubicBezTo>
                  <a:pt x="10" y="151"/>
                  <a:pt x="12" y="150"/>
                  <a:pt x="14" y="149"/>
                </a:cubicBezTo>
                <a:cubicBezTo>
                  <a:pt x="15" y="148"/>
                  <a:pt x="17" y="149"/>
                  <a:pt x="18" y="147"/>
                </a:cubicBezTo>
                <a:cubicBezTo>
                  <a:pt x="18" y="145"/>
                  <a:pt x="18" y="145"/>
                  <a:pt x="16" y="145"/>
                </a:cubicBezTo>
                <a:cubicBezTo>
                  <a:pt x="16" y="145"/>
                  <a:pt x="15" y="145"/>
                  <a:pt x="15" y="145"/>
                </a:cubicBezTo>
                <a:cubicBezTo>
                  <a:pt x="10" y="147"/>
                  <a:pt x="5" y="145"/>
                  <a:pt x="2" y="142"/>
                </a:cubicBezTo>
                <a:cubicBezTo>
                  <a:pt x="1" y="141"/>
                  <a:pt x="2" y="139"/>
                  <a:pt x="1" y="138"/>
                </a:cubicBezTo>
                <a:cubicBezTo>
                  <a:pt x="1" y="138"/>
                  <a:pt x="0" y="138"/>
                  <a:pt x="0" y="137"/>
                </a:cubicBezTo>
                <a:cubicBezTo>
                  <a:pt x="0" y="137"/>
                  <a:pt x="0" y="137"/>
                  <a:pt x="0" y="136"/>
                </a:cubicBezTo>
                <a:cubicBezTo>
                  <a:pt x="3" y="136"/>
                  <a:pt x="3" y="136"/>
                  <a:pt x="3" y="136"/>
                </a:cubicBezTo>
                <a:cubicBezTo>
                  <a:pt x="3" y="136"/>
                  <a:pt x="3" y="134"/>
                  <a:pt x="3" y="134"/>
                </a:cubicBezTo>
                <a:cubicBezTo>
                  <a:pt x="3" y="133"/>
                  <a:pt x="5" y="133"/>
                  <a:pt x="5" y="133"/>
                </a:cubicBezTo>
                <a:cubicBezTo>
                  <a:pt x="12" y="133"/>
                  <a:pt x="12" y="133"/>
                  <a:pt x="12" y="133"/>
                </a:cubicBezTo>
                <a:cubicBezTo>
                  <a:pt x="13" y="134"/>
                  <a:pt x="13" y="134"/>
                  <a:pt x="13" y="134"/>
                </a:cubicBezTo>
                <a:cubicBezTo>
                  <a:pt x="15" y="134"/>
                  <a:pt x="15" y="134"/>
                  <a:pt x="15" y="134"/>
                </a:cubicBezTo>
                <a:cubicBezTo>
                  <a:pt x="15" y="134"/>
                  <a:pt x="15" y="133"/>
                  <a:pt x="16" y="133"/>
                </a:cubicBezTo>
                <a:cubicBezTo>
                  <a:pt x="16" y="133"/>
                  <a:pt x="17" y="132"/>
                  <a:pt x="17" y="132"/>
                </a:cubicBezTo>
                <a:cubicBezTo>
                  <a:pt x="18" y="132"/>
                  <a:pt x="19" y="131"/>
                  <a:pt x="19" y="131"/>
                </a:cubicBezTo>
                <a:cubicBezTo>
                  <a:pt x="20" y="133"/>
                  <a:pt x="20" y="133"/>
                  <a:pt x="20" y="133"/>
                </a:cubicBezTo>
                <a:cubicBezTo>
                  <a:pt x="20" y="133"/>
                  <a:pt x="22" y="133"/>
                  <a:pt x="22" y="133"/>
                </a:cubicBezTo>
                <a:cubicBezTo>
                  <a:pt x="22" y="133"/>
                  <a:pt x="24" y="132"/>
                  <a:pt x="24" y="132"/>
                </a:cubicBezTo>
                <a:cubicBezTo>
                  <a:pt x="24" y="132"/>
                  <a:pt x="24" y="132"/>
                  <a:pt x="24" y="132"/>
                </a:cubicBezTo>
                <a:cubicBezTo>
                  <a:pt x="24" y="132"/>
                  <a:pt x="23" y="131"/>
                  <a:pt x="23" y="131"/>
                </a:cubicBezTo>
                <a:cubicBezTo>
                  <a:pt x="24" y="130"/>
                  <a:pt x="25" y="129"/>
                  <a:pt x="25" y="129"/>
                </a:cubicBezTo>
                <a:cubicBezTo>
                  <a:pt x="21" y="122"/>
                  <a:pt x="21" y="122"/>
                  <a:pt x="21" y="122"/>
                </a:cubicBezTo>
                <a:cubicBezTo>
                  <a:pt x="21" y="119"/>
                  <a:pt x="21" y="119"/>
                  <a:pt x="21" y="119"/>
                </a:cubicBezTo>
                <a:cubicBezTo>
                  <a:pt x="17" y="119"/>
                  <a:pt x="17" y="119"/>
                  <a:pt x="17" y="119"/>
                </a:cubicBezTo>
                <a:cubicBezTo>
                  <a:pt x="17" y="119"/>
                  <a:pt x="17" y="119"/>
                  <a:pt x="17" y="119"/>
                </a:cubicBezTo>
                <a:cubicBezTo>
                  <a:pt x="17" y="118"/>
                  <a:pt x="16" y="117"/>
                  <a:pt x="15" y="117"/>
                </a:cubicBezTo>
                <a:cubicBezTo>
                  <a:pt x="15" y="117"/>
                  <a:pt x="15" y="117"/>
                  <a:pt x="15" y="117"/>
                </a:cubicBezTo>
                <a:cubicBezTo>
                  <a:pt x="15" y="117"/>
                  <a:pt x="16" y="116"/>
                  <a:pt x="16" y="115"/>
                </a:cubicBezTo>
                <a:cubicBezTo>
                  <a:pt x="16" y="115"/>
                  <a:pt x="16" y="115"/>
                  <a:pt x="16" y="115"/>
                </a:cubicBezTo>
                <a:cubicBezTo>
                  <a:pt x="16" y="115"/>
                  <a:pt x="16" y="115"/>
                  <a:pt x="16" y="114"/>
                </a:cubicBezTo>
                <a:cubicBezTo>
                  <a:pt x="16" y="112"/>
                  <a:pt x="16" y="111"/>
                  <a:pt x="16" y="111"/>
                </a:cubicBezTo>
                <a:cubicBezTo>
                  <a:pt x="16" y="111"/>
                  <a:pt x="13" y="109"/>
                  <a:pt x="12" y="109"/>
                </a:cubicBezTo>
                <a:cubicBezTo>
                  <a:pt x="12" y="109"/>
                  <a:pt x="10" y="109"/>
                  <a:pt x="10" y="109"/>
                </a:cubicBezTo>
                <a:cubicBezTo>
                  <a:pt x="10" y="105"/>
                  <a:pt x="10" y="105"/>
                  <a:pt x="10" y="105"/>
                </a:cubicBezTo>
                <a:cubicBezTo>
                  <a:pt x="10" y="105"/>
                  <a:pt x="13" y="101"/>
                  <a:pt x="13" y="101"/>
                </a:cubicBezTo>
                <a:cubicBezTo>
                  <a:pt x="14" y="100"/>
                  <a:pt x="18" y="96"/>
                  <a:pt x="18" y="96"/>
                </a:cubicBezTo>
                <a:cubicBezTo>
                  <a:pt x="20" y="96"/>
                  <a:pt x="20" y="96"/>
                  <a:pt x="20" y="96"/>
                </a:cubicBezTo>
                <a:cubicBezTo>
                  <a:pt x="22" y="99"/>
                  <a:pt x="22" y="99"/>
                  <a:pt x="22" y="99"/>
                </a:cubicBezTo>
                <a:cubicBezTo>
                  <a:pt x="24" y="98"/>
                  <a:pt x="24" y="98"/>
                  <a:pt x="24" y="98"/>
                </a:cubicBezTo>
                <a:cubicBezTo>
                  <a:pt x="24" y="98"/>
                  <a:pt x="26" y="98"/>
                  <a:pt x="26" y="98"/>
                </a:cubicBezTo>
                <a:cubicBezTo>
                  <a:pt x="26" y="98"/>
                  <a:pt x="32" y="97"/>
                  <a:pt x="32" y="97"/>
                </a:cubicBezTo>
                <a:cubicBezTo>
                  <a:pt x="32" y="97"/>
                  <a:pt x="34" y="92"/>
                  <a:pt x="34" y="92"/>
                </a:cubicBezTo>
                <a:cubicBezTo>
                  <a:pt x="34" y="91"/>
                  <a:pt x="35" y="89"/>
                  <a:pt x="35" y="89"/>
                </a:cubicBezTo>
                <a:cubicBezTo>
                  <a:pt x="35" y="89"/>
                  <a:pt x="41" y="86"/>
                  <a:pt x="41" y="86"/>
                </a:cubicBezTo>
                <a:cubicBezTo>
                  <a:pt x="41" y="86"/>
                  <a:pt x="43" y="80"/>
                  <a:pt x="43" y="79"/>
                </a:cubicBezTo>
                <a:cubicBezTo>
                  <a:pt x="44" y="78"/>
                  <a:pt x="45" y="76"/>
                  <a:pt x="45" y="76"/>
                </a:cubicBezTo>
                <a:cubicBezTo>
                  <a:pt x="50" y="74"/>
                  <a:pt x="50" y="74"/>
                  <a:pt x="50" y="74"/>
                </a:cubicBezTo>
                <a:cubicBezTo>
                  <a:pt x="50" y="70"/>
                  <a:pt x="50" y="70"/>
                  <a:pt x="50" y="70"/>
                </a:cubicBezTo>
                <a:cubicBezTo>
                  <a:pt x="56" y="65"/>
                  <a:pt x="56" y="65"/>
                  <a:pt x="56" y="65"/>
                </a:cubicBezTo>
                <a:cubicBezTo>
                  <a:pt x="55" y="64"/>
                  <a:pt x="55" y="64"/>
                  <a:pt x="55" y="64"/>
                </a:cubicBezTo>
                <a:cubicBezTo>
                  <a:pt x="55" y="62"/>
                  <a:pt x="55" y="62"/>
                  <a:pt x="55" y="62"/>
                </a:cubicBezTo>
                <a:cubicBezTo>
                  <a:pt x="56" y="62"/>
                  <a:pt x="56" y="62"/>
                  <a:pt x="56" y="62"/>
                </a:cubicBezTo>
                <a:cubicBezTo>
                  <a:pt x="56" y="62"/>
                  <a:pt x="56" y="60"/>
                  <a:pt x="56" y="60"/>
                </a:cubicBezTo>
                <a:cubicBezTo>
                  <a:pt x="55" y="60"/>
                  <a:pt x="55" y="59"/>
                  <a:pt x="55" y="59"/>
                </a:cubicBezTo>
                <a:cubicBezTo>
                  <a:pt x="55" y="59"/>
                  <a:pt x="54" y="58"/>
                  <a:pt x="54" y="58"/>
                </a:cubicBezTo>
                <a:cubicBezTo>
                  <a:pt x="54" y="58"/>
                  <a:pt x="54" y="58"/>
                  <a:pt x="54" y="58"/>
                </a:cubicBezTo>
                <a:cubicBezTo>
                  <a:pt x="54" y="58"/>
                  <a:pt x="54" y="58"/>
                  <a:pt x="55" y="57"/>
                </a:cubicBezTo>
                <a:cubicBezTo>
                  <a:pt x="55" y="57"/>
                  <a:pt x="58" y="54"/>
                  <a:pt x="58" y="54"/>
                </a:cubicBezTo>
                <a:cubicBezTo>
                  <a:pt x="61" y="54"/>
                  <a:pt x="61" y="54"/>
                  <a:pt x="61" y="54"/>
                </a:cubicBezTo>
                <a:cubicBezTo>
                  <a:pt x="62" y="52"/>
                  <a:pt x="62" y="52"/>
                  <a:pt x="62" y="52"/>
                </a:cubicBezTo>
                <a:cubicBezTo>
                  <a:pt x="61" y="50"/>
                  <a:pt x="61" y="50"/>
                  <a:pt x="61" y="50"/>
                </a:cubicBezTo>
                <a:cubicBezTo>
                  <a:pt x="59" y="50"/>
                  <a:pt x="59" y="50"/>
                  <a:pt x="59" y="50"/>
                </a:cubicBezTo>
                <a:cubicBezTo>
                  <a:pt x="57" y="50"/>
                  <a:pt x="57" y="50"/>
                  <a:pt x="57" y="50"/>
                </a:cubicBezTo>
                <a:cubicBezTo>
                  <a:pt x="56" y="46"/>
                  <a:pt x="56" y="46"/>
                  <a:pt x="56" y="46"/>
                </a:cubicBezTo>
                <a:cubicBezTo>
                  <a:pt x="56" y="46"/>
                  <a:pt x="55" y="47"/>
                  <a:pt x="55" y="47"/>
                </a:cubicBezTo>
                <a:cubicBezTo>
                  <a:pt x="55" y="46"/>
                  <a:pt x="53" y="46"/>
                  <a:pt x="53" y="46"/>
                </a:cubicBezTo>
                <a:cubicBezTo>
                  <a:pt x="53" y="46"/>
                  <a:pt x="50" y="45"/>
                  <a:pt x="50" y="45"/>
                </a:cubicBezTo>
                <a:cubicBezTo>
                  <a:pt x="50" y="45"/>
                  <a:pt x="48" y="44"/>
                  <a:pt x="48" y="44"/>
                </a:cubicBezTo>
                <a:cubicBezTo>
                  <a:pt x="48" y="43"/>
                  <a:pt x="47" y="42"/>
                  <a:pt x="47" y="41"/>
                </a:cubicBezTo>
                <a:cubicBezTo>
                  <a:pt x="47" y="41"/>
                  <a:pt x="47" y="39"/>
                  <a:pt x="47" y="39"/>
                </a:cubicBezTo>
                <a:cubicBezTo>
                  <a:pt x="47" y="38"/>
                  <a:pt x="46" y="36"/>
                  <a:pt x="46" y="36"/>
                </a:cubicBezTo>
                <a:cubicBezTo>
                  <a:pt x="46" y="36"/>
                  <a:pt x="46" y="34"/>
                  <a:pt x="46" y="33"/>
                </a:cubicBezTo>
                <a:cubicBezTo>
                  <a:pt x="46" y="33"/>
                  <a:pt x="45" y="31"/>
                  <a:pt x="45" y="31"/>
                </a:cubicBezTo>
                <a:cubicBezTo>
                  <a:pt x="45" y="31"/>
                  <a:pt x="45" y="31"/>
                  <a:pt x="45" y="31"/>
                </a:cubicBezTo>
                <a:cubicBezTo>
                  <a:pt x="45" y="30"/>
                  <a:pt x="46" y="28"/>
                  <a:pt x="46" y="27"/>
                </a:cubicBezTo>
                <a:cubicBezTo>
                  <a:pt x="46" y="27"/>
                  <a:pt x="48" y="25"/>
                  <a:pt x="48" y="25"/>
                </a:cubicBezTo>
                <a:cubicBezTo>
                  <a:pt x="54" y="25"/>
                  <a:pt x="54" y="25"/>
                  <a:pt x="54" y="25"/>
                </a:cubicBezTo>
                <a:cubicBezTo>
                  <a:pt x="52" y="22"/>
                  <a:pt x="52" y="22"/>
                  <a:pt x="52" y="22"/>
                </a:cubicBezTo>
                <a:cubicBezTo>
                  <a:pt x="52" y="22"/>
                  <a:pt x="49" y="20"/>
                  <a:pt x="49" y="20"/>
                </a:cubicBezTo>
                <a:cubicBezTo>
                  <a:pt x="49" y="20"/>
                  <a:pt x="49" y="20"/>
                  <a:pt x="49" y="20"/>
                </a:cubicBezTo>
                <a:cubicBezTo>
                  <a:pt x="48" y="20"/>
                  <a:pt x="48" y="17"/>
                  <a:pt x="48" y="17"/>
                </a:cubicBezTo>
                <a:cubicBezTo>
                  <a:pt x="47" y="17"/>
                  <a:pt x="45" y="17"/>
                  <a:pt x="45" y="17"/>
                </a:cubicBezTo>
                <a:cubicBezTo>
                  <a:pt x="43" y="16"/>
                  <a:pt x="43" y="16"/>
                  <a:pt x="43" y="16"/>
                </a:cubicBezTo>
                <a:cubicBezTo>
                  <a:pt x="43" y="16"/>
                  <a:pt x="43" y="16"/>
                  <a:pt x="43" y="16"/>
                </a:cubicBezTo>
                <a:cubicBezTo>
                  <a:pt x="43" y="15"/>
                  <a:pt x="43" y="14"/>
                  <a:pt x="42" y="14"/>
                </a:cubicBezTo>
                <a:cubicBezTo>
                  <a:pt x="42" y="14"/>
                  <a:pt x="38" y="13"/>
                  <a:pt x="38" y="13"/>
                </a:cubicBezTo>
                <a:cubicBezTo>
                  <a:pt x="37" y="11"/>
                  <a:pt x="37" y="11"/>
                  <a:pt x="37" y="11"/>
                </a:cubicBezTo>
                <a:cubicBezTo>
                  <a:pt x="38" y="9"/>
                  <a:pt x="38" y="9"/>
                  <a:pt x="38" y="9"/>
                </a:cubicBezTo>
                <a:cubicBezTo>
                  <a:pt x="38" y="9"/>
                  <a:pt x="39" y="8"/>
                  <a:pt x="39" y="8"/>
                </a:cubicBezTo>
                <a:cubicBezTo>
                  <a:pt x="39" y="8"/>
                  <a:pt x="42" y="6"/>
                  <a:pt x="42" y="6"/>
                </a:cubicBezTo>
                <a:cubicBezTo>
                  <a:pt x="42" y="6"/>
                  <a:pt x="42" y="4"/>
                  <a:pt x="42" y="4"/>
                </a:cubicBezTo>
                <a:cubicBezTo>
                  <a:pt x="48" y="4"/>
                  <a:pt x="48" y="4"/>
                  <a:pt x="48" y="4"/>
                </a:cubicBezTo>
                <a:cubicBezTo>
                  <a:pt x="49" y="2"/>
                  <a:pt x="49" y="2"/>
                  <a:pt x="49" y="2"/>
                </a:cubicBezTo>
                <a:cubicBezTo>
                  <a:pt x="49" y="2"/>
                  <a:pt x="51" y="2"/>
                  <a:pt x="52" y="1"/>
                </a:cubicBezTo>
                <a:cubicBezTo>
                  <a:pt x="53" y="1"/>
                  <a:pt x="54" y="1"/>
                  <a:pt x="54" y="1"/>
                </a:cubicBezTo>
                <a:cubicBezTo>
                  <a:pt x="55" y="1"/>
                  <a:pt x="56" y="0"/>
                  <a:pt x="56" y="0"/>
                </a:cubicBezTo>
                <a:cubicBezTo>
                  <a:pt x="61" y="0"/>
                  <a:pt x="61" y="0"/>
                  <a:pt x="61" y="0"/>
                </a:cubicBezTo>
                <a:cubicBezTo>
                  <a:pt x="62" y="3"/>
                  <a:pt x="62" y="3"/>
                  <a:pt x="62" y="3"/>
                </a:cubicBezTo>
                <a:cubicBezTo>
                  <a:pt x="62" y="3"/>
                  <a:pt x="64" y="3"/>
                  <a:pt x="65" y="4"/>
                </a:cubicBezTo>
                <a:cubicBezTo>
                  <a:pt x="65" y="4"/>
                  <a:pt x="67" y="4"/>
                  <a:pt x="68" y="5"/>
                </a:cubicBezTo>
                <a:cubicBezTo>
                  <a:pt x="69" y="5"/>
                  <a:pt x="71" y="7"/>
                  <a:pt x="71" y="7"/>
                </a:cubicBezTo>
                <a:cubicBezTo>
                  <a:pt x="74" y="10"/>
                  <a:pt x="74" y="10"/>
                  <a:pt x="74" y="10"/>
                </a:cubicBezTo>
                <a:cubicBezTo>
                  <a:pt x="74" y="12"/>
                  <a:pt x="74" y="12"/>
                  <a:pt x="74" y="12"/>
                </a:cubicBezTo>
                <a:cubicBezTo>
                  <a:pt x="77" y="15"/>
                  <a:pt x="77" y="15"/>
                  <a:pt x="77" y="15"/>
                </a:cubicBezTo>
                <a:cubicBezTo>
                  <a:pt x="77" y="15"/>
                  <a:pt x="80" y="15"/>
                  <a:pt x="81" y="15"/>
                </a:cubicBezTo>
                <a:cubicBezTo>
                  <a:pt x="81" y="15"/>
                  <a:pt x="81" y="16"/>
                  <a:pt x="81" y="16"/>
                </a:cubicBezTo>
                <a:cubicBezTo>
                  <a:pt x="83" y="17"/>
                  <a:pt x="83" y="17"/>
                  <a:pt x="83" y="17"/>
                </a:cubicBezTo>
                <a:cubicBezTo>
                  <a:pt x="86" y="16"/>
                  <a:pt x="86" y="16"/>
                  <a:pt x="86" y="16"/>
                </a:cubicBezTo>
                <a:cubicBezTo>
                  <a:pt x="89" y="15"/>
                  <a:pt x="89" y="15"/>
                  <a:pt x="89" y="15"/>
                </a:cubicBezTo>
                <a:cubicBezTo>
                  <a:pt x="90" y="14"/>
                  <a:pt x="90" y="14"/>
                  <a:pt x="90" y="14"/>
                </a:cubicBezTo>
                <a:cubicBezTo>
                  <a:pt x="90" y="14"/>
                  <a:pt x="91" y="13"/>
                  <a:pt x="93" y="12"/>
                </a:cubicBezTo>
                <a:cubicBezTo>
                  <a:pt x="95" y="12"/>
                  <a:pt x="99" y="12"/>
                  <a:pt x="99" y="12"/>
                </a:cubicBezTo>
                <a:cubicBezTo>
                  <a:pt x="100" y="14"/>
                  <a:pt x="100" y="14"/>
                  <a:pt x="100" y="14"/>
                </a:cubicBezTo>
                <a:cubicBezTo>
                  <a:pt x="100" y="14"/>
                  <a:pt x="101" y="15"/>
                  <a:pt x="101" y="16"/>
                </a:cubicBezTo>
                <a:cubicBezTo>
                  <a:pt x="102" y="16"/>
                  <a:pt x="104" y="17"/>
                  <a:pt x="104" y="17"/>
                </a:cubicBezTo>
                <a:cubicBezTo>
                  <a:pt x="106" y="17"/>
                  <a:pt x="106" y="17"/>
                  <a:pt x="106" y="17"/>
                </a:cubicBezTo>
                <a:cubicBezTo>
                  <a:pt x="106" y="17"/>
                  <a:pt x="107" y="19"/>
                  <a:pt x="107" y="20"/>
                </a:cubicBezTo>
                <a:cubicBezTo>
                  <a:pt x="107" y="20"/>
                  <a:pt x="107" y="21"/>
                  <a:pt x="106" y="21"/>
                </a:cubicBezTo>
                <a:cubicBezTo>
                  <a:pt x="106" y="21"/>
                  <a:pt x="106" y="23"/>
                  <a:pt x="106" y="23"/>
                </a:cubicBezTo>
                <a:cubicBezTo>
                  <a:pt x="106" y="23"/>
                  <a:pt x="104" y="24"/>
                  <a:pt x="104" y="24"/>
                </a:cubicBezTo>
                <a:cubicBezTo>
                  <a:pt x="104" y="25"/>
                  <a:pt x="102" y="25"/>
                  <a:pt x="102" y="26"/>
                </a:cubicBezTo>
                <a:cubicBezTo>
                  <a:pt x="102" y="26"/>
                  <a:pt x="102" y="28"/>
                  <a:pt x="102" y="28"/>
                </a:cubicBezTo>
                <a:cubicBezTo>
                  <a:pt x="101" y="30"/>
                  <a:pt x="101" y="30"/>
                  <a:pt x="101" y="30"/>
                </a:cubicBezTo>
                <a:cubicBezTo>
                  <a:pt x="101" y="30"/>
                  <a:pt x="100" y="33"/>
                  <a:pt x="100" y="33"/>
                </a:cubicBezTo>
                <a:cubicBezTo>
                  <a:pt x="99" y="33"/>
                  <a:pt x="98" y="34"/>
                  <a:pt x="97" y="34"/>
                </a:cubicBezTo>
                <a:cubicBezTo>
                  <a:pt x="97" y="34"/>
                  <a:pt x="95" y="35"/>
                  <a:pt x="95" y="35"/>
                </a:cubicBezTo>
                <a:cubicBezTo>
                  <a:pt x="95" y="35"/>
                  <a:pt x="93" y="36"/>
                  <a:pt x="93" y="36"/>
                </a:cubicBezTo>
                <a:cubicBezTo>
                  <a:pt x="93" y="37"/>
                  <a:pt x="92" y="38"/>
                  <a:pt x="92" y="38"/>
                </a:cubicBezTo>
                <a:cubicBezTo>
                  <a:pt x="94" y="40"/>
                  <a:pt x="94" y="40"/>
                  <a:pt x="94" y="40"/>
                </a:cubicBezTo>
                <a:cubicBezTo>
                  <a:pt x="96" y="42"/>
                  <a:pt x="96" y="42"/>
                  <a:pt x="96" y="42"/>
                </a:cubicBezTo>
                <a:cubicBezTo>
                  <a:pt x="98" y="43"/>
                  <a:pt x="98" y="43"/>
                  <a:pt x="98" y="43"/>
                </a:cubicBezTo>
                <a:cubicBezTo>
                  <a:pt x="98" y="43"/>
                  <a:pt x="99" y="45"/>
                  <a:pt x="100" y="46"/>
                </a:cubicBezTo>
                <a:cubicBezTo>
                  <a:pt x="100" y="46"/>
                  <a:pt x="100" y="47"/>
                  <a:pt x="100" y="47"/>
                </a:cubicBezTo>
                <a:cubicBezTo>
                  <a:pt x="99" y="49"/>
                  <a:pt x="99" y="49"/>
                  <a:pt x="99" y="49"/>
                </a:cubicBezTo>
                <a:cubicBezTo>
                  <a:pt x="97" y="50"/>
                  <a:pt x="97" y="50"/>
                  <a:pt x="97" y="50"/>
                </a:cubicBezTo>
                <a:cubicBezTo>
                  <a:pt x="97" y="50"/>
                  <a:pt x="95" y="50"/>
                  <a:pt x="95" y="50"/>
                </a:cubicBezTo>
                <a:cubicBezTo>
                  <a:pt x="94" y="50"/>
                  <a:pt x="93" y="48"/>
                  <a:pt x="93" y="48"/>
                </a:cubicBezTo>
                <a:cubicBezTo>
                  <a:pt x="92" y="48"/>
                  <a:pt x="92" y="48"/>
                  <a:pt x="92" y="48"/>
                </a:cubicBezTo>
                <a:cubicBezTo>
                  <a:pt x="90" y="49"/>
                  <a:pt x="90" y="49"/>
                  <a:pt x="90" y="49"/>
                </a:cubicBezTo>
                <a:cubicBezTo>
                  <a:pt x="90" y="49"/>
                  <a:pt x="90" y="51"/>
                  <a:pt x="90" y="51"/>
                </a:cubicBezTo>
                <a:cubicBezTo>
                  <a:pt x="90" y="52"/>
                  <a:pt x="90" y="53"/>
                  <a:pt x="90" y="53"/>
                </a:cubicBezTo>
                <a:cubicBezTo>
                  <a:pt x="90" y="53"/>
                  <a:pt x="91" y="54"/>
                  <a:pt x="92" y="54"/>
                </a:cubicBezTo>
                <a:cubicBezTo>
                  <a:pt x="94" y="55"/>
                  <a:pt x="93" y="56"/>
                  <a:pt x="93" y="56"/>
                </a:cubicBezTo>
                <a:cubicBezTo>
                  <a:pt x="93" y="56"/>
                  <a:pt x="92" y="58"/>
                  <a:pt x="93" y="59"/>
                </a:cubicBezTo>
                <a:cubicBezTo>
                  <a:pt x="95" y="60"/>
                  <a:pt x="93" y="61"/>
                  <a:pt x="93" y="61"/>
                </a:cubicBezTo>
                <a:cubicBezTo>
                  <a:pt x="93" y="61"/>
                  <a:pt x="93" y="62"/>
                  <a:pt x="93" y="62"/>
                </a:cubicBezTo>
                <a:cubicBezTo>
                  <a:pt x="94" y="63"/>
                  <a:pt x="96" y="64"/>
                  <a:pt x="96" y="64"/>
                </a:cubicBezTo>
                <a:cubicBezTo>
                  <a:pt x="98" y="65"/>
                  <a:pt x="98" y="65"/>
                  <a:pt x="98" y="65"/>
                </a:cubicBezTo>
                <a:cubicBezTo>
                  <a:pt x="98" y="65"/>
                  <a:pt x="100" y="65"/>
                  <a:pt x="100" y="65"/>
                </a:cubicBezTo>
                <a:cubicBezTo>
                  <a:pt x="100" y="65"/>
                  <a:pt x="104" y="67"/>
                  <a:pt x="104" y="67"/>
                </a:cubicBezTo>
                <a:cubicBezTo>
                  <a:pt x="105" y="67"/>
                  <a:pt x="105" y="69"/>
                  <a:pt x="105" y="69"/>
                </a:cubicBezTo>
                <a:cubicBezTo>
                  <a:pt x="110" y="72"/>
                  <a:pt x="110" y="72"/>
                  <a:pt x="110" y="72"/>
                </a:cubicBezTo>
                <a:cubicBezTo>
                  <a:pt x="112" y="73"/>
                  <a:pt x="112" y="73"/>
                  <a:pt x="112" y="73"/>
                </a:cubicBezTo>
                <a:cubicBezTo>
                  <a:pt x="108" y="77"/>
                  <a:pt x="108" y="77"/>
                  <a:pt x="108" y="77"/>
                </a:cubicBezTo>
                <a:cubicBezTo>
                  <a:pt x="107" y="79"/>
                  <a:pt x="107" y="79"/>
                  <a:pt x="107" y="79"/>
                </a:cubicBezTo>
                <a:cubicBezTo>
                  <a:pt x="107" y="83"/>
                  <a:pt x="107" y="83"/>
                  <a:pt x="107" y="83"/>
                </a:cubicBezTo>
                <a:cubicBezTo>
                  <a:pt x="105" y="85"/>
                  <a:pt x="105" y="85"/>
                  <a:pt x="105" y="85"/>
                </a:cubicBezTo>
                <a:cubicBezTo>
                  <a:pt x="105" y="88"/>
                  <a:pt x="105" y="88"/>
                  <a:pt x="105" y="88"/>
                </a:cubicBezTo>
                <a:cubicBezTo>
                  <a:pt x="107" y="89"/>
                  <a:pt x="107" y="89"/>
                  <a:pt x="107" y="89"/>
                </a:cubicBezTo>
                <a:cubicBezTo>
                  <a:pt x="117" y="96"/>
                  <a:pt x="117" y="96"/>
                  <a:pt x="117" y="96"/>
                </a:cubicBezTo>
                <a:cubicBezTo>
                  <a:pt x="120" y="97"/>
                  <a:pt x="120" y="97"/>
                  <a:pt x="120" y="97"/>
                </a:cubicBezTo>
                <a:cubicBezTo>
                  <a:pt x="122" y="97"/>
                  <a:pt x="122" y="97"/>
                  <a:pt x="122" y="97"/>
                </a:cubicBezTo>
                <a:cubicBezTo>
                  <a:pt x="125" y="99"/>
                  <a:pt x="125" y="99"/>
                  <a:pt x="125" y="99"/>
                </a:cubicBezTo>
                <a:cubicBezTo>
                  <a:pt x="126" y="99"/>
                  <a:pt x="126" y="99"/>
                  <a:pt x="126" y="99"/>
                </a:cubicBezTo>
                <a:cubicBezTo>
                  <a:pt x="128" y="99"/>
                  <a:pt x="128" y="99"/>
                  <a:pt x="128" y="99"/>
                </a:cubicBezTo>
                <a:cubicBezTo>
                  <a:pt x="128" y="101"/>
                  <a:pt x="128" y="101"/>
                  <a:pt x="128" y="101"/>
                </a:cubicBezTo>
                <a:cubicBezTo>
                  <a:pt x="132" y="102"/>
                  <a:pt x="132" y="102"/>
                  <a:pt x="132" y="102"/>
                </a:cubicBezTo>
                <a:cubicBezTo>
                  <a:pt x="133" y="102"/>
                  <a:pt x="133" y="102"/>
                  <a:pt x="133" y="102"/>
                </a:cubicBezTo>
                <a:cubicBezTo>
                  <a:pt x="135" y="102"/>
                  <a:pt x="135" y="102"/>
                  <a:pt x="135" y="102"/>
                </a:cubicBezTo>
                <a:cubicBezTo>
                  <a:pt x="135" y="102"/>
                  <a:pt x="137" y="103"/>
                  <a:pt x="137" y="102"/>
                </a:cubicBezTo>
                <a:cubicBezTo>
                  <a:pt x="137" y="102"/>
                  <a:pt x="139" y="102"/>
                  <a:pt x="139" y="102"/>
                </a:cubicBezTo>
                <a:cubicBezTo>
                  <a:pt x="140" y="101"/>
                  <a:pt x="140" y="101"/>
                  <a:pt x="140" y="101"/>
                </a:cubicBezTo>
                <a:cubicBezTo>
                  <a:pt x="140" y="101"/>
                  <a:pt x="142" y="102"/>
                  <a:pt x="143" y="102"/>
                </a:cubicBezTo>
                <a:cubicBezTo>
                  <a:pt x="143" y="102"/>
                  <a:pt x="145" y="103"/>
                  <a:pt x="145" y="103"/>
                </a:cubicBezTo>
                <a:cubicBezTo>
                  <a:pt x="145" y="106"/>
                  <a:pt x="145" y="106"/>
                  <a:pt x="145" y="106"/>
                </a:cubicBezTo>
                <a:cubicBezTo>
                  <a:pt x="149" y="108"/>
                  <a:pt x="149" y="108"/>
                  <a:pt x="149" y="108"/>
                </a:cubicBezTo>
                <a:cubicBezTo>
                  <a:pt x="152" y="108"/>
                  <a:pt x="152" y="108"/>
                  <a:pt x="152" y="108"/>
                </a:cubicBezTo>
                <a:cubicBezTo>
                  <a:pt x="153" y="107"/>
                  <a:pt x="153" y="107"/>
                  <a:pt x="153" y="107"/>
                </a:cubicBezTo>
                <a:cubicBezTo>
                  <a:pt x="153" y="107"/>
                  <a:pt x="155" y="108"/>
                  <a:pt x="155" y="108"/>
                </a:cubicBezTo>
                <a:cubicBezTo>
                  <a:pt x="155" y="108"/>
                  <a:pt x="155" y="110"/>
                  <a:pt x="155" y="110"/>
                </a:cubicBezTo>
                <a:cubicBezTo>
                  <a:pt x="157" y="109"/>
                  <a:pt x="157" y="109"/>
                  <a:pt x="157" y="109"/>
                </a:cubicBezTo>
                <a:cubicBezTo>
                  <a:pt x="161" y="110"/>
                  <a:pt x="161" y="110"/>
                  <a:pt x="161" y="110"/>
                </a:cubicBezTo>
                <a:cubicBezTo>
                  <a:pt x="163" y="111"/>
                  <a:pt x="163" y="111"/>
                  <a:pt x="163" y="111"/>
                </a:cubicBezTo>
                <a:cubicBezTo>
                  <a:pt x="164" y="112"/>
                  <a:pt x="164" y="112"/>
                  <a:pt x="164" y="112"/>
                </a:cubicBezTo>
                <a:cubicBezTo>
                  <a:pt x="166" y="111"/>
                  <a:pt x="166" y="111"/>
                  <a:pt x="166" y="111"/>
                </a:cubicBezTo>
                <a:cubicBezTo>
                  <a:pt x="166" y="111"/>
                  <a:pt x="167" y="112"/>
                  <a:pt x="168" y="112"/>
                </a:cubicBezTo>
                <a:cubicBezTo>
                  <a:pt x="168" y="112"/>
                  <a:pt x="169" y="113"/>
                  <a:pt x="169" y="113"/>
                </a:cubicBezTo>
                <a:cubicBezTo>
                  <a:pt x="170" y="112"/>
                  <a:pt x="170" y="112"/>
                  <a:pt x="170" y="112"/>
                </a:cubicBezTo>
                <a:cubicBezTo>
                  <a:pt x="170" y="112"/>
                  <a:pt x="171" y="111"/>
                  <a:pt x="172" y="112"/>
                </a:cubicBezTo>
                <a:cubicBezTo>
                  <a:pt x="173" y="112"/>
                  <a:pt x="173" y="112"/>
                  <a:pt x="173" y="112"/>
                </a:cubicBezTo>
                <a:cubicBezTo>
                  <a:pt x="173" y="112"/>
                  <a:pt x="173" y="110"/>
                  <a:pt x="174" y="111"/>
                </a:cubicBezTo>
                <a:cubicBezTo>
                  <a:pt x="174" y="111"/>
                  <a:pt x="175" y="112"/>
                  <a:pt x="175" y="112"/>
                </a:cubicBezTo>
                <a:cubicBezTo>
                  <a:pt x="176" y="109"/>
                  <a:pt x="176" y="109"/>
                  <a:pt x="176" y="109"/>
                </a:cubicBezTo>
                <a:cubicBezTo>
                  <a:pt x="176" y="109"/>
                  <a:pt x="176" y="106"/>
                  <a:pt x="176" y="105"/>
                </a:cubicBezTo>
                <a:cubicBezTo>
                  <a:pt x="176" y="105"/>
                  <a:pt x="176" y="101"/>
                  <a:pt x="176" y="100"/>
                </a:cubicBezTo>
                <a:cubicBezTo>
                  <a:pt x="176" y="100"/>
                  <a:pt x="176" y="99"/>
                  <a:pt x="176" y="99"/>
                </a:cubicBezTo>
                <a:cubicBezTo>
                  <a:pt x="177" y="99"/>
                  <a:pt x="177" y="97"/>
                  <a:pt x="177" y="97"/>
                </a:cubicBezTo>
                <a:cubicBezTo>
                  <a:pt x="177" y="96"/>
                  <a:pt x="177" y="96"/>
                  <a:pt x="177" y="96"/>
                </a:cubicBezTo>
                <a:cubicBezTo>
                  <a:pt x="180" y="95"/>
                  <a:pt x="180" y="95"/>
                  <a:pt x="180" y="95"/>
                </a:cubicBezTo>
                <a:cubicBezTo>
                  <a:pt x="181" y="95"/>
                  <a:pt x="181" y="95"/>
                  <a:pt x="181" y="95"/>
                </a:cubicBezTo>
                <a:cubicBezTo>
                  <a:pt x="183" y="96"/>
                  <a:pt x="183" y="96"/>
                  <a:pt x="183" y="96"/>
                </a:cubicBezTo>
                <a:cubicBezTo>
                  <a:pt x="182" y="98"/>
                  <a:pt x="182" y="98"/>
                  <a:pt x="182" y="98"/>
                </a:cubicBezTo>
                <a:cubicBezTo>
                  <a:pt x="182" y="102"/>
                  <a:pt x="182" y="102"/>
                  <a:pt x="182" y="102"/>
                </a:cubicBezTo>
                <a:cubicBezTo>
                  <a:pt x="184" y="102"/>
                  <a:pt x="184" y="102"/>
                  <a:pt x="184" y="102"/>
                </a:cubicBezTo>
                <a:cubicBezTo>
                  <a:pt x="182" y="105"/>
                  <a:pt x="182" y="105"/>
                  <a:pt x="182" y="105"/>
                </a:cubicBezTo>
                <a:cubicBezTo>
                  <a:pt x="185" y="108"/>
                  <a:pt x="185" y="108"/>
                  <a:pt x="185" y="108"/>
                </a:cubicBezTo>
                <a:cubicBezTo>
                  <a:pt x="185" y="108"/>
                  <a:pt x="187" y="108"/>
                  <a:pt x="188" y="108"/>
                </a:cubicBezTo>
                <a:cubicBezTo>
                  <a:pt x="188" y="108"/>
                  <a:pt x="191" y="109"/>
                  <a:pt x="191" y="109"/>
                </a:cubicBezTo>
                <a:cubicBezTo>
                  <a:pt x="191" y="109"/>
                  <a:pt x="193" y="108"/>
                  <a:pt x="194" y="108"/>
                </a:cubicBezTo>
                <a:cubicBezTo>
                  <a:pt x="194" y="108"/>
                  <a:pt x="195" y="107"/>
                  <a:pt x="195" y="107"/>
                </a:cubicBezTo>
                <a:cubicBezTo>
                  <a:pt x="197" y="107"/>
                  <a:pt x="197" y="107"/>
                  <a:pt x="197" y="107"/>
                </a:cubicBezTo>
                <a:cubicBezTo>
                  <a:pt x="199" y="108"/>
                  <a:pt x="199" y="108"/>
                  <a:pt x="199" y="108"/>
                </a:cubicBezTo>
                <a:cubicBezTo>
                  <a:pt x="202" y="108"/>
                  <a:pt x="202" y="108"/>
                  <a:pt x="202" y="108"/>
                </a:cubicBezTo>
                <a:cubicBezTo>
                  <a:pt x="202" y="108"/>
                  <a:pt x="208" y="108"/>
                  <a:pt x="208" y="107"/>
                </a:cubicBezTo>
                <a:cubicBezTo>
                  <a:pt x="209" y="107"/>
                  <a:pt x="211" y="107"/>
                  <a:pt x="211" y="107"/>
                </a:cubicBezTo>
                <a:cubicBezTo>
                  <a:pt x="212" y="102"/>
                  <a:pt x="212" y="102"/>
                  <a:pt x="212" y="102"/>
                </a:cubicBezTo>
                <a:cubicBezTo>
                  <a:pt x="212" y="102"/>
                  <a:pt x="210" y="101"/>
                  <a:pt x="210" y="101"/>
                </a:cubicBezTo>
                <a:cubicBezTo>
                  <a:pt x="210" y="101"/>
                  <a:pt x="207" y="100"/>
                  <a:pt x="207" y="100"/>
                </a:cubicBezTo>
                <a:cubicBezTo>
                  <a:pt x="207" y="98"/>
                  <a:pt x="207" y="98"/>
                  <a:pt x="207" y="98"/>
                </a:cubicBezTo>
                <a:cubicBezTo>
                  <a:pt x="209" y="98"/>
                  <a:pt x="209" y="98"/>
                  <a:pt x="209" y="98"/>
                </a:cubicBezTo>
                <a:cubicBezTo>
                  <a:pt x="209" y="98"/>
                  <a:pt x="212" y="98"/>
                  <a:pt x="213" y="98"/>
                </a:cubicBezTo>
                <a:cubicBezTo>
                  <a:pt x="214" y="97"/>
                  <a:pt x="215" y="97"/>
                  <a:pt x="216" y="97"/>
                </a:cubicBezTo>
                <a:cubicBezTo>
                  <a:pt x="216" y="97"/>
                  <a:pt x="217" y="96"/>
                  <a:pt x="218" y="96"/>
                </a:cubicBezTo>
                <a:cubicBezTo>
                  <a:pt x="218" y="95"/>
                  <a:pt x="218" y="94"/>
                  <a:pt x="218" y="94"/>
                </a:cubicBezTo>
                <a:cubicBezTo>
                  <a:pt x="218" y="94"/>
                  <a:pt x="220" y="93"/>
                  <a:pt x="220" y="93"/>
                </a:cubicBezTo>
                <a:cubicBezTo>
                  <a:pt x="220" y="92"/>
                  <a:pt x="221" y="91"/>
                  <a:pt x="222" y="90"/>
                </a:cubicBezTo>
                <a:cubicBezTo>
                  <a:pt x="223" y="90"/>
                  <a:pt x="224" y="89"/>
                  <a:pt x="226" y="89"/>
                </a:cubicBezTo>
                <a:cubicBezTo>
                  <a:pt x="227" y="88"/>
                  <a:pt x="228" y="88"/>
                  <a:pt x="228" y="88"/>
                </a:cubicBezTo>
                <a:cubicBezTo>
                  <a:pt x="229" y="87"/>
                  <a:pt x="230" y="86"/>
                  <a:pt x="231" y="86"/>
                </a:cubicBezTo>
                <a:cubicBezTo>
                  <a:pt x="231" y="85"/>
                  <a:pt x="231" y="84"/>
                  <a:pt x="231" y="84"/>
                </a:cubicBezTo>
                <a:cubicBezTo>
                  <a:pt x="232" y="84"/>
                  <a:pt x="234" y="83"/>
                  <a:pt x="235" y="83"/>
                </a:cubicBezTo>
                <a:cubicBezTo>
                  <a:pt x="236" y="83"/>
                  <a:pt x="237" y="84"/>
                  <a:pt x="240" y="85"/>
                </a:cubicBezTo>
                <a:cubicBezTo>
                  <a:pt x="242" y="85"/>
                  <a:pt x="242" y="84"/>
                  <a:pt x="243" y="84"/>
                </a:cubicBezTo>
                <a:cubicBezTo>
                  <a:pt x="243" y="84"/>
                  <a:pt x="246" y="82"/>
                  <a:pt x="247" y="82"/>
                </a:cubicBezTo>
                <a:cubicBezTo>
                  <a:pt x="247" y="82"/>
                  <a:pt x="249" y="83"/>
                  <a:pt x="249" y="84"/>
                </a:cubicBezTo>
                <a:cubicBezTo>
                  <a:pt x="250" y="84"/>
                  <a:pt x="252" y="87"/>
                  <a:pt x="252" y="88"/>
                </a:cubicBezTo>
                <a:cubicBezTo>
                  <a:pt x="252" y="89"/>
                  <a:pt x="251" y="91"/>
                  <a:pt x="251" y="92"/>
                </a:cubicBezTo>
                <a:cubicBezTo>
                  <a:pt x="250" y="92"/>
                  <a:pt x="248" y="94"/>
                  <a:pt x="248" y="94"/>
                </a:cubicBezTo>
                <a:cubicBezTo>
                  <a:pt x="255" y="97"/>
                  <a:pt x="255" y="97"/>
                  <a:pt x="255" y="97"/>
                </a:cubicBezTo>
                <a:cubicBezTo>
                  <a:pt x="255" y="97"/>
                  <a:pt x="255" y="98"/>
                  <a:pt x="255" y="99"/>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5" name="Freeform 44"/>
          <p:cNvSpPr>
            <a:spLocks/>
          </p:cNvSpPr>
          <p:nvPr/>
        </p:nvSpPr>
        <p:spPr bwMode="auto">
          <a:xfrm>
            <a:off x="6362701" y="4406900"/>
            <a:ext cx="241300" cy="127000"/>
          </a:xfrm>
          <a:custGeom>
            <a:avLst/>
            <a:gdLst>
              <a:gd name="T0" fmla="*/ 54 w 59"/>
              <a:gd name="T1" fmla="*/ 19 h 31"/>
              <a:gd name="T2" fmla="*/ 52 w 59"/>
              <a:gd name="T3" fmla="*/ 18 h 31"/>
              <a:gd name="T4" fmla="*/ 51 w 59"/>
              <a:gd name="T5" fmla="*/ 14 h 31"/>
              <a:gd name="T6" fmla="*/ 47 w 59"/>
              <a:gd name="T7" fmla="*/ 12 h 31"/>
              <a:gd name="T8" fmla="*/ 43 w 59"/>
              <a:gd name="T9" fmla="*/ 10 h 31"/>
              <a:gd name="T10" fmla="*/ 39 w 59"/>
              <a:gd name="T11" fmla="*/ 11 h 31"/>
              <a:gd name="T12" fmla="*/ 36 w 59"/>
              <a:gd name="T13" fmla="*/ 12 h 31"/>
              <a:gd name="T14" fmla="*/ 33 w 59"/>
              <a:gd name="T15" fmla="*/ 12 h 31"/>
              <a:gd name="T16" fmla="*/ 33 w 59"/>
              <a:gd name="T17" fmla="*/ 10 h 31"/>
              <a:gd name="T18" fmla="*/ 30 w 59"/>
              <a:gd name="T19" fmla="*/ 9 h 31"/>
              <a:gd name="T20" fmla="*/ 26 w 59"/>
              <a:gd name="T21" fmla="*/ 6 h 31"/>
              <a:gd name="T22" fmla="*/ 24 w 59"/>
              <a:gd name="T23" fmla="*/ 5 h 31"/>
              <a:gd name="T24" fmla="*/ 18 w 59"/>
              <a:gd name="T25" fmla="*/ 5 h 31"/>
              <a:gd name="T26" fmla="*/ 13 w 59"/>
              <a:gd name="T27" fmla="*/ 4 h 31"/>
              <a:gd name="T28" fmla="*/ 10 w 59"/>
              <a:gd name="T29" fmla="*/ 3 h 31"/>
              <a:gd name="T30" fmla="*/ 6 w 59"/>
              <a:gd name="T31" fmla="*/ 1 h 31"/>
              <a:gd name="T32" fmla="*/ 3 w 59"/>
              <a:gd name="T33" fmla="*/ 1 h 31"/>
              <a:gd name="T34" fmla="*/ 1 w 59"/>
              <a:gd name="T35" fmla="*/ 3 h 31"/>
              <a:gd name="T36" fmla="*/ 5 w 59"/>
              <a:gd name="T37" fmla="*/ 6 h 31"/>
              <a:gd name="T38" fmla="*/ 10 w 59"/>
              <a:gd name="T39" fmla="*/ 9 h 31"/>
              <a:gd name="T40" fmla="*/ 14 w 59"/>
              <a:gd name="T41" fmla="*/ 13 h 31"/>
              <a:gd name="T42" fmla="*/ 16 w 59"/>
              <a:gd name="T43" fmla="*/ 22 h 31"/>
              <a:gd name="T44" fmla="*/ 17 w 59"/>
              <a:gd name="T45" fmla="*/ 26 h 31"/>
              <a:gd name="T46" fmla="*/ 22 w 59"/>
              <a:gd name="T47" fmla="*/ 25 h 31"/>
              <a:gd name="T48" fmla="*/ 25 w 59"/>
              <a:gd name="T49" fmla="*/ 26 h 31"/>
              <a:gd name="T50" fmla="*/ 28 w 59"/>
              <a:gd name="T51" fmla="*/ 28 h 31"/>
              <a:gd name="T52" fmla="*/ 31 w 59"/>
              <a:gd name="T53" fmla="*/ 30 h 31"/>
              <a:gd name="T54" fmla="*/ 35 w 59"/>
              <a:gd name="T55" fmla="*/ 30 h 31"/>
              <a:gd name="T56" fmla="*/ 37 w 59"/>
              <a:gd name="T57" fmla="*/ 29 h 31"/>
              <a:gd name="T58" fmla="*/ 40 w 59"/>
              <a:gd name="T59" fmla="*/ 29 h 31"/>
              <a:gd name="T60" fmla="*/ 42 w 59"/>
              <a:gd name="T61" fmla="*/ 29 h 31"/>
              <a:gd name="T62" fmla="*/ 47 w 59"/>
              <a:gd name="T63" fmla="*/ 26 h 31"/>
              <a:gd name="T64" fmla="*/ 54 w 59"/>
              <a:gd name="T65" fmla="*/ 29 h 31"/>
              <a:gd name="T66" fmla="*/ 57 w 59"/>
              <a:gd name="T67" fmla="*/ 30 h 31"/>
              <a:gd name="T68" fmla="*/ 57 w 59"/>
              <a:gd name="T69" fmla="*/ 26 h 31"/>
              <a:gd name="T70" fmla="*/ 56 w 59"/>
              <a:gd name="T71" fmla="*/ 24 h 31"/>
              <a:gd name="T72" fmla="*/ 56 w 59"/>
              <a:gd name="T73" fmla="*/ 22 h 31"/>
              <a:gd name="T74" fmla="*/ 57 w 59"/>
              <a:gd name="T75" fmla="*/ 21 h 31"/>
              <a:gd name="T76" fmla="*/ 56 w 59"/>
              <a:gd name="T7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 h="31">
                <a:moveTo>
                  <a:pt x="56" y="20"/>
                </a:moveTo>
                <a:cubicBezTo>
                  <a:pt x="55" y="19"/>
                  <a:pt x="54" y="20"/>
                  <a:pt x="54" y="19"/>
                </a:cubicBezTo>
                <a:cubicBezTo>
                  <a:pt x="54" y="19"/>
                  <a:pt x="53" y="19"/>
                  <a:pt x="53" y="19"/>
                </a:cubicBezTo>
                <a:cubicBezTo>
                  <a:pt x="53" y="19"/>
                  <a:pt x="52" y="19"/>
                  <a:pt x="52" y="18"/>
                </a:cubicBezTo>
                <a:cubicBezTo>
                  <a:pt x="51" y="18"/>
                  <a:pt x="50" y="17"/>
                  <a:pt x="50" y="16"/>
                </a:cubicBezTo>
                <a:cubicBezTo>
                  <a:pt x="50" y="15"/>
                  <a:pt x="51" y="15"/>
                  <a:pt x="51" y="14"/>
                </a:cubicBezTo>
                <a:cubicBezTo>
                  <a:pt x="51" y="13"/>
                  <a:pt x="50" y="13"/>
                  <a:pt x="49" y="13"/>
                </a:cubicBezTo>
                <a:cubicBezTo>
                  <a:pt x="48" y="13"/>
                  <a:pt x="47" y="13"/>
                  <a:pt x="47" y="12"/>
                </a:cubicBezTo>
                <a:cubicBezTo>
                  <a:pt x="46" y="12"/>
                  <a:pt x="46" y="11"/>
                  <a:pt x="45" y="11"/>
                </a:cubicBezTo>
                <a:cubicBezTo>
                  <a:pt x="45" y="11"/>
                  <a:pt x="44" y="10"/>
                  <a:pt x="43" y="10"/>
                </a:cubicBezTo>
                <a:cubicBezTo>
                  <a:pt x="43" y="10"/>
                  <a:pt x="43" y="11"/>
                  <a:pt x="42" y="12"/>
                </a:cubicBezTo>
                <a:cubicBezTo>
                  <a:pt x="41" y="11"/>
                  <a:pt x="40" y="10"/>
                  <a:pt x="39" y="11"/>
                </a:cubicBezTo>
                <a:cubicBezTo>
                  <a:pt x="38" y="11"/>
                  <a:pt x="37" y="12"/>
                  <a:pt x="37" y="12"/>
                </a:cubicBezTo>
                <a:cubicBezTo>
                  <a:pt x="36" y="12"/>
                  <a:pt x="36" y="12"/>
                  <a:pt x="36" y="12"/>
                </a:cubicBezTo>
                <a:cubicBezTo>
                  <a:pt x="35" y="12"/>
                  <a:pt x="35" y="13"/>
                  <a:pt x="35" y="13"/>
                </a:cubicBezTo>
                <a:cubicBezTo>
                  <a:pt x="35" y="12"/>
                  <a:pt x="34" y="13"/>
                  <a:pt x="33" y="12"/>
                </a:cubicBezTo>
                <a:cubicBezTo>
                  <a:pt x="33" y="12"/>
                  <a:pt x="33" y="11"/>
                  <a:pt x="33" y="11"/>
                </a:cubicBezTo>
                <a:cubicBezTo>
                  <a:pt x="34" y="10"/>
                  <a:pt x="33" y="11"/>
                  <a:pt x="33" y="10"/>
                </a:cubicBezTo>
                <a:cubicBezTo>
                  <a:pt x="32" y="10"/>
                  <a:pt x="32" y="10"/>
                  <a:pt x="32" y="9"/>
                </a:cubicBezTo>
                <a:cubicBezTo>
                  <a:pt x="31" y="9"/>
                  <a:pt x="30" y="9"/>
                  <a:pt x="30" y="9"/>
                </a:cubicBezTo>
                <a:cubicBezTo>
                  <a:pt x="29" y="8"/>
                  <a:pt x="28" y="8"/>
                  <a:pt x="27" y="8"/>
                </a:cubicBezTo>
                <a:cubicBezTo>
                  <a:pt x="27" y="7"/>
                  <a:pt x="27" y="7"/>
                  <a:pt x="26" y="6"/>
                </a:cubicBezTo>
                <a:cubicBezTo>
                  <a:pt x="26" y="6"/>
                  <a:pt x="25" y="6"/>
                  <a:pt x="25" y="5"/>
                </a:cubicBezTo>
                <a:cubicBezTo>
                  <a:pt x="24" y="5"/>
                  <a:pt x="24" y="5"/>
                  <a:pt x="24" y="5"/>
                </a:cubicBezTo>
                <a:cubicBezTo>
                  <a:pt x="22" y="6"/>
                  <a:pt x="21" y="4"/>
                  <a:pt x="20" y="4"/>
                </a:cubicBezTo>
                <a:cubicBezTo>
                  <a:pt x="19" y="5"/>
                  <a:pt x="19" y="5"/>
                  <a:pt x="18" y="5"/>
                </a:cubicBezTo>
                <a:cubicBezTo>
                  <a:pt x="18" y="5"/>
                  <a:pt x="16" y="5"/>
                  <a:pt x="16" y="5"/>
                </a:cubicBezTo>
                <a:cubicBezTo>
                  <a:pt x="15" y="5"/>
                  <a:pt x="14" y="5"/>
                  <a:pt x="13" y="4"/>
                </a:cubicBezTo>
                <a:cubicBezTo>
                  <a:pt x="12" y="4"/>
                  <a:pt x="12" y="3"/>
                  <a:pt x="11" y="3"/>
                </a:cubicBezTo>
                <a:cubicBezTo>
                  <a:pt x="11" y="3"/>
                  <a:pt x="10" y="3"/>
                  <a:pt x="10" y="3"/>
                </a:cubicBezTo>
                <a:cubicBezTo>
                  <a:pt x="9" y="3"/>
                  <a:pt x="8" y="2"/>
                  <a:pt x="8" y="2"/>
                </a:cubicBezTo>
                <a:cubicBezTo>
                  <a:pt x="7" y="2"/>
                  <a:pt x="7" y="1"/>
                  <a:pt x="6" y="1"/>
                </a:cubicBezTo>
                <a:cubicBezTo>
                  <a:pt x="5" y="1"/>
                  <a:pt x="5" y="1"/>
                  <a:pt x="4" y="1"/>
                </a:cubicBezTo>
                <a:cubicBezTo>
                  <a:pt x="4" y="1"/>
                  <a:pt x="3" y="1"/>
                  <a:pt x="3" y="1"/>
                </a:cubicBezTo>
                <a:cubicBezTo>
                  <a:pt x="1" y="0"/>
                  <a:pt x="0" y="1"/>
                  <a:pt x="0" y="2"/>
                </a:cubicBezTo>
                <a:cubicBezTo>
                  <a:pt x="0" y="3"/>
                  <a:pt x="1" y="3"/>
                  <a:pt x="1" y="3"/>
                </a:cubicBezTo>
                <a:cubicBezTo>
                  <a:pt x="2" y="4"/>
                  <a:pt x="2" y="4"/>
                  <a:pt x="2" y="5"/>
                </a:cubicBezTo>
                <a:cubicBezTo>
                  <a:pt x="3" y="6"/>
                  <a:pt x="4" y="6"/>
                  <a:pt x="5" y="6"/>
                </a:cubicBezTo>
                <a:cubicBezTo>
                  <a:pt x="7" y="6"/>
                  <a:pt x="8" y="7"/>
                  <a:pt x="9" y="8"/>
                </a:cubicBezTo>
                <a:cubicBezTo>
                  <a:pt x="9" y="8"/>
                  <a:pt x="10" y="9"/>
                  <a:pt x="10" y="9"/>
                </a:cubicBezTo>
                <a:cubicBezTo>
                  <a:pt x="10" y="10"/>
                  <a:pt x="11" y="10"/>
                  <a:pt x="11" y="10"/>
                </a:cubicBezTo>
                <a:cubicBezTo>
                  <a:pt x="13" y="11"/>
                  <a:pt x="13" y="11"/>
                  <a:pt x="14" y="13"/>
                </a:cubicBezTo>
                <a:cubicBezTo>
                  <a:pt x="14" y="14"/>
                  <a:pt x="14" y="16"/>
                  <a:pt x="15" y="17"/>
                </a:cubicBezTo>
                <a:cubicBezTo>
                  <a:pt x="15" y="19"/>
                  <a:pt x="16" y="20"/>
                  <a:pt x="16" y="22"/>
                </a:cubicBezTo>
                <a:cubicBezTo>
                  <a:pt x="15" y="23"/>
                  <a:pt x="14" y="24"/>
                  <a:pt x="14" y="25"/>
                </a:cubicBezTo>
                <a:cubicBezTo>
                  <a:pt x="15" y="26"/>
                  <a:pt x="15" y="26"/>
                  <a:pt x="17" y="26"/>
                </a:cubicBezTo>
                <a:cubicBezTo>
                  <a:pt x="18" y="25"/>
                  <a:pt x="19" y="25"/>
                  <a:pt x="20" y="26"/>
                </a:cubicBezTo>
                <a:cubicBezTo>
                  <a:pt x="21" y="26"/>
                  <a:pt x="21" y="26"/>
                  <a:pt x="22" y="25"/>
                </a:cubicBezTo>
                <a:cubicBezTo>
                  <a:pt x="23" y="25"/>
                  <a:pt x="23" y="24"/>
                  <a:pt x="24" y="24"/>
                </a:cubicBezTo>
                <a:cubicBezTo>
                  <a:pt x="25" y="24"/>
                  <a:pt x="24" y="25"/>
                  <a:pt x="25" y="26"/>
                </a:cubicBezTo>
                <a:cubicBezTo>
                  <a:pt x="25" y="26"/>
                  <a:pt x="27" y="27"/>
                  <a:pt x="27" y="27"/>
                </a:cubicBezTo>
                <a:cubicBezTo>
                  <a:pt x="27" y="27"/>
                  <a:pt x="28" y="28"/>
                  <a:pt x="28" y="28"/>
                </a:cubicBezTo>
                <a:cubicBezTo>
                  <a:pt x="28" y="28"/>
                  <a:pt x="28" y="28"/>
                  <a:pt x="28" y="29"/>
                </a:cubicBezTo>
                <a:cubicBezTo>
                  <a:pt x="29" y="30"/>
                  <a:pt x="30" y="29"/>
                  <a:pt x="31" y="30"/>
                </a:cubicBezTo>
                <a:cubicBezTo>
                  <a:pt x="32" y="30"/>
                  <a:pt x="32" y="30"/>
                  <a:pt x="33" y="30"/>
                </a:cubicBezTo>
                <a:cubicBezTo>
                  <a:pt x="33" y="30"/>
                  <a:pt x="34" y="30"/>
                  <a:pt x="35" y="30"/>
                </a:cubicBezTo>
                <a:cubicBezTo>
                  <a:pt x="35" y="29"/>
                  <a:pt x="36" y="29"/>
                  <a:pt x="36" y="29"/>
                </a:cubicBezTo>
                <a:cubicBezTo>
                  <a:pt x="37" y="29"/>
                  <a:pt x="37" y="29"/>
                  <a:pt x="37" y="29"/>
                </a:cubicBezTo>
                <a:cubicBezTo>
                  <a:pt x="38" y="29"/>
                  <a:pt x="38" y="29"/>
                  <a:pt x="39" y="29"/>
                </a:cubicBezTo>
                <a:cubicBezTo>
                  <a:pt x="39" y="29"/>
                  <a:pt x="39" y="29"/>
                  <a:pt x="40" y="29"/>
                </a:cubicBezTo>
                <a:cubicBezTo>
                  <a:pt x="40" y="29"/>
                  <a:pt x="40" y="29"/>
                  <a:pt x="41" y="29"/>
                </a:cubicBezTo>
                <a:cubicBezTo>
                  <a:pt x="41" y="29"/>
                  <a:pt x="42" y="29"/>
                  <a:pt x="42" y="29"/>
                </a:cubicBezTo>
                <a:cubicBezTo>
                  <a:pt x="43" y="28"/>
                  <a:pt x="44" y="28"/>
                  <a:pt x="45" y="28"/>
                </a:cubicBezTo>
                <a:cubicBezTo>
                  <a:pt x="45" y="27"/>
                  <a:pt x="47" y="26"/>
                  <a:pt x="47" y="26"/>
                </a:cubicBezTo>
                <a:cubicBezTo>
                  <a:pt x="48" y="26"/>
                  <a:pt x="50" y="27"/>
                  <a:pt x="50" y="27"/>
                </a:cubicBezTo>
                <a:cubicBezTo>
                  <a:pt x="51" y="28"/>
                  <a:pt x="52" y="29"/>
                  <a:pt x="54" y="29"/>
                </a:cubicBezTo>
                <a:cubicBezTo>
                  <a:pt x="54" y="29"/>
                  <a:pt x="55" y="29"/>
                  <a:pt x="55" y="29"/>
                </a:cubicBezTo>
                <a:cubicBezTo>
                  <a:pt x="56" y="29"/>
                  <a:pt x="56" y="30"/>
                  <a:pt x="57" y="30"/>
                </a:cubicBezTo>
                <a:cubicBezTo>
                  <a:pt x="58" y="31"/>
                  <a:pt x="59" y="30"/>
                  <a:pt x="59" y="29"/>
                </a:cubicBezTo>
                <a:cubicBezTo>
                  <a:pt x="59" y="27"/>
                  <a:pt x="58" y="27"/>
                  <a:pt x="57" y="26"/>
                </a:cubicBezTo>
                <a:cubicBezTo>
                  <a:pt x="56" y="26"/>
                  <a:pt x="56" y="26"/>
                  <a:pt x="56" y="25"/>
                </a:cubicBezTo>
                <a:cubicBezTo>
                  <a:pt x="56" y="25"/>
                  <a:pt x="56" y="25"/>
                  <a:pt x="56" y="24"/>
                </a:cubicBezTo>
                <a:cubicBezTo>
                  <a:pt x="56" y="24"/>
                  <a:pt x="55" y="24"/>
                  <a:pt x="55" y="24"/>
                </a:cubicBezTo>
                <a:cubicBezTo>
                  <a:pt x="55" y="23"/>
                  <a:pt x="55" y="23"/>
                  <a:pt x="56" y="22"/>
                </a:cubicBezTo>
                <a:cubicBezTo>
                  <a:pt x="56" y="22"/>
                  <a:pt x="56" y="22"/>
                  <a:pt x="56" y="22"/>
                </a:cubicBezTo>
                <a:cubicBezTo>
                  <a:pt x="57" y="22"/>
                  <a:pt x="57" y="21"/>
                  <a:pt x="57" y="21"/>
                </a:cubicBezTo>
                <a:cubicBezTo>
                  <a:pt x="57" y="20"/>
                  <a:pt x="55" y="20"/>
                  <a:pt x="56" y="20"/>
                </a:cubicBezTo>
                <a:cubicBezTo>
                  <a:pt x="55" y="19"/>
                  <a:pt x="55" y="20"/>
                  <a:pt x="56" y="20"/>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6" name="Freeform 45"/>
          <p:cNvSpPr>
            <a:spLocks/>
          </p:cNvSpPr>
          <p:nvPr/>
        </p:nvSpPr>
        <p:spPr bwMode="auto">
          <a:xfrm>
            <a:off x="6080126" y="4779963"/>
            <a:ext cx="88900" cy="53975"/>
          </a:xfrm>
          <a:custGeom>
            <a:avLst/>
            <a:gdLst>
              <a:gd name="T0" fmla="*/ 13 w 22"/>
              <a:gd name="T1" fmla="*/ 8 h 13"/>
              <a:gd name="T2" fmla="*/ 13 w 22"/>
              <a:gd name="T3" fmla="*/ 9 h 13"/>
              <a:gd name="T4" fmla="*/ 12 w 22"/>
              <a:gd name="T5" fmla="*/ 10 h 13"/>
              <a:gd name="T6" fmla="*/ 9 w 22"/>
              <a:gd name="T7" fmla="*/ 11 h 13"/>
              <a:gd name="T8" fmla="*/ 7 w 22"/>
              <a:gd name="T9" fmla="*/ 12 h 13"/>
              <a:gd name="T10" fmla="*/ 7 w 22"/>
              <a:gd name="T11" fmla="*/ 13 h 13"/>
              <a:gd name="T12" fmla="*/ 6 w 22"/>
              <a:gd name="T13" fmla="*/ 11 h 13"/>
              <a:gd name="T14" fmla="*/ 4 w 22"/>
              <a:gd name="T15" fmla="*/ 12 h 13"/>
              <a:gd name="T16" fmla="*/ 3 w 22"/>
              <a:gd name="T17" fmla="*/ 11 h 13"/>
              <a:gd name="T18" fmla="*/ 2 w 22"/>
              <a:gd name="T19" fmla="*/ 10 h 13"/>
              <a:gd name="T20" fmla="*/ 1 w 22"/>
              <a:gd name="T21" fmla="*/ 9 h 13"/>
              <a:gd name="T22" fmla="*/ 0 w 22"/>
              <a:gd name="T23" fmla="*/ 7 h 13"/>
              <a:gd name="T24" fmla="*/ 2 w 22"/>
              <a:gd name="T25" fmla="*/ 7 h 13"/>
              <a:gd name="T26" fmla="*/ 4 w 22"/>
              <a:gd name="T27" fmla="*/ 6 h 13"/>
              <a:gd name="T28" fmla="*/ 5 w 22"/>
              <a:gd name="T29" fmla="*/ 6 h 13"/>
              <a:gd name="T30" fmla="*/ 6 w 22"/>
              <a:gd name="T31" fmla="*/ 5 h 13"/>
              <a:gd name="T32" fmla="*/ 7 w 22"/>
              <a:gd name="T33" fmla="*/ 4 h 13"/>
              <a:gd name="T34" fmla="*/ 11 w 22"/>
              <a:gd name="T35" fmla="*/ 4 h 13"/>
              <a:gd name="T36" fmla="*/ 14 w 22"/>
              <a:gd name="T37" fmla="*/ 3 h 13"/>
              <a:gd name="T38" fmla="*/ 17 w 22"/>
              <a:gd name="T39" fmla="*/ 2 h 13"/>
              <a:gd name="T40" fmla="*/ 20 w 22"/>
              <a:gd name="T41" fmla="*/ 0 h 13"/>
              <a:gd name="T42" fmla="*/ 20 w 22"/>
              <a:gd name="T43" fmla="*/ 2 h 13"/>
              <a:gd name="T44" fmla="*/ 17 w 22"/>
              <a:gd name="T45" fmla="*/ 4 h 13"/>
              <a:gd name="T46" fmla="*/ 16 w 22"/>
              <a:gd name="T47" fmla="*/ 7 h 13"/>
              <a:gd name="T48" fmla="*/ 16 w 22"/>
              <a:gd name="T49" fmla="*/ 8 h 13"/>
              <a:gd name="T50" fmla="*/ 13 w 22"/>
              <a:gd name="T51" fmla="*/ 8 h 13"/>
              <a:gd name="T52" fmla="*/ 13 w 22"/>
              <a:gd name="T5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13">
                <a:moveTo>
                  <a:pt x="13" y="8"/>
                </a:moveTo>
                <a:cubicBezTo>
                  <a:pt x="13" y="8"/>
                  <a:pt x="13" y="9"/>
                  <a:pt x="13" y="9"/>
                </a:cubicBezTo>
                <a:cubicBezTo>
                  <a:pt x="12" y="10"/>
                  <a:pt x="12" y="10"/>
                  <a:pt x="12" y="10"/>
                </a:cubicBezTo>
                <a:cubicBezTo>
                  <a:pt x="11" y="11"/>
                  <a:pt x="10" y="11"/>
                  <a:pt x="9" y="11"/>
                </a:cubicBezTo>
                <a:cubicBezTo>
                  <a:pt x="8" y="11"/>
                  <a:pt x="8" y="11"/>
                  <a:pt x="7" y="12"/>
                </a:cubicBezTo>
                <a:cubicBezTo>
                  <a:pt x="7" y="12"/>
                  <a:pt x="7" y="13"/>
                  <a:pt x="7" y="13"/>
                </a:cubicBezTo>
                <a:cubicBezTo>
                  <a:pt x="6" y="12"/>
                  <a:pt x="6" y="11"/>
                  <a:pt x="6" y="11"/>
                </a:cubicBezTo>
                <a:cubicBezTo>
                  <a:pt x="5" y="11"/>
                  <a:pt x="5" y="12"/>
                  <a:pt x="4" y="12"/>
                </a:cubicBezTo>
                <a:cubicBezTo>
                  <a:pt x="4" y="11"/>
                  <a:pt x="3" y="11"/>
                  <a:pt x="3" y="11"/>
                </a:cubicBezTo>
                <a:cubicBezTo>
                  <a:pt x="3" y="11"/>
                  <a:pt x="2" y="11"/>
                  <a:pt x="2" y="10"/>
                </a:cubicBezTo>
                <a:cubicBezTo>
                  <a:pt x="1" y="10"/>
                  <a:pt x="1" y="9"/>
                  <a:pt x="1" y="9"/>
                </a:cubicBezTo>
                <a:cubicBezTo>
                  <a:pt x="1" y="8"/>
                  <a:pt x="0" y="8"/>
                  <a:pt x="0" y="7"/>
                </a:cubicBezTo>
                <a:cubicBezTo>
                  <a:pt x="1" y="6"/>
                  <a:pt x="2" y="7"/>
                  <a:pt x="2" y="7"/>
                </a:cubicBezTo>
                <a:cubicBezTo>
                  <a:pt x="3" y="7"/>
                  <a:pt x="3" y="6"/>
                  <a:pt x="4" y="6"/>
                </a:cubicBezTo>
                <a:cubicBezTo>
                  <a:pt x="4" y="6"/>
                  <a:pt x="5" y="7"/>
                  <a:pt x="5" y="6"/>
                </a:cubicBezTo>
                <a:cubicBezTo>
                  <a:pt x="6" y="6"/>
                  <a:pt x="6" y="6"/>
                  <a:pt x="6" y="5"/>
                </a:cubicBezTo>
                <a:cubicBezTo>
                  <a:pt x="7" y="4"/>
                  <a:pt x="6" y="3"/>
                  <a:pt x="7" y="4"/>
                </a:cubicBezTo>
                <a:cubicBezTo>
                  <a:pt x="8" y="4"/>
                  <a:pt x="10" y="4"/>
                  <a:pt x="11" y="4"/>
                </a:cubicBezTo>
                <a:cubicBezTo>
                  <a:pt x="12" y="4"/>
                  <a:pt x="13" y="4"/>
                  <a:pt x="14" y="3"/>
                </a:cubicBezTo>
                <a:cubicBezTo>
                  <a:pt x="15" y="3"/>
                  <a:pt x="16" y="2"/>
                  <a:pt x="17" y="2"/>
                </a:cubicBezTo>
                <a:cubicBezTo>
                  <a:pt x="18" y="1"/>
                  <a:pt x="20" y="0"/>
                  <a:pt x="20" y="0"/>
                </a:cubicBezTo>
                <a:cubicBezTo>
                  <a:pt x="22" y="0"/>
                  <a:pt x="20" y="2"/>
                  <a:pt x="20" y="2"/>
                </a:cubicBezTo>
                <a:cubicBezTo>
                  <a:pt x="18" y="2"/>
                  <a:pt x="18" y="3"/>
                  <a:pt x="17" y="4"/>
                </a:cubicBezTo>
                <a:cubicBezTo>
                  <a:pt x="16" y="4"/>
                  <a:pt x="15" y="5"/>
                  <a:pt x="16" y="7"/>
                </a:cubicBezTo>
                <a:cubicBezTo>
                  <a:pt x="16" y="7"/>
                  <a:pt x="17" y="8"/>
                  <a:pt x="16" y="8"/>
                </a:cubicBezTo>
                <a:cubicBezTo>
                  <a:pt x="15" y="9"/>
                  <a:pt x="14" y="8"/>
                  <a:pt x="13" y="8"/>
                </a:cubicBezTo>
                <a:cubicBezTo>
                  <a:pt x="12" y="9"/>
                  <a:pt x="14" y="8"/>
                  <a:pt x="13" y="8"/>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7" name="Freeform 46"/>
          <p:cNvSpPr>
            <a:spLocks noEditPoints="1"/>
          </p:cNvSpPr>
          <p:nvPr/>
        </p:nvSpPr>
        <p:spPr bwMode="auto">
          <a:xfrm>
            <a:off x="7589838" y="3854450"/>
            <a:ext cx="2239963" cy="1654175"/>
          </a:xfrm>
          <a:custGeom>
            <a:avLst/>
            <a:gdLst>
              <a:gd name="T0" fmla="*/ 316 w 547"/>
              <a:gd name="T1" fmla="*/ 390 h 404"/>
              <a:gd name="T2" fmla="*/ 350 w 547"/>
              <a:gd name="T3" fmla="*/ 369 h 404"/>
              <a:gd name="T4" fmla="*/ 412 w 547"/>
              <a:gd name="T5" fmla="*/ 331 h 404"/>
              <a:gd name="T6" fmla="*/ 527 w 547"/>
              <a:gd name="T7" fmla="*/ 80 h 404"/>
              <a:gd name="T8" fmla="*/ 492 w 547"/>
              <a:gd name="T9" fmla="*/ 57 h 404"/>
              <a:gd name="T10" fmla="*/ 474 w 547"/>
              <a:gd name="T11" fmla="*/ 29 h 404"/>
              <a:gd name="T12" fmla="*/ 457 w 547"/>
              <a:gd name="T13" fmla="*/ 7 h 404"/>
              <a:gd name="T14" fmla="*/ 423 w 547"/>
              <a:gd name="T15" fmla="*/ 5 h 404"/>
              <a:gd name="T16" fmla="*/ 415 w 547"/>
              <a:gd name="T17" fmla="*/ 30 h 404"/>
              <a:gd name="T18" fmla="*/ 385 w 547"/>
              <a:gd name="T19" fmla="*/ 54 h 404"/>
              <a:gd name="T20" fmla="*/ 411 w 547"/>
              <a:gd name="T21" fmla="*/ 97 h 404"/>
              <a:gd name="T22" fmla="*/ 354 w 547"/>
              <a:gd name="T23" fmla="*/ 120 h 404"/>
              <a:gd name="T24" fmla="*/ 281 w 547"/>
              <a:gd name="T25" fmla="*/ 160 h 404"/>
              <a:gd name="T26" fmla="*/ 204 w 547"/>
              <a:gd name="T27" fmla="*/ 145 h 404"/>
              <a:gd name="T28" fmla="*/ 154 w 547"/>
              <a:gd name="T29" fmla="*/ 108 h 404"/>
              <a:gd name="T30" fmla="*/ 138 w 547"/>
              <a:gd name="T31" fmla="*/ 79 h 404"/>
              <a:gd name="T32" fmla="*/ 116 w 547"/>
              <a:gd name="T33" fmla="*/ 72 h 404"/>
              <a:gd name="T34" fmla="*/ 92 w 547"/>
              <a:gd name="T35" fmla="*/ 92 h 404"/>
              <a:gd name="T36" fmla="*/ 59 w 547"/>
              <a:gd name="T37" fmla="*/ 120 h 404"/>
              <a:gd name="T38" fmla="*/ 59 w 547"/>
              <a:gd name="T39" fmla="*/ 146 h 404"/>
              <a:gd name="T40" fmla="*/ 29 w 547"/>
              <a:gd name="T41" fmla="*/ 170 h 404"/>
              <a:gd name="T42" fmla="*/ 3 w 547"/>
              <a:gd name="T43" fmla="*/ 181 h 404"/>
              <a:gd name="T44" fmla="*/ 14 w 547"/>
              <a:gd name="T45" fmla="*/ 209 h 404"/>
              <a:gd name="T46" fmla="*/ 37 w 547"/>
              <a:gd name="T47" fmla="*/ 229 h 404"/>
              <a:gd name="T48" fmla="*/ 56 w 547"/>
              <a:gd name="T49" fmla="*/ 240 h 404"/>
              <a:gd name="T50" fmla="*/ 47 w 547"/>
              <a:gd name="T51" fmla="*/ 260 h 404"/>
              <a:gd name="T52" fmla="*/ 64 w 547"/>
              <a:gd name="T53" fmla="*/ 284 h 404"/>
              <a:gd name="T54" fmla="*/ 87 w 547"/>
              <a:gd name="T55" fmla="*/ 293 h 404"/>
              <a:gd name="T56" fmla="*/ 112 w 547"/>
              <a:gd name="T57" fmla="*/ 307 h 404"/>
              <a:gd name="T58" fmla="*/ 140 w 547"/>
              <a:gd name="T59" fmla="*/ 310 h 404"/>
              <a:gd name="T60" fmla="*/ 185 w 547"/>
              <a:gd name="T61" fmla="*/ 298 h 404"/>
              <a:gd name="T62" fmla="*/ 213 w 547"/>
              <a:gd name="T63" fmla="*/ 305 h 404"/>
              <a:gd name="T64" fmla="*/ 216 w 547"/>
              <a:gd name="T65" fmla="*/ 349 h 404"/>
              <a:gd name="T66" fmla="*/ 234 w 547"/>
              <a:gd name="T67" fmla="*/ 372 h 404"/>
              <a:gd name="T68" fmla="*/ 261 w 547"/>
              <a:gd name="T69" fmla="*/ 361 h 404"/>
              <a:gd name="T70" fmla="*/ 293 w 547"/>
              <a:gd name="T71" fmla="*/ 366 h 404"/>
              <a:gd name="T72" fmla="*/ 322 w 547"/>
              <a:gd name="T73" fmla="*/ 376 h 404"/>
              <a:gd name="T74" fmla="*/ 360 w 547"/>
              <a:gd name="T75" fmla="*/ 361 h 404"/>
              <a:gd name="T76" fmla="*/ 388 w 547"/>
              <a:gd name="T77" fmla="*/ 350 h 404"/>
              <a:gd name="T78" fmla="*/ 407 w 547"/>
              <a:gd name="T79" fmla="*/ 334 h 404"/>
              <a:gd name="T80" fmla="*/ 412 w 547"/>
              <a:gd name="T81" fmla="*/ 320 h 404"/>
              <a:gd name="T82" fmla="*/ 432 w 547"/>
              <a:gd name="T83" fmla="*/ 295 h 404"/>
              <a:gd name="T84" fmla="*/ 422 w 547"/>
              <a:gd name="T85" fmla="*/ 282 h 404"/>
              <a:gd name="T86" fmla="*/ 432 w 547"/>
              <a:gd name="T87" fmla="*/ 270 h 404"/>
              <a:gd name="T88" fmla="*/ 421 w 547"/>
              <a:gd name="T89" fmla="*/ 253 h 404"/>
              <a:gd name="T90" fmla="*/ 409 w 547"/>
              <a:gd name="T91" fmla="*/ 237 h 404"/>
              <a:gd name="T92" fmla="*/ 417 w 547"/>
              <a:gd name="T93" fmla="*/ 221 h 404"/>
              <a:gd name="T94" fmla="*/ 427 w 547"/>
              <a:gd name="T95" fmla="*/ 215 h 404"/>
              <a:gd name="T96" fmla="*/ 432 w 547"/>
              <a:gd name="T97" fmla="*/ 206 h 404"/>
              <a:gd name="T98" fmla="*/ 402 w 547"/>
              <a:gd name="T99" fmla="*/ 200 h 404"/>
              <a:gd name="T100" fmla="*/ 399 w 547"/>
              <a:gd name="T101" fmla="*/ 187 h 404"/>
              <a:gd name="T102" fmla="*/ 409 w 547"/>
              <a:gd name="T103" fmla="*/ 180 h 404"/>
              <a:gd name="T104" fmla="*/ 429 w 547"/>
              <a:gd name="T105" fmla="*/ 167 h 404"/>
              <a:gd name="T106" fmla="*/ 424 w 547"/>
              <a:gd name="T107" fmla="*/ 192 h 404"/>
              <a:gd name="T108" fmla="*/ 453 w 547"/>
              <a:gd name="T109" fmla="*/ 179 h 404"/>
              <a:gd name="T110" fmla="*/ 486 w 547"/>
              <a:gd name="T111" fmla="*/ 162 h 404"/>
              <a:gd name="T112" fmla="*/ 503 w 547"/>
              <a:gd name="T113" fmla="*/ 142 h 404"/>
              <a:gd name="T114" fmla="*/ 515 w 547"/>
              <a:gd name="T115" fmla="*/ 132 h 404"/>
              <a:gd name="T116" fmla="*/ 535 w 547"/>
              <a:gd name="T117" fmla="*/ 109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7" h="404">
                <a:moveTo>
                  <a:pt x="333" y="385"/>
                </a:moveTo>
                <a:cubicBezTo>
                  <a:pt x="334" y="386"/>
                  <a:pt x="334" y="387"/>
                  <a:pt x="334" y="387"/>
                </a:cubicBezTo>
                <a:cubicBezTo>
                  <a:pt x="334" y="388"/>
                  <a:pt x="334" y="388"/>
                  <a:pt x="333" y="389"/>
                </a:cubicBezTo>
                <a:cubicBezTo>
                  <a:pt x="331" y="391"/>
                  <a:pt x="330" y="393"/>
                  <a:pt x="330" y="396"/>
                </a:cubicBezTo>
                <a:cubicBezTo>
                  <a:pt x="330" y="396"/>
                  <a:pt x="329" y="397"/>
                  <a:pt x="329" y="397"/>
                </a:cubicBezTo>
                <a:cubicBezTo>
                  <a:pt x="327" y="398"/>
                  <a:pt x="326" y="400"/>
                  <a:pt x="323" y="400"/>
                </a:cubicBezTo>
                <a:cubicBezTo>
                  <a:pt x="323" y="400"/>
                  <a:pt x="323" y="400"/>
                  <a:pt x="323" y="400"/>
                </a:cubicBezTo>
                <a:cubicBezTo>
                  <a:pt x="322" y="404"/>
                  <a:pt x="320" y="401"/>
                  <a:pt x="319" y="401"/>
                </a:cubicBezTo>
                <a:cubicBezTo>
                  <a:pt x="318" y="401"/>
                  <a:pt x="317" y="401"/>
                  <a:pt x="316" y="400"/>
                </a:cubicBezTo>
                <a:cubicBezTo>
                  <a:pt x="314" y="400"/>
                  <a:pt x="313" y="399"/>
                  <a:pt x="313" y="397"/>
                </a:cubicBezTo>
                <a:cubicBezTo>
                  <a:pt x="313" y="397"/>
                  <a:pt x="313" y="397"/>
                  <a:pt x="314" y="397"/>
                </a:cubicBezTo>
                <a:cubicBezTo>
                  <a:pt x="314" y="396"/>
                  <a:pt x="314" y="396"/>
                  <a:pt x="314" y="395"/>
                </a:cubicBezTo>
                <a:cubicBezTo>
                  <a:pt x="314" y="395"/>
                  <a:pt x="314" y="394"/>
                  <a:pt x="314" y="394"/>
                </a:cubicBezTo>
                <a:cubicBezTo>
                  <a:pt x="314" y="394"/>
                  <a:pt x="314" y="394"/>
                  <a:pt x="314" y="393"/>
                </a:cubicBezTo>
                <a:cubicBezTo>
                  <a:pt x="313" y="392"/>
                  <a:pt x="314" y="391"/>
                  <a:pt x="316" y="390"/>
                </a:cubicBezTo>
                <a:cubicBezTo>
                  <a:pt x="316" y="390"/>
                  <a:pt x="317" y="389"/>
                  <a:pt x="317" y="388"/>
                </a:cubicBezTo>
                <a:cubicBezTo>
                  <a:pt x="318" y="386"/>
                  <a:pt x="320" y="386"/>
                  <a:pt x="322" y="385"/>
                </a:cubicBezTo>
                <a:cubicBezTo>
                  <a:pt x="322" y="385"/>
                  <a:pt x="322" y="385"/>
                  <a:pt x="322" y="385"/>
                </a:cubicBezTo>
                <a:cubicBezTo>
                  <a:pt x="325" y="386"/>
                  <a:pt x="328" y="385"/>
                  <a:pt x="331" y="384"/>
                </a:cubicBezTo>
                <a:cubicBezTo>
                  <a:pt x="332" y="384"/>
                  <a:pt x="333" y="385"/>
                  <a:pt x="333" y="385"/>
                </a:cubicBezTo>
                <a:close/>
                <a:moveTo>
                  <a:pt x="431" y="285"/>
                </a:moveTo>
                <a:cubicBezTo>
                  <a:pt x="431" y="287"/>
                  <a:pt x="433" y="287"/>
                  <a:pt x="433" y="287"/>
                </a:cubicBezTo>
                <a:cubicBezTo>
                  <a:pt x="434" y="287"/>
                  <a:pt x="434" y="287"/>
                  <a:pt x="434" y="287"/>
                </a:cubicBezTo>
                <a:cubicBezTo>
                  <a:pt x="434" y="287"/>
                  <a:pt x="434" y="287"/>
                  <a:pt x="434" y="287"/>
                </a:cubicBezTo>
                <a:cubicBezTo>
                  <a:pt x="434" y="287"/>
                  <a:pt x="434" y="287"/>
                  <a:pt x="434" y="287"/>
                </a:cubicBezTo>
                <a:cubicBezTo>
                  <a:pt x="434" y="287"/>
                  <a:pt x="434" y="286"/>
                  <a:pt x="434" y="286"/>
                </a:cubicBezTo>
                <a:cubicBezTo>
                  <a:pt x="434" y="286"/>
                  <a:pt x="434" y="286"/>
                  <a:pt x="434" y="286"/>
                </a:cubicBezTo>
                <a:cubicBezTo>
                  <a:pt x="434" y="285"/>
                  <a:pt x="433" y="285"/>
                  <a:pt x="432" y="285"/>
                </a:cubicBezTo>
                <a:cubicBezTo>
                  <a:pt x="432" y="285"/>
                  <a:pt x="431" y="285"/>
                  <a:pt x="431" y="285"/>
                </a:cubicBezTo>
                <a:close/>
                <a:moveTo>
                  <a:pt x="350" y="369"/>
                </a:moveTo>
                <a:cubicBezTo>
                  <a:pt x="350" y="369"/>
                  <a:pt x="349" y="369"/>
                  <a:pt x="349" y="369"/>
                </a:cubicBezTo>
                <a:cubicBezTo>
                  <a:pt x="349" y="370"/>
                  <a:pt x="350" y="370"/>
                  <a:pt x="350" y="370"/>
                </a:cubicBezTo>
                <a:cubicBezTo>
                  <a:pt x="350" y="370"/>
                  <a:pt x="350" y="370"/>
                  <a:pt x="350" y="370"/>
                </a:cubicBezTo>
                <a:cubicBezTo>
                  <a:pt x="350" y="370"/>
                  <a:pt x="350" y="370"/>
                  <a:pt x="350" y="370"/>
                </a:cubicBezTo>
                <a:cubicBezTo>
                  <a:pt x="350" y="370"/>
                  <a:pt x="350" y="370"/>
                  <a:pt x="350" y="370"/>
                </a:cubicBezTo>
                <a:cubicBezTo>
                  <a:pt x="350" y="370"/>
                  <a:pt x="350" y="369"/>
                  <a:pt x="350" y="369"/>
                </a:cubicBezTo>
                <a:cubicBezTo>
                  <a:pt x="350" y="369"/>
                  <a:pt x="350" y="369"/>
                  <a:pt x="350" y="369"/>
                </a:cubicBezTo>
                <a:cubicBezTo>
                  <a:pt x="350" y="369"/>
                  <a:pt x="350" y="369"/>
                  <a:pt x="350" y="369"/>
                </a:cubicBezTo>
                <a:close/>
                <a:moveTo>
                  <a:pt x="434" y="284"/>
                </a:moveTo>
                <a:cubicBezTo>
                  <a:pt x="434" y="284"/>
                  <a:pt x="434" y="284"/>
                  <a:pt x="434" y="283"/>
                </a:cubicBezTo>
                <a:cubicBezTo>
                  <a:pt x="434" y="283"/>
                  <a:pt x="434" y="283"/>
                  <a:pt x="434" y="283"/>
                </a:cubicBezTo>
                <a:cubicBezTo>
                  <a:pt x="433" y="283"/>
                  <a:pt x="433" y="283"/>
                  <a:pt x="433" y="284"/>
                </a:cubicBezTo>
                <a:cubicBezTo>
                  <a:pt x="433" y="284"/>
                  <a:pt x="433" y="284"/>
                  <a:pt x="434" y="284"/>
                </a:cubicBezTo>
                <a:close/>
                <a:moveTo>
                  <a:pt x="412" y="331"/>
                </a:moveTo>
                <a:cubicBezTo>
                  <a:pt x="412" y="331"/>
                  <a:pt x="412" y="331"/>
                  <a:pt x="412" y="331"/>
                </a:cubicBezTo>
                <a:cubicBezTo>
                  <a:pt x="412" y="331"/>
                  <a:pt x="411" y="331"/>
                  <a:pt x="411" y="331"/>
                </a:cubicBezTo>
                <a:cubicBezTo>
                  <a:pt x="411" y="331"/>
                  <a:pt x="411" y="332"/>
                  <a:pt x="411" y="332"/>
                </a:cubicBezTo>
                <a:cubicBezTo>
                  <a:pt x="411" y="332"/>
                  <a:pt x="411" y="332"/>
                  <a:pt x="412" y="332"/>
                </a:cubicBezTo>
                <a:cubicBezTo>
                  <a:pt x="412" y="332"/>
                  <a:pt x="412" y="332"/>
                  <a:pt x="412" y="332"/>
                </a:cubicBezTo>
                <a:cubicBezTo>
                  <a:pt x="412" y="332"/>
                  <a:pt x="412" y="331"/>
                  <a:pt x="412" y="331"/>
                </a:cubicBezTo>
                <a:close/>
                <a:moveTo>
                  <a:pt x="547" y="83"/>
                </a:moveTo>
                <a:cubicBezTo>
                  <a:pt x="546" y="82"/>
                  <a:pt x="546" y="81"/>
                  <a:pt x="545" y="80"/>
                </a:cubicBezTo>
                <a:cubicBezTo>
                  <a:pt x="545" y="78"/>
                  <a:pt x="545" y="76"/>
                  <a:pt x="546" y="75"/>
                </a:cubicBezTo>
                <a:cubicBezTo>
                  <a:pt x="544" y="75"/>
                  <a:pt x="542" y="74"/>
                  <a:pt x="540" y="74"/>
                </a:cubicBezTo>
                <a:cubicBezTo>
                  <a:pt x="540" y="74"/>
                  <a:pt x="539" y="74"/>
                  <a:pt x="539" y="75"/>
                </a:cubicBezTo>
                <a:cubicBezTo>
                  <a:pt x="539" y="75"/>
                  <a:pt x="539" y="75"/>
                  <a:pt x="539" y="75"/>
                </a:cubicBezTo>
                <a:cubicBezTo>
                  <a:pt x="538" y="76"/>
                  <a:pt x="537" y="77"/>
                  <a:pt x="536" y="77"/>
                </a:cubicBezTo>
                <a:cubicBezTo>
                  <a:pt x="531" y="78"/>
                  <a:pt x="531" y="78"/>
                  <a:pt x="531" y="78"/>
                </a:cubicBezTo>
                <a:cubicBezTo>
                  <a:pt x="529" y="80"/>
                  <a:pt x="529" y="80"/>
                  <a:pt x="529" y="80"/>
                </a:cubicBezTo>
                <a:cubicBezTo>
                  <a:pt x="527" y="80"/>
                  <a:pt x="527" y="80"/>
                  <a:pt x="527" y="80"/>
                </a:cubicBezTo>
                <a:cubicBezTo>
                  <a:pt x="526" y="83"/>
                  <a:pt x="526" y="83"/>
                  <a:pt x="526" y="83"/>
                </a:cubicBezTo>
                <a:cubicBezTo>
                  <a:pt x="513" y="83"/>
                  <a:pt x="513" y="83"/>
                  <a:pt x="513" y="83"/>
                </a:cubicBezTo>
                <a:cubicBezTo>
                  <a:pt x="509" y="78"/>
                  <a:pt x="509" y="78"/>
                  <a:pt x="509" y="78"/>
                </a:cubicBezTo>
                <a:cubicBezTo>
                  <a:pt x="510" y="76"/>
                  <a:pt x="510" y="76"/>
                  <a:pt x="510" y="76"/>
                </a:cubicBezTo>
                <a:cubicBezTo>
                  <a:pt x="511" y="73"/>
                  <a:pt x="511" y="73"/>
                  <a:pt x="511" y="73"/>
                </a:cubicBezTo>
                <a:cubicBezTo>
                  <a:pt x="509" y="72"/>
                  <a:pt x="509" y="72"/>
                  <a:pt x="509" y="72"/>
                </a:cubicBezTo>
                <a:cubicBezTo>
                  <a:pt x="509" y="72"/>
                  <a:pt x="508" y="71"/>
                  <a:pt x="508" y="71"/>
                </a:cubicBezTo>
                <a:cubicBezTo>
                  <a:pt x="508" y="70"/>
                  <a:pt x="509" y="68"/>
                  <a:pt x="509" y="68"/>
                </a:cubicBezTo>
                <a:cubicBezTo>
                  <a:pt x="509" y="68"/>
                  <a:pt x="506" y="68"/>
                  <a:pt x="506" y="68"/>
                </a:cubicBezTo>
                <a:cubicBezTo>
                  <a:pt x="506" y="67"/>
                  <a:pt x="501" y="62"/>
                  <a:pt x="500" y="61"/>
                </a:cubicBezTo>
                <a:cubicBezTo>
                  <a:pt x="500" y="61"/>
                  <a:pt x="499" y="60"/>
                  <a:pt x="499" y="60"/>
                </a:cubicBezTo>
                <a:cubicBezTo>
                  <a:pt x="498" y="61"/>
                  <a:pt x="498" y="61"/>
                  <a:pt x="498" y="61"/>
                </a:cubicBezTo>
                <a:cubicBezTo>
                  <a:pt x="498" y="61"/>
                  <a:pt x="495" y="60"/>
                  <a:pt x="495" y="60"/>
                </a:cubicBezTo>
                <a:cubicBezTo>
                  <a:pt x="495" y="60"/>
                  <a:pt x="492" y="59"/>
                  <a:pt x="492" y="59"/>
                </a:cubicBezTo>
                <a:cubicBezTo>
                  <a:pt x="492" y="57"/>
                  <a:pt x="492" y="57"/>
                  <a:pt x="492" y="57"/>
                </a:cubicBezTo>
                <a:cubicBezTo>
                  <a:pt x="484" y="57"/>
                  <a:pt x="484" y="57"/>
                  <a:pt x="484" y="57"/>
                </a:cubicBezTo>
                <a:cubicBezTo>
                  <a:pt x="484" y="57"/>
                  <a:pt x="483" y="56"/>
                  <a:pt x="483" y="56"/>
                </a:cubicBezTo>
                <a:cubicBezTo>
                  <a:pt x="482" y="55"/>
                  <a:pt x="482" y="55"/>
                  <a:pt x="482" y="54"/>
                </a:cubicBezTo>
                <a:cubicBezTo>
                  <a:pt x="482" y="54"/>
                  <a:pt x="482" y="53"/>
                  <a:pt x="482" y="52"/>
                </a:cubicBezTo>
                <a:cubicBezTo>
                  <a:pt x="482" y="52"/>
                  <a:pt x="482" y="51"/>
                  <a:pt x="482" y="51"/>
                </a:cubicBezTo>
                <a:cubicBezTo>
                  <a:pt x="482" y="50"/>
                  <a:pt x="483" y="50"/>
                  <a:pt x="482" y="49"/>
                </a:cubicBezTo>
                <a:cubicBezTo>
                  <a:pt x="482" y="49"/>
                  <a:pt x="481" y="48"/>
                  <a:pt x="481" y="48"/>
                </a:cubicBezTo>
                <a:cubicBezTo>
                  <a:pt x="481" y="48"/>
                  <a:pt x="480" y="45"/>
                  <a:pt x="480" y="45"/>
                </a:cubicBezTo>
                <a:cubicBezTo>
                  <a:pt x="480" y="44"/>
                  <a:pt x="479" y="42"/>
                  <a:pt x="479" y="42"/>
                </a:cubicBezTo>
                <a:cubicBezTo>
                  <a:pt x="479" y="41"/>
                  <a:pt x="479" y="40"/>
                  <a:pt x="478" y="39"/>
                </a:cubicBezTo>
                <a:cubicBezTo>
                  <a:pt x="477" y="38"/>
                  <a:pt x="476" y="37"/>
                  <a:pt x="476" y="36"/>
                </a:cubicBezTo>
                <a:cubicBezTo>
                  <a:pt x="476" y="36"/>
                  <a:pt x="476" y="36"/>
                  <a:pt x="476" y="35"/>
                </a:cubicBezTo>
                <a:cubicBezTo>
                  <a:pt x="476" y="34"/>
                  <a:pt x="476" y="34"/>
                  <a:pt x="476" y="33"/>
                </a:cubicBezTo>
                <a:cubicBezTo>
                  <a:pt x="476" y="33"/>
                  <a:pt x="476" y="32"/>
                  <a:pt x="475" y="31"/>
                </a:cubicBezTo>
                <a:cubicBezTo>
                  <a:pt x="475" y="30"/>
                  <a:pt x="474" y="30"/>
                  <a:pt x="474" y="29"/>
                </a:cubicBezTo>
                <a:cubicBezTo>
                  <a:pt x="474" y="29"/>
                  <a:pt x="474" y="29"/>
                  <a:pt x="474" y="28"/>
                </a:cubicBezTo>
                <a:cubicBezTo>
                  <a:pt x="474" y="27"/>
                  <a:pt x="473" y="26"/>
                  <a:pt x="473" y="26"/>
                </a:cubicBezTo>
                <a:cubicBezTo>
                  <a:pt x="473" y="25"/>
                  <a:pt x="472" y="25"/>
                  <a:pt x="472" y="24"/>
                </a:cubicBezTo>
                <a:cubicBezTo>
                  <a:pt x="472" y="24"/>
                  <a:pt x="473" y="22"/>
                  <a:pt x="473" y="22"/>
                </a:cubicBezTo>
                <a:cubicBezTo>
                  <a:pt x="473" y="22"/>
                  <a:pt x="473" y="21"/>
                  <a:pt x="472" y="21"/>
                </a:cubicBezTo>
                <a:cubicBezTo>
                  <a:pt x="472" y="20"/>
                  <a:pt x="470" y="20"/>
                  <a:pt x="470" y="20"/>
                </a:cubicBezTo>
                <a:cubicBezTo>
                  <a:pt x="471" y="19"/>
                  <a:pt x="471" y="18"/>
                  <a:pt x="470" y="18"/>
                </a:cubicBezTo>
                <a:cubicBezTo>
                  <a:pt x="470" y="17"/>
                  <a:pt x="468" y="16"/>
                  <a:pt x="468" y="16"/>
                </a:cubicBezTo>
                <a:cubicBezTo>
                  <a:pt x="468" y="15"/>
                  <a:pt x="467" y="15"/>
                  <a:pt x="468" y="14"/>
                </a:cubicBezTo>
                <a:cubicBezTo>
                  <a:pt x="468" y="13"/>
                  <a:pt x="469" y="13"/>
                  <a:pt x="468" y="12"/>
                </a:cubicBezTo>
                <a:cubicBezTo>
                  <a:pt x="467" y="11"/>
                  <a:pt x="466" y="10"/>
                  <a:pt x="465" y="10"/>
                </a:cubicBezTo>
                <a:cubicBezTo>
                  <a:pt x="465" y="9"/>
                  <a:pt x="466" y="8"/>
                  <a:pt x="464" y="7"/>
                </a:cubicBezTo>
                <a:cubicBezTo>
                  <a:pt x="463" y="6"/>
                  <a:pt x="462" y="6"/>
                  <a:pt x="461" y="6"/>
                </a:cubicBezTo>
                <a:cubicBezTo>
                  <a:pt x="460" y="6"/>
                  <a:pt x="460" y="5"/>
                  <a:pt x="459" y="6"/>
                </a:cubicBezTo>
                <a:cubicBezTo>
                  <a:pt x="458" y="7"/>
                  <a:pt x="458" y="7"/>
                  <a:pt x="457" y="7"/>
                </a:cubicBezTo>
                <a:cubicBezTo>
                  <a:pt x="457" y="7"/>
                  <a:pt x="457" y="7"/>
                  <a:pt x="457" y="7"/>
                </a:cubicBezTo>
                <a:cubicBezTo>
                  <a:pt x="458" y="7"/>
                  <a:pt x="457" y="7"/>
                  <a:pt x="457" y="7"/>
                </a:cubicBezTo>
                <a:cubicBezTo>
                  <a:pt x="457" y="7"/>
                  <a:pt x="457" y="7"/>
                  <a:pt x="455" y="6"/>
                </a:cubicBezTo>
                <a:cubicBezTo>
                  <a:pt x="452" y="4"/>
                  <a:pt x="449" y="2"/>
                  <a:pt x="449" y="1"/>
                </a:cubicBezTo>
                <a:cubicBezTo>
                  <a:pt x="448" y="1"/>
                  <a:pt x="446" y="0"/>
                  <a:pt x="446" y="1"/>
                </a:cubicBezTo>
                <a:cubicBezTo>
                  <a:pt x="445" y="1"/>
                  <a:pt x="443" y="1"/>
                  <a:pt x="443" y="1"/>
                </a:cubicBezTo>
                <a:cubicBezTo>
                  <a:pt x="442" y="1"/>
                  <a:pt x="439" y="2"/>
                  <a:pt x="439" y="2"/>
                </a:cubicBezTo>
                <a:cubicBezTo>
                  <a:pt x="439" y="2"/>
                  <a:pt x="438" y="2"/>
                  <a:pt x="438" y="2"/>
                </a:cubicBezTo>
                <a:cubicBezTo>
                  <a:pt x="437" y="3"/>
                  <a:pt x="438" y="3"/>
                  <a:pt x="436" y="3"/>
                </a:cubicBezTo>
                <a:cubicBezTo>
                  <a:pt x="435" y="2"/>
                  <a:pt x="435" y="2"/>
                  <a:pt x="434" y="2"/>
                </a:cubicBezTo>
                <a:cubicBezTo>
                  <a:pt x="433" y="2"/>
                  <a:pt x="433" y="2"/>
                  <a:pt x="433" y="2"/>
                </a:cubicBezTo>
                <a:cubicBezTo>
                  <a:pt x="432" y="2"/>
                  <a:pt x="432" y="2"/>
                  <a:pt x="430" y="3"/>
                </a:cubicBezTo>
                <a:cubicBezTo>
                  <a:pt x="429" y="3"/>
                  <a:pt x="428" y="3"/>
                  <a:pt x="428" y="3"/>
                </a:cubicBezTo>
                <a:cubicBezTo>
                  <a:pt x="428" y="4"/>
                  <a:pt x="429" y="4"/>
                  <a:pt x="427" y="4"/>
                </a:cubicBezTo>
                <a:cubicBezTo>
                  <a:pt x="426" y="5"/>
                  <a:pt x="423" y="5"/>
                  <a:pt x="423" y="5"/>
                </a:cubicBezTo>
                <a:cubicBezTo>
                  <a:pt x="422" y="5"/>
                  <a:pt x="422" y="5"/>
                  <a:pt x="422" y="5"/>
                </a:cubicBezTo>
                <a:cubicBezTo>
                  <a:pt x="422" y="5"/>
                  <a:pt x="418" y="9"/>
                  <a:pt x="418" y="9"/>
                </a:cubicBezTo>
                <a:cubicBezTo>
                  <a:pt x="418" y="10"/>
                  <a:pt x="416" y="11"/>
                  <a:pt x="415" y="12"/>
                </a:cubicBezTo>
                <a:cubicBezTo>
                  <a:pt x="415" y="12"/>
                  <a:pt x="415" y="14"/>
                  <a:pt x="415" y="14"/>
                </a:cubicBezTo>
                <a:cubicBezTo>
                  <a:pt x="415" y="15"/>
                  <a:pt x="415" y="15"/>
                  <a:pt x="415" y="15"/>
                </a:cubicBezTo>
                <a:cubicBezTo>
                  <a:pt x="415" y="15"/>
                  <a:pt x="416" y="14"/>
                  <a:pt x="417" y="14"/>
                </a:cubicBezTo>
                <a:cubicBezTo>
                  <a:pt x="417" y="14"/>
                  <a:pt x="418" y="14"/>
                  <a:pt x="419" y="14"/>
                </a:cubicBezTo>
                <a:cubicBezTo>
                  <a:pt x="420" y="15"/>
                  <a:pt x="421" y="15"/>
                  <a:pt x="421" y="15"/>
                </a:cubicBezTo>
                <a:cubicBezTo>
                  <a:pt x="421" y="16"/>
                  <a:pt x="421" y="17"/>
                  <a:pt x="421" y="17"/>
                </a:cubicBezTo>
                <a:cubicBezTo>
                  <a:pt x="421" y="17"/>
                  <a:pt x="420" y="18"/>
                  <a:pt x="420" y="18"/>
                </a:cubicBezTo>
                <a:cubicBezTo>
                  <a:pt x="420" y="19"/>
                  <a:pt x="421" y="19"/>
                  <a:pt x="421" y="20"/>
                </a:cubicBezTo>
                <a:cubicBezTo>
                  <a:pt x="421" y="20"/>
                  <a:pt x="422" y="22"/>
                  <a:pt x="422" y="22"/>
                </a:cubicBezTo>
                <a:cubicBezTo>
                  <a:pt x="422" y="23"/>
                  <a:pt x="421" y="23"/>
                  <a:pt x="421" y="23"/>
                </a:cubicBezTo>
                <a:cubicBezTo>
                  <a:pt x="416" y="27"/>
                  <a:pt x="416" y="27"/>
                  <a:pt x="416" y="27"/>
                </a:cubicBezTo>
                <a:cubicBezTo>
                  <a:pt x="416" y="27"/>
                  <a:pt x="415" y="29"/>
                  <a:pt x="415" y="30"/>
                </a:cubicBezTo>
                <a:cubicBezTo>
                  <a:pt x="415" y="30"/>
                  <a:pt x="413" y="36"/>
                  <a:pt x="413" y="36"/>
                </a:cubicBezTo>
                <a:cubicBezTo>
                  <a:pt x="413" y="36"/>
                  <a:pt x="410" y="41"/>
                  <a:pt x="410" y="41"/>
                </a:cubicBezTo>
                <a:cubicBezTo>
                  <a:pt x="408" y="42"/>
                  <a:pt x="408" y="42"/>
                  <a:pt x="408" y="42"/>
                </a:cubicBezTo>
                <a:cubicBezTo>
                  <a:pt x="408" y="45"/>
                  <a:pt x="408" y="45"/>
                  <a:pt x="408" y="45"/>
                </a:cubicBezTo>
                <a:cubicBezTo>
                  <a:pt x="407" y="46"/>
                  <a:pt x="407" y="46"/>
                  <a:pt x="407" y="46"/>
                </a:cubicBezTo>
                <a:cubicBezTo>
                  <a:pt x="407" y="46"/>
                  <a:pt x="407" y="47"/>
                  <a:pt x="407" y="47"/>
                </a:cubicBezTo>
                <a:cubicBezTo>
                  <a:pt x="408" y="47"/>
                  <a:pt x="409" y="48"/>
                  <a:pt x="409" y="48"/>
                </a:cubicBezTo>
                <a:cubicBezTo>
                  <a:pt x="409" y="48"/>
                  <a:pt x="408" y="50"/>
                  <a:pt x="408" y="50"/>
                </a:cubicBezTo>
                <a:cubicBezTo>
                  <a:pt x="408" y="50"/>
                  <a:pt x="405" y="52"/>
                  <a:pt x="405" y="52"/>
                </a:cubicBezTo>
                <a:cubicBezTo>
                  <a:pt x="402" y="53"/>
                  <a:pt x="402" y="53"/>
                  <a:pt x="402" y="53"/>
                </a:cubicBezTo>
                <a:cubicBezTo>
                  <a:pt x="396" y="58"/>
                  <a:pt x="396" y="58"/>
                  <a:pt x="396" y="58"/>
                </a:cubicBezTo>
                <a:cubicBezTo>
                  <a:pt x="393" y="58"/>
                  <a:pt x="393" y="58"/>
                  <a:pt x="393" y="58"/>
                </a:cubicBezTo>
                <a:cubicBezTo>
                  <a:pt x="390" y="57"/>
                  <a:pt x="390" y="57"/>
                  <a:pt x="390" y="57"/>
                </a:cubicBezTo>
                <a:cubicBezTo>
                  <a:pt x="387" y="56"/>
                  <a:pt x="387" y="56"/>
                  <a:pt x="387" y="56"/>
                </a:cubicBezTo>
                <a:cubicBezTo>
                  <a:pt x="385" y="54"/>
                  <a:pt x="385" y="54"/>
                  <a:pt x="385" y="54"/>
                </a:cubicBezTo>
                <a:cubicBezTo>
                  <a:pt x="385" y="54"/>
                  <a:pt x="385" y="54"/>
                  <a:pt x="385" y="54"/>
                </a:cubicBezTo>
                <a:cubicBezTo>
                  <a:pt x="377" y="71"/>
                  <a:pt x="377" y="71"/>
                  <a:pt x="377" y="71"/>
                </a:cubicBezTo>
                <a:cubicBezTo>
                  <a:pt x="377" y="75"/>
                  <a:pt x="377" y="75"/>
                  <a:pt x="377" y="75"/>
                </a:cubicBezTo>
                <a:cubicBezTo>
                  <a:pt x="375" y="77"/>
                  <a:pt x="375" y="77"/>
                  <a:pt x="375" y="77"/>
                </a:cubicBezTo>
                <a:cubicBezTo>
                  <a:pt x="375" y="80"/>
                  <a:pt x="375" y="80"/>
                  <a:pt x="375" y="80"/>
                </a:cubicBezTo>
                <a:cubicBezTo>
                  <a:pt x="378" y="83"/>
                  <a:pt x="378" y="83"/>
                  <a:pt x="378" y="83"/>
                </a:cubicBezTo>
                <a:cubicBezTo>
                  <a:pt x="381" y="80"/>
                  <a:pt x="381" y="80"/>
                  <a:pt x="381" y="80"/>
                </a:cubicBezTo>
                <a:cubicBezTo>
                  <a:pt x="386" y="80"/>
                  <a:pt x="386" y="80"/>
                  <a:pt x="386" y="80"/>
                </a:cubicBezTo>
                <a:cubicBezTo>
                  <a:pt x="390" y="83"/>
                  <a:pt x="390" y="83"/>
                  <a:pt x="390" y="83"/>
                </a:cubicBezTo>
                <a:cubicBezTo>
                  <a:pt x="391" y="84"/>
                  <a:pt x="391" y="84"/>
                  <a:pt x="391" y="84"/>
                </a:cubicBezTo>
                <a:cubicBezTo>
                  <a:pt x="395" y="79"/>
                  <a:pt x="395" y="79"/>
                  <a:pt x="395" y="79"/>
                </a:cubicBezTo>
                <a:cubicBezTo>
                  <a:pt x="402" y="79"/>
                  <a:pt x="402" y="79"/>
                  <a:pt x="402" y="79"/>
                </a:cubicBezTo>
                <a:cubicBezTo>
                  <a:pt x="413" y="93"/>
                  <a:pt x="413" y="93"/>
                  <a:pt x="413" y="93"/>
                </a:cubicBezTo>
                <a:cubicBezTo>
                  <a:pt x="413" y="96"/>
                  <a:pt x="413" y="96"/>
                  <a:pt x="413" y="96"/>
                </a:cubicBezTo>
                <a:cubicBezTo>
                  <a:pt x="411" y="97"/>
                  <a:pt x="411" y="97"/>
                  <a:pt x="411" y="97"/>
                </a:cubicBezTo>
                <a:cubicBezTo>
                  <a:pt x="408" y="97"/>
                  <a:pt x="408" y="97"/>
                  <a:pt x="408" y="97"/>
                </a:cubicBezTo>
                <a:cubicBezTo>
                  <a:pt x="404" y="96"/>
                  <a:pt x="404" y="96"/>
                  <a:pt x="404" y="96"/>
                </a:cubicBezTo>
                <a:cubicBezTo>
                  <a:pt x="400" y="96"/>
                  <a:pt x="400" y="96"/>
                  <a:pt x="400" y="96"/>
                </a:cubicBezTo>
                <a:cubicBezTo>
                  <a:pt x="397" y="97"/>
                  <a:pt x="397" y="97"/>
                  <a:pt x="397" y="97"/>
                </a:cubicBezTo>
                <a:cubicBezTo>
                  <a:pt x="395" y="98"/>
                  <a:pt x="395" y="98"/>
                  <a:pt x="395" y="98"/>
                </a:cubicBezTo>
                <a:cubicBezTo>
                  <a:pt x="392" y="98"/>
                  <a:pt x="392" y="98"/>
                  <a:pt x="392" y="98"/>
                </a:cubicBezTo>
                <a:cubicBezTo>
                  <a:pt x="392" y="100"/>
                  <a:pt x="392" y="100"/>
                  <a:pt x="392" y="100"/>
                </a:cubicBezTo>
                <a:cubicBezTo>
                  <a:pt x="384" y="101"/>
                  <a:pt x="384" y="101"/>
                  <a:pt x="384" y="101"/>
                </a:cubicBezTo>
                <a:cubicBezTo>
                  <a:pt x="381" y="105"/>
                  <a:pt x="381" y="105"/>
                  <a:pt x="381" y="105"/>
                </a:cubicBezTo>
                <a:cubicBezTo>
                  <a:pt x="381" y="108"/>
                  <a:pt x="381" y="108"/>
                  <a:pt x="381" y="108"/>
                </a:cubicBezTo>
                <a:cubicBezTo>
                  <a:pt x="376" y="112"/>
                  <a:pt x="376" y="112"/>
                  <a:pt x="376" y="112"/>
                </a:cubicBezTo>
                <a:cubicBezTo>
                  <a:pt x="366" y="113"/>
                  <a:pt x="366" y="113"/>
                  <a:pt x="366" y="113"/>
                </a:cubicBezTo>
                <a:cubicBezTo>
                  <a:pt x="363" y="117"/>
                  <a:pt x="363" y="117"/>
                  <a:pt x="363" y="117"/>
                </a:cubicBezTo>
                <a:cubicBezTo>
                  <a:pt x="359" y="120"/>
                  <a:pt x="359" y="120"/>
                  <a:pt x="359" y="120"/>
                </a:cubicBezTo>
                <a:cubicBezTo>
                  <a:pt x="354" y="120"/>
                  <a:pt x="354" y="120"/>
                  <a:pt x="354" y="120"/>
                </a:cubicBezTo>
                <a:cubicBezTo>
                  <a:pt x="351" y="120"/>
                  <a:pt x="351" y="120"/>
                  <a:pt x="351" y="120"/>
                </a:cubicBezTo>
                <a:cubicBezTo>
                  <a:pt x="346" y="117"/>
                  <a:pt x="346" y="117"/>
                  <a:pt x="346" y="117"/>
                </a:cubicBezTo>
                <a:cubicBezTo>
                  <a:pt x="342" y="117"/>
                  <a:pt x="342" y="117"/>
                  <a:pt x="342" y="117"/>
                </a:cubicBezTo>
                <a:cubicBezTo>
                  <a:pt x="342" y="117"/>
                  <a:pt x="339" y="122"/>
                  <a:pt x="339" y="122"/>
                </a:cubicBezTo>
                <a:cubicBezTo>
                  <a:pt x="339" y="122"/>
                  <a:pt x="338" y="124"/>
                  <a:pt x="338" y="124"/>
                </a:cubicBezTo>
                <a:cubicBezTo>
                  <a:pt x="338" y="125"/>
                  <a:pt x="339" y="127"/>
                  <a:pt x="339" y="128"/>
                </a:cubicBezTo>
                <a:cubicBezTo>
                  <a:pt x="339" y="128"/>
                  <a:pt x="343" y="131"/>
                  <a:pt x="343" y="131"/>
                </a:cubicBezTo>
                <a:cubicBezTo>
                  <a:pt x="343" y="135"/>
                  <a:pt x="343" y="135"/>
                  <a:pt x="343" y="135"/>
                </a:cubicBezTo>
                <a:cubicBezTo>
                  <a:pt x="335" y="138"/>
                  <a:pt x="335" y="138"/>
                  <a:pt x="335" y="138"/>
                </a:cubicBezTo>
                <a:cubicBezTo>
                  <a:pt x="329" y="145"/>
                  <a:pt x="329" y="145"/>
                  <a:pt x="329" y="145"/>
                </a:cubicBezTo>
                <a:cubicBezTo>
                  <a:pt x="328" y="146"/>
                  <a:pt x="328" y="146"/>
                  <a:pt x="328" y="146"/>
                </a:cubicBezTo>
                <a:cubicBezTo>
                  <a:pt x="321" y="150"/>
                  <a:pt x="321" y="150"/>
                  <a:pt x="321" y="150"/>
                </a:cubicBezTo>
                <a:cubicBezTo>
                  <a:pt x="302" y="150"/>
                  <a:pt x="302" y="150"/>
                  <a:pt x="302" y="150"/>
                </a:cubicBezTo>
                <a:cubicBezTo>
                  <a:pt x="287" y="155"/>
                  <a:pt x="287" y="155"/>
                  <a:pt x="287" y="155"/>
                </a:cubicBezTo>
                <a:cubicBezTo>
                  <a:pt x="281" y="160"/>
                  <a:pt x="281" y="160"/>
                  <a:pt x="281" y="160"/>
                </a:cubicBezTo>
                <a:cubicBezTo>
                  <a:pt x="280" y="160"/>
                  <a:pt x="280" y="160"/>
                  <a:pt x="280" y="160"/>
                </a:cubicBezTo>
                <a:cubicBezTo>
                  <a:pt x="279" y="159"/>
                  <a:pt x="279" y="159"/>
                  <a:pt x="279" y="159"/>
                </a:cubicBezTo>
                <a:cubicBezTo>
                  <a:pt x="277" y="159"/>
                  <a:pt x="277" y="159"/>
                  <a:pt x="277" y="159"/>
                </a:cubicBezTo>
                <a:cubicBezTo>
                  <a:pt x="275" y="157"/>
                  <a:pt x="275" y="157"/>
                  <a:pt x="275" y="157"/>
                </a:cubicBezTo>
                <a:cubicBezTo>
                  <a:pt x="268" y="157"/>
                  <a:pt x="268" y="157"/>
                  <a:pt x="268" y="157"/>
                </a:cubicBezTo>
                <a:cubicBezTo>
                  <a:pt x="260" y="153"/>
                  <a:pt x="260" y="153"/>
                  <a:pt x="260" y="153"/>
                </a:cubicBezTo>
                <a:cubicBezTo>
                  <a:pt x="255" y="152"/>
                  <a:pt x="255" y="152"/>
                  <a:pt x="255" y="152"/>
                </a:cubicBezTo>
                <a:cubicBezTo>
                  <a:pt x="255" y="152"/>
                  <a:pt x="252" y="149"/>
                  <a:pt x="252" y="149"/>
                </a:cubicBezTo>
                <a:cubicBezTo>
                  <a:pt x="252" y="149"/>
                  <a:pt x="248" y="148"/>
                  <a:pt x="248" y="148"/>
                </a:cubicBezTo>
                <a:cubicBezTo>
                  <a:pt x="248" y="148"/>
                  <a:pt x="243" y="147"/>
                  <a:pt x="243" y="147"/>
                </a:cubicBezTo>
                <a:cubicBezTo>
                  <a:pt x="240" y="147"/>
                  <a:pt x="240" y="147"/>
                  <a:pt x="240" y="147"/>
                </a:cubicBezTo>
                <a:cubicBezTo>
                  <a:pt x="233" y="148"/>
                  <a:pt x="233" y="148"/>
                  <a:pt x="233" y="148"/>
                </a:cubicBezTo>
                <a:cubicBezTo>
                  <a:pt x="211" y="145"/>
                  <a:pt x="211" y="145"/>
                  <a:pt x="211" y="145"/>
                </a:cubicBezTo>
                <a:cubicBezTo>
                  <a:pt x="209" y="146"/>
                  <a:pt x="209" y="146"/>
                  <a:pt x="209" y="146"/>
                </a:cubicBezTo>
                <a:cubicBezTo>
                  <a:pt x="204" y="145"/>
                  <a:pt x="204" y="145"/>
                  <a:pt x="204" y="145"/>
                </a:cubicBezTo>
                <a:cubicBezTo>
                  <a:pt x="204" y="144"/>
                  <a:pt x="204" y="144"/>
                  <a:pt x="204" y="144"/>
                </a:cubicBezTo>
                <a:cubicBezTo>
                  <a:pt x="199" y="139"/>
                  <a:pt x="199" y="139"/>
                  <a:pt x="199" y="139"/>
                </a:cubicBezTo>
                <a:cubicBezTo>
                  <a:pt x="196" y="130"/>
                  <a:pt x="196" y="130"/>
                  <a:pt x="196" y="130"/>
                </a:cubicBezTo>
                <a:cubicBezTo>
                  <a:pt x="195" y="130"/>
                  <a:pt x="195" y="130"/>
                  <a:pt x="195" y="130"/>
                </a:cubicBezTo>
                <a:cubicBezTo>
                  <a:pt x="195" y="127"/>
                  <a:pt x="195" y="127"/>
                  <a:pt x="195" y="127"/>
                </a:cubicBezTo>
                <a:cubicBezTo>
                  <a:pt x="191" y="127"/>
                  <a:pt x="191" y="127"/>
                  <a:pt x="191" y="127"/>
                </a:cubicBezTo>
                <a:cubicBezTo>
                  <a:pt x="181" y="119"/>
                  <a:pt x="181" y="119"/>
                  <a:pt x="181" y="119"/>
                </a:cubicBezTo>
                <a:cubicBezTo>
                  <a:pt x="176" y="118"/>
                  <a:pt x="176" y="118"/>
                  <a:pt x="176" y="118"/>
                </a:cubicBezTo>
                <a:cubicBezTo>
                  <a:pt x="165" y="117"/>
                  <a:pt x="165" y="117"/>
                  <a:pt x="165" y="117"/>
                </a:cubicBezTo>
                <a:cubicBezTo>
                  <a:pt x="165" y="117"/>
                  <a:pt x="160" y="116"/>
                  <a:pt x="159" y="116"/>
                </a:cubicBezTo>
                <a:cubicBezTo>
                  <a:pt x="159" y="116"/>
                  <a:pt x="156" y="116"/>
                  <a:pt x="156" y="115"/>
                </a:cubicBezTo>
                <a:cubicBezTo>
                  <a:pt x="156" y="115"/>
                  <a:pt x="155" y="115"/>
                  <a:pt x="154" y="114"/>
                </a:cubicBezTo>
                <a:cubicBezTo>
                  <a:pt x="154" y="113"/>
                  <a:pt x="153" y="112"/>
                  <a:pt x="153" y="112"/>
                </a:cubicBezTo>
                <a:cubicBezTo>
                  <a:pt x="153" y="112"/>
                  <a:pt x="153" y="110"/>
                  <a:pt x="153" y="110"/>
                </a:cubicBezTo>
                <a:cubicBezTo>
                  <a:pt x="153" y="110"/>
                  <a:pt x="154" y="108"/>
                  <a:pt x="154" y="108"/>
                </a:cubicBezTo>
                <a:cubicBezTo>
                  <a:pt x="155" y="107"/>
                  <a:pt x="156" y="106"/>
                  <a:pt x="156" y="106"/>
                </a:cubicBezTo>
                <a:cubicBezTo>
                  <a:pt x="156" y="106"/>
                  <a:pt x="156" y="103"/>
                  <a:pt x="155" y="102"/>
                </a:cubicBezTo>
                <a:cubicBezTo>
                  <a:pt x="155" y="102"/>
                  <a:pt x="155" y="101"/>
                  <a:pt x="155" y="101"/>
                </a:cubicBezTo>
                <a:cubicBezTo>
                  <a:pt x="155" y="101"/>
                  <a:pt x="155" y="100"/>
                  <a:pt x="155" y="99"/>
                </a:cubicBezTo>
                <a:cubicBezTo>
                  <a:pt x="155" y="99"/>
                  <a:pt x="156" y="98"/>
                  <a:pt x="156" y="97"/>
                </a:cubicBezTo>
                <a:cubicBezTo>
                  <a:pt x="156" y="97"/>
                  <a:pt x="156" y="96"/>
                  <a:pt x="156" y="96"/>
                </a:cubicBezTo>
                <a:cubicBezTo>
                  <a:pt x="152" y="90"/>
                  <a:pt x="152" y="90"/>
                  <a:pt x="152" y="90"/>
                </a:cubicBezTo>
                <a:cubicBezTo>
                  <a:pt x="152" y="90"/>
                  <a:pt x="151" y="84"/>
                  <a:pt x="151" y="84"/>
                </a:cubicBezTo>
                <a:cubicBezTo>
                  <a:pt x="150" y="84"/>
                  <a:pt x="149" y="82"/>
                  <a:pt x="149" y="82"/>
                </a:cubicBezTo>
                <a:cubicBezTo>
                  <a:pt x="148" y="81"/>
                  <a:pt x="148" y="81"/>
                  <a:pt x="148" y="81"/>
                </a:cubicBezTo>
                <a:cubicBezTo>
                  <a:pt x="145" y="81"/>
                  <a:pt x="145" y="81"/>
                  <a:pt x="145" y="81"/>
                </a:cubicBezTo>
                <a:cubicBezTo>
                  <a:pt x="145" y="81"/>
                  <a:pt x="144" y="79"/>
                  <a:pt x="143" y="79"/>
                </a:cubicBezTo>
                <a:cubicBezTo>
                  <a:pt x="143" y="79"/>
                  <a:pt x="142" y="78"/>
                  <a:pt x="142" y="78"/>
                </a:cubicBezTo>
                <a:cubicBezTo>
                  <a:pt x="141" y="78"/>
                  <a:pt x="141" y="79"/>
                  <a:pt x="140" y="79"/>
                </a:cubicBezTo>
                <a:cubicBezTo>
                  <a:pt x="140" y="79"/>
                  <a:pt x="138" y="79"/>
                  <a:pt x="138" y="79"/>
                </a:cubicBezTo>
                <a:cubicBezTo>
                  <a:pt x="134" y="75"/>
                  <a:pt x="134" y="75"/>
                  <a:pt x="134" y="75"/>
                </a:cubicBezTo>
                <a:cubicBezTo>
                  <a:pt x="134" y="74"/>
                  <a:pt x="134" y="74"/>
                  <a:pt x="134" y="74"/>
                </a:cubicBezTo>
                <a:cubicBezTo>
                  <a:pt x="134" y="74"/>
                  <a:pt x="132" y="73"/>
                  <a:pt x="132" y="73"/>
                </a:cubicBezTo>
                <a:cubicBezTo>
                  <a:pt x="132" y="73"/>
                  <a:pt x="129" y="72"/>
                  <a:pt x="129" y="72"/>
                </a:cubicBezTo>
                <a:cubicBezTo>
                  <a:pt x="129" y="69"/>
                  <a:pt x="129" y="69"/>
                  <a:pt x="129" y="69"/>
                </a:cubicBezTo>
                <a:cubicBezTo>
                  <a:pt x="127" y="67"/>
                  <a:pt x="127" y="67"/>
                  <a:pt x="127" y="67"/>
                </a:cubicBezTo>
                <a:cubicBezTo>
                  <a:pt x="128" y="65"/>
                  <a:pt x="128" y="65"/>
                  <a:pt x="128" y="65"/>
                </a:cubicBezTo>
                <a:cubicBezTo>
                  <a:pt x="127" y="63"/>
                  <a:pt x="127" y="63"/>
                  <a:pt x="127" y="63"/>
                </a:cubicBezTo>
                <a:cubicBezTo>
                  <a:pt x="127" y="64"/>
                  <a:pt x="127" y="64"/>
                  <a:pt x="127" y="64"/>
                </a:cubicBezTo>
                <a:cubicBezTo>
                  <a:pt x="123" y="64"/>
                  <a:pt x="123" y="64"/>
                  <a:pt x="123" y="64"/>
                </a:cubicBezTo>
                <a:cubicBezTo>
                  <a:pt x="122" y="63"/>
                  <a:pt x="122" y="63"/>
                  <a:pt x="122" y="63"/>
                </a:cubicBezTo>
                <a:cubicBezTo>
                  <a:pt x="122" y="63"/>
                  <a:pt x="120" y="61"/>
                  <a:pt x="120" y="61"/>
                </a:cubicBezTo>
                <a:cubicBezTo>
                  <a:pt x="118" y="65"/>
                  <a:pt x="118" y="65"/>
                  <a:pt x="118" y="65"/>
                </a:cubicBezTo>
                <a:cubicBezTo>
                  <a:pt x="118" y="70"/>
                  <a:pt x="118" y="70"/>
                  <a:pt x="118" y="70"/>
                </a:cubicBezTo>
                <a:cubicBezTo>
                  <a:pt x="118" y="70"/>
                  <a:pt x="116" y="72"/>
                  <a:pt x="116" y="72"/>
                </a:cubicBezTo>
                <a:cubicBezTo>
                  <a:pt x="116" y="72"/>
                  <a:pt x="112" y="73"/>
                  <a:pt x="112" y="73"/>
                </a:cubicBezTo>
                <a:cubicBezTo>
                  <a:pt x="112" y="73"/>
                  <a:pt x="108" y="74"/>
                  <a:pt x="108" y="74"/>
                </a:cubicBezTo>
                <a:cubicBezTo>
                  <a:pt x="108" y="74"/>
                  <a:pt x="108" y="77"/>
                  <a:pt x="108" y="77"/>
                </a:cubicBezTo>
                <a:cubicBezTo>
                  <a:pt x="108" y="77"/>
                  <a:pt x="107" y="78"/>
                  <a:pt x="107" y="78"/>
                </a:cubicBezTo>
                <a:cubicBezTo>
                  <a:pt x="107" y="78"/>
                  <a:pt x="107" y="80"/>
                  <a:pt x="107" y="81"/>
                </a:cubicBezTo>
                <a:cubicBezTo>
                  <a:pt x="107" y="81"/>
                  <a:pt x="108" y="82"/>
                  <a:pt x="108" y="82"/>
                </a:cubicBezTo>
                <a:cubicBezTo>
                  <a:pt x="108" y="87"/>
                  <a:pt x="108" y="87"/>
                  <a:pt x="108" y="87"/>
                </a:cubicBezTo>
                <a:cubicBezTo>
                  <a:pt x="108" y="88"/>
                  <a:pt x="108" y="88"/>
                  <a:pt x="108" y="88"/>
                </a:cubicBezTo>
                <a:cubicBezTo>
                  <a:pt x="108" y="90"/>
                  <a:pt x="108" y="90"/>
                  <a:pt x="108" y="90"/>
                </a:cubicBezTo>
                <a:cubicBezTo>
                  <a:pt x="107" y="91"/>
                  <a:pt x="107" y="91"/>
                  <a:pt x="107" y="91"/>
                </a:cubicBezTo>
                <a:cubicBezTo>
                  <a:pt x="105" y="91"/>
                  <a:pt x="105" y="91"/>
                  <a:pt x="105" y="91"/>
                </a:cubicBezTo>
                <a:cubicBezTo>
                  <a:pt x="104" y="92"/>
                  <a:pt x="104" y="92"/>
                  <a:pt x="104" y="92"/>
                </a:cubicBezTo>
                <a:cubicBezTo>
                  <a:pt x="102" y="94"/>
                  <a:pt x="102" y="94"/>
                  <a:pt x="102" y="94"/>
                </a:cubicBezTo>
                <a:cubicBezTo>
                  <a:pt x="100" y="92"/>
                  <a:pt x="100" y="92"/>
                  <a:pt x="100" y="92"/>
                </a:cubicBezTo>
                <a:cubicBezTo>
                  <a:pt x="92" y="92"/>
                  <a:pt x="92" y="92"/>
                  <a:pt x="92" y="92"/>
                </a:cubicBezTo>
                <a:cubicBezTo>
                  <a:pt x="85" y="89"/>
                  <a:pt x="85" y="89"/>
                  <a:pt x="85" y="89"/>
                </a:cubicBezTo>
                <a:cubicBezTo>
                  <a:pt x="80" y="102"/>
                  <a:pt x="80" y="102"/>
                  <a:pt x="80" y="102"/>
                </a:cubicBezTo>
                <a:cubicBezTo>
                  <a:pt x="77" y="110"/>
                  <a:pt x="77" y="110"/>
                  <a:pt x="77" y="110"/>
                </a:cubicBezTo>
                <a:cubicBezTo>
                  <a:pt x="77" y="110"/>
                  <a:pt x="79" y="112"/>
                  <a:pt x="79" y="112"/>
                </a:cubicBezTo>
                <a:cubicBezTo>
                  <a:pt x="79" y="112"/>
                  <a:pt x="80" y="113"/>
                  <a:pt x="80" y="113"/>
                </a:cubicBezTo>
                <a:cubicBezTo>
                  <a:pt x="80" y="115"/>
                  <a:pt x="80" y="115"/>
                  <a:pt x="80" y="115"/>
                </a:cubicBezTo>
                <a:cubicBezTo>
                  <a:pt x="75" y="115"/>
                  <a:pt x="75" y="115"/>
                  <a:pt x="75" y="115"/>
                </a:cubicBezTo>
                <a:cubicBezTo>
                  <a:pt x="73" y="113"/>
                  <a:pt x="73" y="113"/>
                  <a:pt x="73" y="113"/>
                </a:cubicBezTo>
                <a:cubicBezTo>
                  <a:pt x="73" y="113"/>
                  <a:pt x="69" y="115"/>
                  <a:pt x="69" y="115"/>
                </a:cubicBezTo>
                <a:cubicBezTo>
                  <a:pt x="69" y="115"/>
                  <a:pt x="67" y="116"/>
                  <a:pt x="67" y="116"/>
                </a:cubicBezTo>
                <a:cubicBezTo>
                  <a:pt x="67" y="116"/>
                  <a:pt x="63" y="116"/>
                  <a:pt x="63" y="116"/>
                </a:cubicBezTo>
                <a:cubicBezTo>
                  <a:pt x="59" y="117"/>
                  <a:pt x="59" y="117"/>
                  <a:pt x="59" y="117"/>
                </a:cubicBezTo>
                <a:cubicBezTo>
                  <a:pt x="56" y="120"/>
                  <a:pt x="56" y="120"/>
                  <a:pt x="56" y="120"/>
                </a:cubicBezTo>
                <a:cubicBezTo>
                  <a:pt x="56" y="120"/>
                  <a:pt x="57" y="120"/>
                  <a:pt x="57" y="120"/>
                </a:cubicBezTo>
                <a:cubicBezTo>
                  <a:pt x="58" y="120"/>
                  <a:pt x="59" y="120"/>
                  <a:pt x="59" y="120"/>
                </a:cubicBezTo>
                <a:cubicBezTo>
                  <a:pt x="60" y="121"/>
                  <a:pt x="60" y="121"/>
                  <a:pt x="60" y="121"/>
                </a:cubicBezTo>
                <a:cubicBezTo>
                  <a:pt x="61" y="123"/>
                  <a:pt x="61" y="123"/>
                  <a:pt x="61" y="123"/>
                </a:cubicBezTo>
                <a:cubicBezTo>
                  <a:pt x="61" y="130"/>
                  <a:pt x="61" y="130"/>
                  <a:pt x="61" y="130"/>
                </a:cubicBezTo>
                <a:cubicBezTo>
                  <a:pt x="62" y="132"/>
                  <a:pt x="62" y="132"/>
                  <a:pt x="62" y="132"/>
                </a:cubicBezTo>
                <a:cubicBezTo>
                  <a:pt x="63" y="135"/>
                  <a:pt x="63" y="135"/>
                  <a:pt x="63" y="135"/>
                </a:cubicBezTo>
                <a:cubicBezTo>
                  <a:pt x="63" y="135"/>
                  <a:pt x="64" y="137"/>
                  <a:pt x="64" y="137"/>
                </a:cubicBezTo>
                <a:cubicBezTo>
                  <a:pt x="64" y="137"/>
                  <a:pt x="65" y="138"/>
                  <a:pt x="65" y="138"/>
                </a:cubicBezTo>
                <a:cubicBezTo>
                  <a:pt x="65" y="141"/>
                  <a:pt x="65" y="141"/>
                  <a:pt x="65" y="141"/>
                </a:cubicBezTo>
                <a:cubicBezTo>
                  <a:pt x="63" y="142"/>
                  <a:pt x="63" y="142"/>
                  <a:pt x="63" y="142"/>
                </a:cubicBezTo>
                <a:cubicBezTo>
                  <a:pt x="61" y="142"/>
                  <a:pt x="61" y="142"/>
                  <a:pt x="61" y="142"/>
                </a:cubicBezTo>
                <a:cubicBezTo>
                  <a:pt x="61" y="143"/>
                  <a:pt x="61" y="143"/>
                  <a:pt x="61" y="143"/>
                </a:cubicBezTo>
                <a:cubicBezTo>
                  <a:pt x="61" y="143"/>
                  <a:pt x="63" y="143"/>
                  <a:pt x="63" y="144"/>
                </a:cubicBezTo>
                <a:cubicBezTo>
                  <a:pt x="63" y="144"/>
                  <a:pt x="63" y="144"/>
                  <a:pt x="63" y="144"/>
                </a:cubicBezTo>
                <a:cubicBezTo>
                  <a:pt x="61" y="144"/>
                  <a:pt x="61" y="144"/>
                  <a:pt x="61" y="144"/>
                </a:cubicBezTo>
                <a:cubicBezTo>
                  <a:pt x="59" y="146"/>
                  <a:pt x="59" y="146"/>
                  <a:pt x="59" y="146"/>
                </a:cubicBezTo>
                <a:cubicBezTo>
                  <a:pt x="59" y="146"/>
                  <a:pt x="59" y="147"/>
                  <a:pt x="59" y="148"/>
                </a:cubicBezTo>
                <a:cubicBezTo>
                  <a:pt x="59" y="148"/>
                  <a:pt x="60" y="149"/>
                  <a:pt x="60" y="149"/>
                </a:cubicBezTo>
                <a:cubicBezTo>
                  <a:pt x="60" y="149"/>
                  <a:pt x="60" y="152"/>
                  <a:pt x="60" y="152"/>
                </a:cubicBezTo>
                <a:cubicBezTo>
                  <a:pt x="59" y="152"/>
                  <a:pt x="59" y="152"/>
                  <a:pt x="59" y="152"/>
                </a:cubicBezTo>
                <a:cubicBezTo>
                  <a:pt x="59" y="155"/>
                  <a:pt x="59" y="155"/>
                  <a:pt x="59" y="155"/>
                </a:cubicBezTo>
                <a:cubicBezTo>
                  <a:pt x="59" y="155"/>
                  <a:pt x="57" y="154"/>
                  <a:pt x="57" y="155"/>
                </a:cubicBezTo>
                <a:cubicBezTo>
                  <a:pt x="56" y="155"/>
                  <a:pt x="54" y="157"/>
                  <a:pt x="54" y="157"/>
                </a:cubicBezTo>
                <a:cubicBezTo>
                  <a:pt x="48" y="160"/>
                  <a:pt x="48" y="160"/>
                  <a:pt x="48" y="160"/>
                </a:cubicBezTo>
                <a:cubicBezTo>
                  <a:pt x="42" y="161"/>
                  <a:pt x="42" y="161"/>
                  <a:pt x="42" y="161"/>
                </a:cubicBezTo>
                <a:cubicBezTo>
                  <a:pt x="41" y="164"/>
                  <a:pt x="41" y="164"/>
                  <a:pt x="41" y="164"/>
                </a:cubicBezTo>
                <a:cubicBezTo>
                  <a:pt x="39" y="165"/>
                  <a:pt x="39" y="165"/>
                  <a:pt x="39" y="165"/>
                </a:cubicBezTo>
                <a:cubicBezTo>
                  <a:pt x="38" y="166"/>
                  <a:pt x="38" y="166"/>
                  <a:pt x="38" y="166"/>
                </a:cubicBezTo>
                <a:cubicBezTo>
                  <a:pt x="31" y="166"/>
                  <a:pt x="31" y="166"/>
                  <a:pt x="31" y="166"/>
                </a:cubicBezTo>
                <a:cubicBezTo>
                  <a:pt x="31" y="166"/>
                  <a:pt x="29" y="168"/>
                  <a:pt x="29" y="168"/>
                </a:cubicBezTo>
                <a:cubicBezTo>
                  <a:pt x="29" y="169"/>
                  <a:pt x="29" y="170"/>
                  <a:pt x="29" y="170"/>
                </a:cubicBezTo>
                <a:cubicBezTo>
                  <a:pt x="29" y="171"/>
                  <a:pt x="27" y="173"/>
                  <a:pt x="27" y="173"/>
                </a:cubicBezTo>
                <a:cubicBezTo>
                  <a:pt x="25" y="174"/>
                  <a:pt x="25" y="174"/>
                  <a:pt x="25" y="174"/>
                </a:cubicBezTo>
                <a:cubicBezTo>
                  <a:pt x="24" y="173"/>
                  <a:pt x="24" y="173"/>
                  <a:pt x="24" y="173"/>
                </a:cubicBezTo>
                <a:cubicBezTo>
                  <a:pt x="21" y="175"/>
                  <a:pt x="21" y="175"/>
                  <a:pt x="21" y="175"/>
                </a:cubicBezTo>
                <a:cubicBezTo>
                  <a:pt x="19" y="174"/>
                  <a:pt x="19" y="174"/>
                  <a:pt x="19" y="174"/>
                </a:cubicBezTo>
                <a:cubicBezTo>
                  <a:pt x="18" y="171"/>
                  <a:pt x="18" y="171"/>
                  <a:pt x="18" y="171"/>
                </a:cubicBezTo>
                <a:cubicBezTo>
                  <a:pt x="15" y="173"/>
                  <a:pt x="15" y="173"/>
                  <a:pt x="15" y="173"/>
                </a:cubicBezTo>
                <a:cubicBezTo>
                  <a:pt x="15" y="173"/>
                  <a:pt x="13" y="173"/>
                  <a:pt x="13" y="173"/>
                </a:cubicBezTo>
                <a:cubicBezTo>
                  <a:pt x="13" y="173"/>
                  <a:pt x="12" y="174"/>
                  <a:pt x="12" y="174"/>
                </a:cubicBezTo>
                <a:cubicBezTo>
                  <a:pt x="11" y="174"/>
                  <a:pt x="11" y="174"/>
                  <a:pt x="11" y="174"/>
                </a:cubicBezTo>
                <a:cubicBezTo>
                  <a:pt x="11" y="174"/>
                  <a:pt x="10" y="175"/>
                  <a:pt x="10" y="176"/>
                </a:cubicBezTo>
                <a:cubicBezTo>
                  <a:pt x="9" y="176"/>
                  <a:pt x="8" y="177"/>
                  <a:pt x="7" y="177"/>
                </a:cubicBezTo>
                <a:cubicBezTo>
                  <a:pt x="7" y="178"/>
                  <a:pt x="5" y="178"/>
                  <a:pt x="5" y="178"/>
                </a:cubicBezTo>
                <a:cubicBezTo>
                  <a:pt x="5" y="178"/>
                  <a:pt x="4" y="178"/>
                  <a:pt x="3" y="179"/>
                </a:cubicBezTo>
                <a:cubicBezTo>
                  <a:pt x="3" y="180"/>
                  <a:pt x="2" y="181"/>
                  <a:pt x="3" y="181"/>
                </a:cubicBezTo>
                <a:cubicBezTo>
                  <a:pt x="3" y="182"/>
                  <a:pt x="4" y="182"/>
                  <a:pt x="4" y="183"/>
                </a:cubicBezTo>
                <a:cubicBezTo>
                  <a:pt x="4" y="183"/>
                  <a:pt x="3" y="184"/>
                  <a:pt x="3" y="184"/>
                </a:cubicBezTo>
                <a:cubicBezTo>
                  <a:pt x="3" y="184"/>
                  <a:pt x="2" y="185"/>
                  <a:pt x="2" y="185"/>
                </a:cubicBezTo>
                <a:cubicBezTo>
                  <a:pt x="2" y="185"/>
                  <a:pt x="1" y="185"/>
                  <a:pt x="0" y="185"/>
                </a:cubicBezTo>
                <a:cubicBezTo>
                  <a:pt x="0" y="186"/>
                  <a:pt x="0" y="186"/>
                  <a:pt x="0" y="186"/>
                </a:cubicBezTo>
                <a:cubicBezTo>
                  <a:pt x="3" y="190"/>
                  <a:pt x="3" y="190"/>
                  <a:pt x="3" y="190"/>
                </a:cubicBezTo>
                <a:cubicBezTo>
                  <a:pt x="2" y="192"/>
                  <a:pt x="2" y="192"/>
                  <a:pt x="2" y="192"/>
                </a:cubicBezTo>
                <a:cubicBezTo>
                  <a:pt x="2" y="192"/>
                  <a:pt x="3" y="195"/>
                  <a:pt x="4" y="195"/>
                </a:cubicBezTo>
                <a:cubicBezTo>
                  <a:pt x="4" y="195"/>
                  <a:pt x="6" y="195"/>
                  <a:pt x="6" y="195"/>
                </a:cubicBezTo>
                <a:cubicBezTo>
                  <a:pt x="7" y="195"/>
                  <a:pt x="8" y="195"/>
                  <a:pt x="8" y="195"/>
                </a:cubicBezTo>
                <a:cubicBezTo>
                  <a:pt x="8" y="195"/>
                  <a:pt x="11" y="197"/>
                  <a:pt x="11" y="197"/>
                </a:cubicBezTo>
                <a:cubicBezTo>
                  <a:pt x="11" y="198"/>
                  <a:pt x="12" y="200"/>
                  <a:pt x="12" y="200"/>
                </a:cubicBezTo>
                <a:cubicBezTo>
                  <a:pt x="12" y="200"/>
                  <a:pt x="13" y="203"/>
                  <a:pt x="13" y="204"/>
                </a:cubicBezTo>
                <a:cubicBezTo>
                  <a:pt x="14" y="204"/>
                  <a:pt x="15" y="207"/>
                  <a:pt x="15" y="207"/>
                </a:cubicBezTo>
                <a:cubicBezTo>
                  <a:pt x="15" y="208"/>
                  <a:pt x="14" y="209"/>
                  <a:pt x="14" y="209"/>
                </a:cubicBezTo>
                <a:cubicBezTo>
                  <a:pt x="12" y="210"/>
                  <a:pt x="12" y="210"/>
                  <a:pt x="12" y="210"/>
                </a:cubicBezTo>
                <a:cubicBezTo>
                  <a:pt x="9" y="210"/>
                  <a:pt x="9" y="210"/>
                  <a:pt x="9" y="210"/>
                </a:cubicBezTo>
                <a:cubicBezTo>
                  <a:pt x="9" y="210"/>
                  <a:pt x="8" y="211"/>
                  <a:pt x="8" y="211"/>
                </a:cubicBezTo>
                <a:cubicBezTo>
                  <a:pt x="8" y="211"/>
                  <a:pt x="9" y="212"/>
                  <a:pt x="10" y="212"/>
                </a:cubicBezTo>
                <a:cubicBezTo>
                  <a:pt x="15" y="212"/>
                  <a:pt x="15" y="212"/>
                  <a:pt x="15" y="212"/>
                </a:cubicBezTo>
                <a:cubicBezTo>
                  <a:pt x="16" y="215"/>
                  <a:pt x="16" y="215"/>
                  <a:pt x="16" y="215"/>
                </a:cubicBezTo>
                <a:cubicBezTo>
                  <a:pt x="16" y="215"/>
                  <a:pt x="18" y="215"/>
                  <a:pt x="19" y="216"/>
                </a:cubicBezTo>
                <a:cubicBezTo>
                  <a:pt x="19" y="216"/>
                  <a:pt x="21" y="216"/>
                  <a:pt x="22" y="217"/>
                </a:cubicBezTo>
                <a:cubicBezTo>
                  <a:pt x="23" y="217"/>
                  <a:pt x="25" y="219"/>
                  <a:pt x="25" y="219"/>
                </a:cubicBezTo>
                <a:cubicBezTo>
                  <a:pt x="28" y="222"/>
                  <a:pt x="28" y="222"/>
                  <a:pt x="28" y="222"/>
                </a:cubicBezTo>
                <a:cubicBezTo>
                  <a:pt x="28" y="224"/>
                  <a:pt x="28" y="224"/>
                  <a:pt x="28" y="224"/>
                </a:cubicBezTo>
                <a:cubicBezTo>
                  <a:pt x="31" y="227"/>
                  <a:pt x="31" y="227"/>
                  <a:pt x="31" y="227"/>
                </a:cubicBezTo>
                <a:cubicBezTo>
                  <a:pt x="31" y="227"/>
                  <a:pt x="34" y="227"/>
                  <a:pt x="35" y="227"/>
                </a:cubicBezTo>
                <a:cubicBezTo>
                  <a:pt x="35" y="227"/>
                  <a:pt x="35" y="229"/>
                  <a:pt x="35" y="229"/>
                </a:cubicBezTo>
                <a:cubicBezTo>
                  <a:pt x="37" y="229"/>
                  <a:pt x="37" y="229"/>
                  <a:pt x="37" y="229"/>
                </a:cubicBezTo>
                <a:cubicBezTo>
                  <a:pt x="40" y="229"/>
                  <a:pt x="40" y="229"/>
                  <a:pt x="40" y="229"/>
                </a:cubicBezTo>
                <a:cubicBezTo>
                  <a:pt x="43" y="227"/>
                  <a:pt x="43" y="227"/>
                  <a:pt x="43" y="227"/>
                </a:cubicBezTo>
                <a:cubicBezTo>
                  <a:pt x="44" y="226"/>
                  <a:pt x="44" y="226"/>
                  <a:pt x="44" y="226"/>
                </a:cubicBezTo>
                <a:cubicBezTo>
                  <a:pt x="44" y="226"/>
                  <a:pt x="45" y="225"/>
                  <a:pt x="47" y="224"/>
                </a:cubicBezTo>
                <a:cubicBezTo>
                  <a:pt x="49" y="224"/>
                  <a:pt x="53" y="224"/>
                  <a:pt x="53" y="224"/>
                </a:cubicBezTo>
                <a:cubicBezTo>
                  <a:pt x="54" y="225"/>
                  <a:pt x="54" y="225"/>
                  <a:pt x="54" y="225"/>
                </a:cubicBezTo>
                <a:cubicBezTo>
                  <a:pt x="54" y="225"/>
                  <a:pt x="55" y="227"/>
                  <a:pt x="55" y="228"/>
                </a:cubicBezTo>
                <a:cubicBezTo>
                  <a:pt x="56" y="229"/>
                  <a:pt x="58" y="229"/>
                  <a:pt x="58" y="229"/>
                </a:cubicBezTo>
                <a:cubicBezTo>
                  <a:pt x="60" y="229"/>
                  <a:pt x="60" y="229"/>
                  <a:pt x="60" y="229"/>
                </a:cubicBezTo>
                <a:cubicBezTo>
                  <a:pt x="60" y="229"/>
                  <a:pt x="61" y="231"/>
                  <a:pt x="61" y="232"/>
                </a:cubicBezTo>
                <a:cubicBezTo>
                  <a:pt x="61" y="232"/>
                  <a:pt x="61" y="233"/>
                  <a:pt x="60" y="233"/>
                </a:cubicBezTo>
                <a:cubicBezTo>
                  <a:pt x="60" y="233"/>
                  <a:pt x="60" y="235"/>
                  <a:pt x="60" y="235"/>
                </a:cubicBezTo>
                <a:cubicBezTo>
                  <a:pt x="60" y="235"/>
                  <a:pt x="58" y="236"/>
                  <a:pt x="58" y="236"/>
                </a:cubicBezTo>
                <a:cubicBezTo>
                  <a:pt x="58" y="237"/>
                  <a:pt x="56" y="237"/>
                  <a:pt x="56" y="238"/>
                </a:cubicBezTo>
                <a:cubicBezTo>
                  <a:pt x="56" y="238"/>
                  <a:pt x="56" y="240"/>
                  <a:pt x="56" y="240"/>
                </a:cubicBezTo>
                <a:cubicBezTo>
                  <a:pt x="55" y="242"/>
                  <a:pt x="55" y="242"/>
                  <a:pt x="55" y="242"/>
                </a:cubicBezTo>
                <a:cubicBezTo>
                  <a:pt x="55" y="242"/>
                  <a:pt x="54" y="245"/>
                  <a:pt x="54" y="245"/>
                </a:cubicBezTo>
                <a:cubicBezTo>
                  <a:pt x="53" y="245"/>
                  <a:pt x="52" y="246"/>
                  <a:pt x="51" y="246"/>
                </a:cubicBezTo>
                <a:cubicBezTo>
                  <a:pt x="51" y="246"/>
                  <a:pt x="49" y="247"/>
                  <a:pt x="49" y="247"/>
                </a:cubicBezTo>
                <a:cubicBezTo>
                  <a:pt x="49" y="247"/>
                  <a:pt x="47" y="248"/>
                  <a:pt x="47" y="248"/>
                </a:cubicBezTo>
                <a:cubicBezTo>
                  <a:pt x="47" y="249"/>
                  <a:pt x="46" y="250"/>
                  <a:pt x="46" y="250"/>
                </a:cubicBezTo>
                <a:cubicBezTo>
                  <a:pt x="48" y="252"/>
                  <a:pt x="48" y="252"/>
                  <a:pt x="48" y="252"/>
                </a:cubicBezTo>
                <a:cubicBezTo>
                  <a:pt x="50" y="254"/>
                  <a:pt x="50" y="254"/>
                  <a:pt x="50" y="254"/>
                </a:cubicBezTo>
                <a:cubicBezTo>
                  <a:pt x="52" y="255"/>
                  <a:pt x="52" y="255"/>
                  <a:pt x="52" y="255"/>
                </a:cubicBezTo>
                <a:cubicBezTo>
                  <a:pt x="52" y="255"/>
                  <a:pt x="53" y="257"/>
                  <a:pt x="54" y="258"/>
                </a:cubicBezTo>
                <a:cubicBezTo>
                  <a:pt x="54" y="258"/>
                  <a:pt x="54" y="259"/>
                  <a:pt x="54" y="259"/>
                </a:cubicBezTo>
                <a:cubicBezTo>
                  <a:pt x="53" y="261"/>
                  <a:pt x="53" y="261"/>
                  <a:pt x="53" y="261"/>
                </a:cubicBezTo>
                <a:cubicBezTo>
                  <a:pt x="51" y="262"/>
                  <a:pt x="51" y="262"/>
                  <a:pt x="51" y="262"/>
                </a:cubicBezTo>
                <a:cubicBezTo>
                  <a:pt x="51" y="262"/>
                  <a:pt x="49" y="262"/>
                  <a:pt x="49" y="262"/>
                </a:cubicBezTo>
                <a:cubicBezTo>
                  <a:pt x="48" y="262"/>
                  <a:pt x="47" y="260"/>
                  <a:pt x="47" y="260"/>
                </a:cubicBezTo>
                <a:cubicBezTo>
                  <a:pt x="46" y="260"/>
                  <a:pt x="46" y="260"/>
                  <a:pt x="46" y="260"/>
                </a:cubicBezTo>
                <a:cubicBezTo>
                  <a:pt x="44" y="261"/>
                  <a:pt x="44" y="261"/>
                  <a:pt x="44" y="261"/>
                </a:cubicBezTo>
                <a:cubicBezTo>
                  <a:pt x="44" y="261"/>
                  <a:pt x="44" y="263"/>
                  <a:pt x="44" y="263"/>
                </a:cubicBezTo>
                <a:cubicBezTo>
                  <a:pt x="44" y="264"/>
                  <a:pt x="44" y="265"/>
                  <a:pt x="44" y="265"/>
                </a:cubicBezTo>
                <a:cubicBezTo>
                  <a:pt x="44" y="265"/>
                  <a:pt x="45" y="266"/>
                  <a:pt x="46" y="266"/>
                </a:cubicBezTo>
                <a:cubicBezTo>
                  <a:pt x="48" y="267"/>
                  <a:pt x="47" y="268"/>
                  <a:pt x="47" y="268"/>
                </a:cubicBezTo>
                <a:cubicBezTo>
                  <a:pt x="47" y="268"/>
                  <a:pt x="46" y="270"/>
                  <a:pt x="47" y="271"/>
                </a:cubicBezTo>
                <a:cubicBezTo>
                  <a:pt x="49" y="272"/>
                  <a:pt x="47" y="273"/>
                  <a:pt x="47" y="273"/>
                </a:cubicBezTo>
                <a:cubicBezTo>
                  <a:pt x="47" y="273"/>
                  <a:pt x="47" y="274"/>
                  <a:pt x="47" y="274"/>
                </a:cubicBezTo>
                <a:cubicBezTo>
                  <a:pt x="48" y="275"/>
                  <a:pt x="50" y="276"/>
                  <a:pt x="50" y="276"/>
                </a:cubicBezTo>
                <a:cubicBezTo>
                  <a:pt x="52" y="277"/>
                  <a:pt x="52" y="277"/>
                  <a:pt x="52" y="277"/>
                </a:cubicBezTo>
                <a:cubicBezTo>
                  <a:pt x="52" y="277"/>
                  <a:pt x="54" y="277"/>
                  <a:pt x="54" y="277"/>
                </a:cubicBezTo>
                <a:cubicBezTo>
                  <a:pt x="54" y="277"/>
                  <a:pt x="58" y="279"/>
                  <a:pt x="58" y="279"/>
                </a:cubicBezTo>
                <a:cubicBezTo>
                  <a:pt x="59" y="279"/>
                  <a:pt x="59" y="281"/>
                  <a:pt x="59" y="281"/>
                </a:cubicBezTo>
                <a:cubicBezTo>
                  <a:pt x="64" y="284"/>
                  <a:pt x="64" y="284"/>
                  <a:pt x="64" y="284"/>
                </a:cubicBezTo>
                <a:cubicBezTo>
                  <a:pt x="66" y="285"/>
                  <a:pt x="66" y="285"/>
                  <a:pt x="66" y="285"/>
                </a:cubicBezTo>
                <a:cubicBezTo>
                  <a:pt x="67" y="287"/>
                  <a:pt x="67" y="287"/>
                  <a:pt x="67" y="287"/>
                </a:cubicBezTo>
                <a:cubicBezTo>
                  <a:pt x="69" y="287"/>
                  <a:pt x="69" y="287"/>
                  <a:pt x="69" y="287"/>
                </a:cubicBezTo>
                <a:cubicBezTo>
                  <a:pt x="70" y="286"/>
                  <a:pt x="70" y="286"/>
                  <a:pt x="70" y="286"/>
                </a:cubicBezTo>
                <a:cubicBezTo>
                  <a:pt x="70" y="283"/>
                  <a:pt x="70" y="283"/>
                  <a:pt x="70" y="283"/>
                </a:cubicBezTo>
                <a:cubicBezTo>
                  <a:pt x="74" y="284"/>
                  <a:pt x="74" y="284"/>
                  <a:pt x="74" y="284"/>
                </a:cubicBezTo>
                <a:cubicBezTo>
                  <a:pt x="74" y="284"/>
                  <a:pt x="76" y="284"/>
                  <a:pt x="76" y="284"/>
                </a:cubicBezTo>
                <a:cubicBezTo>
                  <a:pt x="76" y="284"/>
                  <a:pt x="77" y="285"/>
                  <a:pt x="77" y="285"/>
                </a:cubicBezTo>
                <a:cubicBezTo>
                  <a:pt x="77" y="287"/>
                  <a:pt x="77" y="287"/>
                  <a:pt x="77" y="287"/>
                </a:cubicBezTo>
                <a:cubicBezTo>
                  <a:pt x="79" y="288"/>
                  <a:pt x="79" y="288"/>
                  <a:pt x="79" y="288"/>
                </a:cubicBezTo>
                <a:cubicBezTo>
                  <a:pt x="79" y="288"/>
                  <a:pt x="80" y="288"/>
                  <a:pt x="81" y="288"/>
                </a:cubicBezTo>
                <a:cubicBezTo>
                  <a:pt x="81" y="289"/>
                  <a:pt x="82" y="290"/>
                  <a:pt x="82" y="290"/>
                </a:cubicBezTo>
                <a:cubicBezTo>
                  <a:pt x="83" y="291"/>
                  <a:pt x="84" y="291"/>
                  <a:pt x="84" y="292"/>
                </a:cubicBezTo>
                <a:cubicBezTo>
                  <a:pt x="84" y="292"/>
                  <a:pt x="86" y="291"/>
                  <a:pt x="86" y="292"/>
                </a:cubicBezTo>
                <a:cubicBezTo>
                  <a:pt x="87" y="292"/>
                  <a:pt x="87" y="292"/>
                  <a:pt x="87" y="293"/>
                </a:cubicBezTo>
                <a:cubicBezTo>
                  <a:pt x="87" y="293"/>
                  <a:pt x="88" y="294"/>
                  <a:pt x="89" y="295"/>
                </a:cubicBezTo>
                <a:cubicBezTo>
                  <a:pt x="89" y="295"/>
                  <a:pt x="90" y="296"/>
                  <a:pt x="90" y="296"/>
                </a:cubicBezTo>
                <a:cubicBezTo>
                  <a:pt x="92" y="296"/>
                  <a:pt x="92" y="296"/>
                  <a:pt x="92" y="296"/>
                </a:cubicBezTo>
                <a:cubicBezTo>
                  <a:pt x="93" y="295"/>
                  <a:pt x="93" y="295"/>
                  <a:pt x="93" y="295"/>
                </a:cubicBezTo>
                <a:cubicBezTo>
                  <a:pt x="95" y="295"/>
                  <a:pt x="95" y="295"/>
                  <a:pt x="95" y="295"/>
                </a:cubicBezTo>
                <a:cubicBezTo>
                  <a:pt x="95" y="298"/>
                  <a:pt x="95" y="298"/>
                  <a:pt x="95" y="298"/>
                </a:cubicBezTo>
                <a:cubicBezTo>
                  <a:pt x="96" y="299"/>
                  <a:pt x="96" y="299"/>
                  <a:pt x="96" y="299"/>
                </a:cubicBezTo>
                <a:cubicBezTo>
                  <a:pt x="96" y="299"/>
                  <a:pt x="98" y="301"/>
                  <a:pt x="99" y="302"/>
                </a:cubicBezTo>
                <a:cubicBezTo>
                  <a:pt x="100" y="302"/>
                  <a:pt x="102" y="301"/>
                  <a:pt x="102" y="302"/>
                </a:cubicBezTo>
                <a:cubicBezTo>
                  <a:pt x="103" y="302"/>
                  <a:pt x="102" y="303"/>
                  <a:pt x="102" y="304"/>
                </a:cubicBezTo>
                <a:cubicBezTo>
                  <a:pt x="102" y="304"/>
                  <a:pt x="103" y="305"/>
                  <a:pt x="104" y="305"/>
                </a:cubicBezTo>
                <a:cubicBezTo>
                  <a:pt x="104" y="305"/>
                  <a:pt x="106" y="305"/>
                  <a:pt x="107" y="305"/>
                </a:cubicBezTo>
                <a:cubicBezTo>
                  <a:pt x="108" y="304"/>
                  <a:pt x="109" y="305"/>
                  <a:pt x="109" y="306"/>
                </a:cubicBezTo>
                <a:cubicBezTo>
                  <a:pt x="110" y="306"/>
                  <a:pt x="110" y="307"/>
                  <a:pt x="110" y="307"/>
                </a:cubicBezTo>
                <a:cubicBezTo>
                  <a:pt x="110" y="307"/>
                  <a:pt x="111" y="307"/>
                  <a:pt x="112" y="307"/>
                </a:cubicBezTo>
                <a:cubicBezTo>
                  <a:pt x="112" y="307"/>
                  <a:pt x="113" y="308"/>
                  <a:pt x="114" y="308"/>
                </a:cubicBezTo>
                <a:cubicBezTo>
                  <a:pt x="114" y="308"/>
                  <a:pt x="115" y="307"/>
                  <a:pt x="115" y="307"/>
                </a:cubicBezTo>
                <a:cubicBezTo>
                  <a:pt x="115" y="307"/>
                  <a:pt x="117" y="307"/>
                  <a:pt x="117" y="307"/>
                </a:cubicBezTo>
                <a:cubicBezTo>
                  <a:pt x="118" y="307"/>
                  <a:pt x="121" y="309"/>
                  <a:pt x="121" y="309"/>
                </a:cubicBezTo>
                <a:cubicBezTo>
                  <a:pt x="121" y="309"/>
                  <a:pt x="125" y="309"/>
                  <a:pt x="126" y="309"/>
                </a:cubicBezTo>
                <a:cubicBezTo>
                  <a:pt x="126" y="309"/>
                  <a:pt x="127" y="308"/>
                  <a:pt x="127" y="308"/>
                </a:cubicBezTo>
                <a:cubicBezTo>
                  <a:pt x="131" y="309"/>
                  <a:pt x="131" y="309"/>
                  <a:pt x="131" y="309"/>
                </a:cubicBezTo>
                <a:cubicBezTo>
                  <a:pt x="131" y="308"/>
                  <a:pt x="131" y="308"/>
                  <a:pt x="131" y="308"/>
                </a:cubicBezTo>
                <a:cubicBezTo>
                  <a:pt x="134" y="307"/>
                  <a:pt x="134" y="307"/>
                  <a:pt x="134" y="307"/>
                </a:cubicBezTo>
                <a:cubicBezTo>
                  <a:pt x="135" y="307"/>
                  <a:pt x="135" y="307"/>
                  <a:pt x="135" y="307"/>
                </a:cubicBezTo>
                <a:cubicBezTo>
                  <a:pt x="137" y="308"/>
                  <a:pt x="137" y="308"/>
                  <a:pt x="137" y="308"/>
                </a:cubicBezTo>
                <a:cubicBezTo>
                  <a:pt x="136" y="310"/>
                  <a:pt x="136" y="310"/>
                  <a:pt x="136" y="310"/>
                </a:cubicBezTo>
                <a:cubicBezTo>
                  <a:pt x="136" y="314"/>
                  <a:pt x="136" y="314"/>
                  <a:pt x="136" y="314"/>
                </a:cubicBezTo>
                <a:cubicBezTo>
                  <a:pt x="138" y="314"/>
                  <a:pt x="138" y="314"/>
                  <a:pt x="138" y="314"/>
                </a:cubicBezTo>
                <a:cubicBezTo>
                  <a:pt x="140" y="310"/>
                  <a:pt x="140" y="310"/>
                  <a:pt x="140" y="310"/>
                </a:cubicBezTo>
                <a:cubicBezTo>
                  <a:pt x="144" y="307"/>
                  <a:pt x="144" y="307"/>
                  <a:pt x="144" y="307"/>
                </a:cubicBezTo>
                <a:cubicBezTo>
                  <a:pt x="149" y="307"/>
                  <a:pt x="149" y="307"/>
                  <a:pt x="149" y="307"/>
                </a:cubicBezTo>
                <a:cubicBezTo>
                  <a:pt x="154" y="307"/>
                  <a:pt x="154" y="307"/>
                  <a:pt x="154" y="307"/>
                </a:cubicBezTo>
                <a:cubicBezTo>
                  <a:pt x="160" y="308"/>
                  <a:pt x="160" y="308"/>
                  <a:pt x="160" y="308"/>
                </a:cubicBezTo>
                <a:cubicBezTo>
                  <a:pt x="161" y="310"/>
                  <a:pt x="161" y="310"/>
                  <a:pt x="161" y="310"/>
                </a:cubicBezTo>
                <a:cubicBezTo>
                  <a:pt x="163" y="310"/>
                  <a:pt x="163" y="310"/>
                  <a:pt x="163" y="310"/>
                </a:cubicBezTo>
                <a:cubicBezTo>
                  <a:pt x="163" y="310"/>
                  <a:pt x="166" y="310"/>
                  <a:pt x="167" y="310"/>
                </a:cubicBezTo>
                <a:cubicBezTo>
                  <a:pt x="168" y="309"/>
                  <a:pt x="169" y="309"/>
                  <a:pt x="170" y="309"/>
                </a:cubicBezTo>
                <a:cubicBezTo>
                  <a:pt x="170" y="309"/>
                  <a:pt x="171" y="308"/>
                  <a:pt x="172" y="308"/>
                </a:cubicBezTo>
                <a:cubicBezTo>
                  <a:pt x="172" y="307"/>
                  <a:pt x="172" y="306"/>
                  <a:pt x="172" y="306"/>
                </a:cubicBezTo>
                <a:cubicBezTo>
                  <a:pt x="172" y="306"/>
                  <a:pt x="174" y="305"/>
                  <a:pt x="174" y="305"/>
                </a:cubicBezTo>
                <a:cubicBezTo>
                  <a:pt x="174" y="304"/>
                  <a:pt x="175" y="303"/>
                  <a:pt x="176" y="302"/>
                </a:cubicBezTo>
                <a:cubicBezTo>
                  <a:pt x="177" y="302"/>
                  <a:pt x="178" y="301"/>
                  <a:pt x="180" y="301"/>
                </a:cubicBezTo>
                <a:cubicBezTo>
                  <a:pt x="181" y="300"/>
                  <a:pt x="182" y="300"/>
                  <a:pt x="182" y="300"/>
                </a:cubicBezTo>
                <a:cubicBezTo>
                  <a:pt x="183" y="299"/>
                  <a:pt x="184" y="298"/>
                  <a:pt x="185" y="298"/>
                </a:cubicBezTo>
                <a:cubicBezTo>
                  <a:pt x="185" y="297"/>
                  <a:pt x="185" y="296"/>
                  <a:pt x="185" y="296"/>
                </a:cubicBezTo>
                <a:cubicBezTo>
                  <a:pt x="186" y="296"/>
                  <a:pt x="188" y="295"/>
                  <a:pt x="189" y="295"/>
                </a:cubicBezTo>
                <a:cubicBezTo>
                  <a:pt x="190" y="295"/>
                  <a:pt x="191" y="296"/>
                  <a:pt x="194" y="297"/>
                </a:cubicBezTo>
                <a:cubicBezTo>
                  <a:pt x="196" y="297"/>
                  <a:pt x="196" y="296"/>
                  <a:pt x="197" y="296"/>
                </a:cubicBezTo>
                <a:cubicBezTo>
                  <a:pt x="197" y="296"/>
                  <a:pt x="200" y="294"/>
                  <a:pt x="201" y="294"/>
                </a:cubicBezTo>
                <a:cubicBezTo>
                  <a:pt x="201" y="294"/>
                  <a:pt x="203" y="295"/>
                  <a:pt x="203" y="296"/>
                </a:cubicBezTo>
                <a:cubicBezTo>
                  <a:pt x="204" y="296"/>
                  <a:pt x="206" y="299"/>
                  <a:pt x="206" y="300"/>
                </a:cubicBezTo>
                <a:cubicBezTo>
                  <a:pt x="206" y="301"/>
                  <a:pt x="205" y="303"/>
                  <a:pt x="205" y="304"/>
                </a:cubicBezTo>
                <a:cubicBezTo>
                  <a:pt x="204" y="304"/>
                  <a:pt x="202" y="306"/>
                  <a:pt x="202" y="306"/>
                </a:cubicBezTo>
                <a:cubicBezTo>
                  <a:pt x="209" y="309"/>
                  <a:pt x="209" y="309"/>
                  <a:pt x="209" y="309"/>
                </a:cubicBezTo>
                <a:cubicBezTo>
                  <a:pt x="209" y="308"/>
                  <a:pt x="208" y="308"/>
                  <a:pt x="209" y="308"/>
                </a:cubicBezTo>
                <a:cubicBezTo>
                  <a:pt x="210" y="307"/>
                  <a:pt x="210" y="307"/>
                  <a:pt x="210" y="306"/>
                </a:cubicBezTo>
                <a:cubicBezTo>
                  <a:pt x="210" y="306"/>
                  <a:pt x="210" y="305"/>
                  <a:pt x="210" y="305"/>
                </a:cubicBezTo>
                <a:cubicBezTo>
                  <a:pt x="211" y="305"/>
                  <a:pt x="211" y="305"/>
                  <a:pt x="211" y="305"/>
                </a:cubicBezTo>
                <a:cubicBezTo>
                  <a:pt x="211" y="305"/>
                  <a:pt x="213" y="305"/>
                  <a:pt x="213" y="305"/>
                </a:cubicBezTo>
                <a:cubicBezTo>
                  <a:pt x="214" y="305"/>
                  <a:pt x="215" y="305"/>
                  <a:pt x="215" y="305"/>
                </a:cubicBezTo>
                <a:cubicBezTo>
                  <a:pt x="215" y="305"/>
                  <a:pt x="218" y="305"/>
                  <a:pt x="218" y="306"/>
                </a:cubicBezTo>
                <a:cubicBezTo>
                  <a:pt x="218" y="306"/>
                  <a:pt x="220" y="308"/>
                  <a:pt x="220" y="309"/>
                </a:cubicBezTo>
                <a:cubicBezTo>
                  <a:pt x="220" y="309"/>
                  <a:pt x="221" y="309"/>
                  <a:pt x="222" y="311"/>
                </a:cubicBezTo>
                <a:cubicBezTo>
                  <a:pt x="224" y="313"/>
                  <a:pt x="223" y="314"/>
                  <a:pt x="224" y="315"/>
                </a:cubicBezTo>
                <a:cubicBezTo>
                  <a:pt x="224" y="317"/>
                  <a:pt x="224" y="317"/>
                  <a:pt x="225" y="319"/>
                </a:cubicBezTo>
                <a:cubicBezTo>
                  <a:pt x="225" y="320"/>
                  <a:pt x="225" y="322"/>
                  <a:pt x="225" y="323"/>
                </a:cubicBezTo>
                <a:cubicBezTo>
                  <a:pt x="225" y="324"/>
                  <a:pt x="223" y="327"/>
                  <a:pt x="223" y="327"/>
                </a:cubicBezTo>
                <a:cubicBezTo>
                  <a:pt x="222" y="328"/>
                  <a:pt x="217" y="333"/>
                  <a:pt x="217" y="334"/>
                </a:cubicBezTo>
                <a:cubicBezTo>
                  <a:pt x="217" y="334"/>
                  <a:pt x="217" y="336"/>
                  <a:pt x="217" y="337"/>
                </a:cubicBezTo>
                <a:cubicBezTo>
                  <a:pt x="217" y="337"/>
                  <a:pt x="215" y="337"/>
                  <a:pt x="215" y="337"/>
                </a:cubicBezTo>
                <a:cubicBezTo>
                  <a:pt x="214" y="337"/>
                  <a:pt x="214" y="338"/>
                  <a:pt x="214" y="340"/>
                </a:cubicBezTo>
                <a:cubicBezTo>
                  <a:pt x="213" y="341"/>
                  <a:pt x="214" y="343"/>
                  <a:pt x="214" y="343"/>
                </a:cubicBezTo>
                <a:cubicBezTo>
                  <a:pt x="214" y="343"/>
                  <a:pt x="215" y="345"/>
                  <a:pt x="216" y="346"/>
                </a:cubicBezTo>
                <a:cubicBezTo>
                  <a:pt x="217" y="346"/>
                  <a:pt x="216" y="348"/>
                  <a:pt x="216" y="349"/>
                </a:cubicBezTo>
                <a:cubicBezTo>
                  <a:pt x="216" y="350"/>
                  <a:pt x="219" y="349"/>
                  <a:pt x="220" y="349"/>
                </a:cubicBezTo>
                <a:cubicBezTo>
                  <a:pt x="221" y="348"/>
                  <a:pt x="223" y="348"/>
                  <a:pt x="223" y="348"/>
                </a:cubicBezTo>
                <a:cubicBezTo>
                  <a:pt x="223" y="348"/>
                  <a:pt x="224" y="350"/>
                  <a:pt x="224" y="350"/>
                </a:cubicBezTo>
                <a:cubicBezTo>
                  <a:pt x="224" y="351"/>
                  <a:pt x="226" y="351"/>
                  <a:pt x="227" y="351"/>
                </a:cubicBezTo>
                <a:cubicBezTo>
                  <a:pt x="228" y="352"/>
                  <a:pt x="227" y="353"/>
                  <a:pt x="227" y="354"/>
                </a:cubicBezTo>
                <a:cubicBezTo>
                  <a:pt x="227" y="356"/>
                  <a:pt x="229" y="356"/>
                  <a:pt x="229" y="356"/>
                </a:cubicBezTo>
                <a:cubicBezTo>
                  <a:pt x="229" y="356"/>
                  <a:pt x="230" y="357"/>
                  <a:pt x="231" y="356"/>
                </a:cubicBezTo>
                <a:cubicBezTo>
                  <a:pt x="232" y="356"/>
                  <a:pt x="233" y="356"/>
                  <a:pt x="233" y="357"/>
                </a:cubicBezTo>
                <a:cubicBezTo>
                  <a:pt x="234" y="357"/>
                  <a:pt x="234" y="358"/>
                  <a:pt x="234" y="359"/>
                </a:cubicBezTo>
                <a:cubicBezTo>
                  <a:pt x="234" y="360"/>
                  <a:pt x="234" y="361"/>
                  <a:pt x="233" y="362"/>
                </a:cubicBezTo>
                <a:cubicBezTo>
                  <a:pt x="233" y="364"/>
                  <a:pt x="231" y="365"/>
                  <a:pt x="230" y="365"/>
                </a:cubicBezTo>
                <a:cubicBezTo>
                  <a:pt x="230" y="366"/>
                  <a:pt x="235" y="362"/>
                  <a:pt x="236" y="362"/>
                </a:cubicBezTo>
                <a:cubicBezTo>
                  <a:pt x="236" y="362"/>
                  <a:pt x="236" y="364"/>
                  <a:pt x="238" y="364"/>
                </a:cubicBezTo>
                <a:cubicBezTo>
                  <a:pt x="239" y="364"/>
                  <a:pt x="233" y="368"/>
                  <a:pt x="233" y="368"/>
                </a:cubicBezTo>
                <a:cubicBezTo>
                  <a:pt x="233" y="369"/>
                  <a:pt x="233" y="371"/>
                  <a:pt x="234" y="372"/>
                </a:cubicBezTo>
                <a:cubicBezTo>
                  <a:pt x="234" y="373"/>
                  <a:pt x="235" y="373"/>
                  <a:pt x="237" y="372"/>
                </a:cubicBezTo>
                <a:cubicBezTo>
                  <a:pt x="238" y="372"/>
                  <a:pt x="239" y="371"/>
                  <a:pt x="241" y="371"/>
                </a:cubicBezTo>
                <a:cubicBezTo>
                  <a:pt x="242" y="370"/>
                  <a:pt x="244" y="370"/>
                  <a:pt x="244" y="371"/>
                </a:cubicBezTo>
                <a:cubicBezTo>
                  <a:pt x="244" y="371"/>
                  <a:pt x="244" y="372"/>
                  <a:pt x="244" y="373"/>
                </a:cubicBezTo>
                <a:cubicBezTo>
                  <a:pt x="244" y="373"/>
                  <a:pt x="245" y="374"/>
                  <a:pt x="245" y="374"/>
                </a:cubicBezTo>
                <a:cubicBezTo>
                  <a:pt x="246" y="374"/>
                  <a:pt x="248" y="375"/>
                  <a:pt x="249" y="374"/>
                </a:cubicBezTo>
                <a:cubicBezTo>
                  <a:pt x="249" y="374"/>
                  <a:pt x="249" y="372"/>
                  <a:pt x="249" y="371"/>
                </a:cubicBezTo>
                <a:cubicBezTo>
                  <a:pt x="248" y="370"/>
                  <a:pt x="248" y="368"/>
                  <a:pt x="248" y="368"/>
                </a:cubicBezTo>
                <a:cubicBezTo>
                  <a:pt x="248" y="367"/>
                  <a:pt x="248" y="366"/>
                  <a:pt x="248" y="365"/>
                </a:cubicBezTo>
                <a:cubicBezTo>
                  <a:pt x="248" y="365"/>
                  <a:pt x="249" y="364"/>
                  <a:pt x="250" y="364"/>
                </a:cubicBezTo>
                <a:cubicBezTo>
                  <a:pt x="250" y="364"/>
                  <a:pt x="253" y="364"/>
                  <a:pt x="253" y="364"/>
                </a:cubicBezTo>
                <a:cubicBezTo>
                  <a:pt x="253" y="364"/>
                  <a:pt x="254" y="362"/>
                  <a:pt x="254" y="362"/>
                </a:cubicBezTo>
                <a:cubicBezTo>
                  <a:pt x="254" y="361"/>
                  <a:pt x="257" y="361"/>
                  <a:pt x="257" y="362"/>
                </a:cubicBezTo>
                <a:cubicBezTo>
                  <a:pt x="258" y="362"/>
                  <a:pt x="259" y="363"/>
                  <a:pt x="259" y="363"/>
                </a:cubicBezTo>
                <a:cubicBezTo>
                  <a:pt x="259" y="363"/>
                  <a:pt x="261" y="361"/>
                  <a:pt x="261" y="361"/>
                </a:cubicBezTo>
                <a:cubicBezTo>
                  <a:pt x="262" y="361"/>
                  <a:pt x="262" y="362"/>
                  <a:pt x="263" y="362"/>
                </a:cubicBezTo>
                <a:cubicBezTo>
                  <a:pt x="263" y="362"/>
                  <a:pt x="264" y="361"/>
                  <a:pt x="265" y="361"/>
                </a:cubicBezTo>
                <a:cubicBezTo>
                  <a:pt x="265" y="361"/>
                  <a:pt x="266" y="362"/>
                  <a:pt x="267" y="361"/>
                </a:cubicBezTo>
                <a:cubicBezTo>
                  <a:pt x="269" y="361"/>
                  <a:pt x="270" y="360"/>
                  <a:pt x="270" y="360"/>
                </a:cubicBezTo>
                <a:cubicBezTo>
                  <a:pt x="271" y="360"/>
                  <a:pt x="273" y="360"/>
                  <a:pt x="273" y="360"/>
                </a:cubicBezTo>
                <a:cubicBezTo>
                  <a:pt x="274" y="360"/>
                  <a:pt x="275" y="357"/>
                  <a:pt x="275" y="356"/>
                </a:cubicBezTo>
                <a:cubicBezTo>
                  <a:pt x="276" y="356"/>
                  <a:pt x="276" y="356"/>
                  <a:pt x="278" y="356"/>
                </a:cubicBezTo>
                <a:cubicBezTo>
                  <a:pt x="279" y="356"/>
                  <a:pt x="280" y="355"/>
                  <a:pt x="281" y="355"/>
                </a:cubicBezTo>
                <a:cubicBezTo>
                  <a:pt x="281" y="355"/>
                  <a:pt x="282" y="356"/>
                  <a:pt x="282" y="357"/>
                </a:cubicBezTo>
                <a:cubicBezTo>
                  <a:pt x="282" y="358"/>
                  <a:pt x="285" y="358"/>
                  <a:pt x="286" y="359"/>
                </a:cubicBezTo>
                <a:cubicBezTo>
                  <a:pt x="286" y="359"/>
                  <a:pt x="288" y="359"/>
                  <a:pt x="289" y="359"/>
                </a:cubicBezTo>
                <a:cubicBezTo>
                  <a:pt x="290" y="359"/>
                  <a:pt x="292" y="358"/>
                  <a:pt x="292" y="359"/>
                </a:cubicBezTo>
                <a:cubicBezTo>
                  <a:pt x="292" y="359"/>
                  <a:pt x="293" y="361"/>
                  <a:pt x="292" y="362"/>
                </a:cubicBezTo>
                <a:cubicBezTo>
                  <a:pt x="292" y="362"/>
                  <a:pt x="292" y="363"/>
                  <a:pt x="291" y="364"/>
                </a:cubicBezTo>
                <a:cubicBezTo>
                  <a:pt x="291" y="365"/>
                  <a:pt x="292" y="366"/>
                  <a:pt x="293" y="366"/>
                </a:cubicBezTo>
                <a:cubicBezTo>
                  <a:pt x="293" y="367"/>
                  <a:pt x="299" y="370"/>
                  <a:pt x="300" y="371"/>
                </a:cubicBezTo>
                <a:cubicBezTo>
                  <a:pt x="301" y="371"/>
                  <a:pt x="303" y="371"/>
                  <a:pt x="304" y="371"/>
                </a:cubicBezTo>
                <a:cubicBezTo>
                  <a:pt x="304" y="371"/>
                  <a:pt x="305" y="371"/>
                  <a:pt x="305" y="371"/>
                </a:cubicBezTo>
                <a:cubicBezTo>
                  <a:pt x="305" y="371"/>
                  <a:pt x="306" y="371"/>
                  <a:pt x="306" y="371"/>
                </a:cubicBezTo>
                <a:cubicBezTo>
                  <a:pt x="307" y="371"/>
                  <a:pt x="308" y="371"/>
                  <a:pt x="308" y="370"/>
                </a:cubicBezTo>
                <a:cubicBezTo>
                  <a:pt x="309" y="370"/>
                  <a:pt x="309" y="370"/>
                  <a:pt x="310" y="370"/>
                </a:cubicBezTo>
                <a:cubicBezTo>
                  <a:pt x="311" y="370"/>
                  <a:pt x="312" y="370"/>
                  <a:pt x="312" y="368"/>
                </a:cubicBezTo>
                <a:cubicBezTo>
                  <a:pt x="312" y="368"/>
                  <a:pt x="312" y="368"/>
                  <a:pt x="312" y="367"/>
                </a:cubicBezTo>
                <a:cubicBezTo>
                  <a:pt x="314" y="369"/>
                  <a:pt x="314" y="371"/>
                  <a:pt x="317" y="370"/>
                </a:cubicBezTo>
                <a:cubicBezTo>
                  <a:pt x="318" y="373"/>
                  <a:pt x="320" y="371"/>
                  <a:pt x="321" y="371"/>
                </a:cubicBezTo>
                <a:cubicBezTo>
                  <a:pt x="322" y="370"/>
                  <a:pt x="323" y="371"/>
                  <a:pt x="324" y="371"/>
                </a:cubicBezTo>
                <a:cubicBezTo>
                  <a:pt x="324" y="371"/>
                  <a:pt x="324" y="372"/>
                  <a:pt x="324" y="372"/>
                </a:cubicBezTo>
                <a:cubicBezTo>
                  <a:pt x="324" y="372"/>
                  <a:pt x="323" y="372"/>
                  <a:pt x="323" y="373"/>
                </a:cubicBezTo>
                <a:cubicBezTo>
                  <a:pt x="323" y="373"/>
                  <a:pt x="323" y="373"/>
                  <a:pt x="323" y="373"/>
                </a:cubicBezTo>
                <a:cubicBezTo>
                  <a:pt x="322" y="374"/>
                  <a:pt x="322" y="375"/>
                  <a:pt x="322" y="376"/>
                </a:cubicBezTo>
                <a:cubicBezTo>
                  <a:pt x="322" y="378"/>
                  <a:pt x="323" y="379"/>
                  <a:pt x="324" y="380"/>
                </a:cubicBezTo>
                <a:cubicBezTo>
                  <a:pt x="324" y="382"/>
                  <a:pt x="327" y="383"/>
                  <a:pt x="328" y="382"/>
                </a:cubicBezTo>
                <a:cubicBezTo>
                  <a:pt x="329" y="382"/>
                  <a:pt x="330" y="381"/>
                  <a:pt x="330" y="380"/>
                </a:cubicBezTo>
                <a:cubicBezTo>
                  <a:pt x="330" y="379"/>
                  <a:pt x="329" y="379"/>
                  <a:pt x="329" y="378"/>
                </a:cubicBezTo>
                <a:cubicBezTo>
                  <a:pt x="329" y="377"/>
                  <a:pt x="327" y="377"/>
                  <a:pt x="327" y="376"/>
                </a:cubicBezTo>
                <a:cubicBezTo>
                  <a:pt x="327" y="376"/>
                  <a:pt x="327" y="376"/>
                  <a:pt x="327" y="376"/>
                </a:cubicBezTo>
                <a:cubicBezTo>
                  <a:pt x="327" y="375"/>
                  <a:pt x="329" y="376"/>
                  <a:pt x="330" y="374"/>
                </a:cubicBezTo>
                <a:cubicBezTo>
                  <a:pt x="332" y="372"/>
                  <a:pt x="335" y="371"/>
                  <a:pt x="338" y="371"/>
                </a:cubicBezTo>
                <a:cubicBezTo>
                  <a:pt x="339" y="371"/>
                  <a:pt x="340" y="371"/>
                  <a:pt x="340" y="370"/>
                </a:cubicBezTo>
                <a:cubicBezTo>
                  <a:pt x="342" y="369"/>
                  <a:pt x="343" y="368"/>
                  <a:pt x="345" y="368"/>
                </a:cubicBezTo>
                <a:cubicBezTo>
                  <a:pt x="346" y="368"/>
                  <a:pt x="348" y="368"/>
                  <a:pt x="349" y="368"/>
                </a:cubicBezTo>
                <a:cubicBezTo>
                  <a:pt x="351" y="368"/>
                  <a:pt x="351" y="364"/>
                  <a:pt x="354" y="367"/>
                </a:cubicBezTo>
                <a:cubicBezTo>
                  <a:pt x="354" y="367"/>
                  <a:pt x="354" y="366"/>
                  <a:pt x="355" y="366"/>
                </a:cubicBezTo>
                <a:cubicBezTo>
                  <a:pt x="357" y="365"/>
                  <a:pt x="357" y="362"/>
                  <a:pt x="358" y="360"/>
                </a:cubicBezTo>
                <a:cubicBezTo>
                  <a:pt x="359" y="359"/>
                  <a:pt x="359" y="360"/>
                  <a:pt x="360" y="361"/>
                </a:cubicBezTo>
                <a:cubicBezTo>
                  <a:pt x="360" y="361"/>
                  <a:pt x="360" y="361"/>
                  <a:pt x="360" y="362"/>
                </a:cubicBezTo>
                <a:cubicBezTo>
                  <a:pt x="361" y="364"/>
                  <a:pt x="362" y="364"/>
                  <a:pt x="364" y="362"/>
                </a:cubicBezTo>
                <a:cubicBezTo>
                  <a:pt x="364" y="361"/>
                  <a:pt x="365" y="361"/>
                  <a:pt x="365" y="361"/>
                </a:cubicBezTo>
                <a:cubicBezTo>
                  <a:pt x="366" y="362"/>
                  <a:pt x="367" y="361"/>
                  <a:pt x="366" y="361"/>
                </a:cubicBezTo>
                <a:cubicBezTo>
                  <a:pt x="366" y="361"/>
                  <a:pt x="366" y="360"/>
                  <a:pt x="366" y="360"/>
                </a:cubicBezTo>
                <a:cubicBezTo>
                  <a:pt x="366" y="360"/>
                  <a:pt x="366" y="360"/>
                  <a:pt x="366" y="360"/>
                </a:cubicBezTo>
                <a:cubicBezTo>
                  <a:pt x="366" y="360"/>
                  <a:pt x="366" y="359"/>
                  <a:pt x="366" y="359"/>
                </a:cubicBezTo>
                <a:cubicBezTo>
                  <a:pt x="367" y="358"/>
                  <a:pt x="367" y="359"/>
                  <a:pt x="368" y="359"/>
                </a:cubicBezTo>
                <a:cubicBezTo>
                  <a:pt x="368" y="360"/>
                  <a:pt x="369" y="360"/>
                  <a:pt x="370" y="359"/>
                </a:cubicBezTo>
                <a:cubicBezTo>
                  <a:pt x="370" y="359"/>
                  <a:pt x="370" y="358"/>
                  <a:pt x="371" y="358"/>
                </a:cubicBezTo>
                <a:cubicBezTo>
                  <a:pt x="373" y="358"/>
                  <a:pt x="374" y="360"/>
                  <a:pt x="376" y="358"/>
                </a:cubicBezTo>
                <a:cubicBezTo>
                  <a:pt x="376" y="358"/>
                  <a:pt x="376" y="358"/>
                  <a:pt x="377" y="358"/>
                </a:cubicBezTo>
                <a:cubicBezTo>
                  <a:pt x="378" y="358"/>
                  <a:pt x="383" y="357"/>
                  <a:pt x="383" y="356"/>
                </a:cubicBezTo>
                <a:cubicBezTo>
                  <a:pt x="384" y="354"/>
                  <a:pt x="386" y="353"/>
                  <a:pt x="387" y="351"/>
                </a:cubicBezTo>
                <a:cubicBezTo>
                  <a:pt x="387" y="350"/>
                  <a:pt x="387" y="350"/>
                  <a:pt x="388" y="350"/>
                </a:cubicBezTo>
                <a:cubicBezTo>
                  <a:pt x="390" y="351"/>
                  <a:pt x="392" y="351"/>
                  <a:pt x="392" y="349"/>
                </a:cubicBezTo>
                <a:cubicBezTo>
                  <a:pt x="392" y="349"/>
                  <a:pt x="392" y="348"/>
                  <a:pt x="392" y="348"/>
                </a:cubicBezTo>
                <a:cubicBezTo>
                  <a:pt x="392" y="348"/>
                  <a:pt x="392" y="348"/>
                  <a:pt x="392" y="348"/>
                </a:cubicBezTo>
                <a:cubicBezTo>
                  <a:pt x="392" y="348"/>
                  <a:pt x="392" y="348"/>
                  <a:pt x="392" y="348"/>
                </a:cubicBezTo>
                <a:cubicBezTo>
                  <a:pt x="393" y="347"/>
                  <a:pt x="394" y="347"/>
                  <a:pt x="395" y="346"/>
                </a:cubicBezTo>
                <a:cubicBezTo>
                  <a:pt x="395" y="345"/>
                  <a:pt x="398" y="345"/>
                  <a:pt x="398" y="344"/>
                </a:cubicBezTo>
                <a:cubicBezTo>
                  <a:pt x="398" y="344"/>
                  <a:pt x="398" y="344"/>
                  <a:pt x="398" y="344"/>
                </a:cubicBezTo>
                <a:cubicBezTo>
                  <a:pt x="397" y="344"/>
                  <a:pt x="397" y="343"/>
                  <a:pt x="397" y="343"/>
                </a:cubicBezTo>
                <a:cubicBezTo>
                  <a:pt x="398" y="341"/>
                  <a:pt x="399" y="341"/>
                  <a:pt x="401" y="341"/>
                </a:cubicBezTo>
                <a:cubicBezTo>
                  <a:pt x="402" y="341"/>
                  <a:pt x="403" y="340"/>
                  <a:pt x="403" y="339"/>
                </a:cubicBezTo>
                <a:cubicBezTo>
                  <a:pt x="403" y="339"/>
                  <a:pt x="403" y="339"/>
                  <a:pt x="403" y="339"/>
                </a:cubicBezTo>
                <a:cubicBezTo>
                  <a:pt x="402" y="338"/>
                  <a:pt x="402" y="338"/>
                  <a:pt x="402" y="338"/>
                </a:cubicBezTo>
                <a:cubicBezTo>
                  <a:pt x="402" y="338"/>
                  <a:pt x="403" y="338"/>
                  <a:pt x="403" y="338"/>
                </a:cubicBezTo>
                <a:cubicBezTo>
                  <a:pt x="405" y="338"/>
                  <a:pt x="405" y="334"/>
                  <a:pt x="408" y="334"/>
                </a:cubicBezTo>
                <a:cubicBezTo>
                  <a:pt x="408" y="334"/>
                  <a:pt x="408" y="334"/>
                  <a:pt x="407" y="334"/>
                </a:cubicBezTo>
                <a:cubicBezTo>
                  <a:pt x="407" y="334"/>
                  <a:pt x="407" y="333"/>
                  <a:pt x="407" y="333"/>
                </a:cubicBezTo>
                <a:cubicBezTo>
                  <a:pt x="407" y="333"/>
                  <a:pt x="408" y="332"/>
                  <a:pt x="408" y="332"/>
                </a:cubicBezTo>
                <a:cubicBezTo>
                  <a:pt x="409" y="332"/>
                  <a:pt x="409" y="332"/>
                  <a:pt x="409" y="331"/>
                </a:cubicBezTo>
                <a:cubicBezTo>
                  <a:pt x="410" y="331"/>
                  <a:pt x="410" y="330"/>
                  <a:pt x="410" y="330"/>
                </a:cubicBezTo>
                <a:cubicBezTo>
                  <a:pt x="410" y="329"/>
                  <a:pt x="411" y="328"/>
                  <a:pt x="411" y="328"/>
                </a:cubicBezTo>
                <a:cubicBezTo>
                  <a:pt x="411" y="327"/>
                  <a:pt x="411" y="327"/>
                  <a:pt x="411" y="327"/>
                </a:cubicBezTo>
                <a:cubicBezTo>
                  <a:pt x="411" y="327"/>
                  <a:pt x="411" y="326"/>
                  <a:pt x="411" y="326"/>
                </a:cubicBezTo>
                <a:cubicBezTo>
                  <a:pt x="411" y="325"/>
                  <a:pt x="411" y="324"/>
                  <a:pt x="411" y="323"/>
                </a:cubicBezTo>
                <a:cubicBezTo>
                  <a:pt x="412" y="323"/>
                  <a:pt x="412" y="324"/>
                  <a:pt x="413" y="324"/>
                </a:cubicBezTo>
                <a:cubicBezTo>
                  <a:pt x="413" y="324"/>
                  <a:pt x="413" y="323"/>
                  <a:pt x="413" y="323"/>
                </a:cubicBezTo>
                <a:cubicBezTo>
                  <a:pt x="413" y="322"/>
                  <a:pt x="412" y="321"/>
                  <a:pt x="411" y="322"/>
                </a:cubicBezTo>
                <a:cubicBezTo>
                  <a:pt x="411" y="322"/>
                  <a:pt x="411" y="322"/>
                  <a:pt x="411" y="322"/>
                </a:cubicBezTo>
                <a:cubicBezTo>
                  <a:pt x="411" y="321"/>
                  <a:pt x="411" y="321"/>
                  <a:pt x="411" y="321"/>
                </a:cubicBezTo>
                <a:cubicBezTo>
                  <a:pt x="411" y="321"/>
                  <a:pt x="411" y="321"/>
                  <a:pt x="411" y="320"/>
                </a:cubicBezTo>
                <a:cubicBezTo>
                  <a:pt x="411" y="320"/>
                  <a:pt x="412" y="320"/>
                  <a:pt x="412" y="320"/>
                </a:cubicBezTo>
                <a:cubicBezTo>
                  <a:pt x="416" y="319"/>
                  <a:pt x="419" y="316"/>
                  <a:pt x="420" y="312"/>
                </a:cubicBezTo>
                <a:cubicBezTo>
                  <a:pt x="421" y="310"/>
                  <a:pt x="422" y="307"/>
                  <a:pt x="425" y="306"/>
                </a:cubicBezTo>
                <a:cubicBezTo>
                  <a:pt x="426" y="306"/>
                  <a:pt x="426" y="306"/>
                  <a:pt x="426" y="305"/>
                </a:cubicBezTo>
                <a:cubicBezTo>
                  <a:pt x="427" y="305"/>
                  <a:pt x="427" y="305"/>
                  <a:pt x="427" y="304"/>
                </a:cubicBezTo>
                <a:cubicBezTo>
                  <a:pt x="429" y="304"/>
                  <a:pt x="429" y="304"/>
                  <a:pt x="429" y="303"/>
                </a:cubicBezTo>
                <a:cubicBezTo>
                  <a:pt x="429" y="303"/>
                  <a:pt x="429" y="303"/>
                  <a:pt x="429" y="302"/>
                </a:cubicBezTo>
                <a:cubicBezTo>
                  <a:pt x="428" y="302"/>
                  <a:pt x="428" y="302"/>
                  <a:pt x="428" y="302"/>
                </a:cubicBezTo>
                <a:cubicBezTo>
                  <a:pt x="428" y="301"/>
                  <a:pt x="428" y="301"/>
                  <a:pt x="428" y="301"/>
                </a:cubicBezTo>
                <a:cubicBezTo>
                  <a:pt x="428" y="301"/>
                  <a:pt x="428" y="301"/>
                  <a:pt x="428" y="301"/>
                </a:cubicBezTo>
                <a:cubicBezTo>
                  <a:pt x="428" y="301"/>
                  <a:pt x="428" y="300"/>
                  <a:pt x="428" y="300"/>
                </a:cubicBezTo>
                <a:cubicBezTo>
                  <a:pt x="429" y="300"/>
                  <a:pt x="429" y="300"/>
                  <a:pt x="429" y="299"/>
                </a:cubicBezTo>
                <a:cubicBezTo>
                  <a:pt x="429" y="299"/>
                  <a:pt x="429" y="298"/>
                  <a:pt x="429" y="297"/>
                </a:cubicBezTo>
                <a:cubicBezTo>
                  <a:pt x="430" y="297"/>
                  <a:pt x="430" y="297"/>
                  <a:pt x="430" y="296"/>
                </a:cubicBezTo>
                <a:cubicBezTo>
                  <a:pt x="431" y="296"/>
                  <a:pt x="431" y="296"/>
                  <a:pt x="431" y="296"/>
                </a:cubicBezTo>
                <a:cubicBezTo>
                  <a:pt x="432" y="296"/>
                  <a:pt x="432" y="295"/>
                  <a:pt x="432" y="295"/>
                </a:cubicBezTo>
                <a:cubicBezTo>
                  <a:pt x="432" y="294"/>
                  <a:pt x="432" y="294"/>
                  <a:pt x="432" y="293"/>
                </a:cubicBezTo>
                <a:cubicBezTo>
                  <a:pt x="432" y="292"/>
                  <a:pt x="432" y="291"/>
                  <a:pt x="431" y="291"/>
                </a:cubicBezTo>
                <a:cubicBezTo>
                  <a:pt x="431" y="290"/>
                  <a:pt x="431" y="289"/>
                  <a:pt x="432" y="288"/>
                </a:cubicBezTo>
                <a:cubicBezTo>
                  <a:pt x="432" y="288"/>
                  <a:pt x="432" y="288"/>
                  <a:pt x="432" y="288"/>
                </a:cubicBezTo>
                <a:cubicBezTo>
                  <a:pt x="432" y="288"/>
                  <a:pt x="432" y="288"/>
                  <a:pt x="432" y="288"/>
                </a:cubicBezTo>
                <a:cubicBezTo>
                  <a:pt x="432" y="288"/>
                  <a:pt x="432" y="288"/>
                  <a:pt x="432" y="288"/>
                </a:cubicBezTo>
                <a:cubicBezTo>
                  <a:pt x="431" y="288"/>
                  <a:pt x="431" y="287"/>
                  <a:pt x="431" y="287"/>
                </a:cubicBezTo>
                <a:cubicBezTo>
                  <a:pt x="430" y="287"/>
                  <a:pt x="429" y="285"/>
                  <a:pt x="428" y="284"/>
                </a:cubicBezTo>
                <a:cubicBezTo>
                  <a:pt x="427" y="284"/>
                  <a:pt x="427" y="284"/>
                  <a:pt x="427" y="283"/>
                </a:cubicBezTo>
                <a:cubicBezTo>
                  <a:pt x="426" y="283"/>
                  <a:pt x="426" y="283"/>
                  <a:pt x="425" y="283"/>
                </a:cubicBezTo>
                <a:cubicBezTo>
                  <a:pt x="425" y="283"/>
                  <a:pt x="424" y="283"/>
                  <a:pt x="423" y="283"/>
                </a:cubicBezTo>
                <a:cubicBezTo>
                  <a:pt x="423" y="284"/>
                  <a:pt x="423" y="284"/>
                  <a:pt x="422" y="284"/>
                </a:cubicBezTo>
                <a:cubicBezTo>
                  <a:pt x="422" y="284"/>
                  <a:pt x="422" y="284"/>
                  <a:pt x="422" y="284"/>
                </a:cubicBezTo>
                <a:cubicBezTo>
                  <a:pt x="421" y="284"/>
                  <a:pt x="421" y="284"/>
                  <a:pt x="421" y="283"/>
                </a:cubicBezTo>
                <a:cubicBezTo>
                  <a:pt x="421" y="283"/>
                  <a:pt x="422" y="283"/>
                  <a:pt x="422" y="282"/>
                </a:cubicBezTo>
                <a:cubicBezTo>
                  <a:pt x="423" y="282"/>
                  <a:pt x="423" y="281"/>
                  <a:pt x="424" y="280"/>
                </a:cubicBezTo>
                <a:cubicBezTo>
                  <a:pt x="424" y="280"/>
                  <a:pt x="425" y="280"/>
                  <a:pt x="425" y="279"/>
                </a:cubicBezTo>
                <a:cubicBezTo>
                  <a:pt x="426" y="279"/>
                  <a:pt x="426" y="279"/>
                  <a:pt x="426" y="279"/>
                </a:cubicBezTo>
                <a:cubicBezTo>
                  <a:pt x="427" y="279"/>
                  <a:pt x="428" y="278"/>
                  <a:pt x="429" y="278"/>
                </a:cubicBezTo>
                <a:cubicBezTo>
                  <a:pt x="430" y="278"/>
                  <a:pt x="430" y="278"/>
                  <a:pt x="430" y="278"/>
                </a:cubicBezTo>
                <a:cubicBezTo>
                  <a:pt x="430" y="278"/>
                  <a:pt x="431" y="278"/>
                  <a:pt x="431" y="278"/>
                </a:cubicBezTo>
                <a:cubicBezTo>
                  <a:pt x="432" y="277"/>
                  <a:pt x="432" y="276"/>
                  <a:pt x="432" y="276"/>
                </a:cubicBezTo>
                <a:cubicBezTo>
                  <a:pt x="431" y="275"/>
                  <a:pt x="431" y="275"/>
                  <a:pt x="430" y="275"/>
                </a:cubicBezTo>
                <a:cubicBezTo>
                  <a:pt x="430" y="274"/>
                  <a:pt x="431" y="272"/>
                  <a:pt x="429" y="273"/>
                </a:cubicBezTo>
                <a:cubicBezTo>
                  <a:pt x="429" y="273"/>
                  <a:pt x="429" y="272"/>
                  <a:pt x="428" y="272"/>
                </a:cubicBezTo>
                <a:cubicBezTo>
                  <a:pt x="429" y="272"/>
                  <a:pt x="429" y="272"/>
                  <a:pt x="429" y="272"/>
                </a:cubicBezTo>
                <a:cubicBezTo>
                  <a:pt x="429" y="272"/>
                  <a:pt x="429" y="272"/>
                  <a:pt x="429" y="272"/>
                </a:cubicBezTo>
                <a:cubicBezTo>
                  <a:pt x="430" y="272"/>
                  <a:pt x="431" y="272"/>
                  <a:pt x="431" y="271"/>
                </a:cubicBezTo>
                <a:cubicBezTo>
                  <a:pt x="431" y="271"/>
                  <a:pt x="431" y="271"/>
                  <a:pt x="431" y="271"/>
                </a:cubicBezTo>
                <a:cubicBezTo>
                  <a:pt x="431" y="271"/>
                  <a:pt x="432" y="271"/>
                  <a:pt x="432" y="270"/>
                </a:cubicBezTo>
                <a:cubicBezTo>
                  <a:pt x="432" y="268"/>
                  <a:pt x="432" y="268"/>
                  <a:pt x="432" y="268"/>
                </a:cubicBezTo>
                <a:cubicBezTo>
                  <a:pt x="432" y="268"/>
                  <a:pt x="431" y="268"/>
                  <a:pt x="431" y="268"/>
                </a:cubicBezTo>
                <a:cubicBezTo>
                  <a:pt x="431" y="268"/>
                  <a:pt x="431" y="268"/>
                  <a:pt x="431" y="267"/>
                </a:cubicBezTo>
                <a:cubicBezTo>
                  <a:pt x="431" y="267"/>
                  <a:pt x="430" y="266"/>
                  <a:pt x="430" y="266"/>
                </a:cubicBezTo>
                <a:cubicBezTo>
                  <a:pt x="429" y="265"/>
                  <a:pt x="428" y="264"/>
                  <a:pt x="427" y="264"/>
                </a:cubicBezTo>
                <a:cubicBezTo>
                  <a:pt x="427" y="264"/>
                  <a:pt x="427" y="264"/>
                  <a:pt x="427" y="264"/>
                </a:cubicBezTo>
                <a:cubicBezTo>
                  <a:pt x="427" y="263"/>
                  <a:pt x="427" y="263"/>
                  <a:pt x="427" y="263"/>
                </a:cubicBezTo>
                <a:cubicBezTo>
                  <a:pt x="427" y="262"/>
                  <a:pt x="426" y="262"/>
                  <a:pt x="425" y="261"/>
                </a:cubicBezTo>
                <a:cubicBezTo>
                  <a:pt x="425" y="261"/>
                  <a:pt x="424" y="260"/>
                  <a:pt x="424" y="260"/>
                </a:cubicBezTo>
                <a:cubicBezTo>
                  <a:pt x="424" y="260"/>
                  <a:pt x="423" y="260"/>
                  <a:pt x="422" y="259"/>
                </a:cubicBezTo>
                <a:cubicBezTo>
                  <a:pt x="422" y="259"/>
                  <a:pt x="422" y="259"/>
                  <a:pt x="422" y="259"/>
                </a:cubicBezTo>
                <a:cubicBezTo>
                  <a:pt x="423" y="259"/>
                  <a:pt x="423" y="259"/>
                  <a:pt x="423" y="258"/>
                </a:cubicBezTo>
                <a:cubicBezTo>
                  <a:pt x="423" y="258"/>
                  <a:pt x="423" y="257"/>
                  <a:pt x="422" y="257"/>
                </a:cubicBezTo>
                <a:cubicBezTo>
                  <a:pt x="422" y="256"/>
                  <a:pt x="423" y="255"/>
                  <a:pt x="422" y="255"/>
                </a:cubicBezTo>
                <a:cubicBezTo>
                  <a:pt x="422" y="254"/>
                  <a:pt x="422" y="253"/>
                  <a:pt x="421" y="253"/>
                </a:cubicBezTo>
                <a:cubicBezTo>
                  <a:pt x="421" y="253"/>
                  <a:pt x="421" y="252"/>
                  <a:pt x="420" y="252"/>
                </a:cubicBezTo>
                <a:cubicBezTo>
                  <a:pt x="420" y="252"/>
                  <a:pt x="420" y="251"/>
                  <a:pt x="419" y="251"/>
                </a:cubicBezTo>
                <a:cubicBezTo>
                  <a:pt x="419" y="250"/>
                  <a:pt x="419" y="250"/>
                  <a:pt x="419" y="250"/>
                </a:cubicBezTo>
                <a:cubicBezTo>
                  <a:pt x="419" y="250"/>
                  <a:pt x="419" y="249"/>
                  <a:pt x="419" y="249"/>
                </a:cubicBezTo>
                <a:cubicBezTo>
                  <a:pt x="419" y="247"/>
                  <a:pt x="418" y="245"/>
                  <a:pt x="417" y="243"/>
                </a:cubicBezTo>
                <a:cubicBezTo>
                  <a:pt x="417" y="243"/>
                  <a:pt x="417" y="243"/>
                  <a:pt x="417" y="243"/>
                </a:cubicBezTo>
                <a:cubicBezTo>
                  <a:pt x="417" y="243"/>
                  <a:pt x="417" y="243"/>
                  <a:pt x="417" y="242"/>
                </a:cubicBezTo>
                <a:cubicBezTo>
                  <a:pt x="417" y="242"/>
                  <a:pt x="417" y="241"/>
                  <a:pt x="416" y="241"/>
                </a:cubicBezTo>
                <a:cubicBezTo>
                  <a:pt x="416" y="241"/>
                  <a:pt x="416" y="241"/>
                  <a:pt x="416" y="241"/>
                </a:cubicBezTo>
                <a:cubicBezTo>
                  <a:pt x="416" y="241"/>
                  <a:pt x="415" y="240"/>
                  <a:pt x="414" y="240"/>
                </a:cubicBezTo>
                <a:cubicBezTo>
                  <a:pt x="413" y="240"/>
                  <a:pt x="413" y="239"/>
                  <a:pt x="411" y="239"/>
                </a:cubicBezTo>
                <a:cubicBezTo>
                  <a:pt x="411" y="239"/>
                  <a:pt x="411" y="239"/>
                  <a:pt x="410" y="238"/>
                </a:cubicBezTo>
                <a:cubicBezTo>
                  <a:pt x="410" y="238"/>
                  <a:pt x="410" y="237"/>
                  <a:pt x="409" y="237"/>
                </a:cubicBezTo>
                <a:cubicBezTo>
                  <a:pt x="409" y="237"/>
                  <a:pt x="409" y="237"/>
                  <a:pt x="409" y="237"/>
                </a:cubicBezTo>
                <a:cubicBezTo>
                  <a:pt x="409" y="237"/>
                  <a:pt x="409" y="237"/>
                  <a:pt x="409" y="237"/>
                </a:cubicBezTo>
                <a:cubicBezTo>
                  <a:pt x="408" y="236"/>
                  <a:pt x="408" y="236"/>
                  <a:pt x="408" y="236"/>
                </a:cubicBezTo>
                <a:cubicBezTo>
                  <a:pt x="408" y="234"/>
                  <a:pt x="408" y="234"/>
                  <a:pt x="408" y="234"/>
                </a:cubicBezTo>
                <a:cubicBezTo>
                  <a:pt x="408" y="233"/>
                  <a:pt x="408" y="233"/>
                  <a:pt x="408" y="233"/>
                </a:cubicBezTo>
                <a:cubicBezTo>
                  <a:pt x="409" y="233"/>
                  <a:pt x="409" y="232"/>
                  <a:pt x="409" y="232"/>
                </a:cubicBezTo>
                <a:cubicBezTo>
                  <a:pt x="409" y="231"/>
                  <a:pt x="409" y="231"/>
                  <a:pt x="409" y="231"/>
                </a:cubicBezTo>
                <a:cubicBezTo>
                  <a:pt x="409" y="230"/>
                  <a:pt x="409" y="230"/>
                  <a:pt x="409" y="230"/>
                </a:cubicBezTo>
                <a:cubicBezTo>
                  <a:pt x="410" y="229"/>
                  <a:pt x="411" y="228"/>
                  <a:pt x="412" y="227"/>
                </a:cubicBezTo>
                <a:cubicBezTo>
                  <a:pt x="412" y="227"/>
                  <a:pt x="413" y="226"/>
                  <a:pt x="413" y="226"/>
                </a:cubicBezTo>
                <a:cubicBezTo>
                  <a:pt x="415" y="225"/>
                  <a:pt x="417" y="225"/>
                  <a:pt x="416" y="222"/>
                </a:cubicBezTo>
                <a:cubicBezTo>
                  <a:pt x="416" y="222"/>
                  <a:pt x="415" y="222"/>
                  <a:pt x="415" y="222"/>
                </a:cubicBezTo>
                <a:cubicBezTo>
                  <a:pt x="415" y="222"/>
                  <a:pt x="415" y="222"/>
                  <a:pt x="415" y="222"/>
                </a:cubicBezTo>
                <a:cubicBezTo>
                  <a:pt x="415" y="222"/>
                  <a:pt x="415" y="222"/>
                  <a:pt x="415" y="222"/>
                </a:cubicBezTo>
                <a:cubicBezTo>
                  <a:pt x="415" y="221"/>
                  <a:pt x="415" y="221"/>
                  <a:pt x="416" y="221"/>
                </a:cubicBezTo>
                <a:cubicBezTo>
                  <a:pt x="416" y="221"/>
                  <a:pt x="416" y="221"/>
                  <a:pt x="416" y="221"/>
                </a:cubicBezTo>
                <a:cubicBezTo>
                  <a:pt x="416" y="221"/>
                  <a:pt x="417" y="221"/>
                  <a:pt x="417" y="221"/>
                </a:cubicBezTo>
                <a:cubicBezTo>
                  <a:pt x="417" y="221"/>
                  <a:pt x="417" y="221"/>
                  <a:pt x="417" y="221"/>
                </a:cubicBezTo>
                <a:cubicBezTo>
                  <a:pt x="417" y="221"/>
                  <a:pt x="416" y="222"/>
                  <a:pt x="417" y="222"/>
                </a:cubicBezTo>
                <a:cubicBezTo>
                  <a:pt x="418" y="223"/>
                  <a:pt x="419" y="223"/>
                  <a:pt x="420" y="222"/>
                </a:cubicBezTo>
                <a:cubicBezTo>
                  <a:pt x="420" y="222"/>
                  <a:pt x="420" y="222"/>
                  <a:pt x="420" y="222"/>
                </a:cubicBezTo>
                <a:cubicBezTo>
                  <a:pt x="420" y="221"/>
                  <a:pt x="420" y="221"/>
                  <a:pt x="420" y="220"/>
                </a:cubicBezTo>
                <a:cubicBezTo>
                  <a:pt x="420" y="220"/>
                  <a:pt x="420" y="220"/>
                  <a:pt x="420" y="220"/>
                </a:cubicBezTo>
                <a:cubicBezTo>
                  <a:pt x="420" y="219"/>
                  <a:pt x="420" y="219"/>
                  <a:pt x="420" y="219"/>
                </a:cubicBezTo>
                <a:cubicBezTo>
                  <a:pt x="421" y="219"/>
                  <a:pt x="421" y="218"/>
                  <a:pt x="421" y="218"/>
                </a:cubicBezTo>
                <a:cubicBezTo>
                  <a:pt x="422" y="218"/>
                  <a:pt x="422" y="218"/>
                  <a:pt x="422" y="218"/>
                </a:cubicBezTo>
                <a:cubicBezTo>
                  <a:pt x="422" y="218"/>
                  <a:pt x="422" y="218"/>
                  <a:pt x="422" y="218"/>
                </a:cubicBezTo>
                <a:cubicBezTo>
                  <a:pt x="423" y="218"/>
                  <a:pt x="423" y="218"/>
                  <a:pt x="423" y="218"/>
                </a:cubicBezTo>
                <a:cubicBezTo>
                  <a:pt x="423" y="218"/>
                  <a:pt x="423" y="218"/>
                  <a:pt x="423" y="217"/>
                </a:cubicBezTo>
                <a:cubicBezTo>
                  <a:pt x="423" y="217"/>
                  <a:pt x="423" y="217"/>
                  <a:pt x="423" y="217"/>
                </a:cubicBezTo>
                <a:cubicBezTo>
                  <a:pt x="424" y="216"/>
                  <a:pt x="424" y="216"/>
                  <a:pt x="425" y="215"/>
                </a:cubicBezTo>
                <a:cubicBezTo>
                  <a:pt x="426" y="215"/>
                  <a:pt x="426" y="215"/>
                  <a:pt x="427" y="215"/>
                </a:cubicBezTo>
                <a:cubicBezTo>
                  <a:pt x="427" y="214"/>
                  <a:pt x="428" y="215"/>
                  <a:pt x="429" y="214"/>
                </a:cubicBezTo>
                <a:cubicBezTo>
                  <a:pt x="429" y="214"/>
                  <a:pt x="429" y="214"/>
                  <a:pt x="429" y="214"/>
                </a:cubicBezTo>
                <a:cubicBezTo>
                  <a:pt x="429" y="214"/>
                  <a:pt x="430" y="214"/>
                  <a:pt x="430" y="213"/>
                </a:cubicBezTo>
                <a:cubicBezTo>
                  <a:pt x="430" y="213"/>
                  <a:pt x="430" y="213"/>
                  <a:pt x="430" y="213"/>
                </a:cubicBezTo>
                <a:cubicBezTo>
                  <a:pt x="431" y="213"/>
                  <a:pt x="432" y="213"/>
                  <a:pt x="433" y="213"/>
                </a:cubicBezTo>
                <a:cubicBezTo>
                  <a:pt x="433" y="213"/>
                  <a:pt x="433" y="213"/>
                  <a:pt x="433" y="213"/>
                </a:cubicBezTo>
                <a:cubicBezTo>
                  <a:pt x="434" y="214"/>
                  <a:pt x="435" y="214"/>
                  <a:pt x="435" y="213"/>
                </a:cubicBezTo>
                <a:cubicBezTo>
                  <a:pt x="435" y="213"/>
                  <a:pt x="436" y="213"/>
                  <a:pt x="436" y="213"/>
                </a:cubicBezTo>
                <a:cubicBezTo>
                  <a:pt x="436" y="213"/>
                  <a:pt x="436" y="212"/>
                  <a:pt x="436" y="212"/>
                </a:cubicBezTo>
                <a:cubicBezTo>
                  <a:pt x="436" y="212"/>
                  <a:pt x="436" y="211"/>
                  <a:pt x="437" y="211"/>
                </a:cubicBezTo>
                <a:cubicBezTo>
                  <a:pt x="437" y="210"/>
                  <a:pt x="437" y="210"/>
                  <a:pt x="437" y="210"/>
                </a:cubicBezTo>
                <a:cubicBezTo>
                  <a:pt x="438" y="209"/>
                  <a:pt x="438" y="209"/>
                  <a:pt x="437" y="208"/>
                </a:cubicBezTo>
                <a:cubicBezTo>
                  <a:pt x="437" y="207"/>
                  <a:pt x="436" y="207"/>
                  <a:pt x="436" y="207"/>
                </a:cubicBezTo>
                <a:cubicBezTo>
                  <a:pt x="435" y="207"/>
                  <a:pt x="434" y="207"/>
                  <a:pt x="433" y="207"/>
                </a:cubicBezTo>
                <a:cubicBezTo>
                  <a:pt x="433" y="206"/>
                  <a:pt x="433" y="206"/>
                  <a:pt x="432" y="206"/>
                </a:cubicBezTo>
                <a:cubicBezTo>
                  <a:pt x="427" y="206"/>
                  <a:pt x="427" y="206"/>
                  <a:pt x="427" y="206"/>
                </a:cubicBezTo>
                <a:cubicBezTo>
                  <a:pt x="426" y="206"/>
                  <a:pt x="426" y="206"/>
                  <a:pt x="425" y="205"/>
                </a:cubicBezTo>
                <a:cubicBezTo>
                  <a:pt x="424" y="205"/>
                  <a:pt x="424" y="204"/>
                  <a:pt x="423" y="204"/>
                </a:cubicBezTo>
                <a:cubicBezTo>
                  <a:pt x="423" y="204"/>
                  <a:pt x="423" y="203"/>
                  <a:pt x="423" y="203"/>
                </a:cubicBezTo>
                <a:cubicBezTo>
                  <a:pt x="423" y="203"/>
                  <a:pt x="422" y="202"/>
                  <a:pt x="422" y="202"/>
                </a:cubicBezTo>
                <a:cubicBezTo>
                  <a:pt x="420" y="202"/>
                  <a:pt x="417" y="203"/>
                  <a:pt x="416" y="205"/>
                </a:cubicBezTo>
                <a:cubicBezTo>
                  <a:pt x="415" y="207"/>
                  <a:pt x="413" y="208"/>
                  <a:pt x="412" y="210"/>
                </a:cubicBezTo>
                <a:cubicBezTo>
                  <a:pt x="409" y="210"/>
                  <a:pt x="407" y="211"/>
                  <a:pt x="405" y="209"/>
                </a:cubicBezTo>
                <a:cubicBezTo>
                  <a:pt x="405" y="204"/>
                  <a:pt x="405" y="204"/>
                  <a:pt x="405" y="204"/>
                </a:cubicBezTo>
                <a:cubicBezTo>
                  <a:pt x="406" y="204"/>
                  <a:pt x="406" y="204"/>
                  <a:pt x="406" y="203"/>
                </a:cubicBezTo>
                <a:cubicBezTo>
                  <a:pt x="407" y="203"/>
                  <a:pt x="406" y="202"/>
                  <a:pt x="406" y="201"/>
                </a:cubicBezTo>
                <a:cubicBezTo>
                  <a:pt x="406" y="201"/>
                  <a:pt x="406" y="201"/>
                  <a:pt x="405" y="200"/>
                </a:cubicBezTo>
                <a:cubicBezTo>
                  <a:pt x="405" y="200"/>
                  <a:pt x="405" y="200"/>
                  <a:pt x="405" y="200"/>
                </a:cubicBezTo>
                <a:cubicBezTo>
                  <a:pt x="404" y="199"/>
                  <a:pt x="404" y="199"/>
                  <a:pt x="404" y="199"/>
                </a:cubicBezTo>
                <a:cubicBezTo>
                  <a:pt x="403" y="199"/>
                  <a:pt x="403" y="200"/>
                  <a:pt x="402" y="200"/>
                </a:cubicBezTo>
                <a:cubicBezTo>
                  <a:pt x="402" y="200"/>
                  <a:pt x="401" y="200"/>
                  <a:pt x="400" y="200"/>
                </a:cubicBezTo>
                <a:cubicBezTo>
                  <a:pt x="400" y="200"/>
                  <a:pt x="400" y="200"/>
                  <a:pt x="399" y="200"/>
                </a:cubicBezTo>
                <a:cubicBezTo>
                  <a:pt x="398" y="199"/>
                  <a:pt x="397" y="199"/>
                  <a:pt x="396" y="198"/>
                </a:cubicBezTo>
                <a:cubicBezTo>
                  <a:pt x="396" y="198"/>
                  <a:pt x="395" y="198"/>
                  <a:pt x="395" y="197"/>
                </a:cubicBezTo>
                <a:cubicBezTo>
                  <a:pt x="395" y="197"/>
                  <a:pt x="396" y="197"/>
                  <a:pt x="395" y="196"/>
                </a:cubicBezTo>
                <a:cubicBezTo>
                  <a:pt x="395" y="196"/>
                  <a:pt x="395" y="197"/>
                  <a:pt x="394" y="197"/>
                </a:cubicBezTo>
                <a:cubicBezTo>
                  <a:pt x="394" y="197"/>
                  <a:pt x="394" y="197"/>
                  <a:pt x="394" y="197"/>
                </a:cubicBezTo>
                <a:cubicBezTo>
                  <a:pt x="394" y="197"/>
                  <a:pt x="394" y="197"/>
                  <a:pt x="394" y="197"/>
                </a:cubicBezTo>
                <a:cubicBezTo>
                  <a:pt x="393" y="195"/>
                  <a:pt x="394" y="194"/>
                  <a:pt x="393" y="192"/>
                </a:cubicBezTo>
                <a:cubicBezTo>
                  <a:pt x="393" y="192"/>
                  <a:pt x="393" y="192"/>
                  <a:pt x="393" y="192"/>
                </a:cubicBezTo>
                <a:cubicBezTo>
                  <a:pt x="393" y="192"/>
                  <a:pt x="393" y="191"/>
                  <a:pt x="393" y="191"/>
                </a:cubicBezTo>
                <a:cubicBezTo>
                  <a:pt x="394" y="191"/>
                  <a:pt x="395" y="190"/>
                  <a:pt x="395" y="189"/>
                </a:cubicBezTo>
                <a:cubicBezTo>
                  <a:pt x="395" y="189"/>
                  <a:pt x="395" y="189"/>
                  <a:pt x="395" y="189"/>
                </a:cubicBezTo>
                <a:cubicBezTo>
                  <a:pt x="394" y="187"/>
                  <a:pt x="395" y="187"/>
                  <a:pt x="396" y="187"/>
                </a:cubicBezTo>
                <a:cubicBezTo>
                  <a:pt x="397" y="187"/>
                  <a:pt x="398" y="187"/>
                  <a:pt x="399" y="187"/>
                </a:cubicBezTo>
                <a:cubicBezTo>
                  <a:pt x="399" y="187"/>
                  <a:pt x="400" y="188"/>
                  <a:pt x="400" y="189"/>
                </a:cubicBezTo>
                <a:cubicBezTo>
                  <a:pt x="400" y="189"/>
                  <a:pt x="401" y="190"/>
                  <a:pt x="401" y="190"/>
                </a:cubicBezTo>
                <a:cubicBezTo>
                  <a:pt x="401" y="190"/>
                  <a:pt x="401" y="190"/>
                  <a:pt x="402" y="190"/>
                </a:cubicBezTo>
                <a:cubicBezTo>
                  <a:pt x="402" y="190"/>
                  <a:pt x="402" y="190"/>
                  <a:pt x="402" y="190"/>
                </a:cubicBezTo>
                <a:cubicBezTo>
                  <a:pt x="402" y="189"/>
                  <a:pt x="402" y="189"/>
                  <a:pt x="402" y="189"/>
                </a:cubicBezTo>
                <a:cubicBezTo>
                  <a:pt x="402" y="189"/>
                  <a:pt x="402" y="188"/>
                  <a:pt x="403" y="188"/>
                </a:cubicBezTo>
                <a:cubicBezTo>
                  <a:pt x="403" y="188"/>
                  <a:pt x="403" y="187"/>
                  <a:pt x="404" y="187"/>
                </a:cubicBezTo>
                <a:cubicBezTo>
                  <a:pt x="404" y="187"/>
                  <a:pt x="405" y="187"/>
                  <a:pt x="406" y="186"/>
                </a:cubicBezTo>
                <a:cubicBezTo>
                  <a:pt x="406" y="186"/>
                  <a:pt x="407" y="186"/>
                  <a:pt x="407" y="185"/>
                </a:cubicBezTo>
                <a:cubicBezTo>
                  <a:pt x="407" y="185"/>
                  <a:pt x="407" y="185"/>
                  <a:pt x="407" y="185"/>
                </a:cubicBezTo>
                <a:cubicBezTo>
                  <a:pt x="407" y="184"/>
                  <a:pt x="407" y="184"/>
                  <a:pt x="407" y="184"/>
                </a:cubicBezTo>
                <a:cubicBezTo>
                  <a:pt x="407" y="184"/>
                  <a:pt x="407" y="183"/>
                  <a:pt x="407" y="183"/>
                </a:cubicBezTo>
                <a:cubicBezTo>
                  <a:pt x="408" y="183"/>
                  <a:pt x="408" y="183"/>
                  <a:pt x="408" y="183"/>
                </a:cubicBezTo>
                <a:cubicBezTo>
                  <a:pt x="409" y="182"/>
                  <a:pt x="408" y="182"/>
                  <a:pt x="408" y="181"/>
                </a:cubicBezTo>
                <a:cubicBezTo>
                  <a:pt x="409" y="181"/>
                  <a:pt x="409" y="180"/>
                  <a:pt x="409" y="180"/>
                </a:cubicBezTo>
                <a:cubicBezTo>
                  <a:pt x="410" y="179"/>
                  <a:pt x="411" y="179"/>
                  <a:pt x="412" y="178"/>
                </a:cubicBezTo>
                <a:cubicBezTo>
                  <a:pt x="414" y="177"/>
                  <a:pt x="415" y="177"/>
                  <a:pt x="416" y="176"/>
                </a:cubicBezTo>
                <a:cubicBezTo>
                  <a:pt x="417" y="176"/>
                  <a:pt x="418" y="175"/>
                  <a:pt x="419" y="174"/>
                </a:cubicBezTo>
                <a:cubicBezTo>
                  <a:pt x="419" y="174"/>
                  <a:pt x="419" y="174"/>
                  <a:pt x="419" y="173"/>
                </a:cubicBezTo>
                <a:cubicBezTo>
                  <a:pt x="419" y="173"/>
                  <a:pt x="419" y="173"/>
                  <a:pt x="419" y="173"/>
                </a:cubicBezTo>
                <a:cubicBezTo>
                  <a:pt x="420" y="173"/>
                  <a:pt x="420" y="172"/>
                  <a:pt x="420" y="172"/>
                </a:cubicBezTo>
                <a:cubicBezTo>
                  <a:pt x="421" y="171"/>
                  <a:pt x="422" y="170"/>
                  <a:pt x="423" y="169"/>
                </a:cubicBezTo>
                <a:cubicBezTo>
                  <a:pt x="423" y="169"/>
                  <a:pt x="423" y="169"/>
                  <a:pt x="423" y="168"/>
                </a:cubicBezTo>
                <a:cubicBezTo>
                  <a:pt x="424" y="168"/>
                  <a:pt x="424" y="168"/>
                  <a:pt x="424" y="167"/>
                </a:cubicBezTo>
                <a:cubicBezTo>
                  <a:pt x="424" y="167"/>
                  <a:pt x="424" y="167"/>
                  <a:pt x="425" y="167"/>
                </a:cubicBezTo>
                <a:cubicBezTo>
                  <a:pt x="425" y="167"/>
                  <a:pt x="425" y="167"/>
                  <a:pt x="426" y="167"/>
                </a:cubicBezTo>
                <a:cubicBezTo>
                  <a:pt x="426" y="167"/>
                  <a:pt x="427" y="167"/>
                  <a:pt x="427" y="167"/>
                </a:cubicBezTo>
                <a:cubicBezTo>
                  <a:pt x="427" y="167"/>
                  <a:pt x="427" y="167"/>
                  <a:pt x="428" y="168"/>
                </a:cubicBezTo>
                <a:cubicBezTo>
                  <a:pt x="428" y="168"/>
                  <a:pt x="428" y="168"/>
                  <a:pt x="428" y="168"/>
                </a:cubicBezTo>
                <a:cubicBezTo>
                  <a:pt x="429" y="168"/>
                  <a:pt x="429" y="168"/>
                  <a:pt x="429" y="167"/>
                </a:cubicBezTo>
                <a:cubicBezTo>
                  <a:pt x="430" y="168"/>
                  <a:pt x="431" y="168"/>
                  <a:pt x="432" y="169"/>
                </a:cubicBezTo>
                <a:cubicBezTo>
                  <a:pt x="432" y="169"/>
                  <a:pt x="432" y="169"/>
                  <a:pt x="432" y="170"/>
                </a:cubicBezTo>
                <a:cubicBezTo>
                  <a:pt x="433" y="170"/>
                  <a:pt x="433" y="170"/>
                  <a:pt x="433" y="170"/>
                </a:cubicBezTo>
                <a:cubicBezTo>
                  <a:pt x="433" y="171"/>
                  <a:pt x="433" y="171"/>
                  <a:pt x="433" y="171"/>
                </a:cubicBezTo>
                <a:cubicBezTo>
                  <a:pt x="433" y="171"/>
                  <a:pt x="434" y="171"/>
                  <a:pt x="434" y="171"/>
                </a:cubicBezTo>
                <a:cubicBezTo>
                  <a:pt x="434" y="173"/>
                  <a:pt x="434" y="173"/>
                  <a:pt x="434" y="173"/>
                </a:cubicBezTo>
                <a:cubicBezTo>
                  <a:pt x="432" y="177"/>
                  <a:pt x="429" y="178"/>
                  <a:pt x="427" y="181"/>
                </a:cubicBezTo>
                <a:cubicBezTo>
                  <a:pt x="425" y="184"/>
                  <a:pt x="425" y="185"/>
                  <a:pt x="428" y="186"/>
                </a:cubicBezTo>
                <a:cubicBezTo>
                  <a:pt x="429" y="186"/>
                  <a:pt x="428" y="187"/>
                  <a:pt x="429" y="188"/>
                </a:cubicBezTo>
                <a:cubicBezTo>
                  <a:pt x="429" y="188"/>
                  <a:pt x="429" y="188"/>
                  <a:pt x="428" y="188"/>
                </a:cubicBezTo>
                <a:cubicBezTo>
                  <a:pt x="428" y="188"/>
                  <a:pt x="428" y="188"/>
                  <a:pt x="428" y="188"/>
                </a:cubicBezTo>
                <a:cubicBezTo>
                  <a:pt x="428" y="188"/>
                  <a:pt x="428" y="188"/>
                  <a:pt x="428" y="188"/>
                </a:cubicBezTo>
                <a:cubicBezTo>
                  <a:pt x="427" y="188"/>
                  <a:pt x="426" y="189"/>
                  <a:pt x="425" y="190"/>
                </a:cubicBezTo>
                <a:cubicBezTo>
                  <a:pt x="424" y="190"/>
                  <a:pt x="423" y="190"/>
                  <a:pt x="424" y="191"/>
                </a:cubicBezTo>
                <a:cubicBezTo>
                  <a:pt x="424" y="191"/>
                  <a:pt x="424" y="192"/>
                  <a:pt x="424" y="192"/>
                </a:cubicBezTo>
                <a:cubicBezTo>
                  <a:pt x="425" y="192"/>
                  <a:pt x="425" y="192"/>
                  <a:pt x="426" y="192"/>
                </a:cubicBezTo>
                <a:cubicBezTo>
                  <a:pt x="426" y="191"/>
                  <a:pt x="427" y="191"/>
                  <a:pt x="428" y="191"/>
                </a:cubicBezTo>
                <a:cubicBezTo>
                  <a:pt x="428" y="191"/>
                  <a:pt x="428" y="191"/>
                  <a:pt x="428" y="191"/>
                </a:cubicBezTo>
                <a:cubicBezTo>
                  <a:pt x="428" y="191"/>
                  <a:pt x="428" y="191"/>
                  <a:pt x="428" y="191"/>
                </a:cubicBezTo>
                <a:cubicBezTo>
                  <a:pt x="429" y="190"/>
                  <a:pt x="429" y="190"/>
                  <a:pt x="429" y="189"/>
                </a:cubicBezTo>
                <a:cubicBezTo>
                  <a:pt x="430" y="189"/>
                  <a:pt x="430" y="189"/>
                  <a:pt x="431" y="189"/>
                </a:cubicBezTo>
                <a:cubicBezTo>
                  <a:pt x="431" y="189"/>
                  <a:pt x="431" y="189"/>
                  <a:pt x="431" y="189"/>
                </a:cubicBezTo>
                <a:cubicBezTo>
                  <a:pt x="431" y="189"/>
                  <a:pt x="431" y="189"/>
                  <a:pt x="431" y="189"/>
                </a:cubicBezTo>
                <a:cubicBezTo>
                  <a:pt x="431" y="189"/>
                  <a:pt x="431" y="189"/>
                  <a:pt x="431" y="189"/>
                </a:cubicBezTo>
                <a:cubicBezTo>
                  <a:pt x="432" y="189"/>
                  <a:pt x="432" y="189"/>
                  <a:pt x="432" y="188"/>
                </a:cubicBezTo>
                <a:cubicBezTo>
                  <a:pt x="434" y="187"/>
                  <a:pt x="435" y="185"/>
                  <a:pt x="437" y="184"/>
                </a:cubicBezTo>
                <a:cubicBezTo>
                  <a:pt x="441" y="182"/>
                  <a:pt x="445" y="180"/>
                  <a:pt x="450" y="180"/>
                </a:cubicBezTo>
                <a:cubicBezTo>
                  <a:pt x="450" y="181"/>
                  <a:pt x="451" y="180"/>
                  <a:pt x="451" y="180"/>
                </a:cubicBezTo>
                <a:cubicBezTo>
                  <a:pt x="451" y="179"/>
                  <a:pt x="452" y="179"/>
                  <a:pt x="452" y="178"/>
                </a:cubicBezTo>
                <a:cubicBezTo>
                  <a:pt x="452" y="178"/>
                  <a:pt x="452" y="178"/>
                  <a:pt x="453" y="179"/>
                </a:cubicBezTo>
                <a:cubicBezTo>
                  <a:pt x="453" y="179"/>
                  <a:pt x="453" y="179"/>
                  <a:pt x="453" y="179"/>
                </a:cubicBezTo>
                <a:cubicBezTo>
                  <a:pt x="454" y="177"/>
                  <a:pt x="454" y="177"/>
                  <a:pt x="454" y="177"/>
                </a:cubicBezTo>
                <a:cubicBezTo>
                  <a:pt x="454" y="177"/>
                  <a:pt x="456" y="175"/>
                  <a:pt x="457" y="175"/>
                </a:cubicBezTo>
                <a:cubicBezTo>
                  <a:pt x="457" y="175"/>
                  <a:pt x="461" y="171"/>
                  <a:pt x="461" y="171"/>
                </a:cubicBezTo>
                <a:cubicBezTo>
                  <a:pt x="462" y="171"/>
                  <a:pt x="464" y="170"/>
                  <a:pt x="464" y="170"/>
                </a:cubicBezTo>
                <a:cubicBezTo>
                  <a:pt x="466" y="168"/>
                  <a:pt x="466" y="168"/>
                  <a:pt x="466" y="168"/>
                </a:cubicBezTo>
                <a:cubicBezTo>
                  <a:pt x="468" y="168"/>
                  <a:pt x="468" y="168"/>
                  <a:pt x="468" y="168"/>
                </a:cubicBezTo>
                <a:cubicBezTo>
                  <a:pt x="468" y="168"/>
                  <a:pt x="471" y="163"/>
                  <a:pt x="471" y="163"/>
                </a:cubicBezTo>
                <a:cubicBezTo>
                  <a:pt x="471" y="163"/>
                  <a:pt x="473" y="162"/>
                  <a:pt x="473" y="162"/>
                </a:cubicBezTo>
                <a:cubicBezTo>
                  <a:pt x="473" y="162"/>
                  <a:pt x="473" y="160"/>
                  <a:pt x="473" y="160"/>
                </a:cubicBezTo>
                <a:cubicBezTo>
                  <a:pt x="473" y="160"/>
                  <a:pt x="475" y="158"/>
                  <a:pt x="475" y="158"/>
                </a:cubicBezTo>
                <a:cubicBezTo>
                  <a:pt x="475" y="158"/>
                  <a:pt x="476" y="158"/>
                  <a:pt x="476" y="158"/>
                </a:cubicBezTo>
                <a:cubicBezTo>
                  <a:pt x="480" y="161"/>
                  <a:pt x="480" y="161"/>
                  <a:pt x="480" y="161"/>
                </a:cubicBezTo>
                <a:cubicBezTo>
                  <a:pt x="484" y="161"/>
                  <a:pt x="484" y="161"/>
                  <a:pt x="484" y="161"/>
                </a:cubicBezTo>
                <a:cubicBezTo>
                  <a:pt x="486" y="162"/>
                  <a:pt x="486" y="162"/>
                  <a:pt x="486" y="162"/>
                </a:cubicBezTo>
                <a:cubicBezTo>
                  <a:pt x="486" y="162"/>
                  <a:pt x="487" y="162"/>
                  <a:pt x="487" y="162"/>
                </a:cubicBezTo>
                <a:cubicBezTo>
                  <a:pt x="487" y="161"/>
                  <a:pt x="489" y="160"/>
                  <a:pt x="489" y="160"/>
                </a:cubicBezTo>
                <a:cubicBezTo>
                  <a:pt x="489" y="160"/>
                  <a:pt x="489" y="159"/>
                  <a:pt x="488" y="159"/>
                </a:cubicBezTo>
                <a:cubicBezTo>
                  <a:pt x="488" y="158"/>
                  <a:pt x="487" y="157"/>
                  <a:pt x="487" y="157"/>
                </a:cubicBezTo>
                <a:cubicBezTo>
                  <a:pt x="486" y="157"/>
                  <a:pt x="487" y="155"/>
                  <a:pt x="487" y="155"/>
                </a:cubicBezTo>
                <a:cubicBezTo>
                  <a:pt x="493" y="155"/>
                  <a:pt x="493" y="155"/>
                  <a:pt x="493" y="155"/>
                </a:cubicBezTo>
                <a:cubicBezTo>
                  <a:pt x="493" y="155"/>
                  <a:pt x="494" y="154"/>
                  <a:pt x="495" y="154"/>
                </a:cubicBezTo>
                <a:cubicBezTo>
                  <a:pt x="495" y="153"/>
                  <a:pt x="496" y="153"/>
                  <a:pt x="496" y="153"/>
                </a:cubicBezTo>
                <a:cubicBezTo>
                  <a:pt x="496" y="153"/>
                  <a:pt x="497" y="150"/>
                  <a:pt x="497" y="150"/>
                </a:cubicBezTo>
                <a:cubicBezTo>
                  <a:pt x="497" y="150"/>
                  <a:pt x="499" y="149"/>
                  <a:pt x="499" y="150"/>
                </a:cubicBezTo>
                <a:cubicBezTo>
                  <a:pt x="499" y="150"/>
                  <a:pt x="500" y="150"/>
                  <a:pt x="500" y="150"/>
                </a:cubicBezTo>
                <a:cubicBezTo>
                  <a:pt x="501" y="149"/>
                  <a:pt x="501" y="149"/>
                  <a:pt x="501" y="149"/>
                </a:cubicBezTo>
                <a:cubicBezTo>
                  <a:pt x="501" y="149"/>
                  <a:pt x="502" y="145"/>
                  <a:pt x="502" y="145"/>
                </a:cubicBezTo>
                <a:cubicBezTo>
                  <a:pt x="502" y="145"/>
                  <a:pt x="503" y="144"/>
                  <a:pt x="503" y="144"/>
                </a:cubicBezTo>
                <a:cubicBezTo>
                  <a:pt x="503" y="144"/>
                  <a:pt x="503" y="142"/>
                  <a:pt x="503" y="142"/>
                </a:cubicBezTo>
                <a:cubicBezTo>
                  <a:pt x="505" y="142"/>
                  <a:pt x="505" y="142"/>
                  <a:pt x="505" y="142"/>
                </a:cubicBezTo>
                <a:cubicBezTo>
                  <a:pt x="505" y="144"/>
                  <a:pt x="505" y="144"/>
                  <a:pt x="505" y="144"/>
                </a:cubicBezTo>
                <a:cubicBezTo>
                  <a:pt x="507" y="146"/>
                  <a:pt x="507" y="146"/>
                  <a:pt x="507" y="146"/>
                </a:cubicBezTo>
                <a:cubicBezTo>
                  <a:pt x="509" y="148"/>
                  <a:pt x="509" y="148"/>
                  <a:pt x="509" y="148"/>
                </a:cubicBezTo>
                <a:cubicBezTo>
                  <a:pt x="509" y="149"/>
                  <a:pt x="509" y="149"/>
                  <a:pt x="509" y="149"/>
                </a:cubicBezTo>
                <a:cubicBezTo>
                  <a:pt x="510" y="149"/>
                  <a:pt x="510" y="149"/>
                  <a:pt x="510" y="149"/>
                </a:cubicBezTo>
                <a:cubicBezTo>
                  <a:pt x="509" y="148"/>
                  <a:pt x="509" y="148"/>
                  <a:pt x="509" y="147"/>
                </a:cubicBezTo>
                <a:cubicBezTo>
                  <a:pt x="508" y="147"/>
                  <a:pt x="508" y="147"/>
                  <a:pt x="508" y="147"/>
                </a:cubicBezTo>
                <a:cubicBezTo>
                  <a:pt x="508" y="146"/>
                  <a:pt x="508" y="146"/>
                  <a:pt x="509" y="145"/>
                </a:cubicBezTo>
                <a:cubicBezTo>
                  <a:pt x="509" y="145"/>
                  <a:pt x="510" y="145"/>
                  <a:pt x="510" y="145"/>
                </a:cubicBezTo>
                <a:cubicBezTo>
                  <a:pt x="511" y="145"/>
                  <a:pt x="512" y="145"/>
                  <a:pt x="513" y="144"/>
                </a:cubicBezTo>
                <a:cubicBezTo>
                  <a:pt x="513" y="144"/>
                  <a:pt x="514" y="143"/>
                  <a:pt x="514" y="142"/>
                </a:cubicBezTo>
                <a:cubicBezTo>
                  <a:pt x="514" y="142"/>
                  <a:pt x="514" y="141"/>
                  <a:pt x="514" y="141"/>
                </a:cubicBezTo>
                <a:cubicBezTo>
                  <a:pt x="514" y="141"/>
                  <a:pt x="514" y="140"/>
                  <a:pt x="514" y="140"/>
                </a:cubicBezTo>
                <a:cubicBezTo>
                  <a:pt x="516" y="138"/>
                  <a:pt x="514" y="135"/>
                  <a:pt x="515" y="132"/>
                </a:cubicBezTo>
                <a:cubicBezTo>
                  <a:pt x="515" y="131"/>
                  <a:pt x="515" y="131"/>
                  <a:pt x="515" y="130"/>
                </a:cubicBezTo>
                <a:cubicBezTo>
                  <a:pt x="515" y="129"/>
                  <a:pt x="515" y="129"/>
                  <a:pt x="515" y="129"/>
                </a:cubicBezTo>
                <a:cubicBezTo>
                  <a:pt x="514" y="126"/>
                  <a:pt x="514" y="124"/>
                  <a:pt x="513" y="122"/>
                </a:cubicBezTo>
                <a:cubicBezTo>
                  <a:pt x="513" y="121"/>
                  <a:pt x="512" y="121"/>
                  <a:pt x="512" y="121"/>
                </a:cubicBezTo>
                <a:cubicBezTo>
                  <a:pt x="512" y="120"/>
                  <a:pt x="513" y="120"/>
                  <a:pt x="513" y="120"/>
                </a:cubicBezTo>
                <a:cubicBezTo>
                  <a:pt x="513" y="119"/>
                  <a:pt x="515" y="118"/>
                  <a:pt x="516" y="118"/>
                </a:cubicBezTo>
                <a:cubicBezTo>
                  <a:pt x="516" y="118"/>
                  <a:pt x="517" y="118"/>
                  <a:pt x="517" y="118"/>
                </a:cubicBezTo>
                <a:cubicBezTo>
                  <a:pt x="518" y="118"/>
                  <a:pt x="518" y="117"/>
                  <a:pt x="518" y="117"/>
                </a:cubicBezTo>
                <a:cubicBezTo>
                  <a:pt x="519" y="116"/>
                  <a:pt x="519" y="115"/>
                  <a:pt x="520" y="114"/>
                </a:cubicBezTo>
                <a:cubicBezTo>
                  <a:pt x="523" y="115"/>
                  <a:pt x="526" y="116"/>
                  <a:pt x="530" y="117"/>
                </a:cubicBezTo>
                <a:cubicBezTo>
                  <a:pt x="530" y="117"/>
                  <a:pt x="531" y="117"/>
                  <a:pt x="531" y="117"/>
                </a:cubicBezTo>
                <a:cubicBezTo>
                  <a:pt x="532" y="117"/>
                  <a:pt x="532" y="116"/>
                  <a:pt x="532" y="115"/>
                </a:cubicBezTo>
                <a:cubicBezTo>
                  <a:pt x="532" y="114"/>
                  <a:pt x="532" y="114"/>
                  <a:pt x="532" y="113"/>
                </a:cubicBezTo>
                <a:cubicBezTo>
                  <a:pt x="532" y="112"/>
                  <a:pt x="532" y="111"/>
                  <a:pt x="533" y="111"/>
                </a:cubicBezTo>
                <a:cubicBezTo>
                  <a:pt x="534" y="111"/>
                  <a:pt x="535" y="110"/>
                  <a:pt x="535" y="109"/>
                </a:cubicBezTo>
                <a:cubicBezTo>
                  <a:pt x="536" y="107"/>
                  <a:pt x="536" y="105"/>
                  <a:pt x="537" y="104"/>
                </a:cubicBezTo>
                <a:cubicBezTo>
                  <a:pt x="537" y="103"/>
                  <a:pt x="538" y="103"/>
                  <a:pt x="538" y="102"/>
                </a:cubicBezTo>
                <a:cubicBezTo>
                  <a:pt x="538" y="102"/>
                  <a:pt x="539" y="101"/>
                  <a:pt x="539" y="100"/>
                </a:cubicBezTo>
                <a:cubicBezTo>
                  <a:pt x="538" y="100"/>
                  <a:pt x="538" y="100"/>
                  <a:pt x="538" y="100"/>
                </a:cubicBezTo>
                <a:cubicBezTo>
                  <a:pt x="537" y="99"/>
                  <a:pt x="538" y="97"/>
                  <a:pt x="538" y="96"/>
                </a:cubicBezTo>
                <a:cubicBezTo>
                  <a:pt x="539" y="95"/>
                  <a:pt x="540" y="95"/>
                  <a:pt x="540" y="94"/>
                </a:cubicBezTo>
                <a:cubicBezTo>
                  <a:pt x="541" y="92"/>
                  <a:pt x="542" y="91"/>
                  <a:pt x="541" y="89"/>
                </a:cubicBezTo>
                <a:cubicBezTo>
                  <a:pt x="541" y="89"/>
                  <a:pt x="541" y="88"/>
                  <a:pt x="541" y="88"/>
                </a:cubicBezTo>
                <a:cubicBezTo>
                  <a:pt x="541" y="87"/>
                  <a:pt x="542" y="87"/>
                  <a:pt x="543" y="87"/>
                </a:cubicBezTo>
                <a:cubicBezTo>
                  <a:pt x="544" y="86"/>
                  <a:pt x="545" y="85"/>
                  <a:pt x="546" y="85"/>
                </a:cubicBezTo>
                <a:cubicBezTo>
                  <a:pt x="546" y="84"/>
                  <a:pt x="547" y="84"/>
                  <a:pt x="547" y="84"/>
                </a:cubicBezTo>
                <a:cubicBezTo>
                  <a:pt x="547" y="83"/>
                  <a:pt x="547" y="83"/>
                  <a:pt x="547" y="83"/>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8" name="Freeform 47"/>
          <p:cNvSpPr>
            <a:spLocks/>
          </p:cNvSpPr>
          <p:nvPr/>
        </p:nvSpPr>
        <p:spPr bwMode="auto">
          <a:xfrm>
            <a:off x="8662988" y="5643563"/>
            <a:ext cx="193675" cy="157163"/>
          </a:xfrm>
          <a:custGeom>
            <a:avLst/>
            <a:gdLst>
              <a:gd name="T0" fmla="*/ 47 w 47"/>
              <a:gd name="T1" fmla="*/ 10 h 38"/>
              <a:gd name="T2" fmla="*/ 44 w 47"/>
              <a:gd name="T3" fmla="*/ 5 h 38"/>
              <a:gd name="T4" fmla="*/ 43 w 47"/>
              <a:gd name="T5" fmla="*/ 3 h 38"/>
              <a:gd name="T6" fmla="*/ 39 w 47"/>
              <a:gd name="T7" fmla="*/ 1 h 38"/>
              <a:gd name="T8" fmla="*/ 34 w 47"/>
              <a:gd name="T9" fmla="*/ 1 h 38"/>
              <a:gd name="T10" fmla="*/ 35 w 47"/>
              <a:gd name="T11" fmla="*/ 6 h 38"/>
              <a:gd name="T12" fmla="*/ 31 w 47"/>
              <a:gd name="T13" fmla="*/ 5 h 38"/>
              <a:gd name="T14" fmla="*/ 26 w 47"/>
              <a:gd name="T15" fmla="*/ 2 h 38"/>
              <a:gd name="T16" fmla="*/ 22 w 47"/>
              <a:gd name="T17" fmla="*/ 1 h 38"/>
              <a:gd name="T18" fmla="*/ 16 w 47"/>
              <a:gd name="T19" fmla="*/ 1 h 38"/>
              <a:gd name="T20" fmla="*/ 11 w 47"/>
              <a:gd name="T21" fmla="*/ 1 h 38"/>
              <a:gd name="T22" fmla="*/ 5 w 47"/>
              <a:gd name="T23" fmla="*/ 2 h 38"/>
              <a:gd name="T24" fmla="*/ 1 w 47"/>
              <a:gd name="T25" fmla="*/ 8 h 38"/>
              <a:gd name="T26" fmla="*/ 0 w 47"/>
              <a:gd name="T27" fmla="*/ 14 h 38"/>
              <a:gd name="T28" fmla="*/ 3 w 47"/>
              <a:gd name="T29" fmla="*/ 20 h 38"/>
              <a:gd name="T30" fmla="*/ 4 w 47"/>
              <a:gd name="T31" fmla="*/ 24 h 38"/>
              <a:gd name="T32" fmla="*/ 5 w 47"/>
              <a:gd name="T33" fmla="*/ 27 h 38"/>
              <a:gd name="T34" fmla="*/ 6 w 47"/>
              <a:gd name="T35" fmla="*/ 29 h 38"/>
              <a:gd name="T36" fmla="*/ 8 w 47"/>
              <a:gd name="T37" fmla="*/ 33 h 38"/>
              <a:gd name="T38" fmla="*/ 10 w 47"/>
              <a:gd name="T39" fmla="*/ 35 h 38"/>
              <a:gd name="T40" fmla="*/ 11 w 47"/>
              <a:gd name="T41" fmla="*/ 33 h 38"/>
              <a:gd name="T42" fmla="*/ 13 w 47"/>
              <a:gd name="T43" fmla="*/ 33 h 38"/>
              <a:gd name="T44" fmla="*/ 13 w 47"/>
              <a:gd name="T45" fmla="*/ 35 h 38"/>
              <a:gd name="T46" fmla="*/ 13 w 47"/>
              <a:gd name="T47" fmla="*/ 37 h 38"/>
              <a:gd name="T48" fmla="*/ 15 w 47"/>
              <a:gd name="T49" fmla="*/ 37 h 38"/>
              <a:gd name="T50" fmla="*/ 18 w 47"/>
              <a:gd name="T51" fmla="*/ 37 h 38"/>
              <a:gd name="T52" fmla="*/ 21 w 47"/>
              <a:gd name="T53" fmla="*/ 38 h 38"/>
              <a:gd name="T54" fmla="*/ 24 w 47"/>
              <a:gd name="T55" fmla="*/ 36 h 38"/>
              <a:gd name="T56" fmla="*/ 26 w 47"/>
              <a:gd name="T57" fmla="*/ 33 h 38"/>
              <a:gd name="T58" fmla="*/ 30 w 47"/>
              <a:gd name="T59" fmla="*/ 33 h 38"/>
              <a:gd name="T60" fmla="*/ 34 w 47"/>
              <a:gd name="T61" fmla="*/ 34 h 38"/>
              <a:gd name="T62" fmla="*/ 37 w 47"/>
              <a:gd name="T63" fmla="*/ 33 h 38"/>
              <a:gd name="T64" fmla="*/ 33 w 47"/>
              <a:gd name="T65" fmla="*/ 29 h 38"/>
              <a:gd name="T66" fmla="*/ 35 w 47"/>
              <a:gd name="T67" fmla="*/ 26 h 38"/>
              <a:gd name="T68" fmla="*/ 40 w 47"/>
              <a:gd name="T69" fmla="*/ 24 h 38"/>
              <a:gd name="T70" fmla="*/ 46 w 47"/>
              <a:gd name="T71" fmla="*/ 20 h 38"/>
              <a:gd name="T72" fmla="*/ 47 w 47"/>
              <a:gd name="T73"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 h="38">
                <a:moveTo>
                  <a:pt x="47" y="13"/>
                </a:moveTo>
                <a:cubicBezTo>
                  <a:pt x="47" y="12"/>
                  <a:pt x="47" y="11"/>
                  <a:pt x="47" y="10"/>
                </a:cubicBezTo>
                <a:cubicBezTo>
                  <a:pt x="47" y="9"/>
                  <a:pt x="47" y="8"/>
                  <a:pt x="46" y="7"/>
                </a:cubicBezTo>
                <a:cubicBezTo>
                  <a:pt x="46" y="6"/>
                  <a:pt x="45" y="5"/>
                  <a:pt x="44" y="5"/>
                </a:cubicBezTo>
                <a:cubicBezTo>
                  <a:pt x="44" y="5"/>
                  <a:pt x="44" y="4"/>
                  <a:pt x="43" y="3"/>
                </a:cubicBezTo>
                <a:cubicBezTo>
                  <a:pt x="43" y="3"/>
                  <a:pt x="43" y="3"/>
                  <a:pt x="43" y="3"/>
                </a:cubicBezTo>
                <a:cubicBezTo>
                  <a:pt x="43" y="2"/>
                  <a:pt x="42" y="2"/>
                  <a:pt x="41" y="2"/>
                </a:cubicBezTo>
                <a:cubicBezTo>
                  <a:pt x="39" y="2"/>
                  <a:pt x="40" y="1"/>
                  <a:pt x="39" y="1"/>
                </a:cubicBezTo>
                <a:cubicBezTo>
                  <a:pt x="38" y="0"/>
                  <a:pt x="37" y="0"/>
                  <a:pt x="36" y="0"/>
                </a:cubicBezTo>
                <a:cubicBezTo>
                  <a:pt x="35" y="0"/>
                  <a:pt x="35" y="0"/>
                  <a:pt x="34" y="1"/>
                </a:cubicBezTo>
                <a:cubicBezTo>
                  <a:pt x="33" y="1"/>
                  <a:pt x="34" y="2"/>
                  <a:pt x="34" y="3"/>
                </a:cubicBezTo>
                <a:cubicBezTo>
                  <a:pt x="35" y="4"/>
                  <a:pt x="35" y="5"/>
                  <a:pt x="35" y="6"/>
                </a:cubicBezTo>
                <a:cubicBezTo>
                  <a:pt x="35" y="7"/>
                  <a:pt x="34" y="8"/>
                  <a:pt x="34" y="7"/>
                </a:cubicBezTo>
                <a:cubicBezTo>
                  <a:pt x="33" y="7"/>
                  <a:pt x="32" y="6"/>
                  <a:pt x="31" y="5"/>
                </a:cubicBezTo>
                <a:cubicBezTo>
                  <a:pt x="30" y="4"/>
                  <a:pt x="29" y="5"/>
                  <a:pt x="28" y="4"/>
                </a:cubicBezTo>
                <a:cubicBezTo>
                  <a:pt x="27" y="4"/>
                  <a:pt x="27" y="3"/>
                  <a:pt x="26" y="2"/>
                </a:cubicBezTo>
                <a:cubicBezTo>
                  <a:pt x="25" y="1"/>
                  <a:pt x="24" y="2"/>
                  <a:pt x="24" y="2"/>
                </a:cubicBezTo>
                <a:cubicBezTo>
                  <a:pt x="23" y="2"/>
                  <a:pt x="22" y="1"/>
                  <a:pt x="22" y="1"/>
                </a:cubicBezTo>
                <a:cubicBezTo>
                  <a:pt x="21" y="0"/>
                  <a:pt x="20" y="1"/>
                  <a:pt x="19" y="1"/>
                </a:cubicBezTo>
                <a:cubicBezTo>
                  <a:pt x="18" y="1"/>
                  <a:pt x="17" y="1"/>
                  <a:pt x="16" y="1"/>
                </a:cubicBezTo>
                <a:cubicBezTo>
                  <a:pt x="16" y="1"/>
                  <a:pt x="15" y="1"/>
                  <a:pt x="14" y="1"/>
                </a:cubicBezTo>
                <a:cubicBezTo>
                  <a:pt x="13" y="1"/>
                  <a:pt x="12" y="1"/>
                  <a:pt x="11" y="1"/>
                </a:cubicBezTo>
                <a:cubicBezTo>
                  <a:pt x="10" y="1"/>
                  <a:pt x="9" y="1"/>
                  <a:pt x="8" y="1"/>
                </a:cubicBezTo>
                <a:cubicBezTo>
                  <a:pt x="7" y="2"/>
                  <a:pt x="6" y="2"/>
                  <a:pt x="5" y="2"/>
                </a:cubicBezTo>
                <a:cubicBezTo>
                  <a:pt x="4" y="2"/>
                  <a:pt x="3" y="3"/>
                  <a:pt x="3" y="4"/>
                </a:cubicBezTo>
                <a:cubicBezTo>
                  <a:pt x="2" y="5"/>
                  <a:pt x="2" y="7"/>
                  <a:pt x="1" y="8"/>
                </a:cubicBezTo>
                <a:cubicBezTo>
                  <a:pt x="0" y="9"/>
                  <a:pt x="0" y="9"/>
                  <a:pt x="0" y="10"/>
                </a:cubicBezTo>
                <a:cubicBezTo>
                  <a:pt x="0" y="11"/>
                  <a:pt x="0" y="14"/>
                  <a:pt x="0" y="14"/>
                </a:cubicBezTo>
                <a:cubicBezTo>
                  <a:pt x="0" y="15"/>
                  <a:pt x="2" y="16"/>
                  <a:pt x="2" y="16"/>
                </a:cubicBezTo>
                <a:cubicBezTo>
                  <a:pt x="3" y="17"/>
                  <a:pt x="3" y="20"/>
                  <a:pt x="3" y="20"/>
                </a:cubicBezTo>
                <a:cubicBezTo>
                  <a:pt x="3" y="21"/>
                  <a:pt x="2" y="23"/>
                  <a:pt x="2" y="23"/>
                </a:cubicBezTo>
                <a:cubicBezTo>
                  <a:pt x="3" y="23"/>
                  <a:pt x="4" y="24"/>
                  <a:pt x="4" y="24"/>
                </a:cubicBezTo>
                <a:cubicBezTo>
                  <a:pt x="4" y="25"/>
                  <a:pt x="4" y="25"/>
                  <a:pt x="4" y="26"/>
                </a:cubicBezTo>
                <a:cubicBezTo>
                  <a:pt x="5" y="26"/>
                  <a:pt x="5" y="26"/>
                  <a:pt x="5" y="27"/>
                </a:cubicBezTo>
                <a:cubicBezTo>
                  <a:pt x="5" y="27"/>
                  <a:pt x="5" y="28"/>
                  <a:pt x="5" y="28"/>
                </a:cubicBezTo>
                <a:cubicBezTo>
                  <a:pt x="6" y="29"/>
                  <a:pt x="6" y="29"/>
                  <a:pt x="6" y="29"/>
                </a:cubicBezTo>
                <a:cubicBezTo>
                  <a:pt x="7" y="30"/>
                  <a:pt x="7" y="30"/>
                  <a:pt x="7" y="30"/>
                </a:cubicBezTo>
                <a:cubicBezTo>
                  <a:pt x="8" y="30"/>
                  <a:pt x="8" y="32"/>
                  <a:pt x="8" y="33"/>
                </a:cubicBezTo>
                <a:cubicBezTo>
                  <a:pt x="8" y="34"/>
                  <a:pt x="8" y="34"/>
                  <a:pt x="8" y="34"/>
                </a:cubicBezTo>
                <a:cubicBezTo>
                  <a:pt x="9" y="35"/>
                  <a:pt x="10" y="35"/>
                  <a:pt x="10" y="35"/>
                </a:cubicBezTo>
                <a:cubicBezTo>
                  <a:pt x="11" y="35"/>
                  <a:pt x="11" y="35"/>
                  <a:pt x="11" y="34"/>
                </a:cubicBezTo>
                <a:cubicBezTo>
                  <a:pt x="11" y="34"/>
                  <a:pt x="11" y="33"/>
                  <a:pt x="11" y="33"/>
                </a:cubicBezTo>
                <a:cubicBezTo>
                  <a:pt x="11" y="33"/>
                  <a:pt x="12" y="32"/>
                  <a:pt x="12" y="32"/>
                </a:cubicBezTo>
                <a:cubicBezTo>
                  <a:pt x="13" y="32"/>
                  <a:pt x="13" y="32"/>
                  <a:pt x="13" y="33"/>
                </a:cubicBezTo>
                <a:cubicBezTo>
                  <a:pt x="13" y="33"/>
                  <a:pt x="14" y="34"/>
                  <a:pt x="14" y="34"/>
                </a:cubicBezTo>
                <a:cubicBezTo>
                  <a:pt x="14" y="35"/>
                  <a:pt x="14" y="35"/>
                  <a:pt x="13" y="35"/>
                </a:cubicBezTo>
                <a:cubicBezTo>
                  <a:pt x="13" y="36"/>
                  <a:pt x="13" y="36"/>
                  <a:pt x="13" y="36"/>
                </a:cubicBezTo>
                <a:cubicBezTo>
                  <a:pt x="13" y="37"/>
                  <a:pt x="13" y="37"/>
                  <a:pt x="13" y="37"/>
                </a:cubicBezTo>
                <a:cubicBezTo>
                  <a:pt x="13" y="38"/>
                  <a:pt x="14" y="38"/>
                  <a:pt x="14" y="38"/>
                </a:cubicBezTo>
                <a:cubicBezTo>
                  <a:pt x="15" y="38"/>
                  <a:pt x="15" y="37"/>
                  <a:pt x="15" y="37"/>
                </a:cubicBezTo>
                <a:cubicBezTo>
                  <a:pt x="15" y="37"/>
                  <a:pt x="16" y="36"/>
                  <a:pt x="16" y="36"/>
                </a:cubicBezTo>
                <a:cubicBezTo>
                  <a:pt x="17" y="36"/>
                  <a:pt x="18" y="37"/>
                  <a:pt x="18" y="37"/>
                </a:cubicBezTo>
                <a:cubicBezTo>
                  <a:pt x="18" y="37"/>
                  <a:pt x="20" y="37"/>
                  <a:pt x="20" y="38"/>
                </a:cubicBezTo>
                <a:cubicBezTo>
                  <a:pt x="20" y="38"/>
                  <a:pt x="21" y="38"/>
                  <a:pt x="21" y="38"/>
                </a:cubicBezTo>
                <a:cubicBezTo>
                  <a:pt x="21" y="38"/>
                  <a:pt x="22" y="36"/>
                  <a:pt x="22" y="36"/>
                </a:cubicBezTo>
                <a:cubicBezTo>
                  <a:pt x="22" y="36"/>
                  <a:pt x="23" y="36"/>
                  <a:pt x="24" y="36"/>
                </a:cubicBezTo>
                <a:cubicBezTo>
                  <a:pt x="25" y="35"/>
                  <a:pt x="25" y="35"/>
                  <a:pt x="25" y="34"/>
                </a:cubicBezTo>
                <a:cubicBezTo>
                  <a:pt x="25" y="34"/>
                  <a:pt x="25" y="33"/>
                  <a:pt x="26" y="33"/>
                </a:cubicBezTo>
                <a:cubicBezTo>
                  <a:pt x="27" y="33"/>
                  <a:pt x="28" y="34"/>
                  <a:pt x="28" y="34"/>
                </a:cubicBezTo>
                <a:cubicBezTo>
                  <a:pt x="29" y="34"/>
                  <a:pt x="30" y="34"/>
                  <a:pt x="30" y="33"/>
                </a:cubicBezTo>
                <a:cubicBezTo>
                  <a:pt x="31" y="33"/>
                  <a:pt x="32" y="33"/>
                  <a:pt x="33" y="33"/>
                </a:cubicBezTo>
                <a:cubicBezTo>
                  <a:pt x="33" y="33"/>
                  <a:pt x="34" y="34"/>
                  <a:pt x="34" y="34"/>
                </a:cubicBezTo>
                <a:cubicBezTo>
                  <a:pt x="35" y="35"/>
                  <a:pt x="36" y="35"/>
                  <a:pt x="36" y="35"/>
                </a:cubicBezTo>
                <a:cubicBezTo>
                  <a:pt x="37" y="34"/>
                  <a:pt x="37" y="33"/>
                  <a:pt x="37" y="33"/>
                </a:cubicBezTo>
                <a:cubicBezTo>
                  <a:pt x="37" y="32"/>
                  <a:pt x="36" y="31"/>
                  <a:pt x="36" y="31"/>
                </a:cubicBezTo>
                <a:cubicBezTo>
                  <a:pt x="35" y="30"/>
                  <a:pt x="33" y="30"/>
                  <a:pt x="33" y="29"/>
                </a:cubicBezTo>
                <a:cubicBezTo>
                  <a:pt x="33" y="29"/>
                  <a:pt x="33" y="27"/>
                  <a:pt x="33" y="27"/>
                </a:cubicBezTo>
                <a:cubicBezTo>
                  <a:pt x="34" y="26"/>
                  <a:pt x="34" y="26"/>
                  <a:pt x="35" y="26"/>
                </a:cubicBezTo>
                <a:cubicBezTo>
                  <a:pt x="36" y="26"/>
                  <a:pt x="37" y="26"/>
                  <a:pt x="38" y="25"/>
                </a:cubicBezTo>
                <a:cubicBezTo>
                  <a:pt x="39" y="25"/>
                  <a:pt x="39" y="25"/>
                  <a:pt x="40" y="24"/>
                </a:cubicBezTo>
                <a:cubicBezTo>
                  <a:pt x="41" y="23"/>
                  <a:pt x="41" y="23"/>
                  <a:pt x="43" y="22"/>
                </a:cubicBezTo>
                <a:cubicBezTo>
                  <a:pt x="44" y="22"/>
                  <a:pt x="45" y="21"/>
                  <a:pt x="46" y="20"/>
                </a:cubicBezTo>
                <a:cubicBezTo>
                  <a:pt x="46" y="19"/>
                  <a:pt x="47" y="18"/>
                  <a:pt x="47" y="17"/>
                </a:cubicBezTo>
                <a:cubicBezTo>
                  <a:pt x="47" y="16"/>
                  <a:pt x="47" y="15"/>
                  <a:pt x="47" y="13"/>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9" name="Freeform 48"/>
          <p:cNvSpPr>
            <a:spLocks noEditPoints="1"/>
          </p:cNvSpPr>
          <p:nvPr/>
        </p:nvSpPr>
        <p:spPr bwMode="auto">
          <a:xfrm>
            <a:off x="9093201" y="6013450"/>
            <a:ext cx="36513" cy="36513"/>
          </a:xfrm>
          <a:custGeom>
            <a:avLst/>
            <a:gdLst>
              <a:gd name="T0" fmla="*/ 7 w 9"/>
              <a:gd name="T1" fmla="*/ 3 h 9"/>
              <a:gd name="T2" fmla="*/ 7 w 9"/>
              <a:gd name="T3" fmla="*/ 0 h 9"/>
              <a:gd name="T4" fmla="*/ 7 w 9"/>
              <a:gd name="T5" fmla="*/ 1 h 9"/>
              <a:gd name="T6" fmla="*/ 8 w 9"/>
              <a:gd name="T7" fmla="*/ 1 h 9"/>
              <a:gd name="T8" fmla="*/ 8 w 9"/>
              <a:gd name="T9" fmla="*/ 0 h 9"/>
              <a:gd name="T10" fmla="*/ 8 w 9"/>
              <a:gd name="T11" fmla="*/ 0 h 9"/>
              <a:gd name="T12" fmla="*/ 9 w 9"/>
              <a:gd name="T13" fmla="*/ 1 h 9"/>
              <a:gd name="T14" fmla="*/ 9 w 9"/>
              <a:gd name="T15" fmla="*/ 3 h 9"/>
              <a:gd name="T16" fmla="*/ 7 w 9"/>
              <a:gd name="T17" fmla="*/ 4 h 9"/>
              <a:gd name="T18" fmla="*/ 7 w 9"/>
              <a:gd name="T19" fmla="*/ 3 h 9"/>
              <a:gd name="T20" fmla="*/ 1 w 9"/>
              <a:gd name="T21" fmla="*/ 7 h 9"/>
              <a:gd name="T22" fmla="*/ 2 w 9"/>
              <a:gd name="T23" fmla="*/ 8 h 9"/>
              <a:gd name="T24" fmla="*/ 4 w 9"/>
              <a:gd name="T25" fmla="*/ 6 h 9"/>
              <a:gd name="T26" fmla="*/ 4 w 9"/>
              <a:gd name="T27" fmla="*/ 4 h 9"/>
              <a:gd name="T28" fmla="*/ 4 w 9"/>
              <a:gd name="T29" fmla="*/ 0 h 9"/>
              <a:gd name="T30" fmla="*/ 4 w 9"/>
              <a:gd name="T31" fmla="*/ 0 h 9"/>
              <a:gd name="T32" fmla="*/ 3 w 9"/>
              <a:gd name="T33" fmla="*/ 0 h 9"/>
              <a:gd name="T34" fmla="*/ 3 w 9"/>
              <a:gd name="T35" fmla="*/ 1 h 9"/>
              <a:gd name="T36" fmla="*/ 2 w 9"/>
              <a:gd name="T37" fmla="*/ 1 h 9"/>
              <a:gd name="T38" fmla="*/ 0 w 9"/>
              <a:gd name="T39" fmla="*/ 3 h 9"/>
              <a:gd name="T40" fmla="*/ 1 w 9"/>
              <a:gd name="T41" fmla="*/ 4 h 9"/>
              <a:gd name="T42" fmla="*/ 1 w 9"/>
              <a:gd name="T4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9">
                <a:moveTo>
                  <a:pt x="7" y="3"/>
                </a:moveTo>
                <a:cubicBezTo>
                  <a:pt x="7" y="2"/>
                  <a:pt x="7" y="1"/>
                  <a:pt x="7" y="0"/>
                </a:cubicBezTo>
                <a:cubicBezTo>
                  <a:pt x="7" y="0"/>
                  <a:pt x="7" y="0"/>
                  <a:pt x="7" y="1"/>
                </a:cubicBezTo>
                <a:cubicBezTo>
                  <a:pt x="7" y="1"/>
                  <a:pt x="7" y="1"/>
                  <a:pt x="8" y="1"/>
                </a:cubicBezTo>
                <a:cubicBezTo>
                  <a:pt x="8" y="1"/>
                  <a:pt x="8" y="0"/>
                  <a:pt x="8" y="0"/>
                </a:cubicBezTo>
                <a:cubicBezTo>
                  <a:pt x="8" y="0"/>
                  <a:pt x="8" y="0"/>
                  <a:pt x="8" y="0"/>
                </a:cubicBezTo>
                <a:cubicBezTo>
                  <a:pt x="9" y="0"/>
                  <a:pt x="9" y="1"/>
                  <a:pt x="9" y="1"/>
                </a:cubicBezTo>
                <a:cubicBezTo>
                  <a:pt x="9" y="1"/>
                  <a:pt x="9" y="3"/>
                  <a:pt x="9" y="3"/>
                </a:cubicBezTo>
                <a:cubicBezTo>
                  <a:pt x="9" y="4"/>
                  <a:pt x="8" y="4"/>
                  <a:pt x="7" y="4"/>
                </a:cubicBezTo>
                <a:cubicBezTo>
                  <a:pt x="7" y="4"/>
                  <a:pt x="7" y="3"/>
                  <a:pt x="7" y="3"/>
                </a:cubicBezTo>
                <a:close/>
                <a:moveTo>
                  <a:pt x="1" y="7"/>
                </a:moveTo>
                <a:cubicBezTo>
                  <a:pt x="2" y="7"/>
                  <a:pt x="2" y="9"/>
                  <a:pt x="2" y="8"/>
                </a:cubicBezTo>
                <a:cubicBezTo>
                  <a:pt x="3" y="8"/>
                  <a:pt x="4" y="6"/>
                  <a:pt x="4" y="6"/>
                </a:cubicBezTo>
                <a:cubicBezTo>
                  <a:pt x="4" y="5"/>
                  <a:pt x="4" y="4"/>
                  <a:pt x="4" y="4"/>
                </a:cubicBezTo>
                <a:cubicBezTo>
                  <a:pt x="4" y="3"/>
                  <a:pt x="4" y="1"/>
                  <a:pt x="4" y="0"/>
                </a:cubicBezTo>
                <a:cubicBezTo>
                  <a:pt x="4" y="0"/>
                  <a:pt x="4" y="0"/>
                  <a:pt x="4" y="0"/>
                </a:cubicBezTo>
                <a:cubicBezTo>
                  <a:pt x="4" y="0"/>
                  <a:pt x="3" y="0"/>
                  <a:pt x="3" y="0"/>
                </a:cubicBezTo>
                <a:cubicBezTo>
                  <a:pt x="3" y="0"/>
                  <a:pt x="3" y="1"/>
                  <a:pt x="3" y="1"/>
                </a:cubicBezTo>
                <a:cubicBezTo>
                  <a:pt x="3" y="1"/>
                  <a:pt x="2" y="1"/>
                  <a:pt x="2" y="1"/>
                </a:cubicBezTo>
                <a:cubicBezTo>
                  <a:pt x="2" y="2"/>
                  <a:pt x="1" y="2"/>
                  <a:pt x="0" y="3"/>
                </a:cubicBezTo>
                <a:cubicBezTo>
                  <a:pt x="0" y="3"/>
                  <a:pt x="1" y="4"/>
                  <a:pt x="1" y="4"/>
                </a:cubicBezTo>
                <a:cubicBezTo>
                  <a:pt x="1" y="5"/>
                  <a:pt x="1" y="6"/>
                  <a:pt x="1" y="7"/>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0" name="Freeform 49"/>
          <p:cNvSpPr>
            <a:spLocks/>
          </p:cNvSpPr>
          <p:nvPr/>
        </p:nvSpPr>
        <p:spPr bwMode="auto">
          <a:xfrm>
            <a:off x="8147051" y="5111750"/>
            <a:ext cx="123825" cy="57150"/>
          </a:xfrm>
          <a:custGeom>
            <a:avLst/>
            <a:gdLst>
              <a:gd name="T0" fmla="*/ 18 w 30"/>
              <a:gd name="T1" fmla="*/ 0 h 14"/>
              <a:gd name="T2" fmla="*/ 13 w 30"/>
              <a:gd name="T3" fmla="*/ 0 h 14"/>
              <a:gd name="T4" fmla="*/ 8 w 30"/>
              <a:gd name="T5" fmla="*/ 0 h 14"/>
              <a:gd name="T6" fmla="*/ 4 w 30"/>
              <a:gd name="T7" fmla="*/ 3 h 14"/>
              <a:gd name="T8" fmla="*/ 2 w 30"/>
              <a:gd name="T9" fmla="*/ 7 h 14"/>
              <a:gd name="T10" fmla="*/ 0 w 30"/>
              <a:gd name="T11" fmla="*/ 10 h 14"/>
              <a:gd name="T12" fmla="*/ 3 w 30"/>
              <a:gd name="T13" fmla="*/ 13 h 14"/>
              <a:gd name="T14" fmla="*/ 6 w 30"/>
              <a:gd name="T15" fmla="*/ 13 h 14"/>
              <a:gd name="T16" fmla="*/ 9 w 30"/>
              <a:gd name="T17" fmla="*/ 14 h 14"/>
              <a:gd name="T18" fmla="*/ 12 w 30"/>
              <a:gd name="T19" fmla="*/ 13 h 14"/>
              <a:gd name="T20" fmla="*/ 13 w 30"/>
              <a:gd name="T21" fmla="*/ 12 h 14"/>
              <a:gd name="T22" fmla="*/ 15 w 30"/>
              <a:gd name="T23" fmla="*/ 12 h 14"/>
              <a:gd name="T24" fmla="*/ 17 w 30"/>
              <a:gd name="T25" fmla="*/ 13 h 14"/>
              <a:gd name="T26" fmla="*/ 20 w 30"/>
              <a:gd name="T27" fmla="*/ 13 h 14"/>
              <a:gd name="T28" fmla="*/ 26 w 30"/>
              <a:gd name="T29" fmla="*/ 12 h 14"/>
              <a:gd name="T30" fmla="*/ 29 w 30"/>
              <a:gd name="T31" fmla="*/ 12 h 14"/>
              <a:gd name="T32" fmla="*/ 30 w 30"/>
              <a:gd name="T33" fmla="*/ 7 h 14"/>
              <a:gd name="T34" fmla="*/ 28 w 30"/>
              <a:gd name="T35" fmla="*/ 6 h 14"/>
              <a:gd name="T36" fmla="*/ 25 w 30"/>
              <a:gd name="T37" fmla="*/ 5 h 14"/>
              <a:gd name="T38" fmla="*/ 25 w 30"/>
              <a:gd name="T39" fmla="*/ 3 h 14"/>
              <a:gd name="T40" fmla="*/ 24 w 30"/>
              <a:gd name="T41" fmla="*/ 1 h 14"/>
              <a:gd name="T42" fmla="*/ 18 w 30"/>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4">
                <a:moveTo>
                  <a:pt x="18" y="0"/>
                </a:moveTo>
                <a:cubicBezTo>
                  <a:pt x="13" y="0"/>
                  <a:pt x="13" y="0"/>
                  <a:pt x="13" y="0"/>
                </a:cubicBezTo>
                <a:cubicBezTo>
                  <a:pt x="8" y="0"/>
                  <a:pt x="8" y="0"/>
                  <a:pt x="8" y="0"/>
                </a:cubicBezTo>
                <a:cubicBezTo>
                  <a:pt x="4" y="3"/>
                  <a:pt x="4" y="3"/>
                  <a:pt x="4" y="3"/>
                </a:cubicBezTo>
                <a:cubicBezTo>
                  <a:pt x="2" y="7"/>
                  <a:pt x="2" y="7"/>
                  <a:pt x="2" y="7"/>
                </a:cubicBezTo>
                <a:cubicBezTo>
                  <a:pt x="0" y="10"/>
                  <a:pt x="0" y="10"/>
                  <a:pt x="0" y="10"/>
                </a:cubicBezTo>
                <a:cubicBezTo>
                  <a:pt x="3" y="13"/>
                  <a:pt x="3" y="13"/>
                  <a:pt x="3" y="13"/>
                </a:cubicBezTo>
                <a:cubicBezTo>
                  <a:pt x="3" y="13"/>
                  <a:pt x="5" y="13"/>
                  <a:pt x="6" y="13"/>
                </a:cubicBezTo>
                <a:cubicBezTo>
                  <a:pt x="6" y="13"/>
                  <a:pt x="9" y="14"/>
                  <a:pt x="9" y="14"/>
                </a:cubicBezTo>
                <a:cubicBezTo>
                  <a:pt x="9" y="14"/>
                  <a:pt x="11" y="13"/>
                  <a:pt x="12" y="13"/>
                </a:cubicBezTo>
                <a:cubicBezTo>
                  <a:pt x="12" y="13"/>
                  <a:pt x="13" y="12"/>
                  <a:pt x="13" y="12"/>
                </a:cubicBezTo>
                <a:cubicBezTo>
                  <a:pt x="15" y="12"/>
                  <a:pt x="15" y="12"/>
                  <a:pt x="15" y="12"/>
                </a:cubicBezTo>
                <a:cubicBezTo>
                  <a:pt x="17" y="13"/>
                  <a:pt x="17" y="13"/>
                  <a:pt x="17" y="13"/>
                </a:cubicBezTo>
                <a:cubicBezTo>
                  <a:pt x="20" y="13"/>
                  <a:pt x="20" y="13"/>
                  <a:pt x="20" y="13"/>
                </a:cubicBezTo>
                <a:cubicBezTo>
                  <a:pt x="20" y="13"/>
                  <a:pt x="26" y="13"/>
                  <a:pt x="26" y="12"/>
                </a:cubicBezTo>
                <a:cubicBezTo>
                  <a:pt x="27" y="12"/>
                  <a:pt x="29" y="12"/>
                  <a:pt x="29" y="12"/>
                </a:cubicBezTo>
                <a:cubicBezTo>
                  <a:pt x="30" y="7"/>
                  <a:pt x="30" y="7"/>
                  <a:pt x="30" y="7"/>
                </a:cubicBezTo>
                <a:cubicBezTo>
                  <a:pt x="30" y="7"/>
                  <a:pt x="28" y="6"/>
                  <a:pt x="28" y="6"/>
                </a:cubicBezTo>
                <a:cubicBezTo>
                  <a:pt x="28" y="6"/>
                  <a:pt x="25" y="5"/>
                  <a:pt x="25" y="5"/>
                </a:cubicBezTo>
                <a:cubicBezTo>
                  <a:pt x="25" y="3"/>
                  <a:pt x="25" y="3"/>
                  <a:pt x="25" y="3"/>
                </a:cubicBezTo>
                <a:cubicBezTo>
                  <a:pt x="24" y="1"/>
                  <a:pt x="24" y="1"/>
                  <a:pt x="24" y="1"/>
                </a:cubicBezTo>
                <a:lnTo>
                  <a:pt x="18" y="0"/>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1" name="Freeform 50"/>
          <p:cNvSpPr>
            <a:spLocks noEditPoints="1"/>
          </p:cNvSpPr>
          <p:nvPr/>
        </p:nvSpPr>
        <p:spPr bwMode="auto">
          <a:xfrm>
            <a:off x="8118476" y="5176838"/>
            <a:ext cx="173038" cy="214313"/>
          </a:xfrm>
          <a:custGeom>
            <a:avLst/>
            <a:gdLst>
              <a:gd name="T0" fmla="*/ 30 w 42"/>
              <a:gd name="T1" fmla="*/ 31 h 52"/>
              <a:gd name="T2" fmla="*/ 36 w 42"/>
              <a:gd name="T3" fmla="*/ 14 h 52"/>
              <a:gd name="T4" fmla="*/ 11 w 42"/>
              <a:gd name="T5" fmla="*/ 4 h 52"/>
              <a:gd name="T6" fmla="*/ 5 w 42"/>
              <a:gd name="T7" fmla="*/ 9 h 52"/>
              <a:gd name="T8" fmla="*/ 4 w 42"/>
              <a:gd name="T9" fmla="*/ 21 h 52"/>
              <a:gd name="T10" fmla="*/ 9 w 42"/>
              <a:gd name="T11" fmla="*/ 40 h 52"/>
              <a:gd name="T12" fmla="*/ 11 w 42"/>
              <a:gd name="T13" fmla="*/ 47 h 52"/>
              <a:gd name="T14" fmla="*/ 11 w 42"/>
              <a:gd name="T15" fmla="*/ 47 h 52"/>
              <a:gd name="T16" fmla="*/ 12 w 42"/>
              <a:gd name="T17" fmla="*/ 45 h 52"/>
              <a:gd name="T18" fmla="*/ 12 w 42"/>
              <a:gd name="T19" fmla="*/ 45 h 52"/>
              <a:gd name="T20" fmla="*/ 14 w 42"/>
              <a:gd name="T21" fmla="*/ 46 h 52"/>
              <a:gd name="T22" fmla="*/ 15 w 42"/>
              <a:gd name="T23" fmla="*/ 47 h 52"/>
              <a:gd name="T24" fmla="*/ 16 w 42"/>
              <a:gd name="T25" fmla="*/ 47 h 52"/>
              <a:gd name="T26" fmla="*/ 17 w 42"/>
              <a:gd name="T27" fmla="*/ 48 h 52"/>
              <a:gd name="T28" fmla="*/ 17 w 42"/>
              <a:gd name="T29" fmla="*/ 46 h 52"/>
              <a:gd name="T30" fmla="*/ 17 w 42"/>
              <a:gd name="T31" fmla="*/ 44 h 52"/>
              <a:gd name="T32" fmla="*/ 19 w 42"/>
              <a:gd name="T33" fmla="*/ 46 h 52"/>
              <a:gd name="T34" fmla="*/ 19 w 42"/>
              <a:gd name="T35" fmla="*/ 47 h 52"/>
              <a:gd name="T36" fmla="*/ 20 w 42"/>
              <a:gd name="T37" fmla="*/ 46 h 52"/>
              <a:gd name="T38" fmla="*/ 20 w 42"/>
              <a:gd name="T39" fmla="*/ 49 h 52"/>
              <a:gd name="T40" fmla="*/ 22 w 42"/>
              <a:gd name="T41" fmla="*/ 46 h 52"/>
              <a:gd name="T42" fmla="*/ 23 w 42"/>
              <a:gd name="T43" fmla="*/ 45 h 52"/>
              <a:gd name="T44" fmla="*/ 24 w 42"/>
              <a:gd name="T45" fmla="*/ 40 h 52"/>
              <a:gd name="T46" fmla="*/ 24 w 42"/>
              <a:gd name="T47" fmla="*/ 46 h 52"/>
              <a:gd name="T48" fmla="*/ 25 w 42"/>
              <a:gd name="T49" fmla="*/ 42 h 52"/>
              <a:gd name="T50" fmla="*/ 28 w 42"/>
              <a:gd name="T51" fmla="*/ 42 h 52"/>
              <a:gd name="T52" fmla="*/ 30 w 42"/>
              <a:gd name="T53" fmla="*/ 39 h 52"/>
              <a:gd name="T54" fmla="*/ 34 w 42"/>
              <a:gd name="T55" fmla="*/ 41 h 52"/>
              <a:gd name="T56" fmla="*/ 10 w 42"/>
              <a:gd name="T57" fmla="*/ 45 h 52"/>
              <a:gd name="T58" fmla="*/ 15 w 42"/>
              <a:gd name="T59" fmla="*/ 49 h 52"/>
              <a:gd name="T60" fmla="*/ 15 w 42"/>
              <a:gd name="T61" fmla="*/ 48 h 52"/>
              <a:gd name="T62" fmla="*/ 13 w 42"/>
              <a:gd name="T63" fmla="*/ 49 h 52"/>
              <a:gd name="T64" fmla="*/ 13 w 42"/>
              <a:gd name="T65" fmla="*/ 45 h 52"/>
              <a:gd name="T66" fmla="*/ 14 w 42"/>
              <a:gd name="T67" fmla="*/ 48 h 52"/>
              <a:gd name="T68" fmla="*/ 15 w 42"/>
              <a:gd name="T69" fmla="*/ 50 h 52"/>
              <a:gd name="T70" fmla="*/ 12 w 42"/>
              <a:gd name="T71" fmla="*/ 50 h 52"/>
              <a:gd name="T72" fmla="*/ 10 w 42"/>
              <a:gd name="T73" fmla="*/ 49 h 52"/>
              <a:gd name="T74" fmla="*/ 11 w 42"/>
              <a:gd name="T75" fmla="*/ 49 h 52"/>
              <a:gd name="T76" fmla="*/ 12 w 42"/>
              <a:gd name="T77" fmla="*/ 48 h 52"/>
              <a:gd name="T78" fmla="*/ 12 w 42"/>
              <a:gd name="T79" fmla="*/ 48 h 52"/>
              <a:gd name="T80" fmla="*/ 12 w 42"/>
              <a:gd name="T81" fmla="*/ 46 h 52"/>
              <a:gd name="T82" fmla="*/ 14 w 42"/>
              <a:gd name="T83" fmla="*/ 48 h 52"/>
              <a:gd name="T84" fmla="*/ 14 w 42"/>
              <a:gd name="T85" fmla="*/ 46 h 52"/>
              <a:gd name="T86" fmla="*/ 31 w 42"/>
              <a:gd name="T87" fmla="*/ 40 h 52"/>
              <a:gd name="T88" fmla="*/ 30 w 42"/>
              <a:gd name="T89" fmla="*/ 42 h 52"/>
              <a:gd name="T90" fmla="*/ 27 w 42"/>
              <a:gd name="T91" fmla="*/ 43 h 52"/>
              <a:gd name="T92" fmla="*/ 27 w 42"/>
              <a:gd name="T93" fmla="*/ 46 h 52"/>
              <a:gd name="T94" fmla="*/ 28 w 42"/>
              <a:gd name="T95" fmla="*/ 45 h 52"/>
              <a:gd name="T96" fmla="*/ 26 w 42"/>
              <a:gd name="T97" fmla="*/ 41 h 52"/>
              <a:gd name="T98" fmla="*/ 27 w 42"/>
              <a:gd name="T99" fmla="*/ 46 h 52"/>
              <a:gd name="T100" fmla="*/ 31 w 42"/>
              <a:gd name="T101" fmla="*/ 43 h 52"/>
              <a:gd name="T102" fmla="*/ 24 w 42"/>
              <a:gd name="T103" fmla="*/ 47 h 52"/>
              <a:gd name="T104" fmla="*/ 26 w 42"/>
              <a:gd name="T105" fmla="*/ 48 h 52"/>
              <a:gd name="T106" fmla="*/ 22 w 42"/>
              <a:gd name="T107" fmla="*/ 48 h 52"/>
              <a:gd name="T108" fmla="*/ 24 w 42"/>
              <a:gd name="T109" fmla="*/ 45 h 52"/>
              <a:gd name="T110" fmla="*/ 24 w 42"/>
              <a:gd name="T111" fmla="*/ 47 h 52"/>
              <a:gd name="T112" fmla="*/ 23 w 42"/>
              <a:gd name="T113" fmla="*/ 48 h 52"/>
              <a:gd name="T114" fmla="*/ 25 w 42"/>
              <a:gd name="T115" fmla="*/ 48 h 52"/>
              <a:gd name="T116" fmla="*/ 24 w 42"/>
              <a:gd name="T117"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52">
                <a:moveTo>
                  <a:pt x="40" y="40"/>
                </a:moveTo>
                <a:cubicBezTo>
                  <a:pt x="40" y="37"/>
                  <a:pt x="40" y="37"/>
                  <a:pt x="40" y="37"/>
                </a:cubicBezTo>
                <a:cubicBezTo>
                  <a:pt x="39" y="32"/>
                  <a:pt x="39" y="32"/>
                  <a:pt x="39" y="32"/>
                </a:cubicBezTo>
                <a:cubicBezTo>
                  <a:pt x="38" y="28"/>
                  <a:pt x="38" y="28"/>
                  <a:pt x="38" y="28"/>
                </a:cubicBezTo>
                <a:cubicBezTo>
                  <a:pt x="37" y="27"/>
                  <a:pt x="37" y="27"/>
                  <a:pt x="37" y="27"/>
                </a:cubicBezTo>
                <a:cubicBezTo>
                  <a:pt x="36" y="27"/>
                  <a:pt x="36" y="27"/>
                  <a:pt x="36" y="27"/>
                </a:cubicBezTo>
                <a:cubicBezTo>
                  <a:pt x="35" y="30"/>
                  <a:pt x="35" y="30"/>
                  <a:pt x="35" y="30"/>
                </a:cubicBezTo>
                <a:cubicBezTo>
                  <a:pt x="34" y="31"/>
                  <a:pt x="34" y="31"/>
                  <a:pt x="34" y="31"/>
                </a:cubicBezTo>
                <a:cubicBezTo>
                  <a:pt x="34" y="33"/>
                  <a:pt x="34" y="33"/>
                  <a:pt x="34" y="33"/>
                </a:cubicBezTo>
                <a:cubicBezTo>
                  <a:pt x="34" y="33"/>
                  <a:pt x="34" y="34"/>
                  <a:pt x="34" y="34"/>
                </a:cubicBezTo>
                <a:cubicBezTo>
                  <a:pt x="33" y="34"/>
                  <a:pt x="32" y="34"/>
                  <a:pt x="31" y="33"/>
                </a:cubicBezTo>
                <a:cubicBezTo>
                  <a:pt x="31" y="33"/>
                  <a:pt x="30" y="32"/>
                  <a:pt x="30" y="32"/>
                </a:cubicBezTo>
                <a:cubicBezTo>
                  <a:pt x="30" y="31"/>
                  <a:pt x="30" y="31"/>
                  <a:pt x="30" y="31"/>
                </a:cubicBezTo>
                <a:cubicBezTo>
                  <a:pt x="30" y="31"/>
                  <a:pt x="28" y="30"/>
                  <a:pt x="28" y="29"/>
                </a:cubicBezTo>
                <a:cubicBezTo>
                  <a:pt x="28" y="29"/>
                  <a:pt x="29" y="27"/>
                  <a:pt x="29" y="27"/>
                </a:cubicBezTo>
                <a:cubicBezTo>
                  <a:pt x="29" y="27"/>
                  <a:pt x="30" y="24"/>
                  <a:pt x="30" y="24"/>
                </a:cubicBezTo>
                <a:cubicBezTo>
                  <a:pt x="30" y="24"/>
                  <a:pt x="32" y="24"/>
                  <a:pt x="32" y="24"/>
                </a:cubicBezTo>
                <a:cubicBezTo>
                  <a:pt x="33" y="23"/>
                  <a:pt x="34" y="23"/>
                  <a:pt x="34" y="23"/>
                </a:cubicBezTo>
                <a:cubicBezTo>
                  <a:pt x="35" y="23"/>
                  <a:pt x="36" y="21"/>
                  <a:pt x="36" y="21"/>
                </a:cubicBezTo>
                <a:cubicBezTo>
                  <a:pt x="37" y="20"/>
                  <a:pt x="37" y="20"/>
                  <a:pt x="37" y="20"/>
                </a:cubicBezTo>
                <a:cubicBezTo>
                  <a:pt x="37" y="20"/>
                  <a:pt x="37" y="18"/>
                  <a:pt x="37" y="17"/>
                </a:cubicBezTo>
                <a:cubicBezTo>
                  <a:pt x="37" y="17"/>
                  <a:pt x="38" y="16"/>
                  <a:pt x="38" y="16"/>
                </a:cubicBezTo>
                <a:cubicBezTo>
                  <a:pt x="38" y="16"/>
                  <a:pt x="39" y="16"/>
                  <a:pt x="39" y="16"/>
                </a:cubicBezTo>
                <a:cubicBezTo>
                  <a:pt x="39" y="16"/>
                  <a:pt x="39" y="15"/>
                  <a:pt x="39" y="15"/>
                </a:cubicBezTo>
                <a:cubicBezTo>
                  <a:pt x="39" y="15"/>
                  <a:pt x="39" y="14"/>
                  <a:pt x="38" y="14"/>
                </a:cubicBezTo>
                <a:cubicBezTo>
                  <a:pt x="38" y="14"/>
                  <a:pt x="37" y="14"/>
                  <a:pt x="36" y="14"/>
                </a:cubicBezTo>
                <a:cubicBezTo>
                  <a:pt x="36" y="14"/>
                  <a:pt x="25" y="13"/>
                  <a:pt x="24" y="13"/>
                </a:cubicBezTo>
                <a:cubicBezTo>
                  <a:pt x="24" y="13"/>
                  <a:pt x="21" y="13"/>
                  <a:pt x="21" y="13"/>
                </a:cubicBezTo>
                <a:cubicBezTo>
                  <a:pt x="21" y="13"/>
                  <a:pt x="20" y="13"/>
                  <a:pt x="19" y="13"/>
                </a:cubicBezTo>
                <a:cubicBezTo>
                  <a:pt x="18" y="13"/>
                  <a:pt x="17" y="12"/>
                  <a:pt x="17" y="12"/>
                </a:cubicBezTo>
                <a:cubicBezTo>
                  <a:pt x="17" y="12"/>
                  <a:pt x="17" y="11"/>
                  <a:pt x="17" y="10"/>
                </a:cubicBezTo>
                <a:cubicBezTo>
                  <a:pt x="17" y="10"/>
                  <a:pt x="17" y="9"/>
                  <a:pt x="17" y="9"/>
                </a:cubicBezTo>
                <a:cubicBezTo>
                  <a:pt x="17" y="8"/>
                  <a:pt x="18" y="7"/>
                  <a:pt x="18" y="7"/>
                </a:cubicBezTo>
                <a:cubicBezTo>
                  <a:pt x="18" y="7"/>
                  <a:pt x="17" y="6"/>
                  <a:pt x="17" y="5"/>
                </a:cubicBezTo>
                <a:cubicBezTo>
                  <a:pt x="16" y="5"/>
                  <a:pt x="16" y="3"/>
                  <a:pt x="16" y="3"/>
                </a:cubicBezTo>
                <a:cubicBezTo>
                  <a:pt x="16" y="2"/>
                  <a:pt x="15" y="3"/>
                  <a:pt x="15" y="3"/>
                </a:cubicBezTo>
                <a:cubicBezTo>
                  <a:pt x="15" y="3"/>
                  <a:pt x="14" y="5"/>
                  <a:pt x="14" y="5"/>
                </a:cubicBezTo>
                <a:cubicBezTo>
                  <a:pt x="14" y="5"/>
                  <a:pt x="13" y="6"/>
                  <a:pt x="13" y="6"/>
                </a:cubicBezTo>
                <a:cubicBezTo>
                  <a:pt x="13" y="5"/>
                  <a:pt x="11" y="4"/>
                  <a:pt x="11" y="4"/>
                </a:cubicBezTo>
                <a:cubicBezTo>
                  <a:pt x="10" y="1"/>
                  <a:pt x="10" y="1"/>
                  <a:pt x="10" y="1"/>
                </a:cubicBezTo>
                <a:cubicBezTo>
                  <a:pt x="9" y="1"/>
                  <a:pt x="9" y="1"/>
                  <a:pt x="9" y="1"/>
                </a:cubicBezTo>
                <a:cubicBezTo>
                  <a:pt x="8" y="2"/>
                  <a:pt x="8" y="2"/>
                  <a:pt x="8" y="2"/>
                </a:cubicBezTo>
                <a:cubicBezTo>
                  <a:pt x="5" y="2"/>
                  <a:pt x="5" y="2"/>
                  <a:pt x="5" y="2"/>
                </a:cubicBezTo>
                <a:cubicBezTo>
                  <a:pt x="4" y="0"/>
                  <a:pt x="4" y="0"/>
                  <a:pt x="4" y="0"/>
                </a:cubicBezTo>
                <a:cubicBezTo>
                  <a:pt x="3" y="0"/>
                  <a:pt x="3" y="0"/>
                  <a:pt x="3" y="0"/>
                </a:cubicBezTo>
                <a:cubicBezTo>
                  <a:pt x="3" y="0"/>
                  <a:pt x="3" y="1"/>
                  <a:pt x="3" y="1"/>
                </a:cubicBezTo>
                <a:cubicBezTo>
                  <a:pt x="3" y="1"/>
                  <a:pt x="3" y="2"/>
                  <a:pt x="3" y="2"/>
                </a:cubicBezTo>
                <a:cubicBezTo>
                  <a:pt x="2" y="3"/>
                  <a:pt x="2" y="3"/>
                  <a:pt x="2" y="3"/>
                </a:cubicBezTo>
                <a:cubicBezTo>
                  <a:pt x="2" y="3"/>
                  <a:pt x="1" y="5"/>
                  <a:pt x="1" y="5"/>
                </a:cubicBezTo>
                <a:cubicBezTo>
                  <a:pt x="1" y="5"/>
                  <a:pt x="1" y="7"/>
                  <a:pt x="1" y="7"/>
                </a:cubicBezTo>
                <a:cubicBezTo>
                  <a:pt x="4" y="9"/>
                  <a:pt x="4" y="9"/>
                  <a:pt x="4" y="9"/>
                </a:cubicBezTo>
                <a:cubicBezTo>
                  <a:pt x="4" y="9"/>
                  <a:pt x="4" y="9"/>
                  <a:pt x="5" y="9"/>
                </a:cubicBezTo>
                <a:cubicBezTo>
                  <a:pt x="6" y="9"/>
                  <a:pt x="7" y="9"/>
                  <a:pt x="7" y="9"/>
                </a:cubicBezTo>
                <a:cubicBezTo>
                  <a:pt x="7" y="9"/>
                  <a:pt x="8" y="11"/>
                  <a:pt x="8" y="11"/>
                </a:cubicBezTo>
                <a:cubicBezTo>
                  <a:pt x="9" y="11"/>
                  <a:pt x="9" y="13"/>
                  <a:pt x="9" y="13"/>
                </a:cubicBezTo>
                <a:cubicBezTo>
                  <a:pt x="9" y="13"/>
                  <a:pt x="9" y="13"/>
                  <a:pt x="8" y="13"/>
                </a:cubicBezTo>
                <a:cubicBezTo>
                  <a:pt x="7" y="13"/>
                  <a:pt x="6" y="13"/>
                  <a:pt x="5" y="13"/>
                </a:cubicBezTo>
                <a:cubicBezTo>
                  <a:pt x="5" y="13"/>
                  <a:pt x="4" y="13"/>
                  <a:pt x="4" y="13"/>
                </a:cubicBezTo>
                <a:cubicBezTo>
                  <a:pt x="4" y="13"/>
                  <a:pt x="4" y="14"/>
                  <a:pt x="4" y="14"/>
                </a:cubicBezTo>
                <a:cubicBezTo>
                  <a:pt x="4" y="15"/>
                  <a:pt x="4" y="15"/>
                  <a:pt x="4" y="16"/>
                </a:cubicBezTo>
                <a:cubicBezTo>
                  <a:pt x="3" y="16"/>
                  <a:pt x="2" y="16"/>
                  <a:pt x="2" y="16"/>
                </a:cubicBezTo>
                <a:cubicBezTo>
                  <a:pt x="1" y="16"/>
                  <a:pt x="1" y="16"/>
                  <a:pt x="0" y="16"/>
                </a:cubicBezTo>
                <a:cubicBezTo>
                  <a:pt x="0" y="17"/>
                  <a:pt x="0" y="19"/>
                  <a:pt x="0" y="19"/>
                </a:cubicBezTo>
                <a:cubicBezTo>
                  <a:pt x="0" y="19"/>
                  <a:pt x="1" y="20"/>
                  <a:pt x="2" y="20"/>
                </a:cubicBezTo>
                <a:cubicBezTo>
                  <a:pt x="2" y="20"/>
                  <a:pt x="3" y="21"/>
                  <a:pt x="4" y="21"/>
                </a:cubicBezTo>
                <a:cubicBezTo>
                  <a:pt x="4" y="21"/>
                  <a:pt x="6" y="21"/>
                  <a:pt x="6" y="21"/>
                </a:cubicBezTo>
                <a:cubicBezTo>
                  <a:pt x="7" y="22"/>
                  <a:pt x="7" y="23"/>
                  <a:pt x="7" y="23"/>
                </a:cubicBezTo>
                <a:cubicBezTo>
                  <a:pt x="7" y="23"/>
                  <a:pt x="7" y="24"/>
                  <a:pt x="7" y="24"/>
                </a:cubicBezTo>
                <a:cubicBezTo>
                  <a:pt x="7" y="25"/>
                  <a:pt x="6" y="26"/>
                  <a:pt x="6" y="26"/>
                </a:cubicBezTo>
                <a:cubicBezTo>
                  <a:pt x="6" y="26"/>
                  <a:pt x="6" y="26"/>
                  <a:pt x="6" y="26"/>
                </a:cubicBezTo>
                <a:cubicBezTo>
                  <a:pt x="5" y="27"/>
                  <a:pt x="5" y="27"/>
                  <a:pt x="5" y="28"/>
                </a:cubicBezTo>
                <a:cubicBezTo>
                  <a:pt x="5" y="29"/>
                  <a:pt x="6" y="29"/>
                  <a:pt x="6" y="30"/>
                </a:cubicBezTo>
                <a:cubicBezTo>
                  <a:pt x="7" y="30"/>
                  <a:pt x="7" y="30"/>
                  <a:pt x="7" y="31"/>
                </a:cubicBezTo>
                <a:cubicBezTo>
                  <a:pt x="7" y="31"/>
                  <a:pt x="6" y="31"/>
                  <a:pt x="7" y="32"/>
                </a:cubicBezTo>
                <a:cubicBezTo>
                  <a:pt x="7" y="32"/>
                  <a:pt x="7" y="32"/>
                  <a:pt x="8" y="32"/>
                </a:cubicBezTo>
                <a:cubicBezTo>
                  <a:pt x="9" y="33"/>
                  <a:pt x="8" y="34"/>
                  <a:pt x="8" y="34"/>
                </a:cubicBezTo>
                <a:cubicBezTo>
                  <a:pt x="8" y="34"/>
                  <a:pt x="8" y="35"/>
                  <a:pt x="8" y="36"/>
                </a:cubicBezTo>
                <a:cubicBezTo>
                  <a:pt x="8" y="36"/>
                  <a:pt x="9" y="40"/>
                  <a:pt x="9" y="40"/>
                </a:cubicBezTo>
                <a:cubicBezTo>
                  <a:pt x="9" y="44"/>
                  <a:pt x="9" y="44"/>
                  <a:pt x="9" y="44"/>
                </a:cubicBezTo>
                <a:cubicBezTo>
                  <a:pt x="10" y="45"/>
                  <a:pt x="9" y="46"/>
                  <a:pt x="10" y="46"/>
                </a:cubicBezTo>
                <a:cubicBezTo>
                  <a:pt x="10" y="46"/>
                  <a:pt x="10" y="46"/>
                  <a:pt x="10" y="46"/>
                </a:cubicBezTo>
                <a:cubicBezTo>
                  <a:pt x="10" y="47"/>
                  <a:pt x="10" y="47"/>
                  <a:pt x="10" y="47"/>
                </a:cubicBezTo>
                <a:cubicBezTo>
                  <a:pt x="10" y="47"/>
                  <a:pt x="10" y="47"/>
                  <a:pt x="10" y="47"/>
                </a:cubicBezTo>
                <a:cubicBezTo>
                  <a:pt x="10" y="48"/>
                  <a:pt x="10" y="48"/>
                  <a:pt x="10" y="48"/>
                </a:cubicBezTo>
                <a:cubicBezTo>
                  <a:pt x="10" y="48"/>
                  <a:pt x="10" y="48"/>
                  <a:pt x="10" y="49"/>
                </a:cubicBezTo>
                <a:cubicBezTo>
                  <a:pt x="11" y="49"/>
                  <a:pt x="11" y="49"/>
                  <a:pt x="11" y="49"/>
                </a:cubicBezTo>
                <a:cubicBezTo>
                  <a:pt x="11" y="49"/>
                  <a:pt x="11" y="48"/>
                  <a:pt x="11" y="48"/>
                </a:cubicBezTo>
                <a:cubicBezTo>
                  <a:pt x="11" y="48"/>
                  <a:pt x="11" y="48"/>
                  <a:pt x="11" y="48"/>
                </a:cubicBezTo>
                <a:cubicBezTo>
                  <a:pt x="11" y="48"/>
                  <a:pt x="11" y="48"/>
                  <a:pt x="11" y="48"/>
                </a:cubicBezTo>
                <a:cubicBezTo>
                  <a:pt x="11" y="48"/>
                  <a:pt x="11" y="48"/>
                  <a:pt x="11" y="48"/>
                </a:cubicBezTo>
                <a:cubicBezTo>
                  <a:pt x="11" y="47"/>
                  <a:pt x="11" y="47"/>
                  <a:pt x="11" y="47"/>
                </a:cubicBezTo>
                <a:cubicBezTo>
                  <a:pt x="11" y="47"/>
                  <a:pt x="11" y="47"/>
                  <a:pt x="11" y="47"/>
                </a:cubicBezTo>
                <a:cubicBezTo>
                  <a:pt x="11" y="47"/>
                  <a:pt x="11" y="47"/>
                  <a:pt x="11" y="47"/>
                </a:cubicBezTo>
                <a:cubicBezTo>
                  <a:pt x="11" y="47"/>
                  <a:pt x="11" y="46"/>
                  <a:pt x="11" y="46"/>
                </a:cubicBezTo>
                <a:cubicBezTo>
                  <a:pt x="11" y="46"/>
                  <a:pt x="11" y="46"/>
                  <a:pt x="11" y="46"/>
                </a:cubicBezTo>
                <a:cubicBezTo>
                  <a:pt x="11" y="46"/>
                  <a:pt x="11" y="46"/>
                  <a:pt x="11" y="46"/>
                </a:cubicBezTo>
                <a:cubicBezTo>
                  <a:pt x="11" y="46"/>
                  <a:pt x="11" y="46"/>
                  <a:pt x="11" y="46"/>
                </a:cubicBezTo>
                <a:cubicBezTo>
                  <a:pt x="11" y="46"/>
                  <a:pt x="10" y="45"/>
                  <a:pt x="11" y="45"/>
                </a:cubicBezTo>
                <a:cubicBezTo>
                  <a:pt x="11" y="45"/>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1" y="47"/>
                  <a:pt x="11" y="47"/>
                </a:cubicBezTo>
                <a:cubicBezTo>
                  <a:pt x="11" y="47"/>
                  <a:pt x="11" y="47"/>
                  <a:pt x="11" y="47"/>
                </a:cubicBezTo>
                <a:cubicBezTo>
                  <a:pt x="11" y="46"/>
                  <a:pt x="12" y="46"/>
                  <a:pt x="12" y="46"/>
                </a:cubicBezTo>
                <a:cubicBezTo>
                  <a:pt x="12" y="46"/>
                  <a:pt x="11" y="46"/>
                  <a:pt x="11" y="46"/>
                </a:cubicBezTo>
                <a:cubicBezTo>
                  <a:pt x="11" y="46"/>
                  <a:pt x="11" y="46"/>
                  <a:pt x="11" y="46"/>
                </a:cubicBezTo>
                <a:cubicBezTo>
                  <a:pt x="11" y="45"/>
                  <a:pt x="11" y="45"/>
                  <a:pt x="11" y="45"/>
                </a:cubicBezTo>
                <a:cubicBezTo>
                  <a:pt x="11" y="45"/>
                  <a:pt x="11" y="45"/>
                  <a:pt x="11" y="45"/>
                </a:cubicBezTo>
                <a:cubicBezTo>
                  <a:pt x="11" y="45"/>
                  <a:pt x="11" y="45"/>
                  <a:pt x="11" y="45"/>
                </a:cubicBezTo>
                <a:cubicBezTo>
                  <a:pt x="12" y="45"/>
                  <a:pt x="12" y="45"/>
                  <a:pt x="12" y="45"/>
                </a:cubicBezTo>
                <a:cubicBezTo>
                  <a:pt x="12" y="45"/>
                  <a:pt x="12" y="45"/>
                  <a:pt x="12" y="45"/>
                </a:cubicBezTo>
                <a:cubicBezTo>
                  <a:pt x="12" y="45"/>
                  <a:pt x="11" y="45"/>
                  <a:pt x="11" y="46"/>
                </a:cubicBezTo>
                <a:cubicBezTo>
                  <a:pt x="11" y="46"/>
                  <a:pt x="11" y="46"/>
                  <a:pt x="11" y="46"/>
                </a:cubicBezTo>
                <a:cubicBezTo>
                  <a:pt x="12" y="46"/>
                  <a:pt x="12" y="46"/>
                  <a:pt x="12" y="46"/>
                </a:cubicBezTo>
                <a:cubicBezTo>
                  <a:pt x="12" y="46"/>
                  <a:pt x="12" y="45"/>
                  <a:pt x="12" y="45"/>
                </a:cubicBezTo>
                <a:cubicBezTo>
                  <a:pt x="12" y="45"/>
                  <a:pt x="12" y="45"/>
                  <a:pt x="12" y="45"/>
                </a:cubicBezTo>
                <a:cubicBezTo>
                  <a:pt x="12" y="45"/>
                  <a:pt x="12" y="45"/>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7"/>
                  <a:pt x="12" y="47"/>
                </a:cubicBezTo>
                <a:cubicBezTo>
                  <a:pt x="12" y="47"/>
                  <a:pt x="12" y="47"/>
                  <a:pt x="12" y="47"/>
                </a:cubicBezTo>
                <a:cubicBezTo>
                  <a:pt x="13" y="47"/>
                  <a:pt x="13" y="47"/>
                  <a:pt x="13" y="47"/>
                </a:cubicBezTo>
                <a:cubicBezTo>
                  <a:pt x="13" y="46"/>
                  <a:pt x="13" y="46"/>
                  <a:pt x="13" y="46"/>
                </a:cubicBezTo>
                <a:cubicBezTo>
                  <a:pt x="13" y="46"/>
                  <a:pt x="13" y="46"/>
                  <a:pt x="13" y="46"/>
                </a:cubicBezTo>
                <a:cubicBezTo>
                  <a:pt x="13" y="46"/>
                  <a:pt x="12" y="46"/>
                  <a:pt x="12" y="46"/>
                </a:cubicBezTo>
                <a:cubicBezTo>
                  <a:pt x="12" y="45"/>
                  <a:pt x="12" y="45"/>
                  <a:pt x="12" y="45"/>
                </a:cubicBezTo>
                <a:cubicBezTo>
                  <a:pt x="12" y="45"/>
                  <a:pt x="12" y="45"/>
                  <a:pt x="12" y="45"/>
                </a:cubicBezTo>
                <a:cubicBezTo>
                  <a:pt x="12" y="45"/>
                  <a:pt x="13" y="46"/>
                  <a:pt x="13" y="46"/>
                </a:cubicBezTo>
                <a:cubicBezTo>
                  <a:pt x="13" y="46"/>
                  <a:pt x="13" y="46"/>
                  <a:pt x="13" y="46"/>
                </a:cubicBezTo>
                <a:cubicBezTo>
                  <a:pt x="13" y="46"/>
                  <a:pt x="13" y="46"/>
                  <a:pt x="13" y="46"/>
                </a:cubicBezTo>
                <a:cubicBezTo>
                  <a:pt x="13" y="46"/>
                  <a:pt x="13" y="46"/>
                  <a:pt x="13" y="46"/>
                </a:cubicBezTo>
                <a:cubicBezTo>
                  <a:pt x="13" y="46"/>
                  <a:pt x="13" y="46"/>
                  <a:pt x="13" y="45"/>
                </a:cubicBezTo>
                <a:cubicBezTo>
                  <a:pt x="13" y="45"/>
                  <a:pt x="13" y="45"/>
                  <a:pt x="13" y="45"/>
                </a:cubicBezTo>
                <a:cubicBezTo>
                  <a:pt x="13" y="45"/>
                  <a:pt x="14" y="45"/>
                  <a:pt x="14" y="45"/>
                </a:cubicBezTo>
                <a:cubicBezTo>
                  <a:pt x="14" y="45"/>
                  <a:pt x="14" y="45"/>
                  <a:pt x="14" y="45"/>
                </a:cubicBezTo>
                <a:cubicBezTo>
                  <a:pt x="14" y="46"/>
                  <a:pt x="14" y="46"/>
                  <a:pt x="14" y="46"/>
                </a:cubicBezTo>
                <a:cubicBezTo>
                  <a:pt x="14" y="46"/>
                  <a:pt x="14" y="46"/>
                  <a:pt x="14" y="47"/>
                </a:cubicBezTo>
                <a:cubicBezTo>
                  <a:pt x="14" y="47"/>
                  <a:pt x="14" y="47"/>
                  <a:pt x="14" y="47"/>
                </a:cubicBezTo>
                <a:cubicBezTo>
                  <a:pt x="14" y="47"/>
                  <a:pt x="14" y="47"/>
                  <a:pt x="14" y="46"/>
                </a:cubicBezTo>
                <a:cubicBezTo>
                  <a:pt x="14" y="46"/>
                  <a:pt x="14" y="46"/>
                  <a:pt x="14" y="46"/>
                </a:cubicBezTo>
                <a:cubicBezTo>
                  <a:pt x="15" y="46"/>
                  <a:pt x="15" y="46"/>
                  <a:pt x="15" y="46"/>
                </a:cubicBezTo>
                <a:cubicBezTo>
                  <a:pt x="15" y="46"/>
                  <a:pt x="14" y="45"/>
                  <a:pt x="14" y="45"/>
                </a:cubicBezTo>
                <a:cubicBezTo>
                  <a:pt x="14" y="45"/>
                  <a:pt x="14" y="45"/>
                  <a:pt x="14" y="45"/>
                </a:cubicBezTo>
                <a:cubicBezTo>
                  <a:pt x="14" y="45"/>
                  <a:pt x="14" y="45"/>
                  <a:pt x="15" y="45"/>
                </a:cubicBezTo>
                <a:cubicBezTo>
                  <a:pt x="15" y="45"/>
                  <a:pt x="15" y="45"/>
                  <a:pt x="15" y="45"/>
                </a:cubicBezTo>
                <a:cubicBezTo>
                  <a:pt x="15" y="45"/>
                  <a:pt x="15" y="45"/>
                  <a:pt x="15" y="45"/>
                </a:cubicBezTo>
                <a:cubicBezTo>
                  <a:pt x="15" y="46"/>
                  <a:pt x="15" y="46"/>
                  <a:pt x="15" y="46"/>
                </a:cubicBezTo>
                <a:cubicBezTo>
                  <a:pt x="15" y="46"/>
                  <a:pt x="15" y="46"/>
                  <a:pt x="15" y="47"/>
                </a:cubicBezTo>
                <a:cubicBezTo>
                  <a:pt x="15" y="47"/>
                  <a:pt x="15" y="47"/>
                  <a:pt x="15" y="47"/>
                </a:cubicBezTo>
                <a:cubicBezTo>
                  <a:pt x="15" y="47"/>
                  <a:pt x="14" y="47"/>
                  <a:pt x="14" y="47"/>
                </a:cubicBezTo>
                <a:cubicBezTo>
                  <a:pt x="14" y="47"/>
                  <a:pt x="15" y="47"/>
                  <a:pt x="15" y="47"/>
                </a:cubicBezTo>
                <a:cubicBezTo>
                  <a:pt x="15" y="47"/>
                  <a:pt x="15" y="47"/>
                  <a:pt x="15" y="47"/>
                </a:cubicBezTo>
                <a:cubicBezTo>
                  <a:pt x="15" y="47"/>
                  <a:pt x="15" y="47"/>
                  <a:pt x="15" y="47"/>
                </a:cubicBezTo>
                <a:cubicBezTo>
                  <a:pt x="15" y="47"/>
                  <a:pt x="15" y="47"/>
                  <a:pt x="15" y="47"/>
                </a:cubicBezTo>
                <a:cubicBezTo>
                  <a:pt x="15" y="47"/>
                  <a:pt x="15" y="47"/>
                  <a:pt x="15" y="48"/>
                </a:cubicBezTo>
                <a:cubicBezTo>
                  <a:pt x="15" y="48"/>
                  <a:pt x="15" y="48"/>
                  <a:pt x="16" y="48"/>
                </a:cubicBezTo>
                <a:cubicBezTo>
                  <a:pt x="16" y="47"/>
                  <a:pt x="16" y="47"/>
                  <a:pt x="16" y="47"/>
                </a:cubicBezTo>
                <a:cubicBezTo>
                  <a:pt x="16" y="47"/>
                  <a:pt x="16" y="47"/>
                  <a:pt x="16" y="47"/>
                </a:cubicBezTo>
                <a:cubicBezTo>
                  <a:pt x="16" y="47"/>
                  <a:pt x="16" y="47"/>
                  <a:pt x="16" y="47"/>
                </a:cubicBezTo>
                <a:cubicBezTo>
                  <a:pt x="16" y="46"/>
                  <a:pt x="16" y="46"/>
                  <a:pt x="16" y="46"/>
                </a:cubicBezTo>
                <a:cubicBezTo>
                  <a:pt x="16" y="46"/>
                  <a:pt x="15" y="46"/>
                  <a:pt x="16" y="46"/>
                </a:cubicBezTo>
                <a:cubicBezTo>
                  <a:pt x="16" y="46"/>
                  <a:pt x="16" y="46"/>
                  <a:pt x="16" y="46"/>
                </a:cubicBezTo>
                <a:cubicBezTo>
                  <a:pt x="16" y="46"/>
                  <a:pt x="16" y="46"/>
                  <a:pt x="16" y="46"/>
                </a:cubicBezTo>
                <a:cubicBezTo>
                  <a:pt x="16" y="47"/>
                  <a:pt x="16" y="47"/>
                  <a:pt x="16" y="47"/>
                </a:cubicBezTo>
                <a:cubicBezTo>
                  <a:pt x="16" y="47"/>
                  <a:pt x="16" y="47"/>
                  <a:pt x="16" y="47"/>
                </a:cubicBezTo>
                <a:cubicBezTo>
                  <a:pt x="16" y="47"/>
                  <a:pt x="16" y="47"/>
                  <a:pt x="16" y="47"/>
                </a:cubicBezTo>
                <a:cubicBezTo>
                  <a:pt x="16" y="47"/>
                  <a:pt x="16" y="47"/>
                  <a:pt x="16" y="47"/>
                </a:cubicBezTo>
                <a:cubicBezTo>
                  <a:pt x="16" y="47"/>
                  <a:pt x="16" y="48"/>
                  <a:pt x="16" y="48"/>
                </a:cubicBezTo>
                <a:cubicBezTo>
                  <a:pt x="16" y="48"/>
                  <a:pt x="16" y="48"/>
                  <a:pt x="15" y="48"/>
                </a:cubicBezTo>
                <a:cubicBezTo>
                  <a:pt x="15" y="48"/>
                  <a:pt x="15" y="48"/>
                  <a:pt x="15" y="48"/>
                </a:cubicBezTo>
                <a:cubicBezTo>
                  <a:pt x="16" y="48"/>
                  <a:pt x="16" y="48"/>
                  <a:pt x="16" y="48"/>
                </a:cubicBezTo>
                <a:cubicBezTo>
                  <a:pt x="16" y="48"/>
                  <a:pt x="16" y="48"/>
                  <a:pt x="16" y="48"/>
                </a:cubicBezTo>
                <a:cubicBezTo>
                  <a:pt x="16" y="48"/>
                  <a:pt x="16" y="47"/>
                  <a:pt x="16" y="47"/>
                </a:cubicBezTo>
                <a:cubicBezTo>
                  <a:pt x="16" y="47"/>
                  <a:pt x="16" y="48"/>
                  <a:pt x="16" y="48"/>
                </a:cubicBezTo>
                <a:cubicBezTo>
                  <a:pt x="16" y="48"/>
                  <a:pt x="16" y="48"/>
                  <a:pt x="16" y="48"/>
                </a:cubicBezTo>
                <a:cubicBezTo>
                  <a:pt x="16" y="48"/>
                  <a:pt x="16" y="48"/>
                  <a:pt x="16" y="48"/>
                </a:cubicBezTo>
                <a:cubicBezTo>
                  <a:pt x="16" y="48"/>
                  <a:pt x="16" y="48"/>
                  <a:pt x="16" y="48"/>
                </a:cubicBezTo>
                <a:cubicBezTo>
                  <a:pt x="16" y="48"/>
                  <a:pt x="16"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7"/>
                  <a:pt x="17" y="48"/>
                  <a:pt x="17" y="48"/>
                </a:cubicBezTo>
                <a:cubicBezTo>
                  <a:pt x="17" y="48"/>
                  <a:pt x="17" y="48"/>
                  <a:pt x="17" y="48"/>
                </a:cubicBezTo>
                <a:cubicBezTo>
                  <a:pt x="17" y="48"/>
                  <a:pt x="17" y="48"/>
                  <a:pt x="17" y="48"/>
                </a:cubicBezTo>
                <a:cubicBezTo>
                  <a:pt x="17" y="48"/>
                  <a:pt x="17" y="47"/>
                  <a:pt x="17" y="47"/>
                </a:cubicBezTo>
                <a:cubicBezTo>
                  <a:pt x="17" y="47"/>
                  <a:pt x="17" y="47"/>
                  <a:pt x="17" y="47"/>
                </a:cubicBezTo>
                <a:cubicBezTo>
                  <a:pt x="17" y="47"/>
                  <a:pt x="17" y="47"/>
                  <a:pt x="17" y="47"/>
                </a:cubicBezTo>
                <a:cubicBezTo>
                  <a:pt x="17" y="46"/>
                  <a:pt x="17" y="46"/>
                  <a:pt x="17" y="46"/>
                </a:cubicBezTo>
                <a:cubicBezTo>
                  <a:pt x="17" y="46"/>
                  <a:pt x="17" y="46"/>
                  <a:pt x="17" y="46"/>
                </a:cubicBezTo>
                <a:cubicBezTo>
                  <a:pt x="17" y="46"/>
                  <a:pt x="17" y="46"/>
                  <a:pt x="17" y="46"/>
                </a:cubicBezTo>
                <a:cubicBezTo>
                  <a:pt x="17" y="46"/>
                  <a:pt x="17" y="45"/>
                  <a:pt x="17" y="45"/>
                </a:cubicBezTo>
                <a:cubicBezTo>
                  <a:pt x="17" y="45"/>
                  <a:pt x="17" y="45"/>
                  <a:pt x="17" y="45"/>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5"/>
                  <a:pt x="17" y="45"/>
                  <a:pt x="17" y="45"/>
                </a:cubicBezTo>
                <a:cubicBezTo>
                  <a:pt x="17" y="45"/>
                  <a:pt x="17" y="45"/>
                  <a:pt x="17" y="45"/>
                </a:cubicBezTo>
                <a:cubicBezTo>
                  <a:pt x="17" y="45"/>
                  <a:pt x="17" y="45"/>
                  <a:pt x="17" y="45"/>
                </a:cubicBezTo>
                <a:cubicBezTo>
                  <a:pt x="17" y="45"/>
                  <a:pt x="17" y="45"/>
                  <a:pt x="17" y="45"/>
                </a:cubicBezTo>
                <a:cubicBezTo>
                  <a:pt x="17" y="44"/>
                  <a:pt x="17" y="44"/>
                  <a:pt x="17" y="44"/>
                </a:cubicBezTo>
                <a:cubicBezTo>
                  <a:pt x="17" y="44"/>
                  <a:pt x="17" y="44"/>
                  <a:pt x="17" y="43"/>
                </a:cubicBezTo>
                <a:cubicBezTo>
                  <a:pt x="17" y="43"/>
                  <a:pt x="18" y="43"/>
                  <a:pt x="18" y="43"/>
                </a:cubicBezTo>
                <a:cubicBezTo>
                  <a:pt x="18" y="43"/>
                  <a:pt x="18" y="44"/>
                  <a:pt x="17" y="44"/>
                </a:cubicBezTo>
                <a:cubicBezTo>
                  <a:pt x="17" y="44"/>
                  <a:pt x="17" y="44"/>
                  <a:pt x="17" y="45"/>
                </a:cubicBezTo>
                <a:cubicBezTo>
                  <a:pt x="17" y="45"/>
                  <a:pt x="18" y="45"/>
                  <a:pt x="18" y="45"/>
                </a:cubicBezTo>
                <a:cubicBezTo>
                  <a:pt x="18" y="46"/>
                  <a:pt x="18" y="46"/>
                  <a:pt x="18" y="46"/>
                </a:cubicBezTo>
                <a:cubicBezTo>
                  <a:pt x="18" y="46"/>
                  <a:pt x="18" y="46"/>
                  <a:pt x="18" y="46"/>
                </a:cubicBezTo>
                <a:cubicBezTo>
                  <a:pt x="18" y="47"/>
                  <a:pt x="18" y="47"/>
                  <a:pt x="18" y="47"/>
                </a:cubicBezTo>
                <a:cubicBezTo>
                  <a:pt x="18" y="47"/>
                  <a:pt x="18" y="47"/>
                  <a:pt x="18" y="47"/>
                </a:cubicBezTo>
                <a:cubicBezTo>
                  <a:pt x="18" y="47"/>
                  <a:pt x="18" y="47"/>
                  <a:pt x="18" y="47"/>
                </a:cubicBezTo>
                <a:cubicBezTo>
                  <a:pt x="18" y="47"/>
                  <a:pt x="18" y="47"/>
                  <a:pt x="18" y="46"/>
                </a:cubicBezTo>
                <a:cubicBezTo>
                  <a:pt x="18" y="46"/>
                  <a:pt x="18" y="46"/>
                  <a:pt x="18" y="46"/>
                </a:cubicBezTo>
                <a:cubicBezTo>
                  <a:pt x="18" y="46"/>
                  <a:pt x="19" y="46"/>
                  <a:pt x="19" y="46"/>
                </a:cubicBezTo>
                <a:cubicBezTo>
                  <a:pt x="19" y="46"/>
                  <a:pt x="19" y="46"/>
                  <a:pt x="19" y="46"/>
                </a:cubicBezTo>
                <a:cubicBezTo>
                  <a:pt x="19" y="45"/>
                  <a:pt x="19" y="45"/>
                  <a:pt x="19" y="45"/>
                </a:cubicBezTo>
                <a:cubicBezTo>
                  <a:pt x="19" y="45"/>
                  <a:pt x="19" y="45"/>
                  <a:pt x="19" y="45"/>
                </a:cubicBezTo>
                <a:cubicBezTo>
                  <a:pt x="19" y="45"/>
                  <a:pt x="19" y="45"/>
                  <a:pt x="19" y="45"/>
                </a:cubicBezTo>
                <a:cubicBezTo>
                  <a:pt x="19" y="45"/>
                  <a:pt x="19" y="45"/>
                  <a:pt x="19" y="45"/>
                </a:cubicBezTo>
                <a:cubicBezTo>
                  <a:pt x="19" y="45"/>
                  <a:pt x="19" y="45"/>
                  <a:pt x="19" y="45"/>
                </a:cubicBezTo>
                <a:cubicBezTo>
                  <a:pt x="19" y="45"/>
                  <a:pt x="19" y="45"/>
                  <a:pt x="19" y="45"/>
                </a:cubicBezTo>
                <a:cubicBezTo>
                  <a:pt x="19" y="45"/>
                  <a:pt x="19" y="45"/>
                  <a:pt x="19" y="45"/>
                </a:cubicBezTo>
                <a:cubicBezTo>
                  <a:pt x="19" y="45"/>
                  <a:pt x="19" y="45"/>
                  <a:pt x="19" y="45"/>
                </a:cubicBezTo>
                <a:cubicBezTo>
                  <a:pt x="19" y="46"/>
                  <a:pt x="19" y="46"/>
                  <a:pt x="19" y="46"/>
                </a:cubicBezTo>
                <a:cubicBezTo>
                  <a:pt x="19" y="46"/>
                  <a:pt x="19" y="46"/>
                  <a:pt x="18" y="46"/>
                </a:cubicBezTo>
                <a:cubicBezTo>
                  <a:pt x="18" y="47"/>
                  <a:pt x="18" y="47"/>
                  <a:pt x="18" y="47"/>
                </a:cubicBezTo>
                <a:cubicBezTo>
                  <a:pt x="18" y="47"/>
                  <a:pt x="19" y="47"/>
                  <a:pt x="19" y="47"/>
                </a:cubicBezTo>
                <a:cubicBezTo>
                  <a:pt x="19" y="47"/>
                  <a:pt x="19" y="47"/>
                  <a:pt x="19" y="47"/>
                </a:cubicBezTo>
                <a:cubicBezTo>
                  <a:pt x="19" y="47"/>
                  <a:pt x="19" y="47"/>
                  <a:pt x="19" y="46"/>
                </a:cubicBezTo>
                <a:cubicBezTo>
                  <a:pt x="19" y="46"/>
                  <a:pt x="19" y="46"/>
                  <a:pt x="20" y="46"/>
                </a:cubicBezTo>
                <a:cubicBezTo>
                  <a:pt x="20" y="46"/>
                  <a:pt x="20" y="46"/>
                  <a:pt x="20" y="46"/>
                </a:cubicBezTo>
                <a:cubicBezTo>
                  <a:pt x="20" y="46"/>
                  <a:pt x="20" y="46"/>
                  <a:pt x="20" y="45"/>
                </a:cubicBezTo>
                <a:cubicBezTo>
                  <a:pt x="21" y="45"/>
                  <a:pt x="20" y="45"/>
                  <a:pt x="20" y="44"/>
                </a:cubicBezTo>
                <a:cubicBezTo>
                  <a:pt x="20" y="44"/>
                  <a:pt x="20" y="44"/>
                  <a:pt x="20" y="44"/>
                </a:cubicBezTo>
                <a:cubicBezTo>
                  <a:pt x="20" y="44"/>
                  <a:pt x="20" y="44"/>
                  <a:pt x="20" y="44"/>
                </a:cubicBezTo>
                <a:cubicBezTo>
                  <a:pt x="20" y="44"/>
                  <a:pt x="20" y="44"/>
                  <a:pt x="20" y="44"/>
                </a:cubicBezTo>
                <a:cubicBezTo>
                  <a:pt x="20" y="44"/>
                  <a:pt x="20" y="44"/>
                  <a:pt x="20" y="45"/>
                </a:cubicBezTo>
                <a:cubicBezTo>
                  <a:pt x="21" y="45"/>
                  <a:pt x="21" y="45"/>
                  <a:pt x="21" y="45"/>
                </a:cubicBezTo>
                <a:cubicBezTo>
                  <a:pt x="20" y="45"/>
                  <a:pt x="20" y="46"/>
                  <a:pt x="20" y="46"/>
                </a:cubicBezTo>
                <a:cubicBezTo>
                  <a:pt x="20" y="46"/>
                  <a:pt x="20" y="46"/>
                  <a:pt x="20" y="46"/>
                </a:cubicBezTo>
                <a:cubicBezTo>
                  <a:pt x="20" y="46"/>
                  <a:pt x="20" y="46"/>
                  <a:pt x="20" y="46"/>
                </a:cubicBezTo>
                <a:cubicBezTo>
                  <a:pt x="20" y="46"/>
                  <a:pt x="20" y="46"/>
                  <a:pt x="19" y="46"/>
                </a:cubicBezTo>
                <a:cubicBezTo>
                  <a:pt x="19" y="46"/>
                  <a:pt x="19" y="46"/>
                  <a:pt x="19" y="47"/>
                </a:cubicBezTo>
                <a:cubicBezTo>
                  <a:pt x="19" y="47"/>
                  <a:pt x="19" y="47"/>
                  <a:pt x="19" y="47"/>
                </a:cubicBezTo>
                <a:cubicBezTo>
                  <a:pt x="19" y="47"/>
                  <a:pt x="19" y="47"/>
                  <a:pt x="19" y="47"/>
                </a:cubicBezTo>
                <a:cubicBezTo>
                  <a:pt x="19" y="47"/>
                  <a:pt x="19" y="47"/>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9"/>
                </a:cubicBezTo>
                <a:cubicBezTo>
                  <a:pt x="20" y="49"/>
                  <a:pt x="20" y="49"/>
                  <a:pt x="20" y="49"/>
                </a:cubicBezTo>
                <a:cubicBezTo>
                  <a:pt x="20" y="49"/>
                  <a:pt x="20" y="49"/>
                  <a:pt x="21" y="49"/>
                </a:cubicBezTo>
                <a:cubicBezTo>
                  <a:pt x="21" y="49"/>
                  <a:pt x="21" y="48"/>
                  <a:pt x="21" y="48"/>
                </a:cubicBezTo>
                <a:cubicBezTo>
                  <a:pt x="21" y="48"/>
                  <a:pt x="21" y="48"/>
                  <a:pt x="21" y="48"/>
                </a:cubicBezTo>
                <a:cubicBezTo>
                  <a:pt x="21" y="48"/>
                  <a:pt x="21" y="48"/>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6"/>
                  <a:pt x="21" y="46"/>
                </a:cubicBezTo>
                <a:cubicBezTo>
                  <a:pt x="21" y="46"/>
                  <a:pt x="22" y="46"/>
                  <a:pt x="22" y="46"/>
                </a:cubicBezTo>
                <a:cubicBezTo>
                  <a:pt x="22" y="46"/>
                  <a:pt x="22" y="46"/>
                  <a:pt x="22" y="46"/>
                </a:cubicBezTo>
                <a:cubicBezTo>
                  <a:pt x="22" y="46"/>
                  <a:pt x="22" y="45"/>
                  <a:pt x="22" y="45"/>
                </a:cubicBezTo>
                <a:cubicBezTo>
                  <a:pt x="22" y="45"/>
                  <a:pt x="22" y="45"/>
                  <a:pt x="22" y="45"/>
                </a:cubicBezTo>
                <a:cubicBezTo>
                  <a:pt x="22" y="45"/>
                  <a:pt x="22" y="44"/>
                  <a:pt x="22" y="44"/>
                </a:cubicBezTo>
                <a:cubicBezTo>
                  <a:pt x="22" y="44"/>
                  <a:pt x="22" y="44"/>
                  <a:pt x="22" y="44"/>
                </a:cubicBezTo>
                <a:cubicBezTo>
                  <a:pt x="22" y="44"/>
                  <a:pt x="22" y="45"/>
                  <a:pt x="22" y="45"/>
                </a:cubicBezTo>
                <a:cubicBezTo>
                  <a:pt x="22" y="45"/>
                  <a:pt x="22" y="45"/>
                  <a:pt x="22" y="45"/>
                </a:cubicBezTo>
                <a:cubicBezTo>
                  <a:pt x="22" y="45"/>
                  <a:pt x="22" y="45"/>
                  <a:pt x="22" y="46"/>
                </a:cubicBezTo>
                <a:cubicBezTo>
                  <a:pt x="22" y="46"/>
                  <a:pt x="22" y="46"/>
                  <a:pt x="22" y="46"/>
                </a:cubicBezTo>
                <a:cubicBezTo>
                  <a:pt x="22" y="46"/>
                  <a:pt x="22" y="46"/>
                  <a:pt x="22" y="46"/>
                </a:cubicBezTo>
                <a:cubicBezTo>
                  <a:pt x="22" y="46"/>
                  <a:pt x="22" y="46"/>
                  <a:pt x="22" y="46"/>
                </a:cubicBezTo>
                <a:cubicBezTo>
                  <a:pt x="22" y="46"/>
                  <a:pt x="22" y="46"/>
                  <a:pt x="23" y="46"/>
                </a:cubicBezTo>
                <a:cubicBezTo>
                  <a:pt x="23" y="46"/>
                  <a:pt x="23" y="45"/>
                  <a:pt x="23" y="45"/>
                </a:cubicBezTo>
                <a:cubicBezTo>
                  <a:pt x="23" y="45"/>
                  <a:pt x="23" y="45"/>
                  <a:pt x="23" y="45"/>
                </a:cubicBezTo>
                <a:cubicBezTo>
                  <a:pt x="23" y="45"/>
                  <a:pt x="23" y="45"/>
                  <a:pt x="23" y="45"/>
                </a:cubicBezTo>
                <a:cubicBezTo>
                  <a:pt x="23" y="44"/>
                  <a:pt x="23" y="44"/>
                  <a:pt x="24" y="44"/>
                </a:cubicBezTo>
                <a:cubicBezTo>
                  <a:pt x="24" y="44"/>
                  <a:pt x="24" y="44"/>
                  <a:pt x="24" y="44"/>
                </a:cubicBezTo>
                <a:cubicBezTo>
                  <a:pt x="24" y="44"/>
                  <a:pt x="24" y="44"/>
                  <a:pt x="24" y="44"/>
                </a:cubicBezTo>
                <a:cubicBezTo>
                  <a:pt x="24" y="43"/>
                  <a:pt x="24" y="43"/>
                  <a:pt x="24" y="43"/>
                </a:cubicBezTo>
                <a:cubicBezTo>
                  <a:pt x="24" y="43"/>
                  <a:pt x="24" y="43"/>
                  <a:pt x="24" y="43"/>
                </a:cubicBezTo>
                <a:cubicBezTo>
                  <a:pt x="24" y="42"/>
                  <a:pt x="24" y="42"/>
                  <a:pt x="24" y="42"/>
                </a:cubicBezTo>
                <a:cubicBezTo>
                  <a:pt x="24" y="42"/>
                  <a:pt x="24" y="42"/>
                  <a:pt x="24" y="42"/>
                </a:cubicBezTo>
                <a:cubicBezTo>
                  <a:pt x="24" y="42"/>
                  <a:pt x="23" y="42"/>
                  <a:pt x="23" y="41"/>
                </a:cubicBezTo>
                <a:cubicBezTo>
                  <a:pt x="23" y="41"/>
                  <a:pt x="23" y="41"/>
                  <a:pt x="23" y="41"/>
                </a:cubicBezTo>
                <a:cubicBezTo>
                  <a:pt x="23" y="41"/>
                  <a:pt x="23" y="41"/>
                  <a:pt x="23" y="41"/>
                </a:cubicBezTo>
                <a:cubicBezTo>
                  <a:pt x="23" y="41"/>
                  <a:pt x="23" y="41"/>
                  <a:pt x="23" y="41"/>
                </a:cubicBezTo>
                <a:cubicBezTo>
                  <a:pt x="23" y="40"/>
                  <a:pt x="23" y="40"/>
                  <a:pt x="24" y="40"/>
                </a:cubicBezTo>
                <a:cubicBezTo>
                  <a:pt x="24" y="40"/>
                  <a:pt x="24" y="40"/>
                  <a:pt x="24" y="41"/>
                </a:cubicBezTo>
                <a:cubicBezTo>
                  <a:pt x="23" y="41"/>
                  <a:pt x="23" y="41"/>
                  <a:pt x="23" y="41"/>
                </a:cubicBezTo>
                <a:cubicBezTo>
                  <a:pt x="23" y="41"/>
                  <a:pt x="23" y="41"/>
                  <a:pt x="23" y="41"/>
                </a:cubicBezTo>
                <a:cubicBezTo>
                  <a:pt x="23" y="41"/>
                  <a:pt x="23" y="41"/>
                  <a:pt x="24" y="41"/>
                </a:cubicBezTo>
                <a:cubicBezTo>
                  <a:pt x="24" y="41"/>
                  <a:pt x="24" y="41"/>
                  <a:pt x="24" y="41"/>
                </a:cubicBezTo>
                <a:cubicBezTo>
                  <a:pt x="24" y="41"/>
                  <a:pt x="24" y="41"/>
                  <a:pt x="24" y="41"/>
                </a:cubicBezTo>
                <a:cubicBezTo>
                  <a:pt x="24" y="41"/>
                  <a:pt x="24" y="41"/>
                  <a:pt x="24" y="41"/>
                </a:cubicBezTo>
                <a:cubicBezTo>
                  <a:pt x="24" y="41"/>
                  <a:pt x="24" y="41"/>
                  <a:pt x="24" y="42"/>
                </a:cubicBezTo>
                <a:cubicBezTo>
                  <a:pt x="25" y="42"/>
                  <a:pt x="24" y="42"/>
                  <a:pt x="24" y="42"/>
                </a:cubicBezTo>
                <a:cubicBezTo>
                  <a:pt x="25" y="43"/>
                  <a:pt x="25" y="43"/>
                  <a:pt x="25" y="43"/>
                </a:cubicBezTo>
                <a:cubicBezTo>
                  <a:pt x="25" y="44"/>
                  <a:pt x="25" y="44"/>
                  <a:pt x="24" y="44"/>
                </a:cubicBezTo>
                <a:cubicBezTo>
                  <a:pt x="24" y="45"/>
                  <a:pt x="24" y="45"/>
                  <a:pt x="24" y="45"/>
                </a:cubicBezTo>
                <a:cubicBezTo>
                  <a:pt x="24" y="46"/>
                  <a:pt x="24" y="46"/>
                  <a:pt x="24" y="46"/>
                </a:cubicBezTo>
                <a:cubicBezTo>
                  <a:pt x="24" y="46"/>
                  <a:pt x="24" y="46"/>
                  <a:pt x="24" y="46"/>
                </a:cubicBezTo>
                <a:cubicBezTo>
                  <a:pt x="24" y="47"/>
                  <a:pt x="24" y="47"/>
                  <a:pt x="24" y="47"/>
                </a:cubicBezTo>
                <a:cubicBezTo>
                  <a:pt x="24" y="47"/>
                  <a:pt x="24" y="47"/>
                  <a:pt x="24" y="47"/>
                </a:cubicBezTo>
                <a:cubicBezTo>
                  <a:pt x="24" y="47"/>
                  <a:pt x="25" y="47"/>
                  <a:pt x="25" y="47"/>
                </a:cubicBezTo>
                <a:cubicBezTo>
                  <a:pt x="25" y="46"/>
                  <a:pt x="25" y="46"/>
                  <a:pt x="26" y="46"/>
                </a:cubicBezTo>
                <a:cubicBezTo>
                  <a:pt x="26" y="45"/>
                  <a:pt x="26" y="45"/>
                  <a:pt x="26" y="45"/>
                </a:cubicBezTo>
                <a:cubicBezTo>
                  <a:pt x="26" y="45"/>
                  <a:pt x="26" y="44"/>
                  <a:pt x="26" y="44"/>
                </a:cubicBezTo>
                <a:cubicBezTo>
                  <a:pt x="26" y="44"/>
                  <a:pt x="26" y="44"/>
                  <a:pt x="26" y="44"/>
                </a:cubicBezTo>
                <a:cubicBezTo>
                  <a:pt x="26" y="44"/>
                  <a:pt x="26" y="43"/>
                  <a:pt x="26" y="43"/>
                </a:cubicBezTo>
                <a:cubicBezTo>
                  <a:pt x="26" y="43"/>
                  <a:pt x="26" y="43"/>
                  <a:pt x="26" y="43"/>
                </a:cubicBezTo>
                <a:cubicBezTo>
                  <a:pt x="26" y="42"/>
                  <a:pt x="26" y="42"/>
                  <a:pt x="26" y="42"/>
                </a:cubicBezTo>
                <a:cubicBezTo>
                  <a:pt x="26" y="42"/>
                  <a:pt x="26" y="42"/>
                  <a:pt x="26" y="42"/>
                </a:cubicBezTo>
                <a:cubicBezTo>
                  <a:pt x="25" y="42"/>
                  <a:pt x="25" y="42"/>
                  <a:pt x="25" y="42"/>
                </a:cubicBezTo>
                <a:cubicBezTo>
                  <a:pt x="25" y="42"/>
                  <a:pt x="25" y="42"/>
                  <a:pt x="25" y="42"/>
                </a:cubicBezTo>
                <a:cubicBezTo>
                  <a:pt x="25" y="41"/>
                  <a:pt x="25" y="41"/>
                  <a:pt x="25" y="41"/>
                </a:cubicBezTo>
                <a:cubicBezTo>
                  <a:pt x="25" y="41"/>
                  <a:pt x="25" y="41"/>
                  <a:pt x="25" y="41"/>
                </a:cubicBezTo>
                <a:cubicBezTo>
                  <a:pt x="25" y="41"/>
                  <a:pt x="22" y="30"/>
                  <a:pt x="22" y="29"/>
                </a:cubicBezTo>
                <a:cubicBezTo>
                  <a:pt x="22" y="29"/>
                  <a:pt x="22" y="29"/>
                  <a:pt x="22" y="29"/>
                </a:cubicBezTo>
                <a:cubicBezTo>
                  <a:pt x="22" y="29"/>
                  <a:pt x="22" y="29"/>
                  <a:pt x="22" y="29"/>
                </a:cubicBezTo>
                <a:cubicBezTo>
                  <a:pt x="22" y="29"/>
                  <a:pt x="22" y="29"/>
                  <a:pt x="22" y="29"/>
                </a:cubicBezTo>
                <a:cubicBezTo>
                  <a:pt x="22" y="29"/>
                  <a:pt x="23" y="29"/>
                  <a:pt x="23" y="30"/>
                </a:cubicBezTo>
                <a:cubicBezTo>
                  <a:pt x="23" y="30"/>
                  <a:pt x="23" y="30"/>
                  <a:pt x="23" y="30"/>
                </a:cubicBezTo>
                <a:cubicBezTo>
                  <a:pt x="23" y="30"/>
                  <a:pt x="23" y="30"/>
                  <a:pt x="23" y="30"/>
                </a:cubicBezTo>
                <a:cubicBezTo>
                  <a:pt x="23" y="30"/>
                  <a:pt x="27" y="41"/>
                  <a:pt x="27" y="41"/>
                </a:cubicBezTo>
                <a:cubicBezTo>
                  <a:pt x="27" y="41"/>
                  <a:pt x="27" y="41"/>
                  <a:pt x="28" y="41"/>
                </a:cubicBezTo>
                <a:cubicBezTo>
                  <a:pt x="28" y="41"/>
                  <a:pt x="28" y="42"/>
                  <a:pt x="28" y="42"/>
                </a:cubicBezTo>
                <a:cubicBezTo>
                  <a:pt x="28" y="42"/>
                  <a:pt x="28" y="43"/>
                  <a:pt x="29" y="42"/>
                </a:cubicBezTo>
                <a:cubicBezTo>
                  <a:pt x="29" y="42"/>
                  <a:pt x="29" y="42"/>
                  <a:pt x="29" y="42"/>
                </a:cubicBezTo>
                <a:cubicBezTo>
                  <a:pt x="29" y="42"/>
                  <a:pt x="29" y="42"/>
                  <a:pt x="29" y="42"/>
                </a:cubicBezTo>
                <a:cubicBezTo>
                  <a:pt x="29" y="42"/>
                  <a:pt x="29" y="42"/>
                  <a:pt x="29" y="42"/>
                </a:cubicBezTo>
                <a:cubicBezTo>
                  <a:pt x="29" y="42"/>
                  <a:pt x="29" y="42"/>
                  <a:pt x="29" y="42"/>
                </a:cubicBezTo>
                <a:cubicBezTo>
                  <a:pt x="29" y="42"/>
                  <a:pt x="29" y="41"/>
                  <a:pt x="30" y="41"/>
                </a:cubicBezTo>
                <a:cubicBezTo>
                  <a:pt x="30" y="41"/>
                  <a:pt x="30" y="41"/>
                  <a:pt x="30" y="41"/>
                </a:cubicBezTo>
                <a:cubicBezTo>
                  <a:pt x="30" y="41"/>
                  <a:pt x="30" y="40"/>
                  <a:pt x="30" y="40"/>
                </a:cubicBezTo>
                <a:cubicBezTo>
                  <a:pt x="30" y="40"/>
                  <a:pt x="30" y="40"/>
                  <a:pt x="30" y="40"/>
                </a:cubicBezTo>
                <a:cubicBezTo>
                  <a:pt x="30" y="40"/>
                  <a:pt x="30" y="40"/>
                  <a:pt x="30" y="39"/>
                </a:cubicBezTo>
                <a:cubicBezTo>
                  <a:pt x="30" y="39"/>
                  <a:pt x="30" y="39"/>
                  <a:pt x="31" y="39"/>
                </a:cubicBezTo>
                <a:cubicBezTo>
                  <a:pt x="31" y="39"/>
                  <a:pt x="31" y="39"/>
                  <a:pt x="31" y="39"/>
                </a:cubicBezTo>
                <a:cubicBezTo>
                  <a:pt x="31" y="39"/>
                  <a:pt x="30" y="39"/>
                  <a:pt x="30" y="39"/>
                </a:cubicBezTo>
                <a:cubicBezTo>
                  <a:pt x="30" y="39"/>
                  <a:pt x="30" y="39"/>
                  <a:pt x="30" y="39"/>
                </a:cubicBezTo>
                <a:cubicBezTo>
                  <a:pt x="30" y="39"/>
                  <a:pt x="30" y="39"/>
                  <a:pt x="30" y="38"/>
                </a:cubicBezTo>
                <a:cubicBezTo>
                  <a:pt x="30" y="38"/>
                  <a:pt x="30" y="38"/>
                  <a:pt x="30" y="38"/>
                </a:cubicBezTo>
                <a:cubicBezTo>
                  <a:pt x="30" y="38"/>
                  <a:pt x="30" y="38"/>
                  <a:pt x="30" y="39"/>
                </a:cubicBezTo>
                <a:cubicBezTo>
                  <a:pt x="30" y="39"/>
                  <a:pt x="31" y="39"/>
                  <a:pt x="31" y="39"/>
                </a:cubicBezTo>
                <a:cubicBezTo>
                  <a:pt x="31" y="39"/>
                  <a:pt x="31" y="39"/>
                  <a:pt x="31" y="39"/>
                </a:cubicBezTo>
                <a:cubicBezTo>
                  <a:pt x="31" y="39"/>
                  <a:pt x="31" y="39"/>
                  <a:pt x="31" y="39"/>
                </a:cubicBezTo>
                <a:cubicBezTo>
                  <a:pt x="31" y="39"/>
                  <a:pt x="31" y="39"/>
                  <a:pt x="31" y="39"/>
                </a:cubicBezTo>
                <a:cubicBezTo>
                  <a:pt x="32" y="39"/>
                  <a:pt x="32" y="40"/>
                  <a:pt x="32" y="40"/>
                </a:cubicBezTo>
                <a:cubicBezTo>
                  <a:pt x="32" y="40"/>
                  <a:pt x="32" y="40"/>
                  <a:pt x="32" y="40"/>
                </a:cubicBezTo>
                <a:cubicBezTo>
                  <a:pt x="32" y="40"/>
                  <a:pt x="33" y="40"/>
                  <a:pt x="33" y="41"/>
                </a:cubicBezTo>
                <a:cubicBezTo>
                  <a:pt x="33" y="41"/>
                  <a:pt x="34" y="41"/>
                  <a:pt x="34" y="41"/>
                </a:cubicBezTo>
                <a:cubicBezTo>
                  <a:pt x="34" y="41"/>
                  <a:pt x="34" y="41"/>
                  <a:pt x="34" y="41"/>
                </a:cubicBezTo>
                <a:cubicBezTo>
                  <a:pt x="34" y="42"/>
                  <a:pt x="35" y="44"/>
                  <a:pt x="35" y="45"/>
                </a:cubicBezTo>
                <a:cubicBezTo>
                  <a:pt x="35" y="45"/>
                  <a:pt x="35" y="45"/>
                  <a:pt x="35" y="45"/>
                </a:cubicBezTo>
                <a:cubicBezTo>
                  <a:pt x="35" y="47"/>
                  <a:pt x="35" y="48"/>
                  <a:pt x="36" y="49"/>
                </a:cubicBezTo>
                <a:cubicBezTo>
                  <a:pt x="36" y="50"/>
                  <a:pt x="36" y="51"/>
                  <a:pt x="37" y="52"/>
                </a:cubicBezTo>
                <a:cubicBezTo>
                  <a:pt x="37" y="52"/>
                  <a:pt x="37" y="52"/>
                  <a:pt x="38" y="52"/>
                </a:cubicBezTo>
                <a:cubicBezTo>
                  <a:pt x="38" y="52"/>
                  <a:pt x="38" y="52"/>
                  <a:pt x="38" y="52"/>
                </a:cubicBezTo>
                <a:cubicBezTo>
                  <a:pt x="39" y="52"/>
                  <a:pt x="40" y="51"/>
                  <a:pt x="40" y="50"/>
                </a:cubicBezTo>
                <a:cubicBezTo>
                  <a:pt x="40" y="49"/>
                  <a:pt x="40" y="48"/>
                  <a:pt x="40" y="47"/>
                </a:cubicBezTo>
                <a:cubicBezTo>
                  <a:pt x="40" y="47"/>
                  <a:pt x="40" y="47"/>
                  <a:pt x="41" y="46"/>
                </a:cubicBezTo>
                <a:cubicBezTo>
                  <a:pt x="41" y="45"/>
                  <a:pt x="41" y="45"/>
                  <a:pt x="42" y="44"/>
                </a:cubicBezTo>
                <a:lnTo>
                  <a:pt x="40" y="40"/>
                </a:lnTo>
                <a:close/>
                <a:moveTo>
                  <a:pt x="10" y="46"/>
                </a:moveTo>
                <a:cubicBezTo>
                  <a:pt x="10" y="46"/>
                  <a:pt x="10" y="45"/>
                  <a:pt x="10" y="45"/>
                </a:cubicBezTo>
                <a:cubicBezTo>
                  <a:pt x="10" y="45"/>
                  <a:pt x="10" y="45"/>
                  <a:pt x="10" y="45"/>
                </a:cubicBezTo>
                <a:cubicBezTo>
                  <a:pt x="10" y="45"/>
                  <a:pt x="10" y="45"/>
                  <a:pt x="10" y="46"/>
                </a:cubicBezTo>
                <a:close/>
                <a:moveTo>
                  <a:pt x="21" y="43"/>
                </a:moveTo>
                <a:cubicBezTo>
                  <a:pt x="21" y="43"/>
                  <a:pt x="21" y="43"/>
                  <a:pt x="21" y="43"/>
                </a:cubicBezTo>
                <a:cubicBezTo>
                  <a:pt x="21" y="44"/>
                  <a:pt x="21" y="44"/>
                  <a:pt x="21" y="44"/>
                </a:cubicBezTo>
                <a:cubicBezTo>
                  <a:pt x="20" y="44"/>
                  <a:pt x="20" y="44"/>
                  <a:pt x="20" y="44"/>
                </a:cubicBezTo>
                <a:cubicBezTo>
                  <a:pt x="21" y="43"/>
                  <a:pt x="21" y="43"/>
                  <a:pt x="21" y="43"/>
                </a:cubicBezTo>
                <a:cubicBezTo>
                  <a:pt x="21" y="43"/>
                  <a:pt x="21" y="43"/>
                  <a:pt x="21" y="43"/>
                </a:cubicBezTo>
                <a:close/>
                <a:moveTo>
                  <a:pt x="16" y="49"/>
                </a:moveTo>
                <a:cubicBezTo>
                  <a:pt x="16" y="49"/>
                  <a:pt x="16" y="49"/>
                  <a:pt x="16" y="49"/>
                </a:cubicBezTo>
                <a:cubicBezTo>
                  <a:pt x="16" y="49"/>
                  <a:pt x="16" y="49"/>
                  <a:pt x="16" y="49"/>
                </a:cubicBezTo>
                <a:cubicBezTo>
                  <a:pt x="16"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8"/>
                </a:cubicBezTo>
                <a:cubicBezTo>
                  <a:pt x="15" y="48"/>
                  <a:pt x="14" y="48"/>
                  <a:pt x="14" y="48"/>
                </a:cubicBezTo>
                <a:cubicBezTo>
                  <a:pt x="14" y="48"/>
                  <a:pt x="14" y="48"/>
                  <a:pt x="14" y="48"/>
                </a:cubicBezTo>
                <a:cubicBezTo>
                  <a:pt x="14" y="48"/>
                  <a:pt x="14" y="48"/>
                  <a:pt x="14" y="47"/>
                </a:cubicBezTo>
                <a:cubicBezTo>
                  <a:pt x="14" y="47"/>
                  <a:pt x="14" y="47"/>
                  <a:pt x="14" y="47"/>
                </a:cubicBezTo>
                <a:cubicBezTo>
                  <a:pt x="15" y="47"/>
                  <a:pt x="15" y="47"/>
                  <a:pt x="15" y="47"/>
                </a:cubicBezTo>
                <a:cubicBezTo>
                  <a:pt x="15" y="47"/>
                  <a:pt x="15" y="47"/>
                  <a:pt x="15" y="47"/>
                </a:cubicBezTo>
                <a:cubicBezTo>
                  <a:pt x="15" y="47"/>
                  <a:pt x="15" y="47"/>
                  <a:pt x="15" y="47"/>
                </a:cubicBezTo>
                <a:cubicBezTo>
                  <a:pt x="15" y="47"/>
                  <a:pt x="15" y="47"/>
                  <a:pt x="15" y="47"/>
                </a:cubicBezTo>
                <a:cubicBezTo>
                  <a:pt x="15" y="48"/>
                  <a:pt x="15" y="48"/>
                  <a:pt x="15" y="48"/>
                </a:cubicBezTo>
                <a:cubicBezTo>
                  <a:pt x="15" y="48"/>
                  <a:pt x="15" y="48"/>
                  <a:pt x="15" y="48"/>
                </a:cubicBezTo>
                <a:cubicBezTo>
                  <a:pt x="15" y="48"/>
                  <a:pt x="15" y="48"/>
                  <a:pt x="15" y="48"/>
                </a:cubicBezTo>
                <a:cubicBezTo>
                  <a:pt x="15" y="48"/>
                  <a:pt x="15" y="49"/>
                  <a:pt x="16" y="49"/>
                </a:cubicBezTo>
                <a:close/>
                <a:moveTo>
                  <a:pt x="13" y="48"/>
                </a:moveTo>
                <a:cubicBezTo>
                  <a:pt x="13" y="48"/>
                  <a:pt x="13" y="48"/>
                  <a:pt x="13" y="48"/>
                </a:cubicBezTo>
                <a:cubicBezTo>
                  <a:pt x="13" y="48"/>
                  <a:pt x="14" y="48"/>
                  <a:pt x="14" y="48"/>
                </a:cubicBezTo>
                <a:cubicBezTo>
                  <a:pt x="14" y="49"/>
                  <a:pt x="14" y="49"/>
                  <a:pt x="14" y="49"/>
                </a:cubicBezTo>
                <a:cubicBezTo>
                  <a:pt x="14" y="49"/>
                  <a:pt x="14" y="49"/>
                  <a:pt x="14" y="49"/>
                </a:cubicBezTo>
                <a:cubicBezTo>
                  <a:pt x="14" y="49"/>
                  <a:pt x="14" y="49"/>
                  <a:pt x="14" y="49"/>
                </a:cubicBezTo>
                <a:cubicBezTo>
                  <a:pt x="14"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8"/>
                  <a:pt x="13" y="48"/>
                </a:cubicBezTo>
                <a:cubicBezTo>
                  <a:pt x="13" y="48"/>
                  <a:pt x="13" y="48"/>
                  <a:pt x="13" y="48"/>
                </a:cubicBezTo>
                <a:cubicBezTo>
                  <a:pt x="13" y="48"/>
                  <a:pt x="13" y="48"/>
                  <a:pt x="13" y="48"/>
                </a:cubicBezTo>
                <a:cubicBezTo>
                  <a:pt x="13" y="47"/>
                  <a:pt x="13" y="47"/>
                  <a:pt x="13" y="47"/>
                </a:cubicBezTo>
                <a:cubicBezTo>
                  <a:pt x="13" y="47"/>
                  <a:pt x="13" y="47"/>
                  <a:pt x="13" y="47"/>
                </a:cubicBezTo>
                <a:cubicBezTo>
                  <a:pt x="13" y="46"/>
                  <a:pt x="13" y="46"/>
                  <a:pt x="13" y="46"/>
                </a:cubicBezTo>
                <a:cubicBezTo>
                  <a:pt x="13" y="46"/>
                  <a:pt x="13" y="46"/>
                  <a:pt x="13" y="46"/>
                </a:cubicBezTo>
                <a:cubicBezTo>
                  <a:pt x="13" y="46"/>
                  <a:pt x="13" y="46"/>
                  <a:pt x="13" y="46"/>
                </a:cubicBezTo>
                <a:cubicBezTo>
                  <a:pt x="13" y="46"/>
                  <a:pt x="13" y="46"/>
                  <a:pt x="13" y="45"/>
                </a:cubicBezTo>
                <a:cubicBezTo>
                  <a:pt x="13" y="45"/>
                  <a:pt x="13" y="45"/>
                  <a:pt x="13" y="45"/>
                </a:cubicBezTo>
                <a:cubicBezTo>
                  <a:pt x="13" y="45"/>
                  <a:pt x="14" y="45"/>
                  <a:pt x="13" y="46"/>
                </a:cubicBezTo>
                <a:cubicBezTo>
                  <a:pt x="13" y="46"/>
                  <a:pt x="14" y="46"/>
                  <a:pt x="14" y="46"/>
                </a:cubicBezTo>
                <a:cubicBezTo>
                  <a:pt x="14" y="46"/>
                  <a:pt x="14" y="46"/>
                  <a:pt x="14" y="46"/>
                </a:cubicBezTo>
                <a:cubicBezTo>
                  <a:pt x="14" y="46"/>
                  <a:pt x="13" y="46"/>
                  <a:pt x="13" y="46"/>
                </a:cubicBezTo>
                <a:cubicBezTo>
                  <a:pt x="13" y="46"/>
                  <a:pt x="13" y="47"/>
                  <a:pt x="13" y="47"/>
                </a:cubicBezTo>
                <a:cubicBezTo>
                  <a:pt x="13" y="47"/>
                  <a:pt x="13" y="47"/>
                  <a:pt x="13" y="47"/>
                </a:cubicBezTo>
                <a:cubicBezTo>
                  <a:pt x="13" y="47"/>
                  <a:pt x="13" y="47"/>
                  <a:pt x="13" y="47"/>
                </a:cubicBezTo>
                <a:cubicBezTo>
                  <a:pt x="13" y="47"/>
                  <a:pt x="13" y="47"/>
                  <a:pt x="13" y="47"/>
                </a:cubicBezTo>
                <a:cubicBezTo>
                  <a:pt x="13" y="47"/>
                  <a:pt x="13" y="47"/>
                  <a:pt x="13" y="48"/>
                </a:cubicBezTo>
                <a:cubicBezTo>
                  <a:pt x="13" y="48"/>
                  <a:pt x="13" y="48"/>
                  <a:pt x="13" y="48"/>
                </a:cubicBezTo>
                <a:cubicBezTo>
                  <a:pt x="13" y="48"/>
                  <a:pt x="13" y="48"/>
                  <a:pt x="13" y="48"/>
                </a:cubicBezTo>
                <a:cubicBezTo>
                  <a:pt x="13" y="48"/>
                  <a:pt x="14" y="48"/>
                  <a:pt x="14" y="48"/>
                </a:cubicBezTo>
                <a:cubicBezTo>
                  <a:pt x="14" y="48"/>
                  <a:pt x="14" y="48"/>
                  <a:pt x="14" y="48"/>
                </a:cubicBezTo>
                <a:cubicBezTo>
                  <a:pt x="14" y="48"/>
                  <a:pt x="13" y="48"/>
                  <a:pt x="13" y="48"/>
                </a:cubicBezTo>
                <a:close/>
                <a:moveTo>
                  <a:pt x="13" y="48"/>
                </a:moveTo>
                <a:cubicBezTo>
                  <a:pt x="13" y="48"/>
                  <a:pt x="13" y="48"/>
                  <a:pt x="13" y="48"/>
                </a:cubicBezTo>
                <a:cubicBezTo>
                  <a:pt x="12" y="49"/>
                  <a:pt x="12" y="49"/>
                  <a:pt x="12" y="49"/>
                </a:cubicBezTo>
                <a:cubicBezTo>
                  <a:pt x="12" y="49"/>
                  <a:pt x="12" y="49"/>
                  <a:pt x="12" y="49"/>
                </a:cubicBezTo>
                <a:cubicBezTo>
                  <a:pt x="12" y="48"/>
                  <a:pt x="12" y="48"/>
                  <a:pt x="12" y="48"/>
                </a:cubicBezTo>
                <a:cubicBezTo>
                  <a:pt x="12" y="48"/>
                  <a:pt x="12" y="48"/>
                  <a:pt x="12" y="48"/>
                </a:cubicBezTo>
                <a:cubicBezTo>
                  <a:pt x="12" y="48"/>
                  <a:pt x="12" y="48"/>
                  <a:pt x="12" y="48"/>
                </a:cubicBezTo>
                <a:cubicBezTo>
                  <a:pt x="13" y="48"/>
                  <a:pt x="13" y="48"/>
                  <a:pt x="13" y="48"/>
                </a:cubicBezTo>
                <a:cubicBezTo>
                  <a:pt x="13" y="48"/>
                  <a:pt x="13" y="48"/>
                  <a:pt x="13" y="48"/>
                </a:cubicBezTo>
                <a:close/>
                <a:moveTo>
                  <a:pt x="15" y="49"/>
                </a:moveTo>
                <a:cubicBezTo>
                  <a:pt x="15" y="49"/>
                  <a:pt x="15" y="50"/>
                  <a:pt x="15" y="50"/>
                </a:cubicBezTo>
                <a:cubicBezTo>
                  <a:pt x="15" y="50"/>
                  <a:pt x="15" y="50"/>
                  <a:pt x="15" y="50"/>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8"/>
                  <a:pt x="14" y="48"/>
                </a:cubicBezTo>
                <a:cubicBezTo>
                  <a:pt x="14" y="48"/>
                  <a:pt x="14" y="48"/>
                  <a:pt x="14" y="48"/>
                </a:cubicBezTo>
                <a:cubicBezTo>
                  <a:pt x="14" y="48"/>
                  <a:pt x="15" y="49"/>
                  <a:pt x="15" y="49"/>
                </a:cubicBezTo>
                <a:cubicBezTo>
                  <a:pt x="15" y="49"/>
                  <a:pt x="15" y="49"/>
                  <a:pt x="15" y="49"/>
                </a:cubicBezTo>
                <a:cubicBezTo>
                  <a:pt x="15" y="49"/>
                  <a:pt x="15" y="49"/>
                  <a:pt x="15" y="49"/>
                </a:cubicBezTo>
                <a:cubicBezTo>
                  <a:pt x="15" y="49"/>
                  <a:pt x="15" y="49"/>
                  <a:pt x="15" y="49"/>
                </a:cubicBezTo>
                <a:cubicBezTo>
                  <a:pt x="15" y="49"/>
                  <a:pt x="15" y="49"/>
                  <a:pt x="15" y="49"/>
                </a:cubicBezTo>
                <a:close/>
                <a:moveTo>
                  <a:pt x="12" y="50"/>
                </a:moveTo>
                <a:cubicBezTo>
                  <a:pt x="12" y="50"/>
                  <a:pt x="12" y="50"/>
                  <a:pt x="12" y="50"/>
                </a:cubicBezTo>
                <a:cubicBezTo>
                  <a:pt x="12" y="50"/>
                  <a:pt x="11" y="50"/>
                  <a:pt x="11" y="50"/>
                </a:cubicBezTo>
                <a:cubicBezTo>
                  <a:pt x="11" y="50"/>
                  <a:pt x="11" y="50"/>
                  <a:pt x="12" y="50"/>
                </a:cubicBezTo>
                <a:cubicBezTo>
                  <a:pt x="12" y="50"/>
                  <a:pt x="11" y="50"/>
                  <a:pt x="11" y="50"/>
                </a:cubicBezTo>
                <a:cubicBezTo>
                  <a:pt x="11" y="49"/>
                  <a:pt x="12" y="49"/>
                  <a:pt x="12" y="49"/>
                </a:cubicBezTo>
                <a:cubicBezTo>
                  <a:pt x="12" y="49"/>
                  <a:pt x="12" y="49"/>
                  <a:pt x="12" y="49"/>
                </a:cubicBezTo>
                <a:cubicBezTo>
                  <a:pt x="12" y="49"/>
                  <a:pt x="12" y="49"/>
                  <a:pt x="12" y="49"/>
                </a:cubicBezTo>
                <a:cubicBezTo>
                  <a:pt x="12" y="49"/>
                  <a:pt x="12" y="50"/>
                  <a:pt x="12" y="50"/>
                </a:cubicBezTo>
                <a:cubicBezTo>
                  <a:pt x="12" y="50"/>
                  <a:pt x="12" y="50"/>
                  <a:pt x="12" y="50"/>
                </a:cubicBezTo>
                <a:cubicBezTo>
                  <a:pt x="12" y="50"/>
                  <a:pt x="12" y="50"/>
                  <a:pt x="12" y="50"/>
                </a:cubicBezTo>
                <a:cubicBezTo>
                  <a:pt x="12" y="50"/>
                  <a:pt x="12" y="50"/>
                  <a:pt x="12" y="50"/>
                </a:cubicBezTo>
                <a:cubicBezTo>
                  <a:pt x="12" y="50"/>
                  <a:pt x="12" y="50"/>
                  <a:pt x="12" y="50"/>
                </a:cubicBezTo>
                <a:close/>
                <a:moveTo>
                  <a:pt x="10" y="49"/>
                </a:moveTo>
                <a:cubicBezTo>
                  <a:pt x="10" y="49"/>
                  <a:pt x="11" y="49"/>
                  <a:pt x="10" y="49"/>
                </a:cubicBezTo>
                <a:cubicBezTo>
                  <a:pt x="10" y="49"/>
                  <a:pt x="10" y="49"/>
                  <a:pt x="10" y="49"/>
                </a:cubicBezTo>
                <a:cubicBezTo>
                  <a:pt x="10" y="49"/>
                  <a:pt x="10" y="49"/>
                  <a:pt x="10" y="49"/>
                </a:cubicBezTo>
                <a:cubicBezTo>
                  <a:pt x="10" y="49"/>
                  <a:pt x="10" y="48"/>
                  <a:pt x="10" y="48"/>
                </a:cubicBezTo>
                <a:cubicBezTo>
                  <a:pt x="10" y="48"/>
                  <a:pt x="10" y="48"/>
                  <a:pt x="10" y="48"/>
                </a:cubicBezTo>
                <a:cubicBezTo>
                  <a:pt x="10" y="48"/>
                  <a:pt x="10" y="48"/>
                  <a:pt x="10" y="48"/>
                </a:cubicBezTo>
                <a:cubicBezTo>
                  <a:pt x="10" y="48"/>
                  <a:pt x="10" y="48"/>
                  <a:pt x="10" y="48"/>
                </a:cubicBezTo>
                <a:cubicBezTo>
                  <a:pt x="10" y="48"/>
                  <a:pt x="10" y="49"/>
                  <a:pt x="10" y="49"/>
                </a:cubicBezTo>
                <a:cubicBezTo>
                  <a:pt x="10" y="49"/>
                  <a:pt x="10" y="49"/>
                  <a:pt x="10" y="49"/>
                </a:cubicBezTo>
                <a:close/>
                <a:moveTo>
                  <a:pt x="12" y="49"/>
                </a:moveTo>
                <a:cubicBezTo>
                  <a:pt x="12" y="49"/>
                  <a:pt x="12" y="49"/>
                  <a:pt x="12" y="49"/>
                </a:cubicBezTo>
                <a:cubicBezTo>
                  <a:pt x="12" y="49"/>
                  <a:pt x="12" y="49"/>
                  <a:pt x="12" y="49"/>
                </a:cubicBezTo>
                <a:cubicBezTo>
                  <a:pt x="12" y="49"/>
                  <a:pt x="11" y="49"/>
                  <a:pt x="11" y="49"/>
                </a:cubicBezTo>
                <a:cubicBezTo>
                  <a:pt x="11" y="49"/>
                  <a:pt x="11" y="49"/>
                  <a:pt x="11" y="49"/>
                </a:cubicBezTo>
                <a:cubicBezTo>
                  <a:pt x="11" y="49"/>
                  <a:pt x="11" y="49"/>
                  <a:pt x="11" y="48"/>
                </a:cubicBezTo>
                <a:cubicBezTo>
                  <a:pt x="11" y="48"/>
                  <a:pt x="11" y="48"/>
                  <a:pt x="11" y="48"/>
                </a:cubicBezTo>
                <a:cubicBezTo>
                  <a:pt x="11" y="48"/>
                  <a:pt x="11" y="48"/>
                  <a:pt x="11" y="48"/>
                </a:cubicBezTo>
                <a:cubicBezTo>
                  <a:pt x="11" y="48"/>
                  <a:pt x="11" y="48"/>
                  <a:pt x="11" y="48"/>
                </a:cubicBezTo>
                <a:cubicBezTo>
                  <a:pt x="11" y="47"/>
                  <a:pt x="11" y="47"/>
                  <a:pt x="11" y="47"/>
                </a:cubicBezTo>
                <a:cubicBezTo>
                  <a:pt x="11" y="47"/>
                  <a:pt x="11" y="47"/>
                  <a:pt x="11" y="47"/>
                </a:cubicBezTo>
                <a:cubicBezTo>
                  <a:pt x="11" y="47"/>
                  <a:pt x="12" y="47"/>
                  <a:pt x="11" y="47"/>
                </a:cubicBezTo>
                <a:cubicBezTo>
                  <a:pt x="11" y="47"/>
                  <a:pt x="11" y="47"/>
                  <a:pt x="11" y="47"/>
                </a:cubicBezTo>
                <a:cubicBezTo>
                  <a:pt x="11" y="47"/>
                  <a:pt x="11" y="47"/>
                  <a:pt x="11" y="47"/>
                </a:cubicBezTo>
                <a:cubicBezTo>
                  <a:pt x="11" y="47"/>
                  <a:pt x="11" y="47"/>
                  <a:pt x="11" y="47"/>
                </a:cubicBezTo>
                <a:cubicBezTo>
                  <a:pt x="11" y="48"/>
                  <a:pt x="11"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9"/>
                </a:cubicBezTo>
                <a:cubicBezTo>
                  <a:pt x="12" y="49"/>
                  <a:pt x="12" y="49"/>
                  <a:pt x="12" y="49"/>
                </a:cubicBezTo>
                <a:cubicBezTo>
                  <a:pt x="12" y="49"/>
                  <a:pt x="12" y="49"/>
                  <a:pt x="12" y="49"/>
                </a:cubicBezTo>
                <a:close/>
                <a:moveTo>
                  <a:pt x="12" y="48"/>
                </a:move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7"/>
                  <a:pt x="12" y="47"/>
                </a:cubicBezTo>
                <a:cubicBezTo>
                  <a:pt x="12" y="47"/>
                  <a:pt x="12" y="47"/>
                  <a:pt x="12" y="47"/>
                </a:cubicBezTo>
                <a:cubicBezTo>
                  <a:pt x="12"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7"/>
                  <a:pt x="12" y="47"/>
                  <a:pt x="12" y="47"/>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7"/>
                  <a:pt x="12" y="47"/>
                  <a:pt x="12" y="47"/>
                </a:cubicBezTo>
                <a:cubicBezTo>
                  <a:pt x="12" y="47"/>
                  <a:pt x="12" y="47"/>
                  <a:pt x="12" y="47"/>
                </a:cubicBezTo>
                <a:cubicBezTo>
                  <a:pt x="13" y="47"/>
                  <a:pt x="13" y="47"/>
                  <a:pt x="13" y="48"/>
                </a:cubicBezTo>
                <a:cubicBezTo>
                  <a:pt x="13" y="48"/>
                  <a:pt x="13" y="48"/>
                  <a:pt x="13" y="48"/>
                </a:cubicBezTo>
                <a:cubicBezTo>
                  <a:pt x="13" y="48"/>
                  <a:pt x="12" y="48"/>
                  <a:pt x="12" y="48"/>
                </a:cubicBezTo>
                <a:close/>
                <a:moveTo>
                  <a:pt x="14" y="46"/>
                </a:moveTo>
                <a:cubicBezTo>
                  <a:pt x="14" y="46"/>
                  <a:pt x="14" y="47"/>
                  <a:pt x="14" y="47"/>
                </a:cubicBezTo>
                <a:cubicBezTo>
                  <a:pt x="14" y="47"/>
                  <a:pt x="14" y="47"/>
                  <a:pt x="14" y="47"/>
                </a:cubicBezTo>
                <a:cubicBezTo>
                  <a:pt x="14" y="47"/>
                  <a:pt x="14" y="47"/>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7"/>
                  <a:pt x="14" y="47"/>
                  <a:pt x="14" y="47"/>
                </a:cubicBezTo>
                <a:cubicBezTo>
                  <a:pt x="13" y="47"/>
                  <a:pt x="13" y="47"/>
                  <a:pt x="13" y="47"/>
                </a:cubicBezTo>
                <a:cubicBezTo>
                  <a:pt x="13" y="47"/>
                  <a:pt x="13" y="47"/>
                  <a:pt x="13" y="47"/>
                </a:cubicBezTo>
                <a:cubicBezTo>
                  <a:pt x="13" y="47"/>
                  <a:pt x="13" y="47"/>
                  <a:pt x="13" y="47"/>
                </a:cubicBezTo>
                <a:cubicBezTo>
                  <a:pt x="13" y="47"/>
                  <a:pt x="13" y="47"/>
                  <a:pt x="13" y="47"/>
                </a:cubicBezTo>
                <a:cubicBezTo>
                  <a:pt x="13" y="46"/>
                  <a:pt x="13" y="46"/>
                  <a:pt x="14" y="46"/>
                </a:cubicBezTo>
                <a:cubicBezTo>
                  <a:pt x="14" y="46"/>
                  <a:pt x="14" y="46"/>
                  <a:pt x="14" y="46"/>
                </a:cubicBezTo>
                <a:cubicBezTo>
                  <a:pt x="14" y="46"/>
                  <a:pt x="14" y="46"/>
                  <a:pt x="14" y="46"/>
                </a:cubicBezTo>
                <a:cubicBezTo>
                  <a:pt x="14" y="46"/>
                  <a:pt x="14" y="46"/>
                  <a:pt x="14" y="46"/>
                </a:cubicBezTo>
                <a:cubicBezTo>
                  <a:pt x="14" y="46"/>
                  <a:pt x="14" y="46"/>
                  <a:pt x="14" y="45"/>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lose/>
                <a:moveTo>
                  <a:pt x="30" y="40"/>
                </a:move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1" y="40"/>
                  <a:pt x="31" y="40"/>
                  <a:pt x="31" y="40"/>
                </a:cubicBezTo>
                <a:cubicBezTo>
                  <a:pt x="31" y="40"/>
                  <a:pt x="31" y="40"/>
                  <a:pt x="31" y="40"/>
                </a:cubicBezTo>
                <a:cubicBezTo>
                  <a:pt x="31" y="40"/>
                  <a:pt x="31" y="40"/>
                  <a:pt x="31" y="40"/>
                </a:cubicBezTo>
                <a:cubicBezTo>
                  <a:pt x="31" y="40"/>
                  <a:pt x="31" y="40"/>
                  <a:pt x="31" y="40"/>
                </a:cubicBezTo>
                <a:cubicBezTo>
                  <a:pt x="31" y="41"/>
                  <a:pt x="31" y="41"/>
                  <a:pt x="31" y="41"/>
                </a:cubicBezTo>
                <a:cubicBezTo>
                  <a:pt x="30" y="41"/>
                  <a:pt x="30" y="41"/>
                  <a:pt x="30" y="40"/>
                </a:cubicBezTo>
                <a:close/>
                <a:moveTo>
                  <a:pt x="31" y="42"/>
                </a:moveTo>
                <a:cubicBezTo>
                  <a:pt x="31" y="42"/>
                  <a:pt x="31" y="42"/>
                  <a:pt x="30" y="42"/>
                </a:cubicBezTo>
                <a:cubicBezTo>
                  <a:pt x="30" y="42"/>
                  <a:pt x="30" y="42"/>
                  <a:pt x="30" y="42"/>
                </a:cubicBezTo>
                <a:cubicBezTo>
                  <a:pt x="30" y="42"/>
                  <a:pt x="30" y="43"/>
                  <a:pt x="30" y="43"/>
                </a:cubicBezTo>
                <a:cubicBezTo>
                  <a:pt x="30" y="43"/>
                  <a:pt x="30" y="43"/>
                  <a:pt x="30" y="43"/>
                </a:cubicBezTo>
                <a:cubicBezTo>
                  <a:pt x="30" y="43"/>
                  <a:pt x="30" y="43"/>
                  <a:pt x="29" y="43"/>
                </a:cubicBezTo>
                <a:cubicBezTo>
                  <a:pt x="29" y="43"/>
                  <a:pt x="29" y="42"/>
                  <a:pt x="29" y="42"/>
                </a:cubicBezTo>
                <a:cubicBezTo>
                  <a:pt x="29" y="42"/>
                  <a:pt x="29" y="42"/>
                  <a:pt x="30" y="42"/>
                </a:cubicBezTo>
                <a:cubicBezTo>
                  <a:pt x="30" y="42"/>
                  <a:pt x="30" y="42"/>
                  <a:pt x="30" y="42"/>
                </a:cubicBezTo>
                <a:cubicBezTo>
                  <a:pt x="30" y="42"/>
                  <a:pt x="30" y="42"/>
                  <a:pt x="30" y="42"/>
                </a:cubicBezTo>
                <a:cubicBezTo>
                  <a:pt x="30" y="42"/>
                  <a:pt x="30" y="41"/>
                  <a:pt x="30" y="41"/>
                </a:cubicBezTo>
                <a:cubicBezTo>
                  <a:pt x="30" y="41"/>
                  <a:pt x="30" y="41"/>
                  <a:pt x="31" y="41"/>
                </a:cubicBezTo>
                <a:cubicBezTo>
                  <a:pt x="31" y="41"/>
                  <a:pt x="31" y="41"/>
                  <a:pt x="31" y="41"/>
                </a:cubicBezTo>
                <a:cubicBezTo>
                  <a:pt x="31" y="41"/>
                  <a:pt x="31" y="41"/>
                  <a:pt x="31" y="41"/>
                </a:cubicBezTo>
                <a:cubicBezTo>
                  <a:pt x="31" y="41"/>
                  <a:pt x="31" y="42"/>
                  <a:pt x="31" y="42"/>
                </a:cubicBezTo>
                <a:close/>
                <a:moveTo>
                  <a:pt x="27" y="42"/>
                </a:moveTo>
                <a:cubicBezTo>
                  <a:pt x="27" y="42"/>
                  <a:pt x="27" y="42"/>
                  <a:pt x="27" y="42"/>
                </a:cubicBezTo>
                <a:cubicBezTo>
                  <a:pt x="28" y="42"/>
                  <a:pt x="28" y="42"/>
                  <a:pt x="28" y="42"/>
                </a:cubicBezTo>
                <a:cubicBezTo>
                  <a:pt x="28" y="42"/>
                  <a:pt x="28" y="43"/>
                  <a:pt x="28" y="43"/>
                </a:cubicBezTo>
                <a:cubicBezTo>
                  <a:pt x="28" y="43"/>
                  <a:pt x="28" y="43"/>
                  <a:pt x="28" y="43"/>
                </a:cubicBezTo>
                <a:cubicBezTo>
                  <a:pt x="28" y="43"/>
                  <a:pt x="27" y="43"/>
                  <a:pt x="27" y="43"/>
                </a:cubicBezTo>
                <a:cubicBezTo>
                  <a:pt x="27" y="43"/>
                  <a:pt x="27" y="43"/>
                  <a:pt x="27" y="43"/>
                </a:cubicBezTo>
                <a:cubicBezTo>
                  <a:pt x="27" y="43"/>
                  <a:pt x="27" y="43"/>
                  <a:pt x="27" y="43"/>
                </a:cubicBezTo>
                <a:cubicBezTo>
                  <a:pt x="27" y="43"/>
                  <a:pt x="27" y="43"/>
                  <a:pt x="27" y="43"/>
                </a:cubicBezTo>
                <a:cubicBezTo>
                  <a:pt x="27" y="43"/>
                  <a:pt x="27" y="42"/>
                  <a:pt x="27" y="42"/>
                </a:cubicBezTo>
                <a:cubicBezTo>
                  <a:pt x="27" y="42"/>
                  <a:pt x="27" y="42"/>
                  <a:pt x="27" y="42"/>
                </a:cubicBezTo>
                <a:cubicBezTo>
                  <a:pt x="27" y="42"/>
                  <a:pt x="27" y="42"/>
                  <a:pt x="27" y="42"/>
                </a:cubicBezTo>
                <a:cubicBezTo>
                  <a:pt x="27" y="42"/>
                  <a:pt x="27" y="42"/>
                  <a:pt x="27" y="42"/>
                </a:cubicBezTo>
                <a:close/>
                <a:moveTo>
                  <a:pt x="28" y="46"/>
                </a:moveTo>
                <a:cubicBezTo>
                  <a:pt x="28" y="46"/>
                  <a:pt x="28" y="46"/>
                  <a:pt x="28" y="46"/>
                </a:cubicBezTo>
                <a:cubicBezTo>
                  <a:pt x="28" y="46"/>
                  <a:pt x="28" y="46"/>
                  <a:pt x="28" y="46"/>
                </a:cubicBezTo>
                <a:cubicBezTo>
                  <a:pt x="28" y="46"/>
                  <a:pt x="27" y="47"/>
                  <a:pt x="27" y="47"/>
                </a:cubicBezTo>
                <a:cubicBezTo>
                  <a:pt x="27" y="46"/>
                  <a:pt x="27" y="46"/>
                  <a:pt x="27" y="46"/>
                </a:cubicBezTo>
                <a:cubicBezTo>
                  <a:pt x="27" y="46"/>
                  <a:pt x="27" y="46"/>
                  <a:pt x="27" y="46"/>
                </a:cubicBezTo>
                <a:cubicBezTo>
                  <a:pt x="27" y="46"/>
                  <a:pt x="27" y="46"/>
                  <a:pt x="27" y="46"/>
                </a:cubicBezTo>
                <a:cubicBezTo>
                  <a:pt x="27" y="46"/>
                  <a:pt x="27" y="46"/>
                  <a:pt x="27" y="46"/>
                </a:cubicBezTo>
                <a:cubicBezTo>
                  <a:pt x="27" y="46"/>
                  <a:pt x="28" y="46"/>
                  <a:pt x="28" y="46"/>
                </a:cubicBezTo>
                <a:close/>
                <a:moveTo>
                  <a:pt x="29" y="44"/>
                </a:moveTo>
                <a:cubicBezTo>
                  <a:pt x="29" y="44"/>
                  <a:pt x="29" y="44"/>
                  <a:pt x="29" y="44"/>
                </a:cubicBezTo>
                <a:cubicBezTo>
                  <a:pt x="29" y="45"/>
                  <a:pt x="29" y="45"/>
                  <a:pt x="29" y="45"/>
                </a:cubicBezTo>
                <a:cubicBezTo>
                  <a:pt x="29" y="45"/>
                  <a:pt x="29" y="45"/>
                  <a:pt x="29" y="45"/>
                </a:cubicBezTo>
                <a:cubicBezTo>
                  <a:pt x="29" y="45"/>
                  <a:pt x="29" y="45"/>
                  <a:pt x="29" y="45"/>
                </a:cubicBezTo>
                <a:cubicBezTo>
                  <a:pt x="28" y="46"/>
                  <a:pt x="28" y="46"/>
                  <a:pt x="28" y="46"/>
                </a:cubicBezTo>
                <a:cubicBezTo>
                  <a:pt x="28" y="46"/>
                  <a:pt x="28" y="46"/>
                  <a:pt x="28" y="46"/>
                </a:cubicBezTo>
                <a:cubicBezTo>
                  <a:pt x="28" y="46"/>
                  <a:pt x="28" y="46"/>
                  <a:pt x="28" y="46"/>
                </a:cubicBezTo>
                <a:cubicBezTo>
                  <a:pt x="28" y="46"/>
                  <a:pt x="28" y="46"/>
                  <a:pt x="28" y="46"/>
                </a:cubicBezTo>
                <a:cubicBezTo>
                  <a:pt x="27" y="46"/>
                  <a:pt x="28" y="45"/>
                  <a:pt x="28" y="45"/>
                </a:cubicBezTo>
                <a:cubicBezTo>
                  <a:pt x="28" y="45"/>
                  <a:pt x="28" y="45"/>
                  <a:pt x="28" y="45"/>
                </a:cubicBezTo>
                <a:cubicBezTo>
                  <a:pt x="28" y="45"/>
                  <a:pt x="28" y="45"/>
                  <a:pt x="28" y="45"/>
                </a:cubicBezTo>
                <a:cubicBezTo>
                  <a:pt x="28" y="45"/>
                  <a:pt x="28" y="44"/>
                  <a:pt x="28" y="44"/>
                </a:cubicBezTo>
                <a:cubicBezTo>
                  <a:pt x="28" y="44"/>
                  <a:pt x="28" y="44"/>
                  <a:pt x="28" y="44"/>
                </a:cubicBezTo>
                <a:cubicBezTo>
                  <a:pt x="28" y="44"/>
                  <a:pt x="28" y="44"/>
                  <a:pt x="28" y="44"/>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4"/>
                </a:cubicBezTo>
                <a:cubicBezTo>
                  <a:pt x="29" y="44"/>
                  <a:pt x="29" y="44"/>
                  <a:pt x="29" y="44"/>
                </a:cubicBezTo>
                <a:close/>
                <a:moveTo>
                  <a:pt x="26" y="42"/>
                </a:moveTo>
                <a:cubicBezTo>
                  <a:pt x="26" y="42"/>
                  <a:pt x="26" y="42"/>
                  <a:pt x="26" y="42"/>
                </a:cubicBezTo>
                <a:cubicBezTo>
                  <a:pt x="26" y="42"/>
                  <a:pt x="26" y="42"/>
                  <a:pt x="26" y="41"/>
                </a:cubicBezTo>
                <a:cubicBezTo>
                  <a:pt x="26" y="41"/>
                  <a:pt x="26" y="41"/>
                  <a:pt x="26" y="41"/>
                </a:cubicBezTo>
                <a:cubicBezTo>
                  <a:pt x="26" y="41"/>
                  <a:pt x="26" y="41"/>
                  <a:pt x="26" y="41"/>
                </a:cubicBezTo>
                <a:cubicBezTo>
                  <a:pt x="26" y="41"/>
                  <a:pt x="26" y="41"/>
                  <a:pt x="26" y="41"/>
                </a:cubicBezTo>
                <a:cubicBezTo>
                  <a:pt x="26" y="42"/>
                  <a:pt x="27" y="42"/>
                  <a:pt x="27" y="42"/>
                </a:cubicBezTo>
                <a:cubicBezTo>
                  <a:pt x="27" y="42"/>
                  <a:pt x="27" y="42"/>
                  <a:pt x="27" y="42"/>
                </a:cubicBezTo>
                <a:cubicBezTo>
                  <a:pt x="27" y="42"/>
                  <a:pt x="27" y="42"/>
                  <a:pt x="27" y="42"/>
                </a:cubicBezTo>
                <a:cubicBezTo>
                  <a:pt x="27" y="42"/>
                  <a:pt x="27" y="42"/>
                  <a:pt x="27" y="42"/>
                </a:cubicBezTo>
                <a:cubicBezTo>
                  <a:pt x="27" y="42"/>
                  <a:pt x="27" y="42"/>
                  <a:pt x="27" y="42"/>
                </a:cubicBezTo>
                <a:cubicBezTo>
                  <a:pt x="27" y="42"/>
                  <a:pt x="27" y="42"/>
                  <a:pt x="27" y="42"/>
                </a:cubicBezTo>
                <a:cubicBezTo>
                  <a:pt x="27" y="42"/>
                  <a:pt x="27" y="42"/>
                  <a:pt x="27" y="42"/>
                </a:cubicBezTo>
                <a:cubicBezTo>
                  <a:pt x="27" y="42"/>
                  <a:pt x="27" y="42"/>
                  <a:pt x="26" y="42"/>
                </a:cubicBezTo>
                <a:close/>
                <a:moveTo>
                  <a:pt x="27" y="45"/>
                </a:moveTo>
                <a:cubicBezTo>
                  <a:pt x="27" y="45"/>
                  <a:pt x="27" y="45"/>
                  <a:pt x="27" y="46"/>
                </a:cubicBezTo>
                <a:cubicBezTo>
                  <a:pt x="27" y="46"/>
                  <a:pt x="27" y="46"/>
                  <a:pt x="27" y="46"/>
                </a:cubicBezTo>
                <a:cubicBezTo>
                  <a:pt x="27" y="46"/>
                  <a:pt x="27" y="46"/>
                  <a:pt x="27" y="46"/>
                </a:cubicBezTo>
                <a:cubicBezTo>
                  <a:pt x="27" y="46"/>
                  <a:pt x="27" y="45"/>
                  <a:pt x="27" y="45"/>
                </a:cubicBezTo>
                <a:cubicBezTo>
                  <a:pt x="27" y="45"/>
                  <a:pt x="27" y="45"/>
                  <a:pt x="27" y="45"/>
                </a:cubicBezTo>
                <a:cubicBezTo>
                  <a:pt x="27" y="45"/>
                  <a:pt x="27" y="44"/>
                  <a:pt x="27" y="44"/>
                </a:cubicBezTo>
                <a:cubicBezTo>
                  <a:pt x="27" y="44"/>
                  <a:pt x="27" y="44"/>
                  <a:pt x="27" y="44"/>
                </a:cubicBezTo>
                <a:cubicBezTo>
                  <a:pt x="27" y="44"/>
                  <a:pt x="27" y="44"/>
                  <a:pt x="27" y="45"/>
                </a:cubicBezTo>
                <a:close/>
                <a:moveTo>
                  <a:pt x="31" y="43"/>
                </a:moveTo>
                <a:cubicBezTo>
                  <a:pt x="31" y="43"/>
                  <a:pt x="31" y="43"/>
                  <a:pt x="31" y="43"/>
                </a:cubicBezTo>
                <a:cubicBezTo>
                  <a:pt x="31" y="43"/>
                  <a:pt x="31" y="43"/>
                  <a:pt x="31" y="43"/>
                </a:cubicBezTo>
                <a:cubicBezTo>
                  <a:pt x="31" y="43"/>
                  <a:pt x="31" y="43"/>
                  <a:pt x="31" y="43"/>
                </a:cubicBezTo>
                <a:cubicBezTo>
                  <a:pt x="31" y="43"/>
                  <a:pt x="31" y="43"/>
                  <a:pt x="31" y="43"/>
                </a:cubicBezTo>
                <a:cubicBezTo>
                  <a:pt x="31" y="43"/>
                  <a:pt x="31" y="43"/>
                  <a:pt x="31" y="43"/>
                </a:cubicBezTo>
                <a:cubicBezTo>
                  <a:pt x="31" y="43"/>
                  <a:pt x="31" y="43"/>
                  <a:pt x="31" y="43"/>
                </a:cubicBezTo>
                <a:cubicBezTo>
                  <a:pt x="31" y="43"/>
                  <a:pt x="31" y="43"/>
                  <a:pt x="31" y="43"/>
                </a:cubicBezTo>
                <a:close/>
                <a:moveTo>
                  <a:pt x="32" y="42"/>
                </a:moveTo>
                <a:cubicBezTo>
                  <a:pt x="32" y="42"/>
                  <a:pt x="32" y="42"/>
                  <a:pt x="32" y="43"/>
                </a:cubicBezTo>
                <a:cubicBezTo>
                  <a:pt x="32" y="43"/>
                  <a:pt x="32" y="43"/>
                  <a:pt x="32" y="43"/>
                </a:cubicBezTo>
                <a:cubicBezTo>
                  <a:pt x="32" y="43"/>
                  <a:pt x="32" y="43"/>
                  <a:pt x="32" y="43"/>
                </a:cubicBezTo>
                <a:cubicBezTo>
                  <a:pt x="32" y="43"/>
                  <a:pt x="32" y="43"/>
                  <a:pt x="31" y="42"/>
                </a:cubicBezTo>
                <a:cubicBezTo>
                  <a:pt x="31" y="42"/>
                  <a:pt x="31" y="42"/>
                  <a:pt x="31" y="41"/>
                </a:cubicBezTo>
                <a:cubicBezTo>
                  <a:pt x="31" y="41"/>
                  <a:pt x="31" y="41"/>
                  <a:pt x="31" y="41"/>
                </a:cubicBezTo>
                <a:cubicBezTo>
                  <a:pt x="31" y="41"/>
                  <a:pt x="31" y="41"/>
                  <a:pt x="32" y="41"/>
                </a:cubicBezTo>
                <a:cubicBezTo>
                  <a:pt x="32" y="41"/>
                  <a:pt x="32" y="41"/>
                  <a:pt x="32" y="41"/>
                </a:cubicBezTo>
                <a:cubicBezTo>
                  <a:pt x="32" y="41"/>
                  <a:pt x="32" y="41"/>
                  <a:pt x="32" y="41"/>
                </a:cubicBezTo>
                <a:cubicBezTo>
                  <a:pt x="32" y="42"/>
                  <a:pt x="32" y="42"/>
                  <a:pt x="32" y="42"/>
                </a:cubicBezTo>
                <a:close/>
                <a:moveTo>
                  <a:pt x="24" y="47"/>
                </a:move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lose/>
                <a:moveTo>
                  <a:pt x="26" y="48"/>
                </a:moveTo>
                <a:cubicBezTo>
                  <a:pt x="26" y="48"/>
                  <a:pt x="26" y="48"/>
                  <a:pt x="26" y="48"/>
                </a:cubicBezTo>
                <a:cubicBezTo>
                  <a:pt x="26" y="48"/>
                  <a:pt x="26" y="48"/>
                  <a:pt x="26" y="48"/>
                </a:cubicBezTo>
                <a:cubicBezTo>
                  <a:pt x="26" y="48"/>
                  <a:pt x="26" y="48"/>
                  <a:pt x="26" y="48"/>
                </a:cubicBezTo>
                <a:cubicBezTo>
                  <a:pt x="26"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8"/>
                  <a:pt x="26" y="48"/>
                  <a:pt x="26" y="48"/>
                </a:cubicBezTo>
                <a:close/>
                <a:moveTo>
                  <a:pt x="23" y="47"/>
                </a:moveTo>
                <a:cubicBezTo>
                  <a:pt x="23" y="47"/>
                  <a:pt x="23" y="47"/>
                  <a:pt x="23" y="47"/>
                </a:cubicBezTo>
                <a:cubicBezTo>
                  <a:pt x="23" y="48"/>
                  <a:pt x="22" y="48"/>
                  <a:pt x="22" y="48"/>
                </a:cubicBezTo>
                <a:cubicBezTo>
                  <a:pt x="22" y="48"/>
                  <a:pt x="22" y="48"/>
                  <a:pt x="22" y="48"/>
                </a:cubicBezTo>
                <a:cubicBezTo>
                  <a:pt x="22" y="48"/>
                  <a:pt x="22" y="48"/>
                  <a:pt x="22" y="48"/>
                </a:cubicBezTo>
                <a:cubicBezTo>
                  <a:pt x="22" y="48"/>
                  <a:pt x="22" y="48"/>
                  <a:pt x="22" y="48"/>
                </a:cubicBezTo>
                <a:cubicBezTo>
                  <a:pt x="22" y="48"/>
                  <a:pt x="22" y="48"/>
                  <a:pt x="22" y="48"/>
                </a:cubicBezTo>
                <a:cubicBezTo>
                  <a:pt x="22" y="48"/>
                  <a:pt x="21" y="48"/>
                  <a:pt x="21" y="48"/>
                </a:cubicBezTo>
                <a:cubicBezTo>
                  <a:pt x="21" y="48"/>
                  <a:pt x="21" y="48"/>
                  <a:pt x="22" y="47"/>
                </a:cubicBezTo>
                <a:cubicBezTo>
                  <a:pt x="22" y="47"/>
                  <a:pt x="22" y="47"/>
                  <a:pt x="22" y="47"/>
                </a:cubicBezTo>
                <a:cubicBezTo>
                  <a:pt x="22" y="47"/>
                  <a:pt x="22" y="47"/>
                  <a:pt x="22" y="47"/>
                </a:cubicBezTo>
                <a:cubicBezTo>
                  <a:pt x="22" y="47"/>
                  <a:pt x="22" y="47"/>
                  <a:pt x="22" y="46"/>
                </a:cubicBezTo>
                <a:cubicBezTo>
                  <a:pt x="23" y="46"/>
                  <a:pt x="23" y="46"/>
                  <a:pt x="23" y="46"/>
                </a:cubicBezTo>
                <a:cubicBezTo>
                  <a:pt x="23" y="46"/>
                  <a:pt x="23" y="46"/>
                  <a:pt x="23" y="45"/>
                </a:cubicBezTo>
                <a:cubicBezTo>
                  <a:pt x="23" y="45"/>
                  <a:pt x="23" y="45"/>
                  <a:pt x="23" y="45"/>
                </a:cubicBezTo>
                <a:cubicBezTo>
                  <a:pt x="24" y="45"/>
                  <a:pt x="24" y="45"/>
                  <a:pt x="24" y="45"/>
                </a:cubicBezTo>
                <a:cubicBezTo>
                  <a:pt x="24" y="45"/>
                  <a:pt x="24" y="45"/>
                  <a:pt x="24" y="45"/>
                </a:cubicBezTo>
                <a:cubicBezTo>
                  <a:pt x="24" y="45"/>
                  <a:pt x="24" y="45"/>
                  <a:pt x="24" y="45"/>
                </a:cubicBezTo>
                <a:cubicBezTo>
                  <a:pt x="24" y="45"/>
                  <a:pt x="24" y="45"/>
                  <a:pt x="24" y="44"/>
                </a:cubicBezTo>
                <a:cubicBezTo>
                  <a:pt x="24" y="44"/>
                  <a:pt x="24" y="45"/>
                  <a:pt x="24" y="45"/>
                </a:cubicBezTo>
                <a:cubicBezTo>
                  <a:pt x="24" y="45"/>
                  <a:pt x="24" y="45"/>
                  <a:pt x="24" y="45"/>
                </a:cubicBezTo>
                <a:cubicBezTo>
                  <a:pt x="24" y="45"/>
                  <a:pt x="24" y="45"/>
                  <a:pt x="24" y="45"/>
                </a:cubicBezTo>
                <a:cubicBezTo>
                  <a:pt x="24" y="45"/>
                  <a:pt x="24" y="45"/>
                  <a:pt x="24" y="45"/>
                </a:cubicBezTo>
                <a:cubicBezTo>
                  <a:pt x="24" y="46"/>
                  <a:pt x="24" y="46"/>
                  <a:pt x="24" y="46"/>
                </a:cubicBezTo>
                <a:cubicBezTo>
                  <a:pt x="24" y="46"/>
                  <a:pt x="24" y="46"/>
                  <a:pt x="24" y="46"/>
                </a:cubicBezTo>
                <a:cubicBezTo>
                  <a:pt x="24" y="46"/>
                  <a:pt x="23" y="47"/>
                  <a:pt x="23" y="47"/>
                </a:cubicBezTo>
                <a:cubicBezTo>
                  <a:pt x="23" y="47"/>
                  <a:pt x="23" y="47"/>
                  <a:pt x="23" y="47"/>
                </a:cubicBezTo>
                <a:cubicBezTo>
                  <a:pt x="23" y="47"/>
                  <a:pt x="23" y="47"/>
                  <a:pt x="23" y="47"/>
                </a:cubicBezTo>
                <a:cubicBezTo>
                  <a:pt x="23" y="47"/>
                  <a:pt x="23" y="47"/>
                  <a:pt x="23" y="47"/>
                </a:cubicBezTo>
                <a:cubicBezTo>
                  <a:pt x="23" y="47"/>
                  <a:pt x="23" y="47"/>
                  <a:pt x="23" y="47"/>
                </a:cubicBezTo>
                <a:cubicBezTo>
                  <a:pt x="23" y="47"/>
                  <a:pt x="23" y="47"/>
                  <a:pt x="23" y="47"/>
                </a:cubicBezTo>
                <a:close/>
                <a:moveTo>
                  <a:pt x="24" y="47"/>
                </a:moveTo>
                <a:cubicBezTo>
                  <a:pt x="24" y="47"/>
                  <a:pt x="24" y="47"/>
                  <a:pt x="24" y="47"/>
                </a:cubicBezTo>
                <a:cubicBezTo>
                  <a:pt x="24" y="47"/>
                  <a:pt x="24" y="47"/>
                  <a:pt x="24" y="47"/>
                </a:cubicBezTo>
                <a:cubicBezTo>
                  <a:pt x="24" y="48"/>
                  <a:pt x="24" y="48"/>
                  <a:pt x="24" y="48"/>
                </a:cubicBezTo>
                <a:cubicBezTo>
                  <a:pt x="24" y="48"/>
                  <a:pt x="24" y="48"/>
                  <a:pt x="23" y="48"/>
                </a:cubicBezTo>
                <a:cubicBezTo>
                  <a:pt x="23" y="48"/>
                  <a:pt x="23" y="48"/>
                  <a:pt x="23" y="48"/>
                </a:cubicBezTo>
                <a:cubicBezTo>
                  <a:pt x="23" y="48"/>
                  <a:pt x="23" y="48"/>
                  <a:pt x="23" y="48"/>
                </a:cubicBezTo>
                <a:cubicBezTo>
                  <a:pt x="23" y="48"/>
                  <a:pt x="23" y="48"/>
                  <a:pt x="23" y="48"/>
                </a:cubicBezTo>
                <a:cubicBezTo>
                  <a:pt x="23" y="47"/>
                  <a:pt x="23" y="47"/>
                  <a:pt x="23" y="47"/>
                </a:cubicBezTo>
                <a:cubicBezTo>
                  <a:pt x="23" y="47"/>
                  <a:pt x="23" y="47"/>
                  <a:pt x="23" y="47"/>
                </a:cubicBezTo>
                <a:cubicBezTo>
                  <a:pt x="23" y="47"/>
                  <a:pt x="23" y="47"/>
                  <a:pt x="23" y="47"/>
                </a:cubicBezTo>
                <a:cubicBezTo>
                  <a:pt x="23" y="47"/>
                  <a:pt x="24" y="47"/>
                  <a:pt x="24" y="47"/>
                </a:cubicBezTo>
                <a:cubicBezTo>
                  <a:pt x="24" y="47"/>
                  <a:pt x="24" y="47"/>
                  <a:pt x="24" y="47"/>
                </a:cubicBezTo>
                <a:close/>
                <a:moveTo>
                  <a:pt x="23" y="48"/>
                </a:moveTo>
                <a:cubicBezTo>
                  <a:pt x="23" y="48"/>
                  <a:pt x="23" y="48"/>
                  <a:pt x="23" y="48"/>
                </a:cubicBezTo>
                <a:cubicBezTo>
                  <a:pt x="23" y="48"/>
                  <a:pt x="23" y="48"/>
                  <a:pt x="23" y="48"/>
                </a:cubicBezTo>
                <a:cubicBezTo>
                  <a:pt x="23" y="48"/>
                  <a:pt x="23" y="48"/>
                  <a:pt x="23" y="48"/>
                </a:cubicBezTo>
                <a:cubicBezTo>
                  <a:pt x="23" y="49"/>
                  <a:pt x="23" y="49"/>
                  <a:pt x="23"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lose/>
                <a:moveTo>
                  <a:pt x="25" y="48"/>
                </a:move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lose/>
                <a:moveTo>
                  <a:pt x="25" y="47"/>
                </a:moveTo>
                <a:cubicBezTo>
                  <a:pt x="25" y="47"/>
                  <a:pt x="25" y="47"/>
                  <a:pt x="25" y="47"/>
                </a:cubicBezTo>
                <a:cubicBezTo>
                  <a:pt x="25" y="47"/>
                  <a:pt x="25" y="47"/>
                  <a:pt x="25" y="47"/>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5" y="47"/>
                </a:cubicBezTo>
                <a:cubicBezTo>
                  <a:pt x="25" y="47"/>
                  <a:pt x="25" y="47"/>
                  <a:pt x="25" y="47"/>
                </a:cubicBezTo>
                <a:cubicBezTo>
                  <a:pt x="25" y="47"/>
                  <a:pt x="25" y="47"/>
                  <a:pt x="25" y="47"/>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2" name="Freeform 51"/>
          <p:cNvSpPr>
            <a:spLocks/>
          </p:cNvSpPr>
          <p:nvPr/>
        </p:nvSpPr>
        <p:spPr bwMode="auto">
          <a:xfrm>
            <a:off x="6751638" y="5186363"/>
            <a:ext cx="3175" cy="11113"/>
          </a:xfrm>
          <a:custGeom>
            <a:avLst/>
            <a:gdLst>
              <a:gd name="T0" fmla="*/ 1 w 1"/>
              <a:gd name="T1" fmla="*/ 3 h 3"/>
              <a:gd name="T2" fmla="*/ 1 w 1"/>
              <a:gd name="T3" fmla="*/ 0 h 3"/>
              <a:gd name="T4" fmla="*/ 1 w 1"/>
              <a:gd name="T5" fmla="*/ 3 h 3"/>
            </a:gdLst>
            <a:ahLst/>
            <a:cxnLst>
              <a:cxn ang="0">
                <a:pos x="T0" y="T1"/>
              </a:cxn>
              <a:cxn ang="0">
                <a:pos x="T2" y="T3"/>
              </a:cxn>
              <a:cxn ang="0">
                <a:pos x="T4" y="T5"/>
              </a:cxn>
            </a:cxnLst>
            <a:rect l="0" t="0" r="r" b="b"/>
            <a:pathLst>
              <a:path w="1" h="3">
                <a:moveTo>
                  <a:pt x="1" y="3"/>
                </a:moveTo>
                <a:cubicBezTo>
                  <a:pt x="1" y="2"/>
                  <a:pt x="1" y="1"/>
                  <a:pt x="1" y="0"/>
                </a:cubicBezTo>
                <a:cubicBezTo>
                  <a:pt x="0" y="1"/>
                  <a:pt x="0" y="2"/>
                  <a:pt x="1" y="3"/>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3" name="Freeform 52"/>
          <p:cNvSpPr>
            <a:spLocks noEditPoints="1"/>
          </p:cNvSpPr>
          <p:nvPr/>
        </p:nvSpPr>
        <p:spPr bwMode="auto">
          <a:xfrm>
            <a:off x="6534151" y="4494213"/>
            <a:ext cx="204788" cy="166688"/>
          </a:xfrm>
          <a:custGeom>
            <a:avLst/>
            <a:gdLst>
              <a:gd name="T0" fmla="*/ 5 w 50"/>
              <a:gd name="T1" fmla="*/ 32 h 41"/>
              <a:gd name="T2" fmla="*/ 0 w 50"/>
              <a:gd name="T3" fmla="*/ 26 h 41"/>
              <a:gd name="T4" fmla="*/ 4 w 50"/>
              <a:gd name="T5" fmla="*/ 27 h 41"/>
              <a:gd name="T6" fmla="*/ 5 w 50"/>
              <a:gd name="T7" fmla="*/ 27 h 41"/>
              <a:gd name="T8" fmla="*/ 9 w 50"/>
              <a:gd name="T9" fmla="*/ 27 h 41"/>
              <a:gd name="T10" fmla="*/ 11 w 50"/>
              <a:gd name="T11" fmla="*/ 31 h 41"/>
              <a:gd name="T12" fmla="*/ 12 w 50"/>
              <a:gd name="T13" fmla="*/ 35 h 41"/>
              <a:gd name="T14" fmla="*/ 30 w 50"/>
              <a:gd name="T15" fmla="*/ 4 h 41"/>
              <a:gd name="T16" fmla="*/ 28 w 50"/>
              <a:gd name="T17" fmla="*/ 8 h 41"/>
              <a:gd name="T18" fmla="*/ 22 w 50"/>
              <a:gd name="T19" fmla="*/ 6 h 41"/>
              <a:gd name="T20" fmla="*/ 19 w 50"/>
              <a:gd name="T21" fmla="*/ 2 h 41"/>
              <a:gd name="T22" fmla="*/ 18 w 50"/>
              <a:gd name="T23" fmla="*/ 1 h 41"/>
              <a:gd name="T24" fmla="*/ 16 w 50"/>
              <a:gd name="T25" fmla="*/ 0 h 41"/>
              <a:gd name="T26" fmla="*/ 14 w 50"/>
              <a:gd name="T27" fmla="*/ 1 h 41"/>
              <a:gd name="T28" fmla="*/ 14 w 50"/>
              <a:gd name="T29" fmla="*/ 3 h 41"/>
              <a:gd name="T30" fmla="*/ 17 w 50"/>
              <a:gd name="T31" fmla="*/ 7 h 41"/>
              <a:gd name="T32" fmla="*/ 14 w 50"/>
              <a:gd name="T33" fmla="*/ 9 h 41"/>
              <a:gd name="T34" fmla="*/ 9 w 50"/>
              <a:gd name="T35" fmla="*/ 7 h 41"/>
              <a:gd name="T36" fmla="*/ 5 w 50"/>
              <a:gd name="T37" fmla="*/ 5 h 41"/>
              <a:gd name="T38" fmla="*/ 3 w 50"/>
              <a:gd name="T39" fmla="*/ 8 h 41"/>
              <a:gd name="T40" fmla="*/ 4 w 50"/>
              <a:gd name="T41" fmla="*/ 9 h 41"/>
              <a:gd name="T42" fmla="*/ 5 w 50"/>
              <a:gd name="T43" fmla="*/ 10 h 41"/>
              <a:gd name="T44" fmla="*/ 8 w 50"/>
              <a:gd name="T45" fmla="*/ 12 h 41"/>
              <a:gd name="T46" fmla="*/ 7 w 50"/>
              <a:gd name="T47" fmla="*/ 17 h 41"/>
              <a:gd name="T48" fmla="*/ 11 w 50"/>
              <a:gd name="T49" fmla="*/ 19 h 41"/>
              <a:gd name="T50" fmla="*/ 8 w 50"/>
              <a:gd name="T51" fmla="*/ 22 h 41"/>
              <a:gd name="T52" fmla="*/ 10 w 50"/>
              <a:gd name="T53" fmla="*/ 24 h 41"/>
              <a:gd name="T54" fmla="*/ 14 w 50"/>
              <a:gd name="T55" fmla="*/ 26 h 41"/>
              <a:gd name="T56" fmla="*/ 16 w 50"/>
              <a:gd name="T57" fmla="*/ 28 h 41"/>
              <a:gd name="T58" fmla="*/ 16 w 50"/>
              <a:gd name="T59" fmla="*/ 30 h 41"/>
              <a:gd name="T60" fmla="*/ 15 w 50"/>
              <a:gd name="T61" fmla="*/ 31 h 41"/>
              <a:gd name="T62" fmla="*/ 15 w 50"/>
              <a:gd name="T63" fmla="*/ 34 h 41"/>
              <a:gd name="T64" fmla="*/ 20 w 50"/>
              <a:gd name="T65" fmla="*/ 31 h 41"/>
              <a:gd name="T66" fmla="*/ 23 w 50"/>
              <a:gd name="T67" fmla="*/ 28 h 41"/>
              <a:gd name="T68" fmla="*/ 27 w 50"/>
              <a:gd name="T69" fmla="*/ 25 h 41"/>
              <a:gd name="T70" fmla="*/ 29 w 50"/>
              <a:gd name="T71" fmla="*/ 26 h 41"/>
              <a:gd name="T72" fmla="*/ 32 w 50"/>
              <a:gd name="T73" fmla="*/ 29 h 41"/>
              <a:gd name="T74" fmla="*/ 31 w 50"/>
              <a:gd name="T75" fmla="*/ 33 h 41"/>
              <a:gd name="T76" fmla="*/ 31 w 50"/>
              <a:gd name="T77" fmla="*/ 37 h 41"/>
              <a:gd name="T78" fmla="*/ 33 w 50"/>
              <a:gd name="T79" fmla="*/ 39 h 41"/>
              <a:gd name="T80" fmla="*/ 37 w 50"/>
              <a:gd name="T81" fmla="*/ 38 h 41"/>
              <a:gd name="T82" fmla="*/ 37 w 50"/>
              <a:gd name="T83" fmla="*/ 34 h 41"/>
              <a:gd name="T84" fmla="*/ 39 w 50"/>
              <a:gd name="T85" fmla="*/ 33 h 41"/>
              <a:gd name="T86" fmla="*/ 40 w 50"/>
              <a:gd name="T87" fmla="*/ 32 h 41"/>
              <a:gd name="T88" fmla="*/ 41 w 50"/>
              <a:gd name="T89" fmla="*/ 30 h 41"/>
              <a:gd name="T90" fmla="*/ 41 w 50"/>
              <a:gd name="T91" fmla="*/ 25 h 41"/>
              <a:gd name="T92" fmla="*/ 42 w 50"/>
              <a:gd name="T93" fmla="*/ 22 h 41"/>
              <a:gd name="T94" fmla="*/ 45 w 50"/>
              <a:gd name="T95" fmla="*/ 19 h 41"/>
              <a:gd name="T96" fmla="*/ 50 w 50"/>
              <a:gd name="T97" fmla="*/ 19 h 41"/>
              <a:gd name="T98" fmla="*/ 44 w 50"/>
              <a:gd name="T99" fmla="*/ 15 h 41"/>
              <a:gd name="T100" fmla="*/ 41 w 50"/>
              <a:gd name="T101" fmla="*/ 12 h 41"/>
              <a:gd name="T102" fmla="*/ 36 w 50"/>
              <a:gd name="T103" fmla="*/ 3 h 41"/>
              <a:gd name="T104" fmla="*/ 33 w 50"/>
              <a:gd name="T105" fmla="*/ 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41">
                <a:moveTo>
                  <a:pt x="12" y="35"/>
                </a:moveTo>
                <a:cubicBezTo>
                  <a:pt x="9" y="35"/>
                  <a:pt x="7" y="34"/>
                  <a:pt x="5" y="32"/>
                </a:cubicBezTo>
                <a:cubicBezTo>
                  <a:pt x="4" y="31"/>
                  <a:pt x="3" y="30"/>
                  <a:pt x="2" y="29"/>
                </a:cubicBezTo>
                <a:cubicBezTo>
                  <a:pt x="2" y="28"/>
                  <a:pt x="1" y="26"/>
                  <a:pt x="0" y="26"/>
                </a:cubicBezTo>
                <a:cubicBezTo>
                  <a:pt x="0" y="25"/>
                  <a:pt x="2" y="25"/>
                  <a:pt x="2" y="25"/>
                </a:cubicBezTo>
                <a:cubicBezTo>
                  <a:pt x="4" y="25"/>
                  <a:pt x="3" y="26"/>
                  <a:pt x="4" y="27"/>
                </a:cubicBezTo>
                <a:cubicBezTo>
                  <a:pt x="4" y="27"/>
                  <a:pt x="4" y="27"/>
                  <a:pt x="5" y="27"/>
                </a:cubicBezTo>
                <a:cubicBezTo>
                  <a:pt x="5" y="27"/>
                  <a:pt x="5" y="27"/>
                  <a:pt x="5" y="27"/>
                </a:cubicBezTo>
                <a:cubicBezTo>
                  <a:pt x="6" y="28"/>
                  <a:pt x="6" y="27"/>
                  <a:pt x="7" y="27"/>
                </a:cubicBezTo>
                <a:cubicBezTo>
                  <a:pt x="8" y="27"/>
                  <a:pt x="9" y="26"/>
                  <a:pt x="9" y="27"/>
                </a:cubicBezTo>
                <a:cubicBezTo>
                  <a:pt x="10" y="29"/>
                  <a:pt x="9" y="29"/>
                  <a:pt x="10" y="30"/>
                </a:cubicBezTo>
                <a:cubicBezTo>
                  <a:pt x="10" y="30"/>
                  <a:pt x="11" y="30"/>
                  <a:pt x="11" y="31"/>
                </a:cubicBezTo>
                <a:cubicBezTo>
                  <a:pt x="11" y="31"/>
                  <a:pt x="11" y="31"/>
                  <a:pt x="11" y="32"/>
                </a:cubicBezTo>
                <a:cubicBezTo>
                  <a:pt x="11" y="33"/>
                  <a:pt x="12" y="34"/>
                  <a:pt x="12" y="35"/>
                </a:cubicBezTo>
                <a:close/>
                <a:moveTo>
                  <a:pt x="33" y="2"/>
                </a:moveTo>
                <a:cubicBezTo>
                  <a:pt x="32" y="4"/>
                  <a:pt x="31" y="4"/>
                  <a:pt x="30" y="4"/>
                </a:cubicBezTo>
                <a:cubicBezTo>
                  <a:pt x="29" y="5"/>
                  <a:pt x="28" y="6"/>
                  <a:pt x="28" y="6"/>
                </a:cubicBezTo>
                <a:cubicBezTo>
                  <a:pt x="28" y="7"/>
                  <a:pt x="28" y="8"/>
                  <a:pt x="28" y="8"/>
                </a:cubicBezTo>
                <a:cubicBezTo>
                  <a:pt x="27" y="8"/>
                  <a:pt x="25" y="8"/>
                  <a:pt x="24" y="7"/>
                </a:cubicBezTo>
                <a:cubicBezTo>
                  <a:pt x="23" y="7"/>
                  <a:pt x="23" y="7"/>
                  <a:pt x="22" y="6"/>
                </a:cubicBezTo>
                <a:cubicBezTo>
                  <a:pt x="22" y="5"/>
                  <a:pt x="22" y="4"/>
                  <a:pt x="21" y="4"/>
                </a:cubicBezTo>
                <a:cubicBezTo>
                  <a:pt x="20" y="3"/>
                  <a:pt x="20" y="2"/>
                  <a:pt x="19" y="2"/>
                </a:cubicBezTo>
                <a:cubicBezTo>
                  <a:pt x="19" y="2"/>
                  <a:pt x="19" y="2"/>
                  <a:pt x="18" y="1"/>
                </a:cubicBezTo>
                <a:cubicBezTo>
                  <a:pt x="18" y="1"/>
                  <a:pt x="18" y="1"/>
                  <a:pt x="18" y="1"/>
                </a:cubicBezTo>
                <a:cubicBezTo>
                  <a:pt x="17" y="0"/>
                  <a:pt x="17" y="1"/>
                  <a:pt x="16" y="1"/>
                </a:cubicBezTo>
                <a:cubicBezTo>
                  <a:pt x="16" y="0"/>
                  <a:pt x="16" y="0"/>
                  <a:pt x="16" y="0"/>
                </a:cubicBezTo>
                <a:cubicBezTo>
                  <a:pt x="15" y="0"/>
                  <a:pt x="15" y="0"/>
                  <a:pt x="15" y="0"/>
                </a:cubicBezTo>
                <a:cubicBezTo>
                  <a:pt x="15" y="1"/>
                  <a:pt x="14" y="1"/>
                  <a:pt x="14" y="1"/>
                </a:cubicBezTo>
                <a:cubicBezTo>
                  <a:pt x="14" y="1"/>
                  <a:pt x="13" y="2"/>
                  <a:pt x="13" y="2"/>
                </a:cubicBezTo>
                <a:cubicBezTo>
                  <a:pt x="13" y="3"/>
                  <a:pt x="13" y="3"/>
                  <a:pt x="14" y="3"/>
                </a:cubicBezTo>
                <a:cubicBezTo>
                  <a:pt x="14" y="3"/>
                  <a:pt x="14" y="4"/>
                  <a:pt x="14" y="4"/>
                </a:cubicBezTo>
                <a:cubicBezTo>
                  <a:pt x="14" y="6"/>
                  <a:pt x="17" y="5"/>
                  <a:pt x="17" y="7"/>
                </a:cubicBezTo>
                <a:cubicBezTo>
                  <a:pt x="17" y="8"/>
                  <a:pt x="17" y="9"/>
                  <a:pt x="16" y="9"/>
                </a:cubicBezTo>
                <a:cubicBezTo>
                  <a:pt x="15" y="10"/>
                  <a:pt x="15" y="9"/>
                  <a:pt x="14" y="9"/>
                </a:cubicBezTo>
                <a:cubicBezTo>
                  <a:pt x="13" y="8"/>
                  <a:pt x="13" y="8"/>
                  <a:pt x="12" y="8"/>
                </a:cubicBezTo>
                <a:cubicBezTo>
                  <a:pt x="11" y="8"/>
                  <a:pt x="10" y="8"/>
                  <a:pt x="9" y="7"/>
                </a:cubicBezTo>
                <a:cubicBezTo>
                  <a:pt x="8" y="6"/>
                  <a:pt x="8" y="6"/>
                  <a:pt x="7" y="5"/>
                </a:cubicBezTo>
                <a:cubicBezTo>
                  <a:pt x="6" y="5"/>
                  <a:pt x="5" y="5"/>
                  <a:pt x="5" y="5"/>
                </a:cubicBezTo>
                <a:cubicBezTo>
                  <a:pt x="4" y="6"/>
                  <a:pt x="3" y="6"/>
                  <a:pt x="2" y="7"/>
                </a:cubicBezTo>
                <a:cubicBezTo>
                  <a:pt x="2" y="8"/>
                  <a:pt x="3" y="7"/>
                  <a:pt x="3" y="8"/>
                </a:cubicBezTo>
                <a:cubicBezTo>
                  <a:pt x="3" y="8"/>
                  <a:pt x="4" y="8"/>
                  <a:pt x="4" y="8"/>
                </a:cubicBezTo>
                <a:cubicBezTo>
                  <a:pt x="4" y="8"/>
                  <a:pt x="4" y="8"/>
                  <a:pt x="4" y="9"/>
                </a:cubicBezTo>
                <a:cubicBezTo>
                  <a:pt x="4" y="9"/>
                  <a:pt x="3" y="9"/>
                  <a:pt x="3" y="9"/>
                </a:cubicBezTo>
                <a:cubicBezTo>
                  <a:pt x="3" y="10"/>
                  <a:pt x="4" y="10"/>
                  <a:pt x="5" y="10"/>
                </a:cubicBezTo>
                <a:cubicBezTo>
                  <a:pt x="5" y="10"/>
                  <a:pt x="6" y="10"/>
                  <a:pt x="6" y="11"/>
                </a:cubicBezTo>
                <a:cubicBezTo>
                  <a:pt x="7" y="11"/>
                  <a:pt x="8" y="12"/>
                  <a:pt x="8" y="12"/>
                </a:cubicBezTo>
                <a:cubicBezTo>
                  <a:pt x="8" y="14"/>
                  <a:pt x="5" y="13"/>
                  <a:pt x="6" y="15"/>
                </a:cubicBezTo>
                <a:cubicBezTo>
                  <a:pt x="6" y="15"/>
                  <a:pt x="7" y="16"/>
                  <a:pt x="7" y="17"/>
                </a:cubicBezTo>
                <a:cubicBezTo>
                  <a:pt x="8" y="18"/>
                  <a:pt x="9" y="18"/>
                  <a:pt x="9" y="18"/>
                </a:cubicBezTo>
                <a:cubicBezTo>
                  <a:pt x="10" y="19"/>
                  <a:pt x="11" y="19"/>
                  <a:pt x="11" y="19"/>
                </a:cubicBezTo>
                <a:cubicBezTo>
                  <a:pt x="11" y="20"/>
                  <a:pt x="11" y="21"/>
                  <a:pt x="10" y="21"/>
                </a:cubicBezTo>
                <a:cubicBezTo>
                  <a:pt x="10" y="22"/>
                  <a:pt x="7" y="21"/>
                  <a:pt x="8" y="22"/>
                </a:cubicBezTo>
                <a:cubicBezTo>
                  <a:pt x="9" y="23"/>
                  <a:pt x="9" y="23"/>
                  <a:pt x="10" y="23"/>
                </a:cubicBezTo>
                <a:cubicBezTo>
                  <a:pt x="10" y="23"/>
                  <a:pt x="10" y="24"/>
                  <a:pt x="10" y="24"/>
                </a:cubicBezTo>
                <a:cubicBezTo>
                  <a:pt x="10" y="24"/>
                  <a:pt x="11" y="24"/>
                  <a:pt x="11" y="24"/>
                </a:cubicBezTo>
                <a:cubicBezTo>
                  <a:pt x="12" y="25"/>
                  <a:pt x="14" y="28"/>
                  <a:pt x="14" y="26"/>
                </a:cubicBezTo>
                <a:cubicBezTo>
                  <a:pt x="15" y="27"/>
                  <a:pt x="15" y="26"/>
                  <a:pt x="16" y="27"/>
                </a:cubicBezTo>
                <a:cubicBezTo>
                  <a:pt x="16" y="27"/>
                  <a:pt x="16" y="28"/>
                  <a:pt x="16" y="28"/>
                </a:cubicBezTo>
                <a:cubicBezTo>
                  <a:pt x="15" y="28"/>
                  <a:pt x="15" y="28"/>
                  <a:pt x="15" y="29"/>
                </a:cubicBezTo>
                <a:cubicBezTo>
                  <a:pt x="15" y="29"/>
                  <a:pt x="16" y="30"/>
                  <a:pt x="16" y="30"/>
                </a:cubicBezTo>
                <a:cubicBezTo>
                  <a:pt x="16" y="30"/>
                  <a:pt x="17" y="31"/>
                  <a:pt x="16" y="31"/>
                </a:cubicBezTo>
                <a:cubicBezTo>
                  <a:pt x="16" y="31"/>
                  <a:pt x="15" y="31"/>
                  <a:pt x="15" y="31"/>
                </a:cubicBezTo>
                <a:cubicBezTo>
                  <a:pt x="14" y="31"/>
                  <a:pt x="15" y="32"/>
                  <a:pt x="15" y="32"/>
                </a:cubicBezTo>
                <a:cubicBezTo>
                  <a:pt x="16" y="33"/>
                  <a:pt x="15" y="33"/>
                  <a:pt x="15" y="34"/>
                </a:cubicBezTo>
                <a:cubicBezTo>
                  <a:pt x="17" y="35"/>
                  <a:pt x="18" y="32"/>
                  <a:pt x="19" y="32"/>
                </a:cubicBezTo>
                <a:cubicBezTo>
                  <a:pt x="19" y="31"/>
                  <a:pt x="20" y="31"/>
                  <a:pt x="20" y="31"/>
                </a:cubicBezTo>
                <a:cubicBezTo>
                  <a:pt x="21" y="30"/>
                  <a:pt x="21" y="30"/>
                  <a:pt x="22" y="29"/>
                </a:cubicBezTo>
                <a:cubicBezTo>
                  <a:pt x="22" y="29"/>
                  <a:pt x="23" y="29"/>
                  <a:pt x="23" y="28"/>
                </a:cubicBezTo>
                <a:cubicBezTo>
                  <a:pt x="24" y="28"/>
                  <a:pt x="24" y="28"/>
                  <a:pt x="25" y="27"/>
                </a:cubicBezTo>
                <a:cubicBezTo>
                  <a:pt x="26" y="27"/>
                  <a:pt x="27" y="27"/>
                  <a:pt x="27" y="25"/>
                </a:cubicBezTo>
                <a:cubicBezTo>
                  <a:pt x="27" y="25"/>
                  <a:pt x="28" y="26"/>
                  <a:pt x="28" y="26"/>
                </a:cubicBezTo>
                <a:cubicBezTo>
                  <a:pt x="28" y="26"/>
                  <a:pt x="29" y="26"/>
                  <a:pt x="29" y="26"/>
                </a:cubicBezTo>
                <a:cubicBezTo>
                  <a:pt x="29" y="26"/>
                  <a:pt x="30" y="26"/>
                  <a:pt x="30" y="27"/>
                </a:cubicBezTo>
                <a:cubicBezTo>
                  <a:pt x="31" y="27"/>
                  <a:pt x="33" y="28"/>
                  <a:pt x="32" y="29"/>
                </a:cubicBezTo>
                <a:cubicBezTo>
                  <a:pt x="31" y="30"/>
                  <a:pt x="30" y="30"/>
                  <a:pt x="30" y="31"/>
                </a:cubicBezTo>
                <a:cubicBezTo>
                  <a:pt x="30" y="32"/>
                  <a:pt x="32" y="33"/>
                  <a:pt x="31" y="33"/>
                </a:cubicBezTo>
                <a:cubicBezTo>
                  <a:pt x="31" y="34"/>
                  <a:pt x="29" y="34"/>
                  <a:pt x="29" y="35"/>
                </a:cubicBezTo>
                <a:cubicBezTo>
                  <a:pt x="29" y="36"/>
                  <a:pt x="30" y="36"/>
                  <a:pt x="31" y="37"/>
                </a:cubicBezTo>
                <a:cubicBezTo>
                  <a:pt x="31" y="37"/>
                  <a:pt x="31" y="38"/>
                  <a:pt x="32" y="38"/>
                </a:cubicBezTo>
                <a:cubicBezTo>
                  <a:pt x="32" y="38"/>
                  <a:pt x="33" y="38"/>
                  <a:pt x="33" y="39"/>
                </a:cubicBezTo>
                <a:cubicBezTo>
                  <a:pt x="34" y="40"/>
                  <a:pt x="34" y="41"/>
                  <a:pt x="36" y="40"/>
                </a:cubicBezTo>
                <a:cubicBezTo>
                  <a:pt x="36" y="39"/>
                  <a:pt x="36" y="39"/>
                  <a:pt x="37" y="38"/>
                </a:cubicBezTo>
                <a:cubicBezTo>
                  <a:pt x="37" y="37"/>
                  <a:pt x="36" y="37"/>
                  <a:pt x="36" y="36"/>
                </a:cubicBezTo>
                <a:cubicBezTo>
                  <a:pt x="36" y="35"/>
                  <a:pt x="37" y="35"/>
                  <a:pt x="37" y="34"/>
                </a:cubicBezTo>
                <a:cubicBezTo>
                  <a:pt x="38" y="33"/>
                  <a:pt x="38" y="33"/>
                  <a:pt x="38" y="32"/>
                </a:cubicBezTo>
                <a:cubicBezTo>
                  <a:pt x="38" y="32"/>
                  <a:pt x="38" y="33"/>
                  <a:pt x="39" y="33"/>
                </a:cubicBezTo>
                <a:cubicBezTo>
                  <a:pt x="39" y="33"/>
                  <a:pt x="39" y="33"/>
                  <a:pt x="38" y="34"/>
                </a:cubicBezTo>
                <a:cubicBezTo>
                  <a:pt x="39" y="34"/>
                  <a:pt x="39" y="33"/>
                  <a:pt x="40" y="32"/>
                </a:cubicBezTo>
                <a:cubicBezTo>
                  <a:pt x="40" y="31"/>
                  <a:pt x="40" y="31"/>
                  <a:pt x="40" y="30"/>
                </a:cubicBezTo>
                <a:cubicBezTo>
                  <a:pt x="41" y="30"/>
                  <a:pt x="41" y="30"/>
                  <a:pt x="41" y="30"/>
                </a:cubicBezTo>
                <a:cubicBezTo>
                  <a:pt x="42" y="29"/>
                  <a:pt x="40" y="28"/>
                  <a:pt x="40" y="27"/>
                </a:cubicBezTo>
                <a:cubicBezTo>
                  <a:pt x="40" y="27"/>
                  <a:pt x="41" y="26"/>
                  <a:pt x="41" y="25"/>
                </a:cubicBezTo>
                <a:cubicBezTo>
                  <a:pt x="41" y="25"/>
                  <a:pt x="41" y="24"/>
                  <a:pt x="41" y="23"/>
                </a:cubicBezTo>
                <a:cubicBezTo>
                  <a:pt x="42" y="23"/>
                  <a:pt x="42" y="23"/>
                  <a:pt x="42" y="22"/>
                </a:cubicBezTo>
                <a:cubicBezTo>
                  <a:pt x="42" y="22"/>
                  <a:pt x="42" y="21"/>
                  <a:pt x="42" y="21"/>
                </a:cubicBezTo>
                <a:cubicBezTo>
                  <a:pt x="43" y="20"/>
                  <a:pt x="44" y="20"/>
                  <a:pt x="45" y="19"/>
                </a:cubicBezTo>
                <a:cubicBezTo>
                  <a:pt x="45" y="19"/>
                  <a:pt x="46" y="19"/>
                  <a:pt x="47" y="18"/>
                </a:cubicBezTo>
                <a:cubicBezTo>
                  <a:pt x="48" y="17"/>
                  <a:pt x="49" y="19"/>
                  <a:pt x="50" y="19"/>
                </a:cubicBezTo>
                <a:cubicBezTo>
                  <a:pt x="50" y="18"/>
                  <a:pt x="49" y="16"/>
                  <a:pt x="48" y="16"/>
                </a:cubicBezTo>
                <a:cubicBezTo>
                  <a:pt x="47" y="15"/>
                  <a:pt x="46" y="16"/>
                  <a:pt x="44" y="15"/>
                </a:cubicBezTo>
                <a:cubicBezTo>
                  <a:pt x="43" y="15"/>
                  <a:pt x="43" y="15"/>
                  <a:pt x="42" y="14"/>
                </a:cubicBezTo>
                <a:cubicBezTo>
                  <a:pt x="42" y="13"/>
                  <a:pt x="41" y="12"/>
                  <a:pt x="41" y="12"/>
                </a:cubicBezTo>
                <a:cubicBezTo>
                  <a:pt x="39" y="11"/>
                  <a:pt x="39" y="7"/>
                  <a:pt x="38" y="6"/>
                </a:cubicBezTo>
                <a:cubicBezTo>
                  <a:pt x="38" y="5"/>
                  <a:pt x="37" y="4"/>
                  <a:pt x="36" y="3"/>
                </a:cubicBezTo>
                <a:cubicBezTo>
                  <a:pt x="36" y="2"/>
                  <a:pt x="35" y="1"/>
                  <a:pt x="34" y="0"/>
                </a:cubicBezTo>
                <a:cubicBezTo>
                  <a:pt x="34" y="1"/>
                  <a:pt x="33" y="2"/>
                  <a:pt x="33" y="2"/>
                </a:cubicBezTo>
                <a:cubicBezTo>
                  <a:pt x="32" y="3"/>
                  <a:pt x="33" y="2"/>
                  <a:pt x="33" y="2"/>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4" name="Freeform 53"/>
          <p:cNvSpPr>
            <a:spLocks/>
          </p:cNvSpPr>
          <p:nvPr/>
        </p:nvSpPr>
        <p:spPr bwMode="auto">
          <a:xfrm>
            <a:off x="6489701" y="4522788"/>
            <a:ext cx="114300" cy="114300"/>
          </a:xfrm>
          <a:custGeom>
            <a:avLst/>
            <a:gdLst>
              <a:gd name="T0" fmla="*/ 12 w 28"/>
              <a:gd name="T1" fmla="*/ 0 h 28"/>
              <a:gd name="T2" fmla="*/ 10 w 28"/>
              <a:gd name="T3" fmla="*/ 1 h 28"/>
              <a:gd name="T4" fmla="*/ 8 w 28"/>
              <a:gd name="T5" fmla="*/ 1 h 28"/>
              <a:gd name="T6" fmla="*/ 6 w 28"/>
              <a:gd name="T7" fmla="*/ 1 h 28"/>
              <a:gd name="T8" fmla="*/ 5 w 28"/>
              <a:gd name="T9" fmla="*/ 1 h 28"/>
              <a:gd name="T10" fmla="*/ 3 w 28"/>
              <a:gd name="T11" fmla="*/ 2 h 28"/>
              <a:gd name="T12" fmla="*/ 2 w 28"/>
              <a:gd name="T13" fmla="*/ 2 h 28"/>
              <a:gd name="T14" fmla="*/ 0 w 28"/>
              <a:gd name="T15" fmla="*/ 2 h 28"/>
              <a:gd name="T16" fmla="*/ 0 w 28"/>
              <a:gd name="T17" fmla="*/ 3 h 28"/>
              <a:gd name="T18" fmla="*/ 1 w 28"/>
              <a:gd name="T19" fmla="*/ 4 h 28"/>
              <a:gd name="T20" fmla="*/ 1 w 28"/>
              <a:gd name="T21" fmla="*/ 7 h 28"/>
              <a:gd name="T22" fmla="*/ 1 w 28"/>
              <a:gd name="T23" fmla="*/ 10 h 28"/>
              <a:gd name="T24" fmla="*/ 2 w 28"/>
              <a:gd name="T25" fmla="*/ 13 h 28"/>
              <a:gd name="T26" fmla="*/ 4 w 28"/>
              <a:gd name="T27" fmla="*/ 15 h 28"/>
              <a:gd name="T28" fmla="*/ 7 w 28"/>
              <a:gd name="T29" fmla="*/ 15 h 28"/>
              <a:gd name="T30" fmla="*/ 10 w 28"/>
              <a:gd name="T31" fmla="*/ 16 h 28"/>
              <a:gd name="T32" fmla="*/ 11 w 28"/>
              <a:gd name="T33" fmla="*/ 19 h 28"/>
              <a:gd name="T34" fmla="*/ 13 w 28"/>
              <a:gd name="T35" fmla="*/ 18 h 28"/>
              <a:gd name="T36" fmla="*/ 15 w 28"/>
              <a:gd name="T37" fmla="*/ 20 h 28"/>
              <a:gd name="T38" fmla="*/ 16 w 28"/>
              <a:gd name="T39" fmla="*/ 20 h 28"/>
              <a:gd name="T40" fmla="*/ 16 w 28"/>
              <a:gd name="T41" fmla="*/ 20 h 28"/>
              <a:gd name="T42" fmla="*/ 18 w 28"/>
              <a:gd name="T43" fmla="*/ 20 h 28"/>
              <a:gd name="T44" fmla="*/ 20 w 28"/>
              <a:gd name="T45" fmla="*/ 20 h 28"/>
              <a:gd name="T46" fmla="*/ 20 w 28"/>
              <a:gd name="T47" fmla="*/ 22 h 28"/>
              <a:gd name="T48" fmla="*/ 22 w 28"/>
              <a:gd name="T49" fmla="*/ 23 h 28"/>
              <a:gd name="T50" fmla="*/ 22 w 28"/>
              <a:gd name="T51" fmla="*/ 25 h 28"/>
              <a:gd name="T52" fmla="*/ 23 w 28"/>
              <a:gd name="T53" fmla="*/ 28 h 28"/>
              <a:gd name="T54" fmla="*/ 26 w 28"/>
              <a:gd name="T55" fmla="*/ 27 h 28"/>
              <a:gd name="T56" fmla="*/ 26 w 28"/>
              <a:gd name="T57" fmla="*/ 25 h 28"/>
              <a:gd name="T58" fmla="*/ 26 w 28"/>
              <a:gd name="T59" fmla="*/ 24 h 28"/>
              <a:gd name="T60" fmla="*/ 27 w 28"/>
              <a:gd name="T61" fmla="*/ 24 h 28"/>
              <a:gd name="T62" fmla="*/ 27 w 28"/>
              <a:gd name="T63" fmla="*/ 23 h 28"/>
              <a:gd name="T64" fmla="*/ 26 w 28"/>
              <a:gd name="T65" fmla="*/ 22 h 28"/>
              <a:gd name="T66" fmla="*/ 27 w 28"/>
              <a:gd name="T67" fmla="*/ 21 h 28"/>
              <a:gd name="T68" fmla="*/ 27 w 28"/>
              <a:gd name="T69" fmla="*/ 20 h 28"/>
              <a:gd name="T70" fmla="*/ 25 w 28"/>
              <a:gd name="T71" fmla="*/ 19 h 28"/>
              <a:gd name="T72" fmla="*/ 22 w 28"/>
              <a:gd name="T73" fmla="*/ 18 h 28"/>
              <a:gd name="T74" fmla="*/ 21 w 28"/>
              <a:gd name="T75" fmla="*/ 17 h 28"/>
              <a:gd name="T76" fmla="*/ 21 w 28"/>
              <a:gd name="T77" fmla="*/ 16 h 28"/>
              <a:gd name="T78" fmla="*/ 19 w 28"/>
              <a:gd name="T79" fmla="*/ 15 h 28"/>
              <a:gd name="T80" fmla="*/ 21 w 28"/>
              <a:gd name="T81" fmla="*/ 14 h 28"/>
              <a:gd name="T82" fmla="*/ 22 w 28"/>
              <a:gd name="T83" fmla="*/ 13 h 28"/>
              <a:gd name="T84" fmla="*/ 20 w 28"/>
              <a:gd name="T85" fmla="*/ 11 h 28"/>
              <a:gd name="T86" fmla="*/ 18 w 28"/>
              <a:gd name="T87" fmla="*/ 10 h 28"/>
              <a:gd name="T88" fmla="*/ 17 w 28"/>
              <a:gd name="T89" fmla="*/ 8 h 28"/>
              <a:gd name="T90" fmla="*/ 19 w 28"/>
              <a:gd name="T91" fmla="*/ 5 h 28"/>
              <a:gd name="T92" fmla="*/ 17 w 28"/>
              <a:gd name="T93" fmla="*/ 4 h 28"/>
              <a:gd name="T94" fmla="*/ 16 w 28"/>
              <a:gd name="T95" fmla="*/ 3 h 28"/>
              <a:gd name="T96" fmla="*/ 14 w 28"/>
              <a:gd name="T97" fmla="*/ 2 h 28"/>
              <a:gd name="T98" fmla="*/ 15 w 28"/>
              <a:gd name="T99" fmla="*/ 2 h 28"/>
              <a:gd name="T100" fmla="*/ 14 w 28"/>
              <a:gd name="T101" fmla="*/ 1 h 28"/>
              <a:gd name="T102" fmla="*/ 14 w 28"/>
              <a:gd name="T103" fmla="*/ 0 h 28"/>
              <a:gd name="T104" fmla="*/ 12 w 28"/>
              <a:gd name="T10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28">
                <a:moveTo>
                  <a:pt x="12" y="0"/>
                </a:moveTo>
                <a:cubicBezTo>
                  <a:pt x="11" y="1"/>
                  <a:pt x="11" y="1"/>
                  <a:pt x="10" y="1"/>
                </a:cubicBezTo>
                <a:cubicBezTo>
                  <a:pt x="9" y="1"/>
                  <a:pt x="9" y="1"/>
                  <a:pt x="8" y="1"/>
                </a:cubicBezTo>
                <a:cubicBezTo>
                  <a:pt x="8" y="1"/>
                  <a:pt x="6" y="0"/>
                  <a:pt x="6" y="1"/>
                </a:cubicBezTo>
                <a:cubicBezTo>
                  <a:pt x="5" y="1"/>
                  <a:pt x="5" y="1"/>
                  <a:pt x="5" y="1"/>
                </a:cubicBezTo>
                <a:cubicBezTo>
                  <a:pt x="4" y="1"/>
                  <a:pt x="4" y="1"/>
                  <a:pt x="3" y="2"/>
                </a:cubicBezTo>
                <a:cubicBezTo>
                  <a:pt x="3" y="2"/>
                  <a:pt x="2" y="2"/>
                  <a:pt x="2" y="2"/>
                </a:cubicBezTo>
                <a:cubicBezTo>
                  <a:pt x="1" y="2"/>
                  <a:pt x="1" y="2"/>
                  <a:pt x="0" y="2"/>
                </a:cubicBezTo>
                <a:cubicBezTo>
                  <a:pt x="0" y="2"/>
                  <a:pt x="0" y="3"/>
                  <a:pt x="0" y="3"/>
                </a:cubicBezTo>
                <a:cubicBezTo>
                  <a:pt x="1" y="4"/>
                  <a:pt x="1" y="4"/>
                  <a:pt x="1" y="4"/>
                </a:cubicBezTo>
                <a:cubicBezTo>
                  <a:pt x="2" y="6"/>
                  <a:pt x="2" y="6"/>
                  <a:pt x="1" y="7"/>
                </a:cubicBezTo>
                <a:cubicBezTo>
                  <a:pt x="1" y="8"/>
                  <a:pt x="1" y="9"/>
                  <a:pt x="1" y="10"/>
                </a:cubicBezTo>
                <a:cubicBezTo>
                  <a:pt x="1" y="11"/>
                  <a:pt x="2" y="12"/>
                  <a:pt x="2" y="13"/>
                </a:cubicBezTo>
                <a:cubicBezTo>
                  <a:pt x="3" y="14"/>
                  <a:pt x="3" y="15"/>
                  <a:pt x="4" y="15"/>
                </a:cubicBezTo>
                <a:cubicBezTo>
                  <a:pt x="5" y="15"/>
                  <a:pt x="6" y="14"/>
                  <a:pt x="7" y="15"/>
                </a:cubicBezTo>
                <a:cubicBezTo>
                  <a:pt x="8" y="15"/>
                  <a:pt x="9" y="16"/>
                  <a:pt x="10" y="16"/>
                </a:cubicBezTo>
                <a:cubicBezTo>
                  <a:pt x="10" y="17"/>
                  <a:pt x="11" y="17"/>
                  <a:pt x="11" y="19"/>
                </a:cubicBezTo>
                <a:cubicBezTo>
                  <a:pt x="11" y="18"/>
                  <a:pt x="13" y="18"/>
                  <a:pt x="13" y="18"/>
                </a:cubicBezTo>
                <a:cubicBezTo>
                  <a:pt x="15" y="18"/>
                  <a:pt x="14" y="19"/>
                  <a:pt x="15" y="20"/>
                </a:cubicBezTo>
                <a:cubicBezTo>
                  <a:pt x="15" y="20"/>
                  <a:pt x="15" y="20"/>
                  <a:pt x="16" y="20"/>
                </a:cubicBezTo>
                <a:cubicBezTo>
                  <a:pt x="16" y="20"/>
                  <a:pt x="16" y="20"/>
                  <a:pt x="16" y="20"/>
                </a:cubicBezTo>
                <a:cubicBezTo>
                  <a:pt x="17" y="21"/>
                  <a:pt x="18" y="20"/>
                  <a:pt x="18" y="20"/>
                </a:cubicBezTo>
                <a:cubicBezTo>
                  <a:pt x="19" y="20"/>
                  <a:pt x="20" y="20"/>
                  <a:pt x="20" y="20"/>
                </a:cubicBezTo>
                <a:cubicBezTo>
                  <a:pt x="21" y="20"/>
                  <a:pt x="20" y="21"/>
                  <a:pt x="20" y="22"/>
                </a:cubicBezTo>
                <a:cubicBezTo>
                  <a:pt x="20" y="23"/>
                  <a:pt x="22" y="22"/>
                  <a:pt x="22" y="23"/>
                </a:cubicBezTo>
                <a:cubicBezTo>
                  <a:pt x="22" y="24"/>
                  <a:pt x="22" y="25"/>
                  <a:pt x="22" y="25"/>
                </a:cubicBezTo>
                <a:cubicBezTo>
                  <a:pt x="22" y="26"/>
                  <a:pt x="23" y="27"/>
                  <a:pt x="23" y="28"/>
                </a:cubicBezTo>
                <a:cubicBezTo>
                  <a:pt x="24" y="28"/>
                  <a:pt x="25" y="27"/>
                  <a:pt x="26" y="27"/>
                </a:cubicBezTo>
                <a:cubicBezTo>
                  <a:pt x="26" y="27"/>
                  <a:pt x="27" y="26"/>
                  <a:pt x="26" y="25"/>
                </a:cubicBezTo>
                <a:cubicBezTo>
                  <a:pt x="26" y="25"/>
                  <a:pt x="25" y="24"/>
                  <a:pt x="26" y="24"/>
                </a:cubicBezTo>
                <a:cubicBezTo>
                  <a:pt x="26" y="24"/>
                  <a:pt x="27" y="24"/>
                  <a:pt x="27" y="24"/>
                </a:cubicBezTo>
                <a:cubicBezTo>
                  <a:pt x="28" y="24"/>
                  <a:pt x="27" y="23"/>
                  <a:pt x="27" y="23"/>
                </a:cubicBezTo>
                <a:cubicBezTo>
                  <a:pt x="27" y="23"/>
                  <a:pt x="26" y="22"/>
                  <a:pt x="26" y="22"/>
                </a:cubicBezTo>
                <a:cubicBezTo>
                  <a:pt x="25" y="21"/>
                  <a:pt x="26" y="21"/>
                  <a:pt x="27" y="21"/>
                </a:cubicBezTo>
                <a:cubicBezTo>
                  <a:pt x="27" y="21"/>
                  <a:pt x="27" y="20"/>
                  <a:pt x="27" y="20"/>
                </a:cubicBezTo>
                <a:cubicBezTo>
                  <a:pt x="26" y="19"/>
                  <a:pt x="26" y="20"/>
                  <a:pt x="25" y="19"/>
                </a:cubicBezTo>
                <a:cubicBezTo>
                  <a:pt x="25" y="21"/>
                  <a:pt x="23" y="18"/>
                  <a:pt x="22" y="18"/>
                </a:cubicBezTo>
                <a:cubicBezTo>
                  <a:pt x="22" y="17"/>
                  <a:pt x="22" y="17"/>
                  <a:pt x="21" y="17"/>
                </a:cubicBezTo>
                <a:cubicBezTo>
                  <a:pt x="21" y="17"/>
                  <a:pt x="21" y="16"/>
                  <a:pt x="21" y="16"/>
                </a:cubicBezTo>
                <a:cubicBezTo>
                  <a:pt x="20" y="16"/>
                  <a:pt x="20" y="16"/>
                  <a:pt x="19" y="15"/>
                </a:cubicBezTo>
                <a:cubicBezTo>
                  <a:pt x="18" y="14"/>
                  <a:pt x="21" y="15"/>
                  <a:pt x="21" y="14"/>
                </a:cubicBezTo>
                <a:cubicBezTo>
                  <a:pt x="22" y="14"/>
                  <a:pt x="22" y="13"/>
                  <a:pt x="22" y="13"/>
                </a:cubicBezTo>
                <a:cubicBezTo>
                  <a:pt x="22" y="12"/>
                  <a:pt x="21" y="12"/>
                  <a:pt x="20" y="11"/>
                </a:cubicBezTo>
                <a:cubicBezTo>
                  <a:pt x="20" y="11"/>
                  <a:pt x="19" y="11"/>
                  <a:pt x="18" y="10"/>
                </a:cubicBezTo>
                <a:cubicBezTo>
                  <a:pt x="18" y="10"/>
                  <a:pt x="17" y="8"/>
                  <a:pt x="17" y="8"/>
                </a:cubicBezTo>
                <a:cubicBezTo>
                  <a:pt x="16" y="6"/>
                  <a:pt x="19" y="7"/>
                  <a:pt x="19" y="5"/>
                </a:cubicBezTo>
                <a:cubicBezTo>
                  <a:pt x="19" y="5"/>
                  <a:pt x="18" y="4"/>
                  <a:pt x="17" y="4"/>
                </a:cubicBezTo>
                <a:cubicBezTo>
                  <a:pt x="17" y="3"/>
                  <a:pt x="16" y="3"/>
                  <a:pt x="16" y="3"/>
                </a:cubicBezTo>
                <a:cubicBezTo>
                  <a:pt x="15" y="3"/>
                  <a:pt x="14" y="3"/>
                  <a:pt x="14" y="2"/>
                </a:cubicBezTo>
                <a:cubicBezTo>
                  <a:pt x="14" y="2"/>
                  <a:pt x="15" y="2"/>
                  <a:pt x="15" y="2"/>
                </a:cubicBezTo>
                <a:cubicBezTo>
                  <a:pt x="15" y="1"/>
                  <a:pt x="15" y="1"/>
                  <a:pt x="14" y="1"/>
                </a:cubicBezTo>
                <a:cubicBezTo>
                  <a:pt x="14" y="1"/>
                  <a:pt x="13" y="1"/>
                  <a:pt x="14" y="0"/>
                </a:cubicBezTo>
                <a:cubicBezTo>
                  <a:pt x="13" y="0"/>
                  <a:pt x="12" y="0"/>
                  <a:pt x="12" y="0"/>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2" name="Freeform 54"/>
          <p:cNvSpPr>
            <a:spLocks/>
          </p:cNvSpPr>
          <p:nvPr/>
        </p:nvSpPr>
        <p:spPr bwMode="auto">
          <a:xfrm>
            <a:off x="7115176" y="4657725"/>
            <a:ext cx="523875" cy="401638"/>
          </a:xfrm>
          <a:custGeom>
            <a:avLst/>
            <a:gdLst>
              <a:gd name="T0" fmla="*/ 119 w 128"/>
              <a:gd name="T1" fmla="*/ 13 h 98"/>
              <a:gd name="T2" fmla="*/ 114 w 128"/>
              <a:gd name="T3" fmla="*/ 12 h 98"/>
              <a:gd name="T4" fmla="*/ 108 w 128"/>
              <a:gd name="T5" fmla="*/ 16 h 98"/>
              <a:gd name="T6" fmla="*/ 99 w 128"/>
              <a:gd name="T7" fmla="*/ 20 h 98"/>
              <a:gd name="T8" fmla="*/ 98 w 128"/>
              <a:gd name="T9" fmla="*/ 11 h 98"/>
              <a:gd name="T10" fmla="*/ 95 w 128"/>
              <a:gd name="T11" fmla="*/ 5 h 98"/>
              <a:gd name="T12" fmla="*/ 94 w 128"/>
              <a:gd name="T13" fmla="*/ 1 h 98"/>
              <a:gd name="T14" fmla="*/ 89 w 128"/>
              <a:gd name="T15" fmla="*/ 3 h 98"/>
              <a:gd name="T16" fmla="*/ 80 w 128"/>
              <a:gd name="T17" fmla="*/ 11 h 98"/>
              <a:gd name="T18" fmla="*/ 75 w 128"/>
              <a:gd name="T19" fmla="*/ 13 h 98"/>
              <a:gd name="T20" fmla="*/ 67 w 128"/>
              <a:gd name="T21" fmla="*/ 17 h 98"/>
              <a:gd name="T22" fmla="*/ 60 w 128"/>
              <a:gd name="T23" fmla="*/ 15 h 98"/>
              <a:gd name="T24" fmla="*/ 50 w 128"/>
              <a:gd name="T25" fmla="*/ 12 h 98"/>
              <a:gd name="T26" fmla="*/ 45 w 128"/>
              <a:gd name="T27" fmla="*/ 12 h 98"/>
              <a:gd name="T28" fmla="*/ 40 w 128"/>
              <a:gd name="T29" fmla="*/ 14 h 98"/>
              <a:gd name="T30" fmla="*/ 37 w 128"/>
              <a:gd name="T31" fmla="*/ 21 h 98"/>
              <a:gd name="T32" fmla="*/ 31 w 128"/>
              <a:gd name="T33" fmla="*/ 28 h 98"/>
              <a:gd name="T34" fmla="*/ 23 w 128"/>
              <a:gd name="T35" fmla="*/ 30 h 98"/>
              <a:gd name="T36" fmla="*/ 23 w 128"/>
              <a:gd name="T37" fmla="*/ 34 h 98"/>
              <a:gd name="T38" fmla="*/ 18 w 128"/>
              <a:gd name="T39" fmla="*/ 36 h 98"/>
              <a:gd name="T40" fmla="*/ 15 w 128"/>
              <a:gd name="T41" fmla="*/ 36 h 98"/>
              <a:gd name="T42" fmla="*/ 8 w 128"/>
              <a:gd name="T43" fmla="*/ 32 h 98"/>
              <a:gd name="T44" fmla="*/ 7 w 128"/>
              <a:gd name="T45" fmla="*/ 35 h 98"/>
              <a:gd name="T46" fmla="*/ 5 w 128"/>
              <a:gd name="T47" fmla="*/ 39 h 98"/>
              <a:gd name="T48" fmla="*/ 3 w 128"/>
              <a:gd name="T49" fmla="*/ 46 h 98"/>
              <a:gd name="T50" fmla="*/ 4 w 128"/>
              <a:gd name="T51" fmla="*/ 55 h 98"/>
              <a:gd name="T52" fmla="*/ 3 w 128"/>
              <a:gd name="T53" fmla="*/ 68 h 98"/>
              <a:gd name="T54" fmla="*/ 10 w 128"/>
              <a:gd name="T55" fmla="*/ 77 h 98"/>
              <a:gd name="T56" fmla="*/ 3 w 128"/>
              <a:gd name="T57" fmla="*/ 93 h 98"/>
              <a:gd name="T58" fmla="*/ 31 w 128"/>
              <a:gd name="T59" fmla="*/ 98 h 98"/>
              <a:gd name="T60" fmla="*/ 43 w 128"/>
              <a:gd name="T61" fmla="*/ 95 h 98"/>
              <a:gd name="T62" fmla="*/ 51 w 128"/>
              <a:gd name="T63" fmla="*/ 87 h 98"/>
              <a:gd name="T64" fmla="*/ 57 w 128"/>
              <a:gd name="T65" fmla="*/ 78 h 98"/>
              <a:gd name="T66" fmla="*/ 65 w 128"/>
              <a:gd name="T67" fmla="*/ 78 h 98"/>
              <a:gd name="T68" fmla="*/ 68 w 128"/>
              <a:gd name="T69" fmla="*/ 73 h 98"/>
              <a:gd name="T70" fmla="*/ 73 w 128"/>
              <a:gd name="T71" fmla="*/ 73 h 98"/>
              <a:gd name="T72" fmla="*/ 79 w 128"/>
              <a:gd name="T73" fmla="*/ 69 h 98"/>
              <a:gd name="T74" fmla="*/ 80 w 128"/>
              <a:gd name="T75" fmla="*/ 64 h 98"/>
              <a:gd name="T76" fmla="*/ 87 w 128"/>
              <a:gd name="T77" fmla="*/ 57 h 98"/>
              <a:gd name="T78" fmla="*/ 83 w 128"/>
              <a:gd name="T79" fmla="*/ 50 h 98"/>
              <a:gd name="T80" fmla="*/ 88 w 128"/>
              <a:gd name="T81" fmla="*/ 50 h 98"/>
              <a:gd name="T82" fmla="*/ 94 w 128"/>
              <a:gd name="T83" fmla="*/ 49 h 98"/>
              <a:gd name="T84" fmla="*/ 93 w 128"/>
              <a:gd name="T85" fmla="*/ 43 h 98"/>
              <a:gd name="T86" fmla="*/ 98 w 128"/>
              <a:gd name="T87" fmla="*/ 35 h 98"/>
              <a:gd name="T88" fmla="*/ 97 w 128"/>
              <a:gd name="T89" fmla="*/ 29 h 98"/>
              <a:gd name="T90" fmla="*/ 100 w 128"/>
              <a:gd name="T91" fmla="*/ 23 h 98"/>
              <a:gd name="T92" fmla="*/ 108 w 128"/>
              <a:gd name="T93" fmla="*/ 18 h 98"/>
              <a:gd name="T94" fmla="*/ 119 w 128"/>
              <a:gd name="T95" fmla="*/ 18 h 98"/>
              <a:gd name="T96" fmla="*/ 126 w 128"/>
              <a:gd name="T97" fmla="*/ 16 h 98"/>
              <a:gd name="T98" fmla="*/ 128 w 128"/>
              <a:gd name="T99" fmla="*/ 1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 h="98">
                <a:moveTo>
                  <a:pt x="122" y="12"/>
                </a:moveTo>
                <a:cubicBezTo>
                  <a:pt x="122" y="12"/>
                  <a:pt x="121" y="12"/>
                  <a:pt x="121" y="12"/>
                </a:cubicBezTo>
                <a:cubicBezTo>
                  <a:pt x="119" y="13"/>
                  <a:pt x="119" y="13"/>
                  <a:pt x="119" y="13"/>
                </a:cubicBezTo>
                <a:cubicBezTo>
                  <a:pt x="117" y="14"/>
                  <a:pt x="117" y="14"/>
                  <a:pt x="117" y="14"/>
                </a:cubicBezTo>
                <a:cubicBezTo>
                  <a:pt x="118" y="12"/>
                  <a:pt x="118" y="12"/>
                  <a:pt x="118" y="12"/>
                </a:cubicBezTo>
                <a:cubicBezTo>
                  <a:pt x="118" y="12"/>
                  <a:pt x="115" y="12"/>
                  <a:pt x="114" y="12"/>
                </a:cubicBezTo>
                <a:cubicBezTo>
                  <a:pt x="114" y="12"/>
                  <a:pt x="112" y="12"/>
                  <a:pt x="112" y="12"/>
                </a:cubicBezTo>
                <a:cubicBezTo>
                  <a:pt x="112" y="12"/>
                  <a:pt x="110" y="14"/>
                  <a:pt x="110" y="15"/>
                </a:cubicBezTo>
                <a:cubicBezTo>
                  <a:pt x="109" y="15"/>
                  <a:pt x="108" y="16"/>
                  <a:pt x="108" y="16"/>
                </a:cubicBezTo>
                <a:cubicBezTo>
                  <a:pt x="104" y="17"/>
                  <a:pt x="104" y="17"/>
                  <a:pt x="104" y="17"/>
                </a:cubicBezTo>
                <a:cubicBezTo>
                  <a:pt x="102" y="18"/>
                  <a:pt x="102" y="18"/>
                  <a:pt x="102" y="18"/>
                </a:cubicBezTo>
                <a:cubicBezTo>
                  <a:pt x="99" y="20"/>
                  <a:pt x="99" y="20"/>
                  <a:pt x="99" y="20"/>
                </a:cubicBezTo>
                <a:cubicBezTo>
                  <a:pt x="97" y="16"/>
                  <a:pt x="97" y="16"/>
                  <a:pt x="97" y="16"/>
                </a:cubicBezTo>
                <a:cubicBezTo>
                  <a:pt x="98" y="12"/>
                  <a:pt x="98" y="12"/>
                  <a:pt x="98" y="12"/>
                </a:cubicBezTo>
                <a:cubicBezTo>
                  <a:pt x="98" y="11"/>
                  <a:pt x="98" y="11"/>
                  <a:pt x="98" y="11"/>
                </a:cubicBezTo>
                <a:cubicBezTo>
                  <a:pt x="98" y="6"/>
                  <a:pt x="98" y="6"/>
                  <a:pt x="98" y="6"/>
                </a:cubicBezTo>
                <a:cubicBezTo>
                  <a:pt x="96" y="6"/>
                  <a:pt x="96" y="6"/>
                  <a:pt x="96" y="6"/>
                </a:cubicBezTo>
                <a:cubicBezTo>
                  <a:pt x="95" y="5"/>
                  <a:pt x="95" y="5"/>
                  <a:pt x="95" y="5"/>
                </a:cubicBezTo>
                <a:cubicBezTo>
                  <a:pt x="97" y="3"/>
                  <a:pt x="97" y="3"/>
                  <a:pt x="97" y="3"/>
                </a:cubicBezTo>
                <a:cubicBezTo>
                  <a:pt x="96" y="2"/>
                  <a:pt x="96" y="2"/>
                  <a:pt x="96" y="2"/>
                </a:cubicBezTo>
                <a:cubicBezTo>
                  <a:pt x="96" y="2"/>
                  <a:pt x="94" y="1"/>
                  <a:pt x="94" y="1"/>
                </a:cubicBezTo>
                <a:cubicBezTo>
                  <a:pt x="94" y="1"/>
                  <a:pt x="93" y="0"/>
                  <a:pt x="93" y="0"/>
                </a:cubicBezTo>
                <a:cubicBezTo>
                  <a:pt x="93" y="0"/>
                  <a:pt x="92" y="0"/>
                  <a:pt x="92" y="0"/>
                </a:cubicBezTo>
                <a:cubicBezTo>
                  <a:pt x="91" y="0"/>
                  <a:pt x="89" y="2"/>
                  <a:pt x="89" y="3"/>
                </a:cubicBezTo>
                <a:cubicBezTo>
                  <a:pt x="89" y="3"/>
                  <a:pt x="87" y="6"/>
                  <a:pt x="86" y="6"/>
                </a:cubicBezTo>
                <a:cubicBezTo>
                  <a:pt x="86" y="6"/>
                  <a:pt x="86" y="10"/>
                  <a:pt x="86" y="10"/>
                </a:cubicBezTo>
                <a:cubicBezTo>
                  <a:pt x="80" y="11"/>
                  <a:pt x="80" y="11"/>
                  <a:pt x="80" y="11"/>
                </a:cubicBezTo>
                <a:cubicBezTo>
                  <a:pt x="80" y="11"/>
                  <a:pt x="79" y="14"/>
                  <a:pt x="79" y="15"/>
                </a:cubicBezTo>
                <a:cubicBezTo>
                  <a:pt x="79" y="15"/>
                  <a:pt x="78" y="15"/>
                  <a:pt x="78" y="15"/>
                </a:cubicBezTo>
                <a:cubicBezTo>
                  <a:pt x="75" y="13"/>
                  <a:pt x="75" y="13"/>
                  <a:pt x="75" y="13"/>
                </a:cubicBezTo>
                <a:cubicBezTo>
                  <a:pt x="74" y="13"/>
                  <a:pt x="74" y="13"/>
                  <a:pt x="74" y="13"/>
                </a:cubicBezTo>
                <a:cubicBezTo>
                  <a:pt x="70" y="16"/>
                  <a:pt x="70" y="16"/>
                  <a:pt x="70" y="16"/>
                </a:cubicBezTo>
                <a:cubicBezTo>
                  <a:pt x="67" y="17"/>
                  <a:pt x="67" y="17"/>
                  <a:pt x="67" y="17"/>
                </a:cubicBezTo>
                <a:cubicBezTo>
                  <a:pt x="65" y="15"/>
                  <a:pt x="65" y="15"/>
                  <a:pt x="65" y="15"/>
                </a:cubicBezTo>
                <a:cubicBezTo>
                  <a:pt x="62" y="14"/>
                  <a:pt x="62" y="14"/>
                  <a:pt x="62" y="14"/>
                </a:cubicBezTo>
                <a:cubicBezTo>
                  <a:pt x="60" y="15"/>
                  <a:pt x="60" y="15"/>
                  <a:pt x="60" y="15"/>
                </a:cubicBezTo>
                <a:cubicBezTo>
                  <a:pt x="57" y="12"/>
                  <a:pt x="57" y="12"/>
                  <a:pt x="57" y="12"/>
                </a:cubicBezTo>
                <a:cubicBezTo>
                  <a:pt x="54" y="13"/>
                  <a:pt x="54" y="13"/>
                  <a:pt x="54" y="13"/>
                </a:cubicBezTo>
                <a:cubicBezTo>
                  <a:pt x="50" y="12"/>
                  <a:pt x="50" y="12"/>
                  <a:pt x="50" y="12"/>
                </a:cubicBezTo>
                <a:cubicBezTo>
                  <a:pt x="48" y="11"/>
                  <a:pt x="48" y="11"/>
                  <a:pt x="48" y="11"/>
                </a:cubicBezTo>
                <a:cubicBezTo>
                  <a:pt x="48" y="11"/>
                  <a:pt x="46" y="10"/>
                  <a:pt x="46" y="10"/>
                </a:cubicBezTo>
                <a:cubicBezTo>
                  <a:pt x="46" y="11"/>
                  <a:pt x="45" y="12"/>
                  <a:pt x="45" y="12"/>
                </a:cubicBezTo>
                <a:cubicBezTo>
                  <a:pt x="45" y="13"/>
                  <a:pt x="45" y="14"/>
                  <a:pt x="45" y="14"/>
                </a:cubicBezTo>
                <a:cubicBezTo>
                  <a:pt x="42" y="14"/>
                  <a:pt x="42" y="14"/>
                  <a:pt x="42" y="14"/>
                </a:cubicBezTo>
                <a:cubicBezTo>
                  <a:pt x="42" y="14"/>
                  <a:pt x="40" y="14"/>
                  <a:pt x="40" y="14"/>
                </a:cubicBezTo>
                <a:cubicBezTo>
                  <a:pt x="40" y="14"/>
                  <a:pt x="38" y="15"/>
                  <a:pt x="38" y="16"/>
                </a:cubicBezTo>
                <a:cubicBezTo>
                  <a:pt x="38" y="16"/>
                  <a:pt x="37" y="17"/>
                  <a:pt x="37" y="17"/>
                </a:cubicBezTo>
                <a:cubicBezTo>
                  <a:pt x="37" y="18"/>
                  <a:pt x="37" y="20"/>
                  <a:pt x="37" y="21"/>
                </a:cubicBezTo>
                <a:cubicBezTo>
                  <a:pt x="37" y="21"/>
                  <a:pt x="36" y="24"/>
                  <a:pt x="36" y="24"/>
                </a:cubicBezTo>
                <a:cubicBezTo>
                  <a:pt x="36" y="24"/>
                  <a:pt x="32" y="26"/>
                  <a:pt x="32" y="26"/>
                </a:cubicBezTo>
                <a:cubicBezTo>
                  <a:pt x="32" y="26"/>
                  <a:pt x="31" y="28"/>
                  <a:pt x="31" y="28"/>
                </a:cubicBezTo>
                <a:cubicBezTo>
                  <a:pt x="27" y="28"/>
                  <a:pt x="27" y="28"/>
                  <a:pt x="27" y="28"/>
                </a:cubicBezTo>
                <a:cubicBezTo>
                  <a:pt x="23" y="29"/>
                  <a:pt x="23" y="29"/>
                  <a:pt x="23" y="29"/>
                </a:cubicBezTo>
                <a:cubicBezTo>
                  <a:pt x="23" y="30"/>
                  <a:pt x="23" y="30"/>
                  <a:pt x="23" y="30"/>
                </a:cubicBezTo>
                <a:cubicBezTo>
                  <a:pt x="24" y="31"/>
                  <a:pt x="24" y="31"/>
                  <a:pt x="24" y="31"/>
                </a:cubicBezTo>
                <a:cubicBezTo>
                  <a:pt x="23" y="32"/>
                  <a:pt x="23" y="32"/>
                  <a:pt x="23" y="32"/>
                </a:cubicBezTo>
                <a:cubicBezTo>
                  <a:pt x="23" y="34"/>
                  <a:pt x="23" y="34"/>
                  <a:pt x="23" y="34"/>
                </a:cubicBezTo>
                <a:cubicBezTo>
                  <a:pt x="23" y="34"/>
                  <a:pt x="21" y="34"/>
                  <a:pt x="21" y="35"/>
                </a:cubicBezTo>
                <a:cubicBezTo>
                  <a:pt x="20" y="35"/>
                  <a:pt x="20" y="36"/>
                  <a:pt x="20" y="36"/>
                </a:cubicBezTo>
                <a:cubicBezTo>
                  <a:pt x="19" y="36"/>
                  <a:pt x="18" y="36"/>
                  <a:pt x="18" y="36"/>
                </a:cubicBezTo>
                <a:cubicBezTo>
                  <a:pt x="18" y="36"/>
                  <a:pt x="17" y="35"/>
                  <a:pt x="17" y="35"/>
                </a:cubicBezTo>
                <a:cubicBezTo>
                  <a:pt x="16" y="37"/>
                  <a:pt x="16" y="37"/>
                  <a:pt x="16" y="37"/>
                </a:cubicBezTo>
                <a:cubicBezTo>
                  <a:pt x="16" y="37"/>
                  <a:pt x="16" y="37"/>
                  <a:pt x="15" y="36"/>
                </a:cubicBezTo>
                <a:cubicBezTo>
                  <a:pt x="15" y="36"/>
                  <a:pt x="14" y="34"/>
                  <a:pt x="14" y="34"/>
                </a:cubicBezTo>
                <a:cubicBezTo>
                  <a:pt x="9" y="34"/>
                  <a:pt x="9" y="34"/>
                  <a:pt x="9" y="34"/>
                </a:cubicBezTo>
                <a:cubicBezTo>
                  <a:pt x="8" y="32"/>
                  <a:pt x="8" y="32"/>
                  <a:pt x="8" y="32"/>
                </a:cubicBezTo>
                <a:cubicBezTo>
                  <a:pt x="7" y="32"/>
                  <a:pt x="7" y="32"/>
                  <a:pt x="7" y="32"/>
                </a:cubicBezTo>
                <a:cubicBezTo>
                  <a:pt x="7" y="32"/>
                  <a:pt x="7" y="32"/>
                  <a:pt x="7" y="32"/>
                </a:cubicBezTo>
                <a:cubicBezTo>
                  <a:pt x="7" y="35"/>
                  <a:pt x="7" y="35"/>
                  <a:pt x="7" y="35"/>
                </a:cubicBezTo>
                <a:cubicBezTo>
                  <a:pt x="6" y="36"/>
                  <a:pt x="6" y="36"/>
                  <a:pt x="6" y="36"/>
                </a:cubicBezTo>
                <a:cubicBezTo>
                  <a:pt x="6" y="36"/>
                  <a:pt x="6" y="37"/>
                  <a:pt x="6" y="37"/>
                </a:cubicBezTo>
                <a:cubicBezTo>
                  <a:pt x="6" y="38"/>
                  <a:pt x="5" y="39"/>
                  <a:pt x="5" y="39"/>
                </a:cubicBezTo>
                <a:cubicBezTo>
                  <a:pt x="5" y="39"/>
                  <a:pt x="5" y="41"/>
                  <a:pt x="5" y="41"/>
                </a:cubicBezTo>
                <a:cubicBezTo>
                  <a:pt x="2" y="44"/>
                  <a:pt x="2" y="44"/>
                  <a:pt x="2" y="44"/>
                </a:cubicBezTo>
                <a:cubicBezTo>
                  <a:pt x="3" y="46"/>
                  <a:pt x="3" y="46"/>
                  <a:pt x="3" y="46"/>
                </a:cubicBezTo>
                <a:cubicBezTo>
                  <a:pt x="0" y="46"/>
                  <a:pt x="0" y="46"/>
                  <a:pt x="0" y="46"/>
                </a:cubicBezTo>
                <a:cubicBezTo>
                  <a:pt x="0" y="53"/>
                  <a:pt x="0" y="53"/>
                  <a:pt x="0" y="53"/>
                </a:cubicBezTo>
                <a:cubicBezTo>
                  <a:pt x="4" y="55"/>
                  <a:pt x="4" y="55"/>
                  <a:pt x="4" y="55"/>
                </a:cubicBezTo>
                <a:cubicBezTo>
                  <a:pt x="0" y="59"/>
                  <a:pt x="0" y="59"/>
                  <a:pt x="0" y="59"/>
                </a:cubicBezTo>
                <a:cubicBezTo>
                  <a:pt x="1" y="60"/>
                  <a:pt x="1" y="60"/>
                  <a:pt x="1" y="60"/>
                </a:cubicBezTo>
                <a:cubicBezTo>
                  <a:pt x="3" y="68"/>
                  <a:pt x="3" y="68"/>
                  <a:pt x="3" y="68"/>
                </a:cubicBezTo>
                <a:cubicBezTo>
                  <a:pt x="3" y="76"/>
                  <a:pt x="3" y="76"/>
                  <a:pt x="3" y="76"/>
                </a:cubicBezTo>
                <a:cubicBezTo>
                  <a:pt x="6" y="77"/>
                  <a:pt x="6" y="77"/>
                  <a:pt x="6" y="77"/>
                </a:cubicBezTo>
                <a:cubicBezTo>
                  <a:pt x="10" y="77"/>
                  <a:pt x="10" y="77"/>
                  <a:pt x="10" y="77"/>
                </a:cubicBezTo>
                <a:cubicBezTo>
                  <a:pt x="11" y="79"/>
                  <a:pt x="11" y="79"/>
                  <a:pt x="11" y="79"/>
                </a:cubicBezTo>
                <a:cubicBezTo>
                  <a:pt x="11" y="82"/>
                  <a:pt x="11" y="82"/>
                  <a:pt x="11" y="82"/>
                </a:cubicBezTo>
                <a:cubicBezTo>
                  <a:pt x="3" y="93"/>
                  <a:pt x="3" y="93"/>
                  <a:pt x="3" y="93"/>
                </a:cubicBezTo>
                <a:cubicBezTo>
                  <a:pt x="18" y="98"/>
                  <a:pt x="18" y="98"/>
                  <a:pt x="18" y="98"/>
                </a:cubicBezTo>
                <a:cubicBezTo>
                  <a:pt x="22" y="97"/>
                  <a:pt x="22" y="97"/>
                  <a:pt x="22" y="97"/>
                </a:cubicBezTo>
                <a:cubicBezTo>
                  <a:pt x="31" y="98"/>
                  <a:pt x="31" y="98"/>
                  <a:pt x="31" y="98"/>
                </a:cubicBezTo>
                <a:cubicBezTo>
                  <a:pt x="35" y="96"/>
                  <a:pt x="35" y="96"/>
                  <a:pt x="35" y="96"/>
                </a:cubicBezTo>
                <a:cubicBezTo>
                  <a:pt x="35" y="96"/>
                  <a:pt x="40" y="97"/>
                  <a:pt x="40" y="97"/>
                </a:cubicBezTo>
                <a:cubicBezTo>
                  <a:pt x="40" y="96"/>
                  <a:pt x="43" y="95"/>
                  <a:pt x="43" y="95"/>
                </a:cubicBezTo>
                <a:cubicBezTo>
                  <a:pt x="44" y="95"/>
                  <a:pt x="52" y="93"/>
                  <a:pt x="52" y="93"/>
                </a:cubicBezTo>
                <a:cubicBezTo>
                  <a:pt x="52" y="93"/>
                  <a:pt x="51" y="91"/>
                  <a:pt x="51" y="91"/>
                </a:cubicBezTo>
                <a:cubicBezTo>
                  <a:pt x="51" y="91"/>
                  <a:pt x="51" y="87"/>
                  <a:pt x="51" y="87"/>
                </a:cubicBezTo>
                <a:cubicBezTo>
                  <a:pt x="51" y="87"/>
                  <a:pt x="52" y="84"/>
                  <a:pt x="52" y="84"/>
                </a:cubicBezTo>
                <a:cubicBezTo>
                  <a:pt x="52" y="83"/>
                  <a:pt x="52" y="82"/>
                  <a:pt x="52" y="82"/>
                </a:cubicBezTo>
                <a:cubicBezTo>
                  <a:pt x="57" y="78"/>
                  <a:pt x="57" y="78"/>
                  <a:pt x="57" y="78"/>
                </a:cubicBezTo>
                <a:cubicBezTo>
                  <a:pt x="57" y="78"/>
                  <a:pt x="59" y="79"/>
                  <a:pt x="59" y="79"/>
                </a:cubicBezTo>
                <a:cubicBezTo>
                  <a:pt x="60" y="79"/>
                  <a:pt x="64" y="79"/>
                  <a:pt x="64" y="79"/>
                </a:cubicBezTo>
                <a:cubicBezTo>
                  <a:pt x="65" y="78"/>
                  <a:pt x="65" y="78"/>
                  <a:pt x="65" y="78"/>
                </a:cubicBezTo>
                <a:cubicBezTo>
                  <a:pt x="63" y="75"/>
                  <a:pt x="63" y="75"/>
                  <a:pt x="63" y="75"/>
                </a:cubicBezTo>
                <a:cubicBezTo>
                  <a:pt x="65" y="75"/>
                  <a:pt x="65" y="75"/>
                  <a:pt x="65" y="75"/>
                </a:cubicBezTo>
                <a:cubicBezTo>
                  <a:pt x="68" y="73"/>
                  <a:pt x="68" y="73"/>
                  <a:pt x="68" y="73"/>
                </a:cubicBezTo>
                <a:cubicBezTo>
                  <a:pt x="68" y="73"/>
                  <a:pt x="70" y="73"/>
                  <a:pt x="70" y="73"/>
                </a:cubicBezTo>
                <a:cubicBezTo>
                  <a:pt x="70" y="73"/>
                  <a:pt x="71" y="74"/>
                  <a:pt x="71" y="74"/>
                </a:cubicBezTo>
                <a:cubicBezTo>
                  <a:pt x="73" y="73"/>
                  <a:pt x="73" y="73"/>
                  <a:pt x="73" y="73"/>
                </a:cubicBezTo>
                <a:cubicBezTo>
                  <a:pt x="75" y="75"/>
                  <a:pt x="75" y="75"/>
                  <a:pt x="75" y="75"/>
                </a:cubicBezTo>
                <a:cubicBezTo>
                  <a:pt x="79" y="71"/>
                  <a:pt x="79" y="71"/>
                  <a:pt x="79" y="71"/>
                </a:cubicBezTo>
                <a:cubicBezTo>
                  <a:pt x="79" y="69"/>
                  <a:pt x="79" y="69"/>
                  <a:pt x="79" y="69"/>
                </a:cubicBezTo>
                <a:cubicBezTo>
                  <a:pt x="79" y="69"/>
                  <a:pt x="78" y="68"/>
                  <a:pt x="78" y="67"/>
                </a:cubicBezTo>
                <a:cubicBezTo>
                  <a:pt x="78" y="67"/>
                  <a:pt x="78" y="65"/>
                  <a:pt x="78" y="65"/>
                </a:cubicBezTo>
                <a:cubicBezTo>
                  <a:pt x="80" y="64"/>
                  <a:pt x="80" y="64"/>
                  <a:pt x="80" y="64"/>
                </a:cubicBezTo>
                <a:cubicBezTo>
                  <a:pt x="80" y="60"/>
                  <a:pt x="80" y="60"/>
                  <a:pt x="80" y="60"/>
                </a:cubicBezTo>
                <a:cubicBezTo>
                  <a:pt x="85" y="59"/>
                  <a:pt x="85" y="59"/>
                  <a:pt x="85" y="59"/>
                </a:cubicBezTo>
                <a:cubicBezTo>
                  <a:pt x="87" y="57"/>
                  <a:pt x="87" y="57"/>
                  <a:pt x="87" y="57"/>
                </a:cubicBezTo>
                <a:cubicBezTo>
                  <a:pt x="87" y="57"/>
                  <a:pt x="87" y="55"/>
                  <a:pt x="87" y="55"/>
                </a:cubicBezTo>
                <a:cubicBezTo>
                  <a:pt x="87" y="55"/>
                  <a:pt x="86" y="53"/>
                  <a:pt x="86" y="53"/>
                </a:cubicBezTo>
                <a:cubicBezTo>
                  <a:pt x="83" y="50"/>
                  <a:pt x="83" y="50"/>
                  <a:pt x="83" y="50"/>
                </a:cubicBezTo>
                <a:cubicBezTo>
                  <a:pt x="83" y="49"/>
                  <a:pt x="83" y="49"/>
                  <a:pt x="83" y="49"/>
                </a:cubicBezTo>
                <a:cubicBezTo>
                  <a:pt x="87" y="49"/>
                  <a:pt x="87" y="49"/>
                  <a:pt x="87" y="49"/>
                </a:cubicBezTo>
                <a:cubicBezTo>
                  <a:pt x="88" y="50"/>
                  <a:pt x="88" y="50"/>
                  <a:pt x="88" y="50"/>
                </a:cubicBezTo>
                <a:cubicBezTo>
                  <a:pt x="90" y="50"/>
                  <a:pt x="90" y="50"/>
                  <a:pt x="90" y="50"/>
                </a:cubicBezTo>
                <a:cubicBezTo>
                  <a:pt x="91" y="49"/>
                  <a:pt x="91" y="49"/>
                  <a:pt x="91" y="49"/>
                </a:cubicBezTo>
                <a:cubicBezTo>
                  <a:pt x="94" y="49"/>
                  <a:pt x="94" y="49"/>
                  <a:pt x="94" y="49"/>
                </a:cubicBezTo>
                <a:cubicBezTo>
                  <a:pt x="95" y="46"/>
                  <a:pt x="95" y="46"/>
                  <a:pt x="95" y="46"/>
                </a:cubicBezTo>
                <a:cubicBezTo>
                  <a:pt x="93" y="45"/>
                  <a:pt x="93" y="45"/>
                  <a:pt x="93" y="45"/>
                </a:cubicBezTo>
                <a:cubicBezTo>
                  <a:pt x="93" y="43"/>
                  <a:pt x="93" y="43"/>
                  <a:pt x="93" y="43"/>
                </a:cubicBezTo>
                <a:cubicBezTo>
                  <a:pt x="93" y="43"/>
                  <a:pt x="97" y="40"/>
                  <a:pt x="97" y="40"/>
                </a:cubicBezTo>
                <a:cubicBezTo>
                  <a:pt x="97" y="40"/>
                  <a:pt x="98" y="38"/>
                  <a:pt x="99" y="38"/>
                </a:cubicBezTo>
                <a:cubicBezTo>
                  <a:pt x="99" y="38"/>
                  <a:pt x="98" y="35"/>
                  <a:pt x="98" y="35"/>
                </a:cubicBezTo>
                <a:cubicBezTo>
                  <a:pt x="98" y="35"/>
                  <a:pt x="99" y="34"/>
                  <a:pt x="99" y="34"/>
                </a:cubicBezTo>
                <a:cubicBezTo>
                  <a:pt x="99" y="33"/>
                  <a:pt x="99" y="32"/>
                  <a:pt x="99" y="32"/>
                </a:cubicBezTo>
                <a:cubicBezTo>
                  <a:pt x="97" y="29"/>
                  <a:pt x="97" y="29"/>
                  <a:pt x="97" y="29"/>
                </a:cubicBezTo>
                <a:cubicBezTo>
                  <a:pt x="95" y="27"/>
                  <a:pt x="95" y="27"/>
                  <a:pt x="95" y="27"/>
                </a:cubicBezTo>
                <a:cubicBezTo>
                  <a:pt x="99" y="23"/>
                  <a:pt x="99" y="23"/>
                  <a:pt x="99" y="23"/>
                </a:cubicBezTo>
                <a:cubicBezTo>
                  <a:pt x="100" y="23"/>
                  <a:pt x="100" y="23"/>
                  <a:pt x="100" y="23"/>
                </a:cubicBezTo>
                <a:cubicBezTo>
                  <a:pt x="100" y="23"/>
                  <a:pt x="101" y="22"/>
                  <a:pt x="101" y="22"/>
                </a:cubicBezTo>
                <a:cubicBezTo>
                  <a:pt x="101" y="21"/>
                  <a:pt x="106" y="19"/>
                  <a:pt x="106" y="19"/>
                </a:cubicBezTo>
                <a:cubicBezTo>
                  <a:pt x="108" y="18"/>
                  <a:pt x="108" y="18"/>
                  <a:pt x="108" y="18"/>
                </a:cubicBezTo>
                <a:cubicBezTo>
                  <a:pt x="115" y="18"/>
                  <a:pt x="115" y="18"/>
                  <a:pt x="115" y="18"/>
                </a:cubicBezTo>
                <a:cubicBezTo>
                  <a:pt x="117" y="17"/>
                  <a:pt x="117" y="17"/>
                  <a:pt x="117" y="17"/>
                </a:cubicBezTo>
                <a:cubicBezTo>
                  <a:pt x="119" y="18"/>
                  <a:pt x="119" y="18"/>
                  <a:pt x="119" y="18"/>
                </a:cubicBezTo>
                <a:cubicBezTo>
                  <a:pt x="119" y="18"/>
                  <a:pt x="121" y="18"/>
                  <a:pt x="122" y="17"/>
                </a:cubicBezTo>
                <a:cubicBezTo>
                  <a:pt x="123" y="17"/>
                  <a:pt x="124" y="17"/>
                  <a:pt x="124" y="17"/>
                </a:cubicBezTo>
                <a:cubicBezTo>
                  <a:pt x="125" y="17"/>
                  <a:pt x="126" y="16"/>
                  <a:pt x="126" y="16"/>
                </a:cubicBezTo>
                <a:cubicBezTo>
                  <a:pt x="125" y="16"/>
                  <a:pt x="124" y="15"/>
                  <a:pt x="124" y="15"/>
                </a:cubicBezTo>
                <a:cubicBezTo>
                  <a:pt x="124" y="15"/>
                  <a:pt x="125" y="14"/>
                  <a:pt x="125" y="14"/>
                </a:cubicBezTo>
                <a:cubicBezTo>
                  <a:pt x="128" y="14"/>
                  <a:pt x="128" y="14"/>
                  <a:pt x="128" y="14"/>
                </a:cubicBezTo>
                <a:cubicBezTo>
                  <a:pt x="127" y="12"/>
                  <a:pt x="127" y="12"/>
                  <a:pt x="127" y="12"/>
                </a:cubicBezTo>
                <a:cubicBezTo>
                  <a:pt x="127" y="12"/>
                  <a:pt x="122" y="12"/>
                  <a:pt x="122" y="12"/>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191" name="Countries"/>
          <p:cNvGrpSpPr/>
          <p:nvPr/>
        </p:nvGrpSpPr>
        <p:grpSpPr>
          <a:xfrm>
            <a:off x="5636418" y="2956369"/>
            <a:ext cx="5008300" cy="3552172"/>
            <a:chOff x="5636418" y="2956369"/>
            <a:chExt cx="5008300" cy="3552172"/>
          </a:xfrm>
        </p:grpSpPr>
        <p:sp>
          <p:nvSpPr>
            <p:cNvPr id="180" name="Rectangle 86"/>
            <p:cNvSpPr>
              <a:spLocks noChangeArrowheads="1"/>
            </p:cNvSpPr>
            <p:nvPr/>
          </p:nvSpPr>
          <p:spPr bwMode="auto">
            <a:xfrm>
              <a:off x="7668418" y="6277709"/>
              <a:ext cx="87844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500" b="0" i="0" u="none" strike="noStrike" cap="none" normalizeH="0" baseline="0" dirty="0" smtClean="0">
                  <a:ln>
                    <a:noFill/>
                  </a:ln>
                  <a:effectLst/>
                  <a:latin typeface="Open Sans" panose="020B0606030504020204" pitchFamily="34" charset="0"/>
                </a:rPr>
                <a:t>Indonesia</a:t>
              </a:r>
              <a:endParaRPr kumimoji="0" lang="ru-RU" altLang="ru-RU" sz="1800" b="0" i="0" u="none" strike="noStrike" cap="none" normalizeH="0" baseline="0" dirty="0" smtClean="0">
                <a:ln>
                  <a:noFill/>
                </a:ln>
                <a:effectLst/>
              </a:endParaRPr>
            </a:p>
          </p:txBody>
        </p:sp>
        <p:sp>
          <p:nvSpPr>
            <p:cNvPr id="181" name="Rectangle 87"/>
            <p:cNvSpPr>
              <a:spLocks noChangeArrowheads="1"/>
            </p:cNvSpPr>
            <p:nvPr/>
          </p:nvSpPr>
          <p:spPr bwMode="auto">
            <a:xfrm>
              <a:off x="10176641" y="4621213"/>
              <a:ext cx="4680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dirty="0" smtClean="0">
                  <a:ln>
                    <a:noFill/>
                  </a:ln>
                  <a:effectLst/>
                  <a:latin typeface="Open Sans" panose="020B0606030504020204" pitchFamily="34" charset="0"/>
                </a:rPr>
                <a:t>Japan</a:t>
              </a:r>
              <a:endParaRPr kumimoji="0" lang="ru-RU" altLang="ru-RU" sz="1800" b="0" i="0" u="none" strike="noStrike" cap="none" normalizeH="0" baseline="0" dirty="0" smtClean="0">
                <a:ln>
                  <a:noFill/>
                </a:ln>
                <a:effectLst/>
              </a:endParaRPr>
            </a:p>
          </p:txBody>
        </p:sp>
        <p:sp>
          <p:nvSpPr>
            <p:cNvPr id="182" name="Rectangle 88"/>
            <p:cNvSpPr>
              <a:spLocks noChangeArrowheads="1"/>
            </p:cNvSpPr>
            <p:nvPr/>
          </p:nvSpPr>
          <p:spPr bwMode="auto">
            <a:xfrm>
              <a:off x="7668418" y="5244493"/>
              <a:ext cx="237244"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800" b="0" i="0" u="none" strike="noStrike" cap="none" normalizeH="0" baseline="0" dirty="0" smtClean="0">
                  <a:ln>
                    <a:noFill/>
                  </a:ln>
                  <a:effectLst/>
                  <a:latin typeface="Open Sans" panose="020B0606030504020204" pitchFamily="34" charset="0"/>
                </a:rPr>
                <a:t>India</a:t>
              </a:r>
              <a:endParaRPr kumimoji="0" lang="ru-RU" altLang="ru-RU" sz="1800" b="0" i="0" u="none" strike="noStrike" cap="none" normalizeH="0" baseline="0" dirty="0" smtClean="0">
                <a:ln>
                  <a:noFill/>
                </a:ln>
                <a:effectLst/>
              </a:endParaRPr>
            </a:p>
          </p:txBody>
        </p:sp>
        <p:sp>
          <p:nvSpPr>
            <p:cNvPr id="183" name="Rectangle 89"/>
            <p:cNvSpPr>
              <a:spLocks noChangeArrowheads="1"/>
            </p:cNvSpPr>
            <p:nvPr/>
          </p:nvSpPr>
          <p:spPr bwMode="auto">
            <a:xfrm>
              <a:off x="6772522" y="4841876"/>
              <a:ext cx="213200"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900" b="0" i="0" u="none" strike="noStrike" cap="none" normalizeH="0" baseline="0" dirty="0" smtClean="0">
                  <a:ln>
                    <a:noFill/>
                  </a:ln>
                  <a:effectLst/>
                  <a:latin typeface="Open Sans" panose="020B0606030504020204" pitchFamily="34" charset="0"/>
                </a:rPr>
                <a:t>Iran</a:t>
              </a:r>
              <a:endParaRPr kumimoji="0" lang="ru-RU" altLang="ru-RU" sz="1800" b="0" i="0" u="none" strike="noStrike" cap="none" normalizeH="0" baseline="0" dirty="0" smtClean="0">
                <a:ln>
                  <a:noFill/>
                </a:ln>
                <a:effectLst/>
              </a:endParaRPr>
            </a:p>
          </p:txBody>
        </p:sp>
        <p:sp>
          <p:nvSpPr>
            <p:cNvPr id="184" name="Rectangle 90"/>
            <p:cNvSpPr>
              <a:spLocks noChangeArrowheads="1"/>
            </p:cNvSpPr>
            <p:nvPr/>
          </p:nvSpPr>
          <p:spPr bwMode="auto">
            <a:xfrm>
              <a:off x="5791200" y="4274778"/>
              <a:ext cx="323807"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800" b="0" i="0" u="none" strike="noStrike" cap="none" normalizeH="0" baseline="0" dirty="0" smtClean="0">
                  <a:ln>
                    <a:noFill/>
                  </a:ln>
                  <a:effectLst/>
                  <a:latin typeface="Open Sans" panose="020B0606030504020204" pitchFamily="34" charset="0"/>
                </a:rPr>
                <a:t>Turkey</a:t>
              </a:r>
              <a:endParaRPr kumimoji="0" lang="ru-RU" altLang="ru-RU" sz="1800" b="0" i="0" u="none" strike="noStrike" cap="none" normalizeH="0" baseline="0" dirty="0" smtClean="0">
                <a:ln>
                  <a:noFill/>
                </a:ln>
                <a:effectLst/>
              </a:endParaRPr>
            </a:p>
          </p:txBody>
        </p:sp>
        <p:sp>
          <p:nvSpPr>
            <p:cNvPr id="185" name="Rectangle 91"/>
            <p:cNvSpPr>
              <a:spLocks noChangeArrowheads="1"/>
            </p:cNvSpPr>
            <p:nvPr/>
          </p:nvSpPr>
          <p:spPr bwMode="auto">
            <a:xfrm>
              <a:off x="8407840" y="4712237"/>
              <a:ext cx="44563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300" b="0" i="0" u="none" strike="noStrike" cap="none" normalizeH="0" baseline="0" dirty="0" smtClean="0">
                  <a:ln>
                    <a:noFill/>
                  </a:ln>
                  <a:effectLst/>
                  <a:latin typeface="Open Sans" panose="020B0606030504020204" pitchFamily="34" charset="0"/>
                </a:rPr>
                <a:t>China</a:t>
              </a:r>
              <a:endParaRPr kumimoji="0" lang="ru-RU" altLang="ru-RU" sz="1800" b="0" i="0" u="none" strike="noStrike" cap="none" normalizeH="0" baseline="0" dirty="0" smtClean="0">
                <a:ln>
                  <a:noFill/>
                </a:ln>
                <a:effectLst/>
              </a:endParaRPr>
            </a:p>
          </p:txBody>
        </p:sp>
        <p:sp>
          <p:nvSpPr>
            <p:cNvPr id="186" name="Rectangle 92"/>
            <p:cNvSpPr>
              <a:spLocks noChangeArrowheads="1"/>
            </p:cNvSpPr>
            <p:nvPr/>
          </p:nvSpPr>
          <p:spPr bwMode="auto">
            <a:xfrm>
              <a:off x="8488803" y="4183260"/>
              <a:ext cx="389530"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dirty="0" smtClean="0">
                  <a:ln>
                    <a:noFill/>
                  </a:ln>
                  <a:effectLst/>
                  <a:latin typeface="Open Sans" panose="020B0606030504020204" pitchFamily="34" charset="0"/>
                </a:rPr>
                <a:t>Mongolia</a:t>
              </a:r>
              <a:endParaRPr kumimoji="0" lang="ru-RU" altLang="ru-RU" sz="1800" b="0" i="0" u="none" strike="noStrike" cap="none" normalizeH="0" baseline="0" dirty="0" smtClean="0">
                <a:ln>
                  <a:noFill/>
                </a:ln>
                <a:effectLst/>
              </a:endParaRPr>
            </a:p>
          </p:txBody>
        </p:sp>
        <p:sp>
          <p:nvSpPr>
            <p:cNvPr id="187" name="Rectangle 93"/>
            <p:cNvSpPr>
              <a:spLocks noChangeArrowheads="1"/>
            </p:cNvSpPr>
            <p:nvPr/>
          </p:nvSpPr>
          <p:spPr bwMode="auto">
            <a:xfrm>
              <a:off x="7093743" y="4093370"/>
              <a:ext cx="678071"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900" b="0" i="0" u="none" strike="noStrike" cap="none" normalizeH="0" baseline="0" dirty="0" smtClean="0">
                  <a:ln>
                    <a:noFill/>
                  </a:ln>
                  <a:effectLst/>
                  <a:latin typeface="Open Sans" panose="020B0606030504020204" pitchFamily="34" charset="0"/>
                </a:rPr>
                <a:t>Kazakhastan</a:t>
              </a:r>
              <a:endParaRPr kumimoji="0" lang="ru-RU" altLang="ru-RU" sz="1800" b="0" i="0" u="none" strike="noStrike" cap="none" normalizeH="0" baseline="0" dirty="0" smtClean="0">
                <a:ln>
                  <a:noFill/>
                </a:ln>
                <a:effectLst/>
              </a:endParaRPr>
            </a:p>
          </p:txBody>
        </p:sp>
        <p:sp>
          <p:nvSpPr>
            <p:cNvPr id="188" name="Rectangle 94"/>
            <p:cNvSpPr>
              <a:spLocks noChangeArrowheads="1"/>
            </p:cNvSpPr>
            <p:nvPr/>
          </p:nvSpPr>
          <p:spPr bwMode="auto">
            <a:xfrm>
              <a:off x="5636418" y="5339743"/>
              <a:ext cx="602729"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800" b="0" i="0" u="none" strike="noStrike" cap="none" normalizeH="0" baseline="0" dirty="0" smtClean="0">
                  <a:ln>
                    <a:noFill/>
                  </a:ln>
                  <a:effectLst/>
                  <a:latin typeface="Open Sans" panose="020B0606030504020204" pitchFamily="34" charset="0"/>
                </a:rPr>
                <a:t>Saudi Arabia</a:t>
              </a:r>
              <a:endParaRPr kumimoji="0" lang="ru-RU" altLang="ru-RU" sz="1800" b="0" i="0" u="none" strike="noStrike" cap="none" normalizeH="0" baseline="0" dirty="0" smtClean="0">
                <a:ln>
                  <a:noFill/>
                </a:ln>
                <a:effectLst/>
              </a:endParaRPr>
            </a:p>
          </p:txBody>
        </p:sp>
        <p:sp>
          <p:nvSpPr>
            <p:cNvPr id="189" name="Rectangle 95"/>
            <p:cNvSpPr>
              <a:spLocks noChangeArrowheads="1"/>
            </p:cNvSpPr>
            <p:nvPr/>
          </p:nvSpPr>
          <p:spPr bwMode="auto">
            <a:xfrm>
              <a:off x="8195115" y="2956369"/>
              <a:ext cx="918521"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1" i="0" u="none" strike="noStrike" cap="none" normalizeH="0" baseline="0" dirty="0" smtClean="0">
                  <a:ln>
                    <a:noFill/>
                  </a:ln>
                  <a:effectLst/>
                  <a:latin typeface="Open Sans Semibold" panose="020B0706030804020204" pitchFamily="34" charset="0"/>
                </a:rPr>
                <a:t>Russia</a:t>
              </a:r>
              <a:endParaRPr kumimoji="0" lang="ru-RU" altLang="ru-RU" sz="1800" b="0" i="0" u="none" strike="noStrike" cap="none" normalizeH="0" baseline="0" dirty="0" smtClean="0">
                <a:ln>
                  <a:noFill/>
                </a:ln>
                <a:effectLst/>
              </a:endParaRPr>
            </a:p>
          </p:txBody>
        </p:sp>
      </p:grpSp>
      <p:sp>
        <p:nvSpPr>
          <p:cNvPr id="2" name="Text Placeholder 1"/>
          <p:cNvSpPr>
            <a:spLocks noGrp="1"/>
          </p:cNvSpPr>
          <p:nvPr>
            <p:ph type="body" sz="quarter" idx="10"/>
          </p:nvPr>
        </p:nvSpPr>
        <p:spPr/>
        <p:txBody>
          <a:bodyPr>
            <a:normAutofit fontScale="92500" lnSpcReduction="10000"/>
          </a:bodyPr>
          <a:lstStyle/>
          <a:p>
            <a:pPr lvl="0">
              <a:lnSpc>
                <a:spcPct val="100000"/>
              </a:lnSpc>
              <a:spcBef>
                <a:spcPct val="0"/>
              </a:spcBef>
            </a:pPr>
            <a:r>
              <a:rPr lang="ru-RU" altLang="ru-RU" b="1" dirty="0"/>
              <a:t>Russia</a:t>
            </a:r>
            <a:endParaRPr lang="ru-RU" altLang="ru-RU" sz="1800" dirty="0">
              <a:latin typeface="Arial" panose="020B0604020202020204" pitchFamily="34" charset="0"/>
            </a:endParaRPr>
          </a:p>
        </p:txBody>
      </p:sp>
      <p:sp>
        <p:nvSpPr>
          <p:cNvPr id="3" name="Text Placeholder 2"/>
          <p:cNvSpPr>
            <a:spLocks noGrp="1"/>
          </p:cNvSpPr>
          <p:nvPr>
            <p:ph type="body" sz="quarter" idx="11"/>
          </p:nvPr>
        </p:nvSpPr>
        <p:spPr/>
        <p:txBody>
          <a:bodyPr>
            <a:normAutofit fontScale="92500" lnSpcReduction="10000"/>
          </a:bodyPr>
          <a:lstStyle/>
          <a:p>
            <a:pPr lvl="0">
              <a:lnSpc>
                <a:spcPct val="100000"/>
              </a:lnSpc>
              <a:spcBef>
                <a:spcPct val="0"/>
              </a:spcBef>
            </a:pPr>
            <a:r>
              <a:rPr lang="ru-RU" altLang="ru-RU" b="1" dirty="0"/>
              <a:t>China</a:t>
            </a:r>
            <a:endParaRPr lang="ru-RU" altLang="ru-RU" sz="1800" dirty="0">
              <a:latin typeface="Arial" panose="020B0604020202020204" pitchFamily="34" charset="0"/>
            </a:endParaRPr>
          </a:p>
        </p:txBody>
      </p:sp>
      <p:sp>
        <p:nvSpPr>
          <p:cNvPr id="4" name="Text Placeholder 3"/>
          <p:cNvSpPr>
            <a:spLocks noGrp="1"/>
          </p:cNvSpPr>
          <p:nvPr>
            <p:ph type="body" sz="quarter" idx="12"/>
          </p:nvPr>
        </p:nvSpPr>
        <p:spPr/>
        <p:txBody>
          <a:bodyPr>
            <a:normAutofit fontScale="92500" lnSpcReduction="10000"/>
          </a:bodyPr>
          <a:lstStyle/>
          <a:p>
            <a:pPr lvl="0">
              <a:lnSpc>
                <a:spcPct val="100000"/>
              </a:lnSpc>
              <a:spcBef>
                <a:spcPct val="0"/>
              </a:spcBef>
            </a:pPr>
            <a:r>
              <a:rPr lang="ru-RU" altLang="ru-RU" b="1" dirty="0"/>
              <a:t>India</a:t>
            </a:r>
            <a:endParaRPr lang="ru-RU" altLang="ru-RU" sz="1800" dirty="0">
              <a:latin typeface="Arial" panose="020B0604020202020204" pitchFamily="34" charset="0"/>
            </a:endParaRPr>
          </a:p>
        </p:txBody>
      </p:sp>
      <p:sp>
        <p:nvSpPr>
          <p:cNvPr id="224" name="Text Placeholder 223"/>
          <p:cNvSpPr>
            <a:spLocks noGrp="1"/>
          </p:cNvSpPr>
          <p:nvPr>
            <p:ph type="body" sz="quarter" idx="13"/>
          </p:nvPr>
        </p:nvSpPr>
        <p:spPr/>
        <p:txBody>
          <a:bodyPr>
            <a:normAutofit fontScale="92500" lnSpcReduction="10000"/>
          </a:bodyPr>
          <a:lstStyle/>
          <a:p>
            <a:pPr lvl="0">
              <a:lnSpc>
                <a:spcPct val="100000"/>
              </a:lnSpc>
              <a:spcBef>
                <a:spcPct val="0"/>
              </a:spcBef>
            </a:pPr>
            <a:r>
              <a:rPr lang="ru-RU" altLang="ru-RU" b="1" dirty="0"/>
              <a:t>Japan</a:t>
            </a:r>
            <a:endParaRPr lang="ru-RU" altLang="ru-RU" sz="1800" dirty="0">
              <a:latin typeface="Arial" panose="020B0604020202020204" pitchFamily="34" charset="0"/>
            </a:endParaRPr>
          </a:p>
        </p:txBody>
      </p:sp>
      <p:sp>
        <p:nvSpPr>
          <p:cNvPr id="225" name="Text Placeholder 224"/>
          <p:cNvSpPr>
            <a:spLocks noGrp="1"/>
          </p:cNvSpPr>
          <p:nvPr>
            <p:ph type="body" sz="quarter" idx="14"/>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
        <p:nvSpPr>
          <p:cNvPr id="226" name="Text Placeholder 225"/>
          <p:cNvSpPr>
            <a:spLocks noGrp="1"/>
          </p:cNvSpPr>
          <p:nvPr>
            <p:ph type="body" sz="quarter" idx="15"/>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altLang="ru-RU" dirty="0">
              <a:latin typeface="Open Sans" panose="020B0606030504020204" pitchFamily="34" charset="0"/>
              <a:cs typeface="Open Sans" panose="020B0606030504020204" pitchFamily="34" charset="0"/>
            </a:endParaRPr>
          </a:p>
        </p:txBody>
      </p:sp>
      <p:sp>
        <p:nvSpPr>
          <p:cNvPr id="227" name="Text Placeholder 226"/>
          <p:cNvSpPr>
            <a:spLocks noGrp="1"/>
          </p:cNvSpPr>
          <p:nvPr>
            <p:ph type="body" sz="quarter" idx="16"/>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228" name="Text Placeholder 227"/>
          <p:cNvSpPr>
            <a:spLocks noGrp="1"/>
          </p:cNvSpPr>
          <p:nvPr>
            <p:ph type="body" sz="quarter" idx="17"/>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altLang="ru-RU" dirty="0">
              <a:latin typeface="Open Sans" panose="020B0606030504020204" pitchFamily="34" charset="0"/>
              <a:cs typeface="Open Sans" panose="020B0606030504020204" pitchFamily="34" charset="0"/>
            </a:endParaRPr>
          </a:p>
        </p:txBody>
      </p:sp>
      <p:sp>
        <p:nvSpPr>
          <p:cNvPr id="229" name="Text Placeholder 228"/>
          <p:cNvSpPr>
            <a:spLocks noGrp="1"/>
          </p:cNvSpPr>
          <p:nvPr>
            <p:ph type="body" sz="quarter" idx="18"/>
          </p:nvPr>
        </p:nvSpPr>
        <p:spPr>
          <a:xfrm>
            <a:off x="4546220" y="349250"/>
            <a:ext cx="2887980" cy="540067"/>
          </a:xfrm>
        </p:spPr>
        <p:txBody>
          <a:bodyPr/>
          <a:lstStyle/>
          <a:p>
            <a:r>
              <a:rPr lang="en-US" dirty="0" smtClean="0"/>
              <a:t>ASIA</a:t>
            </a:r>
            <a:endParaRPr lang="ru-RU" dirty="0"/>
          </a:p>
        </p:txBody>
      </p:sp>
    </p:spTree>
    <p:extLst>
      <p:ext uri="{BB962C8B-B14F-4D97-AF65-F5344CB8AC3E}">
        <p14:creationId xmlns:p14="http://schemas.microsoft.com/office/powerpoint/2010/main" val="13168775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3"/>
                                            </p:tgtEl>
                                            <p:attrNameLst>
                                              <p:attrName>style.visibility</p:attrName>
                                            </p:attrNameLst>
                                          </p:cBhvr>
                                          <p:to>
                                            <p:strVal val="visible"/>
                                          </p:to>
                                        </p:set>
                                        <p:anim calcmode="lin" valueType="num" p14:bounceEnd="67000">
                                          <p:cBhvr additive="base">
                                            <p:cTn id="7" dur="1000" fill="hold"/>
                                            <p:tgtEl>
                                              <p:spTgt spid="163"/>
                                            </p:tgtEl>
                                            <p:attrNameLst>
                                              <p:attrName>ppt_x</p:attrName>
                                            </p:attrNameLst>
                                          </p:cBhvr>
                                          <p:tavLst>
                                            <p:tav tm="0">
                                              <p:val>
                                                <p:strVal val="0-#ppt_w/2"/>
                                              </p:val>
                                            </p:tav>
                                            <p:tav tm="100000">
                                              <p:val>
                                                <p:strVal val="#ppt_x"/>
                                              </p:val>
                                            </p:tav>
                                          </p:tavLst>
                                        </p:anim>
                                        <p:anim calcmode="lin" valueType="num" p14:bounceEnd="67000">
                                          <p:cBhvr additive="base">
                                            <p:cTn id="8" dur="1000" fill="hold"/>
                                            <p:tgtEl>
                                              <p:spTgt spid="16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67000">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14:bounceEnd="67000">
                                          <p:cBhvr additive="base">
                                            <p:cTn id="11" dur="1000" fill="hold"/>
                                            <p:tgtEl>
                                              <p:spTgt spid="5"/>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67000">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14:bounceEnd="67000">
                                          <p:cBhvr additive="base">
                                            <p:cTn id="15" dur="1000" fill="hold"/>
                                            <p:tgtEl>
                                              <p:spTgt spid="6"/>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67000">
                                      <p:stCondLst>
                                        <p:cond delay="300"/>
                                      </p:stCondLst>
                                      <p:childTnLst>
                                        <p:set>
                                          <p:cBhvr>
                                            <p:cTn id="18" dur="1" fill="hold">
                                              <p:stCondLst>
                                                <p:cond delay="0"/>
                                              </p:stCondLst>
                                            </p:cTn>
                                            <p:tgtEl>
                                              <p:spTgt spid="7"/>
                                            </p:tgtEl>
                                            <p:attrNameLst>
                                              <p:attrName>style.visibility</p:attrName>
                                            </p:attrNameLst>
                                          </p:cBhvr>
                                          <p:to>
                                            <p:strVal val="visible"/>
                                          </p:to>
                                        </p:set>
                                        <p:anim calcmode="lin" valueType="num" p14:bounceEnd="67000">
                                          <p:cBhvr additive="base">
                                            <p:cTn id="19" dur="1000" fill="hold"/>
                                            <p:tgtEl>
                                              <p:spTgt spid="7"/>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7"/>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14:presetBounceEnd="67000">
                                      <p:stCondLst>
                                        <p:cond delay="400"/>
                                      </p:stCondLst>
                                      <p:childTnLst>
                                        <p:set>
                                          <p:cBhvr>
                                            <p:cTn id="22" dur="1" fill="hold">
                                              <p:stCondLst>
                                                <p:cond delay="0"/>
                                              </p:stCondLst>
                                            </p:cTn>
                                            <p:tgtEl>
                                              <p:spTgt spid="8"/>
                                            </p:tgtEl>
                                            <p:attrNameLst>
                                              <p:attrName>style.visibility</p:attrName>
                                            </p:attrNameLst>
                                          </p:cBhvr>
                                          <p:to>
                                            <p:strVal val="visible"/>
                                          </p:to>
                                        </p:set>
                                        <p:anim calcmode="lin" valueType="num" p14:bounceEnd="67000">
                                          <p:cBhvr additive="base">
                                            <p:cTn id="23" dur="1000" fill="hold"/>
                                            <p:tgtEl>
                                              <p:spTgt spid="8"/>
                                            </p:tgtEl>
                                            <p:attrNameLst>
                                              <p:attrName>ppt_x</p:attrName>
                                            </p:attrNameLst>
                                          </p:cBhvr>
                                          <p:tavLst>
                                            <p:tav tm="0">
                                              <p:val>
                                                <p:strVal val="0-#ppt_w/2"/>
                                              </p:val>
                                            </p:tav>
                                            <p:tav tm="100000">
                                              <p:val>
                                                <p:strVal val="#ppt_x"/>
                                              </p:val>
                                            </p:tav>
                                          </p:tavLst>
                                        </p:anim>
                                        <p:anim calcmode="lin" valueType="num" p14:bounceEnd="67000">
                                          <p:cBhvr additive="base">
                                            <p:cTn id="24" dur="1000" fill="hold"/>
                                            <p:tgtEl>
                                              <p:spTgt spid="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14:presetBounceEnd="67000">
                                      <p:stCondLst>
                                        <p:cond delay="500"/>
                                      </p:stCondLst>
                                      <p:childTnLst>
                                        <p:set>
                                          <p:cBhvr>
                                            <p:cTn id="26" dur="1" fill="hold">
                                              <p:stCondLst>
                                                <p:cond delay="0"/>
                                              </p:stCondLst>
                                            </p:cTn>
                                            <p:tgtEl>
                                              <p:spTgt spid="9"/>
                                            </p:tgtEl>
                                            <p:attrNameLst>
                                              <p:attrName>style.visibility</p:attrName>
                                            </p:attrNameLst>
                                          </p:cBhvr>
                                          <p:to>
                                            <p:strVal val="visible"/>
                                          </p:to>
                                        </p:set>
                                        <p:anim calcmode="lin" valueType="num" p14:bounceEnd="67000">
                                          <p:cBhvr additive="base">
                                            <p:cTn id="27" dur="1000" fill="hold"/>
                                            <p:tgtEl>
                                              <p:spTgt spid="9"/>
                                            </p:tgtEl>
                                            <p:attrNameLst>
                                              <p:attrName>ppt_x</p:attrName>
                                            </p:attrNameLst>
                                          </p:cBhvr>
                                          <p:tavLst>
                                            <p:tav tm="0">
                                              <p:val>
                                                <p:strVal val="0-#ppt_w/2"/>
                                              </p:val>
                                            </p:tav>
                                            <p:tav tm="100000">
                                              <p:val>
                                                <p:strVal val="#ppt_x"/>
                                              </p:val>
                                            </p:tav>
                                          </p:tavLst>
                                        </p:anim>
                                        <p:anim calcmode="lin" valueType="num" p14:bounceEnd="67000">
                                          <p:cBhvr additive="base">
                                            <p:cTn id="28" dur="1000" fill="hold"/>
                                            <p:tgtEl>
                                              <p:spTgt spid="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7000">
                                      <p:stCondLst>
                                        <p:cond delay="600"/>
                                      </p:stCondLst>
                                      <p:childTnLst>
                                        <p:set>
                                          <p:cBhvr>
                                            <p:cTn id="30" dur="1" fill="hold">
                                              <p:stCondLst>
                                                <p:cond delay="0"/>
                                              </p:stCondLst>
                                            </p:cTn>
                                            <p:tgtEl>
                                              <p:spTgt spid="10"/>
                                            </p:tgtEl>
                                            <p:attrNameLst>
                                              <p:attrName>style.visibility</p:attrName>
                                            </p:attrNameLst>
                                          </p:cBhvr>
                                          <p:to>
                                            <p:strVal val="visible"/>
                                          </p:to>
                                        </p:set>
                                        <p:anim calcmode="lin" valueType="num" p14:bounceEnd="67000">
                                          <p:cBhvr additive="base">
                                            <p:cTn id="31" dur="1000" fill="hold"/>
                                            <p:tgtEl>
                                              <p:spTgt spid="10"/>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10"/>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7000">
                                      <p:stCondLst>
                                        <p:cond delay="700"/>
                                      </p:stCondLst>
                                      <p:childTnLst>
                                        <p:set>
                                          <p:cBhvr>
                                            <p:cTn id="34" dur="1" fill="hold">
                                              <p:stCondLst>
                                                <p:cond delay="0"/>
                                              </p:stCondLst>
                                            </p:cTn>
                                            <p:tgtEl>
                                              <p:spTgt spid="11"/>
                                            </p:tgtEl>
                                            <p:attrNameLst>
                                              <p:attrName>style.visibility</p:attrName>
                                            </p:attrNameLst>
                                          </p:cBhvr>
                                          <p:to>
                                            <p:strVal val="visible"/>
                                          </p:to>
                                        </p:set>
                                        <p:anim calcmode="lin" valueType="num" p14:bounceEnd="67000">
                                          <p:cBhvr additive="base">
                                            <p:cTn id="35" dur="1000" fill="hold"/>
                                            <p:tgtEl>
                                              <p:spTgt spid="11"/>
                                            </p:tgtEl>
                                            <p:attrNameLst>
                                              <p:attrName>ppt_x</p:attrName>
                                            </p:attrNameLst>
                                          </p:cBhvr>
                                          <p:tavLst>
                                            <p:tav tm="0">
                                              <p:val>
                                                <p:strVal val="0-#ppt_w/2"/>
                                              </p:val>
                                            </p:tav>
                                            <p:tav tm="100000">
                                              <p:val>
                                                <p:strVal val="#ppt_x"/>
                                              </p:val>
                                            </p:tav>
                                          </p:tavLst>
                                        </p:anim>
                                        <p:anim calcmode="lin" valueType="num" p14:bounceEnd="67000">
                                          <p:cBhvr additive="base">
                                            <p:cTn id="36" dur="1000" fill="hold"/>
                                            <p:tgtEl>
                                              <p:spTgt spid="1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7000">
                                      <p:stCondLst>
                                        <p:cond delay="800"/>
                                      </p:stCondLst>
                                      <p:childTnLst>
                                        <p:set>
                                          <p:cBhvr>
                                            <p:cTn id="38" dur="1" fill="hold">
                                              <p:stCondLst>
                                                <p:cond delay="0"/>
                                              </p:stCondLst>
                                            </p:cTn>
                                            <p:tgtEl>
                                              <p:spTgt spid="12"/>
                                            </p:tgtEl>
                                            <p:attrNameLst>
                                              <p:attrName>style.visibility</p:attrName>
                                            </p:attrNameLst>
                                          </p:cBhvr>
                                          <p:to>
                                            <p:strVal val="visible"/>
                                          </p:to>
                                        </p:set>
                                        <p:anim calcmode="lin" valueType="num" p14:bounceEnd="67000">
                                          <p:cBhvr additive="base">
                                            <p:cTn id="39" dur="1000" fill="hold"/>
                                            <p:tgtEl>
                                              <p:spTgt spid="12"/>
                                            </p:tgtEl>
                                            <p:attrNameLst>
                                              <p:attrName>ppt_x</p:attrName>
                                            </p:attrNameLst>
                                          </p:cBhvr>
                                          <p:tavLst>
                                            <p:tav tm="0">
                                              <p:val>
                                                <p:strVal val="0-#ppt_w/2"/>
                                              </p:val>
                                            </p:tav>
                                            <p:tav tm="100000">
                                              <p:val>
                                                <p:strVal val="#ppt_x"/>
                                              </p:val>
                                            </p:tav>
                                          </p:tavLst>
                                        </p:anim>
                                        <p:anim calcmode="lin" valueType="num" p14:bounceEnd="67000">
                                          <p:cBhvr additive="base">
                                            <p:cTn id="40" dur="1000" fill="hold"/>
                                            <p:tgtEl>
                                              <p:spTgt spid="12"/>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14:presetBounceEnd="67000">
                                      <p:stCondLst>
                                        <p:cond delay="900"/>
                                      </p:stCondLst>
                                      <p:childTnLst>
                                        <p:set>
                                          <p:cBhvr>
                                            <p:cTn id="42" dur="1" fill="hold">
                                              <p:stCondLst>
                                                <p:cond delay="0"/>
                                              </p:stCondLst>
                                            </p:cTn>
                                            <p:tgtEl>
                                              <p:spTgt spid="13"/>
                                            </p:tgtEl>
                                            <p:attrNameLst>
                                              <p:attrName>style.visibility</p:attrName>
                                            </p:attrNameLst>
                                          </p:cBhvr>
                                          <p:to>
                                            <p:strVal val="visible"/>
                                          </p:to>
                                        </p:set>
                                        <p:anim calcmode="lin" valueType="num" p14:bounceEnd="67000">
                                          <p:cBhvr additive="base">
                                            <p:cTn id="43" dur="1000" fill="hold"/>
                                            <p:tgtEl>
                                              <p:spTgt spid="13"/>
                                            </p:tgtEl>
                                            <p:attrNameLst>
                                              <p:attrName>ppt_x</p:attrName>
                                            </p:attrNameLst>
                                          </p:cBhvr>
                                          <p:tavLst>
                                            <p:tav tm="0">
                                              <p:val>
                                                <p:strVal val="0-#ppt_w/2"/>
                                              </p:val>
                                            </p:tav>
                                            <p:tav tm="100000">
                                              <p:val>
                                                <p:strVal val="#ppt_x"/>
                                              </p:val>
                                            </p:tav>
                                          </p:tavLst>
                                        </p:anim>
                                        <p:anim calcmode="lin" valueType="num" p14:bounceEnd="67000">
                                          <p:cBhvr additive="base">
                                            <p:cTn id="44" dur="1000" fill="hold"/>
                                            <p:tgtEl>
                                              <p:spTgt spid="13"/>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7000">
                                      <p:stCondLst>
                                        <p:cond delay="1000"/>
                                      </p:stCondLst>
                                      <p:childTnLst>
                                        <p:set>
                                          <p:cBhvr>
                                            <p:cTn id="46" dur="1" fill="hold">
                                              <p:stCondLst>
                                                <p:cond delay="0"/>
                                              </p:stCondLst>
                                            </p:cTn>
                                            <p:tgtEl>
                                              <p:spTgt spid="14"/>
                                            </p:tgtEl>
                                            <p:attrNameLst>
                                              <p:attrName>style.visibility</p:attrName>
                                            </p:attrNameLst>
                                          </p:cBhvr>
                                          <p:to>
                                            <p:strVal val="visible"/>
                                          </p:to>
                                        </p:set>
                                        <p:anim calcmode="lin" valueType="num" p14:bounceEnd="67000">
                                          <p:cBhvr additive="base">
                                            <p:cTn id="47" dur="1000" fill="hold"/>
                                            <p:tgtEl>
                                              <p:spTgt spid="14"/>
                                            </p:tgtEl>
                                            <p:attrNameLst>
                                              <p:attrName>ppt_x</p:attrName>
                                            </p:attrNameLst>
                                          </p:cBhvr>
                                          <p:tavLst>
                                            <p:tav tm="0">
                                              <p:val>
                                                <p:strVal val="0-#ppt_w/2"/>
                                              </p:val>
                                            </p:tav>
                                            <p:tav tm="100000">
                                              <p:val>
                                                <p:strVal val="#ppt_x"/>
                                              </p:val>
                                            </p:tav>
                                          </p:tavLst>
                                        </p:anim>
                                        <p:anim calcmode="lin" valueType="num" p14:bounceEnd="67000">
                                          <p:cBhvr additive="base">
                                            <p:cTn id="48" dur="1000" fill="hold"/>
                                            <p:tgtEl>
                                              <p:spTgt spid="14"/>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14:presetBounceEnd="67000">
                                      <p:stCondLst>
                                        <p:cond delay="1100"/>
                                      </p:stCondLst>
                                      <p:childTnLst>
                                        <p:set>
                                          <p:cBhvr>
                                            <p:cTn id="50" dur="1" fill="hold">
                                              <p:stCondLst>
                                                <p:cond delay="0"/>
                                              </p:stCondLst>
                                            </p:cTn>
                                            <p:tgtEl>
                                              <p:spTgt spid="15"/>
                                            </p:tgtEl>
                                            <p:attrNameLst>
                                              <p:attrName>style.visibility</p:attrName>
                                            </p:attrNameLst>
                                          </p:cBhvr>
                                          <p:to>
                                            <p:strVal val="visible"/>
                                          </p:to>
                                        </p:set>
                                        <p:anim calcmode="lin" valueType="num" p14:bounceEnd="67000">
                                          <p:cBhvr additive="base">
                                            <p:cTn id="51" dur="1000" fill="hold"/>
                                            <p:tgtEl>
                                              <p:spTgt spid="15"/>
                                            </p:tgtEl>
                                            <p:attrNameLst>
                                              <p:attrName>ppt_x</p:attrName>
                                            </p:attrNameLst>
                                          </p:cBhvr>
                                          <p:tavLst>
                                            <p:tav tm="0">
                                              <p:val>
                                                <p:strVal val="0-#ppt_w/2"/>
                                              </p:val>
                                            </p:tav>
                                            <p:tav tm="100000">
                                              <p:val>
                                                <p:strVal val="#ppt_x"/>
                                              </p:val>
                                            </p:tav>
                                          </p:tavLst>
                                        </p:anim>
                                        <p:anim calcmode="lin" valueType="num" p14:bounceEnd="67000">
                                          <p:cBhvr additive="base">
                                            <p:cTn id="52" dur="1000" fill="hold"/>
                                            <p:tgtEl>
                                              <p:spTgt spid="15"/>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14:presetBounceEnd="67000">
                                      <p:stCondLst>
                                        <p:cond delay="1200"/>
                                      </p:stCondLst>
                                      <p:childTnLst>
                                        <p:set>
                                          <p:cBhvr>
                                            <p:cTn id="54" dur="1" fill="hold">
                                              <p:stCondLst>
                                                <p:cond delay="0"/>
                                              </p:stCondLst>
                                            </p:cTn>
                                            <p:tgtEl>
                                              <p:spTgt spid="16"/>
                                            </p:tgtEl>
                                            <p:attrNameLst>
                                              <p:attrName>style.visibility</p:attrName>
                                            </p:attrNameLst>
                                          </p:cBhvr>
                                          <p:to>
                                            <p:strVal val="visible"/>
                                          </p:to>
                                        </p:set>
                                        <p:anim calcmode="lin" valueType="num" p14:bounceEnd="67000">
                                          <p:cBhvr additive="base">
                                            <p:cTn id="55" dur="1000" fill="hold"/>
                                            <p:tgtEl>
                                              <p:spTgt spid="16"/>
                                            </p:tgtEl>
                                            <p:attrNameLst>
                                              <p:attrName>ppt_x</p:attrName>
                                            </p:attrNameLst>
                                          </p:cBhvr>
                                          <p:tavLst>
                                            <p:tav tm="0">
                                              <p:val>
                                                <p:strVal val="0-#ppt_w/2"/>
                                              </p:val>
                                            </p:tav>
                                            <p:tav tm="100000">
                                              <p:val>
                                                <p:strVal val="#ppt_x"/>
                                              </p:val>
                                            </p:tav>
                                          </p:tavLst>
                                        </p:anim>
                                        <p:anim calcmode="lin" valueType="num" p14:bounceEnd="67000">
                                          <p:cBhvr additive="base">
                                            <p:cTn id="56" dur="1000" fill="hold"/>
                                            <p:tgtEl>
                                              <p:spTgt spid="16"/>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14:presetBounceEnd="67000">
                                      <p:stCondLst>
                                        <p:cond delay="1300"/>
                                      </p:stCondLst>
                                      <p:childTnLst>
                                        <p:set>
                                          <p:cBhvr>
                                            <p:cTn id="58" dur="1" fill="hold">
                                              <p:stCondLst>
                                                <p:cond delay="0"/>
                                              </p:stCondLst>
                                            </p:cTn>
                                            <p:tgtEl>
                                              <p:spTgt spid="17"/>
                                            </p:tgtEl>
                                            <p:attrNameLst>
                                              <p:attrName>style.visibility</p:attrName>
                                            </p:attrNameLst>
                                          </p:cBhvr>
                                          <p:to>
                                            <p:strVal val="visible"/>
                                          </p:to>
                                        </p:set>
                                        <p:anim calcmode="lin" valueType="num" p14:bounceEnd="67000">
                                          <p:cBhvr additive="base">
                                            <p:cTn id="59" dur="1000" fill="hold"/>
                                            <p:tgtEl>
                                              <p:spTgt spid="17"/>
                                            </p:tgtEl>
                                            <p:attrNameLst>
                                              <p:attrName>ppt_x</p:attrName>
                                            </p:attrNameLst>
                                          </p:cBhvr>
                                          <p:tavLst>
                                            <p:tav tm="0">
                                              <p:val>
                                                <p:strVal val="0-#ppt_w/2"/>
                                              </p:val>
                                            </p:tav>
                                            <p:tav tm="100000">
                                              <p:val>
                                                <p:strVal val="#ppt_x"/>
                                              </p:val>
                                            </p:tav>
                                          </p:tavLst>
                                        </p:anim>
                                        <p:anim calcmode="lin" valueType="num" p14:bounceEnd="67000">
                                          <p:cBhvr additive="base">
                                            <p:cTn id="60" dur="1000" fill="hold"/>
                                            <p:tgtEl>
                                              <p:spTgt spid="17"/>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14:presetBounceEnd="67000">
                                      <p:stCondLst>
                                        <p:cond delay="1400"/>
                                      </p:stCondLst>
                                      <p:childTnLst>
                                        <p:set>
                                          <p:cBhvr>
                                            <p:cTn id="62" dur="1" fill="hold">
                                              <p:stCondLst>
                                                <p:cond delay="0"/>
                                              </p:stCondLst>
                                            </p:cTn>
                                            <p:tgtEl>
                                              <p:spTgt spid="18"/>
                                            </p:tgtEl>
                                            <p:attrNameLst>
                                              <p:attrName>style.visibility</p:attrName>
                                            </p:attrNameLst>
                                          </p:cBhvr>
                                          <p:to>
                                            <p:strVal val="visible"/>
                                          </p:to>
                                        </p:set>
                                        <p:anim calcmode="lin" valueType="num" p14:bounceEnd="67000">
                                          <p:cBhvr additive="base">
                                            <p:cTn id="63" dur="1000" fill="hold"/>
                                            <p:tgtEl>
                                              <p:spTgt spid="18"/>
                                            </p:tgtEl>
                                            <p:attrNameLst>
                                              <p:attrName>ppt_x</p:attrName>
                                            </p:attrNameLst>
                                          </p:cBhvr>
                                          <p:tavLst>
                                            <p:tav tm="0">
                                              <p:val>
                                                <p:strVal val="0-#ppt_w/2"/>
                                              </p:val>
                                            </p:tav>
                                            <p:tav tm="100000">
                                              <p:val>
                                                <p:strVal val="#ppt_x"/>
                                              </p:val>
                                            </p:tav>
                                          </p:tavLst>
                                        </p:anim>
                                        <p:anim calcmode="lin" valueType="num" p14:bounceEnd="67000">
                                          <p:cBhvr additive="base">
                                            <p:cTn id="64" dur="1000" fill="hold"/>
                                            <p:tgtEl>
                                              <p:spTgt spid="18"/>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14:presetBounceEnd="67000">
                                      <p:stCondLst>
                                        <p:cond delay="1500"/>
                                      </p:stCondLst>
                                      <p:childTnLst>
                                        <p:set>
                                          <p:cBhvr>
                                            <p:cTn id="66" dur="1" fill="hold">
                                              <p:stCondLst>
                                                <p:cond delay="0"/>
                                              </p:stCondLst>
                                            </p:cTn>
                                            <p:tgtEl>
                                              <p:spTgt spid="19"/>
                                            </p:tgtEl>
                                            <p:attrNameLst>
                                              <p:attrName>style.visibility</p:attrName>
                                            </p:attrNameLst>
                                          </p:cBhvr>
                                          <p:to>
                                            <p:strVal val="visible"/>
                                          </p:to>
                                        </p:set>
                                        <p:anim calcmode="lin" valueType="num" p14:bounceEnd="67000">
                                          <p:cBhvr additive="base">
                                            <p:cTn id="67" dur="1000" fill="hold"/>
                                            <p:tgtEl>
                                              <p:spTgt spid="19"/>
                                            </p:tgtEl>
                                            <p:attrNameLst>
                                              <p:attrName>ppt_x</p:attrName>
                                            </p:attrNameLst>
                                          </p:cBhvr>
                                          <p:tavLst>
                                            <p:tav tm="0">
                                              <p:val>
                                                <p:strVal val="0-#ppt_w/2"/>
                                              </p:val>
                                            </p:tav>
                                            <p:tav tm="100000">
                                              <p:val>
                                                <p:strVal val="#ppt_x"/>
                                              </p:val>
                                            </p:tav>
                                          </p:tavLst>
                                        </p:anim>
                                        <p:anim calcmode="lin" valueType="num" p14:bounceEnd="67000">
                                          <p:cBhvr additive="base">
                                            <p:cTn id="68" dur="1000" fill="hold"/>
                                            <p:tgtEl>
                                              <p:spTgt spid="19"/>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14:presetBounceEnd="67000">
                                      <p:stCondLst>
                                        <p:cond delay="1600"/>
                                      </p:stCondLst>
                                      <p:childTnLst>
                                        <p:set>
                                          <p:cBhvr>
                                            <p:cTn id="70" dur="1" fill="hold">
                                              <p:stCondLst>
                                                <p:cond delay="0"/>
                                              </p:stCondLst>
                                            </p:cTn>
                                            <p:tgtEl>
                                              <p:spTgt spid="20"/>
                                            </p:tgtEl>
                                            <p:attrNameLst>
                                              <p:attrName>style.visibility</p:attrName>
                                            </p:attrNameLst>
                                          </p:cBhvr>
                                          <p:to>
                                            <p:strVal val="visible"/>
                                          </p:to>
                                        </p:set>
                                        <p:anim calcmode="lin" valueType="num" p14:bounceEnd="67000">
                                          <p:cBhvr additive="base">
                                            <p:cTn id="71" dur="1000" fill="hold"/>
                                            <p:tgtEl>
                                              <p:spTgt spid="20"/>
                                            </p:tgtEl>
                                            <p:attrNameLst>
                                              <p:attrName>ppt_x</p:attrName>
                                            </p:attrNameLst>
                                          </p:cBhvr>
                                          <p:tavLst>
                                            <p:tav tm="0">
                                              <p:val>
                                                <p:strVal val="0-#ppt_w/2"/>
                                              </p:val>
                                            </p:tav>
                                            <p:tav tm="100000">
                                              <p:val>
                                                <p:strVal val="#ppt_x"/>
                                              </p:val>
                                            </p:tav>
                                          </p:tavLst>
                                        </p:anim>
                                        <p:anim calcmode="lin" valueType="num" p14:bounceEnd="67000">
                                          <p:cBhvr additive="base">
                                            <p:cTn id="72" dur="1000" fill="hold"/>
                                            <p:tgtEl>
                                              <p:spTgt spid="20"/>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14:presetBounceEnd="67000">
                                      <p:stCondLst>
                                        <p:cond delay="1700"/>
                                      </p:stCondLst>
                                      <p:childTnLst>
                                        <p:set>
                                          <p:cBhvr>
                                            <p:cTn id="74" dur="1" fill="hold">
                                              <p:stCondLst>
                                                <p:cond delay="0"/>
                                              </p:stCondLst>
                                            </p:cTn>
                                            <p:tgtEl>
                                              <p:spTgt spid="21"/>
                                            </p:tgtEl>
                                            <p:attrNameLst>
                                              <p:attrName>style.visibility</p:attrName>
                                            </p:attrNameLst>
                                          </p:cBhvr>
                                          <p:to>
                                            <p:strVal val="visible"/>
                                          </p:to>
                                        </p:set>
                                        <p:anim calcmode="lin" valueType="num" p14:bounceEnd="67000">
                                          <p:cBhvr additive="base">
                                            <p:cTn id="75" dur="1000" fill="hold"/>
                                            <p:tgtEl>
                                              <p:spTgt spid="21"/>
                                            </p:tgtEl>
                                            <p:attrNameLst>
                                              <p:attrName>ppt_x</p:attrName>
                                            </p:attrNameLst>
                                          </p:cBhvr>
                                          <p:tavLst>
                                            <p:tav tm="0">
                                              <p:val>
                                                <p:strVal val="0-#ppt_w/2"/>
                                              </p:val>
                                            </p:tav>
                                            <p:tav tm="100000">
                                              <p:val>
                                                <p:strVal val="#ppt_x"/>
                                              </p:val>
                                            </p:tav>
                                          </p:tavLst>
                                        </p:anim>
                                        <p:anim calcmode="lin" valueType="num" p14:bounceEnd="67000">
                                          <p:cBhvr additive="base">
                                            <p:cTn id="76" dur="1000" fill="hold"/>
                                            <p:tgtEl>
                                              <p:spTgt spid="21"/>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14:presetBounceEnd="67000">
                                      <p:stCondLst>
                                        <p:cond delay="1800"/>
                                      </p:stCondLst>
                                      <p:childTnLst>
                                        <p:set>
                                          <p:cBhvr>
                                            <p:cTn id="78" dur="1" fill="hold">
                                              <p:stCondLst>
                                                <p:cond delay="0"/>
                                              </p:stCondLst>
                                            </p:cTn>
                                            <p:tgtEl>
                                              <p:spTgt spid="22"/>
                                            </p:tgtEl>
                                            <p:attrNameLst>
                                              <p:attrName>style.visibility</p:attrName>
                                            </p:attrNameLst>
                                          </p:cBhvr>
                                          <p:to>
                                            <p:strVal val="visible"/>
                                          </p:to>
                                        </p:set>
                                        <p:anim calcmode="lin" valueType="num" p14:bounceEnd="67000">
                                          <p:cBhvr additive="base">
                                            <p:cTn id="79" dur="1000" fill="hold"/>
                                            <p:tgtEl>
                                              <p:spTgt spid="22"/>
                                            </p:tgtEl>
                                            <p:attrNameLst>
                                              <p:attrName>ppt_x</p:attrName>
                                            </p:attrNameLst>
                                          </p:cBhvr>
                                          <p:tavLst>
                                            <p:tav tm="0">
                                              <p:val>
                                                <p:strVal val="0-#ppt_w/2"/>
                                              </p:val>
                                            </p:tav>
                                            <p:tav tm="100000">
                                              <p:val>
                                                <p:strVal val="#ppt_x"/>
                                              </p:val>
                                            </p:tav>
                                          </p:tavLst>
                                        </p:anim>
                                        <p:anim calcmode="lin" valueType="num" p14:bounceEnd="67000">
                                          <p:cBhvr additive="base">
                                            <p:cTn id="80" dur="1000" fill="hold"/>
                                            <p:tgtEl>
                                              <p:spTgt spid="22"/>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14:presetBounceEnd="67000">
                                      <p:stCondLst>
                                        <p:cond delay="1900"/>
                                      </p:stCondLst>
                                      <p:childTnLst>
                                        <p:set>
                                          <p:cBhvr>
                                            <p:cTn id="82" dur="1" fill="hold">
                                              <p:stCondLst>
                                                <p:cond delay="0"/>
                                              </p:stCondLst>
                                            </p:cTn>
                                            <p:tgtEl>
                                              <p:spTgt spid="23"/>
                                            </p:tgtEl>
                                            <p:attrNameLst>
                                              <p:attrName>style.visibility</p:attrName>
                                            </p:attrNameLst>
                                          </p:cBhvr>
                                          <p:to>
                                            <p:strVal val="visible"/>
                                          </p:to>
                                        </p:set>
                                        <p:anim calcmode="lin" valueType="num" p14:bounceEnd="67000">
                                          <p:cBhvr additive="base">
                                            <p:cTn id="83" dur="1000" fill="hold"/>
                                            <p:tgtEl>
                                              <p:spTgt spid="23"/>
                                            </p:tgtEl>
                                            <p:attrNameLst>
                                              <p:attrName>ppt_x</p:attrName>
                                            </p:attrNameLst>
                                          </p:cBhvr>
                                          <p:tavLst>
                                            <p:tav tm="0">
                                              <p:val>
                                                <p:strVal val="0-#ppt_w/2"/>
                                              </p:val>
                                            </p:tav>
                                            <p:tav tm="100000">
                                              <p:val>
                                                <p:strVal val="#ppt_x"/>
                                              </p:val>
                                            </p:tav>
                                          </p:tavLst>
                                        </p:anim>
                                        <p:anim calcmode="lin" valueType="num" p14:bounceEnd="67000">
                                          <p:cBhvr additive="base">
                                            <p:cTn id="84" dur="1000" fill="hold"/>
                                            <p:tgtEl>
                                              <p:spTgt spid="23"/>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14:presetBounceEnd="67000">
                                      <p:stCondLst>
                                        <p:cond delay="2000"/>
                                      </p:stCondLst>
                                      <p:childTnLst>
                                        <p:set>
                                          <p:cBhvr>
                                            <p:cTn id="86" dur="1" fill="hold">
                                              <p:stCondLst>
                                                <p:cond delay="0"/>
                                              </p:stCondLst>
                                            </p:cTn>
                                            <p:tgtEl>
                                              <p:spTgt spid="24"/>
                                            </p:tgtEl>
                                            <p:attrNameLst>
                                              <p:attrName>style.visibility</p:attrName>
                                            </p:attrNameLst>
                                          </p:cBhvr>
                                          <p:to>
                                            <p:strVal val="visible"/>
                                          </p:to>
                                        </p:set>
                                        <p:anim calcmode="lin" valueType="num" p14:bounceEnd="67000">
                                          <p:cBhvr additive="base">
                                            <p:cTn id="87" dur="1000" fill="hold"/>
                                            <p:tgtEl>
                                              <p:spTgt spid="24"/>
                                            </p:tgtEl>
                                            <p:attrNameLst>
                                              <p:attrName>ppt_x</p:attrName>
                                            </p:attrNameLst>
                                          </p:cBhvr>
                                          <p:tavLst>
                                            <p:tav tm="0">
                                              <p:val>
                                                <p:strVal val="0-#ppt_w/2"/>
                                              </p:val>
                                            </p:tav>
                                            <p:tav tm="100000">
                                              <p:val>
                                                <p:strVal val="#ppt_x"/>
                                              </p:val>
                                            </p:tav>
                                          </p:tavLst>
                                        </p:anim>
                                        <p:anim calcmode="lin" valueType="num" p14:bounceEnd="67000">
                                          <p:cBhvr additive="base">
                                            <p:cTn id="88" dur="1000" fill="hold"/>
                                            <p:tgtEl>
                                              <p:spTgt spid="24"/>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14:presetBounceEnd="67000">
                                      <p:stCondLst>
                                        <p:cond delay="2100"/>
                                      </p:stCondLst>
                                      <p:childTnLst>
                                        <p:set>
                                          <p:cBhvr>
                                            <p:cTn id="90" dur="1" fill="hold">
                                              <p:stCondLst>
                                                <p:cond delay="0"/>
                                              </p:stCondLst>
                                            </p:cTn>
                                            <p:tgtEl>
                                              <p:spTgt spid="25"/>
                                            </p:tgtEl>
                                            <p:attrNameLst>
                                              <p:attrName>style.visibility</p:attrName>
                                            </p:attrNameLst>
                                          </p:cBhvr>
                                          <p:to>
                                            <p:strVal val="visible"/>
                                          </p:to>
                                        </p:set>
                                        <p:anim calcmode="lin" valueType="num" p14:bounceEnd="67000">
                                          <p:cBhvr additive="base">
                                            <p:cTn id="91" dur="1000" fill="hold"/>
                                            <p:tgtEl>
                                              <p:spTgt spid="25"/>
                                            </p:tgtEl>
                                            <p:attrNameLst>
                                              <p:attrName>ppt_x</p:attrName>
                                            </p:attrNameLst>
                                          </p:cBhvr>
                                          <p:tavLst>
                                            <p:tav tm="0">
                                              <p:val>
                                                <p:strVal val="0-#ppt_w/2"/>
                                              </p:val>
                                            </p:tav>
                                            <p:tav tm="100000">
                                              <p:val>
                                                <p:strVal val="#ppt_x"/>
                                              </p:val>
                                            </p:tav>
                                          </p:tavLst>
                                        </p:anim>
                                        <p:anim calcmode="lin" valueType="num" p14:bounceEnd="67000">
                                          <p:cBhvr additive="base">
                                            <p:cTn id="92" dur="100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14:presetBounceEnd="67000">
                                      <p:stCondLst>
                                        <p:cond delay="2200"/>
                                      </p:stCondLst>
                                      <p:childTnLst>
                                        <p:set>
                                          <p:cBhvr>
                                            <p:cTn id="94" dur="1" fill="hold">
                                              <p:stCondLst>
                                                <p:cond delay="0"/>
                                              </p:stCondLst>
                                            </p:cTn>
                                            <p:tgtEl>
                                              <p:spTgt spid="26"/>
                                            </p:tgtEl>
                                            <p:attrNameLst>
                                              <p:attrName>style.visibility</p:attrName>
                                            </p:attrNameLst>
                                          </p:cBhvr>
                                          <p:to>
                                            <p:strVal val="visible"/>
                                          </p:to>
                                        </p:set>
                                        <p:anim calcmode="lin" valueType="num" p14:bounceEnd="67000">
                                          <p:cBhvr additive="base">
                                            <p:cTn id="95" dur="1000" fill="hold"/>
                                            <p:tgtEl>
                                              <p:spTgt spid="26"/>
                                            </p:tgtEl>
                                            <p:attrNameLst>
                                              <p:attrName>ppt_x</p:attrName>
                                            </p:attrNameLst>
                                          </p:cBhvr>
                                          <p:tavLst>
                                            <p:tav tm="0">
                                              <p:val>
                                                <p:strVal val="0-#ppt_w/2"/>
                                              </p:val>
                                            </p:tav>
                                            <p:tav tm="100000">
                                              <p:val>
                                                <p:strVal val="#ppt_x"/>
                                              </p:val>
                                            </p:tav>
                                          </p:tavLst>
                                        </p:anim>
                                        <p:anim calcmode="lin" valueType="num" p14:bounceEnd="67000">
                                          <p:cBhvr additive="base">
                                            <p:cTn id="96" dur="1000" fill="hold"/>
                                            <p:tgtEl>
                                              <p:spTgt spid="26"/>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14:presetBounceEnd="67000">
                                      <p:stCondLst>
                                        <p:cond delay="2300"/>
                                      </p:stCondLst>
                                      <p:childTnLst>
                                        <p:set>
                                          <p:cBhvr>
                                            <p:cTn id="98" dur="1" fill="hold">
                                              <p:stCondLst>
                                                <p:cond delay="0"/>
                                              </p:stCondLst>
                                            </p:cTn>
                                            <p:tgtEl>
                                              <p:spTgt spid="27"/>
                                            </p:tgtEl>
                                            <p:attrNameLst>
                                              <p:attrName>style.visibility</p:attrName>
                                            </p:attrNameLst>
                                          </p:cBhvr>
                                          <p:to>
                                            <p:strVal val="visible"/>
                                          </p:to>
                                        </p:set>
                                        <p:anim calcmode="lin" valueType="num" p14:bounceEnd="67000">
                                          <p:cBhvr additive="base">
                                            <p:cTn id="99" dur="1000" fill="hold"/>
                                            <p:tgtEl>
                                              <p:spTgt spid="27"/>
                                            </p:tgtEl>
                                            <p:attrNameLst>
                                              <p:attrName>ppt_x</p:attrName>
                                            </p:attrNameLst>
                                          </p:cBhvr>
                                          <p:tavLst>
                                            <p:tav tm="0">
                                              <p:val>
                                                <p:strVal val="0-#ppt_w/2"/>
                                              </p:val>
                                            </p:tav>
                                            <p:tav tm="100000">
                                              <p:val>
                                                <p:strVal val="#ppt_x"/>
                                              </p:val>
                                            </p:tav>
                                          </p:tavLst>
                                        </p:anim>
                                        <p:anim calcmode="lin" valueType="num" p14:bounceEnd="67000">
                                          <p:cBhvr additive="base">
                                            <p:cTn id="100" dur="1000" fill="hold"/>
                                            <p:tgtEl>
                                              <p:spTgt spid="27"/>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14:presetBounceEnd="67000">
                                      <p:stCondLst>
                                        <p:cond delay="2400"/>
                                      </p:stCondLst>
                                      <p:childTnLst>
                                        <p:set>
                                          <p:cBhvr>
                                            <p:cTn id="102" dur="1" fill="hold">
                                              <p:stCondLst>
                                                <p:cond delay="0"/>
                                              </p:stCondLst>
                                            </p:cTn>
                                            <p:tgtEl>
                                              <p:spTgt spid="28"/>
                                            </p:tgtEl>
                                            <p:attrNameLst>
                                              <p:attrName>style.visibility</p:attrName>
                                            </p:attrNameLst>
                                          </p:cBhvr>
                                          <p:to>
                                            <p:strVal val="visible"/>
                                          </p:to>
                                        </p:set>
                                        <p:anim calcmode="lin" valueType="num" p14:bounceEnd="67000">
                                          <p:cBhvr additive="base">
                                            <p:cTn id="103" dur="1000" fill="hold"/>
                                            <p:tgtEl>
                                              <p:spTgt spid="28"/>
                                            </p:tgtEl>
                                            <p:attrNameLst>
                                              <p:attrName>ppt_x</p:attrName>
                                            </p:attrNameLst>
                                          </p:cBhvr>
                                          <p:tavLst>
                                            <p:tav tm="0">
                                              <p:val>
                                                <p:strVal val="0-#ppt_w/2"/>
                                              </p:val>
                                            </p:tav>
                                            <p:tav tm="100000">
                                              <p:val>
                                                <p:strVal val="#ppt_x"/>
                                              </p:val>
                                            </p:tav>
                                          </p:tavLst>
                                        </p:anim>
                                        <p:anim calcmode="lin" valueType="num" p14:bounceEnd="67000">
                                          <p:cBhvr additive="base">
                                            <p:cTn id="104" dur="1000" fill="hold"/>
                                            <p:tgtEl>
                                              <p:spTgt spid="28"/>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14:presetBounceEnd="67000">
                                      <p:stCondLst>
                                        <p:cond delay="2500"/>
                                      </p:stCondLst>
                                      <p:childTnLst>
                                        <p:set>
                                          <p:cBhvr>
                                            <p:cTn id="106" dur="1" fill="hold">
                                              <p:stCondLst>
                                                <p:cond delay="0"/>
                                              </p:stCondLst>
                                            </p:cTn>
                                            <p:tgtEl>
                                              <p:spTgt spid="29"/>
                                            </p:tgtEl>
                                            <p:attrNameLst>
                                              <p:attrName>style.visibility</p:attrName>
                                            </p:attrNameLst>
                                          </p:cBhvr>
                                          <p:to>
                                            <p:strVal val="visible"/>
                                          </p:to>
                                        </p:set>
                                        <p:anim calcmode="lin" valueType="num" p14:bounceEnd="67000">
                                          <p:cBhvr additive="base">
                                            <p:cTn id="107" dur="1000" fill="hold"/>
                                            <p:tgtEl>
                                              <p:spTgt spid="29"/>
                                            </p:tgtEl>
                                            <p:attrNameLst>
                                              <p:attrName>ppt_x</p:attrName>
                                            </p:attrNameLst>
                                          </p:cBhvr>
                                          <p:tavLst>
                                            <p:tav tm="0">
                                              <p:val>
                                                <p:strVal val="0-#ppt_w/2"/>
                                              </p:val>
                                            </p:tav>
                                            <p:tav tm="100000">
                                              <p:val>
                                                <p:strVal val="#ppt_x"/>
                                              </p:val>
                                            </p:tav>
                                          </p:tavLst>
                                        </p:anim>
                                        <p:anim calcmode="lin" valueType="num" p14:bounceEnd="67000">
                                          <p:cBhvr additive="base">
                                            <p:cTn id="108" dur="1000" fill="hold"/>
                                            <p:tgtEl>
                                              <p:spTgt spid="29"/>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14:presetBounceEnd="67000">
                                      <p:stCondLst>
                                        <p:cond delay="0"/>
                                      </p:stCondLst>
                                      <p:childTnLst>
                                        <p:set>
                                          <p:cBhvr>
                                            <p:cTn id="110" dur="1" fill="hold">
                                              <p:stCondLst>
                                                <p:cond delay="0"/>
                                              </p:stCondLst>
                                            </p:cTn>
                                            <p:tgtEl>
                                              <p:spTgt spid="30"/>
                                            </p:tgtEl>
                                            <p:attrNameLst>
                                              <p:attrName>style.visibility</p:attrName>
                                            </p:attrNameLst>
                                          </p:cBhvr>
                                          <p:to>
                                            <p:strVal val="visible"/>
                                          </p:to>
                                        </p:set>
                                        <p:anim calcmode="lin" valueType="num" p14:bounceEnd="67000">
                                          <p:cBhvr additive="base">
                                            <p:cTn id="111" dur="1000" fill="hold"/>
                                            <p:tgtEl>
                                              <p:spTgt spid="30"/>
                                            </p:tgtEl>
                                            <p:attrNameLst>
                                              <p:attrName>ppt_x</p:attrName>
                                            </p:attrNameLst>
                                          </p:cBhvr>
                                          <p:tavLst>
                                            <p:tav tm="0">
                                              <p:val>
                                                <p:strVal val="0-#ppt_w/2"/>
                                              </p:val>
                                            </p:tav>
                                            <p:tav tm="100000">
                                              <p:val>
                                                <p:strVal val="#ppt_x"/>
                                              </p:val>
                                            </p:tav>
                                          </p:tavLst>
                                        </p:anim>
                                        <p:anim calcmode="lin" valueType="num" p14:bounceEnd="67000">
                                          <p:cBhvr additive="base">
                                            <p:cTn id="112" dur="1000" fill="hold"/>
                                            <p:tgtEl>
                                              <p:spTgt spid="30"/>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14:presetBounceEnd="67000">
                                      <p:stCondLst>
                                        <p:cond delay="100"/>
                                      </p:stCondLst>
                                      <p:childTnLst>
                                        <p:set>
                                          <p:cBhvr>
                                            <p:cTn id="114" dur="1" fill="hold">
                                              <p:stCondLst>
                                                <p:cond delay="0"/>
                                              </p:stCondLst>
                                            </p:cTn>
                                            <p:tgtEl>
                                              <p:spTgt spid="31"/>
                                            </p:tgtEl>
                                            <p:attrNameLst>
                                              <p:attrName>style.visibility</p:attrName>
                                            </p:attrNameLst>
                                          </p:cBhvr>
                                          <p:to>
                                            <p:strVal val="visible"/>
                                          </p:to>
                                        </p:set>
                                        <p:anim calcmode="lin" valueType="num" p14:bounceEnd="67000">
                                          <p:cBhvr additive="base">
                                            <p:cTn id="115" dur="1000" fill="hold"/>
                                            <p:tgtEl>
                                              <p:spTgt spid="31"/>
                                            </p:tgtEl>
                                            <p:attrNameLst>
                                              <p:attrName>ppt_x</p:attrName>
                                            </p:attrNameLst>
                                          </p:cBhvr>
                                          <p:tavLst>
                                            <p:tav tm="0">
                                              <p:val>
                                                <p:strVal val="0-#ppt_w/2"/>
                                              </p:val>
                                            </p:tav>
                                            <p:tav tm="100000">
                                              <p:val>
                                                <p:strVal val="#ppt_x"/>
                                              </p:val>
                                            </p:tav>
                                          </p:tavLst>
                                        </p:anim>
                                        <p:anim calcmode="lin" valueType="num" p14:bounceEnd="67000">
                                          <p:cBhvr additive="base">
                                            <p:cTn id="116" dur="1000" fill="hold"/>
                                            <p:tgtEl>
                                              <p:spTgt spid="31"/>
                                            </p:tgtEl>
                                            <p:attrNameLst>
                                              <p:attrName>ppt_y</p:attrName>
                                            </p:attrNameLst>
                                          </p:cBhvr>
                                          <p:tavLst>
                                            <p:tav tm="0">
                                              <p:val>
                                                <p:strVal val="#ppt_y"/>
                                              </p:val>
                                            </p:tav>
                                            <p:tav tm="100000">
                                              <p:val>
                                                <p:strVal val="#ppt_y"/>
                                              </p:val>
                                            </p:tav>
                                          </p:tavLst>
                                        </p:anim>
                                      </p:childTnLst>
                                    </p:cTn>
                                  </p:par>
                                  <p:par>
                                    <p:cTn id="117" presetID="2" presetClass="entr" presetSubtype="8" fill="hold" grpId="0" nodeType="withEffect" p14:presetBounceEnd="67000">
                                      <p:stCondLst>
                                        <p:cond delay="200"/>
                                      </p:stCondLst>
                                      <p:childTnLst>
                                        <p:set>
                                          <p:cBhvr>
                                            <p:cTn id="118" dur="1" fill="hold">
                                              <p:stCondLst>
                                                <p:cond delay="0"/>
                                              </p:stCondLst>
                                            </p:cTn>
                                            <p:tgtEl>
                                              <p:spTgt spid="244"/>
                                            </p:tgtEl>
                                            <p:attrNameLst>
                                              <p:attrName>style.visibility</p:attrName>
                                            </p:attrNameLst>
                                          </p:cBhvr>
                                          <p:to>
                                            <p:strVal val="visible"/>
                                          </p:to>
                                        </p:set>
                                        <p:anim calcmode="lin" valueType="num" p14:bounceEnd="67000">
                                          <p:cBhvr additive="base">
                                            <p:cTn id="119" dur="1000" fill="hold"/>
                                            <p:tgtEl>
                                              <p:spTgt spid="244"/>
                                            </p:tgtEl>
                                            <p:attrNameLst>
                                              <p:attrName>ppt_x</p:attrName>
                                            </p:attrNameLst>
                                          </p:cBhvr>
                                          <p:tavLst>
                                            <p:tav tm="0">
                                              <p:val>
                                                <p:strVal val="0-#ppt_w/2"/>
                                              </p:val>
                                            </p:tav>
                                            <p:tav tm="100000">
                                              <p:val>
                                                <p:strVal val="#ppt_x"/>
                                              </p:val>
                                            </p:tav>
                                          </p:tavLst>
                                        </p:anim>
                                        <p:anim calcmode="lin" valueType="num" p14:bounceEnd="67000">
                                          <p:cBhvr additive="base">
                                            <p:cTn id="120" dur="1000" fill="hold"/>
                                            <p:tgtEl>
                                              <p:spTgt spid="244"/>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14:presetBounceEnd="67000">
                                      <p:stCondLst>
                                        <p:cond delay="300"/>
                                      </p:stCondLst>
                                      <p:childTnLst>
                                        <p:set>
                                          <p:cBhvr>
                                            <p:cTn id="122" dur="1" fill="hold">
                                              <p:stCondLst>
                                                <p:cond delay="0"/>
                                              </p:stCondLst>
                                            </p:cTn>
                                            <p:tgtEl>
                                              <p:spTgt spid="250"/>
                                            </p:tgtEl>
                                            <p:attrNameLst>
                                              <p:attrName>style.visibility</p:attrName>
                                            </p:attrNameLst>
                                          </p:cBhvr>
                                          <p:to>
                                            <p:strVal val="visible"/>
                                          </p:to>
                                        </p:set>
                                        <p:anim calcmode="lin" valueType="num" p14:bounceEnd="67000">
                                          <p:cBhvr additive="base">
                                            <p:cTn id="123" dur="1000" fill="hold"/>
                                            <p:tgtEl>
                                              <p:spTgt spid="250"/>
                                            </p:tgtEl>
                                            <p:attrNameLst>
                                              <p:attrName>ppt_x</p:attrName>
                                            </p:attrNameLst>
                                          </p:cBhvr>
                                          <p:tavLst>
                                            <p:tav tm="0">
                                              <p:val>
                                                <p:strVal val="0-#ppt_w/2"/>
                                              </p:val>
                                            </p:tav>
                                            <p:tav tm="100000">
                                              <p:val>
                                                <p:strVal val="#ppt_x"/>
                                              </p:val>
                                            </p:tav>
                                          </p:tavLst>
                                        </p:anim>
                                        <p:anim calcmode="lin" valueType="num" p14:bounceEnd="67000">
                                          <p:cBhvr additive="base">
                                            <p:cTn id="124" dur="1000" fill="hold"/>
                                            <p:tgtEl>
                                              <p:spTgt spid="250"/>
                                            </p:tgtEl>
                                            <p:attrNameLst>
                                              <p:attrName>ppt_y</p:attrName>
                                            </p:attrNameLst>
                                          </p:cBhvr>
                                          <p:tavLst>
                                            <p:tav tm="0">
                                              <p:val>
                                                <p:strVal val="#ppt_y"/>
                                              </p:val>
                                            </p:tav>
                                            <p:tav tm="100000">
                                              <p:val>
                                                <p:strVal val="#ppt_y"/>
                                              </p:val>
                                            </p:tav>
                                          </p:tavLst>
                                        </p:anim>
                                      </p:childTnLst>
                                    </p:cTn>
                                  </p:par>
                                  <p:par>
                                    <p:cTn id="125" presetID="2" presetClass="entr" presetSubtype="8" fill="hold" grpId="0" nodeType="withEffect" p14:presetBounceEnd="67000">
                                      <p:stCondLst>
                                        <p:cond delay="400"/>
                                      </p:stCondLst>
                                      <p:childTnLst>
                                        <p:set>
                                          <p:cBhvr>
                                            <p:cTn id="126" dur="1" fill="hold">
                                              <p:stCondLst>
                                                <p:cond delay="0"/>
                                              </p:stCondLst>
                                            </p:cTn>
                                            <p:tgtEl>
                                              <p:spTgt spid="251"/>
                                            </p:tgtEl>
                                            <p:attrNameLst>
                                              <p:attrName>style.visibility</p:attrName>
                                            </p:attrNameLst>
                                          </p:cBhvr>
                                          <p:to>
                                            <p:strVal val="visible"/>
                                          </p:to>
                                        </p:set>
                                        <p:anim calcmode="lin" valueType="num" p14:bounceEnd="67000">
                                          <p:cBhvr additive="base">
                                            <p:cTn id="127" dur="1000" fill="hold"/>
                                            <p:tgtEl>
                                              <p:spTgt spid="251"/>
                                            </p:tgtEl>
                                            <p:attrNameLst>
                                              <p:attrName>ppt_x</p:attrName>
                                            </p:attrNameLst>
                                          </p:cBhvr>
                                          <p:tavLst>
                                            <p:tav tm="0">
                                              <p:val>
                                                <p:strVal val="0-#ppt_w/2"/>
                                              </p:val>
                                            </p:tav>
                                            <p:tav tm="100000">
                                              <p:val>
                                                <p:strVal val="#ppt_x"/>
                                              </p:val>
                                            </p:tav>
                                          </p:tavLst>
                                        </p:anim>
                                        <p:anim calcmode="lin" valueType="num" p14:bounceEnd="67000">
                                          <p:cBhvr additive="base">
                                            <p:cTn id="128" dur="1000" fill="hold"/>
                                            <p:tgtEl>
                                              <p:spTgt spid="251"/>
                                            </p:tgtEl>
                                            <p:attrNameLst>
                                              <p:attrName>ppt_y</p:attrName>
                                            </p:attrNameLst>
                                          </p:cBhvr>
                                          <p:tavLst>
                                            <p:tav tm="0">
                                              <p:val>
                                                <p:strVal val="#ppt_y"/>
                                              </p:val>
                                            </p:tav>
                                            <p:tav tm="100000">
                                              <p:val>
                                                <p:strVal val="#ppt_y"/>
                                              </p:val>
                                            </p:tav>
                                          </p:tavLst>
                                        </p:anim>
                                      </p:childTnLst>
                                    </p:cTn>
                                  </p:par>
                                  <p:par>
                                    <p:cTn id="129" presetID="2" presetClass="entr" presetSubtype="8" fill="hold" grpId="0" nodeType="withEffect" p14:presetBounceEnd="67000">
                                      <p:stCondLst>
                                        <p:cond delay="500"/>
                                      </p:stCondLst>
                                      <p:childTnLst>
                                        <p:set>
                                          <p:cBhvr>
                                            <p:cTn id="130" dur="1" fill="hold">
                                              <p:stCondLst>
                                                <p:cond delay="0"/>
                                              </p:stCondLst>
                                            </p:cTn>
                                            <p:tgtEl>
                                              <p:spTgt spid="252"/>
                                            </p:tgtEl>
                                            <p:attrNameLst>
                                              <p:attrName>style.visibility</p:attrName>
                                            </p:attrNameLst>
                                          </p:cBhvr>
                                          <p:to>
                                            <p:strVal val="visible"/>
                                          </p:to>
                                        </p:set>
                                        <p:anim calcmode="lin" valueType="num" p14:bounceEnd="67000">
                                          <p:cBhvr additive="base">
                                            <p:cTn id="131" dur="1000" fill="hold"/>
                                            <p:tgtEl>
                                              <p:spTgt spid="252"/>
                                            </p:tgtEl>
                                            <p:attrNameLst>
                                              <p:attrName>ppt_x</p:attrName>
                                            </p:attrNameLst>
                                          </p:cBhvr>
                                          <p:tavLst>
                                            <p:tav tm="0">
                                              <p:val>
                                                <p:strVal val="0-#ppt_w/2"/>
                                              </p:val>
                                            </p:tav>
                                            <p:tav tm="100000">
                                              <p:val>
                                                <p:strVal val="#ppt_x"/>
                                              </p:val>
                                            </p:tav>
                                          </p:tavLst>
                                        </p:anim>
                                        <p:anim calcmode="lin" valueType="num" p14:bounceEnd="67000">
                                          <p:cBhvr additive="base">
                                            <p:cTn id="132" dur="1000" fill="hold"/>
                                            <p:tgtEl>
                                              <p:spTgt spid="252"/>
                                            </p:tgtEl>
                                            <p:attrNameLst>
                                              <p:attrName>ppt_y</p:attrName>
                                            </p:attrNameLst>
                                          </p:cBhvr>
                                          <p:tavLst>
                                            <p:tav tm="0">
                                              <p:val>
                                                <p:strVal val="#ppt_y"/>
                                              </p:val>
                                            </p:tav>
                                            <p:tav tm="100000">
                                              <p:val>
                                                <p:strVal val="#ppt_y"/>
                                              </p:val>
                                            </p:tav>
                                          </p:tavLst>
                                        </p:anim>
                                      </p:childTnLst>
                                    </p:cTn>
                                  </p:par>
                                  <p:par>
                                    <p:cTn id="133" presetID="2" presetClass="entr" presetSubtype="8" fill="hold" grpId="0" nodeType="withEffect" p14:presetBounceEnd="67000">
                                      <p:stCondLst>
                                        <p:cond delay="600"/>
                                      </p:stCondLst>
                                      <p:childTnLst>
                                        <p:set>
                                          <p:cBhvr>
                                            <p:cTn id="134" dur="1" fill="hold">
                                              <p:stCondLst>
                                                <p:cond delay="0"/>
                                              </p:stCondLst>
                                            </p:cTn>
                                            <p:tgtEl>
                                              <p:spTgt spid="253"/>
                                            </p:tgtEl>
                                            <p:attrNameLst>
                                              <p:attrName>style.visibility</p:attrName>
                                            </p:attrNameLst>
                                          </p:cBhvr>
                                          <p:to>
                                            <p:strVal val="visible"/>
                                          </p:to>
                                        </p:set>
                                        <p:anim calcmode="lin" valueType="num" p14:bounceEnd="67000">
                                          <p:cBhvr additive="base">
                                            <p:cTn id="135" dur="1000" fill="hold"/>
                                            <p:tgtEl>
                                              <p:spTgt spid="253"/>
                                            </p:tgtEl>
                                            <p:attrNameLst>
                                              <p:attrName>ppt_x</p:attrName>
                                            </p:attrNameLst>
                                          </p:cBhvr>
                                          <p:tavLst>
                                            <p:tav tm="0">
                                              <p:val>
                                                <p:strVal val="0-#ppt_w/2"/>
                                              </p:val>
                                            </p:tav>
                                            <p:tav tm="100000">
                                              <p:val>
                                                <p:strVal val="#ppt_x"/>
                                              </p:val>
                                            </p:tav>
                                          </p:tavLst>
                                        </p:anim>
                                        <p:anim calcmode="lin" valueType="num" p14:bounceEnd="67000">
                                          <p:cBhvr additive="base">
                                            <p:cTn id="136" dur="1000" fill="hold"/>
                                            <p:tgtEl>
                                              <p:spTgt spid="253"/>
                                            </p:tgtEl>
                                            <p:attrNameLst>
                                              <p:attrName>ppt_y</p:attrName>
                                            </p:attrNameLst>
                                          </p:cBhvr>
                                          <p:tavLst>
                                            <p:tav tm="0">
                                              <p:val>
                                                <p:strVal val="#ppt_y"/>
                                              </p:val>
                                            </p:tav>
                                            <p:tav tm="100000">
                                              <p:val>
                                                <p:strVal val="#ppt_y"/>
                                              </p:val>
                                            </p:tav>
                                          </p:tavLst>
                                        </p:anim>
                                      </p:childTnLst>
                                    </p:cTn>
                                  </p:par>
                                  <p:par>
                                    <p:cTn id="137" presetID="2" presetClass="entr" presetSubtype="8" fill="hold" grpId="0" nodeType="withEffect" p14:presetBounceEnd="67000">
                                      <p:stCondLst>
                                        <p:cond delay="700"/>
                                      </p:stCondLst>
                                      <p:childTnLst>
                                        <p:set>
                                          <p:cBhvr>
                                            <p:cTn id="138" dur="1" fill="hold">
                                              <p:stCondLst>
                                                <p:cond delay="0"/>
                                              </p:stCondLst>
                                            </p:cTn>
                                            <p:tgtEl>
                                              <p:spTgt spid="254"/>
                                            </p:tgtEl>
                                            <p:attrNameLst>
                                              <p:attrName>style.visibility</p:attrName>
                                            </p:attrNameLst>
                                          </p:cBhvr>
                                          <p:to>
                                            <p:strVal val="visible"/>
                                          </p:to>
                                        </p:set>
                                        <p:anim calcmode="lin" valueType="num" p14:bounceEnd="67000">
                                          <p:cBhvr additive="base">
                                            <p:cTn id="139" dur="1000" fill="hold"/>
                                            <p:tgtEl>
                                              <p:spTgt spid="254"/>
                                            </p:tgtEl>
                                            <p:attrNameLst>
                                              <p:attrName>ppt_x</p:attrName>
                                            </p:attrNameLst>
                                          </p:cBhvr>
                                          <p:tavLst>
                                            <p:tav tm="0">
                                              <p:val>
                                                <p:strVal val="0-#ppt_w/2"/>
                                              </p:val>
                                            </p:tav>
                                            <p:tav tm="100000">
                                              <p:val>
                                                <p:strVal val="#ppt_x"/>
                                              </p:val>
                                            </p:tav>
                                          </p:tavLst>
                                        </p:anim>
                                        <p:anim calcmode="lin" valueType="num" p14:bounceEnd="67000">
                                          <p:cBhvr additive="base">
                                            <p:cTn id="140" dur="1000" fill="hold"/>
                                            <p:tgtEl>
                                              <p:spTgt spid="254"/>
                                            </p:tgtEl>
                                            <p:attrNameLst>
                                              <p:attrName>ppt_y</p:attrName>
                                            </p:attrNameLst>
                                          </p:cBhvr>
                                          <p:tavLst>
                                            <p:tav tm="0">
                                              <p:val>
                                                <p:strVal val="#ppt_y"/>
                                              </p:val>
                                            </p:tav>
                                            <p:tav tm="100000">
                                              <p:val>
                                                <p:strVal val="#ppt_y"/>
                                              </p:val>
                                            </p:tav>
                                          </p:tavLst>
                                        </p:anim>
                                      </p:childTnLst>
                                    </p:cTn>
                                  </p:par>
                                  <p:par>
                                    <p:cTn id="141" presetID="2" presetClass="entr" presetSubtype="8" fill="hold" grpId="0" nodeType="withEffect" p14:presetBounceEnd="67000">
                                      <p:stCondLst>
                                        <p:cond delay="800"/>
                                      </p:stCondLst>
                                      <p:childTnLst>
                                        <p:set>
                                          <p:cBhvr>
                                            <p:cTn id="142" dur="1" fill="hold">
                                              <p:stCondLst>
                                                <p:cond delay="0"/>
                                              </p:stCondLst>
                                            </p:cTn>
                                            <p:tgtEl>
                                              <p:spTgt spid="255"/>
                                            </p:tgtEl>
                                            <p:attrNameLst>
                                              <p:attrName>style.visibility</p:attrName>
                                            </p:attrNameLst>
                                          </p:cBhvr>
                                          <p:to>
                                            <p:strVal val="visible"/>
                                          </p:to>
                                        </p:set>
                                        <p:anim calcmode="lin" valueType="num" p14:bounceEnd="67000">
                                          <p:cBhvr additive="base">
                                            <p:cTn id="143" dur="1000" fill="hold"/>
                                            <p:tgtEl>
                                              <p:spTgt spid="255"/>
                                            </p:tgtEl>
                                            <p:attrNameLst>
                                              <p:attrName>ppt_x</p:attrName>
                                            </p:attrNameLst>
                                          </p:cBhvr>
                                          <p:tavLst>
                                            <p:tav tm="0">
                                              <p:val>
                                                <p:strVal val="0-#ppt_w/2"/>
                                              </p:val>
                                            </p:tav>
                                            <p:tav tm="100000">
                                              <p:val>
                                                <p:strVal val="#ppt_x"/>
                                              </p:val>
                                            </p:tav>
                                          </p:tavLst>
                                        </p:anim>
                                        <p:anim calcmode="lin" valueType="num" p14:bounceEnd="67000">
                                          <p:cBhvr additive="base">
                                            <p:cTn id="144" dur="1000" fill="hold"/>
                                            <p:tgtEl>
                                              <p:spTgt spid="255"/>
                                            </p:tgtEl>
                                            <p:attrNameLst>
                                              <p:attrName>ppt_y</p:attrName>
                                            </p:attrNameLst>
                                          </p:cBhvr>
                                          <p:tavLst>
                                            <p:tav tm="0">
                                              <p:val>
                                                <p:strVal val="#ppt_y"/>
                                              </p:val>
                                            </p:tav>
                                            <p:tav tm="100000">
                                              <p:val>
                                                <p:strVal val="#ppt_y"/>
                                              </p:val>
                                            </p:tav>
                                          </p:tavLst>
                                        </p:anim>
                                      </p:childTnLst>
                                    </p:cTn>
                                  </p:par>
                                  <p:par>
                                    <p:cTn id="145" presetID="2" presetClass="entr" presetSubtype="8" fill="hold" grpId="0" nodeType="withEffect" p14:presetBounceEnd="67000">
                                      <p:stCondLst>
                                        <p:cond delay="900"/>
                                      </p:stCondLst>
                                      <p:childTnLst>
                                        <p:set>
                                          <p:cBhvr>
                                            <p:cTn id="146" dur="1" fill="hold">
                                              <p:stCondLst>
                                                <p:cond delay="0"/>
                                              </p:stCondLst>
                                            </p:cTn>
                                            <p:tgtEl>
                                              <p:spTgt spid="160"/>
                                            </p:tgtEl>
                                            <p:attrNameLst>
                                              <p:attrName>style.visibility</p:attrName>
                                            </p:attrNameLst>
                                          </p:cBhvr>
                                          <p:to>
                                            <p:strVal val="visible"/>
                                          </p:to>
                                        </p:set>
                                        <p:anim calcmode="lin" valueType="num" p14:bounceEnd="67000">
                                          <p:cBhvr additive="base">
                                            <p:cTn id="147" dur="1000" fill="hold"/>
                                            <p:tgtEl>
                                              <p:spTgt spid="160"/>
                                            </p:tgtEl>
                                            <p:attrNameLst>
                                              <p:attrName>ppt_x</p:attrName>
                                            </p:attrNameLst>
                                          </p:cBhvr>
                                          <p:tavLst>
                                            <p:tav tm="0">
                                              <p:val>
                                                <p:strVal val="0-#ppt_w/2"/>
                                              </p:val>
                                            </p:tav>
                                            <p:tav tm="100000">
                                              <p:val>
                                                <p:strVal val="#ppt_x"/>
                                              </p:val>
                                            </p:tav>
                                          </p:tavLst>
                                        </p:anim>
                                        <p:anim calcmode="lin" valueType="num" p14:bounceEnd="67000">
                                          <p:cBhvr additive="base">
                                            <p:cTn id="148" dur="1000" fill="hold"/>
                                            <p:tgtEl>
                                              <p:spTgt spid="160"/>
                                            </p:tgtEl>
                                            <p:attrNameLst>
                                              <p:attrName>ppt_y</p:attrName>
                                            </p:attrNameLst>
                                          </p:cBhvr>
                                          <p:tavLst>
                                            <p:tav tm="0">
                                              <p:val>
                                                <p:strVal val="#ppt_y"/>
                                              </p:val>
                                            </p:tav>
                                            <p:tav tm="100000">
                                              <p:val>
                                                <p:strVal val="#ppt_y"/>
                                              </p:val>
                                            </p:tav>
                                          </p:tavLst>
                                        </p:anim>
                                      </p:childTnLst>
                                    </p:cTn>
                                  </p:par>
                                  <p:par>
                                    <p:cTn id="149" presetID="2" presetClass="entr" presetSubtype="8" fill="hold" grpId="0" nodeType="withEffect" p14:presetBounceEnd="67000">
                                      <p:stCondLst>
                                        <p:cond delay="1000"/>
                                      </p:stCondLst>
                                      <p:childTnLst>
                                        <p:set>
                                          <p:cBhvr>
                                            <p:cTn id="150" dur="1" fill="hold">
                                              <p:stCondLst>
                                                <p:cond delay="0"/>
                                              </p:stCondLst>
                                            </p:cTn>
                                            <p:tgtEl>
                                              <p:spTgt spid="161"/>
                                            </p:tgtEl>
                                            <p:attrNameLst>
                                              <p:attrName>style.visibility</p:attrName>
                                            </p:attrNameLst>
                                          </p:cBhvr>
                                          <p:to>
                                            <p:strVal val="visible"/>
                                          </p:to>
                                        </p:set>
                                        <p:anim calcmode="lin" valueType="num" p14:bounceEnd="67000">
                                          <p:cBhvr additive="base">
                                            <p:cTn id="151" dur="1000" fill="hold"/>
                                            <p:tgtEl>
                                              <p:spTgt spid="161"/>
                                            </p:tgtEl>
                                            <p:attrNameLst>
                                              <p:attrName>ppt_x</p:attrName>
                                            </p:attrNameLst>
                                          </p:cBhvr>
                                          <p:tavLst>
                                            <p:tav tm="0">
                                              <p:val>
                                                <p:strVal val="0-#ppt_w/2"/>
                                              </p:val>
                                            </p:tav>
                                            <p:tav tm="100000">
                                              <p:val>
                                                <p:strVal val="#ppt_x"/>
                                              </p:val>
                                            </p:tav>
                                          </p:tavLst>
                                        </p:anim>
                                        <p:anim calcmode="lin" valueType="num" p14:bounceEnd="67000">
                                          <p:cBhvr additive="base">
                                            <p:cTn id="152" dur="1000" fill="hold"/>
                                            <p:tgtEl>
                                              <p:spTgt spid="161"/>
                                            </p:tgtEl>
                                            <p:attrNameLst>
                                              <p:attrName>ppt_y</p:attrName>
                                            </p:attrNameLst>
                                          </p:cBhvr>
                                          <p:tavLst>
                                            <p:tav tm="0">
                                              <p:val>
                                                <p:strVal val="#ppt_y"/>
                                              </p:val>
                                            </p:tav>
                                            <p:tav tm="100000">
                                              <p:val>
                                                <p:strVal val="#ppt_y"/>
                                              </p:val>
                                            </p:tav>
                                          </p:tavLst>
                                        </p:anim>
                                      </p:childTnLst>
                                    </p:cTn>
                                  </p:par>
                                  <p:par>
                                    <p:cTn id="153" presetID="2" presetClass="entr" presetSubtype="8" fill="hold" grpId="0" nodeType="withEffect" p14:presetBounceEnd="67000">
                                      <p:stCondLst>
                                        <p:cond delay="1100"/>
                                      </p:stCondLst>
                                      <p:childTnLst>
                                        <p:set>
                                          <p:cBhvr>
                                            <p:cTn id="154" dur="1" fill="hold">
                                              <p:stCondLst>
                                                <p:cond delay="0"/>
                                              </p:stCondLst>
                                            </p:cTn>
                                            <p:tgtEl>
                                              <p:spTgt spid="162"/>
                                            </p:tgtEl>
                                            <p:attrNameLst>
                                              <p:attrName>style.visibility</p:attrName>
                                            </p:attrNameLst>
                                          </p:cBhvr>
                                          <p:to>
                                            <p:strVal val="visible"/>
                                          </p:to>
                                        </p:set>
                                        <p:anim calcmode="lin" valueType="num" p14:bounceEnd="67000">
                                          <p:cBhvr additive="base">
                                            <p:cTn id="155" dur="1000" fill="hold"/>
                                            <p:tgtEl>
                                              <p:spTgt spid="162"/>
                                            </p:tgtEl>
                                            <p:attrNameLst>
                                              <p:attrName>ppt_x</p:attrName>
                                            </p:attrNameLst>
                                          </p:cBhvr>
                                          <p:tavLst>
                                            <p:tav tm="0">
                                              <p:val>
                                                <p:strVal val="0-#ppt_w/2"/>
                                              </p:val>
                                            </p:tav>
                                            <p:tav tm="100000">
                                              <p:val>
                                                <p:strVal val="#ppt_x"/>
                                              </p:val>
                                            </p:tav>
                                          </p:tavLst>
                                        </p:anim>
                                        <p:anim calcmode="lin" valueType="num" p14:bounceEnd="67000">
                                          <p:cBhvr additive="base">
                                            <p:cTn id="156" dur="1000" fill="hold"/>
                                            <p:tgtEl>
                                              <p:spTgt spid="162"/>
                                            </p:tgtEl>
                                            <p:attrNameLst>
                                              <p:attrName>ppt_y</p:attrName>
                                            </p:attrNameLst>
                                          </p:cBhvr>
                                          <p:tavLst>
                                            <p:tav tm="0">
                                              <p:val>
                                                <p:strVal val="#ppt_y"/>
                                              </p:val>
                                            </p:tav>
                                            <p:tav tm="100000">
                                              <p:val>
                                                <p:strVal val="#ppt_y"/>
                                              </p:val>
                                            </p:tav>
                                          </p:tavLst>
                                        </p:anim>
                                      </p:childTnLst>
                                    </p:cTn>
                                  </p:par>
                                  <p:par>
                                    <p:cTn id="157" presetID="2" presetClass="entr" presetSubtype="8" fill="hold" grpId="0" nodeType="withEffect" p14:presetBounceEnd="67000">
                                      <p:stCondLst>
                                        <p:cond delay="1200"/>
                                      </p:stCondLst>
                                      <p:childTnLst>
                                        <p:set>
                                          <p:cBhvr>
                                            <p:cTn id="158" dur="1" fill="hold">
                                              <p:stCondLst>
                                                <p:cond delay="0"/>
                                              </p:stCondLst>
                                            </p:cTn>
                                            <p:tgtEl>
                                              <p:spTgt spid="164"/>
                                            </p:tgtEl>
                                            <p:attrNameLst>
                                              <p:attrName>style.visibility</p:attrName>
                                            </p:attrNameLst>
                                          </p:cBhvr>
                                          <p:to>
                                            <p:strVal val="visible"/>
                                          </p:to>
                                        </p:set>
                                        <p:anim calcmode="lin" valueType="num" p14:bounceEnd="67000">
                                          <p:cBhvr additive="base">
                                            <p:cTn id="159" dur="1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160" dur="1000" fill="hold"/>
                                            <p:tgtEl>
                                              <p:spTgt spid="164"/>
                                            </p:tgtEl>
                                            <p:attrNameLst>
                                              <p:attrName>ppt_y</p:attrName>
                                            </p:attrNameLst>
                                          </p:cBhvr>
                                          <p:tavLst>
                                            <p:tav tm="0">
                                              <p:val>
                                                <p:strVal val="#ppt_y"/>
                                              </p:val>
                                            </p:tav>
                                            <p:tav tm="100000">
                                              <p:val>
                                                <p:strVal val="#ppt_y"/>
                                              </p:val>
                                            </p:tav>
                                          </p:tavLst>
                                        </p:anim>
                                      </p:childTnLst>
                                    </p:cTn>
                                  </p:par>
                                  <p:par>
                                    <p:cTn id="161" presetID="2" presetClass="entr" presetSubtype="8" fill="hold" grpId="0" nodeType="withEffect" p14:presetBounceEnd="67000">
                                      <p:stCondLst>
                                        <p:cond delay="1300"/>
                                      </p:stCondLst>
                                      <p:childTnLst>
                                        <p:set>
                                          <p:cBhvr>
                                            <p:cTn id="162" dur="1" fill="hold">
                                              <p:stCondLst>
                                                <p:cond delay="0"/>
                                              </p:stCondLst>
                                            </p:cTn>
                                            <p:tgtEl>
                                              <p:spTgt spid="165"/>
                                            </p:tgtEl>
                                            <p:attrNameLst>
                                              <p:attrName>style.visibility</p:attrName>
                                            </p:attrNameLst>
                                          </p:cBhvr>
                                          <p:to>
                                            <p:strVal val="visible"/>
                                          </p:to>
                                        </p:set>
                                        <p:anim calcmode="lin" valueType="num" p14:bounceEnd="67000">
                                          <p:cBhvr additive="base">
                                            <p:cTn id="163" dur="1000" fill="hold"/>
                                            <p:tgtEl>
                                              <p:spTgt spid="165"/>
                                            </p:tgtEl>
                                            <p:attrNameLst>
                                              <p:attrName>ppt_x</p:attrName>
                                            </p:attrNameLst>
                                          </p:cBhvr>
                                          <p:tavLst>
                                            <p:tav tm="0">
                                              <p:val>
                                                <p:strVal val="0-#ppt_w/2"/>
                                              </p:val>
                                            </p:tav>
                                            <p:tav tm="100000">
                                              <p:val>
                                                <p:strVal val="#ppt_x"/>
                                              </p:val>
                                            </p:tav>
                                          </p:tavLst>
                                        </p:anim>
                                        <p:anim calcmode="lin" valueType="num" p14:bounceEnd="67000">
                                          <p:cBhvr additive="base">
                                            <p:cTn id="164" dur="1000" fill="hold"/>
                                            <p:tgtEl>
                                              <p:spTgt spid="165"/>
                                            </p:tgtEl>
                                            <p:attrNameLst>
                                              <p:attrName>ppt_y</p:attrName>
                                            </p:attrNameLst>
                                          </p:cBhvr>
                                          <p:tavLst>
                                            <p:tav tm="0">
                                              <p:val>
                                                <p:strVal val="#ppt_y"/>
                                              </p:val>
                                            </p:tav>
                                            <p:tav tm="100000">
                                              <p:val>
                                                <p:strVal val="#ppt_y"/>
                                              </p:val>
                                            </p:tav>
                                          </p:tavLst>
                                        </p:anim>
                                      </p:childTnLst>
                                    </p:cTn>
                                  </p:par>
                                  <p:par>
                                    <p:cTn id="165" presetID="2" presetClass="entr" presetSubtype="8" fill="hold" grpId="0" nodeType="withEffect" p14:presetBounceEnd="67000">
                                      <p:stCondLst>
                                        <p:cond delay="1400"/>
                                      </p:stCondLst>
                                      <p:childTnLst>
                                        <p:set>
                                          <p:cBhvr>
                                            <p:cTn id="166" dur="1" fill="hold">
                                              <p:stCondLst>
                                                <p:cond delay="0"/>
                                              </p:stCondLst>
                                            </p:cTn>
                                            <p:tgtEl>
                                              <p:spTgt spid="166"/>
                                            </p:tgtEl>
                                            <p:attrNameLst>
                                              <p:attrName>style.visibility</p:attrName>
                                            </p:attrNameLst>
                                          </p:cBhvr>
                                          <p:to>
                                            <p:strVal val="visible"/>
                                          </p:to>
                                        </p:set>
                                        <p:anim calcmode="lin" valueType="num" p14:bounceEnd="67000">
                                          <p:cBhvr additive="base">
                                            <p:cTn id="167" dur="1000" fill="hold"/>
                                            <p:tgtEl>
                                              <p:spTgt spid="166"/>
                                            </p:tgtEl>
                                            <p:attrNameLst>
                                              <p:attrName>ppt_x</p:attrName>
                                            </p:attrNameLst>
                                          </p:cBhvr>
                                          <p:tavLst>
                                            <p:tav tm="0">
                                              <p:val>
                                                <p:strVal val="0-#ppt_w/2"/>
                                              </p:val>
                                            </p:tav>
                                            <p:tav tm="100000">
                                              <p:val>
                                                <p:strVal val="#ppt_x"/>
                                              </p:val>
                                            </p:tav>
                                          </p:tavLst>
                                        </p:anim>
                                        <p:anim calcmode="lin" valueType="num" p14:bounceEnd="67000">
                                          <p:cBhvr additive="base">
                                            <p:cTn id="168" dur="1000" fill="hold"/>
                                            <p:tgtEl>
                                              <p:spTgt spid="166"/>
                                            </p:tgtEl>
                                            <p:attrNameLst>
                                              <p:attrName>ppt_y</p:attrName>
                                            </p:attrNameLst>
                                          </p:cBhvr>
                                          <p:tavLst>
                                            <p:tav tm="0">
                                              <p:val>
                                                <p:strVal val="#ppt_y"/>
                                              </p:val>
                                            </p:tav>
                                            <p:tav tm="100000">
                                              <p:val>
                                                <p:strVal val="#ppt_y"/>
                                              </p:val>
                                            </p:tav>
                                          </p:tavLst>
                                        </p:anim>
                                      </p:childTnLst>
                                    </p:cTn>
                                  </p:par>
                                  <p:par>
                                    <p:cTn id="169" presetID="2" presetClass="entr" presetSubtype="8" fill="hold" grpId="0" nodeType="withEffect" p14:presetBounceEnd="67000">
                                      <p:stCondLst>
                                        <p:cond delay="1500"/>
                                      </p:stCondLst>
                                      <p:childTnLst>
                                        <p:set>
                                          <p:cBhvr>
                                            <p:cTn id="170" dur="1" fill="hold">
                                              <p:stCondLst>
                                                <p:cond delay="0"/>
                                              </p:stCondLst>
                                            </p:cTn>
                                            <p:tgtEl>
                                              <p:spTgt spid="167"/>
                                            </p:tgtEl>
                                            <p:attrNameLst>
                                              <p:attrName>style.visibility</p:attrName>
                                            </p:attrNameLst>
                                          </p:cBhvr>
                                          <p:to>
                                            <p:strVal val="visible"/>
                                          </p:to>
                                        </p:set>
                                        <p:anim calcmode="lin" valueType="num" p14:bounceEnd="67000">
                                          <p:cBhvr additive="base">
                                            <p:cTn id="171" dur="1000" fill="hold"/>
                                            <p:tgtEl>
                                              <p:spTgt spid="167"/>
                                            </p:tgtEl>
                                            <p:attrNameLst>
                                              <p:attrName>ppt_x</p:attrName>
                                            </p:attrNameLst>
                                          </p:cBhvr>
                                          <p:tavLst>
                                            <p:tav tm="0">
                                              <p:val>
                                                <p:strVal val="0-#ppt_w/2"/>
                                              </p:val>
                                            </p:tav>
                                            <p:tav tm="100000">
                                              <p:val>
                                                <p:strVal val="#ppt_x"/>
                                              </p:val>
                                            </p:tav>
                                          </p:tavLst>
                                        </p:anim>
                                        <p:anim calcmode="lin" valueType="num" p14:bounceEnd="67000">
                                          <p:cBhvr additive="base">
                                            <p:cTn id="172" dur="1000" fill="hold"/>
                                            <p:tgtEl>
                                              <p:spTgt spid="167"/>
                                            </p:tgtEl>
                                            <p:attrNameLst>
                                              <p:attrName>ppt_y</p:attrName>
                                            </p:attrNameLst>
                                          </p:cBhvr>
                                          <p:tavLst>
                                            <p:tav tm="0">
                                              <p:val>
                                                <p:strVal val="#ppt_y"/>
                                              </p:val>
                                            </p:tav>
                                            <p:tav tm="100000">
                                              <p:val>
                                                <p:strVal val="#ppt_y"/>
                                              </p:val>
                                            </p:tav>
                                          </p:tavLst>
                                        </p:anim>
                                      </p:childTnLst>
                                    </p:cTn>
                                  </p:par>
                                  <p:par>
                                    <p:cTn id="173" presetID="2" presetClass="entr" presetSubtype="8" fill="hold" grpId="0" nodeType="withEffect" p14:presetBounceEnd="67000">
                                      <p:stCondLst>
                                        <p:cond delay="1600"/>
                                      </p:stCondLst>
                                      <p:childTnLst>
                                        <p:set>
                                          <p:cBhvr>
                                            <p:cTn id="174" dur="1" fill="hold">
                                              <p:stCondLst>
                                                <p:cond delay="0"/>
                                              </p:stCondLst>
                                            </p:cTn>
                                            <p:tgtEl>
                                              <p:spTgt spid="168"/>
                                            </p:tgtEl>
                                            <p:attrNameLst>
                                              <p:attrName>style.visibility</p:attrName>
                                            </p:attrNameLst>
                                          </p:cBhvr>
                                          <p:to>
                                            <p:strVal val="visible"/>
                                          </p:to>
                                        </p:set>
                                        <p:anim calcmode="lin" valueType="num" p14:bounceEnd="67000">
                                          <p:cBhvr additive="base">
                                            <p:cTn id="175" dur="1000" fill="hold"/>
                                            <p:tgtEl>
                                              <p:spTgt spid="168"/>
                                            </p:tgtEl>
                                            <p:attrNameLst>
                                              <p:attrName>ppt_x</p:attrName>
                                            </p:attrNameLst>
                                          </p:cBhvr>
                                          <p:tavLst>
                                            <p:tav tm="0">
                                              <p:val>
                                                <p:strVal val="0-#ppt_w/2"/>
                                              </p:val>
                                            </p:tav>
                                            <p:tav tm="100000">
                                              <p:val>
                                                <p:strVal val="#ppt_x"/>
                                              </p:val>
                                            </p:tav>
                                          </p:tavLst>
                                        </p:anim>
                                        <p:anim calcmode="lin" valueType="num" p14:bounceEnd="67000">
                                          <p:cBhvr additive="base">
                                            <p:cTn id="176" dur="1000" fill="hold"/>
                                            <p:tgtEl>
                                              <p:spTgt spid="168"/>
                                            </p:tgtEl>
                                            <p:attrNameLst>
                                              <p:attrName>ppt_y</p:attrName>
                                            </p:attrNameLst>
                                          </p:cBhvr>
                                          <p:tavLst>
                                            <p:tav tm="0">
                                              <p:val>
                                                <p:strVal val="#ppt_y"/>
                                              </p:val>
                                            </p:tav>
                                            <p:tav tm="100000">
                                              <p:val>
                                                <p:strVal val="#ppt_y"/>
                                              </p:val>
                                            </p:tav>
                                          </p:tavLst>
                                        </p:anim>
                                      </p:childTnLst>
                                    </p:cTn>
                                  </p:par>
                                  <p:par>
                                    <p:cTn id="177" presetID="2" presetClass="entr" presetSubtype="8" fill="hold" grpId="0" nodeType="withEffect" p14:presetBounceEnd="67000">
                                      <p:stCondLst>
                                        <p:cond delay="1700"/>
                                      </p:stCondLst>
                                      <p:childTnLst>
                                        <p:set>
                                          <p:cBhvr>
                                            <p:cTn id="178" dur="1" fill="hold">
                                              <p:stCondLst>
                                                <p:cond delay="0"/>
                                              </p:stCondLst>
                                            </p:cTn>
                                            <p:tgtEl>
                                              <p:spTgt spid="169"/>
                                            </p:tgtEl>
                                            <p:attrNameLst>
                                              <p:attrName>style.visibility</p:attrName>
                                            </p:attrNameLst>
                                          </p:cBhvr>
                                          <p:to>
                                            <p:strVal val="visible"/>
                                          </p:to>
                                        </p:set>
                                        <p:anim calcmode="lin" valueType="num" p14:bounceEnd="67000">
                                          <p:cBhvr additive="base">
                                            <p:cTn id="179" dur="1000" fill="hold"/>
                                            <p:tgtEl>
                                              <p:spTgt spid="169"/>
                                            </p:tgtEl>
                                            <p:attrNameLst>
                                              <p:attrName>ppt_x</p:attrName>
                                            </p:attrNameLst>
                                          </p:cBhvr>
                                          <p:tavLst>
                                            <p:tav tm="0">
                                              <p:val>
                                                <p:strVal val="0-#ppt_w/2"/>
                                              </p:val>
                                            </p:tav>
                                            <p:tav tm="100000">
                                              <p:val>
                                                <p:strVal val="#ppt_x"/>
                                              </p:val>
                                            </p:tav>
                                          </p:tavLst>
                                        </p:anim>
                                        <p:anim calcmode="lin" valueType="num" p14:bounceEnd="67000">
                                          <p:cBhvr additive="base">
                                            <p:cTn id="180" dur="1000" fill="hold"/>
                                            <p:tgtEl>
                                              <p:spTgt spid="169"/>
                                            </p:tgtEl>
                                            <p:attrNameLst>
                                              <p:attrName>ppt_y</p:attrName>
                                            </p:attrNameLst>
                                          </p:cBhvr>
                                          <p:tavLst>
                                            <p:tav tm="0">
                                              <p:val>
                                                <p:strVal val="#ppt_y"/>
                                              </p:val>
                                            </p:tav>
                                            <p:tav tm="100000">
                                              <p:val>
                                                <p:strVal val="#ppt_y"/>
                                              </p:val>
                                            </p:tav>
                                          </p:tavLst>
                                        </p:anim>
                                      </p:childTnLst>
                                    </p:cTn>
                                  </p:par>
                                  <p:par>
                                    <p:cTn id="181" presetID="2" presetClass="entr" presetSubtype="8" fill="hold" grpId="0" nodeType="withEffect" p14:presetBounceEnd="67000">
                                      <p:stCondLst>
                                        <p:cond delay="1800"/>
                                      </p:stCondLst>
                                      <p:childTnLst>
                                        <p:set>
                                          <p:cBhvr>
                                            <p:cTn id="182" dur="1" fill="hold">
                                              <p:stCondLst>
                                                <p:cond delay="0"/>
                                              </p:stCondLst>
                                            </p:cTn>
                                            <p:tgtEl>
                                              <p:spTgt spid="170"/>
                                            </p:tgtEl>
                                            <p:attrNameLst>
                                              <p:attrName>style.visibility</p:attrName>
                                            </p:attrNameLst>
                                          </p:cBhvr>
                                          <p:to>
                                            <p:strVal val="visible"/>
                                          </p:to>
                                        </p:set>
                                        <p:anim calcmode="lin" valueType="num" p14:bounceEnd="67000">
                                          <p:cBhvr additive="base">
                                            <p:cTn id="183" dur="1000" fill="hold"/>
                                            <p:tgtEl>
                                              <p:spTgt spid="170"/>
                                            </p:tgtEl>
                                            <p:attrNameLst>
                                              <p:attrName>ppt_x</p:attrName>
                                            </p:attrNameLst>
                                          </p:cBhvr>
                                          <p:tavLst>
                                            <p:tav tm="0">
                                              <p:val>
                                                <p:strVal val="0-#ppt_w/2"/>
                                              </p:val>
                                            </p:tav>
                                            <p:tav tm="100000">
                                              <p:val>
                                                <p:strVal val="#ppt_x"/>
                                              </p:val>
                                            </p:tav>
                                          </p:tavLst>
                                        </p:anim>
                                        <p:anim calcmode="lin" valueType="num" p14:bounceEnd="67000">
                                          <p:cBhvr additive="base">
                                            <p:cTn id="184" dur="1000" fill="hold"/>
                                            <p:tgtEl>
                                              <p:spTgt spid="170"/>
                                            </p:tgtEl>
                                            <p:attrNameLst>
                                              <p:attrName>ppt_y</p:attrName>
                                            </p:attrNameLst>
                                          </p:cBhvr>
                                          <p:tavLst>
                                            <p:tav tm="0">
                                              <p:val>
                                                <p:strVal val="#ppt_y"/>
                                              </p:val>
                                            </p:tav>
                                            <p:tav tm="100000">
                                              <p:val>
                                                <p:strVal val="#ppt_y"/>
                                              </p:val>
                                            </p:tav>
                                          </p:tavLst>
                                        </p:anim>
                                      </p:childTnLst>
                                    </p:cTn>
                                  </p:par>
                                  <p:par>
                                    <p:cTn id="185" presetID="2" presetClass="entr" presetSubtype="8" fill="hold" grpId="0" nodeType="withEffect" p14:presetBounceEnd="67000">
                                      <p:stCondLst>
                                        <p:cond delay="1900"/>
                                      </p:stCondLst>
                                      <p:childTnLst>
                                        <p:set>
                                          <p:cBhvr>
                                            <p:cTn id="186" dur="1" fill="hold">
                                              <p:stCondLst>
                                                <p:cond delay="0"/>
                                              </p:stCondLst>
                                            </p:cTn>
                                            <p:tgtEl>
                                              <p:spTgt spid="171"/>
                                            </p:tgtEl>
                                            <p:attrNameLst>
                                              <p:attrName>style.visibility</p:attrName>
                                            </p:attrNameLst>
                                          </p:cBhvr>
                                          <p:to>
                                            <p:strVal val="visible"/>
                                          </p:to>
                                        </p:set>
                                        <p:anim calcmode="lin" valueType="num" p14:bounceEnd="67000">
                                          <p:cBhvr additive="base">
                                            <p:cTn id="187" dur="1000" fill="hold"/>
                                            <p:tgtEl>
                                              <p:spTgt spid="171"/>
                                            </p:tgtEl>
                                            <p:attrNameLst>
                                              <p:attrName>ppt_x</p:attrName>
                                            </p:attrNameLst>
                                          </p:cBhvr>
                                          <p:tavLst>
                                            <p:tav tm="0">
                                              <p:val>
                                                <p:strVal val="0-#ppt_w/2"/>
                                              </p:val>
                                            </p:tav>
                                            <p:tav tm="100000">
                                              <p:val>
                                                <p:strVal val="#ppt_x"/>
                                              </p:val>
                                            </p:tav>
                                          </p:tavLst>
                                        </p:anim>
                                        <p:anim calcmode="lin" valueType="num" p14:bounceEnd="67000">
                                          <p:cBhvr additive="base">
                                            <p:cTn id="188" dur="1000" fill="hold"/>
                                            <p:tgtEl>
                                              <p:spTgt spid="171"/>
                                            </p:tgtEl>
                                            <p:attrNameLst>
                                              <p:attrName>ppt_y</p:attrName>
                                            </p:attrNameLst>
                                          </p:cBhvr>
                                          <p:tavLst>
                                            <p:tav tm="0">
                                              <p:val>
                                                <p:strVal val="#ppt_y"/>
                                              </p:val>
                                            </p:tav>
                                            <p:tav tm="100000">
                                              <p:val>
                                                <p:strVal val="#ppt_y"/>
                                              </p:val>
                                            </p:tav>
                                          </p:tavLst>
                                        </p:anim>
                                      </p:childTnLst>
                                    </p:cTn>
                                  </p:par>
                                  <p:par>
                                    <p:cTn id="189" presetID="2" presetClass="entr" presetSubtype="8" fill="hold" grpId="0" nodeType="withEffect" p14:presetBounceEnd="67000">
                                      <p:stCondLst>
                                        <p:cond delay="2000"/>
                                      </p:stCondLst>
                                      <p:childTnLst>
                                        <p:set>
                                          <p:cBhvr>
                                            <p:cTn id="190" dur="1" fill="hold">
                                              <p:stCondLst>
                                                <p:cond delay="0"/>
                                              </p:stCondLst>
                                            </p:cTn>
                                            <p:tgtEl>
                                              <p:spTgt spid="172"/>
                                            </p:tgtEl>
                                            <p:attrNameLst>
                                              <p:attrName>style.visibility</p:attrName>
                                            </p:attrNameLst>
                                          </p:cBhvr>
                                          <p:to>
                                            <p:strVal val="visible"/>
                                          </p:to>
                                        </p:set>
                                        <p:anim calcmode="lin" valueType="num" p14:bounceEnd="67000">
                                          <p:cBhvr additive="base">
                                            <p:cTn id="191" dur="1000" fill="hold"/>
                                            <p:tgtEl>
                                              <p:spTgt spid="172"/>
                                            </p:tgtEl>
                                            <p:attrNameLst>
                                              <p:attrName>ppt_x</p:attrName>
                                            </p:attrNameLst>
                                          </p:cBhvr>
                                          <p:tavLst>
                                            <p:tav tm="0">
                                              <p:val>
                                                <p:strVal val="0-#ppt_w/2"/>
                                              </p:val>
                                            </p:tav>
                                            <p:tav tm="100000">
                                              <p:val>
                                                <p:strVal val="#ppt_x"/>
                                              </p:val>
                                            </p:tav>
                                          </p:tavLst>
                                        </p:anim>
                                        <p:anim calcmode="lin" valueType="num" p14:bounceEnd="67000">
                                          <p:cBhvr additive="base">
                                            <p:cTn id="192" dur="1000" fill="hold"/>
                                            <p:tgtEl>
                                              <p:spTgt spid="172"/>
                                            </p:tgtEl>
                                            <p:attrNameLst>
                                              <p:attrName>ppt_y</p:attrName>
                                            </p:attrNameLst>
                                          </p:cBhvr>
                                          <p:tavLst>
                                            <p:tav tm="0">
                                              <p:val>
                                                <p:strVal val="#ppt_y"/>
                                              </p:val>
                                            </p:tav>
                                            <p:tav tm="100000">
                                              <p:val>
                                                <p:strVal val="#ppt_y"/>
                                              </p:val>
                                            </p:tav>
                                          </p:tavLst>
                                        </p:anim>
                                      </p:childTnLst>
                                    </p:cTn>
                                  </p:par>
                                  <p:par>
                                    <p:cTn id="193" presetID="2" presetClass="entr" presetSubtype="8" fill="hold" grpId="0" nodeType="withEffect" p14:presetBounceEnd="67000">
                                      <p:stCondLst>
                                        <p:cond delay="2100"/>
                                      </p:stCondLst>
                                      <p:childTnLst>
                                        <p:set>
                                          <p:cBhvr>
                                            <p:cTn id="194" dur="1" fill="hold">
                                              <p:stCondLst>
                                                <p:cond delay="0"/>
                                              </p:stCondLst>
                                            </p:cTn>
                                            <p:tgtEl>
                                              <p:spTgt spid="173"/>
                                            </p:tgtEl>
                                            <p:attrNameLst>
                                              <p:attrName>style.visibility</p:attrName>
                                            </p:attrNameLst>
                                          </p:cBhvr>
                                          <p:to>
                                            <p:strVal val="visible"/>
                                          </p:to>
                                        </p:set>
                                        <p:anim calcmode="lin" valueType="num" p14:bounceEnd="67000">
                                          <p:cBhvr additive="base">
                                            <p:cTn id="195" dur="1000" fill="hold"/>
                                            <p:tgtEl>
                                              <p:spTgt spid="173"/>
                                            </p:tgtEl>
                                            <p:attrNameLst>
                                              <p:attrName>ppt_x</p:attrName>
                                            </p:attrNameLst>
                                          </p:cBhvr>
                                          <p:tavLst>
                                            <p:tav tm="0">
                                              <p:val>
                                                <p:strVal val="0-#ppt_w/2"/>
                                              </p:val>
                                            </p:tav>
                                            <p:tav tm="100000">
                                              <p:val>
                                                <p:strVal val="#ppt_x"/>
                                              </p:val>
                                            </p:tav>
                                          </p:tavLst>
                                        </p:anim>
                                        <p:anim calcmode="lin" valueType="num" p14:bounceEnd="67000">
                                          <p:cBhvr additive="base">
                                            <p:cTn id="196" dur="1000" fill="hold"/>
                                            <p:tgtEl>
                                              <p:spTgt spid="173"/>
                                            </p:tgtEl>
                                            <p:attrNameLst>
                                              <p:attrName>ppt_y</p:attrName>
                                            </p:attrNameLst>
                                          </p:cBhvr>
                                          <p:tavLst>
                                            <p:tav tm="0">
                                              <p:val>
                                                <p:strVal val="#ppt_y"/>
                                              </p:val>
                                            </p:tav>
                                            <p:tav tm="100000">
                                              <p:val>
                                                <p:strVal val="#ppt_y"/>
                                              </p:val>
                                            </p:tav>
                                          </p:tavLst>
                                        </p:anim>
                                      </p:childTnLst>
                                    </p:cTn>
                                  </p:par>
                                  <p:par>
                                    <p:cTn id="197" presetID="2" presetClass="entr" presetSubtype="8" fill="hold" grpId="0" nodeType="withEffect" p14:presetBounceEnd="67000">
                                      <p:stCondLst>
                                        <p:cond delay="2200"/>
                                      </p:stCondLst>
                                      <p:childTnLst>
                                        <p:set>
                                          <p:cBhvr>
                                            <p:cTn id="198" dur="1" fill="hold">
                                              <p:stCondLst>
                                                <p:cond delay="0"/>
                                              </p:stCondLst>
                                            </p:cTn>
                                            <p:tgtEl>
                                              <p:spTgt spid="174"/>
                                            </p:tgtEl>
                                            <p:attrNameLst>
                                              <p:attrName>style.visibility</p:attrName>
                                            </p:attrNameLst>
                                          </p:cBhvr>
                                          <p:to>
                                            <p:strVal val="visible"/>
                                          </p:to>
                                        </p:set>
                                        <p:anim calcmode="lin" valueType="num" p14:bounceEnd="67000">
                                          <p:cBhvr additive="base">
                                            <p:cTn id="199" dur="1000" fill="hold"/>
                                            <p:tgtEl>
                                              <p:spTgt spid="174"/>
                                            </p:tgtEl>
                                            <p:attrNameLst>
                                              <p:attrName>ppt_x</p:attrName>
                                            </p:attrNameLst>
                                          </p:cBhvr>
                                          <p:tavLst>
                                            <p:tav tm="0">
                                              <p:val>
                                                <p:strVal val="0-#ppt_w/2"/>
                                              </p:val>
                                            </p:tav>
                                            <p:tav tm="100000">
                                              <p:val>
                                                <p:strVal val="#ppt_x"/>
                                              </p:val>
                                            </p:tav>
                                          </p:tavLst>
                                        </p:anim>
                                        <p:anim calcmode="lin" valueType="num" p14:bounceEnd="67000">
                                          <p:cBhvr additive="base">
                                            <p:cTn id="200" dur="1000" fill="hold"/>
                                            <p:tgtEl>
                                              <p:spTgt spid="174"/>
                                            </p:tgtEl>
                                            <p:attrNameLst>
                                              <p:attrName>ppt_y</p:attrName>
                                            </p:attrNameLst>
                                          </p:cBhvr>
                                          <p:tavLst>
                                            <p:tav tm="0">
                                              <p:val>
                                                <p:strVal val="#ppt_y"/>
                                              </p:val>
                                            </p:tav>
                                            <p:tav tm="100000">
                                              <p:val>
                                                <p:strVal val="#ppt_y"/>
                                              </p:val>
                                            </p:tav>
                                          </p:tavLst>
                                        </p:anim>
                                      </p:childTnLst>
                                    </p:cTn>
                                  </p:par>
                                  <p:par>
                                    <p:cTn id="201" presetID="2" presetClass="entr" presetSubtype="8" fill="hold" grpId="0" nodeType="withEffect" p14:presetBounceEnd="67000">
                                      <p:stCondLst>
                                        <p:cond delay="2500"/>
                                      </p:stCondLst>
                                      <p:childTnLst>
                                        <p:set>
                                          <p:cBhvr>
                                            <p:cTn id="202" dur="1" fill="hold">
                                              <p:stCondLst>
                                                <p:cond delay="0"/>
                                              </p:stCondLst>
                                            </p:cTn>
                                            <p:tgtEl>
                                              <p:spTgt spid="192"/>
                                            </p:tgtEl>
                                            <p:attrNameLst>
                                              <p:attrName>style.visibility</p:attrName>
                                            </p:attrNameLst>
                                          </p:cBhvr>
                                          <p:to>
                                            <p:strVal val="visible"/>
                                          </p:to>
                                        </p:set>
                                        <p:anim calcmode="lin" valueType="num" p14:bounceEnd="67000">
                                          <p:cBhvr additive="base">
                                            <p:cTn id="203" dur="1000" fill="hold"/>
                                            <p:tgtEl>
                                              <p:spTgt spid="192"/>
                                            </p:tgtEl>
                                            <p:attrNameLst>
                                              <p:attrName>ppt_x</p:attrName>
                                            </p:attrNameLst>
                                          </p:cBhvr>
                                          <p:tavLst>
                                            <p:tav tm="0">
                                              <p:val>
                                                <p:strVal val="0-#ppt_w/2"/>
                                              </p:val>
                                            </p:tav>
                                            <p:tav tm="100000">
                                              <p:val>
                                                <p:strVal val="#ppt_x"/>
                                              </p:val>
                                            </p:tav>
                                          </p:tavLst>
                                        </p:anim>
                                        <p:anim calcmode="lin" valueType="num" p14:bounceEnd="67000">
                                          <p:cBhvr additive="base">
                                            <p:cTn id="204" dur="1000" fill="hold"/>
                                            <p:tgtEl>
                                              <p:spTgt spid="192"/>
                                            </p:tgtEl>
                                            <p:attrNameLst>
                                              <p:attrName>ppt_y</p:attrName>
                                            </p:attrNameLst>
                                          </p:cBhvr>
                                          <p:tavLst>
                                            <p:tav tm="0">
                                              <p:val>
                                                <p:strVal val="#ppt_y"/>
                                              </p:val>
                                            </p:tav>
                                            <p:tav tm="100000">
                                              <p:val>
                                                <p:strVal val="#ppt_y"/>
                                              </p:val>
                                            </p:tav>
                                          </p:tavLst>
                                        </p:anim>
                                      </p:childTnLst>
                                    </p:cTn>
                                  </p:par>
                                  <p:par>
                                    <p:cTn id="205" presetID="53" presetClass="entr" presetSubtype="16" fill="hold" nodeType="withEffect">
                                      <p:stCondLst>
                                        <p:cond delay="3250"/>
                                      </p:stCondLst>
                                      <p:childTnLst>
                                        <p:set>
                                          <p:cBhvr>
                                            <p:cTn id="206" dur="1" fill="hold">
                                              <p:stCondLst>
                                                <p:cond delay="0"/>
                                              </p:stCondLst>
                                            </p:cTn>
                                            <p:tgtEl>
                                              <p:spTgt spid="191"/>
                                            </p:tgtEl>
                                            <p:attrNameLst>
                                              <p:attrName>style.visibility</p:attrName>
                                            </p:attrNameLst>
                                          </p:cBhvr>
                                          <p:to>
                                            <p:strVal val="visible"/>
                                          </p:to>
                                        </p:set>
                                        <p:anim calcmode="lin" valueType="num">
                                          <p:cBhvr>
                                            <p:cTn id="207" dur="500" fill="hold"/>
                                            <p:tgtEl>
                                              <p:spTgt spid="191"/>
                                            </p:tgtEl>
                                            <p:attrNameLst>
                                              <p:attrName>ppt_w</p:attrName>
                                            </p:attrNameLst>
                                          </p:cBhvr>
                                          <p:tavLst>
                                            <p:tav tm="0">
                                              <p:val>
                                                <p:fltVal val="0"/>
                                              </p:val>
                                            </p:tav>
                                            <p:tav tm="100000">
                                              <p:val>
                                                <p:strVal val="#ppt_w"/>
                                              </p:val>
                                            </p:tav>
                                          </p:tavLst>
                                        </p:anim>
                                        <p:anim calcmode="lin" valueType="num">
                                          <p:cBhvr>
                                            <p:cTn id="208" dur="500" fill="hold"/>
                                            <p:tgtEl>
                                              <p:spTgt spid="191"/>
                                            </p:tgtEl>
                                            <p:attrNameLst>
                                              <p:attrName>ppt_h</p:attrName>
                                            </p:attrNameLst>
                                          </p:cBhvr>
                                          <p:tavLst>
                                            <p:tav tm="0">
                                              <p:val>
                                                <p:fltVal val="0"/>
                                              </p:val>
                                            </p:tav>
                                            <p:tav tm="100000">
                                              <p:val>
                                                <p:strVal val="#ppt_h"/>
                                              </p:val>
                                            </p:tav>
                                          </p:tavLst>
                                        </p:anim>
                                        <p:animEffect transition="in" filter="fade">
                                          <p:cBhvr>
                                            <p:cTn id="209" dur="500"/>
                                            <p:tgtEl>
                                              <p:spTgt spid="191"/>
                                            </p:tgtEl>
                                          </p:cBhvr>
                                        </p:animEffect>
                                      </p:childTnLst>
                                    </p:cTn>
                                  </p:par>
                                  <p:par>
                                    <p:cTn id="210" presetID="2" presetClass="entr" presetSubtype="8" fill="hold" grpId="0" nodeType="withEffect" p14:presetBounceEnd="67000">
                                      <p:stCondLst>
                                        <p:cond delay="3500"/>
                                      </p:stCondLst>
                                      <p:childTnLst>
                                        <p:set>
                                          <p:cBhvr>
                                            <p:cTn id="211"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212" dur="1000" fill="hold"/>
                                            <p:tgtEl>
                                              <p:spTgt spid="2">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13" dur="1000" fill="hold"/>
                                            <p:tgtEl>
                                              <p:spTgt spid="2">
                                                <p:txEl>
                                                  <p:pRg st="0" end="0"/>
                                                </p:txEl>
                                              </p:spTgt>
                                            </p:tgtEl>
                                            <p:attrNameLst>
                                              <p:attrName>ppt_y</p:attrName>
                                            </p:attrNameLst>
                                          </p:cBhvr>
                                          <p:tavLst>
                                            <p:tav tm="0">
                                              <p:val>
                                                <p:strVal val="#ppt_y"/>
                                              </p:val>
                                            </p:tav>
                                            <p:tav tm="100000">
                                              <p:val>
                                                <p:strVal val="#ppt_y"/>
                                              </p:val>
                                            </p:tav>
                                          </p:tavLst>
                                        </p:anim>
                                      </p:childTnLst>
                                    </p:cTn>
                                  </p:par>
                                  <p:par>
                                    <p:cTn id="214" presetID="2" presetClass="entr" presetSubtype="8" fill="hold" grpId="0" nodeType="withEffect" p14:presetBounceEnd="67000">
                                      <p:stCondLst>
                                        <p:cond delay="3500"/>
                                      </p:stCondLst>
                                      <p:childTnLst>
                                        <p:set>
                                          <p:cBhvr>
                                            <p:cTn id="215"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216" dur="1000" fill="hold"/>
                                            <p:tgtEl>
                                              <p:spTgt spid="3">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17" dur="1000" fill="hold"/>
                                            <p:tgtEl>
                                              <p:spTgt spid="3">
                                                <p:txEl>
                                                  <p:pRg st="0" end="0"/>
                                                </p:txEl>
                                              </p:spTgt>
                                            </p:tgtEl>
                                            <p:attrNameLst>
                                              <p:attrName>ppt_y</p:attrName>
                                            </p:attrNameLst>
                                          </p:cBhvr>
                                          <p:tavLst>
                                            <p:tav tm="0">
                                              <p:val>
                                                <p:strVal val="#ppt_y"/>
                                              </p:val>
                                            </p:tav>
                                            <p:tav tm="100000">
                                              <p:val>
                                                <p:strVal val="#ppt_y"/>
                                              </p:val>
                                            </p:tav>
                                          </p:tavLst>
                                        </p:anim>
                                      </p:childTnLst>
                                    </p:cTn>
                                  </p:par>
                                  <p:par>
                                    <p:cTn id="218" presetID="2" presetClass="entr" presetSubtype="8" fill="hold" grpId="0" nodeType="withEffect" p14:presetBounceEnd="67000">
                                      <p:stCondLst>
                                        <p:cond delay="3500"/>
                                      </p:stCondLst>
                                      <p:childTnLst>
                                        <p:set>
                                          <p:cBhvr>
                                            <p:cTn id="219"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220" dur="1000" fill="hold"/>
                                            <p:tgtEl>
                                              <p:spTgt spid="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21" dur="1000" fill="hold"/>
                                            <p:tgtEl>
                                              <p:spTgt spid="4">
                                                <p:txEl>
                                                  <p:pRg st="0" end="0"/>
                                                </p:txEl>
                                              </p:spTgt>
                                            </p:tgtEl>
                                            <p:attrNameLst>
                                              <p:attrName>ppt_y</p:attrName>
                                            </p:attrNameLst>
                                          </p:cBhvr>
                                          <p:tavLst>
                                            <p:tav tm="0">
                                              <p:val>
                                                <p:strVal val="#ppt_y"/>
                                              </p:val>
                                            </p:tav>
                                            <p:tav tm="100000">
                                              <p:val>
                                                <p:strVal val="#ppt_y"/>
                                              </p:val>
                                            </p:tav>
                                          </p:tavLst>
                                        </p:anim>
                                      </p:childTnLst>
                                    </p:cTn>
                                  </p:par>
                                  <p:par>
                                    <p:cTn id="222" presetID="2" presetClass="entr" presetSubtype="8" fill="hold" grpId="0" nodeType="withEffect" p14:presetBounceEnd="67000">
                                      <p:stCondLst>
                                        <p:cond delay="3500"/>
                                      </p:stCondLst>
                                      <p:childTnLst>
                                        <p:set>
                                          <p:cBhvr>
                                            <p:cTn id="223" dur="1" fill="hold">
                                              <p:stCondLst>
                                                <p:cond delay="0"/>
                                              </p:stCondLst>
                                            </p:cTn>
                                            <p:tgtEl>
                                              <p:spTgt spid="224">
                                                <p:txEl>
                                                  <p:pRg st="0" end="0"/>
                                                </p:txEl>
                                              </p:spTgt>
                                            </p:tgtEl>
                                            <p:attrNameLst>
                                              <p:attrName>style.visibility</p:attrName>
                                            </p:attrNameLst>
                                          </p:cBhvr>
                                          <p:to>
                                            <p:strVal val="visible"/>
                                          </p:to>
                                        </p:set>
                                        <p:anim calcmode="lin" valueType="num" p14:bounceEnd="67000">
                                          <p:cBhvr additive="base">
                                            <p:cTn id="224" dur="1000" fill="hold"/>
                                            <p:tgtEl>
                                              <p:spTgt spid="22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25" dur="1000" fill="hold"/>
                                            <p:tgtEl>
                                              <p:spTgt spid="224">
                                                <p:txEl>
                                                  <p:pRg st="0" end="0"/>
                                                </p:txEl>
                                              </p:spTgt>
                                            </p:tgtEl>
                                            <p:attrNameLst>
                                              <p:attrName>ppt_y</p:attrName>
                                            </p:attrNameLst>
                                          </p:cBhvr>
                                          <p:tavLst>
                                            <p:tav tm="0">
                                              <p:val>
                                                <p:strVal val="#ppt_y"/>
                                              </p:val>
                                            </p:tav>
                                            <p:tav tm="100000">
                                              <p:val>
                                                <p:strVal val="#ppt_y"/>
                                              </p:val>
                                            </p:tav>
                                          </p:tavLst>
                                        </p:anim>
                                      </p:childTnLst>
                                    </p:cTn>
                                  </p:par>
                                  <p:par>
                                    <p:cTn id="226" presetID="2" presetClass="entr" presetSubtype="8" fill="hold" grpId="0" nodeType="withEffect" p14:presetBounceEnd="67000">
                                      <p:stCondLst>
                                        <p:cond delay="3500"/>
                                      </p:stCondLst>
                                      <p:childTnLst>
                                        <p:set>
                                          <p:cBhvr>
                                            <p:cTn id="227" dur="1" fill="hold">
                                              <p:stCondLst>
                                                <p:cond delay="0"/>
                                              </p:stCondLst>
                                            </p:cTn>
                                            <p:tgtEl>
                                              <p:spTgt spid="225">
                                                <p:txEl>
                                                  <p:pRg st="0" end="0"/>
                                                </p:txEl>
                                              </p:spTgt>
                                            </p:tgtEl>
                                            <p:attrNameLst>
                                              <p:attrName>style.visibility</p:attrName>
                                            </p:attrNameLst>
                                          </p:cBhvr>
                                          <p:to>
                                            <p:strVal val="visible"/>
                                          </p:to>
                                        </p:set>
                                        <p:anim calcmode="lin" valueType="num" p14:bounceEnd="67000">
                                          <p:cBhvr additive="base">
                                            <p:cTn id="228" dur="1000" fill="hold"/>
                                            <p:tgtEl>
                                              <p:spTgt spid="22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29" dur="1000" fill="hold"/>
                                            <p:tgtEl>
                                              <p:spTgt spid="225">
                                                <p:txEl>
                                                  <p:pRg st="0" end="0"/>
                                                </p:txEl>
                                              </p:spTgt>
                                            </p:tgtEl>
                                            <p:attrNameLst>
                                              <p:attrName>ppt_y</p:attrName>
                                            </p:attrNameLst>
                                          </p:cBhvr>
                                          <p:tavLst>
                                            <p:tav tm="0">
                                              <p:val>
                                                <p:strVal val="#ppt_y"/>
                                              </p:val>
                                            </p:tav>
                                            <p:tav tm="100000">
                                              <p:val>
                                                <p:strVal val="#ppt_y"/>
                                              </p:val>
                                            </p:tav>
                                          </p:tavLst>
                                        </p:anim>
                                      </p:childTnLst>
                                    </p:cTn>
                                  </p:par>
                                  <p:par>
                                    <p:cTn id="230" presetID="2" presetClass="entr" presetSubtype="8" fill="hold" grpId="0" nodeType="withEffect" p14:presetBounceEnd="67000">
                                      <p:stCondLst>
                                        <p:cond delay="3500"/>
                                      </p:stCondLst>
                                      <p:childTnLst>
                                        <p:set>
                                          <p:cBhvr>
                                            <p:cTn id="231" dur="1" fill="hold">
                                              <p:stCondLst>
                                                <p:cond delay="0"/>
                                              </p:stCondLst>
                                            </p:cTn>
                                            <p:tgtEl>
                                              <p:spTgt spid="226">
                                                <p:txEl>
                                                  <p:pRg st="0" end="0"/>
                                                </p:txEl>
                                              </p:spTgt>
                                            </p:tgtEl>
                                            <p:attrNameLst>
                                              <p:attrName>style.visibility</p:attrName>
                                            </p:attrNameLst>
                                          </p:cBhvr>
                                          <p:to>
                                            <p:strVal val="visible"/>
                                          </p:to>
                                        </p:set>
                                        <p:anim calcmode="lin" valueType="num" p14:bounceEnd="67000">
                                          <p:cBhvr additive="base">
                                            <p:cTn id="232" dur="1000" fill="hold"/>
                                            <p:tgtEl>
                                              <p:spTgt spid="226">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33" dur="1000" fill="hold"/>
                                            <p:tgtEl>
                                              <p:spTgt spid="226">
                                                <p:txEl>
                                                  <p:pRg st="0" end="0"/>
                                                </p:txEl>
                                              </p:spTgt>
                                            </p:tgtEl>
                                            <p:attrNameLst>
                                              <p:attrName>ppt_y</p:attrName>
                                            </p:attrNameLst>
                                          </p:cBhvr>
                                          <p:tavLst>
                                            <p:tav tm="0">
                                              <p:val>
                                                <p:strVal val="#ppt_y"/>
                                              </p:val>
                                            </p:tav>
                                            <p:tav tm="100000">
                                              <p:val>
                                                <p:strVal val="#ppt_y"/>
                                              </p:val>
                                            </p:tav>
                                          </p:tavLst>
                                        </p:anim>
                                      </p:childTnLst>
                                    </p:cTn>
                                  </p:par>
                                  <p:par>
                                    <p:cTn id="234" presetID="2" presetClass="entr" presetSubtype="8" fill="hold" grpId="0" nodeType="withEffect" p14:presetBounceEnd="67000">
                                      <p:stCondLst>
                                        <p:cond delay="3500"/>
                                      </p:stCondLst>
                                      <p:childTnLst>
                                        <p:set>
                                          <p:cBhvr>
                                            <p:cTn id="235" dur="1" fill="hold">
                                              <p:stCondLst>
                                                <p:cond delay="0"/>
                                              </p:stCondLst>
                                            </p:cTn>
                                            <p:tgtEl>
                                              <p:spTgt spid="227">
                                                <p:txEl>
                                                  <p:pRg st="0" end="0"/>
                                                </p:txEl>
                                              </p:spTgt>
                                            </p:tgtEl>
                                            <p:attrNameLst>
                                              <p:attrName>style.visibility</p:attrName>
                                            </p:attrNameLst>
                                          </p:cBhvr>
                                          <p:to>
                                            <p:strVal val="visible"/>
                                          </p:to>
                                        </p:set>
                                        <p:anim calcmode="lin" valueType="num" p14:bounceEnd="67000">
                                          <p:cBhvr additive="base">
                                            <p:cTn id="236" dur="1000" fill="hold"/>
                                            <p:tgtEl>
                                              <p:spTgt spid="227">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37" dur="1000" fill="hold"/>
                                            <p:tgtEl>
                                              <p:spTgt spid="227">
                                                <p:txEl>
                                                  <p:pRg st="0" end="0"/>
                                                </p:txEl>
                                              </p:spTgt>
                                            </p:tgtEl>
                                            <p:attrNameLst>
                                              <p:attrName>ppt_y</p:attrName>
                                            </p:attrNameLst>
                                          </p:cBhvr>
                                          <p:tavLst>
                                            <p:tav tm="0">
                                              <p:val>
                                                <p:strVal val="#ppt_y"/>
                                              </p:val>
                                            </p:tav>
                                            <p:tav tm="100000">
                                              <p:val>
                                                <p:strVal val="#ppt_y"/>
                                              </p:val>
                                            </p:tav>
                                          </p:tavLst>
                                        </p:anim>
                                      </p:childTnLst>
                                    </p:cTn>
                                  </p:par>
                                  <p:par>
                                    <p:cTn id="238" presetID="2" presetClass="entr" presetSubtype="8" fill="hold" grpId="0" nodeType="withEffect" p14:presetBounceEnd="67000">
                                      <p:stCondLst>
                                        <p:cond delay="3500"/>
                                      </p:stCondLst>
                                      <p:childTnLst>
                                        <p:set>
                                          <p:cBhvr>
                                            <p:cTn id="239" dur="1" fill="hold">
                                              <p:stCondLst>
                                                <p:cond delay="0"/>
                                              </p:stCondLst>
                                            </p:cTn>
                                            <p:tgtEl>
                                              <p:spTgt spid="228">
                                                <p:txEl>
                                                  <p:pRg st="0" end="0"/>
                                                </p:txEl>
                                              </p:spTgt>
                                            </p:tgtEl>
                                            <p:attrNameLst>
                                              <p:attrName>style.visibility</p:attrName>
                                            </p:attrNameLst>
                                          </p:cBhvr>
                                          <p:to>
                                            <p:strVal val="visible"/>
                                          </p:to>
                                        </p:set>
                                        <p:anim calcmode="lin" valueType="num" p14:bounceEnd="67000">
                                          <p:cBhvr additive="base">
                                            <p:cTn id="240" dur="1000" fill="hold"/>
                                            <p:tgtEl>
                                              <p:spTgt spid="228">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41" dur="1000" fill="hold"/>
                                            <p:tgtEl>
                                              <p:spTgt spid="228">
                                                <p:txEl>
                                                  <p:pRg st="0" end="0"/>
                                                </p:txEl>
                                              </p:spTgt>
                                            </p:tgtEl>
                                            <p:attrNameLst>
                                              <p:attrName>ppt_y</p:attrName>
                                            </p:attrNameLst>
                                          </p:cBhvr>
                                          <p:tavLst>
                                            <p:tav tm="0">
                                              <p:val>
                                                <p:strVal val="#ppt_y"/>
                                              </p:val>
                                            </p:tav>
                                            <p:tav tm="100000">
                                              <p:val>
                                                <p:strVal val="#ppt_y"/>
                                              </p:val>
                                            </p:tav>
                                          </p:tavLst>
                                        </p:anim>
                                      </p:childTnLst>
                                    </p:cTn>
                                  </p:par>
                                  <p:par>
                                    <p:cTn id="242" presetID="47" presetClass="entr" presetSubtype="0" fill="hold" grpId="0" nodeType="withEffect">
                                      <p:stCondLst>
                                        <p:cond delay="3750"/>
                                      </p:stCondLst>
                                      <p:childTnLst>
                                        <p:set>
                                          <p:cBhvr>
                                            <p:cTn id="243" dur="1" fill="hold">
                                              <p:stCondLst>
                                                <p:cond delay="0"/>
                                              </p:stCondLst>
                                            </p:cTn>
                                            <p:tgtEl>
                                              <p:spTgt spid="229">
                                                <p:txEl>
                                                  <p:pRg st="0" end="0"/>
                                                </p:txEl>
                                              </p:spTgt>
                                            </p:tgtEl>
                                            <p:attrNameLst>
                                              <p:attrName>style.visibility</p:attrName>
                                            </p:attrNameLst>
                                          </p:cBhvr>
                                          <p:to>
                                            <p:strVal val="visible"/>
                                          </p:to>
                                        </p:set>
                                        <p:animEffect transition="in" filter="fade">
                                          <p:cBhvr>
                                            <p:cTn id="244" dur="1000"/>
                                            <p:tgtEl>
                                              <p:spTgt spid="229">
                                                <p:txEl>
                                                  <p:pRg st="0" end="0"/>
                                                </p:txEl>
                                              </p:spTgt>
                                            </p:tgtEl>
                                          </p:cBhvr>
                                        </p:animEffect>
                                        <p:anim calcmode="lin" valueType="num">
                                          <p:cBhvr>
                                            <p:cTn id="245" dur="1000" fill="hold"/>
                                            <p:tgtEl>
                                              <p:spTgt spid="229">
                                                <p:txEl>
                                                  <p:pRg st="0" end="0"/>
                                                </p:txEl>
                                              </p:spTgt>
                                            </p:tgtEl>
                                            <p:attrNameLst>
                                              <p:attrName>ppt_x</p:attrName>
                                            </p:attrNameLst>
                                          </p:cBhvr>
                                          <p:tavLst>
                                            <p:tav tm="0">
                                              <p:val>
                                                <p:strVal val="#ppt_x"/>
                                              </p:val>
                                            </p:tav>
                                            <p:tav tm="100000">
                                              <p:val>
                                                <p:strVal val="#ppt_x"/>
                                              </p:val>
                                            </p:tav>
                                          </p:tavLst>
                                        </p:anim>
                                        <p:anim calcmode="lin" valueType="num">
                                          <p:cBhvr>
                                            <p:cTn id="246" dur="1000" fill="hold"/>
                                            <p:tgtEl>
                                              <p:spTgt spid="229">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244" grpId="0" animBg="1"/>
          <p:bldP spid="250" grpId="0" animBg="1"/>
          <p:bldP spid="251" grpId="0" animBg="1"/>
          <p:bldP spid="252" grpId="0" animBg="1"/>
          <p:bldP spid="253" grpId="0" animBg="1"/>
          <p:bldP spid="254" grpId="0" animBg="1"/>
          <p:bldP spid="255" grpId="0" animBg="1"/>
          <p:bldP spid="160" grpId="0" animBg="1"/>
          <p:bldP spid="161" grpId="0" animBg="1"/>
          <p:bldP spid="162" grpId="0" animBg="1"/>
          <p:bldP spid="163" grpId="0" animBg="1"/>
          <p:bldP spid="164" grpId="0" animBg="1"/>
          <p:bldP spid="165" grpId="0" animBg="1"/>
          <p:bldP spid="166" grpId="0" animBg="1"/>
          <p:bldP spid="167" grpId="0" animBg="1"/>
          <p:bldP spid="168" grpId="0" animBg="1"/>
          <p:bldP spid="169" grpId="0" animBg="1"/>
          <p:bldP spid="170" grpId="0" animBg="1"/>
          <p:bldP spid="171" grpId="0" animBg="1"/>
          <p:bldP spid="172" grpId="0" animBg="1"/>
          <p:bldP spid="173" grpId="0" animBg="1"/>
          <p:bldP spid="174" grpId="0" animBg="1"/>
          <p:bldP spid="192" grpId="0" animBg="1"/>
          <p:bldP spid="2" grpId="0" build="p"/>
          <p:bldP spid="3" grpId="0" build="p"/>
          <p:bldP spid="4" grpId="0" build="p"/>
          <p:bldP spid="224" grpId="0" build="p"/>
          <p:bldP spid="225" grpId="0" build="p"/>
          <p:bldP spid="226" grpId="0" build="p"/>
          <p:bldP spid="227" grpId="0" build="p"/>
          <p:bldP spid="228" grpId="0" build="p"/>
          <p:bldP spid="229"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3"/>
                                            </p:tgtEl>
                                            <p:attrNameLst>
                                              <p:attrName>style.visibility</p:attrName>
                                            </p:attrNameLst>
                                          </p:cBhvr>
                                          <p:to>
                                            <p:strVal val="visible"/>
                                          </p:to>
                                        </p:set>
                                        <p:anim calcmode="lin" valueType="num">
                                          <p:cBhvr additive="base">
                                            <p:cTn id="7" dur="1000" fill="hold"/>
                                            <p:tgtEl>
                                              <p:spTgt spid="163"/>
                                            </p:tgtEl>
                                            <p:attrNameLst>
                                              <p:attrName>ppt_x</p:attrName>
                                            </p:attrNameLst>
                                          </p:cBhvr>
                                          <p:tavLst>
                                            <p:tav tm="0">
                                              <p:val>
                                                <p:strVal val="0-#ppt_w/2"/>
                                              </p:val>
                                            </p:tav>
                                            <p:tav tm="100000">
                                              <p:val>
                                                <p:strVal val="#ppt_x"/>
                                              </p:val>
                                            </p:tav>
                                          </p:tavLst>
                                        </p:anim>
                                        <p:anim calcmode="lin" valueType="num">
                                          <p:cBhvr additive="base">
                                            <p:cTn id="8" dur="1000" fill="hold"/>
                                            <p:tgtEl>
                                              <p:spTgt spid="16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0-#ppt_w/2"/>
                                              </p:val>
                                            </p:tav>
                                            <p:tav tm="100000">
                                              <p:val>
                                                <p:strVal val="#ppt_x"/>
                                              </p:val>
                                            </p:tav>
                                          </p:tavLst>
                                        </p:anim>
                                        <p:anim calcmode="lin" valueType="num">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0-#ppt_w/2"/>
                                              </p:val>
                                            </p:tav>
                                            <p:tav tm="100000">
                                              <p:val>
                                                <p:strVal val="#ppt_x"/>
                                              </p:val>
                                            </p:tav>
                                          </p:tavLst>
                                        </p:anim>
                                        <p:anim calcmode="lin" valueType="num">
                                          <p:cBhvr additive="base">
                                            <p:cTn id="16" dur="10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3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0-#ppt_w/2"/>
                                              </p:val>
                                            </p:tav>
                                            <p:tav tm="100000">
                                              <p:val>
                                                <p:strVal val="#ppt_x"/>
                                              </p:val>
                                            </p:tav>
                                          </p:tavLst>
                                        </p:anim>
                                        <p:anim calcmode="lin" valueType="num">
                                          <p:cBhvr additive="base">
                                            <p:cTn id="20" dur="1000" fill="hold"/>
                                            <p:tgtEl>
                                              <p:spTgt spid="7"/>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4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000" fill="hold"/>
                                            <p:tgtEl>
                                              <p:spTgt spid="8"/>
                                            </p:tgtEl>
                                            <p:attrNameLst>
                                              <p:attrName>ppt_x</p:attrName>
                                            </p:attrNameLst>
                                          </p:cBhvr>
                                          <p:tavLst>
                                            <p:tav tm="0">
                                              <p:val>
                                                <p:strVal val="0-#ppt_w/2"/>
                                              </p:val>
                                            </p:tav>
                                            <p:tav tm="100000">
                                              <p:val>
                                                <p:strVal val="#ppt_x"/>
                                              </p:val>
                                            </p:tav>
                                          </p:tavLst>
                                        </p:anim>
                                        <p:anim calcmode="lin" valueType="num">
                                          <p:cBhvr additive="base">
                                            <p:cTn id="24" dur="1000" fill="hold"/>
                                            <p:tgtEl>
                                              <p:spTgt spid="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50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000" fill="hold"/>
                                            <p:tgtEl>
                                              <p:spTgt spid="9"/>
                                            </p:tgtEl>
                                            <p:attrNameLst>
                                              <p:attrName>ppt_x</p:attrName>
                                            </p:attrNameLst>
                                          </p:cBhvr>
                                          <p:tavLst>
                                            <p:tav tm="0">
                                              <p:val>
                                                <p:strVal val="0-#ppt_w/2"/>
                                              </p:val>
                                            </p:tav>
                                            <p:tav tm="100000">
                                              <p:val>
                                                <p:strVal val="#ppt_x"/>
                                              </p:val>
                                            </p:tav>
                                          </p:tavLst>
                                        </p:anim>
                                        <p:anim calcmode="lin" valueType="num">
                                          <p:cBhvr additive="base">
                                            <p:cTn id="28" dur="1000" fill="hold"/>
                                            <p:tgtEl>
                                              <p:spTgt spid="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60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000" fill="hold"/>
                                            <p:tgtEl>
                                              <p:spTgt spid="10"/>
                                            </p:tgtEl>
                                            <p:attrNameLst>
                                              <p:attrName>ppt_x</p:attrName>
                                            </p:attrNameLst>
                                          </p:cBhvr>
                                          <p:tavLst>
                                            <p:tav tm="0">
                                              <p:val>
                                                <p:strVal val="0-#ppt_w/2"/>
                                              </p:val>
                                            </p:tav>
                                            <p:tav tm="100000">
                                              <p:val>
                                                <p:strVal val="#ppt_x"/>
                                              </p:val>
                                            </p:tav>
                                          </p:tavLst>
                                        </p:anim>
                                        <p:anim calcmode="lin" valueType="num">
                                          <p:cBhvr additive="base">
                                            <p:cTn id="32" dur="1000" fill="hold"/>
                                            <p:tgtEl>
                                              <p:spTgt spid="10"/>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70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000" fill="hold"/>
                                            <p:tgtEl>
                                              <p:spTgt spid="11"/>
                                            </p:tgtEl>
                                            <p:attrNameLst>
                                              <p:attrName>ppt_x</p:attrName>
                                            </p:attrNameLst>
                                          </p:cBhvr>
                                          <p:tavLst>
                                            <p:tav tm="0">
                                              <p:val>
                                                <p:strVal val="0-#ppt_w/2"/>
                                              </p:val>
                                            </p:tav>
                                            <p:tav tm="100000">
                                              <p:val>
                                                <p:strVal val="#ppt_x"/>
                                              </p:val>
                                            </p:tav>
                                          </p:tavLst>
                                        </p:anim>
                                        <p:anim calcmode="lin" valueType="num">
                                          <p:cBhvr additive="base">
                                            <p:cTn id="36" dur="1000" fill="hold"/>
                                            <p:tgtEl>
                                              <p:spTgt spid="1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800"/>
                                      </p:stCondLst>
                                      <p:childTnLst>
                                        <p:set>
                                          <p:cBhvr>
                                            <p:cTn id="38" dur="1" fill="hold">
                                              <p:stCondLst>
                                                <p:cond delay="0"/>
                                              </p:stCondLst>
                                            </p:cTn>
                                            <p:tgtEl>
                                              <p:spTgt spid="12"/>
                                            </p:tgtEl>
                                            <p:attrNameLst>
                                              <p:attrName>style.visibility</p:attrName>
                                            </p:attrNameLst>
                                          </p:cBhvr>
                                          <p:to>
                                            <p:strVal val="visible"/>
                                          </p:to>
                                        </p:set>
                                        <p:anim calcmode="lin" valueType="num">
                                          <p:cBhvr additive="base">
                                            <p:cTn id="39" dur="1000" fill="hold"/>
                                            <p:tgtEl>
                                              <p:spTgt spid="12"/>
                                            </p:tgtEl>
                                            <p:attrNameLst>
                                              <p:attrName>ppt_x</p:attrName>
                                            </p:attrNameLst>
                                          </p:cBhvr>
                                          <p:tavLst>
                                            <p:tav tm="0">
                                              <p:val>
                                                <p:strVal val="0-#ppt_w/2"/>
                                              </p:val>
                                            </p:tav>
                                            <p:tav tm="100000">
                                              <p:val>
                                                <p:strVal val="#ppt_x"/>
                                              </p:val>
                                            </p:tav>
                                          </p:tavLst>
                                        </p:anim>
                                        <p:anim calcmode="lin" valueType="num">
                                          <p:cBhvr additive="base">
                                            <p:cTn id="40" dur="1000" fill="hold"/>
                                            <p:tgtEl>
                                              <p:spTgt spid="12"/>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90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1000" fill="hold"/>
                                            <p:tgtEl>
                                              <p:spTgt spid="13"/>
                                            </p:tgtEl>
                                            <p:attrNameLst>
                                              <p:attrName>ppt_x</p:attrName>
                                            </p:attrNameLst>
                                          </p:cBhvr>
                                          <p:tavLst>
                                            <p:tav tm="0">
                                              <p:val>
                                                <p:strVal val="0-#ppt_w/2"/>
                                              </p:val>
                                            </p:tav>
                                            <p:tav tm="100000">
                                              <p:val>
                                                <p:strVal val="#ppt_x"/>
                                              </p:val>
                                            </p:tav>
                                          </p:tavLst>
                                        </p:anim>
                                        <p:anim calcmode="lin" valueType="num">
                                          <p:cBhvr additive="base">
                                            <p:cTn id="44" dur="1000" fill="hold"/>
                                            <p:tgtEl>
                                              <p:spTgt spid="13"/>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1000" fill="hold"/>
                                            <p:tgtEl>
                                              <p:spTgt spid="14"/>
                                            </p:tgtEl>
                                            <p:attrNameLst>
                                              <p:attrName>ppt_x</p:attrName>
                                            </p:attrNameLst>
                                          </p:cBhvr>
                                          <p:tavLst>
                                            <p:tav tm="0">
                                              <p:val>
                                                <p:strVal val="0-#ppt_w/2"/>
                                              </p:val>
                                            </p:tav>
                                            <p:tav tm="100000">
                                              <p:val>
                                                <p:strVal val="#ppt_x"/>
                                              </p:val>
                                            </p:tav>
                                          </p:tavLst>
                                        </p:anim>
                                        <p:anim calcmode="lin" valueType="num">
                                          <p:cBhvr additive="base">
                                            <p:cTn id="48" dur="1000" fill="hold"/>
                                            <p:tgtEl>
                                              <p:spTgt spid="14"/>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1100"/>
                                      </p:stCondLst>
                                      <p:childTnLst>
                                        <p:set>
                                          <p:cBhvr>
                                            <p:cTn id="50" dur="1" fill="hold">
                                              <p:stCondLst>
                                                <p:cond delay="0"/>
                                              </p:stCondLst>
                                            </p:cTn>
                                            <p:tgtEl>
                                              <p:spTgt spid="15"/>
                                            </p:tgtEl>
                                            <p:attrNameLst>
                                              <p:attrName>style.visibility</p:attrName>
                                            </p:attrNameLst>
                                          </p:cBhvr>
                                          <p:to>
                                            <p:strVal val="visible"/>
                                          </p:to>
                                        </p:set>
                                        <p:anim calcmode="lin" valueType="num">
                                          <p:cBhvr additive="base">
                                            <p:cTn id="51" dur="1000" fill="hold"/>
                                            <p:tgtEl>
                                              <p:spTgt spid="15"/>
                                            </p:tgtEl>
                                            <p:attrNameLst>
                                              <p:attrName>ppt_x</p:attrName>
                                            </p:attrNameLst>
                                          </p:cBhvr>
                                          <p:tavLst>
                                            <p:tav tm="0">
                                              <p:val>
                                                <p:strVal val="0-#ppt_w/2"/>
                                              </p:val>
                                            </p:tav>
                                            <p:tav tm="100000">
                                              <p:val>
                                                <p:strVal val="#ppt_x"/>
                                              </p:val>
                                            </p:tav>
                                          </p:tavLst>
                                        </p:anim>
                                        <p:anim calcmode="lin" valueType="num">
                                          <p:cBhvr additive="base">
                                            <p:cTn id="52" dur="1000" fill="hold"/>
                                            <p:tgtEl>
                                              <p:spTgt spid="15"/>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120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1000" fill="hold"/>
                                            <p:tgtEl>
                                              <p:spTgt spid="16"/>
                                            </p:tgtEl>
                                            <p:attrNameLst>
                                              <p:attrName>ppt_x</p:attrName>
                                            </p:attrNameLst>
                                          </p:cBhvr>
                                          <p:tavLst>
                                            <p:tav tm="0">
                                              <p:val>
                                                <p:strVal val="0-#ppt_w/2"/>
                                              </p:val>
                                            </p:tav>
                                            <p:tav tm="100000">
                                              <p:val>
                                                <p:strVal val="#ppt_x"/>
                                              </p:val>
                                            </p:tav>
                                          </p:tavLst>
                                        </p:anim>
                                        <p:anim calcmode="lin" valueType="num">
                                          <p:cBhvr additive="base">
                                            <p:cTn id="56" dur="1000" fill="hold"/>
                                            <p:tgtEl>
                                              <p:spTgt spid="16"/>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1300"/>
                                      </p:stCondLst>
                                      <p:childTnLst>
                                        <p:set>
                                          <p:cBhvr>
                                            <p:cTn id="58" dur="1" fill="hold">
                                              <p:stCondLst>
                                                <p:cond delay="0"/>
                                              </p:stCondLst>
                                            </p:cTn>
                                            <p:tgtEl>
                                              <p:spTgt spid="17"/>
                                            </p:tgtEl>
                                            <p:attrNameLst>
                                              <p:attrName>style.visibility</p:attrName>
                                            </p:attrNameLst>
                                          </p:cBhvr>
                                          <p:to>
                                            <p:strVal val="visible"/>
                                          </p:to>
                                        </p:set>
                                        <p:anim calcmode="lin" valueType="num">
                                          <p:cBhvr additive="base">
                                            <p:cTn id="59" dur="1000" fill="hold"/>
                                            <p:tgtEl>
                                              <p:spTgt spid="17"/>
                                            </p:tgtEl>
                                            <p:attrNameLst>
                                              <p:attrName>ppt_x</p:attrName>
                                            </p:attrNameLst>
                                          </p:cBhvr>
                                          <p:tavLst>
                                            <p:tav tm="0">
                                              <p:val>
                                                <p:strVal val="0-#ppt_w/2"/>
                                              </p:val>
                                            </p:tav>
                                            <p:tav tm="100000">
                                              <p:val>
                                                <p:strVal val="#ppt_x"/>
                                              </p:val>
                                            </p:tav>
                                          </p:tavLst>
                                        </p:anim>
                                        <p:anim calcmode="lin" valueType="num">
                                          <p:cBhvr additive="base">
                                            <p:cTn id="60" dur="1000" fill="hold"/>
                                            <p:tgtEl>
                                              <p:spTgt spid="17"/>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1400"/>
                                      </p:stCondLst>
                                      <p:childTnLst>
                                        <p:set>
                                          <p:cBhvr>
                                            <p:cTn id="62" dur="1" fill="hold">
                                              <p:stCondLst>
                                                <p:cond delay="0"/>
                                              </p:stCondLst>
                                            </p:cTn>
                                            <p:tgtEl>
                                              <p:spTgt spid="18"/>
                                            </p:tgtEl>
                                            <p:attrNameLst>
                                              <p:attrName>style.visibility</p:attrName>
                                            </p:attrNameLst>
                                          </p:cBhvr>
                                          <p:to>
                                            <p:strVal val="visible"/>
                                          </p:to>
                                        </p:set>
                                        <p:anim calcmode="lin" valueType="num">
                                          <p:cBhvr additive="base">
                                            <p:cTn id="63" dur="1000" fill="hold"/>
                                            <p:tgtEl>
                                              <p:spTgt spid="18"/>
                                            </p:tgtEl>
                                            <p:attrNameLst>
                                              <p:attrName>ppt_x</p:attrName>
                                            </p:attrNameLst>
                                          </p:cBhvr>
                                          <p:tavLst>
                                            <p:tav tm="0">
                                              <p:val>
                                                <p:strVal val="0-#ppt_w/2"/>
                                              </p:val>
                                            </p:tav>
                                            <p:tav tm="100000">
                                              <p:val>
                                                <p:strVal val="#ppt_x"/>
                                              </p:val>
                                            </p:tav>
                                          </p:tavLst>
                                        </p:anim>
                                        <p:anim calcmode="lin" valueType="num">
                                          <p:cBhvr additive="base">
                                            <p:cTn id="64" dur="1000" fill="hold"/>
                                            <p:tgtEl>
                                              <p:spTgt spid="18"/>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1500"/>
                                      </p:stCondLst>
                                      <p:childTnLst>
                                        <p:set>
                                          <p:cBhvr>
                                            <p:cTn id="66" dur="1" fill="hold">
                                              <p:stCondLst>
                                                <p:cond delay="0"/>
                                              </p:stCondLst>
                                            </p:cTn>
                                            <p:tgtEl>
                                              <p:spTgt spid="19"/>
                                            </p:tgtEl>
                                            <p:attrNameLst>
                                              <p:attrName>style.visibility</p:attrName>
                                            </p:attrNameLst>
                                          </p:cBhvr>
                                          <p:to>
                                            <p:strVal val="visible"/>
                                          </p:to>
                                        </p:set>
                                        <p:anim calcmode="lin" valueType="num">
                                          <p:cBhvr additive="base">
                                            <p:cTn id="67" dur="1000" fill="hold"/>
                                            <p:tgtEl>
                                              <p:spTgt spid="19"/>
                                            </p:tgtEl>
                                            <p:attrNameLst>
                                              <p:attrName>ppt_x</p:attrName>
                                            </p:attrNameLst>
                                          </p:cBhvr>
                                          <p:tavLst>
                                            <p:tav tm="0">
                                              <p:val>
                                                <p:strVal val="0-#ppt_w/2"/>
                                              </p:val>
                                            </p:tav>
                                            <p:tav tm="100000">
                                              <p:val>
                                                <p:strVal val="#ppt_x"/>
                                              </p:val>
                                            </p:tav>
                                          </p:tavLst>
                                        </p:anim>
                                        <p:anim calcmode="lin" valueType="num">
                                          <p:cBhvr additive="base">
                                            <p:cTn id="68" dur="1000" fill="hold"/>
                                            <p:tgtEl>
                                              <p:spTgt spid="19"/>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1600"/>
                                      </p:stCondLst>
                                      <p:childTnLst>
                                        <p:set>
                                          <p:cBhvr>
                                            <p:cTn id="70" dur="1" fill="hold">
                                              <p:stCondLst>
                                                <p:cond delay="0"/>
                                              </p:stCondLst>
                                            </p:cTn>
                                            <p:tgtEl>
                                              <p:spTgt spid="20"/>
                                            </p:tgtEl>
                                            <p:attrNameLst>
                                              <p:attrName>style.visibility</p:attrName>
                                            </p:attrNameLst>
                                          </p:cBhvr>
                                          <p:to>
                                            <p:strVal val="visible"/>
                                          </p:to>
                                        </p:set>
                                        <p:anim calcmode="lin" valueType="num">
                                          <p:cBhvr additive="base">
                                            <p:cTn id="71" dur="1000" fill="hold"/>
                                            <p:tgtEl>
                                              <p:spTgt spid="20"/>
                                            </p:tgtEl>
                                            <p:attrNameLst>
                                              <p:attrName>ppt_x</p:attrName>
                                            </p:attrNameLst>
                                          </p:cBhvr>
                                          <p:tavLst>
                                            <p:tav tm="0">
                                              <p:val>
                                                <p:strVal val="0-#ppt_w/2"/>
                                              </p:val>
                                            </p:tav>
                                            <p:tav tm="100000">
                                              <p:val>
                                                <p:strVal val="#ppt_x"/>
                                              </p:val>
                                            </p:tav>
                                          </p:tavLst>
                                        </p:anim>
                                        <p:anim calcmode="lin" valueType="num">
                                          <p:cBhvr additive="base">
                                            <p:cTn id="72" dur="1000" fill="hold"/>
                                            <p:tgtEl>
                                              <p:spTgt spid="20"/>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170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1000" fill="hold"/>
                                            <p:tgtEl>
                                              <p:spTgt spid="21"/>
                                            </p:tgtEl>
                                            <p:attrNameLst>
                                              <p:attrName>ppt_x</p:attrName>
                                            </p:attrNameLst>
                                          </p:cBhvr>
                                          <p:tavLst>
                                            <p:tav tm="0">
                                              <p:val>
                                                <p:strVal val="0-#ppt_w/2"/>
                                              </p:val>
                                            </p:tav>
                                            <p:tav tm="100000">
                                              <p:val>
                                                <p:strVal val="#ppt_x"/>
                                              </p:val>
                                            </p:tav>
                                          </p:tavLst>
                                        </p:anim>
                                        <p:anim calcmode="lin" valueType="num">
                                          <p:cBhvr additive="base">
                                            <p:cTn id="76" dur="1000" fill="hold"/>
                                            <p:tgtEl>
                                              <p:spTgt spid="21"/>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1800"/>
                                      </p:stCondLst>
                                      <p:childTnLst>
                                        <p:set>
                                          <p:cBhvr>
                                            <p:cTn id="78" dur="1" fill="hold">
                                              <p:stCondLst>
                                                <p:cond delay="0"/>
                                              </p:stCondLst>
                                            </p:cTn>
                                            <p:tgtEl>
                                              <p:spTgt spid="22"/>
                                            </p:tgtEl>
                                            <p:attrNameLst>
                                              <p:attrName>style.visibility</p:attrName>
                                            </p:attrNameLst>
                                          </p:cBhvr>
                                          <p:to>
                                            <p:strVal val="visible"/>
                                          </p:to>
                                        </p:set>
                                        <p:anim calcmode="lin" valueType="num">
                                          <p:cBhvr additive="base">
                                            <p:cTn id="79" dur="1000" fill="hold"/>
                                            <p:tgtEl>
                                              <p:spTgt spid="22"/>
                                            </p:tgtEl>
                                            <p:attrNameLst>
                                              <p:attrName>ppt_x</p:attrName>
                                            </p:attrNameLst>
                                          </p:cBhvr>
                                          <p:tavLst>
                                            <p:tav tm="0">
                                              <p:val>
                                                <p:strVal val="0-#ppt_w/2"/>
                                              </p:val>
                                            </p:tav>
                                            <p:tav tm="100000">
                                              <p:val>
                                                <p:strVal val="#ppt_x"/>
                                              </p:val>
                                            </p:tav>
                                          </p:tavLst>
                                        </p:anim>
                                        <p:anim calcmode="lin" valueType="num">
                                          <p:cBhvr additive="base">
                                            <p:cTn id="80" dur="1000" fill="hold"/>
                                            <p:tgtEl>
                                              <p:spTgt spid="22"/>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1900"/>
                                      </p:stCondLst>
                                      <p:childTnLst>
                                        <p:set>
                                          <p:cBhvr>
                                            <p:cTn id="82" dur="1" fill="hold">
                                              <p:stCondLst>
                                                <p:cond delay="0"/>
                                              </p:stCondLst>
                                            </p:cTn>
                                            <p:tgtEl>
                                              <p:spTgt spid="23"/>
                                            </p:tgtEl>
                                            <p:attrNameLst>
                                              <p:attrName>style.visibility</p:attrName>
                                            </p:attrNameLst>
                                          </p:cBhvr>
                                          <p:to>
                                            <p:strVal val="visible"/>
                                          </p:to>
                                        </p:set>
                                        <p:anim calcmode="lin" valueType="num">
                                          <p:cBhvr additive="base">
                                            <p:cTn id="83" dur="1000" fill="hold"/>
                                            <p:tgtEl>
                                              <p:spTgt spid="23"/>
                                            </p:tgtEl>
                                            <p:attrNameLst>
                                              <p:attrName>ppt_x</p:attrName>
                                            </p:attrNameLst>
                                          </p:cBhvr>
                                          <p:tavLst>
                                            <p:tav tm="0">
                                              <p:val>
                                                <p:strVal val="0-#ppt_w/2"/>
                                              </p:val>
                                            </p:tav>
                                            <p:tav tm="100000">
                                              <p:val>
                                                <p:strVal val="#ppt_x"/>
                                              </p:val>
                                            </p:tav>
                                          </p:tavLst>
                                        </p:anim>
                                        <p:anim calcmode="lin" valueType="num">
                                          <p:cBhvr additive="base">
                                            <p:cTn id="84" dur="1000" fill="hold"/>
                                            <p:tgtEl>
                                              <p:spTgt spid="23"/>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2000"/>
                                      </p:stCondLst>
                                      <p:childTnLst>
                                        <p:set>
                                          <p:cBhvr>
                                            <p:cTn id="86" dur="1" fill="hold">
                                              <p:stCondLst>
                                                <p:cond delay="0"/>
                                              </p:stCondLst>
                                            </p:cTn>
                                            <p:tgtEl>
                                              <p:spTgt spid="24"/>
                                            </p:tgtEl>
                                            <p:attrNameLst>
                                              <p:attrName>style.visibility</p:attrName>
                                            </p:attrNameLst>
                                          </p:cBhvr>
                                          <p:to>
                                            <p:strVal val="visible"/>
                                          </p:to>
                                        </p:set>
                                        <p:anim calcmode="lin" valueType="num">
                                          <p:cBhvr additive="base">
                                            <p:cTn id="87" dur="1000" fill="hold"/>
                                            <p:tgtEl>
                                              <p:spTgt spid="24"/>
                                            </p:tgtEl>
                                            <p:attrNameLst>
                                              <p:attrName>ppt_x</p:attrName>
                                            </p:attrNameLst>
                                          </p:cBhvr>
                                          <p:tavLst>
                                            <p:tav tm="0">
                                              <p:val>
                                                <p:strVal val="0-#ppt_w/2"/>
                                              </p:val>
                                            </p:tav>
                                            <p:tav tm="100000">
                                              <p:val>
                                                <p:strVal val="#ppt_x"/>
                                              </p:val>
                                            </p:tav>
                                          </p:tavLst>
                                        </p:anim>
                                        <p:anim calcmode="lin" valueType="num">
                                          <p:cBhvr additive="base">
                                            <p:cTn id="88" dur="1000" fill="hold"/>
                                            <p:tgtEl>
                                              <p:spTgt spid="24"/>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210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1000" fill="hold"/>
                                            <p:tgtEl>
                                              <p:spTgt spid="25"/>
                                            </p:tgtEl>
                                            <p:attrNameLst>
                                              <p:attrName>ppt_x</p:attrName>
                                            </p:attrNameLst>
                                          </p:cBhvr>
                                          <p:tavLst>
                                            <p:tav tm="0">
                                              <p:val>
                                                <p:strVal val="0-#ppt_w/2"/>
                                              </p:val>
                                            </p:tav>
                                            <p:tav tm="100000">
                                              <p:val>
                                                <p:strVal val="#ppt_x"/>
                                              </p:val>
                                            </p:tav>
                                          </p:tavLst>
                                        </p:anim>
                                        <p:anim calcmode="lin" valueType="num">
                                          <p:cBhvr additive="base">
                                            <p:cTn id="92" dur="100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2200"/>
                                      </p:stCondLst>
                                      <p:childTnLst>
                                        <p:set>
                                          <p:cBhvr>
                                            <p:cTn id="94" dur="1" fill="hold">
                                              <p:stCondLst>
                                                <p:cond delay="0"/>
                                              </p:stCondLst>
                                            </p:cTn>
                                            <p:tgtEl>
                                              <p:spTgt spid="26"/>
                                            </p:tgtEl>
                                            <p:attrNameLst>
                                              <p:attrName>style.visibility</p:attrName>
                                            </p:attrNameLst>
                                          </p:cBhvr>
                                          <p:to>
                                            <p:strVal val="visible"/>
                                          </p:to>
                                        </p:set>
                                        <p:anim calcmode="lin" valueType="num">
                                          <p:cBhvr additive="base">
                                            <p:cTn id="95" dur="1000" fill="hold"/>
                                            <p:tgtEl>
                                              <p:spTgt spid="26"/>
                                            </p:tgtEl>
                                            <p:attrNameLst>
                                              <p:attrName>ppt_x</p:attrName>
                                            </p:attrNameLst>
                                          </p:cBhvr>
                                          <p:tavLst>
                                            <p:tav tm="0">
                                              <p:val>
                                                <p:strVal val="0-#ppt_w/2"/>
                                              </p:val>
                                            </p:tav>
                                            <p:tav tm="100000">
                                              <p:val>
                                                <p:strVal val="#ppt_x"/>
                                              </p:val>
                                            </p:tav>
                                          </p:tavLst>
                                        </p:anim>
                                        <p:anim calcmode="lin" valueType="num">
                                          <p:cBhvr additive="base">
                                            <p:cTn id="96" dur="1000" fill="hold"/>
                                            <p:tgtEl>
                                              <p:spTgt spid="26"/>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2300"/>
                                      </p:stCondLst>
                                      <p:childTnLst>
                                        <p:set>
                                          <p:cBhvr>
                                            <p:cTn id="98" dur="1" fill="hold">
                                              <p:stCondLst>
                                                <p:cond delay="0"/>
                                              </p:stCondLst>
                                            </p:cTn>
                                            <p:tgtEl>
                                              <p:spTgt spid="27"/>
                                            </p:tgtEl>
                                            <p:attrNameLst>
                                              <p:attrName>style.visibility</p:attrName>
                                            </p:attrNameLst>
                                          </p:cBhvr>
                                          <p:to>
                                            <p:strVal val="visible"/>
                                          </p:to>
                                        </p:set>
                                        <p:anim calcmode="lin" valueType="num">
                                          <p:cBhvr additive="base">
                                            <p:cTn id="99" dur="1000" fill="hold"/>
                                            <p:tgtEl>
                                              <p:spTgt spid="27"/>
                                            </p:tgtEl>
                                            <p:attrNameLst>
                                              <p:attrName>ppt_x</p:attrName>
                                            </p:attrNameLst>
                                          </p:cBhvr>
                                          <p:tavLst>
                                            <p:tav tm="0">
                                              <p:val>
                                                <p:strVal val="0-#ppt_w/2"/>
                                              </p:val>
                                            </p:tav>
                                            <p:tav tm="100000">
                                              <p:val>
                                                <p:strVal val="#ppt_x"/>
                                              </p:val>
                                            </p:tav>
                                          </p:tavLst>
                                        </p:anim>
                                        <p:anim calcmode="lin" valueType="num">
                                          <p:cBhvr additive="base">
                                            <p:cTn id="100" dur="1000" fill="hold"/>
                                            <p:tgtEl>
                                              <p:spTgt spid="27"/>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2400"/>
                                      </p:stCondLst>
                                      <p:childTnLst>
                                        <p:set>
                                          <p:cBhvr>
                                            <p:cTn id="102" dur="1" fill="hold">
                                              <p:stCondLst>
                                                <p:cond delay="0"/>
                                              </p:stCondLst>
                                            </p:cTn>
                                            <p:tgtEl>
                                              <p:spTgt spid="28"/>
                                            </p:tgtEl>
                                            <p:attrNameLst>
                                              <p:attrName>style.visibility</p:attrName>
                                            </p:attrNameLst>
                                          </p:cBhvr>
                                          <p:to>
                                            <p:strVal val="visible"/>
                                          </p:to>
                                        </p:set>
                                        <p:anim calcmode="lin" valueType="num">
                                          <p:cBhvr additive="base">
                                            <p:cTn id="103" dur="1000" fill="hold"/>
                                            <p:tgtEl>
                                              <p:spTgt spid="28"/>
                                            </p:tgtEl>
                                            <p:attrNameLst>
                                              <p:attrName>ppt_x</p:attrName>
                                            </p:attrNameLst>
                                          </p:cBhvr>
                                          <p:tavLst>
                                            <p:tav tm="0">
                                              <p:val>
                                                <p:strVal val="0-#ppt_w/2"/>
                                              </p:val>
                                            </p:tav>
                                            <p:tav tm="100000">
                                              <p:val>
                                                <p:strVal val="#ppt_x"/>
                                              </p:val>
                                            </p:tav>
                                          </p:tavLst>
                                        </p:anim>
                                        <p:anim calcmode="lin" valueType="num">
                                          <p:cBhvr additive="base">
                                            <p:cTn id="104" dur="1000" fill="hold"/>
                                            <p:tgtEl>
                                              <p:spTgt spid="28"/>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stCondLst>
                                        <p:cond delay="2500"/>
                                      </p:stCondLst>
                                      <p:childTnLst>
                                        <p:set>
                                          <p:cBhvr>
                                            <p:cTn id="106" dur="1" fill="hold">
                                              <p:stCondLst>
                                                <p:cond delay="0"/>
                                              </p:stCondLst>
                                            </p:cTn>
                                            <p:tgtEl>
                                              <p:spTgt spid="29"/>
                                            </p:tgtEl>
                                            <p:attrNameLst>
                                              <p:attrName>style.visibility</p:attrName>
                                            </p:attrNameLst>
                                          </p:cBhvr>
                                          <p:to>
                                            <p:strVal val="visible"/>
                                          </p:to>
                                        </p:set>
                                        <p:anim calcmode="lin" valueType="num">
                                          <p:cBhvr additive="base">
                                            <p:cTn id="107" dur="1000" fill="hold"/>
                                            <p:tgtEl>
                                              <p:spTgt spid="29"/>
                                            </p:tgtEl>
                                            <p:attrNameLst>
                                              <p:attrName>ppt_x</p:attrName>
                                            </p:attrNameLst>
                                          </p:cBhvr>
                                          <p:tavLst>
                                            <p:tav tm="0">
                                              <p:val>
                                                <p:strVal val="0-#ppt_w/2"/>
                                              </p:val>
                                            </p:tav>
                                            <p:tav tm="100000">
                                              <p:val>
                                                <p:strVal val="#ppt_x"/>
                                              </p:val>
                                            </p:tav>
                                          </p:tavLst>
                                        </p:anim>
                                        <p:anim calcmode="lin" valueType="num">
                                          <p:cBhvr additive="base">
                                            <p:cTn id="108" dur="1000" fill="hold"/>
                                            <p:tgtEl>
                                              <p:spTgt spid="29"/>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stCondLst>
                                        <p:cond delay="0"/>
                                      </p:stCondLst>
                                      <p:childTnLst>
                                        <p:set>
                                          <p:cBhvr>
                                            <p:cTn id="110" dur="1" fill="hold">
                                              <p:stCondLst>
                                                <p:cond delay="0"/>
                                              </p:stCondLst>
                                            </p:cTn>
                                            <p:tgtEl>
                                              <p:spTgt spid="30"/>
                                            </p:tgtEl>
                                            <p:attrNameLst>
                                              <p:attrName>style.visibility</p:attrName>
                                            </p:attrNameLst>
                                          </p:cBhvr>
                                          <p:to>
                                            <p:strVal val="visible"/>
                                          </p:to>
                                        </p:set>
                                        <p:anim calcmode="lin" valueType="num">
                                          <p:cBhvr additive="base">
                                            <p:cTn id="111" dur="1000" fill="hold"/>
                                            <p:tgtEl>
                                              <p:spTgt spid="30"/>
                                            </p:tgtEl>
                                            <p:attrNameLst>
                                              <p:attrName>ppt_x</p:attrName>
                                            </p:attrNameLst>
                                          </p:cBhvr>
                                          <p:tavLst>
                                            <p:tav tm="0">
                                              <p:val>
                                                <p:strVal val="0-#ppt_w/2"/>
                                              </p:val>
                                            </p:tav>
                                            <p:tav tm="100000">
                                              <p:val>
                                                <p:strVal val="#ppt_x"/>
                                              </p:val>
                                            </p:tav>
                                          </p:tavLst>
                                        </p:anim>
                                        <p:anim calcmode="lin" valueType="num">
                                          <p:cBhvr additive="base">
                                            <p:cTn id="112" dur="1000" fill="hold"/>
                                            <p:tgtEl>
                                              <p:spTgt spid="30"/>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stCondLst>
                                        <p:cond delay="100"/>
                                      </p:stCondLst>
                                      <p:childTnLst>
                                        <p:set>
                                          <p:cBhvr>
                                            <p:cTn id="114" dur="1" fill="hold">
                                              <p:stCondLst>
                                                <p:cond delay="0"/>
                                              </p:stCondLst>
                                            </p:cTn>
                                            <p:tgtEl>
                                              <p:spTgt spid="31"/>
                                            </p:tgtEl>
                                            <p:attrNameLst>
                                              <p:attrName>style.visibility</p:attrName>
                                            </p:attrNameLst>
                                          </p:cBhvr>
                                          <p:to>
                                            <p:strVal val="visible"/>
                                          </p:to>
                                        </p:set>
                                        <p:anim calcmode="lin" valueType="num">
                                          <p:cBhvr additive="base">
                                            <p:cTn id="115" dur="1000" fill="hold"/>
                                            <p:tgtEl>
                                              <p:spTgt spid="31"/>
                                            </p:tgtEl>
                                            <p:attrNameLst>
                                              <p:attrName>ppt_x</p:attrName>
                                            </p:attrNameLst>
                                          </p:cBhvr>
                                          <p:tavLst>
                                            <p:tav tm="0">
                                              <p:val>
                                                <p:strVal val="0-#ppt_w/2"/>
                                              </p:val>
                                            </p:tav>
                                            <p:tav tm="100000">
                                              <p:val>
                                                <p:strVal val="#ppt_x"/>
                                              </p:val>
                                            </p:tav>
                                          </p:tavLst>
                                        </p:anim>
                                        <p:anim calcmode="lin" valueType="num">
                                          <p:cBhvr additive="base">
                                            <p:cTn id="116" dur="1000" fill="hold"/>
                                            <p:tgtEl>
                                              <p:spTgt spid="31"/>
                                            </p:tgtEl>
                                            <p:attrNameLst>
                                              <p:attrName>ppt_y</p:attrName>
                                            </p:attrNameLst>
                                          </p:cBhvr>
                                          <p:tavLst>
                                            <p:tav tm="0">
                                              <p:val>
                                                <p:strVal val="#ppt_y"/>
                                              </p:val>
                                            </p:tav>
                                            <p:tav tm="100000">
                                              <p:val>
                                                <p:strVal val="#ppt_y"/>
                                              </p:val>
                                            </p:tav>
                                          </p:tavLst>
                                        </p:anim>
                                      </p:childTnLst>
                                    </p:cTn>
                                  </p:par>
                                  <p:par>
                                    <p:cTn id="117" presetID="2" presetClass="entr" presetSubtype="8" fill="hold" grpId="0" nodeType="withEffect">
                                      <p:stCondLst>
                                        <p:cond delay="200"/>
                                      </p:stCondLst>
                                      <p:childTnLst>
                                        <p:set>
                                          <p:cBhvr>
                                            <p:cTn id="118" dur="1" fill="hold">
                                              <p:stCondLst>
                                                <p:cond delay="0"/>
                                              </p:stCondLst>
                                            </p:cTn>
                                            <p:tgtEl>
                                              <p:spTgt spid="244"/>
                                            </p:tgtEl>
                                            <p:attrNameLst>
                                              <p:attrName>style.visibility</p:attrName>
                                            </p:attrNameLst>
                                          </p:cBhvr>
                                          <p:to>
                                            <p:strVal val="visible"/>
                                          </p:to>
                                        </p:set>
                                        <p:anim calcmode="lin" valueType="num">
                                          <p:cBhvr additive="base">
                                            <p:cTn id="119" dur="1000" fill="hold"/>
                                            <p:tgtEl>
                                              <p:spTgt spid="244"/>
                                            </p:tgtEl>
                                            <p:attrNameLst>
                                              <p:attrName>ppt_x</p:attrName>
                                            </p:attrNameLst>
                                          </p:cBhvr>
                                          <p:tavLst>
                                            <p:tav tm="0">
                                              <p:val>
                                                <p:strVal val="0-#ppt_w/2"/>
                                              </p:val>
                                            </p:tav>
                                            <p:tav tm="100000">
                                              <p:val>
                                                <p:strVal val="#ppt_x"/>
                                              </p:val>
                                            </p:tav>
                                          </p:tavLst>
                                        </p:anim>
                                        <p:anim calcmode="lin" valueType="num">
                                          <p:cBhvr additive="base">
                                            <p:cTn id="120" dur="1000" fill="hold"/>
                                            <p:tgtEl>
                                              <p:spTgt spid="244"/>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stCondLst>
                                        <p:cond delay="300"/>
                                      </p:stCondLst>
                                      <p:childTnLst>
                                        <p:set>
                                          <p:cBhvr>
                                            <p:cTn id="122" dur="1" fill="hold">
                                              <p:stCondLst>
                                                <p:cond delay="0"/>
                                              </p:stCondLst>
                                            </p:cTn>
                                            <p:tgtEl>
                                              <p:spTgt spid="250"/>
                                            </p:tgtEl>
                                            <p:attrNameLst>
                                              <p:attrName>style.visibility</p:attrName>
                                            </p:attrNameLst>
                                          </p:cBhvr>
                                          <p:to>
                                            <p:strVal val="visible"/>
                                          </p:to>
                                        </p:set>
                                        <p:anim calcmode="lin" valueType="num">
                                          <p:cBhvr additive="base">
                                            <p:cTn id="123" dur="1000" fill="hold"/>
                                            <p:tgtEl>
                                              <p:spTgt spid="250"/>
                                            </p:tgtEl>
                                            <p:attrNameLst>
                                              <p:attrName>ppt_x</p:attrName>
                                            </p:attrNameLst>
                                          </p:cBhvr>
                                          <p:tavLst>
                                            <p:tav tm="0">
                                              <p:val>
                                                <p:strVal val="0-#ppt_w/2"/>
                                              </p:val>
                                            </p:tav>
                                            <p:tav tm="100000">
                                              <p:val>
                                                <p:strVal val="#ppt_x"/>
                                              </p:val>
                                            </p:tav>
                                          </p:tavLst>
                                        </p:anim>
                                        <p:anim calcmode="lin" valueType="num">
                                          <p:cBhvr additive="base">
                                            <p:cTn id="124" dur="1000" fill="hold"/>
                                            <p:tgtEl>
                                              <p:spTgt spid="250"/>
                                            </p:tgtEl>
                                            <p:attrNameLst>
                                              <p:attrName>ppt_y</p:attrName>
                                            </p:attrNameLst>
                                          </p:cBhvr>
                                          <p:tavLst>
                                            <p:tav tm="0">
                                              <p:val>
                                                <p:strVal val="#ppt_y"/>
                                              </p:val>
                                            </p:tav>
                                            <p:tav tm="100000">
                                              <p:val>
                                                <p:strVal val="#ppt_y"/>
                                              </p:val>
                                            </p:tav>
                                          </p:tavLst>
                                        </p:anim>
                                      </p:childTnLst>
                                    </p:cTn>
                                  </p:par>
                                  <p:par>
                                    <p:cTn id="125" presetID="2" presetClass="entr" presetSubtype="8" fill="hold" grpId="0" nodeType="withEffect">
                                      <p:stCondLst>
                                        <p:cond delay="400"/>
                                      </p:stCondLst>
                                      <p:childTnLst>
                                        <p:set>
                                          <p:cBhvr>
                                            <p:cTn id="126" dur="1" fill="hold">
                                              <p:stCondLst>
                                                <p:cond delay="0"/>
                                              </p:stCondLst>
                                            </p:cTn>
                                            <p:tgtEl>
                                              <p:spTgt spid="251"/>
                                            </p:tgtEl>
                                            <p:attrNameLst>
                                              <p:attrName>style.visibility</p:attrName>
                                            </p:attrNameLst>
                                          </p:cBhvr>
                                          <p:to>
                                            <p:strVal val="visible"/>
                                          </p:to>
                                        </p:set>
                                        <p:anim calcmode="lin" valueType="num">
                                          <p:cBhvr additive="base">
                                            <p:cTn id="127" dur="1000" fill="hold"/>
                                            <p:tgtEl>
                                              <p:spTgt spid="251"/>
                                            </p:tgtEl>
                                            <p:attrNameLst>
                                              <p:attrName>ppt_x</p:attrName>
                                            </p:attrNameLst>
                                          </p:cBhvr>
                                          <p:tavLst>
                                            <p:tav tm="0">
                                              <p:val>
                                                <p:strVal val="0-#ppt_w/2"/>
                                              </p:val>
                                            </p:tav>
                                            <p:tav tm="100000">
                                              <p:val>
                                                <p:strVal val="#ppt_x"/>
                                              </p:val>
                                            </p:tav>
                                          </p:tavLst>
                                        </p:anim>
                                        <p:anim calcmode="lin" valueType="num">
                                          <p:cBhvr additive="base">
                                            <p:cTn id="128" dur="1000" fill="hold"/>
                                            <p:tgtEl>
                                              <p:spTgt spid="251"/>
                                            </p:tgtEl>
                                            <p:attrNameLst>
                                              <p:attrName>ppt_y</p:attrName>
                                            </p:attrNameLst>
                                          </p:cBhvr>
                                          <p:tavLst>
                                            <p:tav tm="0">
                                              <p:val>
                                                <p:strVal val="#ppt_y"/>
                                              </p:val>
                                            </p:tav>
                                            <p:tav tm="100000">
                                              <p:val>
                                                <p:strVal val="#ppt_y"/>
                                              </p:val>
                                            </p:tav>
                                          </p:tavLst>
                                        </p:anim>
                                      </p:childTnLst>
                                    </p:cTn>
                                  </p:par>
                                  <p:par>
                                    <p:cTn id="129" presetID="2" presetClass="entr" presetSubtype="8" fill="hold" grpId="0" nodeType="withEffect">
                                      <p:stCondLst>
                                        <p:cond delay="500"/>
                                      </p:stCondLst>
                                      <p:childTnLst>
                                        <p:set>
                                          <p:cBhvr>
                                            <p:cTn id="130" dur="1" fill="hold">
                                              <p:stCondLst>
                                                <p:cond delay="0"/>
                                              </p:stCondLst>
                                            </p:cTn>
                                            <p:tgtEl>
                                              <p:spTgt spid="252"/>
                                            </p:tgtEl>
                                            <p:attrNameLst>
                                              <p:attrName>style.visibility</p:attrName>
                                            </p:attrNameLst>
                                          </p:cBhvr>
                                          <p:to>
                                            <p:strVal val="visible"/>
                                          </p:to>
                                        </p:set>
                                        <p:anim calcmode="lin" valueType="num">
                                          <p:cBhvr additive="base">
                                            <p:cTn id="131" dur="1000" fill="hold"/>
                                            <p:tgtEl>
                                              <p:spTgt spid="252"/>
                                            </p:tgtEl>
                                            <p:attrNameLst>
                                              <p:attrName>ppt_x</p:attrName>
                                            </p:attrNameLst>
                                          </p:cBhvr>
                                          <p:tavLst>
                                            <p:tav tm="0">
                                              <p:val>
                                                <p:strVal val="0-#ppt_w/2"/>
                                              </p:val>
                                            </p:tav>
                                            <p:tav tm="100000">
                                              <p:val>
                                                <p:strVal val="#ppt_x"/>
                                              </p:val>
                                            </p:tav>
                                          </p:tavLst>
                                        </p:anim>
                                        <p:anim calcmode="lin" valueType="num">
                                          <p:cBhvr additive="base">
                                            <p:cTn id="132" dur="1000" fill="hold"/>
                                            <p:tgtEl>
                                              <p:spTgt spid="252"/>
                                            </p:tgtEl>
                                            <p:attrNameLst>
                                              <p:attrName>ppt_y</p:attrName>
                                            </p:attrNameLst>
                                          </p:cBhvr>
                                          <p:tavLst>
                                            <p:tav tm="0">
                                              <p:val>
                                                <p:strVal val="#ppt_y"/>
                                              </p:val>
                                            </p:tav>
                                            <p:tav tm="100000">
                                              <p:val>
                                                <p:strVal val="#ppt_y"/>
                                              </p:val>
                                            </p:tav>
                                          </p:tavLst>
                                        </p:anim>
                                      </p:childTnLst>
                                    </p:cTn>
                                  </p:par>
                                  <p:par>
                                    <p:cTn id="133" presetID="2" presetClass="entr" presetSubtype="8" fill="hold" grpId="0" nodeType="withEffect">
                                      <p:stCondLst>
                                        <p:cond delay="600"/>
                                      </p:stCondLst>
                                      <p:childTnLst>
                                        <p:set>
                                          <p:cBhvr>
                                            <p:cTn id="134" dur="1" fill="hold">
                                              <p:stCondLst>
                                                <p:cond delay="0"/>
                                              </p:stCondLst>
                                            </p:cTn>
                                            <p:tgtEl>
                                              <p:spTgt spid="253"/>
                                            </p:tgtEl>
                                            <p:attrNameLst>
                                              <p:attrName>style.visibility</p:attrName>
                                            </p:attrNameLst>
                                          </p:cBhvr>
                                          <p:to>
                                            <p:strVal val="visible"/>
                                          </p:to>
                                        </p:set>
                                        <p:anim calcmode="lin" valueType="num">
                                          <p:cBhvr additive="base">
                                            <p:cTn id="135" dur="1000" fill="hold"/>
                                            <p:tgtEl>
                                              <p:spTgt spid="253"/>
                                            </p:tgtEl>
                                            <p:attrNameLst>
                                              <p:attrName>ppt_x</p:attrName>
                                            </p:attrNameLst>
                                          </p:cBhvr>
                                          <p:tavLst>
                                            <p:tav tm="0">
                                              <p:val>
                                                <p:strVal val="0-#ppt_w/2"/>
                                              </p:val>
                                            </p:tav>
                                            <p:tav tm="100000">
                                              <p:val>
                                                <p:strVal val="#ppt_x"/>
                                              </p:val>
                                            </p:tav>
                                          </p:tavLst>
                                        </p:anim>
                                        <p:anim calcmode="lin" valueType="num">
                                          <p:cBhvr additive="base">
                                            <p:cTn id="136" dur="1000" fill="hold"/>
                                            <p:tgtEl>
                                              <p:spTgt spid="253"/>
                                            </p:tgtEl>
                                            <p:attrNameLst>
                                              <p:attrName>ppt_y</p:attrName>
                                            </p:attrNameLst>
                                          </p:cBhvr>
                                          <p:tavLst>
                                            <p:tav tm="0">
                                              <p:val>
                                                <p:strVal val="#ppt_y"/>
                                              </p:val>
                                            </p:tav>
                                            <p:tav tm="100000">
                                              <p:val>
                                                <p:strVal val="#ppt_y"/>
                                              </p:val>
                                            </p:tav>
                                          </p:tavLst>
                                        </p:anim>
                                      </p:childTnLst>
                                    </p:cTn>
                                  </p:par>
                                  <p:par>
                                    <p:cTn id="137" presetID="2" presetClass="entr" presetSubtype="8" fill="hold" grpId="0" nodeType="withEffect">
                                      <p:stCondLst>
                                        <p:cond delay="700"/>
                                      </p:stCondLst>
                                      <p:childTnLst>
                                        <p:set>
                                          <p:cBhvr>
                                            <p:cTn id="138" dur="1" fill="hold">
                                              <p:stCondLst>
                                                <p:cond delay="0"/>
                                              </p:stCondLst>
                                            </p:cTn>
                                            <p:tgtEl>
                                              <p:spTgt spid="254"/>
                                            </p:tgtEl>
                                            <p:attrNameLst>
                                              <p:attrName>style.visibility</p:attrName>
                                            </p:attrNameLst>
                                          </p:cBhvr>
                                          <p:to>
                                            <p:strVal val="visible"/>
                                          </p:to>
                                        </p:set>
                                        <p:anim calcmode="lin" valueType="num">
                                          <p:cBhvr additive="base">
                                            <p:cTn id="139" dur="1000" fill="hold"/>
                                            <p:tgtEl>
                                              <p:spTgt spid="254"/>
                                            </p:tgtEl>
                                            <p:attrNameLst>
                                              <p:attrName>ppt_x</p:attrName>
                                            </p:attrNameLst>
                                          </p:cBhvr>
                                          <p:tavLst>
                                            <p:tav tm="0">
                                              <p:val>
                                                <p:strVal val="0-#ppt_w/2"/>
                                              </p:val>
                                            </p:tav>
                                            <p:tav tm="100000">
                                              <p:val>
                                                <p:strVal val="#ppt_x"/>
                                              </p:val>
                                            </p:tav>
                                          </p:tavLst>
                                        </p:anim>
                                        <p:anim calcmode="lin" valueType="num">
                                          <p:cBhvr additive="base">
                                            <p:cTn id="140" dur="1000" fill="hold"/>
                                            <p:tgtEl>
                                              <p:spTgt spid="254"/>
                                            </p:tgtEl>
                                            <p:attrNameLst>
                                              <p:attrName>ppt_y</p:attrName>
                                            </p:attrNameLst>
                                          </p:cBhvr>
                                          <p:tavLst>
                                            <p:tav tm="0">
                                              <p:val>
                                                <p:strVal val="#ppt_y"/>
                                              </p:val>
                                            </p:tav>
                                            <p:tav tm="100000">
                                              <p:val>
                                                <p:strVal val="#ppt_y"/>
                                              </p:val>
                                            </p:tav>
                                          </p:tavLst>
                                        </p:anim>
                                      </p:childTnLst>
                                    </p:cTn>
                                  </p:par>
                                  <p:par>
                                    <p:cTn id="141" presetID="2" presetClass="entr" presetSubtype="8" fill="hold" grpId="0" nodeType="withEffect">
                                      <p:stCondLst>
                                        <p:cond delay="800"/>
                                      </p:stCondLst>
                                      <p:childTnLst>
                                        <p:set>
                                          <p:cBhvr>
                                            <p:cTn id="142" dur="1" fill="hold">
                                              <p:stCondLst>
                                                <p:cond delay="0"/>
                                              </p:stCondLst>
                                            </p:cTn>
                                            <p:tgtEl>
                                              <p:spTgt spid="255"/>
                                            </p:tgtEl>
                                            <p:attrNameLst>
                                              <p:attrName>style.visibility</p:attrName>
                                            </p:attrNameLst>
                                          </p:cBhvr>
                                          <p:to>
                                            <p:strVal val="visible"/>
                                          </p:to>
                                        </p:set>
                                        <p:anim calcmode="lin" valueType="num">
                                          <p:cBhvr additive="base">
                                            <p:cTn id="143" dur="1000" fill="hold"/>
                                            <p:tgtEl>
                                              <p:spTgt spid="255"/>
                                            </p:tgtEl>
                                            <p:attrNameLst>
                                              <p:attrName>ppt_x</p:attrName>
                                            </p:attrNameLst>
                                          </p:cBhvr>
                                          <p:tavLst>
                                            <p:tav tm="0">
                                              <p:val>
                                                <p:strVal val="0-#ppt_w/2"/>
                                              </p:val>
                                            </p:tav>
                                            <p:tav tm="100000">
                                              <p:val>
                                                <p:strVal val="#ppt_x"/>
                                              </p:val>
                                            </p:tav>
                                          </p:tavLst>
                                        </p:anim>
                                        <p:anim calcmode="lin" valueType="num">
                                          <p:cBhvr additive="base">
                                            <p:cTn id="144" dur="1000" fill="hold"/>
                                            <p:tgtEl>
                                              <p:spTgt spid="255"/>
                                            </p:tgtEl>
                                            <p:attrNameLst>
                                              <p:attrName>ppt_y</p:attrName>
                                            </p:attrNameLst>
                                          </p:cBhvr>
                                          <p:tavLst>
                                            <p:tav tm="0">
                                              <p:val>
                                                <p:strVal val="#ppt_y"/>
                                              </p:val>
                                            </p:tav>
                                            <p:tav tm="100000">
                                              <p:val>
                                                <p:strVal val="#ppt_y"/>
                                              </p:val>
                                            </p:tav>
                                          </p:tavLst>
                                        </p:anim>
                                      </p:childTnLst>
                                    </p:cTn>
                                  </p:par>
                                  <p:par>
                                    <p:cTn id="145" presetID="2" presetClass="entr" presetSubtype="8" fill="hold" grpId="0" nodeType="withEffect">
                                      <p:stCondLst>
                                        <p:cond delay="900"/>
                                      </p:stCondLst>
                                      <p:childTnLst>
                                        <p:set>
                                          <p:cBhvr>
                                            <p:cTn id="146" dur="1" fill="hold">
                                              <p:stCondLst>
                                                <p:cond delay="0"/>
                                              </p:stCondLst>
                                            </p:cTn>
                                            <p:tgtEl>
                                              <p:spTgt spid="160"/>
                                            </p:tgtEl>
                                            <p:attrNameLst>
                                              <p:attrName>style.visibility</p:attrName>
                                            </p:attrNameLst>
                                          </p:cBhvr>
                                          <p:to>
                                            <p:strVal val="visible"/>
                                          </p:to>
                                        </p:set>
                                        <p:anim calcmode="lin" valueType="num">
                                          <p:cBhvr additive="base">
                                            <p:cTn id="147" dur="1000" fill="hold"/>
                                            <p:tgtEl>
                                              <p:spTgt spid="160"/>
                                            </p:tgtEl>
                                            <p:attrNameLst>
                                              <p:attrName>ppt_x</p:attrName>
                                            </p:attrNameLst>
                                          </p:cBhvr>
                                          <p:tavLst>
                                            <p:tav tm="0">
                                              <p:val>
                                                <p:strVal val="0-#ppt_w/2"/>
                                              </p:val>
                                            </p:tav>
                                            <p:tav tm="100000">
                                              <p:val>
                                                <p:strVal val="#ppt_x"/>
                                              </p:val>
                                            </p:tav>
                                          </p:tavLst>
                                        </p:anim>
                                        <p:anim calcmode="lin" valueType="num">
                                          <p:cBhvr additive="base">
                                            <p:cTn id="148" dur="1000" fill="hold"/>
                                            <p:tgtEl>
                                              <p:spTgt spid="160"/>
                                            </p:tgtEl>
                                            <p:attrNameLst>
                                              <p:attrName>ppt_y</p:attrName>
                                            </p:attrNameLst>
                                          </p:cBhvr>
                                          <p:tavLst>
                                            <p:tav tm="0">
                                              <p:val>
                                                <p:strVal val="#ppt_y"/>
                                              </p:val>
                                            </p:tav>
                                            <p:tav tm="100000">
                                              <p:val>
                                                <p:strVal val="#ppt_y"/>
                                              </p:val>
                                            </p:tav>
                                          </p:tavLst>
                                        </p:anim>
                                      </p:childTnLst>
                                    </p:cTn>
                                  </p:par>
                                  <p:par>
                                    <p:cTn id="149" presetID="2" presetClass="entr" presetSubtype="8" fill="hold" grpId="0" nodeType="withEffect">
                                      <p:stCondLst>
                                        <p:cond delay="1000"/>
                                      </p:stCondLst>
                                      <p:childTnLst>
                                        <p:set>
                                          <p:cBhvr>
                                            <p:cTn id="150" dur="1" fill="hold">
                                              <p:stCondLst>
                                                <p:cond delay="0"/>
                                              </p:stCondLst>
                                            </p:cTn>
                                            <p:tgtEl>
                                              <p:spTgt spid="161"/>
                                            </p:tgtEl>
                                            <p:attrNameLst>
                                              <p:attrName>style.visibility</p:attrName>
                                            </p:attrNameLst>
                                          </p:cBhvr>
                                          <p:to>
                                            <p:strVal val="visible"/>
                                          </p:to>
                                        </p:set>
                                        <p:anim calcmode="lin" valueType="num">
                                          <p:cBhvr additive="base">
                                            <p:cTn id="151" dur="1000" fill="hold"/>
                                            <p:tgtEl>
                                              <p:spTgt spid="161"/>
                                            </p:tgtEl>
                                            <p:attrNameLst>
                                              <p:attrName>ppt_x</p:attrName>
                                            </p:attrNameLst>
                                          </p:cBhvr>
                                          <p:tavLst>
                                            <p:tav tm="0">
                                              <p:val>
                                                <p:strVal val="0-#ppt_w/2"/>
                                              </p:val>
                                            </p:tav>
                                            <p:tav tm="100000">
                                              <p:val>
                                                <p:strVal val="#ppt_x"/>
                                              </p:val>
                                            </p:tav>
                                          </p:tavLst>
                                        </p:anim>
                                        <p:anim calcmode="lin" valueType="num">
                                          <p:cBhvr additive="base">
                                            <p:cTn id="152" dur="1000" fill="hold"/>
                                            <p:tgtEl>
                                              <p:spTgt spid="161"/>
                                            </p:tgtEl>
                                            <p:attrNameLst>
                                              <p:attrName>ppt_y</p:attrName>
                                            </p:attrNameLst>
                                          </p:cBhvr>
                                          <p:tavLst>
                                            <p:tav tm="0">
                                              <p:val>
                                                <p:strVal val="#ppt_y"/>
                                              </p:val>
                                            </p:tav>
                                            <p:tav tm="100000">
                                              <p:val>
                                                <p:strVal val="#ppt_y"/>
                                              </p:val>
                                            </p:tav>
                                          </p:tavLst>
                                        </p:anim>
                                      </p:childTnLst>
                                    </p:cTn>
                                  </p:par>
                                  <p:par>
                                    <p:cTn id="153" presetID="2" presetClass="entr" presetSubtype="8" fill="hold" grpId="0" nodeType="withEffect">
                                      <p:stCondLst>
                                        <p:cond delay="1100"/>
                                      </p:stCondLst>
                                      <p:childTnLst>
                                        <p:set>
                                          <p:cBhvr>
                                            <p:cTn id="154" dur="1" fill="hold">
                                              <p:stCondLst>
                                                <p:cond delay="0"/>
                                              </p:stCondLst>
                                            </p:cTn>
                                            <p:tgtEl>
                                              <p:spTgt spid="162"/>
                                            </p:tgtEl>
                                            <p:attrNameLst>
                                              <p:attrName>style.visibility</p:attrName>
                                            </p:attrNameLst>
                                          </p:cBhvr>
                                          <p:to>
                                            <p:strVal val="visible"/>
                                          </p:to>
                                        </p:set>
                                        <p:anim calcmode="lin" valueType="num">
                                          <p:cBhvr additive="base">
                                            <p:cTn id="155" dur="1000" fill="hold"/>
                                            <p:tgtEl>
                                              <p:spTgt spid="162"/>
                                            </p:tgtEl>
                                            <p:attrNameLst>
                                              <p:attrName>ppt_x</p:attrName>
                                            </p:attrNameLst>
                                          </p:cBhvr>
                                          <p:tavLst>
                                            <p:tav tm="0">
                                              <p:val>
                                                <p:strVal val="0-#ppt_w/2"/>
                                              </p:val>
                                            </p:tav>
                                            <p:tav tm="100000">
                                              <p:val>
                                                <p:strVal val="#ppt_x"/>
                                              </p:val>
                                            </p:tav>
                                          </p:tavLst>
                                        </p:anim>
                                        <p:anim calcmode="lin" valueType="num">
                                          <p:cBhvr additive="base">
                                            <p:cTn id="156" dur="1000" fill="hold"/>
                                            <p:tgtEl>
                                              <p:spTgt spid="162"/>
                                            </p:tgtEl>
                                            <p:attrNameLst>
                                              <p:attrName>ppt_y</p:attrName>
                                            </p:attrNameLst>
                                          </p:cBhvr>
                                          <p:tavLst>
                                            <p:tav tm="0">
                                              <p:val>
                                                <p:strVal val="#ppt_y"/>
                                              </p:val>
                                            </p:tav>
                                            <p:tav tm="100000">
                                              <p:val>
                                                <p:strVal val="#ppt_y"/>
                                              </p:val>
                                            </p:tav>
                                          </p:tavLst>
                                        </p:anim>
                                      </p:childTnLst>
                                    </p:cTn>
                                  </p:par>
                                  <p:par>
                                    <p:cTn id="157" presetID="2" presetClass="entr" presetSubtype="8" fill="hold" grpId="0" nodeType="withEffect">
                                      <p:stCondLst>
                                        <p:cond delay="1200"/>
                                      </p:stCondLst>
                                      <p:childTnLst>
                                        <p:set>
                                          <p:cBhvr>
                                            <p:cTn id="158" dur="1" fill="hold">
                                              <p:stCondLst>
                                                <p:cond delay="0"/>
                                              </p:stCondLst>
                                            </p:cTn>
                                            <p:tgtEl>
                                              <p:spTgt spid="164"/>
                                            </p:tgtEl>
                                            <p:attrNameLst>
                                              <p:attrName>style.visibility</p:attrName>
                                            </p:attrNameLst>
                                          </p:cBhvr>
                                          <p:to>
                                            <p:strVal val="visible"/>
                                          </p:to>
                                        </p:set>
                                        <p:anim calcmode="lin" valueType="num">
                                          <p:cBhvr additive="base">
                                            <p:cTn id="159" dur="1000" fill="hold"/>
                                            <p:tgtEl>
                                              <p:spTgt spid="164"/>
                                            </p:tgtEl>
                                            <p:attrNameLst>
                                              <p:attrName>ppt_x</p:attrName>
                                            </p:attrNameLst>
                                          </p:cBhvr>
                                          <p:tavLst>
                                            <p:tav tm="0">
                                              <p:val>
                                                <p:strVal val="0-#ppt_w/2"/>
                                              </p:val>
                                            </p:tav>
                                            <p:tav tm="100000">
                                              <p:val>
                                                <p:strVal val="#ppt_x"/>
                                              </p:val>
                                            </p:tav>
                                          </p:tavLst>
                                        </p:anim>
                                        <p:anim calcmode="lin" valueType="num">
                                          <p:cBhvr additive="base">
                                            <p:cTn id="160" dur="1000" fill="hold"/>
                                            <p:tgtEl>
                                              <p:spTgt spid="164"/>
                                            </p:tgtEl>
                                            <p:attrNameLst>
                                              <p:attrName>ppt_y</p:attrName>
                                            </p:attrNameLst>
                                          </p:cBhvr>
                                          <p:tavLst>
                                            <p:tav tm="0">
                                              <p:val>
                                                <p:strVal val="#ppt_y"/>
                                              </p:val>
                                            </p:tav>
                                            <p:tav tm="100000">
                                              <p:val>
                                                <p:strVal val="#ppt_y"/>
                                              </p:val>
                                            </p:tav>
                                          </p:tavLst>
                                        </p:anim>
                                      </p:childTnLst>
                                    </p:cTn>
                                  </p:par>
                                  <p:par>
                                    <p:cTn id="161" presetID="2" presetClass="entr" presetSubtype="8" fill="hold" grpId="0" nodeType="withEffect">
                                      <p:stCondLst>
                                        <p:cond delay="1300"/>
                                      </p:stCondLst>
                                      <p:childTnLst>
                                        <p:set>
                                          <p:cBhvr>
                                            <p:cTn id="162" dur="1" fill="hold">
                                              <p:stCondLst>
                                                <p:cond delay="0"/>
                                              </p:stCondLst>
                                            </p:cTn>
                                            <p:tgtEl>
                                              <p:spTgt spid="165"/>
                                            </p:tgtEl>
                                            <p:attrNameLst>
                                              <p:attrName>style.visibility</p:attrName>
                                            </p:attrNameLst>
                                          </p:cBhvr>
                                          <p:to>
                                            <p:strVal val="visible"/>
                                          </p:to>
                                        </p:set>
                                        <p:anim calcmode="lin" valueType="num">
                                          <p:cBhvr additive="base">
                                            <p:cTn id="163" dur="1000" fill="hold"/>
                                            <p:tgtEl>
                                              <p:spTgt spid="165"/>
                                            </p:tgtEl>
                                            <p:attrNameLst>
                                              <p:attrName>ppt_x</p:attrName>
                                            </p:attrNameLst>
                                          </p:cBhvr>
                                          <p:tavLst>
                                            <p:tav tm="0">
                                              <p:val>
                                                <p:strVal val="0-#ppt_w/2"/>
                                              </p:val>
                                            </p:tav>
                                            <p:tav tm="100000">
                                              <p:val>
                                                <p:strVal val="#ppt_x"/>
                                              </p:val>
                                            </p:tav>
                                          </p:tavLst>
                                        </p:anim>
                                        <p:anim calcmode="lin" valueType="num">
                                          <p:cBhvr additive="base">
                                            <p:cTn id="164" dur="1000" fill="hold"/>
                                            <p:tgtEl>
                                              <p:spTgt spid="165"/>
                                            </p:tgtEl>
                                            <p:attrNameLst>
                                              <p:attrName>ppt_y</p:attrName>
                                            </p:attrNameLst>
                                          </p:cBhvr>
                                          <p:tavLst>
                                            <p:tav tm="0">
                                              <p:val>
                                                <p:strVal val="#ppt_y"/>
                                              </p:val>
                                            </p:tav>
                                            <p:tav tm="100000">
                                              <p:val>
                                                <p:strVal val="#ppt_y"/>
                                              </p:val>
                                            </p:tav>
                                          </p:tavLst>
                                        </p:anim>
                                      </p:childTnLst>
                                    </p:cTn>
                                  </p:par>
                                  <p:par>
                                    <p:cTn id="165" presetID="2" presetClass="entr" presetSubtype="8" fill="hold" grpId="0" nodeType="withEffect">
                                      <p:stCondLst>
                                        <p:cond delay="1400"/>
                                      </p:stCondLst>
                                      <p:childTnLst>
                                        <p:set>
                                          <p:cBhvr>
                                            <p:cTn id="166" dur="1" fill="hold">
                                              <p:stCondLst>
                                                <p:cond delay="0"/>
                                              </p:stCondLst>
                                            </p:cTn>
                                            <p:tgtEl>
                                              <p:spTgt spid="166"/>
                                            </p:tgtEl>
                                            <p:attrNameLst>
                                              <p:attrName>style.visibility</p:attrName>
                                            </p:attrNameLst>
                                          </p:cBhvr>
                                          <p:to>
                                            <p:strVal val="visible"/>
                                          </p:to>
                                        </p:set>
                                        <p:anim calcmode="lin" valueType="num">
                                          <p:cBhvr additive="base">
                                            <p:cTn id="167" dur="1000" fill="hold"/>
                                            <p:tgtEl>
                                              <p:spTgt spid="166"/>
                                            </p:tgtEl>
                                            <p:attrNameLst>
                                              <p:attrName>ppt_x</p:attrName>
                                            </p:attrNameLst>
                                          </p:cBhvr>
                                          <p:tavLst>
                                            <p:tav tm="0">
                                              <p:val>
                                                <p:strVal val="0-#ppt_w/2"/>
                                              </p:val>
                                            </p:tav>
                                            <p:tav tm="100000">
                                              <p:val>
                                                <p:strVal val="#ppt_x"/>
                                              </p:val>
                                            </p:tav>
                                          </p:tavLst>
                                        </p:anim>
                                        <p:anim calcmode="lin" valueType="num">
                                          <p:cBhvr additive="base">
                                            <p:cTn id="168" dur="1000" fill="hold"/>
                                            <p:tgtEl>
                                              <p:spTgt spid="166"/>
                                            </p:tgtEl>
                                            <p:attrNameLst>
                                              <p:attrName>ppt_y</p:attrName>
                                            </p:attrNameLst>
                                          </p:cBhvr>
                                          <p:tavLst>
                                            <p:tav tm="0">
                                              <p:val>
                                                <p:strVal val="#ppt_y"/>
                                              </p:val>
                                            </p:tav>
                                            <p:tav tm="100000">
                                              <p:val>
                                                <p:strVal val="#ppt_y"/>
                                              </p:val>
                                            </p:tav>
                                          </p:tavLst>
                                        </p:anim>
                                      </p:childTnLst>
                                    </p:cTn>
                                  </p:par>
                                  <p:par>
                                    <p:cTn id="169" presetID="2" presetClass="entr" presetSubtype="8" fill="hold" grpId="0" nodeType="withEffect">
                                      <p:stCondLst>
                                        <p:cond delay="1500"/>
                                      </p:stCondLst>
                                      <p:childTnLst>
                                        <p:set>
                                          <p:cBhvr>
                                            <p:cTn id="170" dur="1" fill="hold">
                                              <p:stCondLst>
                                                <p:cond delay="0"/>
                                              </p:stCondLst>
                                            </p:cTn>
                                            <p:tgtEl>
                                              <p:spTgt spid="167"/>
                                            </p:tgtEl>
                                            <p:attrNameLst>
                                              <p:attrName>style.visibility</p:attrName>
                                            </p:attrNameLst>
                                          </p:cBhvr>
                                          <p:to>
                                            <p:strVal val="visible"/>
                                          </p:to>
                                        </p:set>
                                        <p:anim calcmode="lin" valueType="num">
                                          <p:cBhvr additive="base">
                                            <p:cTn id="171" dur="1000" fill="hold"/>
                                            <p:tgtEl>
                                              <p:spTgt spid="167"/>
                                            </p:tgtEl>
                                            <p:attrNameLst>
                                              <p:attrName>ppt_x</p:attrName>
                                            </p:attrNameLst>
                                          </p:cBhvr>
                                          <p:tavLst>
                                            <p:tav tm="0">
                                              <p:val>
                                                <p:strVal val="0-#ppt_w/2"/>
                                              </p:val>
                                            </p:tav>
                                            <p:tav tm="100000">
                                              <p:val>
                                                <p:strVal val="#ppt_x"/>
                                              </p:val>
                                            </p:tav>
                                          </p:tavLst>
                                        </p:anim>
                                        <p:anim calcmode="lin" valueType="num">
                                          <p:cBhvr additive="base">
                                            <p:cTn id="172" dur="1000" fill="hold"/>
                                            <p:tgtEl>
                                              <p:spTgt spid="167"/>
                                            </p:tgtEl>
                                            <p:attrNameLst>
                                              <p:attrName>ppt_y</p:attrName>
                                            </p:attrNameLst>
                                          </p:cBhvr>
                                          <p:tavLst>
                                            <p:tav tm="0">
                                              <p:val>
                                                <p:strVal val="#ppt_y"/>
                                              </p:val>
                                            </p:tav>
                                            <p:tav tm="100000">
                                              <p:val>
                                                <p:strVal val="#ppt_y"/>
                                              </p:val>
                                            </p:tav>
                                          </p:tavLst>
                                        </p:anim>
                                      </p:childTnLst>
                                    </p:cTn>
                                  </p:par>
                                  <p:par>
                                    <p:cTn id="173" presetID="2" presetClass="entr" presetSubtype="8" fill="hold" grpId="0" nodeType="withEffect">
                                      <p:stCondLst>
                                        <p:cond delay="1600"/>
                                      </p:stCondLst>
                                      <p:childTnLst>
                                        <p:set>
                                          <p:cBhvr>
                                            <p:cTn id="174" dur="1" fill="hold">
                                              <p:stCondLst>
                                                <p:cond delay="0"/>
                                              </p:stCondLst>
                                            </p:cTn>
                                            <p:tgtEl>
                                              <p:spTgt spid="168"/>
                                            </p:tgtEl>
                                            <p:attrNameLst>
                                              <p:attrName>style.visibility</p:attrName>
                                            </p:attrNameLst>
                                          </p:cBhvr>
                                          <p:to>
                                            <p:strVal val="visible"/>
                                          </p:to>
                                        </p:set>
                                        <p:anim calcmode="lin" valueType="num">
                                          <p:cBhvr additive="base">
                                            <p:cTn id="175" dur="1000" fill="hold"/>
                                            <p:tgtEl>
                                              <p:spTgt spid="168"/>
                                            </p:tgtEl>
                                            <p:attrNameLst>
                                              <p:attrName>ppt_x</p:attrName>
                                            </p:attrNameLst>
                                          </p:cBhvr>
                                          <p:tavLst>
                                            <p:tav tm="0">
                                              <p:val>
                                                <p:strVal val="0-#ppt_w/2"/>
                                              </p:val>
                                            </p:tav>
                                            <p:tav tm="100000">
                                              <p:val>
                                                <p:strVal val="#ppt_x"/>
                                              </p:val>
                                            </p:tav>
                                          </p:tavLst>
                                        </p:anim>
                                        <p:anim calcmode="lin" valueType="num">
                                          <p:cBhvr additive="base">
                                            <p:cTn id="176" dur="1000" fill="hold"/>
                                            <p:tgtEl>
                                              <p:spTgt spid="168"/>
                                            </p:tgtEl>
                                            <p:attrNameLst>
                                              <p:attrName>ppt_y</p:attrName>
                                            </p:attrNameLst>
                                          </p:cBhvr>
                                          <p:tavLst>
                                            <p:tav tm="0">
                                              <p:val>
                                                <p:strVal val="#ppt_y"/>
                                              </p:val>
                                            </p:tav>
                                            <p:tav tm="100000">
                                              <p:val>
                                                <p:strVal val="#ppt_y"/>
                                              </p:val>
                                            </p:tav>
                                          </p:tavLst>
                                        </p:anim>
                                      </p:childTnLst>
                                    </p:cTn>
                                  </p:par>
                                  <p:par>
                                    <p:cTn id="177" presetID="2" presetClass="entr" presetSubtype="8" fill="hold" grpId="0" nodeType="withEffect">
                                      <p:stCondLst>
                                        <p:cond delay="1700"/>
                                      </p:stCondLst>
                                      <p:childTnLst>
                                        <p:set>
                                          <p:cBhvr>
                                            <p:cTn id="178" dur="1" fill="hold">
                                              <p:stCondLst>
                                                <p:cond delay="0"/>
                                              </p:stCondLst>
                                            </p:cTn>
                                            <p:tgtEl>
                                              <p:spTgt spid="169"/>
                                            </p:tgtEl>
                                            <p:attrNameLst>
                                              <p:attrName>style.visibility</p:attrName>
                                            </p:attrNameLst>
                                          </p:cBhvr>
                                          <p:to>
                                            <p:strVal val="visible"/>
                                          </p:to>
                                        </p:set>
                                        <p:anim calcmode="lin" valueType="num">
                                          <p:cBhvr additive="base">
                                            <p:cTn id="179" dur="1000" fill="hold"/>
                                            <p:tgtEl>
                                              <p:spTgt spid="169"/>
                                            </p:tgtEl>
                                            <p:attrNameLst>
                                              <p:attrName>ppt_x</p:attrName>
                                            </p:attrNameLst>
                                          </p:cBhvr>
                                          <p:tavLst>
                                            <p:tav tm="0">
                                              <p:val>
                                                <p:strVal val="0-#ppt_w/2"/>
                                              </p:val>
                                            </p:tav>
                                            <p:tav tm="100000">
                                              <p:val>
                                                <p:strVal val="#ppt_x"/>
                                              </p:val>
                                            </p:tav>
                                          </p:tavLst>
                                        </p:anim>
                                        <p:anim calcmode="lin" valueType="num">
                                          <p:cBhvr additive="base">
                                            <p:cTn id="180" dur="1000" fill="hold"/>
                                            <p:tgtEl>
                                              <p:spTgt spid="169"/>
                                            </p:tgtEl>
                                            <p:attrNameLst>
                                              <p:attrName>ppt_y</p:attrName>
                                            </p:attrNameLst>
                                          </p:cBhvr>
                                          <p:tavLst>
                                            <p:tav tm="0">
                                              <p:val>
                                                <p:strVal val="#ppt_y"/>
                                              </p:val>
                                            </p:tav>
                                            <p:tav tm="100000">
                                              <p:val>
                                                <p:strVal val="#ppt_y"/>
                                              </p:val>
                                            </p:tav>
                                          </p:tavLst>
                                        </p:anim>
                                      </p:childTnLst>
                                    </p:cTn>
                                  </p:par>
                                  <p:par>
                                    <p:cTn id="181" presetID="2" presetClass="entr" presetSubtype="8" fill="hold" grpId="0" nodeType="withEffect">
                                      <p:stCondLst>
                                        <p:cond delay="1800"/>
                                      </p:stCondLst>
                                      <p:childTnLst>
                                        <p:set>
                                          <p:cBhvr>
                                            <p:cTn id="182" dur="1" fill="hold">
                                              <p:stCondLst>
                                                <p:cond delay="0"/>
                                              </p:stCondLst>
                                            </p:cTn>
                                            <p:tgtEl>
                                              <p:spTgt spid="170"/>
                                            </p:tgtEl>
                                            <p:attrNameLst>
                                              <p:attrName>style.visibility</p:attrName>
                                            </p:attrNameLst>
                                          </p:cBhvr>
                                          <p:to>
                                            <p:strVal val="visible"/>
                                          </p:to>
                                        </p:set>
                                        <p:anim calcmode="lin" valueType="num">
                                          <p:cBhvr additive="base">
                                            <p:cTn id="183" dur="1000" fill="hold"/>
                                            <p:tgtEl>
                                              <p:spTgt spid="170"/>
                                            </p:tgtEl>
                                            <p:attrNameLst>
                                              <p:attrName>ppt_x</p:attrName>
                                            </p:attrNameLst>
                                          </p:cBhvr>
                                          <p:tavLst>
                                            <p:tav tm="0">
                                              <p:val>
                                                <p:strVal val="0-#ppt_w/2"/>
                                              </p:val>
                                            </p:tav>
                                            <p:tav tm="100000">
                                              <p:val>
                                                <p:strVal val="#ppt_x"/>
                                              </p:val>
                                            </p:tav>
                                          </p:tavLst>
                                        </p:anim>
                                        <p:anim calcmode="lin" valueType="num">
                                          <p:cBhvr additive="base">
                                            <p:cTn id="184" dur="1000" fill="hold"/>
                                            <p:tgtEl>
                                              <p:spTgt spid="170"/>
                                            </p:tgtEl>
                                            <p:attrNameLst>
                                              <p:attrName>ppt_y</p:attrName>
                                            </p:attrNameLst>
                                          </p:cBhvr>
                                          <p:tavLst>
                                            <p:tav tm="0">
                                              <p:val>
                                                <p:strVal val="#ppt_y"/>
                                              </p:val>
                                            </p:tav>
                                            <p:tav tm="100000">
                                              <p:val>
                                                <p:strVal val="#ppt_y"/>
                                              </p:val>
                                            </p:tav>
                                          </p:tavLst>
                                        </p:anim>
                                      </p:childTnLst>
                                    </p:cTn>
                                  </p:par>
                                  <p:par>
                                    <p:cTn id="185" presetID="2" presetClass="entr" presetSubtype="8" fill="hold" grpId="0" nodeType="withEffect">
                                      <p:stCondLst>
                                        <p:cond delay="1900"/>
                                      </p:stCondLst>
                                      <p:childTnLst>
                                        <p:set>
                                          <p:cBhvr>
                                            <p:cTn id="186" dur="1" fill="hold">
                                              <p:stCondLst>
                                                <p:cond delay="0"/>
                                              </p:stCondLst>
                                            </p:cTn>
                                            <p:tgtEl>
                                              <p:spTgt spid="171"/>
                                            </p:tgtEl>
                                            <p:attrNameLst>
                                              <p:attrName>style.visibility</p:attrName>
                                            </p:attrNameLst>
                                          </p:cBhvr>
                                          <p:to>
                                            <p:strVal val="visible"/>
                                          </p:to>
                                        </p:set>
                                        <p:anim calcmode="lin" valueType="num">
                                          <p:cBhvr additive="base">
                                            <p:cTn id="187" dur="1000" fill="hold"/>
                                            <p:tgtEl>
                                              <p:spTgt spid="171"/>
                                            </p:tgtEl>
                                            <p:attrNameLst>
                                              <p:attrName>ppt_x</p:attrName>
                                            </p:attrNameLst>
                                          </p:cBhvr>
                                          <p:tavLst>
                                            <p:tav tm="0">
                                              <p:val>
                                                <p:strVal val="0-#ppt_w/2"/>
                                              </p:val>
                                            </p:tav>
                                            <p:tav tm="100000">
                                              <p:val>
                                                <p:strVal val="#ppt_x"/>
                                              </p:val>
                                            </p:tav>
                                          </p:tavLst>
                                        </p:anim>
                                        <p:anim calcmode="lin" valueType="num">
                                          <p:cBhvr additive="base">
                                            <p:cTn id="188" dur="1000" fill="hold"/>
                                            <p:tgtEl>
                                              <p:spTgt spid="171"/>
                                            </p:tgtEl>
                                            <p:attrNameLst>
                                              <p:attrName>ppt_y</p:attrName>
                                            </p:attrNameLst>
                                          </p:cBhvr>
                                          <p:tavLst>
                                            <p:tav tm="0">
                                              <p:val>
                                                <p:strVal val="#ppt_y"/>
                                              </p:val>
                                            </p:tav>
                                            <p:tav tm="100000">
                                              <p:val>
                                                <p:strVal val="#ppt_y"/>
                                              </p:val>
                                            </p:tav>
                                          </p:tavLst>
                                        </p:anim>
                                      </p:childTnLst>
                                    </p:cTn>
                                  </p:par>
                                  <p:par>
                                    <p:cTn id="189" presetID="2" presetClass="entr" presetSubtype="8" fill="hold" grpId="0" nodeType="withEffect">
                                      <p:stCondLst>
                                        <p:cond delay="2000"/>
                                      </p:stCondLst>
                                      <p:childTnLst>
                                        <p:set>
                                          <p:cBhvr>
                                            <p:cTn id="190" dur="1" fill="hold">
                                              <p:stCondLst>
                                                <p:cond delay="0"/>
                                              </p:stCondLst>
                                            </p:cTn>
                                            <p:tgtEl>
                                              <p:spTgt spid="172"/>
                                            </p:tgtEl>
                                            <p:attrNameLst>
                                              <p:attrName>style.visibility</p:attrName>
                                            </p:attrNameLst>
                                          </p:cBhvr>
                                          <p:to>
                                            <p:strVal val="visible"/>
                                          </p:to>
                                        </p:set>
                                        <p:anim calcmode="lin" valueType="num">
                                          <p:cBhvr additive="base">
                                            <p:cTn id="191" dur="1000" fill="hold"/>
                                            <p:tgtEl>
                                              <p:spTgt spid="172"/>
                                            </p:tgtEl>
                                            <p:attrNameLst>
                                              <p:attrName>ppt_x</p:attrName>
                                            </p:attrNameLst>
                                          </p:cBhvr>
                                          <p:tavLst>
                                            <p:tav tm="0">
                                              <p:val>
                                                <p:strVal val="0-#ppt_w/2"/>
                                              </p:val>
                                            </p:tav>
                                            <p:tav tm="100000">
                                              <p:val>
                                                <p:strVal val="#ppt_x"/>
                                              </p:val>
                                            </p:tav>
                                          </p:tavLst>
                                        </p:anim>
                                        <p:anim calcmode="lin" valueType="num">
                                          <p:cBhvr additive="base">
                                            <p:cTn id="192" dur="1000" fill="hold"/>
                                            <p:tgtEl>
                                              <p:spTgt spid="172"/>
                                            </p:tgtEl>
                                            <p:attrNameLst>
                                              <p:attrName>ppt_y</p:attrName>
                                            </p:attrNameLst>
                                          </p:cBhvr>
                                          <p:tavLst>
                                            <p:tav tm="0">
                                              <p:val>
                                                <p:strVal val="#ppt_y"/>
                                              </p:val>
                                            </p:tav>
                                            <p:tav tm="100000">
                                              <p:val>
                                                <p:strVal val="#ppt_y"/>
                                              </p:val>
                                            </p:tav>
                                          </p:tavLst>
                                        </p:anim>
                                      </p:childTnLst>
                                    </p:cTn>
                                  </p:par>
                                  <p:par>
                                    <p:cTn id="193" presetID="2" presetClass="entr" presetSubtype="8" fill="hold" grpId="0" nodeType="withEffect">
                                      <p:stCondLst>
                                        <p:cond delay="2100"/>
                                      </p:stCondLst>
                                      <p:childTnLst>
                                        <p:set>
                                          <p:cBhvr>
                                            <p:cTn id="194" dur="1" fill="hold">
                                              <p:stCondLst>
                                                <p:cond delay="0"/>
                                              </p:stCondLst>
                                            </p:cTn>
                                            <p:tgtEl>
                                              <p:spTgt spid="173"/>
                                            </p:tgtEl>
                                            <p:attrNameLst>
                                              <p:attrName>style.visibility</p:attrName>
                                            </p:attrNameLst>
                                          </p:cBhvr>
                                          <p:to>
                                            <p:strVal val="visible"/>
                                          </p:to>
                                        </p:set>
                                        <p:anim calcmode="lin" valueType="num">
                                          <p:cBhvr additive="base">
                                            <p:cTn id="195" dur="1000" fill="hold"/>
                                            <p:tgtEl>
                                              <p:spTgt spid="173"/>
                                            </p:tgtEl>
                                            <p:attrNameLst>
                                              <p:attrName>ppt_x</p:attrName>
                                            </p:attrNameLst>
                                          </p:cBhvr>
                                          <p:tavLst>
                                            <p:tav tm="0">
                                              <p:val>
                                                <p:strVal val="0-#ppt_w/2"/>
                                              </p:val>
                                            </p:tav>
                                            <p:tav tm="100000">
                                              <p:val>
                                                <p:strVal val="#ppt_x"/>
                                              </p:val>
                                            </p:tav>
                                          </p:tavLst>
                                        </p:anim>
                                        <p:anim calcmode="lin" valueType="num">
                                          <p:cBhvr additive="base">
                                            <p:cTn id="196" dur="1000" fill="hold"/>
                                            <p:tgtEl>
                                              <p:spTgt spid="173"/>
                                            </p:tgtEl>
                                            <p:attrNameLst>
                                              <p:attrName>ppt_y</p:attrName>
                                            </p:attrNameLst>
                                          </p:cBhvr>
                                          <p:tavLst>
                                            <p:tav tm="0">
                                              <p:val>
                                                <p:strVal val="#ppt_y"/>
                                              </p:val>
                                            </p:tav>
                                            <p:tav tm="100000">
                                              <p:val>
                                                <p:strVal val="#ppt_y"/>
                                              </p:val>
                                            </p:tav>
                                          </p:tavLst>
                                        </p:anim>
                                      </p:childTnLst>
                                    </p:cTn>
                                  </p:par>
                                  <p:par>
                                    <p:cTn id="197" presetID="2" presetClass="entr" presetSubtype="8" fill="hold" grpId="0" nodeType="withEffect">
                                      <p:stCondLst>
                                        <p:cond delay="2200"/>
                                      </p:stCondLst>
                                      <p:childTnLst>
                                        <p:set>
                                          <p:cBhvr>
                                            <p:cTn id="198" dur="1" fill="hold">
                                              <p:stCondLst>
                                                <p:cond delay="0"/>
                                              </p:stCondLst>
                                            </p:cTn>
                                            <p:tgtEl>
                                              <p:spTgt spid="174"/>
                                            </p:tgtEl>
                                            <p:attrNameLst>
                                              <p:attrName>style.visibility</p:attrName>
                                            </p:attrNameLst>
                                          </p:cBhvr>
                                          <p:to>
                                            <p:strVal val="visible"/>
                                          </p:to>
                                        </p:set>
                                        <p:anim calcmode="lin" valueType="num">
                                          <p:cBhvr additive="base">
                                            <p:cTn id="199" dur="1000" fill="hold"/>
                                            <p:tgtEl>
                                              <p:spTgt spid="174"/>
                                            </p:tgtEl>
                                            <p:attrNameLst>
                                              <p:attrName>ppt_x</p:attrName>
                                            </p:attrNameLst>
                                          </p:cBhvr>
                                          <p:tavLst>
                                            <p:tav tm="0">
                                              <p:val>
                                                <p:strVal val="0-#ppt_w/2"/>
                                              </p:val>
                                            </p:tav>
                                            <p:tav tm="100000">
                                              <p:val>
                                                <p:strVal val="#ppt_x"/>
                                              </p:val>
                                            </p:tav>
                                          </p:tavLst>
                                        </p:anim>
                                        <p:anim calcmode="lin" valueType="num">
                                          <p:cBhvr additive="base">
                                            <p:cTn id="200" dur="1000" fill="hold"/>
                                            <p:tgtEl>
                                              <p:spTgt spid="174"/>
                                            </p:tgtEl>
                                            <p:attrNameLst>
                                              <p:attrName>ppt_y</p:attrName>
                                            </p:attrNameLst>
                                          </p:cBhvr>
                                          <p:tavLst>
                                            <p:tav tm="0">
                                              <p:val>
                                                <p:strVal val="#ppt_y"/>
                                              </p:val>
                                            </p:tav>
                                            <p:tav tm="100000">
                                              <p:val>
                                                <p:strVal val="#ppt_y"/>
                                              </p:val>
                                            </p:tav>
                                          </p:tavLst>
                                        </p:anim>
                                      </p:childTnLst>
                                    </p:cTn>
                                  </p:par>
                                  <p:par>
                                    <p:cTn id="201" presetID="2" presetClass="entr" presetSubtype="8" fill="hold" grpId="0" nodeType="withEffect">
                                      <p:stCondLst>
                                        <p:cond delay="2500"/>
                                      </p:stCondLst>
                                      <p:childTnLst>
                                        <p:set>
                                          <p:cBhvr>
                                            <p:cTn id="202" dur="1" fill="hold">
                                              <p:stCondLst>
                                                <p:cond delay="0"/>
                                              </p:stCondLst>
                                            </p:cTn>
                                            <p:tgtEl>
                                              <p:spTgt spid="192"/>
                                            </p:tgtEl>
                                            <p:attrNameLst>
                                              <p:attrName>style.visibility</p:attrName>
                                            </p:attrNameLst>
                                          </p:cBhvr>
                                          <p:to>
                                            <p:strVal val="visible"/>
                                          </p:to>
                                        </p:set>
                                        <p:anim calcmode="lin" valueType="num">
                                          <p:cBhvr additive="base">
                                            <p:cTn id="203" dur="1000" fill="hold"/>
                                            <p:tgtEl>
                                              <p:spTgt spid="192"/>
                                            </p:tgtEl>
                                            <p:attrNameLst>
                                              <p:attrName>ppt_x</p:attrName>
                                            </p:attrNameLst>
                                          </p:cBhvr>
                                          <p:tavLst>
                                            <p:tav tm="0">
                                              <p:val>
                                                <p:strVal val="0-#ppt_w/2"/>
                                              </p:val>
                                            </p:tav>
                                            <p:tav tm="100000">
                                              <p:val>
                                                <p:strVal val="#ppt_x"/>
                                              </p:val>
                                            </p:tav>
                                          </p:tavLst>
                                        </p:anim>
                                        <p:anim calcmode="lin" valueType="num">
                                          <p:cBhvr additive="base">
                                            <p:cTn id="204" dur="1000" fill="hold"/>
                                            <p:tgtEl>
                                              <p:spTgt spid="192"/>
                                            </p:tgtEl>
                                            <p:attrNameLst>
                                              <p:attrName>ppt_y</p:attrName>
                                            </p:attrNameLst>
                                          </p:cBhvr>
                                          <p:tavLst>
                                            <p:tav tm="0">
                                              <p:val>
                                                <p:strVal val="#ppt_y"/>
                                              </p:val>
                                            </p:tav>
                                            <p:tav tm="100000">
                                              <p:val>
                                                <p:strVal val="#ppt_y"/>
                                              </p:val>
                                            </p:tav>
                                          </p:tavLst>
                                        </p:anim>
                                      </p:childTnLst>
                                    </p:cTn>
                                  </p:par>
                                  <p:par>
                                    <p:cTn id="205" presetID="53" presetClass="entr" presetSubtype="16" fill="hold" nodeType="withEffect">
                                      <p:stCondLst>
                                        <p:cond delay="3250"/>
                                      </p:stCondLst>
                                      <p:childTnLst>
                                        <p:set>
                                          <p:cBhvr>
                                            <p:cTn id="206" dur="1" fill="hold">
                                              <p:stCondLst>
                                                <p:cond delay="0"/>
                                              </p:stCondLst>
                                            </p:cTn>
                                            <p:tgtEl>
                                              <p:spTgt spid="191"/>
                                            </p:tgtEl>
                                            <p:attrNameLst>
                                              <p:attrName>style.visibility</p:attrName>
                                            </p:attrNameLst>
                                          </p:cBhvr>
                                          <p:to>
                                            <p:strVal val="visible"/>
                                          </p:to>
                                        </p:set>
                                        <p:anim calcmode="lin" valueType="num">
                                          <p:cBhvr>
                                            <p:cTn id="207" dur="500" fill="hold"/>
                                            <p:tgtEl>
                                              <p:spTgt spid="191"/>
                                            </p:tgtEl>
                                            <p:attrNameLst>
                                              <p:attrName>ppt_w</p:attrName>
                                            </p:attrNameLst>
                                          </p:cBhvr>
                                          <p:tavLst>
                                            <p:tav tm="0">
                                              <p:val>
                                                <p:fltVal val="0"/>
                                              </p:val>
                                            </p:tav>
                                            <p:tav tm="100000">
                                              <p:val>
                                                <p:strVal val="#ppt_w"/>
                                              </p:val>
                                            </p:tav>
                                          </p:tavLst>
                                        </p:anim>
                                        <p:anim calcmode="lin" valueType="num">
                                          <p:cBhvr>
                                            <p:cTn id="208" dur="500" fill="hold"/>
                                            <p:tgtEl>
                                              <p:spTgt spid="191"/>
                                            </p:tgtEl>
                                            <p:attrNameLst>
                                              <p:attrName>ppt_h</p:attrName>
                                            </p:attrNameLst>
                                          </p:cBhvr>
                                          <p:tavLst>
                                            <p:tav tm="0">
                                              <p:val>
                                                <p:fltVal val="0"/>
                                              </p:val>
                                            </p:tav>
                                            <p:tav tm="100000">
                                              <p:val>
                                                <p:strVal val="#ppt_h"/>
                                              </p:val>
                                            </p:tav>
                                          </p:tavLst>
                                        </p:anim>
                                        <p:animEffect transition="in" filter="fade">
                                          <p:cBhvr>
                                            <p:cTn id="209" dur="500"/>
                                            <p:tgtEl>
                                              <p:spTgt spid="191"/>
                                            </p:tgtEl>
                                          </p:cBhvr>
                                        </p:animEffect>
                                      </p:childTnLst>
                                    </p:cTn>
                                  </p:par>
                                  <p:par>
                                    <p:cTn id="210" presetID="2" presetClass="entr" presetSubtype="8" fill="hold" grpId="0" nodeType="withEffect">
                                      <p:stCondLst>
                                        <p:cond delay="3500"/>
                                      </p:stCondLst>
                                      <p:childTnLst>
                                        <p:set>
                                          <p:cBhvr>
                                            <p:cTn id="211" dur="1" fill="hold">
                                              <p:stCondLst>
                                                <p:cond delay="0"/>
                                              </p:stCondLst>
                                            </p:cTn>
                                            <p:tgtEl>
                                              <p:spTgt spid="2">
                                                <p:txEl>
                                                  <p:pRg st="0" end="0"/>
                                                </p:txEl>
                                              </p:spTgt>
                                            </p:tgtEl>
                                            <p:attrNameLst>
                                              <p:attrName>style.visibility</p:attrName>
                                            </p:attrNameLst>
                                          </p:cBhvr>
                                          <p:to>
                                            <p:strVal val="visible"/>
                                          </p:to>
                                        </p:set>
                                        <p:anim calcmode="lin" valueType="num">
                                          <p:cBhvr additive="base">
                                            <p:cTn id="212" dur="10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213" dur="1000" fill="hold"/>
                                            <p:tgtEl>
                                              <p:spTgt spid="2">
                                                <p:txEl>
                                                  <p:pRg st="0" end="0"/>
                                                </p:txEl>
                                              </p:spTgt>
                                            </p:tgtEl>
                                            <p:attrNameLst>
                                              <p:attrName>ppt_y</p:attrName>
                                            </p:attrNameLst>
                                          </p:cBhvr>
                                          <p:tavLst>
                                            <p:tav tm="0">
                                              <p:val>
                                                <p:strVal val="#ppt_y"/>
                                              </p:val>
                                            </p:tav>
                                            <p:tav tm="100000">
                                              <p:val>
                                                <p:strVal val="#ppt_y"/>
                                              </p:val>
                                            </p:tav>
                                          </p:tavLst>
                                        </p:anim>
                                      </p:childTnLst>
                                    </p:cTn>
                                  </p:par>
                                  <p:par>
                                    <p:cTn id="214" presetID="2" presetClass="entr" presetSubtype="8" fill="hold" grpId="0" nodeType="withEffect">
                                      <p:stCondLst>
                                        <p:cond delay="3500"/>
                                      </p:stCondLst>
                                      <p:childTnLst>
                                        <p:set>
                                          <p:cBhvr>
                                            <p:cTn id="215" dur="1" fill="hold">
                                              <p:stCondLst>
                                                <p:cond delay="0"/>
                                              </p:stCondLst>
                                            </p:cTn>
                                            <p:tgtEl>
                                              <p:spTgt spid="3">
                                                <p:txEl>
                                                  <p:pRg st="0" end="0"/>
                                                </p:txEl>
                                              </p:spTgt>
                                            </p:tgtEl>
                                            <p:attrNameLst>
                                              <p:attrName>style.visibility</p:attrName>
                                            </p:attrNameLst>
                                          </p:cBhvr>
                                          <p:to>
                                            <p:strVal val="visible"/>
                                          </p:to>
                                        </p:set>
                                        <p:anim calcmode="lin" valueType="num">
                                          <p:cBhvr additive="base">
                                            <p:cTn id="216" dur="10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217" dur="1000" fill="hold"/>
                                            <p:tgtEl>
                                              <p:spTgt spid="3">
                                                <p:txEl>
                                                  <p:pRg st="0" end="0"/>
                                                </p:txEl>
                                              </p:spTgt>
                                            </p:tgtEl>
                                            <p:attrNameLst>
                                              <p:attrName>ppt_y</p:attrName>
                                            </p:attrNameLst>
                                          </p:cBhvr>
                                          <p:tavLst>
                                            <p:tav tm="0">
                                              <p:val>
                                                <p:strVal val="#ppt_y"/>
                                              </p:val>
                                            </p:tav>
                                            <p:tav tm="100000">
                                              <p:val>
                                                <p:strVal val="#ppt_y"/>
                                              </p:val>
                                            </p:tav>
                                          </p:tavLst>
                                        </p:anim>
                                      </p:childTnLst>
                                    </p:cTn>
                                  </p:par>
                                  <p:par>
                                    <p:cTn id="218" presetID="2" presetClass="entr" presetSubtype="8" fill="hold" grpId="0" nodeType="withEffect">
                                      <p:stCondLst>
                                        <p:cond delay="3500"/>
                                      </p:stCondLst>
                                      <p:childTnLst>
                                        <p:set>
                                          <p:cBhvr>
                                            <p:cTn id="219" dur="1" fill="hold">
                                              <p:stCondLst>
                                                <p:cond delay="0"/>
                                              </p:stCondLst>
                                            </p:cTn>
                                            <p:tgtEl>
                                              <p:spTgt spid="4">
                                                <p:txEl>
                                                  <p:pRg st="0" end="0"/>
                                                </p:txEl>
                                              </p:spTgt>
                                            </p:tgtEl>
                                            <p:attrNameLst>
                                              <p:attrName>style.visibility</p:attrName>
                                            </p:attrNameLst>
                                          </p:cBhvr>
                                          <p:to>
                                            <p:strVal val="visible"/>
                                          </p:to>
                                        </p:set>
                                        <p:anim calcmode="lin" valueType="num">
                                          <p:cBhvr additive="base">
                                            <p:cTn id="220"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221" dur="1000" fill="hold"/>
                                            <p:tgtEl>
                                              <p:spTgt spid="4">
                                                <p:txEl>
                                                  <p:pRg st="0" end="0"/>
                                                </p:txEl>
                                              </p:spTgt>
                                            </p:tgtEl>
                                            <p:attrNameLst>
                                              <p:attrName>ppt_y</p:attrName>
                                            </p:attrNameLst>
                                          </p:cBhvr>
                                          <p:tavLst>
                                            <p:tav tm="0">
                                              <p:val>
                                                <p:strVal val="#ppt_y"/>
                                              </p:val>
                                            </p:tav>
                                            <p:tav tm="100000">
                                              <p:val>
                                                <p:strVal val="#ppt_y"/>
                                              </p:val>
                                            </p:tav>
                                          </p:tavLst>
                                        </p:anim>
                                      </p:childTnLst>
                                    </p:cTn>
                                  </p:par>
                                  <p:par>
                                    <p:cTn id="222" presetID="2" presetClass="entr" presetSubtype="8" fill="hold" grpId="0" nodeType="withEffect">
                                      <p:stCondLst>
                                        <p:cond delay="3500"/>
                                      </p:stCondLst>
                                      <p:childTnLst>
                                        <p:set>
                                          <p:cBhvr>
                                            <p:cTn id="223" dur="1" fill="hold">
                                              <p:stCondLst>
                                                <p:cond delay="0"/>
                                              </p:stCondLst>
                                            </p:cTn>
                                            <p:tgtEl>
                                              <p:spTgt spid="224">
                                                <p:txEl>
                                                  <p:pRg st="0" end="0"/>
                                                </p:txEl>
                                              </p:spTgt>
                                            </p:tgtEl>
                                            <p:attrNameLst>
                                              <p:attrName>style.visibility</p:attrName>
                                            </p:attrNameLst>
                                          </p:cBhvr>
                                          <p:to>
                                            <p:strVal val="visible"/>
                                          </p:to>
                                        </p:set>
                                        <p:anim calcmode="lin" valueType="num">
                                          <p:cBhvr additive="base">
                                            <p:cTn id="224" dur="1000" fill="hold"/>
                                            <p:tgtEl>
                                              <p:spTgt spid="224">
                                                <p:txEl>
                                                  <p:pRg st="0" end="0"/>
                                                </p:txEl>
                                              </p:spTgt>
                                            </p:tgtEl>
                                            <p:attrNameLst>
                                              <p:attrName>ppt_x</p:attrName>
                                            </p:attrNameLst>
                                          </p:cBhvr>
                                          <p:tavLst>
                                            <p:tav tm="0">
                                              <p:val>
                                                <p:strVal val="0-#ppt_w/2"/>
                                              </p:val>
                                            </p:tav>
                                            <p:tav tm="100000">
                                              <p:val>
                                                <p:strVal val="#ppt_x"/>
                                              </p:val>
                                            </p:tav>
                                          </p:tavLst>
                                        </p:anim>
                                        <p:anim calcmode="lin" valueType="num">
                                          <p:cBhvr additive="base">
                                            <p:cTn id="225" dur="1000" fill="hold"/>
                                            <p:tgtEl>
                                              <p:spTgt spid="224">
                                                <p:txEl>
                                                  <p:pRg st="0" end="0"/>
                                                </p:txEl>
                                              </p:spTgt>
                                            </p:tgtEl>
                                            <p:attrNameLst>
                                              <p:attrName>ppt_y</p:attrName>
                                            </p:attrNameLst>
                                          </p:cBhvr>
                                          <p:tavLst>
                                            <p:tav tm="0">
                                              <p:val>
                                                <p:strVal val="#ppt_y"/>
                                              </p:val>
                                            </p:tav>
                                            <p:tav tm="100000">
                                              <p:val>
                                                <p:strVal val="#ppt_y"/>
                                              </p:val>
                                            </p:tav>
                                          </p:tavLst>
                                        </p:anim>
                                      </p:childTnLst>
                                    </p:cTn>
                                  </p:par>
                                  <p:par>
                                    <p:cTn id="226" presetID="2" presetClass="entr" presetSubtype="8" fill="hold" grpId="0" nodeType="withEffect">
                                      <p:stCondLst>
                                        <p:cond delay="3500"/>
                                      </p:stCondLst>
                                      <p:childTnLst>
                                        <p:set>
                                          <p:cBhvr>
                                            <p:cTn id="227" dur="1" fill="hold">
                                              <p:stCondLst>
                                                <p:cond delay="0"/>
                                              </p:stCondLst>
                                            </p:cTn>
                                            <p:tgtEl>
                                              <p:spTgt spid="225">
                                                <p:txEl>
                                                  <p:pRg st="0" end="0"/>
                                                </p:txEl>
                                              </p:spTgt>
                                            </p:tgtEl>
                                            <p:attrNameLst>
                                              <p:attrName>style.visibility</p:attrName>
                                            </p:attrNameLst>
                                          </p:cBhvr>
                                          <p:to>
                                            <p:strVal val="visible"/>
                                          </p:to>
                                        </p:set>
                                        <p:anim calcmode="lin" valueType="num">
                                          <p:cBhvr additive="base">
                                            <p:cTn id="228" dur="1000" fill="hold"/>
                                            <p:tgtEl>
                                              <p:spTgt spid="225">
                                                <p:txEl>
                                                  <p:pRg st="0" end="0"/>
                                                </p:txEl>
                                              </p:spTgt>
                                            </p:tgtEl>
                                            <p:attrNameLst>
                                              <p:attrName>ppt_x</p:attrName>
                                            </p:attrNameLst>
                                          </p:cBhvr>
                                          <p:tavLst>
                                            <p:tav tm="0">
                                              <p:val>
                                                <p:strVal val="0-#ppt_w/2"/>
                                              </p:val>
                                            </p:tav>
                                            <p:tav tm="100000">
                                              <p:val>
                                                <p:strVal val="#ppt_x"/>
                                              </p:val>
                                            </p:tav>
                                          </p:tavLst>
                                        </p:anim>
                                        <p:anim calcmode="lin" valueType="num">
                                          <p:cBhvr additive="base">
                                            <p:cTn id="229" dur="1000" fill="hold"/>
                                            <p:tgtEl>
                                              <p:spTgt spid="225">
                                                <p:txEl>
                                                  <p:pRg st="0" end="0"/>
                                                </p:txEl>
                                              </p:spTgt>
                                            </p:tgtEl>
                                            <p:attrNameLst>
                                              <p:attrName>ppt_y</p:attrName>
                                            </p:attrNameLst>
                                          </p:cBhvr>
                                          <p:tavLst>
                                            <p:tav tm="0">
                                              <p:val>
                                                <p:strVal val="#ppt_y"/>
                                              </p:val>
                                            </p:tav>
                                            <p:tav tm="100000">
                                              <p:val>
                                                <p:strVal val="#ppt_y"/>
                                              </p:val>
                                            </p:tav>
                                          </p:tavLst>
                                        </p:anim>
                                      </p:childTnLst>
                                    </p:cTn>
                                  </p:par>
                                  <p:par>
                                    <p:cTn id="230" presetID="2" presetClass="entr" presetSubtype="8" fill="hold" grpId="0" nodeType="withEffect">
                                      <p:stCondLst>
                                        <p:cond delay="3500"/>
                                      </p:stCondLst>
                                      <p:childTnLst>
                                        <p:set>
                                          <p:cBhvr>
                                            <p:cTn id="231" dur="1" fill="hold">
                                              <p:stCondLst>
                                                <p:cond delay="0"/>
                                              </p:stCondLst>
                                            </p:cTn>
                                            <p:tgtEl>
                                              <p:spTgt spid="226">
                                                <p:txEl>
                                                  <p:pRg st="0" end="0"/>
                                                </p:txEl>
                                              </p:spTgt>
                                            </p:tgtEl>
                                            <p:attrNameLst>
                                              <p:attrName>style.visibility</p:attrName>
                                            </p:attrNameLst>
                                          </p:cBhvr>
                                          <p:to>
                                            <p:strVal val="visible"/>
                                          </p:to>
                                        </p:set>
                                        <p:anim calcmode="lin" valueType="num">
                                          <p:cBhvr additive="base">
                                            <p:cTn id="232" dur="1000" fill="hold"/>
                                            <p:tgtEl>
                                              <p:spTgt spid="226">
                                                <p:txEl>
                                                  <p:pRg st="0" end="0"/>
                                                </p:txEl>
                                              </p:spTgt>
                                            </p:tgtEl>
                                            <p:attrNameLst>
                                              <p:attrName>ppt_x</p:attrName>
                                            </p:attrNameLst>
                                          </p:cBhvr>
                                          <p:tavLst>
                                            <p:tav tm="0">
                                              <p:val>
                                                <p:strVal val="0-#ppt_w/2"/>
                                              </p:val>
                                            </p:tav>
                                            <p:tav tm="100000">
                                              <p:val>
                                                <p:strVal val="#ppt_x"/>
                                              </p:val>
                                            </p:tav>
                                          </p:tavLst>
                                        </p:anim>
                                        <p:anim calcmode="lin" valueType="num">
                                          <p:cBhvr additive="base">
                                            <p:cTn id="233" dur="1000" fill="hold"/>
                                            <p:tgtEl>
                                              <p:spTgt spid="226">
                                                <p:txEl>
                                                  <p:pRg st="0" end="0"/>
                                                </p:txEl>
                                              </p:spTgt>
                                            </p:tgtEl>
                                            <p:attrNameLst>
                                              <p:attrName>ppt_y</p:attrName>
                                            </p:attrNameLst>
                                          </p:cBhvr>
                                          <p:tavLst>
                                            <p:tav tm="0">
                                              <p:val>
                                                <p:strVal val="#ppt_y"/>
                                              </p:val>
                                            </p:tav>
                                            <p:tav tm="100000">
                                              <p:val>
                                                <p:strVal val="#ppt_y"/>
                                              </p:val>
                                            </p:tav>
                                          </p:tavLst>
                                        </p:anim>
                                      </p:childTnLst>
                                    </p:cTn>
                                  </p:par>
                                  <p:par>
                                    <p:cTn id="234" presetID="2" presetClass="entr" presetSubtype="8" fill="hold" grpId="0" nodeType="withEffect">
                                      <p:stCondLst>
                                        <p:cond delay="3500"/>
                                      </p:stCondLst>
                                      <p:childTnLst>
                                        <p:set>
                                          <p:cBhvr>
                                            <p:cTn id="235" dur="1" fill="hold">
                                              <p:stCondLst>
                                                <p:cond delay="0"/>
                                              </p:stCondLst>
                                            </p:cTn>
                                            <p:tgtEl>
                                              <p:spTgt spid="227">
                                                <p:txEl>
                                                  <p:pRg st="0" end="0"/>
                                                </p:txEl>
                                              </p:spTgt>
                                            </p:tgtEl>
                                            <p:attrNameLst>
                                              <p:attrName>style.visibility</p:attrName>
                                            </p:attrNameLst>
                                          </p:cBhvr>
                                          <p:to>
                                            <p:strVal val="visible"/>
                                          </p:to>
                                        </p:set>
                                        <p:anim calcmode="lin" valueType="num">
                                          <p:cBhvr additive="base">
                                            <p:cTn id="236" dur="1000" fill="hold"/>
                                            <p:tgtEl>
                                              <p:spTgt spid="227">
                                                <p:txEl>
                                                  <p:pRg st="0" end="0"/>
                                                </p:txEl>
                                              </p:spTgt>
                                            </p:tgtEl>
                                            <p:attrNameLst>
                                              <p:attrName>ppt_x</p:attrName>
                                            </p:attrNameLst>
                                          </p:cBhvr>
                                          <p:tavLst>
                                            <p:tav tm="0">
                                              <p:val>
                                                <p:strVal val="0-#ppt_w/2"/>
                                              </p:val>
                                            </p:tav>
                                            <p:tav tm="100000">
                                              <p:val>
                                                <p:strVal val="#ppt_x"/>
                                              </p:val>
                                            </p:tav>
                                          </p:tavLst>
                                        </p:anim>
                                        <p:anim calcmode="lin" valueType="num">
                                          <p:cBhvr additive="base">
                                            <p:cTn id="237" dur="1000" fill="hold"/>
                                            <p:tgtEl>
                                              <p:spTgt spid="227">
                                                <p:txEl>
                                                  <p:pRg st="0" end="0"/>
                                                </p:txEl>
                                              </p:spTgt>
                                            </p:tgtEl>
                                            <p:attrNameLst>
                                              <p:attrName>ppt_y</p:attrName>
                                            </p:attrNameLst>
                                          </p:cBhvr>
                                          <p:tavLst>
                                            <p:tav tm="0">
                                              <p:val>
                                                <p:strVal val="#ppt_y"/>
                                              </p:val>
                                            </p:tav>
                                            <p:tav tm="100000">
                                              <p:val>
                                                <p:strVal val="#ppt_y"/>
                                              </p:val>
                                            </p:tav>
                                          </p:tavLst>
                                        </p:anim>
                                      </p:childTnLst>
                                    </p:cTn>
                                  </p:par>
                                  <p:par>
                                    <p:cTn id="238" presetID="2" presetClass="entr" presetSubtype="8" fill="hold" grpId="0" nodeType="withEffect">
                                      <p:stCondLst>
                                        <p:cond delay="3500"/>
                                      </p:stCondLst>
                                      <p:childTnLst>
                                        <p:set>
                                          <p:cBhvr>
                                            <p:cTn id="239" dur="1" fill="hold">
                                              <p:stCondLst>
                                                <p:cond delay="0"/>
                                              </p:stCondLst>
                                            </p:cTn>
                                            <p:tgtEl>
                                              <p:spTgt spid="228">
                                                <p:txEl>
                                                  <p:pRg st="0" end="0"/>
                                                </p:txEl>
                                              </p:spTgt>
                                            </p:tgtEl>
                                            <p:attrNameLst>
                                              <p:attrName>style.visibility</p:attrName>
                                            </p:attrNameLst>
                                          </p:cBhvr>
                                          <p:to>
                                            <p:strVal val="visible"/>
                                          </p:to>
                                        </p:set>
                                        <p:anim calcmode="lin" valueType="num">
                                          <p:cBhvr additive="base">
                                            <p:cTn id="240" dur="1000" fill="hold"/>
                                            <p:tgtEl>
                                              <p:spTgt spid="228">
                                                <p:txEl>
                                                  <p:pRg st="0" end="0"/>
                                                </p:txEl>
                                              </p:spTgt>
                                            </p:tgtEl>
                                            <p:attrNameLst>
                                              <p:attrName>ppt_x</p:attrName>
                                            </p:attrNameLst>
                                          </p:cBhvr>
                                          <p:tavLst>
                                            <p:tav tm="0">
                                              <p:val>
                                                <p:strVal val="0-#ppt_w/2"/>
                                              </p:val>
                                            </p:tav>
                                            <p:tav tm="100000">
                                              <p:val>
                                                <p:strVal val="#ppt_x"/>
                                              </p:val>
                                            </p:tav>
                                          </p:tavLst>
                                        </p:anim>
                                        <p:anim calcmode="lin" valueType="num">
                                          <p:cBhvr additive="base">
                                            <p:cTn id="241" dur="1000" fill="hold"/>
                                            <p:tgtEl>
                                              <p:spTgt spid="228">
                                                <p:txEl>
                                                  <p:pRg st="0" end="0"/>
                                                </p:txEl>
                                              </p:spTgt>
                                            </p:tgtEl>
                                            <p:attrNameLst>
                                              <p:attrName>ppt_y</p:attrName>
                                            </p:attrNameLst>
                                          </p:cBhvr>
                                          <p:tavLst>
                                            <p:tav tm="0">
                                              <p:val>
                                                <p:strVal val="#ppt_y"/>
                                              </p:val>
                                            </p:tav>
                                            <p:tav tm="100000">
                                              <p:val>
                                                <p:strVal val="#ppt_y"/>
                                              </p:val>
                                            </p:tav>
                                          </p:tavLst>
                                        </p:anim>
                                      </p:childTnLst>
                                    </p:cTn>
                                  </p:par>
                                  <p:par>
                                    <p:cTn id="242" presetID="47" presetClass="entr" presetSubtype="0" fill="hold" grpId="0" nodeType="withEffect">
                                      <p:stCondLst>
                                        <p:cond delay="3750"/>
                                      </p:stCondLst>
                                      <p:childTnLst>
                                        <p:set>
                                          <p:cBhvr>
                                            <p:cTn id="243" dur="1" fill="hold">
                                              <p:stCondLst>
                                                <p:cond delay="0"/>
                                              </p:stCondLst>
                                            </p:cTn>
                                            <p:tgtEl>
                                              <p:spTgt spid="229">
                                                <p:txEl>
                                                  <p:pRg st="0" end="0"/>
                                                </p:txEl>
                                              </p:spTgt>
                                            </p:tgtEl>
                                            <p:attrNameLst>
                                              <p:attrName>style.visibility</p:attrName>
                                            </p:attrNameLst>
                                          </p:cBhvr>
                                          <p:to>
                                            <p:strVal val="visible"/>
                                          </p:to>
                                        </p:set>
                                        <p:animEffect transition="in" filter="fade">
                                          <p:cBhvr>
                                            <p:cTn id="244" dur="1000"/>
                                            <p:tgtEl>
                                              <p:spTgt spid="229">
                                                <p:txEl>
                                                  <p:pRg st="0" end="0"/>
                                                </p:txEl>
                                              </p:spTgt>
                                            </p:tgtEl>
                                          </p:cBhvr>
                                        </p:animEffect>
                                        <p:anim calcmode="lin" valueType="num">
                                          <p:cBhvr>
                                            <p:cTn id="245" dur="1000" fill="hold"/>
                                            <p:tgtEl>
                                              <p:spTgt spid="229">
                                                <p:txEl>
                                                  <p:pRg st="0" end="0"/>
                                                </p:txEl>
                                              </p:spTgt>
                                            </p:tgtEl>
                                            <p:attrNameLst>
                                              <p:attrName>ppt_x</p:attrName>
                                            </p:attrNameLst>
                                          </p:cBhvr>
                                          <p:tavLst>
                                            <p:tav tm="0">
                                              <p:val>
                                                <p:strVal val="#ppt_x"/>
                                              </p:val>
                                            </p:tav>
                                            <p:tav tm="100000">
                                              <p:val>
                                                <p:strVal val="#ppt_x"/>
                                              </p:val>
                                            </p:tav>
                                          </p:tavLst>
                                        </p:anim>
                                        <p:anim calcmode="lin" valueType="num">
                                          <p:cBhvr>
                                            <p:cTn id="246" dur="1000" fill="hold"/>
                                            <p:tgtEl>
                                              <p:spTgt spid="229">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244" grpId="0" animBg="1"/>
          <p:bldP spid="250" grpId="0" animBg="1"/>
          <p:bldP spid="251" grpId="0" animBg="1"/>
          <p:bldP spid="252" grpId="0" animBg="1"/>
          <p:bldP spid="253" grpId="0" animBg="1"/>
          <p:bldP spid="254" grpId="0" animBg="1"/>
          <p:bldP spid="255" grpId="0" animBg="1"/>
          <p:bldP spid="160" grpId="0" animBg="1"/>
          <p:bldP spid="161" grpId="0" animBg="1"/>
          <p:bldP spid="162" grpId="0" animBg="1"/>
          <p:bldP spid="163" grpId="0" animBg="1"/>
          <p:bldP spid="164" grpId="0" animBg="1"/>
          <p:bldP spid="165" grpId="0" animBg="1"/>
          <p:bldP spid="166" grpId="0" animBg="1"/>
          <p:bldP spid="167" grpId="0" animBg="1"/>
          <p:bldP spid="168" grpId="0" animBg="1"/>
          <p:bldP spid="169" grpId="0" animBg="1"/>
          <p:bldP spid="170" grpId="0" animBg="1"/>
          <p:bldP spid="171" grpId="0" animBg="1"/>
          <p:bldP spid="172" grpId="0" animBg="1"/>
          <p:bldP spid="173" grpId="0" animBg="1"/>
          <p:bldP spid="174" grpId="0" animBg="1"/>
          <p:bldP spid="192" grpId="0" animBg="1"/>
          <p:bldP spid="2" grpId="0" build="p"/>
          <p:bldP spid="3" grpId="0" build="p"/>
          <p:bldP spid="4" grpId="0" build="p"/>
          <p:bldP spid="224" grpId="0" build="p"/>
          <p:bldP spid="225" grpId="0" build="p"/>
          <p:bldP spid="226" grpId="0" build="p"/>
          <p:bldP spid="227" grpId="0" build="p"/>
          <p:bldP spid="228" grpId="0" build="p"/>
          <p:bldP spid="229" grpId="0" build="p"/>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12"/>
          <p:cNvSpPr>
            <a:spLocks/>
          </p:cNvSpPr>
          <p:nvPr/>
        </p:nvSpPr>
        <p:spPr bwMode="auto">
          <a:xfrm>
            <a:off x="2363788" y="3987800"/>
            <a:ext cx="2424112" cy="1500188"/>
          </a:xfrm>
          <a:custGeom>
            <a:avLst/>
            <a:gdLst>
              <a:gd name="T0" fmla="*/ 611 w 636"/>
              <a:gd name="T1" fmla="*/ 170 h 393"/>
              <a:gd name="T2" fmla="*/ 605 w 636"/>
              <a:gd name="T3" fmla="*/ 185 h 393"/>
              <a:gd name="T4" fmla="*/ 575 w 636"/>
              <a:gd name="T5" fmla="*/ 176 h 393"/>
              <a:gd name="T6" fmla="*/ 575 w 636"/>
              <a:gd name="T7" fmla="*/ 152 h 393"/>
              <a:gd name="T8" fmla="*/ 581 w 636"/>
              <a:gd name="T9" fmla="*/ 135 h 393"/>
              <a:gd name="T10" fmla="*/ 567 w 636"/>
              <a:gd name="T11" fmla="*/ 142 h 393"/>
              <a:gd name="T12" fmla="*/ 541 w 636"/>
              <a:gd name="T13" fmla="*/ 167 h 393"/>
              <a:gd name="T14" fmla="*/ 516 w 636"/>
              <a:gd name="T15" fmla="*/ 202 h 393"/>
              <a:gd name="T16" fmla="*/ 491 w 636"/>
              <a:gd name="T17" fmla="*/ 201 h 393"/>
              <a:gd name="T18" fmla="*/ 469 w 636"/>
              <a:gd name="T19" fmla="*/ 193 h 393"/>
              <a:gd name="T20" fmla="*/ 455 w 636"/>
              <a:gd name="T21" fmla="*/ 196 h 393"/>
              <a:gd name="T22" fmla="*/ 436 w 636"/>
              <a:gd name="T23" fmla="*/ 201 h 393"/>
              <a:gd name="T24" fmla="*/ 418 w 636"/>
              <a:gd name="T25" fmla="*/ 160 h 393"/>
              <a:gd name="T26" fmla="*/ 391 w 636"/>
              <a:gd name="T27" fmla="*/ 103 h 393"/>
              <a:gd name="T28" fmla="*/ 371 w 636"/>
              <a:gd name="T29" fmla="*/ 89 h 393"/>
              <a:gd name="T30" fmla="*/ 345 w 636"/>
              <a:gd name="T31" fmla="*/ 65 h 393"/>
              <a:gd name="T32" fmla="*/ 273 w 636"/>
              <a:gd name="T33" fmla="*/ 65 h 393"/>
              <a:gd name="T34" fmla="*/ 221 w 636"/>
              <a:gd name="T35" fmla="*/ 70 h 393"/>
              <a:gd name="T36" fmla="*/ 98 w 636"/>
              <a:gd name="T37" fmla="*/ 0 h 393"/>
              <a:gd name="T38" fmla="*/ 34 w 636"/>
              <a:gd name="T39" fmla="*/ 209 h 393"/>
              <a:gd name="T40" fmla="*/ 59 w 636"/>
              <a:gd name="T41" fmla="*/ 208 h 393"/>
              <a:gd name="T42" fmla="*/ 64 w 636"/>
              <a:gd name="T43" fmla="*/ 188 h 393"/>
              <a:gd name="T44" fmla="*/ 73 w 636"/>
              <a:gd name="T45" fmla="*/ 162 h 393"/>
              <a:gd name="T46" fmla="*/ 93 w 636"/>
              <a:gd name="T47" fmla="*/ 148 h 393"/>
              <a:gd name="T48" fmla="*/ 111 w 636"/>
              <a:gd name="T49" fmla="*/ 146 h 393"/>
              <a:gd name="T50" fmla="*/ 118 w 636"/>
              <a:gd name="T51" fmla="*/ 140 h 393"/>
              <a:gd name="T52" fmla="*/ 175 w 636"/>
              <a:gd name="T53" fmla="*/ 176 h 393"/>
              <a:gd name="T54" fmla="*/ 229 w 636"/>
              <a:gd name="T55" fmla="*/ 202 h 393"/>
              <a:gd name="T56" fmla="*/ 257 w 636"/>
              <a:gd name="T57" fmla="*/ 214 h 393"/>
              <a:gd name="T58" fmla="*/ 275 w 636"/>
              <a:gd name="T59" fmla="*/ 242 h 393"/>
              <a:gd name="T60" fmla="*/ 312 w 636"/>
              <a:gd name="T61" fmla="*/ 282 h 393"/>
              <a:gd name="T62" fmla="*/ 371 w 636"/>
              <a:gd name="T63" fmla="*/ 317 h 393"/>
              <a:gd name="T64" fmla="*/ 414 w 636"/>
              <a:gd name="T65" fmla="*/ 341 h 393"/>
              <a:gd name="T66" fmla="*/ 439 w 636"/>
              <a:gd name="T67" fmla="*/ 348 h 393"/>
              <a:gd name="T68" fmla="*/ 458 w 636"/>
              <a:gd name="T69" fmla="*/ 385 h 393"/>
              <a:gd name="T70" fmla="*/ 477 w 636"/>
              <a:gd name="T71" fmla="*/ 388 h 393"/>
              <a:gd name="T72" fmla="*/ 492 w 636"/>
              <a:gd name="T73" fmla="*/ 389 h 393"/>
              <a:gd name="T74" fmla="*/ 503 w 636"/>
              <a:gd name="T75" fmla="*/ 389 h 393"/>
              <a:gd name="T76" fmla="*/ 507 w 636"/>
              <a:gd name="T77" fmla="*/ 363 h 393"/>
              <a:gd name="T78" fmla="*/ 515 w 636"/>
              <a:gd name="T79" fmla="*/ 343 h 393"/>
              <a:gd name="T80" fmla="*/ 506 w 636"/>
              <a:gd name="T81" fmla="*/ 325 h 393"/>
              <a:gd name="T82" fmla="*/ 508 w 636"/>
              <a:gd name="T83" fmla="*/ 308 h 393"/>
              <a:gd name="T84" fmla="*/ 486 w 636"/>
              <a:gd name="T85" fmla="*/ 305 h 393"/>
              <a:gd name="T86" fmla="*/ 478 w 636"/>
              <a:gd name="T87" fmla="*/ 282 h 393"/>
              <a:gd name="T88" fmla="*/ 504 w 636"/>
              <a:gd name="T89" fmla="*/ 278 h 393"/>
              <a:gd name="T90" fmla="*/ 517 w 636"/>
              <a:gd name="T91" fmla="*/ 265 h 393"/>
              <a:gd name="T92" fmla="*/ 523 w 636"/>
              <a:gd name="T93" fmla="*/ 253 h 393"/>
              <a:gd name="T94" fmla="*/ 550 w 636"/>
              <a:gd name="T95" fmla="*/ 242 h 393"/>
              <a:gd name="T96" fmla="*/ 539 w 636"/>
              <a:gd name="T97" fmla="*/ 227 h 393"/>
              <a:gd name="T98" fmla="*/ 549 w 636"/>
              <a:gd name="T99" fmla="*/ 214 h 393"/>
              <a:gd name="T100" fmla="*/ 570 w 636"/>
              <a:gd name="T101" fmla="*/ 204 h 393"/>
              <a:gd name="T102" fmla="*/ 583 w 636"/>
              <a:gd name="T103" fmla="*/ 200 h 393"/>
              <a:gd name="T104" fmla="*/ 616 w 636"/>
              <a:gd name="T105" fmla="*/ 208 h 393"/>
              <a:gd name="T106" fmla="*/ 636 w 636"/>
              <a:gd name="T107" fmla="*/ 194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6" h="393">
                <a:moveTo>
                  <a:pt x="625" y="181"/>
                </a:moveTo>
                <a:cubicBezTo>
                  <a:pt x="620" y="177"/>
                  <a:pt x="613" y="171"/>
                  <a:pt x="611" y="170"/>
                </a:cubicBezTo>
                <a:cubicBezTo>
                  <a:pt x="610" y="170"/>
                  <a:pt x="608" y="172"/>
                  <a:pt x="608" y="175"/>
                </a:cubicBezTo>
                <a:cubicBezTo>
                  <a:pt x="608" y="178"/>
                  <a:pt x="609" y="182"/>
                  <a:pt x="605" y="185"/>
                </a:cubicBezTo>
                <a:cubicBezTo>
                  <a:pt x="601" y="187"/>
                  <a:pt x="605" y="190"/>
                  <a:pt x="595" y="185"/>
                </a:cubicBezTo>
                <a:cubicBezTo>
                  <a:pt x="585" y="180"/>
                  <a:pt x="581" y="177"/>
                  <a:pt x="575" y="176"/>
                </a:cubicBezTo>
                <a:cubicBezTo>
                  <a:pt x="570" y="174"/>
                  <a:pt x="564" y="169"/>
                  <a:pt x="565" y="167"/>
                </a:cubicBezTo>
                <a:cubicBezTo>
                  <a:pt x="566" y="165"/>
                  <a:pt x="573" y="155"/>
                  <a:pt x="575" y="152"/>
                </a:cubicBezTo>
                <a:cubicBezTo>
                  <a:pt x="577" y="149"/>
                  <a:pt x="580" y="145"/>
                  <a:pt x="580" y="144"/>
                </a:cubicBezTo>
                <a:cubicBezTo>
                  <a:pt x="580" y="142"/>
                  <a:pt x="581" y="135"/>
                  <a:pt x="581" y="135"/>
                </a:cubicBezTo>
                <a:cubicBezTo>
                  <a:pt x="581" y="135"/>
                  <a:pt x="575" y="131"/>
                  <a:pt x="575" y="130"/>
                </a:cubicBezTo>
                <a:cubicBezTo>
                  <a:pt x="567" y="142"/>
                  <a:pt x="567" y="142"/>
                  <a:pt x="567" y="142"/>
                </a:cubicBezTo>
                <a:cubicBezTo>
                  <a:pt x="567" y="142"/>
                  <a:pt x="552" y="150"/>
                  <a:pt x="552" y="152"/>
                </a:cubicBezTo>
                <a:cubicBezTo>
                  <a:pt x="552" y="153"/>
                  <a:pt x="542" y="164"/>
                  <a:pt x="541" y="167"/>
                </a:cubicBezTo>
                <a:cubicBezTo>
                  <a:pt x="539" y="171"/>
                  <a:pt x="536" y="176"/>
                  <a:pt x="532" y="182"/>
                </a:cubicBezTo>
                <a:cubicBezTo>
                  <a:pt x="528" y="188"/>
                  <a:pt x="518" y="200"/>
                  <a:pt x="516" y="202"/>
                </a:cubicBezTo>
                <a:cubicBezTo>
                  <a:pt x="514" y="204"/>
                  <a:pt x="512" y="205"/>
                  <a:pt x="506" y="204"/>
                </a:cubicBezTo>
                <a:cubicBezTo>
                  <a:pt x="501" y="204"/>
                  <a:pt x="497" y="202"/>
                  <a:pt x="491" y="201"/>
                </a:cubicBezTo>
                <a:cubicBezTo>
                  <a:pt x="486" y="200"/>
                  <a:pt x="480" y="200"/>
                  <a:pt x="479" y="199"/>
                </a:cubicBezTo>
                <a:cubicBezTo>
                  <a:pt x="477" y="197"/>
                  <a:pt x="471" y="191"/>
                  <a:pt x="469" y="193"/>
                </a:cubicBezTo>
                <a:cubicBezTo>
                  <a:pt x="467" y="194"/>
                  <a:pt x="462" y="197"/>
                  <a:pt x="462" y="197"/>
                </a:cubicBezTo>
                <a:cubicBezTo>
                  <a:pt x="462" y="197"/>
                  <a:pt x="458" y="194"/>
                  <a:pt x="455" y="196"/>
                </a:cubicBezTo>
                <a:cubicBezTo>
                  <a:pt x="453" y="198"/>
                  <a:pt x="456" y="200"/>
                  <a:pt x="450" y="201"/>
                </a:cubicBezTo>
                <a:cubicBezTo>
                  <a:pt x="444" y="202"/>
                  <a:pt x="437" y="203"/>
                  <a:pt x="436" y="201"/>
                </a:cubicBezTo>
                <a:cubicBezTo>
                  <a:pt x="434" y="200"/>
                  <a:pt x="426" y="182"/>
                  <a:pt x="425" y="178"/>
                </a:cubicBezTo>
                <a:cubicBezTo>
                  <a:pt x="424" y="174"/>
                  <a:pt x="420" y="163"/>
                  <a:pt x="418" y="160"/>
                </a:cubicBezTo>
                <a:cubicBezTo>
                  <a:pt x="415" y="158"/>
                  <a:pt x="396" y="157"/>
                  <a:pt x="394" y="156"/>
                </a:cubicBezTo>
                <a:cubicBezTo>
                  <a:pt x="392" y="155"/>
                  <a:pt x="391" y="103"/>
                  <a:pt x="391" y="103"/>
                </a:cubicBezTo>
                <a:cubicBezTo>
                  <a:pt x="391" y="103"/>
                  <a:pt x="378" y="107"/>
                  <a:pt x="377" y="105"/>
                </a:cubicBezTo>
                <a:cubicBezTo>
                  <a:pt x="376" y="103"/>
                  <a:pt x="372" y="90"/>
                  <a:pt x="371" y="89"/>
                </a:cubicBezTo>
                <a:cubicBezTo>
                  <a:pt x="369" y="88"/>
                  <a:pt x="362" y="80"/>
                  <a:pt x="361" y="78"/>
                </a:cubicBezTo>
                <a:cubicBezTo>
                  <a:pt x="359" y="76"/>
                  <a:pt x="354" y="65"/>
                  <a:pt x="345" y="65"/>
                </a:cubicBezTo>
                <a:cubicBezTo>
                  <a:pt x="336" y="65"/>
                  <a:pt x="313" y="65"/>
                  <a:pt x="305" y="65"/>
                </a:cubicBezTo>
                <a:cubicBezTo>
                  <a:pt x="297" y="65"/>
                  <a:pt x="281" y="64"/>
                  <a:pt x="273" y="65"/>
                </a:cubicBezTo>
                <a:cubicBezTo>
                  <a:pt x="265" y="66"/>
                  <a:pt x="243" y="69"/>
                  <a:pt x="238" y="70"/>
                </a:cubicBezTo>
                <a:cubicBezTo>
                  <a:pt x="233" y="71"/>
                  <a:pt x="227" y="72"/>
                  <a:pt x="221" y="70"/>
                </a:cubicBezTo>
                <a:cubicBezTo>
                  <a:pt x="215" y="69"/>
                  <a:pt x="202" y="61"/>
                  <a:pt x="196" y="58"/>
                </a:cubicBezTo>
                <a:cubicBezTo>
                  <a:pt x="191" y="55"/>
                  <a:pt x="98" y="0"/>
                  <a:pt x="98" y="0"/>
                </a:cubicBezTo>
                <a:cubicBezTo>
                  <a:pt x="0" y="21"/>
                  <a:pt x="0" y="21"/>
                  <a:pt x="0" y="21"/>
                </a:cubicBezTo>
                <a:cubicBezTo>
                  <a:pt x="34" y="209"/>
                  <a:pt x="34" y="209"/>
                  <a:pt x="34" y="209"/>
                </a:cubicBezTo>
                <a:cubicBezTo>
                  <a:pt x="40" y="208"/>
                  <a:pt x="46" y="208"/>
                  <a:pt x="48" y="207"/>
                </a:cubicBezTo>
                <a:cubicBezTo>
                  <a:pt x="55" y="206"/>
                  <a:pt x="53" y="207"/>
                  <a:pt x="59" y="208"/>
                </a:cubicBezTo>
                <a:cubicBezTo>
                  <a:pt x="66" y="209"/>
                  <a:pt x="71" y="203"/>
                  <a:pt x="71" y="200"/>
                </a:cubicBezTo>
                <a:cubicBezTo>
                  <a:pt x="71" y="198"/>
                  <a:pt x="64" y="193"/>
                  <a:pt x="64" y="188"/>
                </a:cubicBezTo>
                <a:cubicBezTo>
                  <a:pt x="64" y="184"/>
                  <a:pt x="62" y="177"/>
                  <a:pt x="64" y="173"/>
                </a:cubicBezTo>
                <a:cubicBezTo>
                  <a:pt x="65" y="168"/>
                  <a:pt x="70" y="163"/>
                  <a:pt x="73" y="162"/>
                </a:cubicBezTo>
                <a:cubicBezTo>
                  <a:pt x="76" y="160"/>
                  <a:pt x="80" y="160"/>
                  <a:pt x="83" y="159"/>
                </a:cubicBezTo>
                <a:cubicBezTo>
                  <a:pt x="87" y="158"/>
                  <a:pt x="92" y="149"/>
                  <a:pt x="93" y="148"/>
                </a:cubicBezTo>
                <a:cubicBezTo>
                  <a:pt x="94" y="147"/>
                  <a:pt x="101" y="146"/>
                  <a:pt x="105" y="148"/>
                </a:cubicBezTo>
                <a:cubicBezTo>
                  <a:pt x="109" y="149"/>
                  <a:pt x="111" y="146"/>
                  <a:pt x="111" y="146"/>
                </a:cubicBezTo>
                <a:cubicBezTo>
                  <a:pt x="107" y="140"/>
                  <a:pt x="107" y="140"/>
                  <a:pt x="107" y="140"/>
                </a:cubicBezTo>
                <a:cubicBezTo>
                  <a:pt x="107" y="140"/>
                  <a:pt x="112" y="138"/>
                  <a:pt x="118" y="140"/>
                </a:cubicBezTo>
                <a:cubicBezTo>
                  <a:pt x="124" y="141"/>
                  <a:pt x="165" y="161"/>
                  <a:pt x="169" y="163"/>
                </a:cubicBezTo>
                <a:cubicBezTo>
                  <a:pt x="173" y="166"/>
                  <a:pt x="174" y="173"/>
                  <a:pt x="175" y="176"/>
                </a:cubicBezTo>
                <a:cubicBezTo>
                  <a:pt x="176" y="179"/>
                  <a:pt x="204" y="192"/>
                  <a:pt x="210" y="195"/>
                </a:cubicBezTo>
                <a:cubicBezTo>
                  <a:pt x="217" y="197"/>
                  <a:pt x="224" y="203"/>
                  <a:pt x="229" y="202"/>
                </a:cubicBezTo>
                <a:cubicBezTo>
                  <a:pt x="234" y="202"/>
                  <a:pt x="238" y="199"/>
                  <a:pt x="242" y="200"/>
                </a:cubicBezTo>
                <a:cubicBezTo>
                  <a:pt x="245" y="200"/>
                  <a:pt x="252" y="207"/>
                  <a:pt x="257" y="214"/>
                </a:cubicBezTo>
                <a:cubicBezTo>
                  <a:pt x="263" y="220"/>
                  <a:pt x="260" y="222"/>
                  <a:pt x="265" y="230"/>
                </a:cubicBezTo>
                <a:cubicBezTo>
                  <a:pt x="269" y="238"/>
                  <a:pt x="269" y="238"/>
                  <a:pt x="275" y="242"/>
                </a:cubicBezTo>
                <a:cubicBezTo>
                  <a:pt x="280" y="247"/>
                  <a:pt x="279" y="256"/>
                  <a:pt x="282" y="261"/>
                </a:cubicBezTo>
                <a:cubicBezTo>
                  <a:pt x="285" y="267"/>
                  <a:pt x="303" y="279"/>
                  <a:pt x="312" y="282"/>
                </a:cubicBezTo>
                <a:cubicBezTo>
                  <a:pt x="322" y="284"/>
                  <a:pt x="333" y="295"/>
                  <a:pt x="342" y="303"/>
                </a:cubicBezTo>
                <a:cubicBezTo>
                  <a:pt x="350" y="311"/>
                  <a:pt x="364" y="316"/>
                  <a:pt x="371" y="317"/>
                </a:cubicBezTo>
                <a:cubicBezTo>
                  <a:pt x="379" y="319"/>
                  <a:pt x="395" y="333"/>
                  <a:pt x="396" y="335"/>
                </a:cubicBezTo>
                <a:cubicBezTo>
                  <a:pt x="397" y="336"/>
                  <a:pt x="414" y="341"/>
                  <a:pt x="414" y="341"/>
                </a:cubicBezTo>
                <a:cubicBezTo>
                  <a:pt x="414" y="341"/>
                  <a:pt x="428" y="345"/>
                  <a:pt x="431" y="348"/>
                </a:cubicBezTo>
                <a:cubicBezTo>
                  <a:pt x="433" y="351"/>
                  <a:pt x="439" y="348"/>
                  <a:pt x="439" y="348"/>
                </a:cubicBezTo>
                <a:cubicBezTo>
                  <a:pt x="455" y="359"/>
                  <a:pt x="455" y="359"/>
                  <a:pt x="455" y="359"/>
                </a:cubicBezTo>
                <a:cubicBezTo>
                  <a:pt x="458" y="385"/>
                  <a:pt x="458" y="385"/>
                  <a:pt x="458" y="385"/>
                </a:cubicBezTo>
                <a:cubicBezTo>
                  <a:pt x="459" y="384"/>
                  <a:pt x="461" y="384"/>
                  <a:pt x="465" y="384"/>
                </a:cubicBezTo>
                <a:cubicBezTo>
                  <a:pt x="469" y="383"/>
                  <a:pt x="475" y="386"/>
                  <a:pt x="477" y="388"/>
                </a:cubicBezTo>
                <a:cubicBezTo>
                  <a:pt x="478" y="390"/>
                  <a:pt x="482" y="393"/>
                  <a:pt x="484" y="393"/>
                </a:cubicBezTo>
                <a:cubicBezTo>
                  <a:pt x="486" y="393"/>
                  <a:pt x="489" y="391"/>
                  <a:pt x="492" y="389"/>
                </a:cubicBezTo>
                <a:cubicBezTo>
                  <a:pt x="493" y="389"/>
                  <a:pt x="499" y="389"/>
                  <a:pt x="503" y="390"/>
                </a:cubicBezTo>
                <a:cubicBezTo>
                  <a:pt x="503" y="390"/>
                  <a:pt x="503" y="389"/>
                  <a:pt x="503" y="389"/>
                </a:cubicBezTo>
                <a:cubicBezTo>
                  <a:pt x="503" y="387"/>
                  <a:pt x="502" y="377"/>
                  <a:pt x="503" y="374"/>
                </a:cubicBezTo>
                <a:cubicBezTo>
                  <a:pt x="504" y="372"/>
                  <a:pt x="506" y="367"/>
                  <a:pt x="507" y="363"/>
                </a:cubicBezTo>
                <a:cubicBezTo>
                  <a:pt x="509" y="359"/>
                  <a:pt x="510" y="354"/>
                  <a:pt x="511" y="352"/>
                </a:cubicBezTo>
                <a:cubicBezTo>
                  <a:pt x="512" y="349"/>
                  <a:pt x="515" y="346"/>
                  <a:pt x="515" y="343"/>
                </a:cubicBezTo>
                <a:cubicBezTo>
                  <a:pt x="516" y="340"/>
                  <a:pt x="515" y="334"/>
                  <a:pt x="513" y="333"/>
                </a:cubicBezTo>
                <a:cubicBezTo>
                  <a:pt x="510" y="331"/>
                  <a:pt x="506" y="327"/>
                  <a:pt x="506" y="325"/>
                </a:cubicBezTo>
                <a:cubicBezTo>
                  <a:pt x="505" y="323"/>
                  <a:pt x="504" y="322"/>
                  <a:pt x="505" y="318"/>
                </a:cubicBezTo>
                <a:cubicBezTo>
                  <a:pt x="507" y="314"/>
                  <a:pt x="508" y="309"/>
                  <a:pt x="508" y="308"/>
                </a:cubicBezTo>
                <a:cubicBezTo>
                  <a:pt x="508" y="306"/>
                  <a:pt x="501" y="304"/>
                  <a:pt x="498" y="304"/>
                </a:cubicBezTo>
                <a:cubicBezTo>
                  <a:pt x="494" y="304"/>
                  <a:pt x="489" y="307"/>
                  <a:pt x="486" y="305"/>
                </a:cubicBezTo>
                <a:cubicBezTo>
                  <a:pt x="482" y="302"/>
                  <a:pt x="478" y="295"/>
                  <a:pt x="477" y="292"/>
                </a:cubicBezTo>
                <a:cubicBezTo>
                  <a:pt x="477" y="290"/>
                  <a:pt x="476" y="284"/>
                  <a:pt x="478" y="282"/>
                </a:cubicBezTo>
                <a:cubicBezTo>
                  <a:pt x="480" y="280"/>
                  <a:pt x="483" y="275"/>
                  <a:pt x="487" y="276"/>
                </a:cubicBezTo>
                <a:cubicBezTo>
                  <a:pt x="492" y="277"/>
                  <a:pt x="501" y="280"/>
                  <a:pt x="504" y="278"/>
                </a:cubicBezTo>
                <a:cubicBezTo>
                  <a:pt x="507" y="276"/>
                  <a:pt x="509" y="274"/>
                  <a:pt x="511" y="271"/>
                </a:cubicBezTo>
                <a:cubicBezTo>
                  <a:pt x="512" y="268"/>
                  <a:pt x="513" y="266"/>
                  <a:pt x="517" y="265"/>
                </a:cubicBezTo>
                <a:cubicBezTo>
                  <a:pt x="521" y="264"/>
                  <a:pt x="526" y="261"/>
                  <a:pt x="525" y="259"/>
                </a:cubicBezTo>
                <a:cubicBezTo>
                  <a:pt x="524" y="257"/>
                  <a:pt x="521" y="255"/>
                  <a:pt x="523" y="253"/>
                </a:cubicBezTo>
                <a:cubicBezTo>
                  <a:pt x="525" y="250"/>
                  <a:pt x="535" y="249"/>
                  <a:pt x="539" y="247"/>
                </a:cubicBezTo>
                <a:cubicBezTo>
                  <a:pt x="543" y="246"/>
                  <a:pt x="549" y="244"/>
                  <a:pt x="550" y="242"/>
                </a:cubicBezTo>
                <a:cubicBezTo>
                  <a:pt x="550" y="240"/>
                  <a:pt x="549" y="233"/>
                  <a:pt x="546" y="232"/>
                </a:cubicBezTo>
                <a:cubicBezTo>
                  <a:pt x="543" y="230"/>
                  <a:pt x="540" y="231"/>
                  <a:pt x="539" y="227"/>
                </a:cubicBezTo>
                <a:cubicBezTo>
                  <a:pt x="539" y="222"/>
                  <a:pt x="537" y="221"/>
                  <a:pt x="540" y="219"/>
                </a:cubicBezTo>
                <a:cubicBezTo>
                  <a:pt x="543" y="216"/>
                  <a:pt x="545" y="216"/>
                  <a:pt x="549" y="214"/>
                </a:cubicBezTo>
                <a:cubicBezTo>
                  <a:pt x="554" y="211"/>
                  <a:pt x="557" y="209"/>
                  <a:pt x="560" y="209"/>
                </a:cubicBezTo>
                <a:cubicBezTo>
                  <a:pt x="563" y="208"/>
                  <a:pt x="567" y="207"/>
                  <a:pt x="570" y="204"/>
                </a:cubicBezTo>
                <a:cubicBezTo>
                  <a:pt x="572" y="201"/>
                  <a:pt x="575" y="197"/>
                  <a:pt x="576" y="197"/>
                </a:cubicBezTo>
                <a:cubicBezTo>
                  <a:pt x="578" y="196"/>
                  <a:pt x="580" y="196"/>
                  <a:pt x="583" y="200"/>
                </a:cubicBezTo>
                <a:cubicBezTo>
                  <a:pt x="586" y="204"/>
                  <a:pt x="585" y="207"/>
                  <a:pt x="591" y="208"/>
                </a:cubicBezTo>
                <a:cubicBezTo>
                  <a:pt x="597" y="209"/>
                  <a:pt x="614" y="209"/>
                  <a:pt x="616" y="208"/>
                </a:cubicBezTo>
                <a:cubicBezTo>
                  <a:pt x="619" y="208"/>
                  <a:pt x="627" y="208"/>
                  <a:pt x="630" y="205"/>
                </a:cubicBezTo>
                <a:cubicBezTo>
                  <a:pt x="632" y="202"/>
                  <a:pt x="636" y="197"/>
                  <a:pt x="636" y="194"/>
                </a:cubicBezTo>
                <a:cubicBezTo>
                  <a:pt x="636" y="191"/>
                  <a:pt x="630" y="184"/>
                  <a:pt x="625" y="181"/>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1939925" y="4514850"/>
            <a:ext cx="2168525" cy="1365250"/>
          </a:xfrm>
          <a:custGeom>
            <a:avLst/>
            <a:gdLst>
              <a:gd name="T0" fmla="*/ 542 w 569"/>
              <a:gd name="T1" fmla="*/ 210 h 358"/>
              <a:gd name="T2" fmla="*/ 507 w 569"/>
              <a:gd name="T3" fmla="*/ 197 h 358"/>
              <a:gd name="T4" fmla="*/ 453 w 569"/>
              <a:gd name="T5" fmla="*/ 165 h 358"/>
              <a:gd name="T6" fmla="*/ 393 w 569"/>
              <a:gd name="T7" fmla="*/ 123 h 358"/>
              <a:gd name="T8" fmla="*/ 376 w 569"/>
              <a:gd name="T9" fmla="*/ 92 h 358"/>
              <a:gd name="T10" fmla="*/ 353 w 569"/>
              <a:gd name="T11" fmla="*/ 62 h 358"/>
              <a:gd name="T12" fmla="*/ 321 w 569"/>
              <a:gd name="T13" fmla="*/ 57 h 358"/>
              <a:gd name="T14" fmla="*/ 280 w 569"/>
              <a:gd name="T15" fmla="*/ 25 h 358"/>
              <a:gd name="T16" fmla="*/ 218 w 569"/>
              <a:gd name="T17" fmla="*/ 2 h 358"/>
              <a:gd name="T18" fmla="*/ 216 w 569"/>
              <a:gd name="T19" fmla="*/ 10 h 358"/>
              <a:gd name="T20" fmla="*/ 194 w 569"/>
              <a:gd name="T21" fmla="*/ 21 h 358"/>
              <a:gd name="T22" fmla="*/ 175 w 569"/>
              <a:gd name="T23" fmla="*/ 35 h 358"/>
              <a:gd name="T24" fmla="*/ 182 w 569"/>
              <a:gd name="T25" fmla="*/ 62 h 358"/>
              <a:gd name="T26" fmla="*/ 159 w 569"/>
              <a:gd name="T27" fmla="*/ 69 h 358"/>
              <a:gd name="T28" fmla="*/ 116 w 569"/>
              <a:gd name="T29" fmla="*/ 68 h 358"/>
              <a:gd name="T30" fmla="*/ 71 w 569"/>
              <a:gd name="T31" fmla="*/ 29 h 358"/>
              <a:gd name="T32" fmla="*/ 23 w 569"/>
              <a:gd name="T33" fmla="*/ 33 h 358"/>
              <a:gd name="T34" fmla="*/ 3 w 569"/>
              <a:gd name="T35" fmla="*/ 57 h 358"/>
              <a:gd name="T36" fmla="*/ 21 w 569"/>
              <a:gd name="T37" fmla="*/ 85 h 358"/>
              <a:gd name="T38" fmla="*/ 22 w 569"/>
              <a:gd name="T39" fmla="*/ 110 h 358"/>
              <a:gd name="T40" fmla="*/ 25 w 569"/>
              <a:gd name="T41" fmla="*/ 138 h 358"/>
              <a:gd name="T42" fmla="*/ 39 w 569"/>
              <a:gd name="T43" fmla="*/ 156 h 358"/>
              <a:gd name="T44" fmla="*/ 37 w 569"/>
              <a:gd name="T45" fmla="*/ 148 h 358"/>
              <a:gd name="T46" fmla="*/ 45 w 569"/>
              <a:gd name="T47" fmla="*/ 146 h 358"/>
              <a:gd name="T48" fmla="*/ 54 w 569"/>
              <a:gd name="T49" fmla="*/ 143 h 358"/>
              <a:gd name="T50" fmla="*/ 57 w 569"/>
              <a:gd name="T51" fmla="*/ 150 h 358"/>
              <a:gd name="T52" fmla="*/ 62 w 569"/>
              <a:gd name="T53" fmla="*/ 161 h 358"/>
              <a:gd name="T54" fmla="*/ 68 w 569"/>
              <a:gd name="T55" fmla="*/ 167 h 358"/>
              <a:gd name="T56" fmla="*/ 47 w 569"/>
              <a:gd name="T57" fmla="*/ 168 h 358"/>
              <a:gd name="T58" fmla="*/ 48 w 569"/>
              <a:gd name="T59" fmla="*/ 181 h 358"/>
              <a:gd name="T60" fmla="*/ 68 w 569"/>
              <a:gd name="T61" fmla="*/ 185 h 358"/>
              <a:gd name="T62" fmla="*/ 80 w 569"/>
              <a:gd name="T63" fmla="*/ 200 h 358"/>
              <a:gd name="T64" fmla="*/ 82 w 569"/>
              <a:gd name="T65" fmla="*/ 246 h 358"/>
              <a:gd name="T66" fmla="*/ 92 w 569"/>
              <a:gd name="T67" fmla="*/ 271 h 358"/>
              <a:gd name="T68" fmla="*/ 101 w 569"/>
              <a:gd name="T69" fmla="*/ 267 h 358"/>
              <a:gd name="T70" fmla="*/ 119 w 569"/>
              <a:gd name="T71" fmla="*/ 262 h 358"/>
              <a:gd name="T72" fmla="*/ 129 w 569"/>
              <a:gd name="T73" fmla="*/ 248 h 358"/>
              <a:gd name="T74" fmla="*/ 143 w 569"/>
              <a:gd name="T75" fmla="*/ 239 h 358"/>
              <a:gd name="T76" fmla="*/ 166 w 569"/>
              <a:gd name="T77" fmla="*/ 231 h 358"/>
              <a:gd name="T78" fmla="*/ 186 w 569"/>
              <a:gd name="T79" fmla="*/ 225 h 358"/>
              <a:gd name="T80" fmla="*/ 202 w 569"/>
              <a:gd name="T81" fmla="*/ 225 h 358"/>
              <a:gd name="T82" fmla="*/ 221 w 569"/>
              <a:gd name="T83" fmla="*/ 234 h 358"/>
              <a:gd name="T84" fmla="*/ 251 w 569"/>
              <a:gd name="T85" fmla="*/ 249 h 358"/>
              <a:gd name="T86" fmla="*/ 274 w 569"/>
              <a:gd name="T87" fmla="*/ 251 h 358"/>
              <a:gd name="T88" fmla="*/ 296 w 569"/>
              <a:gd name="T89" fmla="*/ 259 h 358"/>
              <a:gd name="T90" fmla="*/ 310 w 569"/>
              <a:gd name="T91" fmla="*/ 271 h 358"/>
              <a:gd name="T92" fmla="*/ 332 w 569"/>
              <a:gd name="T93" fmla="*/ 284 h 358"/>
              <a:gd name="T94" fmla="*/ 360 w 569"/>
              <a:gd name="T95" fmla="*/ 298 h 358"/>
              <a:gd name="T96" fmla="*/ 373 w 569"/>
              <a:gd name="T97" fmla="*/ 311 h 358"/>
              <a:gd name="T98" fmla="*/ 377 w 569"/>
              <a:gd name="T99" fmla="*/ 339 h 358"/>
              <a:gd name="T100" fmla="*/ 394 w 569"/>
              <a:gd name="T101" fmla="*/ 345 h 358"/>
              <a:gd name="T102" fmla="*/ 409 w 569"/>
              <a:gd name="T103" fmla="*/ 339 h 358"/>
              <a:gd name="T104" fmla="*/ 424 w 569"/>
              <a:gd name="T105" fmla="*/ 354 h 358"/>
              <a:gd name="T106" fmla="*/ 439 w 569"/>
              <a:gd name="T107" fmla="*/ 349 h 358"/>
              <a:gd name="T108" fmla="*/ 454 w 569"/>
              <a:gd name="T109" fmla="*/ 332 h 358"/>
              <a:gd name="T110" fmla="*/ 469 w 569"/>
              <a:gd name="T111" fmla="*/ 321 h 358"/>
              <a:gd name="T112" fmla="*/ 495 w 569"/>
              <a:gd name="T113" fmla="*/ 307 h 358"/>
              <a:gd name="T114" fmla="*/ 502 w 569"/>
              <a:gd name="T115" fmla="*/ 284 h 358"/>
              <a:gd name="T116" fmla="*/ 504 w 569"/>
              <a:gd name="T117" fmla="*/ 267 h 358"/>
              <a:gd name="T118" fmla="*/ 519 w 569"/>
              <a:gd name="T119" fmla="*/ 256 h 358"/>
              <a:gd name="T120" fmla="*/ 540 w 569"/>
              <a:gd name="T121" fmla="*/ 244 h 358"/>
              <a:gd name="T122" fmla="*/ 567 w 569"/>
              <a:gd name="T123" fmla="*/ 248 h 358"/>
              <a:gd name="T124" fmla="*/ 566 w 569"/>
              <a:gd name="T125" fmla="*/ 22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9" h="358">
                <a:moveTo>
                  <a:pt x="550" y="210"/>
                </a:moveTo>
                <a:cubicBezTo>
                  <a:pt x="550" y="210"/>
                  <a:pt x="544" y="213"/>
                  <a:pt x="542" y="210"/>
                </a:cubicBezTo>
                <a:cubicBezTo>
                  <a:pt x="539" y="207"/>
                  <a:pt x="525" y="203"/>
                  <a:pt x="525" y="203"/>
                </a:cubicBezTo>
                <a:cubicBezTo>
                  <a:pt x="525" y="203"/>
                  <a:pt x="508" y="198"/>
                  <a:pt x="507" y="197"/>
                </a:cubicBezTo>
                <a:cubicBezTo>
                  <a:pt x="506" y="195"/>
                  <a:pt x="490" y="181"/>
                  <a:pt x="482" y="179"/>
                </a:cubicBezTo>
                <a:cubicBezTo>
                  <a:pt x="475" y="178"/>
                  <a:pt x="461" y="173"/>
                  <a:pt x="453" y="165"/>
                </a:cubicBezTo>
                <a:cubicBezTo>
                  <a:pt x="444" y="157"/>
                  <a:pt x="433" y="146"/>
                  <a:pt x="423" y="144"/>
                </a:cubicBezTo>
                <a:cubicBezTo>
                  <a:pt x="414" y="141"/>
                  <a:pt x="396" y="129"/>
                  <a:pt x="393" y="123"/>
                </a:cubicBezTo>
                <a:cubicBezTo>
                  <a:pt x="390" y="118"/>
                  <a:pt x="391" y="109"/>
                  <a:pt x="386" y="104"/>
                </a:cubicBezTo>
                <a:cubicBezTo>
                  <a:pt x="380" y="100"/>
                  <a:pt x="380" y="100"/>
                  <a:pt x="376" y="92"/>
                </a:cubicBezTo>
                <a:cubicBezTo>
                  <a:pt x="371" y="84"/>
                  <a:pt x="374" y="82"/>
                  <a:pt x="368" y="76"/>
                </a:cubicBezTo>
                <a:cubicBezTo>
                  <a:pt x="363" y="69"/>
                  <a:pt x="356" y="62"/>
                  <a:pt x="353" y="62"/>
                </a:cubicBezTo>
                <a:cubicBezTo>
                  <a:pt x="349" y="61"/>
                  <a:pt x="345" y="64"/>
                  <a:pt x="340" y="64"/>
                </a:cubicBezTo>
                <a:cubicBezTo>
                  <a:pt x="335" y="65"/>
                  <a:pt x="328" y="59"/>
                  <a:pt x="321" y="57"/>
                </a:cubicBezTo>
                <a:cubicBezTo>
                  <a:pt x="315" y="54"/>
                  <a:pt x="287" y="41"/>
                  <a:pt x="286" y="38"/>
                </a:cubicBezTo>
                <a:cubicBezTo>
                  <a:pt x="285" y="35"/>
                  <a:pt x="284" y="28"/>
                  <a:pt x="280" y="25"/>
                </a:cubicBezTo>
                <a:cubicBezTo>
                  <a:pt x="276" y="23"/>
                  <a:pt x="235" y="3"/>
                  <a:pt x="229" y="2"/>
                </a:cubicBezTo>
                <a:cubicBezTo>
                  <a:pt x="223" y="0"/>
                  <a:pt x="218" y="2"/>
                  <a:pt x="218" y="2"/>
                </a:cubicBezTo>
                <a:cubicBezTo>
                  <a:pt x="222" y="8"/>
                  <a:pt x="222" y="8"/>
                  <a:pt x="222" y="8"/>
                </a:cubicBezTo>
                <a:cubicBezTo>
                  <a:pt x="222" y="8"/>
                  <a:pt x="220" y="11"/>
                  <a:pt x="216" y="10"/>
                </a:cubicBezTo>
                <a:cubicBezTo>
                  <a:pt x="212" y="8"/>
                  <a:pt x="205" y="9"/>
                  <a:pt x="204" y="10"/>
                </a:cubicBezTo>
                <a:cubicBezTo>
                  <a:pt x="203" y="11"/>
                  <a:pt x="198" y="20"/>
                  <a:pt x="194" y="21"/>
                </a:cubicBezTo>
                <a:cubicBezTo>
                  <a:pt x="191" y="22"/>
                  <a:pt x="187" y="22"/>
                  <a:pt x="184" y="24"/>
                </a:cubicBezTo>
                <a:cubicBezTo>
                  <a:pt x="181" y="25"/>
                  <a:pt x="176" y="30"/>
                  <a:pt x="175" y="35"/>
                </a:cubicBezTo>
                <a:cubicBezTo>
                  <a:pt x="173" y="39"/>
                  <a:pt x="175" y="46"/>
                  <a:pt x="175" y="50"/>
                </a:cubicBezTo>
                <a:cubicBezTo>
                  <a:pt x="175" y="55"/>
                  <a:pt x="182" y="60"/>
                  <a:pt x="182" y="62"/>
                </a:cubicBezTo>
                <a:cubicBezTo>
                  <a:pt x="182" y="65"/>
                  <a:pt x="177" y="71"/>
                  <a:pt x="170" y="70"/>
                </a:cubicBezTo>
                <a:cubicBezTo>
                  <a:pt x="164" y="69"/>
                  <a:pt x="166" y="68"/>
                  <a:pt x="159" y="69"/>
                </a:cubicBezTo>
                <a:cubicBezTo>
                  <a:pt x="153" y="70"/>
                  <a:pt x="126" y="74"/>
                  <a:pt x="124" y="73"/>
                </a:cubicBezTo>
                <a:cubicBezTo>
                  <a:pt x="123" y="73"/>
                  <a:pt x="125" y="81"/>
                  <a:pt x="116" y="68"/>
                </a:cubicBezTo>
                <a:cubicBezTo>
                  <a:pt x="107" y="55"/>
                  <a:pt x="100" y="48"/>
                  <a:pt x="95" y="46"/>
                </a:cubicBezTo>
                <a:cubicBezTo>
                  <a:pt x="91" y="43"/>
                  <a:pt x="78" y="32"/>
                  <a:pt x="71" y="29"/>
                </a:cubicBezTo>
                <a:cubicBezTo>
                  <a:pt x="65" y="27"/>
                  <a:pt x="49" y="23"/>
                  <a:pt x="45" y="24"/>
                </a:cubicBezTo>
                <a:cubicBezTo>
                  <a:pt x="41" y="24"/>
                  <a:pt x="24" y="32"/>
                  <a:pt x="23" y="33"/>
                </a:cubicBezTo>
                <a:cubicBezTo>
                  <a:pt x="22" y="34"/>
                  <a:pt x="0" y="53"/>
                  <a:pt x="0" y="53"/>
                </a:cubicBezTo>
                <a:cubicBezTo>
                  <a:pt x="1" y="54"/>
                  <a:pt x="1" y="55"/>
                  <a:pt x="3" y="57"/>
                </a:cubicBezTo>
                <a:cubicBezTo>
                  <a:pt x="7" y="65"/>
                  <a:pt x="11" y="70"/>
                  <a:pt x="14" y="74"/>
                </a:cubicBezTo>
                <a:cubicBezTo>
                  <a:pt x="16" y="77"/>
                  <a:pt x="19" y="81"/>
                  <a:pt x="21" y="85"/>
                </a:cubicBezTo>
                <a:cubicBezTo>
                  <a:pt x="23" y="88"/>
                  <a:pt x="28" y="93"/>
                  <a:pt x="26" y="99"/>
                </a:cubicBezTo>
                <a:cubicBezTo>
                  <a:pt x="24" y="105"/>
                  <a:pt x="22" y="106"/>
                  <a:pt x="22" y="110"/>
                </a:cubicBezTo>
                <a:cubicBezTo>
                  <a:pt x="21" y="115"/>
                  <a:pt x="21" y="121"/>
                  <a:pt x="21" y="125"/>
                </a:cubicBezTo>
                <a:cubicBezTo>
                  <a:pt x="22" y="128"/>
                  <a:pt x="22" y="134"/>
                  <a:pt x="25" y="138"/>
                </a:cubicBezTo>
                <a:cubicBezTo>
                  <a:pt x="27" y="142"/>
                  <a:pt x="29" y="145"/>
                  <a:pt x="32" y="149"/>
                </a:cubicBezTo>
                <a:cubicBezTo>
                  <a:pt x="35" y="153"/>
                  <a:pt x="35" y="153"/>
                  <a:pt x="39" y="156"/>
                </a:cubicBezTo>
                <a:cubicBezTo>
                  <a:pt x="42" y="158"/>
                  <a:pt x="40" y="152"/>
                  <a:pt x="40" y="152"/>
                </a:cubicBezTo>
                <a:cubicBezTo>
                  <a:pt x="40" y="152"/>
                  <a:pt x="37" y="149"/>
                  <a:pt x="37" y="148"/>
                </a:cubicBezTo>
                <a:cubicBezTo>
                  <a:pt x="38" y="147"/>
                  <a:pt x="38" y="144"/>
                  <a:pt x="40" y="144"/>
                </a:cubicBezTo>
                <a:cubicBezTo>
                  <a:pt x="42" y="144"/>
                  <a:pt x="44" y="145"/>
                  <a:pt x="45" y="146"/>
                </a:cubicBezTo>
                <a:cubicBezTo>
                  <a:pt x="47" y="147"/>
                  <a:pt x="48" y="148"/>
                  <a:pt x="50" y="147"/>
                </a:cubicBezTo>
                <a:cubicBezTo>
                  <a:pt x="52" y="146"/>
                  <a:pt x="54" y="144"/>
                  <a:pt x="54" y="143"/>
                </a:cubicBezTo>
                <a:cubicBezTo>
                  <a:pt x="55" y="143"/>
                  <a:pt x="57" y="143"/>
                  <a:pt x="58" y="145"/>
                </a:cubicBezTo>
                <a:cubicBezTo>
                  <a:pt x="58" y="147"/>
                  <a:pt x="58" y="148"/>
                  <a:pt x="57" y="150"/>
                </a:cubicBezTo>
                <a:cubicBezTo>
                  <a:pt x="56" y="152"/>
                  <a:pt x="55" y="155"/>
                  <a:pt x="57" y="157"/>
                </a:cubicBezTo>
                <a:cubicBezTo>
                  <a:pt x="58" y="159"/>
                  <a:pt x="60" y="160"/>
                  <a:pt x="62" y="161"/>
                </a:cubicBezTo>
                <a:cubicBezTo>
                  <a:pt x="63" y="162"/>
                  <a:pt x="66" y="163"/>
                  <a:pt x="67" y="164"/>
                </a:cubicBezTo>
                <a:cubicBezTo>
                  <a:pt x="68" y="164"/>
                  <a:pt x="70" y="166"/>
                  <a:pt x="68" y="167"/>
                </a:cubicBezTo>
                <a:cubicBezTo>
                  <a:pt x="65" y="168"/>
                  <a:pt x="62" y="168"/>
                  <a:pt x="57" y="167"/>
                </a:cubicBezTo>
                <a:cubicBezTo>
                  <a:pt x="53" y="167"/>
                  <a:pt x="49" y="167"/>
                  <a:pt x="47" y="168"/>
                </a:cubicBezTo>
                <a:cubicBezTo>
                  <a:pt x="46" y="170"/>
                  <a:pt x="44" y="172"/>
                  <a:pt x="44" y="174"/>
                </a:cubicBezTo>
                <a:cubicBezTo>
                  <a:pt x="44" y="175"/>
                  <a:pt x="44" y="185"/>
                  <a:pt x="48" y="181"/>
                </a:cubicBezTo>
                <a:cubicBezTo>
                  <a:pt x="52" y="178"/>
                  <a:pt x="55" y="175"/>
                  <a:pt x="57" y="176"/>
                </a:cubicBezTo>
                <a:cubicBezTo>
                  <a:pt x="59" y="177"/>
                  <a:pt x="66" y="183"/>
                  <a:pt x="68" y="185"/>
                </a:cubicBezTo>
                <a:cubicBezTo>
                  <a:pt x="69" y="188"/>
                  <a:pt x="71" y="189"/>
                  <a:pt x="73" y="190"/>
                </a:cubicBezTo>
                <a:cubicBezTo>
                  <a:pt x="76" y="192"/>
                  <a:pt x="79" y="194"/>
                  <a:pt x="80" y="200"/>
                </a:cubicBezTo>
                <a:cubicBezTo>
                  <a:pt x="81" y="206"/>
                  <a:pt x="79" y="218"/>
                  <a:pt x="80" y="225"/>
                </a:cubicBezTo>
                <a:cubicBezTo>
                  <a:pt x="81" y="231"/>
                  <a:pt x="81" y="239"/>
                  <a:pt x="82" y="246"/>
                </a:cubicBezTo>
                <a:cubicBezTo>
                  <a:pt x="84" y="253"/>
                  <a:pt x="86" y="259"/>
                  <a:pt x="89" y="265"/>
                </a:cubicBezTo>
                <a:cubicBezTo>
                  <a:pt x="89" y="267"/>
                  <a:pt x="90" y="269"/>
                  <a:pt x="92" y="271"/>
                </a:cubicBezTo>
                <a:cubicBezTo>
                  <a:pt x="93" y="270"/>
                  <a:pt x="94" y="270"/>
                  <a:pt x="94" y="270"/>
                </a:cubicBezTo>
                <a:cubicBezTo>
                  <a:pt x="95" y="269"/>
                  <a:pt x="99" y="267"/>
                  <a:pt x="101" y="267"/>
                </a:cubicBezTo>
                <a:cubicBezTo>
                  <a:pt x="102" y="266"/>
                  <a:pt x="114" y="266"/>
                  <a:pt x="114" y="265"/>
                </a:cubicBezTo>
                <a:cubicBezTo>
                  <a:pt x="114" y="265"/>
                  <a:pt x="118" y="263"/>
                  <a:pt x="119" y="262"/>
                </a:cubicBezTo>
                <a:cubicBezTo>
                  <a:pt x="119" y="261"/>
                  <a:pt x="122" y="255"/>
                  <a:pt x="123" y="253"/>
                </a:cubicBezTo>
                <a:cubicBezTo>
                  <a:pt x="124" y="251"/>
                  <a:pt x="126" y="249"/>
                  <a:pt x="129" y="248"/>
                </a:cubicBezTo>
                <a:cubicBezTo>
                  <a:pt x="132" y="247"/>
                  <a:pt x="134" y="247"/>
                  <a:pt x="136" y="245"/>
                </a:cubicBezTo>
                <a:cubicBezTo>
                  <a:pt x="137" y="244"/>
                  <a:pt x="140" y="241"/>
                  <a:pt x="143" y="239"/>
                </a:cubicBezTo>
                <a:cubicBezTo>
                  <a:pt x="145" y="237"/>
                  <a:pt x="149" y="234"/>
                  <a:pt x="152" y="233"/>
                </a:cubicBezTo>
                <a:cubicBezTo>
                  <a:pt x="154" y="233"/>
                  <a:pt x="164" y="231"/>
                  <a:pt x="166" y="231"/>
                </a:cubicBezTo>
                <a:cubicBezTo>
                  <a:pt x="168" y="231"/>
                  <a:pt x="177" y="234"/>
                  <a:pt x="180" y="232"/>
                </a:cubicBezTo>
                <a:cubicBezTo>
                  <a:pt x="183" y="229"/>
                  <a:pt x="185" y="226"/>
                  <a:pt x="186" y="225"/>
                </a:cubicBezTo>
                <a:cubicBezTo>
                  <a:pt x="188" y="224"/>
                  <a:pt x="192" y="221"/>
                  <a:pt x="194" y="222"/>
                </a:cubicBezTo>
                <a:cubicBezTo>
                  <a:pt x="196" y="222"/>
                  <a:pt x="199" y="225"/>
                  <a:pt x="202" y="225"/>
                </a:cubicBezTo>
                <a:cubicBezTo>
                  <a:pt x="206" y="224"/>
                  <a:pt x="208" y="222"/>
                  <a:pt x="211" y="225"/>
                </a:cubicBezTo>
                <a:cubicBezTo>
                  <a:pt x="214" y="228"/>
                  <a:pt x="218" y="233"/>
                  <a:pt x="221" y="234"/>
                </a:cubicBezTo>
                <a:cubicBezTo>
                  <a:pt x="223" y="236"/>
                  <a:pt x="230" y="237"/>
                  <a:pt x="233" y="239"/>
                </a:cubicBezTo>
                <a:cubicBezTo>
                  <a:pt x="236" y="240"/>
                  <a:pt x="248" y="248"/>
                  <a:pt x="251" y="249"/>
                </a:cubicBezTo>
                <a:cubicBezTo>
                  <a:pt x="253" y="251"/>
                  <a:pt x="256" y="254"/>
                  <a:pt x="260" y="253"/>
                </a:cubicBezTo>
                <a:cubicBezTo>
                  <a:pt x="265" y="252"/>
                  <a:pt x="271" y="250"/>
                  <a:pt x="274" y="251"/>
                </a:cubicBezTo>
                <a:cubicBezTo>
                  <a:pt x="276" y="251"/>
                  <a:pt x="283" y="255"/>
                  <a:pt x="286" y="256"/>
                </a:cubicBezTo>
                <a:cubicBezTo>
                  <a:pt x="289" y="256"/>
                  <a:pt x="295" y="257"/>
                  <a:pt x="296" y="259"/>
                </a:cubicBezTo>
                <a:cubicBezTo>
                  <a:pt x="296" y="261"/>
                  <a:pt x="296" y="268"/>
                  <a:pt x="297" y="269"/>
                </a:cubicBezTo>
                <a:cubicBezTo>
                  <a:pt x="298" y="270"/>
                  <a:pt x="305" y="271"/>
                  <a:pt x="310" y="271"/>
                </a:cubicBezTo>
                <a:cubicBezTo>
                  <a:pt x="314" y="271"/>
                  <a:pt x="323" y="270"/>
                  <a:pt x="324" y="273"/>
                </a:cubicBezTo>
                <a:cubicBezTo>
                  <a:pt x="326" y="275"/>
                  <a:pt x="330" y="281"/>
                  <a:pt x="332" y="284"/>
                </a:cubicBezTo>
                <a:cubicBezTo>
                  <a:pt x="333" y="287"/>
                  <a:pt x="340" y="296"/>
                  <a:pt x="345" y="296"/>
                </a:cubicBezTo>
                <a:cubicBezTo>
                  <a:pt x="350" y="297"/>
                  <a:pt x="356" y="297"/>
                  <a:pt x="360" y="298"/>
                </a:cubicBezTo>
                <a:cubicBezTo>
                  <a:pt x="364" y="299"/>
                  <a:pt x="365" y="297"/>
                  <a:pt x="369" y="302"/>
                </a:cubicBezTo>
                <a:cubicBezTo>
                  <a:pt x="372" y="308"/>
                  <a:pt x="373" y="309"/>
                  <a:pt x="373" y="311"/>
                </a:cubicBezTo>
                <a:cubicBezTo>
                  <a:pt x="373" y="314"/>
                  <a:pt x="372" y="318"/>
                  <a:pt x="372" y="320"/>
                </a:cubicBezTo>
                <a:cubicBezTo>
                  <a:pt x="372" y="323"/>
                  <a:pt x="373" y="334"/>
                  <a:pt x="377" y="339"/>
                </a:cubicBezTo>
                <a:cubicBezTo>
                  <a:pt x="377" y="339"/>
                  <a:pt x="384" y="338"/>
                  <a:pt x="385" y="339"/>
                </a:cubicBezTo>
                <a:cubicBezTo>
                  <a:pt x="386" y="340"/>
                  <a:pt x="391" y="345"/>
                  <a:pt x="394" y="345"/>
                </a:cubicBezTo>
                <a:cubicBezTo>
                  <a:pt x="396" y="346"/>
                  <a:pt x="399" y="347"/>
                  <a:pt x="402" y="344"/>
                </a:cubicBezTo>
                <a:cubicBezTo>
                  <a:pt x="405" y="342"/>
                  <a:pt x="406" y="339"/>
                  <a:pt x="409" y="339"/>
                </a:cubicBezTo>
                <a:cubicBezTo>
                  <a:pt x="412" y="339"/>
                  <a:pt x="415" y="342"/>
                  <a:pt x="418" y="344"/>
                </a:cubicBezTo>
                <a:cubicBezTo>
                  <a:pt x="420" y="346"/>
                  <a:pt x="422" y="353"/>
                  <a:pt x="424" y="354"/>
                </a:cubicBezTo>
                <a:cubicBezTo>
                  <a:pt x="427" y="355"/>
                  <a:pt x="429" y="358"/>
                  <a:pt x="431" y="355"/>
                </a:cubicBezTo>
                <a:cubicBezTo>
                  <a:pt x="433" y="352"/>
                  <a:pt x="433" y="351"/>
                  <a:pt x="439" y="349"/>
                </a:cubicBezTo>
                <a:cubicBezTo>
                  <a:pt x="445" y="348"/>
                  <a:pt x="449" y="346"/>
                  <a:pt x="450" y="343"/>
                </a:cubicBezTo>
                <a:cubicBezTo>
                  <a:pt x="452" y="340"/>
                  <a:pt x="453" y="337"/>
                  <a:pt x="454" y="332"/>
                </a:cubicBezTo>
                <a:cubicBezTo>
                  <a:pt x="456" y="328"/>
                  <a:pt x="453" y="327"/>
                  <a:pt x="457" y="325"/>
                </a:cubicBezTo>
                <a:cubicBezTo>
                  <a:pt x="462" y="324"/>
                  <a:pt x="465" y="322"/>
                  <a:pt x="469" y="321"/>
                </a:cubicBezTo>
                <a:cubicBezTo>
                  <a:pt x="472" y="320"/>
                  <a:pt x="477" y="321"/>
                  <a:pt x="480" y="318"/>
                </a:cubicBezTo>
                <a:cubicBezTo>
                  <a:pt x="483" y="315"/>
                  <a:pt x="493" y="310"/>
                  <a:pt x="495" y="307"/>
                </a:cubicBezTo>
                <a:cubicBezTo>
                  <a:pt x="496" y="304"/>
                  <a:pt x="498" y="297"/>
                  <a:pt x="499" y="293"/>
                </a:cubicBezTo>
                <a:cubicBezTo>
                  <a:pt x="500" y="289"/>
                  <a:pt x="499" y="286"/>
                  <a:pt x="502" y="284"/>
                </a:cubicBezTo>
                <a:cubicBezTo>
                  <a:pt x="504" y="281"/>
                  <a:pt x="507" y="279"/>
                  <a:pt x="507" y="277"/>
                </a:cubicBezTo>
                <a:cubicBezTo>
                  <a:pt x="507" y="275"/>
                  <a:pt x="504" y="271"/>
                  <a:pt x="504" y="267"/>
                </a:cubicBezTo>
                <a:cubicBezTo>
                  <a:pt x="503" y="264"/>
                  <a:pt x="503" y="261"/>
                  <a:pt x="504" y="260"/>
                </a:cubicBezTo>
                <a:cubicBezTo>
                  <a:pt x="506" y="260"/>
                  <a:pt x="514" y="257"/>
                  <a:pt x="519" y="256"/>
                </a:cubicBezTo>
                <a:cubicBezTo>
                  <a:pt x="524" y="255"/>
                  <a:pt x="529" y="254"/>
                  <a:pt x="532" y="250"/>
                </a:cubicBezTo>
                <a:cubicBezTo>
                  <a:pt x="536" y="247"/>
                  <a:pt x="537" y="244"/>
                  <a:pt x="540" y="244"/>
                </a:cubicBezTo>
                <a:cubicBezTo>
                  <a:pt x="542" y="244"/>
                  <a:pt x="549" y="247"/>
                  <a:pt x="552" y="247"/>
                </a:cubicBezTo>
                <a:cubicBezTo>
                  <a:pt x="554" y="247"/>
                  <a:pt x="564" y="248"/>
                  <a:pt x="567" y="248"/>
                </a:cubicBezTo>
                <a:cubicBezTo>
                  <a:pt x="568" y="247"/>
                  <a:pt x="568" y="247"/>
                  <a:pt x="569" y="247"/>
                </a:cubicBezTo>
                <a:cubicBezTo>
                  <a:pt x="566" y="221"/>
                  <a:pt x="566" y="221"/>
                  <a:pt x="566" y="221"/>
                </a:cubicBezTo>
                <a:lnTo>
                  <a:pt x="550" y="210"/>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4178300" y="4735513"/>
            <a:ext cx="1195387" cy="835025"/>
          </a:xfrm>
          <a:custGeom>
            <a:avLst/>
            <a:gdLst>
              <a:gd name="T0" fmla="*/ 108 w 314"/>
              <a:gd name="T1" fmla="*/ 52 h 219"/>
              <a:gd name="T2" fmla="*/ 114 w 314"/>
              <a:gd name="T3" fmla="*/ 29 h 219"/>
              <a:gd name="T4" fmla="*/ 115 w 314"/>
              <a:gd name="T5" fmla="*/ 12 h 219"/>
              <a:gd name="T6" fmla="*/ 100 w 314"/>
              <a:gd name="T7" fmla="*/ 1 h 219"/>
              <a:gd name="T8" fmla="*/ 84 w 314"/>
              <a:gd name="T9" fmla="*/ 13 h 219"/>
              <a:gd name="T10" fmla="*/ 64 w 314"/>
              <a:gd name="T11" fmla="*/ 23 h 219"/>
              <a:gd name="T12" fmla="*/ 70 w 314"/>
              <a:gd name="T13" fmla="*/ 36 h 219"/>
              <a:gd name="T14" fmla="*/ 63 w 314"/>
              <a:gd name="T15" fmla="*/ 51 h 219"/>
              <a:gd name="T16" fmla="*/ 49 w 314"/>
              <a:gd name="T17" fmla="*/ 63 h 219"/>
              <a:gd name="T18" fmla="*/ 35 w 314"/>
              <a:gd name="T19" fmla="*/ 75 h 219"/>
              <a:gd name="T20" fmla="*/ 11 w 314"/>
              <a:gd name="T21" fmla="*/ 80 h 219"/>
              <a:gd name="T22" fmla="*/ 1 w 314"/>
              <a:gd name="T23" fmla="*/ 96 h 219"/>
              <a:gd name="T24" fmla="*/ 22 w 314"/>
              <a:gd name="T25" fmla="*/ 108 h 219"/>
              <a:gd name="T26" fmla="*/ 29 w 314"/>
              <a:gd name="T27" fmla="*/ 122 h 219"/>
              <a:gd name="T28" fmla="*/ 37 w 314"/>
              <a:gd name="T29" fmla="*/ 137 h 219"/>
              <a:gd name="T30" fmla="*/ 35 w 314"/>
              <a:gd name="T31" fmla="*/ 156 h 219"/>
              <a:gd name="T32" fmla="*/ 27 w 314"/>
              <a:gd name="T33" fmla="*/ 178 h 219"/>
              <a:gd name="T34" fmla="*/ 32 w 314"/>
              <a:gd name="T35" fmla="*/ 204 h 219"/>
              <a:gd name="T36" fmla="*/ 63 w 314"/>
              <a:gd name="T37" fmla="*/ 193 h 219"/>
              <a:gd name="T38" fmla="*/ 79 w 314"/>
              <a:gd name="T39" fmla="*/ 195 h 219"/>
              <a:gd name="T40" fmla="*/ 96 w 314"/>
              <a:gd name="T41" fmla="*/ 194 h 219"/>
              <a:gd name="T42" fmla="*/ 91 w 314"/>
              <a:gd name="T43" fmla="*/ 182 h 219"/>
              <a:gd name="T44" fmla="*/ 104 w 314"/>
              <a:gd name="T45" fmla="*/ 178 h 219"/>
              <a:gd name="T46" fmla="*/ 120 w 314"/>
              <a:gd name="T47" fmla="*/ 176 h 219"/>
              <a:gd name="T48" fmla="*/ 124 w 314"/>
              <a:gd name="T49" fmla="*/ 155 h 219"/>
              <a:gd name="T50" fmla="*/ 130 w 314"/>
              <a:gd name="T51" fmla="*/ 137 h 219"/>
              <a:gd name="T52" fmla="*/ 146 w 314"/>
              <a:gd name="T53" fmla="*/ 136 h 219"/>
              <a:gd name="T54" fmla="*/ 157 w 314"/>
              <a:gd name="T55" fmla="*/ 159 h 219"/>
              <a:gd name="T56" fmla="*/ 165 w 314"/>
              <a:gd name="T57" fmla="*/ 191 h 219"/>
              <a:gd name="T58" fmla="*/ 175 w 314"/>
              <a:gd name="T59" fmla="*/ 217 h 219"/>
              <a:gd name="T60" fmla="*/ 201 w 314"/>
              <a:gd name="T61" fmla="*/ 208 h 219"/>
              <a:gd name="T62" fmla="*/ 216 w 314"/>
              <a:gd name="T63" fmla="*/ 200 h 219"/>
              <a:gd name="T64" fmla="*/ 229 w 314"/>
              <a:gd name="T65" fmla="*/ 184 h 219"/>
              <a:gd name="T66" fmla="*/ 254 w 314"/>
              <a:gd name="T67" fmla="*/ 173 h 219"/>
              <a:gd name="T68" fmla="*/ 267 w 314"/>
              <a:gd name="T69" fmla="*/ 180 h 219"/>
              <a:gd name="T70" fmla="*/ 282 w 314"/>
              <a:gd name="T71" fmla="*/ 170 h 219"/>
              <a:gd name="T72" fmla="*/ 293 w 314"/>
              <a:gd name="T73" fmla="*/ 173 h 219"/>
              <a:gd name="T74" fmla="*/ 311 w 314"/>
              <a:gd name="T75" fmla="*/ 140 h 219"/>
              <a:gd name="T76" fmla="*/ 300 w 314"/>
              <a:gd name="T77" fmla="*/ 110 h 219"/>
              <a:gd name="T78" fmla="*/ 263 w 314"/>
              <a:gd name="T79" fmla="*/ 80 h 219"/>
              <a:gd name="T80" fmla="*/ 238 w 314"/>
              <a:gd name="T81" fmla="*/ 74 h 219"/>
              <a:gd name="T82" fmla="*/ 219 w 314"/>
              <a:gd name="T83" fmla="*/ 53 h 219"/>
              <a:gd name="T84" fmla="*/ 236 w 314"/>
              <a:gd name="T85" fmla="*/ 33 h 219"/>
              <a:gd name="T86" fmla="*/ 177 w 314"/>
              <a:gd name="T87" fmla="*/ 3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4" h="219">
                <a:moveTo>
                  <a:pt x="177" y="39"/>
                </a:moveTo>
                <a:cubicBezTo>
                  <a:pt x="154" y="42"/>
                  <a:pt x="130" y="48"/>
                  <a:pt x="108" y="52"/>
                </a:cubicBezTo>
                <a:cubicBezTo>
                  <a:pt x="96" y="54"/>
                  <a:pt x="82" y="51"/>
                  <a:pt x="85" y="34"/>
                </a:cubicBezTo>
                <a:cubicBezTo>
                  <a:pt x="95" y="31"/>
                  <a:pt x="106" y="34"/>
                  <a:pt x="114" y="29"/>
                </a:cubicBezTo>
                <a:cubicBezTo>
                  <a:pt x="121" y="26"/>
                  <a:pt x="125" y="19"/>
                  <a:pt x="128" y="13"/>
                </a:cubicBezTo>
                <a:cubicBezTo>
                  <a:pt x="123" y="13"/>
                  <a:pt x="118" y="13"/>
                  <a:pt x="115" y="12"/>
                </a:cubicBezTo>
                <a:cubicBezTo>
                  <a:pt x="109" y="11"/>
                  <a:pt x="110" y="8"/>
                  <a:pt x="107" y="4"/>
                </a:cubicBezTo>
                <a:cubicBezTo>
                  <a:pt x="104" y="0"/>
                  <a:pt x="102" y="0"/>
                  <a:pt x="100" y="1"/>
                </a:cubicBezTo>
                <a:cubicBezTo>
                  <a:pt x="99" y="1"/>
                  <a:pt x="96" y="5"/>
                  <a:pt x="94" y="8"/>
                </a:cubicBezTo>
                <a:cubicBezTo>
                  <a:pt x="91" y="11"/>
                  <a:pt x="87" y="12"/>
                  <a:pt x="84" y="13"/>
                </a:cubicBezTo>
                <a:cubicBezTo>
                  <a:pt x="81" y="14"/>
                  <a:pt x="78" y="15"/>
                  <a:pt x="73" y="18"/>
                </a:cubicBezTo>
                <a:cubicBezTo>
                  <a:pt x="69" y="20"/>
                  <a:pt x="67" y="20"/>
                  <a:pt x="64" y="23"/>
                </a:cubicBezTo>
                <a:cubicBezTo>
                  <a:pt x="61" y="25"/>
                  <a:pt x="63" y="26"/>
                  <a:pt x="63" y="31"/>
                </a:cubicBezTo>
                <a:cubicBezTo>
                  <a:pt x="64" y="35"/>
                  <a:pt x="67" y="34"/>
                  <a:pt x="70" y="36"/>
                </a:cubicBezTo>
                <a:cubicBezTo>
                  <a:pt x="73" y="37"/>
                  <a:pt x="74" y="44"/>
                  <a:pt x="74" y="46"/>
                </a:cubicBezTo>
                <a:cubicBezTo>
                  <a:pt x="73" y="48"/>
                  <a:pt x="67" y="50"/>
                  <a:pt x="63" y="51"/>
                </a:cubicBezTo>
                <a:cubicBezTo>
                  <a:pt x="59" y="53"/>
                  <a:pt x="49" y="54"/>
                  <a:pt x="47" y="57"/>
                </a:cubicBezTo>
                <a:cubicBezTo>
                  <a:pt x="45" y="59"/>
                  <a:pt x="48" y="61"/>
                  <a:pt x="49" y="63"/>
                </a:cubicBezTo>
                <a:cubicBezTo>
                  <a:pt x="50" y="65"/>
                  <a:pt x="45" y="68"/>
                  <a:pt x="41" y="69"/>
                </a:cubicBezTo>
                <a:cubicBezTo>
                  <a:pt x="37" y="70"/>
                  <a:pt x="36" y="72"/>
                  <a:pt x="35" y="75"/>
                </a:cubicBezTo>
                <a:cubicBezTo>
                  <a:pt x="33" y="78"/>
                  <a:pt x="31" y="80"/>
                  <a:pt x="28" y="82"/>
                </a:cubicBezTo>
                <a:cubicBezTo>
                  <a:pt x="25" y="84"/>
                  <a:pt x="16" y="81"/>
                  <a:pt x="11" y="80"/>
                </a:cubicBezTo>
                <a:cubicBezTo>
                  <a:pt x="7" y="79"/>
                  <a:pt x="4" y="84"/>
                  <a:pt x="2" y="86"/>
                </a:cubicBezTo>
                <a:cubicBezTo>
                  <a:pt x="0" y="88"/>
                  <a:pt x="1" y="94"/>
                  <a:pt x="1" y="96"/>
                </a:cubicBezTo>
                <a:cubicBezTo>
                  <a:pt x="2" y="99"/>
                  <a:pt x="6" y="106"/>
                  <a:pt x="10" y="109"/>
                </a:cubicBezTo>
                <a:cubicBezTo>
                  <a:pt x="13" y="111"/>
                  <a:pt x="18" y="108"/>
                  <a:pt x="22" y="108"/>
                </a:cubicBezTo>
                <a:cubicBezTo>
                  <a:pt x="25" y="108"/>
                  <a:pt x="32" y="110"/>
                  <a:pt x="32" y="111"/>
                </a:cubicBezTo>
                <a:cubicBezTo>
                  <a:pt x="32" y="113"/>
                  <a:pt x="31" y="118"/>
                  <a:pt x="29" y="122"/>
                </a:cubicBezTo>
                <a:cubicBezTo>
                  <a:pt x="28" y="126"/>
                  <a:pt x="29" y="127"/>
                  <a:pt x="30" y="129"/>
                </a:cubicBezTo>
                <a:cubicBezTo>
                  <a:pt x="30" y="131"/>
                  <a:pt x="34" y="135"/>
                  <a:pt x="37" y="137"/>
                </a:cubicBezTo>
                <a:cubicBezTo>
                  <a:pt x="39" y="138"/>
                  <a:pt x="40" y="144"/>
                  <a:pt x="39" y="147"/>
                </a:cubicBezTo>
                <a:cubicBezTo>
                  <a:pt x="39" y="150"/>
                  <a:pt x="36" y="153"/>
                  <a:pt x="35" y="156"/>
                </a:cubicBezTo>
                <a:cubicBezTo>
                  <a:pt x="34" y="158"/>
                  <a:pt x="33" y="163"/>
                  <a:pt x="31" y="167"/>
                </a:cubicBezTo>
                <a:cubicBezTo>
                  <a:pt x="30" y="171"/>
                  <a:pt x="28" y="176"/>
                  <a:pt x="27" y="178"/>
                </a:cubicBezTo>
                <a:cubicBezTo>
                  <a:pt x="26" y="181"/>
                  <a:pt x="27" y="191"/>
                  <a:pt x="27" y="193"/>
                </a:cubicBezTo>
                <a:cubicBezTo>
                  <a:pt x="27" y="196"/>
                  <a:pt x="30" y="203"/>
                  <a:pt x="32" y="204"/>
                </a:cubicBezTo>
                <a:cubicBezTo>
                  <a:pt x="33" y="205"/>
                  <a:pt x="42" y="205"/>
                  <a:pt x="48" y="204"/>
                </a:cubicBezTo>
                <a:cubicBezTo>
                  <a:pt x="55" y="203"/>
                  <a:pt x="57" y="198"/>
                  <a:pt x="63" y="193"/>
                </a:cubicBezTo>
                <a:cubicBezTo>
                  <a:pt x="68" y="187"/>
                  <a:pt x="67" y="190"/>
                  <a:pt x="69" y="190"/>
                </a:cubicBezTo>
                <a:cubicBezTo>
                  <a:pt x="72" y="189"/>
                  <a:pt x="77" y="193"/>
                  <a:pt x="79" y="195"/>
                </a:cubicBezTo>
                <a:cubicBezTo>
                  <a:pt x="80" y="196"/>
                  <a:pt x="87" y="197"/>
                  <a:pt x="93" y="198"/>
                </a:cubicBezTo>
                <a:cubicBezTo>
                  <a:pt x="99" y="199"/>
                  <a:pt x="96" y="196"/>
                  <a:pt x="96" y="194"/>
                </a:cubicBezTo>
                <a:cubicBezTo>
                  <a:pt x="96" y="191"/>
                  <a:pt x="91" y="190"/>
                  <a:pt x="90" y="188"/>
                </a:cubicBezTo>
                <a:cubicBezTo>
                  <a:pt x="89" y="186"/>
                  <a:pt x="91" y="183"/>
                  <a:pt x="91" y="182"/>
                </a:cubicBezTo>
                <a:cubicBezTo>
                  <a:pt x="92" y="181"/>
                  <a:pt x="96" y="181"/>
                  <a:pt x="98" y="180"/>
                </a:cubicBezTo>
                <a:cubicBezTo>
                  <a:pt x="100" y="178"/>
                  <a:pt x="100" y="178"/>
                  <a:pt x="104" y="178"/>
                </a:cubicBezTo>
                <a:cubicBezTo>
                  <a:pt x="108" y="177"/>
                  <a:pt x="107" y="179"/>
                  <a:pt x="113" y="181"/>
                </a:cubicBezTo>
                <a:cubicBezTo>
                  <a:pt x="119" y="182"/>
                  <a:pt x="119" y="177"/>
                  <a:pt x="120" y="176"/>
                </a:cubicBezTo>
                <a:cubicBezTo>
                  <a:pt x="122" y="174"/>
                  <a:pt x="120" y="168"/>
                  <a:pt x="119" y="166"/>
                </a:cubicBezTo>
                <a:cubicBezTo>
                  <a:pt x="119" y="164"/>
                  <a:pt x="122" y="157"/>
                  <a:pt x="124" y="155"/>
                </a:cubicBezTo>
                <a:cubicBezTo>
                  <a:pt x="126" y="152"/>
                  <a:pt x="127" y="151"/>
                  <a:pt x="128" y="149"/>
                </a:cubicBezTo>
                <a:cubicBezTo>
                  <a:pt x="129" y="147"/>
                  <a:pt x="129" y="141"/>
                  <a:pt x="130" y="137"/>
                </a:cubicBezTo>
                <a:cubicBezTo>
                  <a:pt x="130" y="134"/>
                  <a:pt x="133" y="133"/>
                  <a:pt x="136" y="132"/>
                </a:cubicBezTo>
                <a:cubicBezTo>
                  <a:pt x="138" y="132"/>
                  <a:pt x="145" y="135"/>
                  <a:pt x="146" y="136"/>
                </a:cubicBezTo>
                <a:cubicBezTo>
                  <a:pt x="146" y="136"/>
                  <a:pt x="153" y="140"/>
                  <a:pt x="155" y="143"/>
                </a:cubicBezTo>
                <a:cubicBezTo>
                  <a:pt x="156" y="146"/>
                  <a:pt x="157" y="157"/>
                  <a:pt x="157" y="159"/>
                </a:cubicBezTo>
                <a:cubicBezTo>
                  <a:pt x="157" y="162"/>
                  <a:pt x="164" y="166"/>
                  <a:pt x="165" y="168"/>
                </a:cubicBezTo>
                <a:cubicBezTo>
                  <a:pt x="166" y="170"/>
                  <a:pt x="165" y="187"/>
                  <a:pt x="165" y="191"/>
                </a:cubicBezTo>
                <a:cubicBezTo>
                  <a:pt x="165" y="195"/>
                  <a:pt x="167" y="203"/>
                  <a:pt x="169" y="207"/>
                </a:cubicBezTo>
                <a:cubicBezTo>
                  <a:pt x="171" y="210"/>
                  <a:pt x="174" y="215"/>
                  <a:pt x="175" y="217"/>
                </a:cubicBezTo>
                <a:cubicBezTo>
                  <a:pt x="177" y="219"/>
                  <a:pt x="189" y="218"/>
                  <a:pt x="193" y="216"/>
                </a:cubicBezTo>
                <a:cubicBezTo>
                  <a:pt x="197" y="214"/>
                  <a:pt x="198" y="210"/>
                  <a:pt x="201" y="208"/>
                </a:cubicBezTo>
                <a:cubicBezTo>
                  <a:pt x="204" y="206"/>
                  <a:pt x="206" y="206"/>
                  <a:pt x="210" y="205"/>
                </a:cubicBezTo>
                <a:cubicBezTo>
                  <a:pt x="215" y="205"/>
                  <a:pt x="216" y="201"/>
                  <a:pt x="216" y="200"/>
                </a:cubicBezTo>
                <a:cubicBezTo>
                  <a:pt x="217" y="200"/>
                  <a:pt x="218" y="194"/>
                  <a:pt x="218" y="192"/>
                </a:cubicBezTo>
                <a:cubicBezTo>
                  <a:pt x="219" y="190"/>
                  <a:pt x="226" y="187"/>
                  <a:pt x="229" y="184"/>
                </a:cubicBezTo>
                <a:cubicBezTo>
                  <a:pt x="233" y="181"/>
                  <a:pt x="243" y="175"/>
                  <a:pt x="245" y="174"/>
                </a:cubicBezTo>
                <a:cubicBezTo>
                  <a:pt x="246" y="172"/>
                  <a:pt x="251" y="172"/>
                  <a:pt x="254" y="173"/>
                </a:cubicBezTo>
                <a:cubicBezTo>
                  <a:pt x="257" y="174"/>
                  <a:pt x="258" y="178"/>
                  <a:pt x="259" y="180"/>
                </a:cubicBezTo>
                <a:cubicBezTo>
                  <a:pt x="260" y="181"/>
                  <a:pt x="265" y="180"/>
                  <a:pt x="267" y="180"/>
                </a:cubicBezTo>
                <a:cubicBezTo>
                  <a:pt x="270" y="181"/>
                  <a:pt x="271" y="178"/>
                  <a:pt x="272" y="176"/>
                </a:cubicBezTo>
                <a:cubicBezTo>
                  <a:pt x="273" y="174"/>
                  <a:pt x="279" y="171"/>
                  <a:pt x="282" y="170"/>
                </a:cubicBezTo>
                <a:cubicBezTo>
                  <a:pt x="285" y="169"/>
                  <a:pt x="290" y="171"/>
                  <a:pt x="292" y="171"/>
                </a:cubicBezTo>
                <a:cubicBezTo>
                  <a:pt x="292" y="171"/>
                  <a:pt x="293" y="172"/>
                  <a:pt x="293" y="173"/>
                </a:cubicBezTo>
                <a:cubicBezTo>
                  <a:pt x="295" y="171"/>
                  <a:pt x="296" y="169"/>
                  <a:pt x="297" y="167"/>
                </a:cubicBezTo>
                <a:cubicBezTo>
                  <a:pt x="298" y="164"/>
                  <a:pt x="314" y="145"/>
                  <a:pt x="311" y="140"/>
                </a:cubicBezTo>
                <a:cubicBezTo>
                  <a:pt x="308" y="135"/>
                  <a:pt x="305" y="127"/>
                  <a:pt x="302" y="121"/>
                </a:cubicBezTo>
                <a:cubicBezTo>
                  <a:pt x="299" y="116"/>
                  <a:pt x="302" y="113"/>
                  <a:pt x="300" y="110"/>
                </a:cubicBezTo>
                <a:cubicBezTo>
                  <a:pt x="298" y="106"/>
                  <a:pt x="293" y="101"/>
                  <a:pt x="283" y="98"/>
                </a:cubicBezTo>
                <a:cubicBezTo>
                  <a:pt x="273" y="94"/>
                  <a:pt x="273" y="83"/>
                  <a:pt x="263" y="80"/>
                </a:cubicBezTo>
                <a:cubicBezTo>
                  <a:pt x="252" y="78"/>
                  <a:pt x="256" y="82"/>
                  <a:pt x="244" y="79"/>
                </a:cubicBezTo>
                <a:cubicBezTo>
                  <a:pt x="233" y="77"/>
                  <a:pt x="239" y="76"/>
                  <a:pt x="238" y="74"/>
                </a:cubicBezTo>
                <a:cubicBezTo>
                  <a:pt x="236" y="73"/>
                  <a:pt x="238" y="62"/>
                  <a:pt x="233" y="59"/>
                </a:cubicBezTo>
                <a:cubicBezTo>
                  <a:pt x="228" y="56"/>
                  <a:pt x="219" y="53"/>
                  <a:pt x="219" y="53"/>
                </a:cubicBezTo>
                <a:cubicBezTo>
                  <a:pt x="219" y="53"/>
                  <a:pt x="224" y="46"/>
                  <a:pt x="232" y="40"/>
                </a:cubicBezTo>
                <a:cubicBezTo>
                  <a:pt x="236" y="37"/>
                  <a:pt x="237" y="35"/>
                  <a:pt x="236" y="33"/>
                </a:cubicBezTo>
                <a:cubicBezTo>
                  <a:pt x="231" y="34"/>
                  <a:pt x="225" y="35"/>
                  <a:pt x="220" y="36"/>
                </a:cubicBezTo>
                <a:cubicBezTo>
                  <a:pt x="205" y="38"/>
                  <a:pt x="191" y="38"/>
                  <a:pt x="177" y="39"/>
                </a:cubicBezTo>
                <a:close/>
              </a:path>
            </a:pathLst>
          </a:custGeom>
          <a:solidFill>
            <a:schemeClr val="accent4"/>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4489450" y="4313238"/>
            <a:ext cx="1093787" cy="628650"/>
          </a:xfrm>
          <a:custGeom>
            <a:avLst/>
            <a:gdLst>
              <a:gd name="T0" fmla="*/ 282 w 287"/>
              <a:gd name="T1" fmla="*/ 2 h 165"/>
              <a:gd name="T2" fmla="*/ 266 w 287"/>
              <a:gd name="T3" fmla="*/ 6 h 165"/>
              <a:gd name="T4" fmla="*/ 253 w 287"/>
              <a:gd name="T5" fmla="*/ 1 h 165"/>
              <a:gd name="T6" fmla="*/ 238 w 287"/>
              <a:gd name="T7" fmla="*/ 4 h 165"/>
              <a:gd name="T8" fmla="*/ 223 w 287"/>
              <a:gd name="T9" fmla="*/ 4 h 165"/>
              <a:gd name="T10" fmla="*/ 213 w 287"/>
              <a:gd name="T11" fmla="*/ 5 h 165"/>
              <a:gd name="T12" fmla="*/ 198 w 287"/>
              <a:gd name="T13" fmla="*/ 13 h 165"/>
              <a:gd name="T14" fmla="*/ 182 w 287"/>
              <a:gd name="T15" fmla="*/ 12 h 165"/>
              <a:gd name="T16" fmla="*/ 166 w 287"/>
              <a:gd name="T17" fmla="*/ 6 h 165"/>
              <a:gd name="T18" fmla="*/ 147 w 287"/>
              <a:gd name="T19" fmla="*/ 1 h 165"/>
              <a:gd name="T20" fmla="*/ 139 w 287"/>
              <a:gd name="T21" fmla="*/ 2 h 165"/>
              <a:gd name="T22" fmla="*/ 129 w 287"/>
              <a:gd name="T23" fmla="*/ 2 h 165"/>
              <a:gd name="T24" fmla="*/ 117 w 287"/>
              <a:gd name="T25" fmla="*/ 3 h 165"/>
              <a:gd name="T26" fmla="*/ 116 w 287"/>
              <a:gd name="T27" fmla="*/ 11 h 165"/>
              <a:gd name="T28" fmla="*/ 118 w 287"/>
              <a:gd name="T29" fmla="*/ 28 h 165"/>
              <a:gd name="T30" fmla="*/ 110 w 287"/>
              <a:gd name="T31" fmla="*/ 33 h 165"/>
              <a:gd name="T32" fmla="*/ 86 w 287"/>
              <a:gd name="T33" fmla="*/ 33 h 165"/>
              <a:gd name="T34" fmla="*/ 61 w 287"/>
              <a:gd name="T35" fmla="*/ 33 h 165"/>
              <a:gd name="T36" fmla="*/ 48 w 287"/>
              <a:gd name="T37" fmla="*/ 29 h 165"/>
              <a:gd name="T38" fmla="*/ 37 w 287"/>
              <a:gd name="T39" fmla="*/ 25 h 165"/>
              <a:gd name="T40" fmla="*/ 29 w 287"/>
              <a:gd name="T41" fmla="*/ 31 h 165"/>
              <a:gd name="T42" fmla="*/ 23 w 287"/>
              <a:gd name="T43" fmla="*/ 38 h 165"/>
              <a:gd name="T44" fmla="*/ 17 w 287"/>
              <a:gd name="T45" fmla="*/ 45 h 165"/>
              <a:gd name="T46" fmla="*/ 23 w 287"/>
              <a:gd name="T47" fmla="*/ 50 h 165"/>
              <a:gd name="T48" fmla="*/ 22 w 287"/>
              <a:gd name="T49" fmla="*/ 59 h 165"/>
              <a:gd name="T50" fmla="*/ 17 w 287"/>
              <a:gd name="T51" fmla="*/ 67 h 165"/>
              <a:gd name="T52" fmla="*/ 7 w 287"/>
              <a:gd name="T53" fmla="*/ 82 h 165"/>
              <a:gd name="T54" fmla="*/ 17 w 287"/>
              <a:gd name="T55" fmla="*/ 91 h 165"/>
              <a:gd name="T56" fmla="*/ 37 w 287"/>
              <a:gd name="T57" fmla="*/ 100 h 165"/>
              <a:gd name="T58" fmla="*/ 47 w 287"/>
              <a:gd name="T59" fmla="*/ 100 h 165"/>
              <a:gd name="T60" fmla="*/ 50 w 287"/>
              <a:gd name="T61" fmla="*/ 90 h 165"/>
              <a:gd name="T62" fmla="*/ 53 w 287"/>
              <a:gd name="T63" fmla="*/ 85 h 165"/>
              <a:gd name="T64" fmla="*/ 67 w 287"/>
              <a:gd name="T65" fmla="*/ 96 h 165"/>
              <a:gd name="T66" fmla="*/ 78 w 287"/>
              <a:gd name="T67" fmla="*/ 109 h 165"/>
              <a:gd name="T68" fmla="*/ 72 w 287"/>
              <a:gd name="T69" fmla="*/ 120 h 165"/>
              <a:gd name="T70" fmla="*/ 58 w 287"/>
              <a:gd name="T71" fmla="*/ 123 h 165"/>
              <a:gd name="T72" fmla="*/ 46 w 287"/>
              <a:gd name="T73" fmla="*/ 124 h 165"/>
              <a:gd name="T74" fmla="*/ 32 w 287"/>
              <a:gd name="T75" fmla="*/ 140 h 165"/>
              <a:gd name="T76" fmla="*/ 3 w 287"/>
              <a:gd name="T77" fmla="*/ 145 h 165"/>
              <a:gd name="T78" fmla="*/ 26 w 287"/>
              <a:gd name="T79" fmla="*/ 163 h 165"/>
              <a:gd name="T80" fmla="*/ 95 w 287"/>
              <a:gd name="T81" fmla="*/ 150 h 165"/>
              <a:gd name="T82" fmla="*/ 138 w 287"/>
              <a:gd name="T83" fmla="*/ 147 h 165"/>
              <a:gd name="T84" fmla="*/ 154 w 287"/>
              <a:gd name="T85" fmla="*/ 144 h 165"/>
              <a:gd name="T86" fmla="*/ 150 w 287"/>
              <a:gd name="T87" fmla="*/ 135 h 165"/>
              <a:gd name="T88" fmla="*/ 143 w 287"/>
              <a:gd name="T89" fmla="*/ 120 h 165"/>
              <a:gd name="T90" fmla="*/ 163 w 287"/>
              <a:gd name="T91" fmla="*/ 110 h 165"/>
              <a:gd name="T92" fmla="*/ 172 w 287"/>
              <a:gd name="T93" fmla="*/ 94 h 165"/>
              <a:gd name="T94" fmla="*/ 194 w 287"/>
              <a:gd name="T95" fmla="*/ 77 h 165"/>
              <a:gd name="T96" fmla="*/ 206 w 287"/>
              <a:gd name="T97" fmla="*/ 74 h 165"/>
              <a:gd name="T98" fmla="*/ 224 w 287"/>
              <a:gd name="T99" fmla="*/ 78 h 165"/>
              <a:gd name="T100" fmla="*/ 241 w 287"/>
              <a:gd name="T101" fmla="*/ 69 h 165"/>
              <a:gd name="T102" fmla="*/ 243 w 287"/>
              <a:gd name="T103" fmla="*/ 45 h 165"/>
              <a:gd name="T104" fmla="*/ 249 w 287"/>
              <a:gd name="T105" fmla="*/ 31 h 165"/>
              <a:gd name="T106" fmla="*/ 267 w 287"/>
              <a:gd name="T107" fmla="*/ 25 h 165"/>
              <a:gd name="T108" fmla="*/ 283 w 287"/>
              <a:gd name="T109" fmla="*/ 11 h 165"/>
              <a:gd name="T110" fmla="*/ 287 w 287"/>
              <a:gd name="T111" fmla="*/ 1 h 165"/>
              <a:gd name="T112" fmla="*/ 282 w 287"/>
              <a:gd name="T113" fmla="*/ 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7" h="165">
                <a:moveTo>
                  <a:pt x="282" y="2"/>
                </a:moveTo>
                <a:cubicBezTo>
                  <a:pt x="277" y="3"/>
                  <a:pt x="272" y="5"/>
                  <a:pt x="266" y="6"/>
                </a:cubicBezTo>
                <a:cubicBezTo>
                  <a:pt x="260" y="6"/>
                  <a:pt x="257" y="1"/>
                  <a:pt x="253" y="1"/>
                </a:cubicBezTo>
                <a:cubicBezTo>
                  <a:pt x="249" y="0"/>
                  <a:pt x="241" y="3"/>
                  <a:pt x="238" y="4"/>
                </a:cubicBezTo>
                <a:cubicBezTo>
                  <a:pt x="234" y="5"/>
                  <a:pt x="223" y="4"/>
                  <a:pt x="223" y="4"/>
                </a:cubicBezTo>
                <a:cubicBezTo>
                  <a:pt x="223" y="4"/>
                  <a:pt x="216" y="4"/>
                  <a:pt x="213" y="5"/>
                </a:cubicBezTo>
                <a:cubicBezTo>
                  <a:pt x="209" y="7"/>
                  <a:pt x="203" y="11"/>
                  <a:pt x="198" y="13"/>
                </a:cubicBezTo>
                <a:cubicBezTo>
                  <a:pt x="193" y="15"/>
                  <a:pt x="186" y="13"/>
                  <a:pt x="182" y="12"/>
                </a:cubicBezTo>
                <a:cubicBezTo>
                  <a:pt x="178" y="12"/>
                  <a:pt x="170" y="8"/>
                  <a:pt x="166" y="6"/>
                </a:cubicBezTo>
                <a:cubicBezTo>
                  <a:pt x="162" y="5"/>
                  <a:pt x="152" y="1"/>
                  <a:pt x="147" y="1"/>
                </a:cubicBezTo>
                <a:cubicBezTo>
                  <a:pt x="143" y="1"/>
                  <a:pt x="142" y="0"/>
                  <a:pt x="139" y="2"/>
                </a:cubicBezTo>
                <a:cubicBezTo>
                  <a:pt x="135" y="4"/>
                  <a:pt x="132" y="3"/>
                  <a:pt x="129" y="2"/>
                </a:cubicBezTo>
                <a:cubicBezTo>
                  <a:pt x="125" y="1"/>
                  <a:pt x="119" y="2"/>
                  <a:pt x="117" y="3"/>
                </a:cubicBezTo>
                <a:cubicBezTo>
                  <a:pt x="115" y="5"/>
                  <a:pt x="115" y="7"/>
                  <a:pt x="116" y="11"/>
                </a:cubicBezTo>
                <a:cubicBezTo>
                  <a:pt x="117" y="14"/>
                  <a:pt x="118" y="24"/>
                  <a:pt x="118" y="28"/>
                </a:cubicBezTo>
                <a:cubicBezTo>
                  <a:pt x="118" y="31"/>
                  <a:pt x="114" y="31"/>
                  <a:pt x="110" y="33"/>
                </a:cubicBezTo>
                <a:cubicBezTo>
                  <a:pt x="106" y="34"/>
                  <a:pt x="100" y="33"/>
                  <a:pt x="86" y="33"/>
                </a:cubicBezTo>
                <a:cubicBezTo>
                  <a:pt x="72" y="32"/>
                  <a:pt x="70" y="33"/>
                  <a:pt x="61" y="33"/>
                </a:cubicBezTo>
                <a:cubicBezTo>
                  <a:pt x="52" y="32"/>
                  <a:pt x="54" y="31"/>
                  <a:pt x="48" y="29"/>
                </a:cubicBezTo>
                <a:cubicBezTo>
                  <a:pt x="43" y="27"/>
                  <a:pt x="41" y="25"/>
                  <a:pt x="37" y="25"/>
                </a:cubicBezTo>
                <a:cubicBezTo>
                  <a:pt x="33" y="25"/>
                  <a:pt x="30" y="29"/>
                  <a:pt x="29" y="31"/>
                </a:cubicBezTo>
                <a:cubicBezTo>
                  <a:pt x="27" y="33"/>
                  <a:pt x="26" y="37"/>
                  <a:pt x="23" y="38"/>
                </a:cubicBezTo>
                <a:cubicBezTo>
                  <a:pt x="21" y="40"/>
                  <a:pt x="17" y="43"/>
                  <a:pt x="17" y="45"/>
                </a:cubicBezTo>
                <a:cubicBezTo>
                  <a:pt x="17" y="46"/>
                  <a:pt x="23" y="50"/>
                  <a:pt x="23" y="50"/>
                </a:cubicBezTo>
                <a:cubicBezTo>
                  <a:pt x="23" y="50"/>
                  <a:pt x="22" y="57"/>
                  <a:pt x="22" y="59"/>
                </a:cubicBezTo>
                <a:cubicBezTo>
                  <a:pt x="22" y="60"/>
                  <a:pt x="19" y="64"/>
                  <a:pt x="17" y="67"/>
                </a:cubicBezTo>
                <a:cubicBezTo>
                  <a:pt x="15" y="70"/>
                  <a:pt x="8" y="80"/>
                  <a:pt x="7" y="82"/>
                </a:cubicBezTo>
                <a:cubicBezTo>
                  <a:pt x="6" y="84"/>
                  <a:pt x="12" y="89"/>
                  <a:pt x="17" y="91"/>
                </a:cubicBezTo>
                <a:cubicBezTo>
                  <a:pt x="23" y="92"/>
                  <a:pt x="27" y="96"/>
                  <a:pt x="37" y="100"/>
                </a:cubicBezTo>
                <a:cubicBezTo>
                  <a:pt x="47" y="105"/>
                  <a:pt x="43" y="102"/>
                  <a:pt x="47" y="100"/>
                </a:cubicBezTo>
                <a:cubicBezTo>
                  <a:pt x="51" y="97"/>
                  <a:pt x="50" y="93"/>
                  <a:pt x="50" y="90"/>
                </a:cubicBezTo>
                <a:cubicBezTo>
                  <a:pt x="50" y="87"/>
                  <a:pt x="52" y="85"/>
                  <a:pt x="53" y="85"/>
                </a:cubicBezTo>
                <a:cubicBezTo>
                  <a:pt x="55" y="86"/>
                  <a:pt x="62" y="92"/>
                  <a:pt x="67" y="96"/>
                </a:cubicBezTo>
                <a:cubicBezTo>
                  <a:pt x="72" y="99"/>
                  <a:pt x="78" y="106"/>
                  <a:pt x="78" y="109"/>
                </a:cubicBezTo>
                <a:cubicBezTo>
                  <a:pt x="78" y="112"/>
                  <a:pt x="74" y="117"/>
                  <a:pt x="72" y="120"/>
                </a:cubicBezTo>
                <a:cubicBezTo>
                  <a:pt x="69" y="123"/>
                  <a:pt x="61" y="123"/>
                  <a:pt x="58" y="123"/>
                </a:cubicBezTo>
                <a:cubicBezTo>
                  <a:pt x="57" y="124"/>
                  <a:pt x="52" y="124"/>
                  <a:pt x="46" y="124"/>
                </a:cubicBezTo>
                <a:cubicBezTo>
                  <a:pt x="43" y="130"/>
                  <a:pt x="39" y="137"/>
                  <a:pt x="32" y="140"/>
                </a:cubicBezTo>
                <a:cubicBezTo>
                  <a:pt x="24" y="145"/>
                  <a:pt x="13" y="142"/>
                  <a:pt x="3" y="145"/>
                </a:cubicBezTo>
                <a:cubicBezTo>
                  <a:pt x="0" y="162"/>
                  <a:pt x="14" y="165"/>
                  <a:pt x="26" y="163"/>
                </a:cubicBezTo>
                <a:cubicBezTo>
                  <a:pt x="48" y="159"/>
                  <a:pt x="72" y="153"/>
                  <a:pt x="95" y="150"/>
                </a:cubicBezTo>
                <a:cubicBezTo>
                  <a:pt x="109" y="149"/>
                  <a:pt x="123" y="149"/>
                  <a:pt x="138" y="147"/>
                </a:cubicBezTo>
                <a:cubicBezTo>
                  <a:pt x="143" y="146"/>
                  <a:pt x="149" y="145"/>
                  <a:pt x="154" y="144"/>
                </a:cubicBezTo>
                <a:cubicBezTo>
                  <a:pt x="153" y="142"/>
                  <a:pt x="151" y="139"/>
                  <a:pt x="150" y="135"/>
                </a:cubicBezTo>
                <a:cubicBezTo>
                  <a:pt x="147" y="127"/>
                  <a:pt x="142" y="122"/>
                  <a:pt x="143" y="120"/>
                </a:cubicBezTo>
                <a:cubicBezTo>
                  <a:pt x="143" y="118"/>
                  <a:pt x="155" y="113"/>
                  <a:pt x="163" y="110"/>
                </a:cubicBezTo>
                <a:cubicBezTo>
                  <a:pt x="172" y="108"/>
                  <a:pt x="169" y="99"/>
                  <a:pt x="172" y="94"/>
                </a:cubicBezTo>
                <a:cubicBezTo>
                  <a:pt x="176" y="89"/>
                  <a:pt x="194" y="77"/>
                  <a:pt x="194" y="77"/>
                </a:cubicBezTo>
                <a:cubicBezTo>
                  <a:pt x="194" y="77"/>
                  <a:pt x="198" y="73"/>
                  <a:pt x="206" y="74"/>
                </a:cubicBezTo>
                <a:cubicBezTo>
                  <a:pt x="215" y="75"/>
                  <a:pt x="216" y="82"/>
                  <a:pt x="224" y="78"/>
                </a:cubicBezTo>
                <a:cubicBezTo>
                  <a:pt x="232" y="74"/>
                  <a:pt x="236" y="73"/>
                  <a:pt x="241" y="69"/>
                </a:cubicBezTo>
                <a:cubicBezTo>
                  <a:pt x="245" y="66"/>
                  <a:pt x="244" y="56"/>
                  <a:pt x="243" y="45"/>
                </a:cubicBezTo>
                <a:cubicBezTo>
                  <a:pt x="243" y="35"/>
                  <a:pt x="246" y="33"/>
                  <a:pt x="249" y="31"/>
                </a:cubicBezTo>
                <a:cubicBezTo>
                  <a:pt x="251" y="29"/>
                  <a:pt x="264" y="26"/>
                  <a:pt x="267" y="25"/>
                </a:cubicBezTo>
                <a:cubicBezTo>
                  <a:pt x="270" y="25"/>
                  <a:pt x="280" y="15"/>
                  <a:pt x="283" y="11"/>
                </a:cubicBezTo>
                <a:cubicBezTo>
                  <a:pt x="285" y="9"/>
                  <a:pt x="286" y="6"/>
                  <a:pt x="287" y="1"/>
                </a:cubicBezTo>
                <a:cubicBezTo>
                  <a:pt x="285" y="1"/>
                  <a:pt x="283" y="1"/>
                  <a:pt x="282" y="2"/>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p:cNvSpPr>
          <p:nvPr/>
        </p:nvSpPr>
        <p:spPr bwMode="auto">
          <a:xfrm>
            <a:off x="911225" y="1800225"/>
            <a:ext cx="5697537" cy="3024188"/>
          </a:xfrm>
          <a:custGeom>
            <a:avLst/>
            <a:gdLst>
              <a:gd name="T0" fmla="*/ 1436 w 1495"/>
              <a:gd name="T1" fmla="*/ 287 h 793"/>
              <a:gd name="T2" fmla="*/ 1384 w 1495"/>
              <a:gd name="T3" fmla="*/ 259 h 793"/>
              <a:gd name="T4" fmla="*/ 1298 w 1495"/>
              <a:gd name="T5" fmla="*/ 232 h 793"/>
              <a:gd name="T6" fmla="*/ 1233 w 1495"/>
              <a:gd name="T7" fmla="*/ 228 h 793"/>
              <a:gd name="T8" fmla="*/ 1196 w 1495"/>
              <a:gd name="T9" fmla="*/ 230 h 793"/>
              <a:gd name="T10" fmla="*/ 1040 w 1495"/>
              <a:gd name="T11" fmla="*/ 39 h 793"/>
              <a:gd name="T12" fmla="*/ 964 w 1495"/>
              <a:gd name="T13" fmla="*/ 97 h 793"/>
              <a:gd name="T14" fmla="*/ 924 w 1495"/>
              <a:gd name="T15" fmla="*/ 73 h 793"/>
              <a:gd name="T16" fmla="*/ 889 w 1495"/>
              <a:gd name="T17" fmla="*/ 82 h 793"/>
              <a:gd name="T18" fmla="*/ 855 w 1495"/>
              <a:gd name="T19" fmla="*/ 61 h 793"/>
              <a:gd name="T20" fmla="*/ 821 w 1495"/>
              <a:gd name="T21" fmla="*/ 61 h 793"/>
              <a:gd name="T22" fmla="*/ 794 w 1495"/>
              <a:gd name="T23" fmla="*/ 7 h 793"/>
              <a:gd name="T24" fmla="*/ 716 w 1495"/>
              <a:gd name="T25" fmla="*/ 19 h 793"/>
              <a:gd name="T26" fmla="*/ 658 w 1495"/>
              <a:gd name="T27" fmla="*/ 53 h 793"/>
              <a:gd name="T28" fmla="*/ 597 w 1495"/>
              <a:gd name="T29" fmla="*/ 80 h 793"/>
              <a:gd name="T30" fmla="*/ 519 w 1495"/>
              <a:gd name="T31" fmla="*/ 104 h 793"/>
              <a:gd name="T32" fmla="*/ 468 w 1495"/>
              <a:gd name="T33" fmla="*/ 122 h 793"/>
              <a:gd name="T34" fmla="*/ 487 w 1495"/>
              <a:gd name="T35" fmla="*/ 149 h 793"/>
              <a:gd name="T36" fmla="*/ 473 w 1495"/>
              <a:gd name="T37" fmla="*/ 188 h 793"/>
              <a:gd name="T38" fmla="*/ 495 w 1495"/>
              <a:gd name="T39" fmla="*/ 247 h 793"/>
              <a:gd name="T40" fmla="*/ 479 w 1495"/>
              <a:gd name="T41" fmla="*/ 292 h 793"/>
              <a:gd name="T42" fmla="*/ 419 w 1495"/>
              <a:gd name="T43" fmla="*/ 280 h 793"/>
              <a:gd name="T44" fmla="*/ 364 w 1495"/>
              <a:gd name="T45" fmla="*/ 278 h 793"/>
              <a:gd name="T46" fmla="*/ 320 w 1495"/>
              <a:gd name="T47" fmla="*/ 312 h 793"/>
              <a:gd name="T48" fmla="*/ 273 w 1495"/>
              <a:gd name="T49" fmla="*/ 303 h 793"/>
              <a:gd name="T50" fmla="*/ 203 w 1495"/>
              <a:gd name="T51" fmla="*/ 267 h 793"/>
              <a:gd name="T52" fmla="*/ 151 w 1495"/>
              <a:gd name="T53" fmla="*/ 270 h 793"/>
              <a:gd name="T54" fmla="*/ 119 w 1495"/>
              <a:gd name="T55" fmla="*/ 268 h 793"/>
              <a:gd name="T56" fmla="*/ 92 w 1495"/>
              <a:gd name="T57" fmla="*/ 314 h 793"/>
              <a:gd name="T58" fmla="*/ 67 w 1495"/>
              <a:gd name="T59" fmla="*/ 365 h 793"/>
              <a:gd name="T60" fmla="*/ 1 w 1495"/>
              <a:gd name="T61" fmla="*/ 380 h 793"/>
              <a:gd name="T62" fmla="*/ 21 w 1495"/>
              <a:gd name="T63" fmla="*/ 450 h 793"/>
              <a:gd name="T64" fmla="*/ 76 w 1495"/>
              <a:gd name="T65" fmla="*/ 479 h 793"/>
              <a:gd name="T66" fmla="*/ 101 w 1495"/>
              <a:gd name="T67" fmla="*/ 522 h 793"/>
              <a:gd name="T68" fmla="*/ 164 w 1495"/>
              <a:gd name="T69" fmla="*/ 509 h 793"/>
              <a:gd name="T70" fmla="*/ 223 w 1495"/>
              <a:gd name="T71" fmla="*/ 505 h 793"/>
              <a:gd name="T72" fmla="*/ 261 w 1495"/>
              <a:gd name="T73" fmla="*/ 548 h 793"/>
              <a:gd name="T74" fmla="*/ 236 w 1495"/>
              <a:gd name="T75" fmla="*/ 583 h 793"/>
              <a:gd name="T76" fmla="*/ 202 w 1495"/>
              <a:gd name="T77" fmla="*/ 627 h 793"/>
              <a:gd name="T78" fmla="*/ 214 w 1495"/>
              <a:gd name="T79" fmla="*/ 696 h 793"/>
              <a:gd name="T80" fmla="*/ 270 w 1495"/>
              <a:gd name="T81" fmla="*/ 765 h 793"/>
              <a:gd name="T82" fmla="*/ 415 w 1495"/>
              <a:gd name="T83" fmla="*/ 783 h 793"/>
              <a:gd name="T84" fmla="*/ 577 w 1495"/>
              <a:gd name="T85" fmla="*/ 632 h 793"/>
              <a:gd name="T86" fmla="*/ 742 w 1495"/>
              <a:gd name="T87" fmla="*/ 652 h 793"/>
              <a:gd name="T88" fmla="*/ 788 w 1495"/>
              <a:gd name="T89" fmla="*/ 732 h 793"/>
              <a:gd name="T90" fmla="*/ 817 w 1495"/>
              <a:gd name="T91" fmla="*/ 775 h 793"/>
              <a:gd name="T92" fmla="*/ 852 w 1495"/>
              <a:gd name="T93" fmla="*/ 767 h 793"/>
              <a:gd name="T94" fmla="*/ 895 w 1495"/>
              <a:gd name="T95" fmla="*/ 777 h 793"/>
              <a:gd name="T96" fmla="*/ 956 w 1495"/>
              <a:gd name="T97" fmla="*/ 704 h 793"/>
              <a:gd name="T98" fmla="*/ 1049 w 1495"/>
              <a:gd name="T99" fmla="*/ 692 h 793"/>
              <a:gd name="T100" fmla="*/ 1137 w 1495"/>
              <a:gd name="T101" fmla="*/ 672 h 793"/>
              <a:gd name="T102" fmla="*/ 1267 w 1495"/>
              <a:gd name="T103" fmla="*/ 668 h 793"/>
              <a:gd name="T104" fmla="*/ 1318 w 1495"/>
              <a:gd name="T105" fmla="*/ 628 h 793"/>
              <a:gd name="T106" fmla="*/ 1291 w 1495"/>
              <a:gd name="T107" fmla="*/ 545 h 793"/>
              <a:gd name="T108" fmla="*/ 1351 w 1495"/>
              <a:gd name="T109" fmla="*/ 488 h 793"/>
              <a:gd name="T110" fmla="*/ 1428 w 1495"/>
              <a:gd name="T111" fmla="*/ 432 h 793"/>
              <a:gd name="T112" fmla="*/ 1470 w 1495"/>
              <a:gd name="T113" fmla="*/ 346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95" h="793">
                <a:moveTo>
                  <a:pt x="1487" y="302"/>
                </a:moveTo>
                <a:cubicBezTo>
                  <a:pt x="1483" y="300"/>
                  <a:pt x="1476" y="298"/>
                  <a:pt x="1475" y="297"/>
                </a:cubicBezTo>
                <a:cubicBezTo>
                  <a:pt x="1473" y="296"/>
                  <a:pt x="1471" y="292"/>
                  <a:pt x="1469" y="291"/>
                </a:cubicBezTo>
                <a:cubicBezTo>
                  <a:pt x="1466" y="290"/>
                  <a:pt x="1464" y="288"/>
                  <a:pt x="1464" y="286"/>
                </a:cubicBezTo>
                <a:cubicBezTo>
                  <a:pt x="1464" y="285"/>
                  <a:pt x="1464" y="283"/>
                  <a:pt x="1465" y="281"/>
                </a:cubicBezTo>
                <a:cubicBezTo>
                  <a:pt x="1466" y="279"/>
                  <a:pt x="1466" y="272"/>
                  <a:pt x="1465" y="272"/>
                </a:cubicBezTo>
                <a:cubicBezTo>
                  <a:pt x="1464" y="272"/>
                  <a:pt x="1458" y="274"/>
                  <a:pt x="1456" y="276"/>
                </a:cubicBezTo>
                <a:cubicBezTo>
                  <a:pt x="1454" y="278"/>
                  <a:pt x="1450" y="283"/>
                  <a:pt x="1448" y="284"/>
                </a:cubicBezTo>
                <a:cubicBezTo>
                  <a:pt x="1445" y="286"/>
                  <a:pt x="1442" y="287"/>
                  <a:pt x="1436" y="287"/>
                </a:cubicBezTo>
                <a:cubicBezTo>
                  <a:pt x="1430" y="287"/>
                  <a:pt x="1425" y="287"/>
                  <a:pt x="1424" y="288"/>
                </a:cubicBezTo>
                <a:cubicBezTo>
                  <a:pt x="1423" y="289"/>
                  <a:pt x="1417" y="292"/>
                  <a:pt x="1416" y="293"/>
                </a:cubicBezTo>
                <a:cubicBezTo>
                  <a:pt x="1416" y="294"/>
                  <a:pt x="1414" y="295"/>
                  <a:pt x="1412" y="294"/>
                </a:cubicBezTo>
                <a:cubicBezTo>
                  <a:pt x="1410" y="293"/>
                  <a:pt x="1406" y="292"/>
                  <a:pt x="1403" y="290"/>
                </a:cubicBezTo>
                <a:cubicBezTo>
                  <a:pt x="1399" y="289"/>
                  <a:pt x="1393" y="285"/>
                  <a:pt x="1393" y="284"/>
                </a:cubicBezTo>
                <a:cubicBezTo>
                  <a:pt x="1392" y="283"/>
                  <a:pt x="1389" y="279"/>
                  <a:pt x="1390" y="277"/>
                </a:cubicBezTo>
                <a:cubicBezTo>
                  <a:pt x="1390" y="275"/>
                  <a:pt x="1391" y="274"/>
                  <a:pt x="1391" y="272"/>
                </a:cubicBezTo>
                <a:cubicBezTo>
                  <a:pt x="1392" y="270"/>
                  <a:pt x="1393" y="265"/>
                  <a:pt x="1392" y="264"/>
                </a:cubicBezTo>
                <a:cubicBezTo>
                  <a:pt x="1391" y="263"/>
                  <a:pt x="1387" y="260"/>
                  <a:pt x="1384" y="259"/>
                </a:cubicBezTo>
                <a:cubicBezTo>
                  <a:pt x="1381" y="257"/>
                  <a:pt x="1378" y="255"/>
                  <a:pt x="1373" y="254"/>
                </a:cubicBezTo>
                <a:cubicBezTo>
                  <a:pt x="1368" y="253"/>
                  <a:pt x="1361" y="250"/>
                  <a:pt x="1361" y="250"/>
                </a:cubicBezTo>
                <a:cubicBezTo>
                  <a:pt x="1361" y="250"/>
                  <a:pt x="1358" y="245"/>
                  <a:pt x="1357" y="242"/>
                </a:cubicBezTo>
                <a:cubicBezTo>
                  <a:pt x="1355" y="239"/>
                  <a:pt x="1349" y="228"/>
                  <a:pt x="1346" y="226"/>
                </a:cubicBezTo>
                <a:cubicBezTo>
                  <a:pt x="1344" y="225"/>
                  <a:pt x="1333" y="220"/>
                  <a:pt x="1329" y="219"/>
                </a:cubicBezTo>
                <a:cubicBezTo>
                  <a:pt x="1325" y="219"/>
                  <a:pt x="1314" y="218"/>
                  <a:pt x="1311" y="219"/>
                </a:cubicBezTo>
                <a:cubicBezTo>
                  <a:pt x="1307" y="219"/>
                  <a:pt x="1299" y="220"/>
                  <a:pt x="1298" y="222"/>
                </a:cubicBezTo>
                <a:cubicBezTo>
                  <a:pt x="1298" y="223"/>
                  <a:pt x="1301" y="228"/>
                  <a:pt x="1301" y="228"/>
                </a:cubicBezTo>
                <a:cubicBezTo>
                  <a:pt x="1301" y="228"/>
                  <a:pt x="1299" y="230"/>
                  <a:pt x="1298" y="232"/>
                </a:cubicBezTo>
                <a:cubicBezTo>
                  <a:pt x="1297" y="233"/>
                  <a:pt x="1297" y="234"/>
                  <a:pt x="1295" y="235"/>
                </a:cubicBezTo>
                <a:cubicBezTo>
                  <a:pt x="1293" y="235"/>
                  <a:pt x="1284" y="235"/>
                  <a:pt x="1283" y="235"/>
                </a:cubicBezTo>
                <a:cubicBezTo>
                  <a:pt x="1282" y="235"/>
                  <a:pt x="1279" y="238"/>
                  <a:pt x="1276" y="238"/>
                </a:cubicBezTo>
                <a:cubicBezTo>
                  <a:pt x="1273" y="237"/>
                  <a:pt x="1270" y="235"/>
                  <a:pt x="1268" y="234"/>
                </a:cubicBezTo>
                <a:cubicBezTo>
                  <a:pt x="1267" y="233"/>
                  <a:pt x="1263" y="231"/>
                  <a:pt x="1261" y="232"/>
                </a:cubicBezTo>
                <a:cubicBezTo>
                  <a:pt x="1259" y="233"/>
                  <a:pt x="1256" y="236"/>
                  <a:pt x="1254" y="236"/>
                </a:cubicBezTo>
                <a:cubicBezTo>
                  <a:pt x="1251" y="237"/>
                  <a:pt x="1246" y="237"/>
                  <a:pt x="1245" y="236"/>
                </a:cubicBezTo>
                <a:cubicBezTo>
                  <a:pt x="1244" y="235"/>
                  <a:pt x="1241" y="232"/>
                  <a:pt x="1240" y="231"/>
                </a:cubicBezTo>
                <a:cubicBezTo>
                  <a:pt x="1239" y="230"/>
                  <a:pt x="1234" y="229"/>
                  <a:pt x="1233" y="228"/>
                </a:cubicBezTo>
                <a:cubicBezTo>
                  <a:pt x="1233" y="227"/>
                  <a:pt x="1232" y="226"/>
                  <a:pt x="1233" y="223"/>
                </a:cubicBezTo>
                <a:cubicBezTo>
                  <a:pt x="1233" y="220"/>
                  <a:pt x="1230" y="215"/>
                  <a:pt x="1229" y="215"/>
                </a:cubicBezTo>
                <a:cubicBezTo>
                  <a:pt x="1227" y="214"/>
                  <a:pt x="1224" y="212"/>
                  <a:pt x="1221" y="213"/>
                </a:cubicBezTo>
                <a:cubicBezTo>
                  <a:pt x="1219" y="213"/>
                  <a:pt x="1215" y="215"/>
                  <a:pt x="1215" y="217"/>
                </a:cubicBezTo>
                <a:cubicBezTo>
                  <a:pt x="1215" y="219"/>
                  <a:pt x="1215" y="221"/>
                  <a:pt x="1215" y="223"/>
                </a:cubicBezTo>
                <a:cubicBezTo>
                  <a:pt x="1216" y="224"/>
                  <a:pt x="1218" y="225"/>
                  <a:pt x="1217" y="227"/>
                </a:cubicBezTo>
                <a:cubicBezTo>
                  <a:pt x="1217" y="229"/>
                  <a:pt x="1218" y="230"/>
                  <a:pt x="1215" y="232"/>
                </a:cubicBezTo>
                <a:cubicBezTo>
                  <a:pt x="1212" y="234"/>
                  <a:pt x="1209" y="236"/>
                  <a:pt x="1204" y="236"/>
                </a:cubicBezTo>
                <a:cubicBezTo>
                  <a:pt x="1200" y="235"/>
                  <a:pt x="1198" y="234"/>
                  <a:pt x="1196" y="230"/>
                </a:cubicBezTo>
                <a:cubicBezTo>
                  <a:pt x="1194" y="225"/>
                  <a:pt x="1134" y="155"/>
                  <a:pt x="1134" y="155"/>
                </a:cubicBezTo>
                <a:cubicBezTo>
                  <a:pt x="1134" y="155"/>
                  <a:pt x="1107" y="118"/>
                  <a:pt x="1103" y="115"/>
                </a:cubicBezTo>
                <a:cubicBezTo>
                  <a:pt x="1099" y="113"/>
                  <a:pt x="1066" y="88"/>
                  <a:pt x="1063" y="86"/>
                </a:cubicBezTo>
                <a:cubicBezTo>
                  <a:pt x="1059" y="83"/>
                  <a:pt x="1045" y="71"/>
                  <a:pt x="1043" y="70"/>
                </a:cubicBezTo>
                <a:cubicBezTo>
                  <a:pt x="1041" y="68"/>
                  <a:pt x="1033" y="63"/>
                  <a:pt x="1032" y="62"/>
                </a:cubicBezTo>
                <a:cubicBezTo>
                  <a:pt x="1032" y="61"/>
                  <a:pt x="1031" y="59"/>
                  <a:pt x="1032" y="58"/>
                </a:cubicBezTo>
                <a:cubicBezTo>
                  <a:pt x="1033" y="57"/>
                  <a:pt x="1037" y="55"/>
                  <a:pt x="1039" y="54"/>
                </a:cubicBezTo>
                <a:cubicBezTo>
                  <a:pt x="1040" y="53"/>
                  <a:pt x="1044" y="49"/>
                  <a:pt x="1044" y="47"/>
                </a:cubicBezTo>
                <a:cubicBezTo>
                  <a:pt x="1044" y="44"/>
                  <a:pt x="1044" y="39"/>
                  <a:pt x="1040" y="39"/>
                </a:cubicBezTo>
                <a:cubicBezTo>
                  <a:pt x="1036" y="39"/>
                  <a:pt x="1030" y="41"/>
                  <a:pt x="1027" y="42"/>
                </a:cubicBezTo>
                <a:cubicBezTo>
                  <a:pt x="1024" y="43"/>
                  <a:pt x="1017" y="45"/>
                  <a:pt x="1012" y="48"/>
                </a:cubicBezTo>
                <a:cubicBezTo>
                  <a:pt x="1008" y="51"/>
                  <a:pt x="1004" y="54"/>
                  <a:pt x="1002" y="57"/>
                </a:cubicBezTo>
                <a:cubicBezTo>
                  <a:pt x="1000" y="60"/>
                  <a:pt x="999" y="63"/>
                  <a:pt x="998" y="66"/>
                </a:cubicBezTo>
                <a:cubicBezTo>
                  <a:pt x="997" y="68"/>
                  <a:pt x="991" y="75"/>
                  <a:pt x="990" y="76"/>
                </a:cubicBezTo>
                <a:cubicBezTo>
                  <a:pt x="989" y="78"/>
                  <a:pt x="985" y="84"/>
                  <a:pt x="983" y="84"/>
                </a:cubicBezTo>
                <a:cubicBezTo>
                  <a:pt x="981" y="84"/>
                  <a:pt x="968" y="86"/>
                  <a:pt x="967" y="86"/>
                </a:cubicBezTo>
                <a:cubicBezTo>
                  <a:pt x="966" y="86"/>
                  <a:pt x="964" y="86"/>
                  <a:pt x="964" y="88"/>
                </a:cubicBezTo>
                <a:cubicBezTo>
                  <a:pt x="963" y="90"/>
                  <a:pt x="964" y="96"/>
                  <a:pt x="964" y="97"/>
                </a:cubicBezTo>
                <a:cubicBezTo>
                  <a:pt x="963" y="97"/>
                  <a:pt x="962" y="101"/>
                  <a:pt x="958" y="100"/>
                </a:cubicBezTo>
                <a:cubicBezTo>
                  <a:pt x="955" y="98"/>
                  <a:pt x="950" y="96"/>
                  <a:pt x="946" y="95"/>
                </a:cubicBezTo>
                <a:cubicBezTo>
                  <a:pt x="941" y="94"/>
                  <a:pt x="936" y="93"/>
                  <a:pt x="934" y="95"/>
                </a:cubicBezTo>
                <a:cubicBezTo>
                  <a:pt x="932" y="96"/>
                  <a:pt x="930" y="98"/>
                  <a:pt x="928" y="100"/>
                </a:cubicBezTo>
                <a:cubicBezTo>
                  <a:pt x="926" y="101"/>
                  <a:pt x="924" y="102"/>
                  <a:pt x="922" y="102"/>
                </a:cubicBezTo>
                <a:cubicBezTo>
                  <a:pt x="920" y="101"/>
                  <a:pt x="916" y="96"/>
                  <a:pt x="916" y="94"/>
                </a:cubicBezTo>
                <a:cubicBezTo>
                  <a:pt x="916" y="92"/>
                  <a:pt x="916" y="89"/>
                  <a:pt x="917" y="87"/>
                </a:cubicBezTo>
                <a:cubicBezTo>
                  <a:pt x="918" y="85"/>
                  <a:pt x="918" y="86"/>
                  <a:pt x="921" y="82"/>
                </a:cubicBezTo>
                <a:cubicBezTo>
                  <a:pt x="924" y="77"/>
                  <a:pt x="925" y="75"/>
                  <a:pt x="924" y="73"/>
                </a:cubicBezTo>
                <a:cubicBezTo>
                  <a:pt x="924" y="71"/>
                  <a:pt x="922" y="69"/>
                  <a:pt x="919" y="71"/>
                </a:cubicBezTo>
                <a:cubicBezTo>
                  <a:pt x="917" y="72"/>
                  <a:pt x="916" y="74"/>
                  <a:pt x="914" y="75"/>
                </a:cubicBezTo>
                <a:cubicBezTo>
                  <a:pt x="911" y="76"/>
                  <a:pt x="911" y="77"/>
                  <a:pt x="908" y="75"/>
                </a:cubicBezTo>
                <a:cubicBezTo>
                  <a:pt x="905" y="73"/>
                  <a:pt x="901" y="71"/>
                  <a:pt x="900" y="70"/>
                </a:cubicBezTo>
                <a:cubicBezTo>
                  <a:pt x="898" y="69"/>
                  <a:pt x="897" y="68"/>
                  <a:pt x="894" y="68"/>
                </a:cubicBezTo>
                <a:cubicBezTo>
                  <a:pt x="892" y="68"/>
                  <a:pt x="887" y="70"/>
                  <a:pt x="887" y="70"/>
                </a:cubicBezTo>
                <a:cubicBezTo>
                  <a:pt x="887" y="70"/>
                  <a:pt x="885" y="72"/>
                  <a:pt x="887" y="73"/>
                </a:cubicBezTo>
                <a:cubicBezTo>
                  <a:pt x="888" y="75"/>
                  <a:pt x="890" y="75"/>
                  <a:pt x="890" y="76"/>
                </a:cubicBezTo>
                <a:cubicBezTo>
                  <a:pt x="890" y="78"/>
                  <a:pt x="891" y="80"/>
                  <a:pt x="889" y="82"/>
                </a:cubicBezTo>
                <a:cubicBezTo>
                  <a:pt x="887" y="83"/>
                  <a:pt x="883" y="85"/>
                  <a:pt x="880" y="81"/>
                </a:cubicBezTo>
                <a:cubicBezTo>
                  <a:pt x="878" y="77"/>
                  <a:pt x="878" y="75"/>
                  <a:pt x="877" y="71"/>
                </a:cubicBezTo>
                <a:cubicBezTo>
                  <a:pt x="877" y="68"/>
                  <a:pt x="876" y="61"/>
                  <a:pt x="874" y="60"/>
                </a:cubicBezTo>
                <a:cubicBezTo>
                  <a:pt x="873" y="58"/>
                  <a:pt x="867" y="54"/>
                  <a:pt x="866" y="53"/>
                </a:cubicBezTo>
                <a:cubicBezTo>
                  <a:pt x="865" y="52"/>
                  <a:pt x="862" y="49"/>
                  <a:pt x="860" y="51"/>
                </a:cubicBezTo>
                <a:cubicBezTo>
                  <a:pt x="858" y="54"/>
                  <a:pt x="859" y="58"/>
                  <a:pt x="860" y="59"/>
                </a:cubicBezTo>
                <a:cubicBezTo>
                  <a:pt x="860" y="60"/>
                  <a:pt x="863" y="61"/>
                  <a:pt x="862" y="63"/>
                </a:cubicBezTo>
                <a:cubicBezTo>
                  <a:pt x="862" y="64"/>
                  <a:pt x="860" y="67"/>
                  <a:pt x="859" y="66"/>
                </a:cubicBezTo>
                <a:cubicBezTo>
                  <a:pt x="858" y="65"/>
                  <a:pt x="855" y="62"/>
                  <a:pt x="855" y="61"/>
                </a:cubicBezTo>
                <a:cubicBezTo>
                  <a:pt x="855" y="61"/>
                  <a:pt x="851" y="59"/>
                  <a:pt x="850" y="59"/>
                </a:cubicBezTo>
                <a:cubicBezTo>
                  <a:pt x="849" y="60"/>
                  <a:pt x="848" y="60"/>
                  <a:pt x="848" y="62"/>
                </a:cubicBezTo>
                <a:cubicBezTo>
                  <a:pt x="847" y="63"/>
                  <a:pt x="846" y="68"/>
                  <a:pt x="846" y="68"/>
                </a:cubicBezTo>
                <a:cubicBezTo>
                  <a:pt x="846" y="68"/>
                  <a:pt x="843" y="70"/>
                  <a:pt x="842" y="69"/>
                </a:cubicBezTo>
                <a:cubicBezTo>
                  <a:pt x="841" y="68"/>
                  <a:pt x="840" y="65"/>
                  <a:pt x="838" y="65"/>
                </a:cubicBezTo>
                <a:cubicBezTo>
                  <a:pt x="836" y="65"/>
                  <a:pt x="832" y="67"/>
                  <a:pt x="831" y="68"/>
                </a:cubicBezTo>
                <a:cubicBezTo>
                  <a:pt x="830" y="69"/>
                  <a:pt x="827" y="71"/>
                  <a:pt x="826" y="71"/>
                </a:cubicBezTo>
                <a:cubicBezTo>
                  <a:pt x="825" y="70"/>
                  <a:pt x="823" y="67"/>
                  <a:pt x="823" y="65"/>
                </a:cubicBezTo>
                <a:cubicBezTo>
                  <a:pt x="822" y="64"/>
                  <a:pt x="820" y="62"/>
                  <a:pt x="821" y="61"/>
                </a:cubicBezTo>
                <a:cubicBezTo>
                  <a:pt x="822" y="59"/>
                  <a:pt x="826" y="57"/>
                  <a:pt x="826" y="57"/>
                </a:cubicBezTo>
                <a:cubicBezTo>
                  <a:pt x="826" y="57"/>
                  <a:pt x="827" y="52"/>
                  <a:pt x="827" y="51"/>
                </a:cubicBezTo>
                <a:cubicBezTo>
                  <a:pt x="826" y="50"/>
                  <a:pt x="823" y="48"/>
                  <a:pt x="825" y="46"/>
                </a:cubicBezTo>
                <a:cubicBezTo>
                  <a:pt x="826" y="44"/>
                  <a:pt x="827" y="46"/>
                  <a:pt x="828" y="43"/>
                </a:cubicBezTo>
                <a:cubicBezTo>
                  <a:pt x="828" y="41"/>
                  <a:pt x="829" y="37"/>
                  <a:pt x="826" y="36"/>
                </a:cubicBezTo>
                <a:cubicBezTo>
                  <a:pt x="822" y="34"/>
                  <a:pt x="816" y="26"/>
                  <a:pt x="814" y="22"/>
                </a:cubicBezTo>
                <a:cubicBezTo>
                  <a:pt x="813" y="18"/>
                  <a:pt x="808" y="14"/>
                  <a:pt x="807" y="11"/>
                </a:cubicBezTo>
                <a:cubicBezTo>
                  <a:pt x="807" y="9"/>
                  <a:pt x="805" y="5"/>
                  <a:pt x="803" y="5"/>
                </a:cubicBezTo>
                <a:cubicBezTo>
                  <a:pt x="802" y="5"/>
                  <a:pt x="795" y="7"/>
                  <a:pt x="794" y="7"/>
                </a:cubicBezTo>
                <a:cubicBezTo>
                  <a:pt x="793" y="8"/>
                  <a:pt x="786" y="9"/>
                  <a:pt x="782" y="9"/>
                </a:cubicBezTo>
                <a:cubicBezTo>
                  <a:pt x="778" y="8"/>
                  <a:pt x="778" y="8"/>
                  <a:pt x="775" y="7"/>
                </a:cubicBezTo>
                <a:cubicBezTo>
                  <a:pt x="771" y="6"/>
                  <a:pt x="765" y="4"/>
                  <a:pt x="762" y="3"/>
                </a:cubicBezTo>
                <a:cubicBezTo>
                  <a:pt x="758" y="2"/>
                  <a:pt x="754" y="1"/>
                  <a:pt x="750" y="0"/>
                </a:cubicBezTo>
                <a:cubicBezTo>
                  <a:pt x="746" y="0"/>
                  <a:pt x="741" y="0"/>
                  <a:pt x="739" y="1"/>
                </a:cubicBezTo>
                <a:cubicBezTo>
                  <a:pt x="736" y="2"/>
                  <a:pt x="731" y="6"/>
                  <a:pt x="730" y="8"/>
                </a:cubicBezTo>
                <a:cubicBezTo>
                  <a:pt x="729" y="10"/>
                  <a:pt x="728" y="12"/>
                  <a:pt x="728" y="13"/>
                </a:cubicBezTo>
                <a:cubicBezTo>
                  <a:pt x="727" y="13"/>
                  <a:pt x="716" y="13"/>
                  <a:pt x="716" y="14"/>
                </a:cubicBezTo>
                <a:cubicBezTo>
                  <a:pt x="716" y="15"/>
                  <a:pt x="715" y="18"/>
                  <a:pt x="716" y="19"/>
                </a:cubicBezTo>
                <a:cubicBezTo>
                  <a:pt x="717" y="20"/>
                  <a:pt x="719" y="21"/>
                  <a:pt x="719" y="23"/>
                </a:cubicBezTo>
                <a:cubicBezTo>
                  <a:pt x="719" y="24"/>
                  <a:pt x="717" y="29"/>
                  <a:pt x="717" y="29"/>
                </a:cubicBezTo>
                <a:cubicBezTo>
                  <a:pt x="716" y="29"/>
                  <a:pt x="708" y="29"/>
                  <a:pt x="706" y="29"/>
                </a:cubicBezTo>
                <a:cubicBezTo>
                  <a:pt x="704" y="28"/>
                  <a:pt x="700" y="29"/>
                  <a:pt x="699" y="30"/>
                </a:cubicBezTo>
                <a:cubicBezTo>
                  <a:pt x="699" y="31"/>
                  <a:pt x="699" y="34"/>
                  <a:pt x="698" y="34"/>
                </a:cubicBezTo>
                <a:cubicBezTo>
                  <a:pt x="697" y="35"/>
                  <a:pt x="691" y="36"/>
                  <a:pt x="689" y="36"/>
                </a:cubicBezTo>
                <a:cubicBezTo>
                  <a:pt x="686" y="37"/>
                  <a:pt x="680" y="38"/>
                  <a:pt x="678" y="40"/>
                </a:cubicBezTo>
                <a:cubicBezTo>
                  <a:pt x="677" y="41"/>
                  <a:pt x="672" y="46"/>
                  <a:pt x="668" y="48"/>
                </a:cubicBezTo>
                <a:cubicBezTo>
                  <a:pt x="665" y="49"/>
                  <a:pt x="661" y="51"/>
                  <a:pt x="658" y="53"/>
                </a:cubicBezTo>
                <a:cubicBezTo>
                  <a:pt x="655" y="55"/>
                  <a:pt x="649" y="58"/>
                  <a:pt x="648" y="58"/>
                </a:cubicBezTo>
                <a:cubicBezTo>
                  <a:pt x="647" y="58"/>
                  <a:pt x="641" y="55"/>
                  <a:pt x="641" y="55"/>
                </a:cubicBezTo>
                <a:cubicBezTo>
                  <a:pt x="640" y="55"/>
                  <a:pt x="634" y="55"/>
                  <a:pt x="633" y="56"/>
                </a:cubicBezTo>
                <a:cubicBezTo>
                  <a:pt x="633" y="56"/>
                  <a:pt x="632" y="61"/>
                  <a:pt x="631" y="61"/>
                </a:cubicBezTo>
                <a:cubicBezTo>
                  <a:pt x="630" y="62"/>
                  <a:pt x="627" y="62"/>
                  <a:pt x="625" y="63"/>
                </a:cubicBezTo>
                <a:cubicBezTo>
                  <a:pt x="623" y="64"/>
                  <a:pt x="620" y="65"/>
                  <a:pt x="620" y="69"/>
                </a:cubicBezTo>
                <a:cubicBezTo>
                  <a:pt x="620" y="74"/>
                  <a:pt x="621" y="75"/>
                  <a:pt x="620" y="76"/>
                </a:cubicBezTo>
                <a:cubicBezTo>
                  <a:pt x="619" y="76"/>
                  <a:pt x="610" y="77"/>
                  <a:pt x="607" y="77"/>
                </a:cubicBezTo>
                <a:cubicBezTo>
                  <a:pt x="604" y="76"/>
                  <a:pt x="600" y="79"/>
                  <a:pt x="597" y="80"/>
                </a:cubicBezTo>
                <a:cubicBezTo>
                  <a:pt x="593" y="80"/>
                  <a:pt x="588" y="80"/>
                  <a:pt x="586" y="81"/>
                </a:cubicBezTo>
                <a:cubicBezTo>
                  <a:pt x="585" y="82"/>
                  <a:pt x="577" y="90"/>
                  <a:pt x="575" y="90"/>
                </a:cubicBezTo>
                <a:cubicBezTo>
                  <a:pt x="574" y="91"/>
                  <a:pt x="566" y="91"/>
                  <a:pt x="564" y="92"/>
                </a:cubicBezTo>
                <a:cubicBezTo>
                  <a:pt x="561" y="92"/>
                  <a:pt x="557" y="95"/>
                  <a:pt x="555" y="96"/>
                </a:cubicBezTo>
                <a:cubicBezTo>
                  <a:pt x="553" y="96"/>
                  <a:pt x="547" y="97"/>
                  <a:pt x="544" y="97"/>
                </a:cubicBezTo>
                <a:cubicBezTo>
                  <a:pt x="540" y="98"/>
                  <a:pt x="536" y="99"/>
                  <a:pt x="535" y="101"/>
                </a:cubicBezTo>
                <a:cubicBezTo>
                  <a:pt x="533" y="103"/>
                  <a:pt x="532" y="109"/>
                  <a:pt x="530" y="109"/>
                </a:cubicBezTo>
                <a:cubicBezTo>
                  <a:pt x="529" y="110"/>
                  <a:pt x="526" y="106"/>
                  <a:pt x="525" y="105"/>
                </a:cubicBezTo>
                <a:cubicBezTo>
                  <a:pt x="524" y="104"/>
                  <a:pt x="521" y="103"/>
                  <a:pt x="519" y="104"/>
                </a:cubicBezTo>
                <a:cubicBezTo>
                  <a:pt x="517" y="105"/>
                  <a:pt x="513" y="107"/>
                  <a:pt x="513" y="108"/>
                </a:cubicBezTo>
                <a:cubicBezTo>
                  <a:pt x="512" y="109"/>
                  <a:pt x="511" y="114"/>
                  <a:pt x="510" y="115"/>
                </a:cubicBezTo>
                <a:cubicBezTo>
                  <a:pt x="508" y="116"/>
                  <a:pt x="505" y="117"/>
                  <a:pt x="504" y="116"/>
                </a:cubicBezTo>
                <a:cubicBezTo>
                  <a:pt x="504" y="115"/>
                  <a:pt x="504" y="113"/>
                  <a:pt x="499" y="113"/>
                </a:cubicBezTo>
                <a:cubicBezTo>
                  <a:pt x="495" y="112"/>
                  <a:pt x="492" y="112"/>
                  <a:pt x="492" y="111"/>
                </a:cubicBezTo>
                <a:cubicBezTo>
                  <a:pt x="491" y="111"/>
                  <a:pt x="487" y="108"/>
                  <a:pt x="484" y="109"/>
                </a:cubicBezTo>
                <a:cubicBezTo>
                  <a:pt x="482" y="109"/>
                  <a:pt x="479" y="112"/>
                  <a:pt x="479" y="113"/>
                </a:cubicBezTo>
                <a:cubicBezTo>
                  <a:pt x="479" y="114"/>
                  <a:pt x="470" y="116"/>
                  <a:pt x="469" y="116"/>
                </a:cubicBezTo>
                <a:cubicBezTo>
                  <a:pt x="468" y="117"/>
                  <a:pt x="467" y="120"/>
                  <a:pt x="468" y="122"/>
                </a:cubicBezTo>
                <a:cubicBezTo>
                  <a:pt x="469" y="123"/>
                  <a:pt x="472" y="124"/>
                  <a:pt x="472" y="125"/>
                </a:cubicBezTo>
                <a:cubicBezTo>
                  <a:pt x="471" y="126"/>
                  <a:pt x="470" y="128"/>
                  <a:pt x="470" y="129"/>
                </a:cubicBezTo>
                <a:cubicBezTo>
                  <a:pt x="470" y="129"/>
                  <a:pt x="472" y="132"/>
                  <a:pt x="473" y="132"/>
                </a:cubicBezTo>
                <a:cubicBezTo>
                  <a:pt x="474" y="132"/>
                  <a:pt x="484" y="132"/>
                  <a:pt x="485" y="132"/>
                </a:cubicBezTo>
                <a:cubicBezTo>
                  <a:pt x="486" y="132"/>
                  <a:pt x="490" y="131"/>
                  <a:pt x="489" y="134"/>
                </a:cubicBezTo>
                <a:cubicBezTo>
                  <a:pt x="489" y="136"/>
                  <a:pt x="490" y="139"/>
                  <a:pt x="486" y="139"/>
                </a:cubicBezTo>
                <a:cubicBezTo>
                  <a:pt x="483" y="140"/>
                  <a:pt x="478" y="141"/>
                  <a:pt x="477" y="142"/>
                </a:cubicBezTo>
                <a:cubicBezTo>
                  <a:pt x="477" y="142"/>
                  <a:pt x="473" y="146"/>
                  <a:pt x="476" y="147"/>
                </a:cubicBezTo>
                <a:cubicBezTo>
                  <a:pt x="479" y="148"/>
                  <a:pt x="484" y="149"/>
                  <a:pt x="487" y="149"/>
                </a:cubicBezTo>
                <a:cubicBezTo>
                  <a:pt x="489" y="149"/>
                  <a:pt x="492" y="153"/>
                  <a:pt x="495" y="152"/>
                </a:cubicBezTo>
                <a:cubicBezTo>
                  <a:pt x="498" y="151"/>
                  <a:pt x="501" y="148"/>
                  <a:pt x="501" y="148"/>
                </a:cubicBezTo>
                <a:cubicBezTo>
                  <a:pt x="502" y="148"/>
                  <a:pt x="502" y="148"/>
                  <a:pt x="506" y="151"/>
                </a:cubicBezTo>
                <a:cubicBezTo>
                  <a:pt x="511" y="153"/>
                  <a:pt x="512" y="154"/>
                  <a:pt x="515" y="155"/>
                </a:cubicBezTo>
                <a:cubicBezTo>
                  <a:pt x="518" y="156"/>
                  <a:pt x="519" y="157"/>
                  <a:pt x="519" y="161"/>
                </a:cubicBezTo>
                <a:cubicBezTo>
                  <a:pt x="519" y="165"/>
                  <a:pt x="521" y="167"/>
                  <a:pt x="516" y="167"/>
                </a:cubicBezTo>
                <a:cubicBezTo>
                  <a:pt x="510" y="166"/>
                  <a:pt x="501" y="165"/>
                  <a:pt x="496" y="166"/>
                </a:cubicBezTo>
                <a:cubicBezTo>
                  <a:pt x="491" y="167"/>
                  <a:pt x="488" y="168"/>
                  <a:pt x="486" y="172"/>
                </a:cubicBezTo>
                <a:cubicBezTo>
                  <a:pt x="484" y="175"/>
                  <a:pt x="474" y="186"/>
                  <a:pt x="473" y="188"/>
                </a:cubicBezTo>
                <a:cubicBezTo>
                  <a:pt x="472" y="191"/>
                  <a:pt x="473" y="195"/>
                  <a:pt x="476" y="197"/>
                </a:cubicBezTo>
                <a:cubicBezTo>
                  <a:pt x="478" y="200"/>
                  <a:pt x="481" y="201"/>
                  <a:pt x="481" y="202"/>
                </a:cubicBezTo>
                <a:cubicBezTo>
                  <a:pt x="480" y="204"/>
                  <a:pt x="481" y="205"/>
                  <a:pt x="478" y="210"/>
                </a:cubicBezTo>
                <a:cubicBezTo>
                  <a:pt x="475" y="214"/>
                  <a:pt x="475" y="218"/>
                  <a:pt x="475" y="219"/>
                </a:cubicBezTo>
                <a:cubicBezTo>
                  <a:pt x="475" y="220"/>
                  <a:pt x="468" y="222"/>
                  <a:pt x="467" y="223"/>
                </a:cubicBezTo>
                <a:cubicBezTo>
                  <a:pt x="466" y="224"/>
                  <a:pt x="466" y="230"/>
                  <a:pt x="467" y="232"/>
                </a:cubicBezTo>
                <a:cubicBezTo>
                  <a:pt x="468" y="234"/>
                  <a:pt x="469" y="236"/>
                  <a:pt x="474" y="237"/>
                </a:cubicBezTo>
                <a:cubicBezTo>
                  <a:pt x="479" y="238"/>
                  <a:pt x="484" y="240"/>
                  <a:pt x="486" y="241"/>
                </a:cubicBezTo>
                <a:cubicBezTo>
                  <a:pt x="488" y="243"/>
                  <a:pt x="493" y="244"/>
                  <a:pt x="495" y="247"/>
                </a:cubicBezTo>
                <a:cubicBezTo>
                  <a:pt x="497" y="250"/>
                  <a:pt x="500" y="252"/>
                  <a:pt x="501" y="253"/>
                </a:cubicBezTo>
                <a:cubicBezTo>
                  <a:pt x="502" y="253"/>
                  <a:pt x="508" y="252"/>
                  <a:pt x="513" y="254"/>
                </a:cubicBezTo>
                <a:cubicBezTo>
                  <a:pt x="518" y="255"/>
                  <a:pt x="518" y="253"/>
                  <a:pt x="518" y="257"/>
                </a:cubicBezTo>
                <a:cubicBezTo>
                  <a:pt x="519" y="260"/>
                  <a:pt x="519" y="277"/>
                  <a:pt x="519" y="279"/>
                </a:cubicBezTo>
                <a:cubicBezTo>
                  <a:pt x="519" y="282"/>
                  <a:pt x="519" y="287"/>
                  <a:pt x="518" y="289"/>
                </a:cubicBezTo>
                <a:cubicBezTo>
                  <a:pt x="518" y="292"/>
                  <a:pt x="517" y="295"/>
                  <a:pt x="512" y="297"/>
                </a:cubicBezTo>
                <a:cubicBezTo>
                  <a:pt x="508" y="299"/>
                  <a:pt x="503" y="301"/>
                  <a:pt x="497" y="299"/>
                </a:cubicBezTo>
                <a:cubicBezTo>
                  <a:pt x="492" y="296"/>
                  <a:pt x="488" y="294"/>
                  <a:pt x="485" y="293"/>
                </a:cubicBezTo>
                <a:cubicBezTo>
                  <a:pt x="483" y="292"/>
                  <a:pt x="482" y="290"/>
                  <a:pt x="479" y="292"/>
                </a:cubicBezTo>
                <a:cubicBezTo>
                  <a:pt x="476" y="294"/>
                  <a:pt x="473" y="297"/>
                  <a:pt x="472" y="301"/>
                </a:cubicBezTo>
                <a:cubicBezTo>
                  <a:pt x="471" y="304"/>
                  <a:pt x="471" y="307"/>
                  <a:pt x="469" y="309"/>
                </a:cubicBezTo>
                <a:cubicBezTo>
                  <a:pt x="467" y="311"/>
                  <a:pt x="461" y="312"/>
                  <a:pt x="457" y="308"/>
                </a:cubicBezTo>
                <a:cubicBezTo>
                  <a:pt x="452" y="305"/>
                  <a:pt x="452" y="303"/>
                  <a:pt x="448" y="303"/>
                </a:cubicBezTo>
                <a:cubicBezTo>
                  <a:pt x="444" y="302"/>
                  <a:pt x="441" y="302"/>
                  <a:pt x="435" y="302"/>
                </a:cubicBezTo>
                <a:cubicBezTo>
                  <a:pt x="430" y="302"/>
                  <a:pt x="422" y="302"/>
                  <a:pt x="421" y="301"/>
                </a:cubicBezTo>
                <a:cubicBezTo>
                  <a:pt x="419" y="300"/>
                  <a:pt x="414" y="296"/>
                  <a:pt x="415" y="294"/>
                </a:cubicBezTo>
                <a:cubicBezTo>
                  <a:pt x="416" y="291"/>
                  <a:pt x="420" y="286"/>
                  <a:pt x="420" y="285"/>
                </a:cubicBezTo>
                <a:cubicBezTo>
                  <a:pt x="420" y="285"/>
                  <a:pt x="421" y="281"/>
                  <a:pt x="419" y="280"/>
                </a:cubicBezTo>
                <a:cubicBezTo>
                  <a:pt x="417" y="279"/>
                  <a:pt x="409" y="278"/>
                  <a:pt x="408" y="277"/>
                </a:cubicBezTo>
                <a:cubicBezTo>
                  <a:pt x="407" y="276"/>
                  <a:pt x="405" y="274"/>
                  <a:pt x="404" y="274"/>
                </a:cubicBezTo>
                <a:cubicBezTo>
                  <a:pt x="404" y="275"/>
                  <a:pt x="401" y="278"/>
                  <a:pt x="400" y="279"/>
                </a:cubicBezTo>
                <a:cubicBezTo>
                  <a:pt x="400" y="279"/>
                  <a:pt x="395" y="279"/>
                  <a:pt x="391" y="279"/>
                </a:cubicBezTo>
                <a:cubicBezTo>
                  <a:pt x="388" y="279"/>
                  <a:pt x="386" y="276"/>
                  <a:pt x="386" y="282"/>
                </a:cubicBezTo>
                <a:cubicBezTo>
                  <a:pt x="387" y="288"/>
                  <a:pt x="388" y="291"/>
                  <a:pt x="386" y="291"/>
                </a:cubicBezTo>
                <a:cubicBezTo>
                  <a:pt x="385" y="292"/>
                  <a:pt x="379" y="293"/>
                  <a:pt x="377" y="291"/>
                </a:cubicBezTo>
                <a:cubicBezTo>
                  <a:pt x="374" y="290"/>
                  <a:pt x="371" y="285"/>
                  <a:pt x="370" y="283"/>
                </a:cubicBezTo>
                <a:cubicBezTo>
                  <a:pt x="368" y="280"/>
                  <a:pt x="367" y="278"/>
                  <a:pt x="364" y="278"/>
                </a:cubicBezTo>
                <a:cubicBezTo>
                  <a:pt x="361" y="277"/>
                  <a:pt x="356" y="276"/>
                  <a:pt x="355" y="278"/>
                </a:cubicBezTo>
                <a:cubicBezTo>
                  <a:pt x="354" y="279"/>
                  <a:pt x="355" y="282"/>
                  <a:pt x="352" y="282"/>
                </a:cubicBezTo>
                <a:cubicBezTo>
                  <a:pt x="350" y="282"/>
                  <a:pt x="348" y="279"/>
                  <a:pt x="345" y="279"/>
                </a:cubicBezTo>
                <a:cubicBezTo>
                  <a:pt x="342" y="278"/>
                  <a:pt x="341" y="277"/>
                  <a:pt x="340" y="280"/>
                </a:cubicBezTo>
                <a:cubicBezTo>
                  <a:pt x="339" y="283"/>
                  <a:pt x="340" y="285"/>
                  <a:pt x="339" y="287"/>
                </a:cubicBezTo>
                <a:cubicBezTo>
                  <a:pt x="337" y="288"/>
                  <a:pt x="333" y="290"/>
                  <a:pt x="332" y="290"/>
                </a:cubicBezTo>
                <a:cubicBezTo>
                  <a:pt x="331" y="291"/>
                  <a:pt x="330" y="293"/>
                  <a:pt x="330" y="296"/>
                </a:cubicBezTo>
                <a:cubicBezTo>
                  <a:pt x="330" y="299"/>
                  <a:pt x="333" y="301"/>
                  <a:pt x="329" y="307"/>
                </a:cubicBezTo>
                <a:cubicBezTo>
                  <a:pt x="325" y="312"/>
                  <a:pt x="323" y="313"/>
                  <a:pt x="320" y="312"/>
                </a:cubicBezTo>
                <a:cubicBezTo>
                  <a:pt x="317" y="311"/>
                  <a:pt x="313" y="307"/>
                  <a:pt x="312" y="305"/>
                </a:cubicBezTo>
                <a:cubicBezTo>
                  <a:pt x="311" y="303"/>
                  <a:pt x="309" y="299"/>
                  <a:pt x="307" y="299"/>
                </a:cubicBezTo>
                <a:cubicBezTo>
                  <a:pt x="304" y="299"/>
                  <a:pt x="294" y="300"/>
                  <a:pt x="294" y="299"/>
                </a:cubicBezTo>
                <a:cubicBezTo>
                  <a:pt x="294" y="299"/>
                  <a:pt x="292" y="295"/>
                  <a:pt x="291" y="294"/>
                </a:cubicBezTo>
                <a:cubicBezTo>
                  <a:pt x="290" y="293"/>
                  <a:pt x="286" y="290"/>
                  <a:pt x="285" y="291"/>
                </a:cubicBezTo>
                <a:cubicBezTo>
                  <a:pt x="283" y="292"/>
                  <a:pt x="282" y="297"/>
                  <a:pt x="282" y="299"/>
                </a:cubicBezTo>
                <a:cubicBezTo>
                  <a:pt x="282" y="301"/>
                  <a:pt x="283" y="311"/>
                  <a:pt x="281" y="313"/>
                </a:cubicBezTo>
                <a:cubicBezTo>
                  <a:pt x="279" y="315"/>
                  <a:pt x="273" y="314"/>
                  <a:pt x="273" y="313"/>
                </a:cubicBezTo>
                <a:cubicBezTo>
                  <a:pt x="273" y="311"/>
                  <a:pt x="274" y="306"/>
                  <a:pt x="273" y="303"/>
                </a:cubicBezTo>
                <a:cubicBezTo>
                  <a:pt x="272" y="301"/>
                  <a:pt x="272" y="298"/>
                  <a:pt x="268" y="297"/>
                </a:cubicBezTo>
                <a:cubicBezTo>
                  <a:pt x="263" y="296"/>
                  <a:pt x="262" y="296"/>
                  <a:pt x="259" y="294"/>
                </a:cubicBezTo>
                <a:cubicBezTo>
                  <a:pt x="257" y="293"/>
                  <a:pt x="253" y="289"/>
                  <a:pt x="252" y="287"/>
                </a:cubicBezTo>
                <a:cubicBezTo>
                  <a:pt x="251" y="286"/>
                  <a:pt x="252" y="283"/>
                  <a:pt x="247" y="282"/>
                </a:cubicBezTo>
                <a:cubicBezTo>
                  <a:pt x="243" y="281"/>
                  <a:pt x="236" y="280"/>
                  <a:pt x="235" y="279"/>
                </a:cubicBezTo>
                <a:cubicBezTo>
                  <a:pt x="235" y="279"/>
                  <a:pt x="234" y="274"/>
                  <a:pt x="231" y="272"/>
                </a:cubicBezTo>
                <a:cubicBezTo>
                  <a:pt x="229" y="270"/>
                  <a:pt x="224" y="268"/>
                  <a:pt x="222" y="267"/>
                </a:cubicBezTo>
                <a:cubicBezTo>
                  <a:pt x="220" y="265"/>
                  <a:pt x="216" y="263"/>
                  <a:pt x="213" y="264"/>
                </a:cubicBezTo>
                <a:cubicBezTo>
                  <a:pt x="210" y="265"/>
                  <a:pt x="206" y="267"/>
                  <a:pt x="203" y="267"/>
                </a:cubicBezTo>
                <a:cubicBezTo>
                  <a:pt x="199" y="267"/>
                  <a:pt x="193" y="265"/>
                  <a:pt x="192" y="264"/>
                </a:cubicBezTo>
                <a:cubicBezTo>
                  <a:pt x="192" y="264"/>
                  <a:pt x="190" y="255"/>
                  <a:pt x="187" y="253"/>
                </a:cubicBezTo>
                <a:cubicBezTo>
                  <a:pt x="184" y="251"/>
                  <a:pt x="181" y="251"/>
                  <a:pt x="179" y="252"/>
                </a:cubicBezTo>
                <a:cubicBezTo>
                  <a:pt x="177" y="254"/>
                  <a:pt x="175" y="257"/>
                  <a:pt x="172" y="257"/>
                </a:cubicBezTo>
                <a:cubicBezTo>
                  <a:pt x="170" y="258"/>
                  <a:pt x="165" y="258"/>
                  <a:pt x="164" y="259"/>
                </a:cubicBezTo>
                <a:cubicBezTo>
                  <a:pt x="164" y="260"/>
                  <a:pt x="163" y="265"/>
                  <a:pt x="163" y="265"/>
                </a:cubicBezTo>
                <a:cubicBezTo>
                  <a:pt x="163" y="265"/>
                  <a:pt x="158" y="266"/>
                  <a:pt x="157" y="266"/>
                </a:cubicBezTo>
                <a:cubicBezTo>
                  <a:pt x="157" y="265"/>
                  <a:pt x="156" y="262"/>
                  <a:pt x="155" y="263"/>
                </a:cubicBezTo>
                <a:cubicBezTo>
                  <a:pt x="154" y="265"/>
                  <a:pt x="152" y="268"/>
                  <a:pt x="151" y="270"/>
                </a:cubicBezTo>
                <a:cubicBezTo>
                  <a:pt x="151" y="271"/>
                  <a:pt x="148" y="275"/>
                  <a:pt x="145" y="275"/>
                </a:cubicBezTo>
                <a:cubicBezTo>
                  <a:pt x="142" y="274"/>
                  <a:pt x="139" y="275"/>
                  <a:pt x="141" y="272"/>
                </a:cubicBezTo>
                <a:cubicBezTo>
                  <a:pt x="142" y="269"/>
                  <a:pt x="145" y="265"/>
                  <a:pt x="145" y="264"/>
                </a:cubicBezTo>
                <a:cubicBezTo>
                  <a:pt x="145" y="263"/>
                  <a:pt x="144" y="259"/>
                  <a:pt x="140" y="258"/>
                </a:cubicBezTo>
                <a:cubicBezTo>
                  <a:pt x="137" y="257"/>
                  <a:pt x="132" y="254"/>
                  <a:pt x="130" y="252"/>
                </a:cubicBezTo>
                <a:cubicBezTo>
                  <a:pt x="127" y="251"/>
                  <a:pt x="124" y="250"/>
                  <a:pt x="124" y="252"/>
                </a:cubicBezTo>
                <a:cubicBezTo>
                  <a:pt x="124" y="254"/>
                  <a:pt x="124" y="259"/>
                  <a:pt x="124" y="262"/>
                </a:cubicBezTo>
                <a:cubicBezTo>
                  <a:pt x="124" y="264"/>
                  <a:pt x="125" y="268"/>
                  <a:pt x="124" y="268"/>
                </a:cubicBezTo>
                <a:cubicBezTo>
                  <a:pt x="123" y="269"/>
                  <a:pt x="120" y="268"/>
                  <a:pt x="119" y="268"/>
                </a:cubicBezTo>
                <a:cubicBezTo>
                  <a:pt x="119" y="268"/>
                  <a:pt x="112" y="268"/>
                  <a:pt x="111" y="268"/>
                </a:cubicBezTo>
                <a:cubicBezTo>
                  <a:pt x="111" y="268"/>
                  <a:pt x="108" y="271"/>
                  <a:pt x="108" y="274"/>
                </a:cubicBezTo>
                <a:cubicBezTo>
                  <a:pt x="107" y="278"/>
                  <a:pt x="107" y="282"/>
                  <a:pt x="107" y="282"/>
                </a:cubicBezTo>
                <a:cubicBezTo>
                  <a:pt x="107" y="282"/>
                  <a:pt x="100" y="283"/>
                  <a:pt x="99" y="283"/>
                </a:cubicBezTo>
                <a:cubicBezTo>
                  <a:pt x="99" y="283"/>
                  <a:pt x="90" y="286"/>
                  <a:pt x="90" y="287"/>
                </a:cubicBezTo>
                <a:cubicBezTo>
                  <a:pt x="89" y="288"/>
                  <a:pt x="87" y="293"/>
                  <a:pt x="87" y="295"/>
                </a:cubicBezTo>
                <a:cubicBezTo>
                  <a:pt x="87" y="296"/>
                  <a:pt x="87" y="300"/>
                  <a:pt x="88" y="301"/>
                </a:cubicBezTo>
                <a:cubicBezTo>
                  <a:pt x="89" y="302"/>
                  <a:pt x="91" y="304"/>
                  <a:pt x="91" y="305"/>
                </a:cubicBezTo>
                <a:cubicBezTo>
                  <a:pt x="92" y="306"/>
                  <a:pt x="92" y="313"/>
                  <a:pt x="92" y="314"/>
                </a:cubicBezTo>
                <a:cubicBezTo>
                  <a:pt x="92" y="314"/>
                  <a:pt x="91" y="317"/>
                  <a:pt x="88" y="317"/>
                </a:cubicBezTo>
                <a:cubicBezTo>
                  <a:pt x="84" y="317"/>
                  <a:pt x="67" y="316"/>
                  <a:pt x="67" y="316"/>
                </a:cubicBezTo>
                <a:cubicBezTo>
                  <a:pt x="67" y="316"/>
                  <a:pt x="68" y="323"/>
                  <a:pt x="68" y="324"/>
                </a:cubicBezTo>
                <a:cubicBezTo>
                  <a:pt x="69" y="326"/>
                  <a:pt x="70" y="330"/>
                  <a:pt x="71" y="332"/>
                </a:cubicBezTo>
                <a:cubicBezTo>
                  <a:pt x="72" y="334"/>
                  <a:pt x="74" y="340"/>
                  <a:pt x="75" y="342"/>
                </a:cubicBezTo>
                <a:cubicBezTo>
                  <a:pt x="75" y="344"/>
                  <a:pt x="74" y="349"/>
                  <a:pt x="73" y="350"/>
                </a:cubicBezTo>
                <a:cubicBezTo>
                  <a:pt x="73" y="351"/>
                  <a:pt x="71" y="353"/>
                  <a:pt x="71" y="355"/>
                </a:cubicBezTo>
                <a:cubicBezTo>
                  <a:pt x="72" y="358"/>
                  <a:pt x="74" y="360"/>
                  <a:pt x="73" y="361"/>
                </a:cubicBezTo>
                <a:cubicBezTo>
                  <a:pt x="73" y="362"/>
                  <a:pt x="72" y="365"/>
                  <a:pt x="67" y="365"/>
                </a:cubicBezTo>
                <a:cubicBezTo>
                  <a:pt x="61" y="364"/>
                  <a:pt x="57" y="364"/>
                  <a:pt x="55" y="363"/>
                </a:cubicBezTo>
                <a:cubicBezTo>
                  <a:pt x="54" y="361"/>
                  <a:pt x="49" y="357"/>
                  <a:pt x="47" y="355"/>
                </a:cubicBezTo>
                <a:cubicBezTo>
                  <a:pt x="45" y="352"/>
                  <a:pt x="39" y="344"/>
                  <a:pt x="38" y="343"/>
                </a:cubicBezTo>
                <a:cubicBezTo>
                  <a:pt x="36" y="342"/>
                  <a:pt x="31" y="336"/>
                  <a:pt x="29" y="335"/>
                </a:cubicBezTo>
                <a:cubicBezTo>
                  <a:pt x="28" y="334"/>
                  <a:pt x="23" y="332"/>
                  <a:pt x="23" y="333"/>
                </a:cubicBezTo>
                <a:cubicBezTo>
                  <a:pt x="21" y="334"/>
                  <a:pt x="19" y="339"/>
                  <a:pt x="19" y="341"/>
                </a:cubicBezTo>
                <a:cubicBezTo>
                  <a:pt x="19" y="343"/>
                  <a:pt x="20" y="347"/>
                  <a:pt x="19" y="349"/>
                </a:cubicBezTo>
                <a:cubicBezTo>
                  <a:pt x="19" y="351"/>
                  <a:pt x="7" y="361"/>
                  <a:pt x="4" y="363"/>
                </a:cubicBezTo>
                <a:cubicBezTo>
                  <a:pt x="1" y="365"/>
                  <a:pt x="1" y="380"/>
                  <a:pt x="1" y="380"/>
                </a:cubicBezTo>
                <a:cubicBezTo>
                  <a:pt x="1" y="380"/>
                  <a:pt x="2" y="384"/>
                  <a:pt x="3" y="386"/>
                </a:cubicBezTo>
                <a:cubicBezTo>
                  <a:pt x="4" y="388"/>
                  <a:pt x="6" y="390"/>
                  <a:pt x="7" y="392"/>
                </a:cubicBezTo>
                <a:cubicBezTo>
                  <a:pt x="7" y="395"/>
                  <a:pt x="9" y="400"/>
                  <a:pt x="8" y="404"/>
                </a:cubicBezTo>
                <a:cubicBezTo>
                  <a:pt x="7" y="407"/>
                  <a:pt x="8" y="407"/>
                  <a:pt x="6" y="414"/>
                </a:cubicBezTo>
                <a:cubicBezTo>
                  <a:pt x="3" y="422"/>
                  <a:pt x="3" y="424"/>
                  <a:pt x="2" y="426"/>
                </a:cubicBezTo>
                <a:cubicBezTo>
                  <a:pt x="1" y="427"/>
                  <a:pt x="0" y="430"/>
                  <a:pt x="0" y="430"/>
                </a:cubicBezTo>
                <a:cubicBezTo>
                  <a:pt x="0" y="430"/>
                  <a:pt x="8" y="432"/>
                  <a:pt x="9" y="432"/>
                </a:cubicBezTo>
                <a:cubicBezTo>
                  <a:pt x="10" y="433"/>
                  <a:pt x="21" y="436"/>
                  <a:pt x="21" y="440"/>
                </a:cubicBezTo>
                <a:cubicBezTo>
                  <a:pt x="21" y="444"/>
                  <a:pt x="21" y="448"/>
                  <a:pt x="21" y="450"/>
                </a:cubicBezTo>
                <a:cubicBezTo>
                  <a:pt x="20" y="451"/>
                  <a:pt x="19" y="451"/>
                  <a:pt x="20" y="452"/>
                </a:cubicBezTo>
                <a:cubicBezTo>
                  <a:pt x="21" y="453"/>
                  <a:pt x="23" y="455"/>
                  <a:pt x="24" y="457"/>
                </a:cubicBezTo>
                <a:cubicBezTo>
                  <a:pt x="26" y="459"/>
                  <a:pt x="27" y="461"/>
                  <a:pt x="28" y="462"/>
                </a:cubicBezTo>
                <a:cubicBezTo>
                  <a:pt x="28" y="463"/>
                  <a:pt x="31" y="466"/>
                  <a:pt x="31" y="465"/>
                </a:cubicBezTo>
                <a:cubicBezTo>
                  <a:pt x="32" y="463"/>
                  <a:pt x="39" y="460"/>
                  <a:pt x="40" y="460"/>
                </a:cubicBezTo>
                <a:cubicBezTo>
                  <a:pt x="40" y="460"/>
                  <a:pt x="44" y="460"/>
                  <a:pt x="46" y="461"/>
                </a:cubicBezTo>
                <a:cubicBezTo>
                  <a:pt x="48" y="462"/>
                  <a:pt x="51" y="463"/>
                  <a:pt x="55" y="463"/>
                </a:cubicBezTo>
                <a:cubicBezTo>
                  <a:pt x="59" y="463"/>
                  <a:pt x="60" y="462"/>
                  <a:pt x="64" y="465"/>
                </a:cubicBezTo>
                <a:cubicBezTo>
                  <a:pt x="69" y="469"/>
                  <a:pt x="73" y="476"/>
                  <a:pt x="76" y="479"/>
                </a:cubicBezTo>
                <a:cubicBezTo>
                  <a:pt x="79" y="482"/>
                  <a:pt x="82" y="486"/>
                  <a:pt x="85" y="489"/>
                </a:cubicBezTo>
                <a:cubicBezTo>
                  <a:pt x="88" y="492"/>
                  <a:pt x="91" y="498"/>
                  <a:pt x="92" y="500"/>
                </a:cubicBezTo>
                <a:cubicBezTo>
                  <a:pt x="93" y="502"/>
                  <a:pt x="95" y="508"/>
                  <a:pt x="95" y="508"/>
                </a:cubicBezTo>
                <a:cubicBezTo>
                  <a:pt x="79" y="508"/>
                  <a:pt x="79" y="508"/>
                  <a:pt x="79" y="508"/>
                </a:cubicBezTo>
                <a:cubicBezTo>
                  <a:pt x="79" y="508"/>
                  <a:pt x="80" y="513"/>
                  <a:pt x="80" y="514"/>
                </a:cubicBezTo>
                <a:cubicBezTo>
                  <a:pt x="80" y="515"/>
                  <a:pt x="84" y="517"/>
                  <a:pt x="86" y="518"/>
                </a:cubicBezTo>
                <a:cubicBezTo>
                  <a:pt x="87" y="519"/>
                  <a:pt x="88" y="521"/>
                  <a:pt x="90" y="522"/>
                </a:cubicBezTo>
                <a:cubicBezTo>
                  <a:pt x="91" y="524"/>
                  <a:pt x="93" y="525"/>
                  <a:pt x="95" y="524"/>
                </a:cubicBezTo>
                <a:cubicBezTo>
                  <a:pt x="97" y="524"/>
                  <a:pt x="99" y="522"/>
                  <a:pt x="101" y="522"/>
                </a:cubicBezTo>
                <a:cubicBezTo>
                  <a:pt x="103" y="521"/>
                  <a:pt x="105" y="521"/>
                  <a:pt x="108" y="522"/>
                </a:cubicBezTo>
                <a:cubicBezTo>
                  <a:pt x="110" y="523"/>
                  <a:pt x="114" y="527"/>
                  <a:pt x="117" y="529"/>
                </a:cubicBezTo>
                <a:cubicBezTo>
                  <a:pt x="118" y="528"/>
                  <a:pt x="119" y="528"/>
                  <a:pt x="121" y="529"/>
                </a:cubicBezTo>
                <a:cubicBezTo>
                  <a:pt x="122" y="531"/>
                  <a:pt x="127" y="530"/>
                  <a:pt x="127" y="529"/>
                </a:cubicBezTo>
                <a:cubicBezTo>
                  <a:pt x="128" y="528"/>
                  <a:pt x="129" y="527"/>
                  <a:pt x="131" y="528"/>
                </a:cubicBezTo>
                <a:cubicBezTo>
                  <a:pt x="133" y="530"/>
                  <a:pt x="135" y="527"/>
                  <a:pt x="137" y="526"/>
                </a:cubicBezTo>
                <a:cubicBezTo>
                  <a:pt x="138" y="524"/>
                  <a:pt x="144" y="521"/>
                  <a:pt x="148" y="517"/>
                </a:cubicBezTo>
                <a:cubicBezTo>
                  <a:pt x="152" y="513"/>
                  <a:pt x="154" y="510"/>
                  <a:pt x="156" y="510"/>
                </a:cubicBezTo>
                <a:cubicBezTo>
                  <a:pt x="159" y="510"/>
                  <a:pt x="161" y="509"/>
                  <a:pt x="164" y="509"/>
                </a:cubicBezTo>
                <a:cubicBezTo>
                  <a:pt x="166" y="509"/>
                  <a:pt x="171" y="508"/>
                  <a:pt x="171" y="506"/>
                </a:cubicBezTo>
                <a:cubicBezTo>
                  <a:pt x="172" y="503"/>
                  <a:pt x="173" y="500"/>
                  <a:pt x="175" y="499"/>
                </a:cubicBezTo>
                <a:cubicBezTo>
                  <a:pt x="177" y="497"/>
                  <a:pt x="181" y="495"/>
                  <a:pt x="183" y="496"/>
                </a:cubicBezTo>
                <a:cubicBezTo>
                  <a:pt x="186" y="497"/>
                  <a:pt x="189" y="499"/>
                  <a:pt x="190" y="499"/>
                </a:cubicBezTo>
                <a:cubicBezTo>
                  <a:pt x="192" y="499"/>
                  <a:pt x="199" y="497"/>
                  <a:pt x="199" y="498"/>
                </a:cubicBezTo>
                <a:cubicBezTo>
                  <a:pt x="200" y="500"/>
                  <a:pt x="203" y="512"/>
                  <a:pt x="204" y="511"/>
                </a:cubicBezTo>
                <a:cubicBezTo>
                  <a:pt x="205" y="511"/>
                  <a:pt x="206" y="506"/>
                  <a:pt x="208" y="508"/>
                </a:cubicBezTo>
                <a:cubicBezTo>
                  <a:pt x="210" y="510"/>
                  <a:pt x="208" y="514"/>
                  <a:pt x="214" y="512"/>
                </a:cubicBezTo>
                <a:cubicBezTo>
                  <a:pt x="220" y="510"/>
                  <a:pt x="221" y="508"/>
                  <a:pt x="223" y="505"/>
                </a:cubicBezTo>
                <a:cubicBezTo>
                  <a:pt x="224" y="503"/>
                  <a:pt x="225" y="499"/>
                  <a:pt x="229" y="499"/>
                </a:cubicBezTo>
                <a:cubicBezTo>
                  <a:pt x="232" y="499"/>
                  <a:pt x="243" y="500"/>
                  <a:pt x="247" y="501"/>
                </a:cubicBezTo>
                <a:cubicBezTo>
                  <a:pt x="250" y="502"/>
                  <a:pt x="253" y="509"/>
                  <a:pt x="255" y="511"/>
                </a:cubicBezTo>
                <a:cubicBezTo>
                  <a:pt x="256" y="513"/>
                  <a:pt x="257" y="515"/>
                  <a:pt x="257" y="516"/>
                </a:cubicBezTo>
                <a:cubicBezTo>
                  <a:pt x="256" y="517"/>
                  <a:pt x="253" y="519"/>
                  <a:pt x="256" y="523"/>
                </a:cubicBezTo>
                <a:cubicBezTo>
                  <a:pt x="260" y="526"/>
                  <a:pt x="262" y="526"/>
                  <a:pt x="262" y="529"/>
                </a:cubicBezTo>
                <a:cubicBezTo>
                  <a:pt x="263" y="531"/>
                  <a:pt x="263" y="532"/>
                  <a:pt x="261" y="535"/>
                </a:cubicBezTo>
                <a:cubicBezTo>
                  <a:pt x="259" y="537"/>
                  <a:pt x="257" y="537"/>
                  <a:pt x="258" y="541"/>
                </a:cubicBezTo>
                <a:cubicBezTo>
                  <a:pt x="259" y="544"/>
                  <a:pt x="261" y="546"/>
                  <a:pt x="261" y="548"/>
                </a:cubicBezTo>
                <a:cubicBezTo>
                  <a:pt x="262" y="550"/>
                  <a:pt x="265" y="551"/>
                  <a:pt x="263" y="553"/>
                </a:cubicBezTo>
                <a:cubicBezTo>
                  <a:pt x="261" y="554"/>
                  <a:pt x="257" y="555"/>
                  <a:pt x="256" y="557"/>
                </a:cubicBezTo>
                <a:cubicBezTo>
                  <a:pt x="255" y="560"/>
                  <a:pt x="254" y="568"/>
                  <a:pt x="255" y="570"/>
                </a:cubicBezTo>
                <a:cubicBezTo>
                  <a:pt x="256" y="571"/>
                  <a:pt x="259" y="575"/>
                  <a:pt x="262" y="577"/>
                </a:cubicBezTo>
                <a:cubicBezTo>
                  <a:pt x="264" y="579"/>
                  <a:pt x="270" y="582"/>
                  <a:pt x="270" y="583"/>
                </a:cubicBezTo>
                <a:cubicBezTo>
                  <a:pt x="271" y="583"/>
                  <a:pt x="270" y="586"/>
                  <a:pt x="270" y="586"/>
                </a:cubicBezTo>
                <a:cubicBezTo>
                  <a:pt x="269" y="586"/>
                  <a:pt x="265" y="589"/>
                  <a:pt x="261" y="588"/>
                </a:cubicBezTo>
                <a:cubicBezTo>
                  <a:pt x="256" y="586"/>
                  <a:pt x="252" y="581"/>
                  <a:pt x="250" y="581"/>
                </a:cubicBezTo>
                <a:cubicBezTo>
                  <a:pt x="248" y="581"/>
                  <a:pt x="240" y="583"/>
                  <a:pt x="236" y="583"/>
                </a:cubicBezTo>
                <a:cubicBezTo>
                  <a:pt x="232" y="583"/>
                  <a:pt x="217" y="581"/>
                  <a:pt x="214" y="581"/>
                </a:cubicBezTo>
                <a:cubicBezTo>
                  <a:pt x="212" y="581"/>
                  <a:pt x="204" y="583"/>
                  <a:pt x="202" y="585"/>
                </a:cubicBezTo>
                <a:cubicBezTo>
                  <a:pt x="200" y="588"/>
                  <a:pt x="198" y="590"/>
                  <a:pt x="197" y="596"/>
                </a:cubicBezTo>
                <a:cubicBezTo>
                  <a:pt x="197" y="601"/>
                  <a:pt x="197" y="603"/>
                  <a:pt x="198" y="606"/>
                </a:cubicBezTo>
                <a:cubicBezTo>
                  <a:pt x="200" y="610"/>
                  <a:pt x="201" y="613"/>
                  <a:pt x="203" y="615"/>
                </a:cubicBezTo>
                <a:cubicBezTo>
                  <a:pt x="205" y="617"/>
                  <a:pt x="207" y="619"/>
                  <a:pt x="209" y="621"/>
                </a:cubicBezTo>
                <a:cubicBezTo>
                  <a:pt x="211" y="622"/>
                  <a:pt x="215" y="625"/>
                  <a:pt x="215" y="626"/>
                </a:cubicBezTo>
                <a:cubicBezTo>
                  <a:pt x="215" y="628"/>
                  <a:pt x="208" y="628"/>
                  <a:pt x="207" y="627"/>
                </a:cubicBezTo>
                <a:cubicBezTo>
                  <a:pt x="206" y="627"/>
                  <a:pt x="202" y="626"/>
                  <a:pt x="202" y="627"/>
                </a:cubicBezTo>
                <a:cubicBezTo>
                  <a:pt x="201" y="629"/>
                  <a:pt x="201" y="630"/>
                  <a:pt x="198" y="629"/>
                </a:cubicBezTo>
                <a:cubicBezTo>
                  <a:pt x="194" y="629"/>
                  <a:pt x="191" y="626"/>
                  <a:pt x="188" y="626"/>
                </a:cubicBezTo>
                <a:cubicBezTo>
                  <a:pt x="185" y="627"/>
                  <a:pt x="171" y="627"/>
                  <a:pt x="170" y="629"/>
                </a:cubicBezTo>
                <a:cubicBezTo>
                  <a:pt x="168" y="630"/>
                  <a:pt x="169" y="634"/>
                  <a:pt x="170" y="637"/>
                </a:cubicBezTo>
                <a:cubicBezTo>
                  <a:pt x="171" y="639"/>
                  <a:pt x="175" y="642"/>
                  <a:pt x="178" y="642"/>
                </a:cubicBezTo>
                <a:cubicBezTo>
                  <a:pt x="182" y="643"/>
                  <a:pt x="194" y="656"/>
                  <a:pt x="197" y="659"/>
                </a:cubicBezTo>
                <a:cubicBezTo>
                  <a:pt x="200" y="662"/>
                  <a:pt x="207" y="671"/>
                  <a:pt x="209" y="674"/>
                </a:cubicBezTo>
                <a:cubicBezTo>
                  <a:pt x="210" y="678"/>
                  <a:pt x="212" y="682"/>
                  <a:pt x="213" y="686"/>
                </a:cubicBezTo>
                <a:cubicBezTo>
                  <a:pt x="214" y="691"/>
                  <a:pt x="212" y="694"/>
                  <a:pt x="214" y="696"/>
                </a:cubicBezTo>
                <a:cubicBezTo>
                  <a:pt x="216" y="697"/>
                  <a:pt x="222" y="697"/>
                  <a:pt x="225" y="697"/>
                </a:cubicBezTo>
                <a:cubicBezTo>
                  <a:pt x="228" y="697"/>
                  <a:pt x="230" y="697"/>
                  <a:pt x="232" y="700"/>
                </a:cubicBezTo>
                <a:cubicBezTo>
                  <a:pt x="233" y="702"/>
                  <a:pt x="237" y="708"/>
                  <a:pt x="238" y="710"/>
                </a:cubicBezTo>
                <a:cubicBezTo>
                  <a:pt x="240" y="712"/>
                  <a:pt x="242" y="714"/>
                  <a:pt x="247" y="714"/>
                </a:cubicBezTo>
                <a:cubicBezTo>
                  <a:pt x="251" y="713"/>
                  <a:pt x="258" y="713"/>
                  <a:pt x="264" y="714"/>
                </a:cubicBezTo>
                <a:cubicBezTo>
                  <a:pt x="269" y="714"/>
                  <a:pt x="275" y="716"/>
                  <a:pt x="274" y="726"/>
                </a:cubicBezTo>
                <a:cubicBezTo>
                  <a:pt x="273" y="736"/>
                  <a:pt x="274" y="734"/>
                  <a:pt x="271" y="740"/>
                </a:cubicBezTo>
                <a:cubicBezTo>
                  <a:pt x="269" y="745"/>
                  <a:pt x="267" y="744"/>
                  <a:pt x="269" y="754"/>
                </a:cubicBezTo>
                <a:cubicBezTo>
                  <a:pt x="270" y="761"/>
                  <a:pt x="269" y="762"/>
                  <a:pt x="270" y="765"/>
                </a:cubicBezTo>
                <a:cubicBezTo>
                  <a:pt x="270" y="765"/>
                  <a:pt x="292" y="745"/>
                  <a:pt x="293" y="745"/>
                </a:cubicBezTo>
                <a:cubicBezTo>
                  <a:pt x="294" y="744"/>
                  <a:pt x="311" y="736"/>
                  <a:pt x="315" y="736"/>
                </a:cubicBezTo>
                <a:cubicBezTo>
                  <a:pt x="319" y="735"/>
                  <a:pt x="335" y="739"/>
                  <a:pt x="341" y="741"/>
                </a:cubicBezTo>
                <a:cubicBezTo>
                  <a:pt x="347" y="744"/>
                  <a:pt x="361" y="755"/>
                  <a:pt x="365" y="758"/>
                </a:cubicBezTo>
                <a:cubicBezTo>
                  <a:pt x="370" y="760"/>
                  <a:pt x="377" y="767"/>
                  <a:pt x="386" y="780"/>
                </a:cubicBezTo>
                <a:cubicBezTo>
                  <a:pt x="395" y="793"/>
                  <a:pt x="393" y="784"/>
                  <a:pt x="394" y="785"/>
                </a:cubicBezTo>
                <a:cubicBezTo>
                  <a:pt x="395" y="786"/>
                  <a:pt x="406" y="784"/>
                  <a:pt x="415" y="783"/>
                </a:cubicBezTo>
                <a:cubicBezTo>
                  <a:pt x="415" y="783"/>
                  <a:pt x="415" y="783"/>
                  <a:pt x="415" y="783"/>
                </a:cubicBezTo>
                <a:cubicBezTo>
                  <a:pt x="415" y="783"/>
                  <a:pt x="415" y="783"/>
                  <a:pt x="415" y="783"/>
                </a:cubicBezTo>
                <a:cubicBezTo>
                  <a:pt x="381" y="595"/>
                  <a:pt x="381" y="595"/>
                  <a:pt x="381" y="595"/>
                </a:cubicBezTo>
                <a:cubicBezTo>
                  <a:pt x="381" y="595"/>
                  <a:pt x="381" y="595"/>
                  <a:pt x="381" y="595"/>
                </a:cubicBezTo>
                <a:cubicBezTo>
                  <a:pt x="381" y="595"/>
                  <a:pt x="381" y="595"/>
                  <a:pt x="381" y="595"/>
                </a:cubicBezTo>
                <a:cubicBezTo>
                  <a:pt x="479" y="574"/>
                  <a:pt x="479" y="574"/>
                  <a:pt x="479" y="574"/>
                </a:cubicBezTo>
                <a:cubicBezTo>
                  <a:pt x="479" y="574"/>
                  <a:pt x="479" y="574"/>
                  <a:pt x="479" y="574"/>
                </a:cubicBezTo>
                <a:cubicBezTo>
                  <a:pt x="479" y="574"/>
                  <a:pt x="479" y="574"/>
                  <a:pt x="479" y="574"/>
                </a:cubicBezTo>
                <a:cubicBezTo>
                  <a:pt x="479" y="574"/>
                  <a:pt x="538" y="609"/>
                  <a:pt x="565" y="624"/>
                </a:cubicBezTo>
                <a:cubicBezTo>
                  <a:pt x="569" y="627"/>
                  <a:pt x="573" y="629"/>
                  <a:pt x="575" y="631"/>
                </a:cubicBezTo>
                <a:cubicBezTo>
                  <a:pt x="576" y="631"/>
                  <a:pt x="577" y="631"/>
                  <a:pt x="577" y="632"/>
                </a:cubicBezTo>
                <a:cubicBezTo>
                  <a:pt x="582" y="634"/>
                  <a:pt x="590" y="639"/>
                  <a:pt x="597" y="642"/>
                </a:cubicBezTo>
                <a:cubicBezTo>
                  <a:pt x="599" y="643"/>
                  <a:pt x="600" y="644"/>
                  <a:pt x="602" y="644"/>
                </a:cubicBezTo>
                <a:cubicBezTo>
                  <a:pt x="608" y="646"/>
                  <a:pt x="614" y="645"/>
                  <a:pt x="619" y="644"/>
                </a:cubicBezTo>
                <a:cubicBezTo>
                  <a:pt x="624" y="643"/>
                  <a:pt x="646" y="640"/>
                  <a:pt x="654" y="639"/>
                </a:cubicBezTo>
                <a:cubicBezTo>
                  <a:pt x="658" y="639"/>
                  <a:pt x="664" y="638"/>
                  <a:pt x="670" y="639"/>
                </a:cubicBezTo>
                <a:cubicBezTo>
                  <a:pt x="676" y="639"/>
                  <a:pt x="682" y="639"/>
                  <a:pt x="686" y="639"/>
                </a:cubicBezTo>
                <a:cubicBezTo>
                  <a:pt x="694" y="639"/>
                  <a:pt x="717" y="639"/>
                  <a:pt x="726" y="639"/>
                </a:cubicBezTo>
                <a:cubicBezTo>
                  <a:pt x="731" y="639"/>
                  <a:pt x="735" y="642"/>
                  <a:pt x="737" y="646"/>
                </a:cubicBezTo>
                <a:cubicBezTo>
                  <a:pt x="740" y="648"/>
                  <a:pt x="741" y="651"/>
                  <a:pt x="742" y="652"/>
                </a:cubicBezTo>
                <a:cubicBezTo>
                  <a:pt x="743" y="654"/>
                  <a:pt x="750" y="662"/>
                  <a:pt x="752" y="663"/>
                </a:cubicBezTo>
                <a:cubicBezTo>
                  <a:pt x="752" y="664"/>
                  <a:pt x="754" y="666"/>
                  <a:pt x="755" y="670"/>
                </a:cubicBezTo>
                <a:cubicBezTo>
                  <a:pt x="756" y="674"/>
                  <a:pt x="757" y="678"/>
                  <a:pt x="758" y="679"/>
                </a:cubicBezTo>
                <a:cubicBezTo>
                  <a:pt x="758" y="679"/>
                  <a:pt x="758" y="679"/>
                  <a:pt x="758" y="679"/>
                </a:cubicBezTo>
                <a:cubicBezTo>
                  <a:pt x="759" y="681"/>
                  <a:pt x="772" y="677"/>
                  <a:pt x="772" y="677"/>
                </a:cubicBezTo>
                <a:cubicBezTo>
                  <a:pt x="772" y="677"/>
                  <a:pt x="772" y="690"/>
                  <a:pt x="773" y="703"/>
                </a:cubicBezTo>
                <a:cubicBezTo>
                  <a:pt x="773" y="714"/>
                  <a:pt x="774" y="724"/>
                  <a:pt x="774" y="728"/>
                </a:cubicBezTo>
                <a:cubicBezTo>
                  <a:pt x="774" y="729"/>
                  <a:pt x="775" y="730"/>
                  <a:pt x="775" y="730"/>
                </a:cubicBezTo>
                <a:cubicBezTo>
                  <a:pt x="776" y="730"/>
                  <a:pt x="782" y="731"/>
                  <a:pt x="788" y="732"/>
                </a:cubicBezTo>
                <a:cubicBezTo>
                  <a:pt x="793" y="732"/>
                  <a:pt x="796" y="733"/>
                  <a:pt x="798" y="734"/>
                </a:cubicBezTo>
                <a:cubicBezTo>
                  <a:pt x="798" y="734"/>
                  <a:pt x="798" y="734"/>
                  <a:pt x="799" y="734"/>
                </a:cubicBezTo>
                <a:cubicBezTo>
                  <a:pt x="799" y="734"/>
                  <a:pt x="799" y="734"/>
                  <a:pt x="799" y="734"/>
                </a:cubicBezTo>
                <a:cubicBezTo>
                  <a:pt x="799" y="734"/>
                  <a:pt x="799" y="734"/>
                  <a:pt x="799" y="734"/>
                </a:cubicBezTo>
                <a:cubicBezTo>
                  <a:pt x="801" y="737"/>
                  <a:pt x="804" y="746"/>
                  <a:pt x="806" y="751"/>
                </a:cubicBezTo>
                <a:cubicBezTo>
                  <a:pt x="806" y="751"/>
                  <a:pt x="806" y="751"/>
                  <a:pt x="806" y="752"/>
                </a:cubicBezTo>
                <a:cubicBezTo>
                  <a:pt x="807" y="754"/>
                  <a:pt x="809" y="759"/>
                  <a:pt x="811" y="764"/>
                </a:cubicBezTo>
                <a:cubicBezTo>
                  <a:pt x="813" y="768"/>
                  <a:pt x="815" y="772"/>
                  <a:pt x="816" y="774"/>
                </a:cubicBezTo>
                <a:cubicBezTo>
                  <a:pt x="816" y="775"/>
                  <a:pt x="816" y="775"/>
                  <a:pt x="817" y="775"/>
                </a:cubicBezTo>
                <a:cubicBezTo>
                  <a:pt x="818" y="777"/>
                  <a:pt x="825" y="776"/>
                  <a:pt x="831" y="775"/>
                </a:cubicBezTo>
                <a:cubicBezTo>
                  <a:pt x="837" y="774"/>
                  <a:pt x="834" y="772"/>
                  <a:pt x="836" y="770"/>
                </a:cubicBezTo>
                <a:cubicBezTo>
                  <a:pt x="837" y="769"/>
                  <a:pt x="839" y="769"/>
                  <a:pt x="840" y="770"/>
                </a:cubicBezTo>
                <a:cubicBezTo>
                  <a:pt x="842" y="770"/>
                  <a:pt x="843" y="771"/>
                  <a:pt x="843" y="771"/>
                </a:cubicBezTo>
                <a:cubicBezTo>
                  <a:pt x="843" y="771"/>
                  <a:pt x="847" y="769"/>
                  <a:pt x="849" y="767"/>
                </a:cubicBezTo>
                <a:cubicBezTo>
                  <a:pt x="849" y="767"/>
                  <a:pt x="850" y="767"/>
                  <a:pt x="850" y="767"/>
                </a:cubicBezTo>
                <a:cubicBezTo>
                  <a:pt x="850" y="767"/>
                  <a:pt x="850" y="767"/>
                  <a:pt x="850" y="767"/>
                </a:cubicBezTo>
                <a:cubicBezTo>
                  <a:pt x="850" y="767"/>
                  <a:pt x="850" y="767"/>
                  <a:pt x="850" y="767"/>
                </a:cubicBezTo>
                <a:cubicBezTo>
                  <a:pt x="851" y="766"/>
                  <a:pt x="851" y="766"/>
                  <a:pt x="852" y="767"/>
                </a:cubicBezTo>
                <a:cubicBezTo>
                  <a:pt x="852" y="767"/>
                  <a:pt x="852" y="767"/>
                  <a:pt x="852" y="767"/>
                </a:cubicBezTo>
                <a:cubicBezTo>
                  <a:pt x="854" y="768"/>
                  <a:pt x="856" y="770"/>
                  <a:pt x="858" y="771"/>
                </a:cubicBezTo>
                <a:cubicBezTo>
                  <a:pt x="859" y="772"/>
                  <a:pt x="859" y="772"/>
                  <a:pt x="860" y="773"/>
                </a:cubicBezTo>
                <a:cubicBezTo>
                  <a:pt x="860" y="773"/>
                  <a:pt x="861" y="773"/>
                  <a:pt x="861" y="773"/>
                </a:cubicBezTo>
                <a:cubicBezTo>
                  <a:pt x="863" y="774"/>
                  <a:pt x="865" y="774"/>
                  <a:pt x="867" y="774"/>
                </a:cubicBezTo>
                <a:cubicBezTo>
                  <a:pt x="869" y="775"/>
                  <a:pt x="870" y="775"/>
                  <a:pt x="872" y="775"/>
                </a:cubicBezTo>
                <a:cubicBezTo>
                  <a:pt x="875" y="775"/>
                  <a:pt x="877" y="776"/>
                  <a:pt x="879" y="777"/>
                </a:cubicBezTo>
                <a:cubicBezTo>
                  <a:pt x="882" y="777"/>
                  <a:pt x="884" y="778"/>
                  <a:pt x="887" y="778"/>
                </a:cubicBezTo>
                <a:cubicBezTo>
                  <a:pt x="891" y="779"/>
                  <a:pt x="894" y="778"/>
                  <a:pt x="895" y="777"/>
                </a:cubicBezTo>
                <a:cubicBezTo>
                  <a:pt x="896" y="777"/>
                  <a:pt x="896" y="777"/>
                  <a:pt x="897" y="776"/>
                </a:cubicBezTo>
                <a:cubicBezTo>
                  <a:pt x="899" y="774"/>
                  <a:pt x="909" y="762"/>
                  <a:pt x="913" y="756"/>
                </a:cubicBezTo>
                <a:cubicBezTo>
                  <a:pt x="917" y="750"/>
                  <a:pt x="920" y="745"/>
                  <a:pt x="922" y="741"/>
                </a:cubicBezTo>
                <a:cubicBezTo>
                  <a:pt x="922" y="741"/>
                  <a:pt x="922" y="740"/>
                  <a:pt x="923" y="740"/>
                </a:cubicBezTo>
                <a:cubicBezTo>
                  <a:pt x="926" y="735"/>
                  <a:pt x="933" y="727"/>
                  <a:pt x="933" y="726"/>
                </a:cubicBezTo>
                <a:cubicBezTo>
                  <a:pt x="933" y="725"/>
                  <a:pt x="940" y="720"/>
                  <a:pt x="945" y="718"/>
                </a:cubicBezTo>
                <a:cubicBezTo>
                  <a:pt x="946" y="717"/>
                  <a:pt x="948" y="716"/>
                  <a:pt x="948" y="716"/>
                </a:cubicBezTo>
                <a:cubicBezTo>
                  <a:pt x="952" y="709"/>
                  <a:pt x="952" y="709"/>
                  <a:pt x="952" y="709"/>
                </a:cubicBezTo>
                <a:cubicBezTo>
                  <a:pt x="956" y="704"/>
                  <a:pt x="956" y="704"/>
                  <a:pt x="956" y="704"/>
                </a:cubicBezTo>
                <a:cubicBezTo>
                  <a:pt x="956" y="704"/>
                  <a:pt x="956" y="704"/>
                  <a:pt x="956" y="704"/>
                </a:cubicBezTo>
                <a:cubicBezTo>
                  <a:pt x="956" y="704"/>
                  <a:pt x="956" y="704"/>
                  <a:pt x="956" y="704"/>
                </a:cubicBezTo>
                <a:cubicBezTo>
                  <a:pt x="956" y="702"/>
                  <a:pt x="960" y="699"/>
                  <a:pt x="962" y="697"/>
                </a:cubicBezTo>
                <a:cubicBezTo>
                  <a:pt x="965" y="696"/>
                  <a:pt x="966" y="692"/>
                  <a:pt x="968" y="690"/>
                </a:cubicBezTo>
                <a:cubicBezTo>
                  <a:pt x="969" y="688"/>
                  <a:pt x="972" y="684"/>
                  <a:pt x="976" y="684"/>
                </a:cubicBezTo>
                <a:cubicBezTo>
                  <a:pt x="980" y="684"/>
                  <a:pt x="982" y="686"/>
                  <a:pt x="987" y="688"/>
                </a:cubicBezTo>
                <a:cubicBezTo>
                  <a:pt x="993" y="690"/>
                  <a:pt x="991" y="691"/>
                  <a:pt x="1000" y="692"/>
                </a:cubicBezTo>
                <a:cubicBezTo>
                  <a:pt x="1009" y="692"/>
                  <a:pt x="1011" y="691"/>
                  <a:pt x="1025" y="692"/>
                </a:cubicBezTo>
                <a:cubicBezTo>
                  <a:pt x="1039" y="692"/>
                  <a:pt x="1045" y="693"/>
                  <a:pt x="1049" y="692"/>
                </a:cubicBezTo>
                <a:cubicBezTo>
                  <a:pt x="1053" y="690"/>
                  <a:pt x="1057" y="690"/>
                  <a:pt x="1057" y="687"/>
                </a:cubicBezTo>
                <a:cubicBezTo>
                  <a:pt x="1058" y="683"/>
                  <a:pt x="1056" y="673"/>
                  <a:pt x="1055" y="670"/>
                </a:cubicBezTo>
                <a:cubicBezTo>
                  <a:pt x="1054" y="666"/>
                  <a:pt x="1054" y="664"/>
                  <a:pt x="1056" y="662"/>
                </a:cubicBezTo>
                <a:cubicBezTo>
                  <a:pt x="1058" y="661"/>
                  <a:pt x="1064" y="660"/>
                  <a:pt x="1067" y="661"/>
                </a:cubicBezTo>
                <a:cubicBezTo>
                  <a:pt x="1071" y="662"/>
                  <a:pt x="1074" y="663"/>
                  <a:pt x="1078" y="661"/>
                </a:cubicBezTo>
                <a:cubicBezTo>
                  <a:pt x="1081" y="659"/>
                  <a:pt x="1082" y="660"/>
                  <a:pt x="1086" y="660"/>
                </a:cubicBezTo>
                <a:cubicBezTo>
                  <a:pt x="1091" y="660"/>
                  <a:pt x="1101" y="664"/>
                  <a:pt x="1105" y="665"/>
                </a:cubicBezTo>
                <a:cubicBezTo>
                  <a:pt x="1109" y="667"/>
                  <a:pt x="1116" y="671"/>
                  <a:pt x="1121" y="671"/>
                </a:cubicBezTo>
                <a:cubicBezTo>
                  <a:pt x="1125" y="672"/>
                  <a:pt x="1132" y="674"/>
                  <a:pt x="1137" y="672"/>
                </a:cubicBezTo>
                <a:cubicBezTo>
                  <a:pt x="1142" y="670"/>
                  <a:pt x="1148" y="666"/>
                  <a:pt x="1152" y="664"/>
                </a:cubicBezTo>
                <a:cubicBezTo>
                  <a:pt x="1155" y="663"/>
                  <a:pt x="1162" y="663"/>
                  <a:pt x="1162" y="663"/>
                </a:cubicBezTo>
                <a:cubicBezTo>
                  <a:pt x="1162" y="663"/>
                  <a:pt x="1174" y="664"/>
                  <a:pt x="1177" y="663"/>
                </a:cubicBezTo>
                <a:cubicBezTo>
                  <a:pt x="1180" y="662"/>
                  <a:pt x="1188" y="659"/>
                  <a:pt x="1192" y="660"/>
                </a:cubicBezTo>
                <a:cubicBezTo>
                  <a:pt x="1196" y="660"/>
                  <a:pt x="1199" y="665"/>
                  <a:pt x="1205" y="665"/>
                </a:cubicBezTo>
                <a:cubicBezTo>
                  <a:pt x="1211" y="664"/>
                  <a:pt x="1216" y="662"/>
                  <a:pt x="1221" y="661"/>
                </a:cubicBezTo>
                <a:cubicBezTo>
                  <a:pt x="1225" y="660"/>
                  <a:pt x="1239" y="660"/>
                  <a:pt x="1242" y="660"/>
                </a:cubicBezTo>
                <a:cubicBezTo>
                  <a:pt x="1244" y="661"/>
                  <a:pt x="1251" y="664"/>
                  <a:pt x="1254" y="666"/>
                </a:cubicBezTo>
                <a:cubicBezTo>
                  <a:pt x="1258" y="668"/>
                  <a:pt x="1263" y="668"/>
                  <a:pt x="1267" y="668"/>
                </a:cubicBezTo>
                <a:cubicBezTo>
                  <a:pt x="1270" y="668"/>
                  <a:pt x="1276" y="677"/>
                  <a:pt x="1279" y="680"/>
                </a:cubicBezTo>
                <a:cubicBezTo>
                  <a:pt x="1281" y="682"/>
                  <a:pt x="1279" y="686"/>
                  <a:pt x="1288" y="687"/>
                </a:cubicBezTo>
                <a:cubicBezTo>
                  <a:pt x="1296" y="689"/>
                  <a:pt x="1302" y="690"/>
                  <a:pt x="1306" y="688"/>
                </a:cubicBezTo>
                <a:cubicBezTo>
                  <a:pt x="1309" y="686"/>
                  <a:pt x="1311" y="678"/>
                  <a:pt x="1312" y="675"/>
                </a:cubicBezTo>
                <a:cubicBezTo>
                  <a:pt x="1313" y="673"/>
                  <a:pt x="1316" y="670"/>
                  <a:pt x="1318" y="668"/>
                </a:cubicBezTo>
                <a:cubicBezTo>
                  <a:pt x="1321" y="666"/>
                  <a:pt x="1318" y="659"/>
                  <a:pt x="1317" y="658"/>
                </a:cubicBezTo>
                <a:cubicBezTo>
                  <a:pt x="1316" y="656"/>
                  <a:pt x="1314" y="653"/>
                  <a:pt x="1317" y="650"/>
                </a:cubicBezTo>
                <a:cubicBezTo>
                  <a:pt x="1321" y="646"/>
                  <a:pt x="1323" y="646"/>
                  <a:pt x="1322" y="642"/>
                </a:cubicBezTo>
                <a:cubicBezTo>
                  <a:pt x="1322" y="639"/>
                  <a:pt x="1321" y="631"/>
                  <a:pt x="1318" y="628"/>
                </a:cubicBezTo>
                <a:cubicBezTo>
                  <a:pt x="1314" y="625"/>
                  <a:pt x="1308" y="619"/>
                  <a:pt x="1305" y="613"/>
                </a:cubicBezTo>
                <a:cubicBezTo>
                  <a:pt x="1301" y="606"/>
                  <a:pt x="1300" y="600"/>
                  <a:pt x="1298" y="594"/>
                </a:cubicBezTo>
                <a:cubicBezTo>
                  <a:pt x="1296" y="587"/>
                  <a:pt x="1293" y="581"/>
                  <a:pt x="1294" y="578"/>
                </a:cubicBezTo>
                <a:cubicBezTo>
                  <a:pt x="1294" y="575"/>
                  <a:pt x="1296" y="572"/>
                  <a:pt x="1297" y="570"/>
                </a:cubicBezTo>
                <a:cubicBezTo>
                  <a:pt x="1298" y="568"/>
                  <a:pt x="1302" y="564"/>
                  <a:pt x="1297" y="564"/>
                </a:cubicBezTo>
                <a:cubicBezTo>
                  <a:pt x="1292" y="564"/>
                  <a:pt x="1283" y="566"/>
                  <a:pt x="1279" y="563"/>
                </a:cubicBezTo>
                <a:cubicBezTo>
                  <a:pt x="1276" y="560"/>
                  <a:pt x="1271" y="559"/>
                  <a:pt x="1273" y="555"/>
                </a:cubicBezTo>
                <a:cubicBezTo>
                  <a:pt x="1274" y="552"/>
                  <a:pt x="1280" y="546"/>
                  <a:pt x="1282" y="545"/>
                </a:cubicBezTo>
                <a:cubicBezTo>
                  <a:pt x="1284" y="545"/>
                  <a:pt x="1286" y="545"/>
                  <a:pt x="1291" y="545"/>
                </a:cubicBezTo>
                <a:cubicBezTo>
                  <a:pt x="1296" y="546"/>
                  <a:pt x="1303" y="545"/>
                  <a:pt x="1306" y="543"/>
                </a:cubicBezTo>
                <a:cubicBezTo>
                  <a:pt x="1310" y="541"/>
                  <a:pt x="1317" y="537"/>
                  <a:pt x="1321" y="536"/>
                </a:cubicBezTo>
                <a:cubicBezTo>
                  <a:pt x="1325" y="536"/>
                  <a:pt x="1331" y="537"/>
                  <a:pt x="1333" y="536"/>
                </a:cubicBezTo>
                <a:cubicBezTo>
                  <a:pt x="1336" y="536"/>
                  <a:pt x="1339" y="533"/>
                  <a:pt x="1342" y="535"/>
                </a:cubicBezTo>
                <a:cubicBezTo>
                  <a:pt x="1344" y="537"/>
                  <a:pt x="1347" y="540"/>
                  <a:pt x="1350" y="538"/>
                </a:cubicBezTo>
                <a:cubicBezTo>
                  <a:pt x="1352" y="537"/>
                  <a:pt x="1354" y="534"/>
                  <a:pt x="1356" y="534"/>
                </a:cubicBezTo>
                <a:cubicBezTo>
                  <a:pt x="1358" y="534"/>
                  <a:pt x="1365" y="523"/>
                  <a:pt x="1364" y="522"/>
                </a:cubicBezTo>
                <a:cubicBezTo>
                  <a:pt x="1364" y="521"/>
                  <a:pt x="1357" y="517"/>
                  <a:pt x="1354" y="513"/>
                </a:cubicBezTo>
                <a:cubicBezTo>
                  <a:pt x="1351" y="508"/>
                  <a:pt x="1350" y="494"/>
                  <a:pt x="1351" y="488"/>
                </a:cubicBezTo>
                <a:cubicBezTo>
                  <a:pt x="1353" y="483"/>
                  <a:pt x="1356" y="475"/>
                  <a:pt x="1357" y="471"/>
                </a:cubicBezTo>
                <a:cubicBezTo>
                  <a:pt x="1357" y="466"/>
                  <a:pt x="1357" y="457"/>
                  <a:pt x="1358" y="455"/>
                </a:cubicBezTo>
                <a:cubicBezTo>
                  <a:pt x="1358" y="453"/>
                  <a:pt x="1361" y="449"/>
                  <a:pt x="1362" y="446"/>
                </a:cubicBezTo>
                <a:cubicBezTo>
                  <a:pt x="1362" y="444"/>
                  <a:pt x="1362" y="437"/>
                  <a:pt x="1365" y="433"/>
                </a:cubicBezTo>
                <a:cubicBezTo>
                  <a:pt x="1367" y="429"/>
                  <a:pt x="1372" y="427"/>
                  <a:pt x="1376" y="428"/>
                </a:cubicBezTo>
                <a:cubicBezTo>
                  <a:pt x="1380" y="429"/>
                  <a:pt x="1383" y="432"/>
                  <a:pt x="1388" y="434"/>
                </a:cubicBezTo>
                <a:cubicBezTo>
                  <a:pt x="1393" y="436"/>
                  <a:pt x="1398" y="438"/>
                  <a:pt x="1402" y="437"/>
                </a:cubicBezTo>
                <a:cubicBezTo>
                  <a:pt x="1406" y="436"/>
                  <a:pt x="1411" y="435"/>
                  <a:pt x="1415" y="434"/>
                </a:cubicBezTo>
                <a:cubicBezTo>
                  <a:pt x="1419" y="433"/>
                  <a:pt x="1425" y="430"/>
                  <a:pt x="1428" y="432"/>
                </a:cubicBezTo>
                <a:cubicBezTo>
                  <a:pt x="1431" y="435"/>
                  <a:pt x="1432" y="439"/>
                  <a:pt x="1435" y="438"/>
                </a:cubicBezTo>
                <a:cubicBezTo>
                  <a:pt x="1438" y="436"/>
                  <a:pt x="1440" y="433"/>
                  <a:pt x="1444" y="429"/>
                </a:cubicBezTo>
                <a:cubicBezTo>
                  <a:pt x="1447" y="426"/>
                  <a:pt x="1452" y="424"/>
                  <a:pt x="1456" y="420"/>
                </a:cubicBezTo>
                <a:cubicBezTo>
                  <a:pt x="1461" y="417"/>
                  <a:pt x="1464" y="416"/>
                  <a:pt x="1463" y="411"/>
                </a:cubicBezTo>
                <a:cubicBezTo>
                  <a:pt x="1462" y="407"/>
                  <a:pt x="1459" y="400"/>
                  <a:pt x="1454" y="394"/>
                </a:cubicBezTo>
                <a:cubicBezTo>
                  <a:pt x="1450" y="388"/>
                  <a:pt x="1446" y="381"/>
                  <a:pt x="1446" y="378"/>
                </a:cubicBezTo>
                <a:cubicBezTo>
                  <a:pt x="1446" y="375"/>
                  <a:pt x="1447" y="366"/>
                  <a:pt x="1448" y="364"/>
                </a:cubicBezTo>
                <a:cubicBezTo>
                  <a:pt x="1449" y="362"/>
                  <a:pt x="1453" y="356"/>
                  <a:pt x="1459" y="354"/>
                </a:cubicBezTo>
                <a:cubicBezTo>
                  <a:pt x="1465" y="351"/>
                  <a:pt x="1470" y="348"/>
                  <a:pt x="1470" y="346"/>
                </a:cubicBezTo>
                <a:cubicBezTo>
                  <a:pt x="1471" y="345"/>
                  <a:pt x="1472" y="342"/>
                  <a:pt x="1472" y="340"/>
                </a:cubicBezTo>
                <a:cubicBezTo>
                  <a:pt x="1472" y="338"/>
                  <a:pt x="1471" y="334"/>
                  <a:pt x="1472" y="331"/>
                </a:cubicBezTo>
                <a:cubicBezTo>
                  <a:pt x="1472" y="329"/>
                  <a:pt x="1475" y="324"/>
                  <a:pt x="1479" y="321"/>
                </a:cubicBezTo>
                <a:cubicBezTo>
                  <a:pt x="1484" y="318"/>
                  <a:pt x="1488" y="316"/>
                  <a:pt x="1491" y="313"/>
                </a:cubicBezTo>
                <a:cubicBezTo>
                  <a:pt x="1493" y="311"/>
                  <a:pt x="1494" y="310"/>
                  <a:pt x="1495" y="308"/>
                </a:cubicBezTo>
                <a:cubicBezTo>
                  <a:pt x="1493" y="307"/>
                  <a:pt x="1490" y="303"/>
                  <a:pt x="1487" y="302"/>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1041400" y="3687763"/>
            <a:ext cx="1287462" cy="1993900"/>
          </a:xfrm>
          <a:custGeom>
            <a:avLst/>
            <a:gdLst>
              <a:gd name="T0" fmla="*/ 304 w 338"/>
              <a:gd name="T1" fmla="*/ 402 h 523"/>
              <a:gd name="T2" fmla="*/ 316 w 338"/>
              <a:gd name="T3" fmla="*/ 442 h 523"/>
              <a:gd name="T4" fmla="*/ 336 w 338"/>
              <a:gd name="T5" fmla="*/ 503 h 523"/>
              <a:gd name="T6" fmla="*/ 274 w 338"/>
              <a:gd name="T7" fmla="*/ 518 h 523"/>
              <a:gd name="T8" fmla="*/ 194 w 338"/>
              <a:gd name="T9" fmla="*/ 508 h 523"/>
              <a:gd name="T10" fmla="*/ 168 w 338"/>
              <a:gd name="T11" fmla="*/ 484 h 523"/>
              <a:gd name="T12" fmla="*/ 130 w 338"/>
              <a:gd name="T13" fmla="*/ 476 h 523"/>
              <a:gd name="T14" fmla="*/ 122 w 338"/>
              <a:gd name="T15" fmla="*/ 445 h 523"/>
              <a:gd name="T16" fmla="*/ 128 w 338"/>
              <a:gd name="T17" fmla="*/ 403 h 523"/>
              <a:gd name="T18" fmla="*/ 133 w 338"/>
              <a:gd name="T19" fmla="*/ 399 h 523"/>
              <a:gd name="T20" fmla="*/ 138 w 338"/>
              <a:gd name="T21" fmla="*/ 373 h 523"/>
              <a:gd name="T22" fmla="*/ 164 w 338"/>
              <a:gd name="T23" fmla="*/ 345 h 523"/>
              <a:gd name="T24" fmla="*/ 136 w 338"/>
              <a:gd name="T25" fmla="*/ 325 h 523"/>
              <a:gd name="T26" fmla="*/ 110 w 338"/>
              <a:gd name="T27" fmla="*/ 283 h 523"/>
              <a:gd name="T28" fmla="*/ 51 w 338"/>
              <a:gd name="T29" fmla="*/ 216 h 523"/>
              <a:gd name="T30" fmla="*/ 36 w 338"/>
              <a:gd name="T31" fmla="*/ 188 h 523"/>
              <a:gd name="T32" fmla="*/ 42 w 338"/>
              <a:gd name="T33" fmla="*/ 171 h 523"/>
              <a:gd name="T34" fmla="*/ 28 w 338"/>
              <a:gd name="T35" fmla="*/ 156 h 523"/>
              <a:gd name="T36" fmla="*/ 3 w 338"/>
              <a:gd name="T37" fmla="*/ 138 h 523"/>
              <a:gd name="T38" fmla="*/ 14 w 338"/>
              <a:gd name="T39" fmla="*/ 99 h 523"/>
              <a:gd name="T40" fmla="*/ 24 w 338"/>
              <a:gd name="T41" fmla="*/ 79 h 523"/>
              <a:gd name="T42" fmla="*/ 39 w 338"/>
              <a:gd name="T43" fmla="*/ 75 h 523"/>
              <a:gd name="T44" fmla="*/ 51 w 338"/>
              <a:gd name="T45" fmla="*/ 73 h 523"/>
              <a:gd name="T46" fmla="*/ 57 w 338"/>
              <a:gd name="T47" fmla="*/ 63 h 523"/>
              <a:gd name="T48" fmla="*/ 57 w 338"/>
              <a:gd name="T49" fmla="*/ 54 h 523"/>
              <a:gd name="T50" fmla="*/ 77 w 338"/>
              <a:gd name="T51" fmla="*/ 49 h 523"/>
              <a:gd name="T52" fmla="*/ 86 w 338"/>
              <a:gd name="T53" fmla="*/ 34 h 523"/>
              <a:gd name="T54" fmla="*/ 103 w 338"/>
              <a:gd name="T55" fmla="*/ 31 h 523"/>
              <a:gd name="T56" fmla="*/ 130 w 338"/>
              <a:gd name="T57" fmla="*/ 14 h 523"/>
              <a:gd name="T58" fmla="*/ 149 w 338"/>
              <a:gd name="T59" fmla="*/ 1 h 523"/>
              <a:gd name="T60" fmla="*/ 170 w 338"/>
              <a:gd name="T61" fmla="*/ 17 h 523"/>
              <a:gd name="T62" fmla="*/ 189 w 338"/>
              <a:gd name="T63" fmla="*/ 10 h 523"/>
              <a:gd name="T64" fmla="*/ 221 w 338"/>
              <a:gd name="T65" fmla="*/ 16 h 523"/>
              <a:gd name="T66" fmla="*/ 228 w 338"/>
              <a:gd name="T67" fmla="*/ 34 h 523"/>
              <a:gd name="T68" fmla="*/ 227 w 338"/>
              <a:gd name="T69" fmla="*/ 53 h 523"/>
              <a:gd name="T70" fmla="*/ 221 w 338"/>
              <a:gd name="T71" fmla="*/ 75 h 523"/>
              <a:gd name="T72" fmla="*/ 236 w 338"/>
              <a:gd name="T73" fmla="*/ 91 h 523"/>
              <a:gd name="T74" fmla="*/ 202 w 338"/>
              <a:gd name="T75" fmla="*/ 88 h 523"/>
              <a:gd name="T76" fmla="*/ 163 w 338"/>
              <a:gd name="T77" fmla="*/ 101 h 523"/>
              <a:gd name="T78" fmla="*/ 175 w 338"/>
              <a:gd name="T79" fmla="*/ 126 h 523"/>
              <a:gd name="T80" fmla="*/ 168 w 338"/>
              <a:gd name="T81" fmla="*/ 132 h 523"/>
              <a:gd name="T82" fmla="*/ 136 w 338"/>
              <a:gd name="T83" fmla="*/ 134 h 523"/>
              <a:gd name="T84" fmla="*/ 163 w 338"/>
              <a:gd name="T85" fmla="*/ 164 h 523"/>
              <a:gd name="T86" fmla="*/ 180 w 338"/>
              <a:gd name="T87" fmla="*/ 201 h 523"/>
              <a:gd name="T88" fmla="*/ 204 w 338"/>
              <a:gd name="T89" fmla="*/ 215 h 523"/>
              <a:gd name="T90" fmla="*/ 240 w 338"/>
              <a:gd name="T91" fmla="*/ 231 h 523"/>
              <a:gd name="T92" fmla="*/ 239 w 338"/>
              <a:gd name="T93" fmla="*/ 274 h 523"/>
              <a:gd name="T94" fmla="*/ 262 w 338"/>
              <a:gd name="T95" fmla="*/ 316 h 523"/>
              <a:gd name="T96" fmla="*/ 261 w 338"/>
              <a:gd name="T97" fmla="*/ 355 h 523"/>
              <a:gd name="T98" fmla="*/ 276 w 338"/>
              <a:gd name="T99" fmla="*/ 369 h 523"/>
              <a:gd name="T100" fmla="*/ 281 w 338"/>
              <a:gd name="T101" fmla="*/ 363 h 523"/>
              <a:gd name="T102" fmla="*/ 294 w 338"/>
              <a:gd name="T103" fmla="*/ 362 h 523"/>
              <a:gd name="T104" fmla="*/ 298 w 338"/>
              <a:gd name="T105" fmla="*/ 378 h 523"/>
              <a:gd name="T106" fmla="*/ 293 w 338"/>
              <a:gd name="T107" fmla="*/ 384 h 523"/>
              <a:gd name="T108" fmla="*/ 284 w 338"/>
              <a:gd name="T109" fmla="*/ 398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8" h="523">
                <a:moveTo>
                  <a:pt x="284" y="398"/>
                </a:moveTo>
                <a:cubicBezTo>
                  <a:pt x="288" y="395"/>
                  <a:pt x="291" y="392"/>
                  <a:pt x="293" y="393"/>
                </a:cubicBezTo>
                <a:cubicBezTo>
                  <a:pt x="295" y="394"/>
                  <a:pt x="302" y="400"/>
                  <a:pt x="304" y="402"/>
                </a:cubicBezTo>
                <a:cubicBezTo>
                  <a:pt x="305" y="405"/>
                  <a:pt x="307" y="406"/>
                  <a:pt x="309" y="407"/>
                </a:cubicBezTo>
                <a:cubicBezTo>
                  <a:pt x="312" y="409"/>
                  <a:pt x="315" y="411"/>
                  <a:pt x="316" y="417"/>
                </a:cubicBezTo>
                <a:cubicBezTo>
                  <a:pt x="317" y="423"/>
                  <a:pt x="315" y="435"/>
                  <a:pt x="316" y="442"/>
                </a:cubicBezTo>
                <a:cubicBezTo>
                  <a:pt x="317" y="448"/>
                  <a:pt x="317" y="456"/>
                  <a:pt x="318" y="463"/>
                </a:cubicBezTo>
                <a:cubicBezTo>
                  <a:pt x="320" y="470"/>
                  <a:pt x="322" y="476"/>
                  <a:pt x="325" y="482"/>
                </a:cubicBezTo>
                <a:cubicBezTo>
                  <a:pt x="328" y="488"/>
                  <a:pt x="334" y="499"/>
                  <a:pt x="336" y="503"/>
                </a:cubicBezTo>
                <a:cubicBezTo>
                  <a:pt x="337" y="508"/>
                  <a:pt x="338" y="516"/>
                  <a:pt x="332" y="515"/>
                </a:cubicBezTo>
                <a:cubicBezTo>
                  <a:pt x="326" y="514"/>
                  <a:pt x="305" y="512"/>
                  <a:pt x="299" y="513"/>
                </a:cubicBezTo>
                <a:cubicBezTo>
                  <a:pt x="293" y="515"/>
                  <a:pt x="280" y="516"/>
                  <a:pt x="274" y="518"/>
                </a:cubicBezTo>
                <a:cubicBezTo>
                  <a:pt x="268" y="520"/>
                  <a:pt x="257" y="523"/>
                  <a:pt x="248" y="521"/>
                </a:cubicBezTo>
                <a:cubicBezTo>
                  <a:pt x="238" y="520"/>
                  <a:pt x="229" y="516"/>
                  <a:pt x="221" y="516"/>
                </a:cubicBezTo>
                <a:cubicBezTo>
                  <a:pt x="214" y="515"/>
                  <a:pt x="197" y="510"/>
                  <a:pt x="194" y="508"/>
                </a:cubicBezTo>
                <a:cubicBezTo>
                  <a:pt x="190" y="506"/>
                  <a:pt x="188" y="501"/>
                  <a:pt x="186" y="498"/>
                </a:cubicBezTo>
                <a:cubicBezTo>
                  <a:pt x="185" y="495"/>
                  <a:pt x="177" y="490"/>
                  <a:pt x="175" y="489"/>
                </a:cubicBezTo>
                <a:cubicBezTo>
                  <a:pt x="173" y="488"/>
                  <a:pt x="172" y="485"/>
                  <a:pt x="168" y="484"/>
                </a:cubicBezTo>
                <a:cubicBezTo>
                  <a:pt x="164" y="484"/>
                  <a:pt x="158" y="488"/>
                  <a:pt x="155" y="488"/>
                </a:cubicBezTo>
                <a:cubicBezTo>
                  <a:pt x="151" y="487"/>
                  <a:pt x="138" y="480"/>
                  <a:pt x="138" y="479"/>
                </a:cubicBezTo>
                <a:cubicBezTo>
                  <a:pt x="137" y="478"/>
                  <a:pt x="130" y="476"/>
                  <a:pt x="130" y="476"/>
                </a:cubicBezTo>
                <a:cubicBezTo>
                  <a:pt x="130" y="476"/>
                  <a:pt x="127" y="474"/>
                  <a:pt x="128" y="468"/>
                </a:cubicBezTo>
                <a:cubicBezTo>
                  <a:pt x="129" y="462"/>
                  <a:pt x="130" y="458"/>
                  <a:pt x="128" y="454"/>
                </a:cubicBezTo>
                <a:cubicBezTo>
                  <a:pt x="126" y="451"/>
                  <a:pt x="122" y="456"/>
                  <a:pt x="122" y="445"/>
                </a:cubicBezTo>
                <a:cubicBezTo>
                  <a:pt x="123" y="433"/>
                  <a:pt x="123" y="427"/>
                  <a:pt x="122" y="423"/>
                </a:cubicBezTo>
                <a:cubicBezTo>
                  <a:pt x="122" y="420"/>
                  <a:pt x="120" y="412"/>
                  <a:pt x="122" y="407"/>
                </a:cubicBezTo>
                <a:cubicBezTo>
                  <a:pt x="124" y="403"/>
                  <a:pt x="128" y="400"/>
                  <a:pt x="128" y="403"/>
                </a:cubicBezTo>
                <a:cubicBezTo>
                  <a:pt x="129" y="405"/>
                  <a:pt x="131" y="418"/>
                  <a:pt x="131" y="418"/>
                </a:cubicBezTo>
                <a:cubicBezTo>
                  <a:pt x="131" y="418"/>
                  <a:pt x="134" y="415"/>
                  <a:pt x="134" y="412"/>
                </a:cubicBezTo>
                <a:cubicBezTo>
                  <a:pt x="134" y="410"/>
                  <a:pt x="133" y="400"/>
                  <a:pt x="133" y="399"/>
                </a:cubicBezTo>
                <a:cubicBezTo>
                  <a:pt x="134" y="398"/>
                  <a:pt x="137" y="396"/>
                  <a:pt x="137" y="393"/>
                </a:cubicBezTo>
                <a:cubicBezTo>
                  <a:pt x="138" y="389"/>
                  <a:pt x="135" y="384"/>
                  <a:pt x="136" y="382"/>
                </a:cubicBezTo>
                <a:cubicBezTo>
                  <a:pt x="136" y="379"/>
                  <a:pt x="138" y="376"/>
                  <a:pt x="138" y="373"/>
                </a:cubicBezTo>
                <a:cubicBezTo>
                  <a:pt x="138" y="370"/>
                  <a:pt x="137" y="362"/>
                  <a:pt x="138" y="359"/>
                </a:cubicBezTo>
                <a:cubicBezTo>
                  <a:pt x="139" y="355"/>
                  <a:pt x="144" y="351"/>
                  <a:pt x="149" y="349"/>
                </a:cubicBezTo>
                <a:cubicBezTo>
                  <a:pt x="154" y="348"/>
                  <a:pt x="159" y="347"/>
                  <a:pt x="164" y="345"/>
                </a:cubicBezTo>
                <a:cubicBezTo>
                  <a:pt x="169" y="343"/>
                  <a:pt x="170" y="336"/>
                  <a:pt x="165" y="334"/>
                </a:cubicBezTo>
                <a:cubicBezTo>
                  <a:pt x="161" y="332"/>
                  <a:pt x="145" y="333"/>
                  <a:pt x="143" y="332"/>
                </a:cubicBezTo>
                <a:cubicBezTo>
                  <a:pt x="141" y="331"/>
                  <a:pt x="137" y="327"/>
                  <a:pt x="136" y="325"/>
                </a:cubicBezTo>
                <a:cubicBezTo>
                  <a:pt x="135" y="324"/>
                  <a:pt x="137" y="317"/>
                  <a:pt x="130" y="313"/>
                </a:cubicBezTo>
                <a:cubicBezTo>
                  <a:pt x="123" y="308"/>
                  <a:pt x="116" y="305"/>
                  <a:pt x="116" y="300"/>
                </a:cubicBezTo>
                <a:cubicBezTo>
                  <a:pt x="115" y="295"/>
                  <a:pt x="116" y="288"/>
                  <a:pt x="110" y="283"/>
                </a:cubicBezTo>
                <a:cubicBezTo>
                  <a:pt x="104" y="278"/>
                  <a:pt x="97" y="272"/>
                  <a:pt x="89" y="264"/>
                </a:cubicBezTo>
                <a:cubicBezTo>
                  <a:pt x="80" y="257"/>
                  <a:pt x="59" y="239"/>
                  <a:pt x="56" y="231"/>
                </a:cubicBezTo>
                <a:cubicBezTo>
                  <a:pt x="52" y="224"/>
                  <a:pt x="54" y="220"/>
                  <a:pt x="51" y="216"/>
                </a:cubicBezTo>
                <a:cubicBezTo>
                  <a:pt x="48" y="212"/>
                  <a:pt x="47" y="212"/>
                  <a:pt x="46" y="206"/>
                </a:cubicBezTo>
                <a:cubicBezTo>
                  <a:pt x="46" y="200"/>
                  <a:pt x="45" y="196"/>
                  <a:pt x="43" y="194"/>
                </a:cubicBezTo>
                <a:cubicBezTo>
                  <a:pt x="41" y="191"/>
                  <a:pt x="36" y="189"/>
                  <a:pt x="36" y="188"/>
                </a:cubicBezTo>
                <a:cubicBezTo>
                  <a:pt x="37" y="186"/>
                  <a:pt x="40" y="186"/>
                  <a:pt x="41" y="184"/>
                </a:cubicBezTo>
                <a:cubicBezTo>
                  <a:pt x="43" y="181"/>
                  <a:pt x="46" y="177"/>
                  <a:pt x="47" y="176"/>
                </a:cubicBezTo>
                <a:cubicBezTo>
                  <a:pt x="48" y="174"/>
                  <a:pt x="44" y="169"/>
                  <a:pt x="42" y="171"/>
                </a:cubicBezTo>
                <a:cubicBezTo>
                  <a:pt x="40" y="173"/>
                  <a:pt x="35" y="178"/>
                  <a:pt x="33" y="176"/>
                </a:cubicBezTo>
                <a:cubicBezTo>
                  <a:pt x="32" y="174"/>
                  <a:pt x="30" y="175"/>
                  <a:pt x="30" y="168"/>
                </a:cubicBezTo>
                <a:cubicBezTo>
                  <a:pt x="29" y="160"/>
                  <a:pt x="31" y="158"/>
                  <a:pt x="28" y="156"/>
                </a:cubicBezTo>
                <a:cubicBezTo>
                  <a:pt x="25" y="154"/>
                  <a:pt x="22" y="150"/>
                  <a:pt x="19" y="150"/>
                </a:cubicBezTo>
                <a:cubicBezTo>
                  <a:pt x="16" y="149"/>
                  <a:pt x="10" y="151"/>
                  <a:pt x="7" y="150"/>
                </a:cubicBezTo>
                <a:cubicBezTo>
                  <a:pt x="5" y="149"/>
                  <a:pt x="0" y="141"/>
                  <a:pt x="3" y="138"/>
                </a:cubicBezTo>
                <a:cubicBezTo>
                  <a:pt x="5" y="135"/>
                  <a:pt x="8" y="128"/>
                  <a:pt x="9" y="126"/>
                </a:cubicBezTo>
                <a:cubicBezTo>
                  <a:pt x="10" y="124"/>
                  <a:pt x="8" y="112"/>
                  <a:pt x="9" y="109"/>
                </a:cubicBezTo>
                <a:cubicBezTo>
                  <a:pt x="10" y="106"/>
                  <a:pt x="12" y="101"/>
                  <a:pt x="14" y="99"/>
                </a:cubicBezTo>
                <a:cubicBezTo>
                  <a:pt x="16" y="96"/>
                  <a:pt x="17" y="95"/>
                  <a:pt x="18" y="93"/>
                </a:cubicBezTo>
                <a:cubicBezTo>
                  <a:pt x="19" y="90"/>
                  <a:pt x="21" y="89"/>
                  <a:pt x="21" y="87"/>
                </a:cubicBezTo>
                <a:cubicBezTo>
                  <a:pt x="22" y="85"/>
                  <a:pt x="23" y="81"/>
                  <a:pt x="24" y="79"/>
                </a:cubicBezTo>
                <a:cubicBezTo>
                  <a:pt x="24" y="77"/>
                  <a:pt x="24" y="74"/>
                  <a:pt x="26" y="76"/>
                </a:cubicBezTo>
                <a:cubicBezTo>
                  <a:pt x="29" y="77"/>
                  <a:pt x="30" y="80"/>
                  <a:pt x="32" y="79"/>
                </a:cubicBezTo>
                <a:cubicBezTo>
                  <a:pt x="35" y="78"/>
                  <a:pt x="39" y="75"/>
                  <a:pt x="39" y="75"/>
                </a:cubicBezTo>
                <a:cubicBezTo>
                  <a:pt x="39" y="75"/>
                  <a:pt x="41" y="75"/>
                  <a:pt x="42" y="75"/>
                </a:cubicBezTo>
                <a:cubicBezTo>
                  <a:pt x="42" y="75"/>
                  <a:pt x="46" y="73"/>
                  <a:pt x="46" y="73"/>
                </a:cubicBezTo>
                <a:cubicBezTo>
                  <a:pt x="46" y="73"/>
                  <a:pt x="50" y="73"/>
                  <a:pt x="51" y="73"/>
                </a:cubicBezTo>
                <a:cubicBezTo>
                  <a:pt x="51" y="72"/>
                  <a:pt x="56" y="69"/>
                  <a:pt x="56" y="69"/>
                </a:cubicBezTo>
                <a:cubicBezTo>
                  <a:pt x="52" y="64"/>
                  <a:pt x="52" y="64"/>
                  <a:pt x="52" y="64"/>
                </a:cubicBezTo>
                <a:cubicBezTo>
                  <a:pt x="52" y="64"/>
                  <a:pt x="55" y="62"/>
                  <a:pt x="57" y="63"/>
                </a:cubicBezTo>
                <a:cubicBezTo>
                  <a:pt x="59" y="64"/>
                  <a:pt x="63" y="68"/>
                  <a:pt x="65" y="68"/>
                </a:cubicBezTo>
                <a:cubicBezTo>
                  <a:pt x="68" y="68"/>
                  <a:pt x="70" y="62"/>
                  <a:pt x="67" y="60"/>
                </a:cubicBezTo>
                <a:cubicBezTo>
                  <a:pt x="65" y="58"/>
                  <a:pt x="57" y="55"/>
                  <a:pt x="57" y="54"/>
                </a:cubicBezTo>
                <a:cubicBezTo>
                  <a:pt x="57" y="53"/>
                  <a:pt x="62" y="52"/>
                  <a:pt x="64" y="53"/>
                </a:cubicBezTo>
                <a:cubicBezTo>
                  <a:pt x="65" y="54"/>
                  <a:pt x="73" y="58"/>
                  <a:pt x="75" y="57"/>
                </a:cubicBezTo>
                <a:cubicBezTo>
                  <a:pt x="76" y="56"/>
                  <a:pt x="78" y="51"/>
                  <a:pt x="77" y="49"/>
                </a:cubicBezTo>
                <a:cubicBezTo>
                  <a:pt x="75" y="47"/>
                  <a:pt x="73" y="46"/>
                  <a:pt x="75" y="44"/>
                </a:cubicBezTo>
                <a:cubicBezTo>
                  <a:pt x="77" y="41"/>
                  <a:pt x="81" y="36"/>
                  <a:pt x="81" y="35"/>
                </a:cubicBezTo>
                <a:cubicBezTo>
                  <a:pt x="82" y="34"/>
                  <a:pt x="85" y="32"/>
                  <a:pt x="86" y="34"/>
                </a:cubicBezTo>
                <a:cubicBezTo>
                  <a:pt x="88" y="36"/>
                  <a:pt x="93" y="35"/>
                  <a:pt x="93" y="34"/>
                </a:cubicBezTo>
                <a:cubicBezTo>
                  <a:pt x="94" y="33"/>
                  <a:pt x="95" y="32"/>
                  <a:pt x="97" y="33"/>
                </a:cubicBezTo>
                <a:cubicBezTo>
                  <a:pt x="99" y="35"/>
                  <a:pt x="101" y="32"/>
                  <a:pt x="103" y="31"/>
                </a:cubicBezTo>
                <a:cubicBezTo>
                  <a:pt x="104" y="29"/>
                  <a:pt x="110" y="26"/>
                  <a:pt x="114" y="22"/>
                </a:cubicBezTo>
                <a:cubicBezTo>
                  <a:pt x="118" y="18"/>
                  <a:pt x="120" y="15"/>
                  <a:pt x="122" y="15"/>
                </a:cubicBezTo>
                <a:cubicBezTo>
                  <a:pt x="125" y="15"/>
                  <a:pt x="127" y="14"/>
                  <a:pt x="130" y="14"/>
                </a:cubicBezTo>
                <a:cubicBezTo>
                  <a:pt x="132" y="14"/>
                  <a:pt x="136" y="13"/>
                  <a:pt x="138" y="11"/>
                </a:cubicBezTo>
                <a:cubicBezTo>
                  <a:pt x="139" y="8"/>
                  <a:pt x="139" y="5"/>
                  <a:pt x="141" y="4"/>
                </a:cubicBezTo>
                <a:cubicBezTo>
                  <a:pt x="143" y="2"/>
                  <a:pt x="147" y="0"/>
                  <a:pt x="149" y="1"/>
                </a:cubicBezTo>
                <a:cubicBezTo>
                  <a:pt x="152" y="2"/>
                  <a:pt x="155" y="4"/>
                  <a:pt x="156" y="4"/>
                </a:cubicBezTo>
                <a:cubicBezTo>
                  <a:pt x="158" y="4"/>
                  <a:pt x="165" y="2"/>
                  <a:pt x="165" y="3"/>
                </a:cubicBezTo>
                <a:cubicBezTo>
                  <a:pt x="166" y="5"/>
                  <a:pt x="169" y="17"/>
                  <a:pt x="170" y="17"/>
                </a:cubicBezTo>
                <a:cubicBezTo>
                  <a:pt x="171" y="16"/>
                  <a:pt x="172" y="11"/>
                  <a:pt x="174" y="13"/>
                </a:cubicBezTo>
                <a:cubicBezTo>
                  <a:pt x="177" y="14"/>
                  <a:pt x="174" y="19"/>
                  <a:pt x="180" y="17"/>
                </a:cubicBezTo>
                <a:cubicBezTo>
                  <a:pt x="187" y="15"/>
                  <a:pt x="187" y="13"/>
                  <a:pt x="189" y="10"/>
                </a:cubicBezTo>
                <a:cubicBezTo>
                  <a:pt x="190" y="8"/>
                  <a:pt x="191" y="4"/>
                  <a:pt x="195" y="4"/>
                </a:cubicBezTo>
                <a:cubicBezTo>
                  <a:pt x="198" y="4"/>
                  <a:pt x="209" y="5"/>
                  <a:pt x="213" y="6"/>
                </a:cubicBezTo>
                <a:cubicBezTo>
                  <a:pt x="216" y="7"/>
                  <a:pt x="219" y="14"/>
                  <a:pt x="221" y="16"/>
                </a:cubicBezTo>
                <a:cubicBezTo>
                  <a:pt x="222" y="18"/>
                  <a:pt x="223" y="20"/>
                  <a:pt x="223" y="21"/>
                </a:cubicBezTo>
                <a:cubicBezTo>
                  <a:pt x="222" y="22"/>
                  <a:pt x="219" y="24"/>
                  <a:pt x="222" y="28"/>
                </a:cubicBezTo>
                <a:cubicBezTo>
                  <a:pt x="226" y="31"/>
                  <a:pt x="228" y="31"/>
                  <a:pt x="228" y="34"/>
                </a:cubicBezTo>
                <a:cubicBezTo>
                  <a:pt x="229" y="36"/>
                  <a:pt x="229" y="37"/>
                  <a:pt x="227" y="40"/>
                </a:cubicBezTo>
                <a:cubicBezTo>
                  <a:pt x="225" y="42"/>
                  <a:pt x="223" y="42"/>
                  <a:pt x="224" y="46"/>
                </a:cubicBezTo>
                <a:cubicBezTo>
                  <a:pt x="225" y="49"/>
                  <a:pt x="227" y="51"/>
                  <a:pt x="227" y="53"/>
                </a:cubicBezTo>
                <a:cubicBezTo>
                  <a:pt x="228" y="55"/>
                  <a:pt x="231" y="56"/>
                  <a:pt x="229" y="58"/>
                </a:cubicBezTo>
                <a:cubicBezTo>
                  <a:pt x="227" y="59"/>
                  <a:pt x="223" y="60"/>
                  <a:pt x="222" y="62"/>
                </a:cubicBezTo>
                <a:cubicBezTo>
                  <a:pt x="221" y="65"/>
                  <a:pt x="220" y="73"/>
                  <a:pt x="221" y="75"/>
                </a:cubicBezTo>
                <a:cubicBezTo>
                  <a:pt x="222" y="76"/>
                  <a:pt x="226" y="80"/>
                  <a:pt x="228" y="82"/>
                </a:cubicBezTo>
                <a:cubicBezTo>
                  <a:pt x="230" y="83"/>
                  <a:pt x="236" y="87"/>
                  <a:pt x="237" y="88"/>
                </a:cubicBezTo>
                <a:cubicBezTo>
                  <a:pt x="237" y="88"/>
                  <a:pt x="237" y="91"/>
                  <a:pt x="236" y="91"/>
                </a:cubicBezTo>
                <a:cubicBezTo>
                  <a:pt x="235" y="91"/>
                  <a:pt x="231" y="94"/>
                  <a:pt x="227" y="93"/>
                </a:cubicBezTo>
                <a:cubicBezTo>
                  <a:pt x="222" y="91"/>
                  <a:pt x="218" y="86"/>
                  <a:pt x="216" y="86"/>
                </a:cubicBezTo>
                <a:cubicBezTo>
                  <a:pt x="213" y="86"/>
                  <a:pt x="206" y="88"/>
                  <a:pt x="202" y="88"/>
                </a:cubicBezTo>
                <a:cubicBezTo>
                  <a:pt x="198" y="88"/>
                  <a:pt x="183" y="87"/>
                  <a:pt x="180" y="87"/>
                </a:cubicBezTo>
                <a:cubicBezTo>
                  <a:pt x="178" y="87"/>
                  <a:pt x="170" y="88"/>
                  <a:pt x="168" y="90"/>
                </a:cubicBezTo>
                <a:cubicBezTo>
                  <a:pt x="166" y="93"/>
                  <a:pt x="163" y="95"/>
                  <a:pt x="163" y="101"/>
                </a:cubicBezTo>
                <a:cubicBezTo>
                  <a:pt x="163" y="106"/>
                  <a:pt x="163" y="108"/>
                  <a:pt x="164" y="111"/>
                </a:cubicBezTo>
                <a:cubicBezTo>
                  <a:pt x="166" y="115"/>
                  <a:pt x="167" y="118"/>
                  <a:pt x="169" y="120"/>
                </a:cubicBezTo>
                <a:cubicBezTo>
                  <a:pt x="171" y="122"/>
                  <a:pt x="173" y="125"/>
                  <a:pt x="175" y="126"/>
                </a:cubicBezTo>
                <a:cubicBezTo>
                  <a:pt x="177" y="127"/>
                  <a:pt x="181" y="130"/>
                  <a:pt x="181" y="131"/>
                </a:cubicBezTo>
                <a:cubicBezTo>
                  <a:pt x="181" y="133"/>
                  <a:pt x="174" y="133"/>
                  <a:pt x="173" y="132"/>
                </a:cubicBezTo>
                <a:cubicBezTo>
                  <a:pt x="172" y="132"/>
                  <a:pt x="168" y="131"/>
                  <a:pt x="168" y="132"/>
                </a:cubicBezTo>
                <a:cubicBezTo>
                  <a:pt x="167" y="134"/>
                  <a:pt x="167" y="135"/>
                  <a:pt x="163" y="134"/>
                </a:cubicBezTo>
                <a:cubicBezTo>
                  <a:pt x="160" y="134"/>
                  <a:pt x="157" y="131"/>
                  <a:pt x="154" y="131"/>
                </a:cubicBezTo>
                <a:cubicBezTo>
                  <a:pt x="151" y="132"/>
                  <a:pt x="137" y="132"/>
                  <a:pt x="136" y="134"/>
                </a:cubicBezTo>
                <a:cubicBezTo>
                  <a:pt x="134" y="135"/>
                  <a:pt x="135" y="139"/>
                  <a:pt x="136" y="142"/>
                </a:cubicBezTo>
                <a:cubicBezTo>
                  <a:pt x="137" y="144"/>
                  <a:pt x="141" y="147"/>
                  <a:pt x="144" y="147"/>
                </a:cubicBezTo>
                <a:cubicBezTo>
                  <a:pt x="148" y="148"/>
                  <a:pt x="160" y="161"/>
                  <a:pt x="163" y="164"/>
                </a:cubicBezTo>
                <a:cubicBezTo>
                  <a:pt x="166" y="167"/>
                  <a:pt x="173" y="176"/>
                  <a:pt x="175" y="179"/>
                </a:cubicBezTo>
                <a:cubicBezTo>
                  <a:pt x="177" y="183"/>
                  <a:pt x="178" y="187"/>
                  <a:pt x="179" y="192"/>
                </a:cubicBezTo>
                <a:cubicBezTo>
                  <a:pt x="180" y="196"/>
                  <a:pt x="178" y="199"/>
                  <a:pt x="180" y="201"/>
                </a:cubicBezTo>
                <a:cubicBezTo>
                  <a:pt x="182" y="202"/>
                  <a:pt x="188" y="203"/>
                  <a:pt x="191" y="203"/>
                </a:cubicBezTo>
                <a:cubicBezTo>
                  <a:pt x="194" y="203"/>
                  <a:pt x="196" y="202"/>
                  <a:pt x="198" y="205"/>
                </a:cubicBezTo>
                <a:cubicBezTo>
                  <a:pt x="199" y="207"/>
                  <a:pt x="203" y="213"/>
                  <a:pt x="204" y="215"/>
                </a:cubicBezTo>
                <a:cubicBezTo>
                  <a:pt x="206" y="217"/>
                  <a:pt x="208" y="219"/>
                  <a:pt x="213" y="219"/>
                </a:cubicBezTo>
                <a:cubicBezTo>
                  <a:pt x="217" y="218"/>
                  <a:pt x="224" y="218"/>
                  <a:pt x="230" y="219"/>
                </a:cubicBezTo>
                <a:cubicBezTo>
                  <a:pt x="235" y="219"/>
                  <a:pt x="241" y="221"/>
                  <a:pt x="240" y="231"/>
                </a:cubicBezTo>
                <a:cubicBezTo>
                  <a:pt x="239" y="241"/>
                  <a:pt x="240" y="239"/>
                  <a:pt x="237" y="245"/>
                </a:cubicBezTo>
                <a:cubicBezTo>
                  <a:pt x="235" y="250"/>
                  <a:pt x="233" y="249"/>
                  <a:pt x="235" y="259"/>
                </a:cubicBezTo>
                <a:cubicBezTo>
                  <a:pt x="236" y="268"/>
                  <a:pt x="234" y="266"/>
                  <a:pt x="239" y="274"/>
                </a:cubicBezTo>
                <a:cubicBezTo>
                  <a:pt x="243" y="282"/>
                  <a:pt x="247" y="287"/>
                  <a:pt x="250" y="291"/>
                </a:cubicBezTo>
                <a:cubicBezTo>
                  <a:pt x="252" y="294"/>
                  <a:pt x="255" y="298"/>
                  <a:pt x="257" y="302"/>
                </a:cubicBezTo>
                <a:cubicBezTo>
                  <a:pt x="259" y="305"/>
                  <a:pt x="264" y="310"/>
                  <a:pt x="262" y="316"/>
                </a:cubicBezTo>
                <a:cubicBezTo>
                  <a:pt x="260" y="322"/>
                  <a:pt x="258" y="323"/>
                  <a:pt x="258" y="327"/>
                </a:cubicBezTo>
                <a:cubicBezTo>
                  <a:pt x="257" y="332"/>
                  <a:pt x="257" y="338"/>
                  <a:pt x="257" y="342"/>
                </a:cubicBezTo>
                <a:cubicBezTo>
                  <a:pt x="258" y="345"/>
                  <a:pt x="258" y="351"/>
                  <a:pt x="261" y="355"/>
                </a:cubicBezTo>
                <a:cubicBezTo>
                  <a:pt x="263" y="359"/>
                  <a:pt x="265" y="362"/>
                  <a:pt x="268" y="366"/>
                </a:cubicBezTo>
                <a:cubicBezTo>
                  <a:pt x="271" y="370"/>
                  <a:pt x="271" y="370"/>
                  <a:pt x="275" y="373"/>
                </a:cubicBezTo>
                <a:cubicBezTo>
                  <a:pt x="278" y="375"/>
                  <a:pt x="276" y="369"/>
                  <a:pt x="276" y="369"/>
                </a:cubicBezTo>
                <a:cubicBezTo>
                  <a:pt x="276" y="369"/>
                  <a:pt x="273" y="366"/>
                  <a:pt x="273" y="365"/>
                </a:cubicBezTo>
                <a:cubicBezTo>
                  <a:pt x="274" y="364"/>
                  <a:pt x="274" y="361"/>
                  <a:pt x="276" y="361"/>
                </a:cubicBezTo>
                <a:cubicBezTo>
                  <a:pt x="278" y="361"/>
                  <a:pt x="280" y="362"/>
                  <a:pt x="281" y="363"/>
                </a:cubicBezTo>
                <a:cubicBezTo>
                  <a:pt x="283" y="364"/>
                  <a:pt x="284" y="365"/>
                  <a:pt x="286" y="364"/>
                </a:cubicBezTo>
                <a:cubicBezTo>
                  <a:pt x="288" y="363"/>
                  <a:pt x="290" y="361"/>
                  <a:pt x="290" y="360"/>
                </a:cubicBezTo>
                <a:cubicBezTo>
                  <a:pt x="291" y="360"/>
                  <a:pt x="293" y="360"/>
                  <a:pt x="294" y="362"/>
                </a:cubicBezTo>
                <a:cubicBezTo>
                  <a:pt x="294" y="364"/>
                  <a:pt x="294" y="365"/>
                  <a:pt x="293" y="367"/>
                </a:cubicBezTo>
                <a:cubicBezTo>
                  <a:pt x="292" y="369"/>
                  <a:pt x="291" y="372"/>
                  <a:pt x="293" y="374"/>
                </a:cubicBezTo>
                <a:cubicBezTo>
                  <a:pt x="294" y="376"/>
                  <a:pt x="296" y="377"/>
                  <a:pt x="298" y="378"/>
                </a:cubicBezTo>
                <a:cubicBezTo>
                  <a:pt x="299" y="379"/>
                  <a:pt x="302" y="380"/>
                  <a:pt x="303" y="381"/>
                </a:cubicBezTo>
                <a:cubicBezTo>
                  <a:pt x="304" y="381"/>
                  <a:pt x="306" y="383"/>
                  <a:pt x="304" y="384"/>
                </a:cubicBezTo>
                <a:cubicBezTo>
                  <a:pt x="301" y="385"/>
                  <a:pt x="298" y="385"/>
                  <a:pt x="293" y="384"/>
                </a:cubicBezTo>
                <a:cubicBezTo>
                  <a:pt x="289" y="384"/>
                  <a:pt x="285" y="384"/>
                  <a:pt x="283" y="385"/>
                </a:cubicBezTo>
                <a:cubicBezTo>
                  <a:pt x="282" y="387"/>
                  <a:pt x="280" y="389"/>
                  <a:pt x="280" y="391"/>
                </a:cubicBezTo>
                <a:cubicBezTo>
                  <a:pt x="280" y="392"/>
                  <a:pt x="280" y="402"/>
                  <a:pt x="284" y="398"/>
                </a:cubicBezTo>
                <a:close/>
              </a:path>
            </a:pathLst>
          </a:custGeom>
          <a:solidFill>
            <a:schemeClr val="accent4"/>
          </a:solidFill>
          <a:ln w="3175" cap="flat">
            <a:solidFill>
              <a:schemeClr val="bg2"/>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grpSp>
        <p:nvGrpSpPr>
          <p:cNvPr id="25" name="Countries"/>
          <p:cNvGrpSpPr/>
          <p:nvPr/>
        </p:nvGrpSpPr>
        <p:grpSpPr>
          <a:xfrm>
            <a:off x="534988" y="3219450"/>
            <a:ext cx="5646416" cy="1997591"/>
            <a:chOff x="534988" y="3219450"/>
            <a:chExt cx="5646416" cy="1997591"/>
          </a:xfrm>
        </p:grpSpPr>
        <p:sp>
          <p:nvSpPr>
            <p:cNvPr id="18" name="Rectangle 18"/>
            <p:cNvSpPr>
              <a:spLocks noChangeArrowheads="1"/>
            </p:cNvSpPr>
            <p:nvPr/>
          </p:nvSpPr>
          <p:spPr bwMode="auto">
            <a:xfrm>
              <a:off x="5407025" y="4572000"/>
              <a:ext cx="7743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200" b="0" i="0" u="none" strike="noStrike" cap="none" normalizeH="0" baseline="0" smtClean="0">
                  <a:ln>
                    <a:noFill/>
                  </a:ln>
                  <a:effectLst/>
                  <a:latin typeface="Open Sans" panose="020B0606030504020204" pitchFamily="34" charset="0"/>
                </a:rPr>
                <a:t>Kyrgyzstan</a:t>
              </a:r>
              <a:endParaRPr kumimoji="0" lang="ru-RU" altLang="ru-RU" sz="1800" b="0" i="0" u="none" strike="noStrike" cap="none" normalizeH="0" baseline="0" smtClean="0">
                <a:ln>
                  <a:noFill/>
                </a:ln>
                <a:effectLst/>
              </a:endParaRPr>
            </a:p>
          </p:txBody>
        </p:sp>
        <p:sp>
          <p:nvSpPr>
            <p:cNvPr id="19" name="Rectangle 19"/>
            <p:cNvSpPr>
              <a:spLocks noChangeArrowheads="1"/>
            </p:cNvSpPr>
            <p:nvPr/>
          </p:nvSpPr>
          <p:spPr bwMode="auto">
            <a:xfrm>
              <a:off x="2595563" y="5027613"/>
              <a:ext cx="82554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000" b="0" i="0" u="none" strike="noStrike" cap="none" normalizeH="0" baseline="0" smtClean="0">
                  <a:ln>
                    <a:noFill/>
                  </a:ln>
                  <a:effectLst/>
                  <a:latin typeface="Open Sans" panose="020B0606030504020204" pitchFamily="34" charset="0"/>
                </a:rPr>
                <a:t>Turkmenistan</a:t>
              </a:r>
              <a:endParaRPr kumimoji="0" lang="ru-RU" altLang="ru-RU" sz="1800" b="0" i="0" u="none" strike="noStrike" cap="none" normalizeH="0" baseline="0" smtClean="0">
                <a:ln>
                  <a:noFill/>
                </a:ln>
                <a:effectLst/>
              </a:endParaRPr>
            </a:p>
          </p:txBody>
        </p:sp>
        <p:sp>
          <p:nvSpPr>
            <p:cNvPr id="20" name="Rectangle 20"/>
            <p:cNvSpPr>
              <a:spLocks noChangeArrowheads="1"/>
            </p:cNvSpPr>
            <p:nvPr/>
          </p:nvSpPr>
          <p:spPr bwMode="auto">
            <a:xfrm>
              <a:off x="5368925" y="5032375"/>
              <a:ext cx="66095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200" b="0" i="0" u="none" strike="noStrike" cap="none" normalizeH="0" baseline="0" smtClean="0">
                  <a:ln>
                    <a:noFill/>
                  </a:ln>
                  <a:effectLst/>
                  <a:latin typeface="Open Sans" panose="020B0606030504020204" pitchFamily="34" charset="0"/>
                </a:rPr>
                <a:t>Tajikistan</a:t>
              </a:r>
              <a:endParaRPr kumimoji="0" lang="ru-RU" altLang="ru-RU" sz="1800" b="0" i="0" u="none" strike="noStrike" cap="none" normalizeH="0" baseline="0" smtClean="0">
                <a:ln>
                  <a:noFill/>
                </a:ln>
                <a:effectLst/>
              </a:endParaRPr>
            </a:p>
          </p:txBody>
        </p:sp>
        <p:sp>
          <p:nvSpPr>
            <p:cNvPr id="21" name="Rectangle 21"/>
            <p:cNvSpPr>
              <a:spLocks noChangeArrowheads="1"/>
            </p:cNvSpPr>
            <p:nvPr/>
          </p:nvSpPr>
          <p:spPr bwMode="auto">
            <a:xfrm>
              <a:off x="3044825" y="4387850"/>
              <a:ext cx="65723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000" b="0" i="0" u="none" strike="noStrike" cap="none" normalizeH="0" baseline="0" smtClean="0">
                  <a:ln>
                    <a:noFill/>
                  </a:ln>
                  <a:effectLst/>
                  <a:latin typeface="Open Sans" panose="020B0606030504020204" pitchFamily="34" charset="0"/>
                </a:rPr>
                <a:t>Uzbekistan</a:t>
              </a:r>
              <a:endParaRPr kumimoji="0" lang="ru-RU" altLang="ru-RU" sz="1800" b="0" i="0" u="none" strike="noStrike" cap="none" normalizeH="0" baseline="0" smtClean="0">
                <a:ln>
                  <a:noFill/>
                </a:ln>
                <a:effectLst/>
              </a:endParaRPr>
            </a:p>
          </p:txBody>
        </p:sp>
        <p:sp>
          <p:nvSpPr>
            <p:cNvPr id="22" name="Rectangle 22"/>
            <p:cNvSpPr>
              <a:spLocks noChangeArrowheads="1"/>
            </p:cNvSpPr>
            <p:nvPr/>
          </p:nvSpPr>
          <p:spPr bwMode="auto">
            <a:xfrm>
              <a:off x="534988" y="5029200"/>
              <a:ext cx="86562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200" b="0" i="0" u="none" strike="noStrike" cap="none" normalizeH="0" baseline="0" smtClean="0">
                  <a:ln>
                    <a:noFill/>
                  </a:ln>
                  <a:effectLst/>
                  <a:latin typeface="Open Sans" panose="020B0606030504020204" pitchFamily="34" charset="0"/>
                </a:rPr>
                <a:t>Caspian Sea</a:t>
              </a:r>
              <a:endParaRPr kumimoji="0" lang="ru-RU" altLang="ru-RU" sz="1800" b="0" i="0" u="none" strike="noStrike" cap="none" normalizeH="0" baseline="0" smtClean="0">
                <a:ln>
                  <a:noFill/>
                </a:ln>
                <a:effectLst/>
              </a:endParaRPr>
            </a:p>
          </p:txBody>
        </p:sp>
        <p:sp>
          <p:nvSpPr>
            <p:cNvPr id="23" name="Rectangle 23"/>
            <p:cNvSpPr>
              <a:spLocks noChangeArrowheads="1"/>
            </p:cNvSpPr>
            <p:nvPr/>
          </p:nvSpPr>
          <p:spPr bwMode="auto">
            <a:xfrm>
              <a:off x="3114675" y="3219450"/>
              <a:ext cx="181940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1" i="0" u="none" strike="noStrike" cap="none" normalizeH="0" baseline="0" dirty="0" smtClean="0">
                  <a:ln>
                    <a:noFill/>
                  </a:ln>
                  <a:effectLst/>
                  <a:latin typeface="Open Sans Semibold" panose="020B0706030804020204" pitchFamily="34" charset="0"/>
                </a:rPr>
                <a:t>Kazakhastan</a:t>
              </a:r>
              <a:endParaRPr kumimoji="0" lang="ru-RU" altLang="ru-RU" sz="1800" b="0" i="0" u="none" strike="noStrike" cap="none" normalizeH="0" baseline="0" dirty="0" smtClean="0">
                <a:ln>
                  <a:noFill/>
                </a:ln>
                <a:effectLst/>
              </a:endParaRPr>
            </a:p>
          </p:txBody>
        </p:sp>
      </p:grpSp>
      <p:sp>
        <p:nvSpPr>
          <p:cNvPr id="2" name="Text Placeholder 1"/>
          <p:cNvSpPr>
            <a:spLocks noGrp="1"/>
          </p:cNvSpPr>
          <p:nvPr>
            <p:ph type="body" sz="quarter" idx="10"/>
          </p:nvPr>
        </p:nvSpPr>
        <p:spPr/>
        <p:txBody>
          <a:bodyPr>
            <a:normAutofit fontScale="92500" lnSpcReduction="10000"/>
          </a:bodyPr>
          <a:lstStyle/>
          <a:p>
            <a:pPr lvl="0">
              <a:lnSpc>
                <a:spcPct val="100000"/>
              </a:lnSpc>
              <a:spcBef>
                <a:spcPct val="0"/>
              </a:spcBef>
            </a:pPr>
            <a:r>
              <a:rPr lang="ru-RU" altLang="ru-RU" b="1" dirty="0"/>
              <a:t>Kazakhastan</a:t>
            </a:r>
            <a:endParaRPr lang="ru-RU" altLang="ru-RU" sz="1800" dirty="0">
              <a:latin typeface="Arial" panose="020B0604020202020204" pitchFamily="34" charset="0"/>
            </a:endParaRPr>
          </a:p>
        </p:txBody>
      </p:sp>
      <p:sp>
        <p:nvSpPr>
          <p:cNvPr id="3" name="Text Placeholder 2"/>
          <p:cNvSpPr>
            <a:spLocks noGrp="1"/>
          </p:cNvSpPr>
          <p:nvPr>
            <p:ph type="body" sz="quarter" idx="11"/>
          </p:nvPr>
        </p:nvSpPr>
        <p:spPr/>
        <p:txBody>
          <a:bodyPr>
            <a:normAutofit fontScale="92500" lnSpcReduction="10000"/>
          </a:bodyPr>
          <a:lstStyle/>
          <a:p>
            <a:pPr lvl="0">
              <a:lnSpc>
                <a:spcPct val="100000"/>
              </a:lnSpc>
              <a:spcBef>
                <a:spcPct val="0"/>
              </a:spcBef>
            </a:pPr>
            <a:r>
              <a:rPr lang="ru-RU" altLang="ru-RU" b="1" dirty="0"/>
              <a:t>Turkmenistan</a:t>
            </a:r>
            <a:endParaRPr lang="ru-RU" altLang="ru-RU" sz="1800" dirty="0">
              <a:latin typeface="Arial" panose="020B0604020202020204" pitchFamily="34" charset="0"/>
            </a:endParaRPr>
          </a:p>
        </p:txBody>
      </p:sp>
      <p:sp>
        <p:nvSpPr>
          <p:cNvPr id="4" name="Text Placeholder 3"/>
          <p:cNvSpPr>
            <a:spLocks noGrp="1"/>
          </p:cNvSpPr>
          <p:nvPr>
            <p:ph type="body" sz="quarter" idx="12"/>
          </p:nvPr>
        </p:nvSpPr>
        <p:spPr/>
        <p:txBody>
          <a:bodyPr>
            <a:normAutofit fontScale="92500" lnSpcReduction="10000"/>
          </a:bodyPr>
          <a:lstStyle/>
          <a:p>
            <a:pPr lvl="0">
              <a:lnSpc>
                <a:spcPct val="100000"/>
              </a:lnSpc>
              <a:spcBef>
                <a:spcPct val="0"/>
              </a:spcBef>
            </a:pPr>
            <a:r>
              <a:rPr lang="ru-RU" altLang="ru-RU" b="1" dirty="0"/>
              <a:t>Kyrgyzstan</a:t>
            </a:r>
            <a:endParaRPr lang="ru-RU" altLang="ru-RU" sz="1800" dirty="0">
              <a:latin typeface="Arial" panose="020B0604020202020204" pitchFamily="34" charset="0"/>
            </a:endParaRPr>
          </a:p>
        </p:txBody>
      </p:sp>
      <p:sp>
        <p:nvSpPr>
          <p:cNvPr id="6" name="Text Placeholder 5"/>
          <p:cNvSpPr>
            <a:spLocks noGrp="1"/>
          </p:cNvSpPr>
          <p:nvPr>
            <p:ph type="body" sz="quarter" idx="13"/>
          </p:nvPr>
        </p:nvSpPr>
        <p:spPr/>
        <p:txBody>
          <a:bodyPr>
            <a:normAutofit fontScale="92500" lnSpcReduction="10000"/>
          </a:bodyPr>
          <a:lstStyle/>
          <a:p>
            <a:pPr lvl="0">
              <a:lnSpc>
                <a:spcPct val="100000"/>
              </a:lnSpc>
              <a:spcBef>
                <a:spcPct val="0"/>
              </a:spcBef>
            </a:pPr>
            <a:r>
              <a:rPr lang="ru-RU" altLang="ru-RU" b="1" dirty="0"/>
              <a:t>Uzbekistan</a:t>
            </a:r>
            <a:endParaRPr lang="ru-RU" altLang="ru-RU" sz="1800" dirty="0">
              <a:latin typeface="Arial" panose="020B0604020202020204" pitchFamily="34" charset="0"/>
            </a:endParaRPr>
          </a:p>
        </p:txBody>
      </p:sp>
      <p:sp>
        <p:nvSpPr>
          <p:cNvPr id="32" name="Text Placeholder 31"/>
          <p:cNvSpPr>
            <a:spLocks noGrp="1"/>
          </p:cNvSpPr>
          <p:nvPr>
            <p:ph type="body" sz="quarter" idx="14"/>
          </p:nvPr>
        </p:nvSpPr>
        <p:spPr/>
        <p:txBody>
          <a:bodyPr/>
          <a:lstStyle/>
          <a:p>
            <a:pPr lvl="0">
              <a:defRPr/>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dirty="0"/>
          </a:p>
        </p:txBody>
      </p:sp>
      <p:sp>
        <p:nvSpPr>
          <p:cNvPr id="33" name="Text Placeholder 32"/>
          <p:cNvSpPr>
            <a:spLocks noGrp="1"/>
          </p:cNvSpPr>
          <p:nvPr>
            <p:ph type="body" sz="quarter" idx="15"/>
          </p:nvPr>
        </p:nvSpPr>
        <p:spPr/>
        <p:txBody>
          <a:bodyPr/>
          <a:lstStyle/>
          <a:p>
            <a:pPr lvl="0">
              <a:defRPr/>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dirty="0"/>
          </a:p>
        </p:txBody>
      </p:sp>
      <p:sp>
        <p:nvSpPr>
          <p:cNvPr id="34" name="Text Placeholder 33"/>
          <p:cNvSpPr>
            <a:spLocks noGrp="1"/>
          </p:cNvSpPr>
          <p:nvPr>
            <p:ph type="body" sz="quarter" idx="16"/>
          </p:nvPr>
        </p:nvSpPr>
        <p:spPr/>
        <p:txBody>
          <a:bodyPr/>
          <a:lstStyle/>
          <a:p>
            <a:pPr lvl="0">
              <a:defRPr/>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a:p>
            <a:pPr lvl="0"/>
            <a:endParaRPr lang="ru-RU" dirty="0"/>
          </a:p>
        </p:txBody>
      </p:sp>
      <p:sp>
        <p:nvSpPr>
          <p:cNvPr id="35" name="Text Placeholder 34"/>
          <p:cNvSpPr>
            <a:spLocks noGrp="1"/>
          </p:cNvSpPr>
          <p:nvPr>
            <p:ph type="body" sz="quarter" idx="17"/>
          </p:nvPr>
        </p:nvSpPr>
        <p:spPr/>
        <p:txBody>
          <a:bodyPr/>
          <a:lstStyle/>
          <a:p>
            <a:pPr lvl="0">
              <a:defRPr/>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dirty="0"/>
          </a:p>
        </p:txBody>
      </p:sp>
      <p:sp>
        <p:nvSpPr>
          <p:cNvPr id="36" name="Text Placeholder 35"/>
          <p:cNvSpPr>
            <a:spLocks noGrp="1"/>
          </p:cNvSpPr>
          <p:nvPr>
            <p:ph type="body" sz="quarter" idx="18"/>
          </p:nvPr>
        </p:nvSpPr>
        <p:spPr/>
        <p:txBody>
          <a:bodyPr/>
          <a:lstStyle/>
          <a:p>
            <a:pPr lvl="0" algn="l">
              <a:lnSpc>
                <a:spcPct val="100000"/>
              </a:lnSpc>
              <a:spcBef>
                <a:spcPct val="0"/>
              </a:spcBef>
            </a:pPr>
            <a:r>
              <a:rPr lang="ru-RU" altLang="ru-RU" dirty="0"/>
              <a:t>CENTRAL ASIA</a:t>
            </a:r>
            <a:endParaRPr lang="ru-RU" altLang="ru-RU" sz="1800" b="0" dirty="0">
              <a:latin typeface="Arial" panose="020B0604020202020204" pitchFamily="34" charset="0"/>
            </a:endParaRPr>
          </a:p>
        </p:txBody>
      </p:sp>
    </p:spTree>
    <p:extLst>
      <p:ext uri="{BB962C8B-B14F-4D97-AF65-F5344CB8AC3E}">
        <p14:creationId xmlns:p14="http://schemas.microsoft.com/office/powerpoint/2010/main" val="325716473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7000">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14:bounceEnd="67000">
                                          <p:cBhvr additive="base">
                                            <p:cTn id="7" dur="1000" fill="hold"/>
                                            <p:tgtEl>
                                              <p:spTgt spid="13"/>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3"/>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7000">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14:bounceEnd="67000">
                                          <p:cBhvr additive="base">
                                            <p:cTn id="11" dur="1000" fill="hold"/>
                                            <p:tgtEl>
                                              <p:spTgt spid="17"/>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7000">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67000">
                                          <p:cBhvr additive="base">
                                            <p:cTn id="15" dur="1000" fill="hold"/>
                                            <p:tgtEl>
                                              <p:spTgt spid="12"/>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7000">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14:bounceEnd="67000">
                                          <p:cBhvr additive="base">
                                            <p:cTn id="19" dur="1000" fill="hold"/>
                                            <p:tgtEl>
                                              <p:spTgt spid="14"/>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4"/>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14:presetBounceEnd="67000">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14:bounceEnd="67000">
                                          <p:cBhvr additive="base">
                                            <p:cTn id="23" dur="1000" fill="hold"/>
                                            <p:tgtEl>
                                              <p:spTgt spid="15"/>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14:presetBounceEnd="67000">
                                      <p:stCondLst>
                                        <p:cond delay="500"/>
                                      </p:stCondLst>
                                      <p:childTnLst>
                                        <p:set>
                                          <p:cBhvr>
                                            <p:cTn id="26" dur="1" fill="hold">
                                              <p:stCondLst>
                                                <p:cond delay="0"/>
                                              </p:stCondLst>
                                            </p:cTn>
                                            <p:tgtEl>
                                              <p:spTgt spid="16"/>
                                            </p:tgtEl>
                                            <p:attrNameLst>
                                              <p:attrName>style.visibility</p:attrName>
                                            </p:attrNameLst>
                                          </p:cBhvr>
                                          <p:to>
                                            <p:strVal val="visible"/>
                                          </p:to>
                                        </p:set>
                                        <p:anim calcmode="lin" valueType="num" p14:bounceEnd="67000">
                                          <p:cBhvr additive="base">
                                            <p:cTn id="27" dur="1000" fill="hold"/>
                                            <p:tgtEl>
                                              <p:spTgt spid="16"/>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16"/>
                                            </p:tgtEl>
                                            <p:attrNameLst>
                                              <p:attrName>ppt_y</p:attrName>
                                            </p:attrNameLst>
                                          </p:cBhvr>
                                          <p:tavLst>
                                            <p:tav tm="0">
                                              <p:val>
                                                <p:strVal val="0-#ppt_h/2"/>
                                              </p:val>
                                            </p:tav>
                                            <p:tav tm="100000">
                                              <p:val>
                                                <p:strVal val="#ppt_y"/>
                                              </p:val>
                                            </p:tav>
                                          </p:tavLst>
                                        </p:anim>
                                      </p:childTnLst>
                                    </p:cTn>
                                  </p:par>
                                  <p:par>
                                    <p:cTn id="29" presetID="53" presetClass="entr" presetSubtype="16" fill="hold" nodeType="withEffect">
                                      <p:stCondLst>
                                        <p:cond delay="1250"/>
                                      </p:stCondLst>
                                      <p:childTnLst>
                                        <p:set>
                                          <p:cBhvr>
                                            <p:cTn id="30" dur="1" fill="hold">
                                              <p:stCondLst>
                                                <p:cond delay="0"/>
                                              </p:stCondLst>
                                            </p:cTn>
                                            <p:tgtEl>
                                              <p:spTgt spid="25"/>
                                            </p:tgtEl>
                                            <p:attrNameLst>
                                              <p:attrName>style.visibility</p:attrName>
                                            </p:attrNameLst>
                                          </p:cBhvr>
                                          <p:to>
                                            <p:strVal val="visible"/>
                                          </p:to>
                                        </p:set>
                                        <p:anim calcmode="lin" valueType="num">
                                          <p:cBhvr>
                                            <p:cTn id="31" dur="500" fill="hold"/>
                                            <p:tgtEl>
                                              <p:spTgt spid="25"/>
                                            </p:tgtEl>
                                            <p:attrNameLst>
                                              <p:attrName>ppt_w</p:attrName>
                                            </p:attrNameLst>
                                          </p:cBhvr>
                                          <p:tavLst>
                                            <p:tav tm="0">
                                              <p:val>
                                                <p:fltVal val="0"/>
                                              </p:val>
                                            </p:tav>
                                            <p:tav tm="100000">
                                              <p:val>
                                                <p:strVal val="#ppt_w"/>
                                              </p:val>
                                            </p:tav>
                                          </p:tavLst>
                                        </p:anim>
                                        <p:anim calcmode="lin" valueType="num">
                                          <p:cBhvr>
                                            <p:cTn id="32" dur="500" fill="hold"/>
                                            <p:tgtEl>
                                              <p:spTgt spid="25"/>
                                            </p:tgtEl>
                                            <p:attrNameLst>
                                              <p:attrName>ppt_h</p:attrName>
                                            </p:attrNameLst>
                                          </p:cBhvr>
                                          <p:tavLst>
                                            <p:tav tm="0">
                                              <p:val>
                                                <p:fltVal val="0"/>
                                              </p:val>
                                            </p:tav>
                                            <p:tav tm="100000">
                                              <p:val>
                                                <p:strVal val="#ppt_h"/>
                                              </p:val>
                                            </p:tav>
                                          </p:tavLst>
                                        </p:anim>
                                        <p:animEffect transition="in" filter="fade">
                                          <p:cBhvr>
                                            <p:cTn id="33" dur="500"/>
                                            <p:tgtEl>
                                              <p:spTgt spid="25"/>
                                            </p:tgtEl>
                                          </p:cBhvr>
                                        </p:animEffect>
                                      </p:childTnLst>
                                    </p:cTn>
                                  </p:par>
                                  <p:par>
                                    <p:cTn id="34" presetID="2" presetClass="entr" presetSubtype="2" fill="hold" grpId="0" nodeType="withEffect" p14:presetBounceEnd="67000">
                                      <p:stCondLst>
                                        <p:cond delay="1500"/>
                                      </p:stCondLst>
                                      <p:childTnLst>
                                        <p:set>
                                          <p:cBhvr>
                                            <p:cTn id="35"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36" dur="1000" fill="hold"/>
                                            <p:tgtEl>
                                              <p:spTgt spid="2">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37" dur="1000" fill="hold"/>
                                            <p:tgtEl>
                                              <p:spTgt spid="2">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2" fill="hold" grpId="0" nodeType="withEffect" p14:presetBounceEnd="67000">
                                      <p:stCondLst>
                                        <p:cond delay="1500"/>
                                      </p:stCondLst>
                                      <p:childTnLst>
                                        <p:set>
                                          <p:cBhvr>
                                            <p:cTn id="39"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40" dur="1000" fill="hold"/>
                                            <p:tgtEl>
                                              <p:spTgt spid="3">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41" dur="1000" fill="hold"/>
                                            <p:tgtEl>
                                              <p:spTgt spid="3">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2" fill="hold" grpId="0" nodeType="withEffect" p14:presetBounceEnd="67000">
                                      <p:stCondLst>
                                        <p:cond delay="1500"/>
                                      </p:stCondLst>
                                      <p:childTnLst>
                                        <p:set>
                                          <p:cBhvr>
                                            <p:cTn id="43"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44" dur="1000" fill="hold"/>
                                            <p:tgtEl>
                                              <p:spTgt spid="4">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45" dur="1000" fill="hold"/>
                                            <p:tgtEl>
                                              <p:spTgt spid="4">
                                                <p:txEl>
                                                  <p:pRg st="0" end="0"/>
                                                </p:txEl>
                                              </p:spTgt>
                                            </p:tgtEl>
                                            <p:attrNameLst>
                                              <p:attrName>ppt_y</p:attrName>
                                            </p:attrNameLst>
                                          </p:cBhvr>
                                          <p:tavLst>
                                            <p:tav tm="0">
                                              <p:val>
                                                <p:strVal val="#ppt_y"/>
                                              </p:val>
                                            </p:tav>
                                            <p:tav tm="100000">
                                              <p:val>
                                                <p:strVal val="#ppt_y"/>
                                              </p:val>
                                            </p:tav>
                                          </p:tavLst>
                                        </p:anim>
                                      </p:childTnLst>
                                    </p:cTn>
                                  </p:par>
                                  <p:par>
                                    <p:cTn id="46" presetID="2" presetClass="entr" presetSubtype="2" fill="hold" grpId="0" nodeType="withEffect" p14:presetBounceEnd="67000">
                                      <p:stCondLst>
                                        <p:cond delay="1500"/>
                                      </p:stCondLst>
                                      <p:childTnLst>
                                        <p:set>
                                          <p:cBhvr>
                                            <p:cTn id="47" dur="1" fill="hold">
                                              <p:stCondLst>
                                                <p:cond delay="0"/>
                                              </p:stCondLst>
                                            </p:cTn>
                                            <p:tgtEl>
                                              <p:spTgt spid="6">
                                                <p:txEl>
                                                  <p:pRg st="0" end="0"/>
                                                </p:txEl>
                                              </p:spTgt>
                                            </p:tgtEl>
                                            <p:attrNameLst>
                                              <p:attrName>style.visibility</p:attrName>
                                            </p:attrNameLst>
                                          </p:cBhvr>
                                          <p:to>
                                            <p:strVal val="visible"/>
                                          </p:to>
                                        </p:set>
                                        <p:anim calcmode="lin" valueType="num" p14:bounceEnd="67000">
                                          <p:cBhvr additive="base">
                                            <p:cTn id="48" dur="1000" fill="hold"/>
                                            <p:tgtEl>
                                              <p:spTgt spid="6">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49" dur="1000" fill="hold"/>
                                            <p:tgtEl>
                                              <p:spTgt spid="6">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2" fill="hold" grpId="0" nodeType="withEffect" p14:presetBounceEnd="67000">
                                      <p:stCondLst>
                                        <p:cond delay="1500"/>
                                      </p:stCondLst>
                                      <p:childTnLst>
                                        <p:set>
                                          <p:cBhvr>
                                            <p:cTn id="51" dur="1" fill="hold">
                                              <p:stCondLst>
                                                <p:cond delay="0"/>
                                              </p:stCondLst>
                                            </p:cTn>
                                            <p:tgtEl>
                                              <p:spTgt spid="32">
                                                <p:txEl>
                                                  <p:pRg st="0" end="0"/>
                                                </p:txEl>
                                              </p:spTgt>
                                            </p:tgtEl>
                                            <p:attrNameLst>
                                              <p:attrName>style.visibility</p:attrName>
                                            </p:attrNameLst>
                                          </p:cBhvr>
                                          <p:to>
                                            <p:strVal val="visible"/>
                                          </p:to>
                                        </p:set>
                                        <p:anim calcmode="lin" valueType="num" p14:bounceEnd="67000">
                                          <p:cBhvr additive="base">
                                            <p:cTn id="52" dur="1000" fill="hold"/>
                                            <p:tgtEl>
                                              <p:spTgt spid="32">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53" dur="1000" fill="hold"/>
                                            <p:tgtEl>
                                              <p:spTgt spid="32">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14:presetBounceEnd="67000">
                                      <p:stCondLst>
                                        <p:cond delay="1500"/>
                                      </p:stCondLst>
                                      <p:childTnLst>
                                        <p:set>
                                          <p:cBhvr>
                                            <p:cTn id="55" dur="1" fill="hold">
                                              <p:stCondLst>
                                                <p:cond delay="0"/>
                                              </p:stCondLst>
                                            </p:cTn>
                                            <p:tgtEl>
                                              <p:spTgt spid="33">
                                                <p:txEl>
                                                  <p:pRg st="0" end="0"/>
                                                </p:txEl>
                                              </p:spTgt>
                                            </p:tgtEl>
                                            <p:attrNameLst>
                                              <p:attrName>style.visibility</p:attrName>
                                            </p:attrNameLst>
                                          </p:cBhvr>
                                          <p:to>
                                            <p:strVal val="visible"/>
                                          </p:to>
                                        </p:set>
                                        <p:anim calcmode="lin" valueType="num" p14:bounceEnd="67000">
                                          <p:cBhvr additive="base">
                                            <p:cTn id="56" dur="1000" fill="hold"/>
                                            <p:tgtEl>
                                              <p:spTgt spid="33">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57" dur="1000" fill="hold"/>
                                            <p:tgtEl>
                                              <p:spTgt spid="33">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14:presetBounceEnd="67000">
                                      <p:stCondLst>
                                        <p:cond delay="1500"/>
                                      </p:stCondLst>
                                      <p:childTnLst>
                                        <p:set>
                                          <p:cBhvr>
                                            <p:cTn id="59" dur="1" fill="hold">
                                              <p:stCondLst>
                                                <p:cond delay="0"/>
                                              </p:stCondLst>
                                            </p:cTn>
                                            <p:tgtEl>
                                              <p:spTgt spid="34">
                                                <p:txEl>
                                                  <p:pRg st="0" end="0"/>
                                                </p:txEl>
                                              </p:spTgt>
                                            </p:tgtEl>
                                            <p:attrNameLst>
                                              <p:attrName>style.visibility</p:attrName>
                                            </p:attrNameLst>
                                          </p:cBhvr>
                                          <p:to>
                                            <p:strVal val="visible"/>
                                          </p:to>
                                        </p:set>
                                        <p:anim calcmode="lin" valueType="num" p14:bounceEnd="67000">
                                          <p:cBhvr additive="base">
                                            <p:cTn id="60" dur="1000" fill="hold"/>
                                            <p:tgtEl>
                                              <p:spTgt spid="34">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61"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14:presetBounceEnd="67000">
                                      <p:stCondLst>
                                        <p:cond delay="1500"/>
                                      </p:stCondLst>
                                      <p:childTnLst>
                                        <p:set>
                                          <p:cBhvr>
                                            <p:cTn id="63" dur="1" fill="hold">
                                              <p:stCondLst>
                                                <p:cond delay="0"/>
                                              </p:stCondLst>
                                            </p:cTn>
                                            <p:tgtEl>
                                              <p:spTgt spid="35">
                                                <p:txEl>
                                                  <p:pRg st="0" end="0"/>
                                                </p:txEl>
                                              </p:spTgt>
                                            </p:tgtEl>
                                            <p:attrNameLst>
                                              <p:attrName>style.visibility</p:attrName>
                                            </p:attrNameLst>
                                          </p:cBhvr>
                                          <p:to>
                                            <p:strVal val="visible"/>
                                          </p:to>
                                        </p:set>
                                        <p:anim calcmode="lin" valueType="num" p14:bounceEnd="67000">
                                          <p:cBhvr additive="base">
                                            <p:cTn id="64" dur="1000" fill="hold"/>
                                            <p:tgtEl>
                                              <p:spTgt spid="35">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65" dur="1000" fill="hold"/>
                                            <p:tgtEl>
                                              <p:spTgt spid="35">
                                                <p:txEl>
                                                  <p:pRg st="0" end="0"/>
                                                </p:txEl>
                                              </p:spTgt>
                                            </p:tgtEl>
                                            <p:attrNameLst>
                                              <p:attrName>ppt_y</p:attrName>
                                            </p:attrNameLst>
                                          </p:cBhvr>
                                          <p:tavLst>
                                            <p:tav tm="0">
                                              <p:val>
                                                <p:strVal val="#ppt_y"/>
                                              </p:val>
                                            </p:tav>
                                            <p:tav tm="100000">
                                              <p:val>
                                                <p:strVal val="#ppt_y"/>
                                              </p:val>
                                            </p:tav>
                                          </p:tavLst>
                                        </p:anim>
                                      </p:childTnLst>
                                    </p:cTn>
                                  </p:par>
                                  <p:par>
                                    <p:cTn id="66" presetID="47" presetClass="entr" presetSubtype="0" fill="hold" grpId="0" nodeType="withEffect">
                                      <p:stCondLst>
                                        <p:cond delay="1750"/>
                                      </p:stCondLst>
                                      <p:childTnLst>
                                        <p:set>
                                          <p:cBhvr>
                                            <p:cTn id="67" dur="1" fill="hold">
                                              <p:stCondLst>
                                                <p:cond delay="0"/>
                                              </p:stCondLst>
                                            </p:cTn>
                                            <p:tgtEl>
                                              <p:spTgt spid="36">
                                                <p:txEl>
                                                  <p:pRg st="0" end="0"/>
                                                </p:txEl>
                                              </p:spTgt>
                                            </p:tgtEl>
                                            <p:attrNameLst>
                                              <p:attrName>style.visibility</p:attrName>
                                            </p:attrNameLst>
                                          </p:cBhvr>
                                          <p:to>
                                            <p:strVal val="visible"/>
                                          </p:to>
                                        </p:set>
                                        <p:animEffect transition="in" filter="fade">
                                          <p:cBhvr>
                                            <p:cTn id="68" dur="1000"/>
                                            <p:tgtEl>
                                              <p:spTgt spid="36">
                                                <p:txEl>
                                                  <p:pRg st="0" end="0"/>
                                                </p:txEl>
                                              </p:spTgt>
                                            </p:tgtEl>
                                          </p:cBhvr>
                                        </p:animEffect>
                                        <p:anim calcmode="lin" valueType="num">
                                          <p:cBhvr>
                                            <p:cTn id="69" dur="100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70" dur="1000" fill="hold"/>
                                            <p:tgtEl>
                                              <p:spTgt spid="3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P spid="17" grpId="0" animBg="1"/>
          <p:bldP spid="2" grpId="0" build="p"/>
          <p:bldP spid="3" grpId="0" build="p"/>
          <p:bldP spid="4" grpId="0" build="p"/>
          <p:bldP spid="6" grpId="0" build="p"/>
          <p:bldP spid="32" grpId="0" build="p"/>
          <p:bldP spid="33" grpId="0" build="p"/>
          <p:bldP spid="34" grpId="0" build="p"/>
          <p:bldP spid="35" grpId="0" build="p"/>
          <p:bldP spid="36"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1000" fill="hold"/>
                                            <p:tgtEl>
                                              <p:spTgt spid="13"/>
                                            </p:tgtEl>
                                            <p:attrNameLst>
                                              <p:attrName>ppt_x</p:attrName>
                                            </p:attrNameLst>
                                          </p:cBhvr>
                                          <p:tavLst>
                                            <p:tav tm="0">
                                              <p:val>
                                                <p:strVal val="#ppt_x"/>
                                              </p:val>
                                            </p:tav>
                                            <p:tav tm="100000">
                                              <p:val>
                                                <p:strVal val="#ppt_x"/>
                                              </p:val>
                                            </p:tav>
                                          </p:tavLst>
                                        </p:anim>
                                        <p:anim calcmode="lin" valueType="num">
                                          <p:cBhvr additive="base">
                                            <p:cTn id="8" dur="1000" fill="hold"/>
                                            <p:tgtEl>
                                              <p:spTgt spid="13"/>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1000" fill="hold"/>
                                            <p:tgtEl>
                                              <p:spTgt spid="14"/>
                                            </p:tgtEl>
                                            <p:attrNameLst>
                                              <p:attrName>ppt_x</p:attrName>
                                            </p:attrNameLst>
                                          </p:cBhvr>
                                          <p:tavLst>
                                            <p:tav tm="0">
                                              <p:val>
                                                <p:strVal val="#ppt_x"/>
                                              </p:val>
                                            </p:tav>
                                            <p:tav tm="100000">
                                              <p:val>
                                                <p:strVal val="#ppt_x"/>
                                              </p:val>
                                            </p:tav>
                                          </p:tavLst>
                                        </p:anim>
                                        <p:anim calcmode="lin" valueType="num">
                                          <p:cBhvr additive="base">
                                            <p:cTn id="20" dur="1000" fill="hold"/>
                                            <p:tgtEl>
                                              <p:spTgt spid="14"/>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000" fill="hold"/>
                                            <p:tgtEl>
                                              <p:spTgt spid="15"/>
                                            </p:tgtEl>
                                            <p:attrNameLst>
                                              <p:attrName>ppt_x</p:attrName>
                                            </p:attrNameLst>
                                          </p:cBhvr>
                                          <p:tavLst>
                                            <p:tav tm="0">
                                              <p:val>
                                                <p:strVal val="#ppt_x"/>
                                              </p:val>
                                            </p:tav>
                                            <p:tav tm="100000">
                                              <p:val>
                                                <p:strVal val="#ppt_x"/>
                                              </p:val>
                                            </p:tav>
                                          </p:tavLst>
                                        </p:anim>
                                        <p:anim calcmode="lin" valueType="num">
                                          <p:cBhvr additive="base">
                                            <p:cTn id="24" dur="10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50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000" fill="hold"/>
                                            <p:tgtEl>
                                              <p:spTgt spid="16"/>
                                            </p:tgtEl>
                                            <p:attrNameLst>
                                              <p:attrName>ppt_x</p:attrName>
                                            </p:attrNameLst>
                                          </p:cBhvr>
                                          <p:tavLst>
                                            <p:tav tm="0">
                                              <p:val>
                                                <p:strVal val="#ppt_x"/>
                                              </p:val>
                                            </p:tav>
                                            <p:tav tm="100000">
                                              <p:val>
                                                <p:strVal val="#ppt_x"/>
                                              </p:val>
                                            </p:tav>
                                          </p:tavLst>
                                        </p:anim>
                                        <p:anim calcmode="lin" valueType="num">
                                          <p:cBhvr additive="base">
                                            <p:cTn id="28" dur="1000" fill="hold"/>
                                            <p:tgtEl>
                                              <p:spTgt spid="16"/>
                                            </p:tgtEl>
                                            <p:attrNameLst>
                                              <p:attrName>ppt_y</p:attrName>
                                            </p:attrNameLst>
                                          </p:cBhvr>
                                          <p:tavLst>
                                            <p:tav tm="0">
                                              <p:val>
                                                <p:strVal val="0-#ppt_h/2"/>
                                              </p:val>
                                            </p:tav>
                                            <p:tav tm="100000">
                                              <p:val>
                                                <p:strVal val="#ppt_y"/>
                                              </p:val>
                                            </p:tav>
                                          </p:tavLst>
                                        </p:anim>
                                      </p:childTnLst>
                                    </p:cTn>
                                  </p:par>
                                  <p:par>
                                    <p:cTn id="29" presetID="53" presetClass="entr" presetSubtype="16" fill="hold" nodeType="withEffect">
                                      <p:stCondLst>
                                        <p:cond delay="1250"/>
                                      </p:stCondLst>
                                      <p:childTnLst>
                                        <p:set>
                                          <p:cBhvr>
                                            <p:cTn id="30" dur="1" fill="hold">
                                              <p:stCondLst>
                                                <p:cond delay="0"/>
                                              </p:stCondLst>
                                            </p:cTn>
                                            <p:tgtEl>
                                              <p:spTgt spid="25"/>
                                            </p:tgtEl>
                                            <p:attrNameLst>
                                              <p:attrName>style.visibility</p:attrName>
                                            </p:attrNameLst>
                                          </p:cBhvr>
                                          <p:to>
                                            <p:strVal val="visible"/>
                                          </p:to>
                                        </p:set>
                                        <p:anim calcmode="lin" valueType="num">
                                          <p:cBhvr>
                                            <p:cTn id="31" dur="500" fill="hold"/>
                                            <p:tgtEl>
                                              <p:spTgt spid="25"/>
                                            </p:tgtEl>
                                            <p:attrNameLst>
                                              <p:attrName>ppt_w</p:attrName>
                                            </p:attrNameLst>
                                          </p:cBhvr>
                                          <p:tavLst>
                                            <p:tav tm="0">
                                              <p:val>
                                                <p:fltVal val="0"/>
                                              </p:val>
                                            </p:tav>
                                            <p:tav tm="100000">
                                              <p:val>
                                                <p:strVal val="#ppt_w"/>
                                              </p:val>
                                            </p:tav>
                                          </p:tavLst>
                                        </p:anim>
                                        <p:anim calcmode="lin" valueType="num">
                                          <p:cBhvr>
                                            <p:cTn id="32" dur="500" fill="hold"/>
                                            <p:tgtEl>
                                              <p:spTgt spid="25"/>
                                            </p:tgtEl>
                                            <p:attrNameLst>
                                              <p:attrName>ppt_h</p:attrName>
                                            </p:attrNameLst>
                                          </p:cBhvr>
                                          <p:tavLst>
                                            <p:tav tm="0">
                                              <p:val>
                                                <p:fltVal val="0"/>
                                              </p:val>
                                            </p:tav>
                                            <p:tav tm="100000">
                                              <p:val>
                                                <p:strVal val="#ppt_h"/>
                                              </p:val>
                                            </p:tav>
                                          </p:tavLst>
                                        </p:anim>
                                        <p:animEffect transition="in" filter="fade">
                                          <p:cBhvr>
                                            <p:cTn id="33" dur="500"/>
                                            <p:tgtEl>
                                              <p:spTgt spid="25"/>
                                            </p:tgtEl>
                                          </p:cBhvr>
                                        </p:animEffect>
                                      </p:childTnLst>
                                    </p:cTn>
                                  </p:par>
                                  <p:par>
                                    <p:cTn id="34" presetID="2" presetClass="entr" presetSubtype="2" fill="hold" grpId="0" nodeType="withEffect">
                                      <p:stCondLst>
                                        <p:cond delay="1500"/>
                                      </p:stCondLst>
                                      <p:childTnLst>
                                        <p:set>
                                          <p:cBhvr>
                                            <p:cTn id="35" dur="1" fill="hold">
                                              <p:stCondLst>
                                                <p:cond delay="0"/>
                                              </p:stCondLst>
                                            </p:cTn>
                                            <p:tgtEl>
                                              <p:spTgt spid="2">
                                                <p:txEl>
                                                  <p:pRg st="0" end="0"/>
                                                </p:txEl>
                                              </p:spTgt>
                                            </p:tgtEl>
                                            <p:attrNameLst>
                                              <p:attrName>style.visibility</p:attrName>
                                            </p:attrNameLst>
                                          </p:cBhvr>
                                          <p:to>
                                            <p:strVal val="visible"/>
                                          </p:to>
                                        </p:set>
                                        <p:anim calcmode="lin" valueType="num">
                                          <p:cBhvr additive="base">
                                            <p:cTn id="36" dur="1000" fill="hold"/>
                                            <p:tgtEl>
                                              <p:spTgt spid="2">
                                                <p:txEl>
                                                  <p:pRg st="0" end="0"/>
                                                </p:txEl>
                                              </p:spTgt>
                                            </p:tgtEl>
                                            <p:attrNameLst>
                                              <p:attrName>ppt_x</p:attrName>
                                            </p:attrNameLst>
                                          </p:cBhvr>
                                          <p:tavLst>
                                            <p:tav tm="0">
                                              <p:val>
                                                <p:strVal val="1+#ppt_w/2"/>
                                              </p:val>
                                            </p:tav>
                                            <p:tav tm="100000">
                                              <p:val>
                                                <p:strVal val="#ppt_x"/>
                                              </p:val>
                                            </p:tav>
                                          </p:tavLst>
                                        </p:anim>
                                        <p:anim calcmode="lin" valueType="num">
                                          <p:cBhvr additive="base">
                                            <p:cTn id="37" dur="1000" fill="hold"/>
                                            <p:tgtEl>
                                              <p:spTgt spid="2">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2" fill="hold" grpId="0" nodeType="withEffect">
                                      <p:stCondLst>
                                        <p:cond delay="1500"/>
                                      </p:stCondLst>
                                      <p:childTnLst>
                                        <p:set>
                                          <p:cBhvr>
                                            <p:cTn id="39" dur="1" fill="hold">
                                              <p:stCondLst>
                                                <p:cond delay="0"/>
                                              </p:stCondLst>
                                            </p:cTn>
                                            <p:tgtEl>
                                              <p:spTgt spid="3">
                                                <p:txEl>
                                                  <p:pRg st="0" end="0"/>
                                                </p:txEl>
                                              </p:spTgt>
                                            </p:tgtEl>
                                            <p:attrNameLst>
                                              <p:attrName>style.visibility</p:attrName>
                                            </p:attrNameLst>
                                          </p:cBhvr>
                                          <p:to>
                                            <p:strVal val="visible"/>
                                          </p:to>
                                        </p:set>
                                        <p:anim calcmode="lin" valueType="num">
                                          <p:cBhvr additive="base">
                                            <p:cTn id="40" dur="1000" fill="hold"/>
                                            <p:tgtEl>
                                              <p:spTgt spid="3">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3">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2" fill="hold" grpId="0" nodeType="withEffect">
                                      <p:stCondLst>
                                        <p:cond delay="1500"/>
                                      </p:stCondLst>
                                      <p:childTnLst>
                                        <p:set>
                                          <p:cBhvr>
                                            <p:cTn id="43" dur="1" fill="hold">
                                              <p:stCondLst>
                                                <p:cond delay="0"/>
                                              </p:stCondLst>
                                            </p:cTn>
                                            <p:tgtEl>
                                              <p:spTgt spid="4">
                                                <p:txEl>
                                                  <p:pRg st="0" end="0"/>
                                                </p:txEl>
                                              </p:spTgt>
                                            </p:tgtEl>
                                            <p:attrNameLst>
                                              <p:attrName>style.visibility</p:attrName>
                                            </p:attrNameLst>
                                          </p:cBhvr>
                                          <p:to>
                                            <p:strVal val="visible"/>
                                          </p:to>
                                        </p:set>
                                        <p:anim calcmode="lin" valueType="num">
                                          <p:cBhvr additive="base">
                                            <p:cTn id="44" dur="10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
                                                <p:txEl>
                                                  <p:pRg st="0" end="0"/>
                                                </p:txEl>
                                              </p:spTgt>
                                            </p:tgtEl>
                                            <p:attrNameLst>
                                              <p:attrName>ppt_y</p:attrName>
                                            </p:attrNameLst>
                                          </p:cBhvr>
                                          <p:tavLst>
                                            <p:tav tm="0">
                                              <p:val>
                                                <p:strVal val="#ppt_y"/>
                                              </p:val>
                                            </p:tav>
                                            <p:tav tm="100000">
                                              <p:val>
                                                <p:strVal val="#ppt_y"/>
                                              </p:val>
                                            </p:tav>
                                          </p:tavLst>
                                        </p:anim>
                                      </p:childTnLst>
                                    </p:cTn>
                                  </p:par>
                                  <p:par>
                                    <p:cTn id="46" presetID="2" presetClass="entr" presetSubtype="2" fill="hold" grpId="0" nodeType="withEffect">
                                      <p:stCondLst>
                                        <p:cond delay="1500"/>
                                      </p:stCondLst>
                                      <p:childTnLst>
                                        <p:set>
                                          <p:cBhvr>
                                            <p:cTn id="47" dur="1" fill="hold">
                                              <p:stCondLst>
                                                <p:cond delay="0"/>
                                              </p:stCondLst>
                                            </p:cTn>
                                            <p:tgtEl>
                                              <p:spTgt spid="6">
                                                <p:txEl>
                                                  <p:pRg st="0" end="0"/>
                                                </p:txEl>
                                              </p:spTgt>
                                            </p:tgtEl>
                                            <p:attrNameLst>
                                              <p:attrName>style.visibility</p:attrName>
                                            </p:attrNameLst>
                                          </p:cBhvr>
                                          <p:to>
                                            <p:strVal val="visible"/>
                                          </p:to>
                                        </p:set>
                                        <p:anim calcmode="lin" valueType="num">
                                          <p:cBhvr additive="base">
                                            <p:cTn id="48" dur="1000" fill="hold"/>
                                            <p:tgtEl>
                                              <p:spTgt spid="6">
                                                <p:txEl>
                                                  <p:pRg st="0" end="0"/>
                                                </p:txEl>
                                              </p:spTgt>
                                            </p:tgtEl>
                                            <p:attrNameLst>
                                              <p:attrName>ppt_x</p:attrName>
                                            </p:attrNameLst>
                                          </p:cBhvr>
                                          <p:tavLst>
                                            <p:tav tm="0">
                                              <p:val>
                                                <p:strVal val="1+#ppt_w/2"/>
                                              </p:val>
                                            </p:tav>
                                            <p:tav tm="100000">
                                              <p:val>
                                                <p:strVal val="#ppt_x"/>
                                              </p:val>
                                            </p:tav>
                                          </p:tavLst>
                                        </p:anim>
                                        <p:anim calcmode="lin" valueType="num">
                                          <p:cBhvr additive="base">
                                            <p:cTn id="49" dur="1000" fill="hold"/>
                                            <p:tgtEl>
                                              <p:spTgt spid="6">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2" fill="hold" grpId="0" nodeType="withEffect">
                                      <p:stCondLst>
                                        <p:cond delay="1500"/>
                                      </p:stCondLst>
                                      <p:childTnLst>
                                        <p:set>
                                          <p:cBhvr>
                                            <p:cTn id="51" dur="1" fill="hold">
                                              <p:stCondLst>
                                                <p:cond delay="0"/>
                                              </p:stCondLst>
                                            </p:cTn>
                                            <p:tgtEl>
                                              <p:spTgt spid="32">
                                                <p:txEl>
                                                  <p:pRg st="0" end="0"/>
                                                </p:txEl>
                                              </p:spTgt>
                                            </p:tgtEl>
                                            <p:attrNameLst>
                                              <p:attrName>style.visibility</p:attrName>
                                            </p:attrNameLst>
                                          </p:cBhvr>
                                          <p:to>
                                            <p:strVal val="visible"/>
                                          </p:to>
                                        </p:set>
                                        <p:anim calcmode="lin" valueType="num">
                                          <p:cBhvr additive="base">
                                            <p:cTn id="52" dur="10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53" dur="1000" fill="hold"/>
                                            <p:tgtEl>
                                              <p:spTgt spid="32">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stCondLst>
                                        <p:cond delay="1500"/>
                                      </p:stCondLst>
                                      <p:childTnLst>
                                        <p:set>
                                          <p:cBhvr>
                                            <p:cTn id="55" dur="1" fill="hold">
                                              <p:stCondLst>
                                                <p:cond delay="0"/>
                                              </p:stCondLst>
                                            </p:cTn>
                                            <p:tgtEl>
                                              <p:spTgt spid="33">
                                                <p:txEl>
                                                  <p:pRg st="0" end="0"/>
                                                </p:txEl>
                                              </p:spTgt>
                                            </p:tgtEl>
                                            <p:attrNameLst>
                                              <p:attrName>style.visibility</p:attrName>
                                            </p:attrNameLst>
                                          </p:cBhvr>
                                          <p:to>
                                            <p:strVal val="visible"/>
                                          </p:to>
                                        </p:set>
                                        <p:anim calcmode="lin" valueType="num">
                                          <p:cBhvr additive="base">
                                            <p:cTn id="56" dur="10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57" dur="1000" fill="hold"/>
                                            <p:tgtEl>
                                              <p:spTgt spid="33">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stCondLst>
                                        <p:cond delay="1500"/>
                                      </p:stCondLst>
                                      <p:childTnLst>
                                        <p:set>
                                          <p:cBhvr>
                                            <p:cTn id="59" dur="1" fill="hold">
                                              <p:stCondLst>
                                                <p:cond delay="0"/>
                                              </p:stCondLst>
                                            </p:cTn>
                                            <p:tgtEl>
                                              <p:spTgt spid="34">
                                                <p:txEl>
                                                  <p:pRg st="0" end="0"/>
                                                </p:txEl>
                                              </p:spTgt>
                                            </p:tgtEl>
                                            <p:attrNameLst>
                                              <p:attrName>style.visibility</p:attrName>
                                            </p:attrNameLst>
                                          </p:cBhvr>
                                          <p:to>
                                            <p:strVal val="visible"/>
                                          </p:to>
                                        </p:set>
                                        <p:anim calcmode="lin" valueType="num">
                                          <p:cBhvr additive="base">
                                            <p:cTn id="60"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61"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stCondLst>
                                        <p:cond delay="1500"/>
                                      </p:stCondLst>
                                      <p:childTnLst>
                                        <p:set>
                                          <p:cBhvr>
                                            <p:cTn id="63" dur="1" fill="hold">
                                              <p:stCondLst>
                                                <p:cond delay="0"/>
                                              </p:stCondLst>
                                            </p:cTn>
                                            <p:tgtEl>
                                              <p:spTgt spid="35">
                                                <p:txEl>
                                                  <p:pRg st="0" end="0"/>
                                                </p:txEl>
                                              </p:spTgt>
                                            </p:tgtEl>
                                            <p:attrNameLst>
                                              <p:attrName>style.visibility</p:attrName>
                                            </p:attrNameLst>
                                          </p:cBhvr>
                                          <p:to>
                                            <p:strVal val="visible"/>
                                          </p:to>
                                        </p:set>
                                        <p:anim calcmode="lin" valueType="num">
                                          <p:cBhvr additive="base">
                                            <p:cTn id="64" dur="1000" fill="hold"/>
                                            <p:tgtEl>
                                              <p:spTgt spid="35">
                                                <p:txEl>
                                                  <p:pRg st="0" end="0"/>
                                                </p:txEl>
                                              </p:spTgt>
                                            </p:tgtEl>
                                            <p:attrNameLst>
                                              <p:attrName>ppt_x</p:attrName>
                                            </p:attrNameLst>
                                          </p:cBhvr>
                                          <p:tavLst>
                                            <p:tav tm="0">
                                              <p:val>
                                                <p:strVal val="1+#ppt_w/2"/>
                                              </p:val>
                                            </p:tav>
                                            <p:tav tm="100000">
                                              <p:val>
                                                <p:strVal val="#ppt_x"/>
                                              </p:val>
                                            </p:tav>
                                          </p:tavLst>
                                        </p:anim>
                                        <p:anim calcmode="lin" valueType="num">
                                          <p:cBhvr additive="base">
                                            <p:cTn id="65" dur="1000" fill="hold"/>
                                            <p:tgtEl>
                                              <p:spTgt spid="35">
                                                <p:txEl>
                                                  <p:pRg st="0" end="0"/>
                                                </p:txEl>
                                              </p:spTgt>
                                            </p:tgtEl>
                                            <p:attrNameLst>
                                              <p:attrName>ppt_y</p:attrName>
                                            </p:attrNameLst>
                                          </p:cBhvr>
                                          <p:tavLst>
                                            <p:tav tm="0">
                                              <p:val>
                                                <p:strVal val="#ppt_y"/>
                                              </p:val>
                                            </p:tav>
                                            <p:tav tm="100000">
                                              <p:val>
                                                <p:strVal val="#ppt_y"/>
                                              </p:val>
                                            </p:tav>
                                          </p:tavLst>
                                        </p:anim>
                                      </p:childTnLst>
                                    </p:cTn>
                                  </p:par>
                                  <p:par>
                                    <p:cTn id="66" presetID="47" presetClass="entr" presetSubtype="0" fill="hold" grpId="0" nodeType="withEffect">
                                      <p:stCondLst>
                                        <p:cond delay="1750"/>
                                      </p:stCondLst>
                                      <p:childTnLst>
                                        <p:set>
                                          <p:cBhvr>
                                            <p:cTn id="67" dur="1" fill="hold">
                                              <p:stCondLst>
                                                <p:cond delay="0"/>
                                              </p:stCondLst>
                                            </p:cTn>
                                            <p:tgtEl>
                                              <p:spTgt spid="36">
                                                <p:txEl>
                                                  <p:pRg st="0" end="0"/>
                                                </p:txEl>
                                              </p:spTgt>
                                            </p:tgtEl>
                                            <p:attrNameLst>
                                              <p:attrName>style.visibility</p:attrName>
                                            </p:attrNameLst>
                                          </p:cBhvr>
                                          <p:to>
                                            <p:strVal val="visible"/>
                                          </p:to>
                                        </p:set>
                                        <p:animEffect transition="in" filter="fade">
                                          <p:cBhvr>
                                            <p:cTn id="68" dur="1000"/>
                                            <p:tgtEl>
                                              <p:spTgt spid="36">
                                                <p:txEl>
                                                  <p:pRg st="0" end="0"/>
                                                </p:txEl>
                                              </p:spTgt>
                                            </p:tgtEl>
                                          </p:cBhvr>
                                        </p:animEffect>
                                        <p:anim calcmode="lin" valueType="num">
                                          <p:cBhvr>
                                            <p:cTn id="69" dur="100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70" dur="1000" fill="hold"/>
                                            <p:tgtEl>
                                              <p:spTgt spid="3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P spid="17" grpId="0" animBg="1"/>
          <p:bldP spid="2" grpId="0" build="p"/>
          <p:bldP spid="3" grpId="0" build="p"/>
          <p:bldP spid="4" grpId="0" build="p"/>
          <p:bldP spid="6" grpId="0" build="p"/>
          <p:bldP spid="32" grpId="0" build="p"/>
          <p:bldP spid="33" grpId="0" build="p"/>
          <p:bldP spid="34" grpId="0" build="p"/>
          <p:bldP spid="35" grpId="0" build="p"/>
          <p:bldP spid="36" grpId="0" build="p"/>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11"/>
          <p:cNvSpPr>
            <a:spLocks/>
          </p:cNvSpPr>
          <p:nvPr/>
        </p:nvSpPr>
        <p:spPr bwMode="auto">
          <a:xfrm>
            <a:off x="9891713" y="5111750"/>
            <a:ext cx="152400" cy="339725"/>
          </a:xfrm>
          <a:custGeom>
            <a:avLst/>
            <a:gdLst>
              <a:gd name="T0" fmla="*/ 38 w 40"/>
              <a:gd name="T1" fmla="*/ 8 h 89"/>
              <a:gd name="T2" fmla="*/ 38 w 40"/>
              <a:gd name="T3" fmla="*/ 15 h 89"/>
              <a:gd name="T4" fmla="*/ 39 w 40"/>
              <a:gd name="T5" fmla="*/ 18 h 89"/>
              <a:gd name="T6" fmla="*/ 38 w 40"/>
              <a:gd name="T7" fmla="*/ 21 h 89"/>
              <a:gd name="T8" fmla="*/ 36 w 40"/>
              <a:gd name="T9" fmla="*/ 27 h 89"/>
              <a:gd name="T10" fmla="*/ 35 w 40"/>
              <a:gd name="T11" fmla="*/ 33 h 89"/>
              <a:gd name="T12" fmla="*/ 35 w 40"/>
              <a:gd name="T13" fmla="*/ 37 h 89"/>
              <a:gd name="T14" fmla="*/ 34 w 40"/>
              <a:gd name="T15" fmla="*/ 46 h 89"/>
              <a:gd name="T16" fmla="*/ 33 w 40"/>
              <a:gd name="T17" fmla="*/ 52 h 89"/>
              <a:gd name="T18" fmla="*/ 32 w 40"/>
              <a:gd name="T19" fmla="*/ 57 h 89"/>
              <a:gd name="T20" fmla="*/ 29 w 40"/>
              <a:gd name="T21" fmla="*/ 63 h 89"/>
              <a:gd name="T22" fmla="*/ 28 w 40"/>
              <a:gd name="T23" fmla="*/ 67 h 89"/>
              <a:gd name="T24" fmla="*/ 23 w 40"/>
              <a:gd name="T25" fmla="*/ 78 h 89"/>
              <a:gd name="T26" fmla="*/ 24 w 40"/>
              <a:gd name="T27" fmla="*/ 86 h 89"/>
              <a:gd name="T28" fmla="*/ 22 w 40"/>
              <a:gd name="T29" fmla="*/ 88 h 89"/>
              <a:gd name="T30" fmla="*/ 20 w 40"/>
              <a:gd name="T31" fmla="*/ 89 h 89"/>
              <a:gd name="T32" fmla="*/ 16 w 40"/>
              <a:gd name="T33" fmla="*/ 78 h 89"/>
              <a:gd name="T34" fmla="*/ 9 w 40"/>
              <a:gd name="T35" fmla="*/ 74 h 89"/>
              <a:gd name="T36" fmla="*/ 7 w 40"/>
              <a:gd name="T37" fmla="*/ 70 h 89"/>
              <a:gd name="T38" fmla="*/ 2 w 40"/>
              <a:gd name="T39" fmla="*/ 62 h 89"/>
              <a:gd name="T40" fmla="*/ 1 w 40"/>
              <a:gd name="T41" fmla="*/ 59 h 89"/>
              <a:gd name="T42" fmla="*/ 2 w 40"/>
              <a:gd name="T43" fmla="*/ 55 h 89"/>
              <a:gd name="T44" fmla="*/ 2 w 40"/>
              <a:gd name="T45" fmla="*/ 51 h 89"/>
              <a:gd name="T46" fmla="*/ 2 w 40"/>
              <a:gd name="T47" fmla="*/ 49 h 89"/>
              <a:gd name="T48" fmla="*/ 2 w 40"/>
              <a:gd name="T49" fmla="*/ 45 h 89"/>
              <a:gd name="T50" fmla="*/ 2 w 40"/>
              <a:gd name="T51" fmla="*/ 42 h 89"/>
              <a:gd name="T52" fmla="*/ 4 w 40"/>
              <a:gd name="T53" fmla="*/ 40 h 89"/>
              <a:gd name="T54" fmla="*/ 5 w 40"/>
              <a:gd name="T55" fmla="*/ 37 h 89"/>
              <a:gd name="T56" fmla="*/ 6 w 40"/>
              <a:gd name="T57" fmla="*/ 34 h 89"/>
              <a:gd name="T58" fmla="*/ 8 w 40"/>
              <a:gd name="T59" fmla="*/ 30 h 89"/>
              <a:gd name="T60" fmla="*/ 9 w 40"/>
              <a:gd name="T61" fmla="*/ 29 h 89"/>
              <a:gd name="T62" fmla="*/ 10 w 40"/>
              <a:gd name="T63" fmla="*/ 25 h 89"/>
              <a:gd name="T64" fmla="*/ 12 w 40"/>
              <a:gd name="T65" fmla="*/ 20 h 89"/>
              <a:gd name="T66" fmla="*/ 13 w 40"/>
              <a:gd name="T67" fmla="*/ 19 h 89"/>
              <a:gd name="T68" fmla="*/ 16 w 40"/>
              <a:gd name="T69" fmla="*/ 13 h 89"/>
              <a:gd name="T70" fmla="*/ 18 w 40"/>
              <a:gd name="T71" fmla="*/ 9 h 89"/>
              <a:gd name="T72" fmla="*/ 20 w 40"/>
              <a:gd name="T73" fmla="*/ 7 h 89"/>
              <a:gd name="T74" fmla="*/ 25 w 40"/>
              <a:gd name="T75" fmla="*/ 4 h 89"/>
              <a:gd name="T76" fmla="*/ 27 w 40"/>
              <a:gd name="T77" fmla="*/ 3 h 89"/>
              <a:gd name="T78" fmla="*/ 29 w 40"/>
              <a:gd name="T79" fmla="*/ 0 h 89"/>
              <a:gd name="T80" fmla="*/ 32 w 40"/>
              <a:gd name="T81" fmla="*/ 2 h 89"/>
              <a:gd name="T82" fmla="*/ 35 w 40"/>
              <a:gd name="T83" fmla="*/ 3 h 89"/>
              <a:gd name="T84" fmla="*/ 39 w 40"/>
              <a:gd name="T85"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 h="89">
                <a:moveTo>
                  <a:pt x="40" y="6"/>
                </a:moveTo>
                <a:cubicBezTo>
                  <a:pt x="40" y="6"/>
                  <a:pt x="39" y="6"/>
                  <a:pt x="39" y="7"/>
                </a:cubicBezTo>
                <a:cubicBezTo>
                  <a:pt x="39" y="7"/>
                  <a:pt x="39" y="7"/>
                  <a:pt x="38" y="8"/>
                </a:cubicBezTo>
                <a:cubicBezTo>
                  <a:pt x="38" y="9"/>
                  <a:pt x="37" y="9"/>
                  <a:pt x="37" y="10"/>
                </a:cubicBezTo>
                <a:cubicBezTo>
                  <a:pt x="37" y="11"/>
                  <a:pt x="37" y="12"/>
                  <a:pt x="37" y="13"/>
                </a:cubicBezTo>
                <a:cubicBezTo>
                  <a:pt x="37" y="14"/>
                  <a:pt x="38" y="14"/>
                  <a:pt x="38" y="15"/>
                </a:cubicBezTo>
                <a:cubicBezTo>
                  <a:pt x="38" y="15"/>
                  <a:pt x="38" y="16"/>
                  <a:pt x="38" y="16"/>
                </a:cubicBezTo>
                <a:cubicBezTo>
                  <a:pt x="38" y="16"/>
                  <a:pt x="39" y="16"/>
                  <a:pt x="39" y="16"/>
                </a:cubicBezTo>
                <a:cubicBezTo>
                  <a:pt x="39" y="17"/>
                  <a:pt x="39" y="18"/>
                  <a:pt x="39" y="18"/>
                </a:cubicBezTo>
                <a:cubicBezTo>
                  <a:pt x="39" y="18"/>
                  <a:pt x="39" y="19"/>
                  <a:pt x="39" y="19"/>
                </a:cubicBezTo>
                <a:cubicBezTo>
                  <a:pt x="38" y="19"/>
                  <a:pt x="38" y="20"/>
                  <a:pt x="38" y="20"/>
                </a:cubicBezTo>
                <a:cubicBezTo>
                  <a:pt x="38" y="20"/>
                  <a:pt x="38" y="21"/>
                  <a:pt x="38" y="21"/>
                </a:cubicBezTo>
                <a:cubicBezTo>
                  <a:pt x="37" y="21"/>
                  <a:pt x="37" y="22"/>
                  <a:pt x="37" y="22"/>
                </a:cubicBezTo>
                <a:cubicBezTo>
                  <a:pt x="37" y="23"/>
                  <a:pt x="37" y="24"/>
                  <a:pt x="37" y="24"/>
                </a:cubicBezTo>
                <a:cubicBezTo>
                  <a:pt x="37" y="25"/>
                  <a:pt x="37" y="26"/>
                  <a:pt x="36" y="27"/>
                </a:cubicBezTo>
                <a:cubicBezTo>
                  <a:pt x="36" y="27"/>
                  <a:pt x="35" y="28"/>
                  <a:pt x="35" y="29"/>
                </a:cubicBezTo>
                <a:cubicBezTo>
                  <a:pt x="35" y="30"/>
                  <a:pt x="35" y="31"/>
                  <a:pt x="35" y="32"/>
                </a:cubicBezTo>
                <a:cubicBezTo>
                  <a:pt x="35" y="32"/>
                  <a:pt x="35" y="32"/>
                  <a:pt x="35" y="33"/>
                </a:cubicBezTo>
                <a:cubicBezTo>
                  <a:pt x="35" y="33"/>
                  <a:pt x="35" y="34"/>
                  <a:pt x="35" y="34"/>
                </a:cubicBezTo>
                <a:cubicBezTo>
                  <a:pt x="35" y="35"/>
                  <a:pt x="35" y="35"/>
                  <a:pt x="35" y="36"/>
                </a:cubicBezTo>
                <a:cubicBezTo>
                  <a:pt x="35" y="36"/>
                  <a:pt x="35" y="37"/>
                  <a:pt x="35" y="37"/>
                </a:cubicBezTo>
                <a:cubicBezTo>
                  <a:pt x="35" y="39"/>
                  <a:pt x="34" y="40"/>
                  <a:pt x="34" y="42"/>
                </a:cubicBezTo>
                <a:cubicBezTo>
                  <a:pt x="34" y="42"/>
                  <a:pt x="34" y="43"/>
                  <a:pt x="34" y="44"/>
                </a:cubicBezTo>
                <a:cubicBezTo>
                  <a:pt x="34" y="44"/>
                  <a:pt x="34" y="45"/>
                  <a:pt x="34" y="46"/>
                </a:cubicBezTo>
                <a:cubicBezTo>
                  <a:pt x="34" y="46"/>
                  <a:pt x="34" y="46"/>
                  <a:pt x="34" y="47"/>
                </a:cubicBezTo>
                <a:cubicBezTo>
                  <a:pt x="34" y="48"/>
                  <a:pt x="34" y="48"/>
                  <a:pt x="34" y="49"/>
                </a:cubicBezTo>
                <a:cubicBezTo>
                  <a:pt x="33" y="50"/>
                  <a:pt x="33" y="51"/>
                  <a:pt x="33" y="52"/>
                </a:cubicBezTo>
                <a:cubicBezTo>
                  <a:pt x="32" y="53"/>
                  <a:pt x="32" y="54"/>
                  <a:pt x="32" y="55"/>
                </a:cubicBezTo>
                <a:cubicBezTo>
                  <a:pt x="32" y="55"/>
                  <a:pt x="32" y="56"/>
                  <a:pt x="32" y="56"/>
                </a:cubicBezTo>
                <a:cubicBezTo>
                  <a:pt x="32" y="56"/>
                  <a:pt x="32" y="57"/>
                  <a:pt x="32" y="57"/>
                </a:cubicBezTo>
                <a:cubicBezTo>
                  <a:pt x="31" y="58"/>
                  <a:pt x="31" y="59"/>
                  <a:pt x="31" y="61"/>
                </a:cubicBezTo>
                <a:cubicBezTo>
                  <a:pt x="30" y="61"/>
                  <a:pt x="30" y="62"/>
                  <a:pt x="30" y="62"/>
                </a:cubicBezTo>
                <a:cubicBezTo>
                  <a:pt x="30" y="62"/>
                  <a:pt x="30" y="63"/>
                  <a:pt x="29" y="63"/>
                </a:cubicBezTo>
                <a:cubicBezTo>
                  <a:pt x="29" y="63"/>
                  <a:pt x="29" y="63"/>
                  <a:pt x="29" y="64"/>
                </a:cubicBezTo>
                <a:cubicBezTo>
                  <a:pt x="28" y="64"/>
                  <a:pt x="28" y="65"/>
                  <a:pt x="28" y="66"/>
                </a:cubicBezTo>
                <a:cubicBezTo>
                  <a:pt x="28" y="66"/>
                  <a:pt x="28" y="66"/>
                  <a:pt x="28" y="67"/>
                </a:cubicBezTo>
                <a:cubicBezTo>
                  <a:pt x="27" y="68"/>
                  <a:pt x="25" y="69"/>
                  <a:pt x="25" y="70"/>
                </a:cubicBezTo>
                <a:cubicBezTo>
                  <a:pt x="25" y="72"/>
                  <a:pt x="24" y="73"/>
                  <a:pt x="24" y="75"/>
                </a:cubicBezTo>
                <a:cubicBezTo>
                  <a:pt x="24" y="76"/>
                  <a:pt x="23" y="77"/>
                  <a:pt x="23" y="78"/>
                </a:cubicBezTo>
                <a:cubicBezTo>
                  <a:pt x="23" y="79"/>
                  <a:pt x="23" y="80"/>
                  <a:pt x="24" y="81"/>
                </a:cubicBezTo>
                <a:cubicBezTo>
                  <a:pt x="24" y="82"/>
                  <a:pt x="24" y="83"/>
                  <a:pt x="24" y="84"/>
                </a:cubicBezTo>
                <a:cubicBezTo>
                  <a:pt x="24" y="85"/>
                  <a:pt x="24" y="86"/>
                  <a:pt x="24" y="86"/>
                </a:cubicBezTo>
                <a:cubicBezTo>
                  <a:pt x="24" y="87"/>
                  <a:pt x="23" y="87"/>
                  <a:pt x="23" y="87"/>
                </a:cubicBezTo>
                <a:cubicBezTo>
                  <a:pt x="23" y="88"/>
                  <a:pt x="24" y="88"/>
                  <a:pt x="24" y="89"/>
                </a:cubicBezTo>
                <a:cubicBezTo>
                  <a:pt x="23" y="89"/>
                  <a:pt x="23" y="88"/>
                  <a:pt x="22" y="88"/>
                </a:cubicBezTo>
                <a:cubicBezTo>
                  <a:pt x="21" y="88"/>
                  <a:pt x="21" y="88"/>
                  <a:pt x="21" y="88"/>
                </a:cubicBezTo>
                <a:cubicBezTo>
                  <a:pt x="21" y="88"/>
                  <a:pt x="21" y="89"/>
                  <a:pt x="21" y="89"/>
                </a:cubicBezTo>
                <a:cubicBezTo>
                  <a:pt x="21" y="89"/>
                  <a:pt x="20" y="89"/>
                  <a:pt x="20" y="89"/>
                </a:cubicBezTo>
                <a:cubicBezTo>
                  <a:pt x="20" y="87"/>
                  <a:pt x="19" y="86"/>
                  <a:pt x="19" y="85"/>
                </a:cubicBezTo>
                <a:cubicBezTo>
                  <a:pt x="20" y="84"/>
                  <a:pt x="19" y="82"/>
                  <a:pt x="18" y="81"/>
                </a:cubicBezTo>
                <a:cubicBezTo>
                  <a:pt x="17" y="80"/>
                  <a:pt x="17" y="79"/>
                  <a:pt x="16" y="78"/>
                </a:cubicBezTo>
                <a:cubicBezTo>
                  <a:pt x="15" y="77"/>
                  <a:pt x="14" y="77"/>
                  <a:pt x="14" y="76"/>
                </a:cubicBezTo>
                <a:cubicBezTo>
                  <a:pt x="13" y="76"/>
                  <a:pt x="12" y="76"/>
                  <a:pt x="11" y="76"/>
                </a:cubicBezTo>
                <a:cubicBezTo>
                  <a:pt x="11" y="75"/>
                  <a:pt x="10" y="75"/>
                  <a:pt x="9" y="74"/>
                </a:cubicBezTo>
                <a:cubicBezTo>
                  <a:pt x="9" y="74"/>
                  <a:pt x="9" y="74"/>
                  <a:pt x="9" y="73"/>
                </a:cubicBezTo>
                <a:cubicBezTo>
                  <a:pt x="9" y="73"/>
                  <a:pt x="8" y="73"/>
                  <a:pt x="8" y="73"/>
                </a:cubicBezTo>
                <a:cubicBezTo>
                  <a:pt x="7" y="72"/>
                  <a:pt x="7" y="71"/>
                  <a:pt x="7" y="70"/>
                </a:cubicBezTo>
                <a:cubicBezTo>
                  <a:pt x="6" y="68"/>
                  <a:pt x="5" y="67"/>
                  <a:pt x="5" y="65"/>
                </a:cubicBezTo>
                <a:cubicBezTo>
                  <a:pt x="4" y="65"/>
                  <a:pt x="4" y="64"/>
                  <a:pt x="4" y="64"/>
                </a:cubicBezTo>
                <a:cubicBezTo>
                  <a:pt x="3" y="63"/>
                  <a:pt x="2" y="63"/>
                  <a:pt x="2" y="62"/>
                </a:cubicBezTo>
                <a:cubicBezTo>
                  <a:pt x="1" y="62"/>
                  <a:pt x="0" y="61"/>
                  <a:pt x="1" y="61"/>
                </a:cubicBezTo>
                <a:cubicBezTo>
                  <a:pt x="1" y="60"/>
                  <a:pt x="1" y="60"/>
                  <a:pt x="1" y="60"/>
                </a:cubicBezTo>
                <a:cubicBezTo>
                  <a:pt x="2" y="60"/>
                  <a:pt x="1" y="59"/>
                  <a:pt x="1" y="59"/>
                </a:cubicBezTo>
                <a:cubicBezTo>
                  <a:pt x="1" y="59"/>
                  <a:pt x="1" y="59"/>
                  <a:pt x="1" y="58"/>
                </a:cubicBezTo>
                <a:cubicBezTo>
                  <a:pt x="1" y="58"/>
                  <a:pt x="2" y="57"/>
                  <a:pt x="2" y="57"/>
                </a:cubicBezTo>
                <a:cubicBezTo>
                  <a:pt x="2" y="56"/>
                  <a:pt x="1" y="55"/>
                  <a:pt x="2" y="55"/>
                </a:cubicBezTo>
                <a:cubicBezTo>
                  <a:pt x="2" y="54"/>
                  <a:pt x="2" y="54"/>
                  <a:pt x="2" y="54"/>
                </a:cubicBezTo>
                <a:cubicBezTo>
                  <a:pt x="2" y="54"/>
                  <a:pt x="3" y="54"/>
                  <a:pt x="2" y="53"/>
                </a:cubicBezTo>
                <a:cubicBezTo>
                  <a:pt x="2" y="53"/>
                  <a:pt x="2" y="52"/>
                  <a:pt x="2" y="51"/>
                </a:cubicBezTo>
                <a:cubicBezTo>
                  <a:pt x="2" y="51"/>
                  <a:pt x="2" y="51"/>
                  <a:pt x="2" y="51"/>
                </a:cubicBezTo>
                <a:cubicBezTo>
                  <a:pt x="2" y="50"/>
                  <a:pt x="1" y="50"/>
                  <a:pt x="1" y="50"/>
                </a:cubicBezTo>
                <a:cubicBezTo>
                  <a:pt x="1" y="49"/>
                  <a:pt x="2" y="50"/>
                  <a:pt x="2" y="49"/>
                </a:cubicBezTo>
                <a:cubicBezTo>
                  <a:pt x="1" y="48"/>
                  <a:pt x="1" y="48"/>
                  <a:pt x="1" y="47"/>
                </a:cubicBezTo>
                <a:cubicBezTo>
                  <a:pt x="1" y="47"/>
                  <a:pt x="1" y="46"/>
                  <a:pt x="1" y="46"/>
                </a:cubicBezTo>
                <a:cubicBezTo>
                  <a:pt x="1" y="46"/>
                  <a:pt x="2" y="46"/>
                  <a:pt x="2" y="45"/>
                </a:cubicBezTo>
                <a:cubicBezTo>
                  <a:pt x="2" y="45"/>
                  <a:pt x="2" y="44"/>
                  <a:pt x="2" y="43"/>
                </a:cubicBezTo>
                <a:cubicBezTo>
                  <a:pt x="2" y="43"/>
                  <a:pt x="1" y="43"/>
                  <a:pt x="1" y="43"/>
                </a:cubicBezTo>
                <a:cubicBezTo>
                  <a:pt x="1" y="43"/>
                  <a:pt x="2" y="42"/>
                  <a:pt x="2" y="42"/>
                </a:cubicBezTo>
                <a:cubicBezTo>
                  <a:pt x="2" y="42"/>
                  <a:pt x="3" y="42"/>
                  <a:pt x="3" y="42"/>
                </a:cubicBezTo>
                <a:cubicBezTo>
                  <a:pt x="3" y="41"/>
                  <a:pt x="3" y="41"/>
                  <a:pt x="3" y="41"/>
                </a:cubicBezTo>
                <a:cubicBezTo>
                  <a:pt x="3" y="41"/>
                  <a:pt x="4" y="41"/>
                  <a:pt x="4" y="40"/>
                </a:cubicBezTo>
                <a:cubicBezTo>
                  <a:pt x="4" y="40"/>
                  <a:pt x="4" y="39"/>
                  <a:pt x="4" y="39"/>
                </a:cubicBezTo>
                <a:cubicBezTo>
                  <a:pt x="4" y="38"/>
                  <a:pt x="4" y="38"/>
                  <a:pt x="4" y="38"/>
                </a:cubicBezTo>
                <a:cubicBezTo>
                  <a:pt x="4" y="37"/>
                  <a:pt x="5" y="37"/>
                  <a:pt x="5" y="37"/>
                </a:cubicBezTo>
                <a:cubicBezTo>
                  <a:pt x="5" y="37"/>
                  <a:pt x="5" y="36"/>
                  <a:pt x="5" y="36"/>
                </a:cubicBezTo>
                <a:cubicBezTo>
                  <a:pt x="6" y="35"/>
                  <a:pt x="6" y="35"/>
                  <a:pt x="6" y="35"/>
                </a:cubicBezTo>
                <a:cubicBezTo>
                  <a:pt x="6" y="34"/>
                  <a:pt x="6" y="34"/>
                  <a:pt x="6" y="34"/>
                </a:cubicBezTo>
                <a:cubicBezTo>
                  <a:pt x="6" y="33"/>
                  <a:pt x="6" y="33"/>
                  <a:pt x="6" y="33"/>
                </a:cubicBezTo>
                <a:cubicBezTo>
                  <a:pt x="7" y="32"/>
                  <a:pt x="8" y="32"/>
                  <a:pt x="8" y="31"/>
                </a:cubicBezTo>
                <a:cubicBezTo>
                  <a:pt x="7" y="31"/>
                  <a:pt x="7" y="30"/>
                  <a:pt x="8" y="30"/>
                </a:cubicBezTo>
                <a:cubicBezTo>
                  <a:pt x="8" y="30"/>
                  <a:pt x="8" y="30"/>
                  <a:pt x="8" y="30"/>
                </a:cubicBezTo>
                <a:cubicBezTo>
                  <a:pt x="8" y="29"/>
                  <a:pt x="8" y="29"/>
                  <a:pt x="8" y="29"/>
                </a:cubicBezTo>
                <a:cubicBezTo>
                  <a:pt x="8" y="29"/>
                  <a:pt x="9" y="29"/>
                  <a:pt x="9" y="29"/>
                </a:cubicBezTo>
                <a:cubicBezTo>
                  <a:pt x="9" y="28"/>
                  <a:pt x="9" y="28"/>
                  <a:pt x="9" y="28"/>
                </a:cubicBezTo>
                <a:cubicBezTo>
                  <a:pt x="9" y="27"/>
                  <a:pt x="9" y="27"/>
                  <a:pt x="9" y="26"/>
                </a:cubicBezTo>
                <a:cubicBezTo>
                  <a:pt x="9" y="26"/>
                  <a:pt x="10" y="25"/>
                  <a:pt x="10" y="25"/>
                </a:cubicBezTo>
                <a:cubicBezTo>
                  <a:pt x="10" y="24"/>
                  <a:pt x="11" y="24"/>
                  <a:pt x="11" y="23"/>
                </a:cubicBezTo>
                <a:cubicBezTo>
                  <a:pt x="11" y="23"/>
                  <a:pt x="12" y="22"/>
                  <a:pt x="12" y="21"/>
                </a:cubicBezTo>
                <a:cubicBezTo>
                  <a:pt x="12" y="21"/>
                  <a:pt x="12" y="21"/>
                  <a:pt x="12" y="20"/>
                </a:cubicBezTo>
                <a:cubicBezTo>
                  <a:pt x="12" y="20"/>
                  <a:pt x="12" y="20"/>
                  <a:pt x="12" y="20"/>
                </a:cubicBezTo>
                <a:cubicBezTo>
                  <a:pt x="13" y="19"/>
                  <a:pt x="13" y="20"/>
                  <a:pt x="13" y="19"/>
                </a:cubicBezTo>
                <a:cubicBezTo>
                  <a:pt x="13" y="19"/>
                  <a:pt x="13" y="19"/>
                  <a:pt x="13" y="19"/>
                </a:cubicBezTo>
                <a:cubicBezTo>
                  <a:pt x="14" y="18"/>
                  <a:pt x="14" y="18"/>
                  <a:pt x="15" y="17"/>
                </a:cubicBezTo>
                <a:cubicBezTo>
                  <a:pt x="15" y="17"/>
                  <a:pt x="15" y="16"/>
                  <a:pt x="15" y="16"/>
                </a:cubicBezTo>
                <a:cubicBezTo>
                  <a:pt x="16" y="15"/>
                  <a:pt x="15" y="14"/>
                  <a:pt x="16" y="13"/>
                </a:cubicBezTo>
                <a:cubicBezTo>
                  <a:pt x="16" y="13"/>
                  <a:pt x="16" y="12"/>
                  <a:pt x="16" y="12"/>
                </a:cubicBezTo>
                <a:cubicBezTo>
                  <a:pt x="16" y="11"/>
                  <a:pt x="17" y="10"/>
                  <a:pt x="17" y="10"/>
                </a:cubicBezTo>
                <a:cubicBezTo>
                  <a:pt x="17" y="10"/>
                  <a:pt x="17" y="9"/>
                  <a:pt x="18" y="9"/>
                </a:cubicBezTo>
                <a:cubicBezTo>
                  <a:pt x="18" y="9"/>
                  <a:pt x="18" y="8"/>
                  <a:pt x="18" y="8"/>
                </a:cubicBezTo>
                <a:cubicBezTo>
                  <a:pt x="18" y="8"/>
                  <a:pt x="19" y="8"/>
                  <a:pt x="19" y="7"/>
                </a:cubicBezTo>
                <a:cubicBezTo>
                  <a:pt x="20" y="7"/>
                  <a:pt x="20" y="7"/>
                  <a:pt x="20" y="7"/>
                </a:cubicBezTo>
                <a:cubicBezTo>
                  <a:pt x="21" y="6"/>
                  <a:pt x="21" y="6"/>
                  <a:pt x="22" y="5"/>
                </a:cubicBezTo>
                <a:cubicBezTo>
                  <a:pt x="22" y="5"/>
                  <a:pt x="23" y="5"/>
                  <a:pt x="24" y="5"/>
                </a:cubicBezTo>
                <a:cubicBezTo>
                  <a:pt x="24" y="5"/>
                  <a:pt x="24" y="5"/>
                  <a:pt x="25" y="4"/>
                </a:cubicBezTo>
                <a:cubicBezTo>
                  <a:pt x="25" y="4"/>
                  <a:pt x="26" y="4"/>
                  <a:pt x="26" y="4"/>
                </a:cubicBezTo>
                <a:cubicBezTo>
                  <a:pt x="26" y="4"/>
                  <a:pt x="27" y="4"/>
                  <a:pt x="27" y="4"/>
                </a:cubicBezTo>
                <a:cubicBezTo>
                  <a:pt x="27" y="3"/>
                  <a:pt x="27" y="3"/>
                  <a:pt x="27" y="3"/>
                </a:cubicBezTo>
                <a:cubicBezTo>
                  <a:pt x="26" y="3"/>
                  <a:pt x="26" y="2"/>
                  <a:pt x="26" y="2"/>
                </a:cubicBezTo>
                <a:cubicBezTo>
                  <a:pt x="27" y="1"/>
                  <a:pt x="27" y="1"/>
                  <a:pt x="27" y="1"/>
                </a:cubicBezTo>
                <a:cubicBezTo>
                  <a:pt x="28" y="0"/>
                  <a:pt x="29" y="0"/>
                  <a:pt x="29" y="0"/>
                </a:cubicBezTo>
                <a:cubicBezTo>
                  <a:pt x="30" y="0"/>
                  <a:pt x="30" y="0"/>
                  <a:pt x="31" y="1"/>
                </a:cubicBezTo>
                <a:cubicBezTo>
                  <a:pt x="31" y="1"/>
                  <a:pt x="31" y="1"/>
                  <a:pt x="32" y="1"/>
                </a:cubicBezTo>
                <a:cubicBezTo>
                  <a:pt x="32" y="1"/>
                  <a:pt x="32" y="1"/>
                  <a:pt x="32" y="2"/>
                </a:cubicBezTo>
                <a:cubicBezTo>
                  <a:pt x="33" y="2"/>
                  <a:pt x="33" y="3"/>
                  <a:pt x="33" y="3"/>
                </a:cubicBezTo>
                <a:cubicBezTo>
                  <a:pt x="33" y="3"/>
                  <a:pt x="34" y="3"/>
                  <a:pt x="34" y="3"/>
                </a:cubicBezTo>
                <a:cubicBezTo>
                  <a:pt x="34" y="3"/>
                  <a:pt x="35" y="3"/>
                  <a:pt x="35" y="3"/>
                </a:cubicBezTo>
                <a:cubicBezTo>
                  <a:pt x="36" y="3"/>
                  <a:pt x="36" y="3"/>
                  <a:pt x="37" y="3"/>
                </a:cubicBezTo>
                <a:cubicBezTo>
                  <a:pt x="37" y="3"/>
                  <a:pt x="38" y="3"/>
                  <a:pt x="38" y="3"/>
                </a:cubicBezTo>
                <a:cubicBezTo>
                  <a:pt x="38" y="4"/>
                  <a:pt x="39" y="5"/>
                  <a:pt x="39" y="5"/>
                </a:cubicBezTo>
                <a:cubicBezTo>
                  <a:pt x="39" y="6"/>
                  <a:pt x="40" y="5"/>
                  <a:pt x="40" y="6"/>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6804025" y="2308225"/>
            <a:ext cx="2509838" cy="1181100"/>
          </a:xfrm>
          <a:custGeom>
            <a:avLst/>
            <a:gdLst>
              <a:gd name="T0" fmla="*/ 11 w 659"/>
              <a:gd name="T1" fmla="*/ 127 h 310"/>
              <a:gd name="T2" fmla="*/ 31 w 659"/>
              <a:gd name="T3" fmla="*/ 146 h 310"/>
              <a:gd name="T4" fmla="*/ 53 w 659"/>
              <a:gd name="T5" fmla="*/ 146 h 310"/>
              <a:gd name="T6" fmla="*/ 72 w 659"/>
              <a:gd name="T7" fmla="*/ 159 h 310"/>
              <a:gd name="T8" fmla="*/ 87 w 659"/>
              <a:gd name="T9" fmla="*/ 189 h 310"/>
              <a:gd name="T10" fmla="*/ 87 w 659"/>
              <a:gd name="T11" fmla="*/ 213 h 310"/>
              <a:gd name="T12" fmla="*/ 135 w 659"/>
              <a:gd name="T13" fmla="*/ 222 h 310"/>
              <a:gd name="T14" fmla="*/ 171 w 659"/>
              <a:gd name="T15" fmla="*/ 238 h 310"/>
              <a:gd name="T16" fmla="*/ 197 w 659"/>
              <a:gd name="T17" fmla="*/ 254 h 310"/>
              <a:gd name="T18" fmla="*/ 247 w 659"/>
              <a:gd name="T19" fmla="*/ 287 h 310"/>
              <a:gd name="T20" fmla="*/ 326 w 659"/>
              <a:gd name="T21" fmla="*/ 282 h 310"/>
              <a:gd name="T22" fmla="*/ 394 w 659"/>
              <a:gd name="T23" fmla="*/ 303 h 310"/>
              <a:gd name="T24" fmla="*/ 420 w 659"/>
              <a:gd name="T25" fmla="*/ 296 h 310"/>
              <a:gd name="T26" fmla="*/ 484 w 659"/>
              <a:gd name="T27" fmla="*/ 273 h 310"/>
              <a:gd name="T28" fmla="*/ 515 w 659"/>
              <a:gd name="T29" fmla="*/ 251 h 310"/>
              <a:gd name="T30" fmla="*/ 514 w 659"/>
              <a:gd name="T31" fmla="*/ 219 h 310"/>
              <a:gd name="T32" fmla="*/ 536 w 659"/>
              <a:gd name="T33" fmla="*/ 194 h 310"/>
              <a:gd name="T34" fmla="*/ 570 w 659"/>
              <a:gd name="T35" fmla="*/ 184 h 310"/>
              <a:gd name="T36" fmla="*/ 598 w 659"/>
              <a:gd name="T37" fmla="*/ 171 h 310"/>
              <a:gd name="T38" fmla="*/ 613 w 659"/>
              <a:gd name="T39" fmla="*/ 148 h 310"/>
              <a:gd name="T40" fmla="*/ 632 w 659"/>
              <a:gd name="T41" fmla="*/ 134 h 310"/>
              <a:gd name="T42" fmla="*/ 658 w 659"/>
              <a:gd name="T43" fmla="*/ 131 h 310"/>
              <a:gd name="T44" fmla="*/ 631 w 659"/>
              <a:gd name="T45" fmla="*/ 92 h 310"/>
              <a:gd name="T46" fmla="*/ 608 w 659"/>
              <a:gd name="T47" fmla="*/ 105 h 310"/>
              <a:gd name="T48" fmla="*/ 566 w 659"/>
              <a:gd name="T49" fmla="*/ 97 h 310"/>
              <a:gd name="T50" fmla="*/ 570 w 659"/>
              <a:gd name="T51" fmla="*/ 55 h 310"/>
              <a:gd name="T52" fmla="*/ 567 w 659"/>
              <a:gd name="T53" fmla="*/ 32 h 310"/>
              <a:gd name="T54" fmla="*/ 547 w 659"/>
              <a:gd name="T55" fmla="*/ 36 h 310"/>
              <a:gd name="T56" fmla="*/ 526 w 659"/>
              <a:gd name="T57" fmla="*/ 29 h 310"/>
              <a:gd name="T58" fmla="*/ 508 w 659"/>
              <a:gd name="T59" fmla="*/ 37 h 310"/>
              <a:gd name="T60" fmla="*/ 493 w 659"/>
              <a:gd name="T61" fmla="*/ 56 h 310"/>
              <a:gd name="T62" fmla="*/ 467 w 659"/>
              <a:gd name="T63" fmla="*/ 62 h 310"/>
              <a:gd name="T64" fmla="*/ 448 w 659"/>
              <a:gd name="T65" fmla="*/ 69 h 310"/>
              <a:gd name="T66" fmla="*/ 409 w 659"/>
              <a:gd name="T67" fmla="*/ 69 h 310"/>
              <a:gd name="T68" fmla="*/ 393 w 659"/>
              <a:gd name="T69" fmla="*/ 54 h 310"/>
              <a:gd name="T70" fmla="*/ 369 w 659"/>
              <a:gd name="T71" fmla="*/ 44 h 310"/>
              <a:gd name="T72" fmla="*/ 344 w 659"/>
              <a:gd name="T73" fmla="*/ 41 h 310"/>
              <a:gd name="T74" fmla="*/ 318 w 659"/>
              <a:gd name="T75" fmla="*/ 47 h 310"/>
              <a:gd name="T76" fmla="*/ 298 w 659"/>
              <a:gd name="T77" fmla="*/ 52 h 310"/>
              <a:gd name="T78" fmla="*/ 276 w 659"/>
              <a:gd name="T79" fmla="*/ 43 h 310"/>
              <a:gd name="T80" fmla="*/ 263 w 659"/>
              <a:gd name="T81" fmla="*/ 23 h 310"/>
              <a:gd name="T82" fmla="*/ 237 w 659"/>
              <a:gd name="T83" fmla="*/ 12 h 310"/>
              <a:gd name="T84" fmla="*/ 202 w 659"/>
              <a:gd name="T85" fmla="*/ 1 h 310"/>
              <a:gd name="T86" fmla="*/ 193 w 659"/>
              <a:gd name="T87" fmla="*/ 12 h 310"/>
              <a:gd name="T88" fmla="*/ 180 w 659"/>
              <a:gd name="T89" fmla="*/ 24 h 310"/>
              <a:gd name="T90" fmla="*/ 191 w 659"/>
              <a:gd name="T91" fmla="*/ 44 h 310"/>
              <a:gd name="T92" fmla="*/ 194 w 659"/>
              <a:gd name="T93" fmla="*/ 63 h 310"/>
              <a:gd name="T94" fmla="*/ 185 w 659"/>
              <a:gd name="T95" fmla="*/ 75 h 310"/>
              <a:gd name="T96" fmla="*/ 164 w 659"/>
              <a:gd name="T97" fmla="*/ 74 h 310"/>
              <a:gd name="T98" fmla="*/ 140 w 659"/>
              <a:gd name="T99" fmla="*/ 78 h 310"/>
              <a:gd name="T100" fmla="*/ 116 w 659"/>
              <a:gd name="T101" fmla="*/ 57 h 310"/>
              <a:gd name="T102" fmla="*/ 92 w 659"/>
              <a:gd name="T103" fmla="*/ 56 h 310"/>
              <a:gd name="T104" fmla="*/ 67 w 659"/>
              <a:gd name="T105" fmla="*/ 54 h 310"/>
              <a:gd name="T106" fmla="*/ 53 w 659"/>
              <a:gd name="T107" fmla="*/ 63 h 310"/>
              <a:gd name="T108" fmla="*/ 50 w 659"/>
              <a:gd name="T109" fmla="*/ 69 h 310"/>
              <a:gd name="T110" fmla="*/ 38 w 659"/>
              <a:gd name="T111" fmla="*/ 80 h 310"/>
              <a:gd name="T112" fmla="*/ 25 w 659"/>
              <a:gd name="T113" fmla="*/ 94 h 310"/>
              <a:gd name="T114" fmla="*/ 6 w 659"/>
              <a:gd name="T115" fmla="*/ 102 h 310"/>
              <a:gd name="T116" fmla="*/ 4 w 659"/>
              <a:gd name="T117" fmla="*/ 11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9" h="310">
                <a:moveTo>
                  <a:pt x="4" y="113"/>
                </a:moveTo>
                <a:cubicBezTo>
                  <a:pt x="5" y="114"/>
                  <a:pt x="4" y="118"/>
                  <a:pt x="4" y="119"/>
                </a:cubicBezTo>
                <a:cubicBezTo>
                  <a:pt x="4" y="120"/>
                  <a:pt x="6" y="120"/>
                  <a:pt x="9" y="121"/>
                </a:cubicBezTo>
                <a:cubicBezTo>
                  <a:pt x="11" y="123"/>
                  <a:pt x="10" y="125"/>
                  <a:pt x="11" y="127"/>
                </a:cubicBezTo>
                <a:cubicBezTo>
                  <a:pt x="11" y="128"/>
                  <a:pt x="13" y="129"/>
                  <a:pt x="15" y="131"/>
                </a:cubicBezTo>
                <a:cubicBezTo>
                  <a:pt x="17" y="132"/>
                  <a:pt x="20" y="134"/>
                  <a:pt x="22" y="136"/>
                </a:cubicBezTo>
                <a:cubicBezTo>
                  <a:pt x="25" y="138"/>
                  <a:pt x="26" y="142"/>
                  <a:pt x="27" y="144"/>
                </a:cubicBezTo>
                <a:cubicBezTo>
                  <a:pt x="27" y="147"/>
                  <a:pt x="28" y="147"/>
                  <a:pt x="31" y="146"/>
                </a:cubicBezTo>
                <a:cubicBezTo>
                  <a:pt x="34" y="146"/>
                  <a:pt x="33" y="145"/>
                  <a:pt x="35" y="143"/>
                </a:cubicBezTo>
                <a:cubicBezTo>
                  <a:pt x="37" y="142"/>
                  <a:pt x="40" y="141"/>
                  <a:pt x="41" y="141"/>
                </a:cubicBezTo>
                <a:cubicBezTo>
                  <a:pt x="42" y="141"/>
                  <a:pt x="45" y="146"/>
                  <a:pt x="46" y="147"/>
                </a:cubicBezTo>
                <a:cubicBezTo>
                  <a:pt x="47" y="148"/>
                  <a:pt x="51" y="147"/>
                  <a:pt x="53" y="146"/>
                </a:cubicBezTo>
                <a:cubicBezTo>
                  <a:pt x="55" y="146"/>
                  <a:pt x="58" y="145"/>
                  <a:pt x="59" y="145"/>
                </a:cubicBezTo>
                <a:cubicBezTo>
                  <a:pt x="61" y="146"/>
                  <a:pt x="63" y="148"/>
                  <a:pt x="64" y="149"/>
                </a:cubicBezTo>
                <a:cubicBezTo>
                  <a:pt x="65" y="150"/>
                  <a:pt x="69" y="153"/>
                  <a:pt x="70" y="154"/>
                </a:cubicBezTo>
                <a:cubicBezTo>
                  <a:pt x="71" y="155"/>
                  <a:pt x="72" y="158"/>
                  <a:pt x="72" y="159"/>
                </a:cubicBezTo>
                <a:cubicBezTo>
                  <a:pt x="72" y="160"/>
                  <a:pt x="74" y="164"/>
                  <a:pt x="74" y="166"/>
                </a:cubicBezTo>
                <a:cubicBezTo>
                  <a:pt x="74" y="168"/>
                  <a:pt x="77" y="170"/>
                  <a:pt x="81" y="171"/>
                </a:cubicBezTo>
                <a:cubicBezTo>
                  <a:pt x="84" y="172"/>
                  <a:pt x="86" y="178"/>
                  <a:pt x="87" y="180"/>
                </a:cubicBezTo>
                <a:cubicBezTo>
                  <a:pt x="89" y="182"/>
                  <a:pt x="87" y="187"/>
                  <a:pt x="87" y="189"/>
                </a:cubicBezTo>
                <a:cubicBezTo>
                  <a:pt x="86" y="191"/>
                  <a:pt x="88" y="193"/>
                  <a:pt x="89" y="195"/>
                </a:cubicBezTo>
                <a:cubicBezTo>
                  <a:pt x="91" y="196"/>
                  <a:pt x="90" y="199"/>
                  <a:pt x="89" y="200"/>
                </a:cubicBezTo>
                <a:cubicBezTo>
                  <a:pt x="88" y="201"/>
                  <a:pt x="85" y="204"/>
                  <a:pt x="84" y="206"/>
                </a:cubicBezTo>
                <a:cubicBezTo>
                  <a:pt x="83" y="207"/>
                  <a:pt x="86" y="211"/>
                  <a:pt x="87" y="213"/>
                </a:cubicBezTo>
                <a:cubicBezTo>
                  <a:pt x="87" y="214"/>
                  <a:pt x="92" y="219"/>
                  <a:pt x="95" y="221"/>
                </a:cubicBezTo>
                <a:cubicBezTo>
                  <a:pt x="99" y="222"/>
                  <a:pt x="104" y="223"/>
                  <a:pt x="107" y="224"/>
                </a:cubicBezTo>
                <a:cubicBezTo>
                  <a:pt x="110" y="224"/>
                  <a:pt x="114" y="224"/>
                  <a:pt x="124" y="224"/>
                </a:cubicBezTo>
                <a:cubicBezTo>
                  <a:pt x="134" y="223"/>
                  <a:pt x="131" y="222"/>
                  <a:pt x="135" y="222"/>
                </a:cubicBezTo>
                <a:cubicBezTo>
                  <a:pt x="139" y="222"/>
                  <a:pt x="147" y="224"/>
                  <a:pt x="149" y="225"/>
                </a:cubicBezTo>
                <a:cubicBezTo>
                  <a:pt x="152" y="226"/>
                  <a:pt x="155" y="231"/>
                  <a:pt x="156" y="232"/>
                </a:cubicBezTo>
                <a:cubicBezTo>
                  <a:pt x="157" y="233"/>
                  <a:pt x="162" y="233"/>
                  <a:pt x="165" y="233"/>
                </a:cubicBezTo>
                <a:cubicBezTo>
                  <a:pt x="168" y="234"/>
                  <a:pt x="169" y="236"/>
                  <a:pt x="171" y="238"/>
                </a:cubicBezTo>
                <a:cubicBezTo>
                  <a:pt x="173" y="240"/>
                  <a:pt x="176" y="241"/>
                  <a:pt x="179" y="242"/>
                </a:cubicBezTo>
                <a:cubicBezTo>
                  <a:pt x="181" y="242"/>
                  <a:pt x="186" y="242"/>
                  <a:pt x="187" y="243"/>
                </a:cubicBezTo>
                <a:cubicBezTo>
                  <a:pt x="189" y="245"/>
                  <a:pt x="188" y="249"/>
                  <a:pt x="189" y="249"/>
                </a:cubicBezTo>
                <a:cubicBezTo>
                  <a:pt x="191" y="250"/>
                  <a:pt x="196" y="252"/>
                  <a:pt x="197" y="254"/>
                </a:cubicBezTo>
                <a:cubicBezTo>
                  <a:pt x="197" y="256"/>
                  <a:pt x="198" y="260"/>
                  <a:pt x="199" y="262"/>
                </a:cubicBezTo>
                <a:cubicBezTo>
                  <a:pt x="200" y="265"/>
                  <a:pt x="209" y="274"/>
                  <a:pt x="210" y="277"/>
                </a:cubicBezTo>
                <a:cubicBezTo>
                  <a:pt x="212" y="281"/>
                  <a:pt x="217" y="288"/>
                  <a:pt x="217" y="288"/>
                </a:cubicBezTo>
                <a:cubicBezTo>
                  <a:pt x="217" y="288"/>
                  <a:pt x="240" y="287"/>
                  <a:pt x="247" y="287"/>
                </a:cubicBezTo>
                <a:cubicBezTo>
                  <a:pt x="253" y="287"/>
                  <a:pt x="274" y="288"/>
                  <a:pt x="277" y="288"/>
                </a:cubicBezTo>
                <a:cubicBezTo>
                  <a:pt x="279" y="288"/>
                  <a:pt x="287" y="285"/>
                  <a:pt x="289" y="284"/>
                </a:cubicBezTo>
                <a:cubicBezTo>
                  <a:pt x="291" y="282"/>
                  <a:pt x="295" y="281"/>
                  <a:pt x="299" y="281"/>
                </a:cubicBezTo>
                <a:cubicBezTo>
                  <a:pt x="302" y="281"/>
                  <a:pt x="322" y="282"/>
                  <a:pt x="326" y="282"/>
                </a:cubicBezTo>
                <a:cubicBezTo>
                  <a:pt x="331" y="282"/>
                  <a:pt x="335" y="288"/>
                  <a:pt x="340" y="292"/>
                </a:cubicBezTo>
                <a:cubicBezTo>
                  <a:pt x="346" y="296"/>
                  <a:pt x="368" y="303"/>
                  <a:pt x="372" y="305"/>
                </a:cubicBezTo>
                <a:cubicBezTo>
                  <a:pt x="375" y="306"/>
                  <a:pt x="383" y="305"/>
                  <a:pt x="387" y="304"/>
                </a:cubicBezTo>
                <a:cubicBezTo>
                  <a:pt x="390" y="303"/>
                  <a:pt x="393" y="303"/>
                  <a:pt x="394" y="303"/>
                </a:cubicBezTo>
                <a:cubicBezTo>
                  <a:pt x="394" y="304"/>
                  <a:pt x="395" y="308"/>
                  <a:pt x="396" y="309"/>
                </a:cubicBezTo>
                <a:cubicBezTo>
                  <a:pt x="397" y="310"/>
                  <a:pt x="403" y="309"/>
                  <a:pt x="405" y="309"/>
                </a:cubicBezTo>
                <a:cubicBezTo>
                  <a:pt x="407" y="309"/>
                  <a:pt x="410" y="306"/>
                  <a:pt x="412" y="304"/>
                </a:cubicBezTo>
                <a:cubicBezTo>
                  <a:pt x="415" y="302"/>
                  <a:pt x="418" y="298"/>
                  <a:pt x="420" y="296"/>
                </a:cubicBezTo>
                <a:cubicBezTo>
                  <a:pt x="422" y="294"/>
                  <a:pt x="430" y="290"/>
                  <a:pt x="434" y="289"/>
                </a:cubicBezTo>
                <a:cubicBezTo>
                  <a:pt x="438" y="287"/>
                  <a:pt x="454" y="282"/>
                  <a:pt x="460" y="280"/>
                </a:cubicBezTo>
                <a:cubicBezTo>
                  <a:pt x="466" y="278"/>
                  <a:pt x="476" y="278"/>
                  <a:pt x="479" y="277"/>
                </a:cubicBezTo>
                <a:cubicBezTo>
                  <a:pt x="481" y="276"/>
                  <a:pt x="482" y="275"/>
                  <a:pt x="484" y="273"/>
                </a:cubicBezTo>
                <a:cubicBezTo>
                  <a:pt x="487" y="271"/>
                  <a:pt x="490" y="271"/>
                  <a:pt x="494" y="269"/>
                </a:cubicBezTo>
                <a:cubicBezTo>
                  <a:pt x="498" y="268"/>
                  <a:pt x="504" y="267"/>
                  <a:pt x="507" y="266"/>
                </a:cubicBezTo>
                <a:cubicBezTo>
                  <a:pt x="510" y="264"/>
                  <a:pt x="508" y="262"/>
                  <a:pt x="509" y="260"/>
                </a:cubicBezTo>
                <a:cubicBezTo>
                  <a:pt x="509" y="258"/>
                  <a:pt x="512" y="255"/>
                  <a:pt x="515" y="251"/>
                </a:cubicBezTo>
                <a:cubicBezTo>
                  <a:pt x="517" y="248"/>
                  <a:pt x="520" y="245"/>
                  <a:pt x="523" y="242"/>
                </a:cubicBezTo>
                <a:cubicBezTo>
                  <a:pt x="526" y="239"/>
                  <a:pt x="529" y="231"/>
                  <a:pt x="529" y="231"/>
                </a:cubicBezTo>
                <a:cubicBezTo>
                  <a:pt x="529" y="231"/>
                  <a:pt x="528" y="229"/>
                  <a:pt x="524" y="226"/>
                </a:cubicBezTo>
                <a:cubicBezTo>
                  <a:pt x="521" y="223"/>
                  <a:pt x="519" y="222"/>
                  <a:pt x="514" y="219"/>
                </a:cubicBezTo>
                <a:cubicBezTo>
                  <a:pt x="510" y="217"/>
                  <a:pt x="512" y="216"/>
                  <a:pt x="511" y="213"/>
                </a:cubicBezTo>
                <a:cubicBezTo>
                  <a:pt x="511" y="210"/>
                  <a:pt x="511" y="204"/>
                  <a:pt x="511" y="200"/>
                </a:cubicBezTo>
                <a:cubicBezTo>
                  <a:pt x="512" y="195"/>
                  <a:pt x="514" y="195"/>
                  <a:pt x="520" y="193"/>
                </a:cubicBezTo>
                <a:cubicBezTo>
                  <a:pt x="525" y="190"/>
                  <a:pt x="532" y="192"/>
                  <a:pt x="536" y="194"/>
                </a:cubicBezTo>
                <a:cubicBezTo>
                  <a:pt x="540" y="195"/>
                  <a:pt x="545" y="198"/>
                  <a:pt x="547" y="200"/>
                </a:cubicBezTo>
                <a:cubicBezTo>
                  <a:pt x="549" y="201"/>
                  <a:pt x="554" y="201"/>
                  <a:pt x="556" y="199"/>
                </a:cubicBezTo>
                <a:cubicBezTo>
                  <a:pt x="558" y="198"/>
                  <a:pt x="559" y="195"/>
                  <a:pt x="562" y="193"/>
                </a:cubicBezTo>
                <a:cubicBezTo>
                  <a:pt x="565" y="191"/>
                  <a:pt x="567" y="188"/>
                  <a:pt x="570" y="184"/>
                </a:cubicBezTo>
                <a:cubicBezTo>
                  <a:pt x="572" y="181"/>
                  <a:pt x="572" y="181"/>
                  <a:pt x="573" y="179"/>
                </a:cubicBezTo>
                <a:cubicBezTo>
                  <a:pt x="574" y="177"/>
                  <a:pt x="581" y="178"/>
                  <a:pt x="584" y="178"/>
                </a:cubicBezTo>
                <a:cubicBezTo>
                  <a:pt x="587" y="178"/>
                  <a:pt x="590" y="175"/>
                  <a:pt x="592" y="174"/>
                </a:cubicBezTo>
                <a:cubicBezTo>
                  <a:pt x="594" y="172"/>
                  <a:pt x="593" y="173"/>
                  <a:pt x="598" y="171"/>
                </a:cubicBezTo>
                <a:cubicBezTo>
                  <a:pt x="603" y="169"/>
                  <a:pt x="601" y="169"/>
                  <a:pt x="602" y="167"/>
                </a:cubicBezTo>
                <a:cubicBezTo>
                  <a:pt x="603" y="166"/>
                  <a:pt x="602" y="163"/>
                  <a:pt x="602" y="159"/>
                </a:cubicBezTo>
                <a:cubicBezTo>
                  <a:pt x="602" y="156"/>
                  <a:pt x="603" y="153"/>
                  <a:pt x="604" y="152"/>
                </a:cubicBezTo>
                <a:cubicBezTo>
                  <a:pt x="605" y="151"/>
                  <a:pt x="610" y="150"/>
                  <a:pt x="613" y="148"/>
                </a:cubicBezTo>
                <a:cubicBezTo>
                  <a:pt x="616" y="147"/>
                  <a:pt x="614" y="147"/>
                  <a:pt x="615" y="144"/>
                </a:cubicBezTo>
                <a:cubicBezTo>
                  <a:pt x="615" y="141"/>
                  <a:pt x="619" y="143"/>
                  <a:pt x="621" y="145"/>
                </a:cubicBezTo>
                <a:cubicBezTo>
                  <a:pt x="623" y="146"/>
                  <a:pt x="623" y="143"/>
                  <a:pt x="625" y="142"/>
                </a:cubicBezTo>
                <a:cubicBezTo>
                  <a:pt x="627" y="140"/>
                  <a:pt x="630" y="137"/>
                  <a:pt x="632" y="134"/>
                </a:cubicBezTo>
                <a:cubicBezTo>
                  <a:pt x="634" y="131"/>
                  <a:pt x="638" y="132"/>
                  <a:pt x="639" y="132"/>
                </a:cubicBezTo>
                <a:cubicBezTo>
                  <a:pt x="640" y="133"/>
                  <a:pt x="643" y="133"/>
                  <a:pt x="645" y="133"/>
                </a:cubicBezTo>
                <a:cubicBezTo>
                  <a:pt x="646" y="132"/>
                  <a:pt x="650" y="132"/>
                  <a:pt x="653" y="133"/>
                </a:cubicBezTo>
                <a:cubicBezTo>
                  <a:pt x="656" y="135"/>
                  <a:pt x="657" y="133"/>
                  <a:pt x="658" y="131"/>
                </a:cubicBezTo>
                <a:cubicBezTo>
                  <a:pt x="659" y="130"/>
                  <a:pt x="658" y="120"/>
                  <a:pt x="657" y="117"/>
                </a:cubicBezTo>
                <a:cubicBezTo>
                  <a:pt x="656" y="113"/>
                  <a:pt x="655" y="115"/>
                  <a:pt x="652" y="113"/>
                </a:cubicBezTo>
                <a:cubicBezTo>
                  <a:pt x="650" y="112"/>
                  <a:pt x="644" y="106"/>
                  <a:pt x="641" y="103"/>
                </a:cubicBezTo>
                <a:cubicBezTo>
                  <a:pt x="637" y="100"/>
                  <a:pt x="634" y="95"/>
                  <a:pt x="631" y="92"/>
                </a:cubicBezTo>
                <a:cubicBezTo>
                  <a:pt x="628" y="89"/>
                  <a:pt x="626" y="88"/>
                  <a:pt x="623" y="87"/>
                </a:cubicBezTo>
                <a:cubicBezTo>
                  <a:pt x="621" y="87"/>
                  <a:pt x="617" y="89"/>
                  <a:pt x="615" y="90"/>
                </a:cubicBezTo>
                <a:cubicBezTo>
                  <a:pt x="614" y="91"/>
                  <a:pt x="614" y="92"/>
                  <a:pt x="614" y="94"/>
                </a:cubicBezTo>
                <a:cubicBezTo>
                  <a:pt x="614" y="96"/>
                  <a:pt x="610" y="104"/>
                  <a:pt x="608" y="105"/>
                </a:cubicBezTo>
                <a:cubicBezTo>
                  <a:pt x="606" y="105"/>
                  <a:pt x="603" y="103"/>
                  <a:pt x="600" y="102"/>
                </a:cubicBezTo>
                <a:cubicBezTo>
                  <a:pt x="597" y="101"/>
                  <a:pt x="590" y="102"/>
                  <a:pt x="585" y="102"/>
                </a:cubicBezTo>
                <a:cubicBezTo>
                  <a:pt x="581" y="102"/>
                  <a:pt x="580" y="105"/>
                  <a:pt x="576" y="105"/>
                </a:cubicBezTo>
                <a:cubicBezTo>
                  <a:pt x="571" y="105"/>
                  <a:pt x="567" y="100"/>
                  <a:pt x="566" y="97"/>
                </a:cubicBezTo>
                <a:cubicBezTo>
                  <a:pt x="565" y="95"/>
                  <a:pt x="566" y="94"/>
                  <a:pt x="566" y="92"/>
                </a:cubicBezTo>
                <a:cubicBezTo>
                  <a:pt x="566" y="90"/>
                  <a:pt x="568" y="84"/>
                  <a:pt x="568" y="81"/>
                </a:cubicBezTo>
                <a:cubicBezTo>
                  <a:pt x="569" y="78"/>
                  <a:pt x="569" y="70"/>
                  <a:pt x="568" y="67"/>
                </a:cubicBezTo>
                <a:cubicBezTo>
                  <a:pt x="568" y="64"/>
                  <a:pt x="570" y="57"/>
                  <a:pt x="570" y="55"/>
                </a:cubicBezTo>
                <a:cubicBezTo>
                  <a:pt x="570" y="52"/>
                  <a:pt x="572" y="47"/>
                  <a:pt x="572" y="45"/>
                </a:cubicBezTo>
                <a:cubicBezTo>
                  <a:pt x="572" y="43"/>
                  <a:pt x="573" y="38"/>
                  <a:pt x="572" y="34"/>
                </a:cubicBezTo>
                <a:cubicBezTo>
                  <a:pt x="572" y="34"/>
                  <a:pt x="571" y="34"/>
                  <a:pt x="571" y="34"/>
                </a:cubicBezTo>
                <a:cubicBezTo>
                  <a:pt x="570" y="34"/>
                  <a:pt x="567" y="32"/>
                  <a:pt x="567" y="32"/>
                </a:cubicBezTo>
                <a:cubicBezTo>
                  <a:pt x="566" y="31"/>
                  <a:pt x="562" y="31"/>
                  <a:pt x="560" y="31"/>
                </a:cubicBezTo>
                <a:cubicBezTo>
                  <a:pt x="558" y="31"/>
                  <a:pt x="557" y="29"/>
                  <a:pt x="556" y="31"/>
                </a:cubicBezTo>
                <a:cubicBezTo>
                  <a:pt x="554" y="33"/>
                  <a:pt x="554" y="34"/>
                  <a:pt x="553" y="34"/>
                </a:cubicBezTo>
                <a:cubicBezTo>
                  <a:pt x="551" y="35"/>
                  <a:pt x="549" y="37"/>
                  <a:pt x="547" y="36"/>
                </a:cubicBezTo>
                <a:cubicBezTo>
                  <a:pt x="546" y="36"/>
                  <a:pt x="544" y="36"/>
                  <a:pt x="542" y="37"/>
                </a:cubicBezTo>
                <a:cubicBezTo>
                  <a:pt x="541" y="37"/>
                  <a:pt x="537" y="35"/>
                  <a:pt x="535" y="34"/>
                </a:cubicBezTo>
                <a:cubicBezTo>
                  <a:pt x="534" y="33"/>
                  <a:pt x="532" y="31"/>
                  <a:pt x="531" y="30"/>
                </a:cubicBezTo>
                <a:cubicBezTo>
                  <a:pt x="530" y="29"/>
                  <a:pt x="529" y="29"/>
                  <a:pt x="526" y="29"/>
                </a:cubicBezTo>
                <a:cubicBezTo>
                  <a:pt x="523" y="29"/>
                  <a:pt x="521" y="30"/>
                  <a:pt x="519" y="29"/>
                </a:cubicBezTo>
                <a:cubicBezTo>
                  <a:pt x="518" y="29"/>
                  <a:pt x="516" y="29"/>
                  <a:pt x="514" y="30"/>
                </a:cubicBezTo>
                <a:cubicBezTo>
                  <a:pt x="512" y="31"/>
                  <a:pt x="510" y="32"/>
                  <a:pt x="510" y="34"/>
                </a:cubicBezTo>
                <a:cubicBezTo>
                  <a:pt x="509" y="35"/>
                  <a:pt x="509" y="37"/>
                  <a:pt x="508" y="37"/>
                </a:cubicBezTo>
                <a:cubicBezTo>
                  <a:pt x="506" y="38"/>
                  <a:pt x="505" y="40"/>
                  <a:pt x="503" y="41"/>
                </a:cubicBezTo>
                <a:cubicBezTo>
                  <a:pt x="501" y="42"/>
                  <a:pt x="500" y="43"/>
                  <a:pt x="499" y="45"/>
                </a:cubicBezTo>
                <a:cubicBezTo>
                  <a:pt x="499" y="47"/>
                  <a:pt x="499" y="50"/>
                  <a:pt x="498" y="52"/>
                </a:cubicBezTo>
                <a:cubicBezTo>
                  <a:pt x="497" y="54"/>
                  <a:pt x="495" y="55"/>
                  <a:pt x="493" y="56"/>
                </a:cubicBezTo>
                <a:cubicBezTo>
                  <a:pt x="490" y="56"/>
                  <a:pt x="485" y="56"/>
                  <a:pt x="484" y="56"/>
                </a:cubicBezTo>
                <a:cubicBezTo>
                  <a:pt x="482" y="56"/>
                  <a:pt x="479" y="58"/>
                  <a:pt x="478" y="59"/>
                </a:cubicBezTo>
                <a:cubicBezTo>
                  <a:pt x="477" y="59"/>
                  <a:pt x="473" y="60"/>
                  <a:pt x="472" y="60"/>
                </a:cubicBezTo>
                <a:cubicBezTo>
                  <a:pt x="471" y="61"/>
                  <a:pt x="468" y="61"/>
                  <a:pt x="467" y="62"/>
                </a:cubicBezTo>
                <a:cubicBezTo>
                  <a:pt x="466" y="63"/>
                  <a:pt x="464" y="64"/>
                  <a:pt x="463" y="66"/>
                </a:cubicBezTo>
                <a:cubicBezTo>
                  <a:pt x="461" y="68"/>
                  <a:pt x="460" y="70"/>
                  <a:pt x="459" y="70"/>
                </a:cubicBezTo>
                <a:cubicBezTo>
                  <a:pt x="458" y="70"/>
                  <a:pt x="453" y="68"/>
                  <a:pt x="452" y="68"/>
                </a:cubicBezTo>
                <a:cubicBezTo>
                  <a:pt x="451" y="67"/>
                  <a:pt x="449" y="68"/>
                  <a:pt x="448" y="69"/>
                </a:cubicBezTo>
                <a:cubicBezTo>
                  <a:pt x="446" y="69"/>
                  <a:pt x="442" y="70"/>
                  <a:pt x="439" y="70"/>
                </a:cubicBezTo>
                <a:cubicBezTo>
                  <a:pt x="436" y="70"/>
                  <a:pt x="430" y="71"/>
                  <a:pt x="428" y="70"/>
                </a:cubicBezTo>
                <a:cubicBezTo>
                  <a:pt x="425" y="70"/>
                  <a:pt x="423" y="69"/>
                  <a:pt x="419" y="69"/>
                </a:cubicBezTo>
                <a:cubicBezTo>
                  <a:pt x="416" y="69"/>
                  <a:pt x="411" y="69"/>
                  <a:pt x="409" y="69"/>
                </a:cubicBezTo>
                <a:cubicBezTo>
                  <a:pt x="408" y="68"/>
                  <a:pt x="407" y="68"/>
                  <a:pt x="406" y="67"/>
                </a:cubicBezTo>
                <a:cubicBezTo>
                  <a:pt x="405" y="66"/>
                  <a:pt x="404" y="65"/>
                  <a:pt x="402" y="64"/>
                </a:cubicBezTo>
                <a:cubicBezTo>
                  <a:pt x="399" y="63"/>
                  <a:pt x="396" y="61"/>
                  <a:pt x="395" y="60"/>
                </a:cubicBezTo>
                <a:cubicBezTo>
                  <a:pt x="395" y="59"/>
                  <a:pt x="394" y="55"/>
                  <a:pt x="393" y="54"/>
                </a:cubicBezTo>
                <a:cubicBezTo>
                  <a:pt x="392" y="53"/>
                  <a:pt x="391" y="51"/>
                  <a:pt x="390" y="51"/>
                </a:cubicBezTo>
                <a:cubicBezTo>
                  <a:pt x="388" y="51"/>
                  <a:pt x="382" y="51"/>
                  <a:pt x="380" y="51"/>
                </a:cubicBezTo>
                <a:cubicBezTo>
                  <a:pt x="377" y="51"/>
                  <a:pt x="375" y="51"/>
                  <a:pt x="373" y="49"/>
                </a:cubicBezTo>
                <a:cubicBezTo>
                  <a:pt x="371" y="48"/>
                  <a:pt x="369" y="45"/>
                  <a:pt x="369" y="44"/>
                </a:cubicBezTo>
                <a:cubicBezTo>
                  <a:pt x="368" y="44"/>
                  <a:pt x="365" y="43"/>
                  <a:pt x="362" y="43"/>
                </a:cubicBezTo>
                <a:cubicBezTo>
                  <a:pt x="359" y="43"/>
                  <a:pt x="356" y="43"/>
                  <a:pt x="354" y="43"/>
                </a:cubicBezTo>
                <a:cubicBezTo>
                  <a:pt x="352" y="42"/>
                  <a:pt x="350" y="41"/>
                  <a:pt x="349" y="40"/>
                </a:cubicBezTo>
                <a:cubicBezTo>
                  <a:pt x="348" y="40"/>
                  <a:pt x="348" y="40"/>
                  <a:pt x="344" y="41"/>
                </a:cubicBezTo>
                <a:cubicBezTo>
                  <a:pt x="340" y="42"/>
                  <a:pt x="339" y="42"/>
                  <a:pt x="337" y="42"/>
                </a:cubicBezTo>
                <a:cubicBezTo>
                  <a:pt x="336" y="42"/>
                  <a:pt x="335" y="44"/>
                  <a:pt x="333" y="44"/>
                </a:cubicBezTo>
                <a:cubicBezTo>
                  <a:pt x="330" y="45"/>
                  <a:pt x="329" y="45"/>
                  <a:pt x="327" y="45"/>
                </a:cubicBezTo>
                <a:cubicBezTo>
                  <a:pt x="324" y="45"/>
                  <a:pt x="319" y="46"/>
                  <a:pt x="318" y="47"/>
                </a:cubicBezTo>
                <a:cubicBezTo>
                  <a:pt x="318" y="47"/>
                  <a:pt x="317" y="50"/>
                  <a:pt x="315" y="51"/>
                </a:cubicBezTo>
                <a:cubicBezTo>
                  <a:pt x="313" y="51"/>
                  <a:pt x="310" y="51"/>
                  <a:pt x="308" y="51"/>
                </a:cubicBezTo>
                <a:cubicBezTo>
                  <a:pt x="307" y="50"/>
                  <a:pt x="304" y="52"/>
                  <a:pt x="303" y="52"/>
                </a:cubicBezTo>
                <a:cubicBezTo>
                  <a:pt x="301" y="52"/>
                  <a:pt x="299" y="52"/>
                  <a:pt x="298" y="52"/>
                </a:cubicBezTo>
                <a:cubicBezTo>
                  <a:pt x="296" y="52"/>
                  <a:pt x="296" y="53"/>
                  <a:pt x="293" y="53"/>
                </a:cubicBezTo>
                <a:cubicBezTo>
                  <a:pt x="291" y="53"/>
                  <a:pt x="288" y="51"/>
                  <a:pt x="286" y="50"/>
                </a:cubicBezTo>
                <a:cubicBezTo>
                  <a:pt x="285" y="49"/>
                  <a:pt x="284" y="51"/>
                  <a:pt x="281" y="48"/>
                </a:cubicBezTo>
                <a:cubicBezTo>
                  <a:pt x="278" y="46"/>
                  <a:pt x="277" y="44"/>
                  <a:pt x="276" y="43"/>
                </a:cubicBezTo>
                <a:cubicBezTo>
                  <a:pt x="274" y="42"/>
                  <a:pt x="271" y="42"/>
                  <a:pt x="270" y="41"/>
                </a:cubicBezTo>
                <a:cubicBezTo>
                  <a:pt x="270" y="40"/>
                  <a:pt x="269" y="36"/>
                  <a:pt x="269" y="35"/>
                </a:cubicBezTo>
                <a:cubicBezTo>
                  <a:pt x="268" y="33"/>
                  <a:pt x="266" y="30"/>
                  <a:pt x="265" y="29"/>
                </a:cubicBezTo>
                <a:cubicBezTo>
                  <a:pt x="264" y="28"/>
                  <a:pt x="264" y="25"/>
                  <a:pt x="263" y="23"/>
                </a:cubicBezTo>
                <a:cubicBezTo>
                  <a:pt x="263" y="22"/>
                  <a:pt x="261" y="18"/>
                  <a:pt x="260" y="17"/>
                </a:cubicBezTo>
                <a:cubicBezTo>
                  <a:pt x="259" y="17"/>
                  <a:pt x="257" y="16"/>
                  <a:pt x="254" y="16"/>
                </a:cubicBezTo>
                <a:cubicBezTo>
                  <a:pt x="251" y="15"/>
                  <a:pt x="246" y="16"/>
                  <a:pt x="244" y="15"/>
                </a:cubicBezTo>
                <a:cubicBezTo>
                  <a:pt x="242" y="14"/>
                  <a:pt x="239" y="13"/>
                  <a:pt x="237" y="12"/>
                </a:cubicBezTo>
                <a:cubicBezTo>
                  <a:pt x="235" y="11"/>
                  <a:pt x="235" y="9"/>
                  <a:pt x="232" y="9"/>
                </a:cubicBezTo>
                <a:cubicBezTo>
                  <a:pt x="229" y="8"/>
                  <a:pt x="223" y="9"/>
                  <a:pt x="220" y="9"/>
                </a:cubicBezTo>
                <a:cubicBezTo>
                  <a:pt x="217" y="8"/>
                  <a:pt x="216" y="8"/>
                  <a:pt x="212" y="6"/>
                </a:cubicBezTo>
                <a:cubicBezTo>
                  <a:pt x="209" y="4"/>
                  <a:pt x="204" y="1"/>
                  <a:pt x="202" y="1"/>
                </a:cubicBezTo>
                <a:cubicBezTo>
                  <a:pt x="200" y="0"/>
                  <a:pt x="196" y="0"/>
                  <a:pt x="195" y="0"/>
                </a:cubicBezTo>
                <a:cubicBezTo>
                  <a:pt x="194" y="1"/>
                  <a:pt x="192" y="3"/>
                  <a:pt x="192" y="4"/>
                </a:cubicBezTo>
                <a:cubicBezTo>
                  <a:pt x="192" y="5"/>
                  <a:pt x="193" y="7"/>
                  <a:pt x="193" y="8"/>
                </a:cubicBezTo>
                <a:cubicBezTo>
                  <a:pt x="193" y="10"/>
                  <a:pt x="193" y="11"/>
                  <a:pt x="193" y="12"/>
                </a:cubicBezTo>
                <a:cubicBezTo>
                  <a:pt x="192" y="12"/>
                  <a:pt x="188" y="12"/>
                  <a:pt x="187" y="12"/>
                </a:cubicBezTo>
                <a:cubicBezTo>
                  <a:pt x="186" y="13"/>
                  <a:pt x="184" y="14"/>
                  <a:pt x="184" y="15"/>
                </a:cubicBezTo>
                <a:cubicBezTo>
                  <a:pt x="184" y="17"/>
                  <a:pt x="184" y="19"/>
                  <a:pt x="184" y="21"/>
                </a:cubicBezTo>
                <a:cubicBezTo>
                  <a:pt x="183" y="22"/>
                  <a:pt x="180" y="23"/>
                  <a:pt x="180" y="24"/>
                </a:cubicBezTo>
                <a:cubicBezTo>
                  <a:pt x="180" y="25"/>
                  <a:pt x="179" y="35"/>
                  <a:pt x="179" y="36"/>
                </a:cubicBezTo>
                <a:cubicBezTo>
                  <a:pt x="180" y="37"/>
                  <a:pt x="179" y="39"/>
                  <a:pt x="180" y="40"/>
                </a:cubicBezTo>
                <a:cubicBezTo>
                  <a:pt x="182" y="40"/>
                  <a:pt x="184" y="41"/>
                  <a:pt x="186" y="42"/>
                </a:cubicBezTo>
                <a:cubicBezTo>
                  <a:pt x="187" y="42"/>
                  <a:pt x="189" y="44"/>
                  <a:pt x="191" y="44"/>
                </a:cubicBezTo>
                <a:cubicBezTo>
                  <a:pt x="192" y="45"/>
                  <a:pt x="193" y="46"/>
                  <a:pt x="193" y="48"/>
                </a:cubicBezTo>
                <a:cubicBezTo>
                  <a:pt x="193" y="49"/>
                  <a:pt x="194" y="50"/>
                  <a:pt x="193" y="53"/>
                </a:cubicBezTo>
                <a:cubicBezTo>
                  <a:pt x="193" y="55"/>
                  <a:pt x="192" y="57"/>
                  <a:pt x="192" y="59"/>
                </a:cubicBezTo>
                <a:cubicBezTo>
                  <a:pt x="193" y="60"/>
                  <a:pt x="193" y="62"/>
                  <a:pt x="194" y="63"/>
                </a:cubicBezTo>
                <a:cubicBezTo>
                  <a:pt x="196" y="64"/>
                  <a:pt x="198" y="64"/>
                  <a:pt x="198" y="65"/>
                </a:cubicBezTo>
                <a:cubicBezTo>
                  <a:pt x="198" y="66"/>
                  <a:pt x="199" y="70"/>
                  <a:pt x="198" y="71"/>
                </a:cubicBezTo>
                <a:cubicBezTo>
                  <a:pt x="197" y="72"/>
                  <a:pt x="196" y="74"/>
                  <a:pt x="193" y="74"/>
                </a:cubicBezTo>
                <a:cubicBezTo>
                  <a:pt x="191" y="75"/>
                  <a:pt x="187" y="75"/>
                  <a:pt x="185" y="75"/>
                </a:cubicBezTo>
                <a:cubicBezTo>
                  <a:pt x="185" y="75"/>
                  <a:pt x="183" y="75"/>
                  <a:pt x="182" y="75"/>
                </a:cubicBezTo>
                <a:cubicBezTo>
                  <a:pt x="181" y="75"/>
                  <a:pt x="178" y="75"/>
                  <a:pt x="177" y="75"/>
                </a:cubicBezTo>
                <a:cubicBezTo>
                  <a:pt x="175" y="74"/>
                  <a:pt x="173" y="73"/>
                  <a:pt x="170" y="74"/>
                </a:cubicBezTo>
                <a:cubicBezTo>
                  <a:pt x="168" y="74"/>
                  <a:pt x="166" y="75"/>
                  <a:pt x="164" y="74"/>
                </a:cubicBezTo>
                <a:cubicBezTo>
                  <a:pt x="162" y="74"/>
                  <a:pt x="160" y="73"/>
                  <a:pt x="159" y="72"/>
                </a:cubicBezTo>
                <a:cubicBezTo>
                  <a:pt x="157" y="71"/>
                  <a:pt x="155" y="70"/>
                  <a:pt x="154" y="71"/>
                </a:cubicBezTo>
                <a:cubicBezTo>
                  <a:pt x="152" y="72"/>
                  <a:pt x="147" y="75"/>
                  <a:pt x="146" y="76"/>
                </a:cubicBezTo>
                <a:cubicBezTo>
                  <a:pt x="145" y="76"/>
                  <a:pt x="143" y="78"/>
                  <a:pt x="140" y="78"/>
                </a:cubicBezTo>
                <a:cubicBezTo>
                  <a:pt x="137" y="77"/>
                  <a:pt x="131" y="73"/>
                  <a:pt x="129" y="72"/>
                </a:cubicBezTo>
                <a:cubicBezTo>
                  <a:pt x="126" y="70"/>
                  <a:pt x="122" y="67"/>
                  <a:pt x="120" y="66"/>
                </a:cubicBezTo>
                <a:cubicBezTo>
                  <a:pt x="119" y="66"/>
                  <a:pt x="117" y="64"/>
                  <a:pt x="117" y="63"/>
                </a:cubicBezTo>
                <a:cubicBezTo>
                  <a:pt x="117" y="62"/>
                  <a:pt x="117" y="57"/>
                  <a:pt x="116" y="57"/>
                </a:cubicBezTo>
                <a:cubicBezTo>
                  <a:pt x="115" y="56"/>
                  <a:pt x="111" y="56"/>
                  <a:pt x="109" y="56"/>
                </a:cubicBezTo>
                <a:cubicBezTo>
                  <a:pt x="107" y="57"/>
                  <a:pt x="104" y="58"/>
                  <a:pt x="102" y="58"/>
                </a:cubicBezTo>
                <a:cubicBezTo>
                  <a:pt x="99" y="59"/>
                  <a:pt x="97" y="59"/>
                  <a:pt x="96" y="59"/>
                </a:cubicBezTo>
                <a:cubicBezTo>
                  <a:pt x="94" y="58"/>
                  <a:pt x="92" y="57"/>
                  <a:pt x="92" y="56"/>
                </a:cubicBezTo>
                <a:cubicBezTo>
                  <a:pt x="92" y="54"/>
                  <a:pt x="90" y="51"/>
                  <a:pt x="89" y="51"/>
                </a:cubicBezTo>
                <a:cubicBezTo>
                  <a:pt x="89" y="51"/>
                  <a:pt x="85" y="53"/>
                  <a:pt x="83" y="53"/>
                </a:cubicBezTo>
                <a:cubicBezTo>
                  <a:pt x="82" y="53"/>
                  <a:pt x="75" y="53"/>
                  <a:pt x="74" y="53"/>
                </a:cubicBezTo>
                <a:cubicBezTo>
                  <a:pt x="74" y="53"/>
                  <a:pt x="70" y="54"/>
                  <a:pt x="67" y="54"/>
                </a:cubicBezTo>
                <a:cubicBezTo>
                  <a:pt x="65" y="54"/>
                  <a:pt x="63" y="55"/>
                  <a:pt x="62" y="55"/>
                </a:cubicBezTo>
                <a:cubicBezTo>
                  <a:pt x="61" y="56"/>
                  <a:pt x="60" y="58"/>
                  <a:pt x="60" y="59"/>
                </a:cubicBezTo>
                <a:cubicBezTo>
                  <a:pt x="60" y="60"/>
                  <a:pt x="59" y="63"/>
                  <a:pt x="58" y="63"/>
                </a:cubicBezTo>
                <a:cubicBezTo>
                  <a:pt x="57" y="63"/>
                  <a:pt x="54" y="63"/>
                  <a:pt x="53" y="63"/>
                </a:cubicBezTo>
                <a:cubicBezTo>
                  <a:pt x="52" y="62"/>
                  <a:pt x="51" y="62"/>
                  <a:pt x="50" y="62"/>
                </a:cubicBezTo>
                <a:cubicBezTo>
                  <a:pt x="49" y="62"/>
                  <a:pt x="48" y="63"/>
                  <a:pt x="48" y="64"/>
                </a:cubicBezTo>
                <a:cubicBezTo>
                  <a:pt x="48" y="65"/>
                  <a:pt x="49" y="67"/>
                  <a:pt x="49" y="67"/>
                </a:cubicBezTo>
                <a:cubicBezTo>
                  <a:pt x="50" y="68"/>
                  <a:pt x="51" y="68"/>
                  <a:pt x="50" y="69"/>
                </a:cubicBezTo>
                <a:cubicBezTo>
                  <a:pt x="49" y="71"/>
                  <a:pt x="47" y="73"/>
                  <a:pt x="46" y="73"/>
                </a:cubicBezTo>
                <a:cubicBezTo>
                  <a:pt x="45" y="74"/>
                  <a:pt x="43" y="74"/>
                  <a:pt x="42" y="75"/>
                </a:cubicBezTo>
                <a:cubicBezTo>
                  <a:pt x="41" y="75"/>
                  <a:pt x="40" y="77"/>
                  <a:pt x="39" y="77"/>
                </a:cubicBezTo>
                <a:cubicBezTo>
                  <a:pt x="39" y="78"/>
                  <a:pt x="39" y="79"/>
                  <a:pt x="38" y="80"/>
                </a:cubicBezTo>
                <a:cubicBezTo>
                  <a:pt x="38" y="81"/>
                  <a:pt x="37" y="82"/>
                  <a:pt x="35" y="83"/>
                </a:cubicBezTo>
                <a:cubicBezTo>
                  <a:pt x="34" y="84"/>
                  <a:pt x="32" y="85"/>
                  <a:pt x="32" y="86"/>
                </a:cubicBezTo>
                <a:cubicBezTo>
                  <a:pt x="31" y="87"/>
                  <a:pt x="31" y="89"/>
                  <a:pt x="31" y="91"/>
                </a:cubicBezTo>
                <a:cubicBezTo>
                  <a:pt x="31" y="92"/>
                  <a:pt x="26" y="94"/>
                  <a:pt x="25" y="94"/>
                </a:cubicBezTo>
                <a:cubicBezTo>
                  <a:pt x="24" y="95"/>
                  <a:pt x="23" y="95"/>
                  <a:pt x="23" y="96"/>
                </a:cubicBezTo>
                <a:cubicBezTo>
                  <a:pt x="22" y="97"/>
                  <a:pt x="21" y="100"/>
                  <a:pt x="20" y="100"/>
                </a:cubicBezTo>
                <a:cubicBezTo>
                  <a:pt x="20" y="101"/>
                  <a:pt x="10" y="101"/>
                  <a:pt x="10" y="101"/>
                </a:cubicBezTo>
                <a:cubicBezTo>
                  <a:pt x="10" y="101"/>
                  <a:pt x="7" y="101"/>
                  <a:pt x="6" y="102"/>
                </a:cubicBezTo>
                <a:cubicBezTo>
                  <a:pt x="5" y="102"/>
                  <a:pt x="3" y="105"/>
                  <a:pt x="3" y="106"/>
                </a:cubicBezTo>
                <a:cubicBezTo>
                  <a:pt x="2" y="107"/>
                  <a:pt x="2" y="108"/>
                  <a:pt x="1" y="109"/>
                </a:cubicBezTo>
                <a:cubicBezTo>
                  <a:pt x="0" y="109"/>
                  <a:pt x="0" y="109"/>
                  <a:pt x="0" y="109"/>
                </a:cubicBezTo>
                <a:cubicBezTo>
                  <a:pt x="2" y="111"/>
                  <a:pt x="4" y="112"/>
                  <a:pt x="4" y="113"/>
                </a:cubicBezTo>
                <a:close/>
              </a:path>
            </a:pathLst>
          </a:custGeom>
          <a:solidFill>
            <a:schemeClr val="accent4"/>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noEditPoints="1"/>
          </p:cNvSpPr>
          <p:nvPr/>
        </p:nvSpPr>
        <p:spPr bwMode="auto">
          <a:xfrm>
            <a:off x="10101263" y="3709988"/>
            <a:ext cx="369888" cy="590550"/>
          </a:xfrm>
          <a:custGeom>
            <a:avLst/>
            <a:gdLst>
              <a:gd name="T0" fmla="*/ 40 w 97"/>
              <a:gd name="T1" fmla="*/ 145 h 155"/>
              <a:gd name="T2" fmla="*/ 46 w 97"/>
              <a:gd name="T3" fmla="*/ 144 h 155"/>
              <a:gd name="T4" fmla="*/ 46 w 97"/>
              <a:gd name="T5" fmla="*/ 150 h 155"/>
              <a:gd name="T6" fmla="*/ 38 w 97"/>
              <a:gd name="T7" fmla="*/ 154 h 155"/>
              <a:gd name="T8" fmla="*/ 95 w 97"/>
              <a:gd name="T9" fmla="*/ 121 h 155"/>
              <a:gd name="T10" fmla="*/ 97 w 97"/>
              <a:gd name="T11" fmla="*/ 116 h 155"/>
              <a:gd name="T12" fmla="*/ 94 w 97"/>
              <a:gd name="T13" fmla="*/ 112 h 155"/>
              <a:gd name="T14" fmla="*/ 91 w 97"/>
              <a:gd name="T15" fmla="*/ 117 h 155"/>
              <a:gd name="T16" fmla="*/ 94 w 97"/>
              <a:gd name="T17" fmla="*/ 122 h 155"/>
              <a:gd name="T18" fmla="*/ 93 w 97"/>
              <a:gd name="T19" fmla="*/ 130 h 155"/>
              <a:gd name="T20" fmla="*/ 95 w 97"/>
              <a:gd name="T21" fmla="*/ 126 h 155"/>
              <a:gd name="T22" fmla="*/ 90 w 97"/>
              <a:gd name="T23" fmla="*/ 126 h 155"/>
              <a:gd name="T24" fmla="*/ 90 w 97"/>
              <a:gd name="T25" fmla="*/ 130 h 155"/>
              <a:gd name="T26" fmla="*/ 73 w 97"/>
              <a:gd name="T27" fmla="*/ 107 h 155"/>
              <a:gd name="T28" fmla="*/ 75 w 97"/>
              <a:gd name="T29" fmla="*/ 110 h 155"/>
              <a:gd name="T30" fmla="*/ 77 w 97"/>
              <a:gd name="T31" fmla="*/ 109 h 155"/>
              <a:gd name="T32" fmla="*/ 78 w 97"/>
              <a:gd name="T33" fmla="*/ 104 h 155"/>
              <a:gd name="T34" fmla="*/ 75 w 97"/>
              <a:gd name="T35" fmla="*/ 105 h 155"/>
              <a:gd name="T36" fmla="*/ 59 w 97"/>
              <a:gd name="T37" fmla="*/ 111 h 155"/>
              <a:gd name="T38" fmla="*/ 62 w 97"/>
              <a:gd name="T39" fmla="*/ 110 h 155"/>
              <a:gd name="T40" fmla="*/ 58 w 97"/>
              <a:gd name="T41" fmla="*/ 110 h 155"/>
              <a:gd name="T42" fmla="*/ 27 w 97"/>
              <a:gd name="T43" fmla="*/ 124 h 155"/>
              <a:gd name="T44" fmla="*/ 30 w 97"/>
              <a:gd name="T45" fmla="*/ 122 h 155"/>
              <a:gd name="T46" fmla="*/ 28 w 97"/>
              <a:gd name="T47" fmla="*/ 121 h 155"/>
              <a:gd name="T48" fmla="*/ 34 w 97"/>
              <a:gd name="T49" fmla="*/ 4 h 155"/>
              <a:gd name="T50" fmla="*/ 16 w 97"/>
              <a:gd name="T51" fmla="*/ 11 h 155"/>
              <a:gd name="T52" fmla="*/ 0 w 97"/>
              <a:gd name="T53" fmla="*/ 25 h 155"/>
              <a:gd name="T54" fmla="*/ 8 w 97"/>
              <a:gd name="T55" fmla="*/ 27 h 155"/>
              <a:gd name="T56" fmla="*/ 25 w 97"/>
              <a:gd name="T57" fmla="*/ 48 h 155"/>
              <a:gd name="T58" fmla="*/ 17 w 97"/>
              <a:gd name="T59" fmla="*/ 49 h 155"/>
              <a:gd name="T60" fmla="*/ 11 w 97"/>
              <a:gd name="T61" fmla="*/ 57 h 155"/>
              <a:gd name="T62" fmla="*/ 22 w 97"/>
              <a:gd name="T63" fmla="*/ 72 h 155"/>
              <a:gd name="T64" fmla="*/ 28 w 97"/>
              <a:gd name="T65" fmla="*/ 82 h 155"/>
              <a:gd name="T66" fmla="*/ 26 w 97"/>
              <a:gd name="T67" fmla="*/ 93 h 155"/>
              <a:gd name="T68" fmla="*/ 26 w 97"/>
              <a:gd name="T69" fmla="*/ 101 h 155"/>
              <a:gd name="T70" fmla="*/ 28 w 97"/>
              <a:gd name="T71" fmla="*/ 111 h 155"/>
              <a:gd name="T72" fmla="*/ 34 w 97"/>
              <a:gd name="T73" fmla="*/ 122 h 155"/>
              <a:gd name="T74" fmla="*/ 39 w 97"/>
              <a:gd name="T75" fmla="*/ 118 h 155"/>
              <a:gd name="T76" fmla="*/ 56 w 97"/>
              <a:gd name="T77" fmla="*/ 106 h 155"/>
              <a:gd name="T78" fmla="*/ 65 w 97"/>
              <a:gd name="T79" fmla="*/ 108 h 155"/>
              <a:gd name="T80" fmla="*/ 70 w 97"/>
              <a:gd name="T81" fmla="*/ 103 h 155"/>
              <a:gd name="T82" fmla="*/ 85 w 97"/>
              <a:gd name="T83" fmla="*/ 94 h 155"/>
              <a:gd name="T84" fmla="*/ 86 w 97"/>
              <a:gd name="T85" fmla="*/ 77 h 155"/>
              <a:gd name="T86" fmla="*/ 78 w 97"/>
              <a:gd name="T87" fmla="*/ 52 h 155"/>
              <a:gd name="T88" fmla="*/ 66 w 97"/>
              <a:gd name="T89" fmla="*/ 28 h 155"/>
              <a:gd name="T90" fmla="*/ 45 w 97"/>
              <a:gd name="T9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 h="155">
                <a:moveTo>
                  <a:pt x="32" y="151"/>
                </a:moveTo>
                <a:cubicBezTo>
                  <a:pt x="32" y="148"/>
                  <a:pt x="33" y="147"/>
                  <a:pt x="36" y="146"/>
                </a:cubicBezTo>
                <a:cubicBezTo>
                  <a:pt x="37" y="146"/>
                  <a:pt x="38" y="146"/>
                  <a:pt x="40" y="145"/>
                </a:cubicBezTo>
                <a:cubicBezTo>
                  <a:pt x="41" y="145"/>
                  <a:pt x="42" y="144"/>
                  <a:pt x="43" y="144"/>
                </a:cubicBezTo>
                <a:cubicBezTo>
                  <a:pt x="43" y="143"/>
                  <a:pt x="44" y="143"/>
                  <a:pt x="44" y="143"/>
                </a:cubicBezTo>
                <a:cubicBezTo>
                  <a:pt x="45" y="143"/>
                  <a:pt x="45" y="144"/>
                  <a:pt x="46" y="144"/>
                </a:cubicBezTo>
                <a:cubicBezTo>
                  <a:pt x="46" y="144"/>
                  <a:pt x="47" y="144"/>
                  <a:pt x="48" y="145"/>
                </a:cubicBezTo>
                <a:cubicBezTo>
                  <a:pt x="48" y="145"/>
                  <a:pt x="48" y="146"/>
                  <a:pt x="48" y="146"/>
                </a:cubicBezTo>
                <a:cubicBezTo>
                  <a:pt x="48" y="148"/>
                  <a:pt x="47" y="149"/>
                  <a:pt x="46" y="150"/>
                </a:cubicBezTo>
                <a:cubicBezTo>
                  <a:pt x="46" y="151"/>
                  <a:pt x="46" y="151"/>
                  <a:pt x="45" y="152"/>
                </a:cubicBezTo>
                <a:cubicBezTo>
                  <a:pt x="45" y="152"/>
                  <a:pt x="45" y="153"/>
                  <a:pt x="44" y="153"/>
                </a:cubicBezTo>
                <a:cubicBezTo>
                  <a:pt x="43" y="154"/>
                  <a:pt x="40" y="154"/>
                  <a:pt x="38" y="154"/>
                </a:cubicBezTo>
                <a:cubicBezTo>
                  <a:pt x="36" y="154"/>
                  <a:pt x="32" y="155"/>
                  <a:pt x="32" y="151"/>
                </a:cubicBezTo>
                <a:close/>
                <a:moveTo>
                  <a:pt x="94" y="122"/>
                </a:moveTo>
                <a:cubicBezTo>
                  <a:pt x="94" y="122"/>
                  <a:pt x="95" y="122"/>
                  <a:pt x="95" y="121"/>
                </a:cubicBezTo>
                <a:cubicBezTo>
                  <a:pt x="95" y="120"/>
                  <a:pt x="95" y="119"/>
                  <a:pt x="96" y="118"/>
                </a:cubicBezTo>
                <a:cubicBezTo>
                  <a:pt x="96" y="118"/>
                  <a:pt x="97" y="118"/>
                  <a:pt x="97" y="117"/>
                </a:cubicBezTo>
                <a:cubicBezTo>
                  <a:pt x="97" y="117"/>
                  <a:pt x="97" y="116"/>
                  <a:pt x="97" y="116"/>
                </a:cubicBezTo>
                <a:cubicBezTo>
                  <a:pt x="96" y="116"/>
                  <a:pt x="96" y="116"/>
                  <a:pt x="95" y="115"/>
                </a:cubicBezTo>
                <a:cubicBezTo>
                  <a:pt x="95" y="115"/>
                  <a:pt x="95" y="115"/>
                  <a:pt x="95" y="114"/>
                </a:cubicBezTo>
                <a:cubicBezTo>
                  <a:pt x="95" y="114"/>
                  <a:pt x="95" y="113"/>
                  <a:pt x="94" y="112"/>
                </a:cubicBezTo>
                <a:cubicBezTo>
                  <a:pt x="93" y="112"/>
                  <a:pt x="93" y="113"/>
                  <a:pt x="92" y="114"/>
                </a:cubicBezTo>
                <a:cubicBezTo>
                  <a:pt x="92" y="114"/>
                  <a:pt x="91" y="114"/>
                  <a:pt x="91" y="115"/>
                </a:cubicBezTo>
                <a:cubicBezTo>
                  <a:pt x="91" y="116"/>
                  <a:pt x="91" y="116"/>
                  <a:pt x="91" y="117"/>
                </a:cubicBezTo>
                <a:cubicBezTo>
                  <a:pt x="91" y="118"/>
                  <a:pt x="91" y="119"/>
                  <a:pt x="91" y="120"/>
                </a:cubicBezTo>
                <a:cubicBezTo>
                  <a:pt x="91" y="120"/>
                  <a:pt x="91" y="121"/>
                  <a:pt x="91" y="122"/>
                </a:cubicBezTo>
                <a:cubicBezTo>
                  <a:pt x="92" y="123"/>
                  <a:pt x="93" y="123"/>
                  <a:pt x="94" y="122"/>
                </a:cubicBezTo>
                <a:close/>
                <a:moveTo>
                  <a:pt x="91" y="130"/>
                </a:moveTo>
                <a:cubicBezTo>
                  <a:pt x="92" y="130"/>
                  <a:pt x="92" y="130"/>
                  <a:pt x="92" y="130"/>
                </a:cubicBezTo>
                <a:cubicBezTo>
                  <a:pt x="93" y="130"/>
                  <a:pt x="93" y="130"/>
                  <a:pt x="93" y="130"/>
                </a:cubicBezTo>
                <a:cubicBezTo>
                  <a:pt x="93" y="129"/>
                  <a:pt x="93" y="129"/>
                  <a:pt x="94" y="129"/>
                </a:cubicBezTo>
                <a:cubicBezTo>
                  <a:pt x="94" y="129"/>
                  <a:pt x="95" y="128"/>
                  <a:pt x="95" y="128"/>
                </a:cubicBezTo>
                <a:cubicBezTo>
                  <a:pt x="95" y="127"/>
                  <a:pt x="95" y="126"/>
                  <a:pt x="95" y="126"/>
                </a:cubicBezTo>
                <a:cubicBezTo>
                  <a:pt x="95" y="125"/>
                  <a:pt x="95" y="125"/>
                  <a:pt x="94" y="125"/>
                </a:cubicBezTo>
                <a:cubicBezTo>
                  <a:pt x="93" y="125"/>
                  <a:pt x="93" y="125"/>
                  <a:pt x="92" y="125"/>
                </a:cubicBezTo>
                <a:cubicBezTo>
                  <a:pt x="91" y="125"/>
                  <a:pt x="91" y="125"/>
                  <a:pt x="90" y="126"/>
                </a:cubicBezTo>
                <a:cubicBezTo>
                  <a:pt x="90" y="126"/>
                  <a:pt x="90" y="127"/>
                  <a:pt x="90" y="127"/>
                </a:cubicBezTo>
                <a:cubicBezTo>
                  <a:pt x="90" y="127"/>
                  <a:pt x="89" y="128"/>
                  <a:pt x="89" y="128"/>
                </a:cubicBezTo>
                <a:cubicBezTo>
                  <a:pt x="89" y="129"/>
                  <a:pt x="89" y="130"/>
                  <a:pt x="90" y="130"/>
                </a:cubicBezTo>
                <a:cubicBezTo>
                  <a:pt x="90" y="131"/>
                  <a:pt x="91" y="130"/>
                  <a:pt x="91" y="130"/>
                </a:cubicBezTo>
                <a:close/>
                <a:moveTo>
                  <a:pt x="73" y="105"/>
                </a:moveTo>
                <a:cubicBezTo>
                  <a:pt x="73" y="106"/>
                  <a:pt x="73" y="106"/>
                  <a:pt x="73" y="107"/>
                </a:cubicBezTo>
                <a:cubicBezTo>
                  <a:pt x="73" y="108"/>
                  <a:pt x="73" y="108"/>
                  <a:pt x="73" y="108"/>
                </a:cubicBezTo>
                <a:cubicBezTo>
                  <a:pt x="74" y="109"/>
                  <a:pt x="74" y="109"/>
                  <a:pt x="74" y="109"/>
                </a:cubicBezTo>
                <a:cubicBezTo>
                  <a:pt x="74" y="110"/>
                  <a:pt x="74" y="110"/>
                  <a:pt x="75" y="110"/>
                </a:cubicBezTo>
                <a:cubicBezTo>
                  <a:pt x="75" y="111"/>
                  <a:pt x="75" y="111"/>
                  <a:pt x="76" y="111"/>
                </a:cubicBezTo>
                <a:cubicBezTo>
                  <a:pt x="76" y="110"/>
                  <a:pt x="76" y="110"/>
                  <a:pt x="77" y="110"/>
                </a:cubicBezTo>
                <a:cubicBezTo>
                  <a:pt x="77" y="109"/>
                  <a:pt x="77" y="109"/>
                  <a:pt x="77" y="109"/>
                </a:cubicBezTo>
                <a:cubicBezTo>
                  <a:pt x="77" y="108"/>
                  <a:pt x="77" y="108"/>
                  <a:pt x="78" y="108"/>
                </a:cubicBezTo>
                <a:cubicBezTo>
                  <a:pt x="78" y="108"/>
                  <a:pt x="78" y="107"/>
                  <a:pt x="78" y="107"/>
                </a:cubicBezTo>
                <a:cubicBezTo>
                  <a:pt x="78" y="106"/>
                  <a:pt x="78" y="105"/>
                  <a:pt x="78" y="104"/>
                </a:cubicBezTo>
                <a:cubicBezTo>
                  <a:pt x="77" y="104"/>
                  <a:pt x="77" y="104"/>
                  <a:pt x="77" y="103"/>
                </a:cubicBezTo>
                <a:cubicBezTo>
                  <a:pt x="77" y="103"/>
                  <a:pt x="76" y="103"/>
                  <a:pt x="75" y="103"/>
                </a:cubicBezTo>
                <a:cubicBezTo>
                  <a:pt x="75" y="103"/>
                  <a:pt x="75" y="104"/>
                  <a:pt x="75" y="105"/>
                </a:cubicBezTo>
                <a:cubicBezTo>
                  <a:pt x="74" y="105"/>
                  <a:pt x="73" y="105"/>
                  <a:pt x="73" y="105"/>
                </a:cubicBezTo>
                <a:close/>
                <a:moveTo>
                  <a:pt x="58" y="110"/>
                </a:moveTo>
                <a:cubicBezTo>
                  <a:pt x="58" y="110"/>
                  <a:pt x="58" y="111"/>
                  <a:pt x="59" y="111"/>
                </a:cubicBezTo>
                <a:cubicBezTo>
                  <a:pt x="59" y="111"/>
                  <a:pt x="59" y="111"/>
                  <a:pt x="60" y="111"/>
                </a:cubicBezTo>
                <a:cubicBezTo>
                  <a:pt x="60" y="111"/>
                  <a:pt x="60" y="112"/>
                  <a:pt x="61" y="111"/>
                </a:cubicBezTo>
                <a:cubicBezTo>
                  <a:pt x="61" y="111"/>
                  <a:pt x="62" y="111"/>
                  <a:pt x="62" y="110"/>
                </a:cubicBezTo>
                <a:cubicBezTo>
                  <a:pt x="62" y="110"/>
                  <a:pt x="62" y="109"/>
                  <a:pt x="61" y="109"/>
                </a:cubicBezTo>
                <a:cubicBezTo>
                  <a:pt x="60" y="108"/>
                  <a:pt x="60" y="109"/>
                  <a:pt x="59" y="109"/>
                </a:cubicBezTo>
                <a:cubicBezTo>
                  <a:pt x="59" y="109"/>
                  <a:pt x="59" y="110"/>
                  <a:pt x="58" y="110"/>
                </a:cubicBezTo>
                <a:close/>
                <a:moveTo>
                  <a:pt x="26" y="122"/>
                </a:moveTo>
                <a:cubicBezTo>
                  <a:pt x="26" y="123"/>
                  <a:pt x="26" y="123"/>
                  <a:pt x="26" y="124"/>
                </a:cubicBezTo>
                <a:cubicBezTo>
                  <a:pt x="26" y="124"/>
                  <a:pt x="27" y="124"/>
                  <a:pt x="27" y="124"/>
                </a:cubicBezTo>
                <a:cubicBezTo>
                  <a:pt x="28" y="125"/>
                  <a:pt x="29" y="125"/>
                  <a:pt x="29" y="125"/>
                </a:cubicBezTo>
                <a:cubicBezTo>
                  <a:pt x="30" y="124"/>
                  <a:pt x="30" y="124"/>
                  <a:pt x="30" y="123"/>
                </a:cubicBezTo>
                <a:cubicBezTo>
                  <a:pt x="30" y="123"/>
                  <a:pt x="30" y="122"/>
                  <a:pt x="30" y="122"/>
                </a:cubicBezTo>
                <a:cubicBezTo>
                  <a:pt x="31" y="121"/>
                  <a:pt x="31" y="118"/>
                  <a:pt x="30" y="119"/>
                </a:cubicBezTo>
                <a:cubicBezTo>
                  <a:pt x="30" y="119"/>
                  <a:pt x="29" y="119"/>
                  <a:pt x="29" y="120"/>
                </a:cubicBezTo>
                <a:cubicBezTo>
                  <a:pt x="29" y="120"/>
                  <a:pt x="28" y="120"/>
                  <a:pt x="28" y="121"/>
                </a:cubicBezTo>
                <a:cubicBezTo>
                  <a:pt x="28" y="121"/>
                  <a:pt x="26" y="122"/>
                  <a:pt x="26" y="122"/>
                </a:cubicBezTo>
                <a:close/>
                <a:moveTo>
                  <a:pt x="40" y="4"/>
                </a:moveTo>
                <a:cubicBezTo>
                  <a:pt x="39" y="5"/>
                  <a:pt x="35" y="4"/>
                  <a:pt x="34" y="4"/>
                </a:cubicBezTo>
                <a:cubicBezTo>
                  <a:pt x="33" y="4"/>
                  <a:pt x="29" y="5"/>
                  <a:pt x="27" y="5"/>
                </a:cubicBezTo>
                <a:cubicBezTo>
                  <a:pt x="26" y="5"/>
                  <a:pt x="22" y="7"/>
                  <a:pt x="21" y="7"/>
                </a:cubicBezTo>
                <a:cubicBezTo>
                  <a:pt x="19" y="8"/>
                  <a:pt x="16" y="11"/>
                  <a:pt x="16" y="11"/>
                </a:cubicBezTo>
                <a:cubicBezTo>
                  <a:pt x="16" y="11"/>
                  <a:pt x="6" y="15"/>
                  <a:pt x="6" y="16"/>
                </a:cubicBezTo>
                <a:cubicBezTo>
                  <a:pt x="5" y="16"/>
                  <a:pt x="0" y="21"/>
                  <a:pt x="0" y="22"/>
                </a:cubicBezTo>
                <a:cubicBezTo>
                  <a:pt x="0" y="22"/>
                  <a:pt x="0" y="24"/>
                  <a:pt x="0" y="25"/>
                </a:cubicBezTo>
                <a:cubicBezTo>
                  <a:pt x="0" y="26"/>
                  <a:pt x="1" y="26"/>
                  <a:pt x="1" y="25"/>
                </a:cubicBezTo>
                <a:cubicBezTo>
                  <a:pt x="3" y="25"/>
                  <a:pt x="4" y="24"/>
                  <a:pt x="5" y="24"/>
                </a:cubicBezTo>
                <a:cubicBezTo>
                  <a:pt x="7" y="24"/>
                  <a:pt x="7" y="26"/>
                  <a:pt x="8" y="27"/>
                </a:cubicBezTo>
                <a:cubicBezTo>
                  <a:pt x="8" y="28"/>
                  <a:pt x="11" y="30"/>
                  <a:pt x="12" y="31"/>
                </a:cubicBezTo>
                <a:cubicBezTo>
                  <a:pt x="13" y="32"/>
                  <a:pt x="16" y="37"/>
                  <a:pt x="18" y="38"/>
                </a:cubicBezTo>
                <a:cubicBezTo>
                  <a:pt x="20" y="40"/>
                  <a:pt x="25" y="48"/>
                  <a:pt x="25" y="48"/>
                </a:cubicBezTo>
                <a:cubicBezTo>
                  <a:pt x="25" y="48"/>
                  <a:pt x="24" y="51"/>
                  <a:pt x="23" y="51"/>
                </a:cubicBezTo>
                <a:cubicBezTo>
                  <a:pt x="23" y="51"/>
                  <a:pt x="21" y="49"/>
                  <a:pt x="21" y="49"/>
                </a:cubicBezTo>
                <a:cubicBezTo>
                  <a:pt x="20" y="48"/>
                  <a:pt x="18" y="48"/>
                  <a:pt x="17" y="49"/>
                </a:cubicBezTo>
                <a:cubicBezTo>
                  <a:pt x="17" y="49"/>
                  <a:pt x="15" y="50"/>
                  <a:pt x="14" y="51"/>
                </a:cubicBezTo>
                <a:cubicBezTo>
                  <a:pt x="13" y="51"/>
                  <a:pt x="12" y="52"/>
                  <a:pt x="11" y="53"/>
                </a:cubicBezTo>
                <a:cubicBezTo>
                  <a:pt x="10" y="53"/>
                  <a:pt x="10" y="56"/>
                  <a:pt x="11" y="57"/>
                </a:cubicBezTo>
                <a:cubicBezTo>
                  <a:pt x="11" y="57"/>
                  <a:pt x="15" y="59"/>
                  <a:pt x="17" y="59"/>
                </a:cubicBezTo>
                <a:cubicBezTo>
                  <a:pt x="19" y="60"/>
                  <a:pt x="22" y="63"/>
                  <a:pt x="22" y="64"/>
                </a:cubicBezTo>
                <a:cubicBezTo>
                  <a:pt x="22" y="64"/>
                  <a:pt x="22" y="71"/>
                  <a:pt x="22" y="72"/>
                </a:cubicBezTo>
                <a:cubicBezTo>
                  <a:pt x="22" y="74"/>
                  <a:pt x="24" y="74"/>
                  <a:pt x="26" y="74"/>
                </a:cubicBezTo>
                <a:cubicBezTo>
                  <a:pt x="28" y="74"/>
                  <a:pt x="29" y="76"/>
                  <a:pt x="30" y="78"/>
                </a:cubicBezTo>
                <a:cubicBezTo>
                  <a:pt x="30" y="80"/>
                  <a:pt x="29" y="81"/>
                  <a:pt x="28" y="82"/>
                </a:cubicBezTo>
                <a:cubicBezTo>
                  <a:pt x="27" y="83"/>
                  <a:pt x="24" y="85"/>
                  <a:pt x="24" y="86"/>
                </a:cubicBezTo>
                <a:cubicBezTo>
                  <a:pt x="24" y="87"/>
                  <a:pt x="25" y="87"/>
                  <a:pt x="26" y="89"/>
                </a:cubicBezTo>
                <a:cubicBezTo>
                  <a:pt x="27" y="91"/>
                  <a:pt x="26" y="92"/>
                  <a:pt x="26" y="93"/>
                </a:cubicBezTo>
                <a:cubicBezTo>
                  <a:pt x="26" y="95"/>
                  <a:pt x="24" y="95"/>
                  <a:pt x="24" y="95"/>
                </a:cubicBezTo>
                <a:cubicBezTo>
                  <a:pt x="24" y="98"/>
                  <a:pt x="24" y="98"/>
                  <a:pt x="24" y="98"/>
                </a:cubicBezTo>
                <a:cubicBezTo>
                  <a:pt x="24" y="98"/>
                  <a:pt x="25" y="100"/>
                  <a:pt x="26" y="101"/>
                </a:cubicBezTo>
                <a:cubicBezTo>
                  <a:pt x="27" y="103"/>
                  <a:pt x="25" y="103"/>
                  <a:pt x="24" y="103"/>
                </a:cubicBezTo>
                <a:cubicBezTo>
                  <a:pt x="24" y="103"/>
                  <a:pt x="24" y="104"/>
                  <a:pt x="24" y="105"/>
                </a:cubicBezTo>
                <a:cubicBezTo>
                  <a:pt x="25" y="105"/>
                  <a:pt x="27" y="110"/>
                  <a:pt x="28" y="111"/>
                </a:cubicBezTo>
                <a:cubicBezTo>
                  <a:pt x="29" y="113"/>
                  <a:pt x="30" y="113"/>
                  <a:pt x="32" y="114"/>
                </a:cubicBezTo>
                <a:cubicBezTo>
                  <a:pt x="34" y="115"/>
                  <a:pt x="32" y="117"/>
                  <a:pt x="33" y="118"/>
                </a:cubicBezTo>
                <a:cubicBezTo>
                  <a:pt x="34" y="120"/>
                  <a:pt x="34" y="121"/>
                  <a:pt x="34" y="122"/>
                </a:cubicBezTo>
                <a:cubicBezTo>
                  <a:pt x="34" y="123"/>
                  <a:pt x="36" y="123"/>
                  <a:pt x="36" y="122"/>
                </a:cubicBezTo>
                <a:cubicBezTo>
                  <a:pt x="37" y="122"/>
                  <a:pt x="37" y="118"/>
                  <a:pt x="37" y="118"/>
                </a:cubicBezTo>
                <a:cubicBezTo>
                  <a:pt x="37" y="118"/>
                  <a:pt x="38" y="118"/>
                  <a:pt x="39" y="118"/>
                </a:cubicBezTo>
                <a:cubicBezTo>
                  <a:pt x="40" y="117"/>
                  <a:pt x="41" y="115"/>
                  <a:pt x="42" y="114"/>
                </a:cubicBezTo>
                <a:cubicBezTo>
                  <a:pt x="43" y="113"/>
                  <a:pt x="48" y="108"/>
                  <a:pt x="51" y="106"/>
                </a:cubicBezTo>
                <a:cubicBezTo>
                  <a:pt x="54" y="104"/>
                  <a:pt x="55" y="106"/>
                  <a:pt x="56" y="106"/>
                </a:cubicBezTo>
                <a:cubicBezTo>
                  <a:pt x="58" y="107"/>
                  <a:pt x="58" y="106"/>
                  <a:pt x="58" y="105"/>
                </a:cubicBezTo>
                <a:cubicBezTo>
                  <a:pt x="59" y="103"/>
                  <a:pt x="61" y="105"/>
                  <a:pt x="61" y="105"/>
                </a:cubicBezTo>
                <a:cubicBezTo>
                  <a:pt x="62" y="106"/>
                  <a:pt x="63" y="108"/>
                  <a:pt x="65" y="108"/>
                </a:cubicBezTo>
                <a:cubicBezTo>
                  <a:pt x="67" y="107"/>
                  <a:pt x="67" y="108"/>
                  <a:pt x="68" y="108"/>
                </a:cubicBezTo>
                <a:cubicBezTo>
                  <a:pt x="68" y="109"/>
                  <a:pt x="70" y="108"/>
                  <a:pt x="71" y="107"/>
                </a:cubicBezTo>
                <a:cubicBezTo>
                  <a:pt x="71" y="107"/>
                  <a:pt x="70" y="105"/>
                  <a:pt x="70" y="103"/>
                </a:cubicBezTo>
                <a:cubicBezTo>
                  <a:pt x="71" y="102"/>
                  <a:pt x="74" y="102"/>
                  <a:pt x="75" y="101"/>
                </a:cubicBezTo>
                <a:cubicBezTo>
                  <a:pt x="76" y="101"/>
                  <a:pt x="80" y="101"/>
                  <a:pt x="81" y="99"/>
                </a:cubicBezTo>
                <a:cubicBezTo>
                  <a:pt x="82" y="98"/>
                  <a:pt x="85" y="95"/>
                  <a:pt x="85" y="94"/>
                </a:cubicBezTo>
                <a:cubicBezTo>
                  <a:pt x="86" y="93"/>
                  <a:pt x="86" y="91"/>
                  <a:pt x="86" y="90"/>
                </a:cubicBezTo>
                <a:cubicBezTo>
                  <a:pt x="87" y="89"/>
                  <a:pt x="87" y="87"/>
                  <a:pt x="87" y="85"/>
                </a:cubicBezTo>
                <a:cubicBezTo>
                  <a:pt x="87" y="83"/>
                  <a:pt x="86" y="78"/>
                  <a:pt x="86" y="77"/>
                </a:cubicBezTo>
                <a:cubicBezTo>
                  <a:pt x="86" y="75"/>
                  <a:pt x="85" y="72"/>
                  <a:pt x="85" y="71"/>
                </a:cubicBezTo>
                <a:cubicBezTo>
                  <a:pt x="84" y="69"/>
                  <a:pt x="82" y="63"/>
                  <a:pt x="81" y="59"/>
                </a:cubicBezTo>
                <a:cubicBezTo>
                  <a:pt x="80" y="55"/>
                  <a:pt x="79" y="54"/>
                  <a:pt x="78" y="52"/>
                </a:cubicBezTo>
                <a:cubicBezTo>
                  <a:pt x="77" y="51"/>
                  <a:pt x="77" y="47"/>
                  <a:pt x="76" y="45"/>
                </a:cubicBezTo>
                <a:cubicBezTo>
                  <a:pt x="75" y="43"/>
                  <a:pt x="74" y="40"/>
                  <a:pt x="73" y="38"/>
                </a:cubicBezTo>
                <a:cubicBezTo>
                  <a:pt x="71" y="36"/>
                  <a:pt x="69" y="34"/>
                  <a:pt x="66" y="28"/>
                </a:cubicBezTo>
                <a:cubicBezTo>
                  <a:pt x="62" y="23"/>
                  <a:pt x="59" y="20"/>
                  <a:pt x="57" y="18"/>
                </a:cubicBezTo>
                <a:cubicBezTo>
                  <a:pt x="55" y="15"/>
                  <a:pt x="49" y="5"/>
                  <a:pt x="48" y="5"/>
                </a:cubicBezTo>
                <a:cubicBezTo>
                  <a:pt x="47" y="4"/>
                  <a:pt x="46" y="1"/>
                  <a:pt x="45" y="0"/>
                </a:cubicBezTo>
                <a:cubicBezTo>
                  <a:pt x="43" y="2"/>
                  <a:pt x="40" y="4"/>
                  <a:pt x="40" y="4"/>
                </a:cubicBezTo>
                <a:close/>
              </a:path>
            </a:pathLst>
          </a:custGeom>
          <a:solidFill>
            <a:schemeClr val="accent4"/>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9934575" y="3168650"/>
            <a:ext cx="384175" cy="660400"/>
          </a:xfrm>
          <a:custGeom>
            <a:avLst/>
            <a:gdLst>
              <a:gd name="T0" fmla="*/ 87 w 101"/>
              <a:gd name="T1" fmla="*/ 43 h 173"/>
              <a:gd name="T2" fmla="*/ 92 w 101"/>
              <a:gd name="T3" fmla="*/ 49 h 173"/>
              <a:gd name="T4" fmla="*/ 95 w 101"/>
              <a:gd name="T5" fmla="*/ 64 h 173"/>
              <a:gd name="T6" fmla="*/ 87 w 101"/>
              <a:gd name="T7" fmla="*/ 78 h 173"/>
              <a:gd name="T8" fmla="*/ 79 w 101"/>
              <a:gd name="T9" fmla="*/ 88 h 173"/>
              <a:gd name="T10" fmla="*/ 68 w 101"/>
              <a:gd name="T11" fmla="*/ 97 h 173"/>
              <a:gd name="T12" fmla="*/ 60 w 101"/>
              <a:gd name="T13" fmla="*/ 107 h 173"/>
              <a:gd name="T14" fmla="*/ 60 w 101"/>
              <a:gd name="T15" fmla="*/ 117 h 173"/>
              <a:gd name="T16" fmla="*/ 65 w 101"/>
              <a:gd name="T17" fmla="*/ 124 h 173"/>
              <a:gd name="T18" fmla="*/ 79 w 101"/>
              <a:gd name="T19" fmla="*/ 133 h 173"/>
              <a:gd name="T20" fmla="*/ 88 w 101"/>
              <a:gd name="T21" fmla="*/ 140 h 173"/>
              <a:gd name="T22" fmla="*/ 84 w 101"/>
              <a:gd name="T23" fmla="*/ 146 h 173"/>
              <a:gd name="T24" fmla="*/ 71 w 101"/>
              <a:gd name="T25" fmla="*/ 147 h 173"/>
              <a:gd name="T26" fmla="*/ 60 w 101"/>
              <a:gd name="T27" fmla="*/ 153 h 173"/>
              <a:gd name="T28" fmla="*/ 44 w 101"/>
              <a:gd name="T29" fmla="*/ 164 h 173"/>
              <a:gd name="T30" fmla="*/ 39 w 101"/>
              <a:gd name="T31" fmla="*/ 165 h 173"/>
              <a:gd name="T32" fmla="*/ 36 w 101"/>
              <a:gd name="T33" fmla="*/ 169 h 173"/>
              <a:gd name="T34" fmla="*/ 28 w 101"/>
              <a:gd name="T35" fmla="*/ 171 h 173"/>
              <a:gd name="T36" fmla="*/ 25 w 101"/>
              <a:gd name="T37" fmla="*/ 168 h 173"/>
              <a:gd name="T38" fmla="*/ 23 w 101"/>
              <a:gd name="T39" fmla="*/ 162 h 173"/>
              <a:gd name="T40" fmla="*/ 18 w 101"/>
              <a:gd name="T41" fmla="*/ 157 h 173"/>
              <a:gd name="T42" fmla="*/ 21 w 101"/>
              <a:gd name="T43" fmla="*/ 147 h 173"/>
              <a:gd name="T44" fmla="*/ 30 w 101"/>
              <a:gd name="T45" fmla="*/ 144 h 173"/>
              <a:gd name="T46" fmla="*/ 18 w 101"/>
              <a:gd name="T47" fmla="*/ 142 h 173"/>
              <a:gd name="T48" fmla="*/ 23 w 101"/>
              <a:gd name="T49" fmla="*/ 125 h 173"/>
              <a:gd name="T50" fmla="*/ 22 w 101"/>
              <a:gd name="T51" fmla="*/ 119 h 173"/>
              <a:gd name="T52" fmla="*/ 23 w 101"/>
              <a:gd name="T53" fmla="*/ 113 h 173"/>
              <a:gd name="T54" fmla="*/ 13 w 101"/>
              <a:gd name="T55" fmla="*/ 117 h 173"/>
              <a:gd name="T56" fmla="*/ 6 w 101"/>
              <a:gd name="T57" fmla="*/ 113 h 173"/>
              <a:gd name="T58" fmla="*/ 2 w 101"/>
              <a:gd name="T59" fmla="*/ 117 h 173"/>
              <a:gd name="T60" fmla="*/ 1 w 101"/>
              <a:gd name="T61" fmla="*/ 110 h 173"/>
              <a:gd name="T62" fmla="*/ 1 w 101"/>
              <a:gd name="T63" fmla="*/ 102 h 173"/>
              <a:gd name="T64" fmla="*/ 1 w 101"/>
              <a:gd name="T65" fmla="*/ 97 h 173"/>
              <a:gd name="T66" fmla="*/ 7 w 101"/>
              <a:gd name="T67" fmla="*/ 84 h 173"/>
              <a:gd name="T68" fmla="*/ 18 w 101"/>
              <a:gd name="T69" fmla="*/ 71 h 173"/>
              <a:gd name="T70" fmla="*/ 26 w 101"/>
              <a:gd name="T71" fmla="*/ 57 h 173"/>
              <a:gd name="T72" fmla="*/ 33 w 101"/>
              <a:gd name="T73" fmla="*/ 44 h 173"/>
              <a:gd name="T74" fmla="*/ 36 w 101"/>
              <a:gd name="T75" fmla="*/ 48 h 173"/>
              <a:gd name="T76" fmla="*/ 55 w 101"/>
              <a:gd name="T77" fmla="*/ 51 h 173"/>
              <a:gd name="T78" fmla="*/ 65 w 101"/>
              <a:gd name="T79" fmla="*/ 48 h 173"/>
              <a:gd name="T80" fmla="*/ 58 w 101"/>
              <a:gd name="T81" fmla="*/ 36 h 173"/>
              <a:gd name="T82" fmla="*/ 64 w 101"/>
              <a:gd name="T83" fmla="*/ 33 h 173"/>
              <a:gd name="T84" fmla="*/ 74 w 101"/>
              <a:gd name="T85" fmla="*/ 22 h 173"/>
              <a:gd name="T86" fmla="*/ 81 w 101"/>
              <a:gd name="T87" fmla="*/ 14 h 173"/>
              <a:gd name="T88" fmla="*/ 81 w 101"/>
              <a:gd name="T89" fmla="*/ 8 h 173"/>
              <a:gd name="T90" fmla="*/ 85 w 101"/>
              <a:gd name="T91" fmla="*/ 1 h 173"/>
              <a:gd name="T92" fmla="*/ 89 w 101"/>
              <a:gd name="T93" fmla="*/ 10 h 173"/>
              <a:gd name="T94" fmla="*/ 98 w 101"/>
              <a:gd name="T95" fmla="*/ 9 h 173"/>
              <a:gd name="T96" fmla="*/ 101 w 101"/>
              <a:gd name="T97" fmla="*/ 17 h 173"/>
              <a:gd name="T98" fmla="*/ 91 w 101"/>
              <a:gd name="T99" fmla="*/ 25 h 173"/>
              <a:gd name="T100" fmla="*/ 88 w 101"/>
              <a:gd name="T101" fmla="*/ 37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1" h="173">
                <a:moveTo>
                  <a:pt x="88" y="37"/>
                </a:moveTo>
                <a:cubicBezTo>
                  <a:pt x="87" y="38"/>
                  <a:pt x="87" y="42"/>
                  <a:pt x="87" y="43"/>
                </a:cubicBezTo>
                <a:cubicBezTo>
                  <a:pt x="87" y="45"/>
                  <a:pt x="88" y="47"/>
                  <a:pt x="89" y="47"/>
                </a:cubicBezTo>
                <a:cubicBezTo>
                  <a:pt x="90" y="48"/>
                  <a:pt x="91" y="49"/>
                  <a:pt x="92" y="49"/>
                </a:cubicBezTo>
                <a:cubicBezTo>
                  <a:pt x="92" y="50"/>
                  <a:pt x="91" y="58"/>
                  <a:pt x="92" y="60"/>
                </a:cubicBezTo>
                <a:cubicBezTo>
                  <a:pt x="92" y="61"/>
                  <a:pt x="94" y="62"/>
                  <a:pt x="95" y="64"/>
                </a:cubicBezTo>
                <a:cubicBezTo>
                  <a:pt x="95" y="65"/>
                  <a:pt x="90" y="71"/>
                  <a:pt x="89" y="74"/>
                </a:cubicBezTo>
                <a:cubicBezTo>
                  <a:pt x="88" y="76"/>
                  <a:pt x="89" y="77"/>
                  <a:pt x="87" y="78"/>
                </a:cubicBezTo>
                <a:cubicBezTo>
                  <a:pt x="85" y="79"/>
                  <a:pt x="81" y="83"/>
                  <a:pt x="80" y="85"/>
                </a:cubicBezTo>
                <a:cubicBezTo>
                  <a:pt x="80" y="86"/>
                  <a:pt x="80" y="86"/>
                  <a:pt x="79" y="88"/>
                </a:cubicBezTo>
                <a:cubicBezTo>
                  <a:pt x="78" y="90"/>
                  <a:pt x="77" y="93"/>
                  <a:pt x="75" y="94"/>
                </a:cubicBezTo>
                <a:cubicBezTo>
                  <a:pt x="73" y="95"/>
                  <a:pt x="70" y="96"/>
                  <a:pt x="68" y="97"/>
                </a:cubicBezTo>
                <a:cubicBezTo>
                  <a:pt x="67" y="98"/>
                  <a:pt x="65" y="99"/>
                  <a:pt x="64" y="101"/>
                </a:cubicBezTo>
                <a:cubicBezTo>
                  <a:pt x="62" y="103"/>
                  <a:pt x="60" y="105"/>
                  <a:pt x="60" y="107"/>
                </a:cubicBezTo>
                <a:cubicBezTo>
                  <a:pt x="60" y="108"/>
                  <a:pt x="60" y="109"/>
                  <a:pt x="60" y="111"/>
                </a:cubicBezTo>
                <a:cubicBezTo>
                  <a:pt x="61" y="112"/>
                  <a:pt x="60" y="117"/>
                  <a:pt x="60" y="117"/>
                </a:cubicBezTo>
                <a:cubicBezTo>
                  <a:pt x="60" y="117"/>
                  <a:pt x="60" y="121"/>
                  <a:pt x="60" y="122"/>
                </a:cubicBezTo>
                <a:cubicBezTo>
                  <a:pt x="61" y="123"/>
                  <a:pt x="63" y="124"/>
                  <a:pt x="65" y="124"/>
                </a:cubicBezTo>
                <a:cubicBezTo>
                  <a:pt x="66" y="124"/>
                  <a:pt x="68" y="125"/>
                  <a:pt x="69" y="126"/>
                </a:cubicBezTo>
                <a:cubicBezTo>
                  <a:pt x="71" y="128"/>
                  <a:pt x="77" y="132"/>
                  <a:pt x="79" y="133"/>
                </a:cubicBezTo>
                <a:cubicBezTo>
                  <a:pt x="80" y="133"/>
                  <a:pt x="82" y="133"/>
                  <a:pt x="84" y="134"/>
                </a:cubicBezTo>
                <a:cubicBezTo>
                  <a:pt x="85" y="136"/>
                  <a:pt x="88" y="139"/>
                  <a:pt x="88" y="140"/>
                </a:cubicBezTo>
                <a:cubicBezTo>
                  <a:pt x="89" y="140"/>
                  <a:pt x="89" y="141"/>
                  <a:pt x="89" y="142"/>
                </a:cubicBezTo>
                <a:cubicBezTo>
                  <a:pt x="87" y="144"/>
                  <a:pt x="84" y="146"/>
                  <a:pt x="84" y="146"/>
                </a:cubicBezTo>
                <a:cubicBezTo>
                  <a:pt x="83" y="147"/>
                  <a:pt x="79" y="146"/>
                  <a:pt x="78" y="146"/>
                </a:cubicBezTo>
                <a:cubicBezTo>
                  <a:pt x="77" y="146"/>
                  <a:pt x="73" y="147"/>
                  <a:pt x="71" y="147"/>
                </a:cubicBezTo>
                <a:cubicBezTo>
                  <a:pt x="70" y="147"/>
                  <a:pt x="66" y="149"/>
                  <a:pt x="65" y="149"/>
                </a:cubicBezTo>
                <a:cubicBezTo>
                  <a:pt x="63" y="150"/>
                  <a:pt x="60" y="153"/>
                  <a:pt x="60" y="153"/>
                </a:cubicBezTo>
                <a:cubicBezTo>
                  <a:pt x="60" y="153"/>
                  <a:pt x="50" y="157"/>
                  <a:pt x="50" y="158"/>
                </a:cubicBezTo>
                <a:cubicBezTo>
                  <a:pt x="49" y="158"/>
                  <a:pt x="44" y="163"/>
                  <a:pt x="44" y="164"/>
                </a:cubicBezTo>
                <a:cubicBezTo>
                  <a:pt x="44" y="164"/>
                  <a:pt x="44" y="166"/>
                  <a:pt x="44" y="167"/>
                </a:cubicBezTo>
                <a:cubicBezTo>
                  <a:pt x="42" y="167"/>
                  <a:pt x="40" y="166"/>
                  <a:pt x="39" y="165"/>
                </a:cubicBezTo>
                <a:cubicBezTo>
                  <a:pt x="38" y="164"/>
                  <a:pt x="38" y="161"/>
                  <a:pt x="37" y="163"/>
                </a:cubicBezTo>
                <a:cubicBezTo>
                  <a:pt x="36" y="165"/>
                  <a:pt x="37" y="167"/>
                  <a:pt x="36" y="169"/>
                </a:cubicBezTo>
                <a:cubicBezTo>
                  <a:pt x="35" y="171"/>
                  <a:pt x="31" y="171"/>
                  <a:pt x="31" y="171"/>
                </a:cubicBezTo>
                <a:cubicBezTo>
                  <a:pt x="31" y="171"/>
                  <a:pt x="29" y="170"/>
                  <a:pt x="28" y="171"/>
                </a:cubicBezTo>
                <a:cubicBezTo>
                  <a:pt x="28" y="173"/>
                  <a:pt x="25" y="172"/>
                  <a:pt x="25" y="172"/>
                </a:cubicBezTo>
                <a:cubicBezTo>
                  <a:pt x="25" y="172"/>
                  <a:pt x="24" y="169"/>
                  <a:pt x="25" y="168"/>
                </a:cubicBezTo>
                <a:cubicBezTo>
                  <a:pt x="26" y="167"/>
                  <a:pt x="30" y="167"/>
                  <a:pt x="27" y="165"/>
                </a:cubicBezTo>
                <a:cubicBezTo>
                  <a:pt x="25" y="162"/>
                  <a:pt x="24" y="162"/>
                  <a:pt x="23" y="162"/>
                </a:cubicBezTo>
                <a:cubicBezTo>
                  <a:pt x="22" y="163"/>
                  <a:pt x="23" y="165"/>
                  <a:pt x="20" y="165"/>
                </a:cubicBezTo>
                <a:cubicBezTo>
                  <a:pt x="18" y="165"/>
                  <a:pt x="17" y="159"/>
                  <a:pt x="18" y="157"/>
                </a:cubicBezTo>
                <a:cubicBezTo>
                  <a:pt x="18" y="155"/>
                  <a:pt x="18" y="152"/>
                  <a:pt x="19" y="151"/>
                </a:cubicBezTo>
                <a:cubicBezTo>
                  <a:pt x="20" y="150"/>
                  <a:pt x="21" y="147"/>
                  <a:pt x="21" y="147"/>
                </a:cubicBezTo>
                <a:cubicBezTo>
                  <a:pt x="22" y="147"/>
                  <a:pt x="26" y="145"/>
                  <a:pt x="27" y="145"/>
                </a:cubicBezTo>
                <a:cubicBezTo>
                  <a:pt x="28" y="145"/>
                  <a:pt x="30" y="144"/>
                  <a:pt x="30" y="144"/>
                </a:cubicBezTo>
                <a:cubicBezTo>
                  <a:pt x="30" y="142"/>
                  <a:pt x="30" y="142"/>
                  <a:pt x="30" y="142"/>
                </a:cubicBezTo>
                <a:cubicBezTo>
                  <a:pt x="18" y="142"/>
                  <a:pt x="18" y="142"/>
                  <a:pt x="18" y="142"/>
                </a:cubicBezTo>
                <a:cubicBezTo>
                  <a:pt x="18" y="142"/>
                  <a:pt x="18" y="130"/>
                  <a:pt x="18" y="130"/>
                </a:cubicBezTo>
                <a:cubicBezTo>
                  <a:pt x="19" y="129"/>
                  <a:pt x="22" y="126"/>
                  <a:pt x="23" y="125"/>
                </a:cubicBezTo>
                <a:cubicBezTo>
                  <a:pt x="23" y="125"/>
                  <a:pt x="23" y="121"/>
                  <a:pt x="23" y="121"/>
                </a:cubicBezTo>
                <a:cubicBezTo>
                  <a:pt x="23" y="121"/>
                  <a:pt x="21" y="119"/>
                  <a:pt x="22" y="119"/>
                </a:cubicBezTo>
                <a:cubicBezTo>
                  <a:pt x="22" y="119"/>
                  <a:pt x="24" y="117"/>
                  <a:pt x="24" y="117"/>
                </a:cubicBezTo>
                <a:cubicBezTo>
                  <a:pt x="24" y="117"/>
                  <a:pt x="24" y="113"/>
                  <a:pt x="23" y="113"/>
                </a:cubicBezTo>
                <a:cubicBezTo>
                  <a:pt x="23" y="113"/>
                  <a:pt x="19" y="115"/>
                  <a:pt x="19" y="116"/>
                </a:cubicBezTo>
                <a:cubicBezTo>
                  <a:pt x="19" y="116"/>
                  <a:pt x="13" y="117"/>
                  <a:pt x="13" y="117"/>
                </a:cubicBezTo>
                <a:cubicBezTo>
                  <a:pt x="10" y="113"/>
                  <a:pt x="10" y="113"/>
                  <a:pt x="10" y="113"/>
                </a:cubicBezTo>
                <a:cubicBezTo>
                  <a:pt x="10" y="113"/>
                  <a:pt x="6" y="112"/>
                  <a:pt x="6" y="113"/>
                </a:cubicBezTo>
                <a:cubicBezTo>
                  <a:pt x="6" y="113"/>
                  <a:pt x="6" y="116"/>
                  <a:pt x="6" y="116"/>
                </a:cubicBezTo>
                <a:cubicBezTo>
                  <a:pt x="5" y="116"/>
                  <a:pt x="2" y="118"/>
                  <a:pt x="2" y="117"/>
                </a:cubicBezTo>
                <a:cubicBezTo>
                  <a:pt x="2" y="116"/>
                  <a:pt x="1" y="111"/>
                  <a:pt x="1" y="111"/>
                </a:cubicBezTo>
                <a:cubicBezTo>
                  <a:pt x="1" y="110"/>
                  <a:pt x="1" y="110"/>
                  <a:pt x="1" y="110"/>
                </a:cubicBezTo>
                <a:cubicBezTo>
                  <a:pt x="1" y="110"/>
                  <a:pt x="1" y="107"/>
                  <a:pt x="1" y="105"/>
                </a:cubicBezTo>
                <a:cubicBezTo>
                  <a:pt x="1" y="103"/>
                  <a:pt x="1" y="102"/>
                  <a:pt x="1" y="102"/>
                </a:cubicBezTo>
                <a:cubicBezTo>
                  <a:pt x="1" y="102"/>
                  <a:pt x="0" y="100"/>
                  <a:pt x="0" y="99"/>
                </a:cubicBezTo>
                <a:cubicBezTo>
                  <a:pt x="0" y="98"/>
                  <a:pt x="0" y="97"/>
                  <a:pt x="1" y="97"/>
                </a:cubicBezTo>
                <a:cubicBezTo>
                  <a:pt x="2" y="95"/>
                  <a:pt x="4" y="92"/>
                  <a:pt x="5" y="91"/>
                </a:cubicBezTo>
                <a:cubicBezTo>
                  <a:pt x="6" y="89"/>
                  <a:pt x="6" y="86"/>
                  <a:pt x="7" y="84"/>
                </a:cubicBezTo>
                <a:cubicBezTo>
                  <a:pt x="8" y="82"/>
                  <a:pt x="11" y="79"/>
                  <a:pt x="12" y="78"/>
                </a:cubicBezTo>
                <a:cubicBezTo>
                  <a:pt x="14" y="77"/>
                  <a:pt x="17" y="72"/>
                  <a:pt x="18" y="71"/>
                </a:cubicBezTo>
                <a:cubicBezTo>
                  <a:pt x="19" y="70"/>
                  <a:pt x="23" y="69"/>
                  <a:pt x="23" y="67"/>
                </a:cubicBezTo>
                <a:cubicBezTo>
                  <a:pt x="24" y="65"/>
                  <a:pt x="25" y="60"/>
                  <a:pt x="26" y="57"/>
                </a:cubicBezTo>
                <a:cubicBezTo>
                  <a:pt x="26" y="54"/>
                  <a:pt x="27" y="49"/>
                  <a:pt x="27" y="47"/>
                </a:cubicBezTo>
                <a:cubicBezTo>
                  <a:pt x="28" y="45"/>
                  <a:pt x="31" y="43"/>
                  <a:pt x="33" y="44"/>
                </a:cubicBezTo>
                <a:cubicBezTo>
                  <a:pt x="33" y="44"/>
                  <a:pt x="33" y="44"/>
                  <a:pt x="33" y="45"/>
                </a:cubicBezTo>
                <a:cubicBezTo>
                  <a:pt x="34" y="45"/>
                  <a:pt x="35" y="47"/>
                  <a:pt x="36" y="48"/>
                </a:cubicBezTo>
                <a:cubicBezTo>
                  <a:pt x="38" y="50"/>
                  <a:pt x="40" y="51"/>
                  <a:pt x="42" y="51"/>
                </a:cubicBezTo>
                <a:cubicBezTo>
                  <a:pt x="55" y="51"/>
                  <a:pt x="55" y="51"/>
                  <a:pt x="55" y="51"/>
                </a:cubicBezTo>
                <a:cubicBezTo>
                  <a:pt x="58" y="51"/>
                  <a:pt x="64" y="51"/>
                  <a:pt x="65" y="49"/>
                </a:cubicBezTo>
                <a:cubicBezTo>
                  <a:pt x="65" y="49"/>
                  <a:pt x="65" y="49"/>
                  <a:pt x="65" y="48"/>
                </a:cubicBezTo>
                <a:cubicBezTo>
                  <a:pt x="65" y="46"/>
                  <a:pt x="63" y="42"/>
                  <a:pt x="62" y="41"/>
                </a:cubicBezTo>
                <a:cubicBezTo>
                  <a:pt x="61" y="39"/>
                  <a:pt x="58" y="37"/>
                  <a:pt x="58" y="36"/>
                </a:cubicBezTo>
                <a:cubicBezTo>
                  <a:pt x="58" y="36"/>
                  <a:pt x="58" y="36"/>
                  <a:pt x="58" y="36"/>
                </a:cubicBezTo>
                <a:cubicBezTo>
                  <a:pt x="58" y="35"/>
                  <a:pt x="62" y="34"/>
                  <a:pt x="64" y="33"/>
                </a:cubicBezTo>
                <a:cubicBezTo>
                  <a:pt x="66" y="32"/>
                  <a:pt x="70" y="30"/>
                  <a:pt x="71" y="28"/>
                </a:cubicBezTo>
                <a:cubicBezTo>
                  <a:pt x="73" y="27"/>
                  <a:pt x="72" y="25"/>
                  <a:pt x="74" y="22"/>
                </a:cubicBezTo>
                <a:cubicBezTo>
                  <a:pt x="75" y="20"/>
                  <a:pt x="77" y="18"/>
                  <a:pt x="79" y="17"/>
                </a:cubicBezTo>
                <a:cubicBezTo>
                  <a:pt x="80" y="16"/>
                  <a:pt x="81" y="16"/>
                  <a:pt x="81" y="14"/>
                </a:cubicBezTo>
                <a:cubicBezTo>
                  <a:pt x="81" y="14"/>
                  <a:pt x="81" y="14"/>
                  <a:pt x="81" y="13"/>
                </a:cubicBezTo>
                <a:cubicBezTo>
                  <a:pt x="81" y="12"/>
                  <a:pt x="81" y="10"/>
                  <a:pt x="81" y="8"/>
                </a:cubicBezTo>
                <a:cubicBezTo>
                  <a:pt x="81" y="6"/>
                  <a:pt x="81" y="3"/>
                  <a:pt x="81" y="3"/>
                </a:cubicBezTo>
                <a:cubicBezTo>
                  <a:pt x="82" y="1"/>
                  <a:pt x="84" y="0"/>
                  <a:pt x="85" y="1"/>
                </a:cubicBezTo>
                <a:cubicBezTo>
                  <a:pt x="85" y="1"/>
                  <a:pt x="85" y="1"/>
                  <a:pt x="85" y="1"/>
                </a:cubicBezTo>
                <a:cubicBezTo>
                  <a:pt x="86" y="3"/>
                  <a:pt x="88" y="9"/>
                  <a:pt x="89" y="10"/>
                </a:cubicBezTo>
                <a:cubicBezTo>
                  <a:pt x="89" y="10"/>
                  <a:pt x="89" y="10"/>
                  <a:pt x="89" y="10"/>
                </a:cubicBezTo>
                <a:cubicBezTo>
                  <a:pt x="89" y="10"/>
                  <a:pt x="98" y="9"/>
                  <a:pt x="98" y="9"/>
                </a:cubicBezTo>
                <a:cubicBezTo>
                  <a:pt x="98" y="9"/>
                  <a:pt x="99" y="14"/>
                  <a:pt x="100" y="15"/>
                </a:cubicBezTo>
                <a:cubicBezTo>
                  <a:pt x="100" y="15"/>
                  <a:pt x="101" y="16"/>
                  <a:pt x="101" y="17"/>
                </a:cubicBezTo>
                <a:cubicBezTo>
                  <a:pt x="100" y="18"/>
                  <a:pt x="99" y="20"/>
                  <a:pt x="98" y="21"/>
                </a:cubicBezTo>
                <a:cubicBezTo>
                  <a:pt x="96" y="23"/>
                  <a:pt x="92" y="24"/>
                  <a:pt x="91" y="25"/>
                </a:cubicBezTo>
                <a:cubicBezTo>
                  <a:pt x="90" y="27"/>
                  <a:pt x="89" y="31"/>
                  <a:pt x="89" y="32"/>
                </a:cubicBezTo>
                <a:cubicBezTo>
                  <a:pt x="89" y="33"/>
                  <a:pt x="88" y="35"/>
                  <a:pt x="88" y="37"/>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noEditPoints="1"/>
          </p:cNvSpPr>
          <p:nvPr/>
        </p:nvSpPr>
        <p:spPr bwMode="auto">
          <a:xfrm>
            <a:off x="10421938" y="2762250"/>
            <a:ext cx="1095375" cy="2273300"/>
          </a:xfrm>
          <a:custGeom>
            <a:avLst/>
            <a:gdLst>
              <a:gd name="T0" fmla="*/ 17 w 288"/>
              <a:gd name="T1" fmla="*/ 589 h 597"/>
              <a:gd name="T2" fmla="*/ 16 w 288"/>
              <a:gd name="T3" fmla="*/ 596 h 597"/>
              <a:gd name="T4" fmla="*/ 14 w 288"/>
              <a:gd name="T5" fmla="*/ 593 h 597"/>
              <a:gd name="T6" fmla="*/ 18 w 288"/>
              <a:gd name="T7" fmla="*/ 585 h 597"/>
              <a:gd name="T8" fmla="*/ 20 w 288"/>
              <a:gd name="T9" fmla="*/ 583 h 597"/>
              <a:gd name="T10" fmla="*/ 25 w 288"/>
              <a:gd name="T11" fmla="*/ 581 h 597"/>
              <a:gd name="T12" fmla="*/ 31 w 288"/>
              <a:gd name="T13" fmla="*/ 561 h 597"/>
              <a:gd name="T14" fmla="*/ 41 w 288"/>
              <a:gd name="T15" fmla="*/ 542 h 597"/>
              <a:gd name="T16" fmla="*/ 42 w 288"/>
              <a:gd name="T17" fmla="*/ 543 h 597"/>
              <a:gd name="T18" fmla="*/ 44 w 288"/>
              <a:gd name="T19" fmla="*/ 538 h 597"/>
              <a:gd name="T20" fmla="*/ 41 w 288"/>
              <a:gd name="T21" fmla="*/ 542 h 597"/>
              <a:gd name="T22" fmla="*/ 39 w 288"/>
              <a:gd name="T23" fmla="*/ 538 h 597"/>
              <a:gd name="T24" fmla="*/ 48 w 288"/>
              <a:gd name="T25" fmla="*/ 534 h 597"/>
              <a:gd name="T26" fmla="*/ 19 w 288"/>
              <a:gd name="T27" fmla="*/ 590 h 597"/>
              <a:gd name="T28" fmla="*/ 20 w 288"/>
              <a:gd name="T29" fmla="*/ 591 h 597"/>
              <a:gd name="T30" fmla="*/ 65 w 288"/>
              <a:gd name="T31" fmla="*/ 402 h 597"/>
              <a:gd name="T32" fmla="*/ 121 w 288"/>
              <a:gd name="T33" fmla="*/ 373 h 597"/>
              <a:gd name="T34" fmla="*/ 92 w 288"/>
              <a:gd name="T35" fmla="*/ 388 h 597"/>
              <a:gd name="T36" fmla="*/ 81 w 288"/>
              <a:gd name="T37" fmla="*/ 411 h 597"/>
              <a:gd name="T38" fmla="*/ 95 w 288"/>
              <a:gd name="T39" fmla="*/ 419 h 597"/>
              <a:gd name="T40" fmla="*/ 124 w 288"/>
              <a:gd name="T41" fmla="*/ 382 h 597"/>
              <a:gd name="T42" fmla="*/ 64 w 288"/>
              <a:gd name="T43" fmla="*/ 418 h 597"/>
              <a:gd name="T44" fmla="*/ 33 w 288"/>
              <a:gd name="T45" fmla="*/ 409 h 597"/>
              <a:gd name="T46" fmla="*/ 19 w 288"/>
              <a:gd name="T47" fmla="*/ 434 h 597"/>
              <a:gd name="T48" fmla="*/ 26 w 288"/>
              <a:gd name="T49" fmla="*/ 444 h 597"/>
              <a:gd name="T50" fmla="*/ 37 w 288"/>
              <a:gd name="T51" fmla="*/ 433 h 597"/>
              <a:gd name="T52" fmla="*/ 41 w 288"/>
              <a:gd name="T53" fmla="*/ 466 h 597"/>
              <a:gd name="T54" fmla="*/ 58 w 288"/>
              <a:gd name="T55" fmla="*/ 474 h 597"/>
              <a:gd name="T56" fmla="*/ 71 w 288"/>
              <a:gd name="T57" fmla="*/ 429 h 597"/>
              <a:gd name="T58" fmla="*/ 9 w 288"/>
              <a:gd name="T59" fmla="*/ 441 h 597"/>
              <a:gd name="T60" fmla="*/ 5 w 288"/>
              <a:gd name="T61" fmla="*/ 453 h 597"/>
              <a:gd name="T62" fmla="*/ 5 w 288"/>
              <a:gd name="T63" fmla="*/ 435 h 597"/>
              <a:gd name="T64" fmla="*/ 38 w 288"/>
              <a:gd name="T65" fmla="*/ 453 h 597"/>
              <a:gd name="T66" fmla="*/ 69 w 288"/>
              <a:gd name="T67" fmla="*/ 492 h 597"/>
              <a:gd name="T68" fmla="*/ 111 w 288"/>
              <a:gd name="T69" fmla="*/ 368 h 597"/>
              <a:gd name="T70" fmla="*/ 228 w 288"/>
              <a:gd name="T71" fmla="*/ 157 h 597"/>
              <a:gd name="T72" fmla="*/ 202 w 288"/>
              <a:gd name="T73" fmla="*/ 145 h 597"/>
              <a:gd name="T74" fmla="*/ 195 w 288"/>
              <a:gd name="T75" fmla="*/ 185 h 597"/>
              <a:gd name="T76" fmla="*/ 181 w 288"/>
              <a:gd name="T77" fmla="*/ 261 h 597"/>
              <a:gd name="T78" fmla="*/ 154 w 288"/>
              <a:gd name="T79" fmla="*/ 267 h 597"/>
              <a:gd name="T80" fmla="*/ 133 w 288"/>
              <a:gd name="T81" fmla="*/ 330 h 597"/>
              <a:gd name="T82" fmla="*/ 109 w 288"/>
              <a:gd name="T83" fmla="*/ 334 h 597"/>
              <a:gd name="T84" fmla="*/ 59 w 288"/>
              <a:gd name="T85" fmla="*/ 370 h 597"/>
              <a:gd name="T86" fmla="*/ 44 w 288"/>
              <a:gd name="T87" fmla="*/ 401 h 597"/>
              <a:gd name="T88" fmla="*/ 73 w 288"/>
              <a:gd name="T89" fmla="*/ 385 h 597"/>
              <a:gd name="T90" fmla="*/ 90 w 288"/>
              <a:gd name="T91" fmla="*/ 378 h 597"/>
              <a:gd name="T92" fmla="*/ 107 w 288"/>
              <a:gd name="T93" fmla="*/ 362 h 597"/>
              <a:gd name="T94" fmla="*/ 132 w 288"/>
              <a:gd name="T95" fmla="*/ 366 h 597"/>
              <a:gd name="T96" fmla="*/ 155 w 288"/>
              <a:gd name="T97" fmla="*/ 377 h 597"/>
              <a:gd name="T98" fmla="*/ 159 w 288"/>
              <a:gd name="T99" fmla="*/ 340 h 597"/>
              <a:gd name="T100" fmla="*/ 179 w 288"/>
              <a:gd name="T101" fmla="*/ 342 h 597"/>
              <a:gd name="T102" fmla="*/ 214 w 288"/>
              <a:gd name="T103" fmla="*/ 324 h 597"/>
              <a:gd name="T104" fmla="*/ 227 w 288"/>
              <a:gd name="T105" fmla="*/ 314 h 597"/>
              <a:gd name="T106" fmla="*/ 235 w 288"/>
              <a:gd name="T107" fmla="*/ 263 h 597"/>
              <a:gd name="T108" fmla="*/ 237 w 288"/>
              <a:gd name="T109" fmla="*/ 211 h 597"/>
              <a:gd name="T110" fmla="*/ 240 w 288"/>
              <a:gd name="T111" fmla="*/ 187 h 597"/>
              <a:gd name="T112" fmla="*/ 126 w 288"/>
              <a:gd name="T113" fmla="*/ 361 h 597"/>
              <a:gd name="T114" fmla="*/ 281 w 288"/>
              <a:gd name="T115" fmla="*/ 47 h 597"/>
              <a:gd name="T116" fmla="*/ 214 w 288"/>
              <a:gd name="T117" fmla="*/ 23 h 597"/>
              <a:gd name="T118" fmla="*/ 171 w 288"/>
              <a:gd name="T119" fmla="*/ 76 h 597"/>
              <a:gd name="T120" fmla="*/ 190 w 288"/>
              <a:gd name="T121" fmla="*/ 123 h 597"/>
              <a:gd name="T122" fmla="*/ 219 w 288"/>
              <a:gd name="T123" fmla="*/ 94 h 597"/>
              <a:gd name="T124" fmla="*/ 275 w 288"/>
              <a:gd name="T125" fmla="*/ 55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597">
                <a:moveTo>
                  <a:pt x="37" y="552"/>
                </a:moveTo>
                <a:cubicBezTo>
                  <a:pt x="37" y="552"/>
                  <a:pt x="37" y="553"/>
                  <a:pt x="37" y="553"/>
                </a:cubicBezTo>
                <a:cubicBezTo>
                  <a:pt x="37" y="553"/>
                  <a:pt x="37" y="553"/>
                  <a:pt x="37" y="553"/>
                </a:cubicBezTo>
                <a:cubicBezTo>
                  <a:pt x="37" y="553"/>
                  <a:pt x="37" y="554"/>
                  <a:pt x="37" y="554"/>
                </a:cubicBezTo>
                <a:cubicBezTo>
                  <a:pt x="37" y="554"/>
                  <a:pt x="37" y="554"/>
                  <a:pt x="37" y="555"/>
                </a:cubicBezTo>
                <a:cubicBezTo>
                  <a:pt x="36" y="555"/>
                  <a:pt x="36" y="555"/>
                  <a:pt x="36" y="555"/>
                </a:cubicBezTo>
                <a:cubicBezTo>
                  <a:pt x="36" y="555"/>
                  <a:pt x="36" y="555"/>
                  <a:pt x="36" y="555"/>
                </a:cubicBezTo>
                <a:cubicBezTo>
                  <a:pt x="35" y="555"/>
                  <a:pt x="35" y="555"/>
                  <a:pt x="35" y="555"/>
                </a:cubicBezTo>
                <a:cubicBezTo>
                  <a:pt x="35" y="554"/>
                  <a:pt x="35" y="554"/>
                  <a:pt x="35" y="554"/>
                </a:cubicBezTo>
                <a:cubicBezTo>
                  <a:pt x="34" y="554"/>
                  <a:pt x="34" y="554"/>
                  <a:pt x="34" y="554"/>
                </a:cubicBezTo>
                <a:cubicBezTo>
                  <a:pt x="34" y="554"/>
                  <a:pt x="34" y="554"/>
                  <a:pt x="34" y="554"/>
                </a:cubicBezTo>
                <a:cubicBezTo>
                  <a:pt x="34" y="553"/>
                  <a:pt x="34" y="553"/>
                  <a:pt x="34" y="553"/>
                </a:cubicBezTo>
                <a:cubicBezTo>
                  <a:pt x="34" y="553"/>
                  <a:pt x="34" y="553"/>
                  <a:pt x="34" y="552"/>
                </a:cubicBezTo>
                <a:cubicBezTo>
                  <a:pt x="34" y="552"/>
                  <a:pt x="34" y="552"/>
                  <a:pt x="34" y="552"/>
                </a:cubicBezTo>
                <a:cubicBezTo>
                  <a:pt x="34" y="552"/>
                  <a:pt x="34" y="552"/>
                  <a:pt x="34" y="552"/>
                </a:cubicBezTo>
                <a:cubicBezTo>
                  <a:pt x="34" y="551"/>
                  <a:pt x="34" y="551"/>
                  <a:pt x="34" y="551"/>
                </a:cubicBezTo>
                <a:cubicBezTo>
                  <a:pt x="34" y="551"/>
                  <a:pt x="34" y="551"/>
                  <a:pt x="34" y="551"/>
                </a:cubicBezTo>
                <a:cubicBezTo>
                  <a:pt x="34" y="551"/>
                  <a:pt x="34" y="551"/>
                  <a:pt x="34" y="550"/>
                </a:cubicBezTo>
                <a:cubicBezTo>
                  <a:pt x="34" y="550"/>
                  <a:pt x="34" y="550"/>
                  <a:pt x="34" y="550"/>
                </a:cubicBezTo>
                <a:cubicBezTo>
                  <a:pt x="34" y="550"/>
                  <a:pt x="34" y="550"/>
                  <a:pt x="34" y="550"/>
                </a:cubicBezTo>
                <a:cubicBezTo>
                  <a:pt x="34" y="550"/>
                  <a:pt x="35" y="550"/>
                  <a:pt x="35" y="549"/>
                </a:cubicBezTo>
                <a:cubicBezTo>
                  <a:pt x="35" y="549"/>
                  <a:pt x="35" y="549"/>
                  <a:pt x="35" y="549"/>
                </a:cubicBezTo>
                <a:cubicBezTo>
                  <a:pt x="35" y="550"/>
                  <a:pt x="35" y="550"/>
                  <a:pt x="35" y="550"/>
                </a:cubicBezTo>
                <a:cubicBezTo>
                  <a:pt x="35" y="550"/>
                  <a:pt x="35" y="550"/>
                  <a:pt x="35" y="550"/>
                </a:cubicBezTo>
                <a:cubicBezTo>
                  <a:pt x="35" y="550"/>
                  <a:pt x="35" y="550"/>
                  <a:pt x="35" y="550"/>
                </a:cubicBezTo>
                <a:cubicBezTo>
                  <a:pt x="35" y="550"/>
                  <a:pt x="35" y="550"/>
                  <a:pt x="35" y="550"/>
                </a:cubicBezTo>
                <a:cubicBezTo>
                  <a:pt x="35" y="551"/>
                  <a:pt x="35" y="551"/>
                  <a:pt x="35" y="551"/>
                </a:cubicBezTo>
                <a:cubicBezTo>
                  <a:pt x="35" y="551"/>
                  <a:pt x="36" y="551"/>
                  <a:pt x="36" y="551"/>
                </a:cubicBezTo>
                <a:cubicBezTo>
                  <a:pt x="36" y="551"/>
                  <a:pt x="36" y="552"/>
                  <a:pt x="37" y="552"/>
                </a:cubicBezTo>
                <a:cubicBezTo>
                  <a:pt x="37" y="552"/>
                  <a:pt x="37" y="552"/>
                  <a:pt x="37" y="552"/>
                </a:cubicBezTo>
                <a:cubicBezTo>
                  <a:pt x="37" y="552"/>
                  <a:pt x="37" y="552"/>
                  <a:pt x="37" y="552"/>
                </a:cubicBezTo>
                <a:close/>
                <a:moveTo>
                  <a:pt x="17" y="588"/>
                </a:moveTo>
                <a:cubicBezTo>
                  <a:pt x="17" y="588"/>
                  <a:pt x="17" y="588"/>
                  <a:pt x="17" y="588"/>
                </a:cubicBezTo>
                <a:cubicBezTo>
                  <a:pt x="17" y="588"/>
                  <a:pt x="17" y="588"/>
                  <a:pt x="17" y="588"/>
                </a:cubicBezTo>
                <a:cubicBezTo>
                  <a:pt x="17" y="588"/>
                  <a:pt x="17" y="588"/>
                  <a:pt x="17" y="588"/>
                </a:cubicBezTo>
                <a:cubicBezTo>
                  <a:pt x="16" y="589"/>
                  <a:pt x="17" y="589"/>
                  <a:pt x="17" y="589"/>
                </a:cubicBezTo>
                <a:cubicBezTo>
                  <a:pt x="17" y="589"/>
                  <a:pt x="17" y="589"/>
                  <a:pt x="18" y="589"/>
                </a:cubicBezTo>
                <a:cubicBezTo>
                  <a:pt x="18" y="589"/>
                  <a:pt x="18" y="589"/>
                  <a:pt x="18" y="590"/>
                </a:cubicBezTo>
                <a:cubicBezTo>
                  <a:pt x="18" y="590"/>
                  <a:pt x="18" y="590"/>
                  <a:pt x="18" y="590"/>
                </a:cubicBezTo>
                <a:cubicBezTo>
                  <a:pt x="18" y="590"/>
                  <a:pt x="18" y="590"/>
                  <a:pt x="19" y="591"/>
                </a:cubicBezTo>
                <a:cubicBezTo>
                  <a:pt x="19" y="591"/>
                  <a:pt x="19" y="591"/>
                  <a:pt x="19" y="591"/>
                </a:cubicBezTo>
                <a:cubicBezTo>
                  <a:pt x="19" y="591"/>
                  <a:pt x="19" y="591"/>
                  <a:pt x="19" y="591"/>
                </a:cubicBezTo>
                <a:cubicBezTo>
                  <a:pt x="19" y="591"/>
                  <a:pt x="19" y="591"/>
                  <a:pt x="19" y="591"/>
                </a:cubicBezTo>
                <a:cubicBezTo>
                  <a:pt x="19" y="591"/>
                  <a:pt x="19" y="591"/>
                  <a:pt x="19" y="591"/>
                </a:cubicBezTo>
                <a:cubicBezTo>
                  <a:pt x="19" y="591"/>
                  <a:pt x="19" y="591"/>
                  <a:pt x="19" y="591"/>
                </a:cubicBezTo>
                <a:cubicBezTo>
                  <a:pt x="19" y="591"/>
                  <a:pt x="19" y="591"/>
                  <a:pt x="19" y="591"/>
                </a:cubicBezTo>
                <a:cubicBezTo>
                  <a:pt x="19" y="591"/>
                  <a:pt x="19" y="591"/>
                  <a:pt x="19" y="591"/>
                </a:cubicBezTo>
                <a:cubicBezTo>
                  <a:pt x="18" y="591"/>
                  <a:pt x="18" y="591"/>
                  <a:pt x="18" y="591"/>
                </a:cubicBezTo>
                <a:cubicBezTo>
                  <a:pt x="18" y="591"/>
                  <a:pt x="18" y="591"/>
                  <a:pt x="18" y="591"/>
                </a:cubicBezTo>
                <a:cubicBezTo>
                  <a:pt x="17" y="591"/>
                  <a:pt x="17" y="591"/>
                  <a:pt x="17" y="591"/>
                </a:cubicBezTo>
                <a:cubicBezTo>
                  <a:pt x="17" y="591"/>
                  <a:pt x="17" y="591"/>
                  <a:pt x="17" y="591"/>
                </a:cubicBezTo>
                <a:cubicBezTo>
                  <a:pt x="17" y="591"/>
                  <a:pt x="17" y="591"/>
                  <a:pt x="17" y="591"/>
                </a:cubicBezTo>
                <a:cubicBezTo>
                  <a:pt x="17" y="591"/>
                  <a:pt x="17" y="591"/>
                  <a:pt x="17" y="591"/>
                </a:cubicBezTo>
                <a:cubicBezTo>
                  <a:pt x="17" y="591"/>
                  <a:pt x="17" y="591"/>
                  <a:pt x="17" y="591"/>
                </a:cubicBezTo>
                <a:cubicBezTo>
                  <a:pt x="17" y="591"/>
                  <a:pt x="17" y="591"/>
                  <a:pt x="17" y="591"/>
                </a:cubicBezTo>
                <a:cubicBezTo>
                  <a:pt x="17" y="591"/>
                  <a:pt x="17" y="591"/>
                  <a:pt x="17" y="591"/>
                </a:cubicBezTo>
                <a:cubicBezTo>
                  <a:pt x="17" y="591"/>
                  <a:pt x="17" y="592"/>
                  <a:pt x="17" y="592"/>
                </a:cubicBezTo>
                <a:cubicBezTo>
                  <a:pt x="17" y="592"/>
                  <a:pt x="17" y="592"/>
                  <a:pt x="17" y="592"/>
                </a:cubicBezTo>
                <a:cubicBezTo>
                  <a:pt x="16" y="592"/>
                  <a:pt x="16" y="593"/>
                  <a:pt x="16" y="593"/>
                </a:cubicBezTo>
                <a:cubicBezTo>
                  <a:pt x="16" y="593"/>
                  <a:pt x="16" y="593"/>
                  <a:pt x="16" y="593"/>
                </a:cubicBezTo>
                <a:cubicBezTo>
                  <a:pt x="16" y="593"/>
                  <a:pt x="16" y="593"/>
                  <a:pt x="16" y="593"/>
                </a:cubicBezTo>
                <a:cubicBezTo>
                  <a:pt x="16" y="593"/>
                  <a:pt x="16" y="593"/>
                  <a:pt x="16" y="594"/>
                </a:cubicBezTo>
                <a:cubicBezTo>
                  <a:pt x="16" y="594"/>
                  <a:pt x="16" y="594"/>
                  <a:pt x="16" y="594"/>
                </a:cubicBezTo>
                <a:cubicBezTo>
                  <a:pt x="16" y="594"/>
                  <a:pt x="16" y="594"/>
                  <a:pt x="16" y="594"/>
                </a:cubicBezTo>
                <a:cubicBezTo>
                  <a:pt x="16" y="595"/>
                  <a:pt x="16" y="595"/>
                  <a:pt x="16" y="595"/>
                </a:cubicBezTo>
                <a:cubicBezTo>
                  <a:pt x="17" y="595"/>
                  <a:pt x="17" y="595"/>
                  <a:pt x="17" y="594"/>
                </a:cubicBezTo>
                <a:cubicBezTo>
                  <a:pt x="17" y="594"/>
                  <a:pt x="17" y="594"/>
                  <a:pt x="17" y="594"/>
                </a:cubicBezTo>
                <a:cubicBezTo>
                  <a:pt x="17" y="594"/>
                  <a:pt x="17" y="594"/>
                  <a:pt x="17" y="594"/>
                </a:cubicBezTo>
                <a:cubicBezTo>
                  <a:pt x="17" y="594"/>
                  <a:pt x="18" y="594"/>
                  <a:pt x="17" y="595"/>
                </a:cubicBezTo>
                <a:cubicBezTo>
                  <a:pt x="17" y="595"/>
                  <a:pt x="17" y="595"/>
                  <a:pt x="17" y="595"/>
                </a:cubicBezTo>
                <a:cubicBezTo>
                  <a:pt x="17" y="595"/>
                  <a:pt x="17" y="595"/>
                  <a:pt x="17" y="595"/>
                </a:cubicBezTo>
                <a:cubicBezTo>
                  <a:pt x="17" y="595"/>
                  <a:pt x="17" y="596"/>
                  <a:pt x="16" y="596"/>
                </a:cubicBezTo>
                <a:cubicBezTo>
                  <a:pt x="16" y="596"/>
                  <a:pt x="16" y="596"/>
                  <a:pt x="16" y="596"/>
                </a:cubicBezTo>
                <a:cubicBezTo>
                  <a:pt x="16" y="596"/>
                  <a:pt x="16" y="596"/>
                  <a:pt x="16" y="596"/>
                </a:cubicBezTo>
                <a:cubicBezTo>
                  <a:pt x="16" y="596"/>
                  <a:pt x="16" y="596"/>
                  <a:pt x="16" y="596"/>
                </a:cubicBezTo>
                <a:cubicBezTo>
                  <a:pt x="16" y="596"/>
                  <a:pt x="16" y="597"/>
                  <a:pt x="16" y="597"/>
                </a:cubicBezTo>
                <a:cubicBezTo>
                  <a:pt x="16" y="597"/>
                  <a:pt x="16" y="597"/>
                  <a:pt x="16" y="597"/>
                </a:cubicBezTo>
                <a:cubicBezTo>
                  <a:pt x="16" y="597"/>
                  <a:pt x="16" y="597"/>
                  <a:pt x="16" y="597"/>
                </a:cubicBezTo>
                <a:cubicBezTo>
                  <a:pt x="16" y="597"/>
                  <a:pt x="16" y="597"/>
                  <a:pt x="16" y="597"/>
                </a:cubicBezTo>
                <a:cubicBezTo>
                  <a:pt x="16" y="597"/>
                  <a:pt x="15" y="597"/>
                  <a:pt x="15" y="597"/>
                </a:cubicBezTo>
                <a:cubicBezTo>
                  <a:pt x="15" y="597"/>
                  <a:pt x="15" y="597"/>
                  <a:pt x="15" y="597"/>
                </a:cubicBezTo>
                <a:cubicBezTo>
                  <a:pt x="15" y="597"/>
                  <a:pt x="15" y="597"/>
                  <a:pt x="15" y="597"/>
                </a:cubicBezTo>
                <a:cubicBezTo>
                  <a:pt x="15" y="597"/>
                  <a:pt x="15" y="597"/>
                  <a:pt x="15" y="597"/>
                </a:cubicBezTo>
                <a:cubicBezTo>
                  <a:pt x="15" y="597"/>
                  <a:pt x="15" y="597"/>
                  <a:pt x="15" y="597"/>
                </a:cubicBezTo>
                <a:cubicBezTo>
                  <a:pt x="15" y="597"/>
                  <a:pt x="14" y="597"/>
                  <a:pt x="14" y="597"/>
                </a:cubicBezTo>
                <a:cubicBezTo>
                  <a:pt x="14" y="597"/>
                  <a:pt x="14" y="597"/>
                  <a:pt x="14" y="597"/>
                </a:cubicBezTo>
                <a:cubicBezTo>
                  <a:pt x="14" y="597"/>
                  <a:pt x="14" y="596"/>
                  <a:pt x="14" y="596"/>
                </a:cubicBezTo>
                <a:cubicBezTo>
                  <a:pt x="14" y="596"/>
                  <a:pt x="14" y="596"/>
                  <a:pt x="14" y="596"/>
                </a:cubicBezTo>
                <a:cubicBezTo>
                  <a:pt x="14" y="596"/>
                  <a:pt x="14" y="596"/>
                  <a:pt x="14" y="596"/>
                </a:cubicBezTo>
                <a:cubicBezTo>
                  <a:pt x="14" y="596"/>
                  <a:pt x="14" y="596"/>
                  <a:pt x="14" y="596"/>
                </a:cubicBezTo>
                <a:cubicBezTo>
                  <a:pt x="14" y="596"/>
                  <a:pt x="14" y="596"/>
                  <a:pt x="14" y="596"/>
                </a:cubicBezTo>
                <a:cubicBezTo>
                  <a:pt x="14" y="596"/>
                  <a:pt x="14" y="596"/>
                  <a:pt x="14" y="596"/>
                </a:cubicBezTo>
                <a:cubicBezTo>
                  <a:pt x="14" y="595"/>
                  <a:pt x="14" y="595"/>
                  <a:pt x="14" y="595"/>
                </a:cubicBezTo>
                <a:cubicBezTo>
                  <a:pt x="14" y="595"/>
                  <a:pt x="14" y="595"/>
                  <a:pt x="14" y="595"/>
                </a:cubicBezTo>
                <a:cubicBezTo>
                  <a:pt x="13" y="595"/>
                  <a:pt x="13" y="595"/>
                  <a:pt x="13" y="594"/>
                </a:cubicBezTo>
                <a:cubicBezTo>
                  <a:pt x="13" y="594"/>
                  <a:pt x="13" y="594"/>
                  <a:pt x="13" y="594"/>
                </a:cubicBezTo>
                <a:cubicBezTo>
                  <a:pt x="13" y="594"/>
                  <a:pt x="14" y="594"/>
                  <a:pt x="14" y="594"/>
                </a:cubicBezTo>
                <a:cubicBezTo>
                  <a:pt x="14" y="594"/>
                  <a:pt x="14" y="594"/>
                  <a:pt x="14" y="594"/>
                </a:cubicBezTo>
                <a:cubicBezTo>
                  <a:pt x="14" y="594"/>
                  <a:pt x="14" y="594"/>
                  <a:pt x="14" y="594"/>
                </a:cubicBezTo>
                <a:cubicBezTo>
                  <a:pt x="14" y="594"/>
                  <a:pt x="14" y="594"/>
                  <a:pt x="14" y="594"/>
                </a:cubicBezTo>
                <a:cubicBezTo>
                  <a:pt x="14" y="594"/>
                  <a:pt x="14" y="594"/>
                  <a:pt x="14" y="594"/>
                </a:cubicBezTo>
                <a:cubicBezTo>
                  <a:pt x="14" y="594"/>
                  <a:pt x="14" y="594"/>
                  <a:pt x="14" y="594"/>
                </a:cubicBezTo>
                <a:cubicBezTo>
                  <a:pt x="14" y="594"/>
                  <a:pt x="14" y="594"/>
                  <a:pt x="14" y="594"/>
                </a:cubicBezTo>
                <a:cubicBezTo>
                  <a:pt x="14" y="594"/>
                  <a:pt x="14" y="594"/>
                  <a:pt x="14" y="594"/>
                </a:cubicBezTo>
                <a:cubicBezTo>
                  <a:pt x="14" y="594"/>
                  <a:pt x="14" y="594"/>
                  <a:pt x="14" y="594"/>
                </a:cubicBezTo>
                <a:cubicBezTo>
                  <a:pt x="14" y="594"/>
                  <a:pt x="14" y="593"/>
                  <a:pt x="14" y="593"/>
                </a:cubicBezTo>
                <a:cubicBezTo>
                  <a:pt x="14" y="594"/>
                  <a:pt x="14" y="593"/>
                  <a:pt x="14" y="593"/>
                </a:cubicBezTo>
                <a:cubicBezTo>
                  <a:pt x="14" y="593"/>
                  <a:pt x="14" y="593"/>
                  <a:pt x="14" y="593"/>
                </a:cubicBezTo>
                <a:cubicBezTo>
                  <a:pt x="14" y="593"/>
                  <a:pt x="14" y="593"/>
                  <a:pt x="14" y="593"/>
                </a:cubicBezTo>
                <a:cubicBezTo>
                  <a:pt x="14" y="593"/>
                  <a:pt x="14" y="593"/>
                  <a:pt x="14" y="593"/>
                </a:cubicBezTo>
                <a:cubicBezTo>
                  <a:pt x="14" y="593"/>
                  <a:pt x="14" y="593"/>
                  <a:pt x="14" y="593"/>
                </a:cubicBezTo>
                <a:cubicBezTo>
                  <a:pt x="14" y="593"/>
                  <a:pt x="14" y="593"/>
                  <a:pt x="14" y="593"/>
                </a:cubicBezTo>
                <a:cubicBezTo>
                  <a:pt x="14" y="593"/>
                  <a:pt x="14" y="592"/>
                  <a:pt x="14" y="592"/>
                </a:cubicBezTo>
                <a:cubicBezTo>
                  <a:pt x="14" y="592"/>
                  <a:pt x="14" y="592"/>
                  <a:pt x="14" y="592"/>
                </a:cubicBezTo>
                <a:cubicBezTo>
                  <a:pt x="14" y="592"/>
                  <a:pt x="14" y="592"/>
                  <a:pt x="14" y="592"/>
                </a:cubicBezTo>
                <a:cubicBezTo>
                  <a:pt x="15" y="592"/>
                  <a:pt x="15" y="592"/>
                  <a:pt x="15" y="592"/>
                </a:cubicBezTo>
                <a:cubicBezTo>
                  <a:pt x="15" y="592"/>
                  <a:pt x="15" y="592"/>
                  <a:pt x="15" y="592"/>
                </a:cubicBezTo>
                <a:cubicBezTo>
                  <a:pt x="15" y="592"/>
                  <a:pt x="15" y="592"/>
                  <a:pt x="15" y="592"/>
                </a:cubicBezTo>
                <a:cubicBezTo>
                  <a:pt x="15" y="592"/>
                  <a:pt x="15" y="592"/>
                  <a:pt x="15" y="592"/>
                </a:cubicBezTo>
                <a:cubicBezTo>
                  <a:pt x="15" y="592"/>
                  <a:pt x="15" y="592"/>
                  <a:pt x="15" y="591"/>
                </a:cubicBezTo>
                <a:cubicBezTo>
                  <a:pt x="15" y="591"/>
                  <a:pt x="15" y="591"/>
                  <a:pt x="15" y="590"/>
                </a:cubicBezTo>
                <a:cubicBezTo>
                  <a:pt x="15" y="590"/>
                  <a:pt x="15" y="590"/>
                  <a:pt x="15" y="590"/>
                </a:cubicBezTo>
                <a:cubicBezTo>
                  <a:pt x="15" y="590"/>
                  <a:pt x="15" y="590"/>
                  <a:pt x="14" y="590"/>
                </a:cubicBezTo>
                <a:cubicBezTo>
                  <a:pt x="14" y="589"/>
                  <a:pt x="14" y="589"/>
                  <a:pt x="14" y="589"/>
                </a:cubicBezTo>
                <a:cubicBezTo>
                  <a:pt x="14" y="588"/>
                  <a:pt x="14" y="588"/>
                  <a:pt x="14" y="588"/>
                </a:cubicBezTo>
                <a:cubicBezTo>
                  <a:pt x="14" y="588"/>
                  <a:pt x="14" y="589"/>
                  <a:pt x="14" y="589"/>
                </a:cubicBezTo>
                <a:cubicBezTo>
                  <a:pt x="15" y="589"/>
                  <a:pt x="15" y="589"/>
                  <a:pt x="15" y="588"/>
                </a:cubicBezTo>
                <a:cubicBezTo>
                  <a:pt x="15" y="588"/>
                  <a:pt x="15" y="588"/>
                  <a:pt x="15" y="588"/>
                </a:cubicBezTo>
                <a:cubicBezTo>
                  <a:pt x="15" y="588"/>
                  <a:pt x="15" y="588"/>
                  <a:pt x="16" y="588"/>
                </a:cubicBezTo>
                <a:cubicBezTo>
                  <a:pt x="16" y="588"/>
                  <a:pt x="16" y="588"/>
                  <a:pt x="16" y="588"/>
                </a:cubicBezTo>
                <a:cubicBezTo>
                  <a:pt x="16" y="588"/>
                  <a:pt x="16" y="588"/>
                  <a:pt x="16" y="588"/>
                </a:cubicBezTo>
                <a:cubicBezTo>
                  <a:pt x="16" y="588"/>
                  <a:pt x="16" y="588"/>
                  <a:pt x="16" y="588"/>
                </a:cubicBezTo>
                <a:cubicBezTo>
                  <a:pt x="16" y="588"/>
                  <a:pt x="16" y="587"/>
                  <a:pt x="16" y="587"/>
                </a:cubicBezTo>
                <a:cubicBezTo>
                  <a:pt x="16" y="587"/>
                  <a:pt x="16" y="587"/>
                  <a:pt x="16" y="587"/>
                </a:cubicBezTo>
                <a:cubicBezTo>
                  <a:pt x="16" y="587"/>
                  <a:pt x="17" y="586"/>
                  <a:pt x="17" y="586"/>
                </a:cubicBezTo>
                <a:cubicBezTo>
                  <a:pt x="17" y="586"/>
                  <a:pt x="17" y="586"/>
                  <a:pt x="17" y="586"/>
                </a:cubicBezTo>
                <a:cubicBezTo>
                  <a:pt x="17" y="586"/>
                  <a:pt x="17" y="586"/>
                  <a:pt x="17" y="586"/>
                </a:cubicBezTo>
                <a:cubicBezTo>
                  <a:pt x="17" y="586"/>
                  <a:pt x="17" y="586"/>
                  <a:pt x="17" y="586"/>
                </a:cubicBezTo>
                <a:cubicBezTo>
                  <a:pt x="17" y="586"/>
                  <a:pt x="17" y="586"/>
                  <a:pt x="17" y="586"/>
                </a:cubicBezTo>
                <a:cubicBezTo>
                  <a:pt x="17" y="586"/>
                  <a:pt x="17" y="586"/>
                  <a:pt x="17" y="586"/>
                </a:cubicBezTo>
                <a:cubicBezTo>
                  <a:pt x="17" y="586"/>
                  <a:pt x="17" y="586"/>
                  <a:pt x="17" y="586"/>
                </a:cubicBezTo>
                <a:cubicBezTo>
                  <a:pt x="18" y="586"/>
                  <a:pt x="18" y="586"/>
                  <a:pt x="18" y="586"/>
                </a:cubicBezTo>
                <a:cubicBezTo>
                  <a:pt x="18" y="586"/>
                  <a:pt x="18" y="586"/>
                  <a:pt x="18" y="585"/>
                </a:cubicBezTo>
                <a:cubicBezTo>
                  <a:pt x="18" y="585"/>
                  <a:pt x="18" y="585"/>
                  <a:pt x="18" y="585"/>
                </a:cubicBezTo>
                <a:cubicBezTo>
                  <a:pt x="18" y="585"/>
                  <a:pt x="18" y="585"/>
                  <a:pt x="18" y="585"/>
                </a:cubicBezTo>
                <a:cubicBezTo>
                  <a:pt x="18" y="585"/>
                  <a:pt x="18" y="585"/>
                  <a:pt x="18" y="585"/>
                </a:cubicBezTo>
                <a:cubicBezTo>
                  <a:pt x="19" y="585"/>
                  <a:pt x="19" y="585"/>
                  <a:pt x="19" y="585"/>
                </a:cubicBezTo>
                <a:cubicBezTo>
                  <a:pt x="19" y="585"/>
                  <a:pt x="19" y="585"/>
                  <a:pt x="19" y="585"/>
                </a:cubicBezTo>
                <a:cubicBezTo>
                  <a:pt x="19" y="585"/>
                  <a:pt x="19" y="585"/>
                  <a:pt x="19" y="585"/>
                </a:cubicBezTo>
                <a:cubicBezTo>
                  <a:pt x="19" y="584"/>
                  <a:pt x="19" y="584"/>
                  <a:pt x="19" y="584"/>
                </a:cubicBezTo>
                <a:cubicBezTo>
                  <a:pt x="18" y="584"/>
                  <a:pt x="18" y="584"/>
                  <a:pt x="18" y="584"/>
                </a:cubicBezTo>
                <a:cubicBezTo>
                  <a:pt x="18" y="584"/>
                  <a:pt x="18" y="584"/>
                  <a:pt x="18" y="584"/>
                </a:cubicBezTo>
                <a:cubicBezTo>
                  <a:pt x="18" y="584"/>
                  <a:pt x="18" y="584"/>
                  <a:pt x="18" y="584"/>
                </a:cubicBezTo>
                <a:cubicBezTo>
                  <a:pt x="18" y="584"/>
                  <a:pt x="18" y="584"/>
                  <a:pt x="18" y="584"/>
                </a:cubicBezTo>
                <a:cubicBezTo>
                  <a:pt x="17" y="584"/>
                  <a:pt x="17" y="584"/>
                  <a:pt x="17" y="584"/>
                </a:cubicBezTo>
                <a:cubicBezTo>
                  <a:pt x="17" y="584"/>
                  <a:pt x="17" y="584"/>
                  <a:pt x="17" y="584"/>
                </a:cubicBezTo>
                <a:cubicBezTo>
                  <a:pt x="17" y="584"/>
                  <a:pt x="17" y="584"/>
                  <a:pt x="17" y="584"/>
                </a:cubicBezTo>
                <a:cubicBezTo>
                  <a:pt x="17" y="584"/>
                  <a:pt x="17" y="583"/>
                  <a:pt x="17" y="583"/>
                </a:cubicBezTo>
                <a:cubicBezTo>
                  <a:pt x="17" y="583"/>
                  <a:pt x="17" y="583"/>
                  <a:pt x="17" y="583"/>
                </a:cubicBezTo>
                <a:cubicBezTo>
                  <a:pt x="17" y="583"/>
                  <a:pt x="17" y="582"/>
                  <a:pt x="17" y="582"/>
                </a:cubicBezTo>
                <a:cubicBezTo>
                  <a:pt x="17" y="582"/>
                  <a:pt x="17" y="582"/>
                  <a:pt x="17" y="582"/>
                </a:cubicBezTo>
                <a:cubicBezTo>
                  <a:pt x="17" y="582"/>
                  <a:pt x="17" y="582"/>
                  <a:pt x="17" y="582"/>
                </a:cubicBezTo>
                <a:cubicBezTo>
                  <a:pt x="16" y="582"/>
                  <a:pt x="16" y="582"/>
                  <a:pt x="16" y="582"/>
                </a:cubicBezTo>
                <a:cubicBezTo>
                  <a:pt x="16" y="582"/>
                  <a:pt x="17" y="582"/>
                  <a:pt x="17" y="582"/>
                </a:cubicBezTo>
                <a:cubicBezTo>
                  <a:pt x="17" y="582"/>
                  <a:pt x="17" y="582"/>
                  <a:pt x="17" y="582"/>
                </a:cubicBezTo>
                <a:cubicBezTo>
                  <a:pt x="17" y="582"/>
                  <a:pt x="17" y="581"/>
                  <a:pt x="18" y="581"/>
                </a:cubicBezTo>
                <a:cubicBezTo>
                  <a:pt x="18" y="581"/>
                  <a:pt x="18" y="581"/>
                  <a:pt x="18" y="581"/>
                </a:cubicBezTo>
                <a:cubicBezTo>
                  <a:pt x="18" y="581"/>
                  <a:pt x="18" y="581"/>
                  <a:pt x="18" y="581"/>
                </a:cubicBezTo>
                <a:cubicBezTo>
                  <a:pt x="18" y="581"/>
                  <a:pt x="18" y="581"/>
                  <a:pt x="18" y="581"/>
                </a:cubicBezTo>
                <a:cubicBezTo>
                  <a:pt x="18" y="581"/>
                  <a:pt x="18" y="581"/>
                  <a:pt x="18" y="582"/>
                </a:cubicBezTo>
                <a:cubicBezTo>
                  <a:pt x="18" y="582"/>
                  <a:pt x="18" y="582"/>
                  <a:pt x="19" y="582"/>
                </a:cubicBezTo>
                <a:cubicBezTo>
                  <a:pt x="19" y="582"/>
                  <a:pt x="19" y="582"/>
                  <a:pt x="19" y="582"/>
                </a:cubicBezTo>
                <a:cubicBezTo>
                  <a:pt x="19" y="582"/>
                  <a:pt x="19" y="582"/>
                  <a:pt x="19" y="582"/>
                </a:cubicBezTo>
                <a:cubicBezTo>
                  <a:pt x="19" y="581"/>
                  <a:pt x="19" y="582"/>
                  <a:pt x="19" y="582"/>
                </a:cubicBezTo>
                <a:cubicBezTo>
                  <a:pt x="19" y="582"/>
                  <a:pt x="19" y="582"/>
                  <a:pt x="19" y="582"/>
                </a:cubicBezTo>
                <a:cubicBezTo>
                  <a:pt x="19" y="582"/>
                  <a:pt x="19" y="582"/>
                  <a:pt x="19" y="582"/>
                </a:cubicBezTo>
                <a:cubicBezTo>
                  <a:pt x="19" y="582"/>
                  <a:pt x="19" y="582"/>
                  <a:pt x="19" y="582"/>
                </a:cubicBezTo>
                <a:cubicBezTo>
                  <a:pt x="19" y="582"/>
                  <a:pt x="19" y="582"/>
                  <a:pt x="19" y="582"/>
                </a:cubicBezTo>
                <a:cubicBezTo>
                  <a:pt x="19" y="582"/>
                  <a:pt x="19" y="582"/>
                  <a:pt x="19" y="582"/>
                </a:cubicBezTo>
                <a:cubicBezTo>
                  <a:pt x="19" y="583"/>
                  <a:pt x="19" y="583"/>
                  <a:pt x="20" y="583"/>
                </a:cubicBezTo>
                <a:cubicBezTo>
                  <a:pt x="20" y="583"/>
                  <a:pt x="20" y="583"/>
                  <a:pt x="20" y="583"/>
                </a:cubicBezTo>
                <a:cubicBezTo>
                  <a:pt x="20" y="583"/>
                  <a:pt x="21" y="582"/>
                  <a:pt x="21" y="582"/>
                </a:cubicBezTo>
                <a:cubicBezTo>
                  <a:pt x="21" y="582"/>
                  <a:pt x="21" y="582"/>
                  <a:pt x="21" y="582"/>
                </a:cubicBezTo>
                <a:cubicBezTo>
                  <a:pt x="21" y="581"/>
                  <a:pt x="21" y="581"/>
                  <a:pt x="22" y="581"/>
                </a:cubicBezTo>
                <a:cubicBezTo>
                  <a:pt x="22" y="581"/>
                  <a:pt x="22" y="581"/>
                  <a:pt x="22" y="581"/>
                </a:cubicBezTo>
                <a:cubicBezTo>
                  <a:pt x="22" y="581"/>
                  <a:pt x="22" y="581"/>
                  <a:pt x="22" y="581"/>
                </a:cubicBezTo>
                <a:cubicBezTo>
                  <a:pt x="22" y="581"/>
                  <a:pt x="22" y="581"/>
                  <a:pt x="22" y="581"/>
                </a:cubicBezTo>
                <a:cubicBezTo>
                  <a:pt x="22" y="580"/>
                  <a:pt x="22" y="580"/>
                  <a:pt x="22" y="580"/>
                </a:cubicBezTo>
                <a:cubicBezTo>
                  <a:pt x="22" y="580"/>
                  <a:pt x="22" y="580"/>
                  <a:pt x="22" y="580"/>
                </a:cubicBezTo>
                <a:cubicBezTo>
                  <a:pt x="22" y="580"/>
                  <a:pt x="22" y="580"/>
                  <a:pt x="22" y="580"/>
                </a:cubicBezTo>
                <a:cubicBezTo>
                  <a:pt x="22" y="580"/>
                  <a:pt x="23" y="580"/>
                  <a:pt x="23" y="580"/>
                </a:cubicBezTo>
                <a:cubicBezTo>
                  <a:pt x="23" y="580"/>
                  <a:pt x="23" y="579"/>
                  <a:pt x="23" y="579"/>
                </a:cubicBezTo>
                <a:cubicBezTo>
                  <a:pt x="23" y="579"/>
                  <a:pt x="23" y="579"/>
                  <a:pt x="23" y="579"/>
                </a:cubicBezTo>
                <a:cubicBezTo>
                  <a:pt x="23" y="578"/>
                  <a:pt x="23" y="578"/>
                  <a:pt x="24" y="578"/>
                </a:cubicBezTo>
                <a:cubicBezTo>
                  <a:pt x="24" y="578"/>
                  <a:pt x="24" y="577"/>
                  <a:pt x="24" y="577"/>
                </a:cubicBezTo>
                <a:cubicBezTo>
                  <a:pt x="24" y="577"/>
                  <a:pt x="24" y="577"/>
                  <a:pt x="24" y="577"/>
                </a:cubicBezTo>
                <a:cubicBezTo>
                  <a:pt x="24" y="577"/>
                  <a:pt x="24" y="577"/>
                  <a:pt x="24" y="577"/>
                </a:cubicBezTo>
                <a:cubicBezTo>
                  <a:pt x="24" y="577"/>
                  <a:pt x="24" y="577"/>
                  <a:pt x="24" y="577"/>
                </a:cubicBezTo>
                <a:cubicBezTo>
                  <a:pt x="24" y="576"/>
                  <a:pt x="24" y="576"/>
                  <a:pt x="24" y="576"/>
                </a:cubicBezTo>
                <a:cubicBezTo>
                  <a:pt x="24" y="576"/>
                  <a:pt x="24" y="576"/>
                  <a:pt x="24" y="576"/>
                </a:cubicBezTo>
                <a:cubicBezTo>
                  <a:pt x="24" y="576"/>
                  <a:pt x="24" y="576"/>
                  <a:pt x="24" y="577"/>
                </a:cubicBezTo>
                <a:cubicBezTo>
                  <a:pt x="24" y="577"/>
                  <a:pt x="25" y="577"/>
                  <a:pt x="25" y="577"/>
                </a:cubicBezTo>
                <a:cubicBezTo>
                  <a:pt x="25" y="577"/>
                  <a:pt x="25" y="577"/>
                  <a:pt x="25" y="577"/>
                </a:cubicBezTo>
                <a:cubicBezTo>
                  <a:pt x="25" y="577"/>
                  <a:pt x="25" y="577"/>
                  <a:pt x="25" y="577"/>
                </a:cubicBezTo>
                <a:cubicBezTo>
                  <a:pt x="25" y="577"/>
                  <a:pt x="25" y="577"/>
                  <a:pt x="25" y="577"/>
                </a:cubicBezTo>
                <a:cubicBezTo>
                  <a:pt x="25" y="577"/>
                  <a:pt x="25" y="577"/>
                  <a:pt x="25" y="577"/>
                </a:cubicBezTo>
                <a:cubicBezTo>
                  <a:pt x="25" y="577"/>
                  <a:pt x="25" y="577"/>
                  <a:pt x="25" y="577"/>
                </a:cubicBezTo>
                <a:cubicBezTo>
                  <a:pt x="25" y="577"/>
                  <a:pt x="25" y="577"/>
                  <a:pt x="25" y="577"/>
                </a:cubicBezTo>
                <a:cubicBezTo>
                  <a:pt x="25" y="577"/>
                  <a:pt x="25" y="578"/>
                  <a:pt x="26" y="578"/>
                </a:cubicBezTo>
                <a:cubicBezTo>
                  <a:pt x="26" y="578"/>
                  <a:pt x="26" y="578"/>
                  <a:pt x="26" y="579"/>
                </a:cubicBezTo>
                <a:cubicBezTo>
                  <a:pt x="26" y="579"/>
                  <a:pt x="26" y="579"/>
                  <a:pt x="26" y="579"/>
                </a:cubicBezTo>
                <a:cubicBezTo>
                  <a:pt x="26" y="579"/>
                  <a:pt x="26" y="579"/>
                  <a:pt x="26" y="579"/>
                </a:cubicBezTo>
                <a:cubicBezTo>
                  <a:pt x="26" y="579"/>
                  <a:pt x="26" y="579"/>
                  <a:pt x="26" y="579"/>
                </a:cubicBezTo>
                <a:cubicBezTo>
                  <a:pt x="25" y="580"/>
                  <a:pt x="25" y="580"/>
                  <a:pt x="25" y="580"/>
                </a:cubicBezTo>
                <a:cubicBezTo>
                  <a:pt x="25" y="581"/>
                  <a:pt x="25" y="581"/>
                  <a:pt x="25" y="581"/>
                </a:cubicBezTo>
                <a:cubicBezTo>
                  <a:pt x="25" y="581"/>
                  <a:pt x="25" y="581"/>
                  <a:pt x="25" y="581"/>
                </a:cubicBezTo>
                <a:cubicBezTo>
                  <a:pt x="25" y="581"/>
                  <a:pt x="25" y="581"/>
                  <a:pt x="25" y="581"/>
                </a:cubicBezTo>
                <a:cubicBezTo>
                  <a:pt x="25" y="581"/>
                  <a:pt x="25" y="582"/>
                  <a:pt x="24" y="582"/>
                </a:cubicBezTo>
                <a:cubicBezTo>
                  <a:pt x="24" y="582"/>
                  <a:pt x="24" y="582"/>
                  <a:pt x="24" y="582"/>
                </a:cubicBezTo>
                <a:cubicBezTo>
                  <a:pt x="24" y="582"/>
                  <a:pt x="24" y="582"/>
                  <a:pt x="24" y="582"/>
                </a:cubicBezTo>
                <a:cubicBezTo>
                  <a:pt x="24" y="582"/>
                  <a:pt x="23" y="583"/>
                  <a:pt x="23" y="582"/>
                </a:cubicBezTo>
                <a:cubicBezTo>
                  <a:pt x="23" y="582"/>
                  <a:pt x="23" y="582"/>
                  <a:pt x="23" y="582"/>
                </a:cubicBezTo>
                <a:cubicBezTo>
                  <a:pt x="23" y="583"/>
                  <a:pt x="23" y="583"/>
                  <a:pt x="23" y="583"/>
                </a:cubicBezTo>
                <a:cubicBezTo>
                  <a:pt x="23" y="583"/>
                  <a:pt x="23" y="583"/>
                  <a:pt x="22" y="583"/>
                </a:cubicBezTo>
                <a:cubicBezTo>
                  <a:pt x="22" y="583"/>
                  <a:pt x="22" y="583"/>
                  <a:pt x="22" y="584"/>
                </a:cubicBezTo>
                <a:cubicBezTo>
                  <a:pt x="22" y="584"/>
                  <a:pt x="22" y="584"/>
                  <a:pt x="22" y="584"/>
                </a:cubicBezTo>
                <a:cubicBezTo>
                  <a:pt x="23" y="584"/>
                  <a:pt x="23" y="584"/>
                  <a:pt x="23" y="584"/>
                </a:cubicBezTo>
                <a:cubicBezTo>
                  <a:pt x="23" y="584"/>
                  <a:pt x="23" y="584"/>
                  <a:pt x="22" y="584"/>
                </a:cubicBezTo>
                <a:cubicBezTo>
                  <a:pt x="22" y="584"/>
                  <a:pt x="22" y="584"/>
                  <a:pt x="22" y="584"/>
                </a:cubicBezTo>
                <a:cubicBezTo>
                  <a:pt x="22" y="584"/>
                  <a:pt x="22" y="584"/>
                  <a:pt x="22" y="584"/>
                </a:cubicBezTo>
                <a:cubicBezTo>
                  <a:pt x="22" y="584"/>
                  <a:pt x="22" y="584"/>
                  <a:pt x="22" y="584"/>
                </a:cubicBezTo>
                <a:cubicBezTo>
                  <a:pt x="22" y="585"/>
                  <a:pt x="22" y="585"/>
                  <a:pt x="22" y="585"/>
                </a:cubicBezTo>
                <a:cubicBezTo>
                  <a:pt x="22" y="585"/>
                  <a:pt x="22" y="585"/>
                  <a:pt x="21" y="585"/>
                </a:cubicBezTo>
                <a:cubicBezTo>
                  <a:pt x="21" y="585"/>
                  <a:pt x="21" y="585"/>
                  <a:pt x="21" y="585"/>
                </a:cubicBezTo>
                <a:cubicBezTo>
                  <a:pt x="21" y="585"/>
                  <a:pt x="21" y="585"/>
                  <a:pt x="21" y="585"/>
                </a:cubicBezTo>
                <a:cubicBezTo>
                  <a:pt x="21" y="585"/>
                  <a:pt x="21" y="585"/>
                  <a:pt x="21" y="585"/>
                </a:cubicBezTo>
                <a:cubicBezTo>
                  <a:pt x="21" y="585"/>
                  <a:pt x="20" y="585"/>
                  <a:pt x="20" y="586"/>
                </a:cubicBezTo>
                <a:cubicBezTo>
                  <a:pt x="20" y="586"/>
                  <a:pt x="20" y="586"/>
                  <a:pt x="20" y="586"/>
                </a:cubicBezTo>
                <a:cubicBezTo>
                  <a:pt x="20" y="586"/>
                  <a:pt x="20" y="586"/>
                  <a:pt x="20" y="586"/>
                </a:cubicBezTo>
                <a:cubicBezTo>
                  <a:pt x="20" y="586"/>
                  <a:pt x="20" y="586"/>
                  <a:pt x="20" y="586"/>
                </a:cubicBezTo>
                <a:cubicBezTo>
                  <a:pt x="20" y="586"/>
                  <a:pt x="20" y="586"/>
                  <a:pt x="20" y="586"/>
                </a:cubicBezTo>
                <a:cubicBezTo>
                  <a:pt x="20" y="586"/>
                  <a:pt x="20" y="587"/>
                  <a:pt x="20" y="587"/>
                </a:cubicBezTo>
                <a:cubicBezTo>
                  <a:pt x="20" y="587"/>
                  <a:pt x="19" y="587"/>
                  <a:pt x="19" y="587"/>
                </a:cubicBezTo>
                <a:cubicBezTo>
                  <a:pt x="19" y="587"/>
                  <a:pt x="19" y="587"/>
                  <a:pt x="19" y="587"/>
                </a:cubicBezTo>
                <a:cubicBezTo>
                  <a:pt x="19" y="587"/>
                  <a:pt x="19" y="587"/>
                  <a:pt x="19" y="587"/>
                </a:cubicBezTo>
                <a:cubicBezTo>
                  <a:pt x="19" y="587"/>
                  <a:pt x="19" y="587"/>
                  <a:pt x="19" y="587"/>
                </a:cubicBezTo>
                <a:cubicBezTo>
                  <a:pt x="19" y="588"/>
                  <a:pt x="19" y="588"/>
                  <a:pt x="18" y="588"/>
                </a:cubicBezTo>
                <a:cubicBezTo>
                  <a:pt x="18" y="588"/>
                  <a:pt x="18" y="588"/>
                  <a:pt x="18" y="588"/>
                </a:cubicBezTo>
                <a:cubicBezTo>
                  <a:pt x="18" y="588"/>
                  <a:pt x="18" y="588"/>
                  <a:pt x="17" y="588"/>
                </a:cubicBezTo>
                <a:cubicBezTo>
                  <a:pt x="17" y="588"/>
                  <a:pt x="17" y="588"/>
                  <a:pt x="17" y="588"/>
                </a:cubicBezTo>
                <a:cubicBezTo>
                  <a:pt x="17" y="588"/>
                  <a:pt x="17" y="588"/>
                  <a:pt x="17" y="588"/>
                </a:cubicBezTo>
                <a:moveTo>
                  <a:pt x="31" y="561"/>
                </a:moveTo>
                <a:cubicBezTo>
                  <a:pt x="31" y="561"/>
                  <a:pt x="31" y="561"/>
                  <a:pt x="31" y="561"/>
                </a:cubicBezTo>
                <a:cubicBezTo>
                  <a:pt x="31" y="562"/>
                  <a:pt x="31" y="562"/>
                  <a:pt x="31" y="562"/>
                </a:cubicBezTo>
                <a:cubicBezTo>
                  <a:pt x="30" y="562"/>
                  <a:pt x="30" y="562"/>
                  <a:pt x="30" y="562"/>
                </a:cubicBezTo>
                <a:cubicBezTo>
                  <a:pt x="30" y="562"/>
                  <a:pt x="30" y="562"/>
                  <a:pt x="30" y="562"/>
                </a:cubicBezTo>
                <a:cubicBezTo>
                  <a:pt x="29" y="562"/>
                  <a:pt x="29" y="562"/>
                  <a:pt x="29" y="562"/>
                </a:cubicBezTo>
                <a:cubicBezTo>
                  <a:pt x="29" y="563"/>
                  <a:pt x="29" y="563"/>
                  <a:pt x="29" y="563"/>
                </a:cubicBezTo>
                <a:cubicBezTo>
                  <a:pt x="29" y="563"/>
                  <a:pt x="29" y="563"/>
                  <a:pt x="29" y="563"/>
                </a:cubicBezTo>
                <a:cubicBezTo>
                  <a:pt x="28" y="563"/>
                  <a:pt x="28" y="563"/>
                  <a:pt x="28" y="563"/>
                </a:cubicBezTo>
                <a:cubicBezTo>
                  <a:pt x="28" y="563"/>
                  <a:pt x="28" y="563"/>
                  <a:pt x="28" y="563"/>
                </a:cubicBezTo>
                <a:cubicBezTo>
                  <a:pt x="28" y="563"/>
                  <a:pt x="28" y="563"/>
                  <a:pt x="28" y="564"/>
                </a:cubicBezTo>
                <a:cubicBezTo>
                  <a:pt x="28" y="564"/>
                  <a:pt x="28" y="564"/>
                  <a:pt x="29" y="564"/>
                </a:cubicBezTo>
                <a:cubicBezTo>
                  <a:pt x="29" y="564"/>
                  <a:pt x="29" y="564"/>
                  <a:pt x="29" y="564"/>
                </a:cubicBezTo>
                <a:cubicBezTo>
                  <a:pt x="29" y="564"/>
                  <a:pt x="30" y="563"/>
                  <a:pt x="30" y="563"/>
                </a:cubicBezTo>
                <a:cubicBezTo>
                  <a:pt x="31" y="562"/>
                  <a:pt x="31" y="562"/>
                  <a:pt x="31" y="562"/>
                </a:cubicBezTo>
                <a:cubicBezTo>
                  <a:pt x="31" y="561"/>
                  <a:pt x="32" y="561"/>
                  <a:pt x="31" y="561"/>
                </a:cubicBezTo>
                <a:cubicBezTo>
                  <a:pt x="31" y="561"/>
                  <a:pt x="31" y="561"/>
                  <a:pt x="31" y="561"/>
                </a:cubicBezTo>
                <a:close/>
                <a:moveTo>
                  <a:pt x="42" y="543"/>
                </a:moveTo>
                <a:cubicBezTo>
                  <a:pt x="42" y="543"/>
                  <a:pt x="42" y="543"/>
                  <a:pt x="42" y="543"/>
                </a:cubicBezTo>
                <a:cubicBezTo>
                  <a:pt x="42" y="543"/>
                  <a:pt x="42" y="543"/>
                  <a:pt x="42" y="543"/>
                </a:cubicBezTo>
                <a:cubicBezTo>
                  <a:pt x="42" y="543"/>
                  <a:pt x="42" y="543"/>
                  <a:pt x="42" y="543"/>
                </a:cubicBezTo>
                <a:cubicBezTo>
                  <a:pt x="42" y="543"/>
                  <a:pt x="42" y="543"/>
                  <a:pt x="42" y="543"/>
                </a:cubicBezTo>
                <a:cubicBezTo>
                  <a:pt x="41" y="543"/>
                  <a:pt x="41" y="543"/>
                  <a:pt x="41" y="543"/>
                </a:cubicBezTo>
                <a:cubicBezTo>
                  <a:pt x="41" y="543"/>
                  <a:pt x="41" y="543"/>
                  <a:pt x="41" y="543"/>
                </a:cubicBezTo>
                <a:cubicBezTo>
                  <a:pt x="41" y="543"/>
                  <a:pt x="41" y="543"/>
                  <a:pt x="41" y="543"/>
                </a:cubicBezTo>
                <a:cubicBezTo>
                  <a:pt x="41" y="543"/>
                  <a:pt x="41" y="543"/>
                  <a:pt x="41" y="543"/>
                </a:cubicBezTo>
                <a:cubicBezTo>
                  <a:pt x="41" y="543"/>
                  <a:pt x="41" y="543"/>
                  <a:pt x="41" y="543"/>
                </a:cubicBezTo>
                <a:cubicBezTo>
                  <a:pt x="41" y="543"/>
                  <a:pt x="41" y="543"/>
                  <a:pt x="41" y="543"/>
                </a:cubicBezTo>
                <a:cubicBezTo>
                  <a:pt x="41" y="542"/>
                  <a:pt x="41" y="542"/>
                  <a:pt x="41" y="542"/>
                </a:cubicBezTo>
                <a:cubicBezTo>
                  <a:pt x="41" y="542"/>
                  <a:pt x="41" y="542"/>
                  <a:pt x="41" y="543"/>
                </a:cubicBezTo>
                <a:cubicBezTo>
                  <a:pt x="41" y="543"/>
                  <a:pt x="41" y="543"/>
                  <a:pt x="41" y="543"/>
                </a:cubicBezTo>
                <a:cubicBezTo>
                  <a:pt x="40" y="543"/>
                  <a:pt x="40" y="543"/>
                  <a:pt x="40" y="543"/>
                </a:cubicBezTo>
                <a:cubicBezTo>
                  <a:pt x="40" y="543"/>
                  <a:pt x="40" y="543"/>
                  <a:pt x="40" y="542"/>
                </a:cubicBezTo>
                <a:cubicBezTo>
                  <a:pt x="40" y="542"/>
                  <a:pt x="41" y="542"/>
                  <a:pt x="40" y="542"/>
                </a:cubicBezTo>
                <a:cubicBezTo>
                  <a:pt x="40" y="542"/>
                  <a:pt x="40" y="542"/>
                  <a:pt x="40" y="542"/>
                </a:cubicBezTo>
                <a:cubicBezTo>
                  <a:pt x="40" y="542"/>
                  <a:pt x="41" y="542"/>
                  <a:pt x="41" y="542"/>
                </a:cubicBezTo>
                <a:cubicBezTo>
                  <a:pt x="41" y="542"/>
                  <a:pt x="41" y="542"/>
                  <a:pt x="41" y="542"/>
                </a:cubicBezTo>
                <a:cubicBezTo>
                  <a:pt x="41" y="542"/>
                  <a:pt x="41" y="542"/>
                  <a:pt x="40" y="542"/>
                </a:cubicBezTo>
                <a:cubicBezTo>
                  <a:pt x="40" y="542"/>
                  <a:pt x="40" y="542"/>
                  <a:pt x="40" y="542"/>
                </a:cubicBezTo>
                <a:cubicBezTo>
                  <a:pt x="40" y="542"/>
                  <a:pt x="40" y="542"/>
                  <a:pt x="40" y="542"/>
                </a:cubicBezTo>
                <a:cubicBezTo>
                  <a:pt x="40" y="542"/>
                  <a:pt x="40" y="542"/>
                  <a:pt x="40" y="542"/>
                </a:cubicBezTo>
                <a:cubicBezTo>
                  <a:pt x="40" y="542"/>
                  <a:pt x="40" y="542"/>
                  <a:pt x="40" y="542"/>
                </a:cubicBezTo>
                <a:cubicBezTo>
                  <a:pt x="40" y="542"/>
                  <a:pt x="39" y="542"/>
                  <a:pt x="39" y="542"/>
                </a:cubicBezTo>
                <a:cubicBezTo>
                  <a:pt x="39" y="542"/>
                  <a:pt x="39" y="542"/>
                  <a:pt x="39" y="542"/>
                </a:cubicBezTo>
                <a:cubicBezTo>
                  <a:pt x="39" y="541"/>
                  <a:pt x="39" y="541"/>
                  <a:pt x="40" y="541"/>
                </a:cubicBezTo>
                <a:cubicBezTo>
                  <a:pt x="40" y="541"/>
                  <a:pt x="40" y="541"/>
                  <a:pt x="40" y="541"/>
                </a:cubicBezTo>
                <a:cubicBezTo>
                  <a:pt x="40" y="541"/>
                  <a:pt x="40" y="541"/>
                  <a:pt x="40" y="541"/>
                </a:cubicBezTo>
                <a:cubicBezTo>
                  <a:pt x="39" y="541"/>
                  <a:pt x="39" y="541"/>
                  <a:pt x="39" y="541"/>
                </a:cubicBezTo>
                <a:cubicBezTo>
                  <a:pt x="39" y="541"/>
                  <a:pt x="39" y="541"/>
                  <a:pt x="39" y="541"/>
                </a:cubicBezTo>
                <a:cubicBezTo>
                  <a:pt x="39" y="541"/>
                  <a:pt x="39" y="542"/>
                  <a:pt x="39" y="542"/>
                </a:cubicBezTo>
                <a:cubicBezTo>
                  <a:pt x="39" y="542"/>
                  <a:pt x="39" y="542"/>
                  <a:pt x="39" y="542"/>
                </a:cubicBezTo>
                <a:cubicBezTo>
                  <a:pt x="39" y="542"/>
                  <a:pt x="39" y="543"/>
                  <a:pt x="39" y="542"/>
                </a:cubicBezTo>
                <a:cubicBezTo>
                  <a:pt x="39" y="542"/>
                  <a:pt x="40" y="542"/>
                  <a:pt x="40" y="543"/>
                </a:cubicBezTo>
                <a:cubicBezTo>
                  <a:pt x="40" y="543"/>
                  <a:pt x="40" y="543"/>
                  <a:pt x="40" y="543"/>
                </a:cubicBezTo>
                <a:cubicBezTo>
                  <a:pt x="40" y="543"/>
                  <a:pt x="40" y="544"/>
                  <a:pt x="40" y="544"/>
                </a:cubicBezTo>
                <a:cubicBezTo>
                  <a:pt x="40" y="544"/>
                  <a:pt x="40" y="544"/>
                  <a:pt x="40" y="544"/>
                </a:cubicBezTo>
                <a:cubicBezTo>
                  <a:pt x="40" y="544"/>
                  <a:pt x="40" y="544"/>
                  <a:pt x="40" y="544"/>
                </a:cubicBezTo>
                <a:cubicBezTo>
                  <a:pt x="40" y="544"/>
                  <a:pt x="40" y="544"/>
                  <a:pt x="40" y="544"/>
                </a:cubicBezTo>
                <a:cubicBezTo>
                  <a:pt x="40" y="544"/>
                  <a:pt x="40" y="543"/>
                  <a:pt x="40" y="543"/>
                </a:cubicBezTo>
                <a:cubicBezTo>
                  <a:pt x="40" y="543"/>
                  <a:pt x="40" y="543"/>
                  <a:pt x="40" y="543"/>
                </a:cubicBezTo>
                <a:cubicBezTo>
                  <a:pt x="40" y="543"/>
                  <a:pt x="40" y="543"/>
                  <a:pt x="40" y="543"/>
                </a:cubicBezTo>
                <a:cubicBezTo>
                  <a:pt x="41" y="543"/>
                  <a:pt x="41" y="543"/>
                  <a:pt x="41" y="543"/>
                </a:cubicBezTo>
                <a:cubicBezTo>
                  <a:pt x="41" y="543"/>
                  <a:pt x="41" y="544"/>
                  <a:pt x="41" y="544"/>
                </a:cubicBezTo>
                <a:cubicBezTo>
                  <a:pt x="41" y="544"/>
                  <a:pt x="41" y="544"/>
                  <a:pt x="41" y="544"/>
                </a:cubicBezTo>
                <a:cubicBezTo>
                  <a:pt x="41" y="544"/>
                  <a:pt x="41" y="544"/>
                  <a:pt x="41" y="544"/>
                </a:cubicBezTo>
                <a:cubicBezTo>
                  <a:pt x="41" y="544"/>
                  <a:pt x="41" y="544"/>
                  <a:pt x="42" y="544"/>
                </a:cubicBezTo>
                <a:cubicBezTo>
                  <a:pt x="42" y="543"/>
                  <a:pt x="42" y="543"/>
                  <a:pt x="42" y="543"/>
                </a:cubicBezTo>
                <a:cubicBezTo>
                  <a:pt x="42" y="543"/>
                  <a:pt x="42" y="543"/>
                  <a:pt x="42" y="543"/>
                </a:cubicBezTo>
                <a:cubicBezTo>
                  <a:pt x="42" y="543"/>
                  <a:pt x="42" y="543"/>
                  <a:pt x="42" y="544"/>
                </a:cubicBezTo>
                <a:cubicBezTo>
                  <a:pt x="42" y="544"/>
                  <a:pt x="42" y="544"/>
                  <a:pt x="42" y="544"/>
                </a:cubicBezTo>
                <a:cubicBezTo>
                  <a:pt x="42" y="544"/>
                  <a:pt x="42" y="544"/>
                  <a:pt x="42" y="544"/>
                </a:cubicBezTo>
                <a:cubicBezTo>
                  <a:pt x="42" y="543"/>
                  <a:pt x="43" y="543"/>
                  <a:pt x="43" y="543"/>
                </a:cubicBezTo>
                <a:cubicBezTo>
                  <a:pt x="43" y="543"/>
                  <a:pt x="42" y="543"/>
                  <a:pt x="42" y="543"/>
                </a:cubicBezTo>
                <a:close/>
                <a:moveTo>
                  <a:pt x="56" y="534"/>
                </a:moveTo>
                <a:cubicBezTo>
                  <a:pt x="56" y="534"/>
                  <a:pt x="56" y="534"/>
                  <a:pt x="56" y="534"/>
                </a:cubicBezTo>
                <a:cubicBezTo>
                  <a:pt x="55" y="534"/>
                  <a:pt x="55" y="534"/>
                  <a:pt x="55" y="535"/>
                </a:cubicBezTo>
                <a:cubicBezTo>
                  <a:pt x="55" y="535"/>
                  <a:pt x="55" y="535"/>
                  <a:pt x="54" y="536"/>
                </a:cubicBezTo>
                <a:cubicBezTo>
                  <a:pt x="54" y="536"/>
                  <a:pt x="54" y="536"/>
                  <a:pt x="54" y="536"/>
                </a:cubicBezTo>
                <a:cubicBezTo>
                  <a:pt x="54" y="536"/>
                  <a:pt x="54" y="536"/>
                  <a:pt x="54" y="536"/>
                </a:cubicBezTo>
                <a:cubicBezTo>
                  <a:pt x="54" y="536"/>
                  <a:pt x="54" y="537"/>
                  <a:pt x="54" y="536"/>
                </a:cubicBezTo>
                <a:cubicBezTo>
                  <a:pt x="54" y="536"/>
                  <a:pt x="54" y="536"/>
                  <a:pt x="54" y="537"/>
                </a:cubicBezTo>
                <a:cubicBezTo>
                  <a:pt x="55" y="537"/>
                  <a:pt x="55" y="537"/>
                  <a:pt x="55" y="537"/>
                </a:cubicBezTo>
                <a:cubicBezTo>
                  <a:pt x="55" y="536"/>
                  <a:pt x="56" y="536"/>
                  <a:pt x="56" y="535"/>
                </a:cubicBezTo>
                <a:cubicBezTo>
                  <a:pt x="56" y="535"/>
                  <a:pt x="56" y="535"/>
                  <a:pt x="56" y="535"/>
                </a:cubicBezTo>
                <a:cubicBezTo>
                  <a:pt x="56" y="535"/>
                  <a:pt x="56" y="535"/>
                  <a:pt x="56" y="535"/>
                </a:cubicBezTo>
                <a:cubicBezTo>
                  <a:pt x="56" y="534"/>
                  <a:pt x="56" y="534"/>
                  <a:pt x="56" y="534"/>
                </a:cubicBezTo>
                <a:close/>
                <a:moveTo>
                  <a:pt x="49" y="533"/>
                </a:moveTo>
                <a:cubicBezTo>
                  <a:pt x="49" y="533"/>
                  <a:pt x="49" y="533"/>
                  <a:pt x="49" y="534"/>
                </a:cubicBezTo>
                <a:cubicBezTo>
                  <a:pt x="49" y="534"/>
                  <a:pt x="49" y="534"/>
                  <a:pt x="49" y="534"/>
                </a:cubicBezTo>
                <a:cubicBezTo>
                  <a:pt x="49" y="534"/>
                  <a:pt x="49" y="534"/>
                  <a:pt x="48" y="534"/>
                </a:cubicBezTo>
                <a:cubicBezTo>
                  <a:pt x="48" y="534"/>
                  <a:pt x="48" y="534"/>
                  <a:pt x="48" y="535"/>
                </a:cubicBezTo>
                <a:cubicBezTo>
                  <a:pt x="48" y="535"/>
                  <a:pt x="48" y="535"/>
                  <a:pt x="48" y="535"/>
                </a:cubicBezTo>
                <a:cubicBezTo>
                  <a:pt x="48" y="535"/>
                  <a:pt x="48" y="535"/>
                  <a:pt x="47" y="535"/>
                </a:cubicBezTo>
                <a:cubicBezTo>
                  <a:pt x="47" y="535"/>
                  <a:pt x="47" y="535"/>
                  <a:pt x="47" y="535"/>
                </a:cubicBezTo>
                <a:cubicBezTo>
                  <a:pt x="47" y="535"/>
                  <a:pt x="47" y="535"/>
                  <a:pt x="47" y="535"/>
                </a:cubicBezTo>
                <a:cubicBezTo>
                  <a:pt x="47" y="535"/>
                  <a:pt x="47" y="535"/>
                  <a:pt x="47" y="535"/>
                </a:cubicBezTo>
                <a:cubicBezTo>
                  <a:pt x="47" y="535"/>
                  <a:pt x="47" y="535"/>
                  <a:pt x="47" y="536"/>
                </a:cubicBezTo>
                <a:cubicBezTo>
                  <a:pt x="47" y="536"/>
                  <a:pt x="46" y="537"/>
                  <a:pt x="46" y="537"/>
                </a:cubicBezTo>
                <a:cubicBezTo>
                  <a:pt x="46" y="537"/>
                  <a:pt x="46" y="537"/>
                  <a:pt x="46" y="537"/>
                </a:cubicBezTo>
                <a:cubicBezTo>
                  <a:pt x="46" y="537"/>
                  <a:pt x="46" y="537"/>
                  <a:pt x="46" y="537"/>
                </a:cubicBezTo>
                <a:cubicBezTo>
                  <a:pt x="46" y="537"/>
                  <a:pt x="46" y="537"/>
                  <a:pt x="46" y="537"/>
                </a:cubicBezTo>
                <a:cubicBezTo>
                  <a:pt x="46" y="537"/>
                  <a:pt x="46" y="537"/>
                  <a:pt x="46" y="537"/>
                </a:cubicBezTo>
                <a:cubicBezTo>
                  <a:pt x="46" y="537"/>
                  <a:pt x="45" y="538"/>
                  <a:pt x="45" y="538"/>
                </a:cubicBezTo>
                <a:cubicBezTo>
                  <a:pt x="45" y="538"/>
                  <a:pt x="45" y="538"/>
                  <a:pt x="45" y="538"/>
                </a:cubicBezTo>
                <a:cubicBezTo>
                  <a:pt x="45" y="538"/>
                  <a:pt x="45" y="538"/>
                  <a:pt x="45" y="538"/>
                </a:cubicBezTo>
                <a:cubicBezTo>
                  <a:pt x="45" y="538"/>
                  <a:pt x="45" y="538"/>
                  <a:pt x="45" y="538"/>
                </a:cubicBezTo>
                <a:cubicBezTo>
                  <a:pt x="44" y="538"/>
                  <a:pt x="44" y="538"/>
                  <a:pt x="44" y="538"/>
                </a:cubicBezTo>
                <a:cubicBezTo>
                  <a:pt x="44" y="538"/>
                  <a:pt x="44" y="538"/>
                  <a:pt x="44" y="538"/>
                </a:cubicBezTo>
                <a:cubicBezTo>
                  <a:pt x="44" y="538"/>
                  <a:pt x="44" y="538"/>
                  <a:pt x="44" y="538"/>
                </a:cubicBezTo>
                <a:cubicBezTo>
                  <a:pt x="44" y="538"/>
                  <a:pt x="44" y="538"/>
                  <a:pt x="44" y="539"/>
                </a:cubicBezTo>
                <a:cubicBezTo>
                  <a:pt x="44" y="539"/>
                  <a:pt x="44" y="539"/>
                  <a:pt x="44" y="539"/>
                </a:cubicBezTo>
                <a:cubicBezTo>
                  <a:pt x="44" y="539"/>
                  <a:pt x="44" y="539"/>
                  <a:pt x="44" y="539"/>
                </a:cubicBezTo>
                <a:cubicBezTo>
                  <a:pt x="44" y="539"/>
                  <a:pt x="44" y="539"/>
                  <a:pt x="44" y="539"/>
                </a:cubicBezTo>
                <a:cubicBezTo>
                  <a:pt x="44" y="539"/>
                  <a:pt x="43" y="539"/>
                  <a:pt x="43" y="539"/>
                </a:cubicBezTo>
                <a:cubicBezTo>
                  <a:pt x="44" y="539"/>
                  <a:pt x="44" y="540"/>
                  <a:pt x="44" y="540"/>
                </a:cubicBezTo>
                <a:cubicBezTo>
                  <a:pt x="44" y="539"/>
                  <a:pt x="44" y="540"/>
                  <a:pt x="45" y="540"/>
                </a:cubicBezTo>
                <a:cubicBezTo>
                  <a:pt x="45" y="540"/>
                  <a:pt x="45" y="540"/>
                  <a:pt x="45" y="540"/>
                </a:cubicBezTo>
                <a:cubicBezTo>
                  <a:pt x="45" y="540"/>
                  <a:pt x="45" y="540"/>
                  <a:pt x="45" y="540"/>
                </a:cubicBezTo>
                <a:cubicBezTo>
                  <a:pt x="45" y="540"/>
                  <a:pt x="44" y="540"/>
                  <a:pt x="44" y="540"/>
                </a:cubicBezTo>
                <a:cubicBezTo>
                  <a:pt x="44" y="540"/>
                  <a:pt x="44" y="540"/>
                  <a:pt x="44" y="541"/>
                </a:cubicBezTo>
                <a:cubicBezTo>
                  <a:pt x="44" y="541"/>
                  <a:pt x="44" y="541"/>
                  <a:pt x="44" y="541"/>
                </a:cubicBezTo>
                <a:cubicBezTo>
                  <a:pt x="43" y="541"/>
                  <a:pt x="43" y="541"/>
                  <a:pt x="43" y="541"/>
                </a:cubicBezTo>
                <a:cubicBezTo>
                  <a:pt x="44" y="541"/>
                  <a:pt x="43" y="541"/>
                  <a:pt x="44" y="541"/>
                </a:cubicBezTo>
                <a:cubicBezTo>
                  <a:pt x="44" y="541"/>
                  <a:pt x="43" y="542"/>
                  <a:pt x="43" y="541"/>
                </a:cubicBezTo>
                <a:cubicBezTo>
                  <a:pt x="43" y="541"/>
                  <a:pt x="43" y="541"/>
                  <a:pt x="43" y="541"/>
                </a:cubicBezTo>
                <a:cubicBezTo>
                  <a:pt x="43" y="541"/>
                  <a:pt x="43" y="541"/>
                  <a:pt x="43" y="541"/>
                </a:cubicBezTo>
                <a:cubicBezTo>
                  <a:pt x="43" y="541"/>
                  <a:pt x="43" y="541"/>
                  <a:pt x="43" y="541"/>
                </a:cubicBezTo>
                <a:cubicBezTo>
                  <a:pt x="43" y="541"/>
                  <a:pt x="43" y="541"/>
                  <a:pt x="42" y="541"/>
                </a:cubicBezTo>
                <a:cubicBezTo>
                  <a:pt x="42" y="541"/>
                  <a:pt x="42" y="541"/>
                  <a:pt x="42" y="541"/>
                </a:cubicBezTo>
                <a:cubicBezTo>
                  <a:pt x="42" y="541"/>
                  <a:pt x="42" y="541"/>
                  <a:pt x="42" y="541"/>
                </a:cubicBezTo>
                <a:cubicBezTo>
                  <a:pt x="43" y="542"/>
                  <a:pt x="43" y="542"/>
                  <a:pt x="43" y="542"/>
                </a:cubicBezTo>
                <a:cubicBezTo>
                  <a:pt x="43" y="542"/>
                  <a:pt x="43" y="543"/>
                  <a:pt x="43" y="543"/>
                </a:cubicBezTo>
                <a:cubicBezTo>
                  <a:pt x="43" y="543"/>
                  <a:pt x="43" y="543"/>
                  <a:pt x="43" y="542"/>
                </a:cubicBezTo>
                <a:cubicBezTo>
                  <a:pt x="43" y="542"/>
                  <a:pt x="43" y="542"/>
                  <a:pt x="43" y="542"/>
                </a:cubicBezTo>
                <a:cubicBezTo>
                  <a:pt x="43" y="542"/>
                  <a:pt x="42" y="542"/>
                  <a:pt x="42" y="542"/>
                </a:cubicBezTo>
                <a:cubicBezTo>
                  <a:pt x="42" y="542"/>
                  <a:pt x="42" y="542"/>
                  <a:pt x="42" y="542"/>
                </a:cubicBezTo>
                <a:cubicBezTo>
                  <a:pt x="42" y="542"/>
                  <a:pt x="42" y="542"/>
                  <a:pt x="42" y="542"/>
                </a:cubicBezTo>
                <a:cubicBezTo>
                  <a:pt x="42" y="542"/>
                  <a:pt x="42" y="542"/>
                  <a:pt x="42" y="542"/>
                </a:cubicBezTo>
                <a:cubicBezTo>
                  <a:pt x="42" y="542"/>
                  <a:pt x="41" y="542"/>
                  <a:pt x="41" y="542"/>
                </a:cubicBezTo>
                <a:cubicBezTo>
                  <a:pt x="41" y="542"/>
                  <a:pt x="41" y="542"/>
                  <a:pt x="41" y="542"/>
                </a:cubicBezTo>
                <a:cubicBezTo>
                  <a:pt x="41" y="542"/>
                  <a:pt x="41" y="542"/>
                  <a:pt x="41" y="542"/>
                </a:cubicBezTo>
                <a:cubicBezTo>
                  <a:pt x="41" y="542"/>
                  <a:pt x="41" y="542"/>
                  <a:pt x="41" y="542"/>
                </a:cubicBezTo>
                <a:cubicBezTo>
                  <a:pt x="41" y="542"/>
                  <a:pt x="41" y="542"/>
                  <a:pt x="41" y="542"/>
                </a:cubicBezTo>
                <a:cubicBezTo>
                  <a:pt x="41" y="542"/>
                  <a:pt x="41" y="542"/>
                  <a:pt x="41" y="542"/>
                </a:cubicBezTo>
                <a:cubicBezTo>
                  <a:pt x="41" y="542"/>
                  <a:pt x="41" y="542"/>
                  <a:pt x="41" y="542"/>
                </a:cubicBezTo>
                <a:cubicBezTo>
                  <a:pt x="41" y="542"/>
                  <a:pt x="41" y="542"/>
                  <a:pt x="41" y="542"/>
                </a:cubicBezTo>
                <a:cubicBezTo>
                  <a:pt x="41" y="542"/>
                  <a:pt x="41" y="542"/>
                  <a:pt x="41" y="542"/>
                </a:cubicBezTo>
                <a:cubicBezTo>
                  <a:pt x="41" y="542"/>
                  <a:pt x="41" y="542"/>
                  <a:pt x="41" y="542"/>
                </a:cubicBezTo>
                <a:cubicBezTo>
                  <a:pt x="41" y="542"/>
                  <a:pt x="41" y="542"/>
                  <a:pt x="41" y="542"/>
                </a:cubicBezTo>
                <a:cubicBezTo>
                  <a:pt x="41" y="542"/>
                  <a:pt x="41" y="541"/>
                  <a:pt x="41" y="541"/>
                </a:cubicBezTo>
                <a:cubicBezTo>
                  <a:pt x="41" y="541"/>
                  <a:pt x="40" y="541"/>
                  <a:pt x="40" y="541"/>
                </a:cubicBezTo>
                <a:cubicBezTo>
                  <a:pt x="40" y="541"/>
                  <a:pt x="40" y="541"/>
                  <a:pt x="40" y="541"/>
                </a:cubicBezTo>
                <a:cubicBezTo>
                  <a:pt x="40" y="541"/>
                  <a:pt x="40" y="541"/>
                  <a:pt x="40" y="541"/>
                </a:cubicBezTo>
                <a:cubicBezTo>
                  <a:pt x="40" y="541"/>
                  <a:pt x="40" y="541"/>
                  <a:pt x="40" y="541"/>
                </a:cubicBezTo>
                <a:cubicBezTo>
                  <a:pt x="40" y="541"/>
                  <a:pt x="40" y="541"/>
                  <a:pt x="40" y="541"/>
                </a:cubicBezTo>
                <a:cubicBezTo>
                  <a:pt x="40" y="541"/>
                  <a:pt x="40" y="541"/>
                  <a:pt x="40" y="541"/>
                </a:cubicBezTo>
                <a:cubicBezTo>
                  <a:pt x="40" y="541"/>
                  <a:pt x="39" y="540"/>
                  <a:pt x="39" y="541"/>
                </a:cubicBezTo>
                <a:cubicBezTo>
                  <a:pt x="39" y="541"/>
                  <a:pt x="39" y="541"/>
                  <a:pt x="39" y="541"/>
                </a:cubicBezTo>
                <a:cubicBezTo>
                  <a:pt x="39" y="541"/>
                  <a:pt x="39" y="541"/>
                  <a:pt x="39" y="541"/>
                </a:cubicBezTo>
                <a:cubicBezTo>
                  <a:pt x="39" y="541"/>
                  <a:pt x="38" y="541"/>
                  <a:pt x="38" y="541"/>
                </a:cubicBezTo>
                <a:cubicBezTo>
                  <a:pt x="38" y="540"/>
                  <a:pt x="38" y="540"/>
                  <a:pt x="38" y="540"/>
                </a:cubicBezTo>
                <a:cubicBezTo>
                  <a:pt x="38" y="540"/>
                  <a:pt x="38" y="540"/>
                  <a:pt x="38" y="540"/>
                </a:cubicBezTo>
                <a:cubicBezTo>
                  <a:pt x="38" y="540"/>
                  <a:pt x="38" y="540"/>
                  <a:pt x="37" y="540"/>
                </a:cubicBezTo>
                <a:cubicBezTo>
                  <a:pt x="37" y="540"/>
                  <a:pt x="38" y="540"/>
                  <a:pt x="38" y="540"/>
                </a:cubicBezTo>
                <a:cubicBezTo>
                  <a:pt x="38" y="540"/>
                  <a:pt x="38" y="540"/>
                  <a:pt x="38" y="540"/>
                </a:cubicBezTo>
                <a:cubicBezTo>
                  <a:pt x="38" y="540"/>
                  <a:pt x="39" y="540"/>
                  <a:pt x="39" y="540"/>
                </a:cubicBezTo>
                <a:cubicBezTo>
                  <a:pt x="39" y="540"/>
                  <a:pt x="39" y="540"/>
                  <a:pt x="39" y="540"/>
                </a:cubicBezTo>
                <a:cubicBezTo>
                  <a:pt x="39" y="540"/>
                  <a:pt x="39" y="540"/>
                  <a:pt x="39" y="540"/>
                </a:cubicBezTo>
                <a:cubicBezTo>
                  <a:pt x="39" y="539"/>
                  <a:pt x="39" y="539"/>
                  <a:pt x="39" y="539"/>
                </a:cubicBezTo>
                <a:cubicBezTo>
                  <a:pt x="39" y="539"/>
                  <a:pt x="40" y="539"/>
                  <a:pt x="40" y="539"/>
                </a:cubicBezTo>
                <a:cubicBezTo>
                  <a:pt x="40" y="540"/>
                  <a:pt x="40" y="540"/>
                  <a:pt x="40" y="540"/>
                </a:cubicBezTo>
                <a:cubicBezTo>
                  <a:pt x="40" y="539"/>
                  <a:pt x="40" y="539"/>
                  <a:pt x="40" y="539"/>
                </a:cubicBezTo>
                <a:cubicBezTo>
                  <a:pt x="40" y="539"/>
                  <a:pt x="40" y="539"/>
                  <a:pt x="40" y="539"/>
                </a:cubicBezTo>
                <a:cubicBezTo>
                  <a:pt x="40" y="539"/>
                  <a:pt x="40" y="539"/>
                  <a:pt x="41" y="539"/>
                </a:cubicBezTo>
                <a:cubicBezTo>
                  <a:pt x="41" y="539"/>
                  <a:pt x="41" y="539"/>
                  <a:pt x="41" y="539"/>
                </a:cubicBezTo>
                <a:cubicBezTo>
                  <a:pt x="41" y="539"/>
                  <a:pt x="41" y="539"/>
                  <a:pt x="41" y="539"/>
                </a:cubicBezTo>
                <a:cubicBezTo>
                  <a:pt x="40" y="539"/>
                  <a:pt x="40" y="539"/>
                  <a:pt x="40" y="539"/>
                </a:cubicBezTo>
                <a:cubicBezTo>
                  <a:pt x="40" y="539"/>
                  <a:pt x="40" y="539"/>
                  <a:pt x="40" y="539"/>
                </a:cubicBezTo>
                <a:cubicBezTo>
                  <a:pt x="40" y="539"/>
                  <a:pt x="40" y="539"/>
                  <a:pt x="40" y="539"/>
                </a:cubicBezTo>
                <a:cubicBezTo>
                  <a:pt x="40" y="539"/>
                  <a:pt x="39" y="539"/>
                  <a:pt x="39" y="539"/>
                </a:cubicBezTo>
                <a:cubicBezTo>
                  <a:pt x="39" y="539"/>
                  <a:pt x="39" y="539"/>
                  <a:pt x="39" y="538"/>
                </a:cubicBezTo>
                <a:cubicBezTo>
                  <a:pt x="39" y="538"/>
                  <a:pt x="40" y="538"/>
                  <a:pt x="40" y="538"/>
                </a:cubicBezTo>
                <a:cubicBezTo>
                  <a:pt x="40" y="538"/>
                  <a:pt x="40" y="538"/>
                  <a:pt x="41" y="538"/>
                </a:cubicBezTo>
                <a:cubicBezTo>
                  <a:pt x="41" y="538"/>
                  <a:pt x="41" y="538"/>
                  <a:pt x="41" y="538"/>
                </a:cubicBezTo>
                <a:cubicBezTo>
                  <a:pt x="41" y="537"/>
                  <a:pt x="41" y="537"/>
                  <a:pt x="41" y="537"/>
                </a:cubicBezTo>
                <a:cubicBezTo>
                  <a:pt x="41" y="537"/>
                  <a:pt x="41" y="537"/>
                  <a:pt x="42" y="537"/>
                </a:cubicBezTo>
                <a:cubicBezTo>
                  <a:pt x="42" y="537"/>
                  <a:pt x="42" y="537"/>
                  <a:pt x="42" y="537"/>
                </a:cubicBezTo>
                <a:cubicBezTo>
                  <a:pt x="42" y="536"/>
                  <a:pt x="42" y="536"/>
                  <a:pt x="43" y="537"/>
                </a:cubicBezTo>
                <a:cubicBezTo>
                  <a:pt x="43" y="536"/>
                  <a:pt x="43" y="536"/>
                  <a:pt x="42" y="536"/>
                </a:cubicBezTo>
                <a:cubicBezTo>
                  <a:pt x="43" y="536"/>
                  <a:pt x="43" y="536"/>
                  <a:pt x="43" y="536"/>
                </a:cubicBezTo>
                <a:cubicBezTo>
                  <a:pt x="43" y="536"/>
                  <a:pt x="44" y="536"/>
                  <a:pt x="44" y="536"/>
                </a:cubicBezTo>
                <a:cubicBezTo>
                  <a:pt x="44" y="536"/>
                  <a:pt x="44" y="535"/>
                  <a:pt x="44" y="535"/>
                </a:cubicBezTo>
                <a:cubicBezTo>
                  <a:pt x="44" y="535"/>
                  <a:pt x="44" y="535"/>
                  <a:pt x="44" y="535"/>
                </a:cubicBezTo>
                <a:cubicBezTo>
                  <a:pt x="44" y="535"/>
                  <a:pt x="44" y="535"/>
                  <a:pt x="44" y="535"/>
                </a:cubicBezTo>
                <a:cubicBezTo>
                  <a:pt x="44" y="535"/>
                  <a:pt x="44" y="535"/>
                  <a:pt x="44" y="535"/>
                </a:cubicBezTo>
                <a:cubicBezTo>
                  <a:pt x="44" y="535"/>
                  <a:pt x="44" y="535"/>
                  <a:pt x="44" y="535"/>
                </a:cubicBezTo>
                <a:cubicBezTo>
                  <a:pt x="44" y="535"/>
                  <a:pt x="44" y="535"/>
                  <a:pt x="45" y="535"/>
                </a:cubicBezTo>
                <a:cubicBezTo>
                  <a:pt x="45" y="535"/>
                  <a:pt x="45" y="535"/>
                  <a:pt x="45" y="535"/>
                </a:cubicBezTo>
                <a:cubicBezTo>
                  <a:pt x="45" y="535"/>
                  <a:pt x="45" y="535"/>
                  <a:pt x="45" y="535"/>
                </a:cubicBezTo>
                <a:cubicBezTo>
                  <a:pt x="45" y="535"/>
                  <a:pt x="45" y="535"/>
                  <a:pt x="45" y="535"/>
                </a:cubicBezTo>
                <a:cubicBezTo>
                  <a:pt x="45" y="535"/>
                  <a:pt x="45" y="535"/>
                  <a:pt x="45" y="535"/>
                </a:cubicBezTo>
                <a:cubicBezTo>
                  <a:pt x="45" y="535"/>
                  <a:pt x="45" y="535"/>
                  <a:pt x="45" y="535"/>
                </a:cubicBezTo>
                <a:cubicBezTo>
                  <a:pt x="45" y="535"/>
                  <a:pt x="45" y="534"/>
                  <a:pt x="45" y="534"/>
                </a:cubicBezTo>
                <a:cubicBezTo>
                  <a:pt x="45" y="534"/>
                  <a:pt x="45" y="534"/>
                  <a:pt x="45" y="534"/>
                </a:cubicBezTo>
                <a:cubicBezTo>
                  <a:pt x="45" y="534"/>
                  <a:pt x="46" y="534"/>
                  <a:pt x="46" y="534"/>
                </a:cubicBezTo>
                <a:cubicBezTo>
                  <a:pt x="46" y="533"/>
                  <a:pt x="46" y="533"/>
                  <a:pt x="47" y="533"/>
                </a:cubicBezTo>
                <a:cubicBezTo>
                  <a:pt x="47" y="533"/>
                  <a:pt x="47" y="533"/>
                  <a:pt x="47" y="533"/>
                </a:cubicBezTo>
                <a:cubicBezTo>
                  <a:pt x="47" y="533"/>
                  <a:pt x="47" y="533"/>
                  <a:pt x="47" y="533"/>
                </a:cubicBezTo>
                <a:cubicBezTo>
                  <a:pt x="47" y="534"/>
                  <a:pt x="47" y="534"/>
                  <a:pt x="47" y="534"/>
                </a:cubicBezTo>
                <a:cubicBezTo>
                  <a:pt x="47" y="534"/>
                  <a:pt x="47" y="534"/>
                  <a:pt x="47" y="534"/>
                </a:cubicBezTo>
                <a:cubicBezTo>
                  <a:pt x="47" y="534"/>
                  <a:pt x="47" y="534"/>
                  <a:pt x="47" y="534"/>
                </a:cubicBezTo>
                <a:cubicBezTo>
                  <a:pt x="47" y="534"/>
                  <a:pt x="47" y="534"/>
                  <a:pt x="47" y="534"/>
                </a:cubicBezTo>
                <a:cubicBezTo>
                  <a:pt x="47" y="534"/>
                  <a:pt x="47" y="534"/>
                  <a:pt x="47" y="534"/>
                </a:cubicBezTo>
                <a:cubicBezTo>
                  <a:pt x="47" y="534"/>
                  <a:pt x="47" y="534"/>
                  <a:pt x="47" y="534"/>
                </a:cubicBezTo>
                <a:cubicBezTo>
                  <a:pt x="47" y="534"/>
                  <a:pt x="47" y="534"/>
                  <a:pt x="47" y="534"/>
                </a:cubicBezTo>
                <a:cubicBezTo>
                  <a:pt x="48" y="534"/>
                  <a:pt x="48" y="534"/>
                  <a:pt x="48" y="534"/>
                </a:cubicBezTo>
                <a:cubicBezTo>
                  <a:pt x="48" y="534"/>
                  <a:pt x="48" y="534"/>
                  <a:pt x="48" y="534"/>
                </a:cubicBezTo>
                <a:cubicBezTo>
                  <a:pt x="48" y="534"/>
                  <a:pt x="48" y="534"/>
                  <a:pt x="48" y="534"/>
                </a:cubicBezTo>
                <a:cubicBezTo>
                  <a:pt x="48" y="534"/>
                  <a:pt x="48" y="533"/>
                  <a:pt x="48" y="533"/>
                </a:cubicBezTo>
                <a:cubicBezTo>
                  <a:pt x="48" y="533"/>
                  <a:pt x="48" y="534"/>
                  <a:pt x="48" y="534"/>
                </a:cubicBezTo>
                <a:cubicBezTo>
                  <a:pt x="48" y="534"/>
                  <a:pt x="48" y="534"/>
                  <a:pt x="48" y="534"/>
                </a:cubicBezTo>
                <a:cubicBezTo>
                  <a:pt x="48" y="533"/>
                  <a:pt x="48" y="533"/>
                  <a:pt x="48" y="533"/>
                </a:cubicBezTo>
                <a:cubicBezTo>
                  <a:pt x="48" y="533"/>
                  <a:pt x="48" y="533"/>
                  <a:pt x="48" y="533"/>
                </a:cubicBezTo>
                <a:cubicBezTo>
                  <a:pt x="48" y="533"/>
                  <a:pt x="48" y="533"/>
                  <a:pt x="47" y="532"/>
                </a:cubicBezTo>
                <a:cubicBezTo>
                  <a:pt x="47" y="532"/>
                  <a:pt x="47" y="532"/>
                  <a:pt x="48" y="532"/>
                </a:cubicBezTo>
                <a:cubicBezTo>
                  <a:pt x="48" y="532"/>
                  <a:pt x="48" y="532"/>
                  <a:pt x="48" y="532"/>
                </a:cubicBezTo>
                <a:cubicBezTo>
                  <a:pt x="48" y="532"/>
                  <a:pt x="48" y="532"/>
                  <a:pt x="48" y="532"/>
                </a:cubicBezTo>
                <a:cubicBezTo>
                  <a:pt x="48" y="532"/>
                  <a:pt x="48" y="532"/>
                  <a:pt x="48" y="532"/>
                </a:cubicBezTo>
                <a:cubicBezTo>
                  <a:pt x="48" y="531"/>
                  <a:pt x="48" y="532"/>
                  <a:pt x="48" y="532"/>
                </a:cubicBezTo>
                <a:cubicBezTo>
                  <a:pt x="48" y="532"/>
                  <a:pt x="48" y="532"/>
                  <a:pt x="48" y="532"/>
                </a:cubicBezTo>
                <a:cubicBezTo>
                  <a:pt x="49" y="533"/>
                  <a:pt x="49" y="533"/>
                  <a:pt x="49" y="533"/>
                </a:cubicBezTo>
                <a:cubicBezTo>
                  <a:pt x="49" y="533"/>
                  <a:pt x="49" y="533"/>
                  <a:pt x="49" y="533"/>
                </a:cubicBezTo>
                <a:cubicBezTo>
                  <a:pt x="49" y="533"/>
                  <a:pt x="49" y="533"/>
                  <a:pt x="49" y="533"/>
                </a:cubicBezTo>
                <a:close/>
                <a:moveTo>
                  <a:pt x="41" y="545"/>
                </a:moveTo>
                <a:cubicBezTo>
                  <a:pt x="40" y="545"/>
                  <a:pt x="40" y="545"/>
                  <a:pt x="40" y="545"/>
                </a:cubicBezTo>
                <a:cubicBezTo>
                  <a:pt x="40" y="545"/>
                  <a:pt x="40" y="545"/>
                  <a:pt x="40" y="545"/>
                </a:cubicBezTo>
                <a:cubicBezTo>
                  <a:pt x="40" y="545"/>
                  <a:pt x="40" y="545"/>
                  <a:pt x="40" y="545"/>
                </a:cubicBezTo>
                <a:cubicBezTo>
                  <a:pt x="40" y="545"/>
                  <a:pt x="40" y="545"/>
                  <a:pt x="40" y="545"/>
                </a:cubicBezTo>
                <a:cubicBezTo>
                  <a:pt x="40" y="545"/>
                  <a:pt x="40" y="545"/>
                  <a:pt x="40" y="545"/>
                </a:cubicBezTo>
                <a:cubicBezTo>
                  <a:pt x="40" y="545"/>
                  <a:pt x="41" y="545"/>
                  <a:pt x="41" y="546"/>
                </a:cubicBezTo>
                <a:cubicBezTo>
                  <a:pt x="41" y="546"/>
                  <a:pt x="41" y="546"/>
                  <a:pt x="41" y="546"/>
                </a:cubicBezTo>
                <a:cubicBezTo>
                  <a:pt x="41" y="545"/>
                  <a:pt x="41" y="545"/>
                  <a:pt x="41" y="545"/>
                </a:cubicBezTo>
                <a:cubicBezTo>
                  <a:pt x="41" y="545"/>
                  <a:pt x="41" y="545"/>
                  <a:pt x="41" y="545"/>
                </a:cubicBezTo>
                <a:close/>
                <a:moveTo>
                  <a:pt x="20" y="589"/>
                </a:moveTo>
                <a:cubicBezTo>
                  <a:pt x="20" y="589"/>
                  <a:pt x="20" y="589"/>
                  <a:pt x="20" y="589"/>
                </a:cubicBezTo>
                <a:cubicBezTo>
                  <a:pt x="20" y="589"/>
                  <a:pt x="20" y="589"/>
                  <a:pt x="20" y="589"/>
                </a:cubicBezTo>
                <a:cubicBezTo>
                  <a:pt x="20" y="589"/>
                  <a:pt x="20" y="589"/>
                  <a:pt x="20" y="589"/>
                </a:cubicBezTo>
                <a:cubicBezTo>
                  <a:pt x="20" y="589"/>
                  <a:pt x="20" y="589"/>
                  <a:pt x="20" y="589"/>
                </a:cubicBezTo>
                <a:cubicBezTo>
                  <a:pt x="20" y="589"/>
                  <a:pt x="20" y="589"/>
                  <a:pt x="20" y="589"/>
                </a:cubicBezTo>
                <a:cubicBezTo>
                  <a:pt x="20" y="589"/>
                  <a:pt x="20" y="589"/>
                  <a:pt x="20" y="589"/>
                </a:cubicBezTo>
                <a:cubicBezTo>
                  <a:pt x="20" y="589"/>
                  <a:pt x="20" y="589"/>
                  <a:pt x="20" y="589"/>
                </a:cubicBezTo>
                <a:close/>
                <a:moveTo>
                  <a:pt x="20" y="589"/>
                </a:moveTo>
                <a:cubicBezTo>
                  <a:pt x="20" y="590"/>
                  <a:pt x="20" y="590"/>
                  <a:pt x="19" y="590"/>
                </a:cubicBezTo>
                <a:cubicBezTo>
                  <a:pt x="19" y="590"/>
                  <a:pt x="19" y="590"/>
                  <a:pt x="19" y="590"/>
                </a:cubicBezTo>
                <a:cubicBezTo>
                  <a:pt x="19" y="590"/>
                  <a:pt x="19" y="590"/>
                  <a:pt x="19" y="590"/>
                </a:cubicBezTo>
                <a:cubicBezTo>
                  <a:pt x="20" y="590"/>
                  <a:pt x="20" y="590"/>
                  <a:pt x="20" y="590"/>
                </a:cubicBezTo>
                <a:cubicBezTo>
                  <a:pt x="20" y="590"/>
                  <a:pt x="20" y="590"/>
                  <a:pt x="20" y="590"/>
                </a:cubicBezTo>
                <a:cubicBezTo>
                  <a:pt x="20" y="589"/>
                  <a:pt x="20" y="589"/>
                  <a:pt x="20" y="589"/>
                </a:cubicBezTo>
                <a:cubicBezTo>
                  <a:pt x="20" y="589"/>
                  <a:pt x="20" y="589"/>
                  <a:pt x="20" y="589"/>
                </a:cubicBezTo>
                <a:cubicBezTo>
                  <a:pt x="20" y="589"/>
                  <a:pt x="20" y="589"/>
                  <a:pt x="20" y="589"/>
                </a:cubicBezTo>
                <a:close/>
                <a:moveTo>
                  <a:pt x="39" y="544"/>
                </a:moveTo>
                <a:cubicBezTo>
                  <a:pt x="39" y="544"/>
                  <a:pt x="39" y="544"/>
                  <a:pt x="39" y="544"/>
                </a:cubicBezTo>
                <a:cubicBezTo>
                  <a:pt x="39" y="545"/>
                  <a:pt x="38" y="545"/>
                  <a:pt x="38" y="545"/>
                </a:cubicBezTo>
                <a:cubicBezTo>
                  <a:pt x="38" y="546"/>
                  <a:pt x="39" y="546"/>
                  <a:pt x="39" y="546"/>
                </a:cubicBezTo>
                <a:cubicBezTo>
                  <a:pt x="39" y="546"/>
                  <a:pt x="39" y="545"/>
                  <a:pt x="39" y="545"/>
                </a:cubicBezTo>
                <a:cubicBezTo>
                  <a:pt x="39" y="545"/>
                  <a:pt x="39" y="545"/>
                  <a:pt x="39" y="545"/>
                </a:cubicBezTo>
                <a:cubicBezTo>
                  <a:pt x="39" y="544"/>
                  <a:pt x="39" y="544"/>
                  <a:pt x="39" y="544"/>
                </a:cubicBezTo>
                <a:close/>
                <a:moveTo>
                  <a:pt x="19" y="582"/>
                </a:moveTo>
                <a:cubicBezTo>
                  <a:pt x="19" y="582"/>
                  <a:pt x="19" y="582"/>
                  <a:pt x="19" y="582"/>
                </a:cubicBezTo>
                <a:cubicBezTo>
                  <a:pt x="19" y="582"/>
                  <a:pt x="19" y="582"/>
                  <a:pt x="19" y="582"/>
                </a:cubicBezTo>
                <a:cubicBezTo>
                  <a:pt x="19" y="582"/>
                  <a:pt x="20" y="582"/>
                  <a:pt x="20" y="582"/>
                </a:cubicBezTo>
                <a:cubicBezTo>
                  <a:pt x="20" y="582"/>
                  <a:pt x="20" y="582"/>
                  <a:pt x="20" y="582"/>
                </a:cubicBezTo>
                <a:cubicBezTo>
                  <a:pt x="20" y="582"/>
                  <a:pt x="20" y="582"/>
                  <a:pt x="20" y="582"/>
                </a:cubicBezTo>
                <a:cubicBezTo>
                  <a:pt x="20" y="582"/>
                  <a:pt x="19" y="582"/>
                  <a:pt x="19" y="582"/>
                </a:cubicBezTo>
                <a:close/>
                <a:moveTo>
                  <a:pt x="38" y="539"/>
                </a:moveTo>
                <a:cubicBezTo>
                  <a:pt x="39" y="539"/>
                  <a:pt x="39" y="539"/>
                  <a:pt x="39" y="539"/>
                </a:cubicBezTo>
                <a:cubicBezTo>
                  <a:pt x="39" y="539"/>
                  <a:pt x="39" y="539"/>
                  <a:pt x="39" y="539"/>
                </a:cubicBezTo>
                <a:cubicBezTo>
                  <a:pt x="39" y="539"/>
                  <a:pt x="39" y="539"/>
                  <a:pt x="39" y="539"/>
                </a:cubicBezTo>
                <a:cubicBezTo>
                  <a:pt x="39" y="539"/>
                  <a:pt x="39" y="539"/>
                  <a:pt x="39" y="539"/>
                </a:cubicBezTo>
                <a:cubicBezTo>
                  <a:pt x="38" y="539"/>
                  <a:pt x="38" y="539"/>
                  <a:pt x="38" y="539"/>
                </a:cubicBezTo>
                <a:cubicBezTo>
                  <a:pt x="38" y="539"/>
                  <a:pt x="38" y="539"/>
                  <a:pt x="38" y="539"/>
                </a:cubicBezTo>
                <a:close/>
                <a:moveTo>
                  <a:pt x="20" y="581"/>
                </a:moveTo>
                <a:cubicBezTo>
                  <a:pt x="20" y="581"/>
                  <a:pt x="20" y="581"/>
                  <a:pt x="20" y="581"/>
                </a:cubicBezTo>
                <a:cubicBezTo>
                  <a:pt x="20" y="581"/>
                  <a:pt x="20" y="581"/>
                  <a:pt x="19" y="581"/>
                </a:cubicBezTo>
                <a:cubicBezTo>
                  <a:pt x="19" y="581"/>
                  <a:pt x="19" y="581"/>
                  <a:pt x="19" y="581"/>
                </a:cubicBezTo>
                <a:cubicBezTo>
                  <a:pt x="19" y="581"/>
                  <a:pt x="19" y="581"/>
                  <a:pt x="20" y="581"/>
                </a:cubicBezTo>
                <a:close/>
                <a:moveTo>
                  <a:pt x="20" y="590"/>
                </a:moveTo>
                <a:cubicBezTo>
                  <a:pt x="19" y="590"/>
                  <a:pt x="19" y="590"/>
                  <a:pt x="20" y="591"/>
                </a:cubicBezTo>
                <a:cubicBezTo>
                  <a:pt x="20" y="591"/>
                  <a:pt x="20" y="591"/>
                  <a:pt x="20" y="591"/>
                </a:cubicBezTo>
                <a:cubicBezTo>
                  <a:pt x="20" y="591"/>
                  <a:pt x="20" y="591"/>
                  <a:pt x="20" y="590"/>
                </a:cubicBezTo>
                <a:cubicBezTo>
                  <a:pt x="20" y="590"/>
                  <a:pt x="20" y="590"/>
                  <a:pt x="20" y="590"/>
                </a:cubicBezTo>
                <a:close/>
                <a:moveTo>
                  <a:pt x="20" y="589"/>
                </a:moveTo>
                <a:cubicBezTo>
                  <a:pt x="20" y="589"/>
                  <a:pt x="20" y="589"/>
                  <a:pt x="20" y="589"/>
                </a:cubicBezTo>
                <a:cubicBezTo>
                  <a:pt x="20" y="589"/>
                  <a:pt x="20" y="589"/>
                  <a:pt x="20" y="589"/>
                </a:cubicBezTo>
                <a:close/>
                <a:moveTo>
                  <a:pt x="20" y="592"/>
                </a:moveTo>
                <a:cubicBezTo>
                  <a:pt x="19" y="592"/>
                  <a:pt x="19" y="592"/>
                  <a:pt x="19" y="592"/>
                </a:cubicBezTo>
                <a:cubicBezTo>
                  <a:pt x="19" y="592"/>
                  <a:pt x="19" y="592"/>
                  <a:pt x="20" y="592"/>
                </a:cubicBezTo>
                <a:cubicBezTo>
                  <a:pt x="20" y="592"/>
                  <a:pt x="20" y="592"/>
                  <a:pt x="20" y="592"/>
                </a:cubicBezTo>
                <a:cubicBezTo>
                  <a:pt x="20" y="592"/>
                  <a:pt x="20" y="592"/>
                  <a:pt x="20" y="592"/>
                </a:cubicBezTo>
                <a:close/>
                <a:moveTo>
                  <a:pt x="19" y="595"/>
                </a:moveTo>
                <a:cubicBezTo>
                  <a:pt x="19" y="595"/>
                  <a:pt x="19" y="595"/>
                  <a:pt x="19" y="595"/>
                </a:cubicBezTo>
                <a:cubicBezTo>
                  <a:pt x="19" y="595"/>
                  <a:pt x="19" y="595"/>
                  <a:pt x="19" y="595"/>
                </a:cubicBezTo>
                <a:cubicBezTo>
                  <a:pt x="19" y="595"/>
                  <a:pt x="19" y="594"/>
                  <a:pt x="19" y="594"/>
                </a:cubicBezTo>
                <a:cubicBezTo>
                  <a:pt x="19" y="594"/>
                  <a:pt x="19" y="594"/>
                  <a:pt x="19" y="594"/>
                </a:cubicBezTo>
                <a:cubicBezTo>
                  <a:pt x="19" y="594"/>
                  <a:pt x="19" y="594"/>
                  <a:pt x="19" y="595"/>
                </a:cubicBezTo>
                <a:close/>
                <a:moveTo>
                  <a:pt x="68" y="400"/>
                </a:moveTo>
                <a:cubicBezTo>
                  <a:pt x="67" y="400"/>
                  <a:pt x="67" y="400"/>
                  <a:pt x="67" y="401"/>
                </a:cubicBezTo>
                <a:cubicBezTo>
                  <a:pt x="67" y="400"/>
                  <a:pt x="68" y="400"/>
                  <a:pt x="68" y="400"/>
                </a:cubicBezTo>
                <a:close/>
                <a:moveTo>
                  <a:pt x="71" y="396"/>
                </a:moveTo>
                <a:cubicBezTo>
                  <a:pt x="70" y="396"/>
                  <a:pt x="70" y="396"/>
                  <a:pt x="70" y="396"/>
                </a:cubicBezTo>
                <a:cubicBezTo>
                  <a:pt x="69" y="395"/>
                  <a:pt x="69" y="396"/>
                  <a:pt x="69" y="396"/>
                </a:cubicBezTo>
                <a:cubicBezTo>
                  <a:pt x="68" y="397"/>
                  <a:pt x="69" y="398"/>
                  <a:pt x="69" y="398"/>
                </a:cubicBezTo>
                <a:cubicBezTo>
                  <a:pt x="69" y="398"/>
                  <a:pt x="70" y="398"/>
                  <a:pt x="70" y="398"/>
                </a:cubicBezTo>
                <a:cubicBezTo>
                  <a:pt x="71" y="397"/>
                  <a:pt x="72" y="397"/>
                  <a:pt x="73" y="398"/>
                </a:cubicBezTo>
                <a:cubicBezTo>
                  <a:pt x="73" y="396"/>
                  <a:pt x="73" y="396"/>
                  <a:pt x="74" y="395"/>
                </a:cubicBezTo>
                <a:cubicBezTo>
                  <a:pt x="74" y="395"/>
                  <a:pt x="74" y="395"/>
                  <a:pt x="74" y="395"/>
                </a:cubicBezTo>
                <a:cubicBezTo>
                  <a:pt x="74" y="395"/>
                  <a:pt x="74" y="395"/>
                  <a:pt x="74" y="395"/>
                </a:cubicBezTo>
                <a:cubicBezTo>
                  <a:pt x="74" y="395"/>
                  <a:pt x="74" y="395"/>
                  <a:pt x="73" y="395"/>
                </a:cubicBezTo>
                <a:cubicBezTo>
                  <a:pt x="73" y="396"/>
                  <a:pt x="72" y="397"/>
                  <a:pt x="71" y="396"/>
                </a:cubicBezTo>
                <a:close/>
                <a:moveTo>
                  <a:pt x="61" y="399"/>
                </a:moveTo>
                <a:cubicBezTo>
                  <a:pt x="61" y="399"/>
                  <a:pt x="62" y="398"/>
                  <a:pt x="61" y="398"/>
                </a:cubicBezTo>
                <a:cubicBezTo>
                  <a:pt x="61" y="398"/>
                  <a:pt x="61" y="398"/>
                  <a:pt x="61" y="399"/>
                </a:cubicBezTo>
                <a:close/>
                <a:moveTo>
                  <a:pt x="65" y="402"/>
                </a:moveTo>
                <a:cubicBezTo>
                  <a:pt x="65" y="402"/>
                  <a:pt x="65" y="402"/>
                  <a:pt x="65" y="402"/>
                </a:cubicBezTo>
                <a:cubicBezTo>
                  <a:pt x="65" y="402"/>
                  <a:pt x="65" y="402"/>
                  <a:pt x="65" y="402"/>
                </a:cubicBezTo>
                <a:cubicBezTo>
                  <a:pt x="65" y="402"/>
                  <a:pt x="65" y="402"/>
                  <a:pt x="65" y="402"/>
                </a:cubicBezTo>
                <a:cubicBezTo>
                  <a:pt x="65" y="402"/>
                  <a:pt x="66" y="402"/>
                  <a:pt x="65" y="402"/>
                </a:cubicBezTo>
                <a:close/>
                <a:moveTo>
                  <a:pt x="70" y="400"/>
                </a:moveTo>
                <a:cubicBezTo>
                  <a:pt x="70" y="400"/>
                  <a:pt x="71" y="400"/>
                  <a:pt x="71" y="401"/>
                </a:cubicBezTo>
                <a:cubicBezTo>
                  <a:pt x="71" y="400"/>
                  <a:pt x="71" y="400"/>
                  <a:pt x="70" y="400"/>
                </a:cubicBezTo>
                <a:close/>
                <a:moveTo>
                  <a:pt x="233" y="349"/>
                </a:moveTo>
                <a:cubicBezTo>
                  <a:pt x="232" y="349"/>
                  <a:pt x="232" y="349"/>
                  <a:pt x="232" y="350"/>
                </a:cubicBezTo>
                <a:cubicBezTo>
                  <a:pt x="232" y="350"/>
                  <a:pt x="233" y="350"/>
                  <a:pt x="233" y="350"/>
                </a:cubicBezTo>
                <a:cubicBezTo>
                  <a:pt x="234" y="350"/>
                  <a:pt x="234" y="350"/>
                  <a:pt x="234" y="349"/>
                </a:cubicBezTo>
                <a:cubicBezTo>
                  <a:pt x="233" y="349"/>
                  <a:pt x="233" y="349"/>
                  <a:pt x="233" y="349"/>
                </a:cubicBezTo>
                <a:close/>
                <a:moveTo>
                  <a:pt x="221" y="326"/>
                </a:moveTo>
                <a:cubicBezTo>
                  <a:pt x="220" y="327"/>
                  <a:pt x="220" y="327"/>
                  <a:pt x="220" y="328"/>
                </a:cubicBezTo>
                <a:cubicBezTo>
                  <a:pt x="221" y="329"/>
                  <a:pt x="222" y="330"/>
                  <a:pt x="222" y="329"/>
                </a:cubicBezTo>
                <a:cubicBezTo>
                  <a:pt x="223" y="329"/>
                  <a:pt x="222" y="328"/>
                  <a:pt x="222" y="328"/>
                </a:cubicBezTo>
                <a:cubicBezTo>
                  <a:pt x="222" y="327"/>
                  <a:pt x="222" y="326"/>
                  <a:pt x="221" y="326"/>
                </a:cubicBezTo>
                <a:close/>
                <a:moveTo>
                  <a:pt x="222" y="339"/>
                </a:moveTo>
                <a:cubicBezTo>
                  <a:pt x="222" y="338"/>
                  <a:pt x="222" y="338"/>
                  <a:pt x="221" y="337"/>
                </a:cubicBezTo>
                <a:cubicBezTo>
                  <a:pt x="221" y="338"/>
                  <a:pt x="221" y="338"/>
                  <a:pt x="222" y="339"/>
                </a:cubicBezTo>
                <a:close/>
                <a:moveTo>
                  <a:pt x="242" y="367"/>
                </a:moveTo>
                <a:cubicBezTo>
                  <a:pt x="242" y="367"/>
                  <a:pt x="242" y="368"/>
                  <a:pt x="242" y="368"/>
                </a:cubicBezTo>
                <a:cubicBezTo>
                  <a:pt x="242" y="369"/>
                  <a:pt x="243" y="369"/>
                  <a:pt x="243" y="369"/>
                </a:cubicBezTo>
                <a:cubicBezTo>
                  <a:pt x="243" y="370"/>
                  <a:pt x="244" y="370"/>
                  <a:pt x="244" y="369"/>
                </a:cubicBezTo>
                <a:cubicBezTo>
                  <a:pt x="245" y="369"/>
                  <a:pt x="245" y="369"/>
                  <a:pt x="245" y="368"/>
                </a:cubicBezTo>
                <a:cubicBezTo>
                  <a:pt x="244" y="368"/>
                  <a:pt x="243" y="368"/>
                  <a:pt x="242" y="367"/>
                </a:cubicBezTo>
                <a:close/>
                <a:moveTo>
                  <a:pt x="229" y="344"/>
                </a:moveTo>
                <a:cubicBezTo>
                  <a:pt x="228" y="344"/>
                  <a:pt x="229" y="344"/>
                  <a:pt x="229" y="345"/>
                </a:cubicBezTo>
                <a:cubicBezTo>
                  <a:pt x="229" y="345"/>
                  <a:pt x="229" y="346"/>
                  <a:pt x="230" y="346"/>
                </a:cubicBezTo>
                <a:cubicBezTo>
                  <a:pt x="230" y="345"/>
                  <a:pt x="231" y="345"/>
                  <a:pt x="230" y="344"/>
                </a:cubicBezTo>
                <a:cubicBezTo>
                  <a:pt x="230" y="344"/>
                  <a:pt x="230" y="343"/>
                  <a:pt x="229" y="344"/>
                </a:cubicBezTo>
                <a:close/>
                <a:moveTo>
                  <a:pt x="124" y="382"/>
                </a:moveTo>
                <a:cubicBezTo>
                  <a:pt x="124" y="383"/>
                  <a:pt x="124" y="383"/>
                  <a:pt x="124" y="382"/>
                </a:cubicBezTo>
                <a:cubicBezTo>
                  <a:pt x="124" y="381"/>
                  <a:pt x="124" y="380"/>
                  <a:pt x="122" y="379"/>
                </a:cubicBezTo>
                <a:cubicBezTo>
                  <a:pt x="122" y="379"/>
                  <a:pt x="121" y="379"/>
                  <a:pt x="121" y="379"/>
                </a:cubicBezTo>
                <a:cubicBezTo>
                  <a:pt x="120" y="378"/>
                  <a:pt x="120" y="377"/>
                  <a:pt x="121" y="376"/>
                </a:cubicBezTo>
                <a:cubicBezTo>
                  <a:pt x="121" y="376"/>
                  <a:pt x="121" y="376"/>
                  <a:pt x="121" y="376"/>
                </a:cubicBezTo>
                <a:cubicBezTo>
                  <a:pt x="120" y="375"/>
                  <a:pt x="120" y="374"/>
                  <a:pt x="121" y="373"/>
                </a:cubicBezTo>
                <a:cubicBezTo>
                  <a:pt x="120" y="373"/>
                  <a:pt x="120" y="373"/>
                  <a:pt x="120" y="373"/>
                </a:cubicBezTo>
                <a:cubicBezTo>
                  <a:pt x="120" y="373"/>
                  <a:pt x="120" y="373"/>
                  <a:pt x="120" y="373"/>
                </a:cubicBezTo>
                <a:cubicBezTo>
                  <a:pt x="119" y="373"/>
                  <a:pt x="119" y="373"/>
                  <a:pt x="119" y="373"/>
                </a:cubicBezTo>
                <a:cubicBezTo>
                  <a:pt x="119" y="373"/>
                  <a:pt x="119" y="373"/>
                  <a:pt x="119" y="373"/>
                </a:cubicBezTo>
                <a:cubicBezTo>
                  <a:pt x="118" y="373"/>
                  <a:pt x="118" y="373"/>
                  <a:pt x="118" y="373"/>
                </a:cubicBezTo>
                <a:cubicBezTo>
                  <a:pt x="118" y="373"/>
                  <a:pt x="116" y="374"/>
                  <a:pt x="116" y="374"/>
                </a:cubicBezTo>
                <a:cubicBezTo>
                  <a:pt x="116" y="375"/>
                  <a:pt x="113" y="374"/>
                  <a:pt x="113" y="374"/>
                </a:cubicBezTo>
                <a:cubicBezTo>
                  <a:pt x="112" y="374"/>
                  <a:pt x="112" y="373"/>
                  <a:pt x="112" y="373"/>
                </a:cubicBezTo>
                <a:cubicBezTo>
                  <a:pt x="112" y="373"/>
                  <a:pt x="111" y="373"/>
                  <a:pt x="111" y="373"/>
                </a:cubicBezTo>
                <a:cubicBezTo>
                  <a:pt x="111" y="373"/>
                  <a:pt x="110" y="372"/>
                  <a:pt x="110" y="372"/>
                </a:cubicBezTo>
                <a:cubicBezTo>
                  <a:pt x="110" y="372"/>
                  <a:pt x="109" y="373"/>
                  <a:pt x="109" y="373"/>
                </a:cubicBezTo>
                <a:cubicBezTo>
                  <a:pt x="109" y="373"/>
                  <a:pt x="108" y="372"/>
                  <a:pt x="108" y="372"/>
                </a:cubicBezTo>
                <a:cubicBezTo>
                  <a:pt x="108" y="372"/>
                  <a:pt x="108" y="372"/>
                  <a:pt x="108" y="372"/>
                </a:cubicBezTo>
                <a:cubicBezTo>
                  <a:pt x="108" y="373"/>
                  <a:pt x="108" y="373"/>
                  <a:pt x="108" y="373"/>
                </a:cubicBezTo>
                <a:cubicBezTo>
                  <a:pt x="108" y="373"/>
                  <a:pt x="106" y="373"/>
                  <a:pt x="106" y="373"/>
                </a:cubicBezTo>
                <a:cubicBezTo>
                  <a:pt x="106" y="373"/>
                  <a:pt x="105" y="374"/>
                  <a:pt x="105" y="374"/>
                </a:cubicBezTo>
                <a:cubicBezTo>
                  <a:pt x="105" y="374"/>
                  <a:pt x="104" y="373"/>
                  <a:pt x="104" y="373"/>
                </a:cubicBezTo>
                <a:cubicBezTo>
                  <a:pt x="103" y="373"/>
                  <a:pt x="103" y="373"/>
                  <a:pt x="103" y="373"/>
                </a:cubicBezTo>
                <a:cubicBezTo>
                  <a:pt x="103" y="374"/>
                  <a:pt x="103" y="374"/>
                  <a:pt x="103" y="374"/>
                </a:cubicBezTo>
                <a:cubicBezTo>
                  <a:pt x="103" y="375"/>
                  <a:pt x="103" y="375"/>
                  <a:pt x="103" y="375"/>
                </a:cubicBezTo>
                <a:cubicBezTo>
                  <a:pt x="101" y="376"/>
                  <a:pt x="101" y="376"/>
                  <a:pt x="101" y="376"/>
                </a:cubicBezTo>
                <a:cubicBezTo>
                  <a:pt x="101" y="376"/>
                  <a:pt x="101" y="377"/>
                  <a:pt x="100" y="377"/>
                </a:cubicBezTo>
                <a:cubicBezTo>
                  <a:pt x="100" y="377"/>
                  <a:pt x="100" y="378"/>
                  <a:pt x="100" y="378"/>
                </a:cubicBezTo>
                <a:cubicBezTo>
                  <a:pt x="99" y="379"/>
                  <a:pt x="99" y="379"/>
                  <a:pt x="99" y="379"/>
                </a:cubicBezTo>
                <a:cubicBezTo>
                  <a:pt x="99" y="379"/>
                  <a:pt x="98" y="379"/>
                  <a:pt x="98" y="379"/>
                </a:cubicBezTo>
                <a:cubicBezTo>
                  <a:pt x="97" y="378"/>
                  <a:pt x="96" y="379"/>
                  <a:pt x="96" y="379"/>
                </a:cubicBezTo>
                <a:cubicBezTo>
                  <a:pt x="96" y="379"/>
                  <a:pt x="97" y="379"/>
                  <a:pt x="97" y="379"/>
                </a:cubicBezTo>
                <a:cubicBezTo>
                  <a:pt x="97" y="379"/>
                  <a:pt x="98" y="380"/>
                  <a:pt x="99" y="380"/>
                </a:cubicBezTo>
                <a:cubicBezTo>
                  <a:pt x="99" y="381"/>
                  <a:pt x="99" y="381"/>
                  <a:pt x="99" y="382"/>
                </a:cubicBezTo>
                <a:cubicBezTo>
                  <a:pt x="99" y="382"/>
                  <a:pt x="99" y="383"/>
                  <a:pt x="99" y="383"/>
                </a:cubicBezTo>
                <a:cubicBezTo>
                  <a:pt x="99" y="384"/>
                  <a:pt x="99" y="384"/>
                  <a:pt x="99" y="384"/>
                </a:cubicBezTo>
                <a:cubicBezTo>
                  <a:pt x="99" y="385"/>
                  <a:pt x="99" y="385"/>
                  <a:pt x="99" y="385"/>
                </a:cubicBezTo>
                <a:cubicBezTo>
                  <a:pt x="99" y="385"/>
                  <a:pt x="98" y="387"/>
                  <a:pt x="98" y="387"/>
                </a:cubicBezTo>
                <a:cubicBezTo>
                  <a:pt x="97" y="387"/>
                  <a:pt x="97" y="387"/>
                  <a:pt x="97" y="387"/>
                </a:cubicBezTo>
                <a:cubicBezTo>
                  <a:pt x="97" y="387"/>
                  <a:pt x="95" y="387"/>
                  <a:pt x="94" y="387"/>
                </a:cubicBezTo>
                <a:cubicBezTo>
                  <a:pt x="94" y="388"/>
                  <a:pt x="93" y="388"/>
                  <a:pt x="92" y="388"/>
                </a:cubicBezTo>
                <a:cubicBezTo>
                  <a:pt x="92" y="389"/>
                  <a:pt x="92" y="389"/>
                  <a:pt x="91" y="389"/>
                </a:cubicBezTo>
                <a:cubicBezTo>
                  <a:pt x="91" y="389"/>
                  <a:pt x="90" y="390"/>
                  <a:pt x="90" y="390"/>
                </a:cubicBezTo>
                <a:cubicBezTo>
                  <a:pt x="89" y="390"/>
                  <a:pt x="89" y="390"/>
                  <a:pt x="89" y="390"/>
                </a:cubicBezTo>
                <a:cubicBezTo>
                  <a:pt x="88" y="390"/>
                  <a:pt x="88" y="390"/>
                  <a:pt x="88" y="390"/>
                </a:cubicBezTo>
                <a:cubicBezTo>
                  <a:pt x="88" y="390"/>
                  <a:pt x="87" y="389"/>
                  <a:pt x="87" y="389"/>
                </a:cubicBezTo>
                <a:cubicBezTo>
                  <a:pt x="86" y="388"/>
                  <a:pt x="86" y="388"/>
                  <a:pt x="86" y="388"/>
                </a:cubicBezTo>
                <a:cubicBezTo>
                  <a:pt x="86" y="388"/>
                  <a:pt x="85" y="388"/>
                  <a:pt x="85" y="387"/>
                </a:cubicBezTo>
                <a:cubicBezTo>
                  <a:pt x="85" y="387"/>
                  <a:pt x="85" y="387"/>
                  <a:pt x="84" y="386"/>
                </a:cubicBezTo>
                <a:cubicBezTo>
                  <a:pt x="84" y="386"/>
                  <a:pt x="84" y="386"/>
                  <a:pt x="84" y="386"/>
                </a:cubicBezTo>
                <a:cubicBezTo>
                  <a:pt x="84" y="386"/>
                  <a:pt x="84" y="386"/>
                  <a:pt x="84" y="386"/>
                </a:cubicBezTo>
                <a:cubicBezTo>
                  <a:pt x="83" y="386"/>
                  <a:pt x="83" y="387"/>
                  <a:pt x="84" y="387"/>
                </a:cubicBezTo>
                <a:cubicBezTo>
                  <a:pt x="84" y="388"/>
                  <a:pt x="83" y="388"/>
                  <a:pt x="83" y="389"/>
                </a:cubicBezTo>
                <a:cubicBezTo>
                  <a:pt x="82" y="390"/>
                  <a:pt x="81" y="392"/>
                  <a:pt x="81" y="393"/>
                </a:cubicBezTo>
                <a:cubicBezTo>
                  <a:pt x="81" y="394"/>
                  <a:pt x="81" y="394"/>
                  <a:pt x="81" y="395"/>
                </a:cubicBezTo>
                <a:cubicBezTo>
                  <a:pt x="81" y="396"/>
                  <a:pt x="81" y="397"/>
                  <a:pt x="81" y="398"/>
                </a:cubicBezTo>
                <a:cubicBezTo>
                  <a:pt x="81" y="398"/>
                  <a:pt x="81" y="398"/>
                  <a:pt x="81" y="399"/>
                </a:cubicBezTo>
                <a:cubicBezTo>
                  <a:pt x="81" y="399"/>
                  <a:pt x="81" y="399"/>
                  <a:pt x="81" y="399"/>
                </a:cubicBezTo>
                <a:cubicBezTo>
                  <a:pt x="80" y="400"/>
                  <a:pt x="80" y="401"/>
                  <a:pt x="79" y="402"/>
                </a:cubicBezTo>
                <a:cubicBezTo>
                  <a:pt x="78" y="403"/>
                  <a:pt x="77" y="404"/>
                  <a:pt x="77" y="405"/>
                </a:cubicBezTo>
                <a:cubicBezTo>
                  <a:pt x="77" y="405"/>
                  <a:pt x="77" y="405"/>
                  <a:pt x="77" y="406"/>
                </a:cubicBezTo>
                <a:cubicBezTo>
                  <a:pt x="75" y="408"/>
                  <a:pt x="73" y="409"/>
                  <a:pt x="71" y="411"/>
                </a:cubicBezTo>
                <a:cubicBezTo>
                  <a:pt x="71" y="411"/>
                  <a:pt x="71" y="411"/>
                  <a:pt x="71" y="411"/>
                </a:cubicBezTo>
                <a:cubicBezTo>
                  <a:pt x="71" y="412"/>
                  <a:pt x="71" y="412"/>
                  <a:pt x="72" y="412"/>
                </a:cubicBezTo>
                <a:cubicBezTo>
                  <a:pt x="72" y="412"/>
                  <a:pt x="72" y="412"/>
                  <a:pt x="72" y="412"/>
                </a:cubicBezTo>
                <a:cubicBezTo>
                  <a:pt x="72" y="410"/>
                  <a:pt x="74" y="410"/>
                  <a:pt x="75" y="408"/>
                </a:cubicBezTo>
                <a:cubicBezTo>
                  <a:pt x="75" y="408"/>
                  <a:pt x="76" y="407"/>
                  <a:pt x="77" y="408"/>
                </a:cubicBezTo>
                <a:cubicBezTo>
                  <a:pt x="78" y="408"/>
                  <a:pt x="77" y="409"/>
                  <a:pt x="77" y="409"/>
                </a:cubicBezTo>
                <a:cubicBezTo>
                  <a:pt x="77" y="409"/>
                  <a:pt x="77" y="410"/>
                  <a:pt x="78" y="410"/>
                </a:cubicBezTo>
                <a:cubicBezTo>
                  <a:pt x="79" y="410"/>
                  <a:pt x="78" y="410"/>
                  <a:pt x="78" y="411"/>
                </a:cubicBezTo>
                <a:cubicBezTo>
                  <a:pt x="78" y="411"/>
                  <a:pt x="78" y="411"/>
                  <a:pt x="78" y="412"/>
                </a:cubicBezTo>
                <a:cubicBezTo>
                  <a:pt x="78" y="412"/>
                  <a:pt x="78" y="412"/>
                  <a:pt x="79" y="412"/>
                </a:cubicBezTo>
                <a:cubicBezTo>
                  <a:pt x="79" y="411"/>
                  <a:pt x="80" y="411"/>
                  <a:pt x="81" y="411"/>
                </a:cubicBezTo>
                <a:cubicBezTo>
                  <a:pt x="81" y="411"/>
                  <a:pt x="81" y="411"/>
                  <a:pt x="81" y="411"/>
                </a:cubicBezTo>
                <a:cubicBezTo>
                  <a:pt x="81" y="411"/>
                  <a:pt x="81" y="411"/>
                  <a:pt x="81" y="411"/>
                </a:cubicBezTo>
                <a:cubicBezTo>
                  <a:pt x="81" y="411"/>
                  <a:pt x="81" y="411"/>
                  <a:pt x="81" y="411"/>
                </a:cubicBezTo>
                <a:cubicBezTo>
                  <a:pt x="81" y="411"/>
                  <a:pt x="81" y="411"/>
                  <a:pt x="81" y="411"/>
                </a:cubicBezTo>
                <a:cubicBezTo>
                  <a:pt x="81" y="412"/>
                  <a:pt x="79" y="412"/>
                  <a:pt x="81" y="412"/>
                </a:cubicBezTo>
                <a:cubicBezTo>
                  <a:pt x="82" y="412"/>
                  <a:pt x="82" y="413"/>
                  <a:pt x="82" y="413"/>
                </a:cubicBezTo>
                <a:cubicBezTo>
                  <a:pt x="82" y="413"/>
                  <a:pt x="82" y="414"/>
                  <a:pt x="81" y="414"/>
                </a:cubicBezTo>
                <a:cubicBezTo>
                  <a:pt x="81" y="414"/>
                  <a:pt x="81" y="415"/>
                  <a:pt x="81" y="415"/>
                </a:cubicBezTo>
                <a:cubicBezTo>
                  <a:pt x="81" y="415"/>
                  <a:pt x="81" y="415"/>
                  <a:pt x="80" y="415"/>
                </a:cubicBezTo>
                <a:cubicBezTo>
                  <a:pt x="80" y="416"/>
                  <a:pt x="81" y="416"/>
                  <a:pt x="82" y="416"/>
                </a:cubicBezTo>
                <a:cubicBezTo>
                  <a:pt x="82" y="416"/>
                  <a:pt x="82" y="416"/>
                  <a:pt x="82" y="416"/>
                </a:cubicBezTo>
                <a:cubicBezTo>
                  <a:pt x="82" y="416"/>
                  <a:pt x="82" y="416"/>
                  <a:pt x="82" y="416"/>
                </a:cubicBezTo>
                <a:cubicBezTo>
                  <a:pt x="81" y="416"/>
                  <a:pt x="82" y="417"/>
                  <a:pt x="82" y="418"/>
                </a:cubicBezTo>
                <a:cubicBezTo>
                  <a:pt x="82" y="418"/>
                  <a:pt x="82" y="418"/>
                  <a:pt x="82" y="418"/>
                </a:cubicBezTo>
                <a:cubicBezTo>
                  <a:pt x="82" y="418"/>
                  <a:pt x="82" y="418"/>
                  <a:pt x="82" y="418"/>
                </a:cubicBezTo>
                <a:cubicBezTo>
                  <a:pt x="81" y="418"/>
                  <a:pt x="81" y="418"/>
                  <a:pt x="81" y="418"/>
                </a:cubicBezTo>
                <a:cubicBezTo>
                  <a:pt x="81" y="419"/>
                  <a:pt x="82" y="418"/>
                  <a:pt x="82" y="418"/>
                </a:cubicBezTo>
                <a:cubicBezTo>
                  <a:pt x="82" y="418"/>
                  <a:pt x="82" y="418"/>
                  <a:pt x="82" y="418"/>
                </a:cubicBezTo>
                <a:cubicBezTo>
                  <a:pt x="82" y="419"/>
                  <a:pt x="83" y="419"/>
                  <a:pt x="83" y="420"/>
                </a:cubicBezTo>
                <a:cubicBezTo>
                  <a:pt x="83" y="420"/>
                  <a:pt x="83" y="421"/>
                  <a:pt x="83" y="422"/>
                </a:cubicBezTo>
                <a:cubicBezTo>
                  <a:pt x="83" y="422"/>
                  <a:pt x="83" y="422"/>
                  <a:pt x="83" y="422"/>
                </a:cubicBezTo>
                <a:cubicBezTo>
                  <a:pt x="84" y="422"/>
                  <a:pt x="84" y="422"/>
                  <a:pt x="84" y="421"/>
                </a:cubicBezTo>
                <a:cubicBezTo>
                  <a:pt x="83" y="421"/>
                  <a:pt x="84" y="421"/>
                  <a:pt x="84" y="421"/>
                </a:cubicBezTo>
                <a:cubicBezTo>
                  <a:pt x="85" y="421"/>
                  <a:pt x="85" y="420"/>
                  <a:pt x="85" y="420"/>
                </a:cubicBezTo>
                <a:cubicBezTo>
                  <a:pt x="85" y="420"/>
                  <a:pt x="85" y="420"/>
                  <a:pt x="85" y="420"/>
                </a:cubicBezTo>
                <a:cubicBezTo>
                  <a:pt x="86" y="420"/>
                  <a:pt x="86" y="421"/>
                  <a:pt x="86" y="421"/>
                </a:cubicBezTo>
                <a:cubicBezTo>
                  <a:pt x="86" y="421"/>
                  <a:pt x="86" y="421"/>
                  <a:pt x="86" y="421"/>
                </a:cubicBezTo>
                <a:cubicBezTo>
                  <a:pt x="86" y="421"/>
                  <a:pt x="86" y="420"/>
                  <a:pt x="87" y="420"/>
                </a:cubicBezTo>
                <a:cubicBezTo>
                  <a:pt x="87" y="420"/>
                  <a:pt x="88" y="420"/>
                  <a:pt x="88" y="420"/>
                </a:cubicBezTo>
                <a:cubicBezTo>
                  <a:pt x="88" y="420"/>
                  <a:pt x="88" y="420"/>
                  <a:pt x="88" y="420"/>
                </a:cubicBezTo>
                <a:cubicBezTo>
                  <a:pt x="88" y="421"/>
                  <a:pt x="88" y="421"/>
                  <a:pt x="88" y="422"/>
                </a:cubicBezTo>
                <a:cubicBezTo>
                  <a:pt x="88" y="422"/>
                  <a:pt x="87" y="423"/>
                  <a:pt x="88" y="424"/>
                </a:cubicBezTo>
                <a:cubicBezTo>
                  <a:pt x="88" y="424"/>
                  <a:pt x="88" y="424"/>
                  <a:pt x="89" y="424"/>
                </a:cubicBezTo>
                <a:cubicBezTo>
                  <a:pt x="89" y="423"/>
                  <a:pt x="89" y="423"/>
                  <a:pt x="90" y="423"/>
                </a:cubicBezTo>
                <a:cubicBezTo>
                  <a:pt x="91" y="425"/>
                  <a:pt x="92" y="424"/>
                  <a:pt x="92" y="423"/>
                </a:cubicBezTo>
                <a:cubicBezTo>
                  <a:pt x="93" y="422"/>
                  <a:pt x="94" y="422"/>
                  <a:pt x="95" y="423"/>
                </a:cubicBezTo>
                <a:cubicBezTo>
                  <a:pt x="95" y="423"/>
                  <a:pt x="96" y="423"/>
                  <a:pt x="97" y="423"/>
                </a:cubicBezTo>
                <a:cubicBezTo>
                  <a:pt x="96" y="422"/>
                  <a:pt x="96" y="422"/>
                  <a:pt x="95" y="421"/>
                </a:cubicBezTo>
                <a:cubicBezTo>
                  <a:pt x="94" y="421"/>
                  <a:pt x="94" y="420"/>
                  <a:pt x="95" y="420"/>
                </a:cubicBezTo>
                <a:cubicBezTo>
                  <a:pt x="95" y="419"/>
                  <a:pt x="95" y="419"/>
                  <a:pt x="95" y="419"/>
                </a:cubicBezTo>
                <a:cubicBezTo>
                  <a:pt x="94" y="418"/>
                  <a:pt x="94" y="417"/>
                  <a:pt x="94" y="416"/>
                </a:cubicBezTo>
                <a:cubicBezTo>
                  <a:pt x="94" y="415"/>
                  <a:pt x="94" y="415"/>
                  <a:pt x="95" y="415"/>
                </a:cubicBezTo>
                <a:cubicBezTo>
                  <a:pt x="95" y="415"/>
                  <a:pt x="95" y="415"/>
                  <a:pt x="95" y="415"/>
                </a:cubicBezTo>
                <a:cubicBezTo>
                  <a:pt x="96" y="415"/>
                  <a:pt x="96" y="414"/>
                  <a:pt x="96" y="414"/>
                </a:cubicBezTo>
                <a:cubicBezTo>
                  <a:pt x="96" y="414"/>
                  <a:pt x="96" y="414"/>
                  <a:pt x="96" y="413"/>
                </a:cubicBezTo>
                <a:cubicBezTo>
                  <a:pt x="96" y="413"/>
                  <a:pt x="96" y="412"/>
                  <a:pt x="97" y="412"/>
                </a:cubicBezTo>
                <a:cubicBezTo>
                  <a:pt x="97" y="411"/>
                  <a:pt x="97" y="411"/>
                  <a:pt x="97" y="410"/>
                </a:cubicBezTo>
                <a:cubicBezTo>
                  <a:pt x="98" y="409"/>
                  <a:pt x="97" y="407"/>
                  <a:pt x="97" y="406"/>
                </a:cubicBezTo>
                <a:cubicBezTo>
                  <a:pt x="97" y="405"/>
                  <a:pt x="97" y="405"/>
                  <a:pt x="98" y="404"/>
                </a:cubicBezTo>
                <a:cubicBezTo>
                  <a:pt x="98" y="404"/>
                  <a:pt x="98" y="404"/>
                  <a:pt x="98" y="404"/>
                </a:cubicBezTo>
                <a:cubicBezTo>
                  <a:pt x="98" y="403"/>
                  <a:pt x="99" y="403"/>
                  <a:pt x="100" y="403"/>
                </a:cubicBezTo>
                <a:cubicBezTo>
                  <a:pt x="100" y="403"/>
                  <a:pt x="101" y="402"/>
                  <a:pt x="100" y="402"/>
                </a:cubicBezTo>
                <a:cubicBezTo>
                  <a:pt x="100" y="401"/>
                  <a:pt x="101" y="401"/>
                  <a:pt x="101" y="401"/>
                </a:cubicBezTo>
                <a:cubicBezTo>
                  <a:pt x="102" y="400"/>
                  <a:pt x="102" y="400"/>
                  <a:pt x="102" y="399"/>
                </a:cubicBezTo>
                <a:cubicBezTo>
                  <a:pt x="102" y="399"/>
                  <a:pt x="102" y="399"/>
                  <a:pt x="102" y="399"/>
                </a:cubicBezTo>
                <a:cubicBezTo>
                  <a:pt x="102" y="399"/>
                  <a:pt x="102" y="399"/>
                  <a:pt x="102" y="399"/>
                </a:cubicBezTo>
                <a:cubicBezTo>
                  <a:pt x="103" y="398"/>
                  <a:pt x="104" y="398"/>
                  <a:pt x="105" y="397"/>
                </a:cubicBezTo>
                <a:cubicBezTo>
                  <a:pt x="107" y="397"/>
                  <a:pt x="108" y="397"/>
                  <a:pt x="109" y="397"/>
                </a:cubicBezTo>
                <a:cubicBezTo>
                  <a:pt x="109" y="397"/>
                  <a:pt x="109" y="397"/>
                  <a:pt x="109" y="397"/>
                </a:cubicBezTo>
                <a:cubicBezTo>
                  <a:pt x="110" y="397"/>
                  <a:pt x="110" y="397"/>
                  <a:pt x="110" y="397"/>
                </a:cubicBezTo>
                <a:cubicBezTo>
                  <a:pt x="112" y="398"/>
                  <a:pt x="114" y="400"/>
                  <a:pt x="116" y="401"/>
                </a:cubicBezTo>
                <a:cubicBezTo>
                  <a:pt x="117" y="401"/>
                  <a:pt x="117" y="401"/>
                  <a:pt x="117" y="401"/>
                </a:cubicBezTo>
                <a:cubicBezTo>
                  <a:pt x="118" y="402"/>
                  <a:pt x="118" y="402"/>
                  <a:pt x="118" y="402"/>
                </a:cubicBezTo>
                <a:cubicBezTo>
                  <a:pt x="118" y="401"/>
                  <a:pt x="118" y="401"/>
                  <a:pt x="118" y="400"/>
                </a:cubicBezTo>
                <a:cubicBezTo>
                  <a:pt x="118" y="399"/>
                  <a:pt x="118" y="397"/>
                  <a:pt x="118" y="396"/>
                </a:cubicBezTo>
                <a:cubicBezTo>
                  <a:pt x="118" y="395"/>
                  <a:pt x="119" y="394"/>
                  <a:pt x="119" y="393"/>
                </a:cubicBezTo>
                <a:cubicBezTo>
                  <a:pt x="119" y="393"/>
                  <a:pt x="119" y="393"/>
                  <a:pt x="119" y="393"/>
                </a:cubicBezTo>
                <a:cubicBezTo>
                  <a:pt x="119" y="392"/>
                  <a:pt x="119" y="392"/>
                  <a:pt x="119" y="392"/>
                </a:cubicBezTo>
                <a:cubicBezTo>
                  <a:pt x="120" y="391"/>
                  <a:pt x="120" y="391"/>
                  <a:pt x="119" y="391"/>
                </a:cubicBezTo>
                <a:cubicBezTo>
                  <a:pt x="120" y="390"/>
                  <a:pt x="120" y="389"/>
                  <a:pt x="120" y="389"/>
                </a:cubicBezTo>
                <a:cubicBezTo>
                  <a:pt x="121" y="388"/>
                  <a:pt x="121" y="387"/>
                  <a:pt x="122" y="387"/>
                </a:cubicBezTo>
                <a:cubicBezTo>
                  <a:pt x="122" y="387"/>
                  <a:pt x="122" y="387"/>
                  <a:pt x="122" y="386"/>
                </a:cubicBezTo>
                <a:cubicBezTo>
                  <a:pt x="123" y="386"/>
                  <a:pt x="123" y="386"/>
                  <a:pt x="123" y="385"/>
                </a:cubicBezTo>
                <a:cubicBezTo>
                  <a:pt x="124" y="385"/>
                  <a:pt x="124" y="384"/>
                  <a:pt x="125" y="384"/>
                </a:cubicBezTo>
                <a:cubicBezTo>
                  <a:pt x="125" y="383"/>
                  <a:pt x="126" y="383"/>
                  <a:pt x="125" y="383"/>
                </a:cubicBezTo>
                <a:cubicBezTo>
                  <a:pt x="125" y="383"/>
                  <a:pt x="125" y="382"/>
                  <a:pt x="124" y="382"/>
                </a:cubicBezTo>
                <a:close/>
                <a:moveTo>
                  <a:pt x="82" y="416"/>
                </a:moveTo>
                <a:cubicBezTo>
                  <a:pt x="82" y="416"/>
                  <a:pt x="82" y="416"/>
                  <a:pt x="82" y="416"/>
                </a:cubicBezTo>
                <a:cubicBezTo>
                  <a:pt x="82" y="416"/>
                  <a:pt x="82" y="416"/>
                  <a:pt x="82" y="416"/>
                </a:cubicBezTo>
                <a:cubicBezTo>
                  <a:pt x="82" y="416"/>
                  <a:pt x="82" y="416"/>
                  <a:pt x="82" y="416"/>
                </a:cubicBezTo>
                <a:close/>
                <a:moveTo>
                  <a:pt x="70" y="334"/>
                </a:moveTo>
                <a:cubicBezTo>
                  <a:pt x="70" y="334"/>
                  <a:pt x="71" y="333"/>
                  <a:pt x="71" y="333"/>
                </a:cubicBezTo>
                <a:cubicBezTo>
                  <a:pt x="70" y="332"/>
                  <a:pt x="70" y="332"/>
                  <a:pt x="71" y="331"/>
                </a:cubicBezTo>
                <a:cubicBezTo>
                  <a:pt x="70" y="332"/>
                  <a:pt x="69" y="332"/>
                  <a:pt x="68" y="333"/>
                </a:cubicBezTo>
                <a:cubicBezTo>
                  <a:pt x="68" y="334"/>
                  <a:pt x="68" y="334"/>
                  <a:pt x="69" y="334"/>
                </a:cubicBezTo>
                <a:cubicBezTo>
                  <a:pt x="69" y="335"/>
                  <a:pt x="69" y="333"/>
                  <a:pt x="70" y="334"/>
                </a:cubicBezTo>
                <a:close/>
                <a:moveTo>
                  <a:pt x="71" y="333"/>
                </a:moveTo>
                <a:cubicBezTo>
                  <a:pt x="71" y="333"/>
                  <a:pt x="71" y="334"/>
                  <a:pt x="71" y="334"/>
                </a:cubicBezTo>
                <a:cubicBezTo>
                  <a:pt x="72" y="334"/>
                  <a:pt x="72" y="333"/>
                  <a:pt x="72" y="333"/>
                </a:cubicBezTo>
                <a:cubicBezTo>
                  <a:pt x="72" y="332"/>
                  <a:pt x="72" y="332"/>
                  <a:pt x="71" y="332"/>
                </a:cubicBezTo>
                <a:cubicBezTo>
                  <a:pt x="71" y="332"/>
                  <a:pt x="71" y="333"/>
                  <a:pt x="71" y="333"/>
                </a:cubicBezTo>
                <a:close/>
                <a:moveTo>
                  <a:pt x="76" y="329"/>
                </a:moveTo>
                <a:cubicBezTo>
                  <a:pt x="76" y="328"/>
                  <a:pt x="77" y="328"/>
                  <a:pt x="76" y="327"/>
                </a:cubicBezTo>
                <a:cubicBezTo>
                  <a:pt x="76" y="325"/>
                  <a:pt x="74" y="324"/>
                  <a:pt x="73" y="325"/>
                </a:cubicBezTo>
                <a:cubicBezTo>
                  <a:pt x="73" y="325"/>
                  <a:pt x="72" y="326"/>
                  <a:pt x="72" y="327"/>
                </a:cubicBezTo>
                <a:cubicBezTo>
                  <a:pt x="72" y="329"/>
                  <a:pt x="74" y="330"/>
                  <a:pt x="76" y="329"/>
                </a:cubicBezTo>
                <a:close/>
                <a:moveTo>
                  <a:pt x="70" y="335"/>
                </a:moveTo>
                <a:cubicBezTo>
                  <a:pt x="70" y="335"/>
                  <a:pt x="71" y="335"/>
                  <a:pt x="71" y="335"/>
                </a:cubicBezTo>
                <a:cubicBezTo>
                  <a:pt x="71" y="335"/>
                  <a:pt x="71" y="335"/>
                  <a:pt x="70" y="335"/>
                </a:cubicBezTo>
                <a:close/>
                <a:moveTo>
                  <a:pt x="74" y="424"/>
                </a:moveTo>
                <a:cubicBezTo>
                  <a:pt x="73" y="424"/>
                  <a:pt x="73" y="424"/>
                  <a:pt x="73" y="424"/>
                </a:cubicBezTo>
                <a:cubicBezTo>
                  <a:pt x="71" y="425"/>
                  <a:pt x="70" y="424"/>
                  <a:pt x="70" y="423"/>
                </a:cubicBezTo>
                <a:cubicBezTo>
                  <a:pt x="70" y="422"/>
                  <a:pt x="70" y="422"/>
                  <a:pt x="71" y="422"/>
                </a:cubicBezTo>
                <a:cubicBezTo>
                  <a:pt x="71" y="422"/>
                  <a:pt x="72" y="421"/>
                  <a:pt x="72" y="421"/>
                </a:cubicBezTo>
                <a:cubicBezTo>
                  <a:pt x="71" y="421"/>
                  <a:pt x="71" y="420"/>
                  <a:pt x="71" y="421"/>
                </a:cubicBezTo>
                <a:cubicBezTo>
                  <a:pt x="70" y="421"/>
                  <a:pt x="69" y="421"/>
                  <a:pt x="68" y="421"/>
                </a:cubicBezTo>
                <a:cubicBezTo>
                  <a:pt x="68" y="421"/>
                  <a:pt x="68" y="421"/>
                  <a:pt x="68" y="421"/>
                </a:cubicBezTo>
                <a:cubicBezTo>
                  <a:pt x="68" y="421"/>
                  <a:pt x="69" y="420"/>
                  <a:pt x="69" y="420"/>
                </a:cubicBezTo>
                <a:cubicBezTo>
                  <a:pt x="68" y="420"/>
                  <a:pt x="68" y="420"/>
                  <a:pt x="67" y="421"/>
                </a:cubicBezTo>
                <a:cubicBezTo>
                  <a:pt x="67" y="421"/>
                  <a:pt x="67" y="421"/>
                  <a:pt x="67" y="421"/>
                </a:cubicBezTo>
                <a:cubicBezTo>
                  <a:pt x="67" y="419"/>
                  <a:pt x="67" y="418"/>
                  <a:pt x="68" y="416"/>
                </a:cubicBezTo>
                <a:cubicBezTo>
                  <a:pt x="66" y="417"/>
                  <a:pt x="65" y="418"/>
                  <a:pt x="64" y="418"/>
                </a:cubicBezTo>
                <a:cubicBezTo>
                  <a:pt x="63" y="418"/>
                  <a:pt x="62" y="417"/>
                  <a:pt x="61" y="419"/>
                </a:cubicBezTo>
                <a:cubicBezTo>
                  <a:pt x="60" y="419"/>
                  <a:pt x="60" y="419"/>
                  <a:pt x="59" y="418"/>
                </a:cubicBezTo>
                <a:cubicBezTo>
                  <a:pt x="59" y="418"/>
                  <a:pt x="59" y="418"/>
                  <a:pt x="59" y="418"/>
                </a:cubicBezTo>
                <a:cubicBezTo>
                  <a:pt x="59" y="418"/>
                  <a:pt x="58" y="417"/>
                  <a:pt x="58" y="416"/>
                </a:cubicBezTo>
                <a:cubicBezTo>
                  <a:pt x="59" y="416"/>
                  <a:pt x="59" y="416"/>
                  <a:pt x="59" y="416"/>
                </a:cubicBezTo>
                <a:cubicBezTo>
                  <a:pt x="59" y="416"/>
                  <a:pt x="59" y="416"/>
                  <a:pt x="60" y="416"/>
                </a:cubicBezTo>
                <a:cubicBezTo>
                  <a:pt x="60" y="416"/>
                  <a:pt x="61" y="415"/>
                  <a:pt x="61" y="415"/>
                </a:cubicBezTo>
                <a:cubicBezTo>
                  <a:pt x="61" y="414"/>
                  <a:pt x="61" y="414"/>
                  <a:pt x="61" y="414"/>
                </a:cubicBezTo>
                <a:cubicBezTo>
                  <a:pt x="62" y="413"/>
                  <a:pt x="62" y="413"/>
                  <a:pt x="62" y="412"/>
                </a:cubicBezTo>
                <a:cubicBezTo>
                  <a:pt x="62" y="410"/>
                  <a:pt x="61" y="408"/>
                  <a:pt x="59" y="407"/>
                </a:cubicBezTo>
                <a:cubicBezTo>
                  <a:pt x="57" y="407"/>
                  <a:pt x="56" y="407"/>
                  <a:pt x="55" y="409"/>
                </a:cubicBezTo>
                <a:cubicBezTo>
                  <a:pt x="55" y="410"/>
                  <a:pt x="55" y="411"/>
                  <a:pt x="53" y="412"/>
                </a:cubicBezTo>
                <a:cubicBezTo>
                  <a:pt x="52" y="412"/>
                  <a:pt x="52" y="412"/>
                  <a:pt x="51" y="412"/>
                </a:cubicBezTo>
                <a:cubicBezTo>
                  <a:pt x="50" y="412"/>
                  <a:pt x="50" y="411"/>
                  <a:pt x="49" y="412"/>
                </a:cubicBezTo>
                <a:cubicBezTo>
                  <a:pt x="49" y="412"/>
                  <a:pt x="49" y="412"/>
                  <a:pt x="49" y="412"/>
                </a:cubicBezTo>
                <a:cubicBezTo>
                  <a:pt x="49" y="412"/>
                  <a:pt x="49" y="412"/>
                  <a:pt x="49" y="412"/>
                </a:cubicBezTo>
                <a:cubicBezTo>
                  <a:pt x="49" y="412"/>
                  <a:pt x="49" y="412"/>
                  <a:pt x="49" y="412"/>
                </a:cubicBezTo>
                <a:cubicBezTo>
                  <a:pt x="49" y="413"/>
                  <a:pt x="48" y="413"/>
                  <a:pt x="48" y="412"/>
                </a:cubicBezTo>
                <a:cubicBezTo>
                  <a:pt x="48" y="412"/>
                  <a:pt x="47" y="412"/>
                  <a:pt x="46" y="412"/>
                </a:cubicBezTo>
                <a:cubicBezTo>
                  <a:pt x="46" y="411"/>
                  <a:pt x="45" y="411"/>
                  <a:pt x="44" y="410"/>
                </a:cubicBezTo>
                <a:cubicBezTo>
                  <a:pt x="44" y="410"/>
                  <a:pt x="44" y="409"/>
                  <a:pt x="44" y="409"/>
                </a:cubicBezTo>
                <a:cubicBezTo>
                  <a:pt x="43" y="408"/>
                  <a:pt x="43" y="408"/>
                  <a:pt x="42" y="408"/>
                </a:cubicBezTo>
                <a:cubicBezTo>
                  <a:pt x="42" y="408"/>
                  <a:pt x="42" y="408"/>
                  <a:pt x="42" y="408"/>
                </a:cubicBezTo>
                <a:cubicBezTo>
                  <a:pt x="42" y="407"/>
                  <a:pt x="42" y="407"/>
                  <a:pt x="43" y="406"/>
                </a:cubicBezTo>
                <a:cubicBezTo>
                  <a:pt x="43" y="406"/>
                  <a:pt x="43" y="405"/>
                  <a:pt x="43" y="405"/>
                </a:cubicBezTo>
                <a:cubicBezTo>
                  <a:pt x="43" y="405"/>
                  <a:pt x="43" y="404"/>
                  <a:pt x="43" y="404"/>
                </a:cubicBezTo>
                <a:cubicBezTo>
                  <a:pt x="42" y="404"/>
                  <a:pt x="42" y="404"/>
                  <a:pt x="42" y="405"/>
                </a:cubicBezTo>
                <a:cubicBezTo>
                  <a:pt x="42" y="405"/>
                  <a:pt x="42" y="405"/>
                  <a:pt x="41" y="405"/>
                </a:cubicBezTo>
                <a:cubicBezTo>
                  <a:pt x="41" y="405"/>
                  <a:pt x="41" y="405"/>
                  <a:pt x="41" y="405"/>
                </a:cubicBezTo>
                <a:cubicBezTo>
                  <a:pt x="41" y="406"/>
                  <a:pt x="41" y="406"/>
                  <a:pt x="40" y="406"/>
                </a:cubicBezTo>
                <a:cubicBezTo>
                  <a:pt x="40" y="406"/>
                  <a:pt x="39" y="406"/>
                  <a:pt x="38" y="406"/>
                </a:cubicBezTo>
                <a:cubicBezTo>
                  <a:pt x="38" y="406"/>
                  <a:pt x="39" y="406"/>
                  <a:pt x="39" y="406"/>
                </a:cubicBezTo>
                <a:cubicBezTo>
                  <a:pt x="39" y="405"/>
                  <a:pt x="38" y="405"/>
                  <a:pt x="38" y="405"/>
                </a:cubicBezTo>
                <a:cubicBezTo>
                  <a:pt x="38" y="406"/>
                  <a:pt x="37" y="406"/>
                  <a:pt x="36" y="406"/>
                </a:cubicBezTo>
                <a:cubicBezTo>
                  <a:pt x="36" y="406"/>
                  <a:pt x="36" y="407"/>
                  <a:pt x="35" y="407"/>
                </a:cubicBezTo>
                <a:cubicBezTo>
                  <a:pt x="35" y="408"/>
                  <a:pt x="34" y="409"/>
                  <a:pt x="33" y="409"/>
                </a:cubicBezTo>
                <a:cubicBezTo>
                  <a:pt x="33" y="409"/>
                  <a:pt x="33" y="409"/>
                  <a:pt x="32" y="409"/>
                </a:cubicBezTo>
                <a:cubicBezTo>
                  <a:pt x="31" y="411"/>
                  <a:pt x="32" y="412"/>
                  <a:pt x="32" y="413"/>
                </a:cubicBezTo>
                <a:cubicBezTo>
                  <a:pt x="32" y="414"/>
                  <a:pt x="32" y="414"/>
                  <a:pt x="32" y="414"/>
                </a:cubicBezTo>
                <a:cubicBezTo>
                  <a:pt x="32" y="414"/>
                  <a:pt x="32" y="414"/>
                  <a:pt x="32" y="414"/>
                </a:cubicBezTo>
                <a:cubicBezTo>
                  <a:pt x="32" y="416"/>
                  <a:pt x="31" y="418"/>
                  <a:pt x="29" y="418"/>
                </a:cubicBezTo>
                <a:cubicBezTo>
                  <a:pt x="29" y="418"/>
                  <a:pt x="28" y="418"/>
                  <a:pt x="28" y="418"/>
                </a:cubicBezTo>
                <a:cubicBezTo>
                  <a:pt x="27" y="416"/>
                  <a:pt x="27" y="417"/>
                  <a:pt x="27" y="418"/>
                </a:cubicBezTo>
                <a:cubicBezTo>
                  <a:pt x="26" y="418"/>
                  <a:pt x="27" y="419"/>
                  <a:pt x="26" y="419"/>
                </a:cubicBezTo>
                <a:cubicBezTo>
                  <a:pt x="26" y="419"/>
                  <a:pt x="25" y="420"/>
                  <a:pt x="25" y="420"/>
                </a:cubicBezTo>
                <a:cubicBezTo>
                  <a:pt x="26" y="420"/>
                  <a:pt x="26" y="420"/>
                  <a:pt x="26" y="420"/>
                </a:cubicBezTo>
                <a:cubicBezTo>
                  <a:pt x="26" y="420"/>
                  <a:pt x="27" y="420"/>
                  <a:pt x="27" y="420"/>
                </a:cubicBezTo>
                <a:cubicBezTo>
                  <a:pt x="27" y="421"/>
                  <a:pt x="27" y="421"/>
                  <a:pt x="26" y="421"/>
                </a:cubicBezTo>
                <a:cubicBezTo>
                  <a:pt x="26" y="422"/>
                  <a:pt x="25" y="422"/>
                  <a:pt x="25" y="423"/>
                </a:cubicBezTo>
                <a:cubicBezTo>
                  <a:pt x="25" y="423"/>
                  <a:pt x="25" y="423"/>
                  <a:pt x="25" y="424"/>
                </a:cubicBezTo>
                <a:cubicBezTo>
                  <a:pt x="25" y="424"/>
                  <a:pt x="24" y="424"/>
                  <a:pt x="24" y="424"/>
                </a:cubicBezTo>
                <a:cubicBezTo>
                  <a:pt x="23" y="424"/>
                  <a:pt x="23" y="424"/>
                  <a:pt x="23" y="423"/>
                </a:cubicBezTo>
                <a:cubicBezTo>
                  <a:pt x="23" y="423"/>
                  <a:pt x="23" y="422"/>
                  <a:pt x="22" y="422"/>
                </a:cubicBezTo>
                <a:cubicBezTo>
                  <a:pt x="21" y="422"/>
                  <a:pt x="20" y="422"/>
                  <a:pt x="20" y="424"/>
                </a:cubicBezTo>
                <a:cubicBezTo>
                  <a:pt x="20" y="424"/>
                  <a:pt x="21" y="424"/>
                  <a:pt x="20" y="424"/>
                </a:cubicBezTo>
                <a:cubicBezTo>
                  <a:pt x="19" y="424"/>
                  <a:pt x="20" y="425"/>
                  <a:pt x="20" y="425"/>
                </a:cubicBezTo>
                <a:cubicBezTo>
                  <a:pt x="20" y="426"/>
                  <a:pt x="21" y="426"/>
                  <a:pt x="21" y="426"/>
                </a:cubicBezTo>
                <a:cubicBezTo>
                  <a:pt x="21" y="426"/>
                  <a:pt x="21" y="426"/>
                  <a:pt x="21" y="426"/>
                </a:cubicBezTo>
                <a:cubicBezTo>
                  <a:pt x="21" y="426"/>
                  <a:pt x="21" y="426"/>
                  <a:pt x="21" y="427"/>
                </a:cubicBezTo>
                <a:cubicBezTo>
                  <a:pt x="21" y="427"/>
                  <a:pt x="21" y="426"/>
                  <a:pt x="20" y="427"/>
                </a:cubicBezTo>
                <a:cubicBezTo>
                  <a:pt x="21" y="427"/>
                  <a:pt x="21" y="427"/>
                  <a:pt x="21" y="427"/>
                </a:cubicBezTo>
                <a:cubicBezTo>
                  <a:pt x="21" y="427"/>
                  <a:pt x="22" y="427"/>
                  <a:pt x="22" y="427"/>
                </a:cubicBezTo>
                <a:cubicBezTo>
                  <a:pt x="22" y="428"/>
                  <a:pt x="22" y="428"/>
                  <a:pt x="22" y="429"/>
                </a:cubicBezTo>
                <a:cubicBezTo>
                  <a:pt x="21" y="429"/>
                  <a:pt x="21" y="428"/>
                  <a:pt x="21" y="428"/>
                </a:cubicBezTo>
                <a:cubicBezTo>
                  <a:pt x="21" y="428"/>
                  <a:pt x="20" y="428"/>
                  <a:pt x="20" y="428"/>
                </a:cubicBezTo>
                <a:cubicBezTo>
                  <a:pt x="20" y="428"/>
                  <a:pt x="20" y="428"/>
                  <a:pt x="20" y="428"/>
                </a:cubicBezTo>
                <a:cubicBezTo>
                  <a:pt x="20" y="428"/>
                  <a:pt x="20" y="428"/>
                  <a:pt x="20" y="428"/>
                </a:cubicBezTo>
                <a:cubicBezTo>
                  <a:pt x="19" y="429"/>
                  <a:pt x="17" y="428"/>
                  <a:pt x="16" y="428"/>
                </a:cubicBezTo>
                <a:cubicBezTo>
                  <a:pt x="16" y="429"/>
                  <a:pt x="15" y="429"/>
                  <a:pt x="15" y="429"/>
                </a:cubicBezTo>
                <a:cubicBezTo>
                  <a:pt x="16" y="430"/>
                  <a:pt x="16" y="431"/>
                  <a:pt x="16" y="432"/>
                </a:cubicBezTo>
                <a:cubicBezTo>
                  <a:pt x="16" y="433"/>
                  <a:pt x="16" y="433"/>
                  <a:pt x="17" y="433"/>
                </a:cubicBezTo>
                <a:cubicBezTo>
                  <a:pt x="18" y="433"/>
                  <a:pt x="19" y="433"/>
                  <a:pt x="19" y="434"/>
                </a:cubicBezTo>
                <a:cubicBezTo>
                  <a:pt x="19" y="435"/>
                  <a:pt x="20" y="435"/>
                  <a:pt x="20" y="436"/>
                </a:cubicBezTo>
                <a:cubicBezTo>
                  <a:pt x="20" y="435"/>
                  <a:pt x="20" y="435"/>
                  <a:pt x="21" y="435"/>
                </a:cubicBezTo>
                <a:cubicBezTo>
                  <a:pt x="21" y="435"/>
                  <a:pt x="21" y="436"/>
                  <a:pt x="22" y="436"/>
                </a:cubicBezTo>
                <a:cubicBezTo>
                  <a:pt x="22" y="436"/>
                  <a:pt x="22" y="436"/>
                  <a:pt x="22" y="436"/>
                </a:cubicBezTo>
                <a:cubicBezTo>
                  <a:pt x="22" y="436"/>
                  <a:pt x="23" y="436"/>
                  <a:pt x="23" y="436"/>
                </a:cubicBezTo>
                <a:cubicBezTo>
                  <a:pt x="23" y="436"/>
                  <a:pt x="23" y="436"/>
                  <a:pt x="23" y="436"/>
                </a:cubicBezTo>
                <a:cubicBezTo>
                  <a:pt x="24" y="436"/>
                  <a:pt x="24" y="437"/>
                  <a:pt x="24" y="436"/>
                </a:cubicBezTo>
                <a:cubicBezTo>
                  <a:pt x="25" y="436"/>
                  <a:pt x="25" y="436"/>
                  <a:pt x="25" y="436"/>
                </a:cubicBezTo>
                <a:cubicBezTo>
                  <a:pt x="25" y="436"/>
                  <a:pt x="26" y="436"/>
                  <a:pt x="26" y="437"/>
                </a:cubicBezTo>
                <a:cubicBezTo>
                  <a:pt x="26" y="437"/>
                  <a:pt x="26" y="437"/>
                  <a:pt x="26" y="437"/>
                </a:cubicBezTo>
                <a:cubicBezTo>
                  <a:pt x="26" y="438"/>
                  <a:pt x="26" y="438"/>
                  <a:pt x="26" y="438"/>
                </a:cubicBezTo>
                <a:cubicBezTo>
                  <a:pt x="26" y="438"/>
                  <a:pt x="26" y="438"/>
                  <a:pt x="26" y="438"/>
                </a:cubicBezTo>
                <a:cubicBezTo>
                  <a:pt x="26" y="439"/>
                  <a:pt x="27" y="439"/>
                  <a:pt x="27" y="439"/>
                </a:cubicBezTo>
                <a:cubicBezTo>
                  <a:pt x="27" y="439"/>
                  <a:pt x="27" y="439"/>
                  <a:pt x="28" y="440"/>
                </a:cubicBezTo>
                <a:cubicBezTo>
                  <a:pt x="28" y="440"/>
                  <a:pt x="28" y="440"/>
                  <a:pt x="28" y="440"/>
                </a:cubicBezTo>
                <a:cubicBezTo>
                  <a:pt x="28" y="441"/>
                  <a:pt x="27" y="440"/>
                  <a:pt x="27" y="440"/>
                </a:cubicBezTo>
                <a:cubicBezTo>
                  <a:pt x="26" y="440"/>
                  <a:pt x="26" y="440"/>
                  <a:pt x="26" y="440"/>
                </a:cubicBezTo>
                <a:cubicBezTo>
                  <a:pt x="26" y="441"/>
                  <a:pt x="26" y="441"/>
                  <a:pt x="26" y="441"/>
                </a:cubicBezTo>
                <a:cubicBezTo>
                  <a:pt x="25" y="441"/>
                  <a:pt x="25" y="441"/>
                  <a:pt x="25" y="441"/>
                </a:cubicBezTo>
                <a:cubicBezTo>
                  <a:pt x="25" y="441"/>
                  <a:pt x="24" y="441"/>
                  <a:pt x="24" y="441"/>
                </a:cubicBezTo>
                <a:cubicBezTo>
                  <a:pt x="24" y="440"/>
                  <a:pt x="24" y="440"/>
                  <a:pt x="24" y="440"/>
                </a:cubicBezTo>
                <a:cubicBezTo>
                  <a:pt x="24" y="440"/>
                  <a:pt x="24" y="440"/>
                  <a:pt x="24" y="440"/>
                </a:cubicBezTo>
                <a:cubicBezTo>
                  <a:pt x="24" y="439"/>
                  <a:pt x="24" y="439"/>
                  <a:pt x="24" y="439"/>
                </a:cubicBezTo>
                <a:cubicBezTo>
                  <a:pt x="24" y="439"/>
                  <a:pt x="24" y="439"/>
                  <a:pt x="24" y="439"/>
                </a:cubicBezTo>
                <a:cubicBezTo>
                  <a:pt x="24" y="439"/>
                  <a:pt x="24" y="439"/>
                  <a:pt x="24" y="439"/>
                </a:cubicBezTo>
                <a:cubicBezTo>
                  <a:pt x="24" y="439"/>
                  <a:pt x="24" y="439"/>
                  <a:pt x="24" y="438"/>
                </a:cubicBezTo>
                <a:cubicBezTo>
                  <a:pt x="24" y="438"/>
                  <a:pt x="24" y="438"/>
                  <a:pt x="23" y="438"/>
                </a:cubicBezTo>
                <a:cubicBezTo>
                  <a:pt x="23" y="438"/>
                  <a:pt x="23" y="438"/>
                  <a:pt x="23" y="438"/>
                </a:cubicBezTo>
                <a:cubicBezTo>
                  <a:pt x="23" y="438"/>
                  <a:pt x="23" y="438"/>
                  <a:pt x="22" y="438"/>
                </a:cubicBezTo>
                <a:cubicBezTo>
                  <a:pt x="22" y="438"/>
                  <a:pt x="22" y="438"/>
                  <a:pt x="22" y="438"/>
                </a:cubicBezTo>
                <a:cubicBezTo>
                  <a:pt x="22" y="437"/>
                  <a:pt x="22" y="437"/>
                  <a:pt x="22" y="437"/>
                </a:cubicBezTo>
                <a:cubicBezTo>
                  <a:pt x="21" y="437"/>
                  <a:pt x="21" y="437"/>
                  <a:pt x="21" y="436"/>
                </a:cubicBezTo>
                <a:cubicBezTo>
                  <a:pt x="20" y="436"/>
                  <a:pt x="20" y="436"/>
                  <a:pt x="20" y="436"/>
                </a:cubicBezTo>
                <a:cubicBezTo>
                  <a:pt x="20" y="436"/>
                  <a:pt x="20" y="437"/>
                  <a:pt x="20" y="437"/>
                </a:cubicBezTo>
                <a:cubicBezTo>
                  <a:pt x="20" y="439"/>
                  <a:pt x="21" y="442"/>
                  <a:pt x="23" y="442"/>
                </a:cubicBezTo>
                <a:cubicBezTo>
                  <a:pt x="24" y="442"/>
                  <a:pt x="25" y="443"/>
                  <a:pt x="26" y="444"/>
                </a:cubicBezTo>
                <a:cubicBezTo>
                  <a:pt x="26" y="444"/>
                  <a:pt x="26" y="444"/>
                  <a:pt x="26" y="444"/>
                </a:cubicBezTo>
                <a:cubicBezTo>
                  <a:pt x="26" y="444"/>
                  <a:pt x="26" y="444"/>
                  <a:pt x="27" y="445"/>
                </a:cubicBezTo>
                <a:cubicBezTo>
                  <a:pt x="27" y="445"/>
                  <a:pt x="25" y="445"/>
                  <a:pt x="26" y="445"/>
                </a:cubicBezTo>
                <a:cubicBezTo>
                  <a:pt x="27" y="446"/>
                  <a:pt x="26" y="447"/>
                  <a:pt x="26" y="449"/>
                </a:cubicBezTo>
                <a:cubicBezTo>
                  <a:pt x="27" y="447"/>
                  <a:pt x="28" y="446"/>
                  <a:pt x="28" y="444"/>
                </a:cubicBezTo>
                <a:cubicBezTo>
                  <a:pt x="28" y="443"/>
                  <a:pt x="28" y="443"/>
                  <a:pt x="29" y="442"/>
                </a:cubicBezTo>
                <a:cubicBezTo>
                  <a:pt x="29" y="442"/>
                  <a:pt x="29" y="442"/>
                  <a:pt x="30" y="442"/>
                </a:cubicBezTo>
                <a:cubicBezTo>
                  <a:pt x="30" y="442"/>
                  <a:pt x="30" y="442"/>
                  <a:pt x="30" y="442"/>
                </a:cubicBezTo>
                <a:cubicBezTo>
                  <a:pt x="31" y="441"/>
                  <a:pt x="32" y="441"/>
                  <a:pt x="33" y="440"/>
                </a:cubicBezTo>
                <a:cubicBezTo>
                  <a:pt x="34" y="440"/>
                  <a:pt x="34" y="441"/>
                  <a:pt x="34" y="442"/>
                </a:cubicBezTo>
                <a:cubicBezTo>
                  <a:pt x="34" y="442"/>
                  <a:pt x="34" y="442"/>
                  <a:pt x="34" y="443"/>
                </a:cubicBezTo>
                <a:cubicBezTo>
                  <a:pt x="33" y="443"/>
                  <a:pt x="33" y="443"/>
                  <a:pt x="33" y="444"/>
                </a:cubicBezTo>
                <a:cubicBezTo>
                  <a:pt x="34" y="445"/>
                  <a:pt x="34" y="445"/>
                  <a:pt x="35" y="445"/>
                </a:cubicBezTo>
                <a:cubicBezTo>
                  <a:pt x="35" y="445"/>
                  <a:pt x="36" y="445"/>
                  <a:pt x="36" y="444"/>
                </a:cubicBezTo>
                <a:cubicBezTo>
                  <a:pt x="36" y="444"/>
                  <a:pt x="36" y="443"/>
                  <a:pt x="36" y="443"/>
                </a:cubicBezTo>
                <a:cubicBezTo>
                  <a:pt x="38" y="443"/>
                  <a:pt x="38" y="441"/>
                  <a:pt x="38" y="440"/>
                </a:cubicBezTo>
                <a:cubicBezTo>
                  <a:pt x="38" y="440"/>
                  <a:pt x="38" y="440"/>
                  <a:pt x="38" y="439"/>
                </a:cubicBezTo>
                <a:cubicBezTo>
                  <a:pt x="37" y="437"/>
                  <a:pt x="36" y="437"/>
                  <a:pt x="35" y="437"/>
                </a:cubicBezTo>
                <a:cubicBezTo>
                  <a:pt x="35" y="437"/>
                  <a:pt x="34" y="438"/>
                  <a:pt x="33" y="438"/>
                </a:cubicBezTo>
                <a:cubicBezTo>
                  <a:pt x="33" y="438"/>
                  <a:pt x="33" y="438"/>
                  <a:pt x="33" y="438"/>
                </a:cubicBezTo>
                <a:cubicBezTo>
                  <a:pt x="33" y="439"/>
                  <a:pt x="32" y="439"/>
                  <a:pt x="32" y="438"/>
                </a:cubicBezTo>
                <a:cubicBezTo>
                  <a:pt x="31" y="438"/>
                  <a:pt x="32" y="438"/>
                  <a:pt x="32" y="437"/>
                </a:cubicBezTo>
                <a:cubicBezTo>
                  <a:pt x="32" y="437"/>
                  <a:pt x="32" y="436"/>
                  <a:pt x="33" y="436"/>
                </a:cubicBezTo>
                <a:cubicBezTo>
                  <a:pt x="33" y="436"/>
                  <a:pt x="33" y="436"/>
                  <a:pt x="33" y="436"/>
                </a:cubicBezTo>
                <a:cubicBezTo>
                  <a:pt x="33" y="435"/>
                  <a:pt x="33" y="435"/>
                  <a:pt x="33" y="435"/>
                </a:cubicBezTo>
                <a:cubicBezTo>
                  <a:pt x="32" y="434"/>
                  <a:pt x="31" y="433"/>
                  <a:pt x="30" y="433"/>
                </a:cubicBezTo>
                <a:cubicBezTo>
                  <a:pt x="30" y="432"/>
                  <a:pt x="30" y="432"/>
                  <a:pt x="30" y="431"/>
                </a:cubicBezTo>
                <a:cubicBezTo>
                  <a:pt x="31" y="431"/>
                  <a:pt x="32" y="430"/>
                  <a:pt x="32" y="428"/>
                </a:cubicBezTo>
                <a:cubicBezTo>
                  <a:pt x="32" y="429"/>
                  <a:pt x="32" y="429"/>
                  <a:pt x="33" y="430"/>
                </a:cubicBezTo>
                <a:cubicBezTo>
                  <a:pt x="33" y="430"/>
                  <a:pt x="34" y="430"/>
                  <a:pt x="34" y="429"/>
                </a:cubicBezTo>
                <a:cubicBezTo>
                  <a:pt x="34" y="429"/>
                  <a:pt x="34" y="428"/>
                  <a:pt x="34" y="428"/>
                </a:cubicBezTo>
                <a:cubicBezTo>
                  <a:pt x="34" y="428"/>
                  <a:pt x="34" y="428"/>
                  <a:pt x="34" y="428"/>
                </a:cubicBezTo>
                <a:cubicBezTo>
                  <a:pt x="34" y="429"/>
                  <a:pt x="34" y="429"/>
                  <a:pt x="34" y="429"/>
                </a:cubicBezTo>
                <a:cubicBezTo>
                  <a:pt x="35" y="430"/>
                  <a:pt x="35" y="430"/>
                  <a:pt x="35" y="430"/>
                </a:cubicBezTo>
                <a:cubicBezTo>
                  <a:pt x="36" y="431"/>
                  <a:pt x="36" y="431"/>
                  <a:pt x="37" y="431"/>
                </a:cubicBezTo>
                <a:cubicBezTo>
                  <a:pt x="37" y="432"/>
                  <a:pt x="37" y="432"/>
                  <a:pt x="37" y="433"/>
                </a:cubicBezTo>
                <a:cubicBezTo>
                  <a:pt x="37" y="433"/>
                  <a:pt x="37" y="433"/>
                  <a:pt x="37" y="433"/>
                </a:cubicBezTo>
                <a:cubicBezTo>
                  <a:pt x="37" y="433"/>
                  <a:pt x="37" y="433"/>
                  <a:pt x="37" y="433"/>
                </a:cubicBezTo>
                <a:cubicBezTo>
                  <a:pt x="37" y="434"/>
                  <a:pt x="38" y="434"/>
                  <a:pt x="38" y="434"/>
                </a:cubicBezTo>
                <a:cubicBezTo>
                  <a:pt x="38" y="434"/>
                  <a:pt x="39" y="435"/>
                  <a:pt x="39" y="435"/>
                </a:cubicBezTo>
                <a:cubicBezTo>
                  <a:pt x="40" y="436"/>
                  <a:pt x="41" y="436"/>
                  <a:pt x="41" y="436"/>
                </a:cubicBezTo>
                <a:cubicBezTo>
                  <a:pt x="43" y="437"/>
                  <a:pt x="44" y="438"/>
                  <a:pt x="43" y="440"/>
                </a:cubicBezTo>
                <a:cubicBezTo>
                  <a:pt x="42" y="441"/>
                  <a:pt x="41" y="442"/>
                  <a:pt x="41" y="443"/>
                </a:cubicBezTo>
                <a:cubicBezTo>
                  <a:pt x="40" y="443"/>
                  <a:pt x="40" y="443"/>
                  <a:pt x="40" y="443"/>
                </a:cubicBezTo>
                <a:cubicBezTo>
                  <a:pt x="40" y="444"/>
                  <a:pt x="40" y="444"/>
                  <a:pt x="40" y="444"/>
                </a:cubicBezTo>
                <a:cubicBezTo>
                  <a:pt x="41" y="445"/>
                  <a:pt x="41" y="445"/>
                  <a:pt x="41" y="445"/>
                </a:cubicBezTo>
                <a:cubicBezTo>
                  <a:pt x="41" y="444"/>
                  <a:pt x="41" y="444"/>
                  <a:pt x="41" y="444"/>
                </a:cubicBezTo>
                <a:cubicBezTo>
                  <a:pt x="41" y="443"/>
                  <a:pt x="41" y="443"/>
                  <a:pt x="41" y="443"/>
                </a:cubicBezTo>
                <a:cubicBezTo>
                  <a:pt x="41" y="443"/>
                  <a:pt x="41" y="443"/>
                  <a:pt x="41" y="443"/>
                </a:cubicBezTo>
                <a:cubicBezTo>
                  <a:pt x="41" y="443"/>
                  <a:pt x="42" y="443"/>
                  <a:pt x="42" y="443"/>
                </a:cubicBezTo>
                <a:cubicBezTo>
                  <a:pt x="42" y="443"/>
                  <a:pt x="42" y="443"/>
                  <a:pt x="42" y="443"/>
                </a:cubicBezTo>
                <a:cubicBezTo>
                  <a:pt x="42" y="442"/>
                  <a:pt x="44" y="442"/>
                  <a:pt x="45" y="441"/>
                </a:cubicBezTo>
                <a:cubicBezTo>
                  <a:pt x="45" y="442"/>
                  <a:pt x="44" y="442"/>
                  <a:pt x="44" y="442"/>
                </a:cubicBezTo>
                <a:cubicBezTo>
                  <a:pt x="44" y="443"/>
                  <a:pt x="44" y="443"/>
                  <a:pt x="44" y="444"/>
                </a:cubicBezTo>
                <a:cubicBezTo>
                  <a:pt x="43" y="445"/>
                  <a:pt x="44" y="446"/>
                  <a:pt x="45" y="446"/>
                </a:cubicBezTo>
                <a:cubicBezTo>
                  <a:pt x="44" y="446"/>
                  <a:pt x="44" y="447"/>
                  <a:pt x="44" y="447"/>
                </a:cubicBezTo>
                <a:cubicBezTo>
                  <a:pt x="44" y="447"/>
                  <a:pt x="44" y="448"/>
                  <a:pt x="44" y="448"/>
                </a:cubicBezTo>
                <a:cubicBezTo>
                  <a:pt x="44" y="449"/>
                  <a:pt x="44" y="449"/>
                  <a:pt x="44" y="450"/>
                </a:cubicBezTo>
                <a:cubicBezTo>
                  <a:pt x="44" y="450"/>
                  <a:pt x="43" y="451"/>
                  <a:pt x="43" y="452"/>
                </a:cubicBezTo>
                <a:cubicBezTo>
                  <a:pt x="43" y="452"/>
                  <a:pt x="43" y="453"/>
                  <a:pt x="43" y="454"/>
                </a:cubicBezTo>
                <a:cubicBezTo>
                  <a:pt x="42" y="454"/>
                  <a:pt x="42" y="454"/>
                  <a:pt x="42" y="455"/>
                </a:cubicBezTo>
                <a:cubicBezTo>
                  <a:pt x="42" y="455"/>
                  <a:pt x="42" y="455"/>
                  <a:pt x="42" y="455"/>
                </a:cubicBezTo>
                <a:cubicBezTo>
                  <a:pt x="42" y="456"/>
                  <a:pt x="42" y="457"/>
                  <a:pt x="41" y="457"/>
                </a:cubicBezTo>
                <a:cubicBezTo>
                  <a:pt x="41" y="457"/>
                  <a:pt x="40" y="457"/>
                  <a:pt x="40" y="457"/>
                </a:cubicBezTo>
                <a:cubicBezTo>
                  <a:pt x="39" y="457"/>
                  <a:pt x="39" y="457"/>
                  <a:pt x="39" y="458"/>
                </a:cubicBezTo>
                <a:cubicBezTo>
                  <a:pt x="39" y="457"/>
                  <a:pt x="38" y="456"/>
                  <a:pt x="38" y="456"/>
                </a:cubicBezTo>
                <a:cubicBezTo>
                  <a:pt x="38" y="455"/>
                  <a:pt x="37" y="455"/>
                  <a:pt x="37" y="456"/>
                </a:cubicBezTo>
                <a:cubicBezTo>
                  <a:pt x="36" y="457"/>
                  <a:pt x="37" y="458"/>
                  <a:pt x="38" y="458"/>
                </a:cubicBezTo>
                <a:cubicBezTo>
                  <a:pt x="38" y="458"/>
                  <a:pt x="39" y="459"/>
                  <a:pt x="40" y="459"/>
                </a:cubicBezTo>
                <a:cubicBezTo>
                  <a:pt x="39" y="460"/>
                  <a:pt x="39" y="460"/>
                  <a:pt x="40" y="461"/>
                </a:cubicBezTo>
                <a:cubicBezTo>
                  <a:pt x="41" y="462"/>
                  <a:pt x="41" y="463"/>
                  <a:pt x="41" y="464"/>
                </a:cubicBezTo>
                <a:cubicBezTo>
                  <a:pt x="41" y="464"/>
                  <a:pt x="41" y="465"/>
                  <a:pt x="41" y="466"/>
                </a:cubicBezTo>
                <a:cubicBezTo>
                  <a:pt x="41" y="467"/>
                  <a:pt x="41" y="467"/>
                  <a:pt x="42" y="467"/>
                </a:cubicBezTo>
                <a:cubicBezTo>
                  <a:pt x="42" y="467"/>
                  <a:pt x="43" y="467"/>
                  <a:pt x="44" y="468"/>
                </a:cubicBezTo>
                <a:cubicBezTo>
                  <a:pt x="44" y="468"/>
                  <a:pt x="44" y="468"/>
                  <a:pt x="45" y="468"/>
                </a:cubicBezTo>
                <a:cubicBezTo>
                  <a:pt x="45" y="469"/>
                  <a:pt x="45" y="469"/>
                  <a:pt x="46" y="469"/>
                </a:cubicBezTo>
                <a:cubicBezTo>
                  <a:pt x="46" y="471"/>
                  <a:pt x="47" y="472"/>
                  <a:pt x="46" y="474"/>
                </a:cubicBezTo>
                <a:cubicBezTo>
                  <a:pt x="46" y="476"/>
                  <a:pt x="46" y="476"/>
                  <a:pt x="44" y="476"/>
                </a:cubicBezTo>
                <a:cubicBezTo>
                  <a:pt x="43" y="476"/>
                  <a:pt x="43" y="476"/>
                  <a:pt x="43" y="476"/>
                </a:cubicBezTo>
                <a:cubicBezTo>
                  <a:pt x="43" y="476"/>
                  <a:pt x="43" y="477"/>
                  <a:pt x="43" y="477"/>
                </a:cubicBezTo>
                <a:cubicBezTo>
                  <a:pt x="44" y="477"/>
                  <a:pt x="45" y="478"/>
                  <a:pt x="46" y="479"/>
                </a:cubicBezTo>
                <a:cubicBezTo>
                  <a:pt x="46" y="480"/>
                  <a:pt x="47" y="480"/>
                  <a:pt x="47" y="480"/>
                </a:cubicBezTo>
                <a:cubicBezTo>
                  <a:pt x="48" y="479"/>
                  <a:pt x="50" y="479"/>
                  <a:pt x="51" y="479"/>
                </a:cubicBezTo>
                <a:cubicBezTo>
                  <a:pt x="52" y="478"/>
                  <a:pt x="53" y="478"/>
                  <a:pt x="53" y="479"/>
                </a:cubicBezTo>
                <a:cubicBezTo>
                  <a:pt x="53" y="480"/>
                  <a:pt x="53" y="480"/>
                  <a:pt x="54" y="480"/>
                </a:cubicBezTo>
                <a:cubicBezTo>
                  <a:pt x="55" y="480"/>
                  <a:pt x="56" y="479"/>
                  <a:pt x="56" y="478"/>
                </a:cubicBezTo>
                <a:cubicBezTo>
                  <a:pt x="56" y="477"/>
                  <a:pt x="56" y="477"/>
                  <a:pt x="55" y="477"/>
                </a:cubicBezTo>
                <a:cubicBezTo>
                  <a:pt x="54" y="476"/>
                  <a:pt x="53" y="476"/>
                  <a:pt x="53" y="475"/>
                </a:cubicBezTo>
                <a:cubicBezTo>
                  <a:pt x="52" y="474"/>
                  <a:pt x="52" y="474"/>
                  <a:pt x="52" y="474"/>
                </a:cubicBezTo>
                <a:cubicBezTo>
                  <a:pt x="51" y="474"/>
                  <a:pt x="51" y="473"/>
                  <a:pt x="51" y="473"/>
                </a:cubicBezTo>
                <a:cubicBezTo>
                  <a:pt x="51" y="472"/>
                  <a:pt x="51" y="472"/>
                  <a:pt x="50" y="471"/>
                </a:cubicBezTo>
                <a:cubicBezTo>
                  <a:pt x="50" y="471"/>
                  <a:pt x="50" y="470"/>
                  <a:pt x="51" y="469"/>
                </a:cubicBezTo>
                <a:cubicBezTo>
                  <a:pt x="51" y="469"/>
                  <a:pt x="51" y="469"/>
                  <a:pt x="51" y="469"/>
                </a:cubicBezTo>
                <a:cubicBezTo>
                  <a:pt x="51" y="469"/>
                  <a:pt x="51" y="469"/>
                  <a:pt x="51" y="469"/>
                </a:cubicBezTo>
                <a:cubicBezTo>
                  <a:pt x="51" y="468"/>
                  <a:pt x="52" y="467"/>
                  <a:pt x="52" y="465"/>
                </a:cubicBezTo>
                <a:cubicBezTo>
                  <a:pt x="52" y="465"/>
                  <a:pt x="52" y="465"/>
                  <a:pt x="53" y="465"/>
                </a:cubicBezTo>
                <a:cubicBezTo>
                  <a:pt x="53" y="465"/>
                  <a:pt x="54" y="465"/>
                  <a:pt x="54" y="465"/>
                </a:cubicBezTo>
                <a:cubicBezTo>
                  <a:pt x="55" y="465"/>
                  <a:pt x="55" y="465"/>
                  <a:pt x="55" y="465"/>
                </a:cubicBezTo>
                <a:cubicBezTo>
                  <a:pt x="56" y="465"/>
                  <a:pt x="56" y="465"/>
                  <a:pt x="56" y="466"/>
                </a:cubicBezTo>
                <a:cubicBezTo>
                  <a:pt x="56" y="466"/>
                  <a:pt x="56" y="467"/>
                  <a:pt x="56" y="468"/>
                </a:cubicBezTo>
                <a:cubicBezTo>
                  <a:pt x="56" y="468"/>
                  <a:pt x="56" y="468"/>
                  <a:pt x="55" y="469"/>
                </a:cubicBezTo>
                <a:cubicBezTo>
                  <a:pt x="55" y="469"/>
                  <a:pt x="55" y="468"/>
                  <a:pt x="54" y="468"/>
                </a:cubicBezTo>
                <a:cubicBezTo>
                  <a:pt x="54" y="467"/>
                  <a:pt x="54" y="467"/>
                  <a:pt x="53" y="467"/>
                </a:cubicBezTo>
                <a:cubicBezTo>
                  <a:pt x="53" y="468"/>
                  <a:pt x="52" y="468"/>
                  <a:pt x="52" y="469"/>
                </a:cubicBezTo>
                <a:cubicBezTo>
                  <a:pt x="52" y="469"/>
                  <a:pt x="53" y="470"/>
                  <a:pt x="54" y="469"/>
                </a:cubicBezTo>
                <a:cubicBezTo>
                  <a:pt x="54" y="469"/>
                  <a:pt x="55" y="469"/>
                  <a:pt x="55" y="470"/>
                </a:cubicBezTo>
                <a:cubicBezTo>
                  <a:pt x="55" y="471"/>
                  <a:pt x="55" y="471"/>
                  <a:pt x="56" y="471"/>
                </a:cubicBezTo>
                <a:cubicBezTo>
                  <a:pt x="57" y="472"/>
                  <a:pt x="58" y="473"/>
                  <a:pt x="58" y="474"/>
                </a:cubicBezTo>
                <a:cubicBezTo>
                  <a:pt x="59" y="477"/>
                  <a:pt x="59" y="479"/>
                  <a:pt x="58" y="481"/>
                </a:cubicBezTo>
                <a:cubicBezTo>
                  <a:pt x="57" y="482"/>
                  <a:pt x="58" y="482"/>
                  <a:pt x="58" y="483"/>
                </a:cubicBezTo>
                <a:cubicBezTo>
                  <a:pt x="58" y="483"/>
                  <a:pt x="59" y="482"/>
                  <a:pt x="59" y="482"/>
                </a:cubicBezTo>
                <a:cubicBezTo>
                  <a:pt x="59" y="481"/>
                  <a:pt x="60" y="481"/>
                  <a:pt x="60" y="481"/>
                </a:cubicBezTo>
                <a:cubicBezTo>
                  <a:pt x="60" y="480"/>
                  <a:pt x="61" y="480"/>
                  <a:pt x="61" y="480"/>
                </a:cubicBezTo>
                <a:cubicBezTo>
                  <a:pt x="63" y="479"/>
                  <a:pt x="64" y="478"/>
                  <a:pt x="64" y="476"/>
                </a:cubicBezTo>
                <a:cubicBezTo>
                  <a:pt x="64" y="475"/>
                  <a:pt x="65" y="475"/>
                  <a:pt x="65" y="475"/>
                </a:cubicBezTo>
                <a:cubicBezTo>
                  <a:pt x="65" y="474"/>
                  <a:pt x="66" y="474"/>
                  <a:pt x="66" y="474"/>
                </a:cubicBezTo>
                <a:cubicBezTo>
                  <a:pt x="66" y="473"/>
                  <a:pt x="65" y="474"/>
                  <a:pt x="65" y="473"/>
                </a:cubicBezTo>
                <a:cubicBezTo>
                  <a:pt x="66" y="472"/>
                  <a:pt x="65" y="472"/>
                  <a:pt x="64" y="472"/>
                </a:cubicBezTo>
                <a:cubicBezTo>
                  <a:pt x="64" y="472"/>
                  <a:pt x="63" y="472"/>
                  <a:pt x="63" y="472"/>
                </a:cubicBezTo>
                <a:cubicBezTo>
                  <a:pt x="63" y="471"/>
                  <a:pt x="63" y="469"/>
                  <a:pt x="64" y="468"/>
                </a:cubicBezTo>
                <a:cubicBezTo>
                  <a:pt x="64" y="468"/>
                  <a:pt x="65" y="468"/>
                  <a:pt x="65" y="468"/>
                </a:cubicBezTo>
                <a:cubicBezTo>
                  <a:pt x="66" y="468"/>
                  <a:pt x="67" y="469"/>
                  <a:pt x="68" y="469"/>
                </a:cubicBezTo>
                <a:cubicBezTo>
                  <a:pt x="68" y="470"/>
                  <a:pt x="69" y="469"/>
                  <a:pt x="70" y="470"/>
                </a:cubicBezTo>
                <a:cubicBezTo>
                  <a:pt x="70" y="470"/>
                  <a:pt x="70" y="469"/>
                  <a:pt x="70" y="469"/>
                </a:cubicBezTo>
                <a:cubicBezTo>
                  <a:pt x="70" y="468"/>
                  <a:pt x="70" y="468"/>
                  <a:pt x="70" y="467"/>
                </a:cubicBezTo>
                <a:cubicBezTo>
                  <a:pt x="70" y="466"/>
                  <a:pt x="69" y="465"/>
                  <a:pt x="70" y="464"/>
                </a:cubicBezTo>
                <a:cubicBezTo>
                  <a:pt x="71" y="462"/>
                  <a:pt x="70" y="461"/>
                  <a:pt x="70" y="460"/>
                </a:cubicBezTo>
                <a:cubicBezTo>
                  <a:pt x="70" y="459"/>
                  <a:pt x="70" y="458"/>
                  <a:pt x="70" y="458"/>
                </a:cubicBezTo>
                <a:cubicBezTo>
                  <a:pt x="69" y="457"/>
                  <a:pt x="69" y="456"/>
                  <a:pt x="69" y="455"/>
                </a:cubicBezTo>
                <a:cubicBezTo>
                  <a:pt x="69" y="454"/>
                  <a:pt x="69" y="453"/>
                  <a:pt x="69" y="452"/>
                </a:cubicBezTo>
                <a:cubicBezTo>
                  <a:pt x="68" y="452"/>
                  <a:pt x="68" y="451"/>
                  <a:pt x="68" y="451"/>
                </a:cubicBezTo>
                <a:cubicBezTo>
                  <a:pt x="68" y="450"/>
                  <a:pt x="69" y="450"/>
                  <a:pt x="68" y="449"/>
                </a:cubicBezTo>
                <a:cubicBezTo>
                  <a:pt x="68" y="447"/>
                  <a:pt x="68" y="445"/>
                  <a:pt x="68" y="444"/>
                </a:cubicBezTo>
                <a:cubicBezTo>
                  <a:pt x="69" y="443"/>
                  <a:pt x="69" y="442"/>
                  <a:pt x="69" y="441"/>
                </a:cubicBezTo>
                <a:cubicBezTo>
                  <a:pt x="69" y="441"/>
                  <a:pt x="69" y="441"/>
                  <a:pt x="69" y="441"/>
                </a:cubicBezTo>
                <a:cubicBezTo>
                  <a:pt x="69" y="441"/>
                  <a:pt x="68" y="440"/>
                  <a:pt x="68" y="440"/>
                </a:cubicBezTo>
                <a:cubicBezTo>
                  <a:pt x="68" y="439"/>
                  <a:pt x="69" y="439"/>
                  <a:pt x="69" y="438"/>
                </a:cubicBezTo>
                <a:cubicBezTo>
                  <a:pt x="69" y="438"/>
                  <a:pt x="69" y="438"/>
                  <a:pt x="69" y="438"/>
                </a:cubicBezTo>
                <a:cubicBezTo>
                  <a:pt x="70" y="438"/>
                  <a:pt x="70" y="438"/>
                  <a:pt x="69" y="437"/>
                </a:cubicBezTo>
                <a:cubicBezTo>
                  <a:pt x="68" y="437"/>
                  <a:pt x="68" y="435"/>
                  <a:pt x="69" y="435"/>
                </a:cubicBezTo>
                <a:cubicBezTo>
                  <a:pt x="70" y="435"/>
                  <a:pt x="70" y="434"/>
                  <a:pt x="69" y="433"/>
                </a:cubicBezTo>
                <a:cubicBezTo>
                  <a:pt x="70" y="432"/>
                  <a:pt x="71" y="432"/>
                  <a:pt x="71" y="431"/>
                </a:cubicBezTo>
                <a:cubicBezTo>
                  <a:pt x="71" y="430"/>
                  <a:pt x="71" y="430"/>
                  <a:pt x="71" y="429"/>
                </a:cubicBezTo>
                <a:cubicBezTo>
                  <a:pt x="71" y="429"/>
                  <a:pt x="71" y="429"/>
                  <a:pt x="71" y="429"/>
                </a:cubicBezTo>
                <a:cubicBezTo>
                  <a:pt x="72" y="429"/>
                  <a:pt x="73" y="428"/>
                  <a:pt x="73" y="428"/>
                </a:cubicBezTo>
                <a:cubicBezTo>
                  <a:pt x="73" y="427"/>
                  <a:pt x="73" y="427"/>
                  <a:pt x="73" y="427"/>
                </a:cubicBezTo>
                <a:cubicBezTo>
                  <a:pt x="72" y="425"/>
                  <a:pt x="72" y="425"/>
                  <a:pt x="74" y="424"/>
                </a:cubicBezTo>
                <a:close/>
                <a:moveTo>
                  <a:pt x="170" y="251"/>
                </a:moveTo>
                <a:cubicBezTo>
                  <a:pt x="171" y="251"/>
                  <a:pt x="171" y="251"/>
                  <a:pt x="172" y="251"/>
                </a:cubicBezTo>
                <a:cubicBezTo>
                  <a:pt x="172" y="251"/>
                  <a:pt x="172" y="250"/>
                  <a:pt x="172" y="250"/>
                </a:cubicBezTo>
                <a:cubicBezTo>
                  <a:pt x="174" y="250"/>
                  <a:pt x="175" y="248"/>
                  <a:pt x="175" y="246"/>
                </a:cubicBezTo>
                <a:cubicBezTo>
                  <a:pt x="176" y="246"/>
                  <a:pt x="176" y="244"/>
                  <a:pt x="176" y="243"/>
                </a:cubicBezTo>
                <a:cubicBezTo>
                  <a:pt x="176" y="243"/>
                  <a:pt x="176" y="242"/>
                  <a:pt x="176" y="242"/>
                </a:cubicBezTo>
                <a:cubicBezTo>
                  <a:pt x="175" y="241"/>
                  <a:pt x="175" y="242"/>
                  <a:pt x="174" y="242"/>
                </a:cubicBezTo>
                <a:cubicBezTo>
                  <a:pt x="174" y="242"/>
                  <a:pt x="174" y="243"/>
                  <a:pt x="173" y="242"/>
                </a:cubicBezTo>
                <a:cubicBezTo>
                  <a:pt x="173" y="242"/>
                  <a:pt x="173" y="242"/>
                  <a:pt x="173" y="241"/>
                </a:cubicBezTo>
                <a:cubicBezTo>
                  <a:pt x="173" y="241"/>
                  <a:pt x="173" y="240"/>
                  <a:pt x="173" y="239"/>
                </a:cubicBezTo>
                <a:cubicBezTo>
                  <a:pt x="173" y="238"/>
                  <a:pt x="173" y="237"/>
                  <a:pt x="173" y="236"/>
                </a:cubicBezTo>
                <a:cubicBezTo>
                  <a:pt x="173" y="235"/>
                  <a:pt x="173" y="235"/>
                  <a:pt x="172" y="235"/>
                </a:cubicBezTo>
                <a:cubicBezTo>
                  <a:pt x="172" y="235"/>
                  <a:pt x="171" y="235"/>
                  <a:pt x="171" y="236"/>
                </a:cubicBezTo>
                <a:cubicBezTo>
                  <a:pt x="171" y="236"/>
                  <a:pt x="171" y="237"/>
                  <a:pt x="171" y="237"/>
                </a:cubicBezTo>
                <a:cubicBezTo>
                  <a:pt x="170" y="239"/>
                  <a:pt x="169" y="241"/>
                  <a:pt x="169" y="243"/>
                </a:cubicBezTo>
                <a:cubicBezTo>
                  <a:pt x="169" y="244"/>
                  <a:pt x="169" y="245"/>
                  <a:pt x="169" y="246"/>
                </a:cubicBezTo>
                <a:cubicBezTo>
                  <a:pt x="169" y="246"/>
                  <a:pt x="169" y="246"/>
                  <a:pt x="169" y="246"/>
                </a:cubicBezTo>
                <a:cubicBezTo>
                  <a:pt x="170" y="246"/>
                  <a:pt x="170" y="246"/>
                  <a:pt x="170" y="246"/>
                </a:cubicBezTo>
                <a:cubicBezTo>
                  <a:pt x="170" y="245"/>
                  <a:pt x="171" y="245"/>
                  <a:pt x="171" y="246"/>
                </a:cubicBezTo>
                <a:cubicBezTo>
                  <a:pt x="171" y="246"/>
                  <a:pt x="172" y="246"/>
                  <a:pt x="172" y="246"/>
                </a:cubicBezTo>
                <a:cubicBezTo>
                  <a:pt x="170" y="248"/>
                  <a:pt x="172" y="250"/>
                  <a:pt x="170" y="251"/>
                </a:cubicBezTo>
                <a:close/>
                <a:moveTo>
                  <a:pt x="9" y="441"/>
                </a:moveTo>
                <a:cubicBezTo>
                  <a:pt x="8" y="442"/>
                  <a:pt x="8" y="442"/>
                  <a:pt x="8" y="441"/>
                </a:cubicBezTo>
                <a:cubicBezTo>
                  <a:pt x="8" y="440"/>
                  <a:pt x="8" y="440"/>
                  <a:pt x="8" y="439"/>
                </a:cubicBezTo>
                <a:cubicBezTo>
                  <a:pt x="7" y="439"/>
                  <a:pt x="7" y="440"/>
                  <a:pt x="7" y="440"/>
                </a:cubicBezTo>
                <a:cubicBezTo>
                  <a:pt x="7" y="441"/>
                  <a:pt x="6" y="441"/>
                  <a:pt x="7" y="442"/>
                </a:cubicBezTo>
                <a:cubicBezTo>
                  <a:pt x="7" y="442"/>
                  <a:pt x="7" y="442"/>
                  <a:pt x="7" y="442"/>
                </a:cubicBezTo>
                <a:cubicBezTo>
                  <a:pt x="6" y="443"/>
                  <a:pt x="7" y="444"/>
                  <a:pt x="7" y="444"/>
                </a:cubicBezTo>
                <a:cubicBezTo>
                  <a:pt x="8" y="445"/>
                  <a:pt x="8" y="446"/>
                  <a:pt x="8" y="447"/>
                </a:cubicBezTo>
                <a:cubicBezTo>
                  <a:pt x="9" y="446"/>
                  <a:pt x="9" y="445"/>
                  <a:pt x="9" y="444"/>
                </a:cubicBezTo>
                <a:cubicBezTo>
                  <a:pt x="8" y="444"/>
                  <a:pt x="8" y="444"/>
                  <a:pt x="9" y="444"/>
                </a:cubicBezTo>
                <a:cubicBezTo>
                  <a:pt x="9" y="443"/>
                  <a:pt x="10" y="442"/>
                  <a:pt x="10" y="442"/>
                </a:cubicBezTo>
                <a:cubicBezTo>
                  <a:pt x="10" y="441"/>
                  <a:pt x="10" y="441"/>
                  <a:pt x="9" y="441"/>
                </a:cubicBezTo>
                <a:close/>
                <a:moveTo>
                  <a:pt x="15" y="428"/>
                </a:moveTo>
                <a:cubicBezTo>
                  <a:pt x="15" y="428"/>
                  <a:pt x="15" y="428"/>
                  <a:pt x="14" y="428"/>
                </a:cubicBezTo>
                <a:cubicBezTo>
                  <a:pt x="14" y="428"/>
                  <a:pt x="14" y="428"/>
                  <a:pt x="14" y="429"/>
                </a:cubicBezTo>
                <a:cubicBezTo>
                  <a:pt x="14" y="429"/>
                  <a:pt x="14" y="430"/>
                  <a:pt x="13" y="430"/>
                </a:cubicBezTo>
                <a:cubicBezTo>
                  <a:pt x="13" y="430"/>
                  <a:pt x="13" y="431"/>
                  <a:pt x="13" y="431"/>
                </a:cubicBezTo>
                <a:cubicBezTo>
                  <a:pt x="13" y="432"/>
                  <a:pt x="13" y="433"/>
                  <a:pt x="12" y="434"/>
                </a:cubicBezTo>
                <a:cubicBezTo>
                  <a:pt x="12" y="434"/>
                  <a:pt x="13" y="434"/>
                  <a:pt x="13" y="435"/>
                </a:cubicBezTo>
                <a:cubicBezTo>
                  <a:pt x="13" y="435"/>
                  <a:pt x="14" y="435"/>
                  <a:pt x="14" y="434"/>
                </a:cubicBezTo>
                <a:cubicBezTo>
                  <a:pt x="14" y="434"/>
                  <a:pt x="14" y="433"/>
                  <a:pt x="15" y="433"/>
                </a:cubicBezTo>
                <a:cubicBezTo>
                  <a:pt x="15" y="432"/>
                  <a:pt x="14" y="432"/>
                  <a:pt x="14" y="431"/>
                </a:cubicBezTo>
                <a:cubicBezTo>
                  <a:pt x="15" y="431"/>
                  <a:pt x="15" y="430"/>
                  <a:pt x="15" y="429"/>
                </a:cubicBezTo>
                <a:cubicBezTo>
                  <a:pt x="15" y="429"/>
                  <a:pt x="15" y="429"/>
                  <a:pt x="15" y="428"/>
                </a:cubicBezTo>
                <a:close/>
                <a:moveTo>
                  <a:pt x="19" y="437"/>
                </a:moveTo>
                <a:cubicBezTo>
                  <a:pt x="19" y="437"/>
                  <a:pt x="18" y="437"/>
                  <a:pt x="18" y="438"/>
                </a:cubicBezTo>
                <a:cubicBezTo>
                  <a:pt x="19" y="438"/>
                  <a:pt x="19" y="437"/>
                  <a:pt x="19" y="437"/>
                </a:cubicBezTo>
                <a:cubicBezTo>
                  <a:pt x="19" y="437"/>
                  <a:pt x="19" y="437"/>
                  <a:pt x="19" y="437"/>
                </a:cubicBezTo>
                <a:close/>
                <a:moveTo>
                  <a:pt x="16" y="435"/>
                </a:moveTo>
                <a:cubicBezTo>
                  <a:pt x="16" y="435"/>
                  <a:pt x="16" y="435"/>
                  <a:pt x="16" y="435"/>
                </a:cubicBezTo>
                <a:cubicBezTo>
                  <a:pt x="16" y="435"/>
                  <a:pt x="16" y="435"/>
                  <a:pt x="16" y="435"/>
                </a:cubicBezTo>
                <a:cubicBezTo>
                  <a:pt x="16" y="435"/>
                  <a:pt x="17" y="435"/>
                  <a:pt x="17" y="435"/>
                </a:cubicBezTo>
                <a:cubicBezTo>
                  <a:pt x="17" y="435"/>
                  <a:pt x="16" y="435"/>
                  <a:pt x="16" y="435"/>
                </a:cubicBezTo>
                <a:close/>
                <a:moveTo>
                  <a:pt x="4" y="447"/>
                </a:moveTo>
                <a:cubicBezTo>
                  <a:pt x="5" y="447"/>
                  <a:pt x="5" y="447"/>
                  <a:pt x="6" y="448"/>
                </a:cubicBezTo>
                <a:cubicBezTo>
                  <a:pt x="6" y="447"/>
                  <a:pt x="6" y="447"/>
                  <a:pt x="6" y="446"/>
                </a:cubicBezTo>
                <a:cubicBezTo>
                  <a:pt x="5" y="446"/>
                  <a:pt x="5" y="447"/>
                  <a:pt x="4" y="447"/>
                </a:cubicBezTo>
                <a:close/>
                <a:moveTo>
                  <a:pt x="4" y="450"/>
                </a:moveTo>
                <a:cubicBezTo>
                  <a:pt x="4" y="450"/>
                  <a:pt x="4" y="450"/>
                  <a:pt x="3" y="450"/>
                </a:cubicBezTo>
                <a:cubicBezTo>
                  <a:pt x="3" y="449"/>
                  <a:pt x="3" y="450"/>
                  <a:pt x="3" y="450"/>
                </a:cubicBezTo>
                <a:cubicBezTo>
                  <a:pt x="2" y="451"/>
                  <a:pt x="2" y="452"/>
                  <a:pt x="1" y="451"/>
                </a:cubicBezTo>
                <a:cubicBezTo>
                  <a:pt x="0" y="450"/>
                  <a:pt x="0" y="451"/>
                  <a:pt x="0" y="451"/>
                </a:cubicBezTo>
                <a:cubicBezTo>
                  <a:pt x="0" y="452"/>
                  <a:pt x="0" y="453"/>
                  <a:pt x="1" y="453"/>
                </a:cubicBezTo>
                <a:cubicBezTo>
                  <a:pt x="1" y="454"/>
                  <a:pt x="1" y="454"/>
                  <a:pt x="1" y="454"/>
                </a:cubicBezTo>
                <a:cubicBezTo>
                  <a:pt x="1" y="455"/>
                  <a:pt x="0" y="455"/>
                  <a:pt x="0" y="455"/>
                </a:cubicBezTo>
                <a:cubicBezTo>
                  <a:pt x="1" y="455"/>
                  <a:pt x="1" y="455"/>
                  <a:pt x="1" y="455"/>
                </a:cubicBezTo>
                <a:cubicBezTo>
                  <a:pt x="2" y="455"/>
                  <a:pt x="3" y="455"/>
                  <a:pt x="4" y="455"/>
                </a:cubicBezTo>
                <a:cubicBezTo>
                  <a:pt x="4" y="454"/>
                  <a:pt x="4" y="453"/>
                  <a:pt x="5" y="453"/>
                </a:cubicBezTo>
                <a:cubicBezTo>
                  <a:pt x="5" y="453"/>
                  <a:pt x="6" y="453"/>
                  <a:pt x="6" y="453"/>
                </a:cubicBezTo>
                <a:cubicBezTo>
                  <a:pt x="6" y="452"/>
                  <a:pt x="6" y="452"/>
                  <a:pt x="5" y="452"/>
                </a:cubicBezTo>
                <a:cubicBezTo>
                  <a:pt x="5" y="452"/>
                  <a:pt x="5" y="451"/>
                  <a:pt x="4" y="450"/>
                </a:cubicBezTo>
                <a:close/>
                <a:moveTo>
                  <a:pt x="4" y="448"/>
                </a:moveTo>
                <a:cubicBezTo>
                  <a:pt x="4" y="448"/>
                  <a:pt x="4" y="448"/>
                  <a:pt x="4" y="449"/>
                </a:cubicBezTo>
                <a:cubicBezTo>
                  <a:pt x="4" y="449"/>
                  <a:pt x="4" y="449"/>
                  <a:pt x="5" y="449"/>
                </a:cubicBezTo>
                <a:cubicBezTo>
                  <a:pt x="5" y="449"/>
                  <a:pt x="5" y="449"/>
                  <a:pt x="5" y="449"/>
                </a:cubicBezTo>
                <a:cubicBezTo>
                  <a:pt x="5" y="448"/>
                  <a:pt x="5" y="448"/>
                  <a:pt x="4" y="448"/>
                </a:cubicBezTo>
                <a:close/>
                <a:moveTo>
                  <a:pt x="7" y="449"/>
                </a:moveTo>
                <a:cubicBezTo>
                  <a:pt x="7" y="449"/>
                  <a:pt x="8" y="449"/>
                  <a:pt x="8" y="449"/>
                </a:cubicBezTo>
                <a:cubicBezTo>
                  <a:pt x="8" y="449"/>
                  <a:pt x="8" y="449"/>
                  <a:pt x="7" y="448"/>
                </a:cubicBezTo>
                <a:cubicBezTo>
                  <a:pt x="7" y="449"/>
                  <a:pt x="7" y="449"/>
                  <a:pt x="7" y="449"/>
                </a:cubicBezTo>
                <a:close/>
                <a:moveTo>
                  <a:pt x="6" y="436"/>
                </a:moveTo>
                <a:cubicBezTo>
                  <a:pt x="5" y="436"/>
                  <a:pt x="5" y="436"/>
                  <a:pt x="5" y="437"/>
                </a:cubicBezTo>
                <a:cubicBezTo>
                  <a:pt x="5" y="437"/>
                  <a:pt x="5" y="437"/>
                  <a:pt x="5" y="437"/>
                </a:cubicBezTo>
                <a:cubicBezTo>
                  <a:pt x="6" y="437"/>
                  <a:pt x="6" y="437"/>
                  <a:pt x="6" y="436"/>
                </a:cubicBezTo>
                <a:close/>
                <a:moveTo>
                  <a:pt x="7" y="444"/>
                </a:moveTo>
                <a:cubicBezTo>
                  <a:pt x="7" y="444"/>
                  <a:pt x="7" y="444"/>
                  <a:pt x="7" y="444"/>
                </a:cubicBezTo>
                <a:cubicBezTo>
                  <a:pt x="6" y="444"/>
                  <a:pt x="6" y="445"/>
                  <a:pt x="6" y="446"/>
                </a:cubicBezTo>
                <a:cubicBezTo>
                  <a:pt x="6" y="446"/>
                  <a:pt x="7" y="447"/>
                  <a:pt x="7" y="446"/>
                </a:cubicBezTo>
                <a:cubicBezTo>
                  <a:pt x="8" y="446"/>
                  <a:pt x="7" y="445"/>
                  <a:pt x="7" y="445"/>
                </a:cubicBezTo>
                <a:cubicBezTo>
                  <a:pt x="7" y="445"/>
                  <a:pt x="7" y="445"/>
                  <a:pt x="7" y="444"/>
                </a:cubicBezTo>
                <a:close/>
                <a:moveTo>
                  <a:pt x="7" y="437"/>
                </a:moveTo>
                <a:cubicBezTo>
                  <a:pt x="7" y="437"/>
                  <a:pt x="7" y="437"/>
                  <a:pt x="7" y="437"/>
                </a:cubicBezTo>
                <a:cubicBezTo>
                  <a:pt x="7" y="437"/>
                  <a:pt x="7" y="437"/>
                  <a:pt x="7" y="437"/>
                </a:cubicBezTo>
                <a:cubicBezTo>
                  <a:pt x="7" y="437"/>
                  <a:pt x="7" y="437"/>
                  <a:pt x="7" y="437"/>
                </a:cubicBezTo>
                <a:cubicBezTo>
                  <a:pt x="7" y="437"/>
                  <a:pt x="7" y="437"/>
                  <a:pt x="7" y="437"/>
                </a:cubicBezTo>
                <a:close/>
                <a:moveTo>
                  <a:pt x="12" y="430"/>
                </a:moveTo>
                <a:cubicBezTo>
                  <a:pt x="12" y="430"/>
                  <a:pt x="12" y="430"/>
                  <a:pt x="12" y="429"/>
                </a:cubicBezTo>
                <a:cubicBezTo>
                  <a:pt x="12" y="429"/>
                  <a:pt x="12" y="429"/>
                  <a:pt x="12" y="429"/>
                </a:cubicBezTo>
                <a:cubicBezTo>
                  <a:pt x="12" y="429"/>
                  <a:pt x="12" y="429"/>
                  <a:pt x="12" y="430"/>
                </a:cubicBezTo>
                <a:cubicBezTo>
                  <a:pt x="12" y="430"/>
                  <a:pt x="12" y="430"/>
                  <a:pt x="12" y="430"/>
                </a:cubicBezTo>
                <a:close/>
                <a:moveTo>
                  <a:pt x="7" y="435"/>
                </a:moveTo>
                <a:cubicBezTo>
                  <a:pt x="7" y="435"/>
                  <a:pt x="7" y="434"/>
                  <a:pt x="7" y="434"/>
                </a:cubicBezTo>
                <a:cubicBezTo>
                  <a:pt x="6" y="434"/>
                  <a:pt x="6" y="434"/>
                  <a:pt x="6" y="434"/>
                </a:cubicBezTo>
                <a:cubicBezTo>
                  <a:pt x="6" y="434"/>
                  <a:pt x="6" y="435"/>
                  <a:pt x="5" y="435"/>
                </a:cubicBezTo>
                <a:cubicBezTo>
                  <a:pt x="6" y="435"/>
                  <a:pt x="6" y="435"/>
                  <a:pt x="7" y="435"/>
                </a:cubicBezTo>
                <a:close/>
                <a:moveTo>
                  <a:pt x="14" y="426"/>
                </a:moveTo>
                <a:cubicBezTo>
                  <a:pt x="14" y="426"/>
                  <a:pt x="14" y="426"/>
                  <a:pt x="14" y="426"/>
                </a:cubicBezTo>
                <a:cubicBezTo>
                  <a:pt x="14" y="426"/>
                  <a:pt x="13" y="426"/>
                  <a:pt x="13" y="426"/>
                </a:cubicBezTo>
                <a:cubicBezTo>
                  <a:pt x="13" y="426"/>
                  <a:pt x="14" y="427"/>
                  <a:pt x="14" y="426"/>
                </a:cubicBezTo>
                <a:close/>
                <a:moveTo>
                  <a:pt x="19" y="426"/>
                </a:moveTo>
                <a:cubicBezTo>
                  <a:pt x="19" y="426"/>
                  <a:pt x="19" y="426"/>
                  <a:pt x="19" y="426"/>
                </a:cubicBezTo>
                <a:cubicBezTo>
                  <a:pt x="19" y="426"/>
                  <a:pt x="19" y="426"/>
                  <a:pt x="19" y="426"/>
                </a:cubicBezTo>
                <a:cubicBezTo>
                  <a:pt x="19" y="426"/>
                  <a:pt x="19" y="426"/>
                  <a:pt x="19" y="426"/>
                </a:cubicBezTo>
                <a:cubicBezTo>
                  <a:pt x="19" y="426"/>
                  <a:pt x="19" y="426"/>
                  <a:pt x="19" y="426"/>
                </a:cubicBezTo>
                <a:close/>
                <a:moveTo>
                  <a:pt x="16" y="419"/>
                </a:moveTo>
                <a:cubicBezTo>
                  <a:pt x="16" y="418"/>
                  <a:pt x="17" y="418"/>
                  <a:pt x="17" y="417"/>
                </a:cubicBezTo>
                <a:cubicBezTo>
                  <a:pt x="16" y="416"/>
                  <a:pt x="16" y="415"/>
                  <a:pt x="15" y="415"/>
                </a:cubicBezTo>
                <a:cubicBezTo>
                  <a:pt x="15" y="415"/>
                  <a:pt x="14" y="415"/>
                  <a:pt x="14" y="416"/>
                </a:cubicBezTo>
                <a:cubicBezTo>
                  <a:pt x="14" y="416"/>
                  <a:pt x="14" y="418"/>
                  <a:pt x="15" y="418"/>
                </a:cubicBezTo>
                <a:cubicBezTo>
                  <a:pt x="15" y="418"/>
                  <a:pt x="15" y="419"/>
                  <a:pt x="16" y="419"/>
                </a:cubicBezTo>
                <a:close/>
                <a:moveTo>
                  <a:pt x="37" y="453"/>
                </a:moveTo>
                <a:cubicBezTo>
                  <a:pt x="38" y="452"/>
                  <a:pt x="38" y="451"/>
                  <a:pt x="37" y="450"/>
                </a:cubicBezTo>
                <a:cubicBezTo>
                  <a:pt x="37" y="450"/>
                  <a:pt x="37" y="450"/>
                  <a:pt x="37" y="450"/>
                </a:cubicBezTo>
                <a:cubicBezTo>
                  <a:pt x="38" y="450"/>
                  <a:pt x="39" y="449"/>
                  <a:pt x="41" y="450"/>
                </a:cubicBezTo>
                <a:cubicBezTo>
                  <a:pt x="41" y="450"/>
                  <a:pt x="41" y="450"/>
                  <a:pt x="41" y="449"/>
                </a:cubicBezTo>
                <a:cubicBezTo>
                  <a:pt x="41" y="448"/>
                  <a:pt x="42" y="447"/>
                  <a:pt x="42" y="446"/>
                </a:cubicBezTo>
                <a:cubicBezTo>
                  <a:pt x="42" y="445"/>
                  <a:pt x="41" y="445"/>
                  <a:pt x="41" y="445"/>
                </a:cubicBezTo>
                <a:cubicBezTo>
                  <a:pt x="40" y="445"/>
                  <a:pt x="40" y="446"/>
                  <a:pt x="40" y="446"/>
                </a:cubicBezTo>
                <a:cubicBezTo>
                  <a:pt x="39" y="446"/>
                  <a:pt x="39" y="446"/>
                  <a:pt x="39" y="447"/>
                </a:cubicBezTo>
                <a:cubicBezTo>
                  <a:pt x="38" y="447"/>
                  <a:pt x="37" y="448"/>
                  <a:pt x="37" y="449"/>
                </a:cubicBezTo>
                <a:cubicBezTo>
                  <a:pt x="36" y="448"/>
                  <a:pt x="36" y="448"/>
                  <a:pt x="36" y="448"/>
                </a:cubicBezTo>
                <a:cubicBezTo>
                  <a:pt x="35" y="446"/>
                  <a:pt x="35" y="446"/>
                  <a:pt x="33" y="448"/>
                </a:cubicBezTo>
                <a:cubicBezTo>
                  <a:pt x="32" y="449"/>
                  <a:pt x="32" y="450"/>
                  <a:pt x="32" y="452"/>
                </a:cubicBezTo>
                <a:cubicBezTo>
                  <a:pt x="32" y="453"/>
                  <a:pt x="32" y="454"/>
                  <a:pt x="33" y="454"/>
                </a:cubicBezTo>
                <a:cubicBezTo>
                  <a:pt x="34" y="454"/>
                  <a:pt x="33" y="454"/>
                  <a:pt x="33" y="455"/>
                </a:cubicBezTo>
                <a:cubicBezTo>
                  <a:pt x="33" y="456"/>
                  <a:pt x="34" y="456"/>
                  <a:pt x="34" y="457"/>
                </a:cubicBezTo>
                <a:cubicBezTo>
                  <a:pt x="35" y="456"/>
                  <a:pt x="36" y="456"/>
                  <a:pt x="36" y="455"/>
                </a:cubicBezTo>
                <a:cubicBezTo>
                  <a:pt x="36" y="455"/>
                  <a:pt x="36" y="454"/>
                  <a:pt x="36" y="453"/>
                </a:cubicBezTo>
                <a:cubicBezTo>
                  <a:pt x="36" y="453"/>
                  <a:pt x="36" y="453"/>
                  <a:pt x="37" y="453"/>
                </a:cubicBezTo>
                <a:close/>
                <a:moveTo>
                  <a:pt x="38" y="453"/>
                </a:moveTo>
                <a:cubicBezTo>
                  <a:pt x="38" y="453"/>
                  <a:pt x="38" y="454"/>
                  <a:pt x="39" y="454"/>
                </a:cubicBezTo>
                <a:cubicBezTo>
                  <a:pt x="39" y="454"/>
                  <a:pt x="39" y="453"/>
                  <a:pt x="39" y="453"/>
                </a:cubicBezTo>
                <a:cubicBezTo>
                  <a:pt x="39" y="453"/>
                  <a:pt x="39" y="453"/>
                  <a:pt x="39" y="453"/>
                </a:cubicBezTo>
                <a:cubicBezTo>
                  <a:pt x="38" y="453"/>
                  <a:pt x="38" y="453"/>
                  <a:pt x="38" y="453"/>
                </a:cubicBezTo>
                <a:close/>
                <a:moveTo>
                  <a:pt x="41" y="450"/>
                </a:moveTo>
                <a:cubicBezTo>
                  <a:pt x="40" y="451"/>
                  <a:pt x="40" y="451"/>
                  <a:pt x="40" y="452"/>
                </a:cubicBezTo>
                <a:cubicBezTo>
                  <a:pt x="41" y="451"/>
                  <a:pt x="41" y="451"/>
                  <a:pt x="41" y="450"/>
                </a:cubicBezTo>
                <a:close/>
                <a:moveTo>
                  <a:pt x="86" y="426"/>
                </a:moveTo>
                <a:cubicBezTo>
                  <a:pt x="86" y="426"/>
                  <a:pt x="86" y="426"/>
                  <a:pt x="86" y="426"/>
                </a:cubicBezTo>
                <a:cubicBezTo>
                  <a:pt x="86" y="426"/>
                  <a:pt x="86" y="427"/>
                  <a:pt x="86" y="427"/>
                </a:cubicBezTo>
                <a:cubicBezTo>
                  <a:pt x="87" y="427"/>
                  <a:pt x="87" y="426"/>
                  <a:pt x="87" y="426"/>
                </a:cubicBezTo>
                <a:cubicBezTo>
                  <a:pt x="87" y="426"/>
                  <a:pt x="86" y="426"/>
                  <a:pt x="86" y="426"/>
                </a:cubicBezTo>
                <a:close/>
                <a:moveTo>
                  <a:pt x="33" y="466"/>
                </a:moveTo>
                <a:cubicBezTo>
                  <a:pt x="33" y="466"/>
                  <a:pt x="33" y="467"/>
                  <a:pt x="33" y="467"/>
                </a:cubicBezTo>
                <a:cubicBezTo>
                  <a:pt x="33" y="467"/>
                  <a:pt x="34" y="467"/>
                  <a:pt x="34" y="468"/>
                </a:cubicBezTo>
                <a:cubicBezTo>
                  <a:pt x="34" y="468"/>
                  <a:pt x="35" y="467"/>
                  <a:pt x="35" y="467"/>
                </a:cubicBezTo>
                <a:cubicBezTo>
                  <a:pt x="35" y="467"/>
                  <a:pt x="35" y="467"/>
                  <a:pt x="35" y="467"/>
                </a:cubicBezTo>
                <a:cubicBezTo>
                  <a:pt x="35" y="467"/>
                  <a:pt x="33" y="466"/>
                  <a:pt x="33" y="466"/>
                </a:cubicBezTo>
                <a:close/>
                <a:moveTo>
                  <a:pt x="67" y="486"/>
                </a:moveTo>
                <a:cubicBezTo>
                  <a:pt x="67" y="486"/>
                  <a:pt x="67" y="487"/>
                  <a:pt x="67" y="487"/>
                </a:cubicBezTo>
                <a:cubicBezTo>
                  <a:pt x="67" y="487"/>
                  <a:pt x="67" y="488"/>
                  <a:pt x="67" y="488"/>
                </a:cubicBezTo>
                <a:cubicBezTo>
                  <a:pt x="67" y="489"/>
                  <a:pt x="66" y="489"/>
                  <a:pt x="66" y="489"/>
                </a:cubicBezTo>
                <a:cubicBezTo>
                  <a:pt x="66" y="490"/>
                  <a:pt x="66" y="490"/>
                  <a:pt x="66" y="491"/>
                </a:cubicBezTo>
                <a:cubicBezTo>
                  <a:pt x="67" y="491"/>
                  <a:pt x="67" y="491"/>
                  <a:pt x="67" y="492"/>
                </a:cubicBezTo>
                <a:cubicBezTo>
                  <a:pt x="67" y="493"/>
                  <a:pt x="67" y="493"/>
                  <a:pt x="67" y="494"/>
                </a:cubicBezTo>
                <a:cubicBezTo>
                  <a:pt x="67" y="495"/>
                  <a:pt x="67" y="495"/>
                  <a:pt x="66" y="495"/>
                </a:cubicBezTo>
                <a:cubicBezTo>
                  <a:pt x="66" y="496"/>
                  <a:pt x="66" y="496"/>
                  <a:pt x="66" y="496"/>
                </a:cubicBezTo>
                <a:cubicBezTo>
                  <a:pt x="66" y="497"/>
                  <a:pt x="66" y="497"/>
                  <a:pt x="67" y="497"/>
                </a:cubicBezTo>
                <a:cubicBezTo>
                  <a:pt x="67" y="498"/>
                  <a:pt x="67" y="498"/>
                  <a:pt x="67" y="499"/>
                </a:cubicBezTo>
                <a:cubicBezTo>
                  <a:pt x="68" y="498"/>
                  <a:pt x="68" y="498"/>
                  <a:pt x="68" y="498"/>
                </a:cubicBezTo>
                <a:cubicBezTo>
                  <a:pt x="69" y="498"/>
                  <a:pt x="70" y="498"/>
                  <a:pt x="69" y="497"/>
                </a:cubicBezTo>
                <a:cubicBezTo>
                  <a:pt x="69" y="496"/>
                  <a:pt x="69" y="496"/>
                  <a:pt x="69" y="496"/>
                </a:cubicBezTo>
                <a:cubicBezTo>
                  <a:pt x="69" y="496"/>
                  <a:pt x="68" y="496"/>
                  <a:pt x="68" y="495"/>
                </a:cubicBezTo>
                <a:cubicBezTo>
                  <a:pt x="68" y="495"/>
                  <a:pt x="68" y="494"/>
                  <a:pt x="69" y="493"/>
                </a:cubicBezTo>
                <a:cubicBezTo>
                  <a:pt x="69" y="493"/>
                  <a:pt x="69" y="493"/>
                  <a:pt x="69" y="493"/>
                </a:cubicBezTo>
                <a:cubicBezTo>
                  <a:pt x="69" y="492"/>
                  <a:pt x="69" y="493"/>
                  <a:pt x="69" y="492"/>
                </a:cubicBezTo>
                <a:cubicBezTo>
                  <a:pt x="69" y="491"/>
                  <a:pt x="69" y="491"/>
                  <a:pt x="69" y="490"/>
                </a:cubicBezTo>
                <a:cubicBezTo>
                  <a:pt x="69" y="489"/>
                  <a:pt x="69" y="489"/>
                  <a:pt x="69" y="488"/>
                </a:cubicBezTo>
                <a:cubicBezTo>
                  <a:pt x="69" y="488"/>
                  <a:pt x="69" y="488"/>
                  <a:pt x="69" y="487"/>
                </a:cubicBezTo>
                <a:cubicBezTo>
                  <a:pt x="69" y="487"/>
                  <a:pt x="68" y="486"/>
                  <a:pt x="68" y="486"/>
                </a:cubicBezTo>
                <a:cubicBezTo>
                  <a:pt x="68" y="485"/>
                  <a:pt x="67" y="486"/>
                  <a:pt x="67" y="486"/>
                </a:cubicBezTo>
                <a:close/>
                <a:moveTo>
                  <a:pt x="31" y="473"/>
                </a:moveTo>
                <a:cubicBezTo>
                  <a:pt x="31" y="473"/>
                  <a:pt x="31" y="474"/>
                  <a:pt x="32" y="474"/>
                </a:cubicBezTo>
                <a:cubicBezTo>
                  <a:pt x="32" y="474"/>
                  <a:pt x="32" y="473"/>
                  <a:pt x="32" y="473"/>
                </a:cubicBezTo>
                <a:cubicBezTo>
                  <a:pt x="32" y="472"/>
                  <a:pt x="32" y="471"/>
                  <a:pt x="33" y="470"/>
                </a:cubicBezTo>
                <a:cubicBezTo>
                  <a:pt x="31" y="471"/>
                  <a:pt x="31" y="472"/>
                  <a:pt x="31" y="473"/>
                </a:cubicBezTo>
                <a:close/>
                <a:moveTo>
                  <a:pt x="62" y="499"/>
                </a:moveTo>
                <a:cubicBezTo>
                  <a:pt x="61" y="499"/>
                  <a:pt x="61" y="499"/>
                  <a:pt x="60" y="499"/>
                </a:cubicBezTo>
                <a:cubicBezTo>
                  <a:pt x="60" y="499"/>
                  <a:pt x="60" y="499"/>
                  <a:pt x="60" y="499"/>
                </a:cubicBezTo>
                <a:cubicBezTo>
                  <a:pt x="60" y="499"/>
                  <a:pt x="59" y="499"/>
                  <a:pt x="59" y="499"/>
                </a:cubicBezTo>
                <a:cubicBezTo>
                  <a:pt x="59" y="499"/>
                  <a:pt x="59" y="499"/>
                  <a:pt x="59" y="499"/>
                </a:cubicBezTo>
                <a:cubicBezTo>
                  <a:pt x="58" y="498"/>
                  <a:pt x="57" y="499"/>
                  <a:pt x="57" y="500"/>
                </a:cubicBezTo>
                <a:cubicBezTo>
                  <a:pt x="57" y="500"/>
                  <a:pt x="57" y="500"/>
                  <a:pt x="57" y="501"/>
                </a:cubicBezTo>
                <a:cubicBezTo>
                  <a:pt x="57" y="501"/>
                  <a:pt x="57" y="501"/>
                  <a:pt x="56" y="501"/>
                </a:cubicBezTo>
                <a:cubicBezTo>
                  <a:pt x="56" y="501"/>
                  <a:pt x="56" y="502"/>
                  <a:pt x="57" y="502"/>
                </a:cubicBezTo>
                <a:cubicBezTo>
                  <a:pt x="57" y="502"/>
                  <a:pt x="57" y="503"/>
                  <a:pt x="58" y="503"/>
                </a:cubicBezTo>
                <a:cubicBezTo>
                  <a:pt x="58" y="504"/>
                  <a:pt x="58" y="504"/>
                  <a:pt x="59" y="504"/>
                </a:cubicBezTo>
                <a:cubicBezTo>
                  <a:pt x="59" y="505"/>
                  <a:pt x="60" y="504"/>
                  <a:pt x="60" y="504"/>
                </a:cubicBezTo>
                <a:cubicBezTo>
                  <a:pt x="61" y="504"/>
                  <a:pt x="62" y="504"/>
                  <a:pt x="62" y="503"/>
                </a:cubicBezTo>
                <a:cubicBezTo>
                  <a:pt x="62" y="503"/>
                  <a:pt x="63" y="502"/>
                  <a:pt x="63" y="501"/>
                </a:cubicBezTo>
                <a:cubicBezTo>
                  <a:pt x="63" y="500"/>
                  <a:pt x="62" y="500"/>
                  <a:pt x="62" y="500"/>
                </a:cubicBezTo>
                <a:cubicBezTo>
                  <a:pt x="62" y="499"/>
                  <a:pt x="62" y="499"/>
                  <a:pt x="62" y="499"/>
                </a:cubicBezTo>
                <a:close/>
                <a:moveTo>
                  <a:pt x="107" y="369"/>
                </a:moveTo>
                <a:cubicBezTo>
                  <a:pt x="107" y="369"/>
                  <a:pt x="108" y="369"/>
                  <a:pt x="108" y="369"/>
                </a:cubicBezTo>
                <a:cubicBezTo>
                  <a:pt x="108" y="369"/>
                  <a:pt x="109" y="369"/>
                  <a:pt x="109" y="369"/>
                </a:cubicBezTo>
                <a:cubicBezTo>
                  <a:pt x="109" y="369"/>
                  <a:pt x="109" y="369"/>
                  <a:pt x="109" y="369"/>
                </a:cubicBezTo>
                <a:cubicBezTo>
                  <a:pt x="109" y="369"/>
                  <a:pt x="110" y="370"/>
                  <a:pt x="110" y="370"/>
                </a:cubicBezTo>
                <a:cubicBezTo>
                  <a:pt x="110" y="370"/>
                  <a:pt x="110" y="370"/>
                  <a:pt x="110" y="370"/>
                </a:cubicBezTo>
                <a:cubicBezTo>
                  <a:pt x="110" y="370"/>
                  <a:pt x="110" y="370"/>
                  <a:pt x="110" y="370"/>
                </a:cubicBezTo>
                <a:cubicBezTo>
                  <a:pt x="110" y="370"/>
                  <a:pt x="110" y="369"/>
                  <a:pt x="110" y="369"/>
                </a:cubicBezTo>
                <a:cubicBezTo>
                  <a:pt x="110" y="369"/>
                  <a:pt x="110" y="369"/>
                  <a:pt x="110" y="369"/>
                </a:cubicBezTo>
                <a:cubicBezTo>
                  <a:pt x="111" y="368"/>
                  <a:pt x="111" y="368"/>
                  <a:pt x="111" y="368"/>
                </a:cubicBezTo>
                <a:cubicBezTo>
                  <a:pt x="111" y="368"/>
                  <a:pt x="111" y="368"/>
                  <a:pt x="112" y="369"/>
                </a:cubicBezTo>
                <a:cubicBezTo>
                  <a:pt x="112" y="369"/>
                  <a:pt x="112" y="368"/>
                  <a:pt x="112" y="368"/>
                </a:cubicBezTo>
                <a:cubicBezTo>
                  <a:pt x="112" y="368"/>
                  <a:pt x="111" y="368"/>
                  <a:pt x="111" y="368"/>
                </a:cubicBezTo>
                <a:cubicBezTo>
                  <a:pt x="111" y="367"/>
                  <a:pt x="112" y="367"/>
                  <a:pt x="112" y="367"/>
                </a:cubicBezTo>
                <a:cubicBezTo>
                  <a:pt x="112" y="367"/>
                  <a:pt x="112" y="366"/>
                  <a:pt x="112" y="366"/>
                </a:cubicBezTo>
                <a:cubicBezTo>
                  <a:pt x="112" y="366"/>
                  <a:pt x="112" y="366"/>
                  <a:pt x="111" y="366"/>
                </a:cubicBezTo>
                <a:cubicBezTo>
                  <a:pt x="111" y="366"/>
                  <a:pt x="111" y="366"/>
                  <a:pt x="111" y="366"/>
                </a:cubicBezTo>
                <a:cubicBezTo>
                  <a:pt x="110" y="366"/>
                  <a:pt x="110" y="366"/>
                  <a:pt x="110" y="366"/>
                </a:cubicBezTo>
                <a:cubicBezTo>
                  <a:pt x="110" y="367"/>
                  <a:pt x="110" y="367"/>
                  <a:pt x="110" y="367"/>
                </a:cubicBezTo>
                <a:cubicBezTo>
                  <a:pt x="110" y="367"/>
                  <a:pt x="109" y="367"/>
                  <a:pt x="109" y="367"/>
                </a:cubicBezTo>
                <a:cubicBezTo>
                  <a:pt x="109" y="367"/>
                  <a:pt x="109" y="367"/>
                  <a:pt x="109" y="367"/>
                </a:cubicBezTo>
                <a:cubicBezTo>
                  <a:pt x="109" y="367"/>
                  <a:pt x="108" y="368"/>
                  <a:pt x="108" y="368"/>
                </a:cubicBezTo>
                <a:cubicBezTo>
                  <a:pt x="108" y="368"/>
                  <a:pt x="108" y="368"/>
                  <a:pt x="108" y="368"/>
                </a:cubicBezTo>
                <a:cubicBezTo>
                  <a:pt x="108" y="368"/>
                  <a:pt x="108" y="368"/>
                  <a:pt x="108" y="368"/>
                </a:cubicBezTo>
                <a:cubicBezTo>
                  <a:pt x="108" y="369"/>
                  <a:pt x="108" y="369"/>
                  <a:pt x="108" y="369"/>
                </a:cubicBezTo>
                <a:cubicBezTo>
                  <a:pt x="108" y="369"/>
                  <a:pt x="107" y="369"/>
                  <a:pt x="107" y="369"/>
                </a:cubicBezTo>
                <a:close/>
                <a:moveTo>
                  <a:pt x="240" y="177"/>
                </a:moveTo>
                <a:cubicBezTo>
                  <a:pt x="241" y="177"/>
                  <a:pt x="241" y="176"/>
                  <a:pt x="240" y="176"/>
                </a:cubicBezTo>
                <a:cubicBezTo>
                  <a:pt x="239" y="176"/>
                  <a:pt x="240" y="176"/>
                  <a:pt x="239" y="175"/>
                </a:cubicBezTo>
                <a:cubicBezTo>
                  <a:pt x="239" y="175"/>
                  <a:pt x="239" y="174"/>
                  <a:pt x="239" y="174"/>
                </a:cubicBezTo>
                <a:cubicBezTo>
                  <a:pt x="238" y="174"/>
                  <a:pt x="238" y="175"/>
                  <a:pt x="238" y="175"/>
                </a:cubicBezTo>
                <a:cubicBezTo>
                  <a:pt x="238" y="175"/>
                  <a:pt x="238" y="175"/>
                  <a:pt x="238" y="175"/>
                </a:cubicBezTo>
                <a:cubicBezTo>
                  <a:pt x="238" y="175"/>
                  <a:pt x="238" y="175"/>
                  <a:pt x="238" y="175"/>
                </a:cubicBezTo>
                <a:cubicBezTo>
                  <a:pt x="238" y="175"/>
                  <a:pt x="237" y="175"/>
                  <a:pt x="237" y="174"/>
                </a:cubicBezTo>
                <a:cubicBezTo>
                  <a:pt x="237" y="174"/>
                  <a:pt x="237" y="173"/>
                  <a:pt x="237" y="172"/>
                </a:cubicBezTo>
                <a:cubicBezTo>
                  <a:pt x="237" y="172"/>
                  <a:pt x="237" y="171"/>
                  <a:pt x="237" y="171"/>
                </a:cubicBezTo>
                <a:cubicBezTo>
                  <a:pt x="237" y="171"/>
                  <a:pt x="237" y="170"/>
                  <a:pt x="237" y="170"/>
                </a:cubicBezTo>
                <a:cubicBezTo>
                  <a:pt x="236" y="170"/>
                  <a:pt x="237" y="169"/>
                  <a:pt x="236" y="169"/>
                </a:cubicBezTo>
                <a:cubicBezTo>
                  <a:pt x="236" y="168"/>
                  <a:pt x="235" y="167"/>
                  <a:pt x="235" y="166"/>
                </a:cubicBezTo>
                <a:cubicBezTo>
                  <a:pt x="235" y="166"/>
                  <a:pt x="235" y="166"/>
                  <a:pt x="235" y="165"/>
                </a:cubicBezTo>
                <a:cubicBezTo>
                  <a:pt x="234" y="164"/>
                  <a:pt x="233" y="165"/>
                  <a:pt x="233" y="164"/>
                </a:cubicBezTo>
                <a:cubicBezTo>
                  <a:pt x="233" y="164"/>
                  <a:pt x="233" y="164"/>
                  <a:pt x="233" y="164"/>
                </a:cubicBezTo>
                <a:cubicBezTo>
                  <a:pt x="232" y="163"/>
                  <a:pt x="231" y="163"/>
                  <a:pt x="231" y="162"/>
                </a:cubicBezTo>
                <a:cubicBezTo>
                  <a:pt x="231" y="161"/>
                  <a:pt x="231" y="161"/>
                  <a:pt x="230" y="160"/>
                </a:cubicBezTo>
                <a:cubicBezTo>
                  <a:pt x="230" y="160"/>
                  <a:pt x="229" y="160"/>
                  <a:pt x="229" y="159"/>
                </a:cubicBezTo>
                <a:cubicBezTo>
                  <a:pt x="230" y="158"/>
                  <a:pt x="229" y="158"/>
                  <a:pt x="228" y="157"/>
                </a:cubicBezTo>
                <a:cubicBezTo>
                  <a:pt x="228" y="157"/>
                  <a:pt x="228" y="157"/>
                  <a:pt x="227" y="156"/>
                </a:cubicBezTo>
                <a:cubicBezTo>
                  <a:pt x="227" y="155"/>
                  <a:pt x="226" y="154"/>
                  <a:pt x="224" y="153"/>
                </a:cubicBezTo>
                <a:cubicBezTo>
                  <a:pt x="224" y="154"/>
                  <a:pt x="224" y="153"/>
                  <a:pt x="224" y="154"/>
                </a:cubicBezTo>
                <a:cubicBezTo>
                  <a:pt x="224" y="154"/>
                  <a:pt x="224" y="154"/>
                  <a:pt x="224" y="154"/>
                </a:cubicBezTo>
                <a:cubicBezTo>
                  <a:pt x="223" y="153"/>
                  <a:pt x="222" y="151"/>
                  <a:pt x="221" y="152"/>
                </a:cubicBezTo>
                <a:cubicBezTo>
                  <a:pt x="220" y="152"/>
                  <a:pt x="220" y="152"/>
                  <a:pt x="220" y="152"/>
                </a:cubicBezTo>
                <a:cubicBezTo>
                  <a:pt x="220" y="152"/>
                  <a:pt x="220" y="152"/>
                  <a:pt x="220" y="152"/>
                </a:cubicBezTo>
                <a:cubicBezTo>
                  <a:pt x="218" y="150"/>
                  <a:pt x="217" y="149"/>
                  <a:pt x="216" y="147"/>
                </a:cubicBezTo>
                <a:cubicBezTo>
                  <a:pt x="215" y="145"/>
                  <a:pt x="214" y="142"/>
                  <a:pt x="213" y="140"/>
                </a:cubicBezTo>
                <a:cubicBezTo>
                  <a:pt x="213" y="138"/>
                  <a:pt x="213" y="137"/>
                  <a:pt x="212" y="136"/>
                </a:cubicBezTo>
                <a:cubicBezTo>
                  <a:pt x="212" y="134"/>
                  <a:pt x="212" y="133"/>
                  <a:pt x="211" y="131"/>
                </a:cubicBezTo>
                <a:cubicBezTo>
                  <a:pt x="211" y="129"/>
                  <a:pt x="212" y="128"/>
                  <a:pt x="211" y="126"/>
                </a:cubicBezTo>
                <a:cubicBezTo>
                  <a:pt x="211" y="127"/>
                  <a:pt x="210" y="127"/>
                  <a:pt x="210" y="128"/>
                </a:cubicBezTo>
                <a:cubicBezTo>
                  <a:pt x="209" y="130"/>
                  <a:pt x="207" y="130"/>
                  <a:pt x="206" y="129"/>
                </a:cubicBezTo>
                <a:cubicBezTo>
                  <a:pt x="204" y="128"/>
                  <a:pt x="202" y="127"/>
                  <a:pt x="200" y="127"/>
                </a:cubicBezTo>
                <a:cubicBezTo>
                  <a:pt x="200" y="127"/>
                  <a:pt x="199" y="127"/>
                  <a:pt x="199" y="127"/>
                </a:cubicBezTo>
                <a:cubicBezTo>
                  <a:pt x="199" y="127"/>
                  <a:pt x="198" y="127"/>
                  <a:pt x="198" y="127"/>
                </a:cubicBezTo>
                <a:cubicBezTo>
                  <a:pt x="198" y="127"/>
                  <a:pt x="198" y="127"/>
                  <a:pt x="198" y="127"/>
                </a:cubicBezTo>
                <a:cubicBezTo>
                  <a:pt x="198" y="128"/>
                  <a:pt x="198" y="129"/>
                  <a:pt x="198" y="130"/>
                </a:cubicBezTo>
                <a:cubicBezTo>
                  <a:pt x="197" y="130"/>
                  <a:pt x="197" y="131"/>
                  <a:pt x="197" y="131"/>
                </a:cubicBezTo>
                <a:cubicBezTo>
                  <a:pt x="198" y="133"/>
                  <a:pt x="198" y="136"/>
                  <a:pt x="198" y="138"/>
                </a:cubicBezTo>
                <a:cubicBezTo>
                  <a:pt x="198" y="138"/>
                  <a:pt x="198" y="139"/>
                  <a:pt x="199" y="139"/>
                </a:cubicBezTo>
                <a:cubicBezTo>
                  <a:pt x="199" y="139"/>
                  <a:pt x="200" y="139"/>
                  <a:pt x="200" y="138"/>
                </a:cubicBezTo>
                <a:cubicBezTo>
                  <a:pt x="201" y="138"/>
                  <a:pt x="202" y="137"/>
                  <a:pt x="203" y="136"/>
                </a:cubicBezTo>
                <a:cubicBezTo>
                  <a:pt x="205" y="136"/>
                  <a:pt x="206" y="135"/>
                  <a:pt x="206" y="133"/>
                </a:cubicBezTo>
                <a:cubicBezTo>
                  <a:pt x="206" y="133"/>
                  <a:pt x="206" y="133"/>
                  <a:pt x="206" y="133"/>
                </a:cubicBezTo>
                <a:cubicBezTo>
                  <a:pt x="207" y="133"/>
                  <a:pt x="209" y="135"/>
                  <a:pt x="209" y="136"/>
                </a:cubicBezTo>
                <a:cubicBezTo>
                  <a:pt x="209" y="137"/>
                  <a:pt x="210" y="139"/>
                  <a:pt x="210" y="140"/>
                </a:cubicBezTo>
                <a:cubicBezTo>
                  <a:pt x="210" y="141"/>
                  <a:pt x="210" y="142"/>
                  <a:pt x="209" y="143"/>
                </a:cubicBezTo>
                <a:cubicBezTo>
                  <a:pt x="209" y="144"/>
                  <a:pt x="209" y="145"/>
                  <a:pt x="208" y="145"/>
                </a:cubicBezTo>
                <a:cubicBezTo>
                  <a:pt x="207" y="144"/>
                  <a:pt x="206" y="144"/>
                  <a:pt x="205" y="144"/>
                </a:cubicBezTo>
                <a:cubicBezTo>
                  <a:pt x="205" y="144"/>
                  <a:pt x="205" y="144"/>
                  <a:pt x="205" y="144"/>
                </a:cubicBezTo>
                <a:cubicBezTo>
                  <a:pt x="205" y="144"/>
                  <a:pt x="205" y="144"/>
                  <a:pt x="205" y="144"/>
                </a:cubicBezTo>
                <a:cubicBezTo>
                  <a:pt x="204" y="143"/>
                  <a:pt x="203" y="142"/>
                  <a:pt x="202" y="142"/>
                </a:cubicBezTo>
                <a:cubicBezTo>
                  <a:pt x="201" y="143"/>
                  <a:pt x="202" y="144"/>
                  <a:pt x="202" y="144"/>
                </a:cubicBezTo>
                <a:cubicBezTo>
                  <a:pt x="202" y="144"/>
                  <a:pt x="202" y="145"/>
                  <a:pt x="202" y="145"/>
                </a:cubicBezTo>
                <a:cubicBezTo>
                  <a:pt x="202" y="146"/>
                  <a:pt x="202" y="146"/>
                  <a:pt x="202" y="147"/>
                </a:cubicBezTo>
                <a:cubicBezTo>
                  <a:pt x="202" y="148"/>
                  <a:pt x="201" y="148"/>
                  <a:pt x="200" y="149"/>
                </a:cubicBezTo>
                <a:cubicBezTo>
                  <a:pt x="200" y="148"/>
                  <a:pt x="200" y="148"/>
                  <a:pt x="199" y="148"/>
                </a:cubicBezTo>
                <a:cubicBezTo>
                  <a:pt x="199" y="148"/>
                  <a:pt x="199" y="148"/>
                  <a:pt x="199" y="148"/>
                </a:cubicBezTo>
                <a:cubicBezTo>
                  <a:pt x="197" y="145"/>
                  <a:pt x="196" y="143"/>
                  <a:pt x="195" y="140"/>
                </a:cubicBezTo>
                <a:cubicBezTo>
                  <a:pt x="195" y="139"/>
                  <a:pt x="195" y="138"/>
                  <a:pt x="194" y="138"/>
                </a:cubicBezTo>
                <a:cubicBezTo>
                  <a:pt x="193" y="138"/>
                  <a:pt x="192" y="138"/>
                  <a:pt x="192" y="139"/>
                </a:cubicBezTo>
                <a:cubicBezTo>
                  <a:pt x="192" y="140"/>
                  <a:pt x="191" y="140"/>
                  <a:pt x="190" y="139"/>
                </a:cubicBezTo>
                <a:cubicBezTo>
                  <a:pt x="189" y="139"/>
                  <a:pt x="189" y="139"/>
                  <a:pt x="189" y="139"/>
                </a:cubicBezTo>
                <a:cubicBezTo>
                  <a:pt x="189" y="139"/>
                  <a:pt x="188" y="138"/>
                  <a:pt x="188" y="139"/>
                </a:cubicBezTo>
                <a:cubicBezTo>
                  <a:pt x="187" y="139"/>
                  <a:pt x="188" y="139"/>
                  <a:pt x="188" y="140"/>
                </a:cubicBezTo>
                <a:cubicBezTo>
                  <a:pt x="188" y="141"/>
                  <a:pt x="189" y="142"/>
                  <a:pt x="187" y="143"/>
                </a:cubicBezTo>
                <a:cubicBezTo>
                  <a:pt x="188" y="143"/>
                  <a:pt x="189" y="143"/>
                  <a:pt x="189" y="144"/>
                </a:cubicBezTo>
                <a:cubicBezTo>
                  <a:pt x="189" y="145"/>
                  <a:pt x="190" y="145"/>
                  <a:pt x="191" y="145"/>
                </a:cubicBezTo>
                <a:cubicBezTo>
                  <a:pt x="190" y="146"/>
                  <a:pt x="190" y="146"/>
                  <a:pt x="189" y="146"/>
                </a:cubicBezTo>
                <a:cubicBezTo>
                  <a:pt x="190" y="147"/>
                  <a:pt x="190" y="149"/>
                  <a:pt x="190" y="150"/>
                </a:cubicBezTo>
                <a:cubicBezTo>
                  <a:pt x="190" y="152"/>
                  <a:pt x="189" y="154"/>
                  <a:pt x="188" y="155"/>
                </a:cubicBezTo>
                <a:cubicBezTo>
                  <a:pt x="187" y="155"/>
                  <a:pt x="187" y="155"/>
                  <a:pt x="187" y="155"/>
                </a:cubicBezTo>
                <a:cubicBezTo>
                  <a:pt x="185" y="155"/>
                  <a:pt x="185" y="156"/>
                  <a:pt x="185" y="157"/>
                </a:cubicBezTo>
                <a:cubicBezTo>
                  <a:pt x="184" y="158"/>
                  <a:pt x="184" y="159"/>
                  <a:pt x="183" y="160"/>
                </a:cubicBezTo>
                <a:cubicBezTo>
                  <a:pt x="183" y="161"/>
                  <a:pt x="183" y="161"/>
                  <a:pt x="184" y="161"/>
                </a:cubicBezTo>
                <a:cubicBezTo>
                  <a:pt x="185" y="161"/>
                  <a:pt x="185" y="162"/>
                  <a:pt x="185" y="163"/>
                </a:cubicBezTo>
                <a:cubicBezTo>
                  <a:pt x="186" y="163"/>
                  <a:pt x="186" y="164"/>
                  <a:pt x="186" y="164"/>
                </a:cubicBezTo>
                <a:cubicBezTo>
                  <a:pt x="186" y="165"/>
                  <a:pt x="186" y="165"/>
                  <a:pt x="186" y="165"/>
                </a:cubicBezTo>
                <a:cubicBezTo>
                  <a:pt x="186" y="166"/>
                  <a:pt x="187" y="166"/>
                  <a:pt x="187" y="166"/>
                </a:cubicBezTo>
                <a:cubicBezTo>
                  <a:pt x="189" y="167"/>
                  <a:pt x="189" y="168"/>
                  <a:pt x="189" y="169"/>
                </a:cubicBezTo>
                <a:cubicBezTo>
                  <a:pt x="189" y="170"/>
                  <a:pt x="189" y="172"/>
                  <a:pt x="189" y="173"/>
                </a:cubicBezTo>
                <a:cubicBezTo>
                  <a:pt x="189" y="175"/>
                  <a:pt x="189" y="176"/>
                  <a:pt x="189" y="177"/>
                </a:cubicBezTo>
                <a:cubicBezTo>
                  <a:pt x="188" y="180"/>
                  <a:pt x="187" y="180"/>
                  <a:pt x="185" y="180"/>
                </a:cubicBezTo>
                <a:cubicBezTo>
                  <a:pt x="185" y="179"/>
                  <a:pt x="185" y="179"/>
                  <a:pt x="185" y="180"/>
                </a:cubicBezTo>
                <a:cubicBezTo>
                  <a:pt x="184" y="180"/>
                  <a:pt x="185" y="180"/>
                  <a:pt x="185" y="180"/>
                </a:cubicBezTo>
                <a:cubicBezTo>
                  <a:pt x="185" y="181"/>
                  <a:pt x="185" y="182"/>
                  <a:pt x="186" y="182"/>
                </a:cubicBezTo>
                <a:cubicBezTo>
                  <a:pt x="187" y="183"/>
                  <a:pt x="188" y="183"/>
                  <a:pt x="189" y="182"/>
                </a:cubicBezTo>
                <a:cubicBezTo>
                  <a:pt x="190" y="181"/>
                  <a:pt x="191" y="181"/>
                  <a:pt x="193" y="182"/>
                </a:cubicBezTo>
                <a:cubicBezTo>
                  <a:pt x="193" y="183"/>
                  <a:pt x="194" y="183"/>
                  <a:pt x="194" y="184"/>
                </a:cubicBezTo>
                <a:cubicBezTo>
                  <a:pt x="195" y="184"/>
                  <a:pt x="195" y="185"/>
                  <a:pt x="195" y="185"/>
                </a:cubicBezTo>
                <a:cubicBezTo>
                  <a:pt x="195" y="185"/>
                  <a:pt x="195" y="186"/>
                  <a:pt x="195" y="186"/>
                </a:cubicBezTo>
                <a:cubicBezTo>
                  <a:pt x="195" y="187"/>
                  <a:pt x="195" y="187"/>
                  <a:pt x="195" y="187"/>
                </a:cubicBezTo>
                <a:cubicBezTo>
                  <a:pt x="195" y="188"/>
                  <a:pt x="196" y="188"/>
                  <a:pt x="196" y="188"/>
                </a:cubicBezTo>
                <a:cubicBezTo>
                  <a:pt x="196" y="189"/>
                  <a:pt x="196" y="190"/>
                  <a:pt x="196" y="192"/>
                </a:cubicBezTo>
                <a:cubicBezTo>
                  <a:pt x="196" y="192"/>
                  <a:pt x="196" y="192"/>
                  <a:pt x="196" y="192"/>
                </a:cubicBezTo>
                <a:cubicBezTo>
                  <a:pt x="196" y="193"/>
                  <a:pt x="197" y="194"/>
                  <a:pt x="197" y="194"/>
                </a:cubicBezTo>
                <a:cubicBezTo>
                  <a:pt x="197" y="195"/>
                  <a:pt x="197" y="196"/>
                  <a:pt x="197" y="197"/>
                </a:cubicBezTo>
                <a:cubicBezTo>
                  <a:pt x="196" y="197"/>
                  <a:pt x="196" y="198"/>
                  <a:pt x="196" y="199"/>
                </a:cubicBezTo>
                <a:cubicBezTo>
                  <a:pt x="195" y="199"/>
                  <a:pt x="195" y="200"/>
                  <a:pt x="195" y="201"/>
                </a:cubicBezTo>
                <a:cubicBezTo>
                  <a:pt x="196" y="201"/>
                  <a:pt x="196" y="202"/>
                  <a:pt x="196" y="203"/>
                </a:cubicBezTo>
                <a:cubicBezTo>
                  <a:pt x="196" y="203"/>
                  <a:pt x="196" y="203"/>
                  <a:pt x="196" y="203"/>
                </a:cubicBezTo>
                <a:cubicBezTo>
                  <a:pt x="196" y="205"/>
                  <a:pt x="196" y="206"/>
                  <a:pt x="196" y="207"/>
                </a:cubicBezTo>
                <a:cubicBezTo>
                  <a:pt x="196" y="207"/>
                  <a:pt x="196" y="208"/>
                  <a:pt x="196" y="208"/>
                </a:cubicBezTo>
                <a:cubicBezTo>
                  <a:pt x="196" y="208"/>
                  <a:pt x="196" y="209"/>
                  <a:pt x="196" y="210"/>
                </a:cubicBezTo>
                <a:cubicBezTo>
                  <a:pt x="196" y="210"/>
                  <a:pt x="196" y="211"/>
                  <a:pt x="196" y="212"/>
                </a:cubicBezTo>
                <a:cubicBezTo>
                  <a:pt x="196" y="212"/>
                  <a:pt x="196" y="212"/>
                  <a:pt x="196" y="212"/>
                </a:cubicBezTo>
                <a:cubicBezTo>
                  <a:pt x="196" y="213"/>
                  <a:pt x="196" y="214"/>
                  <a:pt x="196" y="214"/>
                </a:cubicBezTo>
                <a:cubicBezTo>
                  <a:pt x="196" y="215"/>
                  <a:pt x="195" y="215"/>
                  <a:pt x="195" y="216"/>
                </a:cubicBezTo>
                <a:cubicBezTo>
                  <a:pt x="195" y="216"/>
                  <a:pt x="195" y="216"/>
                  <a:pt x="195" y="216"/>
                </a:cubicBezTo>
                <a:cubicBezTo>
                  <a:pt x="194" y="216"/>
                  <a:pt x="194" y="217"/>
                  <a:pt x="194" y="217"/>
                </a:cubicBezTo>
                <a:cubicBezTo>
                  <a:pt x="194" y="218"/>
                  <a:pt x="194" y="219"/>
                  <a:pt x="194" y="220"/>
                </a:cubicBezTo>
                <a:cubicBezTo>
                  <a:pt x="193" y="220"/>
                  <a:pt x="193" y="221"/>
                  <a:pt x="194" y="222"/>
                </a:cubicBezTo>
                <a:cubicBezTo>
                  <a:pt x="194" y="222"/>
                  <a:pt x="194" y="222"/>
                  <a:pt x="194" y="222"/>
                </a:cubicBezTo>
                <a:cubicBezTo>
                  <a:pt x="193" y="222"/>
                  <a:pt x="193" y="222"/>
                  <a:pt x="193" y="223"/>
                </a:cubicBezTo>
                <a:cubicBezTo>
                  <a:pt x="193" y="223"/>
                  <a:pt x="193" y="223"/>
                  <a:pt x="193" y="224"/>
                </a:cubicBezTo>
                <a:cubicBezTo>
                  <a:pt x="192" y="227"/>
                  <a:pt x="194" y="230"/>
                  <a:pt x="194" y="233"/>
                </a:cubicBezTo>
                <a:cubicBezTo>
                  <a:pt x="194" y="234"/>
                  <a:pt x="194" y="234"/>
                  <a:pt x="194" y="234"/>
                </a:cubicBezTo>
                <a:cubicBezTo>
                  <a:pt x="193" y="236"/>
                  <a:pt x="193" y="237"/>
                  <a:pt x="192" y="239"/>
                </a:cubicBezTo>
                <a:cubicBezTo>
                  <a:pt x="191" y="240"/>
                  <a:pt x="190" y="240"/>
                  <a:pt x="189" y="241"/>
                </a:cubicBezTo>
                <a:cubicBezTo>
                  <a:pt x="189" y="241"/>
                  <a:pt x="189" y="241"/>
                  <a:pt x="189" y="241"/>
                </a:cubicBezTo>
                <a:cubicBezTo>
                  <a:pt x="188" y="241"/>
                  <a:pt x="188" y="242"/>
                  <a:pt x="188" y="243"/>
                </a:cubicBezTo>
                <a:cubicBezTo>
                  <a:pt x="187" y="243"/>
                  <a:pt x="187" y="243"/>
                  <a:pt x="187" y="243"/>
                </a:cubicBezTo>
                <a:cubicBezTo>
                  <a:pt x="186" y="244"/>
                  <a:pt x="185" y="245"/>
                  <a:pt x="184" y="247"/>
                </a:cubicBezTo>
                <a:cubicBezTo>
                  <a:pt x="184" y="247"/>
                  <a:pt x="184" y="248"/>
                  <a:pt x="184" y="248"/>
                </a:cubicBezTo>
                <a:cubicBezTo>
                  <a:pt x="184" y="251"/>
                  <a:pt x="184" y="254"/>
                  <a:pt x="182" y="257"/>
                </a:cubicBezTo>
                <a:cubicBezTo>
                  <a:pt x="182" y="258"/>
                  <a:pt x="182" y="260"/>
                  <a:pt x="181" y="261"/>
                </a:cubicBezTo>
                <a:cubicBezTo>
                  <a:pt x="181" y="262"/>
                  <a:pt x="181" y="262"/>
                  <a:pt x="181" y="262"/>
                </a:cubicBezTo>
                <a:cubicBezTo>
                  <a:pt x="181" y="262"/>
                  <a:pt x="180" y="262"/>
                  <a:pt x="180" y="262"/>
                </a:cubicBezTo>
                <a:cubicBezTo>
                  <a:pt x="180" y="262"/>
                  <a:pt x="180" y="262"/>
                  <a:pt x="180" y="263"/>
                </a:cubicBezTo>
                <a:cubicBezTo>
                  <a:pt x="178" y="264"/>
                  <a:pt x="178" y="266"/>
                  <a:pt x="177" y="268"/>
                </a:cubicBezTo>
                <a:cubicBezTo>
                  <a:pt x="176" y="269"/>
                  <a:pt x="176" y="269"/>
                  <a:pt x="175" y="269"/>
                </a:cubicBezTo>
                <a:cubicBezTo>
                  <a:pt x="174" y="269"/>
                  <a:pt x="174" y="270"/>
                  <a:pt x="173" y="270"/>
                </a:cubicBezTo>
                <a:cubicBezTo>
                  <a:pt x="173" y="270"/>
                  <a:pt x="173" y="270"/>
                  <a:pt x="172" y="270"/>
                </a:cubicBezTo>
                <a:cubicBezTo>
                  <a:pt x="172" y="270"/>
                  <a:pt x="172" y="271"/>
                  <a:pt x="172" y="271"/>
                </a:cubicBezTo>
                <a:cubicBezTo>
                  <a:pt x="172" y="272"/>
                  <a:pt x="172" y="272"/>
                  <a:pt x="171" y="272"/>
                </a:cubicBezTo>
                <a:cubicBezTo>
                  <a:pt x="170" y="273"/>
                  <a:pt x="170" y="273"/>
                  <a:pt x="170" y="274"/>
                </a:cubicBezTo>
                <a:cubicBezTo>
                  <a:pt x="169" y="275"/>
                  <a:pt x="168" y="275"/>
                  <a:pt x="167" y="276"/>
                </a:cubicBezTo>
                <a:cubicBezTo>
                  <a:pt x="166" y="276"/>
                  <a:pt x="165" y="277"/>
                  <a:pt x="165" y="278"/>
                </a:cubicBezTo>
                <a:cubicBezTo>
                  <a:pt x="164" y="278"/>
                  <a:pt x="164" y="278"/>
                  <a:pt x="163" y="279"/>
                </a:cubicBezTo>
                <a:cubicBezTo>
                  <a:pt x="163" y="279"/>
                  <a:pt x="163" y="279"/>
                  <a:pt x="162" y="280"/>
                </a:cubicBezTo>
                <a:cubicBezTo>
                  <a:pt x="162" y="280"/>
                  <a:pt x="162" y="280"/>
                  <a:pt x="162" y="280"/>
                </a:cubicBezTo>
                <a:cubicBezTo>
                  <a:pt x="161" y="281"/>
                  <a:pt x="161" y="282"/>
                  <a:pt x="160" y="282"/>
                </a:cubicBezTo>
                <a:cubicBezTo>
                  <a:pt x="160" y="283"/>
                  <a:pt x="160" y="286"/>
                  <a:pt x="157" y="287"/>
                </a:cubicBezTo>
                <a:cubicBezTo>
                  <a:pt x="155" y="288"/>
                  <a:pt x="152" y="287"/>
                  <a:pt x="151" y="285"/>
                </a:cubicBezTo>
                <a:cubicBezTo>
                  <a:pt x="151" y="284"/>
                  <a:pt x="152" y="284"/>
                  <a:pt x="151" y="283"/>
                </a:cubicBezTo>
                <a:cubicBezTo>
                  <a:pt x="152" y="283"/>
                  <a:pt x="152" y="283"/>
                  <a:pt x="152" y="283"/>
                </a:cubicBezTo>
                <a:cubicBezTo>
                  <a:pt x="152" y="282"/>
                  <a:pt x="152" y="282"/>
                  <a:pt x="151" y="282"/>
                </a:cubicBezTo>
                <a:cubicBezTo>
                  <a:pt x="151" y="281"/>
                  <a:pt x="151" y="280"/>
                  <a:pt x="151" y="280"/>
                </a:cubicBezTo>
                <a:cubicBezTo>
                  <a:pt x="151" y="279"/>
                  <a:pt x="150" y="279"/>
                  <a:pt x="150" y="279"/>
                </a:cubicBezTo>
                <a:cubicBezTo>
                  <a:pt x="150" y="280"/>
                  <a:pt x="150" y="281"/>
                  <a:pt x="148" y="280"/>
                </a:cubicBezTo>
                <a:cubicBezTo>
                  <a:pt x="148" y="280"/>
                  <a:pt x="148" y="280"/>
                  <a:pt x="147" y="280"/>
                </a:cubicBezTo>
                <a:cubicBezTo>
                  <a:pt x="147" y="280"/>
                  <a:pt x="147" y="281"/>
                  <a:pt x="147" y="280"/>
                </a:cubicBezTo>
                <a:cubicBezTo>
                  <a:pt x="146" y="280"/>
                  <a:pt x="147" y="280"/>
                  <a:pt x="147" y="279"/>
                </a:cubicBezTo>
                <a:cubicBezTo>
                  <a:pt x="147" y="279"/>
                  <a:pt x="147" y="279"/>
                  <a:pt x="147" y="279"/>
                </a:cubicBezTo>
                <a:cubicBezTo>
                  <a:pt x="146" y="278"/>
                  <a:pt x="147" y="277"/>
                  <a:pt x="147" y="276"/>
                </a:cubicBezTo>
                <a:cubicBezTo>
                  <a:pt x="147" y="276"/>
                  <a:pt x="147" y="276"/>
                  <a:pt x="147" y="276"/>
                </a:cubicBezTo>
                <a:cubicBezTo>
                  <a:pt x="149" y="277"/>
                  <a:pt x="149" y="277"/>
                  <a:pt x="150" y="275"/>
                </a:cubicBezTo>
                <a:cubicBezTo>
                  <a:pt x="150" y="275"/>
                  <a:pt x="150" y="275"/>
                  <a:pt x="150" y="274"/>
                </a:cubicBezTo>
                <a:cubicBezTo>
                  <a:pt x="150" y="273"/>
                  <a:pt x="151" y="273"/>
                  <a:pt x="152" y="272"/>
                </a:cubicBezTo>
                <a:cubicBezTo>
                  <a:pt x="153" y="272"/>
                  <a:pt x="154" y="271"/>
                  <a:pt x="153" y="270"/>
                </a:cubicBezTo>
                <a:cubicBezTo>
                  <a:pt x="152" y="269"/>
                  <a:pt x="152" y="268"/>
                  <a:pt x="153" y="268"/>
                </a:cubicBezTo>
                <a:cubicBezTo>
                  <a:pt x="154" y="267"/>
                  <a:pt x="154" y="268"/>
                  <a:pt x="154" y="267"/>
                </a:cubicBezTo>
                <a:cubicBezTo>
                  <a:pt x="154" y="265"/>
                  <a:pt x="153" y="265"/>
                  <a:pt x="152" y="265"/>
                </a:cubicBezTo>
                <a:cubicBezTo>
                  <a:pt x="151" y="266"/>
                  <a:pt x="149" y="267"/>
                  <a:pt x="148" y="268"/>
                </a:cubicBezTo>
                <a:cubicBezTo>
                  <a:pt x="147" y="270"/>
                  <a:pt x="146" y="271"/>
                  <a:pt x="144" y="272"/>
                </a:cubicBezTo>
                <a:cubicBezTo>
                  <a:pt x="143" y="272"/>
                  <a:pt x="141" y="274"/>
                  <a:pt x="142" y="275"/>
                </a:cubicBezTo>
                <a:cubicBezTo>
                  <a:pt x="142" y="276"/>
                  <a:pt x="142" y="277"/>
                  <a:pt x="141" y="278"/>
                </a:cubicBezTo>
                <a:cubicBezTo>
                  <a:pt x="141" y="279"/>
                  <a:pt x="141" y="280"/>
                  <a:pt x="142" y="280"/>
                </a:cubicBezTo>
                <a:cubicBezTo>
                  <a:pt x="143" y="280"/>
                  <a:pt x="143" y="281"/>
                  <a:pt x="143" y="281"/>
                </a:cubicBezTo>
                <a:cubicBezTo>
                  <a:pt x="144" y="282"/>
                  <a:pt x="144" y="282"/>
                  <a:pt x="144" y="282"/>
                </a:cubicBezTo>
                <a:cubicBezTo>
                  <a:pt x="146" y="284"/>
                  <a:pt x="146" y="286"/>
                  <a:pt x="146" y="288"/>
                </a:cubicBezTo>
                <a:cubicBezTo>
                  <a:pt x="146" y="291"/>
                  <a:pt x="145" y="294"/>
                  <a:pt x="144" y="296"/>
                </a:cubicBezTo>
                <a:cubicBezTo>
                  <a:pt x="144" y="297"/>
                  <a:pt x="144" y="297"/>
                  <a:pt x="144" y="297"/>
                </a:cubicBezTo>
                <a:cubicBezTo>
                  <a:pt x="143" y="297"/>
                  <a:pt x="143" y="298"/>
                  <a:pt x="143" y="298"/>
                </a:cubicBezTo>
                <a:cubicBezTo>
                  <a:pt x="142" y="300"/>
                  <a:pt x="142" y="302"/>
                  <a:pt x="141" y="303"/>
                </a:cubicBezTo>
                <a:cubicBezTo>
                  <a:pt x="140" y="304"/>
                  <a:pt x="140" y="305"/>
                  <a:pt x="140" y="306"/>
                </a:cubicBezTo>
                <a:cubicBezTo>
                  <a:pt x="139" y="306"/>
                  <a:pt x="139" y="306"/>
                  <a:pt x="139" y="306"/>
                </a:cubicBezTo>
                <a:cubicBezTo>
                  <a:pt x="139" y="307"/>
                  <a:pt x="138" y="308"/>
                  <a:pt x="138" y="308"/>
                </a:cubicBezTo>
                <a:cubicBezTo>
                  <a:pt x="137" y="309"/>
                  <a:pt x="138" y="310"/>
                  <a:pt x="137" y="311"/>
                </a:cubicBezTo>
                <a:cubicBezTo>
                  <a:pt x="137" y="311"/>
                  <a:pt x="137" y="311"/>
                  <a:pt x="137" y="311"/>
                </a:cubicBezTo>
                <a:cubicBezTo>
                  <a:pt x="136" y="312"/>
                  <a:pt x="136" y="313"/>
                  <a:pt x="136" y="315"/>
                </a:cubicBezTo>
                <a:cubicBezTo>
                  <a:pt x="136" y="316"/>
                  <a:pt x="136" y="317"/>
                  <a:pt x="137" y="318"/>
                </a:cubicBezTo>
                <a:cubicBezTo>
                  <a:pt x="137" y="319"/>
                  <a:pt x="138" y="319"/>
                  <a:pt x="138" y="320"/>
                </a:cubicBezTo>
                <a:cubicBezTo>
                  <a:pt x="139" y="320"/>
                  <a:pt x="139" y="320"/>
                  <a:pt x="140" y="321"/>
                </a:cubicBezTo>
                <a:cubicBezTo>
                  <a:pt x="140" y="321"/>
                  <a:pt x="140" y="321"/>
                  <a:pt x="140" y="322"/>
                </a:cubicBezTo>
                <a:cubicBezTo>
                  <a:pt x="140" y="323"/>
                  <a:pt x="141" y="324"/>
                  <a:pt x="141" y="325"/>
                </a:cubicBezTo>
                <a:cubicBezTo>
                  <a:pt x="140" y="325"/>
                  <a:pt x="139" y="325"/>
                  <a:pt x="140" y="324"/>
                </a:cubicBezTo>
                <a:cubicBezTo>
                  <a:pt x="140" y="324"/>
                  <a:pt x="139" y="323"/>
                  <a:pt x="139" y="323"/>
                </a:cubicBezTo>
                <a:cubicBezTo>
                  <a:pt x="139" y="323"/>
                  <a:pt x="139" y="322"/>
                  <a:pt x="138" y="323"/>
                </a:cubicBezTo>
                <a:cubicBezTo>
                  <a:pt x="138" y="323"/>
                  <a:pt x="137" y="323"/>
                  <a:pt x="138" y="324"/>
                </a:cubicBezTo>
                <a:cubicBezTo>
                  <a:pt x="138" y="324"/>
                  <a:pt x="138" y="325"/>
                  <a:pt x="139" y="326"/>
                </a:cubicBezTo>
                <a:cubicBezTo>
                  <a:pt x="138" y="327"/>
                  <a:pt x="138" y="327"/>
                  <a:pt x="137" y="327"/>
                </a:cubicBezTo>
                <a:cubicBezTo>
                  <a:pt x="137" y="327"/>
                  <a:pt x="136" y="327"/>
                  <a:pt x="136" y="328"/>
                </a:cubicBezTo>
                <a:cubicBezTo>
                  <a:pt x="136" y="329"/>
                  <a:pt x="136" y="329"/>
                  <a:pt x="136" y="329"/>
                </a:cubicBezTo>
                <a:cubicBezTo>
                  <a:pt x="136" y="329"/>
                  <a:pt x="136" y="329"/>
                  <a:pt x="136" y="329"/>
                </a:cubicBezTo>
                <a:cubicBezTo>
                  <a:pt x="136" y="330"/>
                  <a:pt x="136" y="330"/>
                  <a:pt x="135" y="330"/>
                </a:cubicBezTo>
                <a:cubicBezTo>
                  <a:pt x="135" y="330"/>
                  <a:pt x="134" y="330"/>
                  <a:pt x="134" y="329"/>
                </a:cubicBezTo>
                <a:cubicBezTo>
                  <a:pt x="134" y="329"/>
                  <a:pt x="133" y="330"/>
                  <a:pt x="133" y="330"/>
                </a:cubicBezTo>
                <a:cubicBezTo>
                  <a:pt x="133" y="330"/>
                  <a:pt x="134" y="331"/>
                  <a:pt x="134" y="331"/>
                </a:cubicBezTo>
                <a:cubicBezTo>
                  <a:pt x="135" y="330"/>
                  <a:pt x="134" y="331"/>
                  <a:pt x="135" y="331"/>
                </a:cubicBezTo>
                <a:cubicBezTo>
                  <a:pt x="135" y="331"/>
                  <a:pt x="134" y="331"/>
                  <a:pt x="134" y="332"/>
                </a:cubicBezTo>
                <a:cubicBezTo>
                  <a:pt x="133" y="332"/>
                  <a:pt x="133" y="332"/>
                  <a:pt x="133" y="332"/>
                </a:cubicBezTo>
                <a:cubicBezTo>
                  <a:pt x="132" y="332"/>
                  <a:pt x="132" y="332"/>
                  <a:pt x="132" y="332"/>
                </a:cubicBezTo>
                <a:cubicBezTo>
                  <a:pt x="132" y="332"/>
                  <a:pt x="132" y="332"/>
                  <a:pt x="132" y="332"/>
                </a:cubicBezTo>
                <a:cubicBezTo>
                  <a:pt x="132" y="332"/>
                  <a:pt x="132" y="331"/>
                  <a:pt x="132" y="330"/>
                </a:cubicBezTo>
                <a:cubicBezTo>
                  <a:pt x="132" y="331"/>
                  <a:pt x="131" y="332"/>
                  <a:pt x="131" y="332"/>
                </a:cubicBezTo>
                <a:cubicBezTo>
                  <a:pt x="130" y="333"/>
                  <a:pt x="130" y="333"/>
                  <a:pt x="130" y="333"/>
                </a:cubicBezTo>
                <a:cubicBezTo>
                  <a:pt x="129" y="332"/>
                  <a:pt x="128" y="332"/>
                  <a:pt x="128" y="331"/>
                </a:cubicBezTo>
                <a:cubicBezTo>
                  <a:pt x="128" y="331"/>
                  <a:pt x="128" y="331"/>
                  <a:pt x="128" y="331"/>
                </a:cubicBezTo>
                <a:cubicBezTo>
                  <a:pt x="128" y="331"/>
                  <a:pt x="127" y="331"/>
                  <a:pt x="127" y="331"/>
                </a:cubicBezTo>
                <a:cubicBezTo>
                  <a:pt x="127" y="332"/>
                  <a:pt x="126" y="332"/>
                  <a:pt x="126" y="332"/>
                </a:cubicBezTo>
                <a:cubicBezTo>
                  <a:pt x="125" y="333"/>
                  <a:pt x="125" y="333"/>
                  <a:pt x="126" y="333"/>
                </a:cubicBezTo>
                <a:cubicBezTo>
                  <a:pt x="126" y="333"/>
                  <a:pt x="126" y="334"/>
                  <a:pt x="126" y="333"/>
                </a:cubicBezTo>
                <a:cubicBezTo>
                  <a:pt x="127" y="333"/>
                  <a:pt x="127" y="333"/>
                  <a:pt x="127" y="334"/>
                </a:cubicBezTo>
                <a:cubicBezTo>
                  <a:pt x="127" y="334"/>
                  <a:pt x="127" y="334"/>
                  <a:pt x="126" y="334"/>
                </a:cubicBezTo>
                <a:cubicBezTo>
                  <a:pt x="126" y="334"/>
                  <a:pt x="126" y="334"/>
                  <a:pt x="126" y="334"/>
                </a:cubicBezTo>
                <a:cubicBezTo>
                  <a:pt x="126" y="334"/>
                  <a:pt x="126" y="335"/>
                  <a:pt x="126" y="335"/>
                </a:cubicBezTo>
                <a:cubicBezTo>
                  <a:pt x="126" y="335"/>
                  <a:pt x="126" y="335"/>
                  <a:pt x="126" y="335"/>
                </a:cubicBezTo>
                <a:cubicBezTo>
                  <a:pt x="126" y="335"/>
                  <a:pt x="126" y="335"/>
                  <a:pt x="126" y="335"/>
                </a:cubicBezTo>
                <a:cubicBezTo>
                  <a:pt x="126" y="334"/>
                  <a:pt x="126" y="333"/>
                  <a:pt x="124" y="334"/>
                </a:cubicBezTo>
                <a:cubicBezTo>
                  <a:pt x="124" y="334"/>
                  <a:pt x="123" y="334"/>
                  <a:pt x="124" y="333"/>
                </a:cubicBezTo>
                <a:cubicBezTo>
                  <a:pt x="124" y="333"/>
                  <a:pt x="123" y="332"/>
                  <a:pt x="123" y="332"/>
                </a:cubicBezTo>
                <a:cubicBezTo>
                  <a:pt x="123" y="332"/>
                  <a:pt x="123" y="333"/>
                  <a:pt x="122" y="333"/>
                </a:cubicBezTo>
                <a:cubicBezTo>
                  <a:pt x="122" y="333"/>
                  <a:pt x="122" y="334"/>
                  <a:pt x="122" y="334"/>
                </a:cubicBezTo>
                <a:cubicBezTo>
                  <a:pt x="122" y="334"/>
                  <a:pt x="121" y="333"/>
                  <a:pt x="121" y="333"/>
                </a:cubicBezTo>
                <a:cubicBezTo>
                  <a:pt x="122" y="332"/>
                  <a:pt x="122" y="331"/>
                  <a:pt x="123" y="330"/>
                </a:cubicBezTo>
                <a:cubicBezTo>
                  <a:pt x="123" y="329"/>
                  <a:pt x="124" y="329"/>
                  <a:pt x="123" y="328"/>
                </a:cubicBezTo>
                <a:cubicBezTo>
                  <a:pt x="122" y="328"/>
                  <a:pt x="122" y="327"/>
                  <a:pt x="121" y="328"/>
                </a:cubicBezTo>
                <a:cubicBezTo>
                  <a:pt x="120" y="328"/>
                  <a:pt x="118" y="329"/>
                  <a:pt x="118" y="330"/>
                </a:cubicBezTo>
                <a:cubicBezTo>
                  <a:pt x="117" y="331"/>
                  <a:pt x="116" y="333"/>
                  <a:pt x="114" y="333"/>
                </a:cubicBezTo>
                <a:cubicBezTo>
                  <a:pt x="114" y="333"/>
                  <a:pt x="114" y="333"/>
                  <a:pt x="114" y="333"/>
                </a:cubicBezTo>
                <a:cubicBezTo>
                  <a:pt x="114" y="333"/>
                  <a:pt x="114" y="333"/>
                  <a:pt x="114" y="333"/>
                </a:cubicBezTo>
                <a:cubicBezTo>
                  <a:pt x="114" y="333"/>
                  <a:pt x="114" y="333"/>
                  <a:pt x="113" y="333"/>
                </a:cubicBezTo>
                <a:cubicBezTo>
                  <a:pt x="112" y="333"/>
                  <a:pt x="110" y="333"/>
                  <a:pt x="109" y="334"/>
                </a:cubicBezTo>
                <a:cubicBezTo>
                  <a:pt x="109" y="335"/>
                  <a:pt x="109" y="335"/>
                  <a:pt x="108" y="335"/>
                </a:cubicBezTo>
                <a:cubicBezTo>
                  <a:pt x="107" y="334"/>
                  <a:pt x="106" y="335"/>
                  <a:pt x="105" y="336"/>
                </a:cubicBezTo>
                <a:cubicBezTo>
                  <a:pt x="105" y="336"/>
                  <a:pt x="104" y="337"/>
                  <a:pt x="104" y="337"/>
                </a:cubicBezTo>
                <a:cubicBezTo>
                  <a:pt x="104" y="337"/>
                  <a:pt x="104" y="337"/>
                  <a:pt x="104" y="337"/>
                </a:cubicBezTo>
                <a:cubicBezTo>
                  <a:pt x="103" y="338"/>
                  <a:pt x="102" y="338"/>
                  <a:pt x="102" y="339"/>
                </a:cubicBezTo>
                <a:cubicBezTo>
                  <a:pt x="102" y="339"/>
                  <a:pt x="102" y="339"/>
                  <a:pt x="102" y="340"/>
                </a:cubicBezTo>
                <a:cubicBezTo>
                  <a:pt x="101" y="340"/>
                  <a:pt x="101" y="340"/>
                  <a:pt x="100" y="341"/>
                </a:cubicBezTo>
                <a:cubicBezTo>
                  <a:pt x="100" y="341"/>
                  <a:pt x="99" y="341"/>
                  <a:pt x="99" y="341"/>
                </a:cubicBezTo>
                <a:cubicBezTo>
                  <a:pt x="97" y="342"/>
                  <a:pt x="96" y="341"/>
                  <a:pt x="95" y="342"/>
                </a:cubicBezTo>
                <a:cubicBezTo>
                  <a:pt x="94" y="343"/>
                  <a:pt x="93" y="344"/>
                  <a:pt x="91" y="344"/>
                </a:cubicBezTo>
                <a:cubicBezTo>
                  <a:pt x="90" y="344"/>
                  <a:pt x="89" y="345"/>
                  <a:pt x="88" y="345"/>
                </a:cubicBezTo>
                <a:cubicBezTo>
                  <a:pt x="86" y="345"/>
                  <a:pt x="84" y="346"/>
                  <a:pt x="84" y="348"/>
                </a:cubicBezTo>
                <a:cubicBezTo>
                  <a:pt x="83" y="348"/>
                  <a:pt x="82" y="348"/>
                  <a:pt x="81" y="348"/>
                </a:cubicBezTo>
                <a:cubicBezTo>
                  <a:pt x="80" y="348"/>
                  <a:pt x="80" y="348"/>
                  <a:pt x="79" y="347"/>
                </a:cubicBezTo>
                <a:cubicBezTo>
                  <a:pt x="79" y="346"/>
                  <a:pt x="80" y="346"/>
                  <a:pt x="80" y="346"/>
                </a:cubicBezTo>
                <a:cubicBezTo>
                  <a:pt x="80" y="346"/>
                  <a:pt x="80" y="345"/>
                  <a:pt x="80" y="345"/>
                </a:cubicBezTo>
                <a:cubicBezTo>
                  <a:pt x="80" y="345"/>
                  <a:pt x="80" y="345"/>
                  <a:pt x="80" y="345"/>
                </a:cubicBezTo>
                <a:cubicBezTo>
                  <a:pt x="79" y="345"/>
                  <a:pt x="77" y="347"/>
                  <a:pt x="76" y="346"/>
                </a:cubicBezTo>
                <a:cubicBezTo>
                  <a:pt x="75" y="346"/>
                  <a:pt x="75" y="346"/>
                  <a:pt x="75" y="347"/>
                </a:cubicBezTo>
                <a:cubicBezTo>
                  <a:pt x="75" y="347"/>
                  <a:pt x="74" y="348"/>
                  <a:pt x="73" y="348"/>
                </a:cubicBezTo>
                <a:cubicBezTo>
                  <a:pt x="73" y="350"/>
                  <a:pt x="72" y="350"/>
                  <a:pt x="71" y="350"/>
                </a:cubicBezTo>
                <a:cubicBezTo>
                  <a:pt x="70" y="351"/>
                  <a:pt x="69" y="351"/>
                  <a:pt x="69" y="352"/>
                </a:cubicBezTo>
                <a:cubicBezTo>
                  <a:pt x="69" y="353"/>
                  <a:pt x="68" y="353"/>
                  <a:pt x="68" y="353"/>
                </a:cubicBezTo>
                <a:cubicBezTo>
                  <a:pt x="67" y="353"/>
                  <a:pt x="67" y="353"/>
                  <a:pt x="67" y="353"/>
                </a:cubicBezTo>
                <a:cubicBezTo>
                  <a:pt x="67" y="354"/>
                  <a:pt x="67" y="354"/>
                  <a:pt x="67" y="354"/>
                </a:cubicBezTo>
                <a:cubicBezTo>
                  <a:pt x="68" y="354"/>
                  <a:pt x="68" y="355"/>
                  <a:pt x="68" y="356"/>
                </a:cubicBezTo>
                <a:cubicBezTo>
                  <a:pt x="67" y="357"/>
                  <a:pt x="66" y="359"/>
                  <a:pt x="66" y="360"/>
                </a:cubicBezTo>
                <a:cubicBezTo>
                  <a:pt x="65" y="360"/>
                  <a:pt x="65" y="361"/>
                  <a:pt x="64" y="361"/>
                </a:cubicBezTo>
                <a:cubicBezTo>
                  <a:pt x="64" y="361"/>
                  <a:pt x="64" y="362"/>
                  <a:pt x="64" y="363"/>
                </a:cubicBezTo>
                <a:cubicBezTo>
                  <a:pt x="64" y="364"/>
                  <a:pt x="63" y="365"/>
                  <a:pt x="62" y="366"/>
                </a:cubicBezTo>
                <a:cubicBezTo>
                  <a:pt x="62" y="366"/>
                  <a:pt x="61" y="367"/>
                  <a:pt x="61" y="368"/>
                </a:cubicBezTo>
                <a:cubicBezTo>
                  <a:pt x="60" y="368"/>
                  <a:pt x="60" y="368"/>
                  <a:pt x="60" y="368"/>
                </a:cubicBezTo>
                <a:cubicBezTo>
                  <a:pt x="60" y="368"/>
                  <a:pt x="59" y="369"/>
                  <a:pt x="59" y="369"/>
                </a:cubicBezTo>
                <a:cubicBezTo>
                  <a:pt x="59" y="369"/>
                  <a:pt x="59" y="370"/>
                  <a:pt x="59" y="370"/>
                </a:cubicBezTo>
                <a:cubicBezTo>
                  <a:pt x="59" y="370"/>
                  <a:pt x="59" y="370"/>
                  <a:pt x="59" y="370"/>
                </a:cubicBezTo>
                <a:cubicBezTo>
                  <a:pt x="59" y="370"/>
                  <a:pt x="59" y="370"/>
                  <a:pt x="59" y="370"/>
                </a:cubicBezTo>
                <a:cubicBezTo>
                  <a:pt x="58" y="370"/>
                  <a:pt x="58" y="371"/>
                  <a:pt x="58" y="371"/>
                </a:cubicBezTo>
                <a:cubicBezTo>
                  <a:pt x="58" y="371"/>
                  <a:pt x="58" y="371"/>
                  <a:pt x="58" y="371"/>
                </a:cubicBezTo>
                <a:cubicBezTo>
                  <a:pt x="58" y="373"/>
                  <a:pt x="57" y="374"/>
                  <a:pt x="57" y="375"/>
                </a:cubicBezTo>
                <a:cubicBezTo>
                  <a:pt x="56" y="376"/>
                  <a:pt x="55" y="377"/>
                  <a:pt x="54" y="379"/>
                </a:cubicBezTo>
                <a:cubicBezTo>
                  <a:pt x="54" y="379"/>
                  <a:pt x="53" y="380"/>
                  <a:pt x="53" y="380"/>
                </a:cubicBezTo>
                <a:cubicBezTo>
                  <a:pt x="52" y="380"/>
                  <a:pt x="52" y="380"/>
                  <a:pt x="52" y="380"/>
                </a:cubicBezTo>
                <a:cubicBezTo>
                  <a:pt x="51" y="380"/>
                  <a:pt x="51" y="381"/>
                  <a:pt x="51" y="381"/>
                </a:cubicBezTo>
                <a:cubicBezTo>
                  <a:pt x="50" y="381"/>
                  <a:pt x="50" y="382"/>
                  <a:pt x="50" y="382"/>
                </a:cubicBezTo>
                <a:cubicBezTo>
                  <a:pt x="50" y="383"/>
                  <a:pt x="49" y="385"/>
                  <a:pt x="48" y="386"/>
                </a:cubicBezTo>
                <a:cubicBezTo>
                  <a:pt x="48" y="386"/>
                  <a:pt x="48" y="386"/>
                  <a:pt x="48" y="386"/>
                </a:cubicBezTo>
                <a:cubicBezTo>
                  <a:pt x="48" y="387"/>
                  <a:pt x="48" y="388"/>
                  <a:pt x="47" y="389"/>
                </a:cubicBezTo>
                <a:cubicBezTo>
                  <a:pt x="46" y="390"/>
                  <a:pt x="46" y="391"/>
                  <a:pt x="44" y="391"/>
                </a:cubicBezTo>
                <a:cubicBezTo>
                  <a:pt x="44" y="391"/>
                  <a:pt x="44" y="391"/>
                  <a:pt x="44" y="391"/>
                </a:cubicBezTo>
                <a:cubicBezTo>
                  <a:pt x="43" y="391"/>
                  <a:pt x="44" y="390"/>
                  <a:pt x="44" y="390"/>
                </a:cubicBezTo>
                <a:cubicBezTo>
                  <a:pt x="43" y="390"/>
                  <a:pt x="42" y="390"/>
                  <a:pt x="43" y="391"/>
                </a:cubicBezTo>
                <a:cubicBezTo>
                  <a:pt x="43" y="391"/>
                  <a:pt x="43" y="392"/>
                  <a:pt x="42" y="391"/>
                </a:cubicBezTo>
                <a:cubicBezTo>
                  <a:pt x="41" y="390"/>
                  <a:pt x="40" y="391"/>
                  <a:pt x="39" y="392"/>
                </a:cubicBezTo>
                <a:cubicBezTo>
                  <a:pt x="39" y="392"/>
                  <a:pt x="38" y="391"/>
                  <a:pt x="38" y="392"/>
                </a:cubicBezTo>
                <a:cubicBezTo>
                  <a:pt x="38" y="392"/>
                  <a:pt x="38" y="392"/>
                  <a:pt x="38" y="392"/>
                </a:cubicBezTo>
                <a:cubicBezTo>
                  <a:pt x="41" y="392"/>
                  <a:pt x="39" y="393"/>
                  <a:pt x="38" y="393"/>
                </a:cubicBezTo>
                <a:cubicBezTo>
                  <a:pt x="38" y="394"/>
                  <a:pt x="38" y="394"/>
                  <a:pt x="38" y="394"/>
                </a:cubicBezTo>
                <a:cubicBezTo>
                  <a:pt x="37" y="394"/>
                  <a:pt x="37" y="395"/>
                  <a:pt x="37" y="395"/>
                </a:cubicBezTo>
                <a:cubicBezTo>
                  <a:pt x="37" y="395"/>
                  <a:pt x="37" y="395"/>
                  <a:pt x="37" y="395"/>
                </a:cubicBezTo>
                <a:cubicBezTo>
                  <a:pt x="37" y="396"/>
                  <a:pt x="37" y="396"/>
                  <a:pt x="38" y="396"/>
                </a:cubicBezTo>
                <a:cubicBezTo>
                  <a:pt x="39" y="397"/>
                  <a:pt x="39" y="399"/>
                  <a:pt x="38" y="400"/>
                </a:cubicBezTo>
                <a:cubicBezTo>
                  <a:pt x="38" y="400"/>
                  <a:pt x="38" y="401"/>
                  <a:pt x="39" y="401"/>
                </a:cubicBezTo>
                <a:cubicBezTo>
                  <a:pt x="39" y="402"/>
                  <a:pt x="40" y="402"/>
                  <a:pt x="40" y="403"/>
                </a:cubicBezTo>
                <a:cubicBezTo>
                  <a:pt x="40" y="404"/>
                  <a:pt x="40" y="404"/>
                  <a:pt x="40" y="405"/>
                </a:cubicBezTo>
                <a:cubicBezTo>
                  <a:pt x="40" y="405"/>
                  <a:pt x="40" y="405"/>
                  <a:pt x="40" y="405"/>
                </a:cubicBezTo>
                <a:cubicBezTo>
                  <a:pt x="40" y="405"/>
                  <a:pt x="40" y="405"/>
                  <a:pt x="40" y="405"/>
                </a:cubicBezTo>
                <a:cubicBezTo>
                  <a:pt x="40" y="405"/>
                  <a:pt x="41" y="405"/>
                  <a:pt x="41" y="405"/>
                </a:cubicBezTo>
                <a:cubicBezTo>
                  <a:pt x="41" y="405"/>
                  <a:pt x="41" y="405"/>
                  <a:pt x="41" y="405"/>
                </a:cubicBezTo>
                <a:cubicBezTo>
                  <a:pt x="41" y="404"/>
                  <a:pt x="41" y="404"/>
                  <a:pt x="41" y="404"/>
                </a:cubicBezTo>
                <a:cubicBezTo>
                  <a:pt x="42" y="404"/>
                  <a:pt x="42" y="404"/>
                  <a:pt x="42" y="404"/>
                </a:cubicBezTo>
                <a:cubicBezTo>
                  <a:pt x="42" y="403"/>
                  <a:pt x="42" y="403"/>
                  <a:pt x="42" y="403"/>
                </a:cubicBezTo>
                <a:cubicBezTo>
                  <a:pt x="42" y="401"/>
                  <a:pt x="43" y="401"/>
                  <a:pt x="44" y="401"/>
                </a:cubicBezTo>
                <a:cubicBezTo>
                  <a:pt x="44" y="402"/>
                  <a:pt x="44" y="402"/>
                  <a:pt x="44" y="402"/>
                </a:cubicBezTo>
                <a:cubicBezTo>
                  <a:pt x="44" y="402"/>
                  <a:pt x="45" y="402"/>
                  <a:pt x="45" y="402"/>
                </a:cubicBezTo>
                <a:cubicBezTo>
                  <a:pt x="45" y="402"/>
                  <a:pt x="45" y="402"/>
                  <a:pt x="45" y="402"/>
                </a:cubicBezTo>
                <a:cubicBezTo>
                  <a:pt x="46" y="402"/>
                  <a:pt x="46" y="404"/>
                  <a:pt x="47" y="403"/>
                </a:cubicBezTo>
                <a:cubicBezTo>
                  <a:pt x="48" y="403"/>
                  <a:pt x="49" y="403"/>
                  <a:pt x="49" y="402"/>
                </a:cubicBezTo>
                <a:cubicBezTo>
                  <a:pt x="50" y="401"/>
                  <a:pt x="50" y="400"/>
                  <a:pt x="50" y="399"/>
                </a:cubicBezTo>
                <a:cubicBezTo>
                  <a:pt x="51" y="400"/>
                  <a:pt x="51" y="400"/>
                  <a:pt x="51" y="400"/>
                </a:cubicBezTo>
                <a:cubicBezTo>
                  <a:pt x="52" y="400"/>
                  <a:pt x="52" y="400"/>
                  <a:pt x="52" y="400"/>
                </a:cubicBezTo>
                <a:cubicBezTo>
                  <a:pt x="52" y="399"/>
                  <a:pt x="53" y="399"/>
                  <a:pt x="53" y="399"/>
                </a:cubicBezTo>
                <a:cubicBezTo>
                  <a:pt x="54" y="399"/>
                  <a:pt x="55" y="399"/>
                  <a:pt x="55" y="399"/>
                </a:cubicBezTo>
                <a:cubicBezTo>
                  <a:pt x="55" y="398"/>
                  <a:pt x="55" y="398"/>
                  <a:pt x="55" y="398"/>
                </a:cubicBezTo>
                <a:cubicBezTo>
                  <a:pt x="56" y="397"/>
                  <a:pt x="56" y="397"/>
                  <a:pt x="56" y="397"/>
                </a:cubicBezTo>
                <a:cubicBezTo>
                  <a:pt x="57" y="397"/>
                  <a:pt x="58" y="395"/>
                  <a:pt x="59" y="396"/>
                </a:cubicBezTo>
                <a:cubicBezTo>
                  <a:pt x="59" y="397"/>
                  <a:pt x="60" y="397"/>
                  <a:pt x="59" y="398"/>
                </a:cubicBezTo>
                <a:cubicBezTo>
                  <a:pt x="59" y="398"/>
                  <a:pt x="59" y="398"/>
                  <a:pt x="59" y="398"/>
                </a:cubicBezTo>
                <a:cubicBezTo>
                  <a:pt x="60" y="398"/>
                  <a:pt x="60" y="398"/>
                  <a:pt x="60" y="398"/>
                </a:cubicBezTo>
                <a:cubicBezTo>
                  <a:pt x="60" y="397"/>
                  <a:pt x="61" y="397"/>
                  <a:pt x="61" y="397"/>
                </a:cubicBezTo>
                <a:cubicBezTo>
                  <a:pt x="63" y="398"/>
                  <a:pt x="64" y="399"/>
                  <a:pt x="66" y="398"/>
                </a:cubicBezTo>
                <a:cubicBezTo>
                  <a:pt x="67" y="398"/>
                  <a:pt x="68" y="399"/>
                  <a:pt x="68" y="400"/>
                </a:cubicBezTo>
                <a:cubicBezTo>
                  <a:pt x="69" y="400"/>
                  <a:pt x="69" y="399"/>
                  <a:pt x="68" y="398"/>
                </a:cubicBezTo>
                <a:cubicBezTo>
                  <a:pt x="68" y="398"/>
                  <a:pt x="67" y="397"/>
                  <a:pt x="68" y="396"/>
                </a:cubicBezTo>
                <a:cubicBezTo>
                  <a:pt x="69" y="395"/>
                  <a:pt x="69" y="394"/>
                  <a:pt x="68" y="393"/>
                </a:cubicBezTo>
                <a:cubicBezTo>
                  <a:pt x="68" y="393"/>
                  <a:pt x="67" y="392"/>
                  <a:pt x="68" y="391"/>
                </a:cubicBezTo>
                <a:cubicBezTo>
                  <a:pt x="68" y="391"/>
                  <a:pt x="68" y="391"/>
                  <a:pt x="68" y="391"/>
                </a:cubicBezTo>
                <a:cubicBezTo>
                  <a:pt x="68" y="390"/>
                  <a:pt x="68" y="390"/>
                  <a:pt x="68" y="389"/>
                </a:cubicBezTo>
                <a:cubicBezTo>
                  <a:pt x="68" y="389"/>
                  <a:pt x="67" y="389"/>
                  <a:pt x="67" y="389"/>
                </a:cubicBezTo>
                <a:cubicBezTo>
                  <a:pt x="67" y="388"/>
                  <a:pt x="67" y="388"/>
                  <a:pt x="68" y="387"/>
                </a:cubicBezTo>
                <a:cubicBezTo>
                  <a:pt x="68" y="388"/>
                  <a:pt x="68" y="388"/>
                  <a:pt x="68" y="388"/>
                </a:cubicBezTo>
                <a:cubicBezTo>
                  <a:pt x="68" y="388"/>
                  <a:pt x="68" y="388"/>
                  <a:pt x="68" y="388"/>
                </a:cubicBezTo>
                <a:cubicBezTo>
                  <a:pt x="69" y="388"/>
                  <a:pt x="69" y="387"/>
                  <a:pt x="69" y="386"/>
                </a:cubicBezTo>
                <a:cubicBezTo>
                  <a:pt x="69" y="386"/>
                  <a:pt x="69" y="386"/>
                  <a:pt x="69" y="386"/>
                </a:cubicBezTo>
                <a:cubicBezTo>
                  <a:pt x="69" y="385"/>
                  <a:pt x="69" y="384"/>
                  <a:pt x="70" y="384"/>
                </a:cubicBezTo>
                <a:cubicBezTo>
                  <a:pt x="70" y="384"/>
                  <a:pt x="70" y="384"/>
                  <a:pt x="70" y="384"/>
                </a:cubicBezTo>
                <a:cubicBezTo>
                  <a:pt x="71" y="384"/>
                  <a:pt x="72" y="384"/>
                  <a:pt x="73" y="385"/>
                </a:cubicBezTo>
                <a:cubicBezTo>
                  <a:pt x="73" y="385"/>
                  <a:pt x="73" y="385"/>
                  <a:pt x="73" y="385"/>
                </a:cubicBezTo>
                <a:cubicBezTo>
                  <a:pt x="73" y="385"/>
                  <a:pt x="73" y="385"/>
                  <a:pt x="73" y="385"/>
                </a:cubicBezTo>
                <a:cubicBezTo>
                  <a:pt x="73" y="385"/>
                  <a:pt x="73" y="385"/>
                  <a:pt x="73" y="385"/>
                </a:cubicBezTo>
                <a:cubicBezTo>
                  <a:pt x="73" y="385"/>
                  <a:pt x="73" y="385"/>
                  <a:pt x="73" y="386"/>
                </a:cubicBezTo>
                <a:cubicBezTo>
                  <a:pt x="73" y="386"/>
                  <a:pt x="73" y="386"/>
                  <a:pt x="74" y="386"/>
                </a:cubicBezTo>
                <a:cubicBezTo>
                  <a:pt x="74" y="386"/>
                  <a:pt x="74" y="387"/>
                  <a:pt x="74" y="387"/>
                </a:cubicBezTo>
                <a:cubicBezTo>
                  <a:pt x="74" y="388"/>
                  <a:pt x="74" y="389"/>
                  <a:pt x="73" y="390"/>
                </a:cubicBezTo>
                <a:cubicBezTo>
                  <a:pt x="73" y="390"/>
                  <a:pt x="73" y="390"/>
                  <a:pt x="73" y="391"/>
                </a:cubicBezTo>
                <a:cubicBezTo>
                  <a:pt x="74" y="391"/>
                  <a:pt x="74" y="391"/>
                  <a:pt x="74" y="390"/>
                </a:cubicBezTo>
                <a:cubicBezTo>
                  <a:pt x="75" y="390"/>
                  <a:pt x="75" y="390"/>
                  <a:pt x="75" y="390"/>
                </a:cubicBezTo>
                <a:cubicBezTo>
                  <a:pt x="76" y="390"/>
                  <a:pt x="76" y="390"/>
                  <a:pt x="75" y="389"/>
                </a:cubicBezTo>
                <a:cubicBezTo>
                  <a:pt x="74" y="388"/>
                  <a:pt x="74" y="387"/>
                  <a:pt x="75" y="386"/>
                </a:cubicBezTo>
                <a:cubicBezTo>
                  <a:pt x="76" y="386"/>
                  <a:pt x="76" y="386"/>
                  <a:pt x="77" y="386"/>
                </a:cubicBezTo>
                <a:cubicBezTo>
                  <a:pt x="77" y="386"/>
                  <a:pt x="77" y="386"/>
                  <a:pt x="77" y="387"/>
                </a:cubicBezTo>
                <a:cubicBezTo>
                  <a:pt x="77" y="387"/>
                  <a:pt x="77" y="387"/>
                  <a:pt x="78" y="387"/>
                </a:cubicBezTo>
                <a:cubicBezTo>
                  <a:pt x="78" y="387"/>
                  <a:pt x="79" y="387"/>
                  <a:pt x="79" y="387"/>
                </a:cubicBezTo>
                <a:cubicBezTo>
                  <a:pt x="79" y="387"/>
                  <a:pt x="79" y="387"/>
                  <a:pt x="79" y="387"/>
                </a:cubicBezTo>
                <a:cubicBezTo>
                  <a:pt x="79" y="387"/>
                  <a:pt x="79" y="386"/>
                  <a:pt x="79" y="386"/>
                </a:cubicBezTo>
                <a:cubicBezTo>
                  <a:pt x="79" y="386"/>
                  <a:pt x="78" y="386"/>
                  <a:pt x="78" y="386"/>
                </a:cubicBezTo>
                <a:cubicBezTo>
                  <a:pt x="78" y="386"/>
                  <a:pt x="78" y="386"/>
                  <a:pt x="78" y="386"/>
                </a:cubicBezTo>
                <a:cubicBezTo>
                  <a:pt x="78" y="386"/>
                  <a:pt x="78" y="386"/>
                  <a:pt x="77" y="386"/>
                </a:cubicBezTo>
                <a:cubicBezTo>
                  <a:pt x="78" y="385"/>
                  <a:pt x="78" y="385"/>
                  <a:pt x="78" y="385"/>
                </a:cubicBezTo>
                <a:cubicBezTo>
                  <a:pt x="79" y="385"/>
                  <a:pt x="79" y="384"/>
                  <a:pt x="79" y="384"/>
                </a:cubicBezTo>
                <a:cubicBezTo>
                  <a:pt x="79" y="383"/>
                  <a:pt x="79" y="382"/>
                  <a:pt x="80" y="382"/>
                </a:cubicBezTo>
                <a:cubicBezTo>
                  <a:pt x="81" y="383"/>
                  <a:pt x="81" y="382"/>
                  <a:pt x="81" y="382"/>
                </a:cubicBezTo>
                <a:cubicBezTo>
                  <a:pt x="82" y="381"/>
                  <a:pt x="82" y="381"/>
                  <a:pt x="83" y="381"/>
                </a:cubicBezTo>
                <a:cubicBezTo>
                  <a:pt x="83" y="381"/>
                  <a:pt x="84" y="381"/>
                  <a:pt x="85" y="380"/>
                </a:cubicBezTo>
                <a:cubicBezTo>
                  <a:pt x="85" y="380"/>
                  <a:pt x="85" y="379"/>
                  <a:pt x="85" y="379"/>
                </a:cubicBezTo>
                <a:cubicBezTo>
                  <a:pt x="85" y="379"/>
                  <a:pt x="85" y="379"/>
                  <a:pt x="85" y="379"/>
                </a:cubicBezTo>
                <a:cubicBezTo>
                  <a:pt x="85" y="379"/>
                  <a:pt x="86" y="379"/>
                  <a:pt x="87" y="378"/>
                </a:cubicBezTo>
                <a:cubicBezTo>
                  <a:pt x="87" y="378"/>
                  <a:pt x="87" y="378"/>
                  <a:pt x="87" y="378"/>
                </a:cubicBezTo>
                <a:cubicBezTo>
                  <a:pt x="87" y="378"/>
                  <a:pt x="87" y="378"/>
                  <a:pt x="87" y="377"/>
                </a:cubicBezTo>
                <a:cubicBezTo>
                  <a:pt x="87" y="377"/>
                  <a:pt x="88" y="377"/>
                  <a:pt x="88" y="377"/>
                </a:cubicBezTo>
                <a:cubicBezTo>
                  <a:pt x="88" y="377"/>
                  <a:pt x="88" y="376"/>
                  <a:pt x="88" y="376"/>
                </a:cubicBezTo>
                <a:cubicBezTo>
                  <a:pt x="89" y="376"/>
                  <a:pt x="89" y="376"/>
                  <a:pt x="89" y="376"/>
                </a:cubicBezTo>
                <a:cubicBezTo>
                  <a:pt x="89" y="376"/>
                  <a:pt x="89" y="377"/>
                  <a:pt x="89" y="377"/>
                </a:cubicBezTo>
                <a:cubicBezTo>
                  <a:pt x="89" y="378"/>
                  <a:pt x="89" y="377"/>
                  <a:pt x="90" y="377"/>
                </a:cubicBezTo>
                <a:cubicBezTo>
                  <a:pt x="90" y="378"/>
                  <a:pt x="90" y="378"/>
                  <a:pt x="90" y="378"/>
                </a:cubicBezTo>
                <a:cubicBezTo>
                  <a:pt x="89" y="379"/>
                  <a:pt x="89" y="379"/>
                  <a:pt x="89" y="379"/>
                </a:cubicBezTo>
                <a:cubicBezTo>
                  <a:pt x="89" y="379"/>
                  <a:pt x="90" y="378"/>
                  <a:pt x="90" y="378"/>
                </a:cubicBezTo>
                <a:cubicBezTo>
                  <a:pt x="90" y="378"/>
                  <a:pt x="91" y="377"/>
                  <a:pt x="91" y="377"/>
                </a:cubicBezTo>
                <a:cubicBezTo>
                  <a:pt x="91" y="377"/>
                  <a:pt x="91" y="376"/>
                  <a:pt x="91" y="376"/>
                </a:cubicBezTo>
                <a:cubicBezTo>
                  <a:pt x="91" y="375"/>
                  <a:pt x="91" y="375"/>
                  <a:pt x="91" y="375"/>
                </a:cubicBezTo>
                <a:cubicBezTo>
                  <a:pt x="91" y="375"/>
                  <a:pt x="92" y="375"/>
                  <a:pt x="92" y="375"/>
                </a:cubicBezTo>
                <a:cubicBezTo>
                  <a:pt x="92" y="375"/>
                  <a:pt x="92" y="375"/>
                  <a:pt x="92" y="375"/>
                </a:cubicBezTo>
                <a:cubicBezTo>
                  <a:pt x="92" y="374"/>
                  <a:pt x="92" y="374"/>
                  <a:pt x="92" y="374"/>
                </a:cubicBezTo>
                <a:cubicBezTo>
                  <a:pt x="92" y="374"/>
                  <a:pt x="92" y="374"/>
                  <a:pt x="92" y="374"/>
                </a:cubicBezTo>
                <a:cubicBezTo>
                  <a:pt x="92" y="374"/>
                  <a:pt x="93" y="374"/>
                  <a:pt x="93" y="374"/>
                </a:cubicBezTo>
                <a:cubicBezTo>
                  <a:pt x="94" y="374"/>
                  <a:pt x="94" y="374"/>
                  <a:pt x="95" y="374"/>
                </a:cubicBezTo>
                <a:cubicBezTo>
                  <a:pt x="95" y="373"/>
                  <a:pt x="95" y="373"/>
                  <a:pt x="95" y="373"/>
                </a:cubicBezTo>
                <a:cubicBezTo>
                  <a:pt x="95" y="373"/>
                  <a:pt x="96" y="372"/>
                  <a:pt x="96" y="372"/>
                </a:cubicBezTo>
                <a:cubicBezTo>
                  <a:pt x="96" y="372"/>
                  <a:pt x="97" y="371"/>
                  <a:pt x="97" y="371"/>
                </a:cubicBezTo>
                <a:cubicBezTo>
                  <a:pt x="97" y="370"/>
                  <a:pt x="97" y="371"/>
                  <a:pt x="97" y="372"/>
                </a:cubicBezTo>
                <a:cubicBezTo>
                  <a:pt x="98" y="372"/>
                  <a:pt x="98" y="372"/>
                  <a:pt x="98" y="372"/>
                </a:cubicBezTo>
                <a:cubicBezTo>
                  <a:pt x="98" y="372"/>
                  <a:pt x="99" y="372"/>
                  <a:pt x="99" y="372"/>
                </a:cubicBezTo>
                <a:cubicBezTo>
                  <a:pt x="99" y="371"/>
                  <a:pt x="100" y="372"/>
                  <a:pt x="100" y="372"/>
                </a:cubicBezTo>
                <a:cubicBezTo>
                  <a:pt x="101" y="372"/>
                  <a:pt x="101" y="372"/>
                  <a:pt x="102" y="372"/>
                </a:cubicBezTo>
                <a:cubicBezTo>
                  <a:pt x="103" y="371"/>
                  <a:pt x="103" y="371"/>
                  <a:pt x="103" y="371"/>
                </a:cubicBezTo>
                <a:cubicBezTo>
                  <a:pt x="103" y="371"/>
                  <a:pt x="103" y="370"/>
                  <a:pt x="103" y="370"/>
                </a:cubicBezTo>
                <a:cubicBezTo>
                  <a:pt x="103" y="370"/>
                  <a:pt x="103" y="370"/>
                  <a:pt x="103" y="370"/>
                </a:cubicBezTo>
                <a:cubicBezTo>
                  <a:pt x="103" y="370"/>
                  <a:pt x="104" y="369"/>
                  <a:pt x="104" y="369"/>
                </a:cubicBezTo>
                <a:cubicBezTo>
                  <a:pt x="104" y="368"/>
                  <a:pt x="104" y="367"/>
                  <a:pt x="104" y="367"/>
                </a:cubicBezTo>
                <a:cubicBezTo>
                  <a:pt x="104" y="367"/>
                  <a:pt x="103" y="367"/>
                  <a:pt x="102" y="367"/>
                </a:cubicBezTo>
                <a:cubicBezTo>
                  <a:pt x="102" y="368"/>
                  <a:pt x="102" y="368"/>
                  <a:pt x="102" y="368"/>
                </a:cubicBezTo>
                <a:cubicBezTo>
                  <a:pt x="101" y="368"/>
                  <a:pt x="101" y="368"/>
                  <a:pt x="101" y="368"/>
                </a:cubicBezTo>
                <a:cubicBezTo>
                  <a:pt x="101" y="368"/>
                  <a:pt x="102" y="367"/>
                  <a:pt x="102" y="367"/>
                </a:cubicBezTo>
                <a:cubicBezTo>
                  <a:pt x="102" y="366"/>
                  <a:pt x="102" y="366"/>
                  <a:pt x="103" y="366"/>
                </a:cubicBezTo>
                <a:cubicBezTo>
                  <a:pt x="104" y="366"/>
                  <a:pt x="104" y="366"/>
                  <a:pt x="104" y="366"/>
                </a:cubicBezTo>
                <a:cubicBezTo>
                  <a:pt x="104" y="366"/>
                  <a:pt x="105" y="367"/>
                  <a:pt x="106" y="367"/>
                </a:cubicBezTo>
                <a:cubicBezTo>
                  <a:pt x="106" y="367"/>
                  <a:pt x="106" y="366"/>
                  <a:pt x="107" y="366"/>
                </a:cubicBezTo>
                <a:cubicBezTo>
                  <a:pt x="107" y="365"/>
                  <a:pt x="107" y="365"/>
                  <a:pt x="107" y="365"/>
                </a:cubicBezTo>
                <a:cubicBezTo>
                  <a:pt x="107" y="365"/>
                  <a:pt x="107" y="364"/>
                  <a:pt x="107" y="363"/>
                </a:cubicBezTo>
                <a:cubicBezTo>
                  <a:pt x="108" y="363"/>
                  <a:pt x="108" y="363"/>
                  <a:pt x="108" y="363"/>
                </a:cubicBezTo>
                <a:cubicBezTo>
                  <a:pt x="107" y="363"/>
                  <a:pt x="107" y="362"/>
                  <a:pt x="107" y="362"/>
                </a:cubicBezTo>
                <a:cubicBezTo>
                  <a:pt x="107" y="362"/>
                  <a:pt x="107" y="362"/>
                  <a:pt x="108" y="362"/>
                </a:cubicBezTo>
                <a:cubicBezTo>
                  <a:pt x="108" y="362"/>
                  <a:pt x="109" y="362"/>
                  <a:pt x="109" y="362"/>
                </a:cubicBezTo>
                <a:cubicBezTo>
                  <a:pt x="109" y="362"/>
                  <a:pt x="109" y="362"/>
                  <a:pt x="109" y="361"/>
                </a:cubicBezTo>
                <a:cubicBezTo>
                  <a:pt x="109" y="361"/>
                  <a:pt x="109" y="361"/>
                  <a:pt x="110" y="361"/>
                </a:cubicBezTo>
                <a:cubicBezTo>
                  <a:pt x="110" y="361"/>
                  <a:pt x="110" y="361"/>
                  <a:pt x="110" y="361"/>
                </a:cubicBezTo>
                <a:cubicBezTo>
                  <a:pt x="110" y="361"/>
                  <a:pt x="111" y="361"/>
                  <a:pt x="111" y="360"/>
                </a:cubicBezTo>
                <a:cubicBezTo>
                  <a:pt x="111" y="360"/>
                  <a:pt x="111" y="360"/>
                  <a:pt x="111" y="360"/>
                </a:cubicBezTo>
                <a:cubicBezTo>
                  <a:pt x="112" y="360"/>
                  <a:pt x="113" y="359"/>
                  <a:pt x="113" y="359"/>
                </a:cubicBezTo>
                <a:cubicBezTo>
                  <a:pt x="113" y="359"/>
                  <a:pt x="113" y="359"/>
                  <a:pt x="114" y="359"/>
                </a:cubicBezTo>
                <a:cubicBezTo>
                  <a:pt x="114" y="359"/>
                  <a:pt x="114" y="359"/>
                  <a:pt x="114" y="359"/>
                </a:cubicBezTo>
                <a:cubicBezTo>
                  <a:pt x="114" y="359"/>
                  <a:pt x="115" y="359"/>
                  <a:pt x="115" y="358"/>
                </a:cubicBezTo>
                <a:cubicBezTo>
                  <a:pt x="115" y="358"/>
                  <a:pt x="116" y="358"/>
                  <a:pt x="116" y="358"/>
                </a:cubicBezTo>
                <a:cubicBezTo>
                  <a:pt x="117" y="358"/>
                  <a:pt x="117" y="358"/>
                  <a:pt x="117" y="358"/>
                </a:cubicBezTo>
                <a:cubicBezTo>
                  <a:pt x="118" y="358"/>
                  <a:pt x="118" y="358"/>
                  <a:pt x="118" y="358"/>
                </a:cubicBezTo>
                <a:cubicBezTo>
                  <a:pt x="118" y="358"/>
                  <a:pt x="118" y="358"/>
                  <a:pt x="119" y="358"/>
                </a:cubicBezTo>
                <a:cubicBezTo>
                  <a:pt x="119" y="358"/>
                  <a:pt x="120" y="358"/>
                  <a:pt x="120" y="358"/>
                </a:cubicBezTo>
                <a:cubicBezTo>
                  <a:pt x="121" y="358"/>
                  <a:pt x="121" y="358"/>
                  <a:pt x="121" y="358"/>
                </a:cubicBezTo>
                <a:cubicBezTo>
                  <a:pt x="122" y="359"/>
                  <a:pt x="122" y="359"/>
                  <a:pt x="123" y="359"/>
                </a:cubicBezTo>
                <a:cubicBezTo>
                  <a:pt x="123" y="359"/>
                  <a:pt x="124" y="359"/>
                  <a:pt x="124" y="359"/>
                </a:cubicBezTo>
                <a:cubicBezTo>
                  <a:pt x="124" y="359"/>
                  <a:pt x="126" y="359"/>
                  <a:pt x="126" y="359"/>
                </a:cubicBezTo>
                <a:cubicBezTo>
                  <a:pt x="126" y="359"/>
                  <a:pt x="126" y="359"/>
                  <a:pt x="126" y="359"/>
                </a:cubicBezTo>
                <a:cubicBezTo>
                  <a:pt x="127" y="359"/>
                  <a:pt x="127" y="359"/>
                  <a:pt x="127" y="359"/>
                </a:cubicBezTo>
                <a:cubicBezTo>
                  <a:pt x="129" y="359"/>
                  <a:pt x="130" y="357"/>
                  <a:pt x="131" y="356"/>
                </a:cubicBezTo>
                <a:cubicBezTo>
                  <a:pt x="132" y="356"/>
                  <a:pt x="133" y="356"/>
                  <a:pt x="133" y="356"/>
                </a:cubicBezTo>
                <a:cubicBezTo>
                  <a:pt x="133" y="356"/>
                  <a:pt x="133" y="356"/>
                  <a:pt x="134" y="356"/>
                </a:cubicBezTo>
                <a:cubicBezTo>
                  <a:pt x="134" y="356"/>
                  <a:pt x="135" y="357"/>
                  <a:pt x="135" y="358"/>
                </a:cubicBezTo>
                <a:cubicBezTo>
                  <a:pt x="135" y="360"/>
                  <a:pt x="134" y="361"/>
                  <a:pt x="134" y="362"/>
                </a:cubicBezTo>
                <a:cubicBezTo>
                  <a:pt x="134" y="363"/>
                  <a:pt x="133" y="363"/>
                  <a:pt x="133" y="363"/>
                </a:cubicBezTo>
                <a:cubicBezTo>
                  <a:pt x="132" y="363"/>
                  <a:pt x="132" y="363"/>
                  <a:pt x="132" y="363"/>
                </a:cubicBezTo>
                <a:cubicBezTo>
                  <a:pt x="132" y="363"/>
                  <a:pt x="132" y="363"/>
                  <a:pt x="132" y="363"/>
                </a:cubicBezTo>
                <a:cubicBezTo>
                  <a:pt x="132" y="363"/>
                  <a:pt x="132" y="363"/>
                  <a:pt x="132" y="363"/>
                </a:cubicBezTo>
                <a:cubicBezTo>
                  <a:pt x="132" y="364"/>
                  <a:pt x="132" y="364"/>
                  <a:pt x="132" y="363"/>
                </a:cubicBezTo>
                <a:cubicBezTo>
                  <a:pt x="133" y="364"/>
                  <a:pt x="133" y="364"/>
                  <a:pt x="133" y="364"/>
                </a:cubicBezTo>
                <a:cubicBezTo>
                  <a:pt x="133" y="364"/>
                  <a:pt x="133" y="365"/>
                  <a:pt x="132" y="366"/>
                </a:cubicBezTo>
                <a:cubicBezTo>
                  <a:pt x="132" y="366"/>
                  <a:pt x="132" y="366"/>
                  <a:pt x="132" y="366"/>
                </a:cubicBezTo>
                <a:cubicBezTo>
                  <a:pt x="132" y="366"/>
                  <a:pt x="132" y="366"/>
                  <a:pt x="132" y="366"/>
                </a:cubicBezTo>
                <a:cubicBezTo>
                  <a:pt x="132" y="366"/>
                  <a:pt x="132" y="366"/>
                  <a:pt x="131" y="366"/>
                </a:cubicBezTo>
                <a:cubicBezTo>
                  <a:pt x="131" y="367"/>
                  <a:pt x="131" y="367"/>
                  <a:pt x="131" y="367"/>
                </a:cubicBezTo>
                <a:cubicBezTo>
                  <a:pt x="131" y="367"/>
                  <a:pt x="130" y="367"/>
                  <a:pt x="130" y="367"/>
                </a:cubicBezTo>
                <a:cubicBezTo>
                  <a:pt x="130" y="367"/>
                  <a:pt x="130" y="367"/>
                  <a:pt x="130" y="368"/>
                </a:cubicBezTo>
                <a:cubicBezTo>
                  <a:pt x="130" y="368"/>
                  <a:pt x="130" y="368"/>
                  <a:pt x="130" y="368"/>
                </a:cubicBezTo>
                <a:cubicBezTo>
                  <a:pt x="129" y="368"/>
                  <a:pt x="129" y="368"/>
                  <a:pt x="129" y="369"/>
                </a:cubicBezTo>
                <a:cubicBezTo>
                  <a:pt x="129" y="369"/>
                  <a:pt x="130" y="369"/>
                  <a:pt x="130" y="369"/>
                </a:cubicBezTo>
                <a:cubicBezTo>
                  <a:pt x="131" y="369"/>
                  <a:pt x="131" y="370"/>
                  <a:pt x="132" y="370"/>
                </a:cubicBezTo>
                <a:cubicBezTo>
                  <a:pt x="133" y="371"/>
                  <a:pt x="133" y="372"/>
                  <a:pt x="132" y="373"/>
                </a:cubicBezTo>
                <a:cubicBezTo>
                  <a:pt x="132" y="373"/>
                  <a:pt x="132" y="373"/>
                  <a:pt x="132" y="374"/>
                </a:cubicBezTo>
                <a:cubicBezTo>
                  <a:pt x="133" y="374"/>
                  <a:pt x="134" y="374"/>
                  <a:pt x="133" y="375"/>
                </a:cubicBezTo>
                <a:cubicBezTo>
                  <a:pt x="133" y="376"/>
                  <a:pt x="132" y="376"/>
                  <a:pt x="133" y="377"/>
                </a:cubicBezTo>
                <a:cubicBezTo>
                  <a:pt x="133" y="377"/>
                  <a:pt x="132" y="379"/>
                  <a:pt x="132" y="379"/>
                </a:cubicBezTo>
                <a:cubicBezTo>
                  <a:pt x="133" y="380"/>
                  <a:pt x="134" y="378"/>
                  <a:pt x="134" y="378"/>
                </a:cubicBezTo>
                <a:cubicBezTo>
                  <a:pt x="135" y="379"/>
                  <a:pt x="135" y="380"/>
                  <a:pt x="136" y="380"/>
                </a:cubicBezTo>
                <a:cubicBezTo>
                  <a:pt x="137" y="380"/>
                  <a:pt x="137" y="380"/>
                  <a:pt x="137" y="380"/>
                </a:cubicBezTo>
                <a:cubicBezTo>
                  <a:pt x="137" y="380"/>
                  <a:pt x="137" y="381"/>
                  <a:pt x="137" y="381"/>
                </a:cubicBezTo>
                <a:cubicBezTo>
                  <a:pt x="138" y="381"/>
                  <a:pt x="138" y="381"/>
                  <a:pt x="138" y="381"/>
                </a:cubicBezTo>
                <a:cubicBezTo>
                  <a:pt x="139" y="381"/>
                  <a:pt x="139" y="381"/>
                  <a:pt x="139" y="381"/>
                </a:cubicBezTo>
                <a:cubicBezTo>
                  <a:pt x="139" y="381"/>
                  <a:pt x="140" y="381"/>
                  <a:pt x="140" y="381"/>
                </a:cubicBezTo>
                <a:cubicBezTo>
                  <a:pt x="140" y="381"/>
                  <a:pt x="141" y="381"/>
                  <a:pt x="141" y="382"/>
                </a:cubicBezTo>
                <a:cubicBezTo>
                  <a:pt x="141" y="382"/>
                  <a:pt x="141" y="382"/>
                  <a:pt x="141" y="382"/>
                </a:cubicBezTo>
                <a:cubicBezTo>
                  <a:pt x="141" y="382"/>
                  <a:pt x="140" y="382"/>
                  <a:pt x="140" y="383"/>
                </a:cubicBezTo>
                <a:cubicBezTo>
                  <a:pt x="141" y="383"/>
                  <a:pt x="141" y="383"/>
                  <a:pt x="142" y="383"/>
                </a:cubicBezTo>
                <a:cubicBezTo>
                  <a:pt x="142" y="383"/>
                  <a:pt x="142" y="383"/>
                  <a:pt x="142" y="383"/>
                </a:cubicBezTo>
                <a:cubicBezTo>
                  <a:pt x="142" y="385"/>
                  <a:pt x="144" y="386"/>
                  <a:pt x="145" y="386"/>
                </a:cubicBezTo>
                <a:cubicBezTo>
                  <a:pt x="146" y="386"/>
                  <a:pt x="146" y="386"/>
                  <a:pt x="147" y="386"/>
                </a:cubicBezTo>
                <a:cubicBezTo>
                  <a:pt x="147" y="386"/>
                  <a:pt x="147" y="386"/>
                  <a:pt x="147" y="386"/>
                </a:cubicBezTo>
                <a:cubicBezTo>
                  <a:pt x="149" y="386"/>
                  <a:pt x="150" y="385"/>
                  <a:pt x="152" y="386"/>
                </a:cubicBezTo>
                <a:cubicBezTo>
                  <a:pt x="152" y="386"/>
                  <a:pt x="152" y="386"/>
                  <a:pt x="152" y="386"/>
                </a:cubicBezTo>
                <a:cubicBezTo>
                  <a:pt x="152" y="386"/>
                  <a:pt x="153" y="386"/>
                  <a:pt x="153" y="385"/>
                </a:cubicBezTo>
                <a:cubicBezTo>
                  <a:pt x="152" y="385"/>
                  <a:pt x="152" y="385"/>
                  <a:pt x="152" y="385"/>
                </a:cubicBezTo>
                <a:cubicBezTo>
                  <a:pt x="152" y="384"/>
                  <a:pt x="153" y="384"/>
                  <a:pt x="153" y="384"/>
                </a:cubicBezTo>
                <a:cubicBezTo>
                  <a:pt x="153" y="383"/>
                  <a:pt x="154" y="382"/>
                  <a:pt x="154" y="380"/>
                </a:cubicBezTo>
                <a:cubicBezTo>
                  <a:pt x="154" y="379"/>
                  <a:pt x="155" y="378"/>
                  <a:pt x="155" y="377"/>
                </a:cubicBezTo>
                <a:cubicBezTo>
                  <a:pt x="155" y="377"/>
                  <a:pt x="155" y="377"/>
                  <a:pt x="155" y="377"/>
                </a:cubicBezTo>
                <a:cubicBezTo>
                  <a:pt x="154" y="377"/>
                  <a:pt x="154" y="377"/>
                  <a:pt x="154" y="377"/>
                </a:cubicBezTo>
                <a:cubicBezTo>
                  <a:pt x="155" y="377"/>
                  <a:pt x="155" y="376"/>
                  <a:pt x="155" y="375"/>
                </a:cubicBezTo>
                <a:cubicBezTo>
                  <a:pt x="155" y="374"/>
                  <a:pt x="155" y="372"/>
                  <a:pt x="156" y="371"/>
                </a:cubicBezTo>
                <a:cubicBezTo>
                  <a:pt x="157" y="371"/>
                  <a:pt x="157" y="371"/>
                  <a:pt x="157" y="370"/>
                </a:cubicBezTo>
                <a:cubicBezTo>
                  <a:pt x="158" y="370"/>
                  <a:pt x="158" y="370"/>
                  <a:pt x="158" y="369"/>
                </a:cubicBezTo>
                <a:cubicBezTo>
                  <a:pt x="158" y="369"/>
                  <a:pt x="158" y="369"/>
                  <a:pt x="158" y="369"/>
                </a:cubicBezTo>
                <a:cubicBezTo>
                  <a:pt x="158" y="369"/>
                  <a:pt x="158" y="369"/>
                  <a:pt x="158" y="369"/>
                </a:cubicBezTo>
                <a:cubicBezTo>
                  <a:pt x="158" y="368"/>
                  <a:pt x="159" y="367"/>
                  <a:pt x="158" y="367"/>
                </a:cubicBezTo>
                <a:cubicBezTo>
                  <a:pt x="157" y="367"/>
                  <a:pt x="157" y="367"/>
                  <a:pt x="156" y="366"/>
                </a:cubicBezTo>
                <a:cubicBezTo>
                  <a:pt x="157" y="366"/>
                  <a:pt x="157" y="365"/>
                  <a:pt x="158" y="366"/>
                </a:cubicBezTo>
                <a:cubicBezTo>
                  <a:pt x="158" y="366"/>
                  <a:pt x="158" y="365"/>
                  <a:pt x="158" y="365"/>
                </a:cubicBezTo>
                <a:cubicBezTo>
                  <a:pt x="158" y="365"/>
                  <a:pt x="157" y="364"/>
                  <a:pt x="157" y="364"/>
                </a:cubicBezTo>
                <a:cubicBezTo>
                  <a:pt x="158" y="363"/>
                  <a:pt x="158" y="363"/>
                  <a:pt x="158" y="362"/>
                </a:cubicBezTo>
                <a:cubicBezTo>
                  <a:pt x="158" y="362"/>
                  <a:pt x="159" y="362"/>
                  <a:pt x="159" y="362"/>
                </a:cubicBezTo>
                <a:cubicBezTo>
                  <a:pt x="159" y="362"/>
                  <a:pt x="159" y="362"/>
                  <a:pt x="159" y="362"/>
                </a:cubicBezTo>
                <a:cubicBezTo>
                  <a:pt x="160" y="361"/>
                  <a:pt x="161" y="361"/>
                  <a:pt x="162" y="359"/>
                </a:cubicBezTo>
                <a:cubicBezTo>
                  <a:pt x="162" y="359"/>
                  <a:pt x="163" y="359"/>
                  <a:pt x="163" y="359"/>
                </a:cubicBezTo>
                <a:cubicBezTo>
                  <a:pt x="165" y="359"/>
                  <a:pt x="165" y="357"/>
                  <a:pt x="165" y="356"/>
                </a:cubicBezTo>
                <a:cubicBezTo>
                  <a:pt x="165" y="356"/>
                  <a:pt x="165" y="357"/>
                  <a:pt x="165" y="357"/>
                </a:cubicBezTo>
                <a:cubicBezTo>
                  <a:pt x="165" y="357"/>
                  <a:pt x="165" y="357"/>
                  <a:pt x="166" y="357"/>
                </a:cubicBezTo>
                <a:cubicBezTo>
                  <a:pt x="166" y="357"/>
                  <a:pt x="167" y="357"/>
                  <a:pt x="168" y="357"/>
                </a:cubicBezTo>
                <a:cubicBezTo>
                  <a:pt x="168" y="356"/>
                  <a:pt x="168" y="356"/>
                  <a:pt x="168" y="357"/>
                </a:cubicBezTo>
                <a:cubicBezTo>
                  <a:pt x="169" y="357"/>
                  <a:pt x="169" y="357"/>
                  <a:pt x="168" y="357"/>
                </a:cubicBezTo>
                <a:cubicBezTo>
                  <a:pt x="168" y="357"/>
                  <a:pt x="168" y="357"/>
                  <a:pt x="167" y="358"/>
                </a:cubicBezTo>
                <a:cubicBezTo>
                  <a:pt x="168" y="358"/>
                  <a:pt x="169" y="358"/>
                  <a:pt x="169" y="357"/>
                </a:cubicBezTo>
                <a:cubicBezTo>
                  <a:pt x="170" y="357"/>
                  <a:pt x="170" y="356"/>
                  <a:pt x="169" y="355"/>
                </a:cubicBezTo>
                <a:cubicBezTo>
                  <a:pt x="169" y="355"/>
                  <a:pt x="169" y="354"/>
                  <a:pt x="169" y="353"/>
                </a:cubicBezTo>
                <a:cubicBezTo>
                  <a:pt x="169" y="353"/>
                  <a:pt x="170" y="352"/>
                  <a:pt x="169" y="352"/>
                </a:cubicBezTo>
                <a:cubicBezTo>
                  <a:pt x="168" y="352"/>
                  <a:pt x="168" y="351"/>
                  <a:pt x="167" y="351"/>
                </a:cubicBezTo>
                <a:cubicBezTo>
                  <a:pt x="167" y="351"/>
                  <a:pt x="167" y="351"/>
                  <a:pt x="167" y="351"/>
                </a:cubicBezTo>
                <a:cubicBezTo>
                  <a:pt x="167" y="351"/>
                  <a:pt x="167" y="351"/>
                  <a:pt x="167" y="351"/>
                </a:cubicBezTo>
                <a:cubicBezTo>
                  <a:pt x="167" y="351"/>
                  <a:pt x="167" y="351"/>
                  <a:pt x="167" y="351"/>
                </a:cubicBezTo>
                <a:cubicBezTo>
                  <a:pt x="166" y="351"/>
                  <a:pt x="165" y="352"/>
                  <a:pt x="164" y="351"/>
                </a:cubicBezTo>
                <a:cubicBezTo>
                  <a:pt x="163" y="351"/>
                  <a:pt x="161" y="350"/>
                  <a:pt x="160" y="350"/>
                </a:cubicBezTo>
                <a:cubicBezTo>
                  <a:pt x="159" y="350"/>
                  <a:pt x="158" y="348"/>
                  <a:pt x="158" y="347"/>
                </a:cubicBezTo>
                <a:cubicBezTo>
                  <a:pt x="158" y="345"/>
                  <a:pt x="159" y="342"/>
                  <a:pt x="159" y="340"/>
                </a:cubicBezTo>
                <a:cubicBezTo>
                  <a:pt x="159" y="339"/>
                  <a:pt x="159" y="339"/>
                  <a:pt x="159" y="338"/>
                </a:cubicBezTo>
                <a:cubicBezTo>
                  <a:pt x="160" y="338"/>
                  <a:pt x="160" y="338"/>
                  <a:pt x="160" y="338"/>
                </a:cubicBezTo>
                <a:cubicBezTo>
                  <a:pt x="160" y="338"/>
                  <a:pt x="160" y="338"/>
                  <a:pt x="160" y="338"/>
                </a:cubicBezTo>
                <a:cubicBezTo>
                  <a:pt x="161" y="338"/>
                  <a:pt x="161" y="337"/>
                  <a:pt x="161" y="337"/>
                </a:cubicBezTo>
                <a:cubicBezTo>
                  <a:pt x="162" y="337"/>
                  <a:pt x="162" y="336"/>
                  <a:pt x="163" y="336"/>
                </a:cubicBezTo>
                <a:cubicBezTo>
                  <a:pt x="163" y="338"/>
                  <a:pt x="163" y="339"/>
                  <a:pt x="163" y="340"/>
                </a:cubicBezTo>
                <a:cubicBezTo>
                  <a:pt x="163" y="341"/>
                  <a:pt x="163" y="341"/>
                  <a:pt x="163" y="341"/>
                </a:cubicBezTo>
                <a:cubicBezTo>
                  <a:pt x="164" y="342"/>
                  <a:pt x="164" y="341"/>
                  <a:pt x="165" y="341"/>
                </a:cubicBezTo>
                <a:cubicBezTo>
                  <a:pt x="165" y="341"/>
                  <a:pt x="165" y="342"/>
                  <a:pt x="165" y="342"/>
                </a:cubicBezTo>
                <a:cubicBezTo>
                  <a:pt x="165" y="344"/>
                  <a:pt x="165" y="344"/>
                  <a:pt x="167" y="345"/>
                </a:cubicBezTo>
                <a:cubicBezTo>
                  <a:pt x="167" y="344"/>
                  <a:pt x="167" y="344"/>
                  <a:pt x="167" y="344"/>
                </a:cubicBezTo>
                <a:cubicBezTo>
                  <a:pt x="167" y="344"/>
                  <a:pt x="167" y="344"/>
                  <a:pt x="167" y="343"/>
                </a:cubicBezTo>
                <a:cubicBezTo>
                  <a:pt x="166" y="343"/>
                  <a:pt x="166" y="342"/>
                  <a:pt x="166" y="341"/>
                </a:cubicBezTo>
                <a:cubicBezTo>
                  <a:pt x="166" y="340"/>
                  <a:pt x="166" y="340"/>
                  <a:pt x="166" y="340"/>
                </a:cubicBezTo>
                <a:cubicBezTo>
                  <a:pt x="166" y="340"/>
                  <a:pt x="167" y="340"/>
                  <a:pt x="167" y="341"/>
                </a:cubicBezTo>
                <a:cubicBezTo>
                  <a:pt x="167" y="341"/>
                  <a:pt x="169" y="342"/>
                  <a:pt x="169" y="342"/>
                </a:cubicBezTo>
                <a:cubicBezTo>
                  <a:pt x="169" y="342"/>
                  <a:pt x="169" y="342"/>
                  <a:pt x="169" y="342"/>
                </a:cubicBezTo>
                <a:cubicBezTo>
                  <a:pt x="170" y="342"/>
                  <a:pt x="171" y="342"/>
                  <a:pt x="171" y="341"/>
                </a:cubicBezTo>
                <a:cubicBezTo>
                  <a:pt x="172" y="341"/>
                  <a:pt x="172" y="341"/>
                  <a:pt x="172" y="341"/>
                </a:cubicBezTo>
                <a:cubicBezTo>
                  <a:pt x="172" y="341"/>
                  <a:pt x="172" y="340"/>
                  <a:pt x="172" y="340"/>
                </a:cubicBezTo>
                <a:cubicBezTo>
                  <a:pt x="173" y="340"/>
                  <a:pt x="173" y="340"/>
                  <a:pt x="174" y="340"/>
                </a:cubicBezTo>
                <a:cubicBezTo>
                  <a:pt x="175" y="340"/>
                  <a:pt x="175" y="340"/>
                  <a:pt x="176" y="341"/>
                </a:cubicBezTo>
                <a:cubicBezTo>
                  <a:pt x="175" y="341"/>
                  <a:pt x="175" y="341"/>
                  <a:pt x="176" y="341"/>
                </a:cubicBezTo>
                <a:cubicBezTo>
                  <a:pt x="176" y="342"/>
                  <a:pt x="176" y="342"/>
                  <a:pt x="176" y="342"/>
                </a:cubicBezTo>
                <a:cubicBezTo>
                  <a:pt x="176" y="342"/>
                  <a:pt x="176" y="342"/>
                  <a:pt x="176" y="342"/>
                </a:cubicBezTo>
                <a:cubicBezTo>
                  <a:pt x="176" y="342"/>
                  <a:pt x="176" y="343"/>
                  <a:pt x="175" y="342"/>
                </a:cubicBezTo>
                <a:cubicBezTo>
                  <a:pt x="175" y="342"/>
                  <a:pt x="175" y="342"/>
                  <a:pt x="175" y="342"/>
                </a:cubicBezTo>
                <a:cubicBezTo>
                  <a:pt x="174" y="343"/>
                  <a:pt x="173" y="344"/>
                  <a:pt x="172" y="345"/>
                </a:cubicBezTo>
                <a:cubicBezTo>
                  <a:pt x="172" y="345"/>
                  <a:pt x="172" y="346"/>
                  <a:pt x="171" y="345"/>
                </a:cubicBezTo>
                <a:cubicBezTo>
                  <a:pt x="171" y="345"/>
                  <a:pt x="171" y="345"/>
                  <a:pt x="170" y="346"/>
                </a:cubicBezTo>
                <a:cubicBezTo>
                  <a:pt x="170" y="346"/>
                  <a:pt x="170" y="347"/>
                  <a:pt x="170" y="347"/>
                </a:cubicBezTo>
                <a:cubicBezTo>
                  <a:pt x="170" y="347"/>
                  <a:pt x="170" y="347"/>
                  <a:pt x="170" y="347"/>
                </a:cubicBezTo>
                <a:cubicBezTo>
                  <a:pt x="170" y="348"/>
                  <a:pt x="170" y="348"/>
                  <a:pt x="170" y="348"/>
                </a:cubicBezTo>
                <a:cubicBezTo>
                  <a:pt x="171" y="347"/>
                  <a:pt x="172" y="347"/>
                  <a:pt x="173" y="346"/>
                </a:cubicBezTo>
                <a:cubicBezTo>
                  <a:pt x="175" y="345"/>
                  <a:pt x="177" y="344"/>
                  <a:pt x="179" y="343"/>
                </a:cubicBezTo>
                <a:cubicBezTo>
                  <a:pt x="179" y="342"/>
                  <a:pt x="179" y="342"/>
                  <a:pt x="179" y="342"/>
                </a:cubicBezTo>
                <a:cubicBezTo>
                  <a:pt x="179" y="342"/>
                  <a:pt x="179" y="342"/>
                  <a:pt x="179" y="342"/>
                </a:cubicBezTo>
                <a:cubicBezTo>
                  <a:pt x="180" y="342"/>
                  <a:pt x="180" y="342"/>
                  <a:pt x="180" y="342"/>
                </a:cubicBezTo>
                <a:cubicBezTo>
                  <a:pt x="182" y="342"/>
                  <a:pt x="183" y="341"/>
                  <a:pt x="184" y="341"/>
                </a:cubicBezTo>
                <a:cubicBezTo>
                  <a:pt x="185" y="341"/>
                  <a:pt x="185" y="340"/>
                  <a:pt x="186" y="340"/>
                </a:cubicBezTo>
                <a:cubicBezTo>
                  <a:pt x="186" y="341"/>
                  <a:pt x="187" y="341"/>
                  <a:pt x="187" y="340"/>
                </a:cubicBezTo>
                <a:cubicBezTo>
                  <a:pt x="188" y="340"/>
                  <a:pt x="189" y="340"/>
                  <a:pt x="189" y="339"/>
                </a:cubicBezTo>
                <a:cubicBezTo>
                  <a:pt x="192" y="339"/>
                  <a:pt x="194" y="339"/>
                  <a:pt x="197" y="339"/>
                </a:cubicBezTo>
                <a:cubicBezTo>
                  <a:pt x="195" y="338"/>
                  <a:pt x="195" y="336"/>
                  <a:pt x="196" y="335"/>
                </a:cubicBezTo>
                <a:cubicBezTo>
                  <a:pt x="197" y="334"/>
                  <a:pt x="197" y="332"/>
                  <a:pt x="197" y="331"/>
                </a:cubicBezTo>
                <a:cubicBezTo>
                  <a:pt x="197" y="331"/>
                  <a:pt x="197" y="330"/>
                  <a:pt x="198" y="330"/>
                </a:cubicBezTo>
                <a:cubicBezTo>
                  <a:pt x="198" y="329"/>
                  <a:pt x="198" y="329"/>
                  <a:pt x="199" y="328"/>
                </a:cubicBezTo>
                <a:cubicBezTo>
                  <a:pt x="199" y="328"/>
                  <a:pt x="199" y="328"/>
                  <a:pt x="200" y="327"/>
                </a:cubicBezTo>
                <a:cubicBezTo>
                  <a:pt x="200" y="327"/>
                  <a:pt x="200" y="327"/>
                  <a:pt x="200" y="326"/>
                </a:cubicBezTo>
                <a:cubicBezTo>
                  <a:pt x="200" y="326"/>
                  <a:pt x="200" y="326"/>
                  <a:pt x="199" y="327"/>
                </a:cubicBezTo>
                <a:cubicBezTo>
                  <a:pt x="199" y="326"/>
                  <a:pt x="199" y="326"/>
                  <a:pt x="199" y="326"/>
                </a:cubicBezTo>
                <a:cubicBezTo>
                  <a:pt x="199" y="326"/>
                  <a:pt x="199" y="326"/>
                  <a:pt x="199" y="326"/>
                </a:cubicBezTo>
                <a:cubicBezTo>
                  <a:pt x="200" y="325"/>
                  <a:pt x="200" y="325"/>
                  <a:pt x="200" y="324"/>
                </a:cubicBezTo>
                <a:cubicBezTo>
                  <a:pt x="201" y="324"/>
                  <a:pt x="201" y="323"/>
                  <a:pt x="201" y="323"/>
                </a:cubicBezTo>
                <a:cubicBezTo>
                  <a:pt x="202" y="322"/>
                  <a:pt x="203" y="322"/>
                  <a:pt x="203" y="321"/>
                </a:cubicBezTo>
                <a:cubicBezTo>
                  <a:pt x="204" y="321"/>
                  <a:pt x="205" y="321"/>
                  <a:pt x="205" y="321"/>
                </a:cubicBezTo>
                <a:cubicBezTo>
                  <a:pt x="205" y="321"/>
                  <a:pt x="206" y="321"/>
                  <a:pt x="206" y="321"/>
                </a:cubicBezTo>
                <a:cubicBezTo>
                  <a:pt x="206" y="322"/>
                  <a:pt x="207" y="322"/>
                  <a:pt x="207" y="322"/>
                </a:cubicBezTo>
                <a:cubicBezTo>
                  <a:pt x="207" y="322"/>
                  <a:pt x="208" y="323"/>
                  <a:pt x="208" y="323"/>
                </a:cubicBezTo>
                <a:cubicBezTo>
                  <a:pt x="208" y="324"/>
                  <a:pt x="207" y="324"/>
                  <a:pt x="207" y="324"/>
                </a:cubicBezTo>
                <a:cubicBezTo>
                  <a:pt x="206" y="324"/>
                  <a:pt x="206" y="324"/>
                  <a:pt x="206" y="325"/>
                </a:cubicBezTo>
                <a:cubicBezTo>
                  <a:pt x="206" y="326"/>
                  <a:pt x="207" y="327"/>
                  <a:pt x="206" y="327"/>
                </a:cubicBezTo>
                <a:cubicBezTo>
                  <a:pt x="206" y="328"/>
                  <a:pt x="206" y="328"/>
                  <a:pt x="206" y="329"/>
                </a:cubicBezTo>
                <a:cubicBezTo>
                  <a:pt x="207" y="330"/>
                  <a:pt x="208" y="331"/>
                  <a:pt x="207" y="333"/>
                </a:cubicBezTo>
                <a:cubicBezTo>
                  <a:pt x="207" y="333"/>
                  <a:pt x="207" y="333"/>
                  <a:pt x="207" y="333"/>
                </a:cubicBezTo>
                <a:cubicBezTo>
                  <a:pt x="208" y="333"/>
                  <a:pt x="208" y="334"/>
                  <a:pt x="209" y="335"/>
                </a:cubicBezTo>
                <a:cubicBezTo>
                  <a:pt x="210" y="335"/>
                  <a:pt x="210" y="335"/>
                  <a:pt x="211" y="334"/>
                </a:cubicBezTo>
                <a:cubicBezTo>
                  <a:pt x="211" y="333"/>
                  <a:pt x="213" y="333"/>
                  <a:pt x="213" y="331"/>
                </a:cubicBezTo>
                <a:cubicBezTo>
                  <a:pt x="213" y="330"/>
                  <a:pt x="213" y="330"/>
                  <a:pt x="213" y="330"/>
                </a:cubicBezTo>
                <a:cubicBezTo>
                  <a:pt x="214" y="329"/>
                  <a:pt x="214" y="328"/>
                  <a:pt x="214" y="327"/>
                </a:cubicBezTo>
                <a:cubicBezTo>
                  <a:pt x="214" y="327"/>
                  <a:pt x="214" y="326"/>
                  <a:pt x="214" y="325"/>
                </a:cubicBezTo>
                <a:cubicBezTo>
                  <a:pt x="214" y="325"/>
                  <a:pt x="215" y="324"/>
                  <a:pt x="214" y="324"/>
                </a:cubicBezTo>
                <a:cubicBezTo>
                  <a:pt x="212" y="323"/>
                  <a:pt x="212" y="322"/>
                  <a:pt x="212" y="321"/>
                </a:cubicBezTo>
                <a:cubicBezTo>
                  <a:pt x="212" y="320"/>
                  <a:pt x="212" y="319"/>
                  <a:pt x="213" y="319"/>
                </a:cubicBezTo>
                <a:cubicBezTo>
                  <a:pt x="213" y="318"/>
                  <a:pt x="213" y="318"/>
                  <a:pt x="213" y="318"/>
                </a:cubicBezTo>
                <a:cubicBezTo>
                  <a:pt x="213" y="318"/>
                  <a:pt x="213" y="318"/>
                  <a:pt x="212" y="317"/>
                </a:cubicBezTo>
                <a:cubicBezTo>
                  <a:pt x="212" y="317"/>
                  <a:pt x="212" y="317"/>
                  <a:pt x="212" y="317"/>
                </a:cubicBezTo>
                <a:cubicBezTo>
                  <a:pt x="213" y="316"/>
                  <a:pt x="214" y="315"/>
                  <a:pt x="214" y="313"/>
                </a:cubicBezTo>
                <a:cubicBezTo>
                  <a:pt x="215" y="313"/>
                  <a:pt x="216" y="313"/>
                  <a:pt x="216" y="313"/>
                </a:cubicBezTo>
                <a:cubicBezTo>
                  <a:pt x="216" y="313"/>
                  <a:pt x="216" y="313"/>
                  <a:pt x="216" y="313"/>
                </a:cubicBezTo>
                <a:cubicBezTo>
                  <a:pt x="216" y="312"/>
                  <a:pt x="217" y="312"/>
                  <a:pt x="217" y="312"/>
                </a:cubicBezTo>
                <a:cubicBezTo>
                  <a:pt x="217" y="312"/>
                  <a:pt x="217" y="312"/>
                  <a:pt x="218" y="312"/>
                </a:cubicBezTo>
                <a:cubicBezTo>
                  <a:pt x="219" y="312"/>
                  <a:pt x="220" y="311"/>
                  <a:pt x="220" y="312"/>
                </a:cubicBezTo>
                <a:cubicBezTo>
                  <a:pt x="222" y="313"/>
                  <a:pt x="223" y="314"/>
                  <a:pt x="223" y="315"/>
                </a:cubicBezTo>
                <a:cubicBezTo>
                  <a:pt x="223" y="315"/>
                  <a:pt x="223" y="316"/>
                  <a:pt x="223" y="316"/>
                </a:cubicBezTo>
                <a:cubicBezTo>
                  <a:pt x="224" y="316"/>
                  <a:pt x="224" y="315"/>
                  <a:pt x="224" y="315"/>
                </a:cubicBezTo>
                <a:cubicBezTo>
                  <a:pt x="224" y="315"/>
                  <a:pt x="224" y="315"/>
                  <a:pt x="224" y="315"/>
                </a:cubicBezTo>
                <a:cubicBezTo>
                  <a:pt x="224" y="315"/>
                  <a:pt x="224" y="315"/>
                  <a:pt x="224" y="315"/>
                </a:cubicBezTo>
                <a:cubicBezTo>
                  <a:pt x="223" y="314"/>
                  <a:pt x="224" y="314"/>
                  <a:pt x="224" y="313"/>
                </a:cubicBezTo>
                <a:cubicBezTo>
                  <a:pt x="225" y="313"/>
                  <a:pt x="225" y="312"/>
                  <a:pt x="225" y="312"/>
                </a:cubicBezTo>
                <a:cubicBezTo>
                  <a:pt x="225" y="312"/>
                  <a:pt x="225" y="312"/>
                  <a:pt x="225" y="311"/>
                </a:cubicBezTo>
                <a:cubicBezTo>
                  <a:pt x="225" y="311"/>
                  <a:pt x="224" y="311"/>
                  <a:pt x="224" y="311"/>
                </a:cubicBezTo>
                <a:cubicBezTo>
                  <a:pt x="224" y="311"/>
                  <a:pt x="223" y="311"/>
                  <a:pt x="223" y="311"/>
                </a:cubicBezTo>
                <a:cubicBezTo>
                  <a:pt x="222" y="311"/>
                  <a:pt x="222" y="310"/>
                  <a:pt x="222" y="310"/>
                </a:cubicBezTo>
                <a:cubicBezTo>
                  <a:pt x="222" y="310"/>
                  <a:pt x="222" y="310"/>
                  <a:pt x="222" y="309"/>
                </a:cubicBezTo>
                <a:cubicBezTo>
                  <a:pt x="222" y="309"/>
                  <a:pt x="222" y="308"/>
                  <a:pt x="222" y="307"/>
                </a:cubicBezTo>
                <a:cubicBezTo>
                  <a:pt x="222" y="306"/>
                  <a:pt x="223" y="305"/>
                  <a:pt x="224" y="305"/>
                </a:cubicBezTo>
                <a:cubicBezTo>
                  <a:pt x="224" y="305"/>
                  <a:pt x="224" y="305"/>
                  <a:pt x="224" y="305"/>
                </a:cubicBezTo>
                <a:cubicBezTo>
                  <a:pt x="225" y="305"/>
                  <a:pt x="225" y="305"/>
                  <a:pt x="226" y="305"/>
                </a:cubicBezTo>
                <a:cubicBezTo>
                  <a:pt x="226" y="305"/>
                  <a:pt x="227" y="306"/>
                  <a:pt x="227" y="306"/>
                </a:cubicBezTo>
                <a:cubicBezTo>
                  <a:pt x="227" y="306"/>
                  <a:pt x="228" y="306"/>
                  <a:pt x="228" y="307"/>
                </a:cubicBezTo>
                <a:cubicBezTo>
                  <a:pt x="227" y="308"/>
                  <a:pt x="227" y="308"/>
                  <a:pt x="226" y="309"/>
                </a:cubicBezTo>
                <a:cubicBezTo>
                  <a:pt x="226" y="309"/>
                  <a:pt x="226" y="309"/>
                  <a:pt x="226" y="310"/>
                </a:cubicBezTo>
                <a:cubicBezTo>
                  <a:pt x="227" y="310"/>
                  <a:pt x="227" y="310"/>
                  <a:pt x="227" y="310"/>
                </a:cubicBezTo>
                <a:cubicBezTo>
                  <a:pt x="227" y="310"/>
                  <a:pt x="228" y="311"/>
                  <a:pt x="228" y="311"/>
                </a:cubicBezTo>
                <a:cubicBezTo>
                  <a:pt x="228" y="311"/>
                  <a:pt x="228" y="311"/>
                  <a:pt x="228" y="311"/>
                </a:cubicBezTo>
                <a:cubicBezTo>
                  <a:pt x="228" y="312"/>
                  <a:pt x="228" y="312"/>
                  <a:pt x="227" y="312"/>
                </a:cubicBezTo>
                <a:cubicBezTo>
                  <a:pt x="227" y="313"/>
                  <a:pt x="227" y="314"/>
                  <a:pt x="227" y="314"/>
                </a:cubicBezTo>
                <a:cubicBezTo>
                  <a:pt x="228" y="315"/>
                  <a:pt x="228" y="315"/>
                  <a:pt x="229" y="316"/>
                </a:cubicBezTo>
                <a:cubicBezTo>
                  <a:pt x="229" y="317"/>
                  <a:pt x="229" y="317"/>
                  <a:pt x="229" y="317"/>
                </a:cubicBezTo>
                <a:cubicBezTo>
                  <a:pt x="229" y="317"/>
                  <a:pt x="229" y="317"/>
                  <a:pt x="229" y="317"/>
                </a:cubicBezTo>
                <a:cubicBezTo>
                  <a:pt x="230" y="319"/>
                  <a:pt x="228" y="318"/>
                  <a:pt x="228" y="319"/>
                </a:cubicBezTo>
                <a:cubicBezTo>
                  <a:pt x="228" y="320"/>
                  <a:pt x="229" y="320"/>
                  <a:pt x="229" y="320"/>
                </a:cubicBezTo>
                <a:cubicBezTo>
                  <a:pt x="231" y="321"/>
                  <a:pt x="233" y="319"/>
                  <a:pt x="232" y="318"/>
                </a:cubicBezTo>
                <a:cubicBezTo>
                  <a:pt x="232" y="317"/>
                  <a:pt x="232" y="316"/>
                  <a:pt x="233" y="315"/>
                </a:cubicBezTo>
                <a:cubicBezTo>
                  <a:pt x="234" y="315"/>
                  <a:pt x="234" y="314"/>
                  <a:pt x="234" y="313"/>
                </a:cubicBezTo>
                <a:cubicBezTo>
                  <a:pt x="234" y="313"/>
                  <a:pt x="235" y="312"/>
                  <a:pt x="235" y="313"/>
                </a:cubicBezTo>
                <a:cubicBezTo>
                  <a:pt x="237" y="313"/>
                  <a:pt x="237" y="311"/>
                  <a:pt x="238" y="311"/>
                </a:cubicBezTo>
                <a:cubicBezTo>
                  <a:pt x="239" y="310"/>
                  <a:pt x="240" y="308"/>
                  <a:pt x="239" y="307"/>
                </a:cubicBezTo>
                <a:cubicBezTo>
                  <a:pt x="239" y="306"/>
                  <a:pt x="239" y="305"/>
                  <a:pt x="238" y="304"/>
                </a:cubicBezTo>
                <a:cubicBezTo>
                  <a:pt x="239" y="303"/>
                  <a:pt x="239" y="301"/>
                  <a:pt x="238" y="299"/>
                </a:cubicBezTo>
                <a:cubicBezTo>
                  <a:pt x="239" y="298"/>
                  <a:pt x="239" y="298"/>
                  <a:pt x="240" y="297"/>
                </a:cubicBezTo>
                <a:cubicBezTo>
                  <a:pt x="240" y="296"/>
                  <a:pt x="240" y="295"/>
                  <a:pt x="241" y="295"/>
                </a:cubicBezTo>
                <a:cubicBezTo>
                  <a:pt x="242" y="293"/>
                  <a:pt x="243" y="293"/>
                  <a:pt x="245" y="292"/>
                </a:cubicBezTo>
                <a:cubicBezTo>
                  <a:pt x="245" y="292"/>
                  <a:pt x="245" y="292"/>
                  <a:pt x="245" y="291"/>
                </a:cubicBezTo>
                <a:cubicBezTo>
                  <a:pt x="245" y="291"/>
                  <a:pt x="245" y="291"/>
                  <a:pt x="245" y="291"/>
                </a:cubicBezTo>
                <a:cubicBezTo>
                  <a:pt x="244" y="290"/>
                  <a:pt x="242" y="289"/>
                  <a:pt x="241" y="288"/>
                </a:cubicBezTo>
                <a:cubicBezTo>
                  <a:pt x="241" y="287"/>
                  <a:pt x="241" y="287"/>
                  <a:pt x="241" y="287"/>
                </a:cubicBezTo>
                <a:cubicBezTo>
                  <a:pt x="240" y="288"/>
                  <a:pt x="241" y="288"/>
                  <a:pt x="240" y="288"/>
                </a:cubicBezTo>
                <a:cubicBezTo>
                  <a:pt x="240" y="288"/>
                  <a:pt x="240" y="287"/>
                  <a:pt x="240" y="287"/>
                </a:cubicBezTo>
                <a:cubicBezTo>
                  <a:pt x="241" y="287"/>
                  <a:pt x="240" y="286"/>
                  <a:pt x="240" y="286"/>
                </a:cubicBezTo>
                <a:cubicBezTo>
                  <a:pt x="239" y="286"/>
                  <a:pt x="239" y="285"/>
                  <a:pt x="239" y="285"/>
                </a:cubicBezTo>
                <a:cubicBezTo>
                  <a:pt x="238" y="284"/>
                  <a:pt x="237" y="282"/>
                  <a:pt x="235" y="280"/>
                </a:cubicBezTo>
                <a:cubicBezTo>
                  <a:pt x="235" y="280"/>
                  <a:pt x="235" y="280"/>
                  <a:pt x="235" y="280"/>
                </a:cubicBezTo>
                <a:cubicBezTo>
                  <a:pt x="235" y="279"/>
                  <a:pt x="235" y="279"/>
                  <a:pt x="235" y="279"/>
                </a:cubicBezTo>
                <a:cubicBezTo>
                  <a:pt x="235" y="279"/>
                  <a:pt x="235" y="278"/>
                  <a:pt x="235" y="278"/>
                </a:cubicBezTo>
                <a:cubicBezTo>
                  <a:pt x="235" y="278"/>
                  <a:pt x="235" y="278"/>
                  <a:pt x="235" y="278"/>
                </a:cubicBezTo>
                <a:cubicBezTo>
                  <a:pt x="235" y="277"/>
                  <a:pt x="235" y="276"/>
                  <a:pt x="235" y="275"/>
                </a:cubicBezTo>
                <a:cubicBezTo>
                  <a:pt x="235" y="274"/>
                  <a:pt x="235" y="274"/>
                  <a:pt x="235" y="274"/>
                </a:cubicBezTo>
                <a:cubicBezTo>
                  <a:pt x="234" y="273"/>
                  <a:pt x="234" y="272"/>
                  <a:pt x="234" y="272"/>
                </a:cubicBezTo>
                <a:cubicBezTo>
                  <a:pt x="234" y="271"/>
                  <a:pt x="234" y="270"/>
                  <a:pt x="234" y="270"/>
                </a:cubicBezTo>
                <a:cubicBezTo>
                  <a:pt x="235" y="269"/>
                  <a:pt x="235" y="268"/>
                  <a:pt x="235" y="267"/>
                </a:cubicBezTo>
                <a:cubicBezTo>
                  <a:pt x="235" y="266"/>
                  <a:pt x="235" y="265"/>
                  <a:pt x="235" y="265"/>
                </a:cubicBezTo>
                <a:cubicBezTo>
                  <a:pt x="235" y="264"/>
                  <a:pt x="235" y="264"/>
                  <a:pt x="235" y="263"/>
                </a:cubicBezTo>
                <a:cubicBezTo>
                  <a:pt x="235" y="263"/>
                  <a:pt x="235" y="262"/>
                  <a:pt x="235" y="262"/>
                </a:cubicBezTo>
                <a:cubicBezTo>
                  <a:pt x="236" y="261"/>
                  <a:pt x="235" y="261"/>
                  <a:pt x="235" y="260"/>
                </a:cubicBezTo>
                <a:cubicBezTo>
                  <a:pt x="235" y="260"/>
                  <a:pt x="235" y="260"/>
                  <a:pt x="235" y="260"/>
                </a:cubicBezTo>
                <a:cubicBezTo>
                  <a:pt x="235" y="260"/>
                  <a:pt x="235" y="259"/>
                  <a:pt x="235" y="259"/>
                </a:cubicBezTo>
                <a:cubicBezTo>
                  <a:pt x="235" y="259"/>
                  <a:pt x="236" y="259"/>
                  <a:pt x="236" y="259"/>
                </a:cubicBezTo>
                <a:cubicBezTo>
                  <a:pt x="236" y="259"/>
                  <a:pt x="236" y="258"/>
                  <a:pt x="237" y="258"/>
                </a:cubicBezTo>
                <a:cubicBezTo>
                  <a:pt x="238" y="258"/>
                  <a:pt x="238" y="257"/>
                  <a:pt x="238" y="256"/>
                </a:cubicBezTo>
                <a:cubicBezTo>
                  <a:pt x="238" y="255"/>
                  <a:pt x="238" y="254"/>
                  <a:pt x="237" y="253"/>
                </a:cubicBezTo>
                <a:cubicBezTo>
                  <a:pt x="237" y="253"/>
                  <a:pt x="237" y="253"/>
                  <a:pt x="238" y="253"/>
                </a:cubicBezTo>
                <a:cubicBezTo>
                  <a:pt x="238" y="252"/>
                  <a:pt x="238" y="252"/>
                  <a:pt x="237" y="251"/>
                </a:cubicBezTo>
                <a:cubicBezTo>
                  <a:pt x="237" y="251"/>
                  <a:pt x="237" y="250"/>
                  <a:pt x="237" y="249"/>
                </a:cubicBezTo>
                <a:cubicBezTo>
                  <a:pt x="237" y="247"/>
                  <a:pt x="236" y="245"/>
                  <a:pt x="236" y="243"/>
                </a:cubicBezTo>
                <a:cubicBezTo>
                  <a:pt x="235" y="242"/>
                  <a:pt x="235" y="241"/>
                  <a:pt x="235" y="240"/>
                </a:cubicBezTo>
                <a:cubicBezTo>
                  <a:pt x="234" y="238"/>
                  <a:pt x="233" y="235"/>
                  <a:pt x="231" y="233"/>
                </a:cubicBezTo>
                <a:cubicBezTo>
                  <a:pt x="230" y="232"/>
                  <a:pt x="230" y="231"/>
                  <a:pt x="229" y="231"/>
                </a:cubicBezTo>
                <a:cubicBezTo>
                  <a:pt x="229" y="231"/>
                  <a:pt x="229" y="231"/>
                  <a:pt x="229" y="231"/>
                </a:cubicBezTo>
                <a:cubicBezTo>
                  <a:pt x="229" y="231"/>
                  <a:pt x="229" y="230"/>
                  <a:pt x="228" y="230"/>
                </a:cubicBezTo>
                <a:cubicBezTo>
                  <a:pt x="228" y="230"/>
                  <a:pt x="228" y="230"/>
                  <a:pt x="228" y="229"/>
                </a:cubicBezTo>
                <a:cubicBezTo>
                  <a:pt x="228" y="229"/>
                  <a:pt x="228" y="228"/>
                  <a:pt x="228" y="228"/>
                </a:cubicBezTo>
                <a:cubicBezTo>
                  <a:pt x="227" y="225"/>
                  <a:pt x="227" y="222"/>
                  <a:pt x="228" y="220"/>
                </a:cubicBezTo>
                <a:cubicBezTo>
                  <a:pt x="228" y="219"/>
                  <a:pt x="228" y="218"/>
                  <a:pt x="228" y="217"/>
                </a:cubicBezTo>
                <a:cubicBezTo>
                  <a:pt x="228" y="217"/>
                  <a:pt x="228" y="217"/>
                  <a:pt x="228" y="217"/>
                </a:cubicBezTo>
                <a:cubicBezTo>
                  <a:pt x="229" y="217"/>
                  <a:pt x="229" y="216"/>
                  <a:pt x="230" y="216"/>
                </a:cubicBezTo>
                <a:cubicBezTo>
                  <a:pt x="230" y="216"/>
                  <a:pt x="230" y="216"/>
                  <a:pt x="230" y="217"/>
                </a:cubicBezTo>
                <a:cubicBezTo>
                  <a:pt x="230" y="218"/>
                  <a:pt x="231" y="218"/>
                  <a:pt x="231" y="218"/>
                </a:cubicBezTo>
                <a:cubicBezTo>
                  <a:pt x="231" y="217"/>
                  <a:pt x="231" y="217"/>
                  <a:pt x="231" y="217"/>
                </a:cubicBezTo>
                <a:cubicBezTo>
                  <a:pt x="231" y="216"/>
                  <a:pt x="231" y="216"/>
                  <a:pt x="231" y="216"/>
                </a:cubicBezTo>
                <a:cubicBezTo>
                  <a:pt x="232" y="214"/>
                  <a:pt x="234" y="214"/>
                  <a:pt x="236" y="214"/>
                </a:cubicBezTo>
                <a:cubicBezTo>
                  <a:pt x="236" y="214"/>
                  <a:pt x="237" y="214"/>
                  <a:pt x="237" y="214"/>
                </a:cubicBezTo>
                <a:cubicBezTo>
                  <a:pt x="237" y="216"/>
                  <a:pt x="238" y="216"/>
                  <a:pt x="239" y="216"/>
                </a:cubicBezTo>
                <a:cubicBezTo>
                  <a:pt x="239" y="217"/>
                  <a:pt x="240" y="216"/>
                  <a:pt x="241" y="216"/>
                </a:cubicBezTo>
                <a:cubicBezTo>
                  <a:pt x="241" y="216"/>
                  <a:pt x="241" y="215"/>
                  <a:pt x="240" y="215"/>
                </a:cubicBezTo>
                <a:cubicBezTo>
                  <a:pt x="240" y="215"/>
                  <a:pt x="239" y="215"/>
                  <a:pt x="239" y="215"/>
                </a:cubicBezTo>
                <a:cubicBezTo>
                  <a:pt x="239" y="214"/>
                  <a:pt x="238" y="214"/>
                  <a:pt x="238" y="213"/>
                </a:cubicBezTo>
                <a:cubicBezTo>
                  <a:pt x="238" y="213"/>
                  <a:pt x="238" y="213"/>
                  <a:pt x="238" y="213"/>
                </a:cubicBezTo>
                <a:cubicBezTo>
                  <a:pt x="238" y="213"/>
                  <a:pt x="237" y="211"/>
                  <a:pt x="237" y="211"/>
                </a:cubicBezTo>
                <a:cubicBezTo>
                  <a:pt x="237" y="211"/>
                  <a:pt x="237" y="211"/>
                  <a:pt x="237" y="210"/>
                </a:cubicBezTo>
                <a:cubicBezTo>
                  <a:pt x="237" y="210"/>
                  <a:pt x="237" y="210"/>
                  <a:pt x="237" y="210"/>
                </a:cubicBezTo>
                <a:cubicBezTo>
                  <a:pt x="238" y="210"/>
                  <a:pt x="238" y="210"/>
                  <a:pt x="238" y="210"/>
                </a:cubicBezTo>
                <a:cubicBezTo>
                  <a:pt x="238" y="209"/>
                  <a:pt x="238" y="209"/>
                  <a:pt x="237" y="209"/>
                </a:cubicBezTo>
                <a:cubicBezTo>
                  <a:pt x="236" y="209"/>
                  <a:pt x="236" y="209"/>
                  <a:pt x="235" y="209"/>
                </a:cubicBezTo>
                <a:cubicBezTo>
                  <a:pt x="236" y="208"/>
                  <a:pt x="236" y="208"/>
                  <a:pt x="236" y="208"/>
                </a:cubicBezTo>
                <a:cubicBezTo>
                  <a:pt x="237" y="207"/>
                  <a:pt x="237" y="207"/>
                  <a:pt x="237" y="207"/>
                </a:cubicBezTo>
                <a:cubicBezTo>
                  <a:pt x="236" y="206"/>
                  <a:pt x="236" y="206"/>
                  <a:pt x="236" y="206"/>
                </a:cubicBezTo>
                <a:cubicBezTo>
                  <a:pt x="235" y="207"/>
                  <a:pt x="235" y="206"/>
                  <a:pt x="235" y="206"/>
                </a:cubicBezTo>
                <a:cubicBezTo>
                  <a:pt x="235" y="206"/>
                  <a:pt x="235" y="205"/>
                  <a:pt x="235" y="205"/>
                </a:cubicBezTo>
                <a:cubicBezTo>
                  <a:pt x="236" y="204"/>
                  <a:pt x="236" y="204"/>
                  <a:pt x="235" y="203"/>
                </a:cubicBezTo>
                <a:cubicBezTo>
                  <a:pt x="235" y="203"/>
                  <a:pt x="235" y="202"/>
                  <a:pt x="235" y="202"/>
                </a:cubicBezTo>
                <a:cubicBezTo>
                  <a:pt x="236" y="201"/>
                  <a:pt x="236" y="200"/>
                  <a:pt x="236" y="199"/>
                </a:cubicBezTo>
                <a:cubicBezTo>
                  <a:pt x="236" y="199"/>
                  <a:pt x="235" y="198"/>
                  <a:pt x="236" y="199"/>
                </a:cubicBezTo>
                <a:cubicBezTo>
                  <a:pt x="236" y="199"/>
                  <a:pt x="237" y="198"/>
                  <a:pt x="237" y="199"/>
                </a:cubicBezTo>
                <a:cubicBezTo>
                  <a:pt x="238" y="198"/>
                  <a:pt x="237" y="198"/>
                  <a:pt x="237" y="197"/>
                </a:cubicBezTo>
                <a:cubicBezTo>
                  <a:pt x="237" y="197"/>
                  <a:pt x="236" y="197"/>
                  <a:pt x="236" y="197"/>
                </a:cubicBezTo>
                <a:cubicBezTo>
                  <a:pt x="236" y="197"/>
                  <a:pt x="236" y="196"/>
                  <a:pt x="236" y="196"/>
                </a:cubicBezTo>
                <a:cubicBezTo>
                  <a:pt x="236" y="196"/>
                  <a:pt x="236" y="196"/>
                  <a:pt x="236" y="196"/>
                </a:cubicBezTo>
                <a:cubicBezTo>
                  <a:pt x="236" y="196"/>
                  <a:pt x="236" y="196"/>
                  <a:pt x="236" y="196"/>
                </a:cubicBezTo>
                <a:cubicBezTo>
                  <a:pt x="236" y="196"/>
                  <a:pt x="235" y="195"/>
                  <a:pt x="236" y="195"/>
                </a:cubicBezTo>
                <a:cubicBezTo>
                  <a:pt x="236" y="195"/>
                  <a:pt x="236" y="195"/>
                  <a:pt x="237" y="195"/>
                </a:cubicBezTo>
                <a:cubicBezTo>
                  <a:pt x="237" y="196"/>
                  <a:pt x="237" y="196"/>
                  <a:pt x="238" y="196"/>
                </a:cubicBezTo>
                <a:cubicBezTo>
                  <a:pt x="239" y="196"/>
                  <a:pt x="237" y="196"/>
                  <a:pt x="238" y="195"/>
                </a:cubicBezTo>
                <a:cubicBezTo>
                  <a:pt x="239" y="195"/>
                  <a:pt x="238" y="194"/>
                  <a:pt x="237" y="194"/>
                </a:cubicBezTo>
                <a:cubicBezTo>
                  <a:pt x="237" y="194"/>
                  <a:pt x="237" y="194"/>
                  <a:pt x="237" y="194"/>
                </a:cubicBezTo>
                <a:cubicBezTo>
                  <a:pt x="238" y="194"/>
                  <a:pt x="238" y="194"/>
                  <a:pt x="238" y="194"/>
                </a:cubicBezTo>
                <a:cubicBezTo>
                  <a:pt x="238" y="194"/>
                  <a:pt x="239" y="193"/>
                  <a:pt x="240" y="193"/>
                </a:cubicBezTo>
                <a:cubicBezTo>
                  <a:pt x="240" y="193"/>
                  <a:pt x="240" y="192"/>
                  <a:pt x="240" y="192"/>
                </a:cubicBezTo>
                <a:cubicBezTo>
                  <a:pt x="240" y="192"/>
                  <a:pt x="239" y="192"/>
                  <a:pt x="239" y="191"/>
                </a:cubicBezTo>
                <a:cubicBezTo>
                  <a:pt x="239" y="191"/>
                  <a:pt x="240" y="191"/>
                  <a:pt x="240" y="191"/>
                </a:cubicBezTo>
                <a:cubicBezTo>
                  <a:pt x="241" y="191"/>
                  <a:pt x="241" y="191"/>
                  <a:pt x="241" y="191"/>
                </a:cubicBezTo>
                <a:cubicBezTo>
                  <a:pt x="241" y="190"/>
                  <a:pt x="241" y="190"/>
                  <a:pt x="240" y="190"/>
                </a:cubicBezTo>
                <a:cubicBezTo>
                  <a:pt x="240" y="190"/>
                  <a:pt x="239" y="189"/>
                  <a:pt x="239" y="189"/>
                </a:cubicBezTo>
                <a:cubicBezTo>
                  <a:pt x="239" y="189"/>
                  <a:pt x="241" y="189"/>
                  <a:pt x="240" y="188"/>
                </a:cubicBezTo>
                <a:cubicBezTo>
                  <a:pt x="239" y="188"/>
                  <a:pt x="240" y="188"/>
                  <a:pt x="240" y="187"/>
                </a:cubicBezTo>
                <a:cubicBezTo>
                  <a:pt x="240" y="187"/>
                  <a:pt x="241" y="187"/>
                  <a:pt x="241" y="187"/>
                </a:cubicBezTo>
                <a:cubicBezTo>
                  <a:pt x="240" y="186"/>
                  <a:pt x="240" y="185"/>
                  <a:pt x="239" y="185"/>
                </a:cubicBezTo>
                <a:cubicBezTo>
                  <a:pt x="239" y="185"/>
                  <a:pt x="239" y="185"/>
                  <a:pt x="239" y="185"/>
                </a:cubicBezTo>
                <a:cubicBezTo>
                  <a:pt x="239" y="183"/>
                  <a:pt x="240" y="182"/>
                  <a:pt x="240" y="181"/>
                </a:cubicBezTo>
                <a:cubicBezTo>
                  <a:pt x="240" y="181"/>
                  <a:pt x="240" y="181"/>
                  <a:pt x="241" y="181"/>
                </a:cubicBezTo>
                <a:cubicBezTo>
                  <a:pt x="241" y="180"/>
                  <a:pt x="241" y="180"/>
                  <a:pt x="241" y="179"/>
                </a:cubicBezTo>
                <a:cubicBezTo>
                  <a:pt x="241" y="179"/>
                  <a:pt x="241" y="179"/>
                  <a:pt x="240" y="179"/>
                </a:cubicBezTo>
                <a:cubicBezTo>
                  <a:pt x="240" y="179"/>
                  <a:pt x="240" y="179"/>
                  <a:pt x="240" y="179"/>
                </a:cubicBezTo>
                <a:cubicBezTo>
                  <a:pt x="240" y="179"/>
                  <a:pt x="240" y="178"/>
                  <a:pt x="240" y="177"/>
                </a:cubicBezTo>
                <a:close/>
                <a:moveTo>
                  <a:pt x="197" y="196"/>
                </a:moveTo>
                <a:cubicBezTo>
                  <a:pt x="197" y="196"/>
                  <a:pt x="198" y="196"/>
                  <a:pt x="198" y="196"/>
                </a:cubicBezTo>
                <a:cubicBezTo>
                  <a:pt x="198" y="196"/>
                  <a:pt x="198" y="196"/>
                  <a:pt x="197" y="196"/>
                </a:cubicBezTo>
                <a:close/>
                <a:moveTo>
                  <a:pt x="148" y="279"/>
                </a:moveTo>
                <a:cubicBezTo>
                  <a:pt x="148" y="280"/>
                  <a:pt x="149" y="280"/>
                  <a:pt x="149" y="279"/>
                </a:cubicBezTo>
                <a:cubicBezTo>
                  <a:pt x="149" y="279"/>
                  <a:pt x="149" y="279"/>
                  <a:pt x="150" y="279"/>
                </a:cubicBezTo>
                <a:cubicBezTo>
                  <a:pt x="150" y="278"/>
                  <a:pt x="150" y="278"/>
                  <a:pt x="150" y="277"/>
                </a:cubicBezTo>
                <a:cubicBezTo>
                  <a:pt x="149" y="278"/>
                  <a:pt x="149" y="278"/>
                  <a:pt x="148" y="278"/>
                </a:cubicBezTo>
                <a:cubicBezTo>
                  <a:pt x="148" y="278"/>
                  <a:pt x="148" y="279"/>
                  <a:pt x="148" y="279"/>
                </a:cubicBezTo>
                <a:close/>
                <a:moveTo>
                  <a:pt x="124" y="362"/>
                </a:moveTo>
                <a:cubicBezTo>
                  <a:pt x="124" y="363"/>
                  <a:pt x="123" y="364"/>
                  <a:pt x="123" y="364"/>
                </a:cubicBezTo>
                <a:cubicBezTo>
                  <a:pt x="123" y="365"/>
                  <a:pt x="122" y="365"/>
                  <a:pt x="122" y="365"/>
                </a:cubicBezTo>
                <a:cubicBezTo>
                  <a:pt x="122" y="365"/>
                  <a:pt x="122" y="367"/>
                  <a:pt x="122" y="367"/>
                </a:cubicBezTo>
                <a:cubicBezTo>
                  <a:pt x="122" y="367"/>
                  <a:pt x="122" y="369"/>
                  <a:pt x="122" y="369"/>
                </a:cubicBezTo>
                <a:cubicBezTo>
                  <a:pt x="122" y="369"/>
                  <a:pt x="121" y="370"/>
                  <a:pt x="121" y="370"/>
                </a:cubicBezTo>
                <a:cubicBezTo>
                  <a:pt x="121" y="370"/>
                  <a:pt x="120" y="370"/>
                  <a:pt x="120" y="370"/>
                </a:cubicBezTo>
                <a:cubicBezTo>
                  <a:pt x="120" y="371"/>
                  <a:pt x="120" y="371"/>
                  <a:pt x="120" y="371"/>
                </a:cubicBezTo>
                <a:cubicBezTo>
                  <a:pt x="121" y="372"/>
                  <a:pt x="121" y="372"/>
                  <a:pt x="121" y="372"/>
                </a:cubicBezTo>
                <a:cubicBezTo>
                  <a:pt x="123" y="373"/>
                  <a:pt x="123" y="373"/>
                  <a:pt x="125" y="371"/>
                </a:cubicBezTo>
                <a:cubicBezTo>
                  <a:pt x="125" y="371"/>
                  <a:pt x="126" y="371"/>
                  <a:pt x="126" y="371"/>
                </a:cubicBezTo>
                <a:cubicBezTo>
                  <a:pt x="127" y="369"/>
                  <a:pt x="127" y="369"/>
                  <a:pt x="126" y="368"/>
                </a:cubicBezTo>
                <a:cubicBezTo>
                  <a:pt x="125" y="368"/>
                  <a:pt x="125" y="368"/>
                  <a:pt x="125" y="368"/>
                </a:cubicBezTo>
                <a:cubicBezTo>
                  <a:pt x="125" y="368"/>
                  <a:pt x="125" y="368"/>
                  <a:pt x="125" y="367"/>
                </a:cubicBezTo>
                <a:cubicBezTo>
                  <a:pt x="125" y="367"/>
                  <a:pt x="125" y="366"/>
                  <a:pt x="125" y="366"/>
                </a:cubicBezTo>
                <a:cubicBezTo>
                  <a:pt x="125" y="365"/>
                  <a:pt x="125" y="365"/>
                  <a:pt x="125" y="364"/>
                </a:cubicBezTo>
                <a:cubicBezTo>
                  <a:pt x="126" y="363"/>
                  <a:pt x="126" y="363"/>
                  <a:pt x="126" y="362"/>
                </a:cubicBezTo>
                <a:cubicBezTo>
                  <a:pt x="126" y="362"/>
                  <a:pt x="126" y="362"/>
                  <a:pt x="126" y="361"/>
                </a:cubicBezTo>
                <a:cubicBezTo>
                  <a:pt x="126" y="361"/>
                  <a:pt x="126" y="361"/>
                  <a:pt x="126" y="360"/>
                </a:cubicBezTo>
                <a:cubicBezTo>
                  <a:pt x="126" y="360"/>
                  <a:pt x="126" y="360"/>
                  <a:pt x="126" y="360"/>
                </a:cubicBezTo>
                <a:cubicBezTo>
                  <a:pt x="125" y="360"/>
                  <a:pt x="125" y="360"/>
                  <a:pt x="125" y="360"/>
                </a:cubicBezTo>
                <a:cubicBezTo>
                  <a:pt x="125" y="360"/>
                  <a:pt x="124" y="362"/>
                  <a:pt x="124" y="362"/>
                </a:cubicBezTo>
                <a:close/>
                <a:moveTo>
                  <a:pt x="172" y="18"/>
                </a:moveTo>
                <a:cubicBezTo>
                  <a:pt x="172" y="17"/>
                  <a:pt x="173" y="16"/>
                  <a:pt x="173" y="15"/>
                </a:cubicBezTo>
                <a:cubicBezTo>
                  <a:pt x="172" y="14"/>
                  <a:pt x="171" y="14"/>
                  <a:pt x="170" y="14"/>
                </a:cubicBezTo>
                <a:cubicBezTo>
                  <a:pt x="169" y="14"/>
                  <a:pt x="168" y="14"/>
                  <a:pt x="168" y="15"/>
                </a:cubicBezTo>
                <a:cubicBezTo>
                  <a:pt x="168" y="17"/>
                  <a:pt x="169" y="17"/>
                  <a:pt x="170" y="18"/>
                </a:cubicBezTo>
                <a:cubicBezTo>
                  <a:pt x="171" y="18"/>
                  <a:pt x="171" y="18"/>
                  <a:pt x="172" y="18"/>
                </a:cubicBezTo>
                <a:close/>
                <a:moveTo>
                  <a:pt x="162" y="140"/>
                </a:moveTo>
                <a:cubicBezTo>
                  <a:pt x="163" y="140"/>
                  <a:pt x="163" y="140"/>
                  <a:pt x="163" y="139"/>
                </a:cubicBezTo>
                <a:cubicBezTo>
                  <a:pt x="163" y="139"/>
                  <a:pt x="163" y="139"/>
                  <a:pt x="162" y="139"/>
                </a:cubicBezTo>
                <a:cubicBezTo>
                  <a:pt x="162" y="139"/>
                  <a:pt x="162" y="139"/>
                  <a:pt x="162" y="139"/>
                </a:cubicBezTo>
                <a:cubicBezTo>
                  <a:pt x="162" y="140"/>
                  <a:pt x="162" y="140"/>
                  <a:pt x="162" y="140"/>
                </a:cubicBezTo>
                <a:close/>
                <a:moveTo>
                  <a:pt x="159" y="122"/>
                </a:moveTo>
                <a:cubicBezTo>
                  <a:pt x="159" y="122"/>
                  <a:pt x="159" y="122"/>
                  <a:pt x="159" y="122"/>
                </a:cubicBezTo>
                <a:cubicBezTo>
                  <a:pt x="160" y="122"/>
                  <a:pt x="160" y="122"/>
                  <a:pt x="160" y="121"/>
                </a:cubicBezTo>
                <a:cubicBezTo>
                  <a:pt x="160" y="121"/>
                  <a:pt x="160" y="121"/>
                  <a:pt x="160" y="120"/>
                </a:cubicBezTo>
                <a:cubicBezTo>
                  <a:pt x="160" y="119"/>
                  <a:pt x="160" y="118"/>
                  <a:pt x="160" y="117"/>
                </a:cubicBezTo>
                <a:cubicBezTo>
                  <a:pt x="160" y="117"/>
                  <a:pt x="160" y="117"/>
                  <a:pt x="160" y="117"/>
                </a:cubicBezTo>
                <a:cubicBezTo>
                  <a:pt x="159" y="117"/>
                  <a:pt x="157" y="119"/>
                  <a:pt x="158" y="120"/>
                </a:cubicBezTo>
                <a:cubicBezTo>
                  <a:pt x="158" y="120"/>
                  <a:pt x="158" y="121"/>
                  <a:pt x="159" y="122"/>
                </a:cubicBezTo>
                <a:close/>
                <a:moveTo>
                  <a:pt x="165" y="14"/>
                </a:moveTo>
                <a:cubicBezTo>
                  <a:pt x="166" y="14"/>
                  <a:pt x="166" y="13"/>
                  <a:pt x="165" y="13"/>
                </a:cubicBezTo>
                <a:cubicBezTo>
                  <a:pt x="165" y="12"/>
                  <a:pt x="165" y="11"/>
                  <a:pt x="164" y="9"/>
                </a:cubicBezTo>
                <a:cubicBezTo>
                  <a:pt x="164" y="9"/>
                  <a:pt x="164" y="8"/>
                  <a:pt x="163" y="9"/>
                </a:cubicBezTo>
                <a:cubicBezTo>
                  <a:pt x="163" y="9"/>
                  <a:pt x="163" y="9"/>
                  <a:pt x="162" y="9"/>
                </a:cubicBezTo>
                <a:cubicBezTo>
                  <a:pt x="163" y="10"/>
                  <a:pt x="163" y="12"/>
                  <a:pt x="165" y="13"/>
                </a:cubicBezTo>
                <a:cubicBezTo>
                  <a:pt x="165" y="13"/>
                  <a:pt x="165" y="14"/>
                  <a:pt x="165" y="14"/>
                </a:cubicBezTo>
                <a:close/>
                <a:moveTo>
                  <a:pt x="288" y="41"/>
                </a:moveTo>
                <a:cubicBezTo>
                  <a:pt x="288" y="41"/>
                  <a:pt x="288" y="41"/>
                  <a:pt x="287" y="41"/>
                </a:cubicBezTo>
                <a:cubicBezTo>
                  <a:pt x="286" y="41"/>
                  <a:pt x="284" y="42"/>
                  <a:pt x="284" y="44"/>
                </a:cubicBezTo>
                <a:cubicBezTo>
                  <a:pt x="282" y="44"/>
                  <a:pt x="282" y="45"/>
                  <a:pt x="282" y="46"/>
                </a:cubicBezTo>
                <a:cubicBezTo>
                  <a:pt x="282" y="46"/>
                  <a:pt x="281" y="46"/>
                  <a:pt x="281" y="47"/>
                </a:cubicBezTo>
                <a:cubicBezTo>
                  <a:pt x="281" y="47"/>
                  <a:pt x="281" y="47"/>
                  <a:pt x="281" y="47"/>
                </a:cubicBezTo>
                <a:cubicBezTo>
                  <a:pt x="280" y="47"/>
                  <a:pt x="279" y="47"/>
                  <a:pt x="278" y="47"/>
                </a:cubicBezTo>
                <a:cubicBezTo>
                  <a:pt x="278" y="47"/>
                  <a:pt x="278" y="46"/>
                  <a:pt x="278" y="46"/>
                </a:cubicBezTo>
                <a:cubicBezTo>
                  <a:pt x="278" y="46"/>
                  <a:pt x="278" y="46"/>
                  <a:pt x="278" y="46"/>
                </a:cubicBezTo>
                <a:cubicBezTo>
                  <a:pt x="278" y="46"/>
                  <a:pt x="278" y="46"/>
                  <a:pt x="278" y="46"/>
                </a:cubicBezTo>
                <a:cubicBezTo>
                  <a:pt x="276" y="44"/>
                  <a:pt x="275" y="42"/>
                  <a:pt x="274" y="40"/>
                </a:cubicBezTo>
                <a:cubicBezTo>
                  <a:pt x="274" y="39"/>
                  <a:pt x="273" y="38"/>
                  <a:pt x="272" y="38"/>
                </a:cubicBezTo>
                <a:cubicBezTo>
                  <a:pt x="271" y="37"/>
                  <a:pt x="270" y="37"/>
                  <a:pt x="270" y="36"/>
                </a:cubicBezTo>
                <a:cubicBezTo>
                  <a:pt x="269" y="35"/>
                  <a:pt x="268" y="35"/>
                  <a:pt x="268" y="33"/>
                </a:cubicBezTo>
                <a:cubicBezTo>
                  <a:pt x="268" y="33"/>
                  <a:pt x="268" y="32"/>
                  <a:pt x="268" y="31"/>
                </a:cubicBezTo>
                <a:cubicBezTo>
                  <a:pt x="268" y="30"/>
                  <a:pt x="268" y="28"/>
                  <a:pt x="268" y="26"/>
                </a:cubicBezTo>
                <a:cubicBezTo>
                  <a:pt x="270" y="25"/>
                  <a:pt x="269" y="24"/>
                  <a:pt x="269" y="22"/>
                </a:cubicBezTo>
                <a:cubicBezTo>
                  <a:pt x="269" y="22"/>
                  <a:pt x="269" y="22"/>
                  <a:pt x="269" y="22"/>
                </a:cubicBezTo>
                <a:cubicBezTo>
                  <a:pt x="269" y="22"/>
                  <a:pt x="269" y="21"/>
                  <a:pt x="269" y="21"/>
                </a:cubicBezTo>
                <a:cubicBezTo>
                  <a:pt x="270" y="21"/>
                  <a:pt x="270" y="20"/>
                  <a:pt x="270" y="20"/>
                </a:cubicBezTo>
                <a:cubicBezTo>
                  <a:pt x="271" y="18"/>
                  <a:pt x="270" y="16"/>
                  <a:pt x="269" y="15"/>
                </a:cubicBezTo>
                <a:cubicBezTo>
                  <a:pt x="269" y="14"/>
                  <a:pt x="269" y="15"/>
                  <a:pt x="269" y="15"/>
                </a:cubicBezTo>
                <a:cubicBezTo>
                  <a:pt x="267" y="18"/>
                  <a:pt x="266" y="21"/>
                  <a:pt x="264" y="24"/>
                </a:cubicBezTo>
                <a:cubicBezTo>
                  <a:pt x="263" y="25"/>
                  <a:pt x="263" y="26"/>
                  <a:pt x="262" y="27"/>
                </a:cubicBezTo>
                <a:cubicBezTo>
                  <a:pt x="262" y="29"/>
                  <a:pt x="261" y="31"/>
                  <a:pt x="258" y="32"/>
                </a:cubicBezTo>
                <a:cubicBezTo>
                  <a:pt x="256" y="32"/>
                  <a:pt x="255" y="33"/>
                  <a:pt x="253" y="33"/>
                </a:cubicBezTo>
                <a:cubicBezTo>
                  <a:pt x="252" y="33"/>
                  <a:pt x="251" y="33"/>
                  <a:pt x="251" y="33"/>
                </a:cubicBezTo>
                <a:cubicBezTo>
                  <a:pt x="249" y="33"/>
                  <a:pt x="249" y="32"/>
                  <a:pt x="248" y="31"/>
                </a:cubicBezTo>
                <a:cubicBezTo>
                  <a:pt x="248" y="31"/>
                  <a:pt x="248" y="31"/>
                  <a:pt x="248" y="31"/>
                </a:cubicBezTo>
                <a:cubicBezTo>
                  <a:pt x="248" y="31"/>
                  <a:pt x="248" y="31"/>
                  <a:pt x="248" y="30"/>
                </a:cubicBezTo>
                <a:cubicBezTo>
                  <a:pt x="247" y="29"/>
                  <a:pt x="247" y="29"/>
                  <a:pt x="246" y="30"/>
                </a:cubicBezTo>
                <a:cubicBezTo>
                  <a:pt x="246" y="29"/>
                  <a:pt x="245" y="29"/>
                  <a:pt x="245" y="29"/>
                </a:cubicBezTo>
                <a:cubicBezTo>
                  <a:pt x="244" y="30"/>
                  <a:pt x="243" y="30"/>
                  <a:pt x="242" y="30"/>
                </a:cubicBezTo>
                <a:cubicBezTo>
                  <a:pt x="241" y="30"/>
                  <a:pt x="241" y="30"/>
                  <a:pt x="241" y="31"/>
                </a:cubicBezTo>
                <a:cubicBezTo>
                  <a:pt x="241" y="31"/>
                  <a:pt x="241" y="32"/>
                  <a:pt x="240" y="31"/>
                </a:cubicBezTo>
                <a:cubicBezTo>
                  <a:pt x="239" y="31"/>
                  <a:pt x="238" y="32"/>
                  <a:pt x="238" y="32"/>
                </a:cubicBezTo>
                <a:cubicBezTo>
                  <a:pt x="237" y="32"/>
                  <a:pt x="236" y="33"/>
                  <a:pt x="236" y="32"/>
                </a:cubicBezTo>
                <a:cubicBezTo>
                  <a:pt x="235" y="31"/>
                  <a:pt x="234" y="31"/>
                  <a:pt x="234" y="30"/>
                </a:cubicBezTo>
                <a:cubicBezTo>
                  <a:pt x="234" y="30"/>
                  <a:pt x="235" y="30"/>
                  <a:pt x="235" y="30"/>
                </a:cubicBezTo>
                <a:cubicBezTo>
                  <a:pt x="231" y="29"/>
                  <a:pt x="228" y="29"/>
                  <a:pt x="224" y="27"/>
                </a:cubicBezTo>
                <a:cubicBezTo>
                  <a:pt x="222" y="25"/>
                  <a:pt x="219" y="25"/>
                  <a:pt x="217" y="24"/>
                </a:cubicBezTo>
                <a:cubicBezTo>
                  <a:pt x="216" y="24"/>
                  <a:pt x="215" y="23"/>
                  <a:pt x="214" y="23"/>
                </a:cubicBezTo>
                <a:cubicBezTo>
                  <a:pt x="213" y="22"/>
                  <a:pt x="212" y="21"/>
                  <a:pt x="211" y="20"/>
                </a:cubicBezTo>
                <a:cubicBezTo>
                  <a:pt x="209" y="19"/>
                  <a:pt x="207" y="18"/>
                  <a:pt x="205" y="16"/>
                </a:cubicBezTo>
                <a:cubicBezTo>
                  <a:pt x="204" y="16"/>
                  <a:pt x="203" y="15"/>
                  <a:pt x="203" y="15"/>
                </a:cubicBezTo>
                <a:cubicBezTo>
                  <a:pt x="202" y="13"/>
                  <a:pt x="201" y="12"/>
                  <a:pt x="199" y="11"/>
                </a:cubicBezTo>
                <a:cubicBezTo>
                  <a:pt x="197" y="10"/>
                  <a:pt x="194" y="8"/>
                  <a:pt x="192" y="6"/>
                </a:cubicBezTo>
                <a:cubicBezTo>
                  <a:pt x="191" y="5"/>
                  <a:pt x="190" y="5"/>
                  <a:pt x="189" y="4"/>
                </a:cubicBezTo>
                <a:cubicBezTo>
                  <a:pt x="187" y="4"/>
                  <a:pt x="185" y="2"/>
                  <a:pt x="184" y="1"/>
                </a:cubicBezTo>
                <a:cubicBezTo>
                  <a:pt x="183" y="0"/>
                  <a:pt x="182" y="0"/>
                  <a:pt x="182" y="1"/>
                </a:cubicBezTo>
                <a:cubicBezTo>
                  <a:pt x="182" y="1"/>
                  <a:pt x="182" y="2"/>
                  <a:pt x="182" y="2"/>
                </a:cubicBezTo>
                <a:cubicBezTo>
                  <a:pt x="182" y="3"/>
                  <a:pt x="181" y="5"/>
                  <a:pt x="180" y="5"/>
                </a:cubicBezTo>
                <a:cubicBezTo>
                  <a:pt x="180" y="5"/>
                  <a:pt x="179" y="5"/>
                  <a:pt x="179" y="6"/>
                </a:cubicBezTo>
                <a:cubicBezTo>
                  <a:pt x="179" y="5"/>
                  <a:pt x="178" y="5"/>
                  <a:pt x="178" y="5"/>
                </a:cubicBezTo>
                <a:cubicBezTo>
                  <a:pt x="178" y="5"/>
                  <a:pt x="177" y="4"/>
                  <a:pt x="177" y="5"/>
                </a:cubicBezTo>
                <a:cubicBezTo>
                  <a:pt x="177" y="6"/>
                  <a:pt x="177" y="6"/>
                  <a:pt x="178" y="6"/>
                </a:cubicBezTo>
                <a:cubicBezTo>
                  <a:pt x="178" y="7"/>
                  <a:pt x="178" y="8"/>
                  <a:pt x="178" y="8"/>
                </a:cubicBezTo>
                <a:cubicBezTo>
                  <a:pt x="178" y="11"/>
                  <a:pt x="177" y="13"/>
                  <a:pt x="179" y="14"/>
                </a:cubicBezTo>
                <a:cubicBezTo>
                  <a:pt x="180" y="15"/>
                  <a:pt x="180" y="16"/>
                  <a:pt x="181" y="16"/>
                </a:cubicBezTo>
                <a:cubicBezTo>
                  <a:pt x="184" y="20"/>
                  <a:pt x="187" y="24"/>
                  <a:pt x="188" y="29"/>
                </a:cubicBezTo>
                <a:cubicBezTo>
                  <a:pt x="188" y="30"/>
                  <a:pt x="188" y="31"/>
                  <a:pt x="188" y="32"/>
                </a:cubicBezTo>
                <a:cubicBezTo>
                  <a:pt x="189" y="34"/>
                  <a:pt x="189" y="36"/>
                  <a:pt x="188" y="38"/>
                </a:cubicBezTo>
                <a:cubicBezTo>
                  <a:pt x="188" y="39"/>
                  <a:pt x="188" y="40"/>
                  <a:pt x="188" y="41"/>
                </a:cubicBezTo>
                <a:cubicBezTo>
                  <a:pt x="189" y="43"/>
                  <a:pt x="190" y="46"/>
                  <a:pt x="190" y="48"/>
                </a:cubicBezTo>
                <a:cubicBezTo>
                  <a:pt x="192" y="52"/>
                  <a:pt x="191" y="54"/>
                  <a:pt x="188" y="56"/>
                </a:cubicBezTo>
                <a:cubicBezTo>
                  <a:pt x="186" y="57"/>
                  <a:pt x="186" y="60"/>
                  <a:pt x="187" y="61"/>
                </a:cubicBezTo>
                <a:cubicBezTo>
                  <a:pt x="187" y="62"/>
                  <a:pt x="188" y="63"/>
                  <a:pt x="188" y="63"/>
                </a:cubicBezTo>
                <a:cubicBezTo>
                  <a:pt x="189" y="64"/>
                  <a:pt x="189" y="64"/>
                  <a:pt x="189" y="65"/>
                </a:cubicBezTo>
                <a:cubicBezTo>
                  <a:pt x="188" y="66"/>
                  <a:pt x="189" y="66"/>
                  <a:pt x="189" y="67"/>
                </a:cubicBezTo>
                <a:cubicBezTo>
                  <a:pt x="192" y="69"/>
                  <a:pt x="192" y="71"/>
                  <a:pt x="191" y="73"/>
                </a:cubicBezTo>
                <a:cubicBezTo>
                  <a:pt x="190" y="75"/>
                  <a:pt x="190" y="77"/>
                  <a:pt x="188" y="78"/>
                </a:cubicBezTo>
                <a:cubicBezTo>
                  <a:pt x="187" y="78"/>
                  <a:pt x="186" y="78"/>
                  <a:pt x="185" y="78"/>
                </a:cubicBezTo>
                <a:cubicBezTo>
                  <a:pt x="184" y="78"/>
                  <a:pt x="184" y="78"/>
                  <a:pt x="183" y="78"/>
                </a:cubicBezTo>
                <a:cubicBezTo>
                  <a:pt x="183" y="78"/>
                  <a:pt x="182" y="77"/>
                  <a:pt x="182" y="78"/>
                </a:cubicBezTo>
                <a:cubicBezTo>
                  <a:pt x="181" y="78"/>
                  <a:pt x="180" y="79"/>
                  <a:pt x="179" y="80"/>
                </a:cubicBezTo>
                <a:cubicBezTo>
                  <a:pt x="179" y="79"/>
                  <a:pt x="178" y="79"/>
                  <a:pt x="177" y="79"/>
                </a:cubicBezTo>
                <a:cubicBezTo>
                  <a:pt x="176" y="78"/>
                  <a:pt x="175" y="78"/>
                  <a:pt x="174" y="78"/>
                </a:cubicBezTo>
                <a:cubicBezTo>
                  <a:pt x="173" y="77"/>
                  <a:pt x="172" y="77"/>
                  <a:pt x="171" y="76"/>
                </a:cubicBezTo>
                <a:cubicBezTo>
                  <a:pt x="171" y="76"/>
                  <a:pt x="170" y="76"/>
                  <a:pt x="170" y="77"/>
                </a:cubicBezTo>
                <a:cubicBezTo>
                  <a:pt x="170" y="78"/>
                  <a:pt x="170" y="78"/>
                  <a:pt x="169" y="78"/>
                </a:cubicBezTo>
                <a:cubicBezTo>
                  <a:pt x="169" y="78"/>
                  <a:pt x="168" y="78"/>
                  <a:pt x="168" y="78"/>
                </a:cubicBezTo>
                <a:cubicBezTo>
                  <a:pt x="169" y="79"/>
                  <a:pt x="168" y="80"/>
                  <a:pt x="168" y="81"/>
                </a:cubicBezTo>
                <a:cubicBezTo>
                  <a:pt x="168" y="82"/>
                  <a:pt x="169" y="82"/>
                  <a:pt x="170" y="83"/>
                </a:cubicBezTo>
                <a:cubicBezTo>
                  <a:pt x="171" y="83"/>
                  <a:pt x="172" y="84"/>
                  <a:pt x="173" y="85"/>
                </a:cubicBezTo>
                <a:cubicBezTo>
                  <a:pt x="175" y="87"/>
                  <a:pt x="175" y="87"/>
                  <a:pt x="174" y="89"/>
                </a:cubicBezTo>
                <a:cubicBezTo>
                  <a:pt x="172" y="91"/>
                  <a:pt x="172" y="93"/>
                  <a:pt x="172" y="95"/>
                </a:cubicBezTo>
                <a:cubicBezTo>
                  <a:pt x="172" y="95"/>
                  <a:pt x="172" y="96"/>
                  <a:pt x="172" y="96"/>
                </a:cubicBezTo>
                <a:cubicBezTo>
                  <a:pt x="171" y="96"/>
                  <a:pt x="171" y="96"/>
                  <a:pt x="171" y="96"/>
                </a:cubicBezTo>
                <a:cubicBezTo>
                  <a:pt x="170" y="96"/>
                  <a:pt x="170" y="95"/>
                  <a:pt x="170" y="95"/>
                </a:cubicBezTo>
                <a:cubicBezTo>
                  <a:pt x="169" y="95"/>
                  <a:pt x="169" y="95"/>
                  <a:pt x="169" y="95"/>
                </a:cubicBezTo>
                <a:cubicBezTo>
                  <a:pt x="169" y="97"/>
                  <a:pt x="168" y="98"/>
                  <a:pt x="167" y="99"/>
                </a:cubicBezTo>
                <a:cubicBezTo>
                  <a:pt x="167" y="99"/>
                  <a:pt x="166" y="100"/>
                  <a:pt x="166" y="100"/>
                </a:cubicBezTo>
                <a:cubicBezTo>
                  <a:pt x="163" y="101"/>
                  <a:pt x="162" y="103"/>
                  <a:pt x="164" y="105"/>
                </a:cubicBezTo>
                <a:cubicBezTo>
                  <a:pt x="165" y="107"/>
                  <a:pt x="166" y="109"/>
                  <a:pt x="164" y="111"/>
                </a:cubicBezTo>
                <a:cubicBezTo>
                  <a:pt x="164" y="113"/>
                  <a:pt x="165" y="115"/>
                  <a:pt x="166" y="115"/>
                </a:cubicBezTo>
                <a:cubicBezTo>
                  <a:pt x="167" y="115"/>
                  <a:pt x="168" y="116"/>
                  <a:pt x="169" y="116"/>
                </a:cubicBezTo>
                <a:cubicBezTo>
                  <a:pt x="169" y="117"/>
                  <a:pt x="169" y="117"/>
                  <a:pt x="170" y="117"/>
                </a:cubicBezTo>
                <a:cubicBezTo>
                  <a:pt x="171" y="117"/>
                  <a:pt x="171" y="117"/>
                  <a:pt x="172" y="117"/>
                </a:cubicBezTo>
                <a:cubicBezTo>
                  <a:pt x="174" y="119"/>
                  <a:pt x="176" y="120"/>
                  <a:pt x="176" y="122"/>
                </a:cubicBezTo>
                <a:cubicBezTo>
                  <a:pt x="176" y="123"/>
                  <a:pt x="177" y="125"/>
                  <a:pt x="176" y="126"/>
                </a:cubicBezTo>
                <a:cubicBezTo>
                  <a:pt x="176" y="126"/>
                  <a:pt x="176" y="127"/>
                  <a:pt x="176" y="127"/>
                </a:cubicBezTo>
                <a:cubicBezTo>
                  <a:pt x="176" y="127"/>
                  <a:pt x="176" y="128"/>
                  <a:pt x="176" y="128"/>
                </a:cubicBezTo>
                <a:cubicBezTo>
                  <a:pt x="175" y="131"/>
                  <a:pt x="175" y="134"/>
                  <a:pt x="177" y="136"/>
                </a:cubicBezTo>
                <a:cubicBezTo>
                  <a:pt x="178" y="137"/>
                  <a:pt x="179" y="138"/>
                  <a:pt x="180" y="137"/>
                </a:cubicBezTo>
                <a:cubicBezTo>
                  <a:pt x="180" y="137"/>
                  <a:pt x="181" y="137"/>
                  <a:pt x="181" y="137"/>
                </a:cubicBezTo>
                <a:cubicBezTo>
                  <a:pt x="182" y="137"/>
                  <a:pt x="182" y="137"/>
                  <a:pt x="182" y="136"/>
                </a:cubicBezTo>
                <a:cubicBezTo>
                  <a:pt x="182" y="134"/>
                  <a:pt x="184" y="133"/>
                  <a:pt x="185" y="132"/>
                </a:cubicBezTo>
                <a:cubicBezTo>
                  <a:pt x="186" y="132"/>
                  <a:pt x="186" y="132"/>
                  <a:pt x="186" y="131"/>
                </a:cubicBezTo>
                <a:cubicBezTo>
                  <a:pt x="185" y="130"/>
                  <a:pt x="185" y="129"/>
                  <a:pt x="185" y="128"/>
                </a:cubicBezTo>
                <a:cubicBezTo>
                  <a:pt x="185" y="127"/>
                  <a:pt x="185" y="127"/>
                  <a:pt x="186" y="126"/>
                </a:cubicBezTo>
                <a:cubicBezTo>
                  <a:pt x="187" y="126"/>
                  <a:pt x="188" y="125"/>
                  <a:pt x="188" y="124"/>
                </a:cubicBezTo>
                <a:cubicBezTo>
                  <a:pt x="188" y="123"/>
                  <a:pt x="188" y="123"/>
                  <a:pt x="188" y="122"/>
                </a:cubicBezTo>
                <a:cubicBezTo>
                  <a:pt x="188" y="121"/>
                  <a:pt x="189" y="121"/>
                  <a:pt x="189" y="122"/>
                </a:cubicBezTo>
                <a:cubicBezTo>
                  <a:pt x="190" y="122"/>
                  <a:pt x="190" y="122"/>
                  <a:pt x="190" y="123"/>
                </a:cubicBezTo>
                <a:cubicBezTo>
                  <a:pt x="190" y="123"/>
                  <a:pt x="190" y="123"/>
                  <a:pt x="190" y="123"/>
                </a:cubicBezTo>
                <a:cubicBezTo>
                  <a:pt x="190" y="124"/>
                  <a:pt x="190" y="123"/>
                  <a:pt x="191" y="123"/>
                </a:cubicBezTo>
                <a:cubicBezTo>
                  <a:pt x="191" y="123"/>
                  <a:pt x="191" y="122"/>
                  <a:pt x="192" y="122"/>
                </a:cubicBezTo>
                <a:cubicBezTo>
                  <a:pt x="193" y="122"/>
                  <a:pt x="194" y="122"/>
                  <a:pt x="195" y="122"/>
                </a:cubicBezTo>
                <a:cubicBezTo>
                  <a:pt x="196" y="123"/>
                  <a:pt x="198" y="122"/>
                  <a:pt x="198" y="121"/>
                </a:cubicBezTo>
                <a:cubicBezTo>
                  <a:pt x="198" y="120"/>
                  <a:pt x="199" y="120"/>
                  <a:pt x="200" y="119"/>
                </a:cubicBezTo>
                <a:cubicBezTo>
                  <a:pt x="200" y="119"/>
                  <a:pt x="200" y="119"/>
                  <a:pt x="200" y="118"/>
                </a:cubicBezTo>
                <a:cubicBezTo>
                  <a:pt x="199" y="117"/>
                  <a:pt x="198" y="117"/>
                  <a:pt x="196" y="117"/>
                </a:cubicBezTo>
                <a:cubicBezTo>
                  <a:pt x="195" y="117"/>
                  <a:pt x="194" y="117"/>
                  <a:pt x="194" y="117"/>
                </a:cubicBezTo>
                <a:cubicBezTo>
                  <a:pt x="193" y="115"/>
                  <a:pt x="190" y="114"/>
                  <a:pt x="189" y="113"/>
                </a:cubicBezTo>
                <a:cubicBezTo>
                  <a:pt x="187" y="112"/>
                  <a:pt x="186" y="112"/>
                  <a:pt x="185" y="113"/>
                </a:cubicBezTo>
                <a:cubicBezTo>
                  <a:pt x="184" y="113"/>
                  <a:pt x="184" y="114"/>
                  <a:pt x="184" y="114"/>
                </a:cubicBezTo>
                <a:cubicBezTo>
                  <a:pt x="183" y="114"/>
                  <a:pt x="183" y="113"/>
                  <a:pt x="182" y="113"/>
                </a:cubicBezTo>
                <a:cubicBezTo>
                  <a:pt x="180" y="112"/>
                  <a:pt x="179" y="111"/>
                  <a:pt x="177" y="111"/>
                </a:cubicBezTo>
                <a:cubicBezTo>
                  <a:pt x="176" y="111"/>
                  <a:pt x="176" y="110"/>
                  <a:pt x="176" y="109"/>
                </a:cubicBezTo>
                <a:cubicBezTo>
                  <a:pt x="176" y="108"/>
                  <a:pt x="176" y="106"/>
                  <a:pt x="176" y="105"/>
                </a:cubicBezTo>
                <a:cubicBezTo>
                  <a:pt x="176" y="103"/>
                  <a:pt x="177" y="101"/>
                  <a:pt x="178" y="100"/>
                </a:cubicBezTo>
                <a:cubicBezTo>
                  <a:pt x="178" y="100"/>
                  <a:pt x="178" y="99"/>
                  <a:pt x="179" y="99"/>
                </a:cubicBezTo>
                <a:cubicBezTo>
                  <a:pt x="181" y="99"/>
                  <a:pt x="182" y="98"/>
                  <a:pt x="184" y="99"/>
                </a:cubicBezTo>
                <a:cubicBezTo>
                  <a:pt x="185" y="100"/>
                  <a:pt x="186" y="101"/>
                  <a:pt x="187" y="101"/>
                </a:cubicBezTo>
                <a:cubicBezTo>
                  <a:pt x="187" y="101"/>
                  <a:pt x="188" y="102"/>
                  <a:pt x="188" y="102"/>
                </a:cubicBezTo>
                <a:cubicBezTo>
                  <a:pt x="189" y="103"/>
                  <a:pt x="189" y="104"/>
                  <a:pt x="191" y="104"/>
                </a:cubicBezTo>
                <a:cubicBezTo>
                  <a:pt x="191" y="104"/>
                  <a:pt x="191" y="104"/>
                  <a:pt x="191" y="104"/>
                </a:cubicBezTo>
                <a:cubicBezTo>
                  <a:pt x="191" y="105"/>
                  <a:pt x="190" y="104"/>
                  <a:pt x="191" y="105"/>
                </a:cubicBezTo>
                <a:cubicBezTo>
                  <a:pt x="191" y="105"/>
                  <a:pt x="191" y="105"/>
                  <a:pt x="192" y="104"/>
                </a:cubicBezTo>
                <a:cubicBezTo>
                  <a:pt x="192" y="104"/>
                  <a:pt x="192" y="104"/>
                  <a:pt x="192" y="104"/>
                </a:cubicBezTo>
                <a:cubicBezTo>
                  <a:pt x="193" y="102"/>
                  <a:pt x="194" y="100"/>
                  <a:pt x="195" y="99"/>
                </a:cubicBezTo>
                <a:cubicBezTo>
                  <a:pt x="196" y="98"/>
                  <a:pt x="196" y="98"/>
                  <a:pt x="196" y="97"/>
                </a:cubicBezTo>
                <a:cubicBezTo>
                  <a:pt x="197" y="96"/>
                  <a:pt x="197" y="95"/>
                  <a:pt x="198" y="95"/>
                </a:cubicBezTo>
                <a:cubicBezTo>
                  <a:pt x="198" y="94"/>
                  <a:pt x="198" y="94"/>
                  <a:pt x="199" y="94"/>
                </a:cubicBezTo>
                <a:cubicBezTo>
                  <a:pt x="199" y="94"/>
                  <a:pt x="200" y="93"/>
                  <a:pt x="200" y="93"/>
                </a:cubicBezTo>
                <a:cubicBezTo>
                  <a:pt x="201" y="92"/>
                  <a:pt x="202" y="92"/>
                  <a:pt x="202" y="91"/>
                </a:cubicBezTo>
                <a:cubicBezTo>
                  <a:pt x="203" y="91"/>
                  <a:pt x="203" y="91"/>
                  <a:pt x="204" y="91"/>
                </a:cubicBezTo>
                <a:cubicBezTo>
                  <a:pt x="206" y="90"/>
                  <a:pt x="209" y="90"/>
                  <a:pt x="211" y="92"/>
                </a:cubicBezTo>
                <a:cubicBezTo>
                  <a:pt x="212" y="92"/>
                  <a:pt x="213" y="93"/>
                  <a:pt x="214" y="93"/>
                </a:cubicBezTo>
                <a:cubicBezTo>
                  <a:pt x="216" y="92"/>
                  <a:pt x="218" y="93"/>
                  <a:pt x="219" y="94"/>
                </a:cubicBezTo>
                <a:cubicBezTo>
                  <a:pt x="220" y="95"/>
                  <a:pt x="221" y="95"/>
                  <a:pt x="223" y="96"/>
                </a:cubicBezTo>
                <a:cubicBezTo>
                  <a:pt x="224" y="96"/>
                  <a:pt x="226" y="96"/>
                  <a:pt x="228" y="97"/>
                </a:cubicBezTo>
                <a:cubicBezTo>
                  <a:pt x="230" y="97"/>
                  <a:pt x="233" y="98"/>
                  <a:pt x="236" y="98"/>
                </a:cubicBezTo>
                <a:cubicBezTo>
                  <a:pt x="236" y="98"/>
                  <a:pt x="236" y="98"/>
                  <a:pt x="237" y="98"/>
                </a:cubicBezTo>
                <a:cubicBezTo>
                  <a:pt x="237" y="98"/>
                  <a:pt x="238" y="99"/>
                  <a:pt x="239" y="99"/>
                </a:cubicBezTo>
                <a:cubicBezTo>
                  <a:pt x="240" y="99"/>
                  <a:pt x="241" y="99"/>
                  <a:pt x="242" y="100"/>
                </a:cubicBezTo>
                <a:cubicBezTo>
                  <a:pt x="243" y="101"/>
                  <a:pt x="243" y="101"/>
                  <a:pt x="245" y="102"/>
                </a:cubicBezTo>
                <a:cubicBezTo>
                  <a:pt x="244" y="100"/>
                  <a:pt x="244" y="99"/>
                  <a:pt x="245" y="98"/>
                </a:cubicBezTo>
                <a:cubicBezTo>
                  <a:pt x="245" y="97"/>
                  <a:pt x="245" y="97"/>
                  <a:pt x="245" y="96"/>
                </a:cubicBezTo>
                <a:cubicBezTo>
                  <a:pt x="244" y="95"/>
                  <a:pt x="244" y="94"/>
                  <a:pt x="244" y="93"/>
                </a:cubicBezTo>
                <a:cubicBezTo>
                  <a:pt x="244" y="93"/>
                  <a:pt x="244" y="92"/>
                  <a:pt x="244" y="92"/>
                </a:cubicBezTo>
                <a:cubicBezTo>
                  <a:pt x="243" y="91"/>
                  <a:pt x="243" y="91"/>
                  <a:pt x="243" y="90"/>
                </a:cubicBezTo>
                <a:cubicBezTo>
                  <a:pt x="243" y="87"/>
                  <a:pt x="244" y="84"/>
                  <a:pt x="244" y="81"/>
                </a:cubicBezTo>
                <a:cubicBezTo>
                  <a:pt x="245" y="80"/>
                  <a:pt x="246" y="78"/>
                  <a:pt x="246" y="77"/>
                </a:cubicBezTo>
                <a:cubicBezTo>
                  <a:pt x="248" y="74"/>
                  <a:pt x="249" y="72"/>
                  <a:pt x="250" y="70"/>
                </a:cubicBezTo>
                <a:cubicBezTo>
                  <a:pt x="250" y="70"/>
                  <a:pt x="250" y="70"/>
                  <a:pt x="250" y="70"/>
                </a:cubicBezTo>
                <a:cubicBezTo>
                  <a:pt x="252" y="68"/>
                  <a:pt x="252" y="66"/>
                  <a:pt x="254" y="65"/>
                </a:cubicBezTo>
                <a:cubicBezTo>
                  <a:pt x="255" y="64"/>
                  <a:pt x="257" y="63"/>
                  <a:pt x="258" y="62"/>
                </a:cubicBezTo>
                <a:cubicBezTo>
                  <a:pt x="259" y="62"/>
                  <a:pt x="260" y="62"/>
                  <a:pt x="260" y="63"/>
                </a:cubicBezTo>
                <a:cubicBezTo>
                  <a:pt x="261" y="63"/>
                  <a:pt x="261" y="63"/>
                  <a:pt x="261" y="63"/>
                </a:cubicBezTo>
                <a:cubicBezTo>
                  <a:pt x="262" y="63"/>
                  <a:pt x="263" y="63"/>
                  <a:pt x="264" y="62"/>
                </a:cubicBezTo>
                <a:cubicBezTo>
                  <a:pt x="265" y="62"/>
                  <a:pt x="267" y="62"/>
                  <a:pt x="268" y="62"/>
                </a:cubicBezTo>
                <a:cubicBezTo>
                  <a:pt x="269" y="62"/>
                  <a:pt x="269" y="62"/>
                  <a:pt x="269" y="61"/>
                </a:cubicBezTo>
                <a:cubicBezTo>
                  <a:pt x="269" y="61"/>
                  <a:pt x="269" y="61"/>
                  <a:pt x="269" y="61"/>
                </a:cubicBezTo>
                <a:cubicBezTo>
                  <a:pt x="268" y="60"/>
                  <a:pt x="268" y="59"/>
                  <a:pt x="268" y="59"/>
                </a:cubicBezTo>
                <a:cubicBezTo>
                  <a:pt x="268" y="58"/>
                  <a:pt x="268" y="58"/>
                  <a:pt x="269" y="57"/>
                </a:cubicBezTo>
                <a:cubicBezTo>
                  <a:pt x="269" y="57"/>
                  <a:pt x="270" y="57"/>
                  <a:pt x="270" y="57"/>
                </a:cubicBezTo>
                <a:cubicBezTo>
                  <a:pt x="270" y="57"/>
                  <a:pt x="270" y="57"/>
                  <a:pt x="270" y="57"/>
                </a:cubicBezTo>
                <a:cubicBezTo>
                  <a:pt x="271" y="56"/>
                  <a:pt x="271" y="56"/>
                  <a:pt x="272" y="57"/>
                </a:cubicBezTo>
                <a:cubicBezTo>
                  <a:pt x="272" y="57"/>
                  <a:pt x="272" y="57"/>
                  <a:pt x="272" y="57"/>
                </a:cubicBezTo>
                <a:cubicBezTo>
                  <a:pt x="271" y="58"/>
                  <a:pt x="271" y="58"/>
                  <a:pt x="270" y="58"/>
                </a:cubicBezTo>
                <a:cubicBezTo>
                  <a:pt x="270" y="58"/>
                  <a:pt x="270" y="58"/>
                  <a:pt x="270" y="58"/>
                </a:cubicBezTo>
                <a:cubicBezTo>
                  <a:pt x="270" y="58"/>
                  <a:pt x="270" y="58"/>
                  <a:pt x="270" y="59"/>
                </a:cubicBezTo>
                <a:cubicBezTo>
                  <a:pt x="271" y="59"/>
                  <a:pt x="272" y="59"/>
                  <a:pt x="272" y="59"/>
                </a:cubicBezTo>
                <a:cubicBezTo>
                  <a:pt x="274" y="58"/>
                  <a:pt x="275" y="57"/>
                  <a:pt x="275" y="55"/>
                </a:cubicBezTo>
                <a:cubicBezTo>
                  <a:pt x="275" y="55"/>
                  <a:pt x="275" y="55"/>
                  <a:pt x="275" y="55"/>
                </a:cubicBezTo>
                <a:cubicBezTo>
                  <a:pt x="276" y="55"/>
                  <a:pt x="276" y="55"/>
                  <a:pt x="276" y="54"/>
                </a:cubicBezTo>
                <a:cubicBezTo>
                  <a:pt x="276" y="54"/>
                  <a:pt x="276" y="54"/>
                  <a:pt x="275" y="54"/>
                </a:cubicBezTo>
                <a:cubicBezTo>
                  <a:pt x="275" y="54"/>
                  <a:pt x="275" y="54"/>
                  <a:pt x="275" y="54"/>
                </a:cubicBezTo>
                <a:cubicBezTo>
                  <a:pt x="275" y="53"/>
                  <a:pt x="275" y="52"/>
                  <a:pt x="276" y="52"/>
                </a:cubicBezTo>
                <a:cubicBezTo>
                  <a:pt x="277" y="52"/>
                  <a:pt x="277" y="52"/>
                  <a:pt x="278" y="52"/>
                </a:cubicBezTo>
                <a:cubicBezTo>
                  <a:pt x="279" y="50"/>
                  <a:pt x="281" y="50"/>
                  <a:pt x="282" y="49"/>
                </a:cubicBezTo>
                <a:cubicBezTo>
                  <a:pt x="283" y="49"/>
                  <a:pt x="283" y="49"/>
                  <a:pt x="284" y="48"/>
                </a:cubicBezTo>
                <a:cubicBezTo>
                  <a:pt x="284" y="48"/>
                  <a:pt x="284" y="47"/>
                  <a:pt x="284" y="46"/>
                </a:cubicBezTo>
                <a:cubicBezTo>
                  <a:pt x="284" y="45"/>
                  <a:pt x="284" y="44"/>
                  <a:pt x="285" y="44"/>
                </a:cubicBezTo>
                <a:cubicBezTo>
                  <a:pt x="286" y="43"/>
                  <a:pt x="287" y="43"/>
                  <a:pt x="288" y="42"/>
                </a:cubicBezTo>
                <a:cubicBezTo>
                  <a:pt x="288" y="42"/>
                  <a:pt x="288" y="41"/>
                  <a:pt x="288" y="41"/>
                </a:cubicBezTo>
                <a:close/>
                <a:moveTo>
                  <a:pt x="239" y="30"/>
                </a:moveTo>
                <a:cubicBezTo>
                  <a:pt x="239" y="30"/>
                  <a:pt x="240" y="30"/>
                  <a:pt x="240" y="30"/>
                </a:cubicBezTo>
                <a:cubicBezTo>
                  <a:pt x="240" y="30"/>
                  <a:pt x="239" y="30"/>
                  <a:pt x="239" y="30"/>
                </a:cubicBezTo>
                <a:close/>
                <a:moveTo>
                  <a:pt x="81" y="386"/>
                </a:moveTo>
                <a:cubicBezTo>
                  <a:pt x="81" y="387"/>
                  <a:pt x="81" y="386"/>
                  <a:pt x="81" y="386"/>
                </a:cubicBezTo>
                <a:cubicBezTo>
                  <a:pt x="82" y="386"/>
                  <a:pt x="82" y="386"/>
                  <a:pt x="82" y="385"/>
                </a:cubicBezTo>
                <a:cubicBezTo>
                  <a:pt x="82" y="385"/>
                  <a:pt x="81" y="385"/>
                  <a:pt x="81" y="386"/>
                </a:cubicBezTo>
                <a:cubicBezTo>
                  <a:pt x="81" y="386"/>
                  <a:pt x="80" y="386"/>
                  <a:pt x="81" y="386"/>
                </a:cubicBezTo>
                <a:close/>
                <a:moveTo>
                  <a:pt x="82" y="385"/>
                </a:moveTo>
                <a:cubicBezTo>
                  <a:pt x="83" y="384"/>
                  <a:pt x="82" y="383"/>
                  <a:pt x="82" y="383"/>
                </a:cubicBezTo>
                <a:cubicBezTo>
                  <a:pt x="82" y="383"/>
                  <a:pt x="82" y="384"/>
                  <a:pt x="81" y="384"/>
                </a:cubicBezTo>
                <a:cubicBezTo>
                  <a:pt x="81" y="384"/>
                  <a:pt x="81" y="384"/>
                  <a:pt x="81" y="385"/>
                </a:cubicBezTo>
                <a:cubicBezTo>
                  <a:pt x="81" y="385"/>
                  <a:pt x="82" y="385"/>
                  <a:pt x="82" y="385"/>
                </a:cubicBezTo>
                <a:close/>
                <a:moveTo>
                  <a:pt x="71" y="387"/>
                </a:moveTo>
                <a:cubicBezTo>
                  <a:pt x="71" y="386"/>
                  <a:pt x="71" y="386"/>
                  <a:pt x="70" y="387"/>
                </a:cubicBezTo>
                <a:cubicBezTo>
                  <a:pt x="70" y="387"/>
                  <a:pt x="71" y="387"/>
                  <a:pt x="71" y="387"/>
                </a:cubicBezTo>
                <a:cubicBezTo>
                  <a:pt x="71" y="388"/>
                  <a:pt x="71" y="388"/>
                  <a:pt x="71" y="388"/>
                </a:cubicBezTo>
                <a:cubicBezTo>
                  <a:pt x="73" y="388"/>
                  <a:pt x="73" y="389"/>
                  <a:pt x="73" y="390"/>
                </a:cubicBezTo>
                <a:cubicBezTo>
                  <a:pt x="73" y="390"/>
                  <a:pt x="74" y="389"/>
                  <a:pt x="73" y="389"/>
                </a:cubicBezTo>
                <a:cubicBezTo>
                  <a:pt x="73" y="388"/>
                  <a:pt x="73" y="387"/>
                  <a:pt x="73" y="385"/>
                </a:cubicBezTo>
                <a:cubicBezTo>
                  <a:pt x="72" y="385"/>
                  <a:pt x="72" y="385"/>
                  <a:pt x="72" y="386"/>
                </a:cubicBezTo>
                <a:cubicBezTo>
                  <a:pt x="71" y="386"/>
                  <a:pt x="73" y="386"/>
                  <a:pt x="73" y="387"/>
                </a:cubicBezTo>
                <a:cubicBezTo>
                  <a:pt x="72" y="387"/>
                  <a:pt x="72" y="387"/>
                  <a:pt x="71" y="387"/>
                </a:cubicBezTo>
                <a:close/>
              </a:path>
            </a:pathLst>
          </a:custGeom>
          <a:solidFill>
            <a:schemeClr val="accent4"/>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noEditPoints="1"/>
          </p:cNvSpPr>
          <p:nvPr/>
        </p:nvSpPr>
        <p:spPr bwMode="auto">
          <a:xfrm>
            <a:off x="5919788" y="1897063"/>
            <a:ext cx="4524375" cy="3897313"/>
          </a:xfrm>
          <a:custGeom>
            <a:avLst/>
            <a:gdLst>
              <a:gd name="T0" fmla="*/ 854 w 1188"/>
              <a:gd name="T1" fmla="*/ 1011 h 1023"/>
              <a:gd name="T2" fmla="*/ 826 w 1188"/>
              <a:gd name="T3" fmla="*/ 1020 h 1023"/>
              <a:gd name="T4" fmla="*/ 817 w 1188"/>
              <a:gd name="T5" fmla="*/ 995 h 1023"/>
              <a:gd name="T6" fmla="*/ 838 w 1188"/>
              <a:gd name="T7" fmla="*/ 981 h 1023"/>
              <a:gd name="T8" fmla="*/ 865 w 1188"/>
              <a:gd name="T9" fmla="*/ 981 h 1023"/>
              <a:gd name="T10" fmla="*/ 1151 w 1188"/>
              <a:gd name="T11" fmla="*/ 163 h 1023"/>
              <a:gd name="T12" fmla="*/ 1100 w 1188"/>
              <a:gd name="T13" fmla="*/ 162 h 1023"/>
              <a:gd name="T14" fmla="*/ 1040 w 1188"/>
              <a:gd name="T15" fmla="*/ 123 h 1023"/>
              <a:gd name="T16" fmla="*/ 985 w 1188"/>
              <a:gd name="T17" fmla="*/ 69 h 1023"/>
              <a:gd name="T18" fmla="*/ 940 w 1188"/>
              <a:gd name="T19" fmla="*/ 9 h 1023"/>
              <a:gd name="T20" fmla="*/ 861 w 1188"/>
              <a:gd name="T21" fmla="*/ 9 h 1023"/>
              <a:gd name="T22" fmla="*/ 856 w 1188"/>
              <a:gd name="T23" fmla="*/ 57 h 1023"/>
              <a:gd name="T24" fmla="*/ 851 w 1188"/>
              <a:gd name="T25" fmla="*/ 119 h 1023"/>
              <a:gd name="T26" fmla="*/ 817 w 1188"/>
              <a:gd name="T27" fmla="*/ 210 h 1023"/>
              <a:gd name="T28" fmla="*/ 847 w 1188"/>
              <a:gd name="T29" fmla="*/ 252 h 1023"/>
              <a:gd name="T30" fmla="*/ 746 w 1188"/>
              <a:gd name="T31" fmla="*/ 327 h 1023"/>
              <a:gd name="T32" fmla="*/ 619 w 1188"/>
              <a:gd name="T33" fmla="*/ 412 h 1023"/>
              <a:gd name="T34" fmla="*/ 388 w 1188"/>
              <a:gd name="T35" fmla="*/ 340 h 1023"/>
              <a:gd name="T36" fmla="*/ 291 w 1188"/>
              <a:gd name="T37" fmla="*/ 253 h 1023"/>
              <a:gd name="T38" fmla="*/ 218 w 1188"/>
              <a:gd name="T39" fmla="*/ 225 h 1023"/>
              <a:gd name="T40" fmla="*/ 156 w 1188"/>
              <a:gd name="T41" fmla="*/ 285 h 1023"/>
              <a:gd name="T42" fmla="*/ 119 w 1188"/>
              <a:gd name="T43" fmla="*/ 356 h 1023"/>
              <a:gd name="T44" fmla="*/ 81 w 1188"/>
              <a:gd name="T45" fmla="*/ 408 h 1023"/>
              <a:gd name="T46" fmla="*/ 13 w 1188"/>
              <a:gd name="T47" fmla="*/ 511 h 1023"/>
              <a:gd name="T48" fmla="*/ 60 w 1188"/>
              <a:gd name="T49" fmla="*/ 569 h 1023"/>
              <a:gd name="T50" fmla="*/ 141 w 1188"/>
              <a:gd name="T51" fmla="*/ 638 h 1023"/>
              <a:gd name="T52" fmla="*/ 149 w 1188"/>
              <a:gd name="T53" fmla="*/ 711 h 1023"/>
              <a:gd name="T54" fmla="*/ 251 w 1188"/>
              <a:gd name="T55" fmla="*/ 766 h 1023"/>
              <a:gd name="T56" fmla="*/ 330 w 1188"/>
              <a:gd name="T57" fmla="*/ 795 h 1023"/>
              <a:gd name="T58" fmla="*/ 429 w 1188"/>
              <a:gd name="T59" fmla="*/ 796 h 1023"/>
              <a:gd name="T60" fmla="*/ 508 w 1188"/>
              <a:gd name="T61" fmla="*/ 767 h 1023"/>
              <a:gd name="T62" fmla="*/ 571 w 1188"/>
              <a:gd name="T63" fmla="*/ 801 h 1023"/>
              <a:gd name="T64" fmla="*/ 599 w 1188"/>
              <a:gd name="T65" fmla="*/ 905 h 1023"/>
              <a:gd name="T66" fmla="*/ 662 w 1188"/>
              <a:gd name="T67" fmla="*/ 944 h 1023"/>
              <a:gd name="T68" fmla="*/ 742 w 1188"/>
              <a:gd name="T69" fmla="*/ 910 h 1023"/>
              <a:gd name="T70" fmla="*/ 828 w 1188"/>
              <a:gd name="T71" fmla="*/ 946 h 1023"/>
              <a:gd name="T72" fmla="*/ 845 w 1188"/>
              <a:gd name="T73" fmla="*/ 962 h 1023"/>
              <a:gd name="T74" fmla="*/ 892 w 1188"/>
              <a:gd name="T75" fmla="*/ 937 h 1023"/>
              <a:gd name="T76" fmla="*/ 935 w 1188"/>
              <a:gd name="T77" fmla="*/ 919 h 1023"/>
              <a:gd name="T78" fmla="*/ 981 w 1188"/>
              <a:gd name="T79" fmla="*/ 890 h 1023"/>
              <a:gd name="T80" fmla="*/ 1004 w 1188"/>
              <a:gd name="T81" fmla="*/ 867 h 1023"/>
              <a:gd name="T82" fmla="*/ 1020 w 1188"/>
              <a:gd name="T83" fmla="*/ 850 h 1023"/>
              <a:gd name="T84" fmla="*/ 1021 w 1188"/>
              <a:gd name="T85" fmla="*/ 815 h 1023"/>
              <a:gd name="T86" fmla="*/ 1041 w 1188"/>
              <a:gd name="T87" fmla="*/ 780 h 1023"/>
              <a:gd name="T88" fmla="*/ 1048 w 1188"/>
              <a:gd name="T89" fmla="*/ 750 h 1023"/>
              <a:gd name="T90" fmla="*/ 1057 w 1188"/>
              <a:gd name="T91" fmla="*/ 727 h 1023"/>
              <a:gd name="T92" fmla="*/ 1037 w 1188"/>
              <a:gd name="T93" fmla="*/ 710 h 1023"/>
              <a:gd name="T94" fmla="*/ 990 w 1188"/>
              <a:gd name="T95" fmla="*/ 669 h 1023"/>
              <a:gd name="T96" fmla="*/ 1046 w 1188"/>
              <a:gd name="T97" fmla="*/ 677 h 1023"/>
              <a:gd name="T98" fmla="*/ 1000 w 1188"/>
              <a:gd name="T99" fmla="*/ 610 h 1023"/>
              <a:gd name="T100" fmla="*/ 995 w 1188"/>
              <a:gd name="T101" fmla="*/ 551 h 1023"/>
              <a:gd name="T102" fmla="*/ 1031 w 1188"/>
              <a:gd name="T103" fmla="*/ 524 h 1023"/>
              <a:gd name="T104" fmla="*/ 976 w 1188"/>
              <a:gd name="T105" fmla="*/ 519 h 1023"/>
              <a:gd name="T106" fmla="*/ 919 w 1188"/>
              <a:gd name="T107" fmla="*/ 489 h 1023"/>
              <a:gd name="T108" fmla="*/ 953 w 1188"/>
              <a:gd name="T109" fmla="*/ 445 h 1023"/>
              <a:gd name="T110" fmla="*/ 996 w 1188"/>
              <a:gd name="T111" fmla="*/ 437 h 1023"/>
              <a:gd name="T112" fmla="*/ 991 w 1188"/>
              <a:gd name="T113" fmla="*/ 478 h 1023"/>
              <a:gd name="T114" fmla="*/ 1055 w 1188"/>
              <a:gd name="T115" fmla="*/ 436 h 1023"/>
              <a:gd name="T116" fmla="*/ 1116 w 1188"/>
              <a:gd name="T117" fmla="*/ 375 h 1023"/>
              <a:gd name="T118" fmla="*/ 1149 w 1188"/>
              <a:gd name="T119" fmla="*/ 335 h 1023"/>
              <a:gd name="T120" fmla="*/ 1175 w 1188"/>
              <a:gd name="T121" fmla="*/ 264 h 1023"/>
              <a:gd name="T122" fmla="*/ 1183 w 1188"/>
              <a:gd name="T123" fmla="*/ 195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8" h="1023">
                <a:moveTo>
                  <a:pt x="866" y="988"/>
                </a:moveTo>
                <a:cubicBezTo>
                  <a:pt x="867" y="989"/>
                  <a:pt x="867" y="989"/>
                  <a:pt x="867" y="990"/>
                </a:cubicBezTo>
                <a:cubicBezTo>
                  <a:pt x="866" y="990"/>
                  <a:pt x="866" y="990"/>
                  <a:pt x="865" y="990"/>
                </a:cubicBezTo>
                <a:cubicBezTo>
                  <a:pt x="865" y="991"/>
                  <a:pt x="864" y="991"/>
                  <a:pt x="864" y="992"/>
                </a:cubicBezTo>
                <a:cubicBezTo>
                  <a:pt x="863" y="992"/>
                  <a:pt x="863" y="991"/>
                  <a:pt x="862" y="990"/>
                </a:cubicBezTo>
                <a:cubicBezTo>
                  <a:pt x="862" y="990"/>
                  <a:pt x="863" y="990"/>
                  <a:pt x="862" y="990"/>
                </a:cubicBezTo>
                <a:cubicBezTo>
                  <a:pt x="862" y="989"/>
                  <a:pt x="862" y="990"/>
                  <a:pt x="862" y="991"/>
                </a:cubicBezTo>
                <a:cubicBezTo>
                  <a:pt x="861" y="992"/>
                  <a:pt x="862" y="992"/>
                  <a:pt x="861" y="993"/>
                </a:cubicBezTo>
                <a:cubicBezTo>
                  <a:pt x="862" y="994"/>
                  <a:pt x="860" y="994"/>
                  <a:pt x="859" y="995"/>
                </a:cubicBezTo>
                <a:cubicBezTo>
                  <a:pt x="859" y="995"/>
                  <a:pt x="859" y="995"/>
                  <a:pt x="859" y="996"/>
                </a:cubicBezTo>
                <a:cubicBezTo>
                  <a:pt x="859" y="997"/>
                  <a:pt x="859" y="997"/>
                  <a:pt x="858" y="997"/>
                </a:cubicBezTo>
                <a:cubicBezTo>
                  <a:pt x="858" y="998"/>
                  <a:pt x="858" y="999"/>
                  <a:pt x="858" y="999"/>
                </a:cubicBezTo>
                <a:cubicBezTo>
                  <a:pt x="858" y="1001"/>
                  <a:pt x="856" y="1001"/>
                  <a:pt x="856" y="1002"/>
                </a:cubicBezTo>
                <a:cubicBezTo>
                  <a:pt x="856" y="1004"/>
                  <a:pt x="855" y="1005"/>
                  <a:pt x="856" y="1007"/>
                </a:cubicBezTo>
                <a:cubicBezTo>
                  <a:pt x="856" y="1008"/>
                  <a:pt x="856" y="1009"/>
                  <a:pt x="856" y="1009"/>
                </a:cubicBezTo>
                <a:cubicBezTo>
                  <a:pt x="855" y="1010"/>
                  <a:pt x="855" y="1010"/>
                  <a:pt x="855" y="1010"/>
                </a:cubicBezTo>
                <a:cubicBezTo>
                  <a:pt x="854" y="1010"/>
                  <a:pt x="854" y="1011"/>
                  <a:pt x="854" y="1011"/>
                </a:cubicBezTo>
                <a:cubicBezTo>
                  <a:pt x="854" y="1012"/>
                  <a:pt x="854" y="1012"/>
                  <a:pt x="853" y="1012"/>
                </a:cubicBezTo>
                <a:cubicBezTo>
                  <a:pt x="852" y="1012"/>
                  <a:pt x="851" y="1012"/>
                  <a:pt x="850" y="1012"/>
                </a:cubicBezTo>
                <a:cubicBezTo>
                  <a:pt x="850" y="1012"/>
                  <a:pt x="849" y="1012"/>
                  <a:pt x="849" y="1013"/>
                </a:cubicBezTo>
                <a:cubicBezTo>
                  <a:pt x="848" y="1013"/>
                  <a:pt x="848" y="1013"/>
                  <a:pt x="848" y="1013"/>
                </a:cubicBezTo>
                <a:cubicBezTo>
                  <a:pt x="847" y="1014"/>
                  <a:pt x="847" y="1014"/>
                  <a:pt x="846" y="1015"/>
                </a:cubicBezTo>
                <a:cubicBezTo>
                  <a:pt x="846" y="1016"/>
                  <a:pt x="845" y="1017"/>
                  <a:pt x="845" y="1018"/>
                </a:cubicBezTo>
                <a:cubicBezTo>
                  <a:pt x="845" y="1018"/>
                  <a:pt x="844" y="1018"/>
                  <a:pt x="844" y="1018"/>
                </a:cubicBezTo>
                <a:cubicBezTo>
                  <a:pt x="844" y="1018"/>
                  <a:pt x="844" y="1018"/>
                  <a:pt x="844" y="1018"/>
                </a:cubicBezTo>
                <a:cubicBezTo>
                  <a:pt x="843" y="1018"/>
                  <a:pt x="842" y="1018"/>
                  <a:pt x="841" y="1018"/>
                </a:cubicBezTo>
                <a:cubicBezTo>
                  <a:pt x="840" y="1018"/>
                  <a:pt x="839" y="1018"/>
                  <a:pt x="838" y="1019"/>
                </a:cubicBezTo>
                <a:cubicBezTo>
                  <a:pt x="838" y="1020"/>
                  <a:pt x="839" y="1022"/>
                  <a:pt x="838" y="1023"/>
                </a:cubicBezTo>
                <a:cubicBezTo>
                  <a:pt x="838" y="1023"/>
                  <a:pt x="835" y="1021"/>
                  <a:pt x="836" y="1023"/>
                </a:cubicBezTo>
                <a:cubicBezTo>
                  <a:pt x="835" y="1023"/>
                  <a:pt x="835" y="1023"/>
                  <a:pt x="834" y="1023"/>
                </a:cubicBezTo>
                <a:cubicBezTo>
                  <a:pt x="834" y="1023"/>
                  <a:pt x="834" y="1023"/>
                  <a:pt x="834" y="1022"/>
                </a:cubicBezTo>
                <a:cubicBezTo>
                  <a:pt x="834" y="1022"/>
                  <a:pt x="833" y="1022"/>
                  <a:pt x="833" y="1022"/>
                </a:cubicBezTo>
                <a:cubicBezTo>
                  <a:pt x="832" y="1021"/>
                  <a:pt x="830" y="1020"/>
                  <a:pt x="829" y="1020"/>
                </a:cubicBezTo>
                <a:cubicBezTo>
                  <a:pt x="828" y="1020"/>
                  <a:pt x="827" y="1021"/>
                  <a:pt x="826" y="1020"/>
                </a:cubicBezTo>
                <a:cubicBezTo>
                  <a:pt x="825" y="1020"/>
                  <a:pt x="825" y="1019"/>
                  <a:pt x="824" y="1019"/>
                </a:cubicBezTo>
                <a:cubicBezTo>
                  <a:pt x="823" y="1019"/>
                  <a:pt x="822" y="1019"/>
                  <a:pt x="822" y="1019"/>
                </a:cubicBezTo>
                <a:cubicBezTo>
                  <a:pt x="821" y="1019"/>
                  <a:pt x="821" y="1018"/>
                  <a:pt x="820" y="1017"/>
                </a:cubicBezTo>
                <a:cubicBezTo>
                  <a:pt x="820" y="1017"/>
                  <a:pt x="819" y="1017"/>
                  <a:pt x="819" y="1017"/>
                </a:cubicBezTo>
                <a:cubicBezTo>
                  <a:pt x="819" y="1017"/>
                  <a:pt x="819" y="1017"/>
                  <a:pt x="818" y="1016"/>
                </a:cubicBezTo>
                <a:cubicBezTo>
                  <a:pt x="817" y="1016"/>
                  <a:pt x="817" y="1016"/>
                  <a:pt x="815" y="1015"/>
                </a:cubicBezTo>
                <a:cubicBezTo>
                  <a:pt x="815" y="1015"/>
                  <a:pt x="815" y="1014"/>
                  <a:pt x="815" y="1014"/>
                </a:cubicBezTo>
                <a:cubicBezTo>
                  <a:pt x="815" y="1013"/>
                  <a:pt x="816" y="1013"/>
                  <a:pt x="816" y="1012"/>
                </a:cubicBezTo>
                <a:cubicBezTo>
                  <a:pt x="816" y="1011"/>
                  <a:pt x="815" y="1011"/>
                  <a:pt x="815" y="1010"/>
                </a:cubicBezTo>
                <a:cubicBezTo>
                  <a:pt x="815" y="1009"/>
                  <a:pt x="814" y="1009"/>
                  <a:pt x="814" y="1009"/>
                </a:cubicBezTo>
                <a:cubicBezTo>
                  <a:pt x="813" y="1007"/>
                  <a:pt x="815" y="1006"/>
                  <a:pt x="815" y="1005"/>
                </a:cubicBezTo>
                <a:cubicBezTo>
                  <a:pt x="814" y="1004"/>
                  <a:pt x="814" y="1003"/>
                  <a:pt x="814" y="1002"/>
                </a:cubicBezTo>
                <a:cubicBezTo>
                  <a:pt x="815" y="1001"/>
                  <a:pt x="814" y="1000"/>
                  <a:pt x="814" y="999"/>
                </a:cubicBezTo>
                <a:cubicBezTo>
                  <a:pt x="814" y="999"/>
                  <a:pt x="814" y="998"/>
                  <a:pt x="814" y="998"/>
                </a:cubicBezTo>
                <a:cubicBezTo>
                  <a:pt x="814" y="997"/>
                  <a:pt x="815" y="997"/>
                  <a:pt x="815" y="997"/>
                </a:cubicBezTo>
                <a:cubicBezTo>
                  <a:pt x="815" y="997"/>
                  <a:pt x="815" y="996"/>
                  <a:pt x="815" y="996"/>
                </a:cubicBezTo>
                <a:cubicBezTo>
                  <a:pt x="815" y="995"/>
                  <a:pt x="816" y="995"/>
                  <a:pt x="817" y="995"/>
                </a:cubicBezTo>
                <a:cubicBezTo>
                  <a:pt x="818" y="995"/>
                  <a:pt x="819" y="994"/>
                  <a:pt x="820" y="993"/>
                </a:cubicBezTo>
                <a:cubicBezTo>
                  <a:pt x="821" y="992"/>
                  <a:pt x="822" y="991"/>
                  <a:pt x="823" y="990"/>
                </a:cubicBezTo>
                <a:cubicBezTo>
                  <a:pt x="824" y="990"/>
                  <a:pt x="825" y="990"/>
                  <a:pt x="825" y="989"/>
                </a:cubicBezTo>
                <a:cubicBezTo>
                  <a:pt x="826" y="989"/>
                  <a:pt x="826" y="989"/>
                  <a:pt x="827" y="988"/>
                </a:cubicBezTo>
                <a:cubicBezTo>
                  <a:pt x="827" y="988"/>
                  <a:pt x="828" y="987"/>
                  <a:pt x="828" y="987"/>
                </a:cubicBezTo>
                <a:cubicBezTo>
                  <a:pt x="828" y="986"/>
                  <a:pt x="827" y="987"/>
                  <a:pt x="826" y="987"/>
                </a:cubicBezTo>
                <a:cubicBezTo>
                  <a:pt x="826" y="985"/>
                  <a:pt x="827" y="985"/>
                  <a:pt x="828" y="984"/>
                </a:cubicBezTo>
                <a:cubicBezTo>
                  <a:pt x="828" y="984"/>
                  <a:pt x="828" y="983"/>
                  <a:pt x="828" y="983"/>
                </a:cubicBezTo>
                <a:cubicBezTo>
                  <a:pt x="828" y="983"/>
                  <a:pt x="829" y="983"/>
                  <a:pt x="829" y="983"/>
                </a:cubicBezTo>
                <a:cubicBezTo>
                  <a:pt x="829" y="984"/>
                  <a:pt x="830" y="983"/>
                  <a:pt x="831" y="983"/>
                </a:cubicBezTo>
                <a:cubicBezTo>
                  <a:pt x="831" y="983"/>
                  <a:pt x="831" y="984"/>
                  <a:pt x="831" y="984"/>
                </a:cubicBezTo>
                <a:cubicBezTo>
                  <a:pt x="831" y="984"/>
                  <a:pt x="832" y="984"/>
                  <a:pt x="832" y="984"/>
                </a:cubicBezTo>
                <a:cubicBezTo>
                  <a:pt x="832" y="984"/>
                  <a:pt x="832" y="984"/>
                  <a:pt x="832" y="985"/>
                </a:cubicBezTo>
                <a:cubicBezTo>
                  <a:pt x="833" y="985"/>
                  <a:pt x="834" y="984"/>
                  <a:pt x="834" y="984"/>
                </a:cubicBezTo>
                <a:cubicBezTo>
                  <a:pt x="835" y="983"/>
                  <a:pt x="834" y="983"/>
                  <a:pt x="834" y="983"/>
                </a:cubicBezTo>
                <a:cubicBezTo>
                  <a:pt x="834" y="982"/>
                  <a:pt x="835" y="982"/>
                  <a:pt x="835" y="982"/>
                </a:cubicBezTo>
                <a:cubicBezTo>
                  <a:pt x="836" y="981"/>
                  <a:pt x="838" y="980"/>
                  <a:pt x="838" y="981"/>
                </a:cubicBezTo>
                <a:cubicBezTo>
                  <a:pt x="839" y="981"/>
                  <a:pt x="839" y="982"/>
                  <a:pt x="840" y="982"/>
                </a:cubicBezTo>
                <a:cubicBezTo>
                  <a:pt x="841" y="982"/>
                  <a:pt x="842" y="981"/>
                  <a:pt x="842" y="981"/>
                </a:cubicBezTo>
                <a:cubicBezTo>
                  <a:pt x="843" y="982"/>
                  <a:pt x="845" y="982"/>
                  <a:pt x="846" y="981"/>
                </a:cubicBezTo>
                <a:cubicBezTo>
                  <a:pt x="847" y="981"/>
                  <a:pt x="847" y="980"/>
                  <a:pt x="848" y="980"/>
                </a:cubicBezTo>
                <a:cubicBezTo>
                  <a:pt x="848" y="979"/>
                  <a:pt x="848" y="979"/>
                  <a:pt x="849" y="980"/>
                </a:cubicBezTo>
                <a:cubicBezTo>
                  <a:pt x="850" y="980"/>
                  <a:pt x="850" y="980"/>
                  <a:pt x="851" y="979"/>
                </a:cubicBezTo>
                <a:cubicBezTo>
                  <a:pt x="852" y="979"/>
                  <a:pt x="852" y="979"/>
                  <a:pt x="853" y="979"/>
                </a:cubicBezTo>
                <a:cubicBezTo>
                  <a:pt x="854" y="980"/>
                  <a:pt x="854" y="980"/>
                  <a:pt x="855" y="980"/>
                </a:cubicBezTo>
                <a:cubicBezTo>
                  <a:pt x="856" y="981"/>
                  <a:pt x="856" y="982"/>
                  <a:pt x="857" y="981"/>
                </a:cubicBezTo>
                <a:cubicBezTo>
                  <a:pt x="857" y="982"/>
                  <a:pt x="857" y="982"/>
                  <a:pt x="857" y="982"/>
                </a:cubicBezTo>
                <a:cubicBezTo>
                  <a:pt x="858" y="983"/>
                  <a:pt x="858" y="982"/>
                  <a:pt x="858" y="982"/>
                </a:cubicBezTo>
                <a:cubicBezTo>
                  <a:pt x="858" y="981"/>
                  <a:pt x="857" y="980"/>
                  <a:pt x="856" y="979"/>
                </a:cubicBezTo>
                <a:cubicBezTo>
                  <a:pt x="857" y="978"/>
                  <a:pt x="858" y="978"/>
                  <a:pt x="859" y="978"/>
                </a:cubicBezTo>
                <a:cubicBezTo>
                  <a:pt x="860" y="978"/>
                  <a:pt x="859" y="978"/>
                  <a:pt x="859" y="979"/>
                </a:cubicBezTo>
                <a:cubicBezTo>
                  <a:pt x="860" y="979"/>
                  <a:pt x="860" y="979"/>
                  <a:pt x="861" y="979"/>
                </a:cubicBezTo>
                <a:cubicBezTo>
                  <a:pt x="861" y="980"/>
                  <a:pt x="861" y="980"/>
                  <a:pt x="862" y="981"/>
                </a:cubicBezTo>
                <a:cubicBezTo>
                  <a:pt x="863" y="981"/>
                  <a:pt x="864" y="980"/>
                  <a:pt x="865" y="981"/>
                </a:cubicBezTo>
                <a:cubicBezTo>
                  <a:pt x="866" y="982"/>
                  <a:pt x="865" y="983"/>
                  <a:pt x="866" y="984"/>
                </a:cubicBezTo>
                <a:cubicBezTo>
                  <a:pt x="866" y="986"/>
                  <a:pt x="866" y="987"/>
                  <a:pt x="866" y="988"/>
                </a:cubicBezTo>
                <a:close/>
                <a:moveTo>
                  <a:pt x="1188" y="173"/>
                </a:moveTo>
                <a:cubicBezTo>
                  <a:pt x="1188" y="172"/>
                  <a:pt x="1186" y="171"/>
                  <a:pt x="1185" y="170"/>
                </a:cubicBezTo>
                <a:cubicBezTo>
                  <a:pt x="1184" y="168"/>
                  <a:pt x="1184" y="168"/>
                  <a:pt x="1183" y="166"/>
                </a:cubicBezTo>
                <a:cubicBezTo>
                  <a:pt x="1183" y="164"/>
                  <a:pt x="1181" y="164"/>
                  <a:pt x="1180" y="162"/>
                </a:cubicBezTo>
                <a:cubicBezTo>
                  <a:pt x="1179" y="161"/>
                  <a:pt x="1180" y="158"/>
                  <a:pt x="1180" y="157"/>
                </a:cubicBezTo>
                <a:cubicBezTo>
                  <a:pt x="1181" y="157"/>
                  <a:pt x="1181" y="155"/>
                  <a:pt x="1180" y="154"/>
                </a:cubicBezTo>
                <a:cubicBezTo>
                  <a:pt x="1178" y="153"/>
                  <a:pt x="1179" y="152"/>
                  <a:pt x="1176" y="152"/>
                </a:cubicBezTo>
                <a:cubicBezTo>
                  <a:pt x="1173" y="151"/>
                  <a:pt x="1173" y="151"/>
                  <a:pt x="1172" y="150"/>
                </a:cubicBezTo>
                <a:cubicBezTo>
                  <a:pt x="1171" y="149"/>
                  <a:pt x="1169" y="147"/>
                  <a:pt x="1168" y="148"/>
                </a:cubicBezTo>
                <a:cubicBezTo>
                  <a:pt x="1167" y="149"/>
                  <a:pt x="1167" y="150"/>
                  <a:pt x="1165" y="150"/>
                </a:cubicBezTo>
                <a:cubicBezTo>
                  <a:pt x="1164" y="151"/>
                  <a:pt x="1161" y="151"/>
                  <a:pt x="1161" y="152"/>
                </a:cubicBezTo>
                <a:cubicBezTo>
                  <a:pt x="1160" y="152"/>
                  <a:pt x="1160" y="153"/>
                  <a:pt x="1160" y="155"/>
                </a:cubicBezTo>
                <a:cubicBezTo>
                  <a:pt x="1159" y="156"/>
                  <a:pt x="1156" y="157"/>
                  <a:pt x="1156" y="158"/>
                </a:cubicBezTo>
                <a:cubicBezTo>
                  <a:pt x="1155" y="158"/>
                  <a:pt x="1155" y="158"/>
                  <a:pt x="1154" y="160"/>
                </a:cubicBezTo>
                <a:cubicBezTo>
                  <a:pt x="1154" y="161"/>
                  <a:pt x="1152" y="163"/>
                  <a:pt x="1151" y="163"/>
                </a:cubicBezTo>
                <a:cubicBezTo>
                  <a:pt x="1149" y="163"/>
                  <a:pt x="1146" y="163"/>
                  <a:pt x="1146" y="163"/>
                </a:cubicBezTo>
                <a:cubicBezTo>
                  <a:pt x="1146" y="164"/>
                  <a:pt x="1146" y="167"/>
                  <a:pt x="1146" y="168"/>
                </a:cubicBezTo>
                <a:cubicBezTo>
                  <a:pt x="1145" y="169"/>
                  <a:pt x="1143" y="170"/>
                  <a:pt x="1143" y="171"/>
                </a:cubicBezTo>
                <a:cubicBezTo>
                  <a:pt x="1142" y="171"/>
                  <a:pt x="1142" y="173"/>
                  <a:pt x="1142" y="174"/>
                </a:cubicBezTo>
                <a:cubicBezTo>
                  <a:pt x="1142" y="176"/>
                  <a:pt x="1141" y="177"/>
                  <a:pt x="1140" y="178"/>
                </a:cubicBezTo>
                <a:cubicBezTo>
                  <a:pt x="1139" y="179"/>
                  <a:pt x="1135" y="180"/>
                  <a:pt x="1134" y="180"/>
                </a:cubicBezTo>
                <a:cubicBezTo>
                  <a:pt x="1133" y="180"/>
                  <a:pt x="1132" y="181"/>
                  <a:pt x="1130" y="181"/>
                </a:cubicBezTo>
                <a:cubicBezTo>
                  <a:pt x="1128" y="181"/>
                  <a:pt x="1126" y="181"/>
                  <a:pt x="1125" y="181"/>
                </a:cubicBezTo>
                <a:cubicBezTo>
                  <a:pt x="1125" y="182"/>
                  <a:pt x="1124" y="184"/>
                  <a:pt x="1123" y="183"/>
                </a:cubicBezTo>
                <a:cubicBezTo>
                  <a:pt x="1121" y="183"/>
                  <a:pt x="1120" y="182"/>
                  <a:pt x="1119" y="181"/>
                </a:cubicBezTo>
                <a:cubicBezTo>
                  <a:pt x="1119" y="180"/>
                  <a:pt x="1118" y="177"/>
                  <a:pt x="1117" y="177"/>
                </a:cubicBezTo>
                <a:cubicBezTo>
                  <a:pt x="1115" y="178"/>
                  <a:pt x="1115" y="179"/>
                  <a:pt x="1113" y="180"/>
                </a:cubicBezTo>
                <a:cubicBezTo>
                  <a:pt x="1111" y="181"/>
                  <a:pt x="1109" y="181"/>
                  <a:pt x="1109" y="180"/>
                </a:cubicBezTo>
                <a:cubicBezTo>
                  <a:pt x="1108" y="179"/>
                  <a:pt x="1106" y="176"/>
                  <a:pt x="1106" y="175"/>
                </a:cubicBezTo>
                <a:cubicBezTo>
                  <a:pt x="1105" y="174"/>
                  <a:pt x="1102" y="172"/>
                  <a:pt x="1101" y="171"/>
                </a:cubicBezTo>
                <a:cubicBezTo>
                  <a:pt x="1100" y="169"/>
                  <a:pt x="1097" y="169"/>
                  <a:pt x="1098" y="167"/>
                </a:cubicBezTo>
                <a:cubicBezTo>
                  <a:pt x="1099" y="165"/>
                  <a:pt x="1100" y="163"/>
                  <a:pt x="1100" y="162"/>
                </a:cubicBezTo>
                <a:cubicBezTo>
                  <a:pt x="1101" y="161"/>
                  <a:pt x="1100" y="157"/>
                  <a:pt x="1100" y="156"/>
                </a:cubicBezTo>
                <a:cubicBezTo>
                  <a:pt x="1100" y="155"/>
                  <a:pt x="1102" y="154"/>
                  <a:pt x="1098" y="153"/>
                </a:cubicBezTo>
                <a:cubicBezTo>
                  <a:pt x="1094" y="152"/>
                  <a:pt x="1094" y="149"/>
                  <a:pt x="1094" y="148"/>
                </a:cubicBezTo>
                <a:cubicBezTo>
                  <a:pt x="1094" y="147"/>
                  <a:pt x="1095" y="146"/>
                  <a:pt x="1096" y="145"/>
                </a:cubicBezTo>
                <a:cubicBezTo>
                  <a:pt x="1096" y="144"/>
                  <a:pt x="1097" y="141"/>
                  <a:pt x="1096" y="141"/>
                </a:cubicBezTo>
                <a:cubicBezTo>
                  <a:pt x="1095" y="140"/>
                  <a:pt x="1092" y="141"/>
                  <a:pt x="1090" y="142"/>
                </a:cubicBezTo>
                <a:cubicBezTo>
                  <a:pt x="1089" y="143"/>
                  <a:pt x="1086" y="144"/>
                  <a:pt x="1084" y="143"/>
                </a:cubicBezTo>
                <a:cubicBezTo>
                  <a:pt x="1081" y="142"/>
                  <a:pt x="1079" y="141"/>
                  <a:pt x="1077" y="140"/>
                </a:cubicBezTo>
                <a:cubicBezTo>
                  <a:pt x="1075" y="138"/>
                  <a:pt x="1074" y="137"/>
                  <a:pt x="1071" y="135"/>
                </a:cubicBezTo>
                <a:cubicBezTo>
                  <a:pt x="1069" y="133"/>
                  <a:pt x="1069" y="132"/>
                  <a:pt x="1066" y="131"/>
                </a:cubicBezTo>
                <a:cubicBezTo>
                  <a:pt x="1063" y="130"/>
                  <a:pt x="1062" y="126"/>
                  <a:pt x="1062" y="125"/>
                </a:cubicBezTo>
                <a:cubicBezTo>
                  <a:pt x="1061" y="124"/>
                  <a:pt x="1059" y="122"/>
                  <a:pt x="1058" y="124"/>
                </a:cubicBezTo>
                <a:cubicBezTo>
                  <a:pt x="1057" y="125"/>
                  <a:pt x="1058" y="126"/>
                  <a:pt x="1056" y="127"/>
                </a:cubicBezTo>
                <a:cubicBezTo>
                  <a:pt x="1054" y="127"/>
                  <a:pt x="1054" y="128"/>
                  <a:pt x="1053" y="128"/>
                </a:cubicBezTo>
                <a:cubicBezTo>
                  <a:pt x="1052" y="129"/>
                  <a:pt x="1050" y="128"/>
                  <a:pt x="1049" y="127"/>
                </a:cubicBezTo>
                <a:cubicBezTo>
                  <a:pt x="1049" y="126"/>
                  <a:pt x="1049" y="125"/>
                  <a:pt x="1047" y="125"/>
                </a:cubicBezTo>
                <a:cubicBezTo>
                  <a:pt x="1044" y="124"/>
                  <a:pt x="1040" y="124"/>
                  <a:pt x="1040" y="123"/>
                </a:cubicBezTo>
                <a:cubicBezTo>
                  <a:pt x="1040" y="123"/>
                  <a:pt x="1041" y="119"/>
                  <a:pt x="1040" y="119"/>
                </a:cubicBezTo>
                <a:cubicBezTo>
                  <a:pt x="1039" y="119"/>
                  <a:pt x="1037" y="120"/>
                  <a:pt x="1037" y="121"/>
                </a:cubicBezTo>
                <a:cubicBezTo>
                  <a:pt x="1036" y="121"/>
                  <a:pt x="1034" y="121"/>
                  <a:pt x="1030" y="121"/>
                </a:cubicBezTo>
                <a:cubicBezTo>
                  <a:pt x="1025" y="120"/>
                  <a:pt x="1024" y="121"/>
                  <a:pt x="1023" y="119"/>
                </a:cubicBezTo>
                <a:cubicBezTo>
                  <a:pt x="1021" y="118"/>
                  <a:pt x="1018" y="116"/>
                  <a:pt x="1016" y="115"/>
                </a:cubicBezTo>
                <a:cubicBezTo>
                  <a:pt x="1015" y="114"/>
                  <a:pt x="1014" y="113"/>
                  <a:pt x="1013" y="111"/>
                </a:cubicBezTo>
                <a:cubicBezTo>
                  <a:pt x="1012" y="109"/>
                  <a:pt x="1012" y="107"/>
                  <a:pt x="1012" y="105"/>
                </a:cubicBezTo>
                <a:cubicBezTo>
                  <a:pt x="1011" y="104"/>
                  <a:pt x="1012" y="102"/>
                  <a:pt x="1010" y="101"/>
                </a:cubicBezTo>
                <a:cubicBezTo>
                  <a:pt x="1007" y="100"/>
                  <a:pt x="1006" y="99"/>
                  <a:pt x="1006" y="97"/>
                </a:cubicBezTo>
                <a:cubicBezTo>
                  <a:pt x="1006" y="96"/>
                  <a:pt x="1007" y="96"/>
                  <a:pt x="1006" y="95"/>
                </a:cubicBezTo>
                <a:cubicBezTo>
                  <a:pt x="1004" y="94"/>
                  <a:pt x="1004" y="94"/>
                  <a:pt x="1004" y="93"/>
                </a:cubicBezTo>
                <a:cubicBezTo>
                  <a:pt x="1004" y="92"/>
                  <a:pt x="1004" y="90"/>
                  <a:pt x="1003" y="89"/>
                </a:cubicBezTo>
                <a:cubicBezTo>
                  <a:pt x="1003" y="88"/>
                  <a:pt x="1003" y="86"/>
                  <a:pt x="1002" y="85"/>
                </a:cubicBezTo>
                <a:cubicBezTo>
                  <a:pt x="1000" y="84"/>
                  <a:pt x="998" y="84"/>
                  <a:pt x="997" y="82"/>
                </a:cubicBezTo>
                <a:cubicBezTo>
                  <a:pt x="995" y="81"/>
                  <a:pt x="992" y="78"/>
                  <a:pt x="991" y="76"/>
                </a:cubicBezTo>
                <a:cubicBezTo>
                  <a:pt x="990" y="74"/>
                  <a:pt x="989" y="72"/>
                  <a:pt x="989" y="71"/>
                </a:cubicBezTo>
                <a:cubicBezTo>
                  <a:pt x="988" y="70"/>
                  <a:pt x="986" y="70"/>
                  <a:pt x="985" y="69"/>
                </a:cubicBezTo>
                <a:cubicBezTo>
                  <a:pt x="985" y="69"/>
                  <a:pt x="985" y="68"/>
                  <a:pt x="984" y="67"/>
                </a:cubicBezTo>
                <a:cubicBezTo>
                  <a:pt x="984" y="66"/>
                  <a:pt x="983" y="63"/>
                  <a:pt x="982" y="62"/>
                </a:cubicBezTo>
                <a:cubicBezTo>
                  <a:pt x="981" y="60"/>
                  <a:pt x="979" y="56"/>
                  <a:pt x="978" y="55"/>
                </a:cubicBezTo>
                <a:cubicBezTo>
                  <a:pt x="977" y="53"/>
                  <a:pt x="975" y="50"/>
                  <a:pt x="974" y="49"/>
                </a:cubicBezTo>
                <a:cubicBezTo>
                  <a:pt x="973" y="48"/>
                  <a:pt x="970" y="47"/>
                  <a:pt x="970" y="46"/>
                </a:cubicBezTo>
                <a:cubicBezTo>
                  <a:pt x="969" y="46"/>
                  <a:pt x="968" y="43"/>
                  <a:pt x="969" y="43"/>
                </a:cubicBezTo>
                <a:cubicBezTo>
                  <a:pt x="969" y="42"/>
                  <a:pt x="969" y="42"/>
                  <a:pt x="970" y="41"/>
                </a:cubicBezTo>
                <a:cubicBezTo>
                  <a:pt x="970" y="41"/>
                  <a:pt x="969" y="38"/>
                  <a:pt x="967" y="37"/>
                </a:cubicBezTo>
                <a:cubicBezTo>
                  <a:pt x="965" y="37"/>
                  <a:pt x="964" y="38"/>
                  <a:pt x="963" y="36"/>
                </a:cubicBezTo>
                <a:cubicBezTo>
                  <a:pt x="962" y="34"/>
                  <a:pt x="962" y="31"/>
                  <a:pt x="962" y="29"/>
                </a:cubicBezTo>
                <a:cubicBezTo>
                  <a:pt x="961" y="28"/>
                  <a:pt x="960" y="25"/>
                  <a:pt x="959" y="24"/>
                </a:cubicBezTo>
                <a:cubicBezTo>
                  <a:pt x="958" y="23"/>
                  <a:pt x="956" y="22"/>
                  <a:pt x="954" y="22"/>
                </a:cubicBezTo>
                <a:cubicBezTo>
                  <a:pt x="952" y="21"/>
                  <a:pt x="951" y="21"/>
                  <a:pt x="951" y="20"/>
                </a:cubicBezTo>
                <a:cubicBezTo>
                  <a:pt x="950" y="19"/>
                  <a:pt x="951" y="17"/>
                  <a:pt x="950" y="16"/>
                </a:cubicBezTo>
                <a:cubicBezTo>
                  <a:pt x="949" y="15"/>
                  <a:pt x="945" y="15"/>
                  <a:pt x="944" y="14"/>
                </a:cubicBezTo>
                <a:cubicBezTo>
                  <a:pt x="943" y="14"/>
                  <a:pt x="942" y="14"/>
                  <a:pt x="942" y="13"/>
                </a:cubicBezTo>
                <a:cubicBezTo>
                  <a:pt x="941" y="12"/>
                  <a:pt x="942" y="10"/>
                  <a:pt x="940" y="9"/>
                </a:cubicBezTo>
                <a:cubicBezTo>
                  <a:pt x="939" y="8"/>
                  <a:pt x="936" y="8"/>
                  <a:pt x="935" y="7"/>
                </a:cubicBezTo>
                <a:cubicBezTo>
                  <a:pt x="934" y="6"/>
                  <a:pt x="931" y="5"/>
                  <a:pt x="930" y="5"/>
                </a:cubicBezTo>
                <a:cubicBezTo>
                  <a:pt x="928" y="5"/>
                  <a:pt x="925" y="5"/>
                  <a:pt x="925" y="6"/>
                </a:cubicBezTo>
                <a:cubicBezTo>
                  <a:pt x="924" y="7"/>
                  <a:pt x="924" y="9"/>
                  <a:pt x="924" y="9"/>
                </a:cubicBezTo>
                <a:cubicBezTo>
                  <a:pt x="923" y="9"/>
                  <a:pt x="921" y="9"/>
                  <a:pt x="919" y="8"/>
                </a:cubicBezTo>
                <a:cubicBezTo>
                  <a:pt x="918" y="7"/>
                  <a:pt x="916" y="7"/>
                  <a:pt x="915" y="7"/>
                </a:cubicBezTo>
                <a:cubicBezTo>
                  <a:pt x="915" y="7"/>
                  <a:pt x="912" y="8"/>
                  <a:pt x="911" y="7"/>
                </a:cubicBezTo>
                <a:cubicBezTo>
                  <a:pt x="910" y="7"/>
                  <a:pt x="909" y="5"/>
                  <a:pt x="908" y="4"/>
                </a:cubicBezTo>
                <a:cubicBezTo>
                  <a:pt x="907" y="3"/>
                  <a:pt x="905" y="4"/>
                  <a:pt x="903" y="3"/>
                </a:cubicBezTo>
                <a:cubicBezTo>
                  <a:pt x="900" y="3"/>
                  <a:pt x="901" y="1"/>
                  <a:pt x="898" y="1"/>
                </a:cubicBezTo>
                <a:cubicBezTo>
                  <a:pt x="895" y="0"/>
                  <a:pt x="891" y="0"/>
                  <a:pt x="889" y="0"/>
                </a:cubicBezTo>
                <a:cubicBezTo>
                  <a:pt x="887" y="1"/>
                  <a:pt x="884" y="2"/>
                  <a:pt x="883" y="3"/>
                </a:cubicBezTo>
                <a:cubicBezTo>
                  <a:pt x="882" y="4"/>
                  <a:pt x="879" y="7"/>
                  <a:pt x="878" y="6"/>
                </a:cubicBezTo>
                <a:cubicBezTo>
                  <a:pt x="877" y="6"/>
                  <a:pt x="871" y="5"/>
                  <a:pt x="870" y="5"/>
                </a:cubicBezTo>
                <a:cubicBezTo>
                  <a:pt x="869" y="5"/>
                  <a:pt x="868" y="5"/>
                  <a:pt x="867" y="6"/>
                </a:cubicBezTo>
                <a:cubicBezTo>
                  <a:pt x="867" y="7"/>
                  <a:pt x="866" y="8"/>
                  <a:pt x="865" y="8"/>
                </a:cubicBezTo>
                <a:cubicBezTo>
                  <a:pt x="864" y="8"/>
                  <a:pt x="861" y="8"/>
                  <a:pt x="861" y="9"/>
                </a:cubicBezTo>
                <a:cubicBezTo>
                  <a:pt x="861" y="9"/>
                  <a:pt x="861" y="12"/>
                  <a:pt x="860" y="12"/>
                </a:cubicBezTo>
                <a:cubicBezTo>
                  <a:pt x="859" y="13"/>
                  <a:pt x="854" y="12"/>
                  <a:pt x="854" y="13"/>
                </a:cubicBezTo>
                <a:cubicBezTo>
                  <a:pt x="853" y="13"/>
                  <a:pt x="852" y="14"/>
                  <a:pt x="851" y="14"/>
                </a:cubicBezTo>
                <a:cubicBezTo>
                  <a:pt x="850" y="14"/>
                  <a:pt x="845" y="15"/>
                  <a:pt x="843" y="15"/>
                </a:cubicBezTo>
                <a:cubicBezTo>
                  <a:pt x="842" y="15"/>
                  <a:pt x="841" y="16"/>
                  <a:pt x="841" y="17"/>
                </a:cubicBezTo>
                <a:cubicBezTo>
                  <a:pt x="840" y="19"/>
                  <a:pt x="839" y="19"/>
                  <a:pt x="839" y="21"/>
                </a:cubicBezTo>
                <a:cubicBezTo>
                  <a:pt x="838" y="23"/>
                  <a:pt x="837" y="25"/>
                  <a:pt x="836" y="27"/>
                </a:cubicBezTo>
                <a:cubicBezTo>
                  <a:pt x="835" y="29"/>
                  <a:pt x="834" y="32"/>
                  <a:pt x="833" y="33"/>
                </a:cubicBezTo>
                <a:cubicBezTo>
                  <a:pt x="833" y="34"/>
                  <a:pt x="832" y="38"/>
                  <a:pt x="833" y="38"/>
                </a:cubicBezTo>
                <a:cubicBezTo>
                  <a:pt x="834" y="39"/>
                  <a:pt x="834" y="40"/>
                  <a:pt x="837" y="40"/>
                </a:cubicBezTo>
                <a:cubicBezTo>
                  <a:pt x="839" y="39"/>
                  <a:pt x="840" y="38"/>
                  <a:pt x="842" y="38"/>
                </a:cubicBezTo>
                <a:cubicBezTo>
                  <a:pt x="843" y="37"/>
                  <a:pt x="847" y="36"/>
                  <a:pt x="848" y="38"/>
                </a:cubicBezTo>
                <a:cubicBezTo>
                  <a:pt x="849" y="39"/>
                  <a:pt x="850" y="41"/>
                  <a:pt x="850" y="42"/>
                </a:cubicBezTo>
                <a:cubicBezTo>
                  <a:pt x="850" y="44"/>
                  <a:pt x="850" y="45"/>
                  <a:pt x="851" y="46"/>
                </a:cubicBezTo>
                <a:cubicBezTo>
                  <a:pt x="852" y="47"/>
                  <a:pt x="853" y="48"/>
                  <a:pt x="853" y="49"/>
                </a:cubicBezTo>
                <a:cubicBezTo>
                  <a:pt x="854" y="50"/>
                  <a:pt x="854" y="51"/>
                  <a:pt x="855" y="52"/>
                </a:cubicBezTo>
                <a:cubicBezTo>
                  <a:pt x="855" y="54"/>
                  <a:pt x="856" y="54"/>
                  <a:pt x="856" y="57"/>
                </a:cubicBezTo>
                <a:cubicBezTo>
                  <a:pt x="856" y="59"/>
                  <a:pt x="855" y="60"/>
                  <a:pt x="854" y="61"/>
                </a:cubicBezTo>
                <a:cubicBezTo>
                  <a:pt x="852" y="63"/>
                  <a:pt x="851" y="65"/>
                  <a:pt x="850" y="66"/>
                </a:cubicBezTo>
                <a:cubicBezTo>
                  <a:pt x="849" y="68"/>
                  <a:pt x="851" y="70"/>
                  <a:pt x="849" y="71"/>
                </a:cubicBezTo>
                <a:cubicBezTo>
                  <a:pt x="847" y="72"/>
                  <a:pt x="844" y="74"/>
                  <a:pt x="844" y="75"/>
                </a:cubicBezTo>
                <a:cubicBezTo>
                  <a:pt x="843" y="77"/>
                  <a:pt x="843" y="81"/>
                  <a:pt x="843" y="82"/>
                </a:cubicBezTo>
                <a:cubicBezTo>
                  <a:pt x="844" y="83"/>
                  <a:pt x="844" y="83"/>
                  <a:pt x="845" y="84"/>
                </a:cubicBezTo>
                <a:cubicBezTo>
                  <a:pt x="845" y="86"/>
                  <a:pt x="845" y="87"/>
                  <a:pt x="844" y="88"/>
                </a:cubicBezTo>
                <a:cubicBezTo>
                  <a:pt x="844" y="89"/>
                  <a:pt x="843" y="90"/>
                  <a:pt x="844" y="91"/>
                </a:cubicBezTo>
                <a:cubicBezTo>
                  <a:pt x="845" y="92"/>
                  <a:pt x="847" y="93"/>
                  <a:pt x="847" y="94"/>
                </a:cubicBezTo>
                <a:cubicBezTo>
                  <a:pt x="847" y="96"/>
                  <a:pt x="848" y="97"/>
                  <a:pt x="847" y="98"/>
                </a:cubicBezTo>
                <a:cubicBezTo>
                  <a:pt x="846" y="99"/>
                  <a:pt x="844" y="100"/>
                  <a:pt x="844" y="101"/>
                </a:cubicBezTo>
                <a:cubicBezTo>
                  <a:pt x="844" y="102"/>
                  <a:pt x="844" y="102"/>
                  <a:pt x="845" y="103"/>
                </a:cubicBezTo>
                <a:cubicBezTo>
                  <a:pt x="845" y="104"/>
                  <a:pt x="846" y="105"/>
                  <a:pt x="846" y="107"/>
                </a:cubicBezTo>
                <a:cubicBezTo>
                  <a:pt x="846" y="109"/>
                  <a:pt x="846" y="112"/>
                  <a:pt x="845" y="113"/>
                </a:cubicBezTo>
                <a:cubicBezTo>
                  <a:pt x="845" y="113"/>
                  <a:pt x="845" y="115"/>
                  <a:pt x="845" y="116"/>
                </a:cubicBezTo>
                <a:cubicBezTo>
                  <a:pt x="845" y="117"/>
                  <a:pt x="844" y="118"/>
                  <a:pt x="846" y="119"/>
                </a:cubicBezTo>
                <a:cubicBezTo>
                  <a:pt x="847" y="120"/>
                  <a:pt x="850" y="119"/>
                  <a:pt x="851" y="119"/>
                </a:cubicBezTo>
                <a:cubicBezTo>
                  <a:pt x="852" y="119"/>
                  <a:pt x="853" y="124"/>
                  <a:pt x="853" y="126"/>
                </a:cubicBezTo>
                <a:cubicBezTo>
                  <a:pt x="853" y="127"/>
                  <a:pt x="852" y="130"/>
                  <a:pt x="850" y="131"/>
                </a:cubicBezTo>
                <a:cubicBezTo>
                  <a:pt x="849" y="132"/>
                  <a:pt x="848" y="132"/>
                  <a:pt x="844" y="133"/>
                </a:cubicBezTo>
                <a:cubicBezTo>
                  <a:pt x="840" y="134"/>
                  <a:pt x="837" y="135"/>
                  <a:pt x="836" y="137"/>
                </a:cubicBezTo>
                <a:cubicBezTo>
                  <a:pt x="834" y="138"/>
                  <a:pt x="829" y="145"/>
                  <a:pt x="827" y="146"/>
                </a:cubicBezTo>
                <a:cubicBezTo>
                  <a:pt x="826" y="147"/>
                  <a:pt x="825" y="148"/>
                  <a:pt x="824" y="148"/>
                </a:cubicBezTo>
                <a:cubicBezTo>
                  <a:pt x="823" y="147"/>
                  <a:pt x="823" y="145"/>
                  <a:pt x="819" y="144"/>
                </a:cubicBezTo>
                <a:cubicBezTo>
                  <a:pt x="815" y="143"/>
                  <a:pt x="812" y="143"/>
                  <a:pt x="811" y="143"/>
                </a:cubicBezTo>
                <a:cubicBezTo>
                  <a:pt x="809" y="143"/>
                  <a:pt x="806" y="142"/>
                  <a:pt x="804" y="142"/>
                </a:cubicBezTo>
                <a:cubicBezTo>
                  <a:pt x="805" y="146"/>
                  <a:pt x="804" y="151"/>
                  <a:pt x="804" y="153"/>
                </a:cubicBezTo>
                <a:cubicBezTo>
                  <a:pt x="804" y="155"/>
                  <a:pt x="802" y="160"/>
                  <a:pt x="802" y="163"/>
                </a:cubicBezTo>
                <a:cubicBezTo>
                  <a:pt x="802" y="165"/>
                  <a:pt x="800" y="172"/>
                  <a:pt x="800" y="175"/>
                </a:cubicBezTo>
                <a:cubicBezTo>
                  <a:pt x="801" y="178"/>
                  <a:pt x="801" y="186"/>
                  <a:pt x="800" y="189"/>
                </a:cubicBezTo>
                <a:cubicBezTo>
                  <a:pt x="800" y="192"/>
                  <a:pt x="798" y="198"/>
                  <a:pt x="798" y="200"/>
                </a:cubicBezTo>
                <a:cubicBezTo>
                  <a:pt x="798" y="202"/>
                  <a:pt x="797" y="203"/>
                  <a:pt x="798" y="205"/>
                </a:cubicBezTo>
                <a:cubicBezTo>
                  <a:pt x="799" y="208"/>
                  <a:pt x="803" y="213"/>
                  <a:pt x="808" y="213"/>
                </a:cubicBezTo>
                <a:cubicBezTo>
                  <a:pt x="812" y="213"/>
                  <a:pt x="813" y="210"/>
                  <a:pt x="817" y="210"/>
                </a:cubicBezTo>
                <a:cubicBezTo>
                  <a:pt x="822" y="210"/>
                  <a:pt x="829" y="209"/>
                  <a:pt x="832" y="210"/>
                </a:cubicBezTo>
                <a:cubicBezTo>
                  <a:pt x="835" y="211"/>
                  <a:pt x="838" y="213"/>
                  <a:pt x="840" y="213"/>
                </a:cubicBezTo>
                <a:cubicBezTo>
                  <a:pt x="842" y="212"/>
                  <a:pt x="846" y="204"/>
                  <a:pt x="846" y="202"/>
                </a:cubicBezTo>
                <a:cubicBezTo>
                  <a:pt x="846" y="200"/>
                  <a:pt x="846" y="199"/>
                  <a:pt x="847" y="198"/>
                </a:cubicBezTo>
                <a:cubicBezTo>
                  <a:pt x="849" y="197"/>
                  <a:pt x="853" y="195"/>
                  <a:pt x="855" y="195"/>
                </a:cubicBezTo>
                <a:cubicBezTo>
                  <a:pt x="858" y="196"/>
                  <a:pt x="860" y="197"/>
                  <a:pt x="863" y="200"/>
                </a:cubicBezTo>
                <a:cubicBezTo>
                  <a:pt x="866" y="203"/>
                  <a:pt x="869" y="208"/>
                  <a:pt x="873" y="211"/>
                </a:cubicBezTo>
                <a:cubicBezTo>
                  <a:pt x="876" y="214"/>
                  <a:pt x="882" y="220"/>
                  <a:pt x="884" y="222"/>
                </a:cubicBezTo>
                <a:cubicBezTo>
                  <a:pt x="887" y="223"/>
                  <a:pt x="888" y="221"/>
                  <a:pt x="889" y="225"/>
                </a:cubicBezTo>
                <a:cubicBezTo>
                  <a:pt x="890" y="228"/>
                  <a:pt x="891" y="238"/>
                  <a:pt x="890" y="239"/>
                </a:cubicBezTo>
                <a:cubicBezTo>
                  <a:pt x="889" y="241"/>
                  <a:pt x="888" y="243"/>
                  <a:pt x="885" y="241"/>
                </a:cubicBezTo>
                <a:cubicBezTo>
                  <a:pt x="882" y="240"/>
                  <a:pt x="878" y="240"/>
                  <a:pt x="877" y="241"/>
                </a:cubicBezTo>
                <a:cubicBezTo>
                  <a:pt x="875" y="241"/>
                  <a:pt x="872" y="241"/>
                  <a:pt x="871" y="240"/>
                </a:cubicBezTo>
                <a:cubicBezTo>
                  <a:pt x="870" y="240"/>
                  <a:pt x="866" y="239"/>
                  <a:pt x="864" y="242"/>
                </a:cubicBezTo>
                <a:cubicBezTo>
                  <a:pt x="862" y="245"/>
                  <a:pt x="859" y="248"/>
                  <a:pt x="857" y="250"/>
                </a:cubicBezTo>
                <a:cubicBezTo>
                  <a:pt x="855" y="251"/>
                  <a:pt x="855" y="254"/>
                  <a:pt x="853" y="253"/>
                </a:cubicBezTo>
                <a:cubicBezTo>
                  <a:pt x="851" y="251"/>
                  <a:pt x="847" y="249"/>
                  <a:pt x="847" y="252"/>
                </a:cubicBezTo>
                <a:cubicBezTo>
                  <a:pt x="846" y="255"/>
                  <a:pt x="848" y="255"/>
                  <a:pt x="845" y="256"/>
                </a:cubicBezTo>
                <a:cubicBezTo>
                  <a:pt x="842" y="258"/>
                  <a:pt x="837" y="259"/>
                  <a:pt x="836" y="260"/>
                </a:cubicBezTo>
                <a:cubicBezTo>
                  <a:pt x="835" y="261"/>
                  <a:pt x="834" y="264"/>
                  <a:pt x="834" y="267"/>
                </a:cubicBezTo>
                <a:cubicBezTo>
                  <a:pt x="834" y="271"/>
                  <a:pt x="835" y="274"/>
                  <a:pt x="834" y="275"/>
                </a:cubicBezTo>
                <a:cubicBezTo>
                  <a:pt x="833" y="277"/>
                  <a:pt x="835" y="277"/>
                  <a:pt x="830" y="279"/>
                </a:cubicBezTo>
                <a:cubicBezTo>
                  <a:pt x="825" y="281"/>
                  <a:pt x="826" y="280"/>
                  <a:pt x="824" y="282"/>
                </a:cubicBezTo>
                <a:cubicBezTo>
                  <a:pt x="822" y="283"/>
                  <a:pt x="819" y="286"/>
                  <a:pt x="816" y="286"/>
                </a:cubicBezTo>
                <a:cubicBezTo>
                  <a:pt x="813" y="286"/>
                  <a:pt x="806" y="285"/>
                  <a:pt x="805" y="287"/>
                </a:cubicBezTo>
                <a:cubicBezTo>
                  <a:pt x="804" y="289"/>
                  <a:pt x="804" y="289"/>
                  <a:pt x="802" y="292"/>
                </a:cubicBezTo>
                <a:cubicBezTo>
                  <a:pt x="799" y="296"/>
                  <a:pt x="797" y="299"/>
                  <a:pt x="794" y="301"/>
                </a:cubicBezTo>
                <a:cubicBezTo>
                  <a:pt x="791" y="303"/>
                  <a:pt x="790" y="306"/>
                  <a:pt x="788" y="307"/>
                </a:cubicBezTo>
                <a:cubicBezTo>
                  <a:pt x="786" y="309"/>
                  <a:pt x="781" y="309"/>
                  <a:pt x="779" y="308"/>
                </a:cubicBezTo>
                <a:cubicBezTo>
                  <a:pt x="777" y="306"/>
                  <a:pt x="772" y="303"/>
                  <a:pt x="768" y="302"/>
                </a:cubicBezTo>
                <a:cubicBezTo>
                  <a:pt x="764" y="300"/>
                  <a:pt x="757" y="298"/>
                  <a:pt x="752" y="301"/>
                </a:cubicBezTo>
                <a:cubicBezTo>
                  <a:pt x="746" y="303"/>
                  <a:pt x="744" y="303"/>
                  <a:pt x="743" y="308"/>
                </a:cubicBezTo>
                <a:cubicBezTo>
                  <a:pt x="743" y="312"/>
                  <a:pt x="743" y="318"/>
                  <a:pt x="743" y="321"/>
                </a:cubicBezTo>
                <a:cubicBezTo>
                  <a:pt x="744" y="324"/>
                  <a:pt x="742" y="325"/>
                  <a:pt x="746" y="327"/>
                </a:cubicBezTo>
                <a:cubicBezTo>
                  <a:pt x="751" y="330"/>
                  <a:pt x="753" y="331"/>
                  <a:pt x="756" y="334"/>
                </a:cubicBezTo>
                <a:cubicBezTo>
                  <a:pt x="760" y="337"/>
                  <a:pt x="761" y="339"/>
                  <a:pt x="761" y="339"/>
                </a:cubicBezTo>
                <a:cubicBezTo>
                  <a:pt x="761" y="339"/>
                  <a:pt x="758" y="347"/>
                  <a:pt x="755" y="350"/>
                </a:cubicBezTo>
                <a:cubicBezTo>
                  <a:pt x="752" y="353"/>
                  <a:pt x="749" y="356"/>
                  <a:pt x="747" y="359"/>
                </a:cubicBezTo>
                <a:cubicBezTo>
                  <a:pt x="744" y="363"/>
                  <a:pt x="741" y="366"/>
                  <a:pt x="741" y="368"/>
                </a:cubicBezTo>
                <a:cubicBezTo>
                  <a:pt x="740" y="370"/>
                  <a:pt x="742" y="372"/>
                  <a:pt x="739" y="374"/>
                </a:cubicBezTo>
                <a:cubicBezTo>
                  <a:pt x="736" y="375"/>
                  <a:pt x="730" y="376"/>
                  <a:pt x="726" y="377"/>
                </a:cubicBezTo>
                <a:cubicBezTo>
                  <a:pt x="722" y="379"/>
                  <a:pt x="719" y="379"/>
                  <a:pt x="716" y="381"/>
                </a:cubicBezTo>
                <a:cubicBezTo>
                  <a:pt x="714" y="383"/>
                  <a:pt x="713" y="384"/>
                  <a:pt x="711" y="385"/>
                </a:cubicBezTo>
                <a:cubicBezTo>
                  <a:pt x="708" y="386"/>
                  <a:pt x="698" y="386"/>
                  <a:pt x="692" y="388"/>
                </a:cubicBezTo>
                <a:cubicBezTo>
                  <a:pt x="686" y="390"/>
                  <a:pt x="670" y="395"/>
                  <a:pt x="666" y="397"/>
                </a:cubicBezTo>
                <a:cubicBezTo>
                  <a:pt x="662" y="398"/>
                  <a:pt x="654" y="402"/>
                  <a:pt x="652" y="404"/>
                </a:cubicBezTo>
                <a:cubicBezTo>
                  <a:pt x="650" y="406"/>
                  <a:pt x="647" y="410"/>
                  <a:pt x="644" y="412"/>
                </a:cubicBezTo>
                <a:cubicBezTo>
                  <a:pt x="642" y="414"/>
                  <a:pt x="639" y="417"/>
                  <a:pt x="637" y="417"/>
                </a:cubicBezTo>
                <a:cubicBezTo>
                  <a:pt x="635" y="417"/>
                  <a:pt x="629" y="418"/>
                  <a:pt x="628" y="417"/>
                </a:cubicBezTo>
                <a:cubicBezTo>
                  <a:pt x="627" y="416"/>
                  <a:pt x="626" y="412"/>
                  <a:pt x="626" y="411"/>
                </a:cubicBezTo>
                <a:cubicBezTo>
                  <a:pt x="625" y="411"/>
                  <a:pt x="622" y="411"/>
                  <a:pt x="619" y="412"/>
                </a:cubicBezTo>
                <a:cubicBezTo>
                  <a:pt x="615" y="413"/>
                  <a:pt x="607" y="414"/>
                  <a:pt x="604" y="413"/>
                </a:cubicBezTo>
                <a:cubicBezTo>
                  <a:pt x="600" y="411"/>
                  <a:pt x="578" y="404"/>
                  <a:pt x="572" y="400"/>
                </a:cubicBezTo>
                <a:cubicBezTo>
                  <a:pt x="567" y="396"/>
                  <a:pt x="563" y="390"/>
                  <a:pt x="558" y="390"/>
                </a:cubicBezTo>
                <a:cubicBezTo>
                  <a:pt x="554" y="390"/>
                  <a:pt x="534" y="389"/>
                  <a:pt x="531" y="389"/>
                </a:cubicBezTo>
                <a:cubicBezTo>
                  <a:pt x="527" y="389"/>
                  <a:pt x="523" y="390"/>
                  <a:pt x="521" y="392"/>
                </a:cubicBezTo>
                <a:cubicBezTo>
                  <a:pt x="519" y="393"/>
                  <a:pt x="511" y="396"/>
                  <a:pt x="509" y="396"/>
                </a:cubicBezTo>
                <a:cubicBezTo>
                  <a:pt x="506" y="396"/>
                  <a:pt x="485" y="395"/>
                  <a:pt x="479" y="395"/>
                </a:cubicBezTo>
                <a:cubicBezTo>
                  <a:pt x="472" y="395"/>
                  <a:pt x="449" y="396"/>
                  <a:pt x="449" y="396"/>
                </a:cubicBezTo>
                <a:cubicBezTo>
                  <a:pt x="449" y="396"/>
                  <a:pt x="444" y="389"/>
                  <a:pt x="442" y="385"/>
                </a:cubicBezTo>
                <a:cubicBezTo>
                  <a:pt x="441" y="382"/>
                  <a:pt x="432" y="373"/>
                  <a:pt x="431" y="370"/>
                </a:cubicBezTo>
                <a:cubicBezTo>
                  <a:pt x="430" y="368"/>
                  <a:pt x="429" y="364"/>
                  <a:pt x="429" y="362"/>
                </a:cubicBezTo>
                <a:cubicBezTo>
                  <a:pt x="428" y="360"/>
                  <a:pt x="423" y="358"/>
                  <a:pt x="421" y="357"/>
                </a:cubicBezTo>
                <a:cubicBezTo>
                  <a:pt x="420" y="356"/>
                  <a:pt x="421" y="353"/>
                  <a:pt x="419" y="351"/>
                </a:cubicBezTo>
                <a:cubicBezTo>
                  <a:pt x="418" y="350"/>
                  <a:pt x="413" y="350"/>
                  <a:pt x="411" y="350"/>
                </a:cubicBezTo>
                <a:cubicBezTo>
                  <a:pt x="408" y="349"/>
                  <a:pt x="405" y="348"/>
                  <a:pt x="403" y="346"/>
                </a:cubicBezTo>
                <a:cubicBezTo>
                  <a:pt x="401" y="344"/>
                  <a:pt x="400" y="342"/>
                  <a:pt x="397" y="341"/>
                </a:cubicBezTo>
                <a:cubicBezTo>
                  <a:pt x="394" y="341"/>
                  <a:pt x="389" y="341"/>
                  <a:pt x="388" y="340"/>
                </a:cubicBezTo>
                <a:cubicBezTo>
                  <a:pt x="387" y="339"/>
                  <a:pt x="384" y="334"/>
                  <a:pt x="381" y="333"/>
                </a:cubicBezTo>
                <a:cubicBezTo>
                  <a:pt x="379" y="332"/>
                  <a:pt x="371" y="330"/>
                  <a:pt x="367" y="330"/>
                </a:cubicBezTo>
                <a:cubicBezTo>
                  <a:pt x="363" y="330"/>
                  <a:pt x="366" y="331"/>
                  <a:pt x="356" y="332"/>
                </a:cubicBezTo>
                <a:cubicBezTo>
                  <a:pt x="346" y="332"/>
                  <a:pt x="342" y="332"/>
                  <a:pt x="339" y="332"/>
                </a:cubicBezTo>
                <a:cubicBezTo>
                  <a:pt x="336" y="331"/>
                  <a:pt x="331" y="330"/>
                  <a:pt x="327" y="329"/>
                </a:cubicBezTo>
                <a:cubicBezTo>
                  <a:pt x="324" y="327"/>
                  <a:pt x="319" y="322"/>
                  <a:pt x="319" y="321"/>
                </a:cubicBezTo>
                <a:cubicBezTo>
                  <a:pt x="318" y="319"/>
                  <a:pt x="315" y="315"/>
                  <a:pt x="316" y="314"/>
                </a:cubicBezTo>
                <a:cubicBezTo>
                  <a:pt x="317" y="312"/>
                  <a:pt x="320" y="309"/>
                  <a:pt x="321" y="308"/>
                </a:cubicBezTo>
                <a:cubicBezTo>
                  <a:pt x="322" y="307"/>
                  <a:pt x="323" y="304"/>
                  <a:pt x="321" y="303"/>
                </a:cubicBezTo>
                <a:cubicBezTo>
                  <a:pt x="320" y="301"/>
                  <a:pt x="318" y="299"/>
                  <a:pt x="319" y="297"/>
                </a:cubicBezTo>
                <a:cubicBezTo>
                  <a:pt x="319" y="295"/>
                  <a:pt x="321" y="290"/>
                  <a:pt x="319" y="288"/>
                </a:cubicBezTo>
                <a:cubicBezTo>
                  <a:pt x="318" y="286"/>
                  <a:pt x="316" y="280"/>
                  <a:pt x="313" y="279"/>
                </a:cubicBezTo>
                <a:cubicBezTo>
                  <a:pt x="309" y="278"/>
                  <a:pt x="306" y="276"/>
                  <a:pt x="306" y="274"/>
                </a:cubicBezTo>
                <a:cubicBezTo>
                  <a:pt x="306" y="272"/>
                  <a:pt x="304" y="268"/>
                  <a:pt x="304" y="267"/>
                </a:cubicBezTo>
                <a:cubicBezTo>
                  <a:pt x="304" y="266"/>
                  <a:pt x="303" y="263"/>
                  <a:pt x="302" y="262"/>
                </a:cubicBezTo>
                <a:cubicBezTo>
                  <a:pt x="301" y="261"/>
                  <a:pt x="297" y="258"/>
                  <a:pt x="296" y="257"/>
                </a:cubicBezTo>
                <a:cubicBezTo>
                  <a:pt x="295" y="256"/>
                  <a:pt x="293" y="254"/>
                  <a:pt x="291" y="253"/>
                </a:cubicBezTo>
                <a:cubicBezTo>
                  <a:pt x="290" y="253"/>
                  <a:pt x="287" y="254"/>
                  <a:pt x="285" y="254"/>
                </a:cubicBezTo>
                <a:cubicBezTo>
                  <a:pt x="283" y="255"/>
                  <a:pt x="279" y="256"/>
                  <a:pt x="278" y="255"/>
                </a:cubicBezTo>
                <a:cubicBezTo>
                  <a:pt x="277" y="254"/>
                  <a:pt x="274" y="249"/>
                  <a:pt x="273" y="249"/>
                </a:cubicBezTo>
                <a:cubicBezTo>
                  <a:pt x="272" y="249"/>
                  <a:pt x="269" y="250"/>
                  <a:pt x="267" y="251"/>
                </a:cubicBezTo>
                <a:cubicBezTo>
                  <a:pt x="265" y="253"/>
                  <a:pt x="266" y="254"/>
                  <a:pt x="263" y="254"/>
                </a:cubicBezTo>
                <a:cubicBezTo>
                  <a:pt x="260" y="255"/>
                  <a:pt x="259" y="255"/>
                  <a:pt x="259" y="252"/>
                </a:cubicBezTo>
                <a:cubicBezTo>
                  <a:pt x="258" y="250"/>
                  <a:pt x="257" y="246"/>
                  <a:pt x="254" y="244"/>
                </a:cubicBezTo>
                <a:cubicBezTo>
                  <a:pt x="252" y="242"/>
                  <a:pt x="249" y="240"/>
                  <a:pt x="247" y="239"/>
                </a:cubicBezTo>
                <a:cubicBezTo>
                  <a:pt x="245" y="237"/>
                  <a:pt x="243" y="236"/>
                  <a:pt x="243" y="235"/>
                </a:cubicBezTo>
                <a:cubicBezTo>
                  <a:pt x="242" y="233"/>
                  <a:pt x="243" y="231"/>
                  <a:pt x="241" y="229"/>
                </a:cubicBezTo>
                <a:cubicBezTo>
                  <a:pt x="238" y="228"/>
                  <a:pt x="236" y="228"/>
                  <a:pt x="236" y="227"/>
                </a:cubicBezTo>
                <a:cubicBezTo>
                  <a:pt x="236" y="226"/>
                  <a:pt x="237" y="222"/>
                  <a:pt x="236" y="221"/>
                </a:cubicBezTo>
                <a:cubicBezTo>
                  <a:pt x="236" y="220"/>
                  <a:pt x="234" y="219"/>
                  <a:pt x="232" y="217"/>
                </a:cubicBezTo>
                <a:cubicBezTo>
                  <a:pt x="231" y="218"/>
                  <a:pt x="228" y="218"/>
                  <a:pt x="227" y="218"/>
                </a:cubicBezTo>
                <a:cubicBezTo>
                  <a:pt x="227" y="218"/>
                  <a:pt x="227" y="218"/>
                  <a:pt x="226" y="218"/>
                </a:cubicBezTo>
                <a:cubicBezTo>
                  <a:pt x="226" y="219"/>
                  <a:pt x="225" y="220"/>
                  <a:pt x="225" y="220"/>
                </a:cubicBezTo>
                <a:cubicBezTo>
                  <a:pt x="223" y="222"/>
                  <a:pt x="221" y="223"/>
                  <a:pt x="218" y="225"/>
                </a:cubicBezTo>
                <a:cubicBezTo>
                  <a:pt x="216" y="227"/>
                  <a:pt x="214" y="229"/>
                  <a:pt x="214" y="230"/>
                </a:cubicBezTo>
                <a:cubicBezTo>
                  <a:pt x="213" y="232"/>
                  <a:pt x="214" y="234"/>
                  <a:pt x="214" y="235"/>
                </a:cubicBezTo>
                <a:cubicBezTo>
                  <a:pt x="214" y="236"/>
                  <a:pt x="213" y="238"/>
                  <a:pt x="213" y="238"/>
                </a:cubicBezTo>
                <a:cubicBezTo>
                  <a:pt x="213" y="239"/>
                  <a:pt x="210" y="241"/>
                  <a:pt x="207" y="242"/>
                </a:cubicBezTo>
                <a:cubicBezTo>
                  <a:pt x="204" y="244"/>
                  <a:pt x="202" y="247"/>
                  <a:pt x="201" y="248"/>
                </a:cubicBezTo>
                <a:cubicBezTo>
                  <a:pt x="201" y="249"/>
                  <a:pt x="200" y="254"/>
                  <a:pt x="200" y="256"/>
                </a:cubicBezTo>
                <a:cubicBezTo>
                  <a:pt x="200" y="258"/>
                  <a:pt x="202" y="261"/>
                  <a:pt x="205" y="264"/>
                </a:cubicBezTo>
                <a:cubicBezTo>
                  <a:pt x="207" y="268"/>
                  <a:pt x="209" y="271"/>
                  <a:pt x="209" y="274"/>
                </a:cubicBezTo>
                <a:cubicBezTo>
                  <a:pt x="210" y="276"/>
                  <a:pt x="208" y="277"/>
                  <a:pt x="206" y="279"/>
                </a:cubicBezTo>
                <a:cubicBezTo>
                  <a:pt x="203" y="280"/>
                  <a:pt x="201" y="281"/>
                  <a:pt x="199" y="283"/>
                </a:cubicBezTo>
                <a:cubicBezTo>
                  <a:pt x="197" y="285"/>
                  <a:pt x="195" y="287"/>
                  <a:pt x="194" y="288"/>
                </a:cubicBezTo>
                <a:cubicBezTo>
                  <a:pt x="192" y="289"/>
                  <a:pt x="192" y="287"/>
                  <a:pt x="190" y="285"/>
                </a:cubicBezTo>
                <a:cubicBezTo>
                  <a:pt x="189" y="284"/>
                  <a:pt x="185" y="285"/>
                  <a:pt x="183" y="286"/>
                </a:cubicBezTo>
                <a:cubicBezTo>
                  <a:pt x="181" y="287"/>
                  <a:pt x="179" y="287"/>
                  <a:pt x="176" y="288"/>
                </a:cubicBezTo>
                <a:cubicBezTo>
                  <a:pt x="174" y="288"/>
                  <a:pt x="171" y="287"/>
                  <a:pt x="169" y="286"/>
                </a:cubicBezTo>
                <a:cubicBezTo>
                  <a:pt x="166" y="285"/>
                  <a:pt x="164" y="283"/>
                  <a:pt x="162" y="283"/>
                </a:cubicBezTo>
                <a:cubicBezTo>
                  <a:pt x="160" y="282"/>
                  <a:pt x="157" y="283"/>
                  <a:pt x="156" y="285"/>
                </a:cubicBezTo>
                <a:cubicBezTo>
                  <a:pt x="155" y="287"/>
                  <a:pt x="155" y="291"/>
                  <a:pt x="154" y="293"/>
                </a:cubicBezTo>
                <a:cubicBezTo>
                  <a:pt x="154" y="294"/>
                  <a:pt x="152" y="296"/>
                  <a:pt x="152" y="297"/>
                </a:cubicBezTo>
                <a:cubicBezTo>
                  <a:pt x="152" y="298"/>
                  <a:pt x="152" y="303"/>
                  <a:pt x="152" y="306"/>
                </a:cubicBezTo>
                <a:cubicBezTo>
                  <a:pt x="151" y="308"/>
                  <a:pt x="150" y="312"/>
                  <a:pt x="149" y="315"/>
                </a:cubicBezTo>
                <a:cubicBezTo>
                  <a:pt x="148" y="318"/>
                  <a:pt x="148" y="326"/>
                  <a:pt x="150" y="329"/>
                </a:cubicBezTo>
                <a:cubicBezTo>
                  <a:pt x="152" y="331"/>
                  <a:pt x="155" y="333"/>
                  <a:pt x="156" y="333"/>
                </a:cubicBezTo>
                <a:cubicBezTo>
                  <a:pt x="156" y="334"/>
                  <a:pt x="153" y="340"/>
                  <a:pt x="151" y="340"/>
                </a:cubicBezTo>
                <a:cubicBezTo>
                  <a:pt x="150" y="340"/>
                  <a:pt x="149" y="342"/>
                  <a:pt x="148" y="342"/>
                </a:cubicBezTo>
                <a:cubicBezTo>
                  <a:pt x="146" y="343"/>
                  <a:pt x="145" y="341"/>
                  <a:pt x="144" y="340"/>
                </a:cubicBezTo>
                <a:cubicBezTo>
                  <a:pt x="142" y="340"/>
                  <a:pt x="141" y="341"/>
                  <a:pt x="139" y="341"/>
                </a:cubicBezTo>
                <a:cubicBezTo>
                  <a:pt x="138" y="342"/>
                  <a:pt x="134" y="341"/>
                  <a:pt x="132" y="341"/>
                </a:cubicBezTo>
                <a:cubicBezTo>
                  <a:pt x="130" y="341"/>
                  <a:pt x="126" y="344"/>
                  <a:pt x="124" y="345"/>
                </a:cubicBezTo>
                <a:cubicBezTo>
                  <a:pt x="122" y="346"/>
                  <a:pt x="119" y="347"/>
                  <a:pt x="116" y="346"/>
                </a:cubicBezTo>
                <a:cubicBezTo>
                  <a:pt x="113" y="346"/>
                  <a:pt x="112" y="346"/>
                  <a:pt x="111" y="346"/>
                </a:cubicBezTo>
                <a:cubicBezTo>
                  <a:pt x="110" y="346"/>
                  <a:pt x="107" y="350"/>
                  <a:pt x="106" y="352"/>
                </a:cubicBezTo>
                <a:cubicBezTo>
                  <a:pt x="105" y="354"/>
                  <a:pt x="108" y="354"/>
                  <a:pt x="110" y="356"/>
                </a:cubicBezTo>
                <a:cubicBezTo>
                  <a:pt x="112" y="357"/>
                  <a:pt x="117" y="356"/>
                  <a:pt x="119" y="356"/>
                </a:cubicBezTo>
                <a:cubicBezTo>
                  <a:pt x="122" y="356"/>
                  <a:pt x="120" y="358"/>
                  <a:pt x="120" y="359"/>
                </a:cubicBezTo>
                <a:cubicBezTo>
                  <a:pt x="119" y="360"/>
                  <a:pt x="118" y="362"/>
                  <a:pt x="118" y="364"/>
                </a:cubicBezTo>
                <a:cubicBezTo>
                  <a:pt x="117" y="365"/>
                  <a:pt x="119" y="369"/>
                  <a:pt x="120" y="372"/>
                </a:cubicBezTo>
                <a:cubicBezTo>
                  <a:pt x="121" y="376"/>
                  <a:pt x="122" y="379"/>
                  <a:pt x="124" y="383"/>
                </a:cubicBezTo>
                <a:cubicBezTo>
                  <a:pt x="125" y="386"/>
                  <a:pt x="129" y="389"/>
                  <a:pt x="131" y="391"/>
                </a:cubicBezTo>
                <a:cubicBezTo>
                  <a:pt x="132" y="393"/>
                  <a:pt x="133" y="397"/>
                  <a:pt x="133" y="399"/>
                </a:cubicBezTo>
                <a:cubicBezTo>
                  <a:pt x="134" y="400"/>
                  <a:pt x="132" y="401"/>
                  <a:pt x="130" y="403"/>
                </a:cubicBezTo>
                <a:cubicBezTo>
                  <a:pt x="128" y="404"/>
                  <a:pt x="130" y="406"/>
                  <a:pt x="130" y="407"/>
                </a:cubicBezTo>
                <a:cubicBezTo>
                  <a:pt x="131" y="408"/>
                  <a:pt x="132" y="411"/>
                  <a:pt x="131" y="412"/>
                </a:cubicBezTo>
                <a:cubicBezTo>
                  <a:pt x="130" y="414"/>
                  <a:pt x="128" y="415"/>
                  <a:pt x="128" y="417"/>
                </a:cubicBezTo>
                <a:cubicBezTo>
                  <a:pt x="127" y="418"/>
                  <a:pt x="126" y="422"/>
                  <a:pt x="124" y="424"/>
                </a:cubicBezTo>
                <a:cubicBezTo>
                  <a:pt x="122" y="425"/>
                  <a:pt x="119" y="424"/>
                  <a:pt x="114" y="423"/>
                </a:cubicBezTo>
                <a:cubicBezTo>
                  <a:pt x="110" y="422"/>
                  <a:pt x="111" y="420"/>
                  <a:pt x="109" y="419"/>
                </a:cubicBezTo>
                <a:cubicBezTo>
                  <a:pt x="108" y="417"/>
                  <a:pt x="105" y="413"/>
                  <a:pt x="103" y="412"/>
                </a:cubicBezTo>
                <a:cubicBezTo>
                  <a:pt x="101" y="412"/>
                  <a:pt x="98" y="412"/>
                  <a:pt x="96" y="411"/>
                </a:cubicBezTo>
                <a:cubicBezTo>
                  <a:pt x="94" y="410"/>
                  <a:pt x="91" y="409"/>
                  <a:pt x="89" y="408"/>
                </a:cubicBezTo>
                <a:cubicBezTo>
                  <a:pt x="88" y="408"/>
                  <a:pt x="84" y="408"/>
                  <a:pt x="81" y="408"/>
                </a:cubicBezTo>
                <a:cubicBezTo>
                  <a:pt x="80" y="411"/>
                  <a:pt x="80" y="412"/>
                  <a:pt x="79" y="414"/>
                </a:cubicBezTo>
                <a:cubicBezTo>
                  <a:pt x="77" y="416"/>
                  <a:pt x="72" y="421"/>
                  <a:pt x="70" y="421"/>
                </a:cubicBezTo>
                <a:cubicBezTo>
                  <a:pt x="68" y="422"/>
                  <a:pt x="62" y="423"/>
                  <a:pt x="60" y="424"/>
                </a:cubicBezTo>
                <a:cubicBezTo>
                  <a:pt x="59" y="425"/>
                  <a:pt x="57" y="427"/>
                  <a:pt x="57" y="432"/>
                </a:cubicBezTo>
                <a:cubicBezTo>
                  <a:pt x="58" y="438"/>
                  <a:pt x="58" y="444"/>
                  <a:pt x="56" y="445"/>
                </a:cubicBezTo>
                <a:cubicBezTo>
                  <a:pt x="54" y="447"/>
                  <a:pt x="51" y="448"/>
                  <a:pt x="47" y="450"/>
                </a:cubicBezTo>
                <a:cubicBezTo>
                  <a:pt x="43" y="452"/>
                  <a:pt x="42" y="448"/>
                  <a:pt x="37" y="448"/>
                </a:cubicBezTo>
                <a:cubicBezTo>
                  <a:pt x="33" y="447"/>
                  <a:pt x="31" y="449"/>
                  <a:pt x="31" y="449"/>
                </a:cubicBezTo>
                <a:cubicBezTo>
                  <a:pt x="31" y="449"/>
                  <a:pt x="21" y="456"/>
                  <a:pt x="19" y="459"/>
                </a:cubicBezTo>
                <a:cubicBezTo>
                  <a:pt x="17" y="461"/>
                  <a:pt x="19" y="466"/>
                  <a:pt x="14" y="467"/>
                </a:cubicBezTo>
                <a:cubicBezTo>
                  <a:pt x="9" y="469"/>
                  <a:pt x="3" y="472"/>
                  <a:pt x="3" y="473"/>
                </a:cubicBezTo>
                <a:cubicBezTo>
                  <a:pt x="3" y="474"/>
                  <a:pt x="5" y="476"/>
                  <a:pt x="7" y="481"/>
                </a:cubicBezTo>
                <a:cubicBezTo>
                  <a:pt x="8" y="485"/>
                  <a:pt x="11" y="486"/>
                  <a:pt x="7" y="489"/>
                </a:cubicBezTo>
                <a:cubicBezTo>
                  <a:pt x="3" y="492"/>
                  <a:pt x="0" y="496"/>
                  <a:pt x="0" y="496"/>
                </a:cubicBezTo>
                <a:cubicBezTo>
                  <a:pt x="0" y="496"/>
                  <a:pt x="5" y="498"/>
                  <a:pt x="7" y="500"/>
                </a:cubicBezTo>
                <a:cubicBezTo>
                  <a:pt x="10" y="502"/>
                  <a:pt x="9" y="507"/>
                  <a:pt x="10" y="508"/>
                </a:cubicBezTo>
                <a:cubicBezTo>
                  <a:pt x="11" y="509"/>
                  <a:pt x="7" y="509"/>
                  <a:pt x="13" y="511"/>
                </a:cubicBezTo>
                <a:cubicBezTo>
                  <a:pt x="20" y="512"/>
                  <a:pt x="18" y="510"/>
                  <a:pt x="23" y="511"/>
                </a:cubicBezTo>
                <a:cubicBezTo>
                  <a:pt x="29" y="513"/>
                  <a:pt x="29" y="519"/>
                  <a:pt x="34" y="521"/>
                </a:cubicBezTo>
                <a:cubicBezTo>
                  <a:pt x="40" y="522"/>
                  <a:pt x="43" y="525"/>
                  <a:pt x="44" y="527"/>
                </a:cubicBezTo>
                <a:cubicBezTo>
                  <a:pt x="45" y="529"/>
                  <a:pt x="43" y="531"/>
                  <a:pt x="45" y="533"/>
                </a:cubicBezTo>
                <a:cubicBezTo>
                  <a:pt x="47" y="536"/>
                  <a:pt x="48" y="541"/>
                  <a:pt x="49" y="543"/>
                </a:cubicBezTo>
                <a:cubicBezTo>
                  <a:pt x="51" y="546"/>
                  <a:pt x="43" y="557"/>
                  <a:pt x="42" y="558"/>
                </a:cubicBezTo>
                <a:cubicBezTo>
                  <a:pt x="42" y="559"/>
                  <a:pt x="41" y="560"/>
                  <a:pt x="40" y="561"/>
                </a:cubicBezTo>
                <a:cubicBezTo>
                  <a:pt x="40" y="562"/>
                  <a:pt x="41" y="563"/>
                  <a:pt x="41" y="564"/>
                </a:cubicBezTo>
                <a:cubicBezTo>
                  <a:pt x="41" y="564"/>
                  <a:pt x="39" y="566"/>
                  <a:pt x="38" y="567"/>
                </a:cubicBezTo>
                <a:cubicBezTo>
                  <a:pt x="38" y="568"/>
                  <a:pt x="35" y="570"/>
                  <a:pt x="35" y="570"/>
                </a:cubicBezTo>
                <a:cubicBezTo>
                  <a:pt x="34" y="571"/>
                  <a:pt x="37" y="572"/>
                  <a:pt x="37" y="572"/>
                </a:cubicBezTo>
                <a:cubicBezTo>
                  <a:pt x="37" y="572"/>
                  <a:pt x="39" y="570"/>
                  <a:pt x="41" y="569"/>
                </a:cubicBezTo>
                <a:cubicBezTo>
                  <a:pt x="42" y="568"/>
                  <a:pt x="43" y="570"/>
                  <a:pt x="44" y="570"/>
                </a:cubicBezTo>
                <a:cubicBezTo>
                  <a:pt x="44" y="571"/>
                  <a:pt x="45" y="572"/>
                  <a:pt x="46" y="572"/>
                </a:cubicBezTo>
                <a:cubicBezTo>
                  <a:pt x="47" y="573"/>
                  <a:pt x="51" y="572"/>
                  <a:pt x="52" y="572"/>
                </a:cubicBezTo>
                <a:cubicBezTo>
                  <a:pt x="53" y="571"/>
                  <a:pt x="55" y="569"/>
                  <a:pt x="56" y="568"/>
                </a:cubicBezTo>
                <a:cubicBezTo>
                  <a:pt x="57" y="567"/>
                  <a:pt x="60" y="568"/>
                  <a:pt x="60" y="569"/>
                </a:cubicBezTo>
                <a:cubicBezTo>
                  <a:pt x="61" y="570"/>
                  <a:pt x="62" y="572"/>
                  <a:pt x="63" y="574"/>
                </a:cubicBezTo>
                <a:cubicBezTo>
                  <a:pt x="64" y="577"/>
                  <a:pt x="65" y="578"/>
                  <a:pt x="66" y="579"/>
                </a:cubicBezTo>
                <a:cubicBezTo>
                  <a:pt x="67" y="580"/>
                  <a:pt x="71" y="586"/>
                  <a:pt x="72" y="588"/>
                </a:cubicBezTo>
                <a:cubicBezTo>
                  <a:pt x="74" y="589"/>
                  <a:pt x="77" y="592"/>
                  <a:pt x="78" y="594"/>
                </a:cubicBezTo>
                <a:cubicBezTo>
                  <a:pt x="80" y="596"/>
                  <a:pt x="80" y="597"/>
                  <a:pt x="80" y="600"/>
                </a:cubicBezTo>
                <a:cubicBezTo>
                  <a:pt x="81" y="602"/>
                  <a:pt x="82" y="602"/>
                  <a:pt x="83" y="604"/>
                </a:cubicBezTo>
                <a:cubicBezTo>
                  <a:pt x="84" y="605"/>
                  <a:pt x="86" y="608"/>
                  <a:pt x="87" y="608"/>
                </a:cubicBezTo>
                <a:cubicBezTo>
                  <a:pt x="87" y="608"/>
                  <a:pt x="91" y="608"/>
                  <a:pt x="94" y="608"/>
                </a:cubicBezTo>
                <a:cubicBezTo>
                  <a:pt x="96" y="608"/>
                  <a:pt x="104" y="608"/>
                  <a:pt x="107" y="609"/>
                </a:cubicBezTo>
                <a:cubicBezTo>
                  <a:pt x="109" y="609"/>
                  <a:pt x="106" y="611"/>
                  <a:pt x="107" y="613"/>
                </a:cubicBezTo>
                <a:cubicBezTo>
                  <a:pt x="107" y="614"/>
                  <a:pt x="110" y="615"/>
                  <a:pt x="110" y="615"/>
                </a:cubicBezTo>
                <a:cubicBezTo>
                  <a:pt x="111" y="615"/>
                  <a:pt x="117" y="617"/>
                  <a:pt x="120" y="618"/>
                </a:cubicBezTo>
                <a:cubicBezTo>
                  <a:pt x="123" y="619"/>
                  <a:pt x="124" y="621"/>
                  <a:pt x="124" y="622"/>
                </a:cubicBezTo>
                <a:cubicBezTo>
                  <a:pt x="125" y="623"/>
                  <a:pt x="126" y="627"/>
                  <a:pt x="127" y="629"/>
                </a:cubicBezTo>
                <a:cubicBezTo>
                  <a:pt x="128" y="631"/>
                  <a:pt x="130" y="634"/>
                  <a:pt x="132" y="636"/>
                </a:cubicBezTo>
                <a:cubicBezTo>
                  <a:pt x="134" y="637"/>
                  <a:pt x="136" y="639"/>
                  <a:pt x="139" y="640"/>
                </a:cubicBezTo>
                <a:cubicBezTo>
                  <a:pt x="139" y="640"/>
                  <a:pt x="140" y="639"/>
                  <a:pt x="141" y="638"/>
                </a:cubicBezTo>
                <a:cubicBezTo>
                  <a:pt x="146" y="636"/>
                  <a:pt x="153" y="632"/>
                  <a:pt x="158" y="632"/>
                </a:cubicBezTo>
                <a:cubicBezTo>
                  <a:pt x="164" y="632"/>
                  <a:pt x="168" y="638"/>
                  <a:pt x="167" y="643"/>
                </a:cubicBezTo>
                <a:cubicBezTo>
                  <a:pt x="165" y="649"/>
                  <a:pt x="163" y="654"/>
                  <a:pt x="160" y="659"/>
                </a:cubicBezTo>
                <a:cubicBezTo>
                  <a:pt x="159" y="660"/>
                  <a:pt x="157" y="660"/>
                  <a:pt x="157" y="662"/>
                </a:cubicBezTo>
                <a:cubicBezTo>
                  <a:pt x="156" y="664"/>
                  <a:pt x="158" y="665"/>
                  <a:pt x="156" y="667"/>
                </a:cubicBezTo>
                <a:cubicBezTo>
                  <a:pt x="156" y="668"/>
                  <a:pt x="155" y="668"/>
                  <a:pt x="153" y="669"/>
                </a:cubicBezTo>
                <a:cubicBezTo>
                  <a:pt x="154" y="670"/>
                  <a:pt x="154" y="670"/>
                  <a:pt x="154" y="671"/>
                </a:cubicBezTo>
                <a:cubicBezTo>
                  <a:pt x="155" y="672"/>
                  <a:pt x="155" y="674"/>
                  <a:pt x="155" y="676"/>
                </a:cubicBezTo>
                <a:cubicBezTo>
                  <a:pt x="155" y="678"/>
                  <a:pt x="156" y="681"/>
                  <a:pt x="155" y="683"/>
                </a:cubicBezTo>
                <a:cubicBezTo>
                  <a:pt x="155" y="684"/>
                  <a:pt x="154" y="687"/>
                  <a:pt x="153" y="687"/>
                </a:cubicBezTo>
                <a:cubicBezTo>
                  <a:pt x="153" y="687"/>
                  <a:pt x="152" y="685"/>
                  <a:pt x="151" y="685"/>
                </a:cubicBezTo>
                <a:cubicBezTo>
                  <a:pt x="150" y="684"/>
                  <a:pt x="147" y="686"/>
                  <a:pt x="146" y="687"/>
                </a:cubicBezTo>
                <a:cubicBezTo>
                  <a:pt x="144" y="688"/>
                  <a:pt x="144" y="689"/>
                  <a:pt x="143" y="690"/>
                </a:cubicBezTo>
                <a:cubicBezTo>
                  <a:pt x="142" y="691"/>
                  <a:pt x="143" y="694"/>
                  <a:pt x="144" y="695"/>
                </a:cubicBezTo>
                <a:cubicBezTo>
                  <a:pt x="144" y="697"/>
                  <a:pt x="145" y="697"/>
                  <a:pt x="147" y="698"/>
                </a:cubicBezTo>
                <a:cubicBezTo>
                  <a:pt x="149" y="699"/>
                  <a:pt x="149" y="702"/>
                  <a:pt x="149" y="704"/>
                </a:cubicBezTo>
                <a:cubicBezTo>
                  <a:pt x="149" y="706"/>
                  <a:pt x="149" y="708"/>
                  <a:pt x="149" y="711"/>
                </a:cubicBezTo>
                <a:cubicBezTo>
                  <a:pt x="149" y="713"/>
                  <a:pt x="150" y="714"/>
                  <a:pt x="150" y="715"/>
                </a:cubicBezTo>
                <a:cubicBezTo>
                  <a:pt x="151" y="717"/>
                  <a:pt x="153" y="720"/>
                  <a:pt x="154" y="721"/>
                </a:cubicBezTo>
                <a:cubicBezTo>
                  <a:pt x="155" y="723"/>
                  <a:pt x="159" y="728"/>
                  <a:pt x="161" y="729"/>
                </a:cubicBezTo>
                <a:cubicBezTo>
                  <a:pt x="162" y="730"/>
                  <a:pt x="164" y="728"/>
                  <a:pt x="164" y="727"/>
                </a:cubicBezTo>
                <a:cubicBezTo>
                  <a:pt x="165" y="726"/>
                  <a:pt x="169" y="727"/>
                  <a:pt x="170" y="728"/>
                </a:cubicBezTo>
                <a:cubicBezTo>
                  <a:pt x="171" y="728"/>
                  <a:pt x="173" y="729"/>
                  <a:pt x="176" y="729"/>
                </a:cubicBezTo>
                <a:cubicBezTo>
                  <a:pt x="179" y="730"/>
                  <a:pt x="182" y="733"/>
                  <a:pt x="184" y="737"/>
                </a:cubicBezTo>
                <a:cubicBezTo>
                  <a:pt x="186" y="740"/>
                  <a:pt x="189" y="740"/>
                  <a:pt x="191" y="743"/>
                </a:cubicBezTo>
                <a:cubicBezTo>
                  <a:pt x="193" y="745"/>
                  <a:pt x="196" y="746"/>
                  <a:pt x="198" y="747"/>
                </a:cubicBezTo>
                <a:cubicBezTo>
                  <a:pt x="200" y="748"/>
                  <a:pt x="204" y="748"/>
                  <a:pt x="208" y="747"/>
                </a:cubicBezTo>
                <a:cubicBezTo>
                  <a:pt x="211" y="747"/>
                  <a:pt x="212" y="745"/>
                  <a:pt x="212" y="745"/>
                </a:cubicBezTo>
                <a:cubicBezTo>
                  <a:pt x="213" y="745"/>
                  <a:pt x="218" y="745"/>
                  <a:pt x="220" y="746"/>
                </a:cubicBezTo>
                <a:cubicBezTo>
                  <a:pt x="222" y="747"/>
                  <a:pt x="224" y="749"/>
                  <a:pt x="225" y="750"/>
                </a:cubicBezTo>
                <a:cubicBezTo>
                  <a:pt x="227" y="751"/>
                  <a:pt x="233" y="752"/>
                  <a:pt x="234" y="753"/>
                </a:cubicBezTo>
                <a:cubicBezTo>
                  <a:pt x="236" y="754"/>
                  <a:pt x="240" y="759"/>
                  <a:pt x="241" y="759"/>
                </a:cubicBezTo>
                <a:cubicBezTo>
                  <a:pt x="241" y="759"/>
                  <a:pt x="246" y="760"/>
                  <a:pt x="248" y="760"/>
                </a:cubicBezTo>
                <a:cubicBezTo>
                  <a:pt x="249" y="761"/>
                  <a:pt x="250" y="764"/>
                  <a:pt x="251" y="766"/>
                </a:cubicBezTo>
                <a:cubicBezTo>
                  <a:pt x="252" y="768"/>
                  <a:pt x="255" y="772"/>
                  <a:pt x="257" y="772"/>
                </a:cubicBezTo>
                <a:cubicBezTo>
                  <a:pt x="258" y="772"/>
                  <a:pt x="259" y="771"/>
                  <a:pt x="259" y="770"/>
                </a:cubicBezTo>
                <a:cubicBezTo>
                  <a:pt x="259" y="769"/>
                  <a:pt x="261" y="766"/>
                  <a:pt x="261" y="765"/>
                </a:cubicBezTo>
                <a:cubicBezTo>
                  <a:pt x="262" y="764"/>
                  <a:pt x="265" y="765"/>
                  <a:pt x="267" y="766"/>
                </a:cubicBezTo>
                <a:cubicBezTo>
                  <a:pt x="269" y="767"/>
                  <a:pt x="272" y="768"/>
                  <a:pt x="272" y="769"/>
                </a:cubicBezTo>
                <a:cubicBezTo>
                  <a:pt x="273" y="771"/>
                  <a:pt x="273" y="774"/>
                  <a:pt x="273" y="776"/>
                </a:cubicBezTo>
                <a:cubicBezTo>
                  <a:pt x="274" y="779"/>
                  <a:pt x="278" y="779"/>
                  <a:pt x="279" y="779"/>
                </a:cubicBezTo>
                <a:cubicBezTo>
                  <a:pt x="281" y="779"/>
                  <a:pt x="282" y="777"/>
                  <a:pt x="284" y="777"/>
                </a:cubicBezTo>
                <a:cubicBezTo>
                  <a:pt x="285" y="776"/>
                  <a:pt x="289" y="778"/>
                  <a:pt x="289" y="780"/>
                </a:cubicBezTo>
                <a:cubicBezTo>
                  <a:pt x="290" y="781"/>
                  <a:pt x="289" y="787"/>
                  <a:pt x="290" y="790"/>
                </a:cubicBezTo>
                <a:cubicBezTo>
                  <a:pt x="291" y="793"/>
                  <a:pt x="294" y="792"/>
                  <a:pt x="298" y="793"/>
                </a:cubicBezTo>
                <a:cubicBezTo>
                  <a:pt x="301" y="793"/>
                  <a:pt x="302" y="792"/>
                  <a:pt x="304" y="791"/>
                </a:cubicBezTo>
                <a:cubicBezTo>
                  <a:pt x="305" y="790"/>
                  <a:pt x="308" y="789"/>
                  <a:pt x="309" y="788"/>
                </a:cubicBezTo>
                <a:cubicBezTo>
                  <a:pt x="311" y="787"/>
                  <a:pt x="313" y="786"/>
                  <a:pt x="314" y="786"/>
                </a:cubicBezTo>
                <a:cubicBezTo>
                  <a:pt x="316" y="786"/>
                  <a:pt x="321" y="787"/>
                  <a:pt x="322" y="788"/>
                </a:cubicBezTo>
                <a:cubicBezTo>
                  <a:pt x="324" y="789"/>
                  <a:pt x="325" y="792"/>
                  <a:pt x="326" y="793"/>
                </a:cubicBezTo>
                <a:cubicBezTo>
                  <a:pt x="326" y="794"/>
                  <a:pt x="328" y="794"/>
                  <a:pt x="330" y="795"/>
                </a:cubicBezTo>
                <a:cubicBezTo>
                  <a:pt x="332" y="797"/>
                  <a:pt x="333" y="798"/>
                  <a:pt x="334" y="799"/>
                </a:cubicBezTo>
                <a:cubicBezTo>
                  <a:pt x="335" y="800"/>
                  <a:pt x="336" y="802"/>
                  <a:pt x="338" y="802"/>
                </a:cubicBezTo>
                <a:cubicBezTo>
                  <a:pt x="341" y="803"/>
                  <a:pt x="345" y="801"/>
                  <a:pt x="348" y="801"/>
                </a:cubicBezTo>
                <a:cubicBezTo>
                  <a:pt x="351" y="801"/>
                  <a:pt x="351" y="800"/>
                  <a:pt x="352" y="800"/>
                </a:cubicBezTo>
                <a:cubicBezTo>
                  <a:pt x="353" y="800"/>
                  <a:pt x="357" y="800"/>
                  <a:pt x="359" y="799"/>
                </a:cubicBezTo>
                <a:cubicBezTo>
                  <a:pt x="362" y="798"/>
                  <a:pt x="362" y="798"/>
                  <a:pt x="363" y="797"/>
                </a:cubicBezTo>
                <a:cubicBezTo>
                  <a:pt x="364" y="796"/>
                  <a:pt x="367" y="798"/>
                  <a:pt x="368" y="798"/>
                </a:cubicBezTo>
                <a:cubicBezTo>
                  <a:pt x="369" y="799"/>
                  <a:pt x="370" y="803"/>
                  <a:pt x="370" y="803"/>
                </a:cubicBezTo>
                <a:cubicBezTo>
                  <a:pt x="370" y="804"/>
                  <a:pt x="372" y="808"/>
                  <a:pt x="373" y="808"/>
                </a:cubicBezTo>
                <a:cubicBezTo>
                  <a:pt x="374" y="808"/>
                  <a:pt x="378" y="806"/>
                  <a:pt x="379" y="805"/>
                </a:cubicBezTo>
                <a:cubicBezTo>
                  <a:pt x="380" y="804"/>
                  <a:pt x="382" y="801"/>
                  <a:pt x="382" y="799"/>
                </a:cubicBezTo>
                <a:cubicBezTo>
                  <a:pt x="383" y="798"/>
                  <a:pt x="387" y="795"/>
                  <a:pt x="390" y="793"/>
                </a:cubicBezTo>
                <a:cubicBezTo>
                  <a:pt x="392" y="792"/>
                  <a:pt x="395" y="791"/>
                  <a:pt x="397" y="791"/>
                </a:cubicBezTo>
                <a:cubicBezTo>
                  <a:pt x="399" y="791"/>
                  <a:pt x="401" y="792"/>
                  <a:pt x="402" y="793"/>
                </a:cubicBezTo>
                <a:cubicBezTo>
                  <a:pt x="403" y="794"/>
                  <a:pt x="414" y="796"/>
                  <a:pt x="416" y="796"/>
                </a:cubicBezTo>
                <a:cubicBezTo>
                  <a:pt x="419" y="796"/>
                  <a:pt x="420" y="795"/>
                  <a:pt x="422" y="795"/>
                </a:cubicBezTo>
                <a:cubicBezTo>
                  <a:pt x="424" y="794"/>
                  <a:pt x="427" y="795"/>
                  <a:pt x="429" y="796"/>
                </a:cubicBezTo>
                <a:cubicBezTo>
                  <a:pt x="430" y="797"/>
                  <a:pt x="430" y="799"/>
                  <a:pt x="431" y="799"/>
                </a:cubicBezTo>
                <a:cubicBezTo>
                  <a:pt x="432" y="800"/>
                  <a:pt x="437" y="799"/>
                  <a:pt x="439" y="798"/>
                </a:cubicBezTo>
                <a:cubicBezTo>
                  <a:pt x="442" y="798"/>
                  <a:pt x="445" y="798"/>
                  <a:pt x="446" y="797"/>
                </a:cubicBezTo>
                <a:cubicBezTo>
                  <a:pt x="447" y="796"/>
                  <a:pt x="447" y="793"/>
                  <a:pt x="448" y="792"/>
                </a:cubicBezTo>
                <a:cubicBezTo>
                  <a:pt x="449" y="790"/>
                  <a:pt x="452" y="791"/>
                  <a:pt x="453" y="791"/>
                </a:cubicBezTo>
                <a:cubicBezTo>
                  <a:pt x="454" y="791"/>
                  <a:pt x="455" y="788"/>
                  <a:pt x="455" y="788"/>
                </a:cubicBezTo>
                <a:cubicBezTo>
                  <a:pt x="455" y="788"/>
                  <a:pt x="458" y="787"/>
                  <a:pt x="459" y="787"/>
                </a:cubicBezTo>
                <a:cubicBezTo>
                  <a:pt x="459" y="786"/>
                  <a:pt x="461" y="781"/>
                  <a:pt x="462" y="778"/>
                </a:cubicBezTo>
                <a:cubicBezTo>
                  <a:pt x="463" y="776"/>
                  <a:pt x="466" y="777"/>
                  <a:pt x="468" y="777"/>
                </a:cubicBezTo>
                <a:cubicBezTo>
                  <a:pt x="471" y="776"/>
                  <a:pt x="477" y="774"/>
                  <a:pt x="479" y="773"/>
                </a:cubicBezTo>
                <a:cubicBezTo>
                  <a:pt x="480" y="772"/>
                  <a:pt x="481" y="769"/>
                  <a:pt x="481" y="767"/>
                </a:cubicBezTo>
                <a:cubicBezTo>
                  <a:pt x="481" y="766"/>
                  <a:pt x="482" y="764"/>
                  <a:pt x="484" y="764"/>
                </a:cubicBezTo>
                <a:cubicBezTo>
                  <a:pt x="486" y="763"/>
                  <a:pt x="485" y="763"/>
                  <a:pt x="488" y="761"/>
                </a:cubicBezTo>
                <a:cubicBezTo>
                  <a:pt x="491" y="760"/>
                  <a:pt x="490" y="763"/>
                  <a:pt x="491" y="765"/>
                </a:cubicBezTo>
                <a:cubicBezTo>
                  <a:pt x="492" y="766"/>
                  <a:pt x="493" y="766"/>
                  <a:pt x="495" y="765"/>
                </a:cubicBezTo>
                <a:cubicBezTo>
                  <a:pt x="498" y="765"/>
                  <a:pt x="500" y="765"/>
                  <a:pt x="502" y="766"/>
                </a:cubicBezTo>
                <a:cubicBezTo>
                  <a:pt x="503" y="767"/>
                  <a:pt x="505" y="767"/>
                  <a:pt x="508" y="767"/>
                </a:cubicBezTo>
                <a:cubicBezTo>
                  <a:pt x="510" y="766"/>
                  <a:pt x="509" y="764"/>
                  <a:pt x="509" y="762"/>
                </a:cubicBezTo>
                <a:cubicBezTo>
                  <a:pt x="509" y="759"/>
                  <a:pt x="511" y="760"/>
                  <a:pt x="514" y="758"/>
                </a:cubicBezTo>
                <a:cubicBezTo>
                  <a:pt x="517" y="756"/>
                  <a:pt x="519" y="757"/>
                  <a:pt x="521" y="758"/>
                </a:cubicBezTo>
                <a:cubicBezTo>
                  <a:pt x="522" y="760"/>
                  <a:pt x="525" y="760"/>
                  <a:pt x="526" y="761"/>
                </a:cubicBezTo>
                <a:cubicBezTo>
                  <a:pt x="527" y="763"/>
                  <a:pt x="525" y="765"/>
                  <a:pt x="524" y="766"/>
                </a:cubicBezTo>
                <a:cubicBezTo>
                  <a:pt x="524" y="767"/>
                  <a:pt x="525" y="769"/>
                  <a:pt x="526" y="770"/>
                </a:cubicBezTo>
                <a:cubicBezTo>
                  <a:pt x="528" y="772"/>
                  <a:pt x="530" y="769"/>
                  <a:pt x="531" y="770"/>
                </a:cubicBezTo>
                <a:cubicBezTo>
                  <a:pt x="531" y="772"/>
                  <a:pt x="534" y="777"/>
                  <a:pt x="534" y="778"/>
                </a:cubicBezTo>
                <a:cubicBezTo>
                  <a:pt x="535" y="780"/>
                  <a:pt x="533" y="781"/>
                  <a:pt x="533" y="782"/>
                </a:cubicBezTo>
                <a:cubicBezTo>
                  <a:pt x="532" y="783"/>
                  <a:pt x="532" y="786"/>
                  <a:pt x="534" y="788"/>
                </a:cubicBezTo>
                <a:cubicBezTo>
                  <a:pt x="536" y="789"/>
                  <a:pt x="539" y="787"/>
                  <a:pt x="542" y="788"/>
                </a:cubicBezTo>
                <a:cubicBezTo>
                  <a:pt x="545" y="788"/>
                  <a:pt x="545" y="790"/>
                  <a:pt x="545" y="791"/>
                </a:cubicBezTo>
                <a:cubicBezTo>
                  <a:pt x="546" y="792"/>
                  <a:pt x="550" y="791"/>
                  <a:pt x="550" y="791"/>
                </a:cubicBezTo>
                <a:cubicBezTo>
                  <a:pt x="550" y="791"/>
                  <a:pt x="554" y="792"/>
                  <a:pt x="555" y="792"/>
                </a:cubicBezTo>
                <a:cubicBezTo>
                  <a:pt x="556" y="792"/>
                  <a:pt x="560" y="791"/>
                  <a:pt x="560" y="791"/>
                </a:cubicBezTo>
                <a:cubicBezTo>
                  <a:pt x="560" y="791"/>
                  <a:pt x="566" y="793"/>
                  <a:pt x="566" y="795"/>
                </a:cubicBezTo>
                <a:cubicBezTo>
                  <a:pt x="567" y="796"/>
                  <a:pt x="571" y="800"/>
                  <a:pt x="571" y="801"/>
                </a:cubicBezTo>
                <a:cubicBezTo>
                  <a:pt x="572" y="803"/>
                  <a:pt x="573" y="803"/>
                  <a:pt x="577" y="807"/>
                </a:cubicBezTo>
                <a:cubicBezTo>
                  <a:pt x="581" y="811"/>
                  <a:pt x="579" y="814"/>
                  <a:pt x="580" y="818"/>
                </a:cubicBezTo>
                <a:cubicBezTo>
                  <a:pt x="580" y="822"/>
                  <a:pt x="582" y="823"/>
                  <a:pt x="583" y="826"/>
                </a:cubicBezTo>
                <a:cubicBezTo>
                  <a:pt x="584" y="829"/>
                  <a:pt x="584" y="834"/>
                  <a:pt x="584" y="837"/>
                </a:cubicBezTo>
                <a:cubicBezTo>
                  <a:pt x="584" y="840"/>
                  <a:pt x="578" y="847"/>
                  <a:pt x="578" y="848"/>
                </a:cubicBezTo>
                <a:cubicBezTo>
                  <a:pt x="577" y="848"/>
                  <a:pt x="576" y="852"/>
                  <a:pt x="575" y="853"/>
                </a:cubicBezTo>
                <a:cubicBezTo>
                  <a:pt x="574" y="855"/>
                  <a:pt x="575" y="860"/>
                  <a:pt x="574" y="861"/>
                </a:cubicBezTo>
                <a:cubicBezTo>
                  <a:pt x="574" y="862"/>
                  <a:pt x="570" y="862"/>
                  <a:pt x="569" y="862"/>
                </a:cubicBezTo>
                <a:cubicBezTo>
                  <a:pt x="569" y="862"/>
                  <a:pt x="568" y="865"/>
                  <a:pt x="567" y="869"/>
                </a:cubicBezTo>
                <a:cubicBezTo>
                  <a:pt x="566" y="872"/>
                  <a:pt x="567" y="875"/>
                  <a:pt x="567" y="877"/>
                </a:cubicBezTo>
                <a:cubicBezTo>
                  <a:pt x="567" y="878"/>
                  <a:pt x="571" y="881"/>
                  <a:pt x="573" y="883"/>
                </a:cubicBezTo>
                <a:cubicBezTo>
                  <a:pt x="575" y="885"/>
                  <a:pt x="573" y="890"/>
                  <a:pt x="573" y="892"/>
                </a:cubicBezTo>
                <a:cubicBezTo>
                  <a:pt x="573" y="895"/>
                  <a:pt x="580" y="892"/>
                  <a:pt x="582" y="891"/>
                </a:cubicBezTo>
                <a:cubicBezTo>
                  <a:pt x="584" y="890"/>
                  <a:pt x="589" y="888"/>
                  <a:pt x="589" y="888"/>
                </a:cubicBezTo>
                <a:cubicBezTo>
                  <a:pt x="589" y="888"/>
                  <a:pt x="590" y="894"/>
                  <a:pt x="590" y="895"/>
                </a:cubicBezTo>
                <a:cubicBezTo>
                  <a:pt x="590" y="896"/>
                  <a:pt x="597" y="896"/>
                  <a:pt x="599" y="897"/>
                </a:cubicBezTo>
                <a:cubicBezTo>
                  <a:pt x="601" y="898"/>
                  <a:pt x="599" y="902"/>
                  <a:pt x="599" y="905"/>
                </a:cubicBezTo>
                <a:cubicBezTo>
                  <a:pt x="599" y="908"/>
                  <a:pt x="604" y="908"/>
                  <a:pt x="604" y="908"/>
                </a:cubicBezTo>
                <a:cubicBezTo>
                  <a:pt x="604" y="908"/>
                  <a:pt x="606" y="911"/>
                  <a:pt x="608" y="910"/>
                </a:cubicBezTo>
                <a:cubicBezTo>
                  <a:pt x="609" y="909"/>
                  <a:pt x="612" y="910"/>
                  <a:pt x="613" y="910"/>
                </a:cubicBezTo>
                <a:cubicBezTo>
                  <a:pt x="614" y="911"/>
                  <a:pt x="616" y="913"/>
                  <a:pt x="616" y="915"/>
                </a:cubicBezTo>
                <a:cubicBezTo>
                  <a:pt x="616" y="918"/>
                  <a:pt x="615" y="921"/>
                  <a:pt x="613" y="925"/>
                </a:cubicBezTo>
                <a:cubicBezTo>
                  <a:pt x="612" y="928"/>
                  <a:pt x="608" y="930"/>
                  <a:pt x="607" y="932"/>
                </a:cubicBezTo>
                <a:cubicBezTo>
                  <a:pt x="605" y="933"/>
                  <a:pt x="607" y="935"/>
                  <a:pt x="609" y="935"/>
                </a:cubicBezTo>
                <a:cubicBezTo>
                  <a:pt x="610" y="935"/>
                  <a:pt x="616" y="934"/>
                  <a:pt x="619" y="934"/>
                </a:cubicBezTo>
                <a:cubicBezTo>
                  <a:pt x="623" y="934"/>
                  <a:pt x="623" y="936"/>
                  <a:pt x="624" y="938"/>
                </a:cubicBezTo>
                <a:cubicBezTo>
                  <a:pt x="625" y="940"/>
                  <a:pt x="625" y="944"/>
                  <a:pt x="626" y="946"/>
                </a:cubicBezTo>
                <a:cubicBezTo>
                  <a:pt x="627" y="949"/>
                  <a:pt x="629" y="948"/>
                  <a:pt x="633" y="947"/>
                </a:cubicBezTo>
                <a:cubicBezTo>
                  <a:pt x="637" y="946"/>
                  <a:pt x="640" y="945"/>
                  <a:pt x="643" y="943"/>
                </a:cubicBezTo>
                <a:cubicBezTo>
                  <a:pt x="646" y="942"/>
                  <a:pt x="650" y="943"/>
                  <a:pt x="651" y="944"/>
                </a:cubicBezTo>
                <a:cubicBezTo>
                  <a:pt x="652" y="945"/>
                  <a:pt x="651" y="948"/>
                  <a:pt x="650" y="948"/>
                </a:cubicBezTo>
                <a:cubicBezTo>
                  <a:pt x="650" y="949"/>
                  <a:pt x="653" y="953"/>
                  <a:pt x="654" y="953"/>
                </a:cubicBezTo>
                <a:cubicBezTo>
                  <a:pt x="655" y="953"/>
                  <a:pt x="660" y="954"/>
                  <a:pt x="662" y="953"/>
                </a:cubicBezTo>
                <a:cubicBezTo>
                  <a:pt x="664" y="952"/>
                  <a:pt x="662" y="947"/>
                  <a:pt x="662" y="944"/>
                </a:cubicBezTo>
                <a:cubicBezTo>
                  <a:pt x="661" y="942"/>
                  <a:pt x="660" y="937"/>
                  <a:pt x="659" y="936"/>
                </a:cubicBezTo>
                <a:cubicBezTo>
                  <a:pt x="659" y="934"/>
                  <a:pt x="660" y="932"/>
                  <a:pt x="661" y="930"/>
                </a:cubicBezTo>
                <a:cubicBezTo>
                  <a:pt x="661" y="929"/>
                  <a:pt x="663" y="928"/>
                  <a:pt x="664" y="927"/>
                </a:cubicBezTo>
                <a:cubicBezTo>
                  <a:pt x="664" y="927"/>
                  <a:pt x="671" y="927"/>
                  <a:pt x="671" y="927"/>
                </a:cubicBezTo>
                <a:cubicBezTo>
                  <a:pt x="671" y="927"/>
                  <a:pt x="674" y="922"/>
                  <a:pt x="674" y="921"/>
                </a:cubicBezTo>
                <a:cubicBezTo>
                  <a:pt x="674" y="921"/>
                  <a:pt x="681" y="921"/>
                  <a:pt x="682" y="921"/>
                </a:cubicBezTo>
                <a:cubicBezTo>
                  <a:pt x="684" y="921"/>
                  <a:pt x="687" y="923"/>
                  <a:pt x="687" y="923"/>
                </a:cubicBezTo>
                <a:cubicBezTo>
                  <a:pt x="687" y="923"/>
                  <a:pt x="691" y="919"/>
                  <a:pt x="692" y="919"/>
                </a:cubicBezTo>
                <a:cubicBezTo>
                  <a:pt x="693" y="919"/>
                  <a:pt x="694" y="922"/>
                  <a:pt x="695" y="921"/>
                </a:cubicBezTo>
                <a:cubicBezTo>
                  <a:pt x="697" y="921"/>
                  <a:pt x="699" y="920"/>
                  <a:pt x="699" y="920"/>
                </a:cubicBezTo>
                <a:cubicBezTo>
                  <a:pt x="700" y="920"/>
                  <a:pt x="704" y="922"/>
                  <a:pt x="706" y="920"/>
                </a:cubicBezTo>
                <a:cubicBezTo>
                  <a:pt x="709" y="919"/>
                  <a:pt x="712" y="917"/>
                  <a:pt x="714" y="916"/>
                </a:cubicBezTo>
                <a:cubicBezTo>
                  <a:pt x="715" y="916"/>
                  <a:pt x="719" y="916"/>
                  <a:pt x="720" y="916"/>
                </a:cubicBezTo>
                <a:cubicBezTo>
                  <a:pt x="721" y="916"/>
                  <a:pt x="725" y="910"/>
                  <a:pt x="725" y="908"/>
                </a:cubicBezTo>
                <a:cubicBezTo>
                  <a:pt x="726" y="907"/>
                  <a:pt x="726" y="908"/>
                  <a:pt x="730" y="907"/>
                </a:cubicBezTo>
                <a:cubicBezTo>
                  <a:pt x="735" y="906"/>
                  <a:pt x="737" y="906"/>
                  <a:pt x="737" y="906"/>
                </a:cubicBezTo>
                <a:cubicBezTo>
                  <a:pt x="738" y="905"/>
                  <a:pt x="741" y="908"/>
                  <a:pt x="742" y="910"/>
                </a:cubicBezTo>
                <a:cubicBezTo>
                  <a:pt x="742" y="911"/>
                  <a:pt x="748" y="913"/>
                  <a:pt x="750" y="913"/>
                </a:cubicBezTo>
                <a:cubicBezTo>
                  <a:pt x="752" y="914"/>
                  <a:pt x="756" y="914"/>
                  <a:pt x="758" y="915"/>
                </a:cubicBezTo>
                <a:cubicBezTo>
                  <a:pt x="761" y="915"/>
                  <a:pt x="765" y="913"/>
                  <a:pt x="765" y="913"/>
                </a:cubicBezTo>
                <a:cubicBezTo>
                  <a:pt x="766" y="913"/>
                  <a:pt x="767" y="919"/>
                  <a:pt x="766" y="921"/>
                </a:cubicBezTo>
                <a:cubicBezTo>
                  <a:pt x="764" y="922"/>
                  <a:pt x="764" y="925"/>
                  <a:pt x="763" y="926"/>
                </a:cubicBezTo>
                <a:cubicBezTo>
                  <a:pt x="763" y="928"/>
                  <a:pt x="766" y="932"/>
                  <a:pt x="766" y="933"/>
                </a:cubicBezTo>
                <a:cubicBezTo>
                  <a:pt x="767" y="934"/>
                  <a:pt x="781" y="942"/>
                  <a:pt x="784" y="944"/>
                </a:cubicBezTo>
                <a:cubicBezTo>
                  <a:pt x="787" y="945"/>
                  <a:pt x="792" y="943"/>
                  <a:pt x="793" y="944"/>
                </a:cubicBezTo>
                <a:cubicBezTo>
                  <a:pt x="794" y="944"/>
                  <a:pt x="797" y="945"/>
                  <a:pt x="799" y="946"/>
                </a:cubicBezTo>
                <a:cubicBezTo>
                  <a:pt x="801" y="945"/>
                  <a:pt x="806" y="946"/>
                  <a:pt x="806" y="946"/>
                </a:cubicBezTo>
                <a:cubicBezTo>
                  <a:pt x="807" y="938"/>
                  <a:pt x="807" y="938"/>
                  <a:pt x="807" y="938"/>
                </a:cubicBezTo>
                <a:cubicBezTo>
                  <a:pt x="807" y="938"/>
                  <a:pt x="809" y="940"/>
                  <a:pt x="810" y="941"/>
                </a:cubicBezTo>
                <a:cubicBezTo>
                  <a:pt x="810" y="942"/>
                  <a:pt x="812" y="945"/>
                  <a:pt x="813" y="946"/>
                </a:cubicBezTo>
                <a:cubicBezTo>
                  <a:pt x="814" y="946"/>
                  <a:pt x="815" y="946"/>
                  <a:pt x="816" y="947"/>
                </a:cubicBezTo>
                <a:cubicBezTo>
                  <a:pt x="818" y="947"/>
                  <a:pt x="818" y="949"/>
                  <a:pt x="820" y="949"/>
                </a:cubicBezTo>
                <a:cubicBezTo>
                  <a:pt x="821" y="950"/>
                  <a:pt x="823" y="950"/>
                  <a:pt x="825" y="949"/>
                </a:cubicBezTo>
                <a:cubicBezTo>
                  <a:pt x="828" y="949"/>
                  <a:pt x="828" y="947"/>
                  <a:pt x="828" y="946"/>
                </a:cubicBezTo>
                <a:cubicBezTo>
                  <a:pt x="829" y="946"/>
                  <a:pt x="830" y="948"/>
                  <a:pt x="832" y="948"/>
                </a:cubicBezTo>
                <a:cubicBezTo>
                  <a:pt x="835" y="948"/>
                  <a:pt x="835" y="948"/>
                  <a:pt x="836" y="949"/>
                </a:cubicBezTo>
                <a:cubicBezTo>
                  <a:pt x="837" y="949"/>
                  <a:pt x="835" y="950"/>
                  <a:pt x="834" y="951"/>
                </a:cubicBezTo>
                <a:cubicBezTo>
                  <a:pt x="833" y="951"/>
                  <a:pt x="833" y="952"/>
                  <a:pt x="832" y="952"/>
                </a:cubicBezTo>
                <a:cubicBezTo>
                  <a:pt x="832" y="953"/>
                  <a:pt x="831" y="954"/>
                  <a:pt x="831" y="956"/>
                </a:cubicBezTo>
                <a:cubicBezTo>
                  <a:pt x="830" y="957"/>
                  <a:pt x="830" y="957"/>
                  <a:pt x="830" y="958"/>
                </a:cubicBezTo>
                <a:cubicBezTo>
                  <a:pt x="830" y="959"/>
                  <a:pt x="830" y="961"/>
                  <a:pt x="831" y="963"/>
                </a:cubicBezTo>
                <a:cubicBezTo>
                  <a:pt x="831" y="964"/>
                  <a:pt x="835" y="967"/>
                  <a:pt x="836" y="968"/>
                </a:cubicBezTo>
                <a:cubicBezTo>
                  <a:pt x="837" y="970"/>
                  <a:pt x="837" y="971"/>
                  <a:pt x="837" y="973"/>
                </a:cubicBezTo>
                <a:cubicBezTo>
                  <a:pt x="837" y="974"/>
                  <a:pt x="839" y="975"/>
                  <a:pt x="839" y="975"/>
                </a:cubicBezTo>
                <a:cubicBezTo>
                  <a:pt x="840" y="975"/>
                  <a:pt x="842" y="972"/>
                  <a:pt x="843" y="972"/>
                </a:cubicBezTo>
                <a:cubicBezTo>
                  <a:pt x="844" y="972"/>
                  <a:pt x="845" y="975"/>
                  <a:pt x="845" y="975"/>
                </a:cubicBezTo>
                <a:cubicBezTo>
                  <a:pt x="846" y="975"/>
                  <a:pt x="849" y="973"/>
                  <a:pt x="849" y="973"/>
                </a:cubicBezTo>
                <a:cubicBezTo>
                  <a:pt x="850" y="972"/>
                  <a:pt x="852" y="970"/>
                  <a:pt x="852" y="969"/>
                </a:cubicBezTo>
                <a:cubicBezTo>
                  <a:pt x="852" y="968"/>
                  <a:pt x="849" y="967"/>
                  <a:pt x="849" y="966"/>
                </a:cubicBezTo>
                <a:cubicBezTo>
                  <a:pt x="848" y="965"/>
                  <a:pt x="848" y="965"/>
                  <a:pt x="848" y="964"/>
                </a:cubicBezTo>
                <a:cubicBezTo>
                  <a:pt x="848" y="963"/>
                  <a:pt x="847" y="962"/>
                  <a:pt x="845" y="962"/>
                </a:cubicBezTo>
                <a:cubicBezTo>
                  <a:pt x="844" y="961"/>
                  <a:pt x="844" y="960"/>
                  <a:pt x="844" y="960"/>
                </a:cubicBezTo>
                <a:cubicBezTo>
                  <a:pt x="843" y="959"/>
                  <a:pt x="844" y="956"/>
                  <a:pt x="844" y="955"/>
                </a:cubicBezTo>
                <a:cubicBezTo>
                  <a:pt x="844" y="955"/>
                  <a:pt x="846" y="954"/>
                  <a:pt x="847" y="952"/>
                </a:cubicBezTo>
                <a:cubicBezTo>
                  <a:pt x="848" y="951"/>
                  <a:pt x="846" y="950"/>
                  <a:pt x="846" y="949"/>
                </a:cubicBezTo>
                <a:cubicBezTo>
                  <a:pt x="846" y="948"/>
                  <a:pt x="847" y="947"/>
                  <a:pt x="848" y="947"/>
                </a:cubicBezTo>
                <a:cubicBezTo>
                  <a:pt x="849" y="946"/>
                  <a:pt x="850" y="949"/>
                  <a:pt x="850" y="950"/>
                </a:cubicBezTo>
                <a:cubicBezTo>
                  <a:pt x="851" y="951"/>
                  <a:pt x="853" y="952"/>
                  <a:pt x="854" y="952"/>
                </a:cubicBezTo>
                <a:cubicBezTo>
                  <a:pt x="854" y="952"/>
                  <a:pt x="855" y="951"/>
                  <a:pt x="855" y="950"/>
                </a:cubicBezTo>
                <a:cubicBezTo>
                  <a:pt x="855" y="950"/>
                  <a:pt x="859" y="950"/>
                  <a:pt x="860" y="949"/>
                </a:cubicBezTo>
                <a:cubicBezTo>
                  <a:pt x="861" y="948"/>
                  <a:pt x="861" y="947"/>
                  <a:pt x="862" y="947"/>
                </a:cubicBezTo>
                <a:cubicBezTo>
                  <a:pt x="862" y="946"/>
                  <a:pt x="865" y="946"/>
                  <a:pt x="868" y="946"/>
                </a:cubicBezTo>
                <a:cubicBezTo>
                  <a:pt x="870" y="946"/>
                  <a:pt x="870" y="945"/>
                  <a:pt x="871" y="945"/>
                </a:cubicBezTo>
                <a:cubicBezTo>
                  <a:pt x="873" y="944"/>
                  <a:pt x="873" y="943"/>
                  <a:pt x="873" y="942"/>
                </a:cubicBezTo>
                <a:cubicBezTo>
                  <a:pt x="873" y="940"/>
                  <a:pt x="874" y="941"/>
                  <a:pt x="876" y="941"/>
                </a:cubicBezTo>
                <a:cubicBezTo>
                  <a:pt x="877" y="940"/>
                  <a:pt x="879" y="941"/>
                  <a:pt x="880" y="941"/>
                </a:cubicBezTo>
                <a:cubicBezTo>
                  <a:pt x="881" y="942"/>
                  <a:pt x="884" y="942"/>
                  <a:pt x="887" y="941"/>
                </a:cubicBezTo>
                <a:cubicBezTo>
                  <a:pt x="889" y="940"/>
                  <a:pt x="890" y="938"/>
                  <a:pt x="892" y="937"/>
                </a:cubicBezTo>
                <a:cubicBezTo>
                  <a:pt x="894" y="935"/>
                  <a:pt x="897" y="930"/>
                  <a:pt x="898" y="930"/>
                </a:cubicBezTo>
                <a:cubicBezTo>
                  <a:pt x="899" y="930"/>
                  <a:pt x="900" y="932"/>
                  <a:pt x="901" y="931"/>
                </a:cubicBezTo>
                <a:cubicBezTo>
                  <a:pt x="902" y="931"/>
                  <a:pt x="904" y="928"/>
                  <a:pt x="905" y="927"/>
                </a:cubicBezTo>
                <a:cubicBezTo>
                  <a:pt x="906" y="926"/>
                  <a:pt x="908" y="925"/>
                  <a:pt x="908" y="925"/>
                </a:cubicBezTo>
                <a:cubicBezTo>
                  <a:pt x="908" y="924"/>
                  <a:pt x="908" y="921"/>
                  <a:pt x="907" y="919"/>
                </a:cubicBezTo>
                <a:cubicBezTo>
                  <a:pt x="907" y="918"/>
                  <a:pt x="906" y="917"/>
                  <a:pt x="906" y="916"/>
                </a:cubicBezTo>
                <a:cubicBezTo>
                  <a:pt x="906" y="916"/>
                  <a:pt x="906" y="912"/>
                  <a:pt x="906" y="912"/>
                </a:cubicBezTo>
                <a:cubicBezTo>
                  <a:pt x="906" y="912"/>
                  <a:pt x="912" y="915"/>
                  <a:pt x="912" y="916"/>
                </a:cubicBezTo>
                <a:cubicBezTo>
                  <a:pt x="913" y="916"/>
                  <a:pt x="913" y="918"/>
                  <a:pt x="914" y="919"/>
                </a:cubicBezTo>
                <a:cubicBezTo>
                  <a:pt x="915" y="920"/>
                  <a:pt x="916" y="921"/>
                  <a:pt x="918" y="922"/>
                </a:cubicBezTo>
                <a:cubicBezTo>
                  <a:pt x="920" y="923"/>
                  <a:pt x="917" y="924"/>
                  <a:pt x="916" y="925"/>
                </a:cubicBezTo>
                <a:cubicBezTo>
                  <a:pt x="915" y="926"/>
                  <a:pt x="915" y="927"/>
                  <a:pt x="915" y="928"/>
                </a:cubicBezTo>
                <a:cubicBezTo>
                  <a:pt x="915" y="928"/>
                  <a:pt x="920" y="927"/>
                  <a:pt x="921" y="926"/>
                </a:cubicBezTo>
                <a:cubicBezTo>
                  <a:pt x="922" y="926"/>
                  <a:pt x="924" y="923"/>
                  <a:pt x="924" y="922"/>
                </a:cubicBezTo>
                <a:cubicBezTo>
                  <a:pt x="924" y="921"/>
                  <a:pt x="925" y="920"/>
                  <a:pt x="926" y="919"/>
                </a:cubicBezTo>
                <a:cubicBezTo>
                  <a:pt x="927" y="918"/>
                  <a:pt x="931" y="917"/>
                  <a:pt x="931" y="918"/>
                </a:cubicBezTo>
                <a:cubicBezTo>
                  <a:pt x="932" y="918"/>
                  <a:pt x="935" y="919"/>
                  <a:pt x="935" y="919"/>
                </a:cubicBezTo>
                <a:cubicBezTo>
                  <a:pt x="936" y="919"/>
                  <a:pt x="938" y="917"/>
                  <a:pt x="938" y="915"/>
                </a:cubicBezTo>
                <a:cubicBezTo>
                  <a:pt x="938" y="914"/>
                  <a:pt x="939" y="914"/>
                  <a:pt x="940" y="913"/>
                </a:cubicBezTo>
                <a:cubicBezTo>
                  <a:pt x="942" y="913"/>
                  <a:pt x="942" y="915"/>
                  <a:pt x="943" y="916"/>
                </a:cubicBezTo>
                <a:cubicBezTo>
                  <a:pt x="944" y="917"/>
                  <a:pt x="946" y="917"/>
                  <a:pt x="948" y="917"/>
                </a:cubicBezTo>
                <a:cubicBezTo>
                  <a:pt x="950" y="917"/>
                  <a:pt x="948" y="916"/>
                  <a:pt x="948" y="914"/>
                </a:cubicBezTo>
                <a:cubicBezTo>
                  <a:pt x="948" y="913"/>
                  <a:pt x="949" y="913"/>
                  <a:pt x="950" y="913"/>
                </a:cubicBezTo>
                <a:cubicBezTo>
                  <a:pt x="950" y="913"/>
                  <a:pt x="953" y="915"/>
                  <a:pt x="955" y="915"/>
                </a:cubicBezTo>
                <a:cubicBezTo>
                  <a:pt x="956" y="915"/>
                  <a:pt x="955" y="913"/>
                  <a:pt x="956" y="912"/>
                </a:cubicBezTo>
                <a:cubicBezTo>
                  <a:pt x="956" y="911"/>
                  <a:pt x="957" y="911"/>
                  <a:pt x="959" y="911"/>
                </a:cubicBezTo>
                <a:cubicBezTo>
                  <a:pt x="961" y="911"/>
                  <a:pt x="961" y="911"/>
                  <a:pt x="962" y="910"/>
                </a:cubicBezTo>
                <a:cubicBezTo>
                  <a:pt x="963" y="909"/>
                  <a:pt x="965" y="908"/>
                  <a:pt x="965" y="908"/>
                </a:cubicBezTo>
                <a:cubicBezTo>
                  <a:pt x="965" y="908"/>
                  <a:pt x="970" y="908"/>
                  <a:pt x="971" y="908"/>
                </a:cubicBezTo>
                <a:cubicBezTo>
                  <a:pt x="973" y="907"/>
                  <a:pt x="972" y="906"/>
                  <a:pt x="972" y="905"/>
                </a:cubicBezTo>
                <a:cubicBezTo>
                  <a:pt x="972" y="904"/>
                  <a:pt x="972" y="903"/>
                  <a:pt x="972" y="902"/>
                </a:cubicBezTo>
                <a:cubicBezTo>
                  <a:pt x="973" y="901"/>
                  <a:pt x="974" y="896"/>
                  <a:pt x="974" y="894"/>
                </a:cubicBezTo>
                <a:cubicBezTo>
                  <a:pt x="974" y="893"/>
                  <a:pt x="974" y="893"/>
                  <a:pt x="975" y="892"/>
                </a:cubicBezTo>
                <a:cubicBezTo>
                  <a:pt x="976" y="891"/>
                  <a:pt x="980" y="890"/>
                  <a:pt x="981" y="890"/>
                </a:cubicBezTo>
                <a:cubicBezTo>
                  <a:pt x="982" y="891"/>
                  <a:pt x="982" y="893"/>
                  <a:pt x="984" y="893"/>
                </a:cubicBezTo>
                <a:cubicBezTo>
                  <a:pt x="985" y="893"/>
                  <a:pt x="986" y="892"/>
                  <a:pt x="986" y="891"/>
                </a:cubicBezTo>
                <a:cubicBezTo>
                  <a:pt x="986" y="890"/>
                  <a:pt x="987" y="888"/>
                  <a:pt x="987" y="888"/>
                </a:cubicBezTo>
                <a:cubicBezTo>
                  <a:pt x="988" y="887"/>
                  <a:pt x="989" y="886"/>
                  <a:pt x="989" y="884"/>
                </a:cubicBezTo>
                <a:cubicBezTo>
                  <a:pt x="990" y="883"/>
                  <a:pt x="991" y="884"/>
                  <a:pt x="991" y="884"/>
                </a:cubicBezTo>
                <a:cubicBezTo>
                  <a:pt x="992" y="885"/>
                  <a:pt x="994" y="884"/>
                  <a:pt x="994" y="883"/>
                </a:cubicBezTo>
                <a:cubicBezTo>
                  <a:pt x="994" y="882"/>
                  <a:pt x="995" y="881"/>
                  <a:pt x="996" y="881"/>
                </a:cubicBezTo>
                <a:cubicBezTo>
                  <a:pt x="997" y="881"/>
                  <a:pt x="999" y="882"/>
                  <a:pt x="999" y="882"/>
                </a:cubicBezTo>
                <a:cubicBezTo>
                  <a:pt x="999" y="882"/>
                  <a:pt x="999" y="880"/>
                  <a:pt x="1000" y="878"/>
                </a:cubicBezTo>
                <a:cubicBezTo>
                  <a:pt x="1002" y="877"/>
                  <a:pt x="1002" y="876"/>
                  <a:pt x="1002" y="875"/>
                </a:cubicBezTo>
                <a:cubicBezTo>
                  <a:pt x="1002" y="874"/>
                  <a:pt x="1000" y="874"/>
                  <a:pt x="998" y="874"/>
                </a:cubicBezTo>
                <a:cubicBezTo>
                  <a:pt x="996" y="874"/>
                  <a:pt x="997" y="875"/>
                  <a:pt x="995" y="875"/>
                </a:cubicBezTo>
                <a:cubicBezTo>
                  <a:pt x="993" y="875"/>
                  <a:pt x="991" y="874"/>
                  <a:pt x="991" y="873"/>
                </a:cubicBezTo>
                <a:cubicBezTo>
                  <a:pt x="990" y="871"/>
                  <a:pt x="992" y="871"/>
                  <a:pt x="995" y="871"/>
                </a:cubicBezTo>
                <a:cubicBezTo>
                  <a:pt x="999" y="872"/>
                  <a:pt x="999" y="871"/>
                  <a:pt x="999" y="869"/>
                </a:cubicBezTo>
                <a:cubicBezTo>
                  <a:pt x="1000" y="868"/>
                  <a:pt x="1001" y="869"/>
                  <a:pt x="1002" y="869"/>
                </a:cubicBezTo>
                <a:cubicBezTo>
                  <a:pt x="1002" y="869"/>
                  <a:pt x="1003" y="867"/>
                  <a:pt x="1004" y="867"/>
                </a:cubicBezTo>
                <a:cubicBezTo>
                  <a:pt x="1004" y="866"/>
                  <a:pt x="1006" y="868"/>
                  <a:pt x="1007" y="868"/>
                </a:cubicBezTo>
                <a:cubicBezTo>
                  <a:pt x="1008" y="869"/>
                  <a:pt x="1010" y="870"/>
                  <a:pt x="1012" y="870"/>
                </a:cubicBezTo>
                <a:cubicBezTo>
                  <a:pt x="1014" y="870"/>
                  <a:pt x="1013" y="868"/>
                  <a:pt x="1013" y="866"/>
                </a:cubicBezTo>
                <a:cubicBezTo>
                  <a:pt x="1013" y="865"/>
                  <a:pt x="1009" y="864"/>
                  <a:pt x="1009" y="863"/>
                </a:cubicBezTo>
                <a:cubicBezTo>
                  <a:pt x="1008" y="863"/>
                  <a:pt x="1008" y="861"/>
                  <a:pt x="1008" y="860"/>
                </a:cubicBezTo>
                <a:cubicBezTo>
                  <a:pt x="1008" y="859"/>
                  <a:pt x="1009" y="861"/>
                  <a:pt x="1011" y="862"/>
                </a:cubicBezTo>
                <a:cubicBezTo>
                  <a:pt x="1012" y="862"/>
                  <a:pt x="1013" y="862"/>
                  <a:pt x="1014" y="861"/>
                </a:cubicBezTo>
                <a:cubicBezTo>
                  <a:pt x="1014" y="861"/>
                  <a:pt x="1014" y="860"/>
                  <a:pt x="1014" y="859"/>
                </a:cubicBezTo>
                <a:cubicBezTo>
                  <a:pt x="1014" y="859"/>
                  <a:pt x="1011" y="858"/>
                  <a:pt x="1011" y="857"/>
                </a:cubicBezTo>
                <a:cubicBezTo>
                  <a:pt x="1010" y="857"/>
                  <a:pt x="1010" y="854"/>
                  <a:pt x="1009" y="854"/>
                </a:cubicBezTo>
                <a:cubicBezTo>
                  <a:pt x="1009" y="853"/>
                  <a:pt x="1009" y="852"/>
                  <a:pt x="1011" y="852"/>
                </a:cubicBezTo>
                <a:cubicBezTo>
                  <a:pt x="1012" y="852"/>
                  <a:pt x="1015" y="855"/>
                  <a:pt x="1016" y="855"/>
                </a:cubicBezTo>
                <a:cubicBezTo>
                  <a:pt x="1018" y="856"/>
                  <a:pt x="1017" y="854"/>
                  <a:pt x="1016" y="853"/>
                </a:cubicBezTo>
                <a:cubicBezTo>
                  <a:pt x="1016" y="853"/>
                  <a:pt x="1015" y="852"/>
                  <a:pt x="1015" y="851"/>
                </a:cubicBezTo>
                <a:cubicBezTo>
                  <a:pt x="1014" y="850"/>
                  <a:pt x="1014" y="849"/>
                  <a:pt x="1014" y="847"/>
                </a:cubicBezTo>
                <a:cubicBezTo>
                  <a:pt x="1014" y="845"/>
                  <a:pt x="1016" y="845"/>
                  <a:pt x="1018" y="846"/>
                </a:cubicBezTo>
                <a:cubicBezTo>
                  <a:pt x="1021" y="846"/>
                  <a:pt x="1020" y="849"/>
                  <a:pt x="1020" y="850"/>
                </a:cubicBezTo>
                <a:cubicBezTo>
                  <a:pt x="1021" y="851"/>
                  <a:pt x="1024" y="852"/>
                  <a:pt x="1025" y="852"/>
                </a:cubicBezTo>
                <a:cubicBezTo>
                  <a:pt x="1025" y="852"/>
                  <a:pt x="1025" y="850"/>
                  <a:pt x="1025" y="848"/>
                </a:cubicBezTo>
                <a:cubicBezTo>
                  <a:pt x="1025" y="846"/>
                  <a:pt x="1024" y="846"/>
                  <a:pt x="1022" y="845"/>
                </a:cubicBezTo>
                <a:cubicBezTo>
                  <a:pt x="1021" y="845"/>
                  <a:pt x="1021" y="843"/>
                  <a:pt x="1022" y="843"/>
                </a:cubicBezTo>
                <a:cubicBezTo>
                  <a:pt x="1022" y="842"/>
                  <a:pt x="1024" y="841"/>
                  <a:pt x="1024" y="840"/>
                </a:cubicBezTo>
                <a:cubicBezTo>
                  <a:pt x="1024" y="840"/>
                  <a:pt x="1021" y="839"/>
                  <a:pt x="1021" y="838"/>
                </a:cubicBezTo>
                <a:cubicBezTo>
                  <a:pt x="1021" y="837"/>
                  <a:pt x="1023" y="837"/>
                  <a:pt x="1024" y="836"/>
                </a:cubicBezTo>
                <a:cubicBezTo>
                  <a:pt x="1025" y="835"/>
                  <a:pt x="1024" y="833"/>
                  <a:pt x="1024" y="832"/>
                </a:cubicBezTo>
                <a:cubicBezTo>
                  <a:pt x="1024" y="832"/>
                  <a:pt x="1022" y="831"/>
                  <a:pt x="1021" y="832"/>
                </a:cubicBezTo>
                <a:cubicBezTo>
                  <a:pt x="1020" y="832"/>
                  <a:pt x="1019" y="832"/>
                  <a:pt x="1019" y="832"/>
                </a:cubicBezTo>
                <a:cubicBezTo>
                  <a:pt x="1018" y="832"/>
                  <a:pt x="1019" y="830"/>
                  <a:pt x="1019" y="829"/>
                </a:cubicBezTo>
                <a:cubicBezTo>
                  <a:pt x="1020" y="829"/>
                  <a:pt x="1023" y="827"/>
                  <a:pt x="1026" y="826"/>
                </a:cubicBezTo>
                <a:cubicBezTo>
                  <a:pt x="1028" y="825"/>
                  <a:pt x="1030" y="824"/>
                  <a:pt x="1030" y="823"/>
                </a:cubicBezTo>
                <a:cubicBezTo>
                  <a:pt x="1030" y="823"/>
                  <a:pt x="1028" y="822"/>
                  <a:pt x="1026" y="823"/>
                </a:cubicBezTo>
                <a:cubicBezTo>
                  <a:pt x="1025" y="823"/>
                  <a:pt x="1023" y="822"/>
                  <a:pt x="1022" y="821"/>
                </a:cubicBezTo>
                <a:cubicBezTo>
                  <a:pt x="1021" y="820"/>
                  <a:pt x="1024" y="819"/>
                  <a:pt x="1024" y="818"/>
                </a:cubicBezTo>
                <a:cubicBezTo>
                  <a:pt x="1025" y="817"/>
                  <a:pt x="1023" y="816"/>
                  <a:pt x="1021" y="815"/>
                </a:cubicBezTo>
                <a:cubicBezTo>
                  <a:pt x="1019" y="814"/>
                  <a:pt x="1020" y="813"/>
                  <a:pt x="1020" y="812"/>
                </a:cubicBezTo>
                <a:cubicBezTo>
                  <a:pt x="1020" y="811"/>
                  <a:pt x="1022" y="809"/>
                  <a:pt x="1023" y="809"/>
                </a:cubicBezTo>
                <a:cubicBezTo>
                  <a:pt x="1023" y="808"/>
                  <a:pt x="1025" y="812"/>
                  <a:pt x="1025" y="813"/>
                </a:cubicBezTo>
                <a:cubicBezTo>
                  <a:pt x="1025" y="814"/>
                  <a:pt x="1030" y="812"/>
                  <a:pt x="1031" y="811"/>
                </a:cubicBezTo>
                <a:cubicBezTo>
                  <a:pt x="1033" y="809"/>
                  <a:pt x="1033" y="809"/>
                  <a:pt x="1033" y="806"/>
                </a:cubicBezTo>
                <a:cubicBezTo>
                  <a:pt x="1034" y="804"/>
                  <a:pt x="1036" y="806"/>
                  <a:pt x="1038" y="805"/>
                </a:cubicBezTo>
                <a:cubicBezTo>
                  <a:pt x="1040" y="805"/>
                  <a:pt x="1037" y="803"/>
                  <a:pt x="1036" y="802"/>
                </a:cubicBezTo>
                <a:cubicBezTo>
                  <a:pt x="1035" y="801"/>
                  <a:pt x="1034" y="800"/>
                  <a:pt x="1033" y="800"/>
                </a:cubicBezTo>
                <a:cubicBezTo>
                  <a:pt x="1032" y="799"/>
                  <a:pt x="1032" y="798"/>
                  <a:pt x="1032" y="797"/>
                </a:cubicBezTo>
                <a:cubicBezTo>
                  <a:pt x="1033" y="796"/>
                  <a:pt x="1036" y="799"/>
                  <a:pt x="1036" y="799"/>
                </a:cubicBezTo>
                <a:cubicBezTo>
                  <a:pt x="1037" y="800"/>
                  <a:pt x="1039" y="799"/>
                  <a:pt x="1040" y="798"/>
                </a:cubicBezTo>
                <a:cubicBezTo>
                  <a:pt x="1040" y="798"/>
                  <a:pt x="1041" y="794"/>
                  <a:pt x="1041" y="794"/>
                </a:cubicBezTo>
                <a:cubicBezTo>
                  <a:pt x="1041" y="794"/>
                  <a:pt x="1041" y="792"/>
                  <a:pt x="1041" y="791"/>
                </a:cubicBezTo>
                <a:cubicBezTo>
                  <a:pt x="1040" y="790"/>
                  <a:pt x="1040" y="789"/>
                  <a:pt x="1041" y="788"/>
                </a:cubicBezTo>
                <a:cubicBezTo>
                  <a:pt x="1041" y="788"/>
                  <a:pt x="1042" y="786"/>
                  <a:pt x="1042" y="785"/>
                </a:cubicBezTo>
                <a:cubicBezTo>
                  <a:pt x="1042" y="784"/>
                  <a:pt x="1041" y="784"/>
                  <a:pt x="1041" y="783"/>
                </a:cubicBezTo>
                <a:cubicBezTo>
                  <a:pt x="1040" y="782"/>
                  <a:pt x="1040" y="781"/>
                  <a:pt x="1041" y="780"/>
                </a:cubicBezTo>
                <a:cubicBezTo>
                  <a:pt x="1041" y="780"/>
                  <a:pt x="1044" y="779"/>
                  <a:pt x="1045" y="779"/>
                </a:cubicBezTo>
                <a:cubicBezTo>
                  <a:pt x="1046" y="778"/>
                  <a:pt x="1047" y="776"/>
                  <a:pt x="1047" y="775"/>
                </a:cubicBezTo>
                <a:cubicBezTo>
                  <a:pt x="1048" y="773"/>
                  <a:pt x="1048" y="772"/>
                  <a:pt x="1048" y="771"/>
                </a:cubicBezTo>
                <a:cubicBezTo>
                  <a:pt x="1048" y="770"/>
                  <a:pt x="1051" y="771"/>
                  <a:pt x="1051" y="771"/>
                </a:cubicBezTo>
                <a:cubicBezTo>
                  <a:pt x="1052" y="775"/>
                  <a:pt x="1052" y="775"/>
                  <a:pt x="1052" y="775"/>
                </a:cubicBezTo>
                <a:cubicBezTo>
                  <a:pt x="1055" y="775"/>
                  <a:pt x="1055" y="775"/>
                  <a:pt x="1055" y="775"/>
                </a:cubicBezTo>
                <a:cubicBezTo>
                  <a:pt x="1055" y="775"/>
                  <a:pt x="1055" y="771"/>
                  <a:pt x="1055" y="771"/>
                </a:cubicBezTo>
                <a:cubicBezTo>
                  <a:pt x="1055" y="770"/>
                  <a:pt x="1057" y="769"/>
                  <a:pt x="1057" y="769"/>
                </a:cubicBezTo>
                <a:cubicBezTo>
                  <a:pt x="1058" y="768"/>
                  <a:pt x="1057" y="766"/>
                  <a:pt x="1056" y="765"/>
                </a:cubicBezTo>
                <a:cubicBezTo>
                  <a:pt x="1054" y="765"/>
                  <a:pt x="1052" y="765"/>
                  <a:pt x="1051" y="764"/>
                </a:cubicBezTo>
                <a:cubicBezTo>
                  <a:pt x="1049" y="764"/>
                  <a:pt x="1051" y="763"/>
                  <a:pt x="1051" y="762"/>
                </a:cubicBezTo>
                <a:cubicBezTo>
                  <a:pt x="1052" y="762"/>
                  <a:pt x="1056" y="761"/>
                  <a:pt x="1057" y="761"/>
                </a:cubicBezTo>
                <a:cubicBezTo>
                  <a:pt x="1057" y="760"/>
                  <a:pt x="1055" y="759"/>
                  <a:pt x="1054" y="758"/>
                </a:cubicBezTo>
                <a:cubicBezTo>
                  <a:pt x="1053" y="757"/>
                  <a:pt x="1053" y="756"/>
                  <a:pt x="1053" y="755"/>
                </a:cubicBezTo>
                <a:cubicBezTo>
                  <a:pt x="1053" y="755"/>
                  <a:pt x="1057" y="754"/>
                  <a:pt x="1057" y="753"/>
                </a:cubicBezTo>
                <a:cubicBezTo>
                  <a:pt x="1057" y="753"/>
                  <a:pt x="1055" y="750"/>
                  <a:pt x="1055" y="750"/>
                </a:cubicBezTo>
                <a:cubicBezTo>
                  <a:pt x="1055" y="750"/>
                  <a:pt x="1048" y="750"/>
                  <a:pt x="1048" y="750"/>
                </a:cubicBezTo>
                <a:cubicBezTo>
                  <a:pt x="1048" y="750"/>
                  <a:pt x="1052" y="746"/>
                  <a:pt x="1052" y="745"/>
                </a:cubicBezTo>
                <a:cubicBezTo>
                  <a:pt x="1053" y="745"/>
                  <a:pt x="1055" y="746"/>
                  <a:pt x="1057" y="746"/>
                </a:cubicBezTo>
                <a:cubicBezTo>
                  <a:pt x="1058" y="746"/>
                  <a:pt x="1057" y="744"/>
                  <a:pt x="1058" y="743"/>
                </a:cubicBezTo>
                <a:cubicBezTo>
                  <a:pt x="1059" y="743"/>
                  <a:pt x="1060" y="745"/>
                  <a:pt x="1061" y="745"/>
                </a:cubicBezTo>
                <a:cubicBezTo>
                  <a:pt x="1062" y="746"/>
                  <a:pt x="1064" y="744"/>
                  <a:pt x="1064" y="743"/>
                </a:cubicBezTo>
                <a:cubicBezTo>
                  <a:pt x="1063" y="743"/>
                  <a:pt x="1062" y="741"/>
                  <a:pt x="1062" y="740"/>
                </a:cubicBezTo>
                <a:cubicBezTo>
                  <a:pt x="1061" y="739"/>
                  <a:pt x="1062" y="737"/>
                  <a:pt x="1062" y="736"/>
                </a:cubicBezTo>
                <a:cubicBezTo>
                  <a:pt x="1062" y="735"/>
                  <a:pt x="1062" y="734"/>
                  <a:pt x="1060" y="734"/>
                </a:cubicBezTo>
                <a:cubicBezTo>
                  <a:pt x="1059" y="734"/>
                  <a:pt x="1058" y="737"/>
                  <a:pt x="1058" y="738"/>
                </a:cubicBezTo>
                <a:cubicBezTo>
                  <a:pt x="1057" y="738"/>
                  <a:pt x="1054" y="738"/>
                  <a:pt x="1053" y="738"/>
                </a:cubicBezTo>
                <a:cubicBezTo>
                  <a:pt x="1051" y="739"/>
                  <a:pt x="1051" y="741"/>
                  <a:pt x="1049" y="742"/>
                </a:cubicBezTo>
                <a:cubicBezTo>
                  <a:pt x="1048" y="743"/>
                  <a:pt x="1045" y="742"/>
                  <a:pt x="1044" y="741"/>
                </a:cubicBezTo>
                <a:cubicBezTo>
                  <a:pt x="1043" y="740"/>
                  <a:pt x="1045" y="738"/>
                  <a:pt x="1046" y="738"/>
                </a:cubicBezTo>
                <a:cubicBezTo>
                  <a:pt x="1046" y="737"/>
                  <a:pt x="1050" y="737"/>
                  <a:pt x="1051" y="736"/>
                </a:cubicBezTo>
                <a:cubicBezTo>
                  <a:pt x="1052" y="736"/>
                  <a:pt x="1056" y="733"/>
                  <a:pt x="1057" y="732"/>
                </a:cubicBezTo>
                <a:cubicBezTo>
                  <a:pt x="1058" y="731"/>
                  <a:pt x="1061" y="728"/>
                  <a:pt x="1060" y="727"/>
                </a:cubicBezTo>
                <a:cubicBezTo>
                  <a:pt x="1060" y="726"/>
                  <a:pt x="1058" y="727"/>
                  <a:pt x="1057" y="727"/>
                </a:cubicBezTo>
                <a:cubicBezTo>
                  <a:pt x="1055" y="727"/>
                  <a:pt x="1055" y="726"/>
                  <a:pt x="1054" y="726"/>
                </a:cubicBezTo>
                <a:cubicBezTo>
                  <a:pt x="1054" y="725"/>
                  <a:pt x="1052" y="725"/>
                  <a:pt x="1052" y="725"/>
                </a:cubicBezTo>
                <a:cubicBezTo>
                  <a:pt x="1051" y="725"/>
                  <a:pt x="1050" y="722"/>
                  <a:pt x="1049" y="721"/>
                </a:cubicBezTo>
                <a:cubicBezTo>
                  <a:pt x="1048" y="719"/>
                  <a:pt x="1046" y="718"/>
                  <a:pt x="1045" y="717"/>
                </a:cubicBezTo>
                <a:cubicBezTo>
                  <a:pt x="1045" y="717"/>
                  <a:pt x="1042" y="717"/>
                  <a:pt x="1041" y="717"/>
                </a:cubicBezTo>
                <a:cubicBezTo>
                  <a:pt x="1040" y="718"/>
                  <a:pt x="1037" y="720"/>
                  <a:pt x="1035" y="721"/>
                </a:cubicBezTo>
                <a:cubicBezTo>
                  <a:pt x="1033" y="722"/>
                  <a:pt x="1032" y="721"/>
                  <a:pt x="1030" y="720"/>
                </a:cubicBezTo>
                <a:cubicBezTo>
                  <a:pt x="1029" y="720"/>
                  <a:pt x="1028" y="718"/>
                  <a:pt x="1028" y="717"/>
                </a:cubicBezTo>
                <a:cubicBezTo>
                  <a:pt x="1028" y="716"/>
                  <a:pt x="1024" y="715"/>
                  <a:pt x="1023" y="716"/>
                </a:cubicBezTo>
                <a:cubicBezTo>
                  <a:pt x="1022" y="716"/>
                  <a:pt x="1019" y="717"/>
                  <a:pt x="1018" y="718"/>
                </a:cubicBezTo>
                <a:cubicBezTo>
                  <a:pt x="1018" y="720"/>
                  <a:pt x="1015" y="723"/>
                  <a:pt x="1015" y="723"/>
                </a:cubicBezTo>
                <a:cubicBezTo>
                  <a:pt x="1015" y="723"/>
                  <a:pt x="1016" y="722"/>
                  <a:pt x="1016" y="720"/>
                </a:cubicBezTo>
                <a:cubicBezTo>
                  <a:pt x="1016" y="718"/>
                  <a:pt x="1019" y="715"/>
                  <a:pt x="1020" y="714"/>
                </a:cubicBezTo>
                <a:cubicBezTo>
                  <a:pt x="1021" y="714"/>
                  <a:pt x="1026" y="713"/>
                  <a:pt x="1028" y="713"/>
                </a:cubicBezTo>
                <a:cubicBezTo>
                  <a:pt x="1030" y="713"/>
                  <a:pt x="1032" y="715"/>
                  <a:pt x="1033" y="715"/>
                </a:cubicBezTo>
                <a:cubicBezTo>
                  <a:pt x="1033" y="715"/>
                  <a:pt x="1036" y="713"/>
                  <a:pt x="1036" y="712"/>
                </a:cubicBezTo>
                <a:cubicBezTo>
                  <a:pt x="1036" y="712"/>
                  <a:pt x="1037" y="710"/>
                  <a:pt x="1037" y="710"/>
                </a:cubicBezTo>
                <a:cubicBezTo>
                  <a:pt x="1037" y="709"/>
                  <a:pt x="1038" y="709"/>
                  <a:pt x="1039" y="708"/>
                </a:cubicBezTo>
                <a:cubicBezTo>
                  <a:pt x="1040" y="708"/>
                  <a:pt x="1042" y="707"/>
                  <a:pt x="1043" y="706"/>
                </a:cubicBezTo>
                <a:cubicBezTo>
                  <a:pt x="1044" y="705"/>
                  <a:pt x="1045" y="703"/>
                  <a:pt x="1045" y="702"/>
                </a:cubicBezTo>
                <a:cubicBezTo>
                  <a:pt x="1046" y="702"/>
                  <a:pt x="1050" y="702"/>
                  <a:pt x="1051" y="702"/>
                </a:cubicBezTo>
                <a:cubicBezTo>
                  <a:pt x="1052" y="702"/>
                  <a:pt x="1052" y="699"/>
                  <a:pt x="1052" y="698"/>
                </a:cubicBezTo>
                <a:cubicBezTo>
                  <a:pt x="1052" y="696"/>
                  <a:pt x="1050" y="694"/>
                  <a:pt x="1049" y="692"/>
                </a:cubicBezTo>
                <a:cubicBezTo>
                  <a:pt x="1047" y="690"/>
                  <a:pt x="1047" y="690"/>
                  <a:pt x="1044" y="688"/>
                </a:cubicBezTo>
                <a:cubicBezTo>
                  <a:pt x="1041" y="687"/>
                  <a:pt x="1040" y="686"/>
                  <a:pt x="1036" y="684"/>
                </a:cubicBezTo>
                <a:cubicBezTo>
                  <a:pt x="1032" y="682"/>
                  <a:pt x="1029" y="680"/>
                  <a:pt x="1027" y="679"/>
                </a:cubicBezTo>
                <a:cubicBezTo>
                  <a:pt x="1026" y="677"/>
                  <a:pt x="1024" y="676"/>
                  <a:pt x="1023" y="675"/>
                </a:cubicBezTo>
                <a:cubicBezTo>
                  <a:pt x="1022" y="674"/>
                  <a:pt x="1019" y="672"/>
                  <a:pt x="1017" y="672"/>
                </a:cubicBezTo>
                <a:cubicBezTo>
                  <a:pt x="1015" y="672"/>
                  <a:pt x="1014" y="673"/>
                  <a:pt x="1013" y="674"/>
                </a:cubicBezTo>
                <a:cubicBezTo>
                  <a:pt x="1012" y="674"/>
                  <a:pt x="1009" y="676"/>
                  <a:pt x="1008" y="676"/>
                </a:cubicBezTo>
                <a:cubicBezTo>
                  <a:pt x="1007" y="676"/>
                  <a:pt x="1003" y="674"/>
                  <a:pt x="1002" y="673"/>
                </a:cubicBezTo>
                <a:cubicBezTo>
                  <a:pt x="1001" y="672"/>
                  <a:pt x="1000" y="669"/>
                  <a:pt x="1000" y="668"/>
                </a:cubicBezTo>
                <a:cubicBezTo>
                  <a:pt x="1000" y="667"/>
                  <a:pt x="997" y="667"/>
                  <a:pt x="997" y="667"/>
                </a:cubicBezTo>
                <a:cubicBezTo>
                  <a:pt x="997" y="667"/>
                  <a:pt x="992" y="669"/>
                  <a:pt x="990" y="669"/>
                </a:cubicBezTo>
                <a:cubicBezTo>
                  <a:pt x="989" y="668"/>
                  <a:pt x="985" y="669"/>
                  <a:pt x="984" y="669"/>
                </a:cubicBezTo>
                <a:cubicBezTo>
                  <a:pt x="984" y="670"/>
                  <a:pt x="982" y="671"/>
                  <a:pt x="981" y="672"/>
                </a:cubicBezTo>
                <a:cubicBezTo>
                  <a:pt x="980" y="673"/>
                  <a:pt x="977" y="676"/>
                  <a:pt x="977" y="676"/>
                </a:cubicBezTo>
                <a:cubicBezTo>
                  <a:pt x="977" y="676"/>
                  <a:pt x="980" y="669"/>
                  <a:pt x="981" y="667"/>
                </a:cubicBezTo>
                <a:cubicBezTo>
                  <a:pt x="983" y="666"/>
                  <a:pt x="985" y="666"/>
                  <a:pt x="988" y="666"/>
                </a:cubicBezTo>
                <a:cubicBezTo>
                  <a:pt x="990" y="666"/>
                  <a:pt x="994" y="665"/>
                  <a:pt x="996" y="665"/>
                </a:cubicBezTo>
                <a:cubicBezTo>
                  <a:pt x="999" y="664"/>
                  <a:pt x="1001" y="665"/>
                  <a:pt x="1002" y="665"/>
                </a:cubicBezTo>
                <a:cubicBezTo>
                  <a:pt x="1003" y="666"/>
                  <a:pt x="1003" y="670"/>
                  <a:pt x="1003" y="671"/>
                </a:cubicBezTo>
                <a:cubicBezTo>
                  <a:pt x="1004" y="671"/>
                  <a:pt x="1008" y="673"/>
                  <a:pt x="1009" y="673"/>
                </a:cubicBezTo>
                <a:cubicBezTo>
                  <a:pt x="1010" y="672"/>
                  <a:pt x="1013" y="670"/>
                  <a:pt x="1013" y="669"/>
                </a:cubicBezTo>
                <a:cubicBezTo>
                  <a:pt x="1014" y="668"/>
                  <a:pt x="1017" y="669"/>
                  <a:pt x="1019" y="669"/>
                </a:cubicBezTo>
                <a:cubicBezTo>
                  <a:pt x="1020" y="669"/>
                  <a:pt x="1022" y="671"/>
                  <a:pt x="1022" y="672"/>
                </a:cubicBezTo>
                <a:cubicBezTo>
                  <a:pt x="1023" y="672"/>
                  <a:pt x="1023" y="672"/>
                  <a:pt x="1026" y="673"/>
                </a:cubicBezTo>
                <a:cubicBezTo>
                  <a:pt x="1030" y="674"/>
                  <a:pt x="1029" y="676"/>
                  <a:pt x="1030" y="677"/>
                </a:cubicBezTo>
                <a:cubicBezTo>
                  <a:pt x="1031" y="678"/>
                  <a:pt x="1032" y="677"/>
                  <a:pt x="1033" y="677"/>
                </a:cubicBezTo>
                <a:cubicBezTo>
                  <a:pt x="1034" y="677"/>
                  <a:pt x="1037" y="674"/>
                  <a:pt x="1038" y="674"/>
                </a:cubicBezTo>
                <a:cubicBezTo>
                  <a:pt x="1039" y="673"/>
                  <a:pt x="1044" y="676"/>
                  <a:pt x="1046" y="677"/>
                </a:cubicBezTo>
                <a:cubicBezTo>
                  <a:pt x="1047" y="677"/>
                  <a:pt x="1048" y="677"/>
                  <a:pt x="1048" y="676"/>
                </a:cubicBezTo>
                <a:cubicBezTo>
                  <a:pt x="1049" y="675"/>
                  <a:pt x="1048" y="673"/>
                  <a:pt x="1048" y="672"/>
                </a:cubicBezTo>
                <a:cubicBezTo>
                  <a:pt x="1048" y="671"/>
                  <a:pt x="1047" y="670"/>
                  <a:pt x="1046" y="670"/>
                </a:cubicBezTo>
                <a:cubicBezTo>
                  <a:pt x="1045" y="669"/>
                  <a:pt x="1043" y="668"/>
                  <a:pt x="1042" y="667"/>
                </a:cubicBezTo>
                <a:cubicBezTo>
                  <a:pt x="1041" y="665"/>
                  <a:pt x="1039" y="662"/>
                  <a:pt x="1038" y="661"/>
                </a:cubicBezTo>
                <a:cubicBezTo>
                  <a:pt x="1038" y="660"/>
                  <a:pt x="1036" y="659"/>
                  <a:pt x="1034" y="659"/>
                </a:cubicBezTo>
                <a:cubicBezTo>
                  <a:pt x="1031" y="659"/>
                  <a:pt x="1030" y="659"/>
                  <a:pt x="1029" y="658"/>
                </a:cubicBezTo>
                <a:cubicBezTo>
                  <a:pt x="1027" y="657"/>
                  <a:pt x="1022" y="651"/>
                  <a:pt x="1022" y="650"/>
                </a:cubicBezTo>
                <a:cubicBezTo>
                  <a:pt x="1022" y="650"/>
                  <a:pt x="1023" y="645"/>
                  <a:pt x="1022" y="643"/>
                </a:cubicBezTo>
                <a:cubicBezTo>
                  <a:pt x="1021" y="641"/>
                  <a:pt x="1020" y="642"/>
                  <a:pt x="1018" y="640"/>
                </a:cubicBezTo>
                <a:cubicBezTo>
                  <a:pt x="1016" y="639"/>
                  <a:pt x="1014" y="637"/>
                  <a:pt x="1014" y="637"/>
                </a:cubicBezTo>
                <a:cubicBezTo>
                  <a:pt x="1013" y="636"/>
                  <a:pt x="1014" y="632"/>
                  <a:pt x="1013" y="631"/>
                </a:cubicBezTo>
                <a:cubicBezTo>
                  <a:pt x="1013" y="631"/>
                  <a:pt x="1012" y="631"/>
                  <a:pt x="1011" y="631"/>
                </a:cubicBezTo>
                <a:cubicBezTo>
                  <a:pt x="1010" y="631"/>
                  <a:pt x="1011" y="629"/>
                  <a:pt x="1011" y="628"/>
                </a:cubicBezTo>
                <a:cubicBezTo>
                  <a:pt x="1011" y="627"/>
                  <a:pt x="1011" y="624"/>
                  <a:pt x="1010" y="624"/>
                </a:cubicBezTo>
                <a:cubicBezTo>
                  <a:pt x="1010" y="624"/>
                  <a:pt x="1006" y="616"/>
                  <a:pt x="1005" y="615"/>
                </a:cubicBezTo>
                <a:cubicBezTo>
                  <a:pt x="1004" y="613"/>
                  <a:pt x="1001" y="610"/>
                  <a:pt x="1000" y="610"/>
                </a:cubicBezTo>
                <a:cubicBezTo>
                  <a:pt x="999" y="610"/>
                  <a:pt x="996" y="607"/>
                  <a:pt x="994" y="606"/>
                </a:cubicBezTo>
                <a:cubicBezTo>
                  <a:pt x="993" y="605"/>
                  <a:pt x="990" y="606"/>
                  <a:pt x="990" y="606"/>
                </a:cubicBezTo>
                <a:cubicBezTo>
                  <a:pt x="990" y="606"/>
                  <a:pt x="989" y="605"/>
                  <a:pt x="989" y="604"/>
                </a:cubicBezTo>
                <a:cubicBezTo>
                  <a:pt x="989" y="604"/>
                  <a:pt x="986" y="603"/>
                  <a:pt x="985" y="602"/>
                </a:cubicBezTo>
                <a:cubicBezTo>
                  <a:pt x="983" y="601"/>
                  <a:pt x="977" y="598"/>
                  <a:pt x="977" y="598"/>
                </a:cubicBezTo>
                <a:cubicBezTo>
                  <a:pt x="977" y="598"/>
                  <a:pt x="976" y="589"/>
                  <a:pt x="976" y="588"/>
                </a:cubicBezTo>
                <a:cubicBezTo>
                  <a:pt x="977" y="587"/>
                  <a:pt x="977" y="581"/>
                  <a:pt x="977" y="579"/>
                </a:cubicBezTo>
                <a:cubicBezTo>
                  <a:pt x="977" y="578"/>
                  <a:pt x="976" y="578"/>
                  <a:pt x="976" y="577"/>
                </a:cubicBezTo>
                <a:cubicBezTo>
                  <a:pt x="976" y="577"/>
                  <a:pt x="976" y="573"/>
                  <a:pt x="978" y="571"/>
                </a:cubicBezTo>
                <a:cubicBezTo>
                  <a:pt x="979" y="570"/>
                  <a:pt x="982" y="570"/>
                  <a:pt x="982" y="570"/>
                </a:cubicBezTo>
                <a:cubicBezTo>
                  <a:pt x="983" y="570"/>
                  <a:pt x="983" y="568"/>
                  <a:pt x="984" y="566"/>
                </a:cubicBezTo>
                <a:cubicBezTo>
                  <a:pt x="985" y="564"/>
                  <a:pt x="986" y="565"/>
                  <a:pt x="988" y="565"/>
                </a:cubicBezTo>
                <a:cubicBezTo>
                  <a:pt x="990" y="565"/>
                  <a:pt x="990" y="562"/>
                  <a:pt x="990" y="561"/>
                </a:cubicBezTo>
                <a:cubicBezTo>
                  <a:pt x="991" y="561"/>
                  <a:pt x="990" y="560"/>
                  <a:pt x="990" y="560"/>
                </a:cubicBezTo>
                <a:cubicBezTo>
                  <a:pt x="990" y="560"/>
                  <a:pt x="987" y="557"/>
                  <a:pt x="987" y="556"/>
                </a:cubicBezTo>
                <a:cubicBezTo>
                  <a:pt x="986" y="554"/>
                  <a:pt x="987" y="553"/>
                  <a:pt x="988" y="553"/>
                </a:cubicBezTo>
                <a:cubicBezTo>
                  <a:pt x="988" y="552"/>
                  <a:pt x="995" y="552"/>
                  <a:pt x="995" y="551"/>
                </a:cubicBezTo>
                <a:cubicBezTo>
                  <a:pt x="995" y="550"/>
                  <a:pt x="995" y="548"/>
                  <a:pt x="996" y="548"/>
                </a:cubicBezTo>
                <a:cubicBezTo>
                  <a:pt x="998" y="547"/>
                  <a:pt x="1000" y="547"/>
                  <a:pt x="1001" y="546"/>
                </a:cubicBezTo>
                <a:cubicBezTo>
                  <a:pt x="1001" y="545"/>
                  <a:pt x="1000" y="543"/>
                  <a:pt x="999" y="543"/>
                </a:cubicBezTo>
                <a:cubicBezTo>
                  <a:pt x="999" y="543"/>
                  <a:pt x="997" y="542"/>
                  <a:pt x="996" y="541"/>
                </a:cubicBezTo>
                <a:cubicBezTo>
                  <a:pt x="995" y="540"/>
                  <a:pt x="1000" y="540"/>
                  <a:pt x="1000" y="540"/>
                </a:cubicBezTo>
                <a:cubicBezTo>
                  <a:pt x="1000" y="540"/>
                  <a:pt x="1004" y="541"/>
                  <a:pt x="1004" y="541"/>
                </a:cubicBezTo>
                <a:cubicBezTo>
                  <a:pt x="1005" y="541"/>
                  <a:pt x="1007" y="541"/>
                  <a:pt x="1008" y="541"/>
                </a:cubicBezTo>
                <a:cubicBezTo>
                  <a:pt x="1009" y="541"/>
                  <a:pt x="1011" y="538"/>
                  <a:pt x="1012" y="538"/>
                </a:cubicBezTo>
                <a:cubicBezTo>
                  <a:pt x="1013" y="537"/>
                  <a:pt x="1015" y="537"/>
                  <a:pt x="1017" y="537"/>
                </a:cubicBezTo>
                <a:cubicBezTo>
                  <a:pt x="1019" y="536"/>
                  <a:pt x="1018" y="534"/>
                  <a:pt x="1018" y="533"/>
                </a:cubicBezTo>
                <a:cubicBezTo>
                  <a:pt x="1019" y="532"/>
                  <a:pt x="1020" y="531"/>
                  <a:pt x="1022" y="531"/>
                </a:cubicBezTo>
                <a:cubicBezTo>
                  <a:pt x="1023" y="531"/>
                  <a:pt x="1026" y="536"/>
                  <a:pt x="1027" y="537"/>
                </a:cubicBezTo>
                <a:cubicBezTo>
                  <a:pt x="1028" y="537"/>
                  <a:pt x="1030" y="537"/>
                  <a:pt x="1030" y="536"/>
                </a:cubicBezTo>
                <a:cubicBezTo>
                  <a:pt x="1031" y="536"/>
                  <a:pt x="1033" y="533"/>
                  <a:pt x="1034" y="533"/>
                </a:cubicBezTo>
                <a:cubicBezTo>
                  <a:pt x="1035" y="532"/>
                  <a:pt x="1035" y="531"/>
                  <a:pt x="1034" y="531"/>
                </a:cubicBezTo>
                <a:cubicBezTo>
                  <a:pt x="1034" y="531"/>
                  <a:pt x="1031" y="529"/>
                  <a:pt x="1031" y="528"/>
                </a:cubicBezTo>
                <a:cubicBezTo>
                  <a:pt x="1030" y="527"/>
                  <a:pt x="1031" y="525"/>
                  <a:pt x="1031" y="524"/>
                </a:cubicBezTo>
                <a:cubicBezTo>
                  <a:pt x="1032" y="523"/>
                  <a:pt x="1035" y="524"/>
                  <a:pt x="1036" y="523"/>
                </a:cubicBezTo>
                <a:cubicBezTo>
                  <a:pt x="1036" y="523"/>
                  <a:pt x="1035" y="521"/>
                  <a:pt x="1034" y="520"/>
                </a:cubicBezTo>
                <a:cubicBezTo>
                  <a:pt x="1033" y="519"/>
                  <a:pt x="1033" y="518"/>
                  <a:pt x="1032" y="517"/>
                </a:cubicBezTo>
                <a:cubicBezTo>
                  <a:pt x="1032" y="517"/>
                  <a:pt x="1034" y="516"/>
                  <a:pt x="1035" y="516"/>
                </a:cubicBezTo>
                <a:cubicBezTo>
                  <a:pt x="1036" y="515"/>
                  <a:pt x="1036" y="514"/>
                  <a:pt x="1036" y="513"/>
                </a:cubicBezTo>
                <a:cubicBezTo>
                  <a:pt x="1036" y="513"/>
                  <a:pt x="1033" y="513"/>
                  <a:pt x="1032" y="513"/>
                </a:cubicBezTo>
                <a:cubicBezTo>
                  <a:pt x="1031" y="513"/>
                  <a:pt x="1027" y="514"/>
                  <a:pt x="1025" y="514"/>
                </a:cubicBezTo>
                <a:cubicBezTo>
                  <a:pt x="1024" y="515"/>
                  <a:pt x="1023" y="513"/>
                  <a:pt x="1022" y="513"/>
                </a:cubicBezTo>
                <a:cubicBezTo>
                  <a:pt x="1021" y="512"/>
                  <a:pt x="1020" y="514"/>
                  <a:pt x="1019" y="514"/>
                </a:cubicBezTo>
                <a:cubicBezTo>
                  <a:pt x="1019" y="515"/>
                  <a:pt x="1015" y="515"/>
                  <a:pt x="1011" y="515"/>
                </a:cubicBezTo>
                <a:cubicBezTo>
                  <a:pt x="1007" y="516"/>
                  <a:pt x="1005" y="515"/>
                  <a:pt x="1002" y="514"/>
                </a:cubicBezTo>
                <a:cubicBezTo>
                  <a:pt x="999" y="513"/>
                  <a:pt x="997" y="510"/>
                  <a:pt x="995" y="508"/>
                </a:cubicBezTo>
                <a:cubicBezTo>
                  <a:pt x="994" y="506"/>
                  <a:pt x="992" y="505"/>
                  <a:pt x="990" y="506"/>
                </a:cubicBezTo>
                <a:cubicBezTo>
                  <a:pt x="987" y="507"/>
                  <a:pt x="987" y="508"/>
                  <a:pt x="984" y="509"/>
                </a:cubicBezTo>
                <a:cubicBezTo>
                  <a:pt x="982" y="510"/>
                  <a:pt x="979" y="510"/>
                  <a:pt x="978" y="511"/>
                </a:cubicBezTo>
                <a:cubicBezTo>
                  <a:pt x="978" y="512"/>
                  <a:pt x="979" y="513"/>
                  <a:pt x="979" y="515"/>
                </a:cubicBezTo>
                <a:cubicBezTo>
                  <a:pt x="980" y="517"/>
                  <a:pt x="977" y="518"/>
                  <a:pt x="976" y="519"/>
                </a:cubicBezTo>
                <a:cubicBezTo>
                  <a:pt x="975" y="519"/>
                  <a:pt x="972" y="519"/>
                  <a:pt x="971" y="520"/>
                </a:cubicBezTo>
                <a:cubicBezTo>
                  <a:pt x="971" y="521"/>
                  <a:pt x="972" y="522"/>
                  <a:pt x="972" y="523"/>
                </a:cubicBezTo>
                <a:cubicBezTo>
                  <a:pt x="973" y="524"/>
                  <a:pt x="972" y="527"/>
                  <a:pt x="970" y="528"/>
                </a:cubicBezTo>
                <a:cubicBezTo>
                  <a:pt x="969" y="530"/>
                  <a:pt x="968" y="529"/>
                  <a:pt x="967" y="528"/>
                </a:cubicBezTo>
                <a:cubicBezTo>
                  <a:pt x="965" y="527"/>
                  <a:pt x="965" y="528"/>
                  <a:pt x="963" y="529"/>
                </a:cubicBezTo>
                <a:cubicBezTo>
                  <a:pt x="962" y="530"/>
                  <a:pt x="960" y="531"/>
                  <a:pt x="957" y="530"/>
                </a:cubicBezTo>
                <a:cubicBezTo>
                  <a:pt x="954" y="529"/>
                  <a:pt x="952" y="526"/>
                  <a:pt x="951" y="524"/>
                </a:cubicBezTo>
                <a:cubicBezTo>
                  <a:pt x="950" y="521"/>
                  <a:pt x="950" y="516"/>
                  <a:pt x="950" y="515"/>
                </a:cubicBezTo>
                <a:cubicBezTo>
                  <a:pt x="949" y="514"/>
                  <a:pt x="950" y="510"/>
                  <a:pt x="950" y="509"/>
                </a:cubicBezTo>
                <a:cubicBezTo>
                  <a:pt x="949" y="509"/>
                  <a:pt x="946" y="509"/>
                  <a:pt x="944" y="509"/>
                </a:cubicBezTo>
                <a:cubicBezTo>
                  <a:pt x="943" y="508"/>
                  <a:pt x="942" y="510"/>
                  <a:pt x="942" y="510"/>
                </a:cubicBezTo>
                <a:cubicBezTo>
                  <a:pt x="942" y="510"/>
                  <a:pt x="939" y="508"/>
                  <a:pt x="938" y="508"/>
                </a:cubicBezTo>
                <a:cubicBezTo>
                  <a:pt x="938" y="509"/>
                  <a:pt x="935" y="510"/>
                  <a:pt x="935" y="510"/>
                </a:cubicBezTo>
                <a:cubicBezTo>
                  <a:pt x="935" y="510"/>
                  <a:pt x="933" y="507"/>
                  <a:pt x="931" y="504"/>
                </a:cubicBezTo>
                <a:cubicBezTo>
                  <a:pt x="930" y="501"/>
                  <a:pt x="927" y="500"/>
                  <a:pt x="926" y="499"/>
                </a:cubicBezTo>
                <a:cubicBezTo>
                  <a:pt x="924" y="497"/>
                  <a:pt x="919" y="495"/>
                  <a:pt x="919" y="495"/>
                </a:cubicBezTo>
                <a:cubicBezTo>
                  <a:pt x="918" y="494"/>
                  <a:pt x="919" y="491"/>
                  <a:pt x="919" y="489"/>
                </a:cubicBezTo>
                <a:cubicBezTo>
                  <a:pt x="918" y="488"/>
                  <a:pt x="918" y="488"/>
                  <a:pt x="917" y="487"/>
                </a:cubicBezTo>
                <a:cubicBezTo>
                  <a:pt x="916" y="487"/>
                  <a:pt x="917" y="485"/>
                  <a:pt x="917" y="484"/>
                </a:cubicBezTo>
                <a:cubicBezTo>
                  <a:pt x="917" y="482"/>
                  <a:pt x="918" y="483"/>
                  <a:pt x="918" y="481"/>
                </a:cubicBezTo>
                <a:cubicBezTo>
                  <a:pt x="918" y="480"/>
                  <a:pt x="918" y="478"/>
                  <a:pt x="919" y="477"/>
                </a:cubicBezTo>
                <a:cubicBezTo>
                  <a:pt x="919" y="477"/>
                  <a:pt x="921" y="474"/>
                  <a:pt x="921" y="473"/>
                </a:cubicBezTo>
                <a:cubicBezTo>
                  <a:pt x="921" y="472"/>
                  <a:pt x="923" y="471"/>
                  <a:pt x="925" y="472"/>
                </a:cubicBezTo>
                <a:cubicBezTo>
                  <a:pt x="927" y="472"/>
                  <a:pt x="930" y="473"/>
                  <a:pt x="930" y="473"/>
                </a:cubicBezTo>
                <a:cubicBezTo>
                  <a:pt x="943" y="473"/>
                  <a:pt x="943" y="473"/>
                  <a:pt x="943" y="473"/>
                </a:cubicBezTo>
                <a:cubicBezTo>
                  <a:pt x="943" y="473"/>
                  <a:pt x="943" y="472"/>
                  <a:pt x="944" y="471"/>
                </a:cubicBezTo>
                <a:cubicBezTo>
                  <a:pt x="945" y="470"/>
                  <a:pt x="944" y="469"/>
                  <a:pt x="944" y="469"/>
                </a:cubicBezTo>
                <a:cubicBezTo>
                  <a:pt x="944" y="468"/>
                  <a:pt x="944" y="467"/>
                  <a:pt x="944" y="467"/>
                </a:cubicBezTo>
                <a:cubicBezTo>
                  <a:pt x="944" y="467"/>
                  <a:pt x="946" y="465"/>
                  <a:pt x="946" y="464"/>
                </a:cubicBezTo>
                <a:cubicBezTo>
                  <a:pt x="946" y="463"/>
                  <a:pt x="946" y="461"/>
                  <a:pt x="946" y="461"/>
                </a:cubicBezTo>
                <a:cubicBezTo>
                  <a:pt x="946" y="461"/>
                  <a:pt x="945" y="460"/>
                  <a:pt x="946" y="459"/>
                </a:cubicBezTo>
                <a:cubicBezTo>
                  <a:pt x="946" y="457"/>
                  <a:pt x="946" y="456"/>
                  <a:pt x="947" y="454"/>
                </a:cubicBezTo>
                <a:cubicBezTo>
                  <a:pt x="948" y="452"/>
                  <a:pt x="947" y="450"/>
                  <a:pt x="948" y="447"/>
                </a:cubicBezTo>
                <a:cubicBezTo>
                  <a:pt x="949" y="445"/>
                  <a:pt x="951" y="446"/>
                  <a:pt x="953" y="445"/>
                </a:cubicBezTo>
                <a:cubicBezTo>
                  <a:pt x="956" y="444"/>
                  <a:pt x="958" y="443"/>
                  <a:pt x="960" y="443"/>
                </a:cubicBezTo>
                <a:cubicBezTo>
                  <a:pt x="961" y="443"/>
                  <a:pt x="961" y="442"/>
                  <a:pt x="962" y="441"/>
                </a:cubicBezTo>
                <a:cubicBezTo>
                  <a:pt x="962" y="440"/>
                  <a:pt x="963" y="439"/>
                  <a:pt x="963" y="438"/>
                </a:cubicBezTo>
                <a:cubicBezTo>
                  <a:pt x="963" y="437"/>
                  <a:pt x="966" y="437"/>
                  <a:pt x="966" y="437"/>
                </a:cubicBezTo>
                <a:cubicBezTo>
                  <a:pt x="966" y="437"/>
                  <a:pt x="967" y="429"/>
                  <a:pt x="967" y="428"/>
                </a:cubicBezTo>
                <a:cubicBezTo>
                  <a:pt x="967" y="427"/>
                  <a:pt x="970" y="425"/>
                  <a:pt x="970" y="424"/>
                </a:cubicBezTo>
                <a:cubicBezTo>
                  <a:pt x="970" y="424"/>
                  <a:pt x="971" y="421"/>
                  <a:pt x="971" y="420"/>
                </a:cubicBezTo>
                <a:cubicBezTo>
                  <a:pt x="971" y="420"/>
                  <a:pt x="972" y="418"/>
                  <a:pt x="973" y="418"/>
                </a:cubicBezTo>
                <a:cubicBezTo>
                  <a:pt x="973" y="417"/>
                  <a:pt x="975" y="414"/>
                  <a:pt x="975" y="414"/>
                </a:cubicBezTo>
                <a:cubicBezTo>
                  <a:pt x="976" y="413"/>
                  <a:pt x="980" y="412"/>
                  <a:pt x="981" y="413"/>
                </a:cubicBezTo>
                <a:cubicBezTo>
                  <a:pt x="981" y="414"/>
                  <a:pt x="986" y="413"/>
                  <a:pt x="986" y="413"/>
                </a:cubicBezTo>
                <a:cubicBezTo>
                  <a:pt x="987" y="413"/>
                  <a:pt x="987" y="411"/>
                  <a:pt x="987" y="410"/>
                </a:cubicBezTo>
                <a:cubicBezTo>
                  <a:pt x="988" y="409"/>
                  <a:pt x="990" y="411"/>
                  <a:pt x="990" y="412"/>
                </a:cubicBezTo>
                <a:cubicBezTo>
                  <a:pt x="991" y="413"/>
                  <a:pt x="993" y="416"/>
                  <a:pt x="994" y="417"/>
                </a:cubicBezTo>
                <a:cubicBezTo>
                  <a:pt x="995" y="417"/>
                  <a:pt x="1001" y="421"/>
                  <a:pt x="1002" y="422"/>
                </a:cubicBezTo>
                <a:cubicBezTo>
                  <a:pt x="1003" y="423"/>
                  <a:pt x="1004" y="428"/>
                  <a:pt x="1003" y="429"/>
                </a:cubicBezTo>
                <a:cubicBezTo>
                  <a:pt x="1002" y="431"/>
                  <a:pt x="998" y="436"/>
                  <a:pt x="996" y="437"/>
                </a:cubicBezTo>
                <a:cubicBezTo>
                  <a:pt x="995" y="438"/>
                  <a:pt x="996" y="441"/>
                  <a:pt x="995" y="442"/>
                </a:cubicBezTo>
                <a:cubicBezTo>
                  <a:pt x="994" y="443"/>
                  <a:pt x="993" y="443"/>
                  <a:pt x="992" y="443"/>
                </a:cubicBezTo>
                <a:cubicBezTo>
                  <a:pt x="991" y="443"/>
                  <a:pt x="992" y="447"/>
                  <a:pt x="991" y="449"/>
                </a:cubicBezTo>
                <a:cubicBezTo>
                  <a:pt x="991" y="451"/>
                  <a:pt x="994" y="452"/>
                  <a:pt x="995" y="453"/>
                </a:cubicBezTo>
                <a:cubicBezTo>
                  <a:pt x="996" y="454"/>
                  <a:pt x="995" y="458"/>
                  <a:pt x="995" y="458"/>
                </a:cubicBezTo>
                <a:cubicBezTo>
                  <a:pt x="994" y="458"/>
                  <a:pt x="993" y="460"/>
                  <a:pt x="993" y="461"/>
                </a:cubicBezTo>
                <a:cubicBezTo>
                  <a:pt x="993" y="462"/>
                  <a:pt x="998" y="462"/>
                  <a:pt x="998" y="462"/>
                </a:cubicBezTo>
                <a:cubicBezTo>
                  <a:pt x="1004" y="458"/>
                  <a:pt x="1004" y="458"/>
                  <a:pt x="1004" y="458"/>
                </a:cubicBezTo>
                <a:cubicBezTo>
                  <a:pt x="1005" y="460"/>
                  <a:pt x="1005" y="460"/>
                  <a:pt x="1005" y="460"/>
                </a:cubicBezTo>
                <a:cubicBezTo>
                  <a:pt x="1005" y="460"/>
                  <a:pt x="1000" y="465"/>
                  <a:pt x="1000" y="465"/>
                </a:cubicBezTo>
                <a:cubicBezTo>
                  <a:pt x="1000" y="466"/>
                  <a:pt x="1001" y="466"/>
                  <a:pt x="1002" y="466"/>
                </a:cubicBezTo>
                <a:cubicBezTo>
                  <a:pt x="1003" y="467"/>
                  <a:pt x="1001" y="469"/>
                  <a:pt x="1001" y="469"/>
                </a:cubicBezTo>
                <a:cubicBezTo>
                  <a:pt x="1000" y="470"/>
                  <a:pt x="998" y="469"/>
                  <a:pt x="998" y="469"/>
                </a:cubicBezTo>
                <a:cubicBezTo>
                  <a:pt x="995" y="471"/>
                  <a:pt x="995" y="471"/>
                  <a:pt x="995" y="471"/>
                </a:cubicBezTo>
                <a:cubicBezTo>
                  <a:pt x="995" y="471"/>
                  <a:pt x="992" y="472"/>
                  <a:pt x="990" y="472"/>
                </a:cubicBezTo>
                <a:cubicBezTo>
                  <a:pt x="989" y="473"/>
                  <a:pt x="989" y="475"/>
                  <a:pt x="989" y="476"/>
                </a:cubicBezTo>
                <a:cubicBezTo>
                  <a:pt x="989" y="477"/>
                  <a:pt x="991" y="478"/>
                  <a:pt x="991" y="478"/>
                </a:cubicBezTo>
                <a:cubicBezTo>
                  <a:pt x="991" y="479"/>
                  <a:pt x="993" y="481"/>
                  <a:pt x="994" y="481"/>
                </a:cubicBezTo>
                <a:cubicBezTo>
                  <a:pt x="995" y="481"/>
                  <a:pt x="998" y="478"/>
                  <a:pt x="999" y="477"/>
                </a:cubicBezTo>
                <a:cubicBezTo>
                  <a:pt x="1000" y="477"/>
                  <a:pt x="1003" y="474"/>
                  <a:pt x="1004" y="473"/>
                </a:cubicBezTo>
                <a:cubicBezTo>
                  <a:pt x="1004" y="472"/>
                  <a:pt x="1007" y="471"/>
                  <a:pt x="1008" y="470"/>
                </a:cubicBezTo>
                <a:cubicBezTo>
                  <a:pt x="1009" y="469"/>
                  <a:pt x="1008" y="466"/>
                  <a:pt x="1008" y="466"/>
                </a:cubicBezTo>
                <a:cubicBezTo>
                  <a:pt x="1008" y="465"/>
                  <a:pt x="1009" y="464"/>
                  <a:pt x="1009" y="463"/>
                </a:cubicBezTo>
                <a:cubicBezTo>
                  <a:pt x="1009" y="462"/>
                  <a:pt x="1020" y="455"/>
                  <a:pt x="1021" y="454"/>
                </a:cubicBezTo>
                <a:cubicBezTo>
                  <a:pt x="1022" y="453"/>
                  <a:pt x="1024" y="453"/>
                  <a:pt x="1025" y="452"/>
                </a:cubicBezTo>
                <a:cubicBezTo>
                  <a:pt x="1027" y="452"/>
                  <a:pt x="1026" y="451"/>
                  <a:pt x="1026" y="449"/>
                </a:cubicBezTo>
                <a:cubicBezTo>
                  <a:pt x="1026" y="448"/>
                  <a:pt x="1029" y="449"/>
                  <a:pt x="1031" y="448"/>
                </a:cubicBezTo>
                <a:cubicBezTo>
                  <a:pt x="1033" y="448"/>
                  <a:pt x="1033" y="447"/>
                  <a:pt x="1034" y="447"/>
                </a:cubicBezTo>
                <a:cubicBezTo>
                  <a:pt x="1034" y="446"/>
                  <a:pt x="1037" y="446"/>
                  <a:pt x="1038" y="446"/>
                </a:cubicBezTo>
                <a:cubicBezTo>
                  <a:pt x="1039" y="446"/>
                  <a:pt x="1045" y="446"/>
                  <a:pt x="1045" y="446"/>
                </a:cubicBezTo>
                <a:cubicBezTo>
                  <a:pt x="1046" y="446"/>
                  <a:pt x="1052" y="439"/>
                  <a:pt x="1052" y="439"/>
                </a:cubicBezTo>
                <a:cubicBezTo>
                  <a:pt x="1055" y="444"/>
                  <a:pt x="1055" y="444"/>
                  <a:pt x="1055" y="444"/>
                </a:cubicBezTo>
                <a:cubicBezTo>
                  <a:pt x="1055" y="444"/>
                  <a:pt x="1055" y="441"/>
                  <a:pt x="1055" y="439"/>
                </a:cubicBezTo>
                <a:cubicBezTo>
                  <a:pt x="1055" y="437"/>
                  <a:pt x="1055" y="436"/>
                  <a:pt x="1055" y="436"/>
                </a:cubicBezTo>
                <a:cubicBezTo>
                  <a:pt x="1055" y="436"/>
                  <a:pt x="1054" y="434"/>
                  <a:pt x="1054" y="433"/>
                </a:cubicBezTo>
                <a:cubicBezTo>
                  <a:pt x="1054" y="432"/>
                  <a:pt x="1054" y="431"/>
                  <a:pt x="1055" y="431"/>
                </a:cubicBezTo>
                <a:cubicBezTo>
                  <a:pt x="1056" y="429"/>
                  <a:pt x="1058" y="426"/>
                  <a:pt x="1059" y="425"/>
                </a:cubicBezTo>
                <a:cubicBezTo>
                  <a:pt x="1060" y="423"/>
                  <a:pt x="1060" y="420"/>
                  <a:pt x="1061" y="418"/>
                </a:cubicBezTo>
                <a:cubicBezTo>
                  <a:pt x="1062" y="416"/>
                  <a:pt x="1065" y="413"/>
                  <a:pt x="1066" y="412"/>
                </a:cubicBezTo>
                <a:cubicBezTo>
                  <a:pt x="1068" y="411"/>
                  <a:pt x="1071" y="406"/>
                  <a:pt x="1072" y="405"/>
                </a:cubicBezTo>
                <a:cubicBezTo>
                  <a:pt x="1073" y="404"/>
                  <a:pt x="1077" y="403"/>
                  <a:pt x="1077" y="401"/>
                </a:cubicBezTo>
                <a:cubicBezTo>
                  <a:pt x="1078" y="399"/>
                  <a:pt x="1079" y="394"/>
                  <a:pt x="1080" y="391"/>
                </a:cubicBezTo>
                <a:cubicBezTo>
                  <a:pt x="1080" y="388"/>
                  <a:pt x="1081" y="383"/>
                  <a:pt x="1081" y="381"/>
                </a:cubicBezTo>
                <a:cubicBezTo>
                  <a:pt x="1082" y="379"/>
                  <a:pt x="1085" y="377"/>
                  <a:pt x="1087" y="378"/>
                </a:cubicBezTo>
                <a:cubicBezTo>
                  <a:pt x="1087" y="378"/>
                  <a:pt x="1087" y="378"/>
                  <a:pt x="1087" y="379"/>
                </a:cubicBezTo>
                <a:cubicBezTo>
                  <a:pt x="1088" y="379"/>
                  <a:pt x="1089" y="381"/>
                  <a:pt x="1090" y="382"/>
                </a:cubicBezTo>
                <a:cubicBezTo>
                  <a:pt x="1092" y="384"/>
                  <a:pt x="1094" y="385"/>
                  <a:pt x="1096" y="385"/>
                </a:cubicBezTo>
                <a:cubicBezTo>
                  <a:pt x="1109" y="385"/>
                  <a:pt x="1109" y="385"/>
                  <a:pt x="1109" y="385"/>
                </a:cubicBezTo>
                <a:cubicBezTo>
                  <a:pt x="1112" y="385"/>
                  <a:pt x="1118" y="385"/>
                  <a:pt x="1119" y="383"/>
                </a:cubicBezTo>
                <a:cubicBezTo>
                  <a:pt x="1119" y="383"/>
                  <a:pt x="1119" y="383"/>
                  <a:pt x="1119" y="382"/>
                </a:cubicBezTo>
                <a:cubicBezTo>
                  <a:pt x="1119" y="380"/>
                  <a:pt x="1117" y="376"/>
                  <a:pt x="1116" y="375"/>
                </a:cubicBezTo>
                <a:cubicBezTo>
                  <a:pt x="1115" y="373"/>
                  <a:pt x="1112" y="371"/>
                  <a:pt x="1112" y="370"/>
                </a:cubicBezTo>
                <a:cubicBezTo>
                  <a:pt x="1112" y="370"/>
                  <a:pt x="1112" y="370"/>
                  <a:pt x="1112" y="370"/>
                </a:cubicBezTo>
                <a:cubicBezTo>
                  <a:pt x="1112" y="369"/>
                  <a:pt x="1116" y="368"/>
                  <a:pt x="1118" y="367"/>
                </a:cubicBezTo>
                <a:cubicBezTo>
                  <a:pt x="1120" y="366"/>
                  <a:pt x="1124" y="364"/>
                  <a:pt x="1125" y="362"/>
                </a:cubicBezTo>
                <a:cubicBezTo>
                  <a:pt x="1127" y="361"/>
                  <a:pt x="1126" y="359"/>
                  <a:pt x="1128" y="356"/>
                </a:cubicBezTo>
                <a:cubicBezTo>
                  <a:pt x="1129" y="354"/>
                  <a:pt x="1131" y="352"/>
                  <a:pt x="1133" y="351"/>
                </a:cubicBezTo>
                <a:cubicBezTo>
                  <a:pt x="1134" y="350"/>
                  <a:pt x="1135" y="350"/>
                  <a:pt x="1135" y="348"/>
                </a:cubicBezTo>
                <a:cubicBezTo>
                  <a:pt x="1135" y="348"/>
                  <a:pt x="1135" y="348"/>
                  <a:pt x="1135" y="347"/>
                </a:cubicBezTo>
                <a:cubicBezTo>
                  <a:pt x="1135" y="346"/>
                  <a:pt x="1135" y="344"/>
                  <a:pt x="1135" y="342"/>
                </a:cubicBezTo>
                <a:cubicBezTo>
                  <a:pt x="1135" y="340"/>
                  <a:pt x="1135" y="337"/>
                  <a:pt x="1135" y="337"/>
                </a:cubicBezTo>
                <a:cubicBezTo>
                  <a:pt x="1136" y="335"/>
                  <a:pt x="1138" y="334"/>
                  <a:pt x="1139" y="335"/>
                </a:cubicBezTo>
                <a:cubicBezTo>
                  <a:pt x="1139" y="335"/>
                  <a:pt x="1139" y="335"/>
                  <a:pt x="1139" y="335"/>
                </a:cubicBezTo>
                <a:cubicBezTo>
                  <a:pt x="1140" y="337"/>
                  <a:pt x="1142" y="343"/>
                  <a:pt x="1143" y="344"/>
                </a:cubicBezTo>
                <a:cubicBezTo>
                  <a:pt x="1143" y="344"/>
                  <a:pt x="1143" y="344"/>
                  <a:pt x="1143" y="344"/>
                </a:cubicBezTo>
                <a:cubicBezTo>
                  <a:pt x="1143" y="344"/>
                  <a:pt x="1152" y="343"/>
                  <a:pt x="1152" y="343"/>
                </a:cubicBezTo>
                <a:cubicBezTo>
                  <a:pt x="1152" y="343"/>
                  <a:pt x="1149" y="342"/>
                  <a:pt x="1149" y="341"/>
                </a:cubicBezTo>
                <a:cubicBezTo>
                  <a:pt x="1149" y="340"/>
                  <a:pt x="1149" y="335"/>
                  <a:pt x="1149" y="335"/>
                </a:cubicBezTo>
                <a:cubicBezTo>
                  <a:pt x="1149" y="335"/>
                  <a:pt x="1158" y="337"/>
                  <a:pt x="1158" y="335"/>
                </a:cubicBezTo>
                <a:cubicBezTo>
                  <a:pt x="1158" y="334"/>
                  <a:pt x="1158" y="328"/>
                  <a:pt x="1158" y="326"/>
                </a:cubicBezTo>
                <a:cubicBezTo>
                  <a:pt x="1159" y="324"/>
                  <a:pt x="1159" y="319"/>
                  <a:pt x="1158" y="317"/>
                </a:cubicBezTo>
                <a:cubicBezTo>
                  <a:pt x="1158" y="315"/>
                  <a:pt x="1156" y="313"/>
                  <a:pt x="1156" y="311"/>
                </a:cubicBezTo>
                <a:cubicBezTo>
                  <a:pt x="1156" y="309"/>
                  <a:pt x="1155" y="305"/>
                  <a:pt x="1155" y="302"/>
                </a:cubicBezTo>
                <a:cubicBezTo>
                  <a:pt x="1155" y="299"/>
                  <a:pt x="1155" y="296"/>
                  <a:pt x="1155" y="294"/>
                </a:cubicBezTo>
                <a:cubicBezTo>
                  <a:pt x="1154" y="293"/>
                  <a:pt x="1153" y="290"/>
                  <a:pt x="1152" y="289"/>
                </a:cubicBezTo>
                <a:cubicBezTo>
                  <a:pt x="1151" y="288"/>
                  <a:pt x="1151" y="286"/>
                  <a:pt x="1150" y="285"/>
                </a:cubicBezTo>
                <a:cubicBezTo>
                  <a:pt x="1149" y="283"/>
                  <a:pt x="1147" y="281"/>
                  <a:pt x="1146" y="279"/>
                </a:cubicBezTo>
                <a:cubicBezTo>
                  <a:pt x="1144" y="277"/>
                  <a:pt x="1144" y="273"/>
                  <a:pt x="1144" y="272"/>
                </a:cubicBezTo>
                <a:cubicBezTo>
                  <a:pt x="1144" y="271"/>
                  <a:pt x="1147" y="271"/>
                  <a:pt x="1149" y="270"/>
                </a:cubicBezTo>
                <a:cubicBezTo>
                  <a:pt x="1150" y="269"/>
                  <a:pt x="1152" y="262"/>
                  <a:pt x="1152" y="262"/>
                </a:cubicBezTo>
                <a:cubicBezTo>
                  <a:pt x="1153" y="261"/>
                  <a:pt x="1155" y="259"/>
                  <a:pt x="1156" y="259"/>
                </a:cubicBezTo>
                <a:cubicBezTo>
                  <a:pt x="1157" y="259"/>
                  <a:pt x="1161" y="259"/>
                  <a:pt x="1161" y="259"/>
                </a:cubicBezTo>
                <a:cubicBezTo>
                  <a:pt x="1161" y="259"/>
                  <a:pt x="1164" y="260"/>
                  <a:pt x="1164" y="261"/>
                </a:cubicBezTo>
                <a:cubicBezTo>
                  <a:pt x="1165" y="261"/>
                  <a:pt x="1170" y="263"/>
                  <a:pt x="1171" y="263"/>
                </a:cubicBezTo>
                <a:cubicBezTo>
                  <a:pt x="1172" y="263"/>
                  <a:pt x="1174" y="264"/>
                  <a:pt x="1175" y="264"/>
                </a:cubicBezTo>
                <a:cubicBezTo>
                  <a:pt x="1176" y="264"/>
                  <a:pt x="1180" y="264"/>
                  <a:pt x="1181" y="263"/>
                </a:cubicBezTo>
                <a:cubicBezTo>
                  <a:pt x="1182" y="263"/>
                  <a:pt x="1185" y="261"/>
                  <a:pt x="1184" y="260"/>
                </a:cubicBezTo>
                <a:cubicBezTo>
                  <a:pt x="1183" y="259"/>
                  <a:pt x="1182" y="254"/>
                  <a:pt x="1182" y="253"/>
                </a:cubicBezTo>
                <a:cubicBezTo>
                  <a:pt x="1182" y="252"/>
                  <a:pt x="1181" y="247"/>
                  <a:pt x="1182" y="246"/>
                </a:cubicBezTo>
                <a:cubicBezTo>
                  <a:pt x="1182" y="245"/>
                  <a:pt x="1183" y="243"/>
                  <a:pt x="1184" y="242"/>
                </a:cubicBezTo>
                <a:cubicBezTo>
                  <a:pt x="1184" y="241"/>
                  <a:pt x="1183" y="238"/>
                  <a:pt x="1183" y="237"/>
                </a:cubicBezTo>
                <a:cubicBezTo>
                  <a:pt x="1183" y="236"/>
                  <a:pt x="1185" y="234"/>
                  <a:pt x="1185" y="232"/>
                </a:cubicBezTo>
                <a:cubicBezTo>
                  <a:pt x="1185" y="231"/>
                  <a:pt x="1185" y="229"/>
                  <a:pt x="1184" y="228"/>
                </a:cubicBezTo>
                <a:cubicBezTo>
                  <a:pt x="1184" y="227"/>
                  <a:pt x="1184" y="225"/>
                  <a:pt x="1184" y="224"/>
                </a:cubicBezTo>
                <a:cubicBezTo>
                  <a:pt x="1184" y="223"/>
                  <a:pt x="1186" y="222"/>
                  <a:pt x="1186" y="221"/>
                </a:cubicBezTo>
                <a:cubicBezTo>
                  <a:pt x="1186" y="220"/>
                  <a:pt x="1185" y="218"/>
                  <a:pt x="1185" y="217"/>
                </a:cubicBezTo>
                <a:cubicBezTo>
                  <a:pt x="1184" y="215"/>
                  <a:pt x="1184" y="212"/>
                  <a:pt x="1184" y="211"/>
                </a:cubicBezTo>
                <a:cubicBezTo>
                  <a:pt x="1184" y="210"/>
                  <a:pt x="1184" y="210"/>
                  <a:pt x="1184" y="209"/>
                </a:cubicBezTo>
                <a:cubicBezTo>
                  <a:pt x="1184" y="208"/>
                  <a:pt x="1185" y="206"/>
                  <a:pt x="1185" y="205"/>
                </a:cubicBezTo>
                <a:cubicBezTo>
                  <a:pt x="1185" y="204"/>
                  <a:pt x="1185" y="203"/>
                  <a:pt x="1184" y="201"/>
                </a:cubicBezTo>
                <a:cubicBezTo>
                  <a:pt x="1183" y="200"/>
                  <a:pt x="1182" y="200"/>
                  <a:pt x="1182" y="198"/>
                </a:cubicBezTo>
                <a:cubicBezTo>
                  <a:pt x="1182" y="197"/>
                  <a:pt x="1183" y="196"/>
                  <a:pt x="1183" y="195"/>
                </a:cubicBezTo>
                <a:cubicBezTo>
                  <a:pt x="1183" y="194"/>
                  <a:pt x="1183" y="192"/>
                  <a:pt x="1182" y="191"/>
                </a:cubicBezTo>
                <a:cubicBezTo>
                  <a:pt x="1182" y="190"/>
                  <a:pt x="1180" y="189"/>
                  <a:pt x="1180" y="187"/>
                </a:cubicBezTo>
                <a:cubicBezTo>
                  <a:pt x="1181" y="185"/>
                  <a:pt x="1181" y="184"/>
                  <a:pt x="1183" y="184"/>
                </a:cubicBezTo>
                <a:cubicBezTo>
                  <a:pt x="1184" y="183"/>
                  <a:pt x="1185" y="183"/>
                  <a:pt x="1186" y="182"/>
                </a:cubicBezTo>
                <a:cubicBezTo>
                  <a:pt x="1187" y="181"/>
                  <a:pt x="1187" y="180"/>
                  <a:pt x="1187" y="178"/>
                </a:cubicBezTo>
                <a:cubicBezTo>
                  <a:pt x="1187" y="176"/>
                  <a:pt x="1188" y="174"/>
                  <a:pt x="1188" y="173"/>
                </a:cubicBezTo>
                <a:close/>
              </a:path>
            </a:pathLst>
          </a:custGeom>
          <a:solidFill>
            <a:schemeClr val="accent3"/>
          </a:solidFill>
          <a:ln w="7938"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28" name="Countries"/>
          <p:cNvGrpSpPr/>
          <p:nvPr/>
        </p:nvGrpSpPr>
        <p:grpSpPr>
          <a:xfrm>
            <a:off x="7732713" y="2816225"/>
            <a:ext cx="3882479" cy="2634665"/>
            <a:chOff x="7732713" y="2816225"/>
            <a:chExt cx="3882479" cy="2634665"/>
          </a:xfrm>
        </p:grpSpPr>
        <p:sp>
          <p:nvSpPr>
            <p:cNvPr id="17" name="Rectangle 17"/>
            <p:cNvSpPr>
              <a:spLocks noChangeArrowheads="1"/>
            </p:cNvSpPr>
            <p:nvPr/>
          </p:nvSpPr>
          <p:spPr bwMode="auto">
            <a:xfrm>
              <a:off x="7920038" y="3908425"/>
              <a:ext cx="886461" cy="384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500" b="1" i="0" u="none" strike="noStrike" cap="none" normalizeH="0" baseline="0" dirty="0" smtClean="0">
                  <a:ln>
                    <a:noFill/>
                  </a:ln>
                  <a:effectLst/>
                  <a:latin typeface="Open Sans Semibold" panose="020B0706030804020204" pitchFamily="34" charset="0"/>
                </a:rPr>
                <a:t>China</a:t>
              </a:r>
              <a:endParaRPr kumimoji="0" lang="ru-RU" altLang="ru-RU" sz="1800" b="0" i="0" u="none" strike="noStrike" cap="none" normalizeH="0" baseline="0" dirty="0" smtClean="0">
                <a:ln>
                  <a:noFill/>
                </a:ln>
                <a:effectLst/>
              </a:endParaRPr>
            </a:p>
          </p:txBody>
        </p:sp>
        <p:sp>
          <p:nvSpPr>
            <p:cNvPr id="18" name="Rectangle 18"/>
            <p:cNvSpPr>
              <a:spLocks noChangeArrowheads="1"/>
            </p:cNvSpPr>
            <p:nvPr/>
          </p:nvSpPr>
          <p:spPr bwMode="auto">
            <a:xfrm>
              <a:off x="7732713" y="2816225"/>
              <a:ext cx="72295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300" b="0" i="0" u="none" strike="noStrike" cap="none" normalizeH="0" baseline="0" dirty="0" smtClean="0">
                  <a:ln>
                    <a:noFill/>
                  </a:ln>
                  <a:effectLst/>
                  <a:latin typeface="Open Sans" panose="020B0606030504020204" pitchFamily="34" charset="0"/>
                </a:rPr>
                <a:t>Mongolia</a:t>
              </a:r>
              <a:endParaRPr kumimoji="0" lang="ru-RU" altLang="ru-RU" sz="1800" b="0" i="0" u="none" strike="noStrike" cap="none" normalizeH="0" baseline="0" dirty="0" smtClean="0">
                <a:ln>
                  <a:noFill/>
                </a:ln>
                <a:effectLst/>
              </a:endParaRPr>
            </a:p>
          </p:txBody>
        </p:sp>
        <p:sp>
          <p:nvSpPr>
            <p:cNvPr id="19" name="Rectangle 19"/>
            <p:cNvSpPr>
              <a:spLocks noChangeArrowheads="1"/>
            </p:cNvSpPr>
            <p:nvPr/>
          </p:nvSpPr>
          <p:spPr bwMode="auto">
            <a:xfrm>
              <a:off x="11179175" y="4071938"/>
              <a:ext cx="4360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300" b="0" i="0" u="none" strike="noStrike" cap="none" normalizeH="0" baseline="0" dirty="0" smtClean="0">
                  <a:ln>
                    <a:noFill/>
                  </a:ln>
                  <a:effectLst/>
                  <a:latin typeface="Open Sans" panose="020B0606030504020204" pitchFamily="34" charset="0"/>
                </a:rPr>
                <a:t>Japan</a:t>
              </a:r>
              <a:endParaRPr kumimoji="0" lang="ru-RU" altLang="ru-RU" sz="1800" b="0" i="0" u="none" strike="noStrike" cap="none" normalizeH="0" baseline="0" dirty="0" smtClean="0">
                <a:ln>
                  <a:noFill/>
                </a:ln>
                <a:effectLst/>
              </a:endParaRPr>
            </a:p>
          </p:txBody>
        </p:sp>
        <p:sp>
          <p:nvSpPr>
            <p:cNvPr id="20" name="Rectangle 20"/>
            <p:cNvSpPr>
              <a:spLocks noChangeArrowheads="1"/>
            </p:cNvSpPr>
            <p:nvPr/>
          </p:nvSpPr>
          <p:spPr bwMode="auto">
            <a:xfrm>
              <a:off x="10055225" y="5281613"/>
              <a:ext cx="46647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100" b="0" i="0" u="none" strike="noStrike" cap="none" normalizeH="0" baseline="0" smtClean="0">
                  <a:ln>
                    <a:noFill/>
                  </a:ln>
                  <a:effectLst/>
                  <a:latin typeface="Open Sans" panose="020B0606030504020204" pitchFamily="34" charset="0"/>
                </a:rPr>
                <a:t>Taiwan</a:t>
              </a:r>
              <a:endParaRPr kumimoji="0" lang="ru-RU" altLang="ru-RU" sz="1800" b="0" i="0" u="none" strike="noStrike" cap="none" normalizeH="0" baseline="0" smtClean="0">
                <a:ln>
                  <a:noFill/>
                </a:ln>
                <a:effectLst/>
              </a:endParaRPr>
            </a:p>
          </p:txBody>
        </p:sp>
        <p:grpSp>
          <p:nvGrpSpPr>
            <p:cNvPr id="27" name="Group 26"/>
            <p:cNvGrpSpPr/>
            <p:nvPr/>
          </p:nvGrpSpPr>
          <p:grpSpPr>
            <a:xfrm>
              <a:off x="10471150" y="3802063"/>
              <a:ext cx="245260" cy="209322"/>
              <a:chOff x="10471150" y="3802063"/>
              <a:chExt cx="245260" cy="209322"/>
            </a:xfrm>
          </p:grpSpPr>
          <p:sp>
            <p:nvSpPr>
              <p:cNvPr id="21" name="Rectangle 21"/>
              <p:cNvSpPr>
                <a:spLocks noChangeArrowheads="1"/>
              </p:cNvSpPr>
              <p:nvPr/>
            </p:nvSpPr>
            <p:spPr bwMode="auto">
              <a:xfrm>
                <a:off x="10471150" y="3802063"/>
                <a:ext cx="245260"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dirty="0" smtClean="0">
                    <a:ln>
                      <a:noFill/>
                    </a:ln>
                    <a:effectLst/>
                    <a:latin typeface="Open Sans" panose="020B0606030504020204" pitchFamily="34" charset="0"/>
                  </a:rPr>
                  <a:t>South</a:t>
                </a:r>
                <a:endParaRPr kumimoji="0" lang="ru-RU" altLang="ru-RU" sz="1800" b="0" i="0" u="none" strike="noStrike" cap="none" normalizeH="0" baseline="0" dirty="0" smtClean="0">
                  <a:ln>
                    <a:noFill/>
                  </a:ln>
                  <a:effectLst/>
                </a:endParaRPr>
              </a:p>
            </p:txBody>
          </p:sp>
          <p:sp>
            <p:nvSpPr>
              <p:cNvPr id="22" name="Rectangle 22"/>
              <p:cNvSpPr>
                <a:spLocks noChangeArrowheads="1"/>
              </p:cNvSpPr>
              <p:nvPr/>
            </p:nvSpPr>
            <p:spPr bwMode="auto">
              <a:xfrm>
                <a:off x="10471150" y="3903663"/>
                <a:ext cx="245260"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smtClean="0">
                    <a:ln>
                      <a:noFill/>
                    </a:ln>
                    <a:effectLst/>
                    <a:latin typeface="Open Sans" panose="020B0606030504020204" pitchFamily="34" charset="0"/>
                  </a:rPr>
                  <a:t>Korea</a:t>
                </a:r>
                <a:endParaRPr kumimoji="0" lang="ru-RU" altLang="ru-RU" sz="1800" b="0" i="0" u="none" strike="noStrike" cap="none" normalizeH="0" baseline="0" smtClean="0">
                  <a:ln>
                    <a:noFill/>
                  </a:ln>
                  <a:effectLst/>
                </a:endParaRPr>
              </a:p>
            </p:txBody>
          </p:sp>
        </p:grpSp>
        <p:grpSp>
          <p:nvGrpSpPr>
            <p:cNvPr id="26" name="Group 25"/>
            <p:cNvGrpSpPr/>
            <p:nvPr/>
          </p:nvGrpSpPr>
          <p:grpSpPr>
            <a:xfrm>
              <a:off x="10352088" y="3357563"/>
              <a:ext cx="245260" cy="209322"/>
              <a:chOff x="10352088" y="3357563"/>
              <a:chExt cx="245260" cy="209322"/>
            </a:xfrm>
          </p:grpSpPr>
          <p:sp>
            <p:nvSpPr>
              <p:cNvPr id="23" name="Rectangle 23"/>
              <p:cNvSpPr>
                <a:spLocks noChangeArrowheads="1"/>
              </p:cNvSpPr>
              <p:nvPr/>
            </p:nvSpPr>
            <p:spPr bwMode="auto">
              <a:xfrm>
                <a:off x="10352088" y="3357563"/>
                <a:ext cx="245260"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dirty="0" smtClean="0">
                    <a:ln>
                      <a:noFill/>
                    </a:ln>
                    <a:effectLst/>
                    <a:latin typeface="Open Sans" panose="020B0606030504020204" pitchFamily="34" charset="0"/>
                  </a:rPr>
                  <a:t>North</a:t>
                </a:r>
                <a:endParaRPr kumimoji="0" lang="ru-RU" altLang="ru-RU" sz="1800" b="0" i="0" u="none" strike="noStrike" cap="none" normalizeH="0" baseline="0" dirty="0" smtClean="0">
                  <a:ln>
                    <a:noFill/>
                  </a:ln>
                  <a:effectLst/>
                </a:endParaRPr>
              </a:p>
            </p:txBody>
          </p:sp>
          <p:sp>
            <p:nvSpPr>
              <p:cNvPr id="24" name="Rectangle 24"/>
              <p:cNvSpPr>
                <a:spLocks noChangeArrowheads="1"/>
              </p:cNvSpPr>
              <p:nvPr/>
            </p:nvSpPr>
            <p:spPr bwMode="auto">
              <a:xfrm>
                <a:off x="10352088" y="3459163"/>
                <a:ext cx="245260"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smtClean="0">
                    <a:ln>
                      <a:noFill/>
                    </a:ln>
                    <a:effectLst/>
                    <a:latin typeface="Open Sans" panose="020B0606030504020204" pitchFamily="34" charset="0"/>
                  </a:rPr>
                  <a:t>Korea</a:t>
                </a:r>
                <a:endParaRPr kumimoji="0" lang="ru-RU" altLang="ru-RU" sz="1800" b="0" i="0" u="none" strike="noStrike" cap="none" normalizeH="0" baseline="0" smtClean="0">
                  <a:ln>
                    <a:noFill/>
                  </a:ln>
                  <a:effectLst/>
                </a:endParaRPr>
              </a:p>
            </p:txBody>
          </p:sp>
        </p:grpSp>
      </p:grpSp>
      <p:sp>
        <p:nvSpPr>
          <p:cNvPr id="4" name="Text Placeholder 3"/>
          <p:cNvSpPr>
            <a:spLocks noGrp="1"/>
          </p:cNvSpPr>
          <p:nvPr>
            <p:ph type="body" sz="quarter" idx="10"/>
          </p:nvPr>
        </p:nvSpPr>
        <p:spPr/>
        <p:txBody>
          <a:bodyPr>
            <a:normAutofit fontScale="92500" lnSpcReduction="10000"/>
          </a:bodyPr>
          <a:lstStyle/>
          <a:p>
            <a:pPr lvl="0">
              <a:lnSpc>
                <a:spcPct val="100000"/>
              </a:lnSpc>
              <a:spcBef>
                <a:spcPct val="0"/>
              </a:spcBef>
            </a:pPr>
            <a:r>
              <a:rPr lang="ru-RU" altLang="ru-RU" b="1" dirty="0"/>
              <a:t>China</a:t>
            </a:r>
            <a:endParaRPr lang="ru-RU" altLang="ru-RU" sz="1800" dirty="0">
              <a:latin typeface="Arial" panose="020B0604020202020204" pitchFamily="34" charset="0"/>
            </a:endParaRPr>
          </a:p>
        </p:txBody>
      </p:sp>
      <p:sp>
        <p:nvSpPr>
          <p:cNvPr id="5" name="Text Placeholder 4"/>
          <p:cNvSpPr>
            <a:spLocks noGrp="1"/>
          </p:cNvSpPr>
          <p:nvPr>
            <p:ph type="body" sz="quarter" idx="11"/>
          </p:nvPr>
        </p:nvSpPr>
        <p:spPr/>
        <p:txBody>
          <a:bodyPr>
            <a:normAutofit fontScale="92500" lnSpcReduction="10000"/>
          </a:bodyPr>
          <a:lstStyle/>
          <a:p>
            <a:pPr lvl="0">
              <a:lnSpc>
                <a:spcPct val="100000"/>
              </a:lnSpc>
              <a:spcBef>
                <a:spcPct val="0"/>
              </a:spcBef>
            </a:pPr>
            <a:r>
              <a:rPr lang="ru-RU" altLang="ru-RU" b="1" dirty="0"/>
              <a:t>Mongolia</a:t>
            </a:r>
            <a:endParaRPr lang="ru-RU" altLang="ru-RU" sz="1800" dirty="0">
              <a:latin typeface="Arial" panose="020B0604020202020204" pitchFamily="34" charset="0"/>
            </a:endParaRPr>
          </a:p>
        </p:txBody>
      </p:sp>
      <p:sp>
        <p:nvSpPr>
          <p:cNvPr id="35" name="Text Placeholder 34"/>
          <p:cNvSpPr>
            <a:spLocks noGrp="1"/>
          </p:cNvSpPr>
          <p:nvPr>
            <p:ph type="body" sz="quarter" idx="12"/>
          </p:nvPr>
        </p:nvSpPr>
        <p:spPr/>
        <p:txBody>
          <a:bodyPr>
            <a:normAutofit fontScale="92500" lnSpcReduction="10000"/>
          </a:bodyPr>
          <a:lstStyle/>
          <a:p>
            <a:pPr lvl="0">
              <a:lnSpc>
                <a:spcPct val="100000"/>
              </a:lnSpc>
              <a:spcBef>
                <a:spcPct val="0"/>
              </a:spcBef>
            </a:pPr>
            <a:r>
              <a:rPr lang="ru-RU" altLang="ru-RU" b="1" dirty="0"/>
              <a:t>Japan</a:t>
            </a:r>
            <a:endParaRPr lang="ru-RU" altLang="ru-RU" sz="1800" dirty="0">
              <a:latin typeface="Arial" panose="020B0604020202020204" pitchFamily="34" charset="0"/>
            </a:endParaRPr>
          </a:p>
        </p:txBody>
      </p:sp>
      <p:sp>
        <p:nvSpPr>
          <p:cNvPr id="36" name="Text Placeholder 35"/>
          <p:cNvSpPr>
            <a:spLocks noGrp="1"/>
          </p:cNvSpPr>
          <p:nvPr>
            <p:ph type="body" sz="quarter" idx="13"/>
          </p:nvPr>
        </p:nvSpPr>
        <p:spPr/>
        <p:txBody>
          <a:bodyPr>
            <a:normAutofit fontScale="92500" lnSpcReduction="10000"/>
          </a:bodyPr>
          <a:lstStyle/>
          <a:p>
            <a:pPr lvl="0">
              <a:lnSpc>
                <a:spcPct val="100000"/>
              </a:lnSpc>
              <a:spcBef>
                <a:spcPct val="0"/>
              </a:spcBef>
            </a:pPr>
            <a:r>
              <a:rPr lang="ru-RU" altLang="ru-RU" b="1" dirty="0"/>
              <a:t>South Korea</a:t>
            </a:r>
            <a:endParaRPr lang="ru-RU" altLang="ru-RU" sz="1800" dirty="0">
              <a:latin typeface="Arial" panose="020B0604020202020204" pitchFamily="34" charset="0"/>
            </a:endParaRPr>
          </a:p>
        </p:txBody>
      </p:sp>
      <p:sp>
        <p:nvSpPr>
          <p:cNvPr id="37" name="Text Placeholder 36"/>
          <p:cNvSpPr>
            <a:spLocks noGrp="1"/>
          </p:cNvSpPr>
          <p:nvPr>
            <p:ph type="body" sz="quarter" idx="14"/>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38" name="Text Placeholder 37"/>
          <p:cNvSpPr>
            <a:spLocks noGrp="1"/>
          </p:cNvSpPr>
          <p:nvPr>
            <p:ph type="body" sz="quarter" idx="15"/>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39" name="Text Placeholder 38"/>
          <p:cNvSpPr>
            <a:spLocks noGrp="1"/>
          </p:cNvSpPr>
          <p:nvPr>
            <p:ph type="body" sz="quarter" idx="16"/>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40" name="Text Placeholder 39"/>
          <p:cNvSpPr>
            <a:spLocks noGrp="1"/>
          </p:cNvSpPr>
          <p:nvPr>
            <p:ph type="body" sz="quarter" idx="17"/>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altLang="ru-RU" dirty="0">
              <a:latin typeface="Open Sans" panose="020B0606030504020204" pitchFamily="34" charset="0"/>
              <a:cs typeface="Open Sans" panose="020B0606030504020204" pitchFamily="34" charset="0"/>
            </a:endParaRPr>
          </a:p>
        </p:txBody>
      </p:sp>
      <p:sp>
        <p:nvSpPr>
          <p:cNvPr id="41" name="Text Placeholder 40"/>
          <p:cNvSpPr>
            <a:spLocks noGrp="1"/>
          </p:cNvSpPr>
          <p:nvPr>
            <p:ph type="body" sz="quarter" idx="18"/>
          </p:nvPr>
        </p:nvSpPr>
        <p:spPr/>
        <p:txBody>
          <a:bodyPr/>
          <a:lstStyle/>
          <a:p>
            <a:pPr lvl="0" algn="l">
              <a:lnSpc>
                <a:spcPct val="100000"/>
              </a:lnSpc>
              <a:spcBef>
                <a:spcPct val="0"/>
              </a:spcBef>
            </a:pPr>
            <a:r>
              <a:rPr lang="ru-RU" altLang="ru-RU" dirty="0"/>
              <a:t>EAST ASIA</a:t>
            </a:r>
            <a:endParaRPr lang="ru-RU" altLang="ru-RU" sz="1800" b="0" dirty="0">
              <a:latin typeface="Arial" panose="020B0604020202020204" pitchFamily="34" charset="0"/>
            </a:endParaRPr>
          </a:p>
        </p:txBody>
      </p:sp>
    </p:spTree>
    <p:extLst>
      <p:ext uri="{BB962C8B-B14F-4D97-AF65-F5344CB8AC3E}">
        <p14:creationId xmlns:p14="http://schemas.microsoft.com/office/powerpoint/2010/main" val="413010188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7000">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14:bounceEnd="67000">
                                          <p:cBhvr additive="base">
                                            <p:cTn id="7" dur="1000" fill="hold"/>
                                            <p:tgtEl>
                                              <p:spTgt spid="16"/>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7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67000">
                                          <p:cBhvr additive="base">
                                            <p:cTn id="11"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1"/>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7000">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14:bounceEnd="67000">
                                          <p:cBhvr additive="base">
                                            <p:cTn id="15" dur="1000" fill="hold"/>
                                            <p:tgtEl>
                                              <p:spTgt spid="14"/>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2" fill="hold" grpId="0" nodeType="withEffect" p14:presetBounceEnd="67000">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14:bounceEnd="67000">
                                          <p:cBhvr additive="base">
                                            <p:cTn id="19" dur="1000" fill="hold"/>
                                            <p:tgtEl>
                                              <p:spTgt spid="12"/>
                                            </p:tgtEl>
                                            <p:attrNameLst>
                                              <p:attrName>ppt_x</p:attrName>
                                            </p:attrNameLst>
                                          </p:cBhvr>
                                          <p:tavLst>
                                            <p:tav tm="0">
                                              <p:val>
                                                <p:strVal val="1+#ppt_w/2"/>
                                              </p:val>
                                            </p:tav>
                                            <p:tav tm="100000">
                                              <p:val>
                                                <p:strVal val="#ppt_x"/>
                                              </p:val>
                                            </p:tav>
                                          </p:tavLst>
                                        </p:anim>
                                        <p:anim calcmode="lin" valueType="num" p14:bounceEnd="67000">
                                          <p:cBhvr additive="base">
                                            <p:cTn id="20" dur="1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14:presetBounceEnd="67000">
                                      <p:stCondLst>
                                        <p:cond delay="400"/>
                                      </p:stCondLst>
                                      <p:childTnLst>
                                        <p:set>
                                          <p:cBhvr>
                                            <p:cTn id="22" dur="1" fill="hold">
                                              <p:stCondLst>
                                                <p:cond delay="0"/>
                                              </p:stCondLst>
                                            </p:cTn>
                                            <p:tgtEl>
                                              <p:spTgt spid="13"/>
                                            </p:tgtEl>
                                            <p:attrNameLst>
                                              <p:attrName>style.visibility</p:attrName>
                                            </p:attrNameLst>
                                          </p:cBhvr>
                                          <p:to>
                                            <p:strVal val="visible"/>
                                          </p:to>
                                        </p:set>
                                        <p:anim calcmode="lin" valueType="num" p14:bounceEnd="67000">
                                          <p:cBhvr additive="base">
                                            <p:cTn id="23" dur="1000" fill="hold"/>
                                            <p:tgtEl>
                                              <p:spTgt spid="13"/>
                                            </p:tgtEl>
                                            <p:attrNameLst>
                                              <p:attrName>ppt_x</p:attrName>
                                            </p:attrNameLst>
                                          </p:cBhvr>
                                          <p:tavLst>
                                            <p:tav tm="0">
                                              <p:val>
                                                <p:strVal val="1+#ppt_w/2"/>
                                              </p:val>
                                            </p:tav>
                                            <p:tav tm="100000">
                                              <p:val>
                                                <p:strVal val="#ppt_x"/>
                                              </p:val>
                                            </p:tav>
                                          </p:tavLst>
                                        </p:anim>
                                        <p:anim calcmode="lin" valueType="num" p14:bounceEnd="67000">
                                          <p:cBhvr additive="base">
                                            <p:cTn id="24" dur="10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14:presetBounceEnd="67000">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14:bounceEnd="67000">
                                          <p:cBhvr additive="base">
                                            <p:cTn id="27" dur="1000" fill="hold"/>
                                            <p:tgtEl>
                                              <p:spTgt spid="15"/>
                                            </p:tgtEl>
                                            <p:attrNameLst>
                                              <p:attrName>ppt_x</p:attrName>
                                            </p:attrNameLst>
                                          </p:cBhvr>
                                          <p:tavLst>
                                            <p:tav tm="0">
                                              <p:val>
                                                <p:strVal val="1+#ppt_w/2"/>
                                              </p:val>
                                            </p:tav>
                                            <p:tav tm="100000">
                                              <p:val>
                                                <p:strVal val="#ppt_x"/>
                                              </p:val>
                                            </p:tav>
                                          </p:tavLst>
                                        </p:anim>
                                        <p:anim calcmode="lin" valueType="num" p14:bounceEnd="67000">
                                          <p:cBhvr additive="base">
                                            <p:cTn id="28" dur="1000" fill="hold"/>
                                            <p:tgtEl>
                                              <p:spTgt spid="15"/>
                                            </p:tgtEl>
                                            <p:attrNameLst>
                                              <p:attrName>ppt_y</p:attrName>
                                            </p:attrNameLst>
                                          </p:cBhvr>
                                          <p:tavLst>
                                            <p:tav tm="0">
                                              <p:val>
                                                <p:strVal val="#ppt_y"/>
                                              </p:val>
                                            </p:tav>
                                            <p:tav tm="100000">
                                              <p:val>
                                                <p:strVal val="#ppt_y"/>
                                              </p:val>
                                            </p:tav>
                                          </p:tavLst>
                                        </p:anim>
                                      </p:childTnLst>
                                    </p:cTn>
                                  </p:par>
                                  <p:par>
                                    <p:cTn id="29" presetID="53" presetClass="entr" presetSubtype="16" fill="hold" nodeType="withEffect">
                                      <p:stCondLst>
                                        <p:cond delay="1250"/>
                                      </p:stCondLst>
                                      <p:childTnLst>
                                        <p:set>
                                          <p:cBhvr>
                                            <p:cTn id="30" dur="1" fill="hold">
                                              <p:stCondLst>
                                                <p:cond delay="0"/>
                                              </p:stCondLst>
                                            </p:cTn>
                                            <p:tgtEl>
                                              <p:spTgt spid="28"/>
                                            </p:tgtEl>
                                            <p:attrNameLst>
                                              <p:attrName>style.visibility</p:attrName>
                                            </p:attrNameLst>
                                          </p:cBhvr>
                                          <p:to>
                                            <p:strVal val="visible"/>
                                          </p:to>
                                        </p:set>
                                        <p:anim calcmode="lin" valueType="num">
                                          <p:cBhvr>
                                            <p:cTn id="31" dur="500" fill="hold"/>
                                            <p:tgtEl>
                                              <p:spTgt spid="28"/>
                                            </p:tgtEl>
                                            <p:attrNameLst>
                                              <p:attrName>ppt_w</p:attrName>
                                            </p:attrNameLst>
                                          </p:cBhvr>
                                          <p:tavLst>
                                            <p:tav tm="0">
                                              <p:val>
                                                <p:fltVal val="0"/>
                                              </p:val>
                                            </p:tav>
                                            <p:tav tm="100000">
                                              <p:val>
                                                <p:strVal val="#ppt_w"/>
                                              </p:val>
                                            </p:tav>
                                          </p:tavLst>
                                        </p:anim>
                                        <p:anim calcmode="lin" valueType="num">
                                          <p:cBhvr>
                                            <p:cTn id="32" dur="500" fill="hold"/>
                                            <p:tgtEl>
                                              <p:spTgt spid="28"/>
                                            </p:tgtEl>
                                            <p:attrNameLst>
                                              <p:attrName>ppt_h</p:attrName>
                                            </p:attrNameLst>
                                          </p:cBhvr>
                                          <p:tavLst>
                                            <p:tav tm="0">
                                              <p:val>
                                                <p:fltVal val="0"/>
                                              </p:val>
                                            </p:tav>
                                            <p:tav tm="100000">
                                              <p:val>
                                                <p:strVal val="#ppt_h"/>
                                              </p:val>
                                            </p:tav>
                                          </p:tavLst>
                                        </p:anim>
                                        <p:animEffect transition="in" filter="fade">
                                          <p:cBhvr>
                                            <p:cTn id="33" dur="500"/>
                                            <p:tgtEl>
                                              <p:spTgt spid="28"/>
                                            </p:tgtEl>
                                          </p:cBhvr>
                                        </p:animEffect>
                                      </p:childTnLst>
                                    </p:cTn>
                                  </p:par>
                                  <p:par>
                                    <p:cTn id="34" presetID="2" presetClass="entr" presetSubtype="8" fill="hold" grpId="0" nodeType="withEffect" p14:presetBounceEnd="67000">
                                      <p:stCondLst>
                                        <p:cond delay="1500"/>
                                      </p:stCondLst>
                                      <p:childTnLst>
                                        <p:set>
                                          <p:cBhvr>
                                            <p:cTn id="35"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36" dur="1000" fill="hold"/>
                                            <p:tgtEl>
                                              <p:spTgt spid="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37" dur="1000" fill="hold"/>
                                            <p:tgtEl>
                                              <p:spTgt spid="4">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14:presetBounceEnd="67000">
                                      <p:stCondLst>
                                        <p:cond delay="1500"/>
                                      </p:stCondLst>
                                      <p:childTnLst>
                                        <p:set>
                                          <p:cBhvr>
                                            <p:cTn id="39" dur="1" fill="hold">
                                              <p:stCondLst>
                                                <p:cond delay="0"/>
                                              </p:stCondLst>
                                            </p:cTn>
                                            <p:tgtEl>
                                              <p:spTgt spid="5">
                                                <p:txEl>
                                                  <p:pRg st="0" end="0"/>
                                                </p:txEl>
                                              </p:spTgt>
                                            </p:tgtEl>
                                            <p:attrNameLst>
                                              <p:attrName>style.visibility</p:attrName>
                                            </p:attrNameLst>
                                          </p:cBhvr>
                                          <p:to>
                                            <p:strVal val="visible"/>
                                          </p:to>
                                        </p:set>
                                        <p:anim calcmode="lin" valueType="num" p14:bounceEnd="67000">
                                          <p:cBhvr additive="base">
                                            <p:cTn id="40" dur="1000" fill="hold"/>
                                            <p:tgtEl>
                                              <p:spTgt spid="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41" dur="1000" fill="hold"/>
                                            <p:tgtEl>
                                              <p:spTgt spid="5">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14:presetBounceEnd="67000">
                                      <p:stCondLst>
                                        <p:cond delay="1500"/>
                                      </p:stCondLst>
                                      <p:childTnLst>
                                        <p:set>
                                          <p:cBhvr>
                                            <p:cTn id="43" dur="1" fill="hold">
                                              <p:stCondLst>
                                                <p:cond delay="0"/>
                                              </p:stCondLst>
                                            </p:cTn>
                                            <p:tgtEl>
                                              <p:spTgt spid="35">
                                                <p:txEl>
                                                  <p:pRg st="0" end="0"/>
                                                </p:txEl>
                                              </p:spTgt>
                                            </p:tgtEl>
                                            <p:attrNameLst>
                                              <p:attrName>style.visibility</p:attrName>
                                            </p:attrNameLst>
                                          </p:cBhvr>
                                          <p:to>
                                            <p:strVal val="visible"/>
                                          </p:to>
                                        </p:set>
                                        <p:anim calcmode="lin" valueType="num" p14:bounceEnd="67000">
                                          <p:cBhvr additive="base">
                                            <p:cTn id="44" dur="1000" fill="hold"/>
                                            <p:tgtEl>
                                              <p:spTgt spid="3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45" dur="1000" fill="hold"/>
                                            <p:tgtEl>
                                              <p:spTgt spid="35">
                                                <p:txEl>
                                                  <p:pRg st="0" end="0"/>
                                                </p:txEl>
                                              </p:spTgt>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14:presetBounceEnd="67000">
                                      <p:stCondLst>
                                        <p:cond delay="1500"/>
                                      </p:stCondLst>
                                      <p:childTnLst>
                                        <p:set>
                                          <p:cBhvr>
                                            <p:cTn id="47" dur="1" fill="hold">
                                              <p:stCondLst>
                                                <p:cond delay="0"/>
                                              </p:stCondLst>
                                            </p:cTn>
                                            <p:tgtEl>
                                              <p:spTgt spid="36">
                                                <p:txEl>
                                                  <p:pRg st="0" end="0"/>
                                                </p:txEl>
                                              </p:spTgt>
                                            </p:tgtEl>
                                            <p:attrNameLst>
                                              <p:attrName>style.visibility</p:attrName>
                                            </p:attrNameLst>
                                          </p:cBhvr>
                                          <p:to>
                                            <p:strVal val="visible"/>
                                          </p:to>
                                        </p:set>
                                        <p:anim calcmode="lin" valueType="num" p14:bounceEnd="67000">
                                          <p:cBhvr additive="base">
                                            <p:cTn id="48" dur="1000" fill="hold"/>
                                            <p:tgtEl>
                                              <p:spTgt spid="36">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49" dur="1000" fill="hold"/>
                                            <p:tgtEl>
                                              <p:spTgt spid="36">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14:presetBounceEnd="67000">
                                      <p:stCondLst>
                                        <p:cond delay="1500"/>
                                      </p:stCondLst>
                                      <p:childTnLst>
                                        <p:set>
                                          <p:cBhvr>
                                            <p:cTn id="51" dur="1" fill="hold">
                                              <p:stCondLst>
                                                <p:cond delay="0"/>
                                              </p:stCondLst>
                                            </p:cTn>
                                            <p:tgtEl>
                                              <p:spTgt spid="37">
                                                <p:txEl>
                                                  <p:pRg st="0" end="0"/>
                                                </p:txEl>
                                              </p:spTgt>
                                            </p:tgtEl>
                                            <p:attrNameLst>
                                              <p:attrName>style.visibility</p:attrName>
                                            </p:attrNameLst>
                                          </p:cBhvr>
                                          <p:to>
                                            <p:strVal val="visible"/>
                                          </p:to>
                                        </p:set>
                                        <p:anim calcmode="lin" valueType="num" p14:bounceEnd="67000">
                                          <p:cBhvr additive="base">
                                            <p:cTn id="52" dur="1000" fill="hold"/>
                                            <p:tgtEl>
                                              <p:spTgt spid="37">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53" dur="1000" fill="hold"/>
                                            <p:tgtEl>
                                              <p:spTgt spid="37">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14:presetBounceEnd="67000">
                                      <p:stCondLst>
                                        <p:cond delay="1500"/>
                                      </p:stCondLst>
                                      <p:childTnLst>
                                        <p:set>
                                          <p:cBhvr>
                                            <p:cTn id="55" dur="1" fill="hold">
                                              <p:stCondLst>
                                                <p:cond delay="0"/>
                                              </p:stCondLst>
                                            </p:cTn>
                                            <p:tgtEl>
                                              <p:spTgt spid="38">
                                                <p:txEl>
                                                  <p:pRg st="0" end="0"/>
                                                </p:txEl>
                                              </p:spTgt>
                                            </p:tgtEl>
                                            <p:attrNameLst>
                                              <p:attrName>style.visibility</p:attrName>
                                            </p:attrNameLst>
                                          </p:cBhvr>
                                          <p:to>
                                            <p:strVal val="visible"/>
                                          </p:to>
                                        </p:set>
                                        <p:anim calcmode="lin" valueType="num" p14:bounceEnd="67000">
                                          <p:cBhvr additive="base">
                                            <p:cTn id="56" dur="1000" fill="hold"/>
                                            <p:tgtEl>
                                              <p:spTgt spid="38">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57" dur="1000" fill="hold"/>
                                            <p:tgtEl>
                                              <p:spTgt spid="38">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14:presetBounceEnd="67000">
                                      <p:stCondLst>
                                        <p:cond delay="1500"/>
                                      </p:stCondLst>
                                      <p:childTnLst>
                                        <p:set>
                                          <p:cBhvr>
                                            <p:cTn id="59" dur="1" fill="hold">
                                              <p:stCondLst>
                                                <p:cond delay="0"/>
                                              </p:stCondLst>
                                            </p:cTn>
                                            <p:tgtEl>
                                              <p:spTgt spid="39">
                                                <p:txEl>
                                                  <p:pRg st="0" end="0"/>
                                                </p:txEl>
                                              </p:spTgt>
                                            </p:tgtEl>
                                            <p:attrNameLst>
                                              <p:attrName>style.visibility</p:attrName>
                                            </p:attrNameLst>
                                          </p:cBhvr>
                                          <p:to>
                                            <p:strVal val="visible"/>
                                          </p:to>
                                        </p:set>
                                        <p:anim calcmode="lin" valueType="num" p14:bounceEnd="67000">
                                          <p:cBhvr additive="base">
                                            <p:cTn id="60" dur="1000" fill="hold"/>
                                            <p:tgtEl>
                                              <p:spTgt spid="39">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61" dur="1000" fill="hold"/>
                                            <p:tgtEl>
                                              <p:spTgt spid="39">
                                                <p:txEl>
                                                  <p:pRg st="0" end="0"/>
                                                </p:txEl>
                                              </p:spTgt>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14:presetBounceEnd="67000">
                                      <p:stCondLst>
                                        <p:cond delay="1500"/>
                                      </p:stCondLst>
                                      <p:childTnLst>
                                        <p:set>
                                          <p:cBhvr>
                                            <p:cTn id="63" dur="1" fill="hold">
                                              <p:stCondLst>
                                                <p:cond delay="0"/>
                                              </p:stCondLst>
                                            </p:cTn>
                                            <p:tgtEl>
                                              <p:spTgt spid="40">
                                                <p:txEl>
                                                  <p:pRg st="0" end="0"/>
                                                </p:txEl>
                                              </p:spTgt>
                                            </p:tgtEl>
                                            <p:attrNameLst>
                                              <p:attrName>style.visibility</p:attrName>
                                            </p:attrNameLst>
                                          </p:cBhvr>
                                          <p:to>
                                            <p:strVal val="visible"/>
                                          </p:to>
                                        </p:set>
                                        <p:anim calcmode="lin" valueType="num" p14:bounceEnd="67000">
                                          <p:cBhvr additive="base">
                                            <p:cTn id="64" dur="1000" fill="hold"/>
                                            <p:tgtEl>
                                              <p:spTgt spid="40">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6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66" presetID="47" presetClass="entr" presetSubtype="0" fill="hold" grpId="0" nodeType="withEffect">
                                      <p:stCondLst>
                                        <p:cond delay="2000"/>
                                      </p:stCondLst>
                                      <p:childTnLst>
                                        <p:set>
                                          <p:cBhvr>
                                            <p:cTn id="67" dur="1" fill="hold">
                                              <p:stCondLst>
                                                <p:cond delay="0"/>
                                              </p:stCondLst>
                                            </p:cTn>
                                            <p:tgtEl>
                                              <p:spTgt spid="41">
                                                <p:txEl>
                                                  <p:pRg st="0" end="0"/>
                                                </p:txEl>
                                              </p:spTgt>
                                            </p:tgtEl>
                                            <p:attrNameLst>
                                              <p:attrName>style.visibility</p:attrName>
                                            </p:attrNameLst>
                                          </p:cBhvr>
                                          <p:to>
                                            <p:strVal val="visible"/>
                                          </p:to>
                                        </p:set>
                                        <p:animEffect transition="in" filter="fade">
                                          <p:cBhvr>
                                            <p:cTn id="68" dur="1000"/>
                                            <p:tgtEl>
                                              <p:spTgt spid="41">
                                                <p:txEl>
                                                  <p:pRg st="0" end="0"/>
                                                </p:txEl>
                                              </p:spTgt>
                                            </p:tgtEl>
                                          </p:cBhvr>
                                        </p:animEffect>
                                        <p:anim calcmode="lin" valueType="num">
                                          <p:cBhvr>
                                            <p:cTn id="69" dur="10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0" dur="100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4" grpId="0" animBg="1"/>
          <p:bldP spid="12" grpId="0" animBg="1"/>
          <p:bldP spid="13" grpId="0" animBg="1"/>
          <p:bldP spid="15" grpId="0" animBg="1"/>
          <p:bldP spid="16" grpId="0" animBg="1"/>
          <p:bldP spid="4" grpId="0" build="p"/>
          <p:bldP spid="5" grpId="0" build="p"/>
          <p:bldP spid="35" grpId="0" build="p"/>
          <p:bldP spid="36" grpId="0" build="p"/>
          <p:bldP spid="37" grpId="0" build="p"/>
          <p:bldP spid="38" grpId="0" build="p"/>
          <p:bldP spid="39" grpId="0" build="p"/>
          <p:bldP spid="40" grpId="0" build="p"/>
          <p:bldP spid="41"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000" fill="hold"/>
                                            <p:tgtEl>
                                              <p:spTgt spid="16"/>
                                            </p:tgtEl>
                                            <p:attrNameLst>
                                              <p:attrName>ppt_x</p:attrName>
                                            </p:attrNameLst>
                                          </p:cBhvr>
                                          <p:tavLst>
                                            <p:tav tm="0">
                                              <p:val>
                                                <p:strVal val="#ppt_x"/>
                                              </p:val>
                                            </p:tav>
                                            <p:tav tm="100000">
                                              <p:val>
                                                <p:strVal val="#ppt_x"/>
                                              </p:val>
                                            </p:tav>
                                          </p:tavLst>
                                        </p:anim>
                                        <p:anim calcmode="lin" valueType="num">
                                          <p:cBhvr additive="base">
                                            <p:cTn id="8" dur="10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000" fill="hold"/>
                                            <p:tgtEl>
                                              <p:spTgt spid="11"/>
                                            </p:tgtEl>
                                            <p:attrNameLst>
                                              <p:attrName>ppt_x</p:attrName>
                                            </p:attrNameLst>
                                          </p:cBhvr>
                                          <p:tavLst>
                                            <p:tav tm="0">
                                              <p:val>
                                                <p:strVal val="#ppt_x"/>
                                              </p:val>
                                            </p:tav>
                                            <p:tav tm="100000">
                                              <p:val>
                                                <p:strVal val="#ppt_x"/>
                                              </p:val>
                                            </p:tav>
                                          </p:tavLst>
                                        </p:anim>
                                        <p:anim calcmode="lin" valueType="num">
                                          <p:cBhvr additive="base">
                                            <p:cTn id="12" dur="1000" fill="hold"/>
                                            <p:tgtEl>
                                              <p:spTgt spid="11"/>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000" fill="hold"/>
                                            <p:tgtEl>
                                              <p:spTgt spid="14"/>
                                            </p:tgtEl>
                                            <p:attrNameLst>
                                              <p:attrName>ppt_x</p:attrName>
                                            </p:attrNameLst>
                                          </p:cBhvr>
                                          <p:tavLst>
                                            <p:tav tm="0">
                                              <p:val>
                                                <p:strVal val="#ppt_x"/>
                                              </p:val>
                                            </p:tav>
                                            <p:tav tm="100000">
                                              <p:val>
                                                <p:strVal val="#ppt_x"/>
                                              </p:val>
                                            </p:tav>
                                          </p:tavLst>
                                        </p:anim>
                                        <p:anim calcmode="lin" valueType="num">
                                          <p:cBhvr additive="base">
                                            <p:cTn id="16" dur="10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2"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1+#ppt_w/2"/>
                                              </p:val>
                                            </p:tav>
                                            <p:tav tm="100000">
                                              <p:val>
                                                <p:strVal val="#ppt_x"/>
                                              </p:val>
                                            </p:tav>
                                          </p:tavLst>
                                        </p:anim>
                                        <p:anim calcmode="lin" valueType="num">
                                          <p:cBhvr additive="base">
                                            <p:cTn id="20" dur="1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4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1000" fill="hold"/>
                                            <p:tgtEl>
                                              <p:spTgt spid="13"/>
                                            </p:tgtEl>
                                            <p:attrNameLst>
                                              <p:attrName>ppt_x</p:attrName>
                                            </p:attrNameLst>
                                          </p:cBhvr>
                                          <p:tavLst>
                                            <p:tav tm="0">
                                              <p:val>
                                                <p:strVal val="1+#ppt_w/2"/>
                                              </p:val>
                                            </p:tav>
                                            <p:tav tm="100000">
                                              <p:val>
                                                <p:strVal val="#ppt_x"/>
                                              </p:val>
                                            </p:tav>
                                          </p:tavLst>
                                        </p:anim>
                                        <p:anim calcmode="lin" valueType="num">
                                          <p:cBhvr additive="base">
                                            <p:cTn id="24" dur="10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000" fill="hold"/>
                                            <p:tgtEl>
                                              <p:spTgt spid="15"/>
                                            </p:tgtEl>
                                            <p:attrNameLst>
                                              <p:attrName>ppt_x</p:attrName>
                                            </p:attrNameLst>
                                          </p:cBhvr>
                                          <p:tavLst>
                                            <p:tav tm="0">
                                              <p:val>
                                                <p:strVal val="1+#ppt_w/2"/>
                                              </p:val>
                                            </p:tav>
                                            <p:tav tm="100000">
                                              <p:val>
                                                <p:strVal val="#ppt_x"/>
                                              </p:val>
                                            </p:tav>
                                          </p:tavLst>
                                        </p:anim>
                                        <p:anim calcmode="lin" valueType="num">
                                          <p:cBhvr additive="base">
                                            <p:cTn id="28" dur="1000" fill="hold"/>
                                            <p:tgtEl>
                                              <p:spTgt spid="15"/>
                                            </p:tgtEl>
                                            <p:attrNameLst>
                                              <p:attrName>ppt_y</p:attrName>
                                            </p:attrNameLst>
                                          </p:cBhvr>
                                          <p:tavLst>
                                            <p:tav tm="0">
                                              <p:val>
                                                <p:strVal val="#ppt_y"/>
                                              </p:val>
                                            </p:tav>
                                            <p:tav tm="100000">
                                              <p:val>
                                                <p:strVal val="#ppt_y"/>
                                              </p:val>
                                            </p:tav>
                                          </p:tavLst>
                                        </p:anim>
                                      </p:childTnLst>
                                    </p:cTn>
                                  </p:par>
                                  <p:par>
                                    <p:cTn id="29" presetID="53" presetClass="entr" presetSubtype="16" fill="hold" nodeType="withEffect">
                                      <p:stCondLst>
                                        <p:cond delay="1250"/>
                                      </p:stCondLst>
                                      <p:childTnLst>
                                        <p:set>
                                          <p:cBhvr>
                                            <p:cTn id="30" dur="1" fill="hold">
                                              <p:stCondLst>
                                                <p:cond delay="0"/>
                                              </p:stCondLst>
                                            </p:cTn>
                                            <p:tgtEl>
                                              <p:spTgt spid="28"/>
                                            </p:tgtEl>
                                            <p:attrNameLst>
                                              <p:attrName>style.visibility</p:attrName>
                                            </p:attrNameLst>
                                          </p:cBhvr>
                                          <p:to>
                                            <p:strVal val="visible"/>
                                          </p:to>
                                        </p:set>
                                        <p:anim calcmode="lin" valueType="num">
                                          <p:cBhvr>
                                            <p:cTn id="31" dur="500" fill="hold"/>
                                            <p:tgtEl>
                                              <p:spTgt spid="28"/>
                                            </p:tgtEl>
                                            <p:attrNameLst>
                                              <p:attrName>ppt_w</p:attrName>
                                            </p:attrNameLst>
                                          </p:cBhvr>
                                          <p:tavLst>
                                            <p:tav tm="0">
                                              <p:val>
                                                <p:fltVal val="0"/>
                                              </p:val>
                                            </p:tav>
                                            <p:tav tm="100000">
                                              <p:val>
                                                <p:strVal val="#ppt_w"/>
                                              </p:val>
                                            </p:tav>
                                          </p:tavLst>
                                        </p:anim>
                                        <p:anim calcmode="lin" valueType="num">
                                          <p:cBhvr>
                                            <p:cTn id="32" dur="500" fill="hold"/>
                                            <p:tgtEl>
                                              <p:spTgt spid="28"/>
                                            </p:tgtEl>
                                            <p:attrNameLst>
                                              <p:attrName>ppt_h</p:attrName>
                                            </p:attrNameLst>
                                          </p:cBhvr>
                                          <p:tavLst>
                                            <p:tav tm="0">
                                              <p:val>
                                                <p:fltVal val="0"/>
                                              </p:val>
                                            </p:tav>
                                            <p:tav tm="100000">
                                              <p:val>
                                                <p:strVal val="#ppt_h"/>
                                              </p:val>
                                            </p:tav>
                                          </p:tavLst>
                                        </p:anim>
                                        <p:animEffect transition="in" filter="fade">
                                          <p:cBhvr>
                                            <p:cTn id="33" dur="500"/>
                                            <p:tgtEl>
                                              <p:spTgt spid="28"/>
                                            </p:tgtEl>
                                          </p:cBhvr>
                                        </p:animEffect>
                                      </p:childTnLst>
                                    </p:cTn>
                                  </p:par>
                                  <p:par>
                                    <p:cTn id="34" presetID="2" presetClass="entr" presetSubtype="8" fill="hold" grpId="0" nodeType="withEffect">
                                      <p:stCondLst>
                                        <p:cond delay="1500"/>
                                      </p:stCondLst>
                                      <p:childTnLst>
                                        <p:set>
                                          <p:cBhvr>
                                            <p:cTn id="35" dur="1" fill="hold">
                                              <p:stCondLst>
                                                <p:cond delay="0"/>
                                              </p:stCondLst>
                                            </p:cTn>
                                            <p:tgtEl>
                                              <p:spTgt spid="4">
                                                <p:txEl>
                                                  <p:pRg st="0" end="0"/>
                                                </p:txEl>
                                              </p:spTgt>
                                            </p:tgtEl>
                                            <p:attrNameLst>
                                              <p:attrName>style.visibility</p:attrName>
                                            </p:attrNameLst>
                                          </p:cBhvr>
                                          <p:to>
                                            <p:strVal val="visible"/>
                                          </p:to>
                                        </p:set>
                                        <p:anim calcmode="lin" valueType="num">
                                          <p:cBhvr additive="base">
                                            <p:cTn id="36"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37" dur="1000" fill="hold"/>
                                            <p:tgtEl>
                                              <p:spTgt spid="4">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stCondLst>
                                        <p:cond delay="1500"/>
                                      </p:stCondLst>
                                      <p:childTnLst>
                                        <p:set>
                                          <p:cBhvr>
                                            <p:cTn id="39" dur="1" fill="hold">
                                              <p:stCondLst>
                                                <p:cond delay="0"/>
                                              </p:stCondLst>
                                            </p:cTn>
                                            <p:tgtEl>
                                              <p:spTgt spid="5">
                                                <p:txEl>
                                                  <p:pRg st="0" end="0"/>
                                                </p:txEl>
                                              </p:spTgt>
                                            </p:tgtEl>
                                            <p:attrNameLst>
                                              <p:attrName>style.visibility</p:attrName>
                                            </p:attrNameLst>
                                          </p:cBhvr>
                                          <p:to>
                                            <p:strVal val="visible"/>
                                          </p:to>
                                        </p:set>
                                        <p:anim calcmode="lin" valueType="num">
                                          <p:cBhvr additive="base">
                                            <p:cTn id="40" dur="10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41" dur="1000" fill="hold"/>
                                            <p:tgtEl>
                                              <p:spTgt spid="5">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stCondLst>
                                        <p:cond delay="1500"/>
                                      </p:stCondLst>
                                      <p:childTnLst>
                                        <p:set>
                                          <p:cBhvr>
                                            <p:cTn id="43" dur="1" fill="hold">
                                              <p:stCondLst>
                                                <p:cond delay="0"/>
                                              </p:stCondLst>
                                            </p:cTn>
                                            <p:tgtEl>
                                              <p:spTgt spid="35">
                                                <p:txEl>
                                                  <p:pRg st="0" end="0"/>
                                                </p:txEl>
                                              </p:spTgt>
                                            </p:tgtEl>
                                            <p:attrNameLst>
                                              <p:attrName>style.visibility</p:attrName>
                                            </p:attrNameLst>
                                          </p:cBhvr>
                                          <p:to>
                                            <p:strVal val="visible"/>
                                          </p:to>
                                        </p:set>
                                        <p:anim calcmode="lin" valueType="num">
                                          <p:cBhvr additive="base">
                                            <p:cTn id="44" dur="10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45" dur="1000" fill="hold"/>
                                            <p:tgtEl>
                                              <p:spTgt spid="35">
                                                <p:txEl>
                                                  <p:pRg st="0" end="0"/>
                                                </p:txEl>
                                              </p:spTgt>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stCondLst>
                                        <p:cond delay="1500"/>
                                      </p:stCondLst>
                                      <p:childTnLst>
                                        <p:set>
                                          <p:cBhvr>
                                            <p:cTn id="47" dur="1" fill="hold">
                                              <p:stCondLst>
                                                <p:cond delay="0"/>
                                              </p:stCondLst>
                                            </p:cTn>
                                            <p:tgtEl>
                                              <p:spTgt spid="36">
                                                <p:txEl>
                                                  <p:pRg st="0" end="0"/>
                                                </p:txEl>
                                              </p:spTgt>
                                            </p:tgtEl>
                                            <p:attrNameLst>
                                              <p:attrName>style.visibility</p:attrName>
                                            </p:attrNameLst>
                                          </p:cBhvr>
                                          <p:to>
                                            <p:strVal val="visible"/>
                                          </p:to>
                                        </p:set>
                                        <p:anim calcmode="lin" valueType="num">
                                          <p:cBhvr additive="base">
                                            <p:cTn id="48" dur="10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49" dur="1000" fill="hold"/>
                                            <p:tgtEl>
                                              <p:spTgt spid="36">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stCondLst>
                                        <p:cond delay="1500"/>
                                      </p:stCondLst>
                                      <p:childTnLst>
                                        <p:set>
                                          <p:cBhvr>
                                            <p:cTn id="51" dur="1" fill="hold">
                                              <p:stCondLst>
                                                <p:cond delay="0"/>
                                              </p:stCondLst>
                                            </p:cTn>
                                            <p:tgtEl>
                                              <p:spTgt spid="37">
                                                <p:txEl>
                                                  <p:pRg st="0" end="0"/>
                                                </p:txEl>
                                              </p:spTgt>
                                            </p:tgtEl>
                                            <p:attrNameLst>
                                              <p:attrName>style.visibility</p:attrName>
                                            </p:attrNameLst>
                                          </p:cBhvr>
                                          <p:to>
                                            <p:strVal val="visible"/>
                                          </p:to>
                                        </p:set>
                                        <p:anim calcmode="lin" valueType="num">
                                          <p:cBhvr additive="base">
                                            <p:cTn id="52" dur="1000" fill="hold"/>
                                            <p:tgtEl>
                                              <p:spTgt spid="37">
                                                <p:txEl>
                                                  <p:pRg st="0" end="0"/>
                                                </p:txEl>
                                              </p:spTgt>
                                            </p:tgtEl>
                                            <p:attrNameLst>
                                              <p:attrName>ppt_x</p:attrName>
                                            </p:attrNameLst>
                                          </p:cBhvr>
                                          <p:tavLst>
                                            <p:tav tm="0">
                                              <p:val>
                                                <p:strVal val="0-#ppt_w/2"/>
                                              </p:val>
                                            </p:tav>
                                            <p:tav tm="100000">
                                              <p:val>
                                                <p:strVal val="#ppt_x"/>
                                              </p:val>
                                            </p:tav>
                                          </p:tavLst>
                                        </p:anim>
                                        <p:anim calcmode="lin" valueType="num">
                                          <p:cBhvr additive="base">
                                            <p:cTn id="53" dur="1000" fill="hold"/>
                                            <p:tgtEl>
                                              <p:spTgt spid="37">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stCondLst>
                                        <p:cond delay="1500"/>
                                      </p:stCondLst>
                                      <p:childTnLst>
                                        <p:set>
                                          <p:cBhvr>
                                            <p:cTn id="55" dur="1" fill="hold">
                                              <p:stCondLst>
                                                <p:cond delay="0"/>
                                              </p:stCondLst>
                                            </p:cTn>
                                            <p:tgtEl>
                                              <p:spTgt spid="38">
                                                <p:txEl>
                                                  <p:pRg st="0" end="0"/>
                                                </p:txEl>
                                              </p:spTgt>
                                            </p:tgtEl>
                                            <p:attrNameLst>
                                              <p:attrName>style.visibility</p:attrName>
                                            </p:attrNameLst>
                                          </p:cBhvr>
                                          <p:to>
                                            <p:strVal val="visible"/>
                                          </p:to>
                                        </p:set>
                                        <p:anim calcmode="lin" valueType="num">
                                          <p:cBhvr additive="base">
                                            <p:cTn id="56" dur="10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57" dur="1000" fill="hold"/>
                                            <p:tgtEl>
                                              <p:spTgt spid="38">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stCondLst>
                                        <p:cond delay="1500"/>
                                      </p:stCondLst>
                                      <p:childTnLst>
                                        <p:set>
                                          <p:cBhvr>
                                            <p:cTn id="59" dur="1" fill="hold">
                                              <p:stCondLst>
                                                <p:cond delay="0"/>
                                              </p:stCondLst>
                                            </p:cTn>
                                            <p:tgtEl>
                                              <p:spTgt spid="39">
                                                <p:txEl>
                                                  <p:pRg st="0" end="0"/>
                                                </p:txEl>
                                              </p:spTgt>
                                            </p:tgtEl>
                                            <p:attrNameLst>
                                              <p:attrName>style.visibility</p:attrName>
                                            </p:attrNameLst>
                                          </p:cBhvr>
                                          <p:to>
                                            <p:strVal val="visible"/>
                                          </p:to>
                                        </p:set>
                                        <p:anim calcmode="lin" valueType="num">
                                          <p:cBhvr additive="base">
                                            <p:cTn id="60" dur="10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61" dur="1000" fill="hold"/>
                                            <p:tgtEl>
                                              <p:spTgt spid="39">
                                                <p:txEl>
                                                  <p:pRg st="0" end="0"/>
                                                </p:txEl>
                                              </p:spTgt>
                                            </p:tgtEl>
                                            <p:attrNameLst>
                                              <p:attrName>ppt_y</p:attrName>
                                            </p:attrNameLst>
                                          </p:cBhvr>
                                          <p:tavLst>
                                            <p:tav tm="0">
                                              <p:val>
                                                <p:strVal val="#ppt_y"/>
                                              </p:val>
                                            </p:tav>
                                            <p:tav tm="100000">
                                              <p:val>
                                                <p:strVal val="#ppt_y"/>
                                              </p:val>
                                            </p:tav>
                                          </p:tavLst>
                                        </p:anim>
                                      </p:childTnLst>
                                    </p:cTn>
                                  </p:par>
                                  <p:par>
                                    <p:cTn id="62" presetID="2" presetClass="entr" presetSubtype="8" fill="hold" grpId="0" nodeType="withEffect">
                                      <p:stCondLst>
                                        <p:cond delay="1500"/>
                                      </p:stCondLst>
                                      <p:childTnLst>
                                        <p:set>
                                          <p:cBhvr>
                                            <p:cTn id="63" dur="1" fill="hold">
                                              <p:stCondLst>
                                                <p:cond delay="0"/>
                                              </p:stCondLst>
                                            </p:cTn>
                                            <p:tgtEl>
                                              <p:spTgt spid="40">
                                                <p:txEl>
                                                  <p:pRg st="0" end="0"/>
                                                </p:txEl>
                                              </p:spTgt>
                                            </p:tgtEl>
                                            <p:attrNameLst>
                                              <p:attrName>style.visibility</p:attrName>
                                            </p:attrNameLst>
                                          </p:cBhvr>
                                          <p:to>
                                            <p:strVal val="visible"/>
                                          </p:to>
                                        </p:set>
                                        <p:anim calcmode="lin" valueType="num">
                                          <p:cBhvr additive="base">
                                            <p:cTn id="64" dur="10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6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66" presetID="47" presetClass="entr" presetSubtype="0" fill="hold" grpId="0" nodeType="withEffect">
                                      <p:stCondLst>
                                        <p:cond delay="2000"/>
                                      </p:stCondLst>
                                      <p:childTnLst>
                                        <p:set>
                                          <p:cBhvr>
                                            <p:cTn id="67" dur="1" fill="hold">
                                              <p:stCondLst>
                                                <p:cond delay="0"/>
                                              </p:stCondLst>
                                            </p:cTn>
                                            <p:tgtEl>
                                              <p:spTgt spid="41">
                                                <p:txEl>
                                                  <p:pRg st="0" end="0"/>
                                                </p:txEl>
                                              </p:spTgt>
                                            </p:tgtEl>
                                            <p:attrNameLst>
                                              <p:attrName>style.visibility</p:attrName>
                                            </p:attrNameLst>
                                          </p:cBhvr>
                                          <p:to>
                                            <p:strVal val="visible"/>
                                          </p:to>
                                        </p:set>
                                        <p:animEffect transition="in" filter="fade">
                                          <p:cBhvr>
                                            <p:cTn id="68" dur="1000"/>
                                            <p:tgtEl>
                                              <p:spTgt spid="41">
                                                <p:txEl>
                                                  <p:pRg st="0" end="0"/>
                                                </p:txEl>
                                              </p:spTgt>
                                            </p:tgtEl>
                                          </p:cBhvr>
                                        </p:animEffect>
                                        <p:anim calcmode="lin" valueType="num">
                                          <p:cBhvr>
                                            <p:cTn id="69" dur="10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0" dur="100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4" grpId="0" animBg="1"/>
          <p:bldP spid="12" grpId="0" animBg="1"/>
          <p:bldP spid="13" grpId="0" animBg="1"/>
          <p:bldP spid="15" grpId="0" animBg="1"/>
          <p:bldP spid="16" grpId="0" animBg="1"/>
          <p:bldP spid="4" grpId="0" build="p"/>
          <p:bldP spid="5" grpId="0" build="p"/>
          <p:bldP spid="35" grpId="0" build="p"/>
          <p:bldP spid="36" grpId="0" build="p"/>
          <p:bldP spid="37" grpId="0" build="p"/>
          <p:bldP spid="38" grpId="0" build="p"/>
          <p:bldP spid="39" grpId="0" build="p"/>
          <p:bldP spid="40" grpId="0" build="p"/>
          <p:bldP spid="41" grpId="0" build="p"/>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15"/>
          <p:cNvSpPr>
            <a:spLocks noEditPoints="1"/>
          </p:cNvSpPr>
          <p:nvPr/>
        </p:nvSpPr>
        <p:spPr bwMode="auto">
          <a:xfrm>
            <a:off x="2316163" y="2047875"/>
            <a:ext cx="892175" cy="1730375"/>
          </a:xfrm>
          <a:custGeom>
            <a:avLst/>
            <a:gdLst>
              <a:gd name="T0" fmla="*/ 228 w 234"/>
              <a:gd name="T1" fmla="*/ 330 h 454"/>
              <a:gd name="T2" fmla="*/ 225 w 234"/>
              <a:gd name="T3" fmla="*/ 349 h 454"/>
              <a:gd name="T4" fmla="*/ 223 w 234"/>
              <a:gd name="T5" fmla="*/ 362 h 454"/>
              <a:gd name="T6" fmla="*/ 201 w 234"/>
              <a:gd name="T7" fmla="*/ 383 h 454"/>
              <a:gd name="T8" fmla="*/ 173 w 234"/>
              <a:gd name="T9" fmla="*/ 402 h 454"/>
              <a:gd name="T10" fmla="*/ 152 w 234"/>
              <a:gd name="T11" fmla="*/ 395 h 454"/>
              <a:gd name="T12" fmla="*/ 158 w 234"/>
              <a:gd name="T13" fmla="*/ 411 h 454"/>
              <a:gd name="T14" fmla="*/ 153 w 234"/>
              <a:gd name="T15" fmla="*/ 417 h 454"/>
              <a:gd name="T16" fmla="*/ 143 w 234"/>
              <a:gd name="T17" fmla="*/ 420 h 454"/>
              <a:gd name="T18" fmla="*/ 128 w 234"/>
              <a:gd name="T19" fmla="*/ 435 h 454"/>
              <a:gd name="T20" fmla="*/ 107 w 234"/>
              <a:gd name="T21" fmla="*/ 454 h 454"/>
              <a:gd name="T22" fmla="*/ 109 w 234"/>
              <a:gd name="T23" fmla="*/ 444 h 454"/>
              <a:gd name="T24" fmla="*/ 116 w 234"/>
              <a:gd name="T25" fmla="*/ 410 h 454"/>
              <a:gd name="T26" fmla="*/ 95 w 234"/>
              <a:gd name="T27" fmla="*/ 399 h 454"/>
              <a:gd name="T28" fmla="*/ 113 w 234"/>
              <a:gd name="T29" fmla="*/ 382 h 454"/>
              <a:gd name="T30" fmla="*/ 139 w 234"/>
              <a:gd name="T31" fmla="*/ 385 h 454"/>
              <a:gd name="T32" fmla="*/ 135 w 234"/>
              <a:gd name="T33" fmla="*/ 369 h 454"/>
              <a:gd name="T34" fmla="*/ 156 w 234"/>
              <a:gd name="T35" fmla="*/ 351 h 454"/>
              <a:gd name="T36" fmla="*/ 179 w 234"/>
              <a:gd name="T37" fmla="*/ 316 h 454"/>
              <a:gd name="T38" fmla="*/ 167 w 234"/>
              <a:gd name="T39" fmla="*/ 283 h 454"/>
              <a:gd name="T40" fmla="*/ 168 w 234"/>
              <a:gd name="T41" fmla="*/ 258 h 454"/>
              <a:gd name="T42" fmla="*/ 170 w 234"/>
              <a:gd name="T43" fmla="*/ 238 h 454"/>
              <a:gd name="T44" fmla="*/ 167 w 234"/>
              <a:gd name="T45" fmla="*/ 224 h 454"/>
              <a:gd name="T46" fmla="*/ 148 w 234"/>
              <a:gd name="T47" fmla="*/ 210 h 454"/>
              <a:gd name="T48" fmla="*/ 127 w 234"/>
              <a:gd name="T49" fmla="*/ 194 h 454"/>
              <a:gd name="T50" fmla="*/ 110 w 234"/>
              <a:gd name="T51" fmla="*/ 165 h 454"/>
              <a:gd name="T52" fmla="*/ 87 w 234"/>
              <a:gd name="T53" fmla="*/ 150 h 454"/>
              <a:gd name="T54" fmla="*/ 65 w 234"/>
              <a:gd name="T55" fmla="*/ 138 h 454"/>
              <a:gd name="T56" fmla="*/ 64 w 234"/>
              <a:gd name="T57" fmla="*/ 119 h 454"/>
              <a:gd name="T58" fmla="*/ 83 w 234"/>
              <a:gd name="T59" fmla="*/ 105 h 454"/>
              <a:gd name="T60" fmla="*/ 80 w 234"/>
              <a:gd name="T61" fmla="*/ 91 h 454"/>
              <a:gd name="T62" fmla="*/ 58 w 234"/>
              <a:gd name="T63" fmla="*/ 78 h 454"/>
              <a:gd name="T64" fmla="*/ 28 w 234"/>
              <a:gd name="T65" fmla="*/ 68 h 454"/>
              <a:gd name="T66" fmla="*/ 18 w 234"/>
              <a:gd name="T67" fmla="*/ 46 h 454"/>
              <a:gd name="T68" fmla="*/ 0 w 234"/>
              <a:gd name="T69" fmla="*/ 29 h 454"/>
              <a:gd name="T70" fmla="*/ 27 w 234"/>
              <a:gd name="T71" fmla="*/ 19 h 454"/>
              <a:gd name="T72" fmla="*/ 57 w 234"/>
              <a:gd name="T73" fmla="*/ 15 h 454"/>
              <a:gd name="T74" fmla="*/ 88 w 234"/>
              <a:gd name="T75" fmla="*/ 0 h 454"/>
              <a:gd name="T76" fmla="*/ 125 w 234"/>
              <a:gd name="T77" fmla="*/ 11 h 454"/>
              <a:gd name="T78" fmla="*/ 151 w 234"/>
              <a:gd name="T79" fmla="*/ 51 h 454"/>
              <a:gd name="T80" fmla="*/ 167 w 234"/>
              <a:gd name="T81" fmla="*/ 60 h 454"/>
              <a:gd name="T82" fmla="*/ 146 w 234"/>
              <a:gd name="T83" fmla="*/ 72 h 454"/>
              <a:gd name="T84" fmla="*/ 127 w 234"/>
              <a:gd name="T85" fmla="*/ 76 h 454"/>
              <a:gd name="T86" fmla="*/ 112 w 234"/>
              <a:gd name="T87" fmla="*/ 108 h 454"/>
              <a:gd name="T88" fmla="*/ 110 w 234"/>
              <a:gd name="T89" fmla="*/ 129 h 454"/>
              <a:gd name="T90" fmla="*/ 109 w 234"/>
              <a:gd name="T91" fmla="*/ 146 h 454"/>
              <a:gd name="T92" fmla="*/ 129 w 234"/>
              <a:gd name="T93" fmla="*/ 161 h 454"/>
              <a:gd name="T94" fmla="*/ 164 w 234"/>
              <a:gd name="T95" fmla="*/ 202 h 454"/>
              <a:gd name="T96" fmla="*/ 202 w 234"/>
              <a:gd name="T97" fmla="*/ 234 h 454"/>
              <a:gd name="T98" fmla="*/ 216 w 234"/>
              <a:gd name="T99" fmla="*/ 267 h 454"/>
              <a:gd name="T100" fmla="*/ 224 w 234"/>
              <a:gd name="T101" fmla="*/ 302 h 454"/>
              <a:gd name="T102" fmla="*/ 77 w 234"/>
              <a:gd name="T103" fmla="*/ 400 h 454"/>
              <a:gd name="T104" fmla="*/ 85 w 234"/>
              <a:gd name="T105" fmla="*/ 408 h 454"/>
              <a:gd name="T106" fmla="*/ 77 w 234"/>
              <a:gd name="T107" fmla="*/ 40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 h="454">
                <a:moveTo>
                  <a:pt x="234" y="326"/>
                </a:moveTo>
                <a:cubicBezTo>
                  <a:pt x="234" y="328"/>
                  <a:pt x="234" y="331"/>
                  <a:pt x="232" y="330"/>
                </a:cubicBezTo>
                <a:cubicBezTo>
                  <a:pt x="231" y="329"/>
                  <a:pt x="230" y="325"/>
                  <a:pt x="228" y="326"/>
                </a:cubicBezTo>
                <a:cubicBezTo>
                  <a:pt x="227" y="327"/>
                  <a:pt x="227" y="328"/>
                  <a:pt x="228" y="330"/>
                </a:cubicBezTo>
                <a:cubicBezTo>
                  <a:pt x="229" y="332"/>
                  <a:pt x="229" y="337"/>
                  <a:pt x="229" y="337"/>
                </a:cubicBezTo>
                <a:cubicBezTo>
                  <a:pt x="229" y="337"/>
                  <a:pt x="227" y="341"/>
                  <a:pt x="226" y="342"/>
                </a:cubicBezTo>
                <a:cubicBezTo>
                  <a:pt x="225" y="342"/>
                  <a:pt x="224" y="343"/>
                  <a:pt x="224" y="344"/>
                </a:cubicBezTo>
                <a:cubicBezTo>
                  <a:pt x="223" y="346"/>
                  <a:pt x="224" y="348"/>
                  <a:pt x="225" y="349"/>
                </a:cubicBezTo>
                <a:cubicBezTo>
                  <a:pt x="225" y="350"/>
                  <a:pt x="226" y="351"/>
                  <a:pt x="226" y="352"/>
                </a:cubicBezTo>
                <a:cubicBezTo>
                  <a:pt x="226" y="352"/>
                  <a:pt x="224" y="354"/>
                  <a:pt x="224" y="355"/>
                </a:cubicBezTo>
                <a:cubicBezTo>
                  <a:pt x="224" y="356"/>
                  <a:pt x="226" y="358"/>
                  <a:pt x="226" y="359"/>
                </a:cubicBezTo>
                <a:cubicBezTo>
                  <a:pt x="226" y="359"/>
                  <a:pt x="225" y="362"/>
                  <a:pt x="223" y="362"/>
                </a:cubicBezTo>
                <a:cubicBezTo>
                  <a:pt x="221" y="363"/>
                  <a:pt x="218" y="363"/>
                  <a:pt x="218" y="365"/>
                </a:cubicBezTo>
                <a:cubicBezTo>
                  <a:pt x="218" y="367"/>
                  <a:pt x="218" y="371"/>
                  <a:pt x="217" y="372"/>
                </a:cubicBezTo>
                <a:cubicBezTo>
                  <a:pt x="216" y="373"/>
                  <a:pt x="211" y="376"/>
                  <a:pt x="209" y="378"/>
                </a:cubicBezTo>
                <a:cubicBezTo>
                  <a:pt x="208" y="379"/>
                  <a:pt x="202" y="381"/>
                  <a:pt x="201" y="383"/>
                </a:cubicBezTo>
                <a:cubicBezTo>
                  <a:pt x="200" y="385"/>
                  <a:pt x="200" y="388"/>
                  <a:pt x="199" y="389"/>
                </a:cubicBezTo>
                <a:cubicBezTo>
                  <a:pt x="199" y="390"/>
                  <a:pt x="195" y="389"/>
                  <a:pt x="194" y="390"/>
                </a:cubicBezTo>
                <a:cubicBezTo>
                  <a:pt x="192" y="391"/>
                  <a:pt x="190" y="394"/>
                  <a:pt x="187" y="396"/>
                </a:cubicBezTo>
                <a:cubicBezTo>
                  <a:pt x="185" y="398"/>
                  <a:pt x="175" y="402"/>
                  <a:pt x="173" y="402"/>
                </a:cubicBezTo>
                <a:cubicBezTo>
                  <a:pt x="171" y="401"/>
                  <a:pt x="165" y="400"/>
                  <a:pt x="164" y="399"/>
                </a:cubicBezTo>
                <a:cubicBezTo>
                  <a:pt x="164" y="399"/>
                  <a:pt x="160" y="396"/>
                  <a:pt x="160" y="396"/>
                </a:cubicBezTo>
                <a:cubicBezTo>
                  <a:pt x="160" y="396"/>
                  <a:pt x="157" y="397"/>
                  <a:pt x="156" y="397"/>
                </a:cubicBezTo>
                <a:cubicBezTo>
                  <a:pt x="156" y="397"/>
                  <a:pt x="152" y="394"/>
                  <a:pt x="152" y="395"/>
                </a:cubicBezTo>
                <a:cubicBezTo>
                  <a:pt x="153" y="397"/>
                  <a:pt x="155" y="400"/>
                  <a:pt x="155" y="400"/>
                </a:cubicBezTo>
                <a:cubicBezTo>
                  <a:pt x="154" y="400"/>
                  <a:pt x="152" y="400"/>
                  <a:pt x="154" y="401"/>
                </a:cubicBezTo>
                <a:cubicBezTo>
                  <a:pt x="155" y="402"/>
                  <a:pt x="157" y="403"/>
                  <a:pt x="157" y="404"/>
                </a:cubicBezTo>
                <a:cubicBezTo>
                  <a:pt x="158" y="405"/>
                  <a:pt x="158" y="411"/>
                  <a:pt x="158" y="411"/>
                </a:cubicBezTo>
                <a:cubicBezTo>
                  <a:pt x="158" y="412"/>
                  <a:pt x="157" y="413"/>
                  <a:pt x="157" y="413"/>
                </a:cubicBezTo>
                <a:cubicBezTo>
                  <a:pt x="156" y="413"/>
                  <a:pt x="152" y="411"/>
                  <a:pt x="151" y="411"/>
                </a:cubicBezTo>
                <a:cubicBezTo>
                  <a:pt x="151" y="412"/>
                  <a:pt x="151" y="413"/>
                  <a:pt x="151" y="413"/>
                </a:cubicBezTo>
                <a:cubicBezTo>
                  <a:pt x="152" y="414"/>
                  <a:pt x="153" y="416"/>
                  <a:pt x="153" y="417"/>
                </a:cubicBezTo>
                <a:cubicBezTo>
                  <a:pt x="153" y="417"/>
                  <a:pt x="152" y="421"/>
                  <a:pt x="152" y="421"/>
                </a:cubicBezTo>
                <a:cubicBezTo>
                  <a:pt x="151" y="421"/>
                  <a:pt x="148" y="419"/>
                  <a:pt x="147" y="419"/>
                </a:cubicBezTo>
                <a:cubicBezTo>
                  <a:pt x="147" y="419"/>
                  <a:pt x="144" y="417"/>
                  <a:pt x="144" y="418"/>
                </a:cubicBezTo>
                <a:cubicBezTo>
                  <a:pt x="143" y="418"/>
                  <a:pt x="143" y="419"/>
                  <a:pt x="143" y="420"/>
                </a:cubicBezTo>
                <a:cubicBezTo>
                  <a:pt x="143" y="422"/>
                  <a:pt x="145" y="427"/>
                  <a:pt x="144" y="427"/>
                </a:cubicBezTo>
                <a:cubicBezTo>
                  <a:pt x="144" y="428"/>
                  <a:pt x="139" y="430"/>
                  <a:pt x="137" y="430"/>
                </a:cubicBezTo>
                <a:cubicBezTo>
                  <a:pt x="136" y="431"/>
                  <a:pt x="135" y="432"/>
                  <a:pt x="134" y="433"/>
                </a:cubicBezTo>
                <a:cubicBezTo>
                  <a:pt x="133" y="434"/>
                  <a:pt x="129" y="434"/>
                  <a:pt x="128" y="435"/>
                </a:cubicBezTo>
                <a:cubicBezTo>
                  <a:pt x="128" y="435"/>
                  <a:pt x="127" y="437"/>
                  <a:pt x="126" y="438"/>
                </a:cubicBezTo>
                <a:cubicBezTo>
                  <a:pt x="126" y="440"/>
                  <a:pt x="126" y="443"/>
                  <a:pt x="125" y="444"/>
                </a:cubicBezTo>
                <a:cubicBezTo>
                  <a:pt x="125" y="446"/>
                  <a:pt x="117" y="451"/>
                  <a:pt x="115" y="451"/>
                </a:cubicBezTo>
                <a:cubicBezTo>
                  <a:pt x="113" y="452"/>
                  <a:pt x="110" y="454"/>
                  <a:pt x="107" y="454"/>
                </a:cubicBezTo>
                <a:cubicBezTo>
                  <a:pt x="105" y="454"/>
                  <a:pt x="103" y="453"/>
                  <a:pt x="103" y="452"/>
                </a:cubicBezTo>
                <a:cubicBezTo>
                  <a:pt x="103" y="451"/>
                  <a:pt x="102" y="450"/>
                  <a:pt x="104" y="449"/>
                </a:cubicBezTo>
                <a:cubicBezTo>
                  <a:pt x="105" y="449"/>
                  <a:pt x="111" y="447"/>
                  <a:pt x="111" y="447"/>
                </a:cubicBezTo>
                <a:cubicBezTo>
                  <a:pt x="111" y="447"/>
                  <a:pt x="110" y="444"/>
                  <a:pt x="109" y="444"/>
                </a:cubicBezTo>
                <a:cubicBezTo>
                  <a:pt x="107" y="443"/>
                  <a:pt x="106" y="443"/>
                  <a:pt x="106" y="441"/>
                </a:cubicBezTo>
                <a:cubicBezTo>
                  <a:pt x="105" y="438"/>
                  <a:pt x="105" y="420"/>
                  <a:pt x="106" y="419"/>
                </a:cubicBezTo>
                <a:cubicBezTo>
                  <a:pt x="108" y="418"/>
                  <a:pt x="109" y="416"/>
                  <a:pt x="111" y="415"/>
                </a:cubicBezTo>
                <a:cubicBezTo>
                  <a:pt x="113" y="413"/>
                  <a:pt x="114" y="412"/>
                  <a:pt x="116" y="410"/>
                </a:cubicBezTo>
                <a:cubicBezTo>
                  <a:pt x="118" y="409"/>
                  <a:pt x="120" y="406"/>
                  <a:pt x="120" y="406"/>
                </a:cubicBezTo>
                <a:cubicBezTo>
                  <a:pt x="120" y="406"/>
                  <a:pt x="98" y="407"/>
                  <a:pt x="97" y="406"/>
                </a:cubicBezTo>
                <a:cubicBezTo>
                  <a:pt x="97" y="406"/>
                  <a:pt x="97" y="404"/>
                  <a:pt x="96" y="402"/>
                </a:cubicBezTo>
                <a:cubicBezTo>
                  <a:pt x="96" y="401"/>
                  <a:pt x="96" y="400"/>
                  <a:pt x="95" y="399"/>
                </a:cubicBezTo>
                <a:cubicBezTo>
                  <a:pt x="97" y="396"/>
                  <a:pt x="100" y="392"/>
                  <a:pt x="101" y="392"/>
                </a:cubicBezTo>
                <a:cubicBezTo>
                  <a:pt x="101" y="392"/>
                  <a:pt x="103" y="391"/>
                  <a:pt x="105" y="390"/>
                </a:cubicBezTo>
                <a:cubicBezTo>
                  <a:pt x="107" y="389"/>
                  <a:pt x="108" y="387"/>
                  <a:pt x="109" y="386"/>
                </a:cubicBezTo>
                <a:cubicBezTo>
                  <a:pt x="110" y="384"/>
                  <a:pt x="110" y="382"/>
                  <a:pt x="113" y="382"/>
                </a:cubicBezTo>
                <a:cubicBezTo>
                  <a:pt x="115" y="382"/>
                  <a:pt x="117" y="384"/>
                  <a:pt x="119" y="384"/>
                </a:cubicBezTo>
                <a:cubicBezTo>
                  <a:pt x="121" y="383"/>
                  <a:pt x="124" y="383"/>
                  <a:pt x="126" y="382"/>
                </a:cubicBezTo>
                <a:cubicBezTo>
                  <a:pt x="129" y="382"/>
                  <a:pt x="130" y="380"/>
                  <a:pt x="133" y="381"/>
                </a:cubicBezTo>
                <a:cubicBezTo>
                  <a:pt x="135" y="382"/>
                  <a:pt x="137" y="384"/>
                  <a:pt x="139" y="385"/>
                </a:cubicBezTo>
                <a:cubicBezTo>
                  <a:pt x="140" y="386"/>
                  <a:pt x="144" y="388"/>
                  <a:pt x="145" y="387"/>
                </a:cubicBezTo>
                <a:cubicBezTo>
                  <a:pt x="147" y="386"/>
                  <a:pt x="147" y="382"/>
                  <a:pt x="147" y="380"/>
                </a:cubicBezTo>
                <a:cubicBezTo>
                  <a:pt x="147" y="378"/>
                  <a:pt x="145" y="375"/>
                  <a:pt x="143" y="373"/>
                </a:cubicBezTo>
                <a:cubicBezTo>
                  <a:pt x="141" y="371"/>
                  <a:pt x="135" y="371"/>
                  <a:pt x="135" y="369"/>
                </a:cubicBezTo>
                <a:cubicBezTo>
                  <a:pt x="135" y="366"/>
                  <a:pt x="135" y="362"/>
                  <a:pt x="136" y="361"/>
                </a:cubicBezTo>
                <a:cubicBezTo>
                  <a:pt x="137" y="359"/>
                  <a:pt x="138" y="357"/>
                  <a:pt x="142" y="357"/>
                </a:cubicBezTo>
                <a:cubicBezTo>
                  <a:pt x="145" y="356"/>
                  <a:pt x="147" y="356"/>
                  <a:pt x="150" y="355"/>
                </a:cubicBezTo>
                <a:cubicBezTo>
                  <a:pt x="152" y="355"/>
                  <a:pt x="153" y="353"/>
                  <a:pt x="156" y="351"/>
                </a:cubicBezTo>
                <a:cubicBezTo>
                  <a:pt x="159" y="349"/>
                  <a:pt x="161" y="348"/>
                  <a:pt x="164" y="345"/>
                </a:cubicBezTo>
                <a:cubicBezTo>
                  <a:pt x="168" y="343"/>
                  <a:pt x="173" y="340"/>
                  <a:pt x="174" y="338"/>
                </a:cubicBezTo>
                <a:cubicBezTo>
                  <a:pt x="176" y="335"/>
                  <a:pt x="178" y="333"/>
                  <a:pt x="179" y="328"/>
                </a:cubicBezTo>
                <a:cubicBezTo>
                  <a:pt x="179" y="324"/>
                  <a:pt x="178" y="320"/>
                  <a:pt x="179" y="316"/>
                </a:cubicBezTo>
                <a:cubicBezTo>
                  <a:pt x="179" y="312"/>
                  <a:pt x="179" y="307"/>
                  <a:pt x="179" y="303"/>
                </a:cubicBezTo>
                <a:cubicBezTo>
                  <a:pt x="179" y="300"/>
                  <a:pt x="178" y="297"/>
                  <a:pt x="177" y="295"/>
                </a:cubicBezTo>
                <a:cubicBezTo>
                  <a:pt x="175" y="293"/>
                  <a:pt x="172" y="289"/>
                  <a:pt x="171" y="288"/>
                </a:cubicBezTo>
                <a:cubicBezTo>
                  <a:pt x="170" y="287"/>
                  <a:pt x="168" y="284"/>
                  <a:pt x="167" y="283"/>
                </a:cubicBezTo>
                <a:cubicBezTo>
                  <a:pt x="167" y="281"/>
                  <a:pt x="166" y="280"/>
                  <a:pt x="168" y="278"/>
                </a:cubicBezTo>
                <a:cubicBezTo>
                  <a:pt x="170" y="275"/>
                  <a:pt x="172" y="273"/>
                  <a:pt x="172" y="271"/>
                </a:cubicBezTo>
                <a:cubicBezTo>
                  <a:pt x="172" y="269"/>
                  <a:pt x="171" y="266"/>
                  <a:pt x="170" y="264"/>
                </a:cubicBezTo>
                <a:cubicBezTo>
                  <a:pt x="169" y="262"/>
                  <a:pt x="168" y="260"/>
                  <a:pt x="168" y="258"/>
                </a:cubicBezTo>
                <a:cubicBezTo>
                  <a:pt x="169" y="256"/>
                  <a:pt x="167" y="256"/>
                  <a:pt x="170" y="254"/>
                </a:cubicBezTo>
                <a:cubicBezTo>
                  <a:pt x="172" y="252"/>
                  <a:pt x="176" y="249"/>
                  <a:pt x="176" y="248"/>
                </a:cubicBezTo>
                <a:cubicBezTo>
                  <a:pt x="177" y="247"/>
                  <a:pt x="177" y="244"/>
                  <a:pt x="176" y="243"/>
                </a:cubicBezTo>
                <a:cubicBezTo>
                  <a:pt x="174" y="242"/>
                  <a:pt x="170" y="241"/>
                  <a:pt x="170" y="238"/>
                </a:cubicBezTo>
                <a:cubicBezTo>
                  <a:pt x="170" y="235"/>
                  <a:pt x="168" y="235"/>
                  <a:pt x="170" y="232"/>
                </a:cubicBezTo>
                <a:cubicBezTo>
                  <a:pt x="173" y="229"/>
                  <a:pt x="174" y="228"/>
                  <a:pt x="174" y="227"/>
                </a:cubicBezTo>
                <a:cubicBezTo>
                  <a:pt x="174" y="226"/>
                  <a:pt x="173" y="223"/>
                  <a:pt x="173" y="223"/>
                </a:cubicBezTo>
                <a:cubicBezTo>
                  <a:pt x="172" y="223"/>
                  <a:pt x="169" y="224"/>
                  <a:pt x="167" y="224"/>
                </a:cubicBezTo>
                <a:cubicBezTo>
                  <a:pt x="165" y="225"/>
                  <a:pt x="162" y="220"/>
                  <a:pt x="161" y="218"/>
                </a:cubicBezTo>
                <a:cubicBezTo>
                  <a:pt x="159" y="217"/>
                  <a:pt x="154" y="218"/>
                  <a:pt x="154" y="218"/>
                </a:cubicBezTo>
                <a:cubicBezTo>
                  <a:pt x="153" y="217"/>
                  <a:pt x="152" y="214"/>
                  <a:pt x="152" y="213"/>
                </a:cubicBezTo>
                <a:cubicBezTo>
                  <a:pt x="152" y="211"/>
                  <a:pt x="150" y="211"/>
                  <a:pt x="148" y="210"/>
                </a:cubicBezTo>
                <a:cubicBezTo>
                  <a:pt x="146" y="209"/>
                  <a:pt x="142" y="206"/>
                  <a:pt x="142" y="205"/>
                </a:cubicBezTo>
                <a:cubicBezTo>
                  <a:pt x="141" y="204"/>
                  <a:pt x="140" y="199"/>
                  <a:pt x="140" y="198"/>
                </a:cubicBezTo>
                <a:cubicBezTo>
                  <a:pt x="139" y="197"/>
                  <a:pt x="136" y="196"/>
                  <a:pt x="133" y="196"/>
                </a:cubicBezTo>
                <a:cubicBezTo>
                  <a:pt x="131" y="196"/>
                  <a:pt x="128" y="196"/>
                  <a:pt x="127" y="194"/>
                </a:cubicBezTo>
                <a:cubicBezTo>
                  <a:pt x="126" y="191"/>
                  <a:pt x="127" y="188"/>
                  <a:pt x="125" y="186"/>
                </a:cubicBezTo>
                <a:cubicBezTo>
                  <a:pt x="123" y="184"/>
                  <a:pt x="118" y="181"/>
                  <a:pt x="117" y="179"/>
                </a:cubicBezTo>
                <a:cubicBezTo>
                  <a:pt x="117" y="177"/>
                  <a:pt x="117" y="174"/>
                  <a:pt x="115" y="172"/>
                </a:cubicBezTo>
                <a:cubicBezTo>
                  <a:pt x="114" y="170"/>
                  <a:pt x="112" y="166"/>
                  <a:pt x="110" y="165"/>
                </a:cubicBezTo>
                <a:cubicBezTo>
                  <a:pt x="109" y="164"/>
                  <a:pt x="106" y="164"/>
                  <a:pt x="104" y="162"/>
                </a:cubicBezTo>
                <a:cubicBezTo>
                  <a:pt x="102" y="160"/>
                  <a:pt x="99" y="156"/>
                  <a:pt x="98" y="154"/>
                </a:cubicBezTo>
                <a:cubicBezTo>
                  <a:pt x="96" y="153"/>
                  <a:pt x="97" y="152"/>
                  <a:pt x="94" y="151"/>
                </a:cubicBezTo>
                <a:cubicBezTo>
                  <a:pt x="91" y="150"/>
                  <a:pt x="89" y="151"/>
                  <a:pt x="87" y="150"/>
                </a:cubicBezTo>
                <a:cubicBezTo>
                  <a:pt x="86" y="148"/>
                  <a:pt x="85" y="148"/>
                  <a:pt x="83" y="147"/>
                </a:cubicBezTo>
                <a:cubicBezTo>
                  <a:pt x="82" y="147"/>
                  <a:pt x="76" y="147"/>
                  <a:pt x="75" y="146"/>
                </a:cubicBezTo>
                <a:cubicBezTo>
                  <a:pt x="73" y="145"/>
                  <a:pt x="72" y="143"/>
                  <a:pt x="71" y="141"/>
                </a:cubicBezTo>
                <a:cubicBezTo>
                  <a:pt x="70" y="140"/>
                  <a:pt x="65" y="139"/>
                  <a:pt x="65" y="138"/>
                </a:cubicBezTo>
                <a:cubicBezTo>
                  <a:pt x="64" y="137"/>
                  <a:pt x="63" y="134"/>
                  <a:pt x="65" y="132"/>
                </a:cubicBezTo>
                <a:cubicBezTo>
                  <a:pt x="66" y="131"/>
                  <a:pt x="67" y="129"/>
                  <a:pt x="66" y="128"/>
                </a:cubicBezTo>
                <a:cubicBezTo>
                  <a:pt x="64" y="127"/>
                  <a:pt x="62" y="124"/>
                  <a:pt x="61" y="123"/>
                </a:cubicBezTo>
                <a:cubicBezTo>
                  <a:pt x="61" y="123"/>
                  <a:pt x="63" y="120"/>
                  <a:pt x="64" y="119"/>
                </a:cubicBezTo>
                <a:cubicBezTo>
                  <a:pt x="66" y="118"/>
                  <a:pt x="69" y="118"/>
                  <a:pt x="71" y="117"/>
                </a:cubicBezTo>
                <a:cubicBezTo>
                  <a:pt x="73" y="117"/>
                  <a:pt x="75" y="117"/>
                  <a:pt x="78" y="115"/>
                </a:cubicBezTo>
                <a:cubicBezTo>
                  <a:pt x="80" y="114"/>
                  <a:pt x="82" y="113"/>
                  <a:pt x="82" y="111"/>
                </a:cubicBezTo>
                <a:cubicBezTo>
                  <a:pt x="83" y="109"/>
                  <a:pt x="83" y="106"/>
                  <a:pt x="83" y="105"/>
                </a:cubicBezTo>
                <a:cubicBezTo>
                  <a:pt x="84" y="104"/>
                  <a:pt x="84" y="103"/>
                  <a:pt x="86" y="102"/>
                </a:cubicBezTo>
                <a:cubicBezTo>
                  <a:pt x="87" y="101"/>
                  <a:pt x="89" y="101"/>
                  <a:pt x="89" y="99"/>
                </a:cubicBezTo>
                <a:cubicBezTo>
                  <a:pt x="89" y="98"/>
                  <a:pt x="89" y="96"/>
                  <a:pt x="85" y="95"/>
                </a:cubicBezTo>
                <a:cubicBezTo>
                  <a:pt x="82" y="93"/>
                  <a:pt x="81" y="94"/>
                  <a:pt x="80" y="91"/>
                </a:cubicBezTo>
                <a:cubicBezTo>
                  <a:pt x="80" y="88"/>
                  <a:pt x="80" y="85"/>
                  <a:pt x="79" y="84"/>
                </a:cubicBezTo>
                <a:cubicBezTo>
                  <a:pt x="78" y="83"/>
                  <a:pt x="74" y="82"/>
                  <a:pt x="72" y="80"/>
                </a:cubicBezTo>
                <a:cubicBezTo>
                  <a:pt x="70" y="78"/>
                  <a:pt x="70" y="76"/>
                  <a:pt x="67" y="76"/>
                </a:cubicBezTo>
                <a:cubicBezTo>
                  <a:pt x="64" y="76"/>
                  <a:pt x="58" y="76"/>
                  <a:pt x="58" y="78"/>
                </a:cubicBezTo>
                <a:cubicBezTo>
                  <a:pt x="57" y="79"/>
                  <a:pt x="57" y="81"/>
                  <a:pt x="53" y="80"/>
                </a:cubicBezTo>
                <a:cubicBezTo>
                  <a:pt x="50" y="80"/>
                  <a:pt x="49" y="77"/>
                  <a:pt x="46" y="77"/>
                </a:cubicBezTo>
                <a:cubicBezTo>
                  <a:pt x="43" y="77"/>
                  <a:pt x="36" y="78"/>
                  <a:pt x="34" y="76"/>
                </a:cubicBezTo>
                <a:cubicBezTo>
                  <a:pt x="33" y="75"/>
                  <a:pt x="29" y="69"/>
                  <a:pt x="28" y="68"/>
                </a:cubicBezTo>
                <a:cubicBezTo>
                  <a:pt x="27" y="66"/>
                  <a:pt x="24" y="63"/>
                  <a:pt x="22" y="61"/>
                </a:cubicBezTo>
                <a:cubicBezTo>
                  <a:pt x="20" y="59"/>
                  <a:pt x="18" y="59"/>
                  <a:pt x="19" y="57"/>
                </a:cubicBezTo>
                <a:cubicBezTo>
                  <a:pt x="20" y="55"/>
                  <a:pt x="22" y="53"/>
                  <a:pt x="21" y="51"/>
                </a:cubicBezTo>
                <a:cubicBezTo>
                  <a:pt x="20" y="49"/>
                  <a:pt x="20" y="48"/>
                  <a:pt x="18" y="46"/>
                </a:cubicBezTo>
                <a:cubicBezTo>
                  <a:pt x="16" y="44"/>
                  <a:pt x="15" y="42"/>
                  <a:pt x="13" y="40"/>
                </a:cubicBezTo>
                <a:cubicBezTo>
                  <a:pt x="11" y="38"/>
                  <a:pt x="10" y="35"/>
                  <a:pt x="6" y="34"/>
                </a:cubicBezTo>
                <a:cubicBezTo>
                  <a:pt x="2" y="33"/>
                  <a:pt x="1" y="33"/>
                  <a:pt x="1" y="33"/>
                </a:cubicBezTo>
                <a:cubicBezTo>
                  <a:pt x="0" y="29"/>
                  <a:pt x="0" y="29"/>
                  <a:pt x="0" y="29"/>
                </a:cubicBezTo>
                <a:cubicBezTo>
                  <a:pt x="0" y="29"/>
                  <a:pt x="4" y="23"/>
                  <a:pt x="4" y="21"/>
                </a:cubicBezTo>
                <a:cubicBezTo>
                  <a:pt x="4" y="20"/>
                  <a:pt x="13" y="20"/>
                  <a:pt x="15" y="21"/>
                </a:cubicBezTo>
                <a:cubicBezTo>
                  <a:pt x="16" y="21"/>
                  <a:pt x="22" y="24"/>
                  <a:pt x="22" y="24"/>
                </a:cubicBezTo>
                <a:cubicBezTo>
                  <a:pt x="22" y="24"/>
                  <a:pt x="26" y="19"/>
                  <a:pt x="27" y="19"/>
                </a:cubicBezTo>
                <a:cubicBezTo>
                  <a:pt x="29" y="19"/>
                  <a:pt x="30" y="22"/>
                  <a:pt x="32" y="21"/>
                </a:cubicBezTo>
                <a:cubicBezTo>
                  <a:pt x="34" y="21"/>
                  <a:pt x="37" y="19"/>
                  <a:pt x="38" y="19"/>
                </a:cubicBezTo>
                <a:cubicBezTo>
                  <a:pt x="39" y="19"/>
                  <a:pt x="43" y="22"/>
                  <a:pt x="47" y="20"/>
                </a:cubicBezTo>
                <a:cubicBezTo>
                  <a:pt x="51" y="18"/>
                  <a:pt x="54" y="15"/>
                  <a:pt x="57" y="15"/>
                </a:cubicBezTo>
                <a:cubicBezTo>
                  <a:pt x="59" y="14"/>
                  <a:pt x="63" y="15"/>
                  <a:pt x="65" y="14"/>
                </a:cubicBezTo>
                <a:cubicBezTo>
                  <a:pt x="66" y="14"/>
                  <a:pt x="71" y="6"/>
                  <a:pt x="72" y="4"/>
                </a:cubicBezTo>
                <a:cubicBezTo>
                  <a:pt x="73" y="2"/>
                  <a:pt x="73" y="4"/>
                  <a:pt x="79" y="3"/>
                </a:cubicBezTo>
                <a:cubicBezTo>
                  <a:pt x="85" y="1"/>
                  <a:pt x="88" y="1"/>
                  <a:pt x="88" y="0"/>
                </a:cubicBezTo>
                <a:cubicBezTo>
                  <a:pt x="89" y="0"/>
                  <a:pt x="94" y="4"/>
                  <a:pt x="94" y="6"/>
                </a:cubicBezTo>
                <a:cubicBezTo>
                  <a:pt x="94" y="8"/>
                  <a:pt x="102" y="10"/>
                  <a:pt x="105" y="11"/>
                </a:cubicBezTo>
                <a:cubicBezTo>
                  <a:pt x="107" y="11"/>
                  <a:pt x="113" y="12"/>
                  <a:pt x="116" y="12"/>
                </a:cubicBezTo>
                <a:cubicBezTo>
                  <a:pt x="120" y="13"/>
                  <a:pt x="125" y="10"/>
                  <a:pt x="125" y="11"/>
                </a:cubicBezTo>
                <a:cubicBezTo>
                  <a:pt x="126" y="11"/>
                  <a:pt x="127" y="19"/>
                  <a:pt x="126" y="21"/>
                </a:cubicBezTo>
                <a:cubicBezTo>
                  <a:pt x="125" y="23"/>
                  <a:pt x="124" y="26"/>
                  <a:pt x="123" y="28"/>
                </a:cubicBezTo>
                <a:cubicBezTo>
                  <a:pt x="122" y="30"/>
                  <a:pt x="126" y="35"/>
                  <a:pt x="127" y="37"/>
                </a:cubicBezTo>
                <a:cubicBezTo>
                  <a:pt x="127" y="39"/>
                  <a:pt x="147" y="49"/>
                  <a:pt x="151" y="51"/>
                </a:cubicBezTo>
                <a:cubicBezTo>
                  <a:pt x="154" y="54"/>
                  <a:pt x="161" y="51"/>
                  <a:pt x="163" y="51"/>
                </a:cubicBezTo>
                <a:cubicBezTo>
                  <a:pt x="164" y="52"/>
                  <a:pt x="168" y="53"/>
                  <a:pt x="170" y="54"/>
                </a:cubicBezTo>
                <a:cubicBezTo>
                  <a:pt x="170" y="54"/>
                  <a:pt x="170" y="54"/>
                  <a:pt x="169" y="55"/>
                </a:cubicBezTo>
                <a:cubicBezTo>
                  <a:pt x="169" y="56"/>
                  <a:pt x="168" y="59"/>
                  <a:pt x="167" y="60"/>
                </a:cubicBezTo>
                <a:cubicBezTo>
                  <a:pt x="166" y="61"/>
                  <a:pt x="161" y="60"/>
                  <a:pt x="160" y="62"/>
                </a:cubicBezTo>
                <a:cubicBezTo>
                  <a:pt x="158" y="63"/>
                  <a:pt x="156" y="64"/>
                  <a:pt x="154" y="64"/>
                </a:cubicBezTo>
                <a:cubicBezTo>
                  <a:pt x="151" y="64"/>
                  <a:pt x="147" y="63"/>
                  <a:pt x="146" y="64"/>
                </a:cubicBezTo>
                <a:cubicBezTo>
                  <a:pt x="146" y="66"/>
                  <a:pt x="146" y="71"/>
                  <a:pt x="146" y="72"/>
                </a:cubicBezTo>
                <a:cubicBezTo>
                  <a:pt x="145" y="73"/>
                  <a:pt x="144" y="75"/>
                  <a:pt x="142" y="75"/>
                </a:cubicBezTo>
                <a:cubicBezTo>
                  <a:pt x="140" y="74"/>
                  <a:pt x="139" y="73"/>
                  <a:pt x="137" y="74"/>
                </a:cubicBezTo>
                <a:cubicBezTo>
                  <a:pt x="135" y="76"/>
                  <a:pt x="132" y="77"/>
                  <a:pt x="131" y="77"/>
                </a:cubicBezTo>
                <a:cubicBezTo>
                  <a:pt x="130" y="76"/>
                  <a:pt x="129" y="73"/>
                  <a:pt x="127" y="76"/>
                </a:cubicBezTo>
                <a:cubicBezTo>
                  <a:pt x="126" y="78"/>
                  <a:pt x="126" y="94"/>
                  <a:pt x="126" y="96"/>
                </a:cubicBezTo>
                <a:cubicBezTo>
                  <a:pt x="126" y="99"/>
                  <a:pt x="121" y="101"/>
                  <a:pt x="121" y="102"/>
                </a:cubicBezTo>
                <a:cubicBezTo>
                  <a:pt x="120" y="104"/>
                  <a:pt x="120" y="105"/>
                  <a:pt x="118" y="106"/>
                </a:cubicBezTo>
                <a:cubicBezTo>
                  <a:pt x="116" y="107"/>
                  <a:pt x="112" y="107"/>
                  <a:pt x="112" y="108"/>
                </a:cubicBezTo>
                <a:cubicBezTo>
                  <a:pt x="111" y="108"/>
                  <a:pt x="111" y="112"/>
                  <a:pt x="110" y="113"/>
                </a:cubicBezTo>
                <a:cubicBezTo>
                  <a:pt x="108" y="114"/>
                  <a:pt x="107" y="118"/>
                  <a:pt x="108" y="119"/>
                </a:cubicBezTo>
                <a:cubicBezTo>
                  <a:pt x="109" y="119"/>
                  <a:pt x="111" y="122"/>
                  <a:pt x="111" y="123"/>
                </a:cubicBezTo>
                <a:cubicBezTo>
                  <a:pt x="111" y="124"/>
                  <a:pt x="110" y="127"/>
                  <a:pt x="110" y="129"/>
                </a:cubicBezTo>
                <a:cubicBezTo>
                  <a:pt x="109" y="131"/>
                  <a:pt x="108" y="133"/>
                  <a:pt x="107" y="135"/>
                </a:cubicBezTo>
                <a:cubicBezTo>
                  <a:pt x="106" y="137"/>
                  <a:pt x="106" y="138"/>
                  <a:pt x="107" y="139"/>
                </a:cubicBezTo>
                <a:cubicBezTo>
                  <a:pt x="108" y="141"/>
                  <a:pt x="110" y="141"/>
                  <a:pt x="110" y="142"/>
                </a:cubicBezTo>
                <a:cubicBezTo>
                  <a:pt x="110" y="143"/>
                  <a:pt x="110" y="145"/>
                  <a:pt x="109" y="146"/>
                </a:cubicBezTo>
                <a:cubicBezTo>
                  <a:pt x="108" y="147"/>
                  <a:pt x="108" y="147"/>
                  <a:pt x="109" y="148"/>
                </a:cubicBezTo>
                <a:cubicBezTo>
                  <a:pt x="111" y="149"/>
                  <a:pt x="113" y="150"/>
                  <a:pt x="117" y="152"/>
                </a:cubicBezTo>
                <a:cubicBezTo>
                  <a:pt x="120" y="153"/>
                  <a:pt x="120" y="154"/>
                  <a:pt x="122" y="157"/>
                </a:cubicBezTo>
                <a:cubicBezTo>
                  <a:pt x="125" y="159"/>
                  <a:pt x="126" y="161"/>
                  <a:pt x="129" y="161"/>
                </a:cubicBezTo>
                <a:cubicBezTo>
                  <a:pt x="131" y="162"/>
                  <a:pt x="133" y="162"/>
                  <a:pt x="134" y="163"/>
                </a:cubicBezTo>
                <a:cubicBezTo>
                  <a:pt x="134" y="165"/>
                  <a:pt x="134" y="176"/>
                  <a:pt x="135" y="178"/>
                </a:cubicBezTo>
                <a:cubicBezTo>
                  <a:pt x="136" y="181"/>
                  <a:pt x="138" y="185"/>
                  <a:pt x="141" y="187"/>
                </a:cubicBezTo>
                <a:cubicBezTo>
                  <a:pt x="144" y="189"/>
                  <a:pt x="161" y="201"/>
                  <a:pt x="164" y="202"/>
                </a:cubicBezTo>
                <a:cubicBezTo>
                  <a:pt x="167" y="204"/>
                  <a:pt x="172" y="207"/>
                  <a:pt x="175" y="209"/>
                </a:cubicBezTo>
                <a:cubicBezTo>
                  <a:pt x="177" y="211"/>
                  <a:pt x="182" y="215"/>
                  <a:pt x="184" y="217"/>
                </a:cubicBezTo>
                <a:cubicBezTo>
                  <a:pt x="186" y="219"/>
                  <a:pt x="185" y="219"/>
                  <a:pt x="188" y="222"/>
                </a:cubicBezTo>
                <a:cubicBezTo>
                  <a:pt x="192" y="225"/>
                  <a:pt x="199" y="230"/>
                  <a:pt x="202" y="234"/>
                </a:cubicBezTo>
                <a:cubicBezTo>
                  <a:pt x="204" y="239"/>
                  <a:pt x="204" y="240"/>
                  <a:pt x="206" y="244"/>
                </a:cubicBezTo>
                <a:cubicBezTo>
                  <a:pt x="207" y="248"/>
                  <a:pt x="209" y="250"/>
                  <a:pt x="210" y="252"/>
                </a:cubicBezTo>
                <a:cubicBezTo>
                  <a:pt x="212" y="255"/>
                  <a:pt x="212" y="258"/>
                  <a:pt x="213" y="260"/>
                </a:cubicBezTo>
                <a:cubicBezTo>
                  <a:pt x="214" y="262"/>
                  <a:pt x="215" y="264"/>
                  <a:pt x="216" y="267"/>
                </a:cubicBezTo>
                <a:cubicBezTo>
                  <a:pt x="218" y="269"/>
                  <a:pt x="217" y="278"/>
                  <a:pt x="219" y="280"/>
                </a:cubicBezTo>
                <a:cubicBezTo>
                  <a:pt x="221" y="282"/>
                  <a:pt x="223" y="285"/>
                  <a:pt x="223" y="287"/>
                </a:cubicBezTo>
                <a:cubicBezTo>
                  <a:pt x="224" y="289"/>
                  <a:pt x="224" y="291"/>
                  <a:pt x="224" y="294"/>
                </a:cubicBezTo>
                <a:cubicBezTo>
                  <a:pt x="224" y="297"/>
                  <a:pt x="224" y="299"/>
                  <a:pt x="224" y="302"/>
                </a:cubicBezTo>
                <a:cubicBezTo>
                  <a:pt x="224" y="304"/>
                  <a:pt x="223" y="305"/>
                  <a:pt x="225" y="310"/>
                </a:cubicBezTo>
                <a:cubicBezTo>
                  <a:pt x="227" y="314"/>
                  <a:pt x="228" y="314"/>
                  <a:pt x="231" y="318"/>
                </a:cubicBezTo>
                <a:cubicBezTo>
                  <a:pt x="233" y="323"/>
                  <a:pt x="234" y="324"/>
                  <a:pt x="234" y="326"/>
                </a:cubicBezTo>
                <a:close/>
                <a:moveTo>
                  <a:pt x="77" y="400"/>
                </a:moveTo>
                <a:cubicBezTo>
                  <a:pt x="78" y="402"/>
                  <a:pt x="79" y="402"/>
                  <a:pt x="79" y="402"/>
                </a:cubicBezTo>
                <a:cubicBezTo>
                  <a:pt x="79" y="403"/>
                  <a:pt x="78" y="404"/>
                  <a:pt x="79" y="406"/>
                </a:cubicBezTo>
                <a:cubicBezTo>
                  <a:pt x="80" y="408"/>
                  <a:pt x="78" y="410"/>
                  <a:pt x="81" y="410"/>
                </a:cubicBezTo>
                <a:cubicBezTo>
                  <a:pt x="83" y="410"/>
                  <a:pt x="85" y="411"/>
                  <a:pt x="85" y="408"/>
                </a:cubicBezTo>
                <a:cubicBezTo>
                  <a:pt x="86" y="405"/>
                  <a:pt x="86" y="402"/>
                  <a:pt x="86" y="401"/>
                </a:cubicBezTo>
                <a:cubicBezTo>
                  <a:pt x="85" y="400"/>
                  <a:pt x="86" y="398"/>
                  <a:pt x="84" y="398"/>
                </a:cubicBezTo>
                <a:cubicBezTo>
                  <a:pt x="83" y="398"/>
                  <a:pt x="79" y="399"/>
                  <a:pt x="79" y="399"/>
                </a:cubicBezTo>
                <a:cubicBezTo>
                  <a:pt x="78" y="400"/>
                  <a:pt x="77" y="400"/>
                  <a:pt x="77" y="400"/>
                </a:cubicBezTo>
                <a:close/>
              </a:path>
            </a:pathLst>
          </a:custGeom>
          <a:solidFill>
            <a:schemeClr val="accent3"/>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p:cNvSpPr>
          <p:nvPr/>
        </p:nvSpPr>
        <p:spPr bwMode="auto">
          <a:xfrm>
            <a:off x="1836738" y="2390775"/>
            <a:ext cx="930275" cy="1711325"/>
          </a:xfrm>
          <a:custGeom>
            <a:avLst/>
            <a:gdLst>
              <a:gd name="T0" fmla="*/ 226 w 244"/>
              <a:gd name="T1" fmla="*/ 135 h 449"/>
              <a:gd name="T2" fmla="*/ 215 w 244"/>
              <a:gd name="T3" fmla="*/ 108 h 449"/>
              <a:gd name="T4" fmla="*/ 191 w 244"/>
              <a:gd name="T5" fmla="*/ 72 h 449"/>
              <a:gd name="T6" fmla="*/ 168 w 244"/>
              <a:gd name="T7" fmla="*/ 71 h 449"/>
              <a:gd name="T8" fmla="*/ 146 w 244"/>
              <a:gd name="T9" fmla="*/ 78 h 449"/>
              <a:gd name="T10" fmla="*/ 122 w 244"/>
              <a:gd name="T11" fmla="*/ 76 h 449"/>
              <a:gd name="T12" fmla="*/ 106 w 244"/>
              <a:gd name="T13" fmla="*/ 75 h 449"/>
              <a:gd name="T14" fmla="*/ 104 w 244"/>
              <a:gd name="T15" fmla="*/ 42 h 449"/>
              <a:gd name="T16" fmla="*/ 87 w 244"/>
              <a:gd name="T17" fmla="*/ 33 h 449"/>
              <a:gd name="T18" fmla="*/ 78 w 244"/>
              <a:gd name="T19" fmla="*/ 5 h 449"/>
              <a:gd name="T20" fmla="*/ 57 w 244"/>
              <a:gd name="T21" fmla="*/ 4 h 449"/>
              <a:gd name="T22" fmla="*/ 41 w 244"/>
              <a:gd name="T23" fmla="*/ 27 h 449"/>
              <a:gd name="T24" fmla="*/ 16 w 244"/>
              <a:gd name="T25" fmla="*/ 45 h 449"/>
              <a:gd name="T26" fmla="*/ 6 w 244"/>
              <a:gd name="T27" fmla="*/ 73 h 449"/>
              <a:gd name="T28" fmla="*/ 38 w 244"/>
              <a:gd name="T29" fmla="*/ 117 h 449"/>
              <a:gd name="T30" fmla="*/ 40 w 244"/>
              <a:gd name="T31" fmla="*/ 144 h 449"/>
              <a:gd name="T32" fmla="*/ 43 w 244"/>
              <a:gd name="T33" fmla="*/ 182 h 449"/>
              <a:gd name="T34" fmla="*/ 71 w 244"/>
              <a:gd name="T35" fmla="*/ 243 h 449"/>
              <a:gd name="T36" fmla="*/ 67 w 244"/>
              <a:gd name="T37" fmla="*/ 286 h 449"/>
              <a:gd name="T38" fmla="*/ 54 w 244"/>
              <a:gd name="T39" fmla="*/ 319 h 449"/>
              <a:gd name="T40" fmla="*/ 51 w 244"/>
              <a:gd name="T41" fmla="*/ 337 h 449"/>
              <a:gd name="T42" fmla="*/ 43 w 244"/>
              <a:gd name="T43" fmla="*/ 364 h 449"/>
              <a:gd name="T44" fmla="*/ 61 w 244"/>
              <a:gd name="T45" fmla="*/ 378 h 449"/>
              <a:gd name="T46" fmla="*/ 79 w 244"/>
              <a:gd name="T47" fmla="*/ 398 h 449"/>
              <a:gd name="T48" fmla="*/ 96 w 244"/>
              <a:gd name="T49" fmla="*/ 422 h 449"/>
              <a:gd name="T50" fmla="*/ 118 w 244"/>
              <a:gd name="T51" fmla="*/ 424 h 449"/>
              <a:gd name="T52" fmla="*/ 127 w 244"/>
              <a:gd name="T53" fmla="*/ 444 h 449"/>
              <a:gd name="T54" fmla="*/ 154 w 244"/>
              <a:gd name="T55" fmla="*/ 443 h 449"/>
              <a:gd name="T56" fmla="*/ 146 w 244"/>
              <a:gd name="T57" fmla="*/ 426 h 449"/>
              <a:gd name="T58" fmla="*/ 124 w 244"/>
              <a:gd name="T59" fmla="*/ 411 h 449"/>
              <a:gd name="T60" fmla="*/ 110 w 244"/>
              <a:gd name="T61" fmla="*/ 401 h 449"/>
              <a:gd name="T62" fmla="*/ 112 w 244"/>
              <a:gd name="T63" fmla="*/ 389 h 449"/>
              <a:gd name="T64" fmla="*/ 106 w 244"/>
              <a:gd name="T65" fmla="*/ 371 h 449"/>
              <a:gd name="T66" fmla="*/ 96 w 244"/>
              <a:gd name="T67" fmla="*/ 363 h 449"/>
              <a:gd name="T68" fmla="*/ 89 w 244"/>
              <a:gd name="T69" fmla="*/ 346 h 449"/>
              <a:gd name="T70" fmla="*/ 74 w 244"/>
              <a:gd name="T71" fmla="*/ 343 h 449"/>
              <a:gd name="T72" fmla="*/ 70 w 244"/>
              <a:gd name="T73" fmla="*/ 325 h 449"/>
              <a:gd name="T74" fmla="*/ 69 w 244"/>
              <a:gd name="T75" fmla="*/ 313 h 449"/>
              <a:gd name="T76" fmla="*/ 77 w 244"/>
              <a:gd name="T77" fmla="*/ 294 h 449"/>
              <a:gd name="T78" fmla="*/ 83 w 244"/>
              <a:gd name="T79" fmla="*/ 263 h 449"/>
              <a:gd name="T80" fmla="*/ 87 w 244"/>
              <a:gd name="T81" fmla="*/ 245 h 449"/>
              <a:gd name="T82" fmla="*/ 89 w 244"/>
              <a:gd name="T83" fmla="*/ 226 h 449"/>
              <a:gd name="T84" fmla="*/ 100 w 244"/>
              <a:gd name="T85" fmla="*/ 218 h 449"/>
              <a:gd name="T86" fmla="*/ 112 w 244"/>
              <a:gd name="T87" fmla="*/ 230 h 449"/>
              <a:gd name="T88" fmla="*/ 119 w 244"/>
              <a:gd name="T89" fmla="*/ 243 h 449"/>
              <a:gd name="T90" fmla="*/ 136 w 244"/>
              <a:gd name="T91" fmla="*/ 241 h 449"/>
              <a:gd name="T92" fmla="*/ 160 w 244"/>
              <a:gd name="T93" fmla="*/ 259 h 449"/>
              <a:gd name="T94" fmla="*/ 157 w 244"/>
              <a:gd name="T95" fmla="*/ 228 h 449"/>
              <a:gd name="T96" fmla="*/ 172 w 244"/>
              <a:gd name="T97" fmla="*/ 188 h 449"/>
              <a:gd name="T98" fmla="*/ 208 w 244"/>
              <a:gd name="T99" fmla="*/ 184 h 449"/>
              <a:gd name="T100" fmla="*/ 235 w 244"/>
              <a:gd name="T101" fmla="*/ 187 h 449"/>
              <a:gd name="T102" fmla="*/ 241 w 244"/>
              <a:gd name="T103" fmla="*/ 162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449">
                <a:moveTo>
                  <a:pt x="242" y="146"/>
                </a:moveTo>
                <a:cubicBezTo>
                  <a:pt x="239" y="145"/>
                  <a:pt x="237" y="142"/>
                  <a:pt x="237" y="141"/>
                </a:cubicBezTo>
                <a:cubicBezTo>
                  <a:pt x="236" y="140"/>
                  <a:pt x="237" y="137"/>
                  <a:pt x="234" y="136"/>
                </a:cubicBezTo>
                <a:cubicBezTo>
                  <a:pt x="231" y="136"/>
                  <a:pt x="228" y="136"/>
                  <a:pt x="226" y="135"/>
                </a:cubicBezTo>
                <a:cubicBezTo>
                  <a:pt x="224" y="134"/>
                  <a:pt x="222" y="131"/>
                  <a:pt x="221" y="130"/>
                </a:cubicBezTo>
                <a:cubicBezTo>
                  <a:pt x="219" y="129"/>
                  <a:pt x="216" y="127"/>
                  <a:pt x="216" y="125"/>
                </a:cubicBezTo>
                <a:cubicBezTo>
                  <a:pt x="216" y="123"/>
                  <a:pt x="217" y="120"/>
                  <a:pt x="217" y="117"/>
                </a:cubicBezTo>
                <a:cubicBezTo>
                  <a:pt x="217" y="114"/>
                  <a:pt x="215" y="110"/>
                  <a:pt x="215" y="108"/>
                </a:cubicBezTo>
                <a:cubicBezTo>
                  <a:pt x="215" y="107"/>
                  <a:pt x="215" y="107"/>
                  <a:pt x="216" y="103"/>
                </a:cubicBezTo>
                <a:cubicBezTo>
                  <a:pt x="217" y="100"/>
                  <a:pt x="215" y="91"/>
                  <a:pt x="211" y="88"/>
                </a:cubicBezTo>
                <a:cubicBezTo>
                  <a:pt x="206" y="86"/>
                  <a:pt x="201" y="84"/>
                  <a:pt x="197" y="79"/>
                </a:cubicBezTo>
                <a:cubicBezTo>
                  <a:pt x="194" y="75"/>
                  <a:pt x="193" y="73"/>
                  <a:pt x="191" y="72"/>
                </a:cubicBezTo>
                <a:cubicBezTo>
                  <a:pt x="189" y="71"/>
                  <a:pt x="185" y="68"/>
                  <a:pt x="183" y="67"/>
                </a:cubicBezTo>
                <a:cubicBezTo>
                  <a:pt x="181" y="66"/>
                  <a:pt x="179" y="65"/>
                  <a:pt x="177" y="66"/>
                </a:cubicBezTo>
                <a:cubicBezTo>
                  <a:pt x="175" y="67"/>
                  <a:pt x="174" y="68"/>
                  <a:pt x="172" y="68"/>
                </a:cubicBezTo>
                <a:cubicBezTo>
                  <a:pt x="169" y="68"/>
                  <a:pt x="168" y="68"/>
                  <a:pt x="168" y="71"/>
                </a:cubicBezTo>
                <a:cubicBezTo>
                  <a:pt x="167" y="74"/>
                  <a:pt x="167" y="73"/>
                  <a:pt x="166" y="76"/>
                </a:cubicBezTo>
                <a:cubicBezTo>
                  <a:pt x="165" y="79"/>
                  <a:pt x="165" y="82"/>
                  <a:pt x="162" y="82"/>
                </a:cubicBezTo>
                <a:cubicBezTo>
                  <a:pt x="160" y="82"/>
                  <a:pt x="154" y="84"/>
                  <a:pt x="151" y="82"/>
                </a:cubicBezTo>
                <a:cubicBezTo>
                  <a:pt x="149" y="80"/>
                  <a:pt x="150" y="78"/>
                  <a:pt x="146" y="78"/>
                </a:cubicBezTo>
                <a:cubicBezTo>
                  <a:pt x="142" y="77"/>
                  <a:pt x="140" y="77"/>
                  <a:pt x="138" y="76"/>
                </a:cubicBezTo>
                <a:cubicBezTo>
                  <a:pt x="136" y="75"/>
                  <a:pt x="132" y="73"/>
                  <a:pt x="130" y="72"/>
                </a:cubicBezTo>
                <a:cubicBezTo>
                  <a:pt x="129" y="72"/>
                  <a:pt x="128" y="75"/>
                  <a:pt x="126" y="75"/>
                </a:cubicBezTo>
                <a:cubicBezTo>
                  <a:pt x="125" y="75"/>
                  <a:pt x="123" y="74"/>
                  <a:pt x="122" y="76"/>
                </a:cubicBezTo>
                <a:cubicBezTo>
                  <a:pt x="122" y="78"/>
                  <a:pt x="122" y="82"/>
                  <a:pt x="119" y="82"/>
                </a:cubicBezTo>
                <a:cubicBezTo>
                  <a:pt x="117" y="83"/>
                  <a:pt x="114" y="81"/>
                  <a:pt x="112" y="83"/>
                </a:cubicBezTo>
                <a:cubicBezTo>
                  <a:pt x="111" y="86"/>
                  <a:pt x="110" y="89"/>
                  <a:pt x="108" y="87"/>
                </a:cubicBezTo>
                <a:cubicBezTo>
                  <a:pt x="106" y="85"/>
                  <a:pt x="106" y="78"/>
                  <a:pt x="106" y="75"/>
                </a:cubicBezTo>
                <a:cubicBezTo>
                  <a:pt x="107" y="72"/>
                  <a:pt x="107" y="69"/>
                  <a:pt x="106" y="66"/>
                </a:cubicBezTo>
                <a:cubicBezTo>
                  <a:pt x="106" y="63"/>
                  <a:pt x="103" y="60"/>
                  <a:pt x="105" y="57"/>
                </a:cubicBezTo>
                <a:cubicBezTo>
                  <a:pt x="106" y="54"/>
                  <a:pt x="108" y="54"/>
                  <a:pt x="108" y="51"/>
                </a:cubicBezTo>
                <a:cubicBezTo>
                  <a:pt x="108" y="48"/>
                  <a:pt x="103" y="44"/>
                  <a:pt x="104" y="42"/>
                </a:cubicBezTo>
                <a:cubicBezTo>
                  <a:pt x="105" y="40"/>
                  <a:pt x="108" y="38"/>
                  <a:pt x="108" y="37"/>
                </a:cubicBezTo>
                <a:cubicBezTo>
                  <a:pt x="109" y="36"/>
                  <a:pt x="109" y="30"/>
                  <a:pt x="107" y="30"/>
                </a:cubicBezTo>
                <a:cubicBezTo>
                  <a:pt x="104" y="30"/>
                  <a:pt x="96" y="28"/>
                  <a:pt x="94" y="30"/>
                </a:cubicBezTo>
                <a:cubicBezTo>
                  <a:pt x="91" y="33"/>
                  <a:pt x="87" y="34"/>
                  <a:pt x="87" y="33"/>
                </a:cubicBezTo>
                <a:cubicBezTo>
                  <a:pt x="86" y="31"/>
                  <a:pt x="84" y="26"/>
                  <a:pt x="84" y="25"/>
                </a:cubicBezTo>
                <a:cubicBezTo>
                  <a:pt x="85" y="24"/>
                  <a:pt x="87" y="22"/>
                  <a:pt x="87" y="20"/>
                </a:cubicBezTo>
                <a:cubicBezTo>
                  <a:pt x="87" y="17"/>
                  <a:pt x="87" y="11"/>
                  <a:pt x="86" y="9"/>
                </a:cubicBezTo>
                <a:cubicBezTo>
                  <a:pt x="84" y="8"/>
                  <a:pt x="79" y="4"/>
                  <a:pt x="78" y="5"/>
                </a:cubicBezTo>
                <a:cubicBezTo>
                  <a:pt x="76" y="5"/>
                  <a:pt x="73" y="7"/>
                  <a:pt x="71" y="6"/>
                </a:cubicBezTo>
                <a:cubicBezTo>
                  <a:pt x="70" y="5"/>
                  <a:pt x="70" y="3"/>
                  <a:pt x="69" y="0"/>
                </a:cubicBezTo>
                <a:cubicBezTo>
                  <a:pt x="69" y="0"/>
                  <a:pt x="68" y="0"/>
                  <a:pt x="66" y="0"/>
                </a:cubicBezTo>
                <a:cubicBezTo>
                  <a:pt x="62" y="0"/>
                  <a:pt x="58" y="3"/>
                  <a:pt x="57" y="4"/>
                </a:cubicBezTo>
                <a:cubicBezTo>
                  <a:pt x="56" y="6"/>
                  <a:pt x="56" y="7"/>
                  <a:pt x="57" y="10"/>
                </a:cubicBezTo>
                <a:cubicBezTo>
                  <a:pt x="58" y="14"/>
                  <a:pt x="52" y="13"/>
                  <a:pt x="51" y="13"/>
                </a:cubicBezTo>
                <a:cubicBezTo>
                  <a:pt x="50" y="13"/>
                  <a:pt x="47" y="14"/>
                  <a:pt x="46" y="15"/>
                </a:cubicBezTo>
                <a:cubicBezTo>
                  <a:pt x="45" y="16"/>
                  <a:pt x="43" y="27"/>
                  <a:pt x="41" y="27"/>
                </a:cubicBezTo>
                <a:cubicBezTo>
                  <a:pt x="39" y="27"/>
                  <a:pt x="36" y="29"/>
                  <a:pt x="33" y="30"/>
                </a:cubicBezTo>
                <a:cubicBezTo>
                  <a:pt x="31" y="31"/>
                  <a:pt x="28" y="31"/>
                  <a:pt x="25" y="30"/>
                </a:cubicBezTo>
                <a:cubicBezTo>
                  <a:pt x="22" y="29"/>
                  <a:pt x="19" y="31"/>
                  <a:pt x="16" y="33"/>
                </a:cubicBezTo>
                <a:cubicBezTo>
                  <a:pt x="14" y="35"/>
                  <a:pt x="17" y="42"/>
                  <a:pt x="16" y="45"/>
                </a:cubicBezTo>
                <a:cubicBezTo>
                  <a:pt x="15" y="48"/>
                  <a:pt x="12" y="50"/>
                  <a:pt x="12" y="52"/>
                </a:cubicBezTo>
                <a:cubicBezTo>
                  <a:pt x="11" y="54"/>
                  <a:pt x="14" y="60"/>
                  <a:pt x="13" y="62"/>
                </a:cubicBezTo>
                <a:cubicBezTo>
                  <a:pt x="12" y="64"/>
                  <a:pt x="6" y="66"/>
                  <a:pt x="3" y="69"/>
                </a:cubicBezTo>
                <a:cubicBezTo>
                  <a:pt x="0" y="71"/>
                  <a:pt x="4" y="71"/>
                  <a:pt x="6" y="73"/>
                </a:cubicBezTo>
                <a:cubicBezTo>
                  <a:pt x="8" y="75"/>
                  <a:pt x="9" y="75"/>
                  <a:pt x="15" y="84"/>
                </a:cubicBezTo>
                <a:cubicBezTo>
                  <a:pt x="21" y="93"/>
                  <a:pt x="23" y="93"/>
                  <a:pt x="24" y="95"/>
                </a:cubicBezTo>
                <a:cubicBezTo>
                  <a:pt x="25" y="97"/>
                  <a:pt x="28" y="103"/>
                  <a:pt x="30" y="107"/>
                </a:cubicBezTo>
                <a:cubicBezTo>
                  <a:pt x="32" y="110"/>
                  <a:pt x="38" y="116"/>
                  <a:pt x="38" y="117"/>
                </a:cubicBezTo>
                <a:cubicBezTo>
                  <a:pt x="39" y="118"/>
                  <a:pt x="40" y="123"/>
                  <a:pt x="41" y="125"/>
                </a:cubicBezTo>
                <a:cubicBezTo>
                  <a:pt x="42" y="126"/>
                  <a:pt x="46" y="129"/>
                  <a:pt x="46" y="131"/>
                </a:cubicBezTo>
                <a:cubicBezTo>
                  <a:pt x="46" y="132"/>
                  <a:pt x="43" y="136"/>
                  <a:pt x="41" y="137"/>
                </a:cubicBezTo>
                <a:cubicBezTo>
                  <a:pt x="38" y="139"/>
                  <a:pt x="40" y="142"/>
                  <a:pt x="40" y="144"/>
                </a:cubicBezTo>
                <a:cubicBezTo>
                  <a:pt x="40" y="146"/>
                  <a:pt x="41" y="150"/>
                  <a:pt x="41" y="153"/>
                </a:cubicBezTo>
                <a:cubicBezTo>
                  <a:pt x="42" y="157"/>
                  <a:pt x="39" y="158"/>
                  <a:pt x="38" y="159"/>
                </a:cubicBezTo>
                <a:cubicBezTo>
                  <a:pt x="37" y="160"/>
                  <a:pt x="37" y="167"/>
                  <a:pt x="37" y="169"/>
                </a:cubicBezTo>
                <a:cubicBezTo>
                  <a:pt x="37" y="171"/>
                  <a:pt x="39" y="177"/>
                  <a:pt x="43" y="182"/>
                </a:cubicBezTo>
                <a:cubicBezTo>
                  <a:pt x="48" y="188"/>
                  <a:pt x="58" y="193"/>
                  <a:pt x="62" y="200"/>
                </a:cubicBezTo>
                <a:cubicBezTo>
                  <a:pt x="66" y="206"/>
                  <a:pt x="66" y="208"/>
                  <a:pt x="66" y="218"/>
                </a:cubicBezTo>
                <a:cubicBezTo>
                  <a:pt x="66" y="228"/>
                  <a:pt x="66" y="224"/>
                  <a:pt x="66" y="228"/>
                </a:cubicBezTo>
                <a:cubicBezTo>
                  <a:pt x="67" y="232"/>
                  <a:pt x="70" y="237"/>
                  <a:pt x="71" y="243"/>
                </a:cubicBezTo>
                <a:cubicBezTo>
                  <a:pt x="72" y="249"/>
                  <a:pt x="72" y="254"/>
                  <a:pt x="73" y="256"/>
                </a:cubicBezTo>
                <a:cubicBezTo>
                  <a:pt x="74" y="259"/>
                  <a:pt x="75" y="264"/>
                  <a:pt x="75" y="267"/>
                </a:cubicBezTo>
                <a:cubicBezTo>
                  <a:pt x="74" y="269"/>
                  <a:pt x="73" y="271"/>
                  <a:pt x="72" y="273"/>
                </a:cubicBezTo>
                <a:cubicBezTo>
                  <a:pt x="71" y="276"/>
                  <a:pt x="69" y="283"/>
                  <a:pt x="67" y="286"/>
                </a:cubicBezTo>
                <a:cubicBezTo>
                  <a:pt x="65" y="288"/>
                  <a:pt x="62" y="292"/>
                  <a:pt x="60" y="294"/>
                </a:cubicBezTo>
                <a:cubicBezTo>
                  <a:pt x="59" y="297"/>
                  <a:pt x="58" y="301"/>
                  <a:pt x="57" y="305"/>
                </a:cubicBezTo>
                <a:cubicBezTo>
                  <a:pt x="56" y="308"/>
                  <a:pt x="52" y="317"/>
                  <a:pt x="52" y="318"/>
                </a:cubicBezTo>
                <a:cubicBezTo>
                  <a:pt x="53" y="318"/>
                  <a:pt x="54" y="318"/>
                  <a:pt x="54" y="319"/>
                </a:cubicBezTo>
                <a:cubicBezTo>
                  <a:pt x="54" y="320"/>
                  <a:pt x="53" y="323"/>
                  <a:pt x="53" y="325"/>
                </a:cubicBezTo>
                <a:cubicBezTo>
                  <a:pt x="52" y="326"/>
                  <a:pt x="54" y="328"/>
                  <a:pt x="53" y="329"/>
                </a:cubicBezTo>
                <a:cubicBezTo>
                  <a:pt x="53" y="330"/>
                  <a:pt x="52" y="332"/>
                  <a:pt x="51" y="333"/>
                </a:cubicBezTo>
                <a:cubicBezTo>
                  <a:pt x="51" y="335"/>
                  <a:pt x="52" y="336"/>
                  <a:pt x="51" y="337"/>
                </a:cubicBezTo>
                <a:cubicBezTo>
                  <a:pt x="51" y="337"/>
                  <a:pt x="49" y="339"/>
                  <a:pt x="49" y="339"/>
                </a:cubicBezTo>
                <a:cubicBezTo>
                  <a:pt x="49" y="339"/>
                  <a:pt x="49" y="343"/>
                  <a:pt x="48" y="347"/>
                </a:cubicBezTo>
                <a:cubicBezTo>
                  <a:pt x="47" y="351"/>
                  <a:pt x="46" y="350"/>
                  <a:pt x="44" y="353"/>
                </a:cubicBezTo>
                <a:cubicBezTo>
                  <a:pt x="43" y="355"/>
                  <a:pt x="43" y="360"/>
                  <a:pt x="43" y="364"/>
                </a:cubicBezTo>
                <a:cubicBezTo>
                  <a:pt x="43" y="368"/>
                  <a:pt x="44" y="370"/>
                  <a:pt x="47" y="374"/>
                </a:cubicBezTo>
                <a:cubicBezTo>
                  <a:pt x="50" y="378"/>
                  <a:pt x="52" y="375"/>
                  <a:pt x="52" y="372"/>
                </a:cubicBezTo>
                <a:cubicBezTo>
                  <a:pt x="53" y="370"/>
                  <a:pt x="56" y="370"/>
                  <a:pt x="58" y="371"/>
                </a:cubicBezTo>
                <a:cubicBezTo>
                  <a:pt x="59" y="373"/>
                  <a:pt x="58" y="376"/>
                  <a:pt x="61" y="378"/>
                </a:cubicBezTo>
                <a:cubicBezTo>
                  <a:pt x="64" y="379"/>
                  <a:pt x="66" y="381"/>
                  <a:pt x="66" y="383"/>
                </a:cubicBezTo>
                <a:cubicBezTo>
                  <a:pt x="67" y="384"/>
                  <a:pt x="67" y="387"/>
                  <a:pt x="69" y="388"/>
                </a:cubicBezTo>
                <a:cubicBezTo>
                  <a:pt x="71" y="389"/>
                  <a:pt x="73" y="391"/>
                  <a:pt x="74" y="392"/>
                </a:cubicBezTo>
                <a:cubicBezTo>
                  <a:pt x="75" y="394"/>
                  <a:pt x="79" y="397"/>
                  <a:pt x="79" y="398"/>
                </a:cubicBezTo>
                <a:cubicBezTo>
                  <a:pt x="80" y="399"/>
                  <a:pt x="79" y="400"/>
                  <a:pt x="82" y="403"/>
                </a:cubicBezTo>
                <a:cubicBezTo>
                  <a:pt x="86" y="405"/>
                  <a:pt x="86" y="406"/>
                  <a:pt x="88" y="409"/>
                </a:cubicBezTo>
                <a:cubicBezTo>
                  <a:pt x="90" y="412"/>
                  <a:pt x="87" y="412"/>
                  <a:pt x="87" y="414"/>
                </a:cubicBezTo>
                <a:cubicBezTo>
                  <a:pt x="88" y="416"/>
                  <a:pt x="92" y="418"/>
                  <a:pt x="96" y="422"/>
                </a:cubicBezTo>
                <a:cubicBezTo>
                  <a:pt x="98" y="424"/>
                  <a:pt x="100" y="426"/>
                  <a:pt x="102" y="429"/>
                </a:cubicBezTo>
                <a:cubicBezTo>
                  <a:pt x="103" y="426"/>
                  <a:pt x="103" y="423"/>
                  <a:pt x="104" y="422"/>
                </a:cubicBezTo>
                <a:cubicBezTo>
                  <a:pt x="105" y="420"/>
                  <a:pt x="108" y="416"/>
                  <a:pt x="110" y="417"/>
                </a:cubicBezTo>
                <a:cubicBezTo>
                  <a:pt x="113" y="419"/>
                  <a:pt x="116" y="423"/>
                  <a:pt x="118" y="424"/>
                </a:cubicBezTo>
                <a:cubicBezTo>
                  <a:pt x="120" y="425"/>
                  <a:pt x="121" y="426"/>
                  <a:pt x="124" y="426"/>
                </a:cubicBezTo>
                <a:cubicBezTo>
                  <a:pt x="127" y="426"/>
                  <a:pt x="131" y="428"/>
                  <a:pt x="132" y="430"/>
                </a:cubicBezTo>
                <a:cubicBezTo>
                  <a:pt x="132" y="432"/>
                  <a:pt x="131" y="436"/>
                  <a:pt x="130" y="438"/>
                </a:cubicBezTo>
                <a:cubicBezTo>
                  <a:pt x="129" y="440"/>
                  <a:pt x="126" y="442"/>
                  <a:pt x="127" y="444"/>
                </a:cubicBezTo>
                <a:cubicBezTo>
                  <a:pt x="128" y="446"/>
                  <a:pt x="129" y="449"/>
                  <a:pt x="132" y="448"/>
                </a:cubicBezTo>
                <a:cubicBezTo>
                  <a:pt x="136" y="447"/>
                  <a:pt x="142" y="443"/>
                  <a:pt x="143" y="443"/>
                </a:cubicBezTo>
                <a:cubicBezTo>
                  <a:pt x="145" y="443"/>
                  <a:pt x="148" y="445"/>
                  <a:pt x="150" y="446"/>
                </a:cubicBezTo>
                <a:cubicBezTo>
                  <a:pt x="151" y="446"/>
                  <a:pt x="154" y="444"/>
                  <a:pt x="154" y="443"/>
                </a:cubicBezTo>
                <a:cubicBezTo>
                  <a:pt x="155" y="443"/>
                  <a:pt x="156" y="439"/>
                  <a:pt x="156" y="436"/>
                </a:cubicBezTo>
                <a:cubicBezTo>
                  <a:pt x="156" y="436"/>
                  <a:pt x="156" y="436"/>
                  <a:pt x="156" y="436"/>
                </a:cubicBezTo>
                <a:cubicBezTo>
                  <a:pt x="154" y="436"/>
                  <a:pt x="153" y="433"/>
                  <a:pt x="151" y="432"/>
                </a:cubicBezTo>
                <a:cubicBezTo>
                  <a:pt x="149" y="431"/>
                  <a:pt x="147" y="428"/>
                  <a:pt x="146" y="426"/>
                </a:cubicBezTo>
                <a:cubicBezTo>
                  <a:pt x="145" y="424"/>
                  <a:pt x="145" y="421"/>
                  <a:pt x="145" y="419"/>
                </a:cubicBezTo>
                <a:cubicBezTo>
                  <a:pt x="144" y="418"/>
                  <a:pt x="139" y="416"/>
                  <a:pt x="136" y="416"/>
                </a:cubicBezTo>
                <a:cubicBezTo>
                  <a:pt x="133" y="415"/>
                  <a:pt x="132" y="416"/>
                  <a:pt x="130" y="416"/>
                </a:cubicBezTo>
                <a:cubicBezTo>
                  <a:pt x="128" y="416"/>
                  <a:pt x="126" y="413"/>
                  <a:pt x="124" y="411"/>
                </a:cubicBezTo>
                <a:cubicBezTo>
                  <a:pt x="121" y="410"/>
                  <a:pt x="117" y="405"/>
                  <a:pt x="116" y="404"/>
                </a:cubicBezTo>
                <a:cubicBezTo>
                  <a:pt x="114" y="402"/>
                  <a:pt x="114" y="401"/>
                  <a:pt x="114" y="399"/>
                </a:cubicBezTo>
                <a:cubicBezTo>
                  <a:pt x="113" y="398"/>
                  <a:pt x="113" y="398"/>
                  <a:pt x="112" y="398"/>
                </a:cubicBezTo>
                <a:cubicBezTo>
                  <a:pt x="112" y="398"/>
                  <a:pt x="111" y="401"/>
                  <a:pt x="110" y="401"/>
                </a:cubicBezTo>
                <a:cubicBezTo>
                  <a:pt x="109" y="402"/>
                  <a:pt x="106" y="400"/>
                  <a:pt x="105" y="400"/>
                </a:cubicBezTo>
                <a:cubicBezTo>
                  <a:pt x="104" y="399"/>
                  <a:pt x="104" y="396"/>
                  <a:pt x="104" y="395"/>
                </a:cubicBezTo>
                <a:cubicBezTo>
                  <a:pt x="104" y="394"/>
                  <a:pt x="108" y="393"/>
                  <a:pt x="109" y="393"/>
                </a:cubicBezTo>
                <a:cubicBezTo>
                  <a:pt x="110" y="393"/>
                  <a:pt x="111" y="391"/>
                  <a:pt x="112" y="389"/>
                </a:cubicBezTo>
                <a:cubicBezTo>
                  <a:pt x="112" y="387"/>
                  <a:pt x="112" y="382"/>
                  <a:pt x="112" y="381"/>
                </a:cubicBezTo>
                <a:cubicBezTo>
                  <a:pt x="112" y="379"/>
                  <a:pt x="110" y="378"/>
                  <a:pt x="108" y="377"/>
                </a:cubicBezTo>
                <a:cubicBezTo>
                  <a:pt x="107" y="376"/>
                  <a:pt x="107" y="376"/>
                  <a:pt x="108" y="374"/>
                </a:cubicBezTo>
                <a:cubicBezTo>
                  <a:pt x="108" y="373"/>
                  <a:pt x="107" y="372"/>
                  <a:pt x="106" y="371"/>
                </a:cubicBezTo>
                <a:cubicBezTo>
                  <a:pt x="105" y="370"/>
                  <a:pt x="105" y="369"/>
                  <a:pt x="104" y="366"/>
                </a:cubicBezTo>
                <a:cubicBezTo>
                  <a:pt x="104" y="363"/>
                  <a:pt x="103" y="364"/>
                  <a:pt x="102" y="365"/>
                </a:cubicBezTo>
                <a:cubicBezTo>
                  <a:pt x="102" y="365"/>
                  <a:pt x="100" y="368"/>
                  <a:pt x="100" y="368"/>
                </a:cubicBezTo>
                <a:cubicBezTo>
                  <a:pt x="100" y="368"/>
                  <a:pt x="96" y="364"/>
                  <a:pt x="96" y="363"/>
                </a:cubicBezTo>
                <a:cubicBezTo>
                  <a:pt x="95" y="361"/>
                  <a:pt x="95" y="362"/>
                  <a:pt x="94" y="361"/>
                </a:cubicBezTo>
                <a:cubicBezTo>
                  <a:pt x="93" y="360"/>
                  <a:pt x="93" y="357"/>
                  <a:pt x="93" y="355"/>
                </a:cubicBezTo>
                <a:cubicBezTo>
                  <a:pt x="93" y="353"/>
                  <a:pt x="92" y="353"/>
                  <a:pt x="91" y="352"/>
                </a:cubicBezTo>
                <a:cubicBezTo>
                  <a:pt x="91" y="352"/>
                  <a:pt x="90" y="348"/>
                  <a:pt x="89" y="346"/>
                </a:cubicBezTo>
                <a:cubicBezTo>
                  <a:pt x="89" y="345"/>
                  <a:pt x="88" y="343"/>
                  <a:pt x="87" y="342"/>
                </a:cubicBezTo>
                <a:cubicBezTo>
                  <a:pt x="86" y="341"/>
                  <a:pt x="82" y="342"/>
                  <a:pt x="80" y="342"/>
                </a:cubicBezTo>
                <a:cubicBezTo>
                  <a:pt x="79" y="343"/>
                  <a:pt x="76" y="347"/>
                  <a:pt x="75" y="347"/>
                </a:cubicBezTo>
                <a:cubicBezTo>
                  <a:pt x="73" y="347"/>
                  <a:pt x="73" y="344"/>
                  <a:pt x="74" y="343"/>
                </a:cubicBezTo>
                <a:cubicBezTo>
                  <a:pt x="74" y="342"/>
                  <a:pt x="75" y="339"/>
                  <a:pt x="75" y="338"/>
                </a:cubicBezTo>
                <a:cubicBezTo>
                  <a:pt x="75" y="337"/>
                  <a:pt x="74" y="337"/>
                  <a:pt x="73" y="335"/>
                </a:cubicBezTo>
                <a:cubicBezTo>
                  <a:pt x="72" y="334"/>
                  <a:pt x="71" y="333"/>
                  <a:pt x="71" y="332"/>
                </a:cubicBezTo>
                <a:cubicBezTo>
                  <a:pt x="71" y="331"/>
                  <a:pt x="71" y="327"/>
                  <a:pt x="70" y="325"/>
                </a:cubicBezTo>
                <a:cubicBezTo>
                  <a:pt x="70" y="324"/>
                  <a:pt x="69" y="324"/>
                  <a:pt x="69" y="323"/>
                </a:cubicBezTo>
                <a:cubicBezTo>
                  <a:pt x="68" y="323"/>
                  <a:pt x="70" y="320"/>
                  <a:pt x="71" y="319"/>
                </a:cubicBezTo>
                <a:cubicBezTo>
                  <a:pt x="71" y="317"/>
                  <a:pt x="71" y="315"/>
                  <a:pt x="71" y="315"/>
                </a:cubicBezTo>
                <a:cubicBezTo>
                  <a:pt x="70" y="315"/>
                  <a:pt x="69" y="313"/>
                  <a:pt x="69" y="313"/>
                </a:cubicBezTo>
                <a:cubicBezTo>
                  <a:pt x="68" y="312"/>
                  <a:pt x="69" y="311"/>
                  <a:pt x="70" y="310"/>
                </a:cubicBezTo>
                <a:cubicBezTo>
                  <a:pt x="71" y="309"/>
                  <a:pt x="71" y="306"/>
                  <a:pt x="71" y="305"/>
                </a:cubicBezTo>
                <a:cubicBezTo>
                  <a:pt x="71" y="304"/>
                  <a:pt x="70" y="301"/>
                  <a:pt x="71" y="300"/>
                </a:cubicBezTo>
                <a:cubicBezTo>
                  <a:pt x="72" y="299"/>
                  <a:pt x="76" y="296"/>
                  <a:pt x="77" y="294"/>
                </a:cubicBezTo>
                <a:cubicBezTo>
                  <a:pt x="79" y="291"/>
                  <a:pt x="78" y="289"/>
                  <a:pt x="78" y="286"/>
                </a:cubicBezTo>
                <a:cubicBezTo>
                  <a:pt x="79" y="284"/>
                  <a:pt x="78" y="278"/>
                  <a:pt x="78" y="277"/>
                </a:cubicBezTo>
                <a:cubicBezTo>
                  <a:pt x="78" y="276"/>
                  <a:pt x="81" y="270"/>
                  <a:pt x="81" y="269"/>
                </a:cubicBezTo>
                <a:cubicBezTo>
                  <a:pt x="82" y="267"/>
                  <a:pt x="82" y="265"/>
                  <a:pt x="83" y="263"/>
                </a:cubicBezTo>
                <a:cubicBezTo>
                  <a:pt x="84" y="261"/>
                  <a:pt x="85" y="259"/>
                  <a:pt x="86" y="258"/>
                </a:cubicBezTo>
                <a:cubicBezTo>
                  <a:pt x="88" y="256"/>
                  <a:pt x="87" y="255"/>
                  <a:pt x="88" y="254"/>
                </a:cubicBezTo>
                <a:cubicBezTo>
                  <a:pt x="88" y="253"/>
                  <a:pt x="88" y="248"/>
                  <a:pt x="88" y="248"/>
                </a:cubicBezTo>
                <a:cubicBezTo>
                  <a:pt x="88" y="247"/>
                  <a:pt x="88" y="246"/>
                  <a:pt x="87" y="245"/>
                </a:cubicBezTo>
                <a:cubicBezTo>
                  <a:pt x="86" y="244"/>
                  <a:pt x="87" y="239"/>
                  <a:pt x="87" y="238"/>
                </a:cubicBezTo>
                <a:cubicBezTo>
                  <a:pt x="87" y="238"/>
                  <a:pt x="88" y="236"/>
                  <a:pt x="89" y="234"/>
                </a:cubicBezTo>
                <a:cubicBezTo>
                  <a:pt x="89" y="233"/>
                  <a:pt x="90" y="231"/>
                  <a:pt x="90" y="230"/>
                </a:cubicBezTo>
                <a:cubicBezTo>
                  <a:pt x="90" y="228"/>
                  <a:pt x="90" y="227"/>
                  <a:pt x="89" y="226"/>
                </a:cubicBezTo>
                <a:cubicBezTo>
                  <a:pt x="88" y="225"/>
                  <a:pt x="87" y="224"/>
                  <a:pt x="86" y="223"/>
                </a:cubicBezTo>
                <a:cubicBezTo>
                  <a:pt x="86" y="222"/>
                  <a:pt x="87" y="220"/>
                  <a:pt x="87" y="219"/>
                </a:cubicBezTo>
                <a:cubicBezTo>
                  <a:pt x="88" y="218"/>
                  <a:pt x="92" y="218"/>
                  <a:pt x="94" y="218"/>
                </a:cubicBezTo>
                <a:cubicBezTo>
                  <a:pt x="96" y="218"/>
                  <a:pt x="99" y="218"/>
                  <a:pt x="100" y="218"/>
                </a:cubicBezTo>
                <a:cubicBezTo>
                  <a:pt x="101" y="218"/>
                  <a:pt x="106" y="218"/>
                  <a:pt x="108" y="219"/>
                </a:cubicBezTo>
                <a:cubicBezTo>
                  <a:pt x="110" y="219"/>
                  <a:pt x="111" y="219"/>
                  <a:pt x="113" y="220"/>
                </a:cubicBezTo>
                <a:cubicBezTo>
                  <a:pt x="115" y="222"/>
                  <a:pt x="113" y="223"/>
                  <a:pt x="112" y="225"/>
                </a:cubicBezTo>
                <a:cubicBezTo>
                  <a:pt x="112" y="227"/>
                  <a:pt x="112" y="228"/>
                  <a:pt x="112" y="230"/>
                </a:cubicBezTo>
                <a:cubicBezTo>
                  <a:pt x="112" y="233"/>
                  <a:pt x="113" y="234"/>
                  <a:pt x="113" y="235"/>
                </a:cubicBezTo>
                <a:cubicBezTo>
                  <a:pt x="114" y="236"/>
                  <a:pt x="112" y="237"/>
                  <a:pt x="111" y="239"/>
                </a:cubicBezTo>
                <a:cubicBezTo>
                  <a:pt x="110" y="241"/>
                  <a:pt x="113" y="240"/>
                  <a:pt x="114" y="241"/>
                </a:cubicBezTo>
                <a:cubicBezTo>
                  <a:pt x="116" y="241"/>
                  <a:pt x="117" y="243"/>
                  <a:pt x="119" y="243"/>
                </a:cubicBezTo>
                <a:cubicBezTo>
                  <a:pt x="120" y="243"/>
                  <a:pt x="121" y="243"/>
                  <a:pt x="122" y="242"/>
                </a:cubicBezTo>
                <a:cubicBezTo>
                  <a:pt x="124" y="241"/>
                  <a:pt x="126" y="243"/>
                  <a:pt x="127" y="244"/>
                </a:cubicBezTo>
                <a:cubicBezTo>
                  <a:pt x="128" y="244"/>
                  <a:pt x="133" y="245"/>
                  <a:pt x="134" y="244"/>
                </a:cubicBezTo>
                <a:cubicBezTo>
                  <a:pt x="135" y="243"/>
                  <a:pt x="135" y="242"/>
                  <a:pt x="136" y="241"/>
                </a:cubicBezTo>
                <a:cubicBezTo>
                  <a:pt x="137" y="240"/>
                  <a:pt x="139" y="241"/>
                  <a:pt x="140" y="241"/>
                </a:cubicBezTo>
                <a:cubicBezTo>
                  <a:pt x="141" y="242"/>
                  <a:pt x="145" y="246"/>
                  <a:pt x="146" y="247"/>
                </a:cubicBezTo>
                <a:cubicBezTo>
                  <a:pt x="147" y="249"/>
                  <a:pt x="156" y="255"/>
                  <a:pt x="157" y="257"/>
                </a:cubicBezTo>
                <a:cubicBezTo>
                  <a:pt x="158" y="258"/>
                  <a:pt x="159" y="259"/>
                  <a:pt x="160" y="259"/>
                </a:cubicBezTo>
                <a:cubicBezTo>
                  <a:pt x="161" y="260"/>
                  <a:pt x="162" y="257"/>
                  <a:pt x="163" y="257"/>
                </a:cubicBezTo>
                <a:cubicBezTo>
                  <a:pt x="163" y="257"/>
                  <a:pt x="166" y="252"/>
                  <a:pt x="166" y="249"/>
                </a:cubicBezTo>
                <a:cubicBezTo>
                  <a:pt x="165" y="247"/>
                  <a:pt x="164" y="237"/>
                  <a:pt x="163" y="235"/>
                </a:cubicBezTo>
                <a:cubicBezTo>
                  <a:pt x="162" y="233"/>
                  <a:pt x="157" y="230"/>
                  <a:pt x="157" y="228"/>
                </a:cubicBezTo>
                <a:cubicBezTo>
                  <a:pt x="157" y="226"/>
                  <a:pt x="157" y="217"/>
                  <a:pt x="157" y="214"/>
                </a:cubicBezTo>
                <a:cubicBezTo>
                  <a:pt x="157" y="211"/>
                  <a:pt x="157" y="210"/>
                  <a:pt x="160" y="207"/>
                </a:cubicBezTo>
                <a:cubicBezTo>
                  <a:pt x="162" y="204"/>
                  <a:pt x="163" y="198"/>
                  <a:pt x="164" y="194"/>
                </a:cubicBezTo>
                <a:cubicBezTo>
                  <a:pt x="165" y="190"/>
                  <a:pt x="169" y="188"/>
                  <a:pt x="172" y="188"/>
                </a:cubicBezTo>
                <a:cubicBezTo>
                  <a:pt x="175" y="187"/>
                  <a:pt x="179" y="188"/>
                  <a:pt x="182" y="186"/>
                </a:cubicBezTo>
                <a:cubicBezTo>
                  <a:pt x="185" y="185"/>
                  <a:pt x="188" y="183"/>
                  <a:pt x="191" y="183"/>
                </a:cubicBezTo>
                <a:cubicBezTo>
                  <a:pt x="193" y="183"/>
                  <a:pt x="197" y="186"/>
                  <a:pt x="200" y="186"/>
                </a:cubicBezTo>
                <a:cubicBezTo>
                  <a:pt x="203" y="185"/>
                  <a:pt x="206" y="184"/>
                  <a:pt x="208" y="184"/>
                </a:cubicBezTo>
                <a:cubicBezTo>
                  <a:pt x="210" y="184"/>
                  <a:pt x="214" y="186"/>
                  <a:pt x="217" y="185"/>
                </a:cubicBezTo>
                <a:cubicBezTo>
                  <a:pt x="220" y="185"/>
                  <a:pt x="223" y="182"/>
                  <a:pt x="225" y="183"/>
                </a:cubicBezTo>
                <a:cubicBezTo>
                  <a:pt x="226" y="184"/>
                  <a:pt x="228" y="188"/>
                  <a:pt x="230" y="188"/>
                </a:cubicBezTo>
                <a:cubicBezTo>
                  <a:pt x="232" y="188"/>
                  <a:pt x="234" y="187"/>
                  <a:pt x="235" y="187"/>
                </a:cubicBezTo>
                <a:cubicBezTo>
                  <a:pt x="238" y="184"/>
                  <a:pt x="238" y="184"/>
                  <a:pt x="238" y="184"/>
                </a:cubicBezTo>
                <a:cubicBezTo>
                  <a:pt x="238" y="184"/>
                  <a:pt x="242" y="180"/>
                  <a:pt x="242" y="179"/>
                </a:cubicBezTo>
                <a:cubicBezTo>
                  <a:pt x="242" y="177"/>
                  <a:pt x="243" y="170"/>
                  <a:pt x="242" y="169"/>
                </a:cubicBezTo>
                <a:cubicBezTo>
                  <a:pt x="242" y="168"/>
                  <a:pt x="240" y="165"/>
                  <a:pt x="241" y="162"/>
                </a:cubicBezTo>
                <a:cubicBezTo>
                  <a:pt x="242" y="160"/>
                  <a:pt x="243" y="158"/>
                  <a:pt x="243" y="156"/>
                </a:cubicBezTo>
                <a:cubicBezTo>
                  <a:pt x="242" y="155"/>
                  <a:pt x="243" y="153"/>
                  <a:pt x="243" y="152"/>
                </a:cubicBezTo>
                <a:cubicBezTo>
                  <a:pt x="243" y="151"/>
                  <a:pt x="244" y="147"/>
                  <a:pt x="242" y="146"/>
                </a:cubicBezTo>
                <a:close/>
              </a:path>
            </a:pathLst>
          </a:custGeom>
          <a:solidFill>
            <a:schemeClr val="accent3"/>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noEditPoints="1"/>
          </p:cNvSpPr>
          <p:nvPr/>
        </p:nvSpPr>
        <p:spPr bwMode="auto">
          <a:xfrm>
            <a:off x="3986213" y="2352675"/>
            <a:ext cx="1150938" cy="1917700"/>
          </a:xfrm>
          <a:custGeom>
            <a:avLst/>
            <a:gdLst>
              <a:gd name="T0" fmla="*/ 105 w 302"/>
              <a:gd name="T1" fmla="*/ 486 h 503"/>
              <a:gd name="T2" fmla="*/ 100 w 302"/>
              <a:gd name="T3" fmla="*/ 489 h 503"/>
              <a:gd name="T4" fmla="*/ 93 w 302"/>
              <a:gd name="T5" fmla="*/ 492 h 503"/>
              <a:gd name="T6" fmla="*/ 99 w 302"/>
              <a:gd name="T7" fmla="*/ 486 h 503"/>
              <a:gd name="T8" fmla="*/ 107 w 302"/>
              <a:gd name="T9" fmla="*/ 485 h 503"/>
              <a:gd name="T10" fmla="*/ 107 w 302"/>
              <a:gd name="T11" fmla="*/ 488 h 503"/>
              <a:gd name="T12" fmla="*/ 109 w 302"/>
              <a:gd name="T13" fmla="*/ 485 h 503"/>
              <a:gd name="T14" fmla="*/ 107 w 302"/>
              <a:gd name="T15" fmla="*/ 487 h 503"/>
              <a:gd name="T16" fmla="*/ 85 w 302"/>
              <a:gd name="T17" fmla="*/ 501 h 503"/>
              <a:gd name="T18" fmla="*/ 98 w 302"/>
              <a:gd name="T19" fmla="*/ 485 h 503"/>
              <a:gd name="T20" fmla="*/ 95 w 302"/>
              <a:gd name="T21" fmla="*/ 495 h 503"/>
              <a:gd name="T22" fmla="*/ 100 w 302"/>
              <a:gd name="T23" fmla="*/ 494 h 503"/>
              <a:gd name="T24" fmla="*/ 110 w 302"/>
              <a:gd name="T25" fmla="*/ 480 h 503"/>
              <a:gd name="T26" fmla="*/ 118 w 302"/>
              <a:gd name="T27" fmla="*/ 484 h 503"/>
              <a:gd name="T28" fmla="*/ 107 w 302"/>
              <a:gd name="T29" fmla="*/ 484 h 503"/>
              <a:gd name="T30" fmla="*/ 107 w 302"/>
              <a:gd name="T31" fmla="*/ 490 h 503"/>
              <a:gd name="T32" fmla="*/ 136 w 302"/>
              <a:gd name="T33" fmla="*/ 466 h 503"/>
              <a:gd name="T34" fmla="*/ 119 w 302"/>
              <a:gd name="T35" fmla="*/ 451 h 503"/>
              <a:gd name="T36" fmla="*/ 238 w 302"/>
              <a:gd name="T37" fmla="*/ 285 h 503"/>
              <a:gd name="T38" fmla="*/ 206 w 302"/>
              <a:gd name="T39" fmla="*/ 358 h 503"/>
              <a:gd name="T40" fmla="*/ 151 w 302"/>
              <a:gd name="T41" fmla="*/ 244 h 503"/>
              <a:gd name="T42" fmla="*/ 152 w 302"/>
              <a:gd name="T43" fmla="*/ 250 h 503"/>
              <a:gd name="T44" fmla="*/ 148 w 302"/>
              <a:gd name="T45" fmla="*/ 261 h 503"/>
              <a:gd name="T46" fmla="*/ 152 w 302"/>
              <a:gd name="T47" fmla="*/ 264 h 503"/>
              <a:gd name="T48" fmla="*/ 170 w 302"/>
              <a:gd name="T49" fmla="*/ 260 h 503"/>
              <a:gd name="T50" fmla="*/ 159 w 302"/>
              <a:gd name="T51" fmla="*/ 251 h 503"/>
              <a:gd name="T52" fmla="*/ 163 w 302"/>
              <a:gd name="T53" fmla="*/ 217 h 503"/>
              <a:gd name="T54" fmla="*/ 108 w 302"/>
              <a:gd name="T55" fmla="*/ 212 h 503"/>
              <a:gd name="T56" fmla="*/ 81 w 302"/>
              <a:gd name="T57" fmla="*/ 158 h 503"/>
              <a:gd name="T58" fmla="*/ 94 w 302"/>
              <a:gd name="T59" fmla="*/ 93 h 503"/>
              <a:gd name="T60" fmla="*/ 154 w 302"/>
              <a:gd name="T61" fmla="*/ 102 h 503"/>
              <a:gd name="T62" fmla="*/ 135 w 302"/>
              <a:gd name="T63" fmla="*/ 193 h 503"/>
              <a:gd name="T64" fmla="*/ 208 w 302"/>
              <a:gd name="T65" fmla="*/ 211 h 503"/>
              <a:gd name="T66" fmla="*/ 149 w 302"/>
              <a:gd name="T67" fmla="*/ 206 h 503"/>
              <a:gd name="T68" fmla="*/ 78 w 302"/>
              <a:gd name="T69" fmla="*/ 311 h 503"/>
              <a:gd name="T70" fmla="*/ 43 w 302"/>
              <a:gd name="T71" fmla="*/ 349 h 503"/>
              <a:gd name="T72" fmla="*/ 81 w 302"/>
              <a:gd name="T73" fmla="*/ 319 h 503"/>
              <a:gd name="T74" fmla="*/ 94 w 302"/>
              <a:gd name="T75" fmla="*/ 274 h 503"/>
              <a:gd name="T76" fmla="*/ 3 w 302"/>
              <a:gd name="T77" fmla="*/ 408 h 503"/>
              <a:gd name="T78" fmla="*/ 116 w 302"/>
              <a:gd name="T79" fmla="*/ 252 h 503"/>
              <a:gd name="T80" fmla="*/ 244 w 302"/>
              <a:gd name="T81" fmla="*/ 283 h 503"/>
              <a:gd name="T82" fmla="*/ 258 w 302"/>
              <a:gd name="T83" fmla="*/ 274 h 503"/>
              <a:gd name="T84" fmla="*/ 191 w 302"/>
              <a:gd name="T85" fmla="*/ 333 h 503"/>
              <a:gd name="T86" fmla="*/ 201 w 302"/>
              <a:gd name="T87" fmla="*/ 247 h 503"/>
              <a:gd name="T88" fmla="*/ 179 w 302"/>
              <a:gd name="T89" fmla="*/ 233 h 503"/>
              <a:gd name="T90" fmla="*/ 269 w 302"/>
              <a:gd name="T91" fmla="*/ 294 h 503"/>
              <a:gd name="T92" fmla="*/ 289 w 302"/>
              <a:gd name="T93" fmla="*/ 436 h 503"/>
              <a:gd name="T94" fmla="*/ 259 w 302"/>
              <a:gd name="T95" fmla="*/ 451 h 503"/>
              <a:gd name="T96" fmla="*/ 194 w 302"/>
              <a:gd name="T97" fmla="*/ 403 h 503"/>
              <a:gd name="T98" fmla="*/ 161 w 302"/>
              <a:gd name="T99" fmla="*/ 412 h 503"/>
              <a:gd name="T100" fmla="*/ 214 w 302"/>
              <a:gd name="T101" fmla="*/ 392 h 503"/>
              <a:gd name="T102" fmla="*/ 267 w 302"/>
              <a:gd name="T103" fmla="*/ 334 h 503"/>
              <a:gd name="T104" fmla="*/ 274 w 302"/>
              <a:gd name="T105" fmla="*/ 416 h 503"/>
              <a:gd name="T106" fmla="*/ 202 w 302"/>
              <a:gd name="T107" fmla="*/ 322 h 503"/>
              <a:gd name="T108" fmla="*/ 219 w 302"/>
              <a:gd name="T109" fmla="*/ 217 h 503"/>
              <a:gd name="T110" fmla="*/ 135 w 302"/>
              <a:gd name="T111" fmla="*/ 55 h 503"/>
              <a:gd name="T112" fmla="*/ 208 w 302"/>
              <a:gd name="T113" fmla="*/ 344 h 503"/>
              <a:gd name="T114" fmla="*/ 140 w 302"/>
              <a:gd name="T115" fmla="*/ 5 h 503"/>
              <a:gd name="T116" fmla="*/ 140 w 302"/>
              <a:gd name="T117" fmla="*/ 27 h 503"/>
              <a:gd name="T118" fmla="*/ 148 w 302"/>
              <a:gd name="T119" fmla="*/ 18 h 503"/>
              <a:gd name="T120" fmla="*/ 143 w 302"/>
              <a:gd name="T121" fmla="*/ 6 h 503"/>
              <a:gd name="T122" fmla="*/ 150 w 302"/>
              <a:gd name="T123" fmla="*/ 272 h 503"/>
              <a:gd name="T124" fmla="*/ 149 w 302"/>
              <a:gd name="T125" fmla="*/ 318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2" h="503">
                <a:moveTo>
                  <a:pt x="166" y="428"/>
                </a:moveTo>
                <a:cubicBezTo>
                  <a:pt x="167" y="428"/>
                  <a:pt x="167" y="427"/>
                  <a:pt x="168" y="427"/>
                </a:cubicBezTo>
                <a:cubicBezTo>
                  <a:pt x="168" y="427"/>
                  <a:pt x="168" y="427"/>
                  <a:pt x="168" y="427"/>
                </a:cubicBezTo>
                <a:cubicBezTo>
                  <a:pt x="169" y="427"/>
                  <a:pt x="168" y="427"/>
                  <a:pt x="168" y="428"/>
                </a:cubicBezTo>
                <a:cubicBezTo>
                  <a:pt x="167" y="427"/>
                  <a:pt x="167" y="428"/>
                  <a:pt x="166" y="429"/>
                </a:cubicBezTo>
                <a:cubicBezTo>
                  <a:pt x="166" y="429"/>
                  <a:pt x="166" y="429"/>
                  <a:pt x="166" y="428"/>
                </a:cubicBezTo>
                <a:close/>
                <a:moveTo>
                  <a:pt x="105" y="479"/>
                </a:moveTo>
                <a:cubicBezTo>
                  <a:pt x="105" y="479"/>
                  <a:pt x="105" y="479"/>
                  <a:pt x="105" y="479"/>
                </a:cubicBezTo>
                <a:cubicBezTo>
                  <a:pt x="105" y="478"/>
                  <a:pt x="105" y="478"/>
                  <a:pt x="105" y="478"/>
                </a:cubicBezTo>
                <a:cubicBezTo>
                  <a:pt x="105" y="479"/>
                  <a:pt x="105" y="479"/>
                  <a:pt x="105" y="479"/>
                </a:cubicBezTo>
                <a:cubicBezTo>
                  <a:pt x="105" y="479"/>
                  <a:pt x="105" y="479"/>
                  <a:pt x="105" y="479"/>
                </a:cubicBezTo>
                <a:cubicBezTo>
                  <a:pt x="105" y="479"/>
                  <a:pt x="105" y="479"/>
                  <a:pt x="105" y="479"/>
                </a:cubicBezTo>
                <a:cubicBezTo>
                  <a:pt x="105" y="479"/>
                  <a:pt x="105" y="479"/>
                  <a:pt x="105" y="479"/>
                </a:cubicBezTo>
                <a:close/>
                <a:moveTo>
                  <a:pt x="106" y="482"/>
                </a:moveTo>
                <a:cubicBezTo>
                  <a:pt x="106" y="482"/>
                  <a:pt x="106" y="482"/>
                  <a:pt x="106" y="482"/>
                </a:cubicBezTo>
                <a:cubicBezTo>
                  <a:pt x="106" y="483"/>
                  <a:pt x="106" y="483"/>
                  <a:pt x="106" y="483"/>
                </a:cubicBezTo>
                <a:cubicBezTo>
                  <a:pt x="106" y="483"/>
                  <a:pt x="106" y="483"/>
                  <a:pt x="106" y="483"/>
                </a:cubicBezTo>
                <a:cubicBezTo>
                  <a:pt x="106" y="483"/>
                  <a:pt x="106" y="483"/>
                  <a:pt x="106" y="483"/>
                </a:cubicBezTo>
                <a:cubicBezTo>
                  <a:pt x="107" y="483"/>
                  <a:pt x="107" y="483"/>
                  <a:pt x="106" y="483"/>
                </a:cubicBezTo>
                <a:cubicBezTo>
                  <a:pt x="106" y="483"/>
                  <a:pt x="106" y="483"/>
                  <a:pt x="106" y="483"/>
                </a:cubicBezTo>
                <a:cubicBezTo>
                  <a:pt x="106" y="483"/>
                  <a:pt x="106" y="483"/>
                  <a:pt x="106" y="483"/>
                </a:cubicBezTo>
                <a:cubicBezTo>
                  <a:pt x="106" y="483"/>
                  <a:pt x="106" y="482"/>
                  <a:pt x="106" y="482"/>
                </a:cubicBezTo>
                <a:close/>
                <a:moveTo>
                  <a:pt x="107" y="486"/>
                </a:moveTo>
                <a:cubicBezTo>
                  <a:pt x="107" y="486"/>
                  <a:pt x="107" y="486"/>
                  <a:pt x="107" y="486"/>
                </a:cubicBezTo>
                <a:cubicBezTo>
                  <a:pt x="107" y="485"/>
                  <a:pt x="107" y="485"/>
                  <a:pt x="106" y="485"/>
                </a:cubicBezTo>
                <a:cubicBezTo>
                  <a:pt x="107" y="485"/>
                  <a:pt x="106" y="485"/>
                  <a:pt x="107" y="486"/>
                </a:cubicBezTo>
                <a:cubicBezTo>
                  <a:pt x="107" y="486"/>
                  <a:pt x="107" y="486"/>
                  <a:pt x="106" y="486"/>
                </a:cubicBezTo>
                <a:cubicBezTo>
                  <a:pt x="106" y="486"/>
                  <a:pt x="107" y="486"/>
                  <a:pt x="107" y="486"/>
                </a:cubicBezTo>
                <a:cubicBezTo>
                  <a:pt x="107" y="486"/>
                  <a:pt x="106" y="486"/>
                  <a:pt x="106" y="486"/>
                </a:cubicBezTo>
                <a:cubicBezTo>
                  <a:pt x="107" y="486"/>
                  <a:pt x="107" y="486"/>
                  <a:pt x="107" y="486"/>
                </a:cubicBezTo>
                <a:cubicBezTo>
                  <a:pt x="107" y="486"/>
                  <a:pt x="107" y="486"/>
                  <a:pt x="107" y="486"/>
                </a:cubicBezTo>
                <a:cubicBezTo>
                  <a:pt x="107" y="486"/>
                  <a:pt x="107" y="487"/>
                  <a:pt x="107" y="487"/>
                </a:cubicBezTo>
                <a:cubicBezTo>
                  <a:pt x="107" y="487"/>
                  <a:pt x="107" y="487"/>
                  <a:pt x="106" y="487"/>
                </a:cubicBezTo>
                <a:cubicBezTo>
                  <a:pt x="106" y="487"/>
                  <a:pt x="106" y="487"/>
                  <a:pt x="106" y="487"/>
                </a:cubicBezTo>
                <a:cubicBezTo>
                  <a:pt x="106" y="487"/>
                  <a:pt x="106" y="487"/>
                  <a:pt x="106" y="487"/>
                </a:cubicBezTo>
                <a:cubicBezTo>
                  <a:pt x="106" y="487"/>
                  <a:pt x="106" y="488"/>
                  <a:pt x="106" y="488"/>
                </a:cubicBezTo>
                <a:cubicBezTo>
                  <a:pt x="106" y="488"/>
                  <a:pt x="106" y="488"/>
                  <a:pt x="106" y="488"/>
                </a:cubicBezTo>
                <a:cubicBezTo>
                  <a:pt x="106" y="488"/>
                  <a:pt x="106" y="488"/>
                  <a:pt x="106" y="488"/>
                </a:cubicBezTo>
                <a:cubicBezTo>
                  <a:pt x="106" y="488"/>
                  <a:pt x="106" y="488"/>
                  <a:pt x="106" y="488"/>
                </a:cubicBezTo>
                <a:cubicBezTo>
                  <a:pt x="106" y="488"/>
                  <a:pt x="106" y="488"/>
                  <a:pt x="106" y="488"/>
                </a:cubicBezTo>
                <a:cubicBezTo>
                  <a:pt x="106" y="488"/>
                  <a:pt x="106" y="488"/>
                  <a:pt x="106" y="488"/>
                </a:cubicBezTo>
                <a:cubicBezTo>
                  <a:pt x="106" y="488"/>
                  <a:pt x="106" y="488"/>
                  <a:pt x="106" y="488"/>
                </a:cubicBezTo>
                <a:cubicBezTo>
                  <a:pt x="106" y="488"/>
                  <a:pt x="106" y="488"/>
                  <a:pt x="105" y="488"/>
                </a:cubicBezTo>
                <a:cubicBezTo>
                  <a:pt x="105" y="488"/>
                  <a:pt x="105" y="488"/>
                  <a:pt x="105" y="488"/>
                </a:cubicBezTo>
                <a:cubicBezTo>
                  <a:pt x="105" y="488"/>
                  <a:pt x="105" y="488"/>
                  <a:pt x="105" y="488"/>
                </a:cubicBezTo>
                <a:cubicBezTo>
                  <a:pt x="105" y="488"/>
                  <a:pt x="105" y="488"/>
                  <a:pt x="105" y="488"/>
                </a:cubicBezTo>
                <a:cubicBezTo>
                  <a:pt x="105" y="488"/>
                  <a:pt x="105" y="488"/>
                  <a:pt x="105" y="488"/>
                </a:cubicBezTo>
                <a:cubicBezTo>
                  <a:pt x="105" y="488"/>
                  <a:pt x="105" y="488"/>
                  <a:pt x="105" y="488"/>
                </a:cubicBezTo>
                <a:cubicBezTo>
                  <a:pt x="105" y="487"/>
                  <a:pt x="105" y="487"/>
                  <a:pt x="105" y="487"/>
                </a:cubicBezTo>
                <a:cubicBezTo>
                  <a:pt x="105" y="487"/>
                  <a:pt x="105" y="487"/>
                  <a:pt x="105" y="487"/>
                </a:cubicBezTo>
                <a:cubicBezTo>
                  <a:pt x="105" y="487"/>
                  <a:pt x="105" y="487"/>
                  <a:pt x="105" y="487"/>
                </a:cubicBezTo>
                <a:cubicBezTo>
                  <a:pt x="105" y="487"/>
                  <a:pt x="105" y="487"/>
                  <a:pt x="105" y="487"/>
                </a:cubicBezTo>
                <a:cubicBezTo>
                  <a:pt x="105" y="487"/>
                  <a:pt x="105" y="487"/>
                  <a:pt x="105" y="487"/>
                </a:cubicBezTo>
                <a:cubicBezTo>
                  <a:pt x="105" y="487"/>
                  <a:pt x="105" y="487"/>
                  <a:pt x="105" y="487"/>
                </a:cubicBezTo>
                <a:cubicBezTo>
                  <a:pt x="105" y="487"/>
                  <a:pt x="105" y="487"/>
                  <a:pt x="105" y="487"/>
                </a:cubicBezTo>
                <a:cubicBezTo>
                  <a:pt x="105" y="487"/>
                  <a:pt x="105" y="487"/>
                  <a:pt x="105" y="487"/>
                </a:cubicBezTo>
                <a:cubicBezTo>
                  <a:pt x="105" y="487"/>
                  <a:pt x="105" y="486"/>
                  <a:pt x="105" y="486"/>
                </a:cubicBezTo>
                <a:cubicBezTo>
                  <a:pt x="105" y="486"/>
                  <a:pt x="105" y="486"/>
                  <a:pt x="105" y="486"/>
                </a:cubicBezTo>
                <a:cubicBezTo>
                  <a:pt x="105" y="486"/>
                  <a:pt x="105" y="486"/>
                  <a:pt x="105" y="486"/>
                </a:cubicBezTo>
                <a:cubicBezTo>
                  <a:pt x="105" y="486"/>
                  <a:pt x="105" y="486"/>
                  <a:pt x="105" y="486"/>
                </a:cubicBezTo>
                <a:cubicBezTo>
                  <a:pt x="105" y="487"/>
                  <a:pt x="105" y="487"/>
                  <a:pt x="105" y="487"/>
                </a:cubicBezTo>
                <a:cubicBezTo>
                  <a:pt x="105" y="487"/>
                  <a:pt x="105" y="487"/>
                  <a:pt x="105" y="487"/>
                </a:cubicBezTo>
                <a:cubicBezTo>
                  <a:pt x="105" y="487"/>
                  <a:pt x="105" y="487"/>
                  <a:pt x="105" y="487"/>
                </a:cubicBezTo>
                <a:cubicBezTo>
                  <a:pt x="104" y="487"/>
                  <a:pt x="104" y="487"/>
                  <a:pt x="104" y="487"/>
                </a:cubicBezTo>
                <a:cubicBezTo>
                  <a:pt x="104" y="487"/>
                  <a:pt x="104" y="487"/>
                  <a:pt x="104" y="487"/>
                </a:cubicBezTo>
                <a:cubicBezTo>
                  <a:pt x="104" y="487"/>
                  <a:pt x="104" y="487"/>
                  <a:pt x="104" y="487"/>
                </a:cubicBezTo>
                <a:cubicBezTo>
                  <a:pt x="104" y="487"/>
                  <a:pt x="104" y="487"/>
                  <a:pt x="104" y="486"/>
                </a:cubicBezTo>
                <a:cubicBezTo>
                  <a:pt x="104" y="486"/>
                  <a:pt x="104" y="486"/>
                  <a:pt x="104" y="486"/>
                </a:cubicBezTo>
                <a:cubicBezTo>
                  <a:pt x="104" y="486"/>
                  <a:pt x="104" y="486"/>
                  <a:pt x="104" y="486"/>
                </a:cubicBezTo>
                <a:cubicBezTo>
                  <a:pt x="103" y="486"/>
                  <a:pt x="103" y="486"/>
                  <a:pt x="103" y="486"/>
                </a:cubicBezTo>
                <a:cubicBezTo>
                  <a:pt x="103" y="486"/>
                  <a:pt x="103" y="486"/>
                  <a:pt x="103" y="486"/>
                </a:cubicBezTo>
                <a:cubicBezTo>
                  <a:pt x="103" y="486"/>
                  <a:pt x="103" y="486"/>
                  <a:pt x="103" y="486"/>
                </a:cubicBezTo>
                <a:cubicBezTo>
                  <a:pt x="103" y="486"/>
                  <a:pt x="103" y="486"/>
                  <a:pt x="103" y="486"/>
                </a:cubicBezTo>
                <a:cubicBezTo>
                  <a:pt x="103" y="486"/>
                  <a:pt x="103" y="486"/>
                  <a:pt x="103" y="486"/>
                </a:cubicBezTo>
                <a:cubicBezTo>
                  <a:pt x="103" y="487"/>
                  <a:pt x="103" y="487"/>
                  <a:pt x="103" y="487"/>
                </a:cubicBezTo>
                <a:cubicBezTo>
                  <a:pt x="103" y="487"/>
                  <a:pt x="103" y="487"/>
                  <a:pt x="103" y="487"/>
                </a:cubicBezTo>
                <a:cubicBezTo>
                  <a:pt x="103" y="487"/>
                  <a:pt x="103" y="487"/>
                  <a:pt x="103" y="487"/>
                </a:cubicBezTo>
                <a:cubicBezTo>
                  <a:pt x="103" y="487"/>
                  <a:pt x="103" y="487"/>
                  <a:pt x="103" y="487"/>
                </a:cubicBezTo>
                <a:cubicBezTo>
                  <a:pt x="103" y="487"/>
                  <a:pt x="103" y="487"/>
                  <a:pt x="103" y="487"/>
                </a:cubicBezTo>
                <a:cubicBezTo>
                  <a:pt x="103" y="487"/>
                  <a:pt x="103" y="487"/>
                  <a:pt x="103" y="487"/>
                </a:cubicBezTo>
                <a:cubicBezTo>
                  <a:pt x="103" y="487"/>
                  <a:pt x="103" y="487"/>
                  <a:pt x="103" y="487"/>
                </a:cubicBezTo>
                <a:cubicBezTo>
                  <a:pt x="103" y="487"/>
                  <a:pt x="103" y="487"/>
                  <a:pt x="103" y="487"/>
                </a:cubicBezTo>
                <a:cubicBezTo>
                  <a:pt x="103" y="487"/>
                  <a:pt x="103" y="487"/>
                  <a:pt x="103" y="488"/>
                </a:cubicBezTo>
                <a:cubicBezTo>
                  <a:pt x="103" y="488"/>
                  <a:pt x="103" y="488"/>
                  <a:pt x="102" y="488"/>
                </a:cubicBezTo>
                <a:cubicBezTo>
                  <a:pt x="102" y="488"/>
                  <a:pt x="102" y="487"/>
                  <a:pt x="102" y="487"/>
                </a:cubicBezTo>
                <a:cubicBezTo>
                  <a:pt x="102" y="487"/>
                  <a:pt x="102" y="487"/>
                  <a:pt x="102" y="488"/>
                </a:cubicBezTo>
                <a:cubicBezTo>
                  <a:pt x="102" y="488"/>
                  <a:pt x="102" y="488"/>
                  <a:pt x="102" y="488"/>
                </a:cubicBezTo>
                <a:cubicBezTo>
                  <a:pt x="102" y="488"/>
                  <a:pt x="102" y="488"/>
                  <a:pt x="102" y="488"/>
                </a:cubicBezTo>
                <a:cubicBezTo>
                  <a:pt x="102" y="488"/>
                  <a:pt x="102" y="488"/>
                  <a:pt x="102" y="488"/>
                </a:cubicBezTo>
                <a:cubicBezTo>
                  <a:pt x="102" y="488"/>
                  <a:pt x="102" y="488"/>
                  <a:pt x="102" y="488"/>
                </a:cubicBezTo>
                <a:cubicBezTo>
                  <a:pt x="102" y="488"/>
                  <a:pt x="102" y="487"/>
                  <a:pt x="102" y="487"/>
                </a:cubicBezTo>
                <a:cubicBezTo>
                  <a:pt x="102" y="487"/>
                  <a:pt x="102" y="487"/>
                  <a:pt x="102" y="487"/>
                </a:cubicBezTo>
                <a:cubicBezTo>
                  <a:pt x="102" y="487"/>
                  <a:pt x="102" y="487"/>
                  <a:pt x="102" y="487"/>
                </a:cubicBezTo>
                <a:cubicBezTo>
                  <a:pt x="102" y="487"/>
                  <a:pt x="102" y="487"/>
                  <a:pt x="102" y="487"/>
                </a:cubicBezTo>
                <a:cubicBezTo>
                  <a:pt x="101" y="487"/>
                  <a:pt x="102" y="487"/>
                  <a:pt x="102" y="487"/>
                </a:cubicBezTo>
                <a:cubicBezTo>
                  <a:pt x="101" y="487"/>
                  <a:pt x="101" y="487"/>
                  <a:pt x="101" y="487"/>
                </a:cubicBezTo>
                <a:cubicBezTo>
                  <a:pt x="101" y="487"/>
                  <a:pt x="102" y="487"/>
                  <a:pt x="101" y="487"/>
                </a:cubicBezTo>
                <a:cubicBezTo>
                  <a:pt x="101" y="487"/>
                  <a:pt x="101" y="487"/>
                  <a:pt x="101" y="487"/>
                </a:cubicBezTo>
                <a:cubicBezTo>
                  <a:pt x="101" y="487"/>
                  <a:pt x="101" y="487"/>
                  <a:pt x="101" y="487"/>
                </a:cubicBezTo>
                <a:cubicBezTo>
                  <a:pt x="101" y="487"/>
                  <a:pt x="101" y="487"/>
                  <a:pt x="101" y="487"/>
                </a:cubicBezTo>
                <a:cubicBezTo>
                  <a:pt x="101" y="487"/>
                  <a:pt x="101" y="487"/>
                  <a:pt x="101" y="487"/>
                </a:cubicBezTo>
                <a:cubicBezTo>
                  <a:pt x="101" y="487"/>
                  <a:pt x="100" y="487"/>
                  <a:pt x="100" y="487"/>
                </a:cubicBezTo>
                <a:cubicBezTo>
                  <a:pt x="100" y="487"/>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8"/>
                </a:cubicBezTo>
                <a:cubicBezTo>
                  <a:pt x="100" y="488"/>
                  <a:pt x="100" y="488"/>
                  <a:pt x="100" y="489"/>
                </a:cubicBezTo>
                <a:cubicBezTo>
                  <a:pt x="100" y="489"/>
                  <a:pt x="100" y="489"/>
                  <a:pt x="99" y="489"/>
                </a:cubicBezTo>
                <a:cubicBezTo>
                  <a:pt x="99" y="489"/>
                  <a:pt x="99" y="489"/>
                  <a:pt x="99" y="489"/>
                </a:cubicBezTo>
                <a:cubicBezTo>
                  <a:pt x="99" y="489"/>
                  <a:pt x="99" y="489"/>
                  <a:pt x="99" y="489"/>
                </a:cubicBezTo>
                <a:cubicBezTo>
                  <a:pt x="99" y="489"/>
                  <a:pt x="99" y="489"/>
                  <a:pt x="99" y="489"/>
                </a:cubicBezTo>
                <a:cubicBezTo>
                  <a:pt x="99" y="490"/>
                  <a:pt x="99" y="490"/>
                  <a:pt x="99" y="490"/>
                </a:cubicBezTo>
                <a:cubicBezTo>
                  <a:pt x="99" y="490"/>
                  <a:pt x="99" y="490"/>
                  <a:pt x="99" y="490"/>
                </a:cubicBezTo>
                <a:cubicBezTo>
                  <a:pt x="99" y="490"/>
                  <a:pt x="99" y="490"/>
                  <a:pt x="99" y="490"/>
                </a:cubicBezTo>
                <a:cubicBezTo>
                  <a:pt x="99" y="490"/>
                  <a:pt x="99" y="490"/>
                  <a:pt x="99" y="490"/>
                </a:cubicBezTo>
                <a:cubicBezTo>
                  <a:pt x="99" y="490"/>
                  <a:pt x="99" y="490"/>
                  <a:pt x="99" y="490"/>
                </a:cubicBezTo>
                <a:cubicBezTo>
                  <a:pt x="98" y="490"/>
                  <a:pt x="98" y="490"/>
                  <a:pt x="98" y="490"/>
                </a:cubicBezTo>
                <a:cubicBezTo>
                  <a:pt x="98" y="490"/>
                  <a:pt x="98" y="490"/>
                  <a:pt x="98" y="490"/>
                </a:cubicBezTo>
                <a:cubicBezTo>
                  <a:pt x="98" y="490"/>
                  <a:pt x="98" y="490"/>
                  <a:pt x="97" y="490"/>
                </a:cubicBezTo>
                <a:cubicBezTo>
                  <a:pt x="97" y="490"/>
                  <a:pt x="97" y="490"/>
                  <a:pt x="97" y="490"/>
                </a:cubicBezTo>
                <a:cubicBezTo>
                  <a:pt x="97" y="490"/>
                  <a:pt x="97" y="490"/>
                  <a:pt x="97" y="490"/>
                </a:cubicBezTo>
                <a:cubicBezTo>
                  <a:pt x="97" y="490"/>
                  <a:pt x="97" y="490"/>
                  <a:pt x="97" y="490"/>
                </a:cubicBezTo>
                <a:cubicBezTo>
                  <a:pt x="97" y="490"/>
                  <a:pt x="97" y="490"/>
                  <a:pt x="97" y="490"/>
                </a:cubicBezTo>
                <a:cubicBezTo>
                  <a:pt x="97" y="490"/>
                  <a:pt x="97" y="490"/>
                  <a:pt x="97" y="490"/>
                </a:cubicBezTo>
                <a:cubicBezTo>
                  <a:pt x="97" y="490"/>
                  <a:pt x="97" y="490"/>
                  <a:pt x="97" y="490"/>
                </a:cubicBezTo>
                <a:cubicBezTo>
                  <a:pt x="97" y="490"/>
                  <a:pt x="97" y="490"/>
                  <a:pt x="97" y="490"/>
                </a:cubicBezTo>
                <a:cubicBezTo>
                  <a:pt x="97" y="490"/>
                  <a:pt x="97" y="490"/>
                  <a:pt x="97" y="490"/>
                </a:cubicBezTo>
                <a:cubicBezTo>
                  <a:pt x="97" y="490"/>
                  <a:pt x="97" y="491"/>
                  <a:pt x="97" y="491"/>
                </a:cubicBezTo>
                <a:cubicBezTo>
                  <a:pt x="96" y="491"/>
                  <a:pt x="96" y="491"/>
                  <a:pt x="96" y="491"/>
                </a:cubicBezTo>
                <a:cubicBezTo>
                  <a:pt x="96" y="491"/>
                  <a:pt x="96" y="491"/>
                  <a:pt x="96" y="491"/>
                </a:cubicBezTo>
                <a:cubicBezTo>
                  <a:pt x="96" y="490"/>
                  <a:pt x="96" y="491"/>
                  <a:pt x="96" y="491"/>
                </a:cubicBezTo>
                <a:cubicBezTo>
                  <a:pt x="96" y="491"/>
                  <a:pt x="96" y="491"/>
                  <a:pt x="96" y="491"/>
                </a:cubicBezTo>
                <a:cubicBezTo>
                  <a:pt x="96" y="491"/>
                  <a:pt x="96" y="491"/>
                  <a:pt x="96" y="491"/>
                </a:cubicBezTo>
                <a:cubicBezTo>
                  <a:pt x="96" y="491"/>
                  <a:pt x="96" y="491"/>
                  <a:pt x="96" y="491"/>
                </a:cubicBezTo>
                <a:cubicBezTo>
                  <a:pt x="96" y="491"/>
                  <a:pt x="96" y="491"/>
                  <a:pt x="96" y="491"/>
                </a:cubicBezTo>
                <a:cubicBezTo>
                  <a:pt x="96" y="491"/>
                  <a:pt x="96" y="491"/>
                  <a:pt x="96" y="491"/>
                </a:cubicBezTo>
                <a:cubicBezTo>
                  <a:pt x="95" y="491"/>
                  <a:pt x="95" y="491"/>
                  <a:pt x="95" y="491"/>
                </a:cubicBezTo>
                <a:cubicBezTo>
                  <a:pt x="95" y="491"/>
                  <a:pt x="95" y="491"/>
                  <a:pt x="95" y="491"/>
                </a:cubicBezTo>
                <a:cubicBezTo>
                  <a:pt x="95" y="491"/>
                  <a:pt x="95" y="491"/>
                  <a:pt x="95" y="491"/>
                </a:cubicBezTo>
                <a:cubicBezTo>
                  <a:pt x="95" y="490"/>
                  <a:pt x="95" y="490"/>
                  <a:pt x="95" y="490"/>
                </a:cubicBezTo>
                <a:cubicBezTo>
                  <a:pt x="95" y="490"/>
                  <a:pt x="95" y="490"/>
                  <a:pt x="95" y="490"/>
                </a:cubicBezTo>
                <a:cubicBezTo>
                  <a:pt x="95" y="490"/>
                  <a:pt x="95" y="490"/>
                  <a:pt x="95" y="490"/>
                </a:cubicBezTo>
                <a:cubicBezTo>
                  <a:pt x="95" y="490"/>
                  <a:pt x="95" y="490"/>
                  <a:pt x="95" y="490"/>
                </a:cubicBezTo>
                <a:cubicBezTo>
                  <a:pt x="95" y="490"/>
                  <a:pt x="95" y="490"/>
                  <a:pt x="95" y="490"/>
                </a:cubicBezTo>
                <a:cubicBezTo>
                  <a:pt x="95" y="490"/>
                  <a:pt x="95" y="490"/>
                  <a:pt x="95" y="490"/>
                </a:cubicBezTo>
                <a:cubicBezTo>
                  <a:pt x="95" y="490"/>
                  <a:pt x="95" y="490"/>
                  <a:pt x="95" y="490"/>
                </a:cubicBezTo>
                <a:cubicBezTo>
                  <a:pt x="95" y="490"/>
                  <a:pt x="95" y="490"/>
                  <a:pt x="95" y="490"/>
                </a:cubicBezTo>
                <a:cubicBezTo>
                  <a:pt x="95" y="490"/>
                  <a:pt x="95" y="490"/>
                  <a:pt x="95" y="490"/>
                </a:cubicBezTo>
                <a:cubicBezTo>
                  <a:pt x="95" y="490"/>
                  <a:pt x="95" y="490"/>
                  <a:pt x="95" y="490"/>
                </a:cubicBezTo>
                <a:cubicBezTo>
                  <a:pt x="94" y="490"/>
                  <a:pt x="94" y="490"/>
                  <a:pt x="95" y="490"/>
                </a:cubicBezTo>
                <a:cubicBezTo>
                  <a:pt x="95" y="490"/>
                  <a:pt x="95" y="490"/>
                  <a:pt x="95" y="491"/>
                </a:cubicBezTo>
                <a:cubicBezTo>
                  <a:pt x="95" y="491"/>
                  <a:pt x="95" y="491"/>
                  <a:pt x="95" y="491"/>
                </a:cubicBezTo>
                <a:cubicBezTo>
                  <a:pt x="95" y="491"/>
                  <a:pt x="95" y="491"/>
                  <a:pt x="94" y="491"/>
                </a:cubicBezTo>
                <a:cubicBezTo>
                  <a:pt x="94" y="491"/>
                  <a:pt x="94" y="491"/>
                  <a:pt x="94" y="491"/>
                </a:cubicBezTo>
                <a:cubicBezTo>
                  <a:pt x="94" y="491"/>
                  <a:pt x="94" y="491"/>
                  <a:pt x="94" y="491"/>
                </a:cubicBezTo>
                <a:cubicBezTo>
                  <a:pt x="94" y="491"/>
                  <a:pt x="94" y="491"/>
                  <a:pt x="94" y="491"/>
                </a:cubicBezTo>
                <a:cubicBezTo>
                  <a:pt x="94" y="491"/>
                  <a:pt x="94" y="491"/>
                  <a:pt x="94" y="491"/>
                </a:cubicBezTo>
                <a:cubicBezTo>
                  <a:pt x="94" y="491"/>
                  <a:pt x="94" y="491"/>
                  <a:pt x="94" y="491"/>
                </a:cubicBezTo>
                <a:cubicBezTo>
                  <a:pt x="94" y="491"/>
                  <a:pt x="94" y="491"/>
                  <a:pt x="94" y="491"/>
                </a:cubicBezTo>
                <a:cubicBezTo>
                  <a:pt x="94" y="491"/>
                  <a:pt x="94" y="491"/>
                  <a:pt x="94" y="491"/>
                </a:cubicBezTo>
                <a:cubicBezTo>
                  <a:pt x="94" y="491"/>
                  <a:pt x="93" y="491"/>
                  <a:pt x="93" y="491"/>
                </a:cubicBezTo>
                <a:cubicBezTo>
                  <a:pt x="93" y="491"/>
                  <a:pt x="93" y="491"/>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4" y="491"/>
                  <a:pt x="94" y="492"/>
                </a:cubicBezTo>
                <a:cubicBezTo>
                  <a:pt x="94" y="492"/>
                  <a:pt x="94" y="492"/>
                  <a:pt x="94" y="492"/>
                </a:cubicBezTo>
                <a:cubicBezTo>
                  <a:pt x="94" y="492"/>
                  <a:pt x="94" y="492"/>
                  <a:pt x="94" y="492"/>
                </a:cubicBezTo>
                <a:cubicBezTo>
                  <a:pt x="94"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3" y="492"/>
                  <a:pt x="93" y="492"/>
                  <a:pt x="93" y="492"/>
                </a:cubicBezTo>
                <a:cubicBezTo>
                  <a:pt x="92" y="492"/>
                  <a:pt x="92" y="492"/>
                  <a:pt x="92" y="492"/>
                </a:cubicBezTo>
                <a:cubicBezTo>
                  <a:pt x="93" y="492"/>
                  <a:pt x="93" y="491"/>
                  <a:pt x="93" y="491"/>
                </a:cubicBezTo>
                <a:cubicBezTo>
                  <a:pt x="93" y="491"/>
                  <a:pt x="93" y="491"/>
                  <a:pt x="93" y="491"/>
                </a:cubicBezTo>
                <a:cubicBezTo>
                  <a:pt x="93" y="491"/>
                  <a:pt x="93" y="491"/>
                  <a:pt x="93" y="491"/>
                </a:cubicBezTo>
                <a:cubicBezTo>
                  <a:pt x="93" y="490"/>
                  <a:pt x="93" y="490"/>
                  <a:pt x="93" y="490"/>
                </a:cubicBezTo>
                <a:cubicBezTo>
                  <a:pt x="93" y="490"/>
                  <a:pt x="93" y="490"/>
                  <a:pt x="93" y="490"/>
                </a:cubicBezTo>
                <a:cubicBezTo>
                  <a:pt x="93" y="489"/>
                  <a:pt x="94" y="489"/>
                  <a:pt x="94" y="489"/>
                </a:cubicBezTo>
                <a:cubicBezTo>
                  <a:pt x="94" y="489"/>
                  <a:pt x="94" y="489"/>
                  <a:pt x="94" y="489"/>
                </a:cubicBezTo>
                <a:cubicBezTo>
                  <a:pt x="94" y="489"/>
                  <a:pt x="94" y="489"/>
                  <a:pt x="94" y="489"/>
                </a:cubicBezTo>
                <a:cubicBezTo>
                  <a:pt x="94" y="489"/>
                  <a:pt x="94" y="489"/>
                  <a:pt x="95" y="489"/>
                </a:cubicBezTo>
                <a:cubicBezTo>
                  <a:pt x="95" y="489"/>
                  <a:pt x="95" y="490"/>
                  <a:pt x="95" y="490"/>
                </a:cubicBezTo>
                <a:cubicBezTo>
                  <a:pt x="95" y="490"/>
                  <a:pt x="95" y="490"/>
                  <a:pt x="95" y="490"/>
                </a:cubicBezTo>
                <a:cubicBezTo>
                  <a:pt x="95" y="490"/>
                  <a:pt x="95" y="490"/>
                  <a:pt x="95" y="490"/>
                </a:cubicBezTo>
                <a:cubicBezTo>
                  <a:pt x="95" y="489"/>
                  <a:pt x="95" y="489"/>
                  <a:pt x="95" y="489"/>
                </a:cubicBezTo>
                <a:cubicBezTo>
                  <a:pt x="95" y="489"/>
                  <a:pt x="95" y="489"/>
                  <a:pt x="95" y="489"/>
                </a:cubicBezTo>
                <a:cubicBezTo>
                  <a:pt x="95" y="489"/>
                  <a:pt x="95" y="489"/>
                  <a:pt x="95" y="489"/>
                </a:cubicBezTo>
                <a:cubicBezTo>
                  <a:pt x="95" y="489"/>
                  <a:pt x="94" y="489"/>
                  <a:pt x="94" y="489"/>
                </a:cubicBezTo>
                <a:cubicBezTo>
                  <a:pt x="94" y="489"/>
                  <a:pt x="94" y="489"/>
                  <a:pt x="94" y="489"/>
                </a:cubicBezTo>
                <a:cubicBezTo>
                  <a:pt x="95" y="489"/>
                  <a:pt x="95" y="489"/>
                  <a:pt x="95" y="488"/>
                </a:cubicBezTo>
                <a:cubicBezTo>
                  <a:pt x="95" y="488"/>
                  <a:pt x="95" y="488"/>
                  <a:pt x="95" y="488"/>
                </a:cubicBezTo>
                <a:cubicBezTo>
                  <a:pt x="95" y="488"/>
                  <a:pt x="95" y="488"/>
                  <a:pt x="95" y="488"/>
                </a:cubicBezTo>
                <a:cubicBezTo>
                  <a:pt x="95" y="488"/>
                  <a:pt x="95" y="488"/>
                  <a:pt x="95" y="488"/>
                </a:cubicBezTo>
                <a:cubicBezTo>
                  <a:pt x="95" y="488"/>
                  <a:pt x="95" y="488"/>
                  <a:pt x="96" y="488"/>
                </a:cubicBezTo>
                <a:cubicBezTo>
                  <a:pt x="96" y="488"/>
                  <a:pt x="96" y="488"/>
                  <a:pt x="96" y="488"/>
                </a:cubicBezTo>
                <a:cubicBezTo>
                  <a:pt x="96" y="488"/>
                  <a:pt x="96" y="488"/>
                  <a:pt x="96" y="488"/>
                </a:cubicBezTo>
                <a:cubicBezTo>
                  <a:pt x="96" y="488"/>
                  <a:pt x="96" y="488"/>
                  <a:pt x="96" y="488"/>
                </a:cubicBezTo>
                <a:cubicBezTo>
                  <a:pt x="96" y="488"/>
                  <a:pt x="96" y="488"/>
                  <a:pt x="96" y="488"/>
                </a:cubicBezTo>
                <a:cubicBezTo>
                  <a:pt x="96" y="488"/>
                  <a:pt x="96" y="488"/>
                  <a:pt x="96" y="488"/>
                </a:cubicBezTo>
                <a:cubicBezTo>
                  <a:pt x="96" y="488"/>
                  <a:pt x="96" y="488"/>
                  <a:pt x="97" y="488"/>
                </a:cubicBezTo>
                <a:cubicBezTo>
                  <a:pt x="97" y="488"/>
                  <a:pt x="97" y="488"/>
                  <a:pt x="97" y="488"/>
                </a:cubicBezTo>
                <a:cubicBezTo>
                  <a:pt x="97" y="488"/>
                  <a:pt x="97" y="487"/>
                  <a:pt x="97" y="487"/>
                </a:cubicBezTo>
                <a:cubicBezTo>
                  <a:pt x="97" y="487"/>
                  <a:pt x="97" y="487"/>
                  <a:pt x="97" y="487"/>
                </a:cubicBezTo>
                <a:cubicBezTo>
                  <a:pt x="97" y="487"/>
                  <a:pt x="98" y="487"/>
                  <a:pt x="98" y="487"/>
                </a:cubicBezTo>
                <a:cubicBezTo>
                  <a:pt x="98" y="487"/>
                  <a:pt x="98" y="487"/>
                  <a:pt x="98" y="487"/>
                </a:cubicBezTo>
                <a:cubicBezTo>
                  <a:pt x="98" y="487"/>
                  <a:pt x="98" y="487"/>
                  <a:pt x="98" y="487"/>
                </a:cubicBezTo>
                <a:cubicBezTo>
                  <a:pt x="98" y="487"/>
                  <a:pt x="98" y="486"/>
                  <a:pt x="98" y="486"/>
                </a:cubicBezTo>
                <a:cubicBezTo>
                  <a:pt x="98" y="486"/>
                  <a:pt x="98" y="486"/>
                  <a:pt x="98" y="486"/>
                </a:cubicBezTo>
                <a:cubicBezTo>
                  <a:pt x="98" y="486"/>
                  <a:pt x="99" y="486"/>
                  <a:pt x="99" y="486"/>
                </a:cubicBezTo>
                <a:cubicBezTo>
                  <a:pt x="99" y="486"/>
                  <a:pt x="99" y="486"/>
                  <a:pt x="99" y="486"/>
                </a:cubicBezTo>
                <a:cubicBezTo>
                  <a:pt x="99" y="486"/>
                  <a:pt x="99" y="486"/>
                  <a:pt x="99" y="485"/>
                </a:cubicBezTo>
                <a:cubicBezTo>
                  <a:pt x="99" y="485"/>
                  <a:pt x="99" y="485"/>
                  <a:pt x="99" y="485"/>
                </a:cubicBezTo>
                <a:cubicBezTo>
                  <a:pt x="99" y="485"/>
                  <a:pt x="100" y="485"/>
                  <a:pt x="100" y="485"/>
                </a:cubicBezTo>
                <a:cubicBezTo>
                  <a:pt x="100" y="485"/>
                  <a:pt x="100" y="485"/>
                  <a:pt x="100" y="485"/>
                </a:cubicBezTo>
                <a:cubicBezTo>
                  <a:pt x="100" y="485"/>
                  <a:pt x="100" y="485"/>
                  <a:pt x="100" y="485"/>
                </a:cubicBezTo>
                <a:cubicBezTo>
                  <a:pt x="100" y="485"/>
                  <a:pt x="100" y="485"/>
                  <a:pt x="100" y="485"/>
                </a:cubicBezTo>
                <a:cubicBezTo>
                  <a:pt x="100" y="485"/>
                  <a:pt x="100" y="485"/>
                  <a:pt x="100" y="485"/>
                </a:cubicBezTo>
                <a:cubicBezTo>
                  <a:pt x="100" y="485"/>
                  <a:pt x="100" y="485"/>
                  <a:pt x="101" y="485"/>
                </a:cubicBezTo>
                <a:cubicBezTo>
                  <a:pt x="101" y="485"/>
                  <a:pt x="101" y="485"/>
                  <a:pt x="101" y="485"/>
                </a:cubicBezTo>
                <a:cubicBezTo>
                  <a:pt x="101" y="485"/>
                  <a:pt x="101" y="485"/>
                  <a:pt x="101" y="485"/>
                </a:cubicBezTo>
                <a:cubicBezTo>
                  <a:pt x="101" y="485"/>
                  <a:pt x="101" y="485"/>
                  <a:pt x="101" y="485"/>
                </a:cubicBezTo>
                <a:cubicBezTo>
                  <a:pt x="101" y="485"/>
                  <a:pt x="101" y="485"/>
                  <a:pt x="101" y="485"/>
                </a:cubicBezTo>
                <a:cubicBezTo>
                  <a:pt x="101" y="485"/>
                  <a:pt x="101" y="484"/>
                  <a:pt x="102" y="484"/>
                </a:cubicBezTo>
                <a:cubicBezTo>
                  <a:pt x="102" y="484"/>
                  <a:pt x="102" y="484"/>
                  <a:pt x="102" y="484"/>
                </a:cubicBezTo>
                <a:cubicBezTo>
                  <a:pt x="102" y="484"/>
                  <a:pt x="102" y="484"/>
                  <a:pt x="102" y="484"/>
                </a:cubicBezTo>
                <a:cubicBezTo>
                  <a:pt x="102" y="484"/>
                  <a:pt x="102" y="485"/>
                  <a:pt x="102" y="485"/>
                </a:cubicBezTo>
                <a:cubicBezTo>
                  <a:pt x="102" y="485"/>
                  <a:pt x="102" y="485"/>
                  <a:pt x="102" y="485"/>
                </a:cubicBezTo>
                <a:cubicBezTo>
                  <a:pt x="102" y="484"/>
                  <a:pt x="102" y="484"/>
                  <a:pt x="102" y="484"/>
                </a:cubicBezTo>
                <a:cubicBezTo>
                  <a:pt x="102" y="484"/>
                  <a:pt x="102" y="484"/>
                  <a:pt x="102" y="484"/>
                </a:cubicBezTo>
                <a:cubicBezTo>
                  <a:pt x="102" y="484"/>
                  <a:pt x="102" y="484"/>
                  <a:pt x="102" y="484"/>
                </a:cubicBezTo>
                <a:cubicBezTo>
                  <a:pt x="102" y="484"/>
                  <a:pt x="102" y="484"/>
                  <a:pt x="102" y="484"/>
                </a:cubicBezTo>
                <a:cubicBezTo>
                  <a:pt x="102" y="484"/>
                  <a:pt x="102" y="484"/>
                  <a:pt x="102" y="484"/>
                </a:cubicBezTo>
                <a:cubicBezTo>
                  <a:pt x="102" y="484"/>
                  <a:pt x="102" y="484"/>
                  <a:pt x="102" y="484"/>
                </a:cubicBezTo>
                <a:cubicBezTo>
                  <a:pt x="102" y="484"/>
                  <a:pt x="102" y="484"/>
                  <a:pt x="102" y="484"/>
                </a:cubicBezTo>
                <a:cubicBezTo>
                  <a:pt x="102" y="484"/>
                  <a:pt x="102" y="484"/>
                  <a:pt x="102" y="484"/>
                </a:cubicBezTo>
                <a:cubicBezTo>
                  <a:pt x="102" y="484"/>
                  <a:pt x="102" y="484"/>
                  <a:pt x="103" y="483"/>
                </a:cubicBezTo>
                <a:cubicBezTo>
                  <a:pt x="103" y="483"/>
                  <a:pt x="103" y="483"/>
                  <a:pt x="103" y="483"/>
                </a:cubicBezTo>
                <a:cubicBezTo>
                  <a:pt x="103" y="483"/>
                  <a:pt x="103" y="483"/>
                  <a:pt x="103" y="483"/>
                </a:cubicBezTo>
                <a:cubicBezTo>
                  <a:pt x="103" y="483"/>
                  <a:pt x="103" y="483"/>
                  <a:pt x="103" y="483"/>
                </a:cubicBezTo>
                <a:cubicBezTo>
                  <a:pt x="103" y="483"/>
                  <a:pt x="103" y="483"/>
                  <a:pt x="104" y="483"/>
                </a:cubicBezTo>
                <a:cubicBezTo>
                  <a:pt x="104" y="483"/>
                  <a:pt x="104" y="483"/>
                  <a:pt x="104" y="483"/>
                </a:cubicBezTo>
                <a:cubicBezTo>
                  <a:pt x="104" y="483"/>
                  <a:pt x="104" y="482"/>
                  <a:pt x="104" y="482"/>
                </a:cubicBezTo>
                <a:cubicBezTo>
                  <a:pt x="104" y="482"/>
                  <a:pt x="104" y="482"/>
                  <a:pt x="104" y="482"/>
                </a:cubicBezTo>
                <a:cubicBezTo>
                  <a:pt x="104" y="482"/>
                  <a:pt x="104" y="482"/>
                  <a:pt x="104" y="482"/>
                </a:cubicBezTo>
                <a:cubicBezTo>
                  <a:pt x="104" y="482"/>
                  <a:pt x="104" y="482"/>
                  <a:pt x="104" y="482"/>
                </a:cubicBezTo>
                <a:cubicBezTo>
                  <a:pt x="104" y="482"/>
                  <a:pt x="104" y="482"/>
                  <a:pt x="104" y="482"/>
                </a:cubicBezTo>
                <a:cubicBezTo>
                  <a:pt x="104" y="482"/>
                  <a:pt x="104" y="482"/>
                  <a:pt x="104" y="482"/>
                </a:cubicBezTo>
                <a:cubicBezTo>
                  <a:pt x="104" y="482"/>
                  <a:pt x="104" y="482"/>
                  <a:pt x="105" y="482"/>
                </a:cubicBezTo>
                <a:cubicBezTo>
                  <a:pt x="105" y="482"/>
                  <a:pt x="105" y="482"/>
                  <a:pt x="105" y="482"/>
                </a:cubicBezTo>
                <a:cubicBezTo>
                  <a:pt x="105" y="482"/>
                  <a:pt x="105" y="482"/>
                  <a:pt x="105" y="482"/>
                </a:cubicBezTo>
                <a:cubicBezTo>
                  <a:pt x="105" y="482"/>
                  <a:pt x="105" y="482"/>
                  <a:pt x="105" y="482"/>
                </a:cubicBezTo>
                <a:cubicBezTo>
                  <a:pt x="106" y="482"/>
                  <a:pt x="106" y="482"/>
                  <a:pt x="106" y="482"/>
                </a:cubicBezTo>
                <a:cubicBezTo>
                  <a:pt x="106" y="482"/>
                  <a:pt x="106" y="482"/>
                  <a:pt x="106" y="482"/>
                </a:cubicBezTo>
                <a:cubicBezTo>
                  <a:pt x="106" y="482"/>
                  <a:pt x="106" y="482"/>
                  <a:pt x="106" y="482"/>
                </a:cubicBezTo>
                <a:cubicBezTo>
                  <a:pt x="106" y="483"/>
                  <a:pt x="106" y="483"/>
                  <a:pt x="106" y="483"/>
                </a:cubicBezTo>
                <a:cubicBezTo>
                  <a:pt x="106" y="483"/>
                  <a:pt x="106" y="483"/>
                  <a:pt x="106" y="483"/>
                </a:cubicBezTo>
                <a:cubicBezTo>
                  <a:pt x="106" y="483"/>
                  <a:pt x="106" y="483"/>
                  <a:pt x="106" y="483"/>
                </a:cubicBezTo>
                <a:cubicBezTo>
                  <a:pt x="106" y="484"/>
                  <a:pt x="106" y="484"/>
                  <a:pt x="106" y="483"/>
                </a:cubicBezTo>
                <a:cubicBezTo>
                  <a:pt x="107" y="483"/>
                  <a:pt x="107" y="483"/>
                  <a:pt x="107" y="484"/>
                </a:cubicBezTo>
                <a:cubicBezTo>
                  <a:pt x="107" y="484"/>
                  <a:pt x="107" y="484"/>
                  <a:pt x="107" y="484"/>
                </a:cubicBezTo>
                <a:cubicBezTo>
                  <a:pt x="107" y="484"/>
                  <a:pt x="107" y="484"/>
                  <a:pt x="107" y="484"/>
                </a:cubicBezTo>
                <a:cubicBezTo>
                  <a:pt x="107" y="484"/>
                  <a:pt x="107" y="484"/>
                  <a:pt x="107" y="484"/>
                </a:cubicBezTo>
                <a:cubicBezTo>
                  <a:pt x="107" y="484"/>
                  <a:pt x="107" y="484"/>
                  <a:pt x="107" y="484"/>
                </a:cubicBezTo>
                <a:cubicBezTo>
                  <a:pt x="107" y="484"/>
                  <a:pt x="107" y="484"/>
                  <a:pt x="107" y="484"/>
                </a:cubicBezTo>
                <a:cubicBezTo>
                  <a:pt x="107" y="484"/>
                  <a:pt x="107" y="484"/>
                  <a:pt x="107" y="484"/>
                </a:cubicBezTo>
                <a:cubicBezTo>
                  <a:pt x="107" y="484"/>
                  <a:pt x="107" y="484"/>
                  <a:pt x="107" y="484"/>
                </a:cubicBezTo>
                <a:cubicBezTo>
                  <a:pt x="107" y="485"/>
                  <a:pt x="107" y="485"/>
                  <a:pt x="107" y="485"/>
                </a:cubicBezTo>
                <a:cubicBezTo>
                  <a:pt x="107" y="485"/>
                  <a:pt x="107" y="485"/>
                  <a:pt x="107" y="485"/>
                </a:cubicBezTo>
                <a:cubicBezTo>
                  <a:pt x="107" y="485"/>
                  <a:pt x="107" y="485"/>
                  <a:pt x="107" y="486"/>
                </a:cubicBezTo>
                <a:cubicBezTo>
                  <a:pt x="107" y="486"/>
                  <a:pt x="107" y="486"/>
                  <a:pt x="107" y="486"/>
                </a:cubicBezTo>
                <a:cubicBezTo>
                  <a:pt x="107" y="486"/>
                  <a:pt x="107" y="486"/>
                  <a:pt x="107" y="486"/>
                </a:cubicBezTo>
                <a:close/>
                <a:moveTo>
                  <a:pt x="93" y="492"/>
                </a:moveTo>
                <a:cubicBezTo>
                  <a:pt x="93" y="492"/>
                  <a:pt x="93" y="492"/>
                  <a:pt x="93" y="492"/>
                </a:cubicBezTo>
                <a:cubicBezTo>
                  <a:pt x="93" y="492"/>
                  <a:pt x="93" y="492"/>
                  <a:pt x="93" y="492"/>
                </a:cubicBezTo>
                <a:close/>
                <a:moveTo>
                  <a:pt x="97" y="490"/>
                </a:moveTo>
                <a:cubicBezTo>
                  <a:pt x="97" y="490"/>
                  <a:pt x="97" y="490"/>
                  <a:pt x="97" y="490"/>
                </a:cubicBezTo>
                <a:cubicBezTo>
                  <a:pt x="97" y="490"/>
                  <a:pt x="97" y="490"/>
                  <a:pt x="97" y="490"/>
                </a:cubicBezTo>
                <a:cubicBezTo>
                  <a:pt x="97" y="490"/>
                  <a:pt x="97" y="490"/>
                  <a:pt x="97" y="490"/>
                </a:cubicBezTo>
                <a:close/>
                <a:moveTo>
                  <a:pt x="105" y="486"/>
                </a:moveTo>
                <a:cubicBezTo>
                  <a:pt x="105" y="486"/>
                  <a:pt x="105" y="486"/>
                  <a:pt x="105" y="486"/>
                </a:cubicBezTo>
                <a:cubicBezTo>
                  <a:pt x="105" y="486"/>
                  <a:pt x="105" y="486"/>
                  <a:pt x="105" y="486"/>
                </a:cubicBezTo>
                <a:close/>
                <a:moveTo>
                  <a:pt x="104" y="491"/>
                </a:moveTo>
                <a:cubicBezTo>
                  <a:pt x="104" y="491"/>
                  <a:pt x="104" y="491"/>
                  <a:pt x="104" y="491"/>
                </a:cubicBezTo>
                <a:cubicBezTo>
                  <a:pt x="104" y="491"/>
                  <a:pt x="104" y="491"/>
                  <a:pt x="104" y="491"/>
                </a:cubicBezTo>
                <a:cubicBezTo>
                  <a:pt x="104" y="491"/>
                  <a:pt x="104" y="491"/>
                  <a:pt x="104" y="491"/>
                </a:cubicBezTo>
                <a:cubicBezTo>
                  <a:pt x="104" y="491"/>
                  <a:pt x="104" y="491"/>
                  <a:pt x="104" y="491"/>
                </a:cubicBezTo>
                <a:cubicBezTo>
                  <a:pt x="104" y="491"/>
                  <a:pt x="104" y="491"/>
                  <a:pt x="104" y="491"/>
                </a:cubicBezTo>
                <a:cubicBezTo>
                  <a:pt x="104" y="491"/>
                  <a:pt x="104" y="491"/>
                  <a:pt x="104" y="491"/>
                </a:cubicBezTo>
                <a:cubicBezTo>
                  <a:pt x="103" y="491"/>
                  <a:pt x="103" y="491"/>
                  <a:pt x="103" y="491"/>
                </a:cubicBezTo>
                <a:cubicBezTo>
                  <a:pt x="103" y="491"/>
                  <a:pt x="103" y="491"/>
                  <a:pt x="103" y="491"/>
                </a:cubicBezTo>
                <a:cubicBezTo>
                  <a:pt x="103" y="491"/>
                  <a:pt x="103" y="491"/>
                  <a:pt x="103" y="491"/>
                </a:cubicBezTo>
                <a:cubicBezTo>
                  <a:pt x="103" y="491"/>
                  <a:pt x="103" y="491"/>
                  <a:pt x="103" y="491"/>
                </a:cubicBezTo>
                <a:cubicBezTo>
                  <a:pt x="103" y="491"/>
                  <a:pt x="103" y="491"/>
                  <a:pt x="103" y="491"/>
                </a:cubicBezTo>
                <a:cubicBezTo>
                  <a:pt x="103" y="491"/>
                  <a:pt x="103" y="491"/>
                  <a:pt x="103" y="491"/>
                </a:cubicBezTo>
                <a:cubicBezTo>
                  <a:pt x="103" y="491"/>
                  <a:pt x="103" y="491"/>
                  <a:pt x="103" y="491"/>
                </a:cubicBezTo>
                <a:cubicBezTo>
                  <a:pt x="103" y="491"/>
                  <a:pt x="103" y="491"/>
                  <a:pt x="103" y="491"/>
                </a:cubicBezTo>
                <a:cubicBezTo>
                  <a:pt x="104" y="491"/>
                  <a:pt x="104" y="492"/>
                  <a:pt x="104" y="492"/>
                </a:cubicBezTo>
                <a:cubicBezTo>
                  <a:pt x="104" y="492"/>
                  <a:pt x="104" y="492"/>
                  <a:pt x="104" y="492"/>
                </a:cubicBezTo>
                <a:cubicBezTo>
                  <a:pt x="104" y="492"/>
                  <a:pt x="104" y="492"/>
                  <a:pt x="104" y="492"/>
                </a:cubicBezTo>
                <a:cubicBezTo>
                  <a:pt x="104" y="492"/>
                  <a:pt x="104" y="492"/>
                  <a:pt x="104" y="492"/>
                </a:cubicBezTo>
                <a:cubicBezTo>
                  <a:pt x="104" y="492"/>
                  <a:pt x="104" y="491"/>
                  <a:pt x="104" y="491"/>
                </a:cubicBezTo>
                <a:close/>
                <a:moveTo>
                  <a:pt x="107" y="482"/>
                </a:moveTo>
                <a:cubicBezTo>
                  <a:pt x="107" y="482"/>
                  <a:pt x="107" y="482"/>
                  <a:pt x="107" y="482"/>
                </a:cubicBezTo>
                <a:cubicBezTo>
                  <a:pt x="107" y="482"/>
                  <a:pt x="107" y="482"/>
                  <a:pt x="107" y="482"/>
                </a:cubicBezTo>
                <a:cubicBezTo>
                  <a:pt x="107" y="482"/>
                  <a:pt x="106" y="481"/>
                  <a:pt x="106" y="481"/>
                </a:cubicBezTo>
                <a:cubicBezTo>
                  <a:pt x="106" y="481"/>
                  <a:pt x="106" y="481"/>
                  <a:pt x="106" y="481"/>
                </a:cubicBezTo>
                <a:cubicBezTo>
                  <a:pt x="106" y="481"/>
                  <a:pt x="106" y="482"/>
                  <a:pt x="106" y="482"/>
                </a:cubicBezTo>
                <a:cubicBezTo>
                  <a:pt x="106" y="482"/>
                  <a:pt x="106" y="482"/>
                  <a:pt x="106" y="482"/>
                </a:cubicBezTo>
                <a:cubicBezTo>
                  <a:pt x="106" y="482"/>
                  <a:pt x="106" y="482"/>
                  <a:pt x="106" y="482"/>
                </a:cubicBezTo>
                <a:cubicBezTo>
                  <a:pt x="106" y="482"/>
                  <a:pt x="106" y="482"/>
                  <a:pt x="107" y="482"/>
                </a:cubicBezTo>
                <a:cubicBezTo>
                  <a:pt x="107" y="482"/>
                  <a:pt x="107" y="482"/>
                  <a:pt x="107" y="482"/>
                </a:cubicBezTo>
                <a:close/>
                <a:moveTo>
                  <a:pt x="105" y="491"/>
                </a:moveTo>
                <a:cubicBezTo>
                  <a:pt x="105" y="491"/>
                  <a:pt x="105" y="491"/>
                  <a:pt x="105" y="491"/>
                </a:cubicBezTo>
                <a:cubicBezTo>
                  <a:pt x="105" y="491"/>
                  <a:pt x="105" y="491"/>
                  <a:pt x="105" y="491"/>
                </a:cubicBezTo>
                <a:cubicBezTo>
                  <a:pt x="105" y="491"/>
                  <a:pt x="105" y="491"/>
                  <a:pt x="105" y="491"/>
                </a:cubicBezTo>
                <a:cubicBezTo>
                  <a:pt x="105" y="491"/>
                  <a:pt x="105" y="491"/>
                  <a:pt x="105" y="491"/>
                </a:cubicBezTo>
                <a:close/>
                <a:moveTo>
                  <a:pt x="107" y="487"/>
                </a:moveTo>
                <a:cubicBezTo>
                  <a:pt x="107" y="487"/>
                  <a:pt x="107" y="487"/>
                  <a:pt x="107" y="487"/>
                </a:cubicBezTo>
                <a:cubicBezTo>
                  <a:pt x="107" y="487"/>
                  <a:pt x="107" y="487"/>
                  <a:pt x="107" y="487"/>
                </a:cubicBezTo>
                <a:cubicBezTo>
                  <a:pt x="107" y="487"/>
                  <a:pt x="107" y="487"/>
                  <a:pt x="107" y="487"/>
                </a:cubicBezTo>
                <a:cubicBezTo>
                  <a:pt x="107" y="487"/>
                  <a:pt x="107" y="487"/>
                  <a:pt x="107" y="487"/>
                </a:cubicBezTo>
                <a:close/>
                <a:moveTo>
                  <a:pt x="106" y="488"/>
                </a:moveTo>
                <a:cubicBezTo>
                  <a:pt x="107" y="488"/>
                  <a:pt x="107" y="488"/>
                  <a:pt x="107" y="488"/>
                </a:cubicBezTo>
                <a:cubicBezTo>
                  <a:pt x="107" y="488"/>
                  <a:pt x="107" y="488"/>
                  <a:pt x="107" y="488"/>
                </a:cubicBezTo>
                <a:cubicBezTo>
                  <a:pt x="107" y="488"/>
                  <a:pt x="107" y="488"/>
                  <a:pt x="107" y="488"/>
                </a:cubicBezTo>
                <a:cubicBezTo>
                  <a:pt x="107" y="488"/>
                  <a:pt x="106" y="488"/>
                  <a:pt x="106" y="488"/>
                </a:cubicBezTo>
                <a:close/>
                <a:moveTo>
                  <a:pt x="106" y="491"/>
                </a:moveTo>
                <a:cubicBezTo>
                  <a:pt x="106" y="490"/>
                  <a:pt x="106" y="491"/>
                  <a:pt x="106" y="491"/>
                </a:cubicBezTo>
                <a:cubicBezTo>
                  <a:pt x="106" y="490"/>
                  <a:pt x="106" y="491"/>
                  <a:pt x="106" y="491"/>
                </a:cubicBezTo>
                <a:cubicBezTo>
                  <a:pt x="106" y="491"/>
                  <a:pt x="106" y="491"/>
                  <a:pt x="106" y="491"/>
                </a:cubicBezTo>
                <a:cubicBezTo>
                  <a:pt x="106" y="491"/>
                  <a:pt x="105" y="491"/>
                  <a:pt x="106" y="491"/>
                </a:cubicBezTo>
                <a:cubicBezTo>
                  <a:pt x="106" y="491"/>
                  <a:pt x="106" y="491"/>
                  <a:pt x="106" y="491"/>
                </a:cubicBezTo>
                <a:cubicBezTo>
                  <a:pt x="106" y="491"/>
                  <a:pt x="106" y="491"/>
                  <a:pt x="106" y="491"/>
                </a:cubicBezTo>
                <a:cubicBezTo>
                  <a:pt x="106" y="491"/>
                  <a:pt x="106" y="491"/>
                  <a:pt x="106" y="491"/>
                </a:cubicBezTo>
                <a:cubicBezTo>
                  <a:pt x="106" y="491"/>
                  <a:pt x="106" y="491"/>
                  <a:pt x="106" y="491"/>
                </a:cubicBezTo>
                <a:cubicBezTo>
                  <a:pt x="106" y="491"/>
                  <a:pt x="107" y="491"/>
                  <a:pt x="107" y="491"/>
                </a:cubicBezTo>
                <a:cubicBezTo>
                  <a:pt x="107" y="491"/>
                  <a:pt x="107" y="491"/>
                  <a:pt x="107" y="491"/>
                </a:cubicBezTo>
                <a:cubicBezTo>
                  <a:pt x="107" y="491"/>
                  <a:pt x="106" y="491"/>
                  <a:pt x="106" y="491"/>
                </a:cubicBezTo>
                <a:close/>
                <a:moveTo>
                  <a:pt x="108" y="484"/>
                </a:move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ubicBezTo>
                  <a:pt x="108" y="484"/>
                  <a:pt x="108" y="484"/>
                  <a:pt x="108" y="484"/>
                </a:cubicBezTo>
                <a:close/>
                <a:moveTo>
                  <a:pt x="108" y="484"/>
                </a:moveTo>
                <a:cubicBezTo>
                  <a:pt x="108" y="484"/>
                  <a:pt x="108" y="484"/>
                  <a:pt x="108" y="484"/>
                </a:cubicBezTo>
                <a:cubicBezTo>
                  <a:pt x="108" y="485"/>
                  <a:pt x="108" y="484"/>
                  <a:pt x="108" y="484"/>
                </a:cubicBezTo>
                <a:cubicBezTo>
                  <a:pt x="108" y="484"/>
                  <a:pt x="108" y="484"/>
                  <a:pt x="108" y="484"/>
                </a:cubicBezTo>
                <a:cubicBezTo>
                  <a:pt x="108" y="484"/>
                  <a:pt x="108" y="484"/>
                  <a:pt x="108" y="484"/>
                </a:cubicBezTo>
                <a:close/>
                <a:moveTo>
                  <a:pt x="109" y="484"/>
                </a:moveTo>
                <a:cubicBezTo>
                  <a:pt x="109" y="484"/>
                  <a:pt x="109" y="483"/>
                  <a:pt x="109" y="483"/>
                </a:cubicBezTo>
                <a:cubicBezTo>
                  <a:pt x="108" y="483"/>
                  <a:pt x="108" y="483"/>
                  <a:pt x="108" y="484"/>
                </a:cubicBezTo>
                <a:cubicBezTo>
                  <a:pt x="109" y="484"/>
                  <a:pt x="109" y="484"/>
                  <a:pt x="109" y="484"/>
                </a:cubicBezTo>
                <a:cubicBezTo>
                  <a:pt x="109" y="484"/>
                  <a:pt x="109" y="484"/>
                  <a:pt x="109" y="484"/>
                </a:cubicBezTo>
                <a:close/>
                <a:moveTo>
                  <a:pt x="109" y="485"/>
                </a:moveTo>
                <a:cubicBezTo>
                  <a:pt x="109" y="485"/>
                  <a:pt x="109" y="485"/>
                  <a:pt x="109" y="485"/>
                </a:cubicBezTo>
                <a:cubicBezTo>
                  <a:pt x="109" y="485"/>
                  <a:pt x="109" y="485"/>
                  <a:pt x="109" y="485"/>
                </a:cubicBezTo>
                <a:cubicBezTo>
                  <a:pt x="109" y="485"/>
                  <a:pt x="109" y="485"/>
                  <a:pt x="109" y="485"/>
                </a:cubicBezTo>
                <a:cubicBezTo>
                  <a:pt x="109" y="485"/>
                  <a:pt x="109" y="485"/>
                  <a:pt x="109" y="485"/>
                </a:cubicBezTo>
                <a:close/>
                <a:moveTo>
                  <a:pt x="108" y="483"/>
                </a:moveTo>
                <a:cubicBezTo>
                  <a:pt x="108" y="483"/>
                  <a:pt x="108" y="483"/>
                  <a:pt x="108" y="483"/>
                </a:cubicBezTo>
                <a:cubicBezTo>
                  <a:pt x="108" y="483"/>
                  <a:pt x="108" y="483"/>
                  <a:pt x="108" y="483"/>
                </a:cubicBezTo>
                <a:cubicBezTo>
                  <a:pt x="108" y="483"/>
                  <a:pt x="108" y="483"/>
                  <a:pt x="108" y="483"/>
                </a:cubicBezTo>
                <a:cubicBezTo>
                  <a:pt x="108" y="483"/>
                  <a:pt x="108" y="483"/>
                  <a:pt x="108" y="483"/>
                </a:cubicBezTo>
                <a:close/>
                <a:moveTo>
                  <a:pt x="109" y="485"/>
                </a:moveTo>
                <a:cubicBezTo>
                  <a:pt x="109" y="485"/>
                  <a:pt x="109" y="484"/>
                  <a:pt x="109" y="484"/>
                </a:cubicBezTo>
                <a:cubicBezTo>
                  <a:pt x="109" y="484"/>
                  <a:pt x="109" y="484"/>
                  <a:pt x="109" y="484"/>
                </a:cubicBezTo>
                <a:cubicBezTo>
                  <a:pt x="109" y="484"/>
                  <a:pt x="109" y="484"/>
                  <a:pt x="108" y="485"/>
                </a:cubicBezTo>
                <a:cubicBezTo>
                  <a:pt x="108" y="485"/>
                  <a:pt x="108" y="485"/>
                  <a:pt x="109" y="485"/>
                </a:cubicBezTo>
                <a:cubicBezTo>
                  <a:pt x="109" y="485"/>
                  <a:pt x="109" y="485"/>
                  <a:pt x="109" y="485"/>
                </a:cubicBezTo>
                <a:cubicBezTo>
                  <a:pt x="109" y="485"/>
                  <a:pt x="109" y="485"/>
                  <a:pt x="109" y="485"/>
                </a:cubicBezTo>
                <a:cubicBezTo>
                  <a:pt x="109" y="485"/>
                  <a:pt x="109" y="485"/>
                  <a:pt x="109" y="485"/>
                </a:cubicBezTo>
                <a:cubicBezTo>
                  <a:pt x="109" y="485"/>
                  <a:pt x="109" y="485"/>
                  <a:pt x="109" y="485"/>
                </a:cubicBezTo>
                <a:cubicBezTo>
                  <a:pt x="109" y="485"/>
                  <a:pt x="109" y="485"/>
                  <a:pt x="109" y="485"/>
                </a:cubicBezTo>
                <a:cubicBezTo>
                  <a:pt x="109" y="485"/>
                  <a:pt x="109" y="485"/>
                  <a:pt x="109" y="485"/>
                </a:cubicBezTo>
                <a:close/>
                <a:moveTo>
                  <a:pt x="108" y="484"/>
                </a:moveTo>
                <a:cubicBezTo>
                  <a:pt x="108" y="484"/>
                  <a:pt x="108" y="484"/>
                  <a:pt x="108" y="484"/>
                </a:cubicBezTo>
                <a:cubicBezTo>
                  <a:pt x="108" y="484"/>
                  <a:pt x="108" y="484"/>
                  <a:pt x="108" y="484"/>
                </a:cubicBezTo>
                <a:cubicBezTo>
                  <a:pt x="108" y="484"/>
                  <a:pt x="108" y="484"/>
                  <a:pt x="108" y="484"/>
                </a:cubicBezTo>
                <a:close/>
                <a:moveTo>
                  <a:pt x="107" y="479"/>
                </a:moveTo>
                <a:cubicBezTo>
                  <a:pt x="107" y="479"/>
                  <a:pt x="107" y="479"/>
                  <a:pt x="106" y="479"/>
                </a:cubicBezTo>
                <a:cubicBezTo>
                  <a:pt x="106" y="479"/>
                  <a:pt x="106" y="479"/>
                  <a:pt x="106" y="479"/>
                </a:cubicBezTo>
                <a:cubicBezTo>
                  <a:pt x="106" y="479"/>
                  <a:pt x="106" y="479"/>
                  <a:pt x="106" y="479"/>
                </a:cubicBezTo>
                <a:cubicBezTo>
                  <a:pt x="106" y="479"/>
                  <a:pt x="106" y="479"/>
                  <a:pt x="106" y="479"/>
                </a:cubicBezTo>
                <a:cubicBezTo>
                  <a:pt x="106" y="479"/>
                  <a:pt x="106" y="479"/>
                  <a:pt x="106" y="479"/>
                </a:cubicBezTo>
                <a:cubicBezTo>
                  <a:pt x="106" y="479"/>
                  <a:pt x="106" y="479"/>
                  <a:pt x="106" y="479"/>
                </a:cubicBezTo>
                <a:cubicBezTo>
                  <a:pt x="106" y="479"/>
                  <a:pt x="106" y="479"/>
                  <a:pt x="106" y="479"/>
                </a:cubicBezTo>
                <a:cubicBezTo>
                  <a:pt x="106" y="479"/>
                  <a:pt x="106" y="478"/>
                  <a:pt x="106" y="479"/>
                </a:cubicBezTo>
                <a:cubicBezTo>
                  <a:pt x="106" y="479"/>
                  <a:pt x="106" y="479"/>
                  <a:pt x="106" y="479"/>
                </a:cubicBezTo>
                <a:cubicBezTo>
                  <a:pt x="106" y="478"/>
                  <a:pt x="106" y="479"/>
                  <a:pt x="107" y="478"/>
                </a:cubicBezTo>
                <a:cubicBezTo>
                  <a:pt x="106" y="478"/>
                  <a:pt x="106" y="478"/>
                  <a:pt x="106" y="478"/>
                </a:cubicBezTo>
                <a:cubicBezTo>
                  <a:pt x="106" y="478"/>
                  <a:pt x="106" y="478"/>
                  <a:pt x="106" y="478"/>
                </a:cubicBezTo>
                <a:cubicBezTo>
                  <a:pt x="106" y="478"/>
                  <a:pt x="106" y="478"/>
                  <a:pt x="106" y="478"/>
                </a:cubicBezTo>
                <a:cubicBezTo>
                  <a:pt x="106" y="479"/>
                  <a:pt x="106" y="479"/>
                  <a:pt x="106" y="479"/>
                </a:cubicBezTo>
                <a:cubicBezTo>
                  <a:pt x="106" y="479"/>
                  <a:pt x="106" y="479"/>
                  <a:pt x="106" y="479"/>
                </a:cubicBezTo>
                <a:cubicBezTo>
                  <a:pt x="106" y="479"/>
                  <a:pt x="106" y="479"/>
                  <a:pt x="107" y="479"/>
                </a:cubicBezTo>
                <a:cubicBezTo>
                  <a:pt x="107" y="479"/>
                  <a:pt x="107" y="479"/>
                  <a:pt x="107" y="479"/>
                </a:cubicBezTo>
                <a:close/>
                <a:moveTo>
                  <a:pt x="109" y="484"/>
                </a:moveTo>
                <a:cubicBezTo>
                  <a:pt x="109" y="484"/>
                  <a:pt x="109" y="484"/>
                  <a:pt x="109" y="485"/>
                </a:cubicBezTo>
                <a:cubicBezTo>
                  <a:pt x="109" y="484"/>
                  <a:pt x="109" y="484"/>
                  <a:pt x="109" y="484"/>
                </a:cubicBezTo>
                <a:close/>
                <a:moveTo>
                  <a:pt x="108" y="486"/>
                </a:moveTo>
                <a:cubicBezTo>
                  <a:pt x="108" y="487"/>
                  <a:pt x="108" y="487"/>
                  <a:pt x="108" y="487"/>
                </a:cubicBezTo>
                <a:cubicBezTo>
                  <a:pt x="108" y="487"/>
                  <a:pt x="108" y="487"/>
                  <a:pt x="108" y="487"/>
                </a:cubicBezTo>
                <a:cubicBezTo>
                  <a:pt x="108" y="487"/>
                  <a:pt x="108" y="487"/>
                  <a:pt x="108" y="487"/>
                </a:cubicBezTo>
                <a:cubicBezTo>
                  <a:pt x="108" y="486"/>
                  <a:pt x="108" y="486"/>
                  <a:pt x="108" y="486"/>
                </a:cubicBezTo>
                <a:cubicBezTo>
                  <a:pt x="108" y="486"/>
                  <a:pt x="108" y="486"/>
                  <a:pt x="108" y="486"/>
                </a:cubicBezTo>
                <a:cubicBezTo>
                  <a:pt x="109" y="486"/>
                  <a:pt x="109" y="486"/>
                  <a:pt x="109" y="486"/>
                </a:cubicBezTo>
                <a:cubicBezTo>
                  <a:pt x="109" y="486"/>
                  <a:pt x="109" y="486"/>
                  <a:pt x="109" y="486"/>
                </a:cubicBezTo>
                <a:cubicBezTo>
                  <a:pt x="109" y="486"/>
                  <a:pt x="109" y="486"/>
                  <a:pt x="109" y="486"/>
                </a:cubicBezTo>
                <a:cubicBezTo>
                  <a:pt x="109" y="486"/>
                  <a:pt x="109" y="486"/>
                  <a:pt x="109" y="486"/>
                </a:cubicBezTo>
                <a:cubicBezTo>
                  <a:pt x="109" y="486"/>
                  <a:pt x="109" y="486"/>
                  <a:pt x="109" y="486"/>
                </a:cubicBezTo>
                <a:cubicBezTo>
                  <a:pt x="109" y="486"/>
                  <a:pt x="109" y="486"/>
                  <a:pt x="109" y="486"/>
                </a:cubicBezTo>
                <a:cubicBezTo>
                  <a:pt x="109" y="485"/>
                  <a:pt x="109" y="486"/>
                  <a:pt x="109" y="486"/>
                </a:cubicBezTo>
                <a:cubicBezTo>
                  <a:pt x="109" y="486"/>
                  <a:pt x="109" y="486"/>
                  <a:pt x="109" y="486"/>
                </a:cubicBezTo>
                <a:cubicBezTo>
                  <a:pt x="109" y="485"/>
                  <a:pt x="109" y="485"/>
                  <a:pt x="109" y="485"/>
                </a:cubicBezTo>
                <a:cubicBezTo>
                  <a:pt x="108" y="485"/>
                  <a:pt x="108" y="485"/>
                  <a:pt x="108" y="485"/>
                </a:cubicBezTo>
                <a:cubicBezTo>
                  <a:pt x="108" y="485"/>
                  <a:pt x="108" y="485"/>
                  <a:pt x="108" y="485"/>
                </a:cubicBezTo>
                <a:cubicBezTo>
                  <a:pt x="108" y="485"/>
                  <a:pt x="108" y="485"/>
                  <a:pt x="108" y="485"/>
                </a:cubicBezTo>
                <a:cubicBezTo>
                  <a:pt x="108" y="485"/>
                  <a:pt x="108" y="485"/>
                  <a:pt x="108" y="485"/>
                </a:cubicBezTo>
                <a:cubicBezTo>
                  <a:pt x="108" y="485"/>
                  <a:pt x="108" y="485"/>
                  <a:pt x="108" y="485"/>
                </a:cubicBezTo>
                <a:cubicBezTo>
                  <a:pt x="108" y="484"/>
                  <a:pt x="108" y="484"/>
                  <a:pt x="108" y="484"/>
                </a:cubicBezTo>
                <a:cubicBezTo>
                  <a:pt x="107" y="484"/>
                  <a:pt x="107" y="484"/>
                  <a:pt x="107" y="484"/>
                </a:cubicBezTo>
                <a:cubicBezTo>
                  <a:pt x="107" y="484"/>
                  <a:pt x="107" y="484"/>
                  <a:pt x="107" y="484"/>
                </a:cubicBezTo>
                <a:cubicBezTo>
                  <a:pt x="107" y="484"/>
                  <a:pt x="107" y="485"/>
                  <a:pt x="107" y="485"/>
                </a:cubicBezTo>
                <a:cubicBezTo>
                  <a:pt x="107" y="485"/>
                  <a:pt x="107" y="485"/>
                  <a:pt x="107" y="485"/>
                </a:cubicBezTo>
                <a:cubicBezTo>
                  <a:pt x="107" y="485"/>
                  <a:pt x="107" y="486"/>
                  <a:pt x="107" y="486"/>
                </a:cubicBezTo>
                <a:cubicBezTo>
                  <a:pt x="107" y="486"/>
                  <a:pt x="107" y="486"/>
                  <a:pt x="107" y="486"/>
                </a:cubicBezTo>
                <a:cubicBezTo>
                  <a:pt x="107" y="486"/>
                  <a:pt x="107" y="486"/>
                  <a:pt x="107" y="486"/>
                </a:cubicBezTo>
                <a:cubicBezTo>
                  <a:pt x="107" y="486"/>
                  <a:pt x="107" y="486"/>
                  <a:pt x="107" y="486"/>
                </a:cubicBezTo>
                <a:cubicBezTo>
                  <a:pt x="107" y="486"/>
                  <a:pt x="107" y="486"/>
                  <a:pt x="107" y="486"/>
                </a:cubicBezTo>
                <a:cubicBezTo>
                  <a:pt x="107" y="486"/>
                  <a:pt x="107" y="487"/>
                  <a:pt x="107" y="487"/>
                </a:cubicBezTo>
                <a:cubicBezTo>
                  <a:pt x="107" y="486"/>
                  <a:pt x="107" y="486"/>
                  <a:pt x="107" y="486"/>
                </a:cubicBezTo>
                <a:cubicBezTo>
                  <a:pt x="107" y="486"/>
                  <a:pt x="108" y="486"/>
                  <a:pt x="108" y="486"/>
                </a:cubicBezTo>
                <a:close/>
                <a:moveTo>
                  <a:pt x="109" y="485"/>
                </a:moveTo>
                <a:cubicBezTo>
                  <a:pt x="109" y="485"/>
                  <a:pt x="109" y="485"/>
                  <a:pt x="109" y="485"/>
                </a:cubicBezTo>
                <a:cubicBezTo>
                  <a:pt x="109" y="485"/>
                  <a:pt x="109" y="485"/>
                  <a:pt x="109" y="485"/>
                </a:cubicBezTo>
                <a:cubicBezTo>
                  <a:pt x="109" y="485"/>
                  <a:pt x="109" y="485"/>
                  <a:pt x="109" y="485"/>
                </a:cubicBezTo>
                <a:cubicBezTo>
                  <a:pt x="109" y="485"/>
                  <a:pt x="109" y="485"/>
                  <a:pt x="109" y="485"/>
                </a:cubicBezTo>
                <a:cubicBezTo>
                  <a:pt x="109" y="485"/>
                  <a:pt x="109" y="485"/>
                  <a:pt x="109" y="485"/>
                </a:cubicBezTo>
                <a:close/>
                <a:moveTo>
                  <a:pt x="109" y="485"/>
                </a:moveTo>
                <a:cubicBezTo>
                  <a:pt x="109" y="485"/>
                  <a:pt x="109" y="485"/>
                  <a:pt x="109" y="485"/>
                </a:cubicBezTo>
                <a:cubicBezTo>
                  <a:pt x="109" y="485"/>
                  <a:pt x="109" y="485"/>
                  <a:pt x="109" y="485"/>
                </a:cubicBezTo>
                <a:cubicBezTo>
                  <a:pt x="109" y="485"/>
                  <a:pt x="109" y="485"/>
                  <a:pt x="109" y="485"/>
                </a:cubicBezTo>
                <a:cubicBezTo>
                  <a:pt x="109" y="485"/>
                  <a:pt x="109" y="485"/>
                  <a:pt x="109" y="485"/>
                </a:cubicBezTo>
                <a:close/>
                <a:moveTo>
                  <a:pt x="109" y="481"/>
                </a:moveTo>
                <a:cubicBezTo>
                  <a:pt x="109" y="480"/>
                  <a:pt x="109" y="480"/>
                  <a:pt x="109" y="480"/>
                </a:cubicBezTo>
                <a:cubicBezTo>
                  <a:pt x="109" y="480"/>
                  <a:pt x="109" y="480"/>
                  <a:pt x="109" y="480"/>
                </a:cubicBezTo>
                <a:cubicBezTo>
                  <a:pt x="109" y="480"/>
                  <a:pt x="109" y="480"/>
                  <a:pt x="109" y="480"/>
                </a:cubicBezTo>
                <a:cubicBezTo>
                  <a:pt x="108" y="481"/>
                  <a:pt x="108" y="481"/>
                  <a:pt x="108" y="481"/>
                </a:cubicBezTo>
                <a:cubicBezTo>
                  <a:pt x="108" y="480"/>
                  <a:pt x="108" y="481"/>
                  <a:pt x="108" y="481"/>
                </a:cubicBezTo>
                <a:cubicBezTo>
                  <a:pt x="108" y="481"/>
                  <a:pt x="108" y="481"/>
                  <a:pt x="108" y="481"/>
                </a:cubicBezTo>
                <a:cubicBezTo>
                  <a:pt x="109" y="481"/>
                  <a:pt x="109" y="481"/>
                  <a:pt x="109" y="481"/>
                </a:cubicBezTo>
                <a:cubicBezTo>
                  <a:pt x="109" y="481"/>
                  <a:pt x="109" y="481"/>
                  <a:pt x="109" y="481"/>
                </a:cubicBezTo>
                <a:cubicBezTo>
                  <a:pt x="109" y="481"/>
                  <a:pt x="109" y="481"/>
                  <a:pt x="109" y="481"/>
                </a:cubicBezTo>
                <a:close/>
                <a:moveTo>
                  <a:pt x="100" y="492"/>
                </a:moveTo>
                <a:cubicBezTo>
                  <a:pt x="100" y="492"/>
                  <a:pt x="100" y="492"/>
                  <a:pt x="100" y="492"/>
                </a:cubicBezTo>
                <a:cubicBezTo>
                  <a:pt x="100" y="492"/>
                  <a:pt x="100" y="492"/>
                  <a:pt x="100" y="492"/>
                </a:cubicBezTo>
                <a:cubicBezTo>
                  <a:pt x="100" y="492"/>
                  <a:pt x="100" y="492"/>
                  <a:pt x="100" y="492"/>
                </a:cubicBezTo>
                <a:cubicBezTo>
                  <a:pt x="100" y="492"/>
                  <a:pt x="100" y="492"/>
                  <a:pt x="100" y="492"/>
                </a:cubicBezTo>
                <a:close/>
                <a:moveTo>
                  <a:pt x="94" y="492"/>
                </a:moveTo>
                <a:cubicBezTo>
                  <a:pt x="94" y="492"/>
                  <a:pt x="94" y="492"/>
                  <a:pt x="94" y="492"/>
                </a:cubicBezTo>
                <a:cubicBezTo>
                  <a:pt x="94" y="492"/>
                  <a:pt x="94" y="492"/>
                  <a:pt x="94" y="492"/>
                </a:cubicBezTo>
                <a:cubicBezTo>
                  <a:pt x="94" y="491"/>
                  <a:pt x="94" y="491"/>
                  <a:pt x="94" y="491"/>
                </a:cubicBezTo>
                <a:cubicBezTo>
                  <a:pt x="94" y="491"/>
                  <a:pt x="94" y="491"/>
                  <a:pt x="94" y="491"/>
                </a:cubicBezTo>
                <a:cubicBezTo>
                  <a:pt x="94" y="491"/>
                  <a:pt x="94" y="491"/>
                  <a:pt x="94" y="491"/>
                </a:cubicBezTo>
                <a:cubicBezTo>
                  <a:pt x="94" y="491"/>
                  <a:pt x="94" y="491"/>
                  <a:pt x="94" y="492"/>
                </a:cubicBezTo>
                <a:cubicBezTo>
                  <a:pt x="94" y="492"/>
                  <a:pt x="94" y="492"/>
                  <a:pt x="94" y="492"/>
                </a:cubicBezTo>
                <a:cubicBezTo>
                  <a:pt x="94" y="492"/>
                  <a:pt x="94" y="492"/>
                  <a:pt x="94" y="492"/>
                </a:cubicBezTo>
                <a:close/>
                <a:moveTo>
                  <a:pt x="102" y="490"/>
                </a:moveTo>
                <a:cubicBezTo>
                  <a:pt x="102" y="490"/>
                  <a:pt x="102" y="490"/>
                  <a:pt x="102" y="490"/>
                </a:cubicBezTo>
                <a:cubicBezTo>
                  <a:pt x="102" y="490"/>
                  <a:pt x="102" y="490"/>
                  <a:pt x="102" y="490"/>
                </a:cubicBezTo>
                <a:close/>
                <a:moveTo>
                  <a:pt x="83" y="497"/>
                </a:moveTo>
                <a:cubicBezTo>
                  <a:pt x="83" y="497"/>
                  <a:pt x="83" y="497"/>
                  <a:pt x="83" y="497"/>
                </a:cubicBezTo>
                <a:cubicBezTo>
                  <a:pt x="83" y="497"/>
                  <a:pt x="83" y="497"/>
                  <a:pt x="83" y="497"/>
                </a:cubicBezTo>
                <a:cubicBezTo>
                  <a:pt x="83" y="497"/>
                  <a:pt x="83" y="497"/>
                  <a:pt x="84" y="498"/>
                </a:cubicBezTo>
                <a:cubicBezTo>
                  <a:pt x="83" y="497"/>
                  <a:pt x="83" y="497"/>
                  <a:pt x="83" y="497"/>
                </a:cubicBezTo>
                <a:close/>
                <a:moveTo>
                  <a:pt x="86" y="499"/>
                </a:moveTo>
                <a:cubicBezTo>
                  <a:pt x="86" y="499"/>
                  <a:pt x="86" y="498"/>
                  <a:pt x="86" y="498"/>
                </a:cubicBezTo>
                <a:cubicBezTo>
                  <a:pt x="86" y="498"/>
                  <a:pt x="86" y="498"/>
                  <a:pt x="86" y="498"/>
                </a:cubicBezTo>
                <a:cubicBezTo>
                  <a:pt x="86" y="497"/>
                  <a:pt x="85" y="497"/>
                  <a:pt x="85" y="497"/>
                </a:cubicBezTo>
                <a:cubicBezTo>
                  <a:pt x="85" y="496"/>
                  <a:pt x="85" y="496"/>
                  <a:pt x="85" y="496"/>
                </a:cubicBezTo>
                <a:cubicBezTo>
                  <a:pt x="85" y="496"/>
                  <a:pt x="85" y="496"/>
                  <a:pt x="84" y="496"/>
                </a:cubicBezTo>
                <a:cubicBezTo>
                  <a:pt x="84" y="496"/>
                  <a:pt x="84" y="496"/>
                  <a:pt x="84" y="496"/>
                </a:cubicBezTo>
                <a:cubicBezTo>
                  <a:pt x="84" y="496"/>
                  <a:pt x="84" y="497"/>
                  <a:pt x="85" y="497"/>
                </a:cubicBezTo>
                <a:cubicBezTo>
                  <a:pt x="85" y="498"/>
                  <a:pt x="85" y="498"/>
                  <a:pt x="85" y="498"/>
                </a:cubicBezTo>
                <a:cubicBezTo>
                  <a:pt x="85" y="499"/>
                  <a:pt x="85" y="499"/>
                  <a:pt x="85" y="499"/>
                </a:cubicBezTo>
                <a:cubicBezTo>
                  <a:pt x="85" y="500"/>
                  <a:pt x="85" y="500"/>
                  <a:pt x="85" y="500"/>
                </a:cubicBezTo>
                <a:cubicBezTo>
                  <a:pt x="85" y="500"/>
                  <a:pt x="85" y="500"/>
                  <a:pt x="85" y="501"/>
                </a:cubicBezTo>
                <a:cubicBezTo>
                  <a:pt x="85" y="501"/>
                  <a:pt x="85" y="501"/>
                  <a:pt x="85" y="501"/>
                </a:cubicBezTo>
                <a:cubicBezTo>
                  <a:pt x="85" y="501"/>
                  <a:pt x="85" y="501"/>
                  <a:pt x="85" y="501"/>
                </a:cubicBezTo>
                <a:cubicBezTo>
                  <a:pt x="85" y="501"/>
                  <a:pt x="85" y="501"/>
                  <a:pt x="85" y="501"/>
                </a:cubicBezTo>
                <a:cubicBezTo>
                  <a:pt x="85" y="502"/>
                  <a:pt x="85" y="502"/>
                  <a:pt x="85" y="502"/>
                </a:cubicBezTo>
                <a:cubicBezTo>
                  <a:pt x="85" y="502"/>
                  <a:pt x="85" y="502"/>
                  <a:pt x="85" y="502"/>
                </a:cubicBezTo>
                <a:cubicBezTo>
                  <a:pt x="85" y="502"/>
                  <a:pt x="85" y="502"/>
                  <a:pt x="85" y="502"/>
                </a:cubicBezTo>
                <a:cubicBezTo>
                  <a:pt x="85" y="502"/>
                  <a:pt x="85" y="502"/>
                  <a:pt x="85" y="502"/>
                </a:cubicBezTo>
                <a:cubicBezTo>
                  <a:pt x="85" y="502"/>
                  <a:pt x="85" y="502"/>
                  <a:pt x="85" y="502"/>
                </a:cubicBezTo>
                <a:cubicBezTo>
                  <a:pt x="85" y="502"/>
                  <a:pt x="85" y="503"/>
                  <a:pt x="85" y="503"/>
                </a:cubicBezTo>
                <a:cubicBezTo>
                  <a:pt x="85" y="503"/>
                  <a:pt x="85" y="503"/>
                  <a:pt x="85" y="502"/>
                </a:cubicBezTo>
                <a:cubicBezTo>
                  <a:pt x="85" y="502"/>
                  <a:pt x="85" y="502"/>
                  <a:pt x="85" y="502"/>
                </a:cubicBezTo>
                <a:cubicBezTo>
                  <a:pt x="85" y="502"/>
                  <a:pt x="85" y="502"/>
                  <a:pt x="85" y="502"/>
                </a:cubicBezTo>
                <a:cubicBezTo>
                  <a:pt x="85" y="503"/>
                  <a:pt x="85" y="503"/>
                  <a:pt x="85" y="503"/>
                </a:cubicBezTo>
                <a:cubicBezTo>
                  <a:pt x="85" y="503"/>
                  <a:pt x="85" y="503"/>
                  <a:pt x="85" y="503"/>
                </a:cubicBezTo>
                <a:cubicBezTo>
                  <a:pt x="85" y="503"/>
                  <a:pt x="85" y="503"/>
                  <a:pt x="85" y="503"/>
                </a:cubicBezTo>
                <a:cubicBezTo>
                  <a:pt x="85" y="503"/>
                  <a:pt x="85" y="503"/>
                  <a:pt x="85" y="503"/>
                </a:cubicBezTo>
                <a:cubicBezTo>
                  <a:pt x="85" y="503"/>
                  <a:pt x="85" y="503"/>
                  <a:pt x="85" y="503"/>
                </a:cubicBezTo>
                <a:cubicBezTo>
                  <a:pt x="85" y="503"/>
                  <a:pt x="85" y="503"/>
                  <a:pt x="85" y="503"/>
                </a:cubicBezTo>
                <a:cubicBezTo>
                  <a:pt x="85" y="503"/>
                  <a:pt x="86" y="503"/>
                  <a:pt x="86" y="503"/>
                </a:cubicBezTo>
                <a:cubicBezTo>
                  <a:pt x="86" y="502"/>
                  <a:pt x="86" y="502"/>
                  <a:pt x="86" y="502"/>
                </a:cubicBezTo>
                <a:cubicBezTo>
                  <a:pt x="86" y="502"/>
                  <a:pt x="86" y="502"/>
                  <a:pt x="86" y="501"/>
                </a:cubicBezTo>
                <a:cubicBezTo>
                  <a:pt x="86" y="501"/>
                  <a:pt x="86" y="501"/>
                  <a:pt x="86" y="501"/>
                </a:cubicBezTo>
                <a:cubicBezTo>
                  <a:pt x="86" y="500"/>
                  <a:pt x="86" y="500"/>
                  <a:pt x="86" y="500"/>
                </a:cubicBezTo>
                <a:cubicBezTo>
                  <a:pt x="86" y="500"/>
                  <a:pt x="86" y="500"/>
                  <a:pt x="86" y="500"/>
                </a:cubicBezTo>
                <a:cubicBezTo>
                  <a:pt x="86" y="499"/>
                  <a:pt x="86" y="499"/>
                  <a:pt x="86" y="499"/>
                </a:cubicBezTo>
                <a:close/>
                <a:moveTo>
                  <a:pt x="96" y="498"/>
                </a:moveTo>
                <a:cubicBezTo>
                  <a:pt x="96" y="498"/>
                  <a:pt x="96" y="498"/>
                  <a:pt x="96" y="498"/>
                </a:cubicBezTo>
                <a:cubicBezTo>
                  <a:pt x="96" y="498"/>
                  <a:pt x="96" y="498"/>
                  <a:pt x="96" y="498"/>
                </a:cubicBezTo>
                <a:cubicBezTo>
                  <a:pt x="96" y="498"/>
                  <a:pt x="96" y="498"/>
                  <a:pt x="96" y="498"/>
                </a:cubicBezTo>
                <a:cubicBezTo>
                  <a:pt x="96" y="498"/>
                  <a:pt x="96" y="498"/>
                  <a:pt x="95" y="498"/>
                </a:cubicBezTo>
                <a:cubicBezTo>
                  <a:pt x="95" y="498"/>
                  <a:pt x="95" y="498"/>
                  <a:pt x="95" y="498"/>
                </a:cubicBezTo>
                <a:cubicBezTo>
                  <a:pt x="95" y="498"/>
                  <a:pt x="95" y="498"/>
                  <a:pt x="95" y="498"/>
                </a:cubicBezTo>
                <a:cubicBezTo>
                  <a:pt x="95" y="498"/>
                  <a:pt x="95" y="498"/>
                  <a:pt x="95" y="498"/>
                </a:cubicBezTo>
                <a:cubicBezTo>
                  <a:pt x="95" y="498"/>
                  <a:pt x="95" y="498"/>
                  <a:pt x="95" y="498"/>
                </a:cubicBezTo>
                <a:cubicBezTo>
                  <a:pt x="95" y="498"/>
                  <a:pt x="95" y="498"/>
                  <a:pt x="95" y="498"/>
                </a:cubicBezTo>
                <a:cubicBezTo>
                  <a:pt x="95" y="498"/>
                  <a:pt x="96" y="499"/>
                  <a:pt x="96" y="499"/>
                </a:cubicBezTo>
                <a:cubicBezTo>
                  <a:pt x="96" y="499"/>
                  <a:pt x="96" y="498"/>
                  <a:pt x="96" y="498"/>
                </a:cubicBezTo>
                <a:cubicBezTo>
                  <a:pt x="96" y="498"/>
                  <a:pt x="96" y="498"/>
                  <a:pt x="97" y="498"/>
                </a:cubicBezTo>
                <a:cubicBezTo>
                  <a:pt x="97" y="498"/>
                  <a:pt x="97" y="498"/>
                  <a:pt x="97" y="498"/>
                </a:cubicBezTo>
                <a:cubicBezTo>
                  <a:pt x="97" y="498"/>
                  <a:pt x="97" y="498"/>
                  <a:pt x="96" y="498"/>
                </a:cubicBezTo>
                <a:close/>
                <a:moveTo>
                  <a:pt x="98" y="495"/>
                </a:moveTo>
                <a:cubicBezTo>
                  <a:pt x="98" y="495"/>
                  <a:pt x="98" y="495"/>
                  <a:pt x="98" y="495"/>
                </a:cubicBezTo>
                <a:cubicBezTo>
                  <a:pt x="98" y="495"/>
                  <a:pt x="98" y="495"/>
                  <a:pt x="98" y="495"/>
                </a:cubicBezTo>
                <a:cubicBezTo>
                  <a:pt x="98" y="495"/>
                  <a:pt x="98" y="495"/>
                  <a:pt x="98" y="495"/>
                </a:cubicBezTo>
                <a:cubicBezTo>
                  <a:pt x="98" y="495"/>
                  <a:pt x="98" y="495"/>
                  <a:pt x="98" y="495"/>
                </a:cubicBezTo>
                <a:close/>
                <a:moveTo>
                  <a:pt x="98" y="490"/>
                </a:moveTo>
                <a:cubicBezTo>
                  <a:pt x="98" y="490"/>
                  <a:pt x="98" y="490"/>
                  <a:pt x="98" y="490"/>
                </a:cubicBezTo>
                <a:cubicBezTo>
                  <a:pt x="98" y="490"/>
                  <a:pt x="98" y="490"/>
                  <a:pt x="98" y="490"/>
                </a:cubicBezTo>
                <a:cubicBezTo>
                  <a:pt x="98" y="490"/>
                  <a:pt x="98" y="490"/>
                  <a:pt x="98" y="490"/>
                </a:cubicBezTo>
                <a:cubicBezTo>
                  <a:pt x="98" y="490"/>
                  <a:pt x="98" y="490"/>
                  <a:pt x="98" y="490"/>
                </a:cubicBezTo>
                <a:close/>
                <a:moveTo>
                  <a:pt x="98" y="485"/>
                </a:moveTo>
                <a:cubicBezTo>
                  <a:pt x="98" y="485"/>
                  <a:pt x="98" y="486"/>
                  <a:pt x="98" y="486"/>
                </a:cubicBezTo>
                <a:cubicBezTo>
                  <a:pt x="98" y="486"/>
                  <a:pt x="98" y="486"/>
                  <a:pt x="98" y="486"/>
                </a:cubicBezTo>
                <a:cubicBezTo>
                  <a:pt x="98" y="485"/>
                  <a:pt x="98" y="485"/>
                  <a:pt x="98" y="485"/>
                </a:cubicBezTo>
                <a:cubicBezTo>
                  <a:pt x="98" y="485"/>
                  <a:pt x="98" y="485"/>
                  <a:pt x="98" y="485"/>
                </a:cubicBezTo>
                <a:cubicBezTo>
                  <a:pt x="98" y="485"/>
                  <a:pt x="98" y="485"/>
                  <a:pt x="98" y="485"/>
                </a:cubicBezTo>
                <a:cubicBezTo>
                  <a:pt x="98" y="485"/>
                  <a:pt x="98" y="485"/>
                  <a:pt x="98" y="485"/>
                </a:cubicBezTo>
                <a:close/>
                <a:moveTo>
                  <a:pt x="97" y="486"/>
                </a:moveTo>
                <a:cubicBezTo>
                  <a:pt x="97" y="486"/>
                  <a:pt x="97" y="486"/>
                  <a:pt x="97" y="486"/>
                </a:cubicBezTo>
                <a:cubicBezTo>
                  <a:pt x="97" y="486"/>
                  <a:pt x="97" y="486"/>
                  <a:pt x="97" y="486"/>
                </a:cubicBezTo>
                <a:cubicBezTo>
                  <a:pt x="97" y="486"/>
                  <a:pt x="97" y="486"/>
                  <a:pt x="97" y="486"/>
                </a:cubicBezTo>
                <a:cubicBezTo>
                  <a:pt x="97" y="486"/>
                  <a:pt x="97" y="486"/>
                  <a:pt x="97" y="486"/>
                </a:cubicBezTo>
                <a:close/>
                <a:moveTo>
                  <a:pt x="83" y="496"/>
                </a:moveTo>
                <a:cubicBezTo>
                  <a:pt x="83" y="496"/>
                  <a:pt x="83" y="497"/>
                  <a:pt x="83" y="497"/>
                </a:cubicBezTo>
                <a:cubicBezTo>
                  <a:pt x="83" y="497"/>
                  <a:pt x="83" y="497"/>
                  <a:pt x="83" y="497"/>
                </a:cubicBezTo>
                <a:cubicBezTo>
                  <a:pt x="83" y="497"/>
                  <a:pt x="83" y="497"/>
                  <a:pt x="83" y="497"/>
                </a:cubicBezTo>
                <a:cubicBezTo>
                  <a:pt x="83" y="496"/>
                  <a:pt x="83" y="496"/>
                  <a:pt x="83" y="496"/>
                </a:cubicBezTo>
                <a:cubicBezTo>
                  <a:pt x="83" y="496"/>
                  <a:pt x="83" y="496"/>
                  <a:pt x="83" y="496"/>
                </a:cubicBezTo>
                <a:cubicBezTo>
                  <a:pt x="83" y="496"/>
                  <a:pt x="83" y="496"/>
                  <a:pt x="83" y="496"/>
                </a:cubicBezTo>
                <a:cubicBezTo>
                  <a:pt x="83" y="496"/>
                  <a:pt x="83" y="496"/>
                  <a:pt x="83" y="496"/>
                </a:cubicBezTo>
                <a:cubicBezTo>
                  <a:pt x="83" y="496"/>
                  <a:pt x="83" y="496"/>
                  <a:pt x="83" y="496"/>
                </a:cubicBezTo>
                <a:close/>
                <a:moveTo>
                  <a:pt x="97" y="486"/>
                </a:moveTo>
                <a:cubicBezTo>
                  <a:pt x="97" y="486"/>
                  <a:pt x="97" y="486"/>
                  <a:pt x="97" y="486"/>
                </a:cubicBezTo>
                <a:cubicBezTo>
                  <a:pt x="97" y="486"/>
                  <a:pt x="97" y="486"/>
                  <a:pt x="97" y="486"/>
                </a:cubicBezTo>
                <a:cubicBezTo>
                  <a:pt x="97" y="486"/>
                  <a:pt x="97" y="486"/>
                  <a:pt x="97" y="486"/>
                </a:cubicBezTo>
                <a:cubicBezTo>
                  <a:pt x="97" y="486"/>
                  <a:pt x="97" y="486"/>
                  <a:pt x="97" y="486"/>
                </a:cubicBezTo>
                <a:close/>
                <a:moveTo>
                  <a:pt x="84" y="499"/>
                </a:moveTo>
                <a:cubicBezTo>
                  <a:pt x="84" y="499"/>
                  <a:pt x="84" y="499"/>
                  <a:pt x="84" y="499"/>
                </a:cubicBezTo>
                <a:cubicBezTo>
                  <a:pt x="84" y="500"/>
                  <a:pt x="84" y="500"/>
                  <a:pt x="84" y="500"/>
                </a:cubicBezTo>
                <a:cubicBezTo>
                  <a:pt x="84" y="500"/>
                  <a:pt x="84" y="500"/>
                  <a:pt x="84" y="500"/>
                </a:cubicBezTo>
                <a:cubicBezTo>
                  <a:pt x="83" y="500"/>
                  <a:pt x="83" y="500"/>
                  <a:pt x="83" y="500"/>
                </a:cubicBezTo>
                <a:cubicBezTo>
                  <a:pt x="83" y="500"/>
                  <a:pt x="83" y="500"/>
                  <a:pt x="83" y="500"/>
                </a:cubicBezTo>
                <a:cubicBezTo>
                  <a:pt x="83" y="500"/>
                  <a:pt x="83" y="500"/>
                  <a:pt x="83" y="500"/>
                </a:cubicBezTo>
                <a:cubicBezTo>
                  <a:pt x="83" y="501"/>
                  <a:pt x="83" y="500"/>
                  <a:pt x="83" y="501"/>
                </a:cubicBezTo>
                <a:cubicBezTo>
                  <a:pt x="83" y="501"/>
                  <a:pt x="83" y="501"/>
                  <a:pt x="83" y="501"/>
                </a:cubicBezTo>
                <a:cubicBezTo>
                  <a:pt x="83" y="501"/>
                  <a:pt x="83" y="501"/>
                  <a:pt x="83" y="501"/>
                </a:cubicBezTo>
                <a:cubicBezTo>
                  <a:pt x="83" y="501"/>
                  <a:pt x="83" y="501"/>
                  <a:pt x="83" y="501"/>
                </a:cubicBezTo>
                <a:cubicBezTo>
                  <a:pt x="83" y="501"/>
                  <a:pt x="83" y="501"/>
                  <a:pt x="83" y="501"/>
                </a:cubicBezTo>
                <a:cubicBezTo>
                  <a:pt x="83" y="501"/>
                  <a:pt x="83" y="502"/>
                  <a:pt x="83" y="502"/>
                </a:cubicBezTo>
                <a:cubicBezTo>
                  <a:pt x="83" y="502"/>
                  <a:pt x="83" y="502"/>
                  <a:pt x="83" y="502"/>
                </a:cubicBezTo>
                <a:cubicBezTo>
                  <a:pt x="83" y="502"/>
                  <a:pt x="83" y="502"/>
                  <a:pt x="83" y="502"/>
                </a:cubicBezTo>
                <a:cubicBezTo>
                  <a:pt x="83" y="502"/>
                  <a:pt x="83" y="502"/>
                  <a:pt x="83" y="502"/>
                </a:cubicBezTo>
                <a:cubicBezTo>
                  <a:pt x="83" y="503"/>
                  <a:pt x="83" y="503"/>
                  <a:pt x="83" y="503"/>
                </a:cubicBezTo>
                <a:cubicBezTo>
                  <a:pt x="83" y="503"/>
                  <a:pt x="83" y="503"/>
                  <a:pt x="83" y="503"/>
                </a:cubicBezTo>
                <a:cubicBezTo>
                  <a:pt x="83" y="503"/>
                  <a:pt x="84" y="503"/>
                  <a:pt x="83" y="503"/>
                </a:cubicBezTo>
                <a:cubicBezTo>
                  <a:pt x="83" y="502"/>
                  <a:pt x="83" y="502"/>
                  <a:pt x="83" y="502"/>
                </a:cubicBezTo>
                <a:cubicBezTo>
                  <a:pt x="84" y="502"/>
                  <a:pt x="84" y="502"/>
                  <a:pt x="84" y="502"/>
                </a:cubicBezTo>
                <a:cubicBezTo>
                  <a:pt x="84" y="502"/>
                  <a:pt x="84" y="502"/>
                  <a:pt x="84" y="502"/>
                </a:cubicBezTo>
                <a:cubicBezTo>
                  <a:pt x="84" y="501"/>
                  <a:pt x="84" y="501"/>
                  <a:pt x="84" y="501"/>
                </a:cubicBezTo>
                <a:cubicBezTo>
                  <a:pt x="84" y="500"/>
                  <a:pt x="84" y="500"/>
                  <a:pt x="84" y="499"/>
                </a:cubicBezTo>
                <a:cubicBezTo>
                  <a:pt x="84" y="499"/>
                  <a:pt x="84" y="499"/>
                  <a:pt x="84" y="499"/>
                </a:cubicBezTo>
                <a:close/>
                <a:moveTo>
                  <a:pt x="95" y="497"/>
                </a:moveTo>
                <a:cubicBezTo>
                  <a:pt x="96" y="496"/>
                  <a:pt x="96" y="496"/>
                  <a:pt x="96" y="496"/>
                </a:cubicBezTo>
                <a:cubicBezTo>
                  <a:pt x="96" y="496"/>
                  <a:pt x="96" y="496"/>
                  <a:pt x="96" y="496"/>
                </a:cubicBezTo>
                <a:cubicBezTo>
                  <a:pt x="96" y="496"/>
                  <a:pt x="96" y="496"/>
                  <a:pt x="96" y="496"/>
                </a:cubicBezTo>
                <a:cubicBezTo>
                  <a:pt x="96" y="496"/>
                  <a:pt x="96" y="495"/>
                  <a:pt x="96" y="495"/>
                </a:cubicBezTo>
                <a:cubicBezTo>
                  <a:pt x="96" y="495"/>
                  <a:pt x="96" y="495"/>
                  <a:pt x="95" y="495"/>
                </a:cubicBezTo>
                <a:cubicBezTo>
                  <a:pt x="95" y="495"/>
                  <a:pt x="95" y="495"/>
                  <a:pt x="95" y="495"/>
                </a:cubicBezTo>
                <a:cubicBezTo>
                  <a:pt x="95" y="495"/>
                  <a:pt x="95" y="495"/>
                  <a:pt x="95" y="495"/>
                </a:cubicBezTo>
                <a:cubicBezTo>
                  <a:pt x="95" y="495"/>
                  <a:pt x="95" y="495"/>
                  <a:pt x="95" y="495"/>
                </a:cubicBezTo>
                <a:cubicBezTo>
                  <a:pt x="95" y="495"/>
                  <a:pt x="95" y="495"/>
                  <a:pt x="95" y="495"/>
                </a:cubicBezTo>
                <a:cubicBezTo>
                  <a:pt x="95" y="495"/>
                  <a:pt x="95" y="495"/>
                  <a:pt x="95" y="495"/>
                </a:cubicBezTo>
                <a:cubicBezTo>
                  <a:pt x="95" y="495"/>
                  <a:pt x="95" y="495"/>
                  <a:pt x="95" y="495"/>
                </a:cubicBezTo>
                <a:cubicBezTo>
                  <a:pt x="95" y="495"/>
                  <a:pt x="95" y="495"/>
                  <a:pt x="95" y="495"/>
                </a:cubicBezTo>
                <a:cubicBezTo>
                  <a:pt x="95" y="495"/>
                  <a:pt x="95" y="495"/>
                  <a:pt x="95" y="495"/>
                </a:cubicBezTo>
                <a:cubicBezTo>
                  <a:pt x="95" y="495"/>
                  <a:pt x="95" y="495"/>
                  <a:pt x="95" y="495"/>
                </a:cubicBezTo>
                <a:cubicBezTo>
                  <a:pt x="95" y="495"/>
                  <a:pt x="95" y="495"/>
                  <a:pt x="94" y="495"/>
                </a:cubicBezTo>
                <a:cubicBezTo>
                  <a:pt x="94" y="495"/>
                  <a:pt x="94" y="495"/>
                  <a:pt x="94" y="495"/>
                </a:cubicBezTo>
                <a:cubicBezTo>
                  <a:pt x="94" y="495"/>
                  <a:pt x="94" y="495"/>
                  <a:pt x="94" y="495"/>
                </a:cubicBezTo>
                <a:cubicBezTo>
                  <a:pt x="94" y="495"/>
                  <a:pt x="94" y="495"/>
                  <a:pt x="94" y="495"/>
                </a:cubicBezTo>
                <a:cubicBezTo>
                  <a:pt x="94" y="496"/>
                  <a:pt x="94" y="496"/>
                  <a:pt x="95" y="497"/>
                </a:cubicBezTo>
                <a:cubicBezTo>
                  <a:pt x="95" y="497"/>
                  <a:pt x="95" y="497"/>
                  <a:pt x="95" y="497"/>
                </a:cubicBezTo>
                <a:cubicBezTo>
                  <a:pt x="95" y="497"/>
                  <a:pt x="95" y="497"/>
                  <a:pt x="95" y="497"/>
                </a:cubicBezTo>
                <a:close/>
                <a:moveTo>
                  <a:pt x="101" y="492"/>
                </a:moveTo>
                <a:cubicBezTo>
                  <a:pt x="101" y="492"/>
                  <a:pt x="100" y="492"/>
                  <a:pt x="100" y="492"/>
                </a:cubicBezTo>
                <a:cubicBezTo>
                  <a:pt x="100" y="492"/>
                  <a:pt x="100" y="492"/>
                  <a:pt x="100" y="492"/>
                </a:cubicBezTo>
                <a:cubicBezTo>
                  <a:pt x="100" y="492"/>
                  <a:pt x="100" y="492"/>
                  <a:pt x="100" y="492"/>
                </a:cubicBezTo>
                <a:cubicBezTo>
                  <a:pt x="100" y="492"/>
                  <a:pt x="100" y="492"/>
                  <a:pt x="100" y="492"/>
                </a:cubicBezTo>
                <a:cubicBezTo>
                  <a:pt x="100" y="492"/>
                  <a:pt x="100" y="492"/>
                  <a:pt x="100" y="492"/>
                </a:cubicBezTo>
                <a:cubicBezTo>
                  <a:pt x="100" y="492"/>
                  <a:pt x="100" y="492"/>
                  <a:pt x="100" y="492"/>
                </a:cubicBezTo>
                <a:cubicBezTo>
                  <a:pt x="100" y="492"/>
                  <a:pt x="100" y="492"/>
                  <a:pt x="100" y="492"/>
                </a:cubicBezTo>
                <a:cubicBezTo>
                  <a:pt x="100" y="493"/>
                  <a:pt x="100" y="493"/>
                  <a:pt x="100" y="493"/>
                </a:cubicBezTo>
                <a:cubicBezTo>
                  <a:pt x="100" y="493"/>
                  <a:pt x="100" y="493"/>
                  <a:pt x="100" y="493"/>
                </a:cubicBezTo>
                <a:cubicBezTo>
                  <a:pt x="100" y="493"/>
                  <a:pt x="100" y="493"/>
                  <a:pt x="100" y="493"/>
                </a:cubicBezTo>
                <a:cubicBezTo>
                  <a:pt x="100" y="493"/>
                  <a:pt x="100" y="493"/>
                  <a:pt x="100" y="493"/>
                </a:cubicBezTo>
                <a:cubicBezTo>
                  <a:pt x="100" y="493"/>
                  <a:pt x="100" y="493"/>
                  <a:pt x="100" y="493"/>
                </a:cubicBezTo>
                <a:cubicBezTo>
                  <a:pt x="100" y="493"/>
                  <a:pt x="100" y="493"/>
                  <a:pt x="100" y="493"/>
                </a:cubicBezTo>
                <a:cubicBezTo>
                  <a:pt x="100" y="493"/>
                  <a:pt x="100" y="493"/>
                  <a:pt x="100" y="493"/>
                </a:cubicBezTo>
                <a:cubicBezTo>
                  <a:pt x="100" y="493"/>
                  <a:pt x="100" y="494"/>
                  <a:pt x="100" y="494"/>
                </a:cubicBezTo>
                <a:cubicBezTo>
                  <a:pt x="100" y="494"/>
                  <a:pt x="101" y="493"/>
                  <a:pt x="101" y="493"/>
                </a:cubicBezTo>
                <a:cubicBezTo>
                  <a:pt x="101" y="493"/>
                  <a:pt x="101" y="493"/>
                  <a:pt x="101" y="493"/>
                </a:cubicBezTo>
                <a:cubicBezTo>
                  <a:pt x="101" y="492"/>
                  <a:pt x="101" y="492"/>
                  <a:pt x="101" y="492"/>
                </a:cubicBezTo>
                <a:cubicBezTo>
                  <a:pt x="101" y="492"/>
                  <a:pt x="101" y="492"/>
                  <a:pt x="101" y="492"/>
                </a:cubicBezTo>
                <a:cubicBezTo>
                  <a:pt x="101" y="492"/>
                  <a:pt x="101" y="492"/>
                  <a:pt x="101" y="492"/>
                </a:cubicBezTo>
                <a:cubicBezTo>
                  <a:pt x="101" y="492"/>
                  <a:pt x="101" y="492"/>
                  <a:pt x="101" y="492"/>
                </a:cubicBezTo>
                <a:close/>
                <a:moveTo>
                  <a:pt x="100" y="492"/>
                </a:moveTo>
                <a:cubicBezTo>
                  <a:pt x="100" y="492"/>
                  <a:pt x="100" y="492"/>
                  <a:pt x="100" y="492"/>
                </a:cubicBezTo>
                <a:cubicBezTo>
                  <a:pt x="100" y="492"/>
                  <a:pt x="100" y="492"/>
                  <a:pt x="100" y="492"/>
                </a:cubicBezTo>
                <a:cubicBezTo>
                  <a:pt x="100" y="492"/>
                  <a:pt x="100" y="492"/>
                  <a:pt x="100" y="492"/>
                </a:cubicBezTo>
                <a:cubicBezTo>
                  <a:pt x="100" y="492"/>
                  <a:pt x="100" y="492"/>
                  <a:pt x="100" y="492"/>
                </a:cubicBezTo>
                <a:close/>
                <a:moveTo>
                  <a:pt x="100" y="489"/>
                </a:moveTo>
                <a:cubicBezTo>
                  <a:pt x="100" y="489"/>
                  <a:pt x="100" y="489"/>
                  <a:pt x="100" y="489"/>
                </a:cubicBezTo>
                <a:cubicBezTo>
                  <a:pt x="100" y="489"/>
                  <a:pt x="100" y="489"/>
                  <a:pt x="100" y="489"/>
                </a:cubicBezTo>
                <a:cubicBezTo>
                  <a:pt x="100" y="489"/>
                  <a:pt x="100" y="489"/>
                  <a:pt x="100" y="490"/>
                </a:cubicBezTo>
                <a:cubicBezTo>
                  <a:pt x="99" y="490"/>
                  <a:pt x="99" y="490"/>
                  <a:pt x="100" y="490"/>
                </a:cubicBezTo>
                <a:cubicBezTo>
                  <a:pt x="100" y="490"/>
                  <a:pt x="100" y="490"/>
                  <a:pt x="100" y="490"/>
                </a:cubicBezTo>
                <a:cubicBezTo>
                  <a:pt x="100" y="490"/>
                  <a:pt x="100" y="489"/>
                  <a:pt x="100" y="489"/>
                </a:cubicBezTo>
                <a:close/>
                <a:moveTo>
                  <a:pt x="101" y="488"/>
                </a:moveTo>
                <a:cubicBezTo>
                  <a:pt x="101" y="488"/>
                  <a:pt x="101" y="488"/>
                  <a:pt x="101" y="488"/>
                </a:cubicBezTo>
                <a:cubicBezTo>
                  <a:pt x="101" y="488"/>
                  <a:pt x="101" y="488"/>
                  <a:pt x="101" y="488"/>
                </a:cubicBezTo>
                <a:cubicBezTo>
                  <a:pt x="101" y="488"/>
                  <a:pt x="101" y="488"/>
                  <a:pt x="101" y="488"/>
                </a:cubicBezTo>
                <a:cubicBezTo>
                  <a:pt x="101" y="488"/>
                  <a:pt x="101" y="487"/>
                  <a:pt x="101" y="487"/>
                </a:cubicBezTo>
                <a:cubicBezTo>
                  <a:pt x="101" y="487"/>
                  <a:pt x="101" y="487"/>
                  <a:pt x="101" y="488"/>
                </a:cubicBezTo>
                <a:close/>
                <a:moveTo>
                  <a:pt x="101" y="491"/>
                </a:moveTo>
                <a:cubicBezTo>
                  <a:pt x="101" y="491"/>
                  <a:pt x="101" y="491"/>
                  <a:pt x="101" y="491"/>
                </a:cubicBezTo>
                <a:cubicBezTo>
                  <a:pt x="101" y="491"/>
                  <a:pt x="101" y="491"/>
                  <a:pt x="101" y="491"/>
                </a:cubicBezTo>
                <a:cubicBezTo>
                  <a:pt x="101" y="491"/>
                  <a:pt x="101" y="491"/>
                  <a:pt x="101" y="491"/>
                </a:cubicBezTo>
                <a:cubicBezTo>
                  <a:pt x="101" y="491"/>
                  <a:pt x="101" y="491"/>
                  <a:pt x="101" y="491"/>
                </a:cubicBezTo>
                <a:close/>
                <a:moveTo>
                  <a:pt x="99" y="494"/>
                </a:moveTo>
                <a:cubicBezTo>
                  <a:pt x="99" y="494"/>
                  <a:pt x="100" y="494"/>
                  <a:pt x="100" y="494"/>
                </a:cubicBezTo>
                <a:cubicBezTo>
                  <a:pt x="100" y="494"/>
                  <a:pt x="100" y="494"/>
                  <a:pt x="100" y="494"/>
                </a:cubicBezTo>
                <a:cubicBezTo>
                  <a:pt x="100" y="494"/>
                  <a:pt x="100" y="494"/>
                  <a:pt x="100" y="494"/>
                </a:cubicBezTo>
                <a:cubicBezTo>
                  <a:pt x="100" y="494"/>
                  <a:pt x="99" y="494"/>
                  <a:pt x="99" y="494"/>
                </a:cubicBezTo>
                <a:close/>
                <a:moveTo>
                  <a:pt x="98" y="495"/>
                </a:moveTo>
                <a:cubicBezTo>
                  <a:pt x="99" y="495"/>
                  <a:pt x="99" y="495"/>
                  <a:pt x="99" y="495"/>
                </a:cubicBezTo>
                <a:cubicBezTo>
                  <a:pt x="99" y="495"/>
                  <a:pt x="99" y="495"/>
                  <a:pt x="99" y="495"/>
                </a:cubicBezTo>
                <a:cubicBezTo>
                  <a:pt x="99" y="495"/>
                  <a:pt x="98" y="495"/>
                  <a:pt x="98" y="495"/>
                </a:cubicBezTo>
                <a:close/>
                <a:moveTo>
                  <a:pt x="99" y="490"/>
                </a:moveTo>
                <a:cubicBezTo>
                  <a:pt x="99" y="490"/>
                  <a:pt x="99" y="490"/>
                  <a:pt x="99" y="490"/>
                </a:cubicBezTo>
                <a:cubicBezTo>
                  <a:pt x="99" y="490"/>
                  <a:pt x="99" y="490"/>
                  <a:pt x="99" y="490"/>
                </a:cubicBezTo>
                <a:cubicBezTo>
                  <a:pt x="99" y="490"/>
                  <a:pt x="99" y="490"/>
                  <a:pt x="99" y="490"/>
                </a:cubicBezTo>
                <a:cubicBezTo>
                  <a:pt x="99" y="490"/>
                  <a:pt x="99" y="490"/>
                  <a:pt x="99" y="490"/>
                </a:cubicBezTo>
                <a:close/>
                <a:moveTo>
                  <a:pt x="98" y="490"/>
                </a:moveTo>
                <a:cubicBezTo>
                  <a:pt x="98" y="490"/>
                  <a:pt x="98" y="490"/>
                  <a:pt x="98" y="490"/>
                </a:cubicBezTo>
                <a:cubicBezTo>
                  <a:pt x="98" y="490"/>
                  <a:pt x="98" y="490"/>
                  <a:pt x="98" y="490"/>
                </a:cubicBezTo>
                <a:cubicBezTo>
                  <a:pt x="98" y="490"/>
                  <a:pt x="98" y="490"/>
                  <a:pt x="98" y="490"/>
                </a:cubicBezTo>
                <a:cubicBezTo>
                  <a:pt x="98" y="490"/>
                  <a:pt x="98" y="490"/>
                  <a:pt x="98" y="490"/>
                </a:cubicBezTo>
                <a:cubicBezTo>
                  <a:pt x="98" y="490"/>
                  <a:pt x="98" y="490"/>
                  <a:pt x="98" y="490"/>
                </a:cubicBezTo>
                <a:cubicBezTo>
                  <a:pt x="98" y="490"/>
                  <a:pt x="98" y="490"/>
                  <a:pt x="98" y="490"/>
                </a:cubicBezTo>
                <a:close/>
                <a:moveTo>
                  <a:pt x="100" y="492"/>
                </a:moveTo>
                <a:cubicBezTo>
                  <a:pt x="100" y="492"/>
                  <a:pt x="100" y="492"/>
                  <a:pt x="100" y="492"/>
                </a:cubicBezTo>
                <a:cubicBezTo>
                  <a:pt x="100" y="492"/>
                  <a:pt x="100" y="492"/>
                  <a:pt x="100" y="492"/>
                </a:cubicBezTo>
                <a:cubicBezTo>
                  <a:pt x="100" y="492"/>
                  <a:pt x="100" y="492"/>
                  <a:pt x="100" y="492"/>
                </a:cubicBezTo>
                <a:cubicBezTo>
                  <a:pt x="100" y="492"/>
                  <a:pt x="100" y="492"/>
                  <a:pt x="100" y="492"/>
                </a:cubicBezTo>
                <a:close/>
                <a:moveTo>
                  <a:pt x="99" y="495"/>
                </a:moveTo>
                <a:cubicBezTo>
                  <a:pt x="99" y="495"/>
                  <a:pt x="99" y="494"/>
                  <a:pt x="99" y="494"/>
                </a:cubicBezTo>
                <a:cubicBezTo>
                  <a:pt x="99" y="494"/>
                  <a:pt x="99" y="494"/>
                  <a:pt x="99" y="494"/>
                </a:cubicBezTo>
                <a:cubicBezTo>
                  <a:pt x="99" y="494"/>
                  <a:pt x="99" y="495"/>
                  <a:pt x="99" y="495"/>
                </a:cubicBezTo>
                <a:close/>
                <a:moveTo>
                  <a:pt x="117" y="485"/>
                </a:moveTo>
                <a:cubicBezTo>
                  <a:pt x="117" y="485"/>
                  <a:pt x="117" y="485"/>
                  <a:pt x="116" y="485"/>
                </a:cubicBezTo>
                <a:cubicBezTo>
                  <a:pt x="116" y="485"/>
                  <a:pt x="116" y="485"/>
                  <a:pt x="116" y="485"/>
                </a:cubicBezTo>
                <a:cubicBezTo>
                  <a:pt x="116" y="485"/>
                  <a:pt x="116" y="485"/>
                  <a:pt x="116" y="485"/>
                </a:cubicBezTo>
                <a:cubicBezTo>
                  <a:pt x="116" y="485"/>
                  <a:pt x="116" y="485"/>
                  <a:pt x="116" y="485"/>
                </a:cubicBezTo>
                <a:cubicBezTo>
                  <a:pt x="117" y="485"/>
                  <a:pt x="117" y="485"/>
                  <a:pt x="117" y="485"/>
                </a:cubicBezTo>
                <a:cubicBezTo>
                  <a:pt x="117" y="485"/>
                  <a:pt x="117" y="485"/>
                  <a:pt x="117" y="485"/>
                </a:cubicBezTo>
                <a:cubicBezTo>
                  <a:pt x="117" y="485"/>
                  <a:pt x="117" y="485"/>
                  <a:pt x="117" y="485"/>
                </a:cubicBezTo>
                <a:cubicBezTo>
                  <a:pt x="117" y="485"/>
                  <a:pt x="117" y="485"/>
                  <a:pt x="117" y="485"/>
                </a:cubicBezTo>
                <a:cubicBezTo>
                  <a:pt x="117" y="485"/>
                  <a:pt x="117" y="485"/>
                  <a:pt x="117" y="485"/>
                </a:cubicBezTo>
                <a:cubicBezTo>
                  <a:pt x="117" y="485"/>
                  <a:pt x="117" y="485"/>
                  <a:pt x="117" y="485"/>
                </a:cubicBezTo>
                <a:close/>
                <a:moveTo>
                  <a:pt x="112" y="477"/>
                </a:moveTo>
                <a:cubicBezTo>
                  <a:pt x="112" y="477"/>
                  <a:pt x="112" y="477"/>
                  <a:pt x="112" y="477"/>
                </a:cubicBezTo>
                <a:cubicBezTo>
                  <a:pt x="112" y="477"/>
                  <a:pt x="112" y="477"/>
                  <a:pt x="112" y="477"/>
                </a:cubicBezTo>
                <a:cubicBezTo>
                  <a:pt x="112" y="477"/>
                  <a:pt x="113" y="477"/>
                  <a:pt x="113" y="477"/>
                </a:cubicBezTo>
                <a:cubicBezTo>
                  <a:pt x="113" y="477"/>
                  <a:pt x="113" y="477"/>
                  <a:pt x="113" y="477"/>
                </a:cubicBezTo>
                <a:cubicBezTo>
                  <a:pt x="112" y="477"/>
                  <a:pt x="112" y="477"/>
                  <a:pt x="112" y="477"/>
                </a:cubicBezTo>
                <a:cubicBezTo>
                  <a:pt x="112" y="477"/>
                  <a:pt x="112" y="477"/>
                  <a:pt x="112" y="477"/>
                </a:cubicBezTo>
                <a:close/>
                <a:moveTo>
                  <a:pt x="114" y="486"/>
                </a:moveTo>
                <a:cubicBezTo>
                  <a:pt x="114" y="486"/>
                  <a:pt x="114" y="486"/>
                  <a:pt x="114" y="486"/>
                </a:cubicBezTo>
                <a:cubicBezTo>
                  <a:pt x="114" y="486"/>
                  <a:pt x="114" y="486"/>
                  <a:pt x="114" y="486"/>
                </a:cubicBezTo>
                <a:cubicBezTo>
                  <a:pt x="114" y="486"/>
                  <a:pt x="114" y="486"/>
                  <a:pt x="114" y="486"/>
                </a:cubicBezTo>
                <a:cubicBezTo>
                  <a:pt x="114" y="486"/>
                  <a:pt x="114" y="486"/>
                  <a:pt x="114" y="487"/>
                </a:cubicBezTo>
                <a:cubicBezTo>
                  <a:pt x="114" y="487"/>
                  <a:pt x="114" y="487"/>
                  <a:pt x="114" y="487"/>
                </a:cubicBezTo>
                <a:cubicBezTo>
                  <a:pt x="114" y="487"/>
                  <a:pt x="114" y="487"/>
                  <a:pt x="114" y="487"/>
                </a:cubicBezTo>
                <a:cubicBezTo>
                  <a:pt x="114" y="487"/>
                  <a:pt x="114" y="486"/>
                  <a:pt x="114" y="486"/>
                </a:cubicBezTo>
                <a:cubicBezTo>
                  <a:pt x="114" y="486"/>
                  <a:pt x="114" y="486"/>
                  <a:pt x="114" y="486"/>
                </a:cubicBezTo>
                <a:close/>
                <a:moveTo>
                  <a:pt x="111" y="480"/>
                </a:moveTo>
                <a:cubicBezTo>
                  <a:pt x="111" y="480"/>
                  <a:pt x="110" y="480"/>
                  <a:pt x="110" y="480"/>
                </a:cubicBezTo>
                <a:cubicBezTo>
                  <a:pt x="110" y="480"/>
                  <a:pt x="110" y="480"/>
                  <a:pt x="110" y="480"/>
                </a:cubicBezTo>
                <a:cubicBezTo>
                  <a:pt x="110" y="480"/>
                  <a:pt x="110" y="480"/>
                  <a:pt x="110" y="480"/>
                </a:cubicBezTo>
                <a:cubicBezTo>
                  <a:pt x="110" y="480"/>
                  <a:pt x="110" y="480"/>
                  <a:pt x="110" y="480"/>
                </a:cubicBezTo>
                <a:cubicBezTo>
                  <a:pt x="111" y="480"/>
                  <a:pt x="111" y="480"/>
                  <a:pt x="111" y="480"/>
                </a:cubicBezTo>
                <a:cubicBezTo>
                  <a:pt x="111" y="480"/>
                  <a:pt x="111" y="480"/>
                  <a:pt x="111" y="480"/>
                </a:cubicBezTo>
                <a:cubicBezTo>
                  <a:pt x="111" y="480"/>
                  <a:pt x="111" y="480"/>
                  <a:pt x="111" y="480"/>
                </a:cubicBezTo>
                <a:close/>
                <a:moveTo>
                  <a:pt x="111" y="484"/>
                </a:moveTo>
                <a:cubicBezTo>
                  <a:pt x="110" y="484"/>
                  <a:pt x="110" y="484"/>
                  <a:pt x="110" y="484"/>
                </a:cubicBezTo>
                <a:cubicBezTo>
                  <a:pt x="110" y="484"/>
                  <a:pt x="111" y="484"/>
                  <a:pt x="111" y="484"/>
                </a:cubicBezTo>
                <a:cubicBezTo>
                  <a:pt x="111" y="484"/>
                  <a:pt x="111" y="484"/>
                  <a:pt x="111" y="484"/>
                </a:cubicBezTo>
                <a:cubicBezTo>
                  <a:pt x="111" y="484"/>
                  <a:pt x="111" y="484"/>
                  <a:pt x="111" y="484"/>
                </a:cubicBezTo>
                <a:close/>
                <a:moveTo>
                  <a:pt x="110" y="487"/>
                </a:moveTo>
                <a:cubicBezTo>
                  <a:pt x="110" y="487"/>
                  <a:pt x="110" y="487"/>
                  <a:pt x="110" y="487"/>
                </a:cubicBezTo>
                <a:cubicBezTo>
                  <a:pt x="110" y="487"/>
                  <a:pt x="110" y="487"/>
                  <a:pt x="110" y="487"/>
                </a:cubicBezTo>
                <a:cubicBezTo>
                  <a:pt x="110" y="487"/>
                  <a:pt x="110" y="486"/>
                  <a:pt x="110" y="486"/>
                </a:cubicBezTo>
                <a:cubicBezTo>
                  <a:pt x="110" y="486"/>
                  <a:pt x="110" y="486"/>
                  <a:pt x="110" y="487"/>
                </a:cubicBezTo>
                <a:close/>
                <a:moveTo>
                  <a:pt x="115" y="485"/>
                </a:moveTo>
                <a:cubicBezTo>
                  <a:pt x="115" y="485"/>
                  <a:pt x="114" y="485"/>
                  <a:pt x="114" y="485"/>
                </a:cubicBezTo>
                <a:cubicBezTo>
                  <a:pt x="114" y="486"/>
                  <a:pt x="114" y="486"/>
                  <a:pt x="115" y="486"/>
                </a:cubicBezTo>
                <a:cubicBezTo>
                  <a:pt x="115" y="486"/>
                  <a:pt x="115" y="486"/>
                  <a:pt x="115" y="486"/>
                </a:cubicBezTo>
                <a:cubicBezTo>
                  <a:pt x="115" y="486"/>
                  <a:pt x="115" y="485"/>
                  <a:pt x="115" y="485"/>
                </a:cubicBezTo>
                <a:close/>
                <a:moveTo>
                  <a:pt x="110" y="484"/>
                </a:moveTo>
                <a:cubicBezTo>
                  <a:pt x="110" y="484"/>
                  <a:pt x="110" y="484"/>
                  <a:pt x="110" y="484"/>
                </a:cubicBezTo>
                <a:cubicBezTo>
                  <a:pt x="110" y="484"/>
                  <a:pt x="110" y="484"/>
                  <a:pt x="110" y="484"/>
                </a:cubicBezTo>
                <a:cubicBezTo>
                  <a:pt x="110" y="484"/>
                  <a:pt x="110" y="484"/>
                  <a:pt x="110" y="484"/>
                </a:cubicBezTo>
                <a:cubicBezTo>
                  <a:pt x="110" y="484"/>
                  <a:pt x="110" y="484"/>
                  <a:pt x="110" y="484"/>
                </a:cubicBezTo>
                <a:close/>
                <a:moveTo>
                  <a:pt x="110" y="484"/>
                </a:moveTo>
                <a:cubicBezTo>
                  <a:pt x="110" y="484"/>
                  <a:pt x="110" y="484"/>
                  <a:pt x="110" y="484"/>
                </a:cubicBezTo>
                <a:cubicBezTo>
                  <a:pt x="110" y="484"/>
                  <a:pt x="110" y="485"/>
                  <a:pt x="110" y="485"/>
                </a:cubicBezTo>
                <a:cubicBezTo>
                  <a:pt x="110" y="484"/>
                  <a:pt x="110" y="485"/>
                  <a:pt x="110" y="485"/>
                </a:cubicBezTo>
                <a:cubicBezTo>
                  <a:pt x="110" y="485"/>
                  <a:pt x="110" y="485"/>
                  <a:pt x="110" y="485"/>
                </a:cubicBezTo>
                <a:cubicBezTo>
                  <a:pt x="110" y="485"/>
                  <a:pt x="110" y="485"/>
                  <a:pt x="110" y="485"/>
                </a:cubicBezTo>
                <a:cubicBezTo>
                  <a:pt x="109" y="485"/>
                  <a:pt x="109" y="485"/>
                  <a:pt x="109" y="486"/>
                </a:cubicBezTo>
                <a:cubicBezTo>
                  <a:pt x="109" y="486"/>
                  <a:pt x="109" y="486"/>
                  <a:pt x="109" y="486"/>
                </a:cubicBezTo>
                <a:cubicBezTo>
                  <a:pt x="109" y="486"/>
                  <a:pt x="109" y="486"/>
                  <a:pt x="110" y="486"/>
                </a:cubicBezTo>
                <a:cubicBezTo>
                  <a:pt x="110" y="486"/>
                  <a:pt x="110" y="486"/>
                  <a:pt x="110" y="486"/>
                </a:cubicBezTo>
                <a:cubicBezTo>
                  <a:pt x="109" y="486"/>
                  <a:pt x="110" y="486"/>
                  <a:pt x="109" y="486"/>
                </a:cubicBezTo>
                <a:cubicBezTo>
                  <a:pt x="109" y="486"/>
                  <a:pt x="109" y="486"/>
                  <a:pt x="109" y="486"/>
                </a:cubicBezTo>
                <a:cubicBezTo>
                  <a:pt x="109" y="486"/>
                  <a:pt x="109" y="486"/>
                  <a:pt x="110" y="486"/>
                </a:cubicBezTo>
                <a:cubicBezTo>
                  <a:pt x="110" y="486"/>
                  <a:pt x="110" y="486"/>
                  <a:pt x="110" y="486"/>
                </a:cubicBezTo>
                <a:cubicBezTo>
                  <a:pt x="110" y="486"/>
                  <a:pt x="110" y="486"/>
                  <a:pt x="110" y="486"/>
                </a:cubicBezTo>
                <a:cubicBezTo>
                  <a:pt x="110" y="486"/>
                  <a:pt x="110" y="486"/>
                  <a:pt x="110" y="486"/>
                </a:cubicBezTo>
                <a:cubicBezTo>
                  <a:pt x="110" y="486"/>
                  <a:pt x="110" y="486"/>
                  <a:pt x="110" y="486"/>
                </a:cubicBezTo>
                <a:cubicBezTo>
                  <a:pt x="110" y="486"/>
                  <a:pt x="110" y="486"/>
                  <a:pt x="110" y="486"/>
                </a:cubicBezTo>
                <a:cubicBezTo>
                  <a:pt x="110" y="486"/>
                  <a:pt x="110" y="485"/>
                  <a:pt x="110" y="485"/>
                </a:cubicBezTo>
                <a:cubicBezTo>
                  <a:pt x="110" y="485"/>
                  <a:pt x="110" y="485"/>
                  <a:pt x="110" y="485"/>
                </a:cubicBezTo>
                <a:cubicBezTo>
                  <a:pt x="110" y="485"/>
                  <a:pt x="110" y="485"/>
                  <a:pt x="110" y="485"/>
                </a:cubicBezTo>
                <a:cubicBezTo>
                  <a:pt x="110" y="485"/>
                  <a:pt x="110" y="485"/>
                  <a:pt x="110" y="485"/>
                </a:cubicBezTo>
                <a:cubicBezTo>
                  <a:pt x="110" y="484"/>
                  <a:pt x="110" y="484"/>
                  <a:pt x="110" y="484"/>
                </a:cubicBezTo>
                <a:cubicBezTo>
                  <a:pt x="110" y="484"/>
                  <a:pt x="110" y="484"/>
                  <a:pt x="110" y="484"/>
                </a:cubicBezTo>
                <a:cubicBezTo>
                  <a:pt x="110" y="484"/>
                  <a:pt x="110" y="484"/>
                  <a:pt x="110" y="484"/>
                </a:cubicBezTo>
                <a:close/>
                <a:moveTo>
                  <a:pt x="118" y="484"/>
                </a:moveTo>
                <a:cubicBezTo>
                  <a:pt x="118" y="484"/>
                  <a:pt x="118" y="484"/>
                  <a:pt x="118" y="484"/>
                </a:cubicBezTo>
                <a:cubicBezTo>
                  <a:pt x="118" y="484"/>
                  <a:pt x="118" y="484"/>
                  <a:pt x="118" y="484"/>
                </a:cubicBezTo>
                <a:cubicBezTo>
                  <a:pt x="118" y="485"/>
                  <a:pt x="118" y="485"/>
                  <a:pt x="118" y="485"/>
                </a:cubicBezTo>
                <a:cubicBezTo>
                  <a:pt x="118" y="485"/>
                  <a:pt x="118" y="485"/>
                  <a:pt x="118" y="485"/>
                </a:cubicBezTo>
                <a:cubicBezTo>
                  <a:pt x="118" y="485"/>
                  <a:pt x="118" y="484"/>
                  <a:pt x="118" y="484"/>
                </a:cubicBezTo>
                <a:cubicBezTo>
                  <a:pt x="118" y="484"/>
                  <a:pt x="118" y="484"/>
                  <a:pt x="118" y="484"/>
                </a:cubicBezTo>
                <a:close/>
                <a:moveTo>
                  <a:pt x="119" y="485"/>
                </a:moveTo>
                <a:cubicBezTo>
                  <a:pt x="119" y="485"/>
                  <a:pt x="119" y="485"/>
                  <a:pt x="119" y="485"/>
                </a:cubicBezTo>
                <a:cubicBezTo>
                  <a:pt x="119" y="485"/>
                  <a:pt x="119" y="485"/>
                  <a:pt x="119" y="485"/>
                </a:cubicBezTo>
                <a:cubicBezTo>
                  <a:pt x="119" y="485"/>
                  <a:pt x="119" y="485"/>
                  <a:pt x="119" y="485"/>
                </a:cubicBezTo>
                <a:cubicBezTo>
                  <a:pt x="119" y="485"/>
                  <a:pt x="119" y="485"/>
                  <a:pt x="119" y="485"/>
                </a:cubicBezTo>
                <a:cubicBezTo>
                  <a:pt x="119" y="485"/>
                  <a:pt x="119" y="485"/>
                  <a:pt x="119" y="485"/>
                </a:cubicBezTo>
                <a:cubicBezTo>
                  <a:pt x="119" y="485"/>
                  <a:pt x="119" y="485"/>
                  <a:pt x="119" y="485"/>
                </a:cubicBezTo>
                <a:close/>
                <a:moveTo>
                  <a:pt x="108" y="484"/>
                </a:moveTo>
                <a:cubicBezTo>
                  <a:pt x="108" y="484"/>
                  <a:pt x="108" y="484"/>
                  <a:pt x="108" y="484"/>
                </a:cubicBezTo>
                <a:cubicBezTo>
                  <a:pt x="108" y="484"/>
                  <a:pt x="108" y="484"/>
                  <a:pt x="108" y="484"/>
                </a:cubicBezTo>
                <a:cubicBezTo>
                  <a:pt x="108" y="484"/>
                  <a:pt x="108" y="484"/>
                  <a:pt x="108" y="484"/>
                </a:cubicBezTo>
                <a:cubicBezTo>
                  <a:pt x="108" y="484"/>
                  <a:pt x="108" y="484"/>
                  <a:pt x="108" y="484"/>
                </a:cubicBezTo>
                <a:close/>
                <a:moveTo>
                  <a:pt x="116" y="478"/>
                </a:moveTo>
                <a:cubicBezTo>
                  <a:pt x="116" y="478"/>
                  <a:pt x="116" y="478"/>
                  <a:pt x="116" y="478"/>
                </a:cubicBezTo>
                <a:cubicBezTo>
                  <a:pt x="116" y="478"/>
                  <a:pt x="116" y="478"/>
                  <a:pt x="116" y="478"/>
                </a:cubicBezTo>
                <a:cubicBezTo>
                  <a:pt x="116" y="478"/>
                  <a:pt x="116" y="478"/>
                  <a:pt x="116" y="478"/>
                </a:cubicBezTo>
                <a:cubicBezTo>
                  <a:pt x="116" y="478"/>
                  <a:pt x="116" y="478"/>
                  <a:pt x="116" y="478"/>
                </a:cubicBezTo>
                <a:cubicBezTo>
                  <a:pt x="116" y="478"/>
                  <a:pt x="116" y="478"/>
                  <a:pt x="116" y="478"/>
                </a:cubicBezTo>
                <a:cubicBezTo>
                  <a:pt x="116" y="478"/>
                  <a:pt x="116" y="478"/>
                  <a:pt x="116" y="478"/>
                </a:cubicBezTo>
                <a:close/>
                <a:moveTo>
                  <a:pt x="116" y="483"/>
                </a:moveTo>
                <a:cubicBezTo>
                  <a:pt x="116" y="482"/>
                  <a:pt x="116" y="482"/>
                  <a:pt x="116" y="482"/>
                </a:cubicBezTo>
                <a:cubicBezTo>
                  <a:pt x="116" y="482"/>
                  <a:pt x="116" y="482"/>
                  <a:pt x="116" y="483"/>
                </a:cubicBezTo>
                <a:cubicBezTo>
                  <a:pt x="116" y="483"/>
                  <a:pt x="116" y="483"/>
                  <a:pt x="116" y="483"/>
                </a:cubicBezTo>
                <a:cubicBezTo>
                  <a:pt x="116" y="483"/>
                  <a:pt x="116" y="483"/>
                  <a:pt x="116" y="483"/>
                </a:cubicBezTo>
                <a:close/>
                <a:moveTo>
                  <a:pt x="117" y="479"/>
                </a:moveTo>
                <a:cubicBezTo>
                  <a:pt x="117" y="479"/>
                  <a:pt x="116" y="479"/>
                  <a:pt x="116" y="479"/>
                </a:cubicBezTo>
                <a:cubicBezTo>
                  <a:pt x="116" y="479"/>
                  <a:pt x="116" y="479"/>
                  <a:pt x="116" y="479"/>
                </a:cubicBezTo>
                <a:cubicBezTo>
                  <a:pt x="116" y="479"/>
                  <a:pt x="116" y="479"/>
                  <a:pt x="116" y="479"/>
                </a:cubicBezTo>
                <a:cubicBezTo>
                  <a:pt x="116" y="479"/>
                  <a:pt x="116" y="479"/>
                  <a:pt x="116" y="479"/>
                </a:cubicBezTo>
                <a:cubicBezTo>
                  <a:pt x="116" y="479"/>
                  <a:pt x="116" y="479"/>
                  <a:pt x="116" y="479"/>
                </a:cubicBezTo>
                <a:cubicBezTo>
                  <a:pt x="116" y="480"/>
                  <a:pt x="117" y="480"/>
                  <a:pt x="117" y="480"/>
                </a:cubicBezTo>
                <a:cubicBezTo>
                  <a:pt x="117" y="479"/>
                  <a:pt x="117" y="479"/>
                  <a:pt x="117" y="479"/>
                </a:cubicBezTo>
                <a:cubicBezTo>
                  <a:pt x="117" y="479"/>
                  <a:pt x="117" y="479"/>
                  <a:pt x="117" y="479"/>
                </a:cubicBezTo>
                <a:cubicBezTo>
                  <a:pt x="117" y="479"/>
                  <a:pt x="117" y="479"/>
                  <a:pt x="117" y="479"/>
                </a:cubicBezTo>
                <a:close/>
                <a:moveTo>
                  <a:pt x="110" y="487"/>
                </a:moveTo>
                <a:cubicBezTo>
                  <a:pt x="110" y="487"/>
                  <a:pt x="110" y="487"/>
                  <a:pt x="110" y="487"/>
                </a:cubicBezTo>
                <a:cubicBezTo>
                  <a:pt x="110" y="487"/>
                  <a:pt x="110" y="487"/>
                  <a:pt x="110" y="487"/>
                </a:cubicBezTo>
                <a:cubicBezTo>
                  <a:pt x="110" y="487"/>
                  <a:pt x="110" y="487"/>
                  <a:pt x="110" y="487"/>
                </a:cubicBezTo>
                <a:cubicBezTo>
                  <a:pt x="110" y="487"/>
                  <a:pt x="110" y="487"/>
                  <a:pt x="110" y="487"/>
                </a:cubicBezTo>
                <a:cubicBezTo>
                  <a:pt x="109" y="487"/>
                  <a:pt x="109" y="487"/>
                  <a:pt x="109" y="487"/>
                </a:cubicBezTo>
                <a:cubicBezTo>
                  <a:pt x="109" y="487"/>
                  <a:pt x="109" y="487"/>
                  <a:pt x="109" y="487"/>
                </a:cubicBezTo>
                <a:cubicBezTo>
                  <a:pt x="109" y="487"/>
                  <a:pt x="109" y="487"/>
                  <a:pt x="109" y="488"/>
                </a:cubicBezTo>
                <a:cubicBezTo>
                  <a:pt x="109" y="488"/>
                  <a:pt x="109" y="488"/>
                  <a:pt x="109" y="488"/>
                </a:cubicBezTo>
                <a:cubicBezTo>
                  <a:pt x="109" y="488"/>
                  <a:pt x="109" y="488"/>
                  <a:pt x="109" y="488"/>
                </a:cubicBezTo>
                <a:cubicBezTo>
                  <a:pt x="109" y="488"/>
                  <a:pt x="109" y="488"/>
                  <a:pt x="109" y="488"/>
                </a:cubicBezTo>
                <a:cubicBezTo>
                  <a:pt x="109" y="488"/>
                  <a:pt x="109" y="488"/>
                  <a:pt x="109" y="488"/>
                </a:cubicBezTo>
                <a:cubicBezTo>
                  <a:pt x="109" y="488"/>
                  <a:pt x="109" y="488"/>
                  <a:pt x="109" y="488"/>
                </a:cubicBezTo>
                <a:cubicBezTo>
                  <a:pt x="109" y="488"/>
                  <a:pt x="109" y="488"/>
                  <a:pt x="109" y="488"/>
                </a:cubicBezTo>
                <a:cubicBezTo>
                  <a:pt x="109" y="488"/>
                  <a:pt x="109" y="488"/>
                  <a:pt x="110" y="488"/>
                </a:cubicBezTo>
                <a:cubicBezTo>
                  <a:pt x="110" y="488"/>
                  <a:pt x="110" y="488"/>
                  <a:pt x="110" y="488"/>
                </a:cubicBezTo>
                <a:cubicBezTo>
                  <a:pt x="110" y="488"/>
                  <a:pt x="110" y="488"/>
                  <a:pt x="110" y="488"/>
                </a:cubicBezTo>
                <a:cubicBezTo>
                  <a:pt x="110" y="488"/>
                  <a:pt x="110" y="488"/>
                  <a:pt x="110" y="488"/>
                </a:cubicBezTo>
                <a:cubicBezTo>
                  <a:pt x="110" y="488"/>
                  <a:pt x="110" y="488"/>
                  <a:pt x="110" y="488"/>
                </a:cubicBezTo>
                <a:cubicBezTo>
                  <a:pt x="110" y="488"/>
                  <a:pt x="110" y="487"/>
                  <a:pt x="110" y="487"/>
                </a:cubicBezTo>
                <a:cubicBezTo>
                  <a:pt x="110" y="487"/>
                  <a:pt x="110" y="487"/>
                  <a:pt x="110" y="487"/>
                </a:cubicBezTo>
                <a:close/>
                <a:moveTo>
                  <a:pt x="107" y="484"/>
                </a:moveTo>
                <a:cubicBezTo>
                  <a:pt x="107" y="484"/>
                  <a:pt x="107" y="484"/>
                  <a:pt x="107" y="484"/>
                </a:cubicBezTo>
                <a:cubicBezTo>
                  <a:pt x="107" y="484"/>
                  <a:pt x="107" y="484"/>
                  <a:pt x="107" y="484"/>
                </a:cubicBezTo>
                <a:cubicBezTo>
                  <a:pt x="107" y="484"/>
                  <a:pt x="107" y="483"/>
                  <a:pt x="107" y="483"/>
                </a:cubicBezTo>
                <a:cubicBezTo>
                  <a:pt x="107" y="483"/>
                  <a:pt x="107" y="484"/>
                  <a:pt x="107" y="484"/>
                </a:cubicBezTo>
                <a:close/>
                <a:moveTo>
                  <a:pt x="108" y="487"/>
                </a:moveTo>
                <a:cubicBezTo>
                  <a:pt x="108" y="487"/>
                  <a:pt x="108" y="487"/>
                  <a:pt x="108" y="487"/>
                </a:cubicBezTo>
                <a:cubicBezTo>
                  <a:pt x="108" y="487"/>
                  <a:pt x="108" y="487"/>
                  <a:pt x="108" y="487"/>
                </a:cubicBezTo>
                <a:cubicBezTo>
                  <a:pt x="108" y="487"/>
                  <a:pt x="108" y="487"/>
                  <a:pt x="108" y="487"/>
                </a:cubicBezTo>
                <a:cubicBezTo>
                  <a:pt x="108" y="487"/>
                  <a:pt x="108" y="487"/>
                  <a:pt x="108" y="487"/>
                </a:cubicBezTo>
                <a:close/>
                <a:moveTo>
                  <a:pt x="107" y="484"/>
                </a:moveTo>
                <a:cubicBezTo>
                  <a:pt x="107" y="484"/>
                  <a:pt x="107" y="484"/>
                  <a:pt x="107" y="484"/>
                </a:cubicBezTo>
                <a:cubicBezTo>
                  <a:pt x="107" y="484"/>
                  <a:pt x="107" y="484"/>
                  <a:pt x="107" y="484"/>
                </a:cubicBezTo>
                <a:cubicBezTo>
                  <a:pt x="107" y="484"/>
                  <a:pt x="107" y="484"/>
                  <a:pt x="107" y="484"/>
                </a:cubicBezTo>
                <a:cubicBezTo>
                  <a:pt x="107" y="484"/>
                  <a:pt x="107" y="484"/>
                  <a:pt x="107" y="484"/>
                </a:cubicBezTo>
                <a:close/>
                <a:moveTo>
                  <a:pt x="108" y="487"/>
                </a:moveTo>
                <a:cubicBezTo>
                  <a:pt x="108" y="487"/>
                  <a:pt x="108" y="487"/>
                  <a:pt x="108" y="487"/>
                </a:cubicBezTo>
                <a:cubicBezTo>
                  <a:pt x="108" y="487"/>
                  <a:pt x="108" y="487"/>
                  <a:pt x="108" y="487"/>
                </a:cubicBezTo>
                <a:cubicBezTo>
                  <a:pt x="108" y="487"/>
                  <a:pt x="108" y="487"/>
                  <a:pt x="108" y="487"/>
                </a:cubicBezTo>
                <a:cubicBezTo>
                  <a:pt x="108" y="487"/>
                  <a:pt x="108" y="487"/>
                  <a:pt x="108" y="487"/>
                </a:cubicBezTo>
                <a:close/>
                <a:moveTo>
                  <a:pt x="107" y="483"/>
                </a:moveTo>
                <a:cubicBezTo>
                  <a:pt x="108" y="483"/>
                  <a:pt x="108" y="483"/>
                  <a:pt x="108" y="483"/>
                </a:cubicBezTo>
                <a:cubicBezTo>
                  <a:pt x="108" y="483"/>
                  <a:pt x="108" y="483"/>
                  <a:pt x="107" y="483"/>
                </a:cubicBezTo>
                <a:cubicBezTo>
                  <a:pt x="107" y="483"/>
                  <a:pt x="107" y="483"/>
                  <a:pt x="107" y="483"/>
                </a:cubicBezTo>
                <a:cubicBezTo>
                  <a:pt x="107" y="483"/>
                  <a:pt x="107" y="483"/>
                  <a:pt x="107" y="483"/>
                </a:cubicBezTo>
                <a:close/>
                <a:moveTo>
                  <a:pt x="107" y="487"/>
                </a:moveTo>
                <a:cubicBezTo>
                  <a:pt x="107" y="487"/>
                  <a:pt x="107" y="487"/>
                  <a:pt x="107" y="487"/>
                </a:cubicBezTo>
                <a:cubicBezTo>
                  <a:pt x="107" y="487"/>
                  <a:pt x="107" y="487"/>
                  <a:pt x="107" y="487"/>
                </a:cubicBezTo>
                <a:cubicBezTo>
                  <a:pt x="108" y="487"/>
                  <a:pt x="108" y="487"/>
                  <a:pt x="108" y="487"/>
                </a:cubicBezTo>
                <a:cubicBezTo>
                  <a:pt x="108" y="487"/>
                  <a:pt x="108" y="487"/>
                  <a:pt x="107" y="487"/>
                </a:cubicBezTo>
                <a:close/>
                <a:moveTo>
                  <a:pt x="107" y="482"/>
                </a:moveTo>
                <a:cubicBezTo>
                  <a:pt x="107" y="482"/>
                  <a:pt x="107" y="482"/>
                  <a:pt x="107" y="482"/>
                </a:cubicBezTo>
                <a:cubicBezTo>
                  <a:pt x="107" y="482"/>
                  <a:pt x="108" y="482"/>
                  <a:pt x="108" y="482"/>
                </a:cubicBezTo>
                <a:cubicBezTo>
                  <a:pt x="107" y="482"/>
                  <a:pt x="107" y="482"/>
                  <a:pt x="107" y="482"/>
                </a:cubicBezTo>
                <a:cubicBezTo>
                  <a:pt x="107" y="482"/>
                  <a:pt x="107" y="482"/>
                  <a:pt x="107" y="482"/>
                </a:cubicBezTo>
                <a:close/>
                <a:moveTo>
                  <a:pt x="108" y="483"/>
                </a:moveTo>
                <a:cubicBezTo>
                  <a:pt x="108" y="483"/>
                  <a:pt x="108" y="483"/>
                  <a:pt x="108" y="483"/>
                </a:cubicBezTo>
                <a:cubicBezTo>
                  <a:pt x="108" y="483"/>
                  <a:pt x="107" y="483"/>
                  <a:pt x="107" y="483"/>
                </a:cubicBezTo>
                <a:cubicBezTo>
                  <a:pt x="107" y="483"/>
                  <a:pt x="107" y="483"/>
                  <a:pt x="107" y="483"/>
                </a:cubicBezTo>
                <a:cubicBezTo>
                  <a:pt x="107" y="483"/>
                  <a:pt x="107" y="483"/>
                  <a:pt x="108" y="483"/>
                </a:cubicBezTo>
                <a:close/>
                <a:moveTo>
                  <a:pt x="109" y="488"/>
                </a:moveTo>
                <a:cubicBezTo>
                  <a:pt x="109" y="488"/>
                  <a:pt x="109" y="488"/>
                  <a:pt x="109" y="488"/>
                </a:cubicBezTo>
                <a:cubicBezTo>
                  <a:pt x="108" y="488"/>
                  <a:pt x="108" y="489"/>
                  <a:pt x="108" y="489"/>
                </a:cubicBezTo>
                <a:cubicBezTo>
                  <a:pt x="108" y="489"/>
                  <a:pt x="108" y="489"/>
                  <a:pt x="108" y="489"/>
                </a:cubicBezTo>
                <a:cubicBezTo>
                  <a:pt x="108" y="489"/>
                  <a:pt x="108" y="489"/>
                  <a:pt x="108" y="489"/>
                </a:cubicBezTo>
                <a:cubicBezTo>
                  <a:pt x="108" y="489"/>
                  <a:pt x="108" y="489"/>
                  <a:pt x="108" y="489"/>
                </a:cubicBezTo>
                <a:cubicBezTo>
                  <a:pt x="108" y="489"/>
                  <a:pt x="108" y="489"/>
                  <a:pt x="108" y="489"/>
                </a:cubicBezTo>
                <a:cubicBezTo>
                  <a:pt x="108" y="489"/>
                  <a:pt x="108" y="489"/>
                  <a:pt x="108" y="489"/>
                </a:cubicBezTo>
                <a:cubicBezTo>
                  <a:pt x="108" y="489"/>
                  <a:pt x="108" y="489"/>
                  <a:pt x="109" y="489"/>
                </a:cubicBezTo>
                <a:cubicBezTo>
                  <a:pt x="109" y="489"/>
                  <a:pt x="109" y="489"/>
                  <a:pt x="109" y="489"/>
                </a:cubicBezTo>
                <a:cubicBezTo>
                  <a:pt x="109" y="489"/>
                  <a:pt x="109" y="489"/>
                  <a:pt x="109" y="489"/>
                </a:cubicBezTo>
                <a:cubicBezTo>
                  <a:pt x="109" y="489"/>
                  <a:pt x="109" y="489"/>
                  <a:pt x="109" y="489"/>
                </a:cubicBezTo>
                <a:cubicBezTo>
                  <a:pt x="109" y="488"/>
                  <a:pt x="109" y="488"/>
                  <a:pt x="109" y="488"/>
                </a:cubicBezTo>
                <a:cubicBezTo>
                  <a:pt x="109" y="488"/>
                  <a:pt x="109" y="488"/>
                  <a:pt x="109" y="488"/>
                </a:cubicBezTo>
                <a:cubicBezTo>
                  <a:pt x="109" y="488"/>
                  <a:pt x="109" y="488"/>
                  <a:pt x="109" y="488"/>
                </a:cubicBezTo>
                <a:close/>
                <a:moveTo>
                  <a:pt x="108" y="489"/>
                </a:moveTo>
                <a:cubicBezTo>
                  <a:pt x="108" y="489"/>
                  <a:pt x="108" y="489"/>
                  <a:pt x="108" y="489"/>
                </a:cubicBezTo>
                <a:cubicBezTo>
                  <a:pt x="107" y="489"/>
                  <a:pt x="107" y="489"/>
                  <a:pt x="107" y="489"/>
                </a:cubicBezTo>
                <a:cubicBezTo>
                  <a:pt x="107" y="489"/>
                  <a:pt x="107" y="489"/>
                  <a:pt x="107" y="490"/>
                </a:cubicBezTo>
                <a:cubicBezTo>
                  <a:pt x="107" y="490"/>
                  <a:pt x="107" y="490"/>
                  <a:pt x="107" y="490"/>
                </a:cubicBezTo>
                <a:cubicBezTo>
                  <a:pt x="108" y="490"/>
                  <a:pt x="108" y="490"/>
                  <a:pt x="108" y="489"/>
                </a:cubicBezTo>
                <a:cubicBezTo>
                  <a:pt x="108" y="489"/>
                  <a:pt x="108" y="489"/>
                  <a:pt x="108" y="489"/>
                </a:cubicBezTo>
                <a:close/>
                <a:moveTo>
                  <a:pt x="276" y="329"/>
                </a:moveTo>
                <a:cubicBezTo>
                  <a:pt x="277" y="329"/>
                  <a:pt x="277" y="329"/>
                  <a:pt x="277" y="329"/>
                </a:cubicBezTo>
                <a:cubicBezTo>
                  <a:pt x="277" y="329"/>
                  <a:pt x="277" y="329"/>
                  <a:pt x="277" y="329"/>
                </a:cubicBezTo>
                <a:cubicBezTo>
                  <a:pt x="277" y="329"/>
                  <a:pt x="277" y="329"/>
                  <a:pt x="277" y="329"/>
                </a:cubicBezTo>
                <a:cubicBezTo>
                  <a:pt x="277" y="330"/>
                  <a:pt x="277" y="330"/>
                  <a:pt x="278" y="330"/>
                </a:cubicBezTo>
                <a:cubicBezTo>
                  <a:pt x="277" y="331"/>
                  <a:pt x="279" y="333"/>
                  <a:pt x="280" y="333"/>
                </a:cubicBezTo>
                <a:cubicBezTo>
                  <a:pt x="281" y="333"/>
                  <a:pt x="282" y="333"/>
                  <a:pt x="282" y="332"/>
                </a:cubicBezTo>
                <a:cubicBezTo>
                  <a:pt x="283" y="332"/>
                  <a:pt x="283" y="332"/>
                  <a:pt x="283" y="331"/>
                </a:cubicBezTo>
                <a:cubicBezTo>
                  <a:pt x="283" y="330"/>
                  <a:pt x="282" y="330"/>
                  <a:pt x="282" y="329"/>
                </a:cubicBezTo>
                <a:cubicBezTo>
                  <a:pt x="282" y="329"/>
                  <a:pt x="282" y="329"/>
                  <a:pt x="282" y="329"/>
                </a:cubicBezTo>
                <a:cubicBezTo>
                  <a:pt x="282" y="329"/>
                  <a:pt x="282" y="329"/>
                  <a:pt x="282" y="329"/>
                </a:cubicBezTo>
                <a:cubicBezTo>
                  <a:pt x="282" y="328"/>
                  <a:pt x="282" y="328"/>
                  <a:pt x="281" y="327"/>
                </a:cubicBezTo>
                <a:cubicBezTo>
                  <a:pt x="281" y="326"/>
                  <a:pt x="281" y="325"/>
                  <a:pt x="280" y="325"/>
                </a:cubicBezTo>
                <a:cubicBezTo>
                  <a:pt x="280" y="325"/>
                  <a:pt x="280" y="325"/>
                  <a:pt x="280" y="325"/>
                </a:cubicBezTo>
                <a:cubicBezTo>
                  <a:pt x="280" y="324"/>
                  <a:pt x="280" y="323"/>
                  <a:pt x="280" y="323"/>
                </a:cubicBezTo>
                <a:cubicBezTo>
                  <a:pt x="279" y="322"/>
                  <a:pt x="278" y="322"/>
                  <a:pt x="278" y="323"/>
                </a:cubicBezTo>
                <a:cubicBezTo>
                  <a:pt x="277" y="323"/>
                  <a:pt x="277" y="323"/>
                  <a:pt x="277" y="324"/>
                </a:cubicBezTo>
                <a:cubicBezTo>
                  <a:pt x="277" y="325"/>
                  <a:pt x="277" y="325"/>
                  <a:pt x="278" y="326"/>
                </a:cubicBezTo>
                <a:cubicBezTo>
                  <a:pt x="278" y="327"/>
                  <a:pt x="277" y="327"/>
                  <a:pt x="276" y="328"/>
                </a:cubicBezTo>
                <a:cubicBezTo>
                  <a:pt x="276" y="328"/>
                  <a:pt x="275" y="328"/>
                  <a:pt x="276" y="329"/>
                </a:cubicBezTo>
                <a:close/>
                <a:moveTo>
                  <a:pt x="266" y="332"/>
                </a:moveTo>
                <a:cubicBezTo>
                  <a:pt x="267" y="332"/>
                  <a:pt x="267" y="332"/>
                  <a:pt x="268" y="331"/>
                </a:cubicBezTo>
                <a:cubicBezTo>
                  <a:pt x="268" y="331"/>
                  <a:pt x="268" y="331"/>
                  <a:pt x="268" y="331"/>
                </a:cubicBezTo>
                <a:cubicBezTo>
                  <a:pt x="267" y="331"/>
                  <a:pt x="267" y="330"/>
                  <a:pt x="267" y="330"/>
                </a:cubicBezTo>
                <a:cubicBezTo>
                  <a:pt x="267" y="330"/>
                  <a:pt x="267" y="330"/>
                  <a:pt x="267" y="329"/>
                </a:cubicBezTo>
                <a:cubicBezTo>
                  <a:pt x="266" y="329"/>
                  <a:pt x="266" y="329"/>
                  <a:pt x="266" y="329"/>
                </a:cubicBezTo>
                <a:cubicBezTo>
                  <a:pt x="266" y="329"/>
                  <a:pt x="265" y="329"/>
                  <a:pt x="265" y="330"/>
                </a:cubicBezTo>
                <a:cubicBezTo>
                  <a:pt x="265" y="330"/>
                  <a:pt x="266" y="330"/>
                  <a:pt x="266" y="331"/>
                </a:cubicBezTo>
                <a:cubicBezTo>
                  <a:pt x="265" y="331"/>
                  <a:pt x="265" y="332"/>
                  <a:pt x="266" y="332"/>
                </a:cubicBezTo>
                <a:close/>
                <a:moveTo>
                  <a:pt x="270" y="333"/>
                </a:moveTo>
                <a:cubicBezTo>
                  <a:pt x="270" y="333"/>
                  <a:pt x="270" y="333"/>
                  <a:pt x="270" y="333"/>
                </a:cubicBezTo>
                <a:cubicBezTo>
                  <a:pt x="270" y="332"/>
                  <a:pt x="270" y="332"/>
                  <a:pt x="269" y="332"/>
                </a:cubicBezTo>
                <a:cubicBezTo>
                  <a:pt x="269" y="332"/>
                  <a:pt x="269" y="332"/>
                  <a:pt x="269" y="333"/>
                </a:cubicBezTo>
                <a:cubicBezTo>
                  <a:pt x="269" y="333"/>
                  <a:pt x="269" y="333"/>
                  <a:pt x="270" y="333"/>
                </a:cubicBezTo>
                <a:close/>
                <a:moveTo>
                  <a:pt x="267" y="335"/>
                </a:moveTo>
                <a:cubicBezTo>
                  <a:pt x="267" y="336"/>
                  <a:pt x="267" y="336"/>
                  <a:pt x="268" y="336"/>
                </a:cubicBezTo>
                <a:cubicBezTo>
                  <a:pt x="268" y="336"/>
                  <a:pt x="268" y="336"/>
                  <a:pt x="268" y="336"/>
                </a:cubicBezTo>
                <a:cubicBezTo>
                  <a:pt x="268" y="335"/>
                  <a:pt x="268" y="335"/>
                  <a:pt x="268" y="335"/>
                </a:cubicBezTo>
                <a:cubicBezTo>
                  <a:pt x="267" y="335"/>
                  <a:pt x="267" y="335"/>
                  <a:pt x="267" y="335"/>
                </a:cubicBezTo>
                <a:close/>
                <a:moveTo>
                  <a:pt x="277" y="339"/>
                </a:moveTo>
                <a:cubicBezTo>
                  <a:pt x="278" y="339"/>
                  <a:pt x="278" y="338"/>
                  <a:pt x="278" y="338"/>
                </a:cubicBezTo>
                <a:cubicBezTo>
                  <a:pt x="278" y="337"/>
                  <a:pt x="277" y="335"/>
                  <a:pt x="278" y="334"/>
                </a:cubicBezTo>
                <a:cubicBezTo>
                  <a:pt x="279" y="336"/>
                  <a:pt x="279" y="334"/>
                  <a:pt x="280" y="334"/>
                </a:cubicBezTo>
                <a:cubicBezTo>
                  <a:pt x="280" y="334"/>
                  <a:pt x="280" y="334"/>
                  <a:pt x="280" y="334"/>
                </a:cubicBezTo>
                <a:cubicBezTo>
                  <a:pt x="280" y="333"/>
                  <a:pt x="279" y="334"/>
                  <a:pt x="279" y="334"/>
                </a:cubicBezTo>
                <a:cubicBezTo>
                  <a:pt x="278" y="334"/>
                  <a:pt x="278" y="334"/>
                  <a:pt x="278" y="334"/>
                </a:cubicBezTo>
                <a:cubicBezTo>
                  <a:pt x="277" y="334"/>
                  <a:pt x="277" y="333"/>
                  <a:pt x="276" y="333"/>
                </a:cubicBezTo>
                <a:cubicBezTo>
                  <a:pt x="276" y="334"/>
                  <a:pt x="276" y="335"/>
                  <a:pt x="276" y="335"/>
                </a:cubicBezTo>
                <a:cubicBezTo>
                  <a:pt x="276" y="336"/>
                  <a:pt x="276" y="336"/>
                  <a:pt x="276" y="337"/>
                </a:cubicBezTo>
                <a:cubicBezTo>
                  <a:pt x="275" y="337"/>
                  <a:pt x="275" y="338"/>
                  <a:pt x="276" y="338"/>
                </a:cubicBezTo>
                <a:cubicBezTo>
                  <a:pt x="276" y="338"/>
                  <a:pt x="277" y="339"/>
                  <a:pt x="277" y="339"/>
                </a:cubicBezTo>
                <a:close/>
                <a:moveTo>
                  <a:pt x="136" y="465"/>
                </a:moveTo>
                <a:cubicBezTo>
                  <a:pt x="135" y="464"/>
                  <a:pt x="135" y="465"/>
                  <a:pt x="135" y="465"/>
                </a:cubicBezTo>
                <a:cubicBezTo>
                  <a:pt x="135" y="466"/>
                  <a:pt x="135" y="466"/>
                  <a:pt x="136" y="466"/>
                </a:cubicBezTo>
                <a:cubicBezTo>
                  <a:pt x="136" y="466"/>
                  <a:pt x="137" y="466"/>
                  <a:pt x="137" y="465"/>
                </a:cubicBezTo>
                <a:cubicBezTo>
                  <a:pt x="137" y="465"/>
                  <a:pt x="136" y="465"/>
                  <a:pt x="136" y="465"/>
                </a:cubicBezTo>
                <a:close/>
                <a:moveTo>
                  <a:pt x="132" y="470"/>
                </a:moveTo>
                <a:cubicBezTo>
                  <a:pt x="132" y="470"/>
                  <a:pt x="132" y="470"/>
                  <a:pt x="132" y="470"/>
                </a:cubicBezTo>
                <a:cubicBezTo>
                  <a:pt x="132" y="470"/>
                  <a:pt x="132" y="470"/>
                  <a:pt x="132" y="470"/>
                </a:cubicBezTo>
                <a:cubicBezTo>
                  <a:pt x="132" y="470"/>
                  <a:pt x="132" y="469"/>
                  <a:pt x="132" y="469"/>
                </a:cubicBezTo>
                <a:cubicBezTo>
                  <a:pt x="132" y="469"/>
                  <a:pt x="132" y="469"/>
                  <a:pt x="132" y="470"/>
                </a:cubicBezTo>
                <a:close/>
                <a:moveTo>
                  <a:pt x="151" y="459"/>
                </a:moveTo>
                <a:cubicBezTo>
                  <a:pt x="152" y="459"/>
                  <a:pt x="152" y="458"/>
                  <a:pt x="152" y="457"/>
                </a:cubicBezTo>
                <a:cubicBezTo>
                  <a:pt x="152" y="458"/>
                  <a:pt x="151" y="458"/>
                  <a:pt x="151" y="459"/>
                </a:cubicBezTo>
                <a:close/>
                <a:moveTo>
                  <a:pt x="142" y="459"/>
                </a:moveTo>
                <a:cubicBezTo>
                  <a:pt x="140" y="459"/>
                  <a:pt x="138" y="458"/>
                  <a:pt x="137" y="460"/>
                </a:cubicBezTo>
                <a:cubicBezTo>
                  <a:pt x="136" y="459"/>
                  <a:pt x="136" y="459"/>
                  <a:pt x="135" y="458"/>
                </a:cubicBezTo>
                <a:cubicBezTo>
                  <a:pt x="134" y="457"/>
                  <a:pt x="133" y="456"/>
                  <a:pt x="131" y="457"/>
                </a:cubicBezTo>
                <a:cubicBezTo>
                  <a:pt x="130" y="458"/>
                  <a:pt x="129" y="458"/>
                  <a:pt x="128" y="458"/>
                </a:cubicBezTo>
                <a:cubicBezTo>
                  <a:pt x="127" y="459"/>
                  <a:pt x="127" y="459"/>
                  <a:pt x="126" y="460"/>
                </a:cubicBezTo>
                <a:cubicBezTo>
                  <a:pt x="126" y="461"/>
                  <a:pt x="127" y="462"/>
                  <a:pt x="128" y="462"/>
                </a:cubicBezTo>
                <a:cubicBezTo>
                  <a:pt x="129" y="464"/>
                  <a:pt x="130" y="463"/>
                  <a:pt x="131" y="462"/>
                </a:cubicBezTo>
                <a:cubicBezTo>
                  <a:pt x="131" y="462"/>
                  <a:pt x="131" y="462"/>
                  <a:pt x="131" y="462"/>
                </a:cubicBezTo>
                <a:cubicBezTo>
                  <a:pt x="132" y="463"/>
                  <a:pt x="133" y="463"/>
                  <a:pt x="134" y="463"/>
                </a:cubicBezTo>
                <a:cubicBezTo>
                  <a:pt x="135" y="462"/>
                  <a:pt x="136" y="461"/>
                  <a:pt x="137" y="461"/>
                </a:cubicBezTo>
                <a:cubicBezTo>
                  <a:pt x="137" y="461"/>
                  <a:pt x="137" y="461"/>
                  <a:pt x="138" y="461"/>
                </a:cubicBezTo>
                <a:cubicBezTo>
                  <a:pt x="138" y="462"/>
                  <a:pt x="138" y="463"/>
                  <a:pt x="139" y="463"/>
                </a:cubicBezTo>
                <a:cubicBezTo>
                  <a:pt x="140" y="464"/>
                  <a:pt x="140" y="462"/>
                  <a:pt x="141" y="462"/>
                </a:cubicBezTo>
                <a:cubicBezTo>
                  <a:pt x="141" y="462"/>
                  <a:pt x="141" y="462"/>
                  <a:pt x="141" y="462"/>
                </a:cubicBezTo>
                <a:cubicBezTo>
                  <a:pt x="141" y="462"/>
                  <a:pt x="141" y="462"/>
                  <a:pt x="141" y="462"/>
                </a:cubicBezTo>
                <a:cubicBezTo>
                  <a:pt x="143" y="462"/>
                  <a:pt x="143" y="460"/>
                  <a:pt x="143" y="459"/>
                </a:cubicBezTo>
                <a:cubicBezTo>
                  <a:pt x="142" y="459"/>
                  <a:pt x="142" y="459"/>
                  <a:pt x="142" y="459"/>
                </a:cubicBezTo>
                <a:close/>
                <a:moveTo>
                  <a:pt x="147" y="458"/>
                </a:moveTo>
                <a:cubicBezTo>
                  <a:pt x="147" y="458"/>
                  <a:pt x="147" y="458"/>
                  <a:pt x="147" y="459"/>
                </a:cubicBezTo>
                <a:cubicBezTo>
                  <a:pt x="147" y="459"/>
                  <a:pt x="147" y="459"/>
                  <a:pt x="147" y="459"/>
                </a:cubicBezTo>
                <a:cubicBezTo>
                  <a:pt x="147" y="459"/>
                  <a:pt x="147" y="459"/>
                  <a:pt x="147" y="458"/>
                </a:cubicBezTo>
                <a:cubicBezTo>
                  <a:pt x="147" y="458"/>
                  <a:pt x="147" y="458"/>
                  <a:pt x="147" y="458"/>
                </a:cubicBezTo>
                <a:close/>
                <a:moveTo>
                  <a:pt x="142" y="458"/>
                </a:moveTo>
                <a:cubicBezTo>
                  <a:pt x="143" y="458"/>
                  <a:pt x="143" y="458"/>
                  <a:pt x="143" y="458"/>
                </a:cubicBezTo>
                <a:cubicBezTo>
                  <a:pt x="143" y="458"/>
                  <a:pt x="143" y="458"/>
                  <a:pt x="143" y="458"/>
                </a:cubicBezTo>
                <a:cubicBezTo>
                  <a:pt x="143" y="458"/>
                  <a:pt x="143" y="458"/>
                  <a:pt x="143" y="458"/>
                </a:cubicBezTo>
                <a:cubicBezTo>
                  <a:pt x="143" y="458"/>
                  <a:pt x="143" y="458"/>
                  <a:pt x="142" y="458"/>
                </a:cubicBezTo>
                <a:close/>
                <a:moveTo>
                  <a:pt x="148" y="460"/>
                </a:moveTo>
                <a:cubicBezTo>
                  <a:pt x="148" y="460"/>
                  <a:pt x="148" y="460"/>
                  <a:pt x="148" y="460"/>
                </a:cubicBezTo>
                <a:cubicBezTo>
                  <a:pt x="148" y="460"/>
                  <a:pt x="148" y="461"/>
                  <a:pt x="148" y="461"/>
                </a:cubicBezTo>
                <a:cubicBezTo>
                  <a:pt x="149" y="460"/>
                  <a:pt x="149" y="460"/>
                  <a:pt x="149" y="460"/>
                </a:cubicBezTo>
                <a:cubicBezTo>
                  <a:pt x="149" y="460"/>
                  <a:pt x="148" y="460"/>
                  <a:pt x="148" y="460"/>
                </a:cubicBezTo>
                <a:close/>
                <a:moveTo>
                  <a:pt x="113" y="456"/>
                </a:moveTo>
                <a:cubicBezTo>
                  <a:pt x="113" y="456"/>
                  <a:pt x="113" y="456"/>
                  <a:pt x="113" y="456"/>
                </a:cubicBezTo>
                <a:cubicBezTo>
                  <a:pt x="112" y="456"/>
                  <a:pt x="112" y="456"/>
                  <a:pt x="112" y="456"/>
                </a:cubicBezTo>
                <a:cubicBezTo>
                  <a:pt x="112" y="456"/>
                  <a:pt x="112" y="456"/>
                  <a:pt x="112" y="456"/>
                </a:cubicBezTo>
                <a:cubicBezTo>
                  <a:pt x="113" y="456"/>
                  <a:pt x="113" y="456"/>
                  <a:pt x="113" y="456"/>
                </a:cubicBezTo>
                <a:close/>
                <a:moveTo>
                  <a:pt x="116" y="449"/>
                </a:moveTo>
                <a:cubicBezTo>
                  <a:pt x="116" y="449"/>
                  <a:pt x="116" y="449"/>
                  <a:pt x="115" y="449"/>
                </a:cubicBezTo>
                <a:cubicBezTo>
                  <a:pt x="115" y="450"/>
                  <a:pt x="115" y="450"/>
                  <a:pt x="115" y="451"/>
                </a:cubicBezTo>
                <a:cubicBezTo>
                  <a:pt x="115" y="452"/>
                  <a:pt x="115" y="452"/>
                  <a:pt x="114" y="453"/>
                </a:cubicBezTo>
                <a:cubicBezTo>
                  <a:pt x="116" y="453"/>
                  <a:pt x="116" y="453"/>
                  <a:pt x="116" y="451"/>
                </a:cubicBezTo>
                <a:cubicBezTo>
                  <a:pt x="116" y="451"/>
                  <a:pt x="117" y="450"/>
                  <a:pt x="117" y="450"/>
                </a:cubicBezTo>
                <a:cubicBezTo>
                  <a:pt x="117" y="449"/>
                  <a:pt x="117" y="449"/>
                  <a:pt x="116" y="449"/>
                </a:cubicBezTo>
                <a:close/>
                <a:moveTo>
                  <a:pt x="118" y="452"/>
                </a:moveTo>
                <a:cubicBezTo>
                  <a:pt x="119" y="452"/>
                  <a:pt x="119" y="452"/>
                  <a:pt x="119" y="451"/>
                </a:cubicBezTo>
                <a:cubicBezTo>
                  <a:pt x="118" y="451"/>
                  <a:pt x="118" y="452"/>
                  <a:pt x="118" y="452"/>
                </a:cubicBezTo>
                <a:close/>
                <a:moveTo>
                  <a:pt x="156" y="454"/>
                </a:moveTo>
                <a:cubicBezTo>
                  <a:pt x="156" y="454"/>
                  <a:pt x="156" y="453"/>
                  <a:pt x="155" y="453"/>
                </a:cubicBezTo>
                <a:cubicBezTo>
                  <a:pt x="155" y="453"/>
                  <a:pt x="155" y="454"/>
                  <a:pt x="155" y="454"/>
                </a:cubicBezTo>
                <a:cubicBezTo>
                  <a:pt x="155" y="454"/>
                  <a:pt x="156" y="455"/>
                  <a:pt x="156" y="454"/>
                </a:cubicBezTo>
                <a:close/>
                <a:moveTo>
                  <a:pt x="120" y="447"/>
                </a:moveTo>
                <a:cubicBezTo>
                  <a:pt x="120" y="447"/>
                  <a:pt x="119" y="447"/>
                  <a:pt x="119" y="447"/>
                </a:cubicBezTo>
                <a:cubicBezTo>
                  <a:pt x="119" y="447"/>
                  <a:pt x="120" y="448"/>
                  <a:pt x="120" y="448"/>
                </a:cubicBezTo>
                <a:cubicBezTo>
                  <a:pt x="120" y="448"/>
                  <a:pt x="120" y="447"/>
                  <a:pt x="120" y="447"/>
                </a:cubicBezTo>
                <a:cubicBezTo>
                  <a:pt x="120" y="447"/>
                  <a:pt x="120" y="447"/>
                  <a:pt x="120" y="447"/>
                </a:cubicBezTo>
                <a:close/>
                <a:moveTo>
                  <a:pt x="128" y="468"/>
                </a:moveTo>
                <a:cubicBezTo>
                  <a:pt x="127" y="468"/>
                  <a:pt x="127" y="468"/>
                  <a:pt x="127" y="469"/>
                </a:cubicBezTo>
                <a:cubicBezTo>
                  <a:pt x="127" y="469"/>
                  <a:pt x="127" y="469"/>
                  <a:pt x="127" y="469"/>
                </a:cubicBezTo>
                <a:cubicBezTo>
                  <a:pt x="127" y="469"/>
                  <a:pt x="127" y="469"/>
                  <a:pt x="128" y="469"/>
                </a:cubicBezTo>
                <a:cubicBezTo>
                  <a:pt x="128" y="469"/>
                  <a:pt x="128" y="469"/>
                  <a:pt x="128" y="468"/>
                </a:cubicBezTo>
                <a:cubicBezTo>
                  <a:pt x="128" y="468"/>
                  <a:pt x="128" y="468"/>
                  <a:pt x="128" y="468"/>
                </a:cubicBezTo>
                <a:close/>
                <a:moveTo>
                  <a:pt x="127" y="470"/>
                </a:moveTo>
                <a:cubicBezTo>
                  <a:pt x="127" y="470"/>
                  <a:pt x="127" y="470"/>
                  <a:pt x="127" y="469"/>
                </a:cubicBezTo>
                <a:cubicBezTo>
                  <a:pt x="127" y="469"/>
                  <a:pt x="126" y="469"/>
                  <a:pt x="126" y="469"/>
                </a:cubicBezTo>
                <a:cubicBezTo>
                  <a:pt x="125" y="469"/>
                  <a:pt x="125" y="469"/>
                  <a:pt x="124" y="470"/>
                </a:cubicBezTo>
                <a:cubicBezTo>
                  <a:pt x="124" y="470"/>
                  <a:pt x="125" y="470"/>
                  <a:pt x="125" y="470"/>
                </a:cubicBezTo>
                <a:cubicBezTo>
                  <a:pt x="125" y="470"/>
                  <a:pt x="126" y="470"/>
                  <a:pt x="127" y="470"/>
                </a:cubicBezTo>
                <a:close/>
                <a:moveTo>
                  <a:pt x="124" y="474"/>
                </a:moveTo>
                <a:cubicBezTo>
                  <a:pt x="124" y="474"/>
                  <a:pt x="123" y="474"/>
                  <a:pt x="123" y="474"/>
                </a:cubicBezTo>
                <a:cubicBezTo>
                  <a:pt x="123" y="475"/>
                  <a:pt x="123" y="475"/>
                  <a:pt x="124" y="475"/>
                </a:cubicBezTo>
                <a:cubicBezTo>
                  <a:pt x="124" y="475"/>
                  <a:pt x="124" y="475"/>
                  <a:pt x="124" y="475"/>
                </a:cubicBezTo>
                <a:cubicBezTo>
                  <a:pt x="125" y="474"/>
                  <a:pt x="125" y="474"/>
                  <a:pt x="126" y="475"/>
                </a:cubicBezTo>
                <a:cubicBezTo>
                  <a:pt x="126" y="475"/>
                  <a:pt x="126" y="476"/>
                  <a:pt x="127" y="476"/>
                </a:cubicBezTo>
                <a:cubicBezTo>
                  <a:pt x="127" y="475"/>
                  <a:pt x="128" y="475"/>
                  <a:pt x="128" y="474"/>
                </a:cubicBezTo>
                <a:cubicBezTo>
                  <a:pt x="128" y="474"/>
                  <a:pt x="128" y="474"/>
                  <a:pt x="128" y="474"/>
                </a:cubicBezTo>
                <a:cubicBezTo>
                  <a:pt x="127" y="472"/>
                  <a:pt x="126" y="474"/>
                  <a:pt x="124" y="474"/>
                </a:cubicBezTo>
                <a:close/>
                <a:moveTo>
                  <a:pt x="154" y="456"/>
                </a:moveTo>
                <a:cubicBezTo>
                  <a:pt x="155" y="458"/>
                  <a:pt x="157" y="459"/>
                  <a:pt x="159" y="456"/>
                </a:cubicBezTo>
                <a:cubicBezTo>
                  <a:pt x="157" y="458"/>
                  <a:pt x="155" y="457"/>
                  <a:pt x="154" y="456"/>
                </a:cubicBezTo>
                <a:close/>
                <a:moveTo>
                  <a:pt x="255" y="330"/>
                </a:moveTo>
                <a:cubicBezTo>
                  <a:pt x="256" y="330"/>
                  <a:pt x="256" y="330"/>
                  <a:pt x="256" y="329"/>
                </a:cubicBezTo>
                <a:cubicBezTo>
                  <a:pt x="256" y="329"/>
                  <a:pt x="256" y="328"/>
                  <a:pt x="256" y="328"/>
                </a:cubicBezTo>
                <a:cubicBezTo>
                  <a:pt x="255" y="325"/>
                  <a:pt x="254" y="323"/>
                  <a:pt x="251" y="323"/>
                </a:cubicBezTo>
                <a:cubicBezTo>
                  <a:pt x="250" y="321"/>
                  <a:pt x="251" y="320"/>
                  <a:pt x="250" y="319"/>
                </a:cubicBezTo>
                <a:cubicBezTo>
                  <a:pt x="251" y="318"/>
                  <a:pt x="251" y="319"/>
                  <a:pt x="252" y="319"/>
                </a:cubicBezTo>
                <a:cubicBezTo>
                  <a:pt x="253" y="319"/>
                  <a:pt x="254" y="319"/>
                  <a:pt x="254" y="319"/>
                </a:cubicBezTo>
                <a:cubicBezTo>
                  <a:pt x="255" y="318"/>
                  <a:pt x="254" y="315"/>
                  <a:pt x="253" y="315"/>
                </a:cubicBezTo>
                <a:cubicBezTo>
                  <a:pt x="252" y="314"/>
                  <a:pt x="252" y="314"/>
                  <a:pt x="252" y="313"/>
                </a:cubicBezTo>
                <a:cubicBezTo>
                  <a:pt x="252" y="312"/>
                  <a:pt x="252" y="311"/>
                  <a:pt x="251" y="310"/>
                </a:cubicBezTo>
                <a:cubicBezTo>
                  <a:pt x="252" y="310"/>
                  <a:pt x="252" y="309"/>
                  <a:pt x="251" y="308"/>
                </a:cubicBezTo>
                <a:cubicBezTo>
                  <a:pt x="251" y="308"/>
                  <a:pt x="251" y="308"/>
                  <a:pt x="251" y="308"/>
                </a:cubicBezTo>
                <a:cubicBezTo>
                  <a:pt x="249" y="306"/>
                  <a:pt x="249" y="305"/>
                  <a:pt x="247" y="304"/>
                </a:cubicBezTo>
                <a:cubicBezTo>
                  <a:pt x="246" y="304"/>
                  <a:pt x="246" y="304"/>
                  <a:pt x="246" y="304"/>
                </a:cubicBezTo>
                <a:cubicBezTo>
                  <a:pt x="245" y="303"/>
                  <a:pt x="245" y="301"/>
                  <a:pt x="245" y="300"/>
                </a:cubicBezTo>
                <a:cubicBezTo>
                  <a:pt x="246" y="298"/>
                  <a:pt x="247" y="296"/>
                  <a:pt x="246" y="293"/>
                </a:cubicBezTo>
                <a:cubicBezTo>
                  <a:pt x="245" y="291"/>
                  <a:pt x="245" y="289"/>
                  <a:pt x="244" y="287"/>
                </a:cubicBezTo>
                <a:cubicBezTo>
                  <a:pt x="243" y="287"/>
                  <a:pt x="243" y="286"/>
                  <a:pt x="243" y="286"/>
                </a:cubicBezTo>
                <a:cubicBezTo>
                  <a:pt x="243" y="285"/>
                  <a:pt x="243" y="285"/>
                  <a:pt x="243" y="285"/>
                </a:cubicBezTo>
                <a:cubicBezTo>
                  <a:pt x="243" y="284"/>
                  <a:pt x="242" y="284"/>
                  <a:pt x="242" y="284"/>
                </a:cubicBezTo>
                <a:cubicBezTo>
                  <a:pt x="242" y="284"/>
                  <a:pt x="241" y="283"/>
                  <a:pt x="241" y="283"/>
                </a:cubicBezTo>
                <a:cubicBezTo>
                  <a:pt x="241" y="283"/>
                  <a:pt x="241" y="283"/>
                  <a:pt x="241" y="283"/>
                </a:cubicBezTo>
                <a:cubicBezTo>
                  <a:pt x="239" y="282"/>
                  <a:pt x="238" y="283"/>
                  <a:pt x="238" y="285"/>
                </a:cubicBezTo>
                <a:cubicBezTo>
                  <a:pt x="237" y="285"/>
                  <a:pt x="237" y="285"/>
                  <a:pt x="237" y="285"/>
                </a:cubicBezTo>
                <a:cubicBezTo>
                  <a:pt x="237" y="286"/>
                  <a:pt x="236" y="286"/>
                  <a:pt x="236" y="286"/>
                </a:cubicBezTo>
                <a:cubicBezTo>
                  <a:pt x="235" y="286"/>
                  <a:pt x="233" y="285"/>
                  <a:pt x="233" y="287"/>
                </a:cubicBezTo>
                <a:cubicBezTo>
                  <a:pt x="232" y="287"/>
                  <a:pt x="232" y="287"/>
                  <a:pt x="231" y="287"/>
                </a:cubicBezTo>
                <a:cubicBezTo>
                  <a:pt x="231" y="287"/>
                  <a:pt x="231" y="286"/>
                  <a:pt x="231" y="286"/>
                </a:cubicBezTo>
                <a:cubicBezTo>
                  <a:pt x="230" y="286"/>
                  <a:pt x="231" y="285"/>
                  <a:pt x="230" y="284"/>
                </a:cubicBezTo>
                <a:cubicBezTo>
                  <a:pt x="230" y="284"/>
                  <a:pt x="230" y="284"/>
                  <a:pt x="230" y="284"/>
                </a:cubicBezTo>
                <a:cubicBezTo>
                  <a:pt x="229" y="284"/>
                  <a:pt x="228" y="284"/>
                  <a:pt x="228" y="285"/>
                </a:cubicBezTo>
                <a:cubicBezTo>
                  <a:pt x="228" y="285"/>
                  <a:pt x="229" y="286"/>
                  <a:pt x="228" y="286"/>
                </a:cubicBezTo>
                <a:cubicBezTo>
                  <a:pt x="228" y="286"/>
                  <a:pt x="227" y="285"/>
                  <a:pt x="227" y="284"/>
                </a:cubicBezTo>
                <a:cubicBezTo>
                  <a:pt x="227" y="284"/>
                  <a:pt x="226" y="283"/>
                  <a:pt x="226" y="283"/>
                </a:cubicBezTo>
                <a:cubicBezTo>
                  <a:pt x="226" y="282"/>
                  <a:pt x="224" y="281"/>
                  <a:pt x="224" y="281"/>
                </a:cubicBezTo>
                <a:cubicBezTo>
                  <a:pt x="224" y="281"/>
                  <a:pt x="223" y="281"/>
                  <a:pt x="223" y="280"/>
                </a:cubicBezTo>
                <a:cubicBezTo>
                  <a:pt x="222" y="280"/>
                  <a:pt x="222" y="281"/>
                  <a:pt x="222" y="282"/>
                </a:cubicBezTo>
                <a:cubicBezTo>
                  <a:pt x="222" y="282"/>
                  <a:pt x="223" y="283"/>
                  <a:pt x="223" y="283"/>
                </a:cubicBezTo>
                <a:cubicBezTo>
                  <a:pt x="223" y="284"/>
                  <a:pt x="225" y="285"/>
                  <a:pt x="224" y="287"/>
                </a:cubicBezTo>
                <a:cubicBezTo>
                  <a:pt x="224" y="287"/>
                  <a:pt x="224" y="287"/>
                  <a:pt x="224" y="287"/>
                </a:cubicBezTo>
                <a:cubicBezTo>
                  <a:pt x="226" y="288"/>
                  <a:pt x="226" y="289"/>
                  <a:pt x="226" y="290"/>
                </a:cubicBezTo>
                <a:cubicBezTo>
                  <a:pt x="226" y="291"/>
                  <a:pt x="225" y="291"/>
                  <a:pt x="226" y="292"/>
                </a:cubicBezTo>
                <a:cubicBezTo>
                  <a:pt x="226" y="292"/>
                  <a:pt x="226" y="293"/>
                  <a:pt x="226" y="293"/>
                </a:cubicBezTo>
                <a:cubicBezTo>
                  <a:pt x="226" y="294"/>
                  <a:pt x="226" y="294"/>
                  <a:pt x="226" y="295"/>
                </a:cubicBezTo>
                <a:cubicBezTo>
                  <a:pt x="226" y="296"/>
                  <a:pt x="226" y="296"/>
                  <a:pt x="226" y="296"/>
                </a:cubicBezTo>
                <a:cubicBezTo>
                  <a:pt x="226" y="297"/>
                  <a:pt x="227" y="298"/>
                  <a:pt x="227" y="298"/>
                </a:cubicBezTo>
                <a:cubicBezTo>
                  <a:pt x="226" y="299"/>
                  <a:pt x="226" y="299"/>
                  <a:pt x="226" y="300"/>
                </a:cubicBezTo>
                <a:cubicBezTo>
                  <a:pt x="227" y="300"/>
                  <a:pt x="227" y="300"/>
                  <a:pt x="228" y="300"/>
                </a:cubicBezTo>
                <a:cubicBezTo>
                  <a:pt x="228" y="300"/>
                  <a:pt x="228" y="301"/>
                  <a:pt x="229" y="301"/>
                </a:cubicBezTo>
                <a:cubicBezTo>
                  <a:pt x="231" y="301"/>
                  <a:pt x="231" y="300"/>
                  <a:pt x="231" y="299"/>
                </a:cubicBezTo>
                <a:cubicBezTo>
                  <a:pt x="232" y="298"/>
                  <a:pt x="231" y="297"/>
                  <a:pt x="231" y="296"/>
                </a:cubicBezTo>
                <a:cubicBezTo>
                  <a:pt x="233" y="296"/>
                  <a:pt x="234" y="298"/>
                  <a:pt x="235" y="300"/>
                </a:cubicBezTo>
                <a:cubicBezTo>
                  <a:pt x="235" y="301"/>
                  <a:pt x="236" y="302"/>
                  <a:pt x="237" y="301"/>
                </a:cubicBezTo>
                <a:cubicBezTo>
                  <a:pt x="238" y="302"/>
                  <a:pt x="238" y="303"/>
                  <a:pt x="238" y="304"/>
                </a:cubicBezTo>
                <a:cubicBezTo>
                  <a:pt x="239" y="306"/>
                  <a:pt x="240" y="307"/>
                  <a:pt x="238" y="309"/>
                </a:cubicBezTo>
                <a:cubicBezTo>
                  <a:pt x="238" y="309"/>
                  <a:pt x="239" y="310"/>
                  <a:pt x="238" y="311"/>
                </a:cubicBezTo>
                <a:cubicBezTo>
                  <a:pt x="237" y="313"/>
                  <a:pt x="237" y="314"/>
                  <a:pt x="238" y="316"/>
                </a:cubicBezTo>
                <a:cubicBezTo>
                  <a:pt x="239" y="317"/>
                  <a:pt x="239" y="319"/>
                  <a:pt x="239" y="321"/>
                </a:cubicBezTo>
                <a:cubicBezTo>
                  <a:pt x="239" y="322"/>
                  <a:pt x="239" y="322"/>
                  <a:pt x="239" y="322"/>
                </a:cubicBezTo>
                <a:cubicBezTo>
                  <a:pt x="239" y="323"/>
                  <a:pt x="240" y="324"/>
                  <a:pt x="241" y="324"/>
                </a:cubicBezTo>
                <a:cubicBezTo>
                  <a:pt x="243" y="324"/>
                  <a:pt x="244" y="325"/>
                  <a:pt x="245" y="326"/>
                </a:cubicBezTo>
                <a:cubicBezTo>
                  <a:pt x="246" y="326"/>
                  <a:pt x="246" y="326"/>
                  <a:pt x="246" y="326"/>
                </a:cubicBezTo>
                <a:cubicBezTo>
                  <a:pt x="247" y="326"/>
                  <a:pt x="247" y="326"/>
                  <a:pt x="247" y="326"/>
                </a:cubicBezTo>
                <a:cubicBezTo>
                  <a:pt x="249" y="326"/>
                  <a:pt x="248" y="325"/>
                  <a:pt x="248" y="324"/>
                </a:cubicBezTo>
                <a:cubicBezTo>
                  <a:pt x="246" y="322"/>
                  <a:pt x="246" y="319"/>
                  <a:pt x="246" y="316"/>
                </a:cubicBezTo>
                <a:cubicBezTo>
                  <a:pt x="246" y="316"/>
                  <a:pt x="246" y="315"/>
                  <a:pt x="246" y="315"/>
                </a:cubicBezTo>
                <a:cubicBezTo>
                  <a:pt x="247" y="317"/>
                  <a:pt x="249" y="319"/>
                  <a:pt x="249" y="321"/>
                </a:cubicBezTo>
                <a:cubicBezTo>
                  <a:pt x="250" y="323"/>
                  <a:pt x="251" y="325"/>
                  <a:pt x="253" y="327"/>
                </a:cubicBezTo>
                <a:cubicBezTo>
                  <a:pt x="252" y="329"/>
                  <a:pt x="253" y="330"/>
                  <a:pt x="255" y="330"/>
                </a:cubicBezTo>
                <a:close/>
                <a:moveTo>
                  <a:pt x="209" y="353"/>
                </a:moveTo>
                <a:cubicBezTo>
                  <a:pt x="209" y="353"/>
                  <a:pt x="208" y="352"/>
                  <a:pt x="208" y="352"/>
                </a:cubicBezTo>
                <a:cubicBezTo>
                  <a:pt x="207" y="352"/>
                  <a:pt x="207" y="352"/>
                  <a:pt x="207" y="352"/>
                </a:cubicBezTo>
                <a:cubicBezTo>
                  <a:pt x="206" y="352"/>
                  <a:pt x="205" y="352"/>
                  <a:pt x="205" y="352"/>
                </a:cubicBezTo>
                <a:cubicBezTo>
                  <a:pt x="203" y="352"/>
                  <a:pt x="202" y="353"/>
                  <a:pt x="203" y="354"/>
                </a:cubicBezTo>
                <a:cubicBezTo>
                  <a:pt x="202" y="355"/>
                  <a:pt x="200" y="355"/>
                  <a:pt x="201" y="357"/>
                </a:cubicBezTo>
                <a:cubicBezTo>
                  <a:pt x="201" y="358"/>
                  <a:pt x="202" y="358"/>
                  <a:pt x="203" y="358"/>
                </a:cubicBezTo>
                <a:cubicBezTo>
                  <a:pt x="203" y="358"/>
                  <a:pt x="203" y="358"/>
                  <a:pt x="204" y="358"/>
                </a:cubicBezTo>
                <a:cubicBezTo>
                  <a:pt x="204" y="358"/>
                  <a:pt x="204" y="359"/>
                  <a:pt x="204" y="359"/>
                </a:cubicBezTo>
                <a:cubicBezTo>
                  <a:pt x="205" y="359"/>
                  <a:pt x="205" y="359"/>
                  <a:pt x="206" y="359"/>
                </a:cubicBezTo>
                <a:cubicBezTo>
                  <a:pt x="206" y="358"/>
                  <a:pt x="206" y="358"/>
                  <a:pt x="206" y="358"/>
                </a:cubicBezTo>
                <a:cubicBezTo>
                  <a:pt x="206" y="358"/>
                  <a:pt x="207" y="358"/>
                  <a:pt x="207" y="358"/>
                </a:cubicBezTo>
                <a:cubicBezTo>
                  <a:pt x="208" y="358"/>
                  <a:pt x="208" y="358"/>
                  <a:pt x="208" y="357"/>
                </a:cubicBezTo>
                <a:cubicBezTo>
                  <a:pt x="209" y="356"/>
                  <a:pt x="208" y="356"/>
                  <a:pt x="207" y="356"/>
                </a:cubicBezTo>
                <a:cubicBezTo>
                  <a:pt x="207" y="356"/>
                  <a:pt x="207" y="356"/>
                  <a:pt x="207" y="356"/>
                </a:cubicBezTo>
                <a:cubicBezTo>
                  <a:pt x="208" y="356"/>
                  <a:pt x="208" y="355"/>
                  <a:pt x="208" y="355"/>
                </a:cubicBezTo>
                <a:cubicBezTo>
                  <a:pt x="208" y="354"/>
                  <a:pt x="209" y="354"/>
                  <a:pt x="209" y="353"/>
                </a:cubicBezTo>
                <a:close/>
                <a:moveTo>
                  <a:pt x="268" y="469"/>
                </a:moveTo>
                <a:cubicBezTo>
                  <a:pt x="267" y="469"/>
                  <a:pt x="267" y="469"/>
                  <a:pt x="267" y="470"/>
                </a:cubicBezTo>
                <a:cubicBezTo>
                  <a:pt x="266" y="471"/>
                  <a:pt x="267" y="470"/>
                  <a:pt x="268" y="470"/>
                </a:cubicBezTo>
                <a:cubicBezTo>
                  <a:pt x="269" y="470"/>
                  <a:pt x="269" y="470"/>
                  <a:pt x="269" y="469"/>
                </a:cubicBezTo>
                <a:cubicBezTo>
                  <a:pt x="269" y="469"/>
                  <a:pt x="269" y="468"/>
                  <a:pt x="268" y="469"/>
                </a:cubicBezTo>
                <a:close/>
                <a:moveTo>
                  <a:pt x="270" y="467"/>
                </a:moveTo>
                <a:cubicBezTo>
                  <a:pt x="270" y="468"/>
                  <a:pt x="270" y="469"/>
                  <a:pt x="271" y="469"/>
                </a:cubicBezTo>
                <a:cubicBezTo>
                  <a:pt x="271" y="468"/>
                  <a:pt x="271" y="468"/>
                  <a:pt x="271" y="467"/>
                </a:cubicBezTo>
                <a:cubicBezTo>
                  <a:pt x="271" y="467"/>
                  <a:pt x="270" y="467"/>
                  <a:pt x="270" y="467"/>
                </a:cubicBezTo>
                <a:close/>
                <a:moveTo>
                  <a:pt x="217" y="264"/>
                </a:moveTo>
                <a:cubicBezTo>
                  <a:pt x="217" y="265"/>
                  <a:pt x="217" y="265"/>
                  <a:pt x="217" y="265"/>
                </a:cubicBezTo>
                <a:cubicBezTo>
                  <a:pt x="218" y="265"/>
                  <a:pt x="219" y="264"/>
                  <a:pt x="219" y="264"/>
                </a:cubicBezTo>
                <a:cubicBezTo>
                  <a:pt x="218" y="264"/>
                  <a:pt x="217" y="263"/>
                  <a:pt x="217" y="264"/>
                </a:cubicBezTo>
                <a:close/>
                <a:moveTo>
                  <a:pt x="240" y="277"/>
                </a:moveTo>
                <a:cubicBezTo>
                  <a:pt x="240" y="277"/>
                  <a:pt x="240" y="276"/>
                  <a:pt x="240" y="276"/>
                </a:cubicBezTo>
                <a:cubicBezTo>
                  <a:pt x="240" y="275"/>
                  <a:pt x="240" y="275"/>
                  <a:pt x="239" y="275"/>
                </a:cubicBezTo>
                <a:cubicBezTo>
                  <a:pt x="239" y="275"/>
                  <a:pt x="239" y="276"/>
                  <a:pt x="239" y="276"/>
                </a:cubicBezTo>
                <a:cubicBezTo>
                  <a:pt x="239" y="276"/>
                  <a:pt x="239" y="277"/>
                  <a:pt x="240" y="277"/>
                </a:cubicBezTo>
                <a:close/>
                <a:moveTo>
                  <a:pt x="222" y="267"/>
                </a:moveTo>
                <a:cubicBezTo>
                  <a:pt x="221" y="267"/>
                  <a:pt x="221" y="268"/>
                  <a:pt x="221" y="269"/>
                </a:cubicBezTo>
                <a:cubicBezTo>
                  <a:pt x="222" y="269"/>
                  <a:pt x="223" y="268"/>
                  <a:pt x="223" y="268"/>
                </a:cubicBezTo>
                <a:cubicBezTo>
                  <a:pt x="223" y="267"/>
                  <a:pt x="222" y="267"/>
                  <a:pt x="222" y="267"/>
                </a:cubicBezTo>
                <a:close/>
                <a:moveTo>
                  <a:pt x="237" y="278"/>
                </a:moveTo>
                <a:cubicBezTo>
                  <a:pt x="237" y="279"/>
                  <a:pt x="238" y="279"/>
                  <a:pt x="239" y="280"/>
                </a:cubicBezTo>
                <a:cubicBezTo>
                  <a:pt x="239" y="280"/>
                  <a:pt x="239" y="280"/>
                  <a:pt x="239" y="280"/>
                </a:cubicBezTo>
                <a:cubicBezTo>
                  <a:pt x="239" y="280"/>
                  <a:pt x="239" y="280"/>
                  <a:pt x="239" y="280"/>
                </a:cubicBezTo>
                <a:cubicBezTo>
                  <a:pt x="239" y="280"/>
                  <a:pt x="239" y="279"/>
                  <a:pt x="239" y="279"/>
                </a:cubicBezTo>
                <a:cubicBezTo>
                  <a:pt x="239" y="279"/>
                  <a:pt x="239" y="278"/>
                  <a:pt x="239" y="278"/>
                </a:cubicBezTo>
                <a:cubicBezTo>
                  <a:pt x="238" y="278"/>
                  <a:pt x="237" y="278"/>
                  <a:pt x="237" y="278"/>
                </a:cubicBezTo>
                <a:close/>
                <a:moveTo>
                  <a:pt x="226" y="269"/>
                </a:moveTo>
                <a:cubicBezTo>
                  <a:pt x="226" y="268"/>
                  <a:pt x="226" y="268"/>
                  <a:pt x="226" y="268"/>
                </a:cubicBezTo>
                <a:cubicBezTo>
                  <a:pt x="226" y="268"/>
                  <a:pt x="226" y="268"/>
                  <a:pt x="226" y="269"/>
                </a:cubicBezTo>
                <a:cubicBezTo>
                  <a:pt x="226" y="269"/>
                  <a:pt x="226" y="269"/>
                  <a:pt x="226" y="269"/>
                </a:cubicBezTo>
                <a:cubicBezTo>
                  <a:pt x="226" y="269"/>
                  <a:pt x="226" y="269"/>
                  <a:pt x="226" y="269"/>
                </a:cubicBezTo>
                <a:close/>
                <a:moveTo>
                  <a:pt x="235" y="275"/>
                </a:moveTo>
                <a:cubicBezTo>
                  <a:pt x="236" y="276"/>
                  <a:pt x="236" y="277"/>
                  <a:pt x="237" y="277"/>
                </a:cubicBezTo>
                <a:cubicBezTo>
                  <a:pt x="237" y="278"/>
                  <a:pt x="238" y="277"/>
                  <a:pt x="238" y="277"/>
                </a:cubicBezTo>
                <a:cubicBezTo>
                  <a:pt x="238" y="277"/>
                  <a:pt x="237" y="277"/>
                  <a:pt x="237" y="276"/>
                </a:cubicBezTo>
                <a:cubicBezTo>
                  <a:pt x="237" y="275"/>
                  <a:pt x="236" y="274"/>
                  <a:pt x="235" y="275"/>
                </a:cubicBezTo>
                <a:close/>
                <a:moveTo>
                  <a:pt x="150" y="245"/>
                </a:moveTo>
                <a:cubicBezTo>
                  <a:pt x="150" y="245"/>
                  <a:pt x="150" y="245"/>
                  <a:pt x="150" y="245"/>
                </a:cubicBezTo>
                <a:cubicBezTo>
                  <a:pt x="150" y="245"/>
                  <a:pt x="150" y="245"/>
                  <a:pt x="150" y="245"/>
                </a:cubicBezTo>
                <a:cubicBezTo>
                  <a:pt x="150" y="245"/>
                  <a:pt x="151" y="245"/>
                  <a:pt x="151" y="245"/>
                </a:cubicBezTo>
                <a:cubicBezTo>
                  <a:pt x="151" y="245"/>
                  <a:pt x="151" y="245"/>
                  <a:pt x="151" y="245"/>
                </a:cubicBezTo>
                <a:cubicBezTo>
                  <a:pt x="151" y="245"/>
                  <a:pt x="151" y="245"/>
                  <a:pt x="151" y="245"/>
                </a:cubicBezTo>
                <a:cubicBezTo>
                  <a:pt x="151" y="245"/>
                  <a:pt x="151" y="245"/>
                  <a:pt x="151" y="245"/>
                </a:cubicBezTo>
                <a:cubicBezTo>
                  <a:pt x="151" y="245"/>
                  <a:pt x="151" y="245"/>
                  <a:pt x="151" y="244"/>
                </a:cubicBezTo>
                <a:cubicBezTo>
                  <a:pt x="152" y="244"/>
                  <a:pt x="152" y="244"/>
                  <a:pt x="152" y="244"/>
                </a:cubicBezTo>
                <a:cubicBezTo>
                  <a:pt x="152" y="244"/>
                  <a:pt x="152" y="244"/>
                  <a:pt x="152" y="244"/>
                </a:cubicBezTo>
                <a:cubicBezTo>
                  <a:pt x="152" y="244"/>
                  <a:pt x="151" y="244"/>
                  <a:pt x="151" y="244"/>
                </a:cubicBezTo>
                <a:cubicBezTo>
                  <a:pt x="151" y="244"/>
                  <a:pt x="151" y="244"/>
                  <a:pt x="151" y="244"/>
                </a:cubicBezTo>
                <a:cubicBezTo>
                  <a:pt x="151" y="244"/>
                  <a:pt x="151" y="244"/>
                  <a:pt x="151" y="244"/>
                </a:cubicBezTo>
                <a:cubicBezTo>
                  <a:pt x="151" y="244"/>
                  <a:pt x="151" y="244"/>
                  <a:pt x="151" y="244"/>
                </a:cubicBezTo>
                <a:cubicBezTo>
                  <a:pt x="151" y="244"/>
                  <a:pt x="150" y="244"/>
                  <a:pt x="150" y="244"/>
                </a:cubicBezTo>
                <a:cubicBezTo>
                  <a:pt x="150" y="244"/>
                  <a:pt x="150" y="244"/>
                  <a:pt x="150" y="245"/>
                </a:cubicBezTo>
                <a:cubicBezTo>
                  <a:pt x="150" y="245"/>
                  <a:pt x="150" y="245"/>
                  <a:pt x="150" y="245"/>
                </a:cubicBezTo>
                <a:close/>
                <a:moveTo>
                  <a:pt x="150" y="240"/>
                </a:moveTo>
                <a:cubicBezTo>
                  <a:pt x="151" y="240"/>
                  <a:pt x="150" y="241"/>
                  <a:pt x="151" y="241"/>
                </a:cubicBezTo>
                <a:cubicBezTo>
                  <a:pt x="151" y="241"/>
                  <a:pt x="151" y="241"/>
                  <a:pt x="151" y="241"/>
                </a:cubicBezTo>
                <a:cubicBezTo>
                  <a:pt x="151" y="241"/>
                  <a:pt x="151" y="241"/>
                  <a:pt x="151" y="241"/>
                </a:cubicBezTo>
                <a:cubicBezTo>
                  <a:pt x="151" y="241"/>
                  <a:pt x="151" y="241"/>
                  <a:pt x="151" y="241"/>
                </a:cubicBezTo>
                <a:cubicBezTo>
                  <a:pt x="151" y="241"/>
                  <a:pt x="151" y="241"/>
                  <a:pt x="151" y="241"/>
                </a:cubicBezTo>
                <a:cubicBezTo>
                  <a:pt x="151" y="241"/>
                  <a:pt x="151" y="241"/>
                  <a:pt x="151" y="241"/>
                </a:cubicBezTo>
                <a:cubicBezTo>
                  <a:pt x="151" y="241"/>
                  <a:pt x="151" y="241"/>
                  <a:pt x="152" y="241"/>
                </a:cubicBezTo>
                <a:cubicBezTo>
                  <a:pt x="152" y="241"/>
                  <a:pt x="152" y="241"/>
                  <a:pt x="152" y="240"/>
                </a:cubicBezTo>
                <a:cubicBezTo>
                  <a:pt x="152" y="240"/>
                  <a:pt x="152" y="240"/>
                  <a:pt x="152" y="240"/>
                </a:cubicBezTo>
                <a:cubicBezTo>
                  <a:pt x="152" y="240"/>
                  <a:pt x="151" y="240"/>
                  <a:pt x="151" y="240"/>
                </a:cubicBezTo>
                <a:cubicBezTo>
                  <a:pt x="151" y="240"/>
                  <a:pt x="151" y="240"/>
                  <a:pt x="151" y="240"/>
                </a:cubicBezTo>
                <a:cubicBezTo>
                  <a:pt x="151" y="240"/>
                  <a:pt x="151" y="240"/>
                  <a:pt x="151" y="240"/>
                </a:cubicBezTo>
                <a:cubicBezTo>
                  <a:pt x="150" y="240"/>
                  <a:pt x="150" y="240"/>
                  <a:pt x="150" y="240"/>
                </a:cubicBezTo>
                <a:cubicBezTo>
                  <a:pt x="150" y="240"/>
                  <a:pt x="150" y="240"/>
                  <a:pt x="150" y="240"/>
                </a:cubicBezTo>
                <a:cubicBezTo>
                  <a:pt x="150" y="241"/>
                  <a:pt x="150" y="240"/>
                  <a:pt x="150" y="240"/>
                </a:cubicBezTo>
                <a:close/>
                <a:moveTo>
                  <a:pt x="149" y="268"/>
                </a:moveTo>
                <a:cubicBezTo>
                  <a:pt x="149" y="267"/>
                  <a:pt x="148" y="268"/>
                  <a:pt x="148" y="268"/>
                </a:cubicBezTo>
                <a:cubicBezTo>
                  <a:pt x="148" y="268"/>
                  <a:pt x="148" y="268"/>
                  <a:pt x="148" y="268"/>
                </a:cubicBezTo>
                <a:cubicBezTo>
                  <a:pt x="148" y="268"/>
                  <a:pt x="148" y="268"/>
                  <a:pt x="148" y="268"/>
                </a:cubicBezTo>
                <a:cubicBezTo>
                  <a:pt x="148" y="268"/>
                  <a:pt x="148" y="268"/>
                  <a:pt x="148" y="268"/>
                </a:cubicBezTo>
                <a:cubicBezTo>
                  <a:pt x="148" y="269"/>
                  <a:pt x="148" y="269"/>
                  <a:pt x="148" y="269"/>
                </a:cubicBezTo>
                <a:cubicBezTo>
                  <a:pt x="148" y="269"/>
                  <a:pt x="148" y="269"/>
                  <a:pt x="148" y="269"/>
                </a:cubicBezTo>
                <a:cubicBezTo>
                  <a:pt x="148" y="269"/>
                  <a:pt x="148" y="269"/>
                  <a:pt x="148" y="269"/>
                </a:cubicBezTo>
                <a:cubicBezTo>
                  <a:pt x="148" y="269"/>
                  <a:pt x="149" y="269"/>
                  <a:pt x="149" y="269"/>
                </a:cubicBezTo>
                <a:cubicBezTo>
                  <a:pt x="149" y="269"/>
                  <a:pt x="149" y="270"/>
                  <a:pt x="149" y="270"/>
                </a:cubicBezTo>
                <a:cubicBezTo>
                  <a:pt x="149" y="270"/>
                  <a:pt x="149" y="269"/>
                  <a:pt x="149" y="269"/>
                </a:cubicBezTo>
                <a:cubicBezTo>
                  <a:pt x="149" y="269"/>
                  <a:pt x="149" y="269"/>
                  <a:pt x="149" y="269"/>
                </a:cubicBezTo>
                <a:cubicBezTo>
                  <a:pt x="149" y="269"/>
                  <a:pt x="149" y="269"/>
                  <a:pt x="149" y="269"/>
                </a:cubicBezTo>
                <a:cubicBezTo>
                  <a:pt x="149" y="269"/>
                  <a:pt x="149" y="269"/>
                  <a:pt x="149" y="268"/>
                </a:cubicBezTo>
                <a:cubicBezTo>
                  <a:pt x="149" y="268"/>
                  <a:pt x="149" y="268"/>
                  <a:pt x="149" y="268"/>
                </a:cubicBezTo>
                <a:cubicBezTo>
                  <a:pt x="149" y="268"/>
                  <a:pt x="149" y="268"/>
                  <a:pt x="149" y="268"/>
                </a:cubicBezTo>
                <a:cubicBezTo>
                  <a:pt x="149" y="268"/>
                  <a:pt x="149" y="268"/>
                  <a:pt x="149" y="268"/>
                </a:cubicBezTo>
                <a:close/>
                <a:moveTo>
                  <a:pt x="154" y="250"/>
                </a:moveTo>
                <a:cubicBezTo>
                  <a:pt x="154" y="250"/>
                  <a:pt x="154" y="250"/>
                  <a:pt x="154" y="250"/>
                </a:cubicBezTo>
                <a:cubicBezTo>
                  <a:pt x="154" y="250"/>
                  <a:pt x="154" y="250"/>
                  <a:pt x="154" y="250"/>
                </a:cubicBezTo>
                <a:cubicBezTo>
                  <a:pt x="154" y="250"/>
                  <a:pt x="154" y="250"/>
                  <a:pt x="154" y="250"/>
                </a:cubicBezTo>
                <a:cubicBezTo>
                  <a:pt x="154" y="250"/>
                  <a:pt x="154" y="250"/>
                  <a:pt x="154" y="250"/>
                </a:cubicBezTo>
                <a:cubicBezTo>
                  <a:pt x="154" y="250"/>
                  <a:pt x="154" y="250"/>
                  <a:pt x="154" y="250"/>
                </a:cubicBezTo>
                <a:cubicBezTo>
                  <a:pt x="154" y="250"/>
                  <a:pt x="154" y="250"/>
                  <a:pt x="154" y="250"/>
                </a:cubicBezTo>
                <a:cubicBezTo>
                  <a:pt x="154" y="249"/>
                  <a:pt x="154" y="249"/>
                  <a:pt x="154" y="249"/>
                </a:cubicBezTo>
                <a:cubicBezTo>
                  <a:pt x="154" y="249"/>
                  <a:pt x="154" y="249"/>
                  <a:pt x="154" y="249"/>
                </a:cubicBezTo>
                <a:cubicBezTo>
                  <a:pt x="154" y="249"/>
                  <a:pt x="154" y="249"/>
                  <a:pt x="154" y="249"/>
                </a:cubicBezTo>
                <a:cubicBezTo>
                  <a:pt x="154" y="249"/>
                  <a:pt x="154" y="249"/>
                  <a:pt x="154" y="249"/>
                </a:cubicBezTo>
                <a:cubicBezTo>
                  <a:pt x="153" y="249"/>
                  <a:pt x="153" y="249"/>
                  <a:pt x="153" y="249"/>
                </a:cubicBezTo>
                <a:cubicBezTo>
                  <a:pt x="153" y="249"/>
                  <a:pt x="153" y="249"/>
                  <a:pt x="153" y="249"/>
                </a:cubicBezTo>
                <a:cubicBezTo>
                  <a:pt x="153" y="249"/>
                  <a:pt x="153" y="249"/>
                  <a:pt x="153" y="249"/>
                </a:cubicBezTo>
                <a:cubicBezTo>
                  <a:pt x="153" y="249"/>
                  <a:pt x="153" y="249"/>
                  <a:pt x="153" y="249"/>
                </a:cubicBezTo>
                <a:cubicBezTo>
                  <a:pt x="153" y="249"/>
                  <a:pt x="153" y="249"/>
                  <a:pt x="153" y="249"/>
                </a:cubicBezTo>
                <a:cubicBezTo>
                  <a:pt x="153" y="250"/>
                  <a:pt x="152" y="250"/>
                  <a:pt x="152" y="250"/>
                </a:cubicBezTo>
                <a:cubicBezTo>
                  <a:pt x="152" y="250"/>
                  <a:pt x="152" y="250"/>
                  <a:pt x="152" y="250"/>
                </a:cubicBezTo>
                <a:cubicBezTo>
                  <a:pt x="152" y="250"/>
                  <a:pt x="152" y="250"/>
                  <a:pt x="152" y="250"/>
                </a:cubicBezTo>
                <a:cubicBezTo>
                  <a:pt x="152" y="250"/>
                  <a:pt x="152" y="250"/>
                  <a:pt x="152" y="250"/>
                </a:cubicBezTo>
                <a:cubicBezTo>
                  <a:pt x="152" y="250"/>
                  <a:pt x="152" y="250"/>
                  <a:pt x="152" y="250"/>
                </a:cubicBezTo>
                <a:cubicBezTo>
                  <a:pt x="152" y="250"/>
                  <a:pt x="152" y="250"/>
                  <a:pt x="151" y="250"/>
                </a:cubicBezTo>
                <a:cubicBezTo>
                  <a:pt x="151" y="250"/>
                  <a:pt x="151" y="250"/>
                  <a:pt x="151" y="250"/>
                </a:cubicBezTo>
                <a:cubicBezTo>
                  <a:pt x="151" y="250"/>
                  <a:pt x="151" y="250"/>
                  <a:pt x="151" y="250"/>
                </a:cubicBezTo>
                <a:cubicBezTo>
                  <a:pt x="151" y="250"/>
                  <a:pt x="150" y="250"/>
                  <a:pt x="150" y="250"/>
                </a:cubicBezTo>
                <a:cubicBezTo>
                  <a:pt x="150" y="251"/>
                  <a:pt x="150" y="251"/>
                  <a:pt x="150" y="251"/>
                </a:cubicBezTo>
                <a:cubicBezTo>
                  <a:pt x="150" y="251"/>
                  <a:pt x="150" y="251"/>
                  <a:pt x="150" y="251"/>
                </a:cubicBezTo>
                <a:cubicBezTo>
                  <a:pt x="150" y="251"/>
                  <a:pt x="150" y="251"/>
                  <a:pt x="149" y="251"/>
                </a:cubicBezTo>
                <a:cubicBezTo>
                  <a:pt x="149" y="251"/>
                  <a:pt x="149" y="251"/>
                  <a:pt x="149" y="251"/>
                </a:cubicBezTo>
                <a:cubicBezTo>
                  <a:pt x="149" y="252"/>
                  <a:pt x="149" y="252"/>
                  <a:pt x="149" y="252"/>
                </a:cubicBezTo>
                <a:cubicBezTo>
                  <a:pt x="149" y="252"/>
                  <a:pt x="149" y="252"/>
                  <a:pt x="149" y="252"/>
                </a:cubicBezTo>
                <a:cubicBezTo>
                  <a:pt x="149" y="252"/>
                  <a:pt x="149" y="252"/>
                  <a:pt x="149" y="252"/>
                </a:cubicBezTo>
                <a:cubicBezTo>
                  <a:pt x="149" y="252"/>
                  <a:pt x="149" y="252"/>
                  <a:pt x="149" y="253"/>
                </a:cubicBezTo>
                <a:cubicBezTo>
                  <a:pt x="150" y="253"/>
                  <a:pt x="150" y="253"/>
                  <a:pt x="150" y="253"/>
                </a:cubicBezTo>
                <a:cubicBezTo>
                  <a:pt x="150" y="253"/>
                  <a:pt x="150" y="253"/>
                  <a:pt x="150" y="253"/>
                </a:cubicBezTo>
                <a:cubicBezTo>
                  <a:pt x="150" y="253"/>
                  <a:pt x="150" y="253"/>
                  <a:pt x="150" y="254"/>
                </a:cubicBezTo>
                <a:cubicBezTo>
                  <a:pt x="150" y="254"/>
                  <a:pt x="150" y="254"/>
                  <a:pt x="150" y="254"/>
                </a:cubicBezTo>
                <a:cubicBezTo>
                  <a:pt x="150" y="254"/>
                  <a:pt x="150" y="254"/>
                  <a:pt x="150" y="254"/>
                </a:cubicBezTo>
                <a:cubicBezTo>
                  <a:pt x="150" y="254"/>
                  <a:pt x="150" y="254"/>
                  <a:pt x="150" y="254"/>
                </a:cubicBezTo>
                <a:cubicBezTo>
                  <a:pt x="150" y="254"/>
                  <a:pt x="150" y="254"/>
                  <a:pt x="150" y="255"/>
                </a:cubicBezTo>
                <a:cubicBezTo>
                  <a:pt x="150" y="255"/>
                  <a:pt x="150" y="255"/>
                  <a:pt x="150" y="255"/>
                </a:cubicBezTo>
                <a:cubicBezTo>
                  <a:pt x="150" y="255"/>
                  <a:pt x="150" y="255"/>
                  <a:pt x="150" y="255"/>
                </a:cubicBezTo>
                <a:cubicBezTo>
                  <a:pt x="150" y="255"/>
                  <a:pt x="150" y="255"/>
                  <a:pt x="150" y="256"/>
                </a:cubicBezTo>
                <a:cubicBezTo>
                  <a:pt x="150" y="256"/>
                  <a:pt x="150" y="256"/>
                  <a:pt x="150" y="256"/>
                </a:cubicBezTo>
                <a:cubicBezTo>
                  <a:pt x="150" y="256"/>
                  <a:pt x="150" y="256"/>
                  <a:pt x="150" y="256"/>
                </a:cubicBezTo>
                <a:cubicBezTo>
                  <a:pt x="150" y="256"/>
                  <a:pt x="150" y="256"/>
                  <a:pt x="150" y="256"/>
                </a:cubicBezTo>
                <a:cubicBezTo>
                  <a:pt x="150" y="256"/>
                  <a:pt x="150" y="256"/>
                  <a:pt x="150" y="256"/>
                </a:cubicBezTo>
                <a:cubicBezTo>
                  <a:pt x="150" y="257"/>
                  <a:pt x="150" y="257"/>
                  <a:pt x="150" y="257"/>
                </a:cubicBezTo>
                <a:cubicBezTo>
                  <a:pt x="150" y="257"/>
                  <a:pt x="149" y="257"/>
                  <a:pt x="149" y="257"/>
                </a:cubicBezTo>
                <a:cubicBezTo>
                  <a:pt x="149" y="257"/>
                  <a:pt x="149" y="257"/>
                  <a:pt x="149" y="257"/>
                </a:cubicBezTo>
                <a:cubicBezTo>
                  <a:pt x="149" y="257"/>
                  <a:pt x="149" y="257"/>
                  <a:pt x="149" y="257"/>
                </a:cubicBezTo>
                <a:cubicBezTo>
                  <a:pt x="149" y="257"/>
                  <a:pt x="149" y="257"/>
                  <a:pt x="149" y="257"/>
                </a:cubicBezTo>
                <a:cubicBezTo>
                  <a:pt x="149" y="257"/>
                  <a:pt x="149" y="258"/>
                  <a:pt x="149" y="258"/>
                </a:cubicBezTo>
                <a:cubicBezTo>
                  <a:pt x="149" y="258"/>
                  <a:pt x="149" y="258"/>
                  <a:pt x="149" y="258"/>
                </a:cubicBezTo>
                <a:cubicBezTo>
                  <a:pt x="149" y="258"/>
                  <a:pt x="149" y="258"/>
                  <a:pt x="149" y="258"/>
                </a:cubicBezTo>
                <a:cubicBezTo>
                  <a:pt x="149" y="258"/>
                  <a:pt x="149" y="258"/>
                  <a:pt x="149" y="258"/>
                </a:cubicBezTo>
                <a:cubicBezTo>
                  <a:pt x="149" y="257"/>
                  <a:pt x="149" y="258"/>
                  <a:pt x="149" y="258"/>
                </a:cubicBezTo>
                <a:cubicBezTo>
                  <a:pt x="148" y="258"/>
                  <a:pt x="148" y="258"/>
                  <a:pt x="148" y="258"/>
                </a:cubicBezTo>
                <a:cubicBezTo>
                  <a:pt x="148" y="258"/>
                  <a:pt x="148" y="258"/>
                  <a:pt x="148" y="258"/>
                </a:cubicBezTo>
                <a:cubicBezTo>
                  <a:pt x="148" y="258"/>
                  <a:pt x="148" y="258"/>
                  <a:pt x="148" y="258"/>
                </a:cubicBezTo>
                <a:cubicBezTo>
                  <a:pt x="148" y="258"/>
                  <a:pt x="148" y="258"/>
                  <a:pt x="148" y="258"/>
                </a:cubicBezTo>
                <a:cubicBezTo>
                  <a:pt x="148" y="258"/>
                  <a:pt x="148" y="258"/>
                  <a:pt x="148" y="258"/>
                </a:cubicBezTo>
                <a:cubicBezTo>
                  <a:pt x="148" y="258"/>
                  <a:pt x="148" y="258"/>
                  <a:pt x="148" y="258"/>
                </a:cubicBezTo>
                <a:cubicBezTo>
                  <a:pt x="148" y="259"/>
                  <a:pt x="148" y="259"/>
                  <a:pt x="148" y="259"/>
                </a:cubicBezTo>
                <a:cubicBezTo>
                  <a:pt x="148" y="259"/>
                  <a:pt x="148" y="259"/>
                  <a:pt x="148" y="259"/>
                </a:cubicBezTo>
                <a:cubicBezTo>
                  <a:pt x="148" y="259"/>
                  <a:pt x="148" y="259"/>
                  <a:pt x="148" y="259"/>
                </a:cubicBezTo>
                <a:cubicBezTo>
                  <a:pt x="148" y="259"/>
                  <a:pt x="148" y="259"/>
                  <a:pt x="148" y="259"/>
                </a:cubicBezTo>
                <a:cubicBezTo>
                  <a:pt x="148" y="259"/>
                  <a:pt x="148" y="259"/>
                  <a:pt x="148" y="260"/>
                </a:cubicBezTo>
                <a:cubicBezTo>
                  <a:pt x="148" y="260"/>
                  <a:pt x="148" y="260"/>
                  <a:pt x="148" y="260"/>
                </a:cubicBezTo>
                <a:cubicBezTo>
                  <a:pt x="148" y="260"/>
                  <a:pt x="148" y="260"/>
                  <a:pt x="148" y="260"/>
                </a:cubicBezTo>
                <a:cubicBezTo>
                  <a:pt x="147" y="260"/>
                  <a:pt x="147" y="261"/>
                  <a:pt x="147" y="261"/>
                </a:cubicBezTo>
                <a:cubicBezTo>
                  <a:pt x="148" y="261"/>
                  <a:pt x="147" y="261"/>
                  <a:pt x="148" y="261"/>
                </a:cubicBezTo>
                <a:cubicBezTo>
                  <a:pt x="148" y="261"/>
                  <a:pt x="148" y="261"/>
                  <a:pt x="148" y="261"/>
                </a:cubicBezTo>
                <a:cubicBezTo>
                  <a:pt x="148" y="261"/>
                  <a:pt x="148" y="261"/>
                  <a:pt x="148" y="261"/>
                </a:cubicBezTo>
                <a:cubicBezTo>
                  <a:pt x="148" y="261"/>
                  <a:pt x="148" y="261"/>
                  <a:pt x="148" y="261"/>
                </a:cubicBezTo>
                <a:cubicBezTo>
                  <a:pt x="148" y="261"/>
                  <a:pt x="148" y="261"/>
                  <a:pt x="148" y="261"/>
                </a:cubicBezTo>
                <a:cubicBezTo>
                  <a:pt x="148" y="261"/>
                  <a:pt x="148" y="261"/>
                  <a:pt x="148" y="261"/>
                </a:cubicBezTo>
                <a:cubicBezTo>
                  <a:pt x="148" y="261"/>
                  <a:pt x="148" y="261"/>
                  <a:pt x="148" y="262"/>
                </a:cubicBezTo>
                <a:cubicBezTo>
                  <a:pt x="148" y="262"/>
                  <a:pt x="148" y="262"/>
                  <a:pt x="148" y="262"/>
                </a:cubicBezTo>
                <a:cubicBezTo>
                  <a:pt x="148" y="262"/>
                  <a:pt x="148" y="262"/>
                  <a:pt x="148" y="262"/>
                </a:cubicBezTo>
                <a:cubicBezTo>
                  <a:pt x="149" y="262"/>
                  <a:pt x="149" y="262"/>
                  <a:pt x="149" y="262"/>
                </a:cubicBezTo>
                <a:cubicBezTo>
                  <a:pt x="149" y="262"/>
                  <a:pt x="149" y="262"/>
                  <a:pt x="149" y="262"/>
                </a:cubicBezTo>
                <a:cubicBezTo>
                  <a:pt x="149" y="262"/>
                  <a:pt x="149" y="262"/>
                  <a:pt x="149" y="262"/>
                </a:cubicBezTo>
                <a:cubicBezTo>
                  <a:pt x="149" y="262"/>
                  <a:pt x="149" y="262"/>
                  <a:pt x="149" y="262"/>
                </a:cubicBezTo>
                <a:cubicBezTo>
                  <a:pt x="149" y="262"/>
                  <a:pt x="149" y="262"/>
                  <a:pt x="150" y="262"/>
                </a:cubicBezTo>
                <a:cubicBezTo>
                  <a:pt x="150" y="262"/>
                  <a:pt x="150" y="262"/>
                  <a:pt x="150" y="262"/>
                </a:cubicBezTo>
                <a:cubicBezTo>
                  <a:pt x="150" y="262"/>
                  <a:pt x="150" y="262"/>
                  <a:pt x="150" y="262"/>
                </a:cubicBezTo>
                <a:cubicBezTo>
                  <a:pt x="150" y="263"/>
                  <a:pt x="150" y="263"/>
                  <a:pt x="150" y="263"/>
                </a:cubicBezTo>
                <a:cubicBezTo>
                  <a:pt x="150" y="263"/>
                  <a:pt x="150" y="263"/>
                  <a:pt x="150" y="263"/>
                </a:cubicBezTo>
                <a:cubicBezTo>
                  <a:pt x="150" y="263"/>
                  <a:pt x="150" y="263"/>
                  <a:pt x="151" y="263"/>
                </a:cubicBezTo>
                <a:cubicBezTo>
                  <a:pt x="151" y="263"/>
                  <a:pt x="151" y="263"/>
                  <a:pt x="151" y="263"/>
                </a:cubicBezTo>
                <a:cubicBezTo>
                  <a:pt x="150" y="263"/>
                  <a:pt x="150" y="263"/>
                  <a:pt x="150" y="263"/>
                </a:cubicBezTo>
                <a:cubicBezTo>
                  <a:pt x="150" y="263"/>
                  <a:pt x="150" y="264"/>
                  <a:pt x="150" y="264"/>
                </a:cubicBezTo>
                <a:cubicBezTo>
                  <a:pt x="150" y="264"/>
                  <a:pt x="150" y="264"/>
                  <a:pt x="150" y="264"/>
                </a:cubicBezTo>
                <a:cubicBezTo>
                  <a:pt x="150" y="264"/>
                  <a:pt x="150" y="264"/>
                  <a:pt x="150" y="264"/>
                </a:cubicBezTo>
                <a:cubicBezTo>
                  <a:pt x="150" y="264"/>
                  <a:pt x="150" y="264"/>
                  <a:pt x="150" y="264"/>
                </a:cubicBezTo>
                <a:cubicBezTo>
                  <a:pt x="150" y="264"/>
                  <a:pt x="150" y="264"/>
                  <a:pt x="150" y="264"/>
                </a:cubicBezTo>
                <a:cubicBezTo>
                  <a:pt x="149" y="264"/>
                  <a:pt x="149" y="264"/>
                  <a:pt x="149" y="264"/>
                </a:cubicBezTo>
                <a:cubicBezTo>
                  <a:pt x="149" y="264"/>
                  <a:pt x="149" y="264"/>
                  <a:pt x="149" y="264"/>
                </a:cubicBezTo>
                <a:cubicBezTo>
                  <a:pt x="149" y="264"/>
                  <a:pt x="149" y="263"/>
                  <a:pt x="149" y="263"/>
                </a:cubicBezTo>
                <a:cubicBezTo>
                  <a:pt x="149" y="263"/>
                  <a:pt x="149" y="263"/>
                  <a:pt x="149" y="263"/>
                </a:cubicBezTo>
                <a:cubicBezTo>
                  <a:pt x="149" y="263"/>
                  <a:pt x="149" y="263"/>
                  <a:pt x="149" y="263"/>
                </a:cubicBezTo>
                <a:cubicBezTo>
                  <a:pt x="149" y="264"/>
                  <a:pt x="149" y="264"/>
                  <a:pt x="149" y="264"/>
                </a:cubicBezTo>
                <a:cubicBezTo>
                  <a:pt x="149" y="264"/>
                  <a:pt x="149" y="264"/>
                  <a:pt x="149" y="264"/>
                </a:cubicBezTo>
                <a:cubicBezTo>
                  <a:pt x="149" y="265"/>
                  <a:pt x="149" y="265"/>
                  <a:pt x="149" y="265"/>
                </a:cubicBezTo>
                <a:cubicBezTo>
                  <a:pt x="149" y="265"/>
                  <a:pt x="149" y="265"/>
                  <a:pt x="149" y="265"/>
                </a:cubicBezTo>
                <a:cubicBezTo>
                  <a:pt x="149" y="265"/>
                  <a:pt x="149" y="265"/>
                  <a:pt x="149" y="265"/>
                </a:cubicBezTo>
                <a:cubicBezTo>
                  <a:pt x="149" y="266"/>
                  <a:pt x="149" y="266"/>
                  <a:pt x="149" y="266"/>
                </a:cubicBezTo>
                <a:cubicBezTo>
                  <a:pt x="149" y="266"/>
                  <a:pt x="149" y="266"/>
                  <a:pt x="149" y="266"/>
                </a:cubicBezTo>
                <a:cubicBezTo>
                  <a:pt x="150" y="266"/>
                  <a:pt x="150" y="266"/>
                  <a:pt x="150" y="266"/>
                </a:cubicBezTo>
                <a:cubicBezTo>
                  <a:pt x="150" y="266"/>
                  <a:pt x="150" y="265"/>
                  <a:pt x="150" y="265"/>
                </a:cubicBezTo>
                <a:cubicBezTo>
                  <a:pt x="150" y="265"/>
                  <a:pt x="150" y="266"/>
                  <a:pt x="150" y="266"/>
                </a:cubicBezTo>
                <a:cubicBezTo>
                  <a:pt x="150" y="266"/>
                  <a:pt x="150" y="266"/>
                  <a:pt x="150" y="266"/>
                </a:cubicBezTo>
                <a:cubicBezTo>
                  <a:pt x="150" y="266"/>
                  <a:pt x="150" y="266"/>
                  <a:pt x="150" y="266"/>
                </a:cubicBezTo>
                <a:cubicBezTo>
                  <a:pt x="150" y="266"/>
                  <a:pt x="150" y="267"/>
                  <a:pt x="150" y="267"/>
                </a:cubicBezTo>
                <a:cubicBezTo>
                  <a:pt x="150" y="267"/>
                  <a:pt x="150" y="267"/>
                  <a:pt x="151" y="267"/>
                </a:cubicBezTo>
                <a:cubicBezTo>
                  <a:pt x="151" y="267"/>
                  <a:pt x="151" y="267"/>
                  <a:pt x="151" y="267"/>
                </a:cubicBezTo>
                <a:cubicBezTo>
                  <a:pt x="151" y="267"/>
                  <a:pt x="151" y="267"/>
                  <a:pt x="151" y="267"/>
                </a:cubicBezTo>
                <a:cubicBezTo>
                  <a:pt x="151" y="267"/>
                  <a:pt x="151" y="267"/>
                  <a:pt x="151" y="267"/>
                </a:cubicBezTo>
                <a:cubicBezTo>
                  <a:pt x="151" y="267"/>
                  <a:pt x="151" y="267"/>
                  <a:pt x="151" y="267"/>
                </a:cubicBezTo>
                <a:cubicBezTo>
                  <a:pt x="151" y="267"/>
                  <a:pt x="151" y="267"/>
                  <a:pt x="151" y="267"/>
                </a:cubicBezTo>
                <a:cubicBezTo>
                  <a:pt x="151" y="267"/>
                  <a:pt x="151" y="267"/>
                  <a:pt x="151" y="266"/>
                </a:cubicBezTo>
                <a:cubicBezTo>
                  <a:pt x="151" y="266"/>
                  <a:pt x="151" y="266"/>
                  <a:pt x="151" y="266"/>
                </a:cubicBezTo>
                <a:cubicBezTo>
                  <a:pt x="151" y="266"/>
                  <a:pt x="151" y="266"/>
                  <a:pt x="151" y="266"/>
                </a:cubicBezTo>
                <a:cubicBezTo>
                  <a:pt x="151" y="266"/>
                  <a:pt x="151" y="266"/>
                  <a:pt x="151" y="266"/>
                </a:cubicBezTo>
                <a:cubicBezTo>
                  <a:pt x="151" y="266"/>
                  <a:pt x="151" y="266"/>
                  <a:pt x="151" y="265"/>
                </a:cubicBezTo>
                <a:cubicBezTo>
                  <a:pt x="151" y="265"/>
                  <a:pt x="151" y="265"/>
                  <a:pt x="151" y="265"/>
                </a:cubicBezTo>
                <a:cubicBezTo>
                  <a:pt x="151" y="265"/>
                  <a:pt x="151" y="265"/>
                  <a:pt x="151" y="265"/>
                </a:cubicBezTo>
                <a:cubicBezTo>
                  <a:pt x="152" y="265"/>
                  <a:pt x="152" y="265"/>
                  <a:pt x="152" y="265"/>
                </a:cubicBezTo>
                <a:cubicBezTo>
                  <a:pt x="152" y="265"/>
                  <a:pt x="152" y="265"/>
                  <a:pt x="152" y="265"/>
                </a:cubicBezTo>
                <a:cubicBezTo>
                  <a:pt x="152" y="265"/>
                  <a:pt x="152" y="265"/>
                  <a:pt x="152" y="265"/>
                </a:cubicBezTo>
                <a:cubicBezTo>
                  <a:pt x="152" y="265"/>
                  <a:pt x="152" y="264"/>
                  <a:pt x="152" y="264"/>
                </a:cubicBezTo>
                <a:cubicBezTo>
                  <a:pt x="152" y="264"/>
                  <a:pt x="152" y="264"/>
                  <a:pt x="152" y="264"/>
                </a:cubicBezTo>
                <a:cubicBezTo>
                  <a:pt x="152" y="264"/>
                  <a:pt x="152" y="264"/>
                  <a:pt x="152" y="264"/>
                </a:cubicBezTo>
                <a:cubicBezTo>
                  <a:pt x="152" y="264"/>
                  <a:pt x="152" y="264"/>
                  <a:pt x="152" y="264"/>
                </a:cubicBezTo>
                <a:cubicBezTo>
                  <a:pt x="152" y="264"/>
                  <a:pt x="152" y="264"/>
                  <a:pt x="152" y="264"/>
                </a:cubicBezTo>
                <a:cubicBezTo>
                  <a:pt x="151" y="264"/>
                  <a:pt x="152" y="264"/>
                  <a:pt x="152" y="264"/>
                </a:cubicBezTo>
                <a:cubicBezTo>
                  <a:pt x="152" y="264"/>
                  <a:pt x="152" y="264"/>
                  <a:pt x="152" y="264"/>
                </a:cubicBezTo>
                <a:cubicBezTo>
                  <a:pt x="152" y="264"/>
                  <a:pt x="151" y="264"/>
                  <a:pt x="151" y="263"/>
                </a:cubicBezTo>
                <a:cubicBezTo>
                  <a:pt x="151" y="263"/>
                  <a:pt x="151" y="263"/>
                  <a:pt x="152" y="263"/>
                </a:cubicBezTo>
                <a:cubicBezTo>
                  <a:pt x="152" y="263"/>
                  <a:pt x="152" y="263"/>
                  <a:pt x="152" y="263"/>
                </a:cubicBezTo>
                <a:cubicBezTo>
                  <a:pt x="152" y="263"/>
                  <a:pt x="152" y="263"/>
                  <a:pt x="152" y="263"/>
                </a:cubicBezTo>
                <a:cubicBezTo>
                  <a:pt x="152" y="263"/>
                  <a:pt x="152" y="262"/>
                  <a:pt x="152" y="262"/>
                </a:cubicBezTo>
                <a:cubicBezTo>
                  <a:pt x="152" y="262"/>
                  <a:pt x="152" y="262"/>
                  <a:pt x="152" y="262"/>
                </a:cubicBezTo>
                <a:cubicBezTo>
                  <a:pt x="152" y="262"/>
                  <a:pt x="152" y="262"/>
                  <a:pt x="152" y="262"/>
                </a:cubicBezTo>
                <a:cubicBezTo>
                  <a:pt x="152" y="262"/>
                  <a:pt x="152" y="262"/>
                  <a:pt x="152" y="262"/>
                </a:cubicBezTo>
                <a:cubicBezTo>
                  <a:pt x="152" y="262"/>
                  <a:pt x="152" y="261"/>
                  <a:pt x="152" y="261"/>
                </a:cubicBezTo>
                <a:cubicBezTo>
                  <a:pt x="152" y="261"/>
                  <a:pt x="152" y="261"/>
                  <a:pt x="152" y="261"/>
                </a:cubicBezTo>
                <a:cubicBezTo>
                  <a:pt x="152" y="261"/>
                  <a:pt x="153" y="260"/>
                  <a:pt x="153" y="260"/>
                </a:cubicBezTo>
                <a:cubicBezTo>
                  <a:pt x="153" y="260"/>
                  <a:pt x="153" y="260"/>
                  <a:pt x="153" y="260"/>
                </a:cubicBezTo>
                <a:cubicBezTo>
                  <a:pt x="153" y="260"/>
                  <a:pt x="153" y="260"/>
                  <a:pt x="153" y="260"/>
                </a:cubicBezTo>
                <a:cubicBezTo>
                  <a:pt x="153" y="260"/>
                  <a:pt x="153" y="259"/>
                  <a:pt x="153" y="259"/>
                </a:cubicBezTo>
                <a:cubicBezTo>
                  <a:pt x="153" y="259"/>
                  <a:pt x="153" y="259"/>
                  <a:pt x="153" y="259"/>
                </a:cubicBezTo>
                <a:cubicBezTo>
                  <a:pt x="153" y="259"/>
                  <a:pt x="153" y="258"/>
                  <a:pt x="153" y="258"/>
                </a:cubicBezTo>
                <a:cubicBezTo>
                  <a:pt x="153" y="258"/>
                  <a:pt x="153" y="258"/>
                  <a:pt x="153" y="258"/>
                </a:cubicBezTo>
                <a:cubicBezTo>
                  <a:pt x="153" y="258"/>
                  <a:pt x="153" y="258"/>
                  <a:pt x="153" y="258"/>
                </a:cubicBezTo>
                <a:cubicBezTo>
                  <a:pt x="153" y="258"/>
                  <a:pt x="153" y="257"/>
                  <a:pt x="153" y="257"/>
                </a:cubicBezTo>
                <a:cubicBezTo>
                  <a:pt x="153" y="257"/>
                  <a:pt x="153" y="257"/>
                  <a:pt x="153" y="257"/>
                </a:cubicBezTo>
                <a:cubicBezTo>
                  <a:pt x="153" y="257"/>
                  <a:pt x="153" y="256"/>
                  <a:pt x="153" y="256"/>
                </a:cubicBezTo>
                <a:cubicBezTo>
                  <a:pt x="153" y="256"/>
                  <a:pt x="153" y="256"/>
                  <a:pt x="153" y="256"/>
                </a:cubicBezTo>
                <a:cubicBezTo>
                  <a:pt x="153" y="255"/>
                  <a:pt x="153" y="255"/>
                  <a:pt x="153" y="255"/>
                </a:cubicBezTo>
                <a:cubicBezTo>
                  <a:pt x="153" y="255"/>
                  <a:pt x="153" y="255"/>
                  <a:pt x="153" y="255"/>
                </a:cubicBezTo>
                <a:cubicBezTo>
                  <a:pt x="153" y="255"/>
                  <a:pt x="153" y="255"/>
                  <a:pt x="153" y="254"/>
                </a:cubicBezTo>
                <a:cubicBezTo>
                  <a:pt x="153" y="254"/>
                  <a:pt x="153" y="254"/>
                  <a:pt x="153" y="254"/>
                </a:cubicBezTo>
                <a:cubicBezTo>
                  <a:pt x="153" y="254"/>
                  <a:pt x="153" y="254"/>
                  <a:pt x="153" y="254"/>
                </a:cubicBezTo>
                <a:cubicBezTo>
                  <a:pt x="153" y="254"/>
                  <a:pt x="153" y="254"/>
                  <a:pt x="153" y="253"/>
                </a:cubicBezTo>
                <a:cubicBezTo>
                  <a:pt x="153" y="253"/>
                  <a:pt x="154" y="253"/>
                  <a:pt x="154" y="253"/>
                </a:cubicBezTo>
                <a:cubicBezTo>
                  <a:pt x="154" y="253"/>
                  <a:pt x="154" y="253"/>
                  <a:pt x="154" y="253"/>
                </a:cubicBezTo>
                <a:cubicBezTo>
                  <a:pt x="154" y="252"/>
                  <a:pt x="154" y="252"/>
                  <a:pt x="154" y="252"/>
                </a:cubicBezTo>
                <a:cubicBezTo>
                  <a:pt x="154" y="252"/>
                  <a:pt x="154" y="252"/>
                  <a:pt x="154" y="252"/>
                </a:cubicBezTo>
                <a:cubicBezTo>
                  <a:pt x="154" y="251"/>
                  <a:pt x="154" y="251"/>
                  <a:pt x="154" y="251"/>
                </a:cubicBezTo>
                <a:cubicBezTo>
                  <a:pt x="154" y="251"/>
                  <a:pt x="154" y="251"/>
                  <a:pt x="154" y="251"/>
                </a:cubicBezTo>
                <a:cubicBezTo>
                  <a:pt x="153" y="251"/>
                  <a:pt x="153" y="251"/>
                  <a:pt x="153" y="250"/>
                </a:cubicBezTo>
                <a:cubicBezTo>
                  <a:pt x="153" y="250"/>
                  <a:pt x="154" y="250"/>
                  <a:pt x="154" y="250"/>
                </a:cubicBezTo>
                <a:close/>
                <a:moveTo>
                  <a:pt x="157" y="249"/>
                </a:moveTo>
                <a:cubicBezTo>
                  <a:pt x="157" y="249"/>
                  <a:pt x="157" y="249"/>
                  <a:pt x="157" y="249"/>
                </a:cubicBezTo>
                <a:cubicBezTo>
                  <a:pt x="157" y="249"/>
                  <a:pt x="157" y="249"/>
                  <a:pt x="157" y="249"/>
                </a:cubicBezTo>
                <a:cubicBezTo>
                  <a:pt x="157" y="249"/>
                  <a:pt x="157" y="249"/>
                  <a:pt x="157" y="249"/>
                </a:cubicBezTo>
                <a:cubicBezTo>
                  <a:pt x="157" y="249"/>
                  <a:pt x="157" y="249"/>
                  <a:pt x="157" y="249"/>
                </a:cubicBezTo>
                <a:cubicBezTo>
                  <a:pt x="157" y="249"/>
                  <a:pt x="157" y="249"/>
                  <a:pt x="157" y="249"/>
                </a:cubicBezTo>
                <a:cubicBezTo>
                  <a:pt x="157" y="249"/>
                  <a:pt x="157" y="249"/>
                  <a:pt x="157" y="249"/>
                </a:cubicBezTo>
                <a:cubicBezTo>
                  <a:pt x="157" y="249"/>
                  <a:pt x="157" y="249"/>
                  <a:pt x="157" y="249"/>
                </a:cubicBezTo>
                <a:cubicBezTo>
                  <a:pt x="157" y="249"/>
                  <a:pt x="157" y="249"/>
                  <a:pt x="157" y="249"/>
                </a:cubicBezTo>
                <a:close/>
                <a:moveTo>
                  <a:pt x="171" y="256"/>
                </a:moveTo>
                <a:cubicBezTo>
                  <a:pt x="171" y="255"/>
                  <a:pt x="170" y="254"/>
                  <a:pt x="170" y="254"/>
                </a:cubicBezTo>
                <a:cubicBezTo>
                  <a:pt x="168" y="253"/>
                  <a:pt x="166" y="253"/>
                  <a:pt x="164" y="254"/>
                </a:cubicBezTo>
                <a:cubicBezTo>
                  <a:pt x="164" y="254"/>
                  <a:pt x="164" y="254"/>
                  <a:pt x="164" y="255"/>
                </a:cubicBezTo>
                <a:cubicBezTo>
                  <a:pt x="163" y="255"/>
                  <a:pt x="162" y="255"/>
                  <a:pt x="163" y="256"/>
                </a:cubicBezTo>
                <a:cubicBezTo>
                  <a:pt x="164" y="258"/>
                  <a:pt x="165" y="257"/>
                  <a:pt x="166" y="258"/>
                </a:cubicBezTo>
                <a:cubicBezTo>
                  <a:pt x="167" y="259"/>
                  <a:pt x="168" y="260"/>
                  <a:pt x="170" y="260"/>
                </a:cubicBezTo>
                <a:cubicBezTo>
                  <a:pt x="171" y="260"/>
                  <a:pt x="171" y="259"/>
                  <a:pt x="171" y="258"/>
                </a:cubicBezTo>
                <a:cubicBezTo>
                  <a:pt x="171" y="257"/>
                  <a:pt x="171" y="256"/>
                  <a:pt x="171" y="256"/>
                </a:cubicBezTo>
                <a:close/>
                <a:moveTo>
                  <a:pt x="157" y="250"/>
                </a:moveTo>
                <a:cubicBezTo>
                  <a:pt x="157" y="250"/>
                  <a:pt x="157" y="250"/>
                  <a:pt x="157" y="250"/>
                </a:cubicBezTo>
                <a:cubicBezTo>
                  <a:pt x="157" y="250"/>
                  <a:pt x="157" y="250"/>
                  <a:pt x="157" y="250"/>
                </a:cubicBezTo>
                <a:cubicBezTo>
                  <a:pt x="157" y="250"/>
                  <a:pt x="157" y="250"/>
                  <a:pt x="157" y="250"/>
                </a:cubicBezTo>
                <a:cubicBezTo>
                  <a:pt x="157" y="250"/>
                  <a:pt x="157" y="250"/>
                  <a:pt x="157" y="250"/>
                </a:cubicBezTo>
                <a:cubicBezTo>
                  <a:pt x="157" y="250"/>
                  <a:pt x="157" y="250"/>
                  <a:pt x="157" y="250"/>
                </a:cubicBezTo>
                <a:cubicBezTo>
                  <a:pt x="158" y="250"/>
                  <a:pt x="158" y="250"/>
                  <a:pt x="157" y="250"/>
                </a:cubicBezTo>
                <a:cubicBezTo>
                  <a:pt x="157" y="250"/>
                  <a:pt x="157" y="250"/>
                  <a:pt x="157" y="250"/>
                </a:cubicBezTo>
                <a:close/>
                <a:moveTo>
                  <a:pt x="140" y="241"/>
                </a:moveTo>
                <a:cubicBezTo>
                  <a:pt x="140" y="241"/>
                  <a:pt x="140" y="241"/>
                  <a:pt x="140" y="241"/>
                </a:cubicBezTo>
                <a:cubicBezTo>
                  <a:pt x="140" y="241"/>
                  <a:pt x="140" y="241"/>
                  <a:pt x="140" y="241"/>
                </a:cubicBezTo>
                <a:cubicBezTo>
                  <a:pt x="140" y="241"/>
                  <a:pt x="140" y="241"/>
                  <a:pt x="140" y="241"/>
                </a:cubicBezTo>
                <a:cubicBezTo>
                  <a:pt x="140" y="241"/>
                  <a:pt x="140" y="241"/>
                  <a:pt x="140" y="241"/>
                </a:cubicBezTo>
                <a:cubicBezTo>
                  <a:pt x="139" y="241"/>
                  <a:pt x="139" y="241"/>
                  <a:pt x="139" y="241"/>
                </a:cubicBezTo>
                <a:cubicBezTo>
                  <a:pt x="139" y="241"/>
                  <a:pt x="139" y="241"/>
                  <a:pt x="139" y="241"/>
                </a:cubicBezTo>
                <a:cubicBezTo>
                  <a:pt x="139" y="241"/>
                  <a:pt x="139" y="241"/>
                  <a:pt x="139" y="241"/>
                </a:cubicBezTo>
                <a:cubicBezTo>
                  <a:pt x="139" y="241"/>
                  <a:pt x="139" y="241"/>
                  <a:pt x="139" y="241"/>
                </a:cubicBezTo>
                <a:cubicBezTo>
                  <a:pt x="139" y="241"/>
                  <a:pt x="139" y="242"/>
                  <a:pt x="139" y="242"/>
                </a:cubicBezTo>
                <a:cubicBezTo>
                  <a:pt x="139" y="242"/>
                  <a:pt x="139" y="242"/>
                  <a:pt x="139" y="242"/>
                </a:cubicBezTo>
                <a:cubicBezTo>
                  <a:pt x="139" y="242"/>
                  <a:pt x="139" y="242"/>
                  <a:pt x="140" y="242"/>
                </a:cubicBezTo>
                <a:cubicBezTo>
                  <a:pt x="140" y="242"/>
                  <a:pt x="140" y="242"/>
                  <a:pt x="140" y="242"/>
                </a:cubicBezTo>
                <a:cubicBezTo>
                  <a:pt x="140" y="242"/>
                  <a:pt x="140" y="242"/>
                  <a:pt x="140" y="242"/>
                </a:cubicBezTo>
                <a:cubicBezTo>
                  <a:pt x="140" y="242"/>
                  <a:pt x="140" y="242"/>
                  <a:pt x="140" y="242"/>
                </a:cubicBezTo>
                <a:cubicBezTo>
                  <a:pt x="140" y="242"/>
                  <a:pt x="140" y="242"/>
                  <a:pt x="140" y="242"/>
                </a:cubicBezTo>
                <a:cubicBezTo>
                  <a:pt x="140" y="242"/>
                  <a:pt x="140" y="242"/>
                  <a:pt x="140" y="242"/>
                </a:cubicBezTo>
                <a:cubicBezTo>
                  <a:pt x="140" y="242"/>
                  <a:pt x="140" y="242"/>
                  <a:pt x="140" y="242"/>
                </a:cubicBezTo>
                <a:cubicBezTo>
                  <a:pt x="140" y="242"/>
                  <a:pt x="140" y="242"/>
                  <a:pt x="140" y="242"/>
                </a:cubicBezTo>
                <a:cubicBezTo>
                  <a:pt x="140" y="242"/>
                  <a:pt x="140" y="242"/>
                  <a:pt x="140" y="242"/>
                </a:cubicBezTo>
                <a:cubicBezTo>
                  <a:pt x="140" y="242"/>
                  <a:pt x="140" y="242"/>
                  <a:pt x="140" y="242"/>
                </a:cubicBezTo>
                <a:cubicBezTo>
                  <a:pt x="140" y="242"/>
                  <a:pt x="141" y="242"/>
                  <a:pt x="141" y="242"/>
                </a:cubicBezTo>
                <a:cubicBezTo>
                  <a:pt x="141" y="242"/>
                  <a:pt x="141" y="242"/>
                  <a:pt x="141" y="242"/>
                </a:cubicBezTo>
                <a:cubicBezTo>
                  <a:pt x="141" y="241"/>
                  <a:pt x="141" y="241"/>
                  <a:pt x="141" y="241"/>
                </a:cubicBezTo>
                <a:cubicBezTo>
                  <a:pt x="140" y="241"/>
                  <a:pt x="140" y="241"/>
                  <a:pt x="140" y="241"/>
                </a:cubicBezTo>
                <a:close/>
                <a:moveTo>
                  <a:pt x="158" y="251"/>
                </a:moveTo>
                <a:cubicBezTo>
                  <a:pt x="158" y="251"/>
                  <a:pt x="158" y="251"/>
                  <a:pt x="158" y="251"/>
                </a:cubicBezTo>
                <a:cubicBezTo>
                  <a:pt x="158" y="251"/>
                  <a:pt x="157" y="251"/>
                  <a:pt x="157" y="251"/>
                </a:cubicBezTo>
                <a:cubicBezTo>
                  <a:pt x="157" y="251"/>
                  <a:pt x="157" y="252"/>
                  <a:pt x="157" y="252"/>
                </a:cubicBezTo>
                <a:cubicBezTo>
                  <a:pt x="157" y="252"/>
                  <a:pt x="157" y="252"/>
                  <a:pt x="157" y="252"/>
                </a:cubicBezTo>
                <a:cubicBezTo>
                  <a:pt x="157" y="252"/>
                  <a:pt x="157" y="252"/>
                  <a:pt x="157" y="252"/>
                </a:cubicBezTo>
                <a:cubicBezTo>
                  <a:pt x="158" y="253"/>
                  <a:pt x="158" y="253"/>
                  <a:pt x="157" y="253"/>
                </a:cubicBezTo>
                <a:cubicBezTo>
                  <a:pt x="157" y="253"/>
                  <a:pt x="158" y="253"/>
                  <a:pt x="158" y="253"/>
                </a:cubicBezTo>
                <a:cubicBezTo>
                  <a:pt x="158" y="254"/>
                  <a:pt x="158" y="254"/>
                  <a:pt x="158" y="254"/>
                </a:cubicBezTo>
                <a:cubicBezTo>
                  <a:pt x="158" y="254"/>
                  <a:pt x="158" y="254"/>
                  <a:pt x="158" y="254"/>
                </a:cubicBezTo>
                <a:cubicBezTo>
                  <a:pt x="158" y="254"/>
                  <a:pt x="158" y="255"/>
                  <a:pt x="159" y="255"/>
                </a:cubicBezTo>
                <a:cubicBezTo>
                  <a:pt x="159" y="255"/>
                  <a:pt x="159" y="255"/>
                  <a:pt x="159" y="255"/>
                </a:cubicBezTo>
                <a:cubicBezTo>
                  <a:pt x="159" y="255"/>
                  <a:pt x="160" y="254"/>
                  <a:pt x="160" y="254"/>
                </a:cubicBezTo>
                <a:cubicBezTo>
                  <a:pt x="160" y="254"/>
                  <a:pt x="160" y="254"/>
                  <a:pt x="160" y="253"/>
                </a:cubicBezTo>
                <a:cubicBezTo>
                  <a:pt x="160" y="253"/>
                  <a:pt x="160" y="253"/>
                  <a:pt x="160" y="253"/>
                </a:cubicBezTo>
                <a:cubicBezTo>
                  <a:pt x="160" y="253"/>
                  <a:pt x="160" y="253"/>
                  <a:pt x="160" y="252"/>
                </a:cubicBezTo>
                <a:cubicBezTo>
                  <a:pt x="160" y="252"/>
                  <a:pt x="159" y="252"/>
                  <a:pt x="159" y="252"/>
                </a:cubicBezTo>
                <a:cubicBezTo>
                  <a:pt x="159" y="252"/>
                  <a:pt x="159" y="252"/>
                  <a:pt x="159" y="252"/>
                </a:cubicBezTo>
                <a:cubicBezTo>
                  <a:pt x="159" y="252"/>
                  <a:pt x="159" y="252"/>
                  <a:pt x="159" y="252"/>
                </a:cubicBezTo>
                <a:cubicBezTo>
                  <a:pt x="159" y="252"/>
                  <a:pt x="159" y="251"/>
                  <a:pt x="159" y="251"/>
                </a:cubicBezTo>
                <a:cubicBezTo>
                  <a:pt x="159" y="251"/>
                  <a:pt x="159" y="251"/>
                  <a:pt x="159" y="251"/>
                </a:cubicBezTo>
                <a:cubicBezTo>
                  <a:pt x="159" y="251"/>
                  <a:pt x="159" y="251"/>
                  <a:pt x="159" y="251"/>
                </a:cubicBezTo>
                <a:cubicBezTo>
                  <a:pt x="159" y="250"/>
                  <a:pt x="159" y="250"/>
                  <a:pt x="159" y="250"/>
                </a:cubicBezTo>
                <a:cubicBezTo>
                  <a:pt x="159" y="250"/>
                  <a:pt x="159" y="250"/>
                  <a:pt x="158" y="250"/>
                </a:cubicBezTo>
                <a:cubicBezTo>
                  <a:pt x="158" y="250"/>
                  <a:pt x="158" y="250"/>
                  <a:pt x="158" y="250"/>
                </a:cubicBezTo>
                <a:cubicBezTo>
                  <a:pt x="158" y="250"/>
                  <a:pt x="158" y="250"/>
                  <a:pt x="158" y="250"/>
                </a:cubicBezTo>
                <a:cubicBezTo>
                  <a:pt x="158" y="250"/>
                  <a:pt x="158" y="250"/>
                  <a:pt x="158" y="251"/>
                </a:cubicBezTo>
                <a:cubicBezTo>
                  <a:pt x="158" y="251"/>
                  <a:pt x="158" y="251"/>
                  <a:pt x="158" y="251"/>
                </a:cubicBezTo>
                <a:cubicBezTo>
                  <a:pt x="158" y="251"/>
                  <a:pt x="158" y="251"/>
                  <a:pt x="158" y="251"/>
                </a:cubicBezTo>
                <a:cubicBezTo>
                  <a:pt x="158" y="251"/>
                  <a:pt x="158" y="251"/>
                  <a:pt x="158" y="251"/>
                </a:cubicBezTo>
                <a:cubicBezTo>
                  <a:pt x="158" y="251"/>
                  <a:pt x="158" y="251"/>
                  <a:pt x="158" y="251"/>
                </a:cubicBezTo>
                <a:close/>
                <a:moveTo>
                  <a:pt x="215" y="234"/>
                </a:moveTo>
                <a:cubicBezTo>
                  <a:pt x="214" y="235"/>
                  <a:pt x="215" y="236"/>
                  <a:pt x="214" y="237"/>
                </a:cubicBezTo>
                <a:cubicBezTo>
                  <a:pt x="215" y="239"/>
                  <a:pt x="216" y="241"/>
                  <a:pt x="215" y="243"/>
                </a:cubicBezTo>
                <a:cubicBezTo>
                  <a:pt x="215" y="245"/>
                  <a:pt x="214" y="247"/>
                  <a:pt x="214" y="249"/>
                </a:cubicBezTo>
                <a:cubicBezTo>
                  <a:pt x="213" y="250"/>
                  <a:pt x="212" y="250"/>
                  <a:pt x="211" y="250"/>
                </a:cubicBezTo>
                <a:cubicBezTo>
                  <a:pt x="210" y="249"/>
                  <a:pt x="208" y="247"/>
                  <a:pt x="207" y="246"/>
                </a:cubicBezTo>
                <a:cubicBezTo>
                  <a:pt x="207" y="246"/>
                  <a:pt x="207" y="246"/>
                  <a:pt x="207" y="245"/>
                </a:cubicBezTo>
                <a:cubicBezTo>
                  <a:pt x="206" y="245"/>
                  <a:pt x="206" y="244"/>
                  <a:pt x="206" y="243"/>
                </a:cubicBezTo>
                <a:cubicBezTo>
                  <a:pt x="206" y="243"/>
                  <a:pt x="206" y="242"/>
                  <a:pt x="206" y="242"/>
                </a:cubicBezTo>
                <a:cubicBezTo>
                  <a:pt x="205" y="242"/>
                  <a:pt x="205" y="241"/>
                  <a:pt x="205" y="241"/>
                </a:cubicBezTo>
                <a:cubicBezTo>
                  <a:pt x="205" y="241"/>
                  <a:pt x="205" y="241"/>
                  <a:pt x="205" y="241"/>
                </a:cubicBezTo>
                <a:cubicBezTo>
                  <a:pt x="206" y="240"/>
                  <a:pt x="206" y="239"/>
                  <a:pt x="208" y="240"/>
                </a:cubicBezTo>
                <a:cubicBezTo>
                  <a:pt x="209" y="240"/>
                  <a:pt x="209" y="238"/>
                  <a:pt x="210" y="239"/>
                </a:cubicBezTo>
                <a:cubicBezTo>
                  <a:pt x="210" y="238"/>
                  <a:pt x="210" y="237"/>
                  <a:pt x="211" y="237"/>
                </a:cubicBezTo>
                <a:cubicBezTo>
                  <a:pt x="211" y="236"/>
                  <a:pt x="210" y="236"/>
                  <a:pt x="210" y="236"/>
                </a:cubicBezTo>
                <a:cubicBezTo>
                  <a:pt x="209" y="237"/>
                  <a:pt x="208" y="237"/>
                  <a:pt x="208" y="236"/>
                </a:cubicBezTo>
                <a:cubicBezTo>
                  <a:pt x="208" y="236"/>
                  <a:pt x="207" y="236"/>
                  <a:pt x="207" y="236"/>
                </a:cubicBezTo>
                <a:cubicBezTo>
                  <a:pt x="206" y="237"/>
                  <a:pt x="206" y="238"/>
                  <a:pt x="205" y="239"/>
                </a:cubicBezTo>
                <a:cubicBezTo>
                  <a:pt x="205" y="239"/>
                  <a:pt x="205" y="239"/>
                  <a:pt x="205" y="239"/>
                </a:cubicBezTo>
                <a:cubicBezTo>
                  <a:pt x="205" y="239"/>
                  <a:pt x="205" y="239"/>
                  <a:pt x="205" y="239"/>
                </a:cubicBezTo>
                <a:cubicBezTo>
                  <a:pt x="205" y="240"/>
                  <a:pt x="204" y="240"/>
                  <a:pt x="203" y="240"/>
                </a:cubicBezTo>
                <a:cubicBezTo>
                  <a:pt x="203" y="241"/>
                  <a:pt x="202" y="241"/>
                  <a:pt x="202" y="240"/>
                </a:cubicBezTo>
                <a:cubicBezTo>
                  <a:pt x="201" y="240"/>
                  <a:pt x="201" y="238"/>
                  <a:pt x="200" y="238"/>
                </a:cubicBezTo>
                <a:cubicBezTo>
                  <a:pt x="200" y="238"/>
                  <a:pt x="200" y="238"/>
                  <a:pt x="200" y="238"/>
                </a:cubicBezTo>
                <a:cubicBezTo>
                  <a:pt x="200" y="240"/>
                  <a:pt x="199" y="239"/>
                  <a:pt x="198" y="239"/>
                </a:cubicBezTo>
                <a:cubicBezTo>
                  <a:pt x="197" y="238"/>
                  <a:pt x="196" y="238"/>
                  <a:pt x="195" y="237"/>
                </a:cubicBezTo>
                <a:cubicBezTo>
                  <a:pt x="195" y="237"/>
                  <a:pt x="194" y="236"/>
                  <a:pt x="193" y="236"/>
                </a:cubicBezTo>
                <a:cubicBezTo>
                  <a:pt x="192" y="235"/>
                  <a:pt x="192" y="235"/>
                  <a:pt x="191" y="235"/>
                </a:cubicBezTo>
                <a:cubicBezTo>
                  <a:pt x="189" y="236"/>
                  <a:pt x="188" y="236"/>
                  <a:pt x="188" y="234"/>
                </a:cubicBezTo>
                <a:cubicBezTo>
                  <a:pt x="188" y="233"/>
                  <a:pt x="187" y="232"/>
                  <a:pt x="188" y="231"/>
                </a:cubicBezTo>
                <a:cubicBezTo>
                  <a:pt x="188" y="231"/>
                  <a:pt x="188" y="231"/>
                  <a:pt x="188" y="231"/>
                </a:cubicBezTo>
                <a:cubicBezTo>
                  <a:pt x="189" y="230"/>
                  <a:pt x="189" y="230"/>
                  <a:pt x="189" y="229"/>
                </a:cubicBezTo>
                <a:cubicBezTo>
                  <a:pt x="189" y="229"/>
                  <a:pt x="188" y="229"/>
                  <a:pt x="188" y="229"/>
                </a:cubicBezTo>
                <a:cubicBezTo>
                  <a:pt x="187" y="228"/>
                  <a:pt x="186" y="227"/>
                  <a:pt x="185" y="225"/>
                </a:cubicBezTo>
                <a:cubicBezTo>
                  <a:pt x="185" y="223"/>
                  <a:pt x="184" y="223"/>
                  <a:pt x="183" y="222"/>
                </a:cubicBezTo>
                <a:cubicBezTo>
                  <a:pt x="181" y="221"/>
                  <a:pt x="179" y="221"/>
                  <a:pt x="177" y="220"/>
                </a:cubicBezTo>
                <a:cubicBezTo>
                  <a:pt x="176" y="219"/>
                  <a:pt x="175" y="219"/>
                  <a:pt x="174" y="218"/>
                </a:cubicBezTo>
                <a:cubicBezTo>
                  <a:pt x="174" y="217"/>
                  <a:pt x="173" y="217"/>
                  <a:pt x="174" y="216"/>
                </a:cubicBezTo>
                <a:cubicBezTo>
                  <a:pt x="174" y="215"/>
                  <a:pt x="173" y="214"/>
                  <a:pt x="173" y="214"/>
                </a:cubicBezTo>
                <a:cubicBezTo>
                  <a:pt x="172" y="213"/>
                  <a:pt x="171" y="213"/>
                  <a:pt x="170" y="212"/>
                </a:cubicBezTo>
                <a:cubicBezTo>
                  <a:pt x="169" y="212"/>
                  <a:pt x="167" y="212"/>
                  <a:pt x="167" y="210"/>
                </a:cubicBezTo>
                <a:cubicBezTo>
                  <a:pt x="166" y="209"/>
                  <a:pt x="165" y="209"/>
                  <a:pt x="165" y="209"/>
                </a:cubicBezTo>
                <a:cubicBezTo>
                  <a:pt x="165" y="209"/>
                  <a:pt x="164" y="209"/>
                  <a:pt x="164" y="208"/>
                </a:cubicBezTo>
                <a:cubicBezTo>
                  <a:pt x="164" y="208"/>
                  <a:pt x="164" y="208"/>
                  <a:pt x="164" y="208"/>
                </a:cubicBezTo>
                <a:cubicBezTo>
                  <a:pt x="163" y="209"/>
                  <a:pt x="162" y="209"/>
                  <a:pt x="161" y="209"/>
                </a:cubicBezTo>
                <a:cubicBezTo>
                  <a:pt x="161" y="210"/>
                  <a:pt x="162" y="210"/>
                  <a:pt x="162" y="211"/>
                </a:cubicBezTo>
                <a:cubicBezTo>
                  <a:pt x="164" y="212"/>
                  <a:pt x="164" y="213"/>
                  <a:pt x="163" y="215"/>
                </a:cubicBezTo>
                <a:cubicBezTo>
                  <a:pt x="162" y="216"/>
                  <a:pt x="163" y="216"/>
                  <a:pt x="163" y="217"/>
                </a:cubicBezTo>
                <a:cubicBezTo>
                  <a:pt x="164" y="218"/>
                  <a:pt x="165" y="220"/>
                  <a:pt x="166" y="221"/>
                </a:cubicBezTo>
                <a:cubicBezTo>
                  <a:pt x="166" y="221"/>
                  <a:pt x="166" y="221"/>
                  <a:pt x="166" y="221"/>
                </a:cubicBezTo>
                <a:cubicBezTo>
                  <a:pt x="167" y="222"/>
                  <a:pt x="167" y="222"/>
                  <a:pt x="167" y="222"/>
                </a:cubicBezTo>
                <a:cubicBezTo>
                  <a:pt x="167" y="223"/>
                  <a:pt x="168" y="223"/>
                  <a:pt x="168" y="224"/>
                </a:cubicBezTo>
                <a:cubicBezTo>
                  <a:pt x="169" y="224"/>
                  <a:pt x="169" y="226"/>
                  <a:pt x="169" y="227"/>
                </a:cubicBezTo>
                <a:cubicBezTo>
                  <a:pt x="169" y="227"/>
                  <a:pt x="169" y="227"/>
                  <a:pt x="169" y="227"/>
                </a:cubicBezTo>
                <a:cubicBezTo>
                  <a:pt x="169" y="227"/>
                  <a:pt x="169" y="227"/>
                  <a:pt x="169" y="227"/>
                </a:cubicBezTo>
                <a:cubicBezTo>
                  <a:pt x="169" y="227"/>
                  <a:pt x="169" y="227"/>
                  <a:pt x="169" y="227"/>
                </a:cubicBezTo>
                <a:cubicBezTo>
                  <a:pt x="169" y="228"/>
                  <a:pt x="169" y="228"/>
                  <a:pt x="169" y="229"/>
                </a:cubicBezTo>
                <a:cubicBezTo>
                  <a:pt x="170" y="230"/>
                  <a:pt x="170" y="231"/>
                  <a:pt x="169" y="231"/>
                </a:cubicBezTo>
                <a:cubicBezTo>
                  <a:pt x="166" y="233"/>
                  <a:pt x="165" y="232"/>
                  <a:pt x="164" y="229"/>
                </a:cubicBezTo>
                <a:cubicBezTo>
                  <a:pt x="164" y="229"/>
                  <a:pt x="164" y="228"/>
                  <a:pt x="164" y="227"/>
                </a:cubicBezTo>
                <a:cubicBezTo>
                  <a:pt x="164" y="227"/>
                  <a:pt x="164" y="227"/>
                  <a:pt x="164" y="227"/>
                </a:cubicBezTo>
                <a:cubicBezTo>
                  <a:pt x="163" y="226"/>
                  <a:pt x="163" y="226"/>
                  <a:pt x="163" y="225"/>
                </a:cubicBezTo>
                <a:cubicBezTo>
                  <a:pt x="162" y="224"/>
                  <a:pt x="161" y="224"/>
                  <a:pt x="160" y="223"/>
                </a:cubicBezTo>
                <a:cubicBezTo>
                  <a:pt x="160" y="222"/>
                  <a:pt x="160" y="222"/>
                  <a:pt x="160" y="222"/>
                </a:cubicBezTo>
                <a:cubicBezTo>
                  <a:pt x="159" y="222"/>
                  <a:pt x="158" y="220"/>
                  <a:pt x="157" y="219"/>
                </a:cubicBezTo>
                <a:cubicBezTo>
                  <a:pt x="156" y="219"/>
                  <a:pt x="154" y="221"/>
                  <a:pt x="154" y="218"/>
                </a:cubicBezTo>
                <a:cubicBezTo>
                  <a:pt x="154" y="218"/>
                  <a:pt x="153" y="218"/>
                  <a:pt x="153" y="217"/>
                </a:cubicBezTo>
                <a:cubicBezTo>
                  <a:pt x="153" y="217"/>
                  <a:pt x="153" y="216"/>
                  <a:pt x="153" y="216"/>
                </a:cubicBezTo>
                <a:cubicBezTo>
                  <a:pt x="151" y="214"/>
                  <a:pt x="149" y="214"/>
                  <a:pt x="147" y="213"/>
                </a:cubicBezTo>
                <a:cubicBezTo>
                  <a:pt x="147" y="213"/>
                  <a:pt x="147" y="213"/>
                  <a:pt x="147" y="213"/>
                </a:cubicBezTo>
                <a:cubicBezTo>
                  <a:pt x="146" y="212"/>
                  <a:pt x="146" y="212"/>
                  <a:pt x="145" y="212"/>
                </a:cubicBezTo>
                <a:cubicBezTo>
                  <a:pt x="144" y="212"/>
                  <a:pt x="144" y="212"/>
                  <a:pt x="144" y="211"/>
                </a:cubicBezTo>
                <a:cubicBezTo>
                  <a:pt x="142" y="211"/>
                  <a:pt x="141" y="210"/>
                  <a:pt x="140" y="209"/>
                </a:cubicBezTo>
                <a:cubicBezTo>
                  <a:pt x="140" y="209"/>
                  <a:pt x="139" y="209"/>
                  <a:pt x="139" y="208"/>
                </a:cubicBezTo>
                <a:cubicBezTo>
                  <a:pt x="139" y="209"/>
                  <a:pt x="138" y="209"/>
                  <a:pt x="138" y="209"/>
                </a:cubicBezTo>
                <a:cubicBezTo>
                  <a:pt x="138" y="211"/>
                  <a:pt x="136" y="211"/>
                  <a:pt x="135" y="211"/>
                </a:cubicBezTo>
                <a:cubicBezTo>
                  <a:pt x="134" y="212"/>
                  <a:pt x="134" y="212"/>
                  <a:pt x="133" y="212"/>
                </a:cubicBezTo>
                <a:cubicBezTo>
                  <a:pt x="132" y="213"/>
                  <a:pt x="131" y="213"/>
                  <a:pt x="131" y="214"/>
                </a:cubicBezTo>
                <a:cubicBezTo>
                  <a:pt x="131" y="214"/>
                  <a:pt x="130" y="214"/>
                  <a:pt x="130" y="215"/>
                </a:cubicBezTo>
                <a:cubicBezTo>
                  <a:pt x="130" y="215"/>
                  <a:pt x="130" y="215"/>
                  <a:pt x="130" y="215"/>
                </a:cubicBezTo>
                <a:cubicBezTo>
                  <a:pt x="130" y="215"/>
                  <a:pt x="130" y="216"/>
                  <a:pt x="130" y="216"/>
                </a:cubicBezTo>
                <a:cubicBezTo>
                  <a:pt x="131" y="218"/>
                  <a:pt x="131" y="219"/>
                  <a:pt x="129" y="219"/>
                </a:cubicBezTo>
                <a:cubicBezTo>
                  <a:pt x="128" y="219"/>
                  <a:pt x="128" y="220"/>
                  <a:pt x="127" y="220"/>
                </a:cubicBezTo>
                <a:cubicBezTo>
                  <a:pt x="127" y="221"/>
                  <a:pt x="126" y="221"/>
                  <a:pt x="125" y="221"/>
                </a:cubicBezTo>
                <a:cubicBezTo>
                  <a:pt x="125" y="222"/>
                  <a:pt x="124" y="222"/>
                  <a:pt x="124" y="222"/>
                </a:cubicBezTo>
                <a:cubicBezTo>
                  <a:pt x="123" y="222"/>
                  <a:pt x="123" y="221"/>
                  <a:pt x="123" y="220"/>
                </a:cubicBezTo>
                <a:cubicBezTo>
                  <a:pt x="123" y="220"/>
                  <a:pt x="122" y="220"/>
                  <a:pt x="122" y="220"/>
                </a:cubicBezTo>
                <a:cubicBezTo>
                  <a:pt x="122" y="220"/>
                  <a:pt x="122" y="220"/>
                  <a:pt x="122" y="220"/>
                </a:cubicBezTo>
                <a:cubicBezTo>
                  <a:pt x="122" y="220"/>
                  <a:pt x="121" y="220"/>
                  <a:pt x="121" y="220"/>
                </a:cubicBezTo>
                <a:cubicBezTo>
                  <a:pt x="121" y="222"/>
                  <a:pt x="120" y="222"/>
                  <a:pt x="120" y="221"/>
                </a:cubicBezTo>
                <a:cubicBezTo>
                  <a:pt x="119" y="221"/>
                  <a:pt x="119" y="221"/>
                  <a:pt x="119" y="221"/>
                </a:cubicBezTo>
                <a:cubicBezTo>
                  <a:pt x="118" y="220"/>
                  <a:pt x="118" y="220"/>
                  <a:pt x="119" y="218"/>
                </a:cubicBezTo>
                <a:cubicBezTo>
                  <a:pt x="119" y="218"/>
                  <a:pt x="119" y="218"/>
                  <a:pt x="119" y="218"/>
                </a:cubicBezTo>
                <a:cubicBezTo>
                  <a:pt x="119" y="218"/>
                  <a:pt x="119" y="218"/>
                  <a:pt x="119" y="218"/>
                </a:cubicBezTo>
                <a:cubicBezTo>
                  <a:pt x="119" y="217"/>
                  <a:pt x="119" y="217"/>
                  <a:pt x="118" y="217"/>
                </a:cubicBezTo>
                <a:cubicBezTo>
                  <a:pt x="118" y="217"/>
                  <a:pt x="118" y="217"/>
                  <a:pt x="118" y="217"/>
                </a:cubicBezTo>
                <a:cubicBezTo>
                  <a:pt x="118" y="217"/>
                  <a:pt x="118" y="217"/>
                  <a:pt x="118" y="217"/>
                </a:cubicBezTo>
                <a:cubicBezTo>
                  <a:pt x="118" y="216"/>
                  <a:pt x="118" y="216"/>
                  <a:pt x="117" y="216"/>
                </a:cubicBezTo>
                <a:cubicBezTo>
                  <a:pt x="116" y="216"/>
                  <a:pt x="115" y="217"/>
                  <a:pt x="115" y="218"/>
                </a:cubicBezTo>
                <a:cubicBezTo>
                  <a:pt x="114" y="218"/>
                  <a:pt x="114" y="220"/>
                  <a:pt x="113" y="218"/>
                </a:cubicBezTo>
                <a:cubicBezTo>
                  <a:pt x="112" y="217"/>
                  <a:pt x="112" y="217"/>
                  <a:pt x="114" y="214"/>
                </a:cubicBezTo>
                <a:cubicBezTo>
                  <a:pt x="114" y="214"/>
                  <a:pt x="114" y="213"/>
                  <a:pt x="114" y="213"/>
                </a:cubicBezTo>
                <a:cubicBezTo>
                  <a:pt x="114" y="213"/>
                  <a:pt x="113" y="213"/>
                  <a:pt x="113" y="212"/>
                </a:cubicBezTo>
                <a:cubicBezTo>
                  <a:pt x="111" y="212"/>
                  <a:pt x="110" y="212"/>
                  <a:pt x="109" y="212"/>
                </a:cubicBezTo>
                <a:cubicBezTo>
                  <a:pt x="108" y="212"/>
                  <a:pt x="108" y="212"/>
                  <a:pt x="108" y="212"/>
                </a:cubicBezTo>
                <a:cubicBezTo>
                  <a:pt x="108" y="213"/>
                  <a:pt x="108" y="214"/>
                  <a:pt x="106" y="215"/>
                </a:cubicBezTo>
                <a:cubicBezTo>
                  <a:pt x="106" y="215"/>
                  <a:pt x="107" y="216"/>
                  <a:pt x="107" y="216"/>
                </a:cubicBezTo>
                <a:cubicBezTo>
                  <a:pt x="106" y="217"/>
                  <a:pt x="106" y="217"/>
                  <a:pt x="106" y="216"/>
                </a:cubicBezTo>
                <a:cubicBezTo>
                  <a:pt x="106" y="216"/>
                  <a:pt x="105" y="215"/>
                  <a:pt x="105" y="215"/>
                </a:cubicBezTo>
                <a:cubicBezTo>
                  <a:pt x="105" y="214"/>
                  <a:pt x="105" y="213"/>
                  <a:pt x="105" y="212"/>
                </a:cubicBezTo>
                <a:cubicBezTo>
                  <a:pt x="105" y="212"/>
                  <a:pt x="105" y="212"/>
                  <a:pt x="105" y="212"/>
                </a:cubicBezTo>
                <a:cubicBezTo>
                  <a:pt x="105" y="210"/>
                  <a:pt x="105" y="207"/>
                  <a:pt x="104" y="206"/>
                </a:cubicBezTo>
                <a:cubicBezTo>
                  <a:pt x="104" y="205"/>
                  <a:pt x="104" y="205"/>
                  <a:pt x="104" y="204"/>
                </a:cubicBezTo>
                <a:cubicBezTo>
                  <a:pt x="104" y="204"/>
                  <a:pt x="104" y="204"/>
                  <a:pt x="104" y="203"/>
                </a:cubicBezTo>
                <a:cubicBezTo>
                  <a:pt x="104" y="203"/>
                  <a:pt x="104" y="203"/>
                  <a:pt x="104" y="202"/>
                </a:cubicBezTo>
                <a:cubicBezTo>
                  <a:pt x="104" y="202"/>
                  <a:pt x="104" y="202"/>
                  <a:pt x="105" y="202"/>
                </a:cubicBezTo>
                <a:cubicBezTo>
                  <a:pt x="105" y="202"/>
                  <a:pt x="104" y="201"/>
                  <a:pt x="105" y="201"/>
                </a:cubicBezTo>
                <a:cubicBezTo>
                  <a:pt x="105" y="201"/>
                  <a:pt x="106" y="201"/>
                  <a:pt x="107" y="201"/>
                </a:cubicBezTo>
                <a:cubicBezTo>
                  <a:pt x="108" y="200"/>
                  <a:pt x="109" y="198"/>
                  <a:pt x="110" y="197"/>
                </a:cubicBezTo>
                <a:cubicBezTo>
                  <a:pt x="111" y="196"/>
                  <a:pt x="111" y="195"/>
                  <a:pt x="113" y="195"/>
                </a:cubicBezTo>
                <a:cubicBezTo>
                  <a:pt x="113" y="195"/>
                  <a:pt x="113" y="194"/>
                  <a:pt x="113" y="194"/>
                </a:cubicBezTo>
                <a:cubicBezTo>
                  <a:pt x="113" y="193"/>
                  <a:pt x="114" y="193"/>
                  <a:pt x="114" y="193"/>
                </a:cubicBezTo>
                <a:cubicBezTo>
                  <a:pt x="114" y="193"/>
                  <a:pt x="115" y="193"/>
                  <a:pt x="115" y="193"/>
                </a:cubicBezTo>
                <a:cubicBezTo>
                  <a:pt x="115" y="191"/>
                  <a:pt x="114" y="190"/>
                  <a:pt x="113" y="189"/>
                </a:cubicBezTo>
                <a:cubicBezTo>
                  <a:pt x="113" y="189"/>
                  <a:pt x="112" y="189"/>
                  <a:pt x="112" y="188"/>
                </a:cubicBezTo>
                <a:cubicBezTo>
                  <a:pt x="112" y="188"/>
                  <a:pt x="112" y="187"/>
                  <a:pt x="112" y="187"/>
                </a:cubicBezTo>
                <a:cubicBezTo>
                  <a:pt x="110" y="185"/>
                  <a:pt x="109" y="185"/>
                  <a:pt x="107" y="185"/>
                </a:cubicBezTo>
                <a:cubicBezTo>
                  <a:pt x="107" y="185"/>
                  <a:pt x="106" y="185"/>
                  <a:pt x="106" y="185"/>
                </a:cubicBezTo>
                <a:cubicBezTo>
                  <a:pt x="105" y="185"/>
                  <a:pt x="104" y="185"/>
                  <a:pt x="103" y="184"/>
                </a:cubicBezTo>
                <a:cubicBezTo>
                  <a:pt x="102" y="183"/>
                  <a:pt x="102" y="183"/>
                  <a:pt x="102" y="184"/>
                </a:cubicBezTo>
                <a:cubicBezTo>
                  <a:pt x="102" y="184"/>
                  <a:pt x="102" y="184"/>
                  <a:pt x="102" y="185"/>
                </a:cubicBezTo>
                <a:cubicBezTo>
                  <a:pt x="102" y="186"/>
                  <a:pt x="102" y="187"/>
                  <a:pt x="102" y="188"/>
                </a:cubicBezTo>
                <a:cubicBezTo>
                  <a:pt x="103" y="190"/>
                  <a:pt x="104" y="192"/>
                  <a:pt x="104" y="194"/>
                </a:cubicBezTo>
                <a:cubicBezTo>
                  <a:pt x="104" y="195"/>
                  <a:pt x="103" y="195"/>
                  <a:pt x="103" y="195"/>
                </a:cubicBezTo>
                <a:cubicBezTo>
                  <a:pt x="103" y="197"/>
                  <a:pt x="102" y="197"/>
                  <a:pt x="100" y="196"/>
                </a:cubicBezTo>
                <a:cubicBezTo>
                  <a:pt x="100" y="196"/>
                  <a:pt x="100" y="196"/>
                  <a:pt x="100" y="196"/>
                </a:cubicBezTo>
                <a:cubicBezTo>
                  <a:pt x="100" y="197"/>
                  <a:pt x="100" y="197"/>
                  <a:pt x="99" y="197"/>
                </a:cubicBezTo>
                <a:cubicBezTo>
                  <a:pt x="98" y="196"/>
                  <a:pt x="97" y="196"/>
                  <a:pt x="97" y="194"/>
                </a:cubicBezTo>
                <a:cubicBezTo>
                  <a:pt x="97" y="193"/>
                  <a:pt x="97" y="192"/>
                  <a:pt x="97" y="191"/>
                </a:cubicBezTo>
                <a:cubicBezTo>
                  <a:pt x="95" y="190"/>
                  <a:pt x="93" y="190"/>
                  <a:pt x="93" y="188"/>
                </a:cubicBezTo>
                <a:cubicBezTo>
                  <a:pt x="93" y="188"/>
                  <a:pt x="92" y="188"/>
                  <a:pt x="93" y="187"/>
                </a:cubicBezTo>
                <a:cubicBezTo>
                  <a:pt x="93" y="187"/>
                  <a:pt x="92" y="186"/>
                  <a:pt x="93" y="186"/>
                </a:cubicBezTo>
                <a:cubicBezTo>
                  <a:pt x="93" y="186"/>
                  <a:pt x="93" y="186"/>
                  <a:pt x="94" y="185"/>
                </a:cubicBezTo>
                <a:cubicBezTo>
                  <a:pt x="93" y="186"/>
                  <a:pt x="93" y="186"/>
                  <a:pt x="93" y="186"/>
                </a:cubicBezTo>
                <a:cubicBezTo>
                  <a:pt x="92" y="185"/>
                  <a:pt x="93" y="185"/>
                  <a:pt x="93" y="185"/>
                </a:cubicBezTo>
                <a:cubicBezTo>
                  <a:pt x="93" y="184"/>
                  <a:pt x="92" y="183"/>
                  <a:pt x="92" y="183"/>
                </a:cubicBezTo>
                <a:cubicBezTo>
                  <a:pt x="91" y="183"/>
                  <a:pt x="91" y="183"/>
                  <a:pt x="91" y="184"/>
                </a:cubicBezTo>
                <a:cubicBezTo>
                  <a:pt x="91" y="185"/>
                  <a:pt x="91" y="185"/>
                  <a:pt x="91" y="186"/>
                </a:cubicBezTo>
                <a:cubicBezTo>
                  <a:pt x="91" y="187"/>
                  <a:pt x="90" y="187"/>
                  <a:pt x="89" y="187"/>
                </a:cubicBezTo>
                <a:cubicBezTo>
                  <a:pt x="89" y="186"/>
                  <a:pt x="87" y="185"/>
                  <a:pt x="87" y="184"/>
                </a:cubicBezTo>
                <a:cubicBezTo>
                  <a:pt x="87" y="183"/>
                  <a:pt x="86" y="183"/>
                  <a:pt x="86" y="182"/>
                </a:cubicBezTo>
                <a:cubicBezTo>
                  <a:pt x="86" y="181"/>
                  <a:pt x="86" y="180"/>
                  <a:pt x="86" y="179"/>
                </a:cubicBezTo>
                <a:cubicBezTo>
                  <a:pt x="86" y="178"/>
                  <a:pt x="86" y="178"/>
                  <a:pt x="86" y="178"/>
                </a:cubicBezTo>
                <a:cubicBezTo>
                  <a:pt x="86" y="178"/>
                  <a:pt x="86" y="178"/>
                  <a:pt x="86" y="178"/>
                </a:cubicBezTo>
                <a:cubicBezTo>
                  <a:pt x="86" y="178"/>
                  <a:pt x="86" y="177"/>
                  <a:pt x="86" y="176"/>
                </a:cubicBezTo>
                <a:cubicBezTo>
                  <a:pt x="85" y="174"/>
                  <a:pt x="84" y="173"/>
                  <a:pt x="84" y="171"/>
                </a:cubicBezTo>
                <a:cubicBezTo>
                  <a:pt x="84" y="170"/>
                  <a:pt x="84" y="170"/>
                  <a:pt x="84" y="170"/>
                </a:cubicBezTo>
                <a:cubicBezTo>
                  <a:pt x="83" y="169"/>
                  <a:pt x="83" y="168"/>
                  <a:pt x="82" y="168"/>
                </a:cubicBezTo>
                <a:cubicBezTo>
                  <a:pt x="80" y="166"/>
                  <a:pt x="80" y="166"/>
                  <a:pt x="82" y="164"/>
                </a:cubicBezTo>
                <a:cubicBezTo>
                  <a:pt x="83" y="163"/>
                  <a:pt x="81" y="162"/>
                  <a:pt x="81" y="161"/>
                </a:cubicBezTo>
                <a:cubicBezTo>
                  <a:pt x="81" y="160"/>
                  <a:pt x="81" y="160"/>
                  <a:pt x="81" y="159"/>
                </a:cubicBezTo>
                <a:cubicBezTo>
                  <a:pt x="81" y="159"/>
                  <a:pt x="81" y="158"/>
                  <a:pt x="81" y="158"/>
                </a:cubicBezTo>
                <a:cubicBezTo>
                  <a:pt x="81" y="158"/>
                  <a:pt x="81" y="157"/>
                  <a:pt x="80" y="157"/>
                </a:cubicBezTo>
                <a:cubicBezTo>
                  <a:pt x="79" y="156"/>
                  <a:pt x="79" y="155"/>
                  <a:pt x="79" y="154"/>
                </a:cubicBezTo>
                <a:cubicBezTo>
                  <a:pt x="79" y="154"/>
                  <a:pt x="79" y="154"/>
                  <a:pt x="79" y="154"/>
                </a:cubicBezTo>
                <a:cubicBezTo>
                  <a:pt x="78" y="153"/>
                  <a:pt x="79" y="153"/>
                  <a:pt x="80" y="153"/>
                </a:cubicBezTo>
                <a:cubicBezTo>
                  <a:pt x="80" y="152"/>
                  <a:pt x="80" y="151"/>
                  <a:pt x="79" y="150"/>
                </a:cubicBezTo>
                <a:cubicBezTo>
                  <a:pt x="79" y="150"/>
                  <a:pt x="79" y="150"/>
                  <a:pt x="79" y="149"/>
                </a:cubicBezTo>
                <a:cubicBezTo>
                  <a:pt x="78" y="149"/>
                  <a:pt x="78" y="150"/>
                  <a:pt x="77" y="150"/>
                </a:cubicBezTo>
                <a:cubicBezTo>
                  <a:pt x="77" y="150"/>
                  <a:pt x="77" y="151"/>
                  <a:pt x="76" y="151"/>
                </a:cubicBezTo>
                <a:cubicBezTo>
                  <a:pt x="76" y="151"/>
                  <a:pt x="76" y="150"/>
                  <a:pt x="76" y="150"/>
                </a:cubicBezTo>
                <a:cubicBezTo>
                  <a:pt x="75" y="149"/>
                  <a:pt x="76" y="148"/>
                  <a:pt x="76" y="147"/>
                </a:cubicBezTo>
                <a:cubicBezTo>
                  <a:pt x="76" y="145"/>
                  <a:pt x="75" y="143"/>
                  <a:pt x="76" y="141"/>
                </a:cubicBezTo>
                <a:cubicBezTo>
                  <a:pt x="76" y="140"/>
                  <a:pt x="76" y="139"/>
                  <a:pt x="76" y="138"/>
                </a:cubicBezTo>
                <a:cubicBezTo>
                  <a:pt x="76" y="137"/>
                  <a:pt x="78" y="137"/>
                  <a:pt x="79" y="136"/>
                </a:cubicBezTo>
                <a:cubicBezTo>
                  <a:pt x="79" y="136"/>
                  <a:pt x="79" y="136"/>
                  <a:pt x="79" y="136"/>
                </a:cubicBezTo>
                <a:cubicBezTo>
                  <a:pt x="79" y="136"/>
                  <a:pt x="80" y="136"/>
                  <a:pt x="80" y="136"/>
                </a:cubicBezTo>
                <a:cubicBezTo>
                  <a:pt x="80" y="137"/>
                  <a:pt x="80" y="137"/>
                  <a:pt x="80" y="137"/>
                </a:cubicBezTo>
                <a:cubicBezTo>
                  <a:pt x="80" y="137"/>
                  <a:pt x="80" y="137"/>
                  <a:pt x="80" y="138"/>
                </a:cubicBezTo>
                <a:cubicBezTo>
                  <a:pt x="80" y="138"/>
                  <a:pt x="80" y="139"/>
                  <a:pt x="80" y="140"/>
                </a:cubicBezTo>
                <a:cubicBezTo>
                  <a:pt x="80" y="140"/>
                  <a:pt x="80" y="140"/>
                  <a:pt x="80" y="140"/>
                </a:cubicBezTo>
                <a:cubicBezTo>
                  <a:pt x="80" y="140"/>
                  <a:pt x="81" y="140"/>
                  <a:pt x="81" y="140"/>
                </a:cubicBezTo>
                <a:cubicBezTo>
                  <a:pt x="81" y="141"/>
                  <a:pt x="81" y="141"/>
                  <a:pt x="82" y="141"/>
                </a:cubicBezTo>
                <a:cubicBezTo>
                  <a:pt x="82" y="141"/>
                  <a:pt x="82" y="141"/>
                  <a:pt x="82" y="141"/>
                </a:cubicBezTo>
                <a:cubicBezTo>
                  <a:pt x="82" y="142"/>
                  <a:pt x="82" y="142"/>
                  <a:pt x="83" y="142"/>
                </a:cubicBezTo>
                <a:cubicBezTo>
                  <a:pt x="83" y="142"/>
                  <a:pt x="83" y="142"/>
                  <a:pt x="83" y="142"/>
                </a:cubicBezTo>
                <a:cubicBezTo>
                  <a:pt x="83" y="142"/>
                  <a:pt x="83" y="142"/>
                  <a:pt x="84" y="142"/>
                </a:cubicBezTo>
                <a:cubicBezTo>
                  <a:pt x="85" y="142"/>
                  <a:pt x="86" y="143"/>
                  <a:pt x="86" y="144"/>
                </a:cubicBezTo>
                <a:cubicBezTo>
                  <a:pt x="86" y="144"/>
                  <a:pt x="86" y="145"/>
                  <a:pt x="86" y="145"/>
                </a:cubicBezTo>
                <a:cubicBezTo>
                  <a:pt x="87" y="146"/>
                  <a:pt x="87" y="146"/>
                  <a:pt x="87" y="146"/>
                </a:cubicBezTo>
                <a:cubicBezTo>
                  <a:pt x="88" y="146"/>
                  <a:pt x="89" y="146"/>
                  <a:pt x="91" y="146"/>
                </a:cubicBezTo>
                <a:cubicBezTo>
                  <a:pt x="91" y="146"/>
                  <a:pt x="91" y="146"/>
                  <a:pt x="91" y="146"/>
                </a:cubicBezTo>
                <a:cubicBezTo>
                  <a:pt x="91" y="146"/>
                  <a:pt x="92" y="145"/>
                  <a:pt x="92" y="145"/>
                </a:cubicBezTo>
                <a:cubicBezTo>
                  <a:pt x="92" y="143"/>
                  <a:pt x="93" y="143"/>
                  <a:pt x="95" y="143"/>
                </a:cubicBezTo>
                <a:cubicBezTo>
                  <a:pt x="95" y="142"/>
                  <a:pt x="95" y="142"/>
                  <a:pt x="95" y="141"/>
                </a:cubicBezTo>
                <a:cubicBezTo>
                  <a:pt x="95" y="141"/>
                  <a:pt x="95" y="141"/>
                  <a:pt x="95" y="141"/>
                </a:cubicBezTo>
                <a:cubicBezTo>
                  <a:pt x="95" y="140"/>
                  <a:pt x="94" y="140"/>
                  <a:pt x="94" y="139"/>
                </a:cubicBezTo>
                <a:cubicBezTo>
                  <a:pt x="92" y="138"/>
                  <a:pt x="93" y="136"/>
                  <a:pt x="92" y="135"/>
                </a:cubicBezTo>
                <a:cubicBezTo>
                  <a:pt x="92" y="134"/>
                  <a:pt x="92" y="133"/>
                  <a:pt x="92" y="132"/>
                </a:cubicBezTo>
                <a:cubicBezTo>
                  <a:pt x="92" y="130"/>
                  <a:pt x="90" y="128"/>
                  <a:pt x="92" y="126"/>
                </a:cubicBezTo>
                <a:cubicBezTo>
                  <a:pt x="92" y="125"/>
                  <a:pt x="92" y="125"/>
                  <a:pt x="92" y="124"/>
                </a:cubicBezTo>
                <a:cubicBezTo>
                  <a:pt x="92" y="124"/>
                  <a:pt x="92" y="124"/>
                  <a:pt x="92" y="124"/>
                </a:cubicBezTo>
                <a:cubicBezTo>
                  <a:pt x="91" y="122"/>
                  <a:pt x="91" y="121"/>
                  <a:pt x="92" y="121"/>
                </a:cubicBezTo>
                <a:cubicBezTo>
                  <a:pt x="93" y="120"/>
                  <a:pt x="93" y="120"/>
                  <a:pt x="94" y="119"/>
                </a:cubicBezTo>
                <a:cubicBezTo>
                  <a:pt x="94" y="119"/>
                  <a:pt x="94" y="119"/>
                  <a:pt x="94" y="119"/>
                </a:cubicBezTo>
                <a:cubicBezTo>
                  <a:pt x="94" y="119"/>
                  <a:pt x="94" y="118"/>
                  <a:pt x="94" y="118"/>
                </a:cubicBezTo>
                <a:cubicBezTo>
                  <a:pt x="94" y="118"/>
                  <a:pt x="94" y="118"/>
                  <a:pt x="95" y="118"/>
                </a:cubicBezTo>
                <a:cubicBezTo>
                  <a:pt x="95" y="117"/>
                  <a:pt x="95" y="117"/>
                  <a:pt x="95" y="117"/>
                </a:cubicBezTo>
                <a:cubicBezTo>
                  <a:pt x="94" y="117"/>
                  <a:pt x="93" y="116"/>
                  <a:pt x="93" y="115"/>
                </a:cubicBezTo>
                <a:cubicBezTo>
                  <a:pt x="93" y="114"/>
                  <a:pt x="94" y="114"/>
                  <a:pt x="95" y="114"/>
                </a:cubicBezTo>
                <a:cubicBezTo>
                  <a:pt x="95" y="113"/>
                  <a:pt x="95" y="112"/>
                  <a:pt x="95" y="112"/>
                </a:cubicBezTo>
                <a:cubicBezTo>
                  <a:pt x="94" y="110"/>
                  <a:pt x="93" y="109"/>
                  <a:pt x="94" y="107"/>
                </a:cubicBezTo>
                <a:cubicBezTo>
                  <a:pt x="94" y="106"/>
                  <a:pt x="94" y="106"/>
                  <a:pt x="94" y="105"/>
                </a:cubicBezTo>
                <a:cubicBezTo>
                  <a:pt x="95" y="104"/>
                  <a:pt x="95" y="103"/>
                  <a:pt x="94" y="102"/>
                </a:cubicBezTo>
                <a:cubicBezTo>
                  <a:pt x="93" y="102"/>
                  <a:pt x="94" y="101"/>
                  <a:pt x="94" y="101"/>
                </a:cubicBezTo>
                <a:cubicBezTo>
                  <a:pt x="93" y="101"/>
                  <a:pt x="92" y="100"/>
                  <a:pt x="92" y="99"/>
                </a:cubicBezTo>
                <a:cubicBezTo>
                  <a:pt x="91" y="99"/>
                  <a:pt x="91" y="98"/>
                  <a:pt x="91" y="98"/>
                </a:cubicBezTo>
                <a:cubicBezTo>
                  <a:pt x="91" y="95"/>
                  <a:pt x="92" y="94"/>
                  <a:pt x="94" y="93"/>
                </a:cubicBezTo>
                <a:cubicBezTo>
                  <a:pt x="94" y="93"/>
                  <a:pt x="94" y="93"/>
                  <a:pt x="94" y="93"/>
                </a:cubicBezTo>
                <a:cubicBezTo>
                  <a:pt x="93" y="92"/>
                  <a:pt x="93" y="91"/>
                  <a:pt x="93" y="91"/>
                </a:cubicBezTo>
                <a:cubicBezTo>
                  <a:pt x="94" y="90"/>
                  <a:pt x="94" y="90"/>
                  <a:pt x="94" y="89"/>
                </a:cubicBezTo>
                <a:cubicBezTo>
                  <a:pt x="93" y="88"/>
                  <a:pt x="94" y="87"/>
                  <a:pt x="94" y="86"/>
                </a:cubicBezTo>
                <a:cubicBezTo>
                  <a:pt x="94" y="86"/>
                  <a:pt x="94" y="86"/>
                  <a:pt x="94" y="86"/>
                </a:cubicBezTo>
                <a:cubicBezTo>
                  <a:pt x="94" y="85"/>
                  <a:pt x="94" y="85"/>
                  <a:pt x="95" y="85"/>
                </a:cubicBezTo>
                <a:cubicBezTo>
                  <a:pt x="95" y="84"/>
                  <a:pt x="95" y="84"/>
                  <a:pt x="95" y="84"/>
                </a:cubicBezTo>
                <a:cubicBezTo>
                  <a:pt x="94" y="84"/>
                  <a:pt x="94" y="83"/>
                  <a:pt x="94" y="82"/>
                </a:cubicBezTo>
                <a:cubicBezTo>
                  <a:pt x="95" y="82"/>
                  <a:pt x="95" y="81"/>
                  <a:pt x="96" y="80"/>
                </a:cubicBezTo>
                <a:cubicBezTo>
                  <a:pt x="95" y="78"/>
                  <a:pt x="97" y="77"/>
                  <a:pt x="97" y="75"/>
                </a:cubicBezTo>
                <a:cubicBezTo>
                  <a:pt x="97" y="75"/>
                  <a:pt x="98" y="74"/>
                  <a:pt x="97" y="73"/>
                </a:cubicBezTo>
                <a:cubicBezTo>
                  <a:pt x="97" y="73"/>
                  <a:pt x="96" y="73"/>
                  <a:pt x="96" y="72"/>
                </a:cubicBezTo>
                <a:cubicBezTo>
                  <a:pt x="95" y="71"/>
                  <a:pt x="96" y="70"/>
                  <a:pt x="96" y="70"/>
                </a:cubicBezTo>
                <a:cubicBezTo>
                  <a:pt x="96" y="69"/>
                  <a:pt x="97" y="68"/>
                  <a:pt x="98" y="68"/>
                </a:cubicBezTo>
                <a:cubicBezTo>
                  <a:pt x="99" y="68"/>
                  <a:pt x="100" y="68"/>
                  <a:pt x="101" y="68"/>
                </a:cubicBezTo>
                <a:cubicBezTo>
                  <a:pt x="102" y="68"/>
                  <a:pt x="103" y="68"/>
                  <a:pt x="103" y="67"/>
                </a:cubicBezTo>
                <a:cubicBezTo>
                  <a:pt x="103" y="66"/>
                  <a:pt x="103" y="66"/>
                  <a:pt x="103" y="65"/>
                </a:cubicBezTo>
                <a:cubicBezTo>
                  <a:pt x="103" y="65"/>
                  <a:pt x="103" y="65"/>
                  <a:pt x="104" y="64"/>
                </a:cubicBezTo>
                <a:cubicBezTo>
                  <a:pt x="105" y="64"/>
                  <a:pt x="105" y="65"/>
                  <a:pt x="105" y="65"/>
                </a:cubicBezTo>
                <a:cubicBezTo>
                  <a:pt x="106" y="65"/>
                  <a:pt x="106" y="66"/>
                  <a:pt x="107" y="66"/>
                </a:cubicBezTo>
                <a:cubicBezTo>
                  <a:pt x="107" y="67"/>
                  <a:pt x="107" y="67"/>
                  <a:pt x="107" y="67"/>
                </a:cubicBezTo>
                <a:cubicBezTo>
                  <a:pt x="107" y="67"/>
                  <a:pt x="107" y="67"/>
                  <a:pt x="107" y="67"/>
                </a:cubicBezTo>
                <a:cubicBezTo>
                  <a:pt x="107" y="67"/>
                  <a:pt x="107" y="67"/>
                  <a:pt x="107" y="67"/>
                </a:cubicBezTo>
                <a:cubicBezTo>
                  <a:pt x="107" y="67"/>
                  <a:pt x="107" y="67"/>
                  <a:pt x="107" y="67"/>
                </a:cubicBezTo>
                <a:cubicBezTo>
                  <a:pt x="108" y="66"/>
                  <a:pt x="108" y="66"/>
                  <a:pt x="109" y="66"/>
                </a:cubicBezTo>
                <a:cubicBezTo>
                  <a:pt x="109" y="65"/>
                  <a:pt x="110" y="65"/>
                  <a:pt x="110" y="65"/>
                </a:cubicBezTo>
                <a:cubicBezTo>
                  <a:pt x="112" y="65"/>
                  <a:pt x="113" y="64"/>
                  <a:pt x="114" y="65"/>
                </a:cubicBezTo>
                <a:cubicBezTo>
                  <a:pt x="115" y="65"/>
                  <a:pt x="115" y="65"/>
                  <a:pt x="115" y="65"/>
                </a:cubicBezTo>
                <a:cubicBezTo>
                  <a:pt x="117" y="66"/>
                  <a:pt x="118" y="67"/>
                  <a:pt x="120" y="68"/>
                </a:cubicBezTo>
                <a:cubicBezTo>
                  <a:pt x="121" y="68"/>
                  <a:pt x="123" y="69"/>
                  <a:pt x="124" y="70"/>
                </a:cubicBezTo>
                <a:cubicBezTo>
                  <a:pt x="124" y="70"/>
                  <a:pt x="124" y="70"/>
                  <a:pt x="124" y="70"/>
                </a:cubicBezTo>
                <a:cubicBezTo>
                  <a:pt x="124" y="70"/>
                  <a:pt x="125" y="70"/>
                  <a:pt x="125" y="70"/>
                </a:cubicBezTo>
                <a:cubicBezTo>
                  <a:pt x="126" y="71"/>
                  <a:pt x="127" y="71"/>
                  <a:pt x="128" y="72"/>
                </a:cubicBezTo>
                <a:cubicBezTo>
                  <a:pt x="128" y="72"/>
                  <a:pt x="129" y="71"/>
                  <a:pt x="129" y="72"/>
                </a:cubicBezTo>
                <a:cubicBezTo>
                  <a:pt x="131" y="73"/>
                  <a:pt x="134" y="73"/>
                  <a:pt x="136" y="74"/>
                </a:cubicBezTo>
                <a:cubicBezTo>
                  <a:pt x="137" y="74"/>
                  <a:pt x="137" y="74"/>
                  <a:pt x="138" y="74"/>
                </a:cubicBezTo>
                <a:cubicBezTo>
                  <a:pt x="138" y="74"/>
                  <a:pt x="138" y="74"/>
                  <a:pt x="138" y="74"/>
                </a:cubicBezTo>
                <a:cubicBezTo>
                  <a:pt x="138" y="72"/>
                  <a:pt x="139" y="71"/>
                  <a:pt x="141" y="72"/>
                </a:cubicBezTo>
                <a:cubicBezTo>
                  <a:pt x="142" y="71"/>
                  <a:pt x="143" y="71"/>
                  <a:pt x="143" y="69"/>
                </a:cubicBezTo>
                <a:cubicBezTo>
                  <a:pt x="143" y="69"/>
                  <a:pt x="143" y="68"/>
                  <a:pt x="143" y="68"/>
                </a:cubicBezTo>
                <a:cubicBezTo>
                  <a:pt x="143" y="67"/>
                  <a:pt x="143" y="67"/>
                  <a:pt x="143" y="66"/>
                </a:cubicBezTo>
                <a:cubicBezTo>
                  <a:pt x="142" y="66"/>
                  <a:pt x="143" y="65"/>
                  <a:pt x="143" y="65"/>
                </a:cubicBezTo>
                <a:cubicBezTo>
                  <a:pt x="143" y="65"/>
                  <a:pt x="143" y="64"/>
                  <a:pt x="143" y="64"/>
                </a:cubicBezTo>
                <a:cubicBezTo>
                  <a:pt x="144" y="65"/>
                  <a:pt x="144" y="65"/>
                  <a:pt x="144" y="66"/>
                </a:cubicBezTo>
                <a:cubicBezTo>
                  <a:pt x="144" y="66"/>
                  <a:pt x="144" y="66"/>
                  <a:pt x="144" y="66"/>
                </a:cubicBezTo>
                <a:cubicBezTo>
                  <a:pt x="144" y="66"/>
                  <a:pt x="144" y="66"/>
                  <a:pt x="144" y="66"/>
                </a:cubicBezTo>
                <a:cubicBezTo>
                  <a:pt x="144" y="66"/>
                  <a:pt x="145" y="66"/>
                  <a:pt x="146" y="66"/>
                </a:cubicBezTo>
                <a:cubicBezTo>
                  <a:pt x="147" y="67"/>
                  <a:pt x="148" y="69"/>
                  <a:pt x="149" y="70"/>
                </a:cubicBezTo>
                <a:cubicBezTo>
                  <a:pt x="150" y="72"/>
                  <a:pt x="150" y="73"/>
                  <a:pt x="149" y="74"/>
                </a:cubicBezTo>
                <a:cubicBezTo>
                  <a:pt x="148" y="76"/>
                  <a:pt x="147" y="77"/>
                  <a:pt x="145" y="79"/>
                </a:cubicBezTo>
                <a:cubicBezTo>
                  <a:pt x="145" y="79"/>
                  <a:pt x="145" y="79"/>
                  <a:pt x="145" y="80"/>
                </a:cubicBezTo>
                <a:cubicBezTo>
                  <a:pt x="146" y="82"/>
                  <a:pt x="146" y="85"/>
                  <a:pt x="145" y="87"/>
                </a:cubicBezTo>
                <a:cubicBezTo>
                  <a:pt x="145" y="88"/>
                  <a:pt x="145" y="89"/>
                  <a:pt x="145" y="91"/>
                </a:cubicBezTo>
                <a:cubicBezTo>
                  <a:pt x="146" y="92"/>
                  <a:pt x="146" y="93"/>
                  <a:pt x="146" y="95"/>
                </a:cubicBezTo>
                <a:cubicBezTo>
                  <a:pt x="146" y="95"/>
                  <a:pt x="146" y="96"/>
                  <a:pt x="147" y="97"/>
                </a:cubicBezTo>
                <a:cubicBezTo>
                  <a:pt x="147" y="98"/>
                  <a:pt x="148" y="100"/>
                  <a:pt x="149" y="101"/>
                </a:cubicBezTo>
                <a:cubicBezTo>
                  <a:pt x="149" y="102"/>
                  <a:pt x="151" y="102"/>
                  <a:pt x="152" y="102"/>
                </a:cubicBezTo>
                <a:cubicBezTo>
                  <a:pt x="153" y="101"/>
                  <a:pt x="153" y="102"/>
                  <a:pt x="154" y="102"/>
                </a:cubicBezTo>
                <a:cubicBezTo>
                  <a:pt x="154" y="103"/>
                  <a:pt x="154" y="104"/>
                  <a:pt x="154" y="105"/>
                </a:cubicBezTo>
                <a:cubicBezTo>
                  <a:pt x="154" y="105"/>
                  <a:pt x="155" y="106"/>
                  <a:pt x="154" y="106"/>
                </a:cubicBezTo>
                <a:cubicBezTo>
                  <a:pt x="154" y="107"/>
                  <a:pt x="154" y="108"/>
                  <a:pt x="154" y="109"/>
                </a:cubicBezTo>
                <a:cubicBezTo>
                  <a:pt x="155" y="109"/>
                  <a:pt x="155" y="109"/>
                  <a:pt x="156" y="109"/>
                </a:cubicBezTo>
                <a:cubicBezTo>
                  <a:pt x="157" y="108"/>
                  <a:pt x="157" y="109"/>
                  <a:pt x="157" y="110"/>
                </a:cubicBezTo>
                <a:cubicBezTo>
                  <a:pt x="157" y="111"/>
                  <a:pt x="157" y="112"/>
                  <a:pt x="156" y="113"/>
                </a:cubicBezTo>
                <a:cubicBezTo>
                  <a:pt x="156" y="114"/>
                  <a:pt x="157" y="115"/>
                  <a:pt x="156" y="116"/>
                </a:cubicBezTo>
                <a:cubicBezTo>
                  <a:pt x="156" y="117"/>
                  <a:pt x="155" y="117"/>
                  <a:pt x="155" y="118"/>
                </a:cubicBezTo>
                <a:cubicBezTo>
                  <a:pt x="155" y="119"/>
                  <a:pt x="156" y="119"/>
                  <a:pt x="155" y="120"/>
                </a:cubicBezTo>
                <a:cubicBezTo>
                  <a:pt x="155" y="120"/>
                  <a:pt x="155" y="120"/>
                  <a:pt x="155" y="120"/>
                </a:cubicBezTo>
                <a:cubicBezTo>
                  <a:pt x="154" y="122"/>
                  <a:pt x="153" y="124"/>
                  <a:pt x="152" y="126"/>
                </a:cubicBezTo>
                <a:cubicBezTo>
                  <a:pt x="152" y="126"/>
                  <a:pt x="152" y="127"/>
                  <a:pt x="151" y="127"/>
                </a:cubicBezTo>
                <a:cubicBezTo>
                  <a:pt x="151" y="127"/>
                  <a:pt x="151" y="127"/>
                  <a:pt x="151" y="127"/>
                </a:cubicBezTo>
                <a:cubicBezTo>
                  <a:pt x="151" y="128"/>
                  <a:pt x="150" y="128"/>
                  <a:pt x="150" y="128"/>
                </a:cubicBezTo>
                <a:cubicBezTo>
                  <a:pt x="150" y="128"/>
                  <a:pt x="150" y="128"/>
                  <a:pt x="150" y="128"/>
                </a:cubicBezTo>
                <a:cubicBezTo>
                  <a:pt x="150" y="128"/>
                  <a:pt x="150" y="128"/>
                  <a:pt x="150" y="128"/>
                </a:cubicBezTo>
                <a:cubicBezTo>
                  <a:pt x="150" y="129"/>
                  <a:pt x="150" y="130"/>
                  <a:pt x="149" y="131"/>
                </a:cubicBezTo>
                <a:cubicBezTo>
                  <a:pt x="150" y="131"/>
                  <a:pt x="150" y="132"/>
                  <a:pt x="149" y="133"/>
                </a:cubicBezTo>
                <a:cubicBezTo>
                  <a:pt x="149" y="134"/>
                  <a:pt x="148" y="135"/>
                  <a:pt x="150" y="135"/>
                </a:cubicBezTo>
                <a:cubicBezTo>
                  <a:pt x="150" y="135"/>
                  <a:pt x="150" y="135"/>
                  <a:pt x="150" y="136"/>
                </a:cubicBezTo>
                <a:cubicBezTo>
                  <a:pt x="149" y="137"/>
                  <a:pt x="149" y="137"/>
                  <a:pt x="148" y="138"/>
                </a:cubicBezTo>
                <a:cubicBezTo>
                  <a:pt x="146" y="139"/>
                  <a:pt x="145" y="141"/>
                  <a:pt x="145" y="143"/>
                </a:cubicBezTo>
                <a:cubicBezTo>
                  <a:pt x="144" y="143"/>
                  <a:pt x="144" y="144"/>
                  <a:pt x="143" y="143"/>
                </a:cubicBezTo>
                <a:cubicBezTo>
                  <a:pt x="143" y="143"/>
                  <a:pt x="143" y="142"/>
                  <a:pt x="144" y="142"/>
                </a:cubicBezTo>
                <a:cubicBezTo>
                  <a:pt x="144" y="142"/>
                  <a:pt x="144" y="141"/>
                  <a:pt x="144" y="141"/>
                </a:cubicBezTo>
                <a:cubicBezTo>
                  <a:pt x="146" y="140"/>
                  <a:pt x="146" y="138"/>
                  <a:pt x="147" y="137"/>
                </a:cubicBezTo>
                <a:cubicBezTo>
                  <a:pt x="147" y="137"/>
                  <a:pt x="147" y="137"/>
                  <a:pt x="146" y="137"/>
                </a:cubicBezTo>
                <a:cubicBezTo>
                  <a:pt x="145" y="137"/>
                  <a:pt x="146" y="138"/>
                  <a:pt x="145" y="138"/>
                </a:cubicBezTo>
                <a:cubicBezTo>
                  <a:pt x="145" y="139"/>
                  <a:pt x="144" y="139"/>
                  <a:pt x="143" y="139"/>
                </a:cubicBezTo>
                <a:cubicBezTo>
                  <a:pt x="143" y="140"/>
                  <a:pt x="143" y="140"/>
                  <a:pt x="142" y="140"/>
                </a:cubicBezTo>
                <a:cubicBezTo>
                  <a:pt x="140" y="141"/>
                  <a:pt x="139" y="142"/>
                  <a:pt x="137" y="142"/>
                </a:cubicBezTo>
                <a:cubicBezTo>
                  <a:pt x="137" y="143"/>
                  <a:pt x="136" y="143"/>
                  <a:pt x="136" y="143"/>
                </a:cubicBezTo>
                <a:cubicBezTo>
                  <a:pt x="135" y="143"/>
                  <a:pt x="135" y="144"/>
                  <a:pt x="134" y="144"/>
                </a:cubicBezTo>
                <a:cubicBezTo>
                  <a:pt x="134" y="145"/>
                  <a:pt x="133" y="145"/>
                  <a:pt x="133" y="146"/>
                </a:cubicBezTo>
                <a:cubicBezTo>
                  <a:pt x="133" y="146"/>
                  <a:pt x="132" y="147"/>
                  <a:pt x="132" y="147"/>
                </a:cubicBezTo>
                <a:cubicBezTo>
                  <a:pt x="130" y="148"/>
                  <a:pt x="130" y="150"/>
                  <a:pt x="130" y="152"/>
                </a:cubicBezTo>
                <a:cubicBezTo>
                  <a:pt x="131" y="152"/>
                  <a:pt x="131" y="153"/>
                  <a:pt x="131" y="153"/>
                </a:cubicBezTo>
                <a:cubicBezTo>
                  <a:pt x="132" y="153"/>
                  <a:pt x="134" y="153"/>
                  <a:pt x="132" y="155"/>
                </a:cubicBezTo>
                <a:cubicBezTo>
                  <a:pt x="133" y="157"/>
                  <a:pt x="131" y="158"/>
                  <a:pt x="130" y="159"/>
                </a:cubicBezTo>
                <a:cubicBezTo>
                  <a:pt x="130" y="160"/>
                  <a:pt x="130" y="160"/>
                  <a:pt x="129" y="160"/>
                </a:cubicBezTo>
                <a:cubicBezTo>
                  <a:pt x="129" y="160"/>
                  <a:pt x="129" y="161"/>
                  <a:pt x="129" y="161"/>
                </a:cubicBezTo>
                <a:cubicBezTo>
                  <a:pt x="129" y="162"/>
                  <a:pt x="129" y="164"/>
                  <a:pt x="128" y="165"/>
                </a:cubicBezTo>
                <a:cubicBezTo>
                  <a:pt x="127" y="165"/>
                  <a:pt x="127" y="165"/>
                  <a:pt x="126" y="165"/>
                </a:cubicBezTo>
                <a:cubicBezTo>
                  <a:pt x="126" y="165"/>
                  <a:pt x="126" y="166"/>
                  <a:pt x="126" y="166"/>
                </a:cubicBezTo>
                <a:cubicBezTo>
                  <a:pt x="126" y="168"/>
                  <a:pt x="126" y="169"/>
                  <a:pt x="127" y="170"/>
                </a:cubicBezTo>
                <a:cubicBezTo>
                  <a:pt x="128" y="170"/>
                  <a:pt x="128" y="170"/>
                  <a:pt x="128" y="171"/>
                </a:cubicBezTo>
                <a:cubicBezTo>
                  <a:pt x="129" y="171"/>
                  <a:pt x="129" y="171"/>
                  <a:pt x="129" y="172"/>
                </a:cubicBezTo>
                <a:cubicBezTo>
                  <a:pt x="130" y="173"/>
                  <a:pt x="130" y="174"/>
                  <a:pt x="130" y="175"/>
                </a:cubicBezTo>
                <a:cubicBezTo>
                  <a:pt x="130" y="175"/>
                  <a:pt x="131" y="176"/>
                  <a:pt x="131" y="176"/>
                </a:cubicBezTo>
                <a:cubicBezTo>
                  <a:pt x="132" y="177"/>
                  <a:pt x="132" y="178"/>
                  <a:pt x="132" y="179"/>
                </a:cubicBezTo>
                <a:cubicBezTo>
                  <a:pt x="133" y="180"/>
                  <a:pt x="133" y="181"/>
                  <a:pt x="134" y="182"/>
                </a:cubicBezTo>
                <a:cubicBezTo>
                  <a:pt x="134" y="183"/>
                  <a:pt x="135" y="183"/>
                  <a:pt x="135" y="184"/>
                </a:cubicBezTo>
                <a:cubicBezTo>
                  <a:pt x="136" y="184"/>
                  <a:pt x="137" y="185"/>
                  <a:pt x="137" y="186"/>
                </a:cubicBezTo>
                <a:cubicBezTo>
                  <a:pt x="137" y="186"/>
                  <a:pt x="137" y="186"/>
                  <a:pt x="137" y="186"/>
                </a:cubicBezTo>
                <a:cubicBezTo>
                  <a:pt x="136" y="186"/>
                  <a:pt x="135" y="187"/>
                  <a:pt x="134" y="188"/>
                </a:cubicBezTo>
                <a:cubicBezTo>
                  <a:pt x="134" y="188"/>
                  <a:pt x="134" y="189"/>
                  <a:pt x="135" y="190"/>
                </a:cubicBezTo>
                <a:cubicBezTo>
                  <a:pt x="135" y="191"/>
                  <a:pt x="135" y="192"/>
                  <a:pt x="135" y="193"/>
                </a:cubicBezTo>
                <a:cubicBezTo>
                  <a:pt x="135" y="195"/>
                  <a:pt x="137" y="196"/>
                  <a:pt x="138" y="198"/>
                </a:cubicBezTo>
                <a:cubicBezTo>
                  <a:pt x="139" y="198"/>
                  <a:pt x="139" y="199"/>
                  <a:pt x="139" y="199"/>
                </a:cubicBezTo>
                <a:cubicBezTo>
                  <a:pt x="139" y="200"/>
                  <a:pt x="139" y="200"/>
                  <a:pt x="139" y="201"/>
                </a:cubicBezTo>
                <a:cubicBezTo>
                  <a:pt x="138" y="202"/>
                  <a:pt x="139" y="203"/>
                  <a:pt x="140" y="204"/>
                </a:cubicBezTo>
                <a:cubicBezTo>
                  <a:pt x="142" y="205"/>
                  <a:pt x="143" y="206"/>
                  <a:pt x="145" y="207"/>
                </a:cubicBezTo>
                <a:cubicBezTo>
                  <a:pt x="148" y="208"/>
                  <a:pt x="150" y="209"/>
                  <a:pt x="153" y="210"/>
                </a:cubicBezTo>
                <a:cubicBezTo>
                  <a:pt x="154" y="210"/>
                  <a:pt x="154" y="210"/>
                  <a:pt x="155" y="210"/>
                </a:cubicBezTo>
                <a:cubicBezTo>
                  <a:pt x="155" y="210"/>
                  <a:pt x="155" y="209"/>
                  <a:pt x="155" y="209"/>
                </a:cubicBezTo>
                <a:cubicBezTo>
                  <a:pt x="154" y="209"/>
                  <a:pt x="153" y="209"/>
                  <a:pt x="153" y="208"/>
                </a:cubicBezTo>
                <a:cubicBezTo>
                  <a:pt x="154" y="207"/>
                  <a:pt x="155" y="208"/>
                  <a:pt x="156" y="208"/>
                </a:cubicBezTo>
                <a:cubicBezTo>
                  <a:pt x="156" y="208"/>
                  <a:pt x="156" y="208"/>
                  <a:pt x="156" y="208"/>
                </a:cubicBezTo>
                <a:cubicBezTo>
                  <a:pt x="156" y="206"/>
                  <a:pt x="155" y="205"/>
                  <a:pt x="154" y="205"/>
                </a:cubicBezTo>
                <a:cubicBezTo>
                  <a:pt x="153" y="205"/>
                  <a:pt x="153" y="204"/>
                  <a:pt x="152" y="203"/>
                </a:cubicBezTo>
                <a:cubicBezTo>
                  <a:pt x="152" y="203"/>
                  <a:pt x="152" y="202"/>
                  <a:pt x="153" y="201"/>
                </a:cubicBezTo>
                <a:cubicBezTo>
                  <a:pt x="153" y="201"/>
                  <a:pt x="154" y="201"/>
                  <a:pt x="154" y="200"/>
                </a:cubicBezTo>
                <a:cubicBezTo>
                  <a:pt x="154" y="200"/>
                  <a:pt x="155" y="200"/>
                  <a:pt x="155" y="200"/>
                </a:cubicBezTo>
                <a:cubicBezTo>
                  <a:pt x="155" y="200"/>
                  <a:pt x="155" y="200"/>
                  <a:pt x="155" y="201"/>
                </a:cubicBezTo>
                <a:cubicBezTo>
                  <a:pt x="155" y="201"/>
                  <a:pt x="154" y="203"/>
                  <a:pt x="156" y="203"/>
                </a:cubicBezTo>
                <a:cubicBezTo>
                  <a:pt x="156" y="203"/>
                  <a:pt x="156" y="203"/>
                  <a:pt x="156" y="203"/>
                </a:cubicBezTo>
                <a:cubicBezTo>
                  <a:pt x="157" y="203"/>
                  <a:pt x="157" y="203"/>
                  <a:pt x="157" y="202"/>
                </a:cubicBezTo>
                <a:cubicBezTo>
                  <a:pt x="157" y="201"/>
                  <a:pt x="157" y="200"/>
                  <a:pt x="158" y="200"/>
                </a:cubicBezTo>
                <a:cubicBezTo>
                  <a:pt x="157" y="198"/>
                  <a:pt x="158" y="198"/>
                  <a:pt x="159" y="197"/>
                </a:cubicBezTo>
                <a:cubicBezTo>
                  <a:pt x="161" y="196"/>
                  <a:pt x="162" y="196"/>
                  <a:pt x="164" y="196"/>
                </a:cubicBezTo>
                <a:cubicBezTo>
                  <a:pt x="165" y="196"/>
                  <a:pt x="166" y="197"/>
                  <a:pt x="167" y="197"/>
                </a:cubicBezTo>
                <a:cubicBezTo>
                  <a:pt x="167" y="196"/>
                  <a:pt x="167" y="196"/>
                  <a:pt x="167" y="196"/>
                </a:cubicBezTo>
                <a:cubicBezTo>
                  <a:pt x="167" y="196"/>
                  <a:pt x="167" y="196"/>
                  <a:pt x="167" y="196"/>
                </a:cubicBezTo>
                <a:cubicBezTo>
                  <a:pt x="167" y="196"/>
                  <a:pt x="167" y="196"/>
                  <a:pt x="167" y="196"/>
                </a:cubicBezTo>
                <a:cubicBezTo>
                  <a:pt x="169" y="196"/>
                  <a:pt x="170" y="196"/>
                  <a:pt x="171" y="197"/>
                </a:cubicBezTo>
                <a:cubicBezTo>
                  <a:pt x="172" y="197"/>
                  <a:pt x="173" y="197"/>
                  <a:pt x="174" y="198"/>
                </a:cubicBezTo>
                <a:cubicBezTo>
                  <a:pt x="175" y="199"/>
                  <a:pt x="176" y="200"/>
                  <a:pt x="177" y="201"/>
                </a:cubicBezTo>
                <a:cubicBezTo>
                  <a:pt x="178" y="202"/>
                  <a:pt x="179" y="202"/>
                  <a:pt x="179" y="204"/>
                </a:cubicBezTo>
                <a:cubicBezTo>
                  <a:pt x="178" y="205"/>
                  <a:pt x="179" y="205"/>
                  <a:pt x="180" y="206"/>
                </a:cubicBezTo>
                <a:cubicBezTo>
                  <a:pt x="181" y="206"/>
                  <a:pt x="180" y="207"/>
                  <a:pt x="181" y="208"/>
                </a:cubicBezTo>
                <a:cubicBezTo>
                  <a:pt x="181" y="208"/>
                  <a:pt x="181" y="209"/>
                  <a:pt x="180" y="209"/>
                </a:cubicBezTo>
                <a:cubicBezTo>
                  <a:pt x="180" y="210"/>
                  <a:pt x="180" y="210"/>
                  <a:pt x="180" y="211"/>
                </a:cubicBezTo>
                <a:cubicBezTo>
                  <a:pt x="179" y="212"/>
                  <a:pt x="180" y="213"/>
                  <a:pt x="182" y="214"/>
                </a:cubicBezTo>
                <a:cubicBezTo>
                  <a:pt x="182" y="214"/>
                  <a:pt x="182" y="214"/>
                  <a:pt x="182" y="214"/>
                </a:cubicBezTo>
                <a:cubicBezTo>
                  <a:pt x="183" y="214"/>
                  <a:pt x="184" y="214"/>
                  <a:pt x="185" y="214"/>
                </a:cubicBezTo>
                <a:cubicBezTo>
                  <a:pt x="185" y="213"/>
                  <a:pt x="186" y="213"/>
                  <a:pt x="187" y="213"/>
                </a:cubicBezTo>
                <a:cubicBezTo>
                  <a:pt x="187" y="212"/>
                  <a:pt x="187" y="212"/>
                  <a:pt x="187" y="212"/>
                </a:cubicBezTo>
                <a:cubicBezTo>
                  <a:pt x="186" y="211"/>
                  <a:pt x="187" y="210"/>
                  <a:pt x="187" y="209"/>
                </a:cubicBezTo>
                <a:cubicBezTo>
                  <a:pt x="186" y="208"/>
                  <a:pt x="187" y="208"/>
                  <a:pt x="187" y="207"/>
                </a:cubicBezTo>
                <a:cubicBezTo>
                  <a:pt x="187" y="207"/>
                  <a:pt x="187" y="207"/>
                  <a:pt x="186" y="207"/>
                </a:cubicBezTo>
                <a:cubicBezTo>
                  <a:pt x="186" y="207"/>
                  <a:pt x="185" y="206"/>
                  <a:pt x="185" y="206"/>
                </a:cubicBezTo>
                <a:cubicBezTo>
                  <a:pt x="184" y="205"/>
                  <a:pt x="183" y="204"/>
                  <a:pt x="184" y="203"/>
                </a:cubicBezTo>
                <a:cubicBezTo>
                  <a:pt x="184" y="203"/>
                  <a:pt x="185" y="202"/>
                  <a:pt x="186" y="203"/>
                </a:cubicBezTo>
                <a:cubicBezTo>
                  <a:pt x="186" y="203"/>
                  <a:pt x="187" y="204"/>
                  <a:pt x="188" y="203"/>
                </a:cubicBezTo>
                <a:cubicBezTo>
                  <a:pt x="189" y="202"/>
                  <a:pt x="189" y="204"/>
                  <a:pt x="189" y="204"/>
                </a:cubicBezTo>
                <a:cubicBezTo>
                  <a:pt x="190" y="204"/>
                  <a:pt x="190" y="205"/>
                  <a:pt x="190" y="205"/>
                </a:cubicBezTo>
                <a:cubicBezTo>
                  <a:pt x="190" y="205"/>
                  <a:pt x="190" y="206"/>
                  <a:pt x="190" y="206"/>
                </a:cubicBezTo>
                <a:cubicBezTo>
                  <a:pt x="190" y="207"/>
                  <a:pt x="191" y="207"/>
                  <a:pt x="191" y="207"/>
                </a:cubicBezTo>
                <a:cubicBezTo>
                  <a:pt x="193" y="206"/>
                  <a:pt x="194" y="207"/>
                  <a:pt x="195" y="207"/>
                </a:cubicBezTo>
                <a:cubicBezTo>
                  <a:pt x="197" y="207"/>
                  <a:pt x="198" y="209"/>
                  <a:pt x="199" y="207"/>
                </a:cubicBezTo>
                <a:cubicBezTo>
                  <a:pt x="200" y="206"/>
                  <a:pt x="200" y="207"/>
                  <a:pt x="200" y="207"/>
                </a:cubicBezTo>
                <a:cubicBezTo>
                  <a:pt x="200" y="208"/>
                  <a:pt x="201" y="208"/>
                  <a:pt x="202" y="209"/>
                </a:cubicBezTo>
                <a:cubicBezTo>
                  <a:pt x="203" y="209"/>
                  <a:pt x="203" y="210"/>
                  <a:pt x="204" y="210"/>
                </a:cubicBezTo>
                <a:cubicBezTo>
                  <a:pt x="206" y="210"/>
                  <a:pt x="207" y="210"/>
                  <a:pt x="208" y="211"/>
                </a:cubicBezTo>
                <a:cubicBezTo>
                  <a:pt x="208" y="212"/>
                  <a:pt x="208" y="212"/>
                  <a:pt x="208" y="212"/>
                </a:cubicBezTo>
                <a:cubicBezTo>
                  <a:pt x="208" y="212"/>
                  <a:pt x="208" y="212"/>
                  <a:pt x="207" y="212"/>
                </a:cubicBezTo>
                <a:cubicBezTo>
                  <a:pt x="206" y="213"/>
                  <a:pt x="206" y="212"/>
                  <a:pt x="205" y="212"/>
                </a:cubicBezTo>
                <a:cubicBezTo>
                  <a:pt x="205" y="212"/>
                  <a:pt x="205" y="212"/>
                  <a:pt x="205" y="212"/>
                </a:cubicBezTo>
                <a:cubicBezTo>
                  <a:pt x="204" y="214"/>
                  <a:pt x="202" y="214"/>
                  <a:pt x="201" y="213"/>
                </a:cubicBezTo>
                <a:cubicBezTo>
                  <a:pt x="199" y="213"/>
                  <a:pt x="198" y="214"/>
                  <a:pt x="196" y="213"/>
                </a:cubicBezTo>
                <a:cubicBezTo>
                  <a:pt x="195" y="214"/>
                  <a:pt x="195" y="216"/>
                  <a:pt x="195" y="218"/>
                </a:cubicBezTo>
                <a:cubicBezTo>
                  <a:pt x="196" y="218"/>
                  <a:pt x="196" y="218"/>
                  <a:pt x="197" y="219"/>
                </a:cubicBezTo>
                <a:cubicBezTo>
                  <a:pt x="197" y="219"/>
                  <a:pt x="197" y="220"/>
                  <a:pt x="197" y="220"/>
                </a:cubicBezTo>
                <a:cubicBezTo>
                  <a:pt x="198" y="220"/>
                  <a:pt x="198" y="220"/>
                  <a:pt x="198" y="220"/>
                </a:cubicBezTo>
                <a:cubicBezTo>
                  <a:pt x="200" y="221"/>
                  <a:pt x="201" y="224"/>
                  <a:pt x="202" y="226"/>
                </a:cubicBezTo>
                <a:cubicBezTo>
                  <a:pt x="203" y="226"/>
                  <a:pt x="204" y="226"/>
                  <a:pt x="204" y="227"/>
                </a:cubicBezTo>
                <a:cubicBezTo>
                  <a:pt x="204" y="227"/>
                  <a:pt x="205" y="227"/>
                  <a:pt x="205" y="227"/>
                </a:cubicBezTo>
                <a:cubicBezTo>
                  <a:pt x="205" y="227"/>
                  <a:pt x="205" y="227"/>
                  <a:pt x="205" y="226"/>
                </a:cubicBezTo>
                <a:cubicBezTo>
                  <a:pt x="205" y="225"/>
                  <a:pt x="205" y="225"/>
                  <a:pt x="204" y="224"/>
                </a:cubicBezTo>
                <a:cubicBezTo>
                  <a:pt x="203" y="224"/>
                  <a:pt x="203" y="224"/>
                  <a:pt x="203" y="223"/>
                </a:cubicBezTo>
                <a:cubicBezTo>
                  <a:pt x="204" y="224"/>
                  <a:pt x="206" y="225"/>
                  <a:pt x="208" y="225"/>
                </a:cubicBezTo>
                <a:cubicBezTo>
                  <a:pt x="207" y="226"/>
                  <a:pt x="206" y="226"/>
                  <a:pt x="206" y="228"/>
                </a:cubicBezTo>
                <a:cubicBezTo>
                  <a:pt x="207" y="228"/>
                  <a:pt x="205" y="228"/>
                  <a:pt x="204" y="228"/>
                </a:cubicBezTo>
                <a:cubicBezTo>
                  <a:pt x="203" y="228"/>
                  <a:pt x="203" y="229"/>
                  <a:pt x="202" y="230"/>
                </a:cubicBezTo>
                <a:cubicBezTo>
                  <a:pt x="202" y="230"/>
                  <a:pt x="202" y="231"/>
                  <a:pt x="202" y="231"/>
                </a:cubicBezTo>
                <a:cubicBezTo>
                  <a:pt x="203" y="231"/>
                  <a:pt x="204" y="232"/>
                  <a:pt x="203" y="233"/>
                </a:cubicBezTo>
                <a:cubicBezTo>
                  <a:pt x="202" y="233"/>
                  <a:pt x="203" y="233"/>
                  <a:pt x="203" y="234"/>
                </a:cubicBezTo>
                <a:cubicBezTo>
                  <a:pt x="204" y="234"/>
                  <a:pt x="204" y="234"/>
                  <a:pt x="204" y="233"/>
                </a:cubicBezTo>
                <a:cubicBezTo>
                  <a:pt x="204" y="233"/>
                  <a:pt x="205" y="233"/>
                  <a:pt x="205" y="232"/>
                </a:cubicBezTo>
                <a:cubicBezTo>
                  <a:pt x="205" y="231"/>
                  <a:pt x="206" y="230"/>
                  <a:pt x="207" y="231"/>
                </a:cubicBezTo>
                <a:cubicBezTo>
                  <a:pt x="208" y="231"/>
                  <a:pt x="209" y="232"/>
                  <a:pt x="209" y="232"/>
                </a:cubicBezTo>
                <a:cubicBezTo>
                  <a:pt x="210" y="233"/>
                  <a:pt x="211" y="233"/>
                  <a:pt x="212" y="234"/>
                </a:cubicBezTo>
                <a:cubicBezTo>
                  <a:pt x="213" y="234"/>
                  <a:pt x="213" y="234"/>
                  <a:pt x="213" y="233"/>
                </a:cubicBezTo>
                <a:cubicBezTo>
                  <a:pt x="213" y="233"/>
                  <a:pt x="214" y="232"/>
                  <a:pt x="215" y="232"/>
                </a:cubicBezTo>
                <a:cubicBezTo>
                  <a:pt x="215" y="232"/>
                  <a:pt x="216" y="232"/>
                  <a:pt x="216" y="233"/>
                </a:cubicBezTo>
                <a:cubicBezTo>
                  <a:pt x="216" y="234"/>
                  <a:pt x="216" y="234"/>
                  <a:pt x="215" y="234"/>
                </a:cubicBezTo>
                <a:close/>
                <a:moveTo>
                  <a:pt x="113" y="171"/>
                </a:moveTo>
                <a:cubicBezTo>
                  <a:pt x="113" y="171"/>
                  <a:pt x="113" y="171"/>
                  <a:pt x="113" y="171"/>
                </a:cubicBezTo>
                <a:cubicBezTo>
                  <a:pt x="113" y="171"/>
                  <a:pt x="113" y="171"/>
                  <a:pt x="113" y="171"/>
                </a:cubicBezTo>
                <a:cubicBezTo>
                  <a:pt x="113" y="171"/>
                  <a:pt x="113" y="171"/>
                  <a:pt x="113" y="171"/>
                </a:cubicBezTo>
                <a:close/>
                <a:moveTo>
                  <a:pt x="171" y="206"/>
                </a:moveTo>
                <a:cubicBezTo>
                  <a:pt x="171" y="206"/>
                  <a:pt x="171" y="206"/>
                  <a:pt x="170" y="205"/>
                </a:cubicBezTo>
                <a:cubicBezTo>
                  <a:pt x="171" y="206"/>
                  <a:pt x="171" y="206"/>
                  <a:pt x="171" y="206"/>
                </a:cubicBezTo>
                <a:close/>
                <a:moveTo>
                  <a:pt x="166" y="221"/>
                </a:moveTo>
                <a:cubicBezTo>
                  <a:pt x="167" y="221"/>
                  <a:pt x="167" y="222"/>
                  <a:pt x="167" y="221"/>
                </a:cubicBezTo>
                <a:cubicBezTo>
                  <a:pt x="167" y="221"/>
                  <a:pt x="167" y="221"/>
                  <a:pt x="167" y="221"/>
                </a:cubicBezTo>
                <a:cubicBezTo>
                  <a:pt x="167" y="221"/>
                  <a:pt x="166" y="221"/>
                  <a:pt x="166" y="221"/>
                </a:cubicBezTo>
                <a:close/>
                <a:moveTo>
                  <a:pt x="154" y="183"/>
                </a:moveTo>
                <a:cubicBezTo>
                  <a:pt x="153" y="183"/>
                  <a:pt x="153" y="182"/>
                  <a:pt x="153" y="182"/>
                </a:cubicBezTo>
                <a:cubicBezTo>
                  <a:pt x="152" y="182"/>
                  <a:pt x="151" y="180"/>
                  <a:pt x="150" y="181"/>
                </a:cubicBezTo>
                <a:cubicBezTo>
                  <a:pt x="149" y="181"/>
                  <a:pt x="149" y="180"/>
                  <a:pt x="149" y="181"/>
                </a:cubicBezTo>
                <a:cubicBezTo>
                  <a:pt x="148" y="181"/>
                  <a:pt x="149" y="182"/>
                  <a:pt x="149" y="182"/>
                </a:cubicBezTo>
                <a:cubicBezTo>
                  <a:pt x="150" y="182"/>
                  <a:pt x="151" y="183"/>
                  <a:pt x="153" y="184"/>
                </a:cubicBezTo>
                <a:cubicBezTo>
                  <a:pt x="153" y="184"/>
                  <a:pt x="153" y="184"/>
                  <a:pt x="154" y="183"/>
                </a:cubicBezTo>
                <a:close/>
                <a:moveTo>
                  <a:pt x="146" y="180"/>
                </a:moveTo>
                <a:cubicBezTo>
                  <a:pt x="146" y="181"/>
                  <a:pt x="146" y="181"/>
                  <a:pt x="147" y="181"/>
                </a:cubicBezTo>
                <a:cubicBezTo>
                  <a:pt x="147" y="181"/>
                  <a:pt x="147" y="181"/>
                  <a:pt x="147" y="180"/>
                </a:cubicBezTo>
                <a:cubicBezTo>
                  <a:pt x="147" y="180"/>
                  <a:pt x="147" y="180"/>
                  <a:pt x="147" y="180"/>
                </a:cubicBezTo>
                <a:cubicBezTo>
                  <a:pt x="146" y="180"/>
                  <a:pt x="146" y="180"/>
                  <a:pt x="146" y="180"/>
                </a:cubicBezTo>
                <a:close/>
                <a:moveTo>
                  <a:pt x="148" y="205"/>
                </a:moveTo>
                <a:cubicBezTo>
                  <a:pt x="148" y="205"/>
                  <a:pt x="149" y="205"/>
                  <a:pt x="149" y="206"/>
                </a:cubicBezTo>
                <a:cubicBezTo>
                  <a:pt x="149" y="206"/>
                  <a:pt x="150" y="206"/>
                  <a:pt x="150" y="206"/>
                </a:cubicBezTo>
                <a:cubicBezTo>
                  <a:pt x="151" y="207"/>
                  <a:pt x="152" y="207"/>
                  <a:pt x="152" y="207"/>
                </a:cubicBezTo>
                <a:cubicBezTo>
                  <a:pt x="153" y="206"/>
                  <a:pt x="152" y="205"/>
                  <a:pt x="151" y="205"/>
                </a:cubicBezTo>
                <a:cubicBezTo>
                  <a:pt x="149" y="204"/>
                  <a:pt x="148" y="203"/>
                  <a:pt x="146" y="201"/>
                </a:cubicBezTo>
                <a:cubicBezTo>
                  <a:pt x="146" y="201"/>
                  <a:pt x="146" y="200"/>
                  <a:pt x="145" y="200"/>
                </a:cubicBezTo>
                <a:cubicBezTo>
                  <a:pt x="145" y="200"/>
                  <a:pt x="145" y="200"/>
                  <a:pt x="144" y="200"/>
                </a:cubicBezTo>
                <a:cubicBezTo>
                  <a:pt x="144" y="200"/>
                  <a:pt x="144" y="201"/>
                  <a:pt x="144" y="201"/>
                </a:cubicBezTo>
                <a:cubicBezTo>
                  <a:pt x="145" y="203"/>
                  <a:pt x="146" y="204"/>
                  <a:pt x="148" y="205"/>
                </a:cubicBezTo>
                <a:close/>
                <a:moveTo>
                  <a:pt x="158" y="184"/>
                </a:moveTo>
                <a:cubicBezTo>
                  <a:pt x="157" y="184"/>
                  <a:pt x="156" y="184"/>
                  <a:pt x="156" y="185"/>
                </a:cubicBezTo>
                <a:cubicBezTo>
                  <a:pt x="155" y="185"/>
                  <a:pt x="155" y="185"/>
                  <a:pt x="155" y="185"/>
                </a:cubicBezTo>
                <a:cubicBezTo>
                  <a:pt x="155" y="186"/>
                  <a:pt x="156" y="186"/>
                  <a:pt x="156" y="186"/>
                </a:cubicBezTo>
                <a:cubicBezTo>
                  <a:pt x="156" y="186"/>
                  <a:pt x="157" y="186"/>
                  <a:pt x="157" y="185"/>
                </a:cubicBezTo>
                <a:cubicBezTo>
                  <a:pt x="157" y="185"/>
                  <a:pt x="158" y="186"/>
                  <a:pt x="159" y="185"/>
                </a:cubicBezTo>
                <a:cubicBezTo>
                  <a:pt x="159" y="184"/>
                  <a:pt x="159" y="184"/>
                  <a:pt x="158" y="184"/>
                </a:cubicBezTo>
                <a:close/>
                <a:moveTo>
                  <a:pt x="141" y="199"/>
                </a:moveTo>
                <a:cubicBezTo>
                  <a:pt x="141" y="199"/>
                  <a:pt x="141" y="199"/>
                  <a:pt x="141" y="199"/>
                </a:cubicBezTo>
                <a:cubicBezTo>
                  <a:pt x="142" y="199"/>
                  <a:pt x="142" y="199"/>
                  <a:pt x="142" y="199"/>
                </a:cubicBezTo>
                <a:cubicBezTo>
                  <a:pt x="142" y="198"/>
                  <a:pt x="142" y="198"/>
                  <a:pt x="141" y="198"/>
                </a:cubicBezTo>
                <a:cubicBezTo>
                  <a:pt x="141" y="198"/>
                  <a:pt x="141" y="198"/>
                  <a:pt x="141" y="199"/>
                </a:cubicBezTo>
                <a:close/>
                <a:moveTo>
                  <a:pt x="141" y="180"/>
                </a:moveTo>
                <a:cubicBezTo>
                  <a:pt x="142" y="181"/>
                  <a:pt x="142" y="182"/>
                  <a:pt x="143" y="183"/>
                </a:cubicBezTo>
                <a:cubicBezTo>
                  <a:pt x="143" y="183"/>
                  <a:pt x="144" y="184"/>
                  <a:pt x="143" y="185"/>
                </a:cubicBezTo>
                <a:cubicBezTo>
                  <a:pt x="143" y="185"/>
                  <a:pt x="143" y="186"/>
                  <a:pt x="143" y="187"/>
                </a:cubicBezTo>
                <a:cubicBezTo>
                  <a:pt x="144" y="188"/>
                  <a:pt x="144" y="188"/>
                  <a:pt x="145" y="187"/>
                </a:cubicBezTo>
                <a:cubicBezTo>
                  <a:pt x="147" y="184"/>
                  <a:pt x="147" y="184"/>
                  <a:pt x="145" y="181"/>
                </a:cubicBezTo>
                <a:cubicBezTo>
                  <a:pt x="145" y="180"/>
                  <a:pt x="144" y="179"/>
                  <a:pt x="145" y="179"/>
                </a:cubicBezTo>
                <a:cubicBezTo>
                  <a:pt x="146" y="179"/>
                  <a:pt x="146" y="178"/>
                  <a:pt x="146" y="178"/>
                </a:cubicBezTo>
                <a:cubicBezTo>
                  <a:pt x="145" y="177"/>
                  <a:pt x="146" y="176"/>
                  <a:pt x="147" y="176"/>
                </a:cubicBezTo>
                <a:cubicBezTo>
                  <a:pt x="145" y="175"/>
                  <a:pt x="144" y="175"/>
                  <a:pt x="141" y="175"/>
                </a:cubicBezTo>
                <a:cubicBezTo>
                  <a:pt x="140" y="175"/>
                  <a:pt x="140" y="176"/>
                  <a:pt x="139" y="177"/>
                </a:cubicBezTo>
                <a:cubicBezTo>
                  <a:pt x="139" y="178"/>
                  <a:pt x="139" y="178"/>
                  <a:pt x="140" y="179"/>
                </a:cubicBezTo>
                <a:cubicBezTo>
                  <a:pt x="141" y="179"/>
                  <a:pt x="141" y="180"/>
                  <a:pt x="141" y="180"/>
                </a:cubicBezTo>
                <a:close/>
                <a:moveTo>
                  <a:pt x="80" y="136"/>
                </a:moveTo>
                <a:cubicBezTo>
                  <a:pt x="80" y="136"/>
                  <a:pt x="80" y="136"/>
                  <a:pt x="80" y="136"/>
                </a:cubicBezTo>
                <a:cubicBezTo>
                  <a:pt x="81" y="136"/>
                  <a:pt x="81" y="136"/>
                  <a:pt x="81" y="135"/>
                </a:cubicBezTo>
                <a:cubicBezTo>
                  <a:pt x="81" y="135"/>
                  <a:pt x="81" y="135"/>
                  <a:pt x="80" y="135"/>
                </a:cubicBezTo>
                <a:cubicBezTo>
                  <a:pt x="80" y="135"/>
                  <a:pt x="80" y="135"/>
                  <a:pt x="80" y="135"/>
                </a:cubicBezTo>
                <a:cubicBezTo>
                  <a:pt x="79" y="135"/>
                  <a:pt x="79" y="136"/>
                  <a:pt x="79" y="136"/>
                </a:cubicBezTo>
                <a:cubicBezTo>
                  <a:pt x="80" y="136"/>
                  <a:pt x="80" y="136"/>
                  <a:pt x="80" y="136"/>
                </a:cubicBezTo>
                <a:cubicBezTo>
                  <a:pt x="80" y="136"/>
                  <a:pt x="80" y="136"/>
                  <a:pt x="80" y="136"/>
                </a:cubicBezTo>
                <a:close/>
                <a:moveTo>
                  <a:pt x="81" y="138"/>
                </a:moveTo>
                <a:cubicBezTo>
                  <a:pt x="81" y="138"/>
                  <a:pt x="81" y="138"/>
                  <a:pt x="81" y="138"/>
                </a:cubicBezTo>
                <a:cubicBezTo>
                  <a:pt x="81" y="138"/>
                  <a:pt x="81" y="138"/>
                  <a:pt x="81" y="139"/>
                </a:cubicBezTo>
                <a:cubicBezTo>
                  <a:pt x="81" y="139"/>
                  <a:pt x="81" y="139"/>
                  <a:pt x="81" y="139"/>
                </a:cubicBezTo>
                <a:cubicBezTo>
                  <a:pt x="81" y="140"/>
                  <a:pt x="82" y="140"/>
                  <a:pt x="82" y="140"/>
                </a:cubicBezTo>
                <a:cubicBezTo>
                  <a:pt x="82" y="140"/>
                  <a:pt x="82" y="141"/>
                  <a:pt x="83" y="141"/>
                </a:cubicBezTo>
                <a:cubicBezTo>
                  <a:pt x="83" y="141"/>
                  <a:pt x="83" y="141"/>
                  <a:pt x="83" y="141"/>
                </a:cubicBezTo>
                <a:cubicBezTo>
                  <a:pt x="84" y="140"/>
                  <a:pt x="83" y="140"/>
                  <a:pt x="83" y="139"/>
                </a:cubicBezTo>
                <a:cubicBezTo>
                  <a:pt x="83" y="137"/>
                  <a:pt x="83" y="137"/>
                  <a:pt x="81" y="138"/>
                </a:cubicBezTo>
                <a:cubicBezTo>
                  <a:pt x="81" y="138"/>
                  <a:pt x="81" y="138"/>
                  <a:pt x="81" y="138"/>
                </a:cubicBezTo>
                <a:cubicBezTo>
                  <a:pt x="81" y="138"/>
                  <a:pt x="81" y="138"/>
                  <a:pt x="81" y="138"/>
                </a:cubicBezTo>
                <a:close/>
                <a:moveTo>
                  <a:pt x="81" y="319"/>
                </a:moveTo>
                <a:cubicBezTo>
                  <a:pt x="80" y="319"/>
                  <a:pt x="80" y="318"/>
                  <a:pt x="80" y="318"/>
                </a:cubicBezTo>
                <a:cubicBezTo>
                  <a:pt x="80" y="316"/>
                  <a:pt x="79" y="316"/>
                  <a:pt x="78" y="316"/>
                </a:cubicBezTo>
                <a:cubicBezTo>
                  <a:pt x="78" y="315"/>
                  <a:pt x="79" y="315"/>
                  <a:pt x="78" y="314"/>
                </a:cubicBezTo>
                <a:cubicBezTo>
                  <a:pt x="78" y="313"/>
                  <a:pt x="78" y="312"/>
                  <a:pt x="78" y="311"/>
                </a:cubicBezTo>
                <a:cubicBezTo>
                  <a:pt x="78" y="310"/>
                  <a:pt x="77" y="312"/>
                  <a:pt x="76" y="311"/>
                </a:cubicBezTo>
                <a:cubicBezTo>
                  <a:pt x="75" y="310"/>
                  <a:pt x="75" y="308"/>
                  <a:pt x="75" y="307"/>
                </a:cubicBezTo>
                <a:cubicBezTo>
                  <a:pt x="75" y="307"/>
                  <a:pt x="75" y="306"/>
                  <a:pt x="75" y="306"/>
                </a:cubicBezTo>
                <a:cubicBezTo>
                  <a:pt x="75" y="306"/>
                  <a:pt x="75" y="306"/>
                  <a:pt x="75" y="305"/>
                </a:cubicBezTo>
                <a:cubicBezTo>
                  <a:pt x="76" y="305"/>
                  <a:pt x="77" y="306"/>
                  <a:pt x="77" y="305"/>
                </a:cubicBezTo>
                <a:cubicBezTo>
                  <a:pt x="77" y="304"/>
                  <a:pt x="78" y="304"/>
                  <a:pt x="78" y="305"/>
                </a:cubicBezTo>
                <a:cubicBezTo>
                  <a:pt x="78" y="305"/>
                  <a:pt x="79" y="305"/>
                  <a:pt x="79" y="304"/>
                </a:cubicBezTo>
                <a:cubicBezTo>
                  <a:pt x="79" y="303"/>
                  <a:pt x="78" y="303"/>
                  <a:pt x="78" y="303"/>
                </a:cubicBezTo>
                <a:cubicBezTo>
                  <a:pt x="76" y="304"/>
                  <a:pt x="76" y="303"/>
                  <a:pt x="75" y="302"/>
                </a:cubicBezTo>
                <a:cubicBezTo>
                  <a:pt x="75" y="302"/>
                  <a:pt x="75" y="301"/>
                  <a:pt x="75" y="301"/>
                </a:cubicBezTo>
                <a:cubicBezTo>
                  <a:pt x="77" y="300"/>
                  <a:pt x="76" y="298"/>
                  <a:pt x="77" y="297"/>
                </a:cubicBezTo>
                <a:cubicBezTo>
                  <a:pt x="77" y="295"/>
                  <a:pt x="74" y="296"/>
                  <a:pt x="75" y="294"/>
                </a:cubicBezTo>
                <a:cubicBezTo>
                  <a:pt x="75" y="293"/>
                  <a:pt x="74" y="293"/>
                  <a:pt x="74" y="293"/>
                </a:cubicBezTo>
                <a:cubicBezTo>
                  <a:pt x="73" y="293"/>
                  <a:pt x="74" y="294"/>
                  <a:pt x="74" y="294"/>
                </a:cubicBezTo>
                <a:cubicBezTo>
                  <a:pt x="73" y="295"/>
                  <a:pt x="72" y="295"/>
                  <a:pt x="72" y="296"/>
                </a:cubicBezTo>
                <a:cubicBezTo>
                  <a:pt x="72" y="297"/>
                  <a:pt x="72" y="298"/>
                  <a:pt x="72" y="298"/>
                </a:cubicBezTo>
                <a:cubicBezTo>
                  <a:pt x="72" y="299"/>
                  <a:pt x="72" y="299"/>
                  <a:pt x="72" y="300"/>
                </a:cubicBezTo>
                <a:cubicBezTo>
                  <a:pt x="71" y="300"/>
                  <a:pt x="71" y="301"/>
                  <a:pt x="71" y="301"/>
                </a:cubicBezTo>
                <a:cubicBezTo>
                  <a:pt x="73" y="302"/>
                  <a:pt x="72" y="303"/>
                  <a:pt x="72" y="304"/>
                </a:cubicBezTo>
                <a:cubicBezTo>
                  <a:pt x="71" y="305"/>
                  <a:pt x="71" y="303"/>
                  <a:pt x="70" y="303"/>
                </a:cubicBezTo>
                <a:cubicBezTo>
                  <a:pt x="69" y="304"/>
                  <a:pt x="71" y="305"/>
                  <a:pt x="69" y="306"/>
                </a:cubicBezTo>
                <a:cubicBezTo>
                  <a:pt x="69" y="306"/>
                  <a:pt x="68" y="306"/>
                  <a:pt x="68" y="307"/>
                </a:cubicBezTo>
                <a:cubicBezTo>
                  <a:pt x="68" y="308"/>
                  <a:pt x="69" y="308"/>
                  <a:pt x="70" y="308"/>
                </a:cubicBezTo>
                <a:cubicBezTo>
                  <a:pt x="70" y="308"/>
                  <a:pt x="70" y="308"/>
                  <a:pt x="70" y="308"/>
                </a:cubicBezTo>
                <a:cubicBezTo>
                  <a:pt x="70" y="310"/>
                  <a:pt x="72" y="310"/>
                  <a:pt x="73" y="310"/>
                </a:cubicBezTo>
                <a:cubicBezTo>
                  <a:pt x="73" y="310"/>
                  <a:pt x="73" y="310"/>
                  <a:pt x="73" y="310"/>
                </a:cubicBezTo>
                <a:cubicBezTo>
                  <a:pt x="73" y="312"/>
                  <a:pt x="74" y="313"/>
                  <a:pt x="74" y="314"/>
                </a:cubicBezTo>
                <a:cubicBezTo>
                  <a:pt x="73" y="314"/>
                  <a:pt x="72" y="312"/>
                  <a:pt x="71" y="312"/>
                </a:cubicBezTo>
                <a:cubicBezTo>
                  <a:pt x="69" y="312"/>
                  <a:pt x="68" y="311"/>
                  <a:pt x="68" y="309"/>
                </a:cubicBezTo>
                <a:cubicBezTo>
                  <a:pt x="68" y="308"/>
                  <a:pt x="68" y="308"/>
                  <a:pt x="67" y="308"/>
                </a:cubicBezTo>
                <a:cubicBezTo>
                  <a:pt x="66" y="308"/>
                  <a:pt x="67" y="309"/>
                  <a:pt x="67" y="309"/>
                </a:cubicBezTo>
                <a:cubicBezTo>
                  <a:pt x="67" y="309"/>
                  <a:pt x="67" y="310"/>
                  <a:pt x="67" y="310"/>
                </a:cubicBezTo>
                <a:cubicBezTo>
                  <a:pt x="67" y="312"/>
                  <a:pt x="68" y="313"/>
                  <a:pt x="69" y="313"/>
                </a:cubicBezTo>
                <a:cubicBezTo>
                  <a:pt x="70" y="314"/>
                  <a:pt x="71" y="315"/>
                  <a:pt x="71" y="316"/>
                </a:cubicBezTo>
                <a:cubicBezTo>
                  <a:pt x="70" y="317"/>
                  <a:pt x="70" y="319"/>
                  <a:pt x="69" y="321"/>
                </a:cubicBezTo>
                <a:cubicBezTo>
                  <a:pt x="68" y="322"/>
                  <a:pt x="66" y="323"/>
                  <a:pt x="66" y="325"/>
                </a:cubicBezTo>
                <a:cubicBezTo>
                  <a:pt x="65" y="325"/>
                  <a:pt x="65" y="325"/>
                  <a:pt x="65" y="325"/>
                </a:cubicBezTo>
                <a:cubicBezTo>
                  <a:pt x="64" y="325"/>
                  <a:pt x="64" y="325"/>
                  <a:pt x="64" y="325"/>
                </a:cubicBezTo>
                <a:cubicBezTo>
                  <a:pt x="64" y="324"/>
                  <a:pt x="64" y="324"/>
                  <a:pt x="64" y="323"/>
                </a:cubicBezTo>
                <a:cubicBezTo>
                  <a:pt x="64" y="323"/>
                  <a:pt x="64" y="323"/>
                  <a:pt x="63" y="323"/>
                </a:cubicBezTo>
                <a:cubicBezTo>
                  <a:pt x="63" y="323"/>
                  <a:pt x="63" y="324"/>
                  <a:pt x="63" y="324"/>
                </a:cubicBezTo>
                <a:cubicBezTo>
                  <a:pt x="63" y="325"/>
                  <a:pt x="63" y="326"/>
                  <a:pt x="61" y="325"/>
                </a:cubicBezTo>
                <a:cubicBezTo>
                  <a:pt x="61" y="325"/>
                  <a:pt x="60" y="325"/>
                  <a:pt x="60" y="326"/>
                </a:cubicBezTo>
                <a:cubicBezTo>
                  <a:pt x="59" y="327"/>
                  <a:pt x="60" y="327"/>
                  <a:pt x="60" y="327"/>
                </a:cubicBezTo>
                <a:cubicBezTo>
                  <a:pt x="61" y="327"/>
                  <a:pt x="61" y="328"/>
                  <a:pt x="60" y="328"/>
                </a:cubicBezTo>
                <a:cubicBezTo>
                  <a:pt x="60" y="329"/>
                  <a:pt x="60" y="329"/>
                  <a:pt x="59" y="330"/>
                </a:cubicBezTo>
                <a:cubicBezTo>
                  <a:pt x="59" y="330"/>
                  <a:pt x="59" y="331"/>
                  <a:pt x="59" y="331"/>
                </a:cubicBezTo>
                <a:cubicBezTo>
                  <a:pt x="59" y="331"/>
                  <a:pt x="58" y="332"/>
                  <a:pt x="58" y="332"/>
                </a:cubicBezTo>
                <a:cubicBezTo>
                  <a:pt x="57" y="331"/>
                  <a:pt x="56" y="332"/>
                  <a:pt x="55" y="332"/>
                </a:cubicBezTo>
                <a:cubicBezTo>
                  <a:pt x="55" y="333"/>
                  <a:pt x="55" y="334"/>
                  <a:pt x="55" y="334"/>
                </a:cubicBezTo>
                <a:cubicBezTo>
                  <a:pt x="56" y="336"/>
                  <a:pt x="55" y="337"/>
                  <a:pt x="55" y="338"/>
                </a:cubicBezTo>
                <a:cubicBezTo>
                  <a:pt x="54" y="337"/>
                  <a:pt x="54" y="337"/>
                  <a:pt x="54" y="336"/>
                </a:cubicBezTo>
                <a:cubicBezTo>
                  <a:pt x="54" y="336"/>
                  <a:pt x="54" y="335"/>
                  <a:pt x="54" y="335"/>
                </a:cubicBezTo>
                <a:cubicBezTo>
                  <a:pt x="53" y="335"/>
                  <a:pt x="53" y="335"/>
                  <a:pt x="53" y="336"/>
                </a:cubicBezTo>
                <a:cubicBezTo>
                  <a:pt x="51" y="338"/>
                  <a:pt x="50" y="339"/>
                  <a:pt x="50" y="342"/>
                </a:cubicBezTo>
                <a:cubicBezTo>
                  <a:pt x="49" y="342"/>
                  <a:pt x="49" y="343"/>
                  <a:pt x="49" y="343"/>
                </a:cubicBezTo>
                <a:cubicBezTo>
                  <a:pt x="47" y="346"/>
                  <a:pt x="45" y="347"/>
                  <a:pt x="43" y="349"/>
                </a:cubicBezTo>
                <a:cubicBezTo>
                  <a:pt x="42" y="350"/>
                  <a:pt x="42" y="351"/>
                  <a:pt x="41" y="352"/>
                </a:cubicBezTo>
                <a:cubicBezTo>
                  <a:pt x="39" y="354"/>
                  <a:pt x="37" y="356"/>
                  <a:pt x="36" y="358"/>
                </a:cubicBezTo>
                <a:cubicBezTo>
                  <a:pt x="34" y="360"/>
                  <a:pt x="33" y="361"/>
                  <a:pt x="32" y="363"/>
                </a:cubicBezTo>
                <a:cubicBezTo>
                  <a:pt x="32" y="363"/>
                  <a:pt x="32" y="363"/>
                  <a:pt x="32" y="363"/>
                </a:cubicBezTo>
                <a:cubicBezTo>
                  <a:pt x="31" y="362"/>
                  <a:pt x="31" y="362"/>
                  <a:pt x="31" y="362"/>
                </a:cubicBezTo>
                <a:cubicBezTo>
                  <a:pt x="29" y="362"/>
                  <a:pt x="27" y="363"/>
                  <a:pt x="26" y="365"/>
                </a:cubicBezTo>
                <a:cubicBezTo>
                  <a:pt x="26" y="365"/>
                  <a:pt x="26" y="365"/>
                  <a:pt x="26" y="365"/>
                </a:cubicBezTo>
                <a:cubicBezTo>
                  <a:pt x="24" y="366"/>
                  <a:pt x="24" y="367"/>
                  <a:pt x="24" y="368"/>
                </a:cubicBezTo>
                <a:cubicBezTo>
                  <a:pt x="23" y="368"/>
                  <a:pt x="23" y="368"/>
                  <a:pt x="22" y="369"/>
                </a:cubicBezTo>
                <a:cubicBezTo>
                  <a:pt x="20" y="369"/>
                  <a:pt x="20" y="371"/>
                  <a:pt x="19" y="372"/>
                </a:cubicBezTo>
                <a:cubicBezTo>
                  <a:pt x="19" y="372"/>
                  <a:pt x="18" y="372"/>
                  <a:pt x="18" y="373"/>
                </a:cubicBezTo>
                <a:cubicBezTo>
                  <a:pt x="17" y="374"/>
                  <a:pt x="17" y="375"/>
                  <a:pt x="16" y="375"/>
                </a:cubicBezTo>
                <a:cubicBezTo>
                  <a:pt x="16" y="376"/>
                  <a:pt x="14" y="377"/>
                  <a:pt x="15" y="378"/>
                </a:cubicBezTo>
                <a:cubicBezTo>
                  <a:pt x="14" y="379"/>
                  <a:pt x="12" y="379"/>
                  <a:pt x="12" y="381"/>
                </a:cubicBezTo>
                <a:cubicBezTo>
                  <a:pt x="12" y="381"/>
                  <a:pt x="12" y="382"/>
                  <a:pt x="11" y="382"/>
                </a:cubicBezTo>
                <a:cubicBezTo>
                  <a:pt x="10" y="383"/>
                  <a:pt x="10" y="383"/>
                  <a:pt x="10" y="384"/>
                </a:cubicBezTo>
                <a:cubicBezTo>
                  <a:pt x="8" y="386"/>
                  <a:pt x="9" y="389"/>
                  <a:pt x="8" y="391"/>
                </a:cubicBezTo>
                <a:cubicBezTo>
                  <a:pt x="8" y="391"/>
                  <a:pt x="8" y="392"/>
                  <a:pt x="8" y="393"/>
                </a:cubicBezTo>
                <a:cubicBezTo>
                  <a:pt x="9" y="391"/>
                  <a:pt x="10" y="390"/>
                  <a:pt x="11" y="389"/>
                </a:cubicBezTo>
                <a:cubicBezTo>
                  <a:pt x="11" y="389"/>
                  <a:pt x="12" y="388"/>
                  <a:pt x="13" y="388"/>
                </a:cubicBezTo>
                <a:cubicBezTo>
                  <a:pt x="14" y="387"/>
                  <a:pt x="15" y="387"/>
                  <a:pt x="16" y="386"/>
                </a:cubicBezTo>
                <a:cubicBezTo>
                  <a:pt x="17" y="386"/>
                  <a:pt x="18" y="387"/>
                  <a:pt x="18" y="386"/>
                </a:cubicBezTo>
                <a:cubicBezTo>
                  <a:pt x="18" y="385"/>
                  <a:pt x="19" y="384"/>
                  <a:pt x="18" y="383"/>
                </a:cubicBezTo>
                <a:cubicBezTo>
                  <a:pt x="18" y="382"/>
                  <a:pt x="19" y="381"/>
                  <a:pt x="21" y="382"/>
                </a:cubicBezTo>
                <a:cubicBezTo>
                  <a:pt x="21" y="382"/>
                  <a:pt x="22" y="381"/>
                  <a:pt x="22" y="381"/>
                </a:cubicBezTo>
                <a:cubicBezTo>
                  <a:pt x="25" y="380"/>
                  <a:pt x="26" y="378"/>
                  <a:pt x="28" y="376"/>
                </a:cubicBezTo>
                <a:cubicBezTo>
                  <a:pt x="30" y="375"/>
                  <a:pt x="33" y="375"/>
                  <a:pt x="33" y="372"/>
                </a:cubicBezTo>
                <a:cubicBezTo>
                  <a:pt x="34" y="371"/>
                  <a:pt x="34" y="371"/>
                  <a:pt x="34" y="370"/>
                </a:cubicBezTo>
                <a:cubicBezTo>
                  <a:pt x="34" y="369"/>
                  <a:pt x="34" y="368"/>
                  <a:pt x="35" y="367"/>
                </a:cubicBezTo>
                <a:cubicBezTo>
                  <a:pt x="37" y="365"/>
                  <a:pt x="39" y="365"/>
                  <a:pt x="41" y="365"/>
                </a:cubicBezTo>
                <a:cubicBezTo>
                  <a:pt x="44" y="364"/>
                  <a:pt x="45" y="361"/>
                  <a:pt x="47" y="360"/>
                </a:cubicBezTo>
                <a:cubicBezTo>
                  <a:pt x="48" y="359"/>
                  <a:pt x="48" y="356"/>
                  <a:pt x="50" y="355"/>
                </a:cubicBezTo>
                <a:cubicBezTo>
                  <a:pt x="51" y="354"/>
                  <a:pt x="51" y="353"/>
                  <a:pt x="51" y="352"/>
                </a:cubicBezTo>
                <a:cubicBezTo>
                  <a:pt x="52" y="351"/>
                  <a:pt x="53" y="350"/>
                  <a:pt x="54" y="349"/>
                </a:cubicBezTo>
                <a:cubicBezTo>
                  <a:pt x="54" y="348"/>
                  <a:pt x="54" y="348"/>
                  <a:pt x="53" y="348"/>
                </a:cubicBezTo>
                <a:cubicBezTo>
                  <a:pt x="53" y="348"/>
                  <a:pt x="53" y="348"/>
                  <a:pt x="52" y="348"/>
                </a:cubicBezTo>
                <a:cubicBezTo>
                  <a:pt x="52" y="347"/>
                  <a:pt x="53" y="347"/>
                  <a:pt x="52" y="346"/>
                </a:cubicBezTo>
                <a:cubicBezTo>
                  <a:pt x="52" y="346"/>
                  <a:pt x="52" y="346"/>
                  <a:pt x="52" y="346"/>
                </a:cubicBezTo>
                <a:cubicBezTo>
                  <a:pt x="52" y="346"/>
                  <a:pt x="53" y="345"/>
                  <a:pt x="53" y="345"/>
                </a:cubicBezTo>
                <a:cubicBezTo>
                  <a:pt x="53" y="345"/>
                  <a:pt x="53" y="346"/>
                  <a:pt x="53" y="346"/>
                </a:cubicBezTo>
                <a:cubicBezTo>
                  <a:pt x="53" y="347"/>
                  <a:pt x="53" y="346"/>
                  <a:pt x="54" y="346"/>
                </a:cubicBezTo>
                <a:cubicBezTo>
                  <a:pt x="54" y="346"/>
                  <a:pt x="54" y="346"/>
                  <a:pt x="54" y="345"/>
                </a:cubicBezTo>
                <a:cubicBezTo>
                  <a:pt x="54" y="345"/>
                  <a:pt x="54" y="344"/>
                  <a:pt x="54" y="344"/>
                </a:cubicBezTo>
                <a:cubicBezTo>
                  <a:pt x="54" y="343"/>
                  <a:pt x="53" y="343"/>
                  <a:pt x="53" y="342"/>
                </a:cubicBezTo>
                <a:cubicBezTo>
                  <a:pt x="53" y="341"/>
                  <a:pt x="53" y="341"/>
                  <a:pt x="53" y="341"/>
                </a:cubicBezTo>
                <a:cubicBezTo>
                  <a:pt x="54" y="340"/>
                  <a:pt x="55" y="340"/>
                  <a:pt x="56" y="339"/>
                </a:cubicBezTo>
                <a:cubicBezTo>
                  <a:pt x="56" y="339"/>
                  <a:pt x="56" y="339"/>
                  <a:pt x="56" y="339"/>
                </a:cubicBezTo>
                <a:cubicBezTo>
                  <a:pt x="57" y="339"/>
                  <a:pt x="57" y="339"/>
                  <a:pt x="58" y="339"/>
                </a:cubicBezTo>
                <a:cubicBezTo>
                  <a:pt x="60" y="339"/>
                  <a:pt x="62" y="338"/>
                  <a:pt x="65" y="337"/>
                </a:cubicBezTo>
                <a:cubicBezTo>
                  <a:pt x="67" y="337"/>
                  <a:pt x="68" y="336"/>
                  <a:pt x="68" y="334"/>
                </a:cubicBezTo>
                <a:cubicBezTo>
                  <a:pt x="68" y="333"/>
                  <a:pt x="68" y="332"/>
                  <a:pt x="68" y="332"/>
                </a:cubicBezTo>
                <a:cubicBezTo>
                  <a:pt x="69" y="330"/>
                  <a:pt x="70" y="329"/>
                  <a:pt x="71" y="328"/>
                </a:cubicBezTo>
                <a:cubicBezTo>
                  <a:pt x="71" y="328"/>
                  <a:pt x="71" y="327"/>
                  <a:pt x="72" y="327"/>
                </a:cubicBezTo>
                <a:cubicBezTo>
                  <a:pt x="73" y="326"/>
                  <a:pt x="75" y="325"/>
                  <a:pt x="77" y="326"/>
                </a:cubicBezTo>
                <a:cubicBezTo>
                  <a:pt x="78" y="326"/>
                  <a:pt x="78" y="326"/>
                  <a:pt x="78" y="325"/>
                </a:cubicBezTo>
                <a:cubicBezTo>
                  <a:pt x="78" y="324"/>
                  <a:pt x="80" y="324"/>
                  <a:pt x="81" y="323"/>
                </a:cubicBezTo>
                <a:cubicBezTo>
                  <a:pt x="81" y="322"/>
                  <a:pt x="83" y="321"/>
                  <a:pt x="81" y="319"/>
                </a:cubicBezTo>
                <a:close/>
                <a:moveTo>
                  <a:pt x="97" y="274"/>
                </a:moveTo>
                <a:cubicBezTo>
                  <a:pt x="96" y="274"/>
                  <a:pt x="96" y="274"/>
                  <a:pt x="96" y="275"/>
                </a:cubicBezTo>
                <a:cubicBezTo>
                  <a:pt x="95" y="276"/>
                  <a:pt x="96" y="277"/>
                  <a:pt x="97" y="278"/>
                </a:cubicBezTo>
                <a:cubicBezTo>
                  <a:pt x="97" y="277"/>
                  <a:pt x="97" y="276"/>
                  <a:pt x="97" y="275"/>
                </a:cubicBezTo>
                <a:cubicBezTo>
                  <a:pt x="98" y="275"/>
                  <a:pt x="97" y="274"/>
                  <a:pt x="97" y="274"/>
                </a:cubicBezTo>
                <a:close/>
                <a:moveTo>
                  <a:pt x="12" y="393"/>
                </a:moveTo>
                <a:cubicBezTo>
                  <a:pt x="11" y="393"/>
                  <a:pt x="11" y="393"/>
                  <a:pt x="11" y="393"/>
                </a:cubicBezTo>
                <a:cubicBezTo>
                  <a:pt x="11" y="394"/>
                  <a:pt x="11" y="395"/>
                  <a:pt x="10" y="396"/>
                </a:cubicBezTo>
                <a:cubicBezTo>
                  <a:pt x="10" y="396"/>
                  <a:pt x="11" y="397"/>
                  <a:pt x="11" y="397"/>
                </a:cubicBezTo>
                <a:cubicBezTo>
                  <a:pt x="12" y="397"/>
                  <a:pt x="13" y="396"/>
                  <a:pt x="13" y="396"/>
                </a:cubicBezTo>
                <a:cubicBezTo>
                  <a:pt x="13" y="395"/>
                  <a:pt x="13" y="394"/>
                  <a:pt x="13" y="393"/>
                </a:cubicBezTo>
                <a:cubicBezTo>
                  <a:pt x="12" y="393"/>
                  <a:pt x="12" y="392"/>
                  <a:pt x="12" y="393"/>
                </a:cubicBezTo>
                <a:close/>
                <a:moveTo>
                  <a:pt x="7" y="394"/>
                </a:moveTo>
                <a:cubicBezTo>
                  <a:pt x="7" y="394"/>
                  <a:pt x="8" y="394"/>
                  <a:pt x="8" y="395"/>
                </a:cubicBezTo>
                <a:cubicBezTo>
                  <a:pt x="9" y="395"/>
                  <a:pt x="9" y="394"/>
                  <a:pt x="10" y="393"/>
                </a:cubicBezTo>
                <a:cubicBezTo>
                  <a:pt x="9" y="393"/>
                  <a:pt x="8" y="393"/>
                  <a:pt x="7" y="394"/>
                </a:cubicBezTo>
                <a:close/>
                <a:moveTo>
                  <a:pt x="71" y="299"/>
                </a:moveTo>
                <a:cubicBezTo>
                  <a:pt x="71" y="299"/>
                  <a:pt x="71" y="299"/>
                  <a:pt x="71" y="299"/>
                </a:cubicBezTo>
                <a:cubicBezTo>
                  <a:pt x="71" y="299"/>
                  <a:pt x="71" y="298"/>
                  <a:pt x="70" y="298"/>
                </a:cubicBezTo>
                <a:cubicBezTo>
                  <a:pt x="70" y="299"/>
                  <a:pt x="70" y="299"/>
                  <a:pt x="70" y="299"/>
                </a:cubicBezTo>
                <a:cubicBezTo>
                  <a:pt x="70" y="299"/>
                  <a:pt x="70" y="299"/>
                  <a:pt x="71" y="299"/>
                </a:cubicBezTo>
                <a:close/>
                <a:moveTo>
                  <a:pt x="99" y="271"/>
                </a:moveTo>
                <a:cubicBezTo>
                  <a:pt x="99" y="270"/>
                  <a:pt x="98" y="270"/>
                  <a:pt x="98" y="270"/>
                </a:cubicBezTo>
                <a:cubicBezTo>
                  <a:pt x="98" y="269"/>
                  <a:pt x="97" y="269"/>
                  <a:pt x="96" y="268"/>
                </a:cubicBezTo>
                <a:cubicBezTo>
                  <a:pt x="96" y="268"/>
                  <a:pt x="95" y="267"/>
                  <a:pt x="95" y="268"/>
                </a:cubicBezTo>
                <a:cubicBezTo>
                  <a:pt x="95" y="270"/>
                  <a:pt x="94" y="269"/>
                  <a:pt x="93" y="269"/>
                </a:cubicBezTo>
                <a:cubicBezTo>
                  <a:pt x="92" y="269"/>
                  <a:pt x="92" y="268"/>
                  <a:pt x="91" y="268"/>
                </a:cubicBezTo>
                <a:cubicBezTo>
                  <a:pt x="91" y="268"/>
                  <a:pt x="91" y="268"/>
                  <a:pt x="91" y="267"/>
                </a:cubicBezTo>
                <a:cubicBezTo>
                  <a:pt x="90" y="267"/>
                  <a:pt x="90" y="266"/>
                  <a:pt x="89" y="266"/>
                </a:cubicBezTo>
                <a:cubicBezTo>
                  <a:pt x="89" y="264"/>
                  <a:pt x="89" y="264"/>
                  <a:pt x="87" y="264"/>
                </a:cubicBezTo>
                <a:cubicBezTo>
                  <a:pt x="87" y="264"/>
                  <a:pt x="87" y="264"/>
                  <a:pt x="86" y="264"/>
                </a:cubicBezTo>
                <a:cubicBezTo>
                  <a:pt x="86" y="263"/>
                  <a:pt x="85" y="263"/>
                  <a:pt x="84" y="264"/>
                </a:cubicBezTo>
                <a:cubicBezTo>
                  <a:pt x="84" y="265"/>
                  <a:pt x="84" y="266"/>
                  <a:pt x="85" y="267"/>
                </a:cubicBezTo>
                <a:cubicBezTo>
                  <a:pt x="85" y="268"/>
                  <a:pt x="85" y="268"/>
                  <a:pt x="85" y="267"/>
                </a:cubicBezTo>
                <a:cubicBezTo>
                  <a:pt x="85" y="267"/>
                  <a:pt x="85" y="267"/>
                  <a:pt x="86" y="267"/>
                </a:cubicBezTo>
                <a:cubicBezTo>
                  <a:pt x="85" y="268"/>
                  <a:pt x="86" y="269"/>
                  <a:pt x="86" y="269"/>
                </a:cubicBezTo>
                <a:cubicBezTo>
                  <a:pt x="87" y="270"/>
                  <a:pt x="86" y="271"/>
                  <a:pt x="87" y="271"/>
                </a:cubicBezTo>
                <a:cubicBezTo>
                  <a:pt x="87" y="272"/>
                  <a:pt x="88" y="272"/>
                  <a:pt x="88" y="273"/>
                </a:cubicBezTo>
                <a:cubicBezTo>
                  <a:pt x="89" y="274"/>
                  <a:pt x="90" y="273"/>
                  <a:pt x="91" y="273"/>
                </a:cubicBezTo>
                <a:cubicBezTo>
                  <a:pt x="91" y="273"/>
                  <a:pt x="92" y="274"/>
                  <a:pt x="92" y="274"/>
                </a:cubicBezTo>
                <a:cubicBezTo>
                  <a:pt x="92" y="274"/>
                  <a:pt x="93" y="274"/>
                  <a:pt x="93" y="273"/>
                </a:cubicBezTo>
                <a:cubicBezTo>
                  <a:pt x="93" y="272"/>
                  <a:pt x="94" y="273"/>
                  <a:pt x="95" y="273"/>
                </a:cubicBezTo>
                <a:cubicBezTo>
                  <a:pt x="95" y="273"/>
                  <a:pt x="95" y="274"/>
                  <a:pt x="96" y="274"/>
                </a:cubicBezTo>
                <a:cubicBezTo>
                  <a:pt x="96" y="274"/>
                  <a:pt x="97" y="273"/>
                  <a:pt x="98" y="273"/>
                </a:cubicBezTo>
                <a:cubicBezTo>
                  <a:pt x="98" y="273"/>
                  <a:pt x="99" y="273"/>
                  <a:pt x="99" y="272"/>
                </a:cubicBezTo>
                <a:cubicBezTo>
                  <a:pt x="100" y="272"/>
                  <a:pt x="99" y="271"/>
                  <a:pt x="99" y="271"/>
                </a:cubicBezTo>
                <a:close/>
                <a:moveTo>
                  <a:pt x="122" y="309"/>
                </a:moveTo>
                <a:cubicBezTo>
                  <a:pt x="122" y="309"/>
                  <a:pt x="122" y="310"/>
                  <a:pt x="123" y="310"/>
                </a:cubicBezTo>
                <a:cubicBezTo>
                  <a:pt x="124" y="310"/>
                  <a:pt x="124" y="309"/>
                  <a:pt x="124" y="308"/>
                </a:cubicBezTo>
                <a:cubicBezTo>
                  <a:pt x="124" y="308"/>
                  <a:pt x="124" y="307"/>
                  <a:pt x="123" y="307"/>
                </a:cubicBezTo>
                <a:cubicBezTo>
                  <a:pt x="123" y="307"/>
                  <a:pt x="122" y="308"/>
                  <a:pt x="122" y="309"/>
                </a:cubicBezTo>
                <a:close/>
                <a:moveTo>
                  <a:pt x="121" y="298"/>
                </a:moveTo>
                <a:cubicBezTo>
                  <a:pt x="120" y="298"/>
                  <a:pt x="120" y="299"/>
                  <a:pt x="120" y="299"/>
                </a:cubicBezTo>
                <a:cubicBezTo>
                  <a:pt x="120" y="299"/>
                  <a:pt x="120" y="299"/>
                  <a:pt x="121" y="298"/>
                </a:cubicBezTo>
                <a:close/>
                <a:moveTo>
                  <a:pt x="94" y="274"/>
                </a:moveTo>
                <a:cubicBezTo>
                  <a:pt x="94" y="274"/>
                  <a:pt x="94" y="274"/>
                  <a:pt x="94" y="274"/>
                </a:cubicBezTo>
                <a:cubicBezTo>
                  <a:pt x="94" y="274"/>
                  <a:pt x="94" y="274"/>
                  <a:pt x="94" y="274"/>
                </a:cubicBezTo>
                <a:cubicBezTo>
                  <a:pt x="94" y="274"/>
                  <a:pt x="94" y="274"/>
                  <a:pt x="94" y="274"/>
                </a:cubicBezTo>
                <a:cubicBezTo>
                  <a:pt x="95" y="273"/>
                  <a:pt x="94" y="274"/>
                  <a:pt x="94" y="274"/>
                </a:cubicBezTo>
                <a:close/>
                <a:moveTo>
                  <a:pt x="95" y="280"/>
                </a:moveTo>
                <a:cubicBezTo>
                  <a:pt x="95" y="280"/>
                  <a:pt x="95" y="280"/>
                  <a:pt x="94" y="281"/>
                </a:cubicBezTo>
                <a:cubicBezTo>
                  <a:pt x="94" y="281"/>
                  <a:pt x="94" y="281"/>
                  <a:pt x="95" y="281"/>
                </a:cubicBezTo>
                <a:cubicBezTo>
                  <a:pt x="95" y="281"/>
                  <a:pt x="95" y="281"/>
                  <a:pt x="95" y="281"/>
                </a:cubicBezTo>
                <a:cubicBezTo>
                  <a:pt x="95" y="281"/>
                  <a:pt x="95" y="280"/>
                  <a:pt x="95" y="280"/>
                </a:cubicBezTo>
                <a:close/>
                <a:moveTo>
                  <a:pt x="91" y="318"/>
                </a:moveTo>
                <a:cubicBezTo>
                  <a:pt x="91" y="318"/>
                  <a:pt x="90" y="318"/>
                  <a:pt x="90" y="318"/>
                </a:cubicBezTo>
                <a:cubicBezTo>
                  <a:pt x="89" y="318"/>
                  <a:pt x="88" y="318"/>
                  <a:pt x="88" y="317"/>
                </a:cubicBezTo>
                <a:cubicBezTo>
                  <a:pt x="87" y="317"/>
                  <a:pt x="86" y="317"/>
                  <a:pt x="86" y="317"/>
                </a:cubicBezTo>
                <a:cubicBezTo>
                  <a:pt x="85" y="318"/>
                  <a:pt x="85" y="319"/>
                  <a:pt x="84" y="320"/>
                </a:cubicBezTo>
                <a:cubicBezTo>
                  <a:pt x="83" y="320"/>
                  <a:pt x="83" y="320"/>
                  <a:pt x="84" y="320"/>
                </a:cubicBezTo>
                <a:cubicBezTo>
                  <a:pt x="85" y="320"/>
                  <a:pt x="84" y="321"/>
                  <a:pt x="84" y="321"/>
                </a:cubicBezTo>
                <a:cubicBezTo>
                  <a:pt x="84" y="323"/>
                  <a:pt x="85" y="323"/>
                  <a:pt x="86" y="323"/>
                </a:cubicBezTo>
                <a:cubicBezTo>
                  <a:pt x="86" y="323"/>
                  <a:pt x="86" y="323"/>
                  <a:pt x="86" y="323"/>
                </a:cubicBezTo>
                <a:cubicBezTo>
                  <a:pt x="88" y="322"/>
                  <a:pt x="89" y="320"/>
                  <a:pt x="91" y="319"/>
                </a:cubicBezTo>
                <a:cubicBezTo>
                  <a:pt x="91" y="319"/>
                  <a:pt x="91" y="319"/>
                  <a:pt x="91" y="318"/>
                </a:cubicBezTo>
                <a:close/>
                <a:moveTo>
                  <a:pt x="89" y="276"/>
                </a:moveTo>
                <a:cubicBezTo>
                  <a:pt x="88" y="276"/>
                  <a:pt x="88" y="275"/>
                  <a:pt x="87" y="275"/>
                </a:cubicBezTo>
                <a:cubicBezTo>
                  <a:pt x="86" y="275"/>
                  <a:pt x="86" y="274"/>
                  <a:pt x="86" y="275"/>
                </a:cubicBezTo>
                <a:cubicBezTo>
                  <a:pt x="86" y="276"/>
                  <a:pt x="84" y="276"/>
                  <a:pt x="85" y="277"/>
                </a:cubicBezTo>
                <a:cubicBezTo>
                  <a:pt x="86" y="278"/>
                  <a:pt x="86" y="279"/>
                  <a:pt x="87" y="279"/>
                </a:cubicBezTo>
                <a:cubicBezTo>
                  <a:pt x="87" y="281"/>
                  <a:pt x="87" y="281"/>
                  <a:pt x="89" y="280"/>
                </a:cubicBezTo>
                <a:cubicBezTo>
                  <a:pt x="89" y="280"/>
                  <a:pt x="89" y="280"/>
                  <a:pt x="89" y="280"/>
                </a:cubicBezTo>
                <a:cubicBezTo>
                  <a:pt x="89" y="281"/>
                  <a:pt x="88" y="281"/>
                  <a:pt x="88" y="282"/>
                </a:cubicBezTo>
                <a:cubicBezTo>
                  <a:pt x="87" y="282"/>
                  <a:pt x="87" y="283"/>
                  <a:pt x="88" y="284"/>
                </a:cubicBezTo>
                <a:cubicBezTo>
                  <a:pt x="88" y="284"/>
                  <a:pt x="88" y="284"/>
                  <a:pt x="89" y="284"/>
                </a:cubicBezTo>
                <a:cubicBezTo>
                  <a:pt x="90" y="284"/>
                  <a:pt x="91" y="283"/>
                  <a:pt x="91" y="281"/>
                </a:cubicBezTo>
                <a:cubicBezTo>
                  <a:pt x="91" y="280"/>
                  <a:pt x="91" y="278"/>
                  <a:pt x="90" y="277"/>
                </a:cubicBezTo>
                <a:cubicBezTo>
                  <a:pt x="89" y="277"/>
                  <a:pt x="90" y="276"/>
                  <a:pt x="89" y="276"/>
                </a:cubicBezTo>
                <a:close/>
                <a:moveTo>
                  <a:pt x="65" y="320"/>
                </a:moveTo>
                <a:cubicBezTo>
                  <a:pt x="65" y="320"/>
                  <a:pt x="65" y="320"/>
                  <a:pt x="65" y="320"/>
                </a:cubicBezTo>
                <a:cubicBezTo>
                  <a:pt x="65" y="319"/>
                  <a:pt x="65" y="319"/>
                  <a:pt x="65" y="319"/>
                </a:cubicBezTo>
                <a:cubicBezTo>
                  <a:pt x="65" y="319"/>
                  <a:pt x="65" y="320"/>
                  <a:pt x="65" y="320"/>
                </a:cubicBezTo>
                <a:cubicBezTo>
                  <a:pt x="65" y="320"/>
                  <a:pt x="65" y="320"/>
                  <a:pt x="65" y="320"/>
                </a:cubicBezTo>
                <a:close/>
                <a:moveTo>
                  <a:pt x="7" y="398"/>
                </a:moveTo>
                <a:cubicBezTo>
                  <a:pt x="7" y="398"/>
                  <a:pt x="8" y="398"/>
                  <a:pt x="9" y="398"/>
                </a:cubicBezTo>
                <a:cubicBezTo>
                  <a:pt x="8" y="397"/>
                  <a:pt x="8" y="397"/>
                  <a:pt x="7" y="398"/>
                </a:cubicBezTo>
                <a:close/>
                <a:moveTo>
                  <a:pt x="5" y="395"/>
                </a:moveTo>
                <a:cubicBezTo>
                  <a:pt x="5" y="395"/>
                  <a:pt x="5" y="395"/>
                  <a:pt x="5" y="395"/>
                </a:cubicBezTo>
                <a:cubicBezTo>
                  <a:pt x="5" y="396"/>
                  <a:pt x="5" y="396"/>
                  <a:pt x="6" y="396"/>
                </a:cubicBezTo>
                <a:cubicBezTo>
                  <a:pt x="6" y="396"/>
                  <a:pt x="6" y="396"/>
                  <a:pt x="6" y="396"/>
                </a:cubicBezTo>
                <a:cubicBezTo>
                  <a:pt x="6" y="395"/>
                  <a:pt x="5" y="395"/>
                  <a:pt x="5" y="395"/>
                </a:cubicBezTo>
                <a:close/>
                <a:moveTo>
                  <a:pt x="82" y="292"/>
                </a:moveTo>
                <a:cubicBezTo>
                  <a:pt x="83" y="293"/>
                  <a:pt x="84" y="294"/>
                  <a:pt x="85" y="293"/>
                </a:cubicBezTo>
                <a:cubicBezTo>
                  <a:pt x="85" y="293"/>
                  <a:pt x="86" y="290"/>
                  <a:pt x="86" y="290"/>
                </a:cubicBezTo>
                <a:cubicBezTo>
                  <a:pt x="85" y="289"/>
                  <a:pt x="85" y="289"/>
                  <a:pt x="85" y="290"/>
                </a:cubicBezTo>
                <a:cubicBezTo>
                  <a:pt x="84" y="291"/>
                  <a:pt x="83" y="291"/>
                  <a:pt x="81" y="291"/>
                </a:cubicBezTo>
                <a:cubicBezTo>
                  <a:pt x="81" y="292"/>
                  <a:pt x="82" y="292"/>
                  <a:pt x="82" y="292"/>
                </a:cubicBezTo>
                <a:close/>
                <a:moveTo>
                  <a:pt x="4" y="400"/>
                </a:moveTo>
                <a:cubicBezTo>
                  <a:pt x="4" y="399"/>
                  <a:pt x="4" y="399"/>
                  <a:pt x="3" y="399"/>
                </a:cubicBezTo>
                <a:cubicBezTo>
                  <a:pt x="3" y="399"/>
                  <a:pt x="2" y="400"/>
                  <a:pt x="3" y="400"/>
                </a:cubicBezTo>
                <a:cubicBezTo>
                  <a:pt x="3" y="401"/>
                  <a:pt x="3" y="402"/>
                  <a:pt x="2" y="402"/>
                </a:cubicBezTo>
                <a:cubicBezTo>
                  <a:pt x="1" y="402"/>
                  <a:pt x="2" y="404"/>
                  <a:pt x="1" y="404"/>
                </a:cubicBezTo>
                <a:cubicBezTo>
                  <a:pt x="0" y="406"/>
                  <a:pt x="2" y="406"/>
                  <a:pt x="2" y="407"/>
                </a:cubicBezTo>
                <a:cubicBezTo>
                  <a:pt x="2" y="407"/>
                  <a:pt x="3" y="407"/>
                  <a:pt x="3" y="408"/>
                </a:cubicBezTo>
                <a:cubicBezTo>
                  <a:pt x="3" y="408"/>
                  <a:pt x="3" y="409"/>
                  <a:pt x="4" y="409"/>
                </a:cubicBezTo>
                <a:cubicBezTo>
                  <a:pt x="4" y="408"/>
                  <a:pt x="5" y="408"/>
                  <a:pt x="5" y="407"/>
                </a:cubicBezTo>
                <a:cubicBezTo>
                  <a:pt x="5" y="407"/>
                  <a:pt x="5" y="406"/>
                  <a:pt x="6" y="405"/>
                </a:cubicBezTo>
                <a:cubicBezTo>
                  <a:pt x="5" y="404"/>
                  <a:pt x="5" y="402"/>
                  <a:pt x="5" y="401"/>
                </a:cubicBezTo>
                <a:cubicBezTo>
                  <a:pt x="5" y="401"/>
                  <a:pt x="5" y="400"/>
                  <a:pt x="4" y="400"/>
                </a:cubicBezTo>
                <a:close/>
                <a:moveTo>
                  <a:pt x="77" y="301"/>
                </a:moveTo>
                <a:cubicBezTo>
                  <a:pt x="77" y="301"/>
                  <a:pt x="77" y="301"/>
                  <a:pt x="77" y="301"/>
                </a:cubicBezTo>
                <a:cubicBezTo>
                  <a:pt x="78" y="301"/>
                  <a:pt x="78" y="301"/>
                  <a:pt x="79" y="301"/>
                </a:cubicBezTo>
                <a:cubicBezTo>
                  <a:pt x="79" y="300"/>
                  <a:pt x="79" y="300"/>
                  <a:pt x="78" y="300"/>
                </a:cubicBezTo>
                <a:cubicBezTo>
                  <a:pt x="77" y="300"/>
                  <a:pt x="76" y="300"/>
                  <a:pt x="77" y="301"/>
                </a:cubicBezTo>
                <a:close/>
                <a:moveTo>
                  <a:pt x="80" y="297"/>
                </a:moveTo>
                <a:cubicBezTo>
                  <a:pt x="80" y="297"/>
                  <a:pt x="81" y="296"/>
                  <a:pt x="81" y="295"/>
                </a:cubicBezTo>
                <a:cubicBezTo>
                  <a:pt x="80" y="296"/>
                  <a:pt x="80" y="296"/>
                  <a:pt x="80" y="297"/>
                </a:cubicBezTo>
                <a:cubicBezTo>
                  <a:pt x="80" y="297"/>
                  <a:pt x="80" y="297"/>
                  <a:pt x="80" y="297"/>
                </a:cubicBezTo>
                <a:close/>
                <a:moveTo>
                  <a:pt x="132" y="257"/>
                </a:moveTo>
                <a:cubicBezTo>
                  <a:pt x="132" y="256"/>
                  <a:pt x="132" y="254"/>
                  <a:pt x="134" y="254"/>
                </a:cubicBezTo>
                <a:cubicBezTo>
                  <a:pt x="135" y="254"/>
                  <a:pt x="135" y="253"/>
                  <a:pt x="135" y="253"/>
                </a:cubicBezTo>
                <a:cubicBezTo>
                  <a:pt x="135" y="252"/>
                  <a:pt x="135" y="252"/>
                  <a:pt x="135" y="252"/>
                </a:cubicBezTo>
                <a:cubicBezTo>
                  <a:pt x="136" y="252"/>
                  <a:pt x="136" y="251"/>
                  <a:pt x="136" y="251"/>
                </a:cubicBezTo>
                <a:cubicBezTo>
                  <a:pt x="135" y="250"/>
                  <a:pt x="135" y="249"/>
                  <a:pt x="134" y="248"/>
                </a:cubicBezTo>
                <a:cubicBezTo>
                  <a:pt x="134" y="248"/>
                  <a:pt x="133" y="247"/>
                  <a:pt x="133" y="247"/>
                </a:cubicBezTo>
                <a:cubicBezTo>
                  <a:pt x="133" y="247"/>
                  <a:pt x="133" y="247"/>
                  <a:pt x="133" y="247"/>
                </a:cubicBezTo>
                <a:cubicBezTo>
                  <a:pt x="133" y="244"/>
                  <a:pt x="134" y="242"/>
                  <a:pt x="133" y="239"/>
                </a:cubicBezTo>
                <a:cubicBezTo>
                  <a:pt x="133" y="239"/>
                  <a:pt x="133" y="238"/>
                  <a:pt x="134" y="238"/>
                </a:cubicBezTo>
                <a:cubicBezTo>
                  <a:pt x="135" y="237"/>
                  <a:pt x="135" y="236"/>
                  <a:pt x="134" y="235"/>
                </a:cubicBezTo>
                <a:cubicBezTo>
                  <a:pt x="133" y="235"/>
                  <a:pt x="132" y="235"/>
                  <a:pt x="132" y="235"/>
                </a:cubicBezTo>
                <a:cubicBezTo>
                  <a:pt x="132" y="235"/>
                  <a:pt x="132" y="235"/>
                  <a:pt x="132" y="235"/>
                </a:cubicBezTo>
                <a:cubicBezTo>
                  <a:pt x="131" y="234"/>
                  <a:pt x="132" y="233"/>
                  <a:pt x="131" y="232"/>
                </a:cubicBezTo>
                <a:cubicBezTo>
                  <a:pt x="130" y="233"/>
                  <a:pt x="129" y="232"/>
                  <a:pt x="128" y="231"/>
                </a:cubicBezTo>
                <a:cubicBezTo>
                  <a:pt x="127" y="229"/>
                  <a:pt x="125" y="228"/>
                  <a:pt x="123" y="227"/>
                </a:cubicBezTo>
                <a:cubicBezTo>
                  <a:pt x="123" y="227"/>
                  <a:pt x="124" y="227"/>
                  <a:pt x="123" y="227"/>
                </a:cubicBezTo>
                <a:cubicBezTo>
                  <a:pt x="123" y="226"/>
                  <a:pt x="123" y="227"/>
                  <a:pt x="123" y="227"/>
                </a:cubicBezTo>
                <a:cubicBezTo>
                  <a:pt x="122" y="227"/>
                  <a:pt x="120" y="227"/>
                  <a:pt x="119" y="228"/>
                </a:cubicBezTo>
                <a:cubicBezTo>
                  <a:pt x="119" y="228"/>
                  <a:pt x="119" y="228"/>
                  <a:pt x="119" y="228"/>
                </a:cubicBezTo>
                <a:cubicBezTo>
                  <a:pt x="118" y="226"/>
                  <a:pt x="116" y="226"/>
                  <a:pt x="116" y="224"/>
                </a:cubicBezTo>
                <a:cubicBezTo>
                  <a:pt x="116" y="224"/>
                  <a:pt x="115" y="224"/>
                  <a:pt x="114" y="225"/>
                </a:cubicBezTo>
                <a:cubicBezTo>
                  <a:pt x="114" y="225"/>
                  <a:pt x="114" y="225"/>
                  <a:pt x="113" y="225"/>
                </a:cubicBezTo>
                <a:cubicBezTo>
                  <a:pt x="113" y="225"/>
                  <a:pt x="112" y="225"/>
                  <a:pt x="111" y="226"/>
                </a:cubicBezTo>
                <a:cubicBezTo>
                  <a:pt x="110" y="226"/>
                  <a:pt x="110" y="226"/>
                  <a:pt x="109" y="226"/>
                </a:cubicBezTo>
                <a:cubicBezTo>
                  <a:pt x="109" y="226"/>
                  <a:pt x="108" y="226"/>
                  <a:pt x="108" y="226"/>
                </a:cubicBezTo>
                <a:cubicBezTo>
                  <a:pt x="107" y="225"/>
                  <a:pt x="106" y="226"/>
                  <a:pt x="105" y="225"/>
                </a:cubicBezTo>
                <a:cubicBezTo>
                  <a:pt x="104" y="225"/>
                  <a:pt x="103" y="225"/>
                  <a:pt x="102" y="225"/>
                </a:cubicBezTo>
                <a:cubicBezTo>
                  <a:pt x="102" y="225"/>
                  <a:pt x="101" y="225"/>
                  <a:pt x="100" y="225"/>
                </a:cubicBezTo>
                <a:cubicBezTo>
                  <a:pt x="100" y="225"/>
                  <a:pt x="100" y="225"/>
                  <a:pt x="99" y="225"/>
                </a:cubicBezTo>
                <a:cubicBezTo>
                  <a:pt x="98" y="225"/>
                  <a:pt x="97" y="226"/>
                  <a:pt x="96" y="227"/>
                </a:cubicBezTo>
                <a:cubicBezTo>
                  <a:pt x="96" y="228"/>
                  <a:pt x="97" y="229"/>
                  <a:pt x="97" y="229"/>
                </a:cubicBezTo>
                <a:cubicBezTo>
                  <a:pt x="98" y="230"/>
                  <a:pt x="99" y="229"/>
                  <a:pt x="99" y="228"/>
                </a:cubicBezTo>
                <a:cubicBezTo>
                  <a:pt x="99" y="228"/>
                  <a:pt x="100" y="228"/>
                  <a:pt x="100" y="228"/>
                </a:cubicBezTo>
                <a:cubicBezTo>
                  <a:pt x="101" y="228"/>
                  <a:pt x="101" y="230"/>
                  <a:pt x="101" y="230"/>
                </a:cubicBezTo>
                <a:cubicBezTo>
                  <a:pt x="102" y="231"/>
                  <a:pt x="101" y="232"/>
                  <a:pt x="102" y="232"/>
                </a:cubicBezTo>
                <a:cubicBezTo>
                  <a:pt x="103" y="233"/>
                  <a:pt x="103" y="234"/>
                  <a:pt x="105" y="234"/>
                </a:cubicBezTo>
                <a:cubicBezTo>
                  <a:pt x="105" y="235"/>
                  <a:pt x="106" y="235"/>
                  <a:pt x="107" y="235"/>
                </a:cubicBezTo>
                <a:cubicBezTo>
                  <a:pt x="108" y="236"/>
                  <a:pt x="109" y="238"/>
                  <a:pt x="110" y="240"/>
                </a:cubicBezTo>
                <a:cubicBezTo>
                  <a:pt x="111" y="241"/>
                  <a:pt x="111" y="243"/>
                  <a:pt x="111" y="245"/>
                </a:cubicBezTo>
                <a:cubicBezTo>
                  <a:pt x="111" y="246"/>
                  <a:pt x="112" y="247"/>
                  <a:pt x="112" y="248"/>
                </a:cubicBezTo>
                <a:cubicBezTo>
                  <a:pt x="112" y="250"/>
                  <a:pt x="113" y="250"/>
                  <a:pt x="114" y="250"/>
                </a:cubicBezTo>
                <a:cubicBezTo>
                  <a:pt x="115" y="250"/>
                  <a:pt x="115" y="251"/>
                  <a:pt x="116" y="252"/>
                </a:cubicBezTo>
                <a:cubicBezTo>
                  <a:pt x="115" y="254"/>
                  <a:pt x="115" y="255"/>
                  <a:pt x="116" y="255"/>
                </a:cubicBezTo>
                <a:cubicBezTo>
                  <a:pt x="117" y="257"/>
                  <a:pt x="118" y="259"/>
                  <a:pt x="120" y="260"/>
                </a:cubicBezTo>
                <a:cubicBezTo>
                  <a:pt x="120" y="261"/>
                  <a:pt x="121" y="261"/>
                  <a:pt x="122" y="261"/>
                </a:cubicBezTo>
                <a:cubicBezTo>
                  <a:pt x="122" y="261"/>
                  <a:pt x="123" y="261"/>
                  <a:pt x="123" y="261"/>
                </a:cubicBezTo>
                <a:cubicBezTo>
                  <a:pt x="123" y="261"/>
                  <a:pt x="123" y="261"/>
                  <a:pt x="123" y="261"/>
                </a:cubicBezTo>
                <a:cubicBezTo>
                  <a:pt x="122" y="264"/>
                  <a:pt x="122" y="264"/>
                  <a:pt x="125" y="264"/>
                </a:cubicBezTo>
                <a:cubicBezTo>
                  <a:pt x="125" y="264"/>
                  <a:pt x="125" y="264"/>
                  <a:pt x="125" y="264"/>
                </a:cubicBezTo>
                <a:cubicBezTo>
                  <a:pt x="126" y="265"/>
                  <a:pt x="127" y="265"/>
                  <a:pt x="127" y="264"/>
                </a:cubicBezTo>
                <a:cubicBezTo>
                  <a:pt x="128" y="264"/>
                  <a:pt x="128" y="263"/>
                  <a:pt x="128" y="263"/>
                </a:cubicBezTo>
                <a:cubicBezTo>
                  <a:pt x="128" y="262"/>
                  <a:pt x="128" y="262"/>
                  <a:pt x="129" y="262"/>
                </a:cubicBezTo>
                <a:cubicBezTo>
                  <a:pt x="130" y="262"/>
                  <a:pt x="130" y="262"/>
                  <a:pt x="130" y="261"/>
                </a:cubicBezTo>
                <a:cubicBezTo>
                  <a:pt x="130" y="261"/>
                  <a:pt x="131" y="262"/>
                  <a:pt x="131" y="262"/>
                </a:cubicBezTo>
                <a:cubicBezTo>
                  <a:pt x="131" y="260"/>
                  <a:pt x="133" y="260"/>
                  <a:pt x="132" y="258"/>
                </a:cubicBezTo>
                <a:cubicBezTo>
                  <a:pt x="132" y="258"/>
                  <a:pt x="132" y="257"/>
                  <a:pt x="132" y="257"/>
                </a:cubicBezTo>
                <a:close/>
                <a:moveTo>
                  <a:pt x="123" y="267"/>
                </a:moveTo>
                <a:cubicBezTo>
                  <a:pt x="123" y="266"/>
                  <a:pt x="123" y="265"/>
                  <a:pt x="122" y="264"/>
                </a:cubicBezTo>
                <a:cubicBezTo>
                  <a:pt x="122" y="263"/>
                  <a:pt x="122" y="263"/>
                  <a:pt x="121" y="263"/>
                </a:cubicBezTo>
                <a:cubicBezTo>
                  <a:pt x="120" y="263"/>
                  <a:pt x="121" y="264"/>
                  <a:pt x="121" y="264"/>
                </a:cubicBezTo>
                <a:cubicBezTo>
                  <a:pt x="121" y="265"/>
                  <a:pt x="122" y="266"/>
                  <a:pt x="123" y="267"/>
                </a:cubicBezTo>
                <a:close/>
                <a:moveTo>
                  <a:pt x="96" y="216"/>
                </a:moveTo>
                <a:cubicBezTo>
                  <a:pt x="96" y="216"/>
                  <a:pt x="95" y="216"/>
                  <a:pt x="95" y="215"/>
                </a:cubicBezTo>
                <a:cubicBezTo>
                  <a:pt x="94" y="215"/>
                  <a:pt x="93" y="215"/>
                  <a:pt x="93" y="216"/>
                </a:cubicBezTo>
                <a:cubicBezTo>
                  <a:pt x="93" y="216"/>
                  <a:pt x="92" y="216"/>
                  <a:pt x="92" y="216"/>
                </a:cubicBezTo>
                <a:cubicBezTo>
                  <a:pt x="91" y="215"/>
                  <a:pt x="91" y="215"/>
                  <a:pt x="90" y="215"/>
                </a:cubicBezTo>
                <a:cubicBezTo>
                  <a:pt x="89" y="213"/>
                  <a:pt x="88" y="214"/>
                  <a:pt x="87" y="214"/>
                </a:cubicBezTo>
                <a:cubicBezTo>
                  <a:pt x="87" y="214"/>
                  <a:pt x="87" y="215"/>
                  <a:pt x="87" y="215"/>
                </a:cubicBezTo>
                <a:cubicBezTo>
                  <a:pt x="87" y="217"/>
                  <a:pt x="88" y="217"/>
                  <a:pt x="89" y="217"/>
                </a:cubicBezTo>
                <a:cubicBezTo>
                  <a:pt x="89" y="218"/>
                  <a:pt x="90" y="218"/>
                  <a:pt x="90" y="218"/>
                </a:cubicBezTo>
                <a:cubicBezTo>
                  <a:pt x="92" y="219"/>
                  <a:pt x="93" y="219"/>
                  <a:pt x="94" y="220"/>
                </a:cubicBezTo>
                <a:cubicBezTo>
                  <a:pt x="95" y="220"/>
                  <a:pt x="95" y="221"/>
                  <a:pt x="96" y="220"/>
                </a:cubicBezTo>
                <a:cubicBezTo>
                  <a:pt x="96" y="220"/>
                  <a:pt x="96" y="220"/>
                  <a:pt x="96" y="220"/>
                </a:cubicBezTo>
                <a:cubicBezTo>
                  <a:pt x="97" y="221"/>
                  <a:pt x="98" y="222"/>
                  <a:pt x="99" y="221"/>
                </a:cubicBezTo>
                <a:cubicBezTo>
                  <a:pt x="98" y="221"/>
                  <a:pt x="98" y="221"/>
                  <a:pt x="97" y="220"/>
                </a:cubicBezTo>
                <a:cubicBezTo>
                  <a:pt x="97" y="220"/>
                  <a:pt x="96" y="220"/>
                  <a:pt x="96" y="220"/>
                </a:cubicBezTo>
                <a:cubicBezTo>
                  <a:pt x="95" y="220"/>
                  <a:pt x="94" y="219"/>
                  <a:pt x="94" y="218"/>
                </a:cubicBezTo>
                <a:cubicBezTo>
                  <a:pt x="94" y="218"/>
                  <a:pt x="94" y="218"/>
                  <a:pt x="94" y="218"/>
                </a:cubicBezTo>
                <a:cubicBezTo>
                  <a:pt x="95" y="217"/>
                  <a:pt x="95" y="217"/>
                  <a:pt x="95" y="217"/>
                </a:cubicBezTo>
                <a:cubicBezTo>
                  <a:pt x="96" y="217"/>
                  <a:pt x="96" y="217"/>
                  <a:pt x="96" y="216"/>
                </a:cubicBezTo>
                <a:close/>
                <a:moveTo>
                  <a:pt x="268" y="293"/>
                </a:moveTo>
                <a:cubicBezTo>
                  <a:pt x="266" y="294"/>
                  <a:pt x="266" y="294"/>
                  <a:pt x="266" y="291"/>
                </a:cubicBezTo>
                <a:cubicBezTo>
                  <a:pt x="265" y="291"/>
                  <a:pt x="265" y="290"/>
                  <a:pt x="265" y="290"/>
                </a:cubicBezTo>
                <a:cubicBezTo>
                  <a:pt x="264" y="291"/>
                  <a:pt x="264" y="291"/>
                  <a:pt x="263" y="291"/>
                </a:cubicBezTo>
                <a:cubicBezTo>
                  <a:pt x="263" y="291"/>
                  <a:pt x="262" y="291"/>
                  <a:pt x="262" y="291"/>
                </a:cubicBezTo>
                <a:cubicBezTo>
                  <a:pt x="262" y="290"/>
                  <a:pt x="261" y="290"/>
                  <a:pt x="261" y="290"/>
                </a:cubicBezTo>
                <a:cubicBezTo>
                  <a:pt x="261" y="291"/>
                  <a:pt x="260" y="291"/>
                  <a:pt x="259" y="291"/>
                </a:cubicBezTo>
                <a:cubicBezTo>
                  <a:pt x="257" y="292"/>
                  <a:pt x="255" y="292"/>
                  <a:pt x="253" y="291"/>
                </a:cubicBezTo>
                <a:cubicBezTo>
                  <a:pt x="253" y="291"/>
                  <a:pt x="253" y="291"/>
                  <a:pt x="253" y="291"/>
                </a:cubicBezTo>
                <a:cubicBezTo>
                  <a:pt x="253" y="291"/>
                  <a:pt x="253" y="292"/>
                  <a:pt x="252" y="292"/>
                </a:cubicBezTo>
                <a:cubicBezTo>
                  <a:pt x="252" y="292"/>
                  <a:pt x="252" y="293"/>
                  <a:pt x="252" y="293"/>
                </a:cubicBezTo>
                <a:cubicBezTo>
                  <a:pt x="250" y="292"/>
                  <a:pt x="250" y="290"/>
                  <a:pt x="249" y="288"/>
                </a:cubicBezTo>
                <a:cubicBezTo>
                  <a:pt x="249" y="288"/>
                  <a:pt x="248" y="287"/>
                  <a:pt x="248" y="287"/>
                </a:cubicBezTo>
                <a:cubicBezTo>
                  <a:pt x="247" y="287"/>
                  <a:pt x="245" y="287"/>
                  <a:pt x="244" y="287"/>
                </a:cubicBezTo>
                <a:cubicBezTo>
                  <a:pt x="244" y="287"/>
                  <a:pt x="244" y="286"/>
                  <a:pt x="244" y="286"/>
                </a:cubicBezTo>
                <a:cubicBezTo>
                  <a:pt x="244" y="286"/>
                  <a:pt x="244" y="285"/>
                  <a:pt x="244" y="285"/>
                </a:cubicBezTo>
                <a:cubicBezTo>
                  <a:pt x="244" y="285"/>
                  <a:pt x="244" y="285"/>
                  <a:pt x="244" y="284"/>
                </a:cubicBezTo>
                <a:cubicBezTo>
                  <a:pt x="244" y="284"/>
                  <a:pt x="244" y="284"/>
                  <a:pt x="244" y="284"/>
                </a:cubicBezTo>
                <a:cubicBezTo>
                  <a:pt x="244" y="284"/>
                  <a:pt x="244" y="283"/>
                  <a:pt x="244" y="283"/>
                </a:cubicBezTo>
                <a:cubicBezTo>
                  <a:pt x="244" y="283"/>
                  <a:pt x="244" y="283"/>
                  <a:pt x="244" y="283"/>
                </a:cubicBezTo>
                <a:cubicBezTo>
                  <a:pt x="243" y="282"/>
                  <a:pt x="242" y="282"/>
                  <a:pt x="241" y="281"/>
                </a:cubicBezTo>
                <a:cubicBezTo>
                  <a:pt x="241" y="281"/>
                  <a:pt x="241" y="281"/>
                  <a:pt x="240" y="281"/>
                </a:cubicBezTo>
                <a:cubicBezTo>
                  <a:pt x="240" y="281"/>
                  <a:pt x="240" y="281"/>
                  <a:pt x="240" y="281"/>
                </a:cubicBezTo>
                <a:cubicBezTo>
                  <a:pt x="240" y="281"/>
                  <a:pt x="240" y="280"/>
                  <a:pt x="240" y="279"/>
                </a:cubicBezTo>
                <a:cubicBezTo>
                  <a:pt x="241" y="278"/>
                  <a:pt x="242" y="278"/>
                  <a:pt x="243" y="277"/>
                </a:cubicBezTo>
                <a:cubicBezTo>
                  <a:pt x="243" y="277"/>
                  <a:pt x="243" y="276"/>
                  <a:pt x="243" y="276"/>
                </a:cubicBezTo>
                <a:cubicBezTo>
                  <a:pt x="243" y="275"/>
                  <a:pt x="243" y="274"/>
                  <a:pt x="244" y="274"/>
                </a:cubicBezTo>
                <a:cubicBezTo>
                  <a:pt x="244" y="274"/>
                  <a:pt x="244" y="273"/>
                  <a:pt x="245" y="272"/>
                </a:cubicBezTo>
                <a:cubicBezTo>
                  <a:pt x="244" y="272"/>
                  <a:pt x="244" y="272"/>
                  <a:pt x="244" y="272"/>
                </a:cubicBezTo>
                <a:cubicBezTo>
                  <a:pt x="243" y="272"/>
                  <a:pt x="242" y="272"/>
                  <a:pt x="242" y="273"/>
                </a:cubicBezTo>
                <a:cubicBezTo>
                  <a:pt x="241" y="273"/>
                  <a:pt x="240" y="273"/>
                  <a:pt x="240" y="272"/>
                </a:cubicBezTo>
                <a:cubicBezTo>
                  <a:pt x="239" y="272"/>
                  <a:pt x="239" y="271"/>
                  <a:pt x="238" y="270"/>
                </a:cubicBezTo>
                <a:cubicBezTo>
                  <a:pt x="238" y="270"/>
                  <a:pt x="237" y="270"/>
                  <a:pt x="237" y="270"/>
                </a:cubicBezTo>
                <a:cubicBezTo>
                  <a:pt x="237" y="268"/>
                  <a:pt x="235" y="268"/>
                  <a:pt x="234" y="267"/>
                </a:cubicBezTo>
                <a:cubicBezTo>
                  <a:pt x="233" y="266"/>
                  <a:pt x="234" y="265"/>
                  <a:pt x="233" y="264"/>
                </a:cubicBezTo>
                <a:cubicBezTo>
                  <a:pt x="231" y="264"/>
                  <a:pt x="230" y="263"/>
                  <a:pt x="229" y="263"/>
                </a:cubicBezTo>
                <a:cubicBezTo>
                  <a:pt x="228" y="264"/>
                  <a:pt x="228" y="263"/>
                  <a:pt x="228" y="263"/>
                </a:cubicBezTo>
                <a:cubicBezTo>
                  <a:pt x="227" y="263"/>
                  <a:pt x="227" y="263"/>
                  <a:pt x="227" y="262"/>
                </a:cubicBezTo>
                <a:cubicBezTo>
                  <a:pt x="226" y="262"/>
                  <a:pt x="226" y="262"/>
                  <a:pt x="226" y="262"/>
                </a:cubicBezTo>
                <a:cubicBezTo>
                  <a:pt x="225" y="261"/>
                  <a:pt x="223" y="260"/>
                  <a:pt x="223" y="258"/>
                </a:cubicBezTo>
                <a:cubicBezTo>
                  <a:pt x="222" y="257"/>
                  <a:pt x="222" y="257"/>
                  <a:pt x="222" y="256"/>
                </a:cubicBezTo>
                <a:cubicBezTo>
                  <a:pt x="221" y="254"/>
                  <a:pt x="221" y="253"/>
                  <a:pt x="220" y="251"/>
                </a:cubicBezTo>
                <a:cubicBezTo>
                  <a:pt x="219" y="251"/>
                  <a:pt x="220" y="250"/>
                  <a:pt x="220" y="249"/>
                </a:cubicBezTo>
                <a:cubicBezTo>
                  <a:pt x="219" y="249"/>
                  <a:pt x="219" y="249"/>
                  <a:pt x="220" y="248"/>
                </a:cubicBezTo>
                <a:cubicBezTo>
                  <a:pt x="220" y="247"/>
                  <a:pt x="221" y="248"/>
                  <a:pt x="221" y="249"/>
                </a:cubicBezTo>
                <a:cubicBezTo>
                  <a:pt x="221" y="249"/>
                  <a:pt x="222" y="249"/>
                  <a:pt x="222" y="249"/>
                </a:cubicBezTo>
                <a:cubicBezTo>
                  <a:pt x="223" y="248"/>
                  <a:pt x="224" y="248"/>
                  <a:pt x="226" y="248"/>
                </a:cubicBezTo>
                <a:cubicBezTo>
                  <a:pt x="226" y="248"/>
                  <a:pt x="226" y="248"/>
                  <a:pt x="226" y="248"/>
                </a:cubicBezTo>
                <a:cubicBezTo>
                  <a:pt x="226" y="248"/>
                  <a:pt x="226" y="247"/>
                  <a:pt x="226" y="248"/>
                </a:cubicBezTo>
                <a:cubicBezTo>
                  <a:pt x="227" y="248"/>
                  <a:pt x="227" y="248"/>
                  <a:pt x="227" y="249"/>
                </a:cubicBezTo>
                <a:cubicBezTo>
                  <a:pt x="227" y="249"/>
                  <a:pt x="228" y="249"/>
                  <a:pt x="228" y="249"/>
                </a:cubicBezTo>
                <a:cubicBezTo>
                  <a:pt x="230" y="247"/>
                  <a:pt x="230" y="247"/>
                  <a:pt x="232" y="248"/>
                </a:cubicBezTo>
                <a:cubicBezTo>
                  <a:pt x="232" y="248"/>
                  <a:pt x="233" y="248"/>
                  <a:pt x="233" y="248"/>
                </a:cubicBezTo>
                <a:cubicBezTo>
                  <a:pt x="235" y="248"/>
                  <a:pt x="236" y="248"/>
                  <a:pt x="238" y="247"/>
                </a:cubicBezTo>
                <a:cubicBezTo>
                  <a:pt x="238" y="246"/>
                  <a:pt x="239" y="247"/>
                  <a:pt x="240" y="247"/>
                </a:cubicBezTo>
                <a:cubicBezTo>
                  <a:pt x="240" y="247"/>
                  <a:pt x="240" y="247"/>
                  <a:pt x="240" y="247"/>
                </a:cubicBezTo>
                <a:cubicBezTo>
                  <a:pt x="241" y="247"/>
                  <a:pt x="241" y="247"/>
                  <a:pt x="242" y="246"/>
                </a:cubicBezTo>
                <a:cubicBezTo>
                  <a:pt x="242" y="246"/>
                  <a:pt x="242" y="245"/>
                  <a:pt x="242" y="245"/>
                </a:cubicBezTo>
                <a:cubicBezTo>
                  <a:pt x="242" y="246"/>
                  <a:pt x="243" y="246"/>
                  <a:pt x="243" y="246"/>
                </a:cubicBezTo>
                <a:cubicBezTo>
                  <a:pt x="244" y="246"/>
                  <a:pt x="244" y="247"/>
                  <a:pt x="245" y="246"/>
                </a:cubicBezTo>
                <a:cubicBezTo>
                  <a:pt x="245" y="245"/>
                  <a:pt x="245" y="245"/>
                  <a:pt x="246" y="244"/>
                </a:cubicBezTo>
                <a:cubicBezTo>
                  <a:pt x="246" y="244"/>
                  <a:pt x="247" y="244"/>
                  <a:pt x="247" y="244"/>
                </a:cubicBezTo>
                <a:cubicBezTo>
                  <a:pt x="248" y="245"/>
                  <a:pt x="248" y="246"/>
                  <a:pt x="248" y="247"/>
                </a:cubicBezTo>
                <a:cubicBezTo>
                  <a:pt x="249" y="248"/>
                  <a:pt x="251" y="249"/>
                  <a:pt x="251" y="250"/>
                </a:cubicBezTo>
                <a:cubicBezTo>
                  <a:pt x="252" y="251"/>
                  <a:pt x="252" y="251"/>
                  <a:pt x="251" y="252"/>
                </a:cubicBezTo>
                <a:cubicBezTo>
                  <a:pt x="251" y="253"/>
                  <a:pt x="251" y="254"/>
                  <a:pt x="253" y="254"/>
                </a:cubicBezTo>
                <a:cubicBezTo>
                  <a:pt x="253" y="254"/>
                  <a:pt x="254" y="254"/>
                  <a:pt x="254" y="255"/>
                </a:cubicBezTo>
                <a:cubicBezTo>
                  <a:pt x="254" y="255"/>
                  <a:pt x="255" y="255"/>
                  <a:pt x="255" y="255"/>
                </a:cubicBezTo>
                <a:cubicBezTo>
                  <a:pt x="256" y="255"/>
                  <a:pt x="257" y="256"/>
                  <a:pt x="257" y="257"/>
                </a:cubicBezTo>
                <a:cubicBezTo>
                  <a:pt x="258" y="257"/>
                  <a:pt x="258" y="258"/>
                  <a:pt x="257" y="258"/>
                </a:cubicBezTo>
                <a:cubicBezTo>
                  <a:pt x="256" y="259"/>
                  <a:pt x="256" y="259"/>
                  <a:pt x="257" y="261"/>
                </a:cubicBezTo>
                <a:cubicBezTo>
                  <a:pt x="258" y="260"/>
                  <a:pt x="258" y="260"/>
                  <a:pt x="258" y="261"/>
                </a:cubicBezTo>
                <a:cubicBezTo>
                  <a:pt x="258" y="262"/>
                  <a:pt x="258" y="262"/>
                  <a:pt x="257" y="262"/>
                </a:cubicBezTo>
                <a:cubicBezTo>
                  <a:pt x="256" y="264"/>
                  <a:pt x="256" y="266"/>
                  <a:pt x="257" y="268"/>
                </a:cubicBezTo>
                <a:cubicBezTo>
                  <a:pt x="257" y="270"/>
                  <a:pt x="258" y="272"/>
                  <a:pt x="258" y="273"/>
                </a:cubicBezTo>
                <a:cubicBezTo>
                  <a:pt x="258" y="274"/>
                  <a:pt x="258" y="274"/>
                  <a:pt x="258" y="274"/>
                </a:cubicBezTo>
                <a:cubicBezTo>
                  <a:pt x="257" y="275"/>
                  <a:pt x="257" y="276"/>
                  <a:pt x="258" y="276"/>
                </a:cubicBezTo>
                <a:cubicBezTo>
                  <a:pt x="259" y="277"/>
                  <a:pt x="258" y="278"/>
                  <a:pt x="259" y="278"/>
                </a:cubicBezTo>
                <a:cubicBezTo>
                  <a:pt x="260" y="278"/>
                  <a:pt x="260" y="278"/>
                  <a:pt x="261" y="278"/>
                </a:cubicBezTo>
                <a:cubicBezTo>
                  <a:pt x="262" y="279"/>
                  <a:pt x="262" y="279"/>
                  <a:pt x="261" y="280"/>
                </a:cubicBezTo>
                <a:cubicBezTo>
                  <a:pt x="261" y="281"/>
                  <a:pt x="261" y="281"/>
                  <a:pt x="261" y="281"/>
                </a:cubicBezTo>
                <a:cubicBezTo>
                  <a:pt x="262" y="282"/>
                  <a:pt x="263" y="283"/>
                  <a:pt x="263" y="283"/>
                </a:cubicBezTo>
                <a:cubicBezTo>
                  <a:pt x="264" y="284"/>
                  <a:pt x="264" y="284"/>
                  <a:pt x="263" y="285"/>
                </a:cubicBezTo>
                <a:cubicBezTo>
                  <a:pt x="263" y="285"/>
                  <a:pt x="263" y="286"/>
                  <a:pt x="262" y="286"/>
                </a:cubicBezTo>
                <a:cubicBezTo>
                  <a:pt x="262" y="286"/>
                  <a:pt x="262" y="286"/>
                  <a:pt x="262" y="286"/>
                </a:cubicBezTo>
                <a:cubicBezTo>
                  <a:pt x="262" y="287"/>
                  <a:pt x="262" y="287"/>
                  <a:pt x="261" y="287"/>
                </a:cubicBezTo>
                <a:cubicBezTo>
                  <a:pt x="261" y="289"/>
                  <a:pt x="262" y="289"/>
                  <a:pt x="263" y="289"/>
                </a:cubicBezTo>
                <a:cubicBezTo>
                  <a:pt x="263" y="289"/>
                  <a:pt x="263" y="287"/>
                  <a:pt x="264" y="288"/>
                </a:cubicBezTo>
                <a:cubicBezTo>
                  <a:pt x="265" y="288"/>
                  <a:pt x="266" y="289"/>
                  <a:pt x="266" y="290"/>
                </a:cubicBezTo>
                <a:cubicBezTo>
                  <a:pt x="266" y="291"/>
                  <a:pt x="266" y="291"/>
                  <a:pt x="267" y="291"/>
                </a:cubicBezTo>
                <a:cubicBezTo>
                  <a:pt x="268" y="291"/>
                  <a:pt x="268" y="292"/>
                  <a:pt x="268" y="293"/>
                </a:cubicBezTo>
                <a:close/>
                <a:moveTo>
                  <a:pt x="222" y="247"/>
                </a:moveTo>
                <a:cubicBezTo>
                  <a:pt x="223" y="247"/>
                  <a:pt x="223" y="247"/>
                  <a:pt x="223" y="247"/>
                </a:cubicBezTo>
                <a:cubicBezTo>
                  <a:pt x="223" y="247"/>
                  <a:pt x="223" y="247"/>
                  <a:pt x="223" y="247"/>
                </a:cubicBezTo>
                <a:cubicBezTo>
                  <a:pt x="223" y="247"/>
                  <a:pt x="223" y="247"/>
                  <a:pt x="223" y="247"/>
                </a:cubicBezTo>
                <a:cubicBezTo>
                  <a:pt x="223" y="247"/>
                  <a:pt x="223" y="247"/>
                  <a:pt x="222" y="247"/>
                </a:cubicBezTo>
                <a:close/>
                <a:moveTo>
                  <a:pt x="222" y="244"/>
                </a:moveTo>
                <a:cubicBezTo>
                  <a:pt x="222" y="244"/>
                  <a:pt x="222" y="244"/>
                  <a:pt x="222" y="245"/>
                </a:cubicBezTo>
                <a:cubicBezTo>
                  <a:pt x="222" y="245"/>
                  <a:pt x="222" y="245"/>
                  <a:pt x="222" y="245"/>
                </a:cubicBezTo>
                <a:cubicBezTo>
                  <a:pt x="223" y="245"/>
                  <a:pt x="223" y="245"/>
                  <a:pt x="223" y="245"/>
                </a:cubicBezTo>
                <a:cubicBezTo>
                  <a:pt x="223" y="245"/>
                  <a:pt x="223" y="244"/>
                  <a:pt x="222" y="244"/>
                </a:cubicBezTo>
                <a:close/>
                <a:moveTo>
                  <a:pt x="243" y="244"/>
                </a:moveTo>
                <a:cubicBezTo>
                  <a:pt x="243" y="244"/>
                  <a:pt x="243" y="245"/>
                  <a:pt x="244" y="246"/>
                </a:cubicBezTo>
                <a:cubicBezTo>
                  <a:pt x="244" y="245"/>
                  <a:pt x="244" y="244"/>
                  <a:pt x="244" y="244"/>
                </a:cubicBezTo>
                <a:cubicBezTo>
                  <a:pt x="244" y="243"/>
                  <a:pt x="243" y="243"/>
                  <a:pt x="243" y="243"/>
                </a:cubicBezTo>
                <a:cubicBezTo>
                  <a:pt x="243" y="243"/>
                  <a:pt x="243" y="243"/>
                  <a:pt x="243" y="243"/>
                </a:cubicBezTo>
                <a:cubicBezTo>
                  <a:pt x="242" y="244"/>
                  <a:pt x="242" y="244"/>
                  <a:pt x="243" y="244"/>
                </a:cubicBezTo>
                <a:close/>
                <a:moveTo>
                  <a:pt x="219" y="252"/>
                </a:moveTo>
                <a:cubicBezTo>
                  <a:pt x="219" y="253"/>
                  <a:pt x="219" y="254"/>
                  <a:pt x="220" y="254"/>
                </a:cubicBezTo>
                <a:cubicBezTo>
                  <a:pt x="220" y="253"/>
                  <a:pt x="220" y="252"/>
                  <a:pt x="219" y="252"/>
                </a:cubicBezTo>
                <a:close/>
                <a:moveTo>
                  <a:pt x="216" y="252"/>
                </a:moveTo>
                <a:cubicBezTo>
                  <a:pt x="215" y="251"/>
                  <a:pt x="215" y="252"/>
                  <a:pt x="215" y="252"/>
                </a:cubicBezTo>
                <a:cubicBezTo>
                  <a:pt x="216" y="253"/>
                  <a:pt x="216" y="254"/>
                  <a:pt x="217" y="254"/>
                </a:cubicBezTo>
                <a:cubicBezTo>
                  <a:pt x="217" y="254"/>
                  <a:pt x="217" y="253"/>
                  <a:pt x="217" y="253"/>
                </a:cubicBezTo>
                <a:cubicBezTo>
                  <a:pt x="217" y="252"/>
                  <a:pt x="217" y="252"/>
                  <a:pt x="216" y="252"/>
                </a:cubicBezTo>
                <a:close/>
                <a:moveTo>
                  <a:pt x="171" y="348"/>
                </a:moveTo>
                <a:cubicBezTo>
                  <a:pt x="172" y="349"/>
                  <a:pt x="174" y="350"/>
                  <a:pt x="175" y="351"/>
                </a:cubicBezTo>
                <a:cubicBezTo>
                  <a:pt x="176" y="351"/>
                  <a:pt x="177" y="352"/>
                  <a:pt x="178" y="352"/>
                </a:cubicBezTo>
                <a:cubicBezTo>
                  <a:pt x="182" y="352"/>
                  <a:pt x="182" y="353"/>
                  <a:pt x="183" y="356"/>
                </a:cubicBezTo>
                <a:cubicBezTo>
                  <a:pt x="183" y="356"/>
                  <a:pt x="183" y="357"/>
                  <a:pt x="183" y="358"/>
                </a:cubicBezTo>
                <a:cubicBezTo>
                  <a:pt x="184" y="359"/>
                  <a:pt x="185" y="361"/>
                  <a:pt x="187" y="361"/>
                </a:cubicBezTo>
                <a:cubicBezTo>
                  <a:pt x="188" y="362"/>
                  <a:pt x="188" y="361"/>
                  <a:pt x="189" y="361"/>
                </a:cubicBezTo>
                <a:cubicBezTo>
                  <a:pt x="190" y="361"/>
                  <a:pt x="191" y="361"/>
                  <a:pt x="192" y="360"/>
                </a:cubicBezTo>
                <a:cubicBezTo>
                  <a:pt x="195" y="358"/>
                  <a:pt x="195" y="356"/>
                  <a:pt x="196" y="353"/>
                </a:cubicBezTo>
                <a:cubicBezTo>
                  <a:pt x="196" y="352"/>
                  <a:pt x="196" y="352"/>
                  <a:pt x="196" y="351"/>
                </a:cubicBezTo>
                <a:cubicBezTo>
                  <a:pt x="194" y="350"/>
                  <a:pt x="194" y="347"/>
                  <a:pt x="191" y="346"/>
                </a:cubicBezTo>
                <a:cubicBezTo>
                  <a:pt x="191" y="346"/>
                  <a:pt x="190" y="346"/>
                  <a:pt x="190" y="346"/>
                </a:cubicBezTo>
                <a:cubicBezTo>
                  <a:pt x="190" y="345"/>
                  <a:pt x="192" y="344"/>
                  <a:pt x="190" y="343"/>
                </a:cubicBezTo>
                <a:cubicBezTo>
                  <a:pt x="190" y="343"/>
                  <a:pt x="189" y="343"/>
                  <a:pt x="190" y="342"/>
                </a:cubicBezTo>
                <a:cubicBezTo>
                  <a:pt x="190" y="342"/>
                  <a:pt x="191" y="342"/>
                  <a:pt x="191" y="341"/>
                </a:cubicBezTo>
                <a:cubicBezTo>
                  <a:pt x="191" y="341"/>
                  <a:pt x="190" y="340"/>
                  <a:pt x="190" y="339"/>
                </a:cubicBezTo>
                <a:cubicBezTo>
                  <a:pt x="190" y="337"/>
                  <a:pt x="189" y="336"/>
                  <a:pt x="190" y="334"/>
                </a:cubicBezTo>
                <a:cubicBezTo>
                  <a:pt x="191" y="334"/>
                  <a:pt x="191" y="333"/>
                  <a:pt x="191" y="333"/>
                </a:cubicBezTo>
                <a:cubicBezTo>
                  <a:pt x="192" y="332"/>
                  <a:pt x="192" y="331"/>
                  <a:pt x="193" y="330"/>
                </a:cubicBezTo>
                <a:cubicBezTo>
                  <a:pt x="194" y="330"/>
                  <a:pt x="194" y="330"/>
                  <a:pt x="195" y="329"/>
                </a:cubicBezTo>
                <a:cubicBezTo>
                  <a:pt x="195" y="328"/>
                  <a:pt x="194" y="327"/>
                  <a:pt x="194" y="327"/>
                </a:cubicBezTo>
                <a:cubicBezTo>
                  <a:pt x="194" y="325"/>
                  <a:pt x="195" y="322"/>
                  <a:pt x="195" y="320"/>
                </a:cubicBezTo>
                <a:cubicBezTo>
                  <a:pt x="195" y="319"/>
                  <a:pt x="195" y="319"/>
                  <a:pt x="195" y="319"/>
                </a:cubicBezTo>
                <a:cubicBezTo>
                  <a:pt x="195" y="319"/>
                  <a:pt x="195" y="318"/>
                  <a:pt x="195" y="318"/>
                </a:cubicBezTo>
                <a:cubicBezTo>
                  <a:pt x="196" y="318"/>
                  <a:pt x="196" y="317"/>
                  <a:pt x="196" y="316"/>
                </a:cubicBezTo>
                <a:cubicBezTo>
                  <a:pt x="197" y="316"/>
                  <a:pt x="197" y="316"/>
                  <a:pt x="197" y="316"/>
                </a:cubicBezTo>
                <a:cubicBezTo>
                  <a:pt x="198" y="315"/>
                  <a:pt x="199" y="314"/>
                  <a:pt x="199" y="313"/>
                </a:cubicBezTo>
                <a:cubicBezTo>
                  <a:pt x="199" y="312"/>
                  <a:pt x="199" y="312"/>
                  <a:pt x="199" y="312"/>
                </a:cubicBezTo>
                <a:cubicBezTo>
                  <a:pt x="200" y="311"/>
                  <a:pt x="199" y="311"/>
                  <a:pt x="199" y="310"/>
                </a:cubicBezTo>
                <a:cubicBezTo>
                  <a:pt x="199" y="310"/>
                  <a:pt x="199" y="310"/>
                  <a:pt x="199" y="310"/>
                </a:cubicBezTo>
                <a:cubicBezTo>
                  <a:pt x="200" y="308"/>
                  <a:pt x="200" y="307"/>
                  <a:pt x="201" y="305"/>
                </a:cubicBezTo>
                <a:cubicBezTo>
                  <a:pt x="202" y="305"/>
                  <a:pt x="202" y="304"/>
                  <a:pt x="201" y="304"/>
                </a:cubicBezTo>
                <a:cubicBezTo>
                  <a:pt x="200" y="303"/>
                  <a:pt x="200" y="302"/>
                  <a:pt x="199" y="301"/>
                </a:cubicBezTo>
                <a:cubicBezTo>
                  <a:pt x="198" y="301"/>
                  <a:pt x="198" y="301"/>
                  <a:pt x="197" y="301"/>
                </a:cubicBezTo>
                <a:cubicBezTo>
                  <a:pt x="197" y="301"/>
                  <a:pt x="197" y="301"/>
                  <a:pt x="196" y="301"/>
                </a:cubicBezTo>
                <a:cubicBezTo>
                  <a:pt x="196" y="300"/>
                  <a:pt x="195" y="300"/>
                  <a:pt x="194" y="301"/>
                </a:cubicBezTo>
                <a:cubicBezTo>
                  <a:pt x="194" y="301"/>
                  <a:pt x="193" y="301"/>
                  <a:pt x="193" y="301"/>
                </a:cubicBezTo>
                <a:cubicBezTo>
                  <a:pt x="193" y="301"/>
                  <a:pt x="192" y="301"/>
                  <a:pt x="192" y="301"/>
                </a:cubicBezTo>
                <a:cubicBezTo>
                  <a:pt x="192" y="300"/>
                  <a:pt x="192" y="300"/>
                  <a:pt x="191" y="300"/>
                </a:cubicBezTo>
                <a:cubicBezTo>
                  <a:pt x="190" y="299"/>
                  <a:pt x="189" y="300"/>
                  <a:pt x="189" y="300"/>
                </a:cubicBezTo>
                <a:cubicBezTo>
                  <a:pt x="188" y="300"/>
                  <a:pt x="187" y="301"/>
                  <a:pt x="187" y="302"/>
                </a:cubicBezTo>
                <a:cubicBezTo>
                  <a:pt x="186" y="302"/>
                  <a:pt x="186" y="302"/>
                  <a:pt x="185" y="302"/>
                </a:cubicBezTo>
                <a:cubicBezTo>
                  <a:pt x="184" y="302"/>
                  <a:pt x="183" y="302"/>
                  <a:pt x="182" y="303"/>
                </a:cubicBezTo>
                <a:cubicBezTo>
                  <a:pt x="181" y="305"/>
                  <a:pt x="182" y="306"/>
                  <a:pt x="182" y="307"/>
                </a:cubicBezTo>
                <a:cubicBezTo>
                  <a:pt x="182" y="309"/>
                  <a:pt x="182" y="310"/>
                  <a:pt x="181" y="312"/>
                </a:cubicBezTo>
                <a:cubicBezTo>
                  <a:pt x="179" y="312"/>
                  <a:pt x="179" y="313"/>
                  <a:pt x="179" y="314"/>
                </a:cubicBezTo>
                <a:cubicBezTo>
                  <a:pt x="179" y="315"/>
                  <a:pt x="178" y="315"/>
                  <a:pt x="178" y="315"/>
                </a:cubicBezTo>
                <a:cubicBezTo>
                  <a:pt x="177" y="315"/>
                  <a:pt x="177" y="316"/>
                  <a:pt x="177" y="316"/>
                </a:cubicBezTo>
                <a:cubicBezTo>
                  <a:pt x="177" y="317"/>
                  <a:pt x="178" y="317"/>
                  <a:pt x="178" y="317"/>
                </a:cubicBezTo>
                <a:cubicBezTo>
                  <a:pt x="178" y="317"/>
                  <a:pt x="178" y="317"/>
                  <a:pt x="178" y="317"/>
                </a:cubicBezTo>
                <a:cubicBezTo>
                  <a:pt x="178" y="318"/>
                  <a:pt x="178" y="318"/>
                  <a:pt x="178" y="319"/>
                </a:cubicBezTo>
                <a:cubicBezTo>
                  <a:pt x="178" y="320"/>
                  <a:pt x="179" y="320"/>
                  <a:pt x="180" y="320"/>
                </a:cubicBezTo>
                <a:cubicBezTo>
                  <a:pt x="180" y="321"/>
                  <a:pt x="180" y="322"/>
                  <a:pt x="180" y="324"/>
                </a:cubicBezTo>
                <a:cubicBezTo>
                  <a:pt x="180" y="324"/>
                  <a:pt x="180" y="325"/>
                  <a:pt x="180" y="326"/>
                </a:cubicBezTo>
                <a:cubicBezTo>
                  <a:pt x="180" y="327"/>
                  <a:pt x="181" y="328"/>
                  <a:pt x="180" y="329"/>
                </a:cubicBezTo>
                <a:cubicBezTo>
                  <a:pt x="178" y="330"/>
                  <a:pt x="177" y="330"/>
                  <a:pt x="176" y="332"/>
                </a:cubicBezTo>
                <a:cubicBezTo>
                  <a:pt x="176" y="332"/>
                  <a:pt x="175" y="332"/>
                  <a:pt x="175" y="332"/>
                </a:cubicBezTo>
                <a:cubicBezTo>
                  <a:pt x="173" y="332"/>
                  <a:pt x="171" y="332"/>
                  <a:pt x="170" y="332"/>
                </a:cubicBezTo>
                <a:cubicBezTo>
                  <a:pt x="170" y="331"/>
                  <a:pt x="169" y="331"/>
                  <a:pt x="168" y="332"/>
                </a:cubicBezTo>
                <a:cubicBezTo>
                  <a:pt x="167" y="332"/>
                  <a:pt x="167" y="332"/>
                  <a:pt x="168" y="333"/>
                </a:cubicBezTo>
                <a:cubicBezTo>
                  <a:pt x="168" y="334"/>
                  <a:pt x="168" y="335"/>
                  <a:pt x="167" y="336"/>
                </a:cubicBezTo>
                <a:cubicBezTo>
                  <a:pt x="167" y="337"/>
                  <a:pt x="166" y="338"/>
                  <a:pt x="167" y="339"/>
                </a:cubicBezTo>
                <a:cubicBezTo>
                  <a:pt x="167" y="339"/>
                  <a:pt x="167" y="340"/>
                  <a:pt x="167" y="341"/>
                </a:cubicBezTo>
                <a:cubicBezTo>
                  <a:pt x="167" y="342"/>
                  <a:pt x="167" y="343"/>
                  <a:pt x="169" y="343"/>
                </a:cubicBezTo>
                <a:cubicBezTo>
                  <a:pt x="169" y="343"/>
                  <a:pt x="169" y="344"/>
                  <a:pt x="169" y="345"/>
                </a:cubicBezTo>
                <a:cubicBezTo>
                  <a:pt x="169" y="346"/>
                  <a:pt x="171" y="346"/>
                  <a:pt x="171" y="348"/>
                </a:cubicBezTo>
                <a:close/>
                <a:moveTo>
                  <a:pt x="201" y="252"/>
                </a:moveTo>
                <a:cubicBezTo>
                  <a:pt x="201" y="252"/>
                  <a:pt x="201" y="252"/>
                  <a:pt x="202" y="252"/>
                </a:cubicBezTo>
                <a:cubicBezTo>
                  <a:pt x="202" y="253"/>
                  <a:pt x="202" y="254"/>
                  <a:pt x="203" y="254"/>
                </a:cubicBezTo>
                <a:cubicBezTo>
                  <a:pt x="203" y="255"/>
                  <a:pt x="203" y="255"/>
                  <a:pt x="203" y="255"/>
                </a:cubicBezTo>
                <a:cubicBezTo>
                  <a:pt x="204" y="255"/>
                  <a:pt x="204" y="256"/>
                  <a:pt x="205" y="256"/>
                </a:cubicBezTo>
                <a:cubicBezTo>
                  <a:pt x="205" y="256"/>
                  <a:pt x="205" y="255"/>
                  <a:pt x="205" y="254"/>
                </a:cubicBezTo>
                <a:cubicBezTo>
                  <a:pt x="205" y="254"/>
                  <a:pt x="205" y="254"/>
                  <a:pt x="205" y="254"/>
                </a:cubicBezTo>
                <a:cubicBezTo>
                  <a:pt x="205" y="252"/>
                  <a:pt x="204" y="251"/>
                  <a:pt x="203" y="249"/>
                </a:cubicBezTo>
                <a:cubicBezTo>
                  <a:pt x="203" y="248"/>
                  <a:pt x="202" y="247"/>
                  <a:pt x="201" y="247"/>
                </a:cubicBezTo>
                <a:cubicBezTo>
                  <a:pt x="201" y="247"/>
                  <a:pt x="201" y="247"/>
                  <a:pt x="200" y="247"/>
                </a:cubicBezTo>
                <a:cubicBezTo>
                  <a:pt x="200" y="246"/>
                  <a:pt x="200" y="246"/>
                  <a:pt x="199" y="246"/>
                </a:cubicBezTo>
                <a:cubicBezTo>
                  <a:pt x="199" y="245"/>
                  <a:pt x="198" y="245"/>
                  <a:pt x="198" y="246"/>
                </a:cubicBezTo>
                <a:cubicBezTo>
                  <a:pt x="199" y="247"/>
                  <a:pt x="198" y="248"/>
                  <a:pt x="199" y="249"/>
                </a:cubicBezTo>
                <a:cubicBezTo>
                  <a:pt x="200" y="250"/>
                  <a:pt x="201" y="251"/>
                  <a:pt x="201" y="252"/>
                </a:cubicBezTo>
                <a:close/>
                <a:moveTo>
                  <a:pt x="194" y="250"/>
                </a:moveTo>
                <a:cubicBezTo>
                  <a:pt x="194" y="250"/>
                  <a:pt x="193" y="251"/>
                  <a:pt x="193" y="251"/>
                </a:cubicBezTo>
                <a:cubicBezTo>
                  <a:pt x="192" y="251"/>
                  <a:pt x="192" y="252"/>
                  <a:pt x="192" y="253"/>
                </a:cubicBezTo>
                <a:cubicBezTo>
                  <a:pt x="192" y="253"/>
                  <a:pt x="191" y="254"/>
                  <a:pt x="191" y="253"/>
                </a:cubicBezTo>
                <a:cubicBezTo>
                  <a:pt x="192" y="252"/>
                  <a:pt x="191" y="251"/>
                  <a:pt x="190" y="250"/>
                </a:cubicBezTo>
                <a:cubicBezTo>
                  <a:pt x="189" y="250"/>
                  <a:pt x="189" y="250"/>
                  <a:pt x="189" y="250"/>
                </a:cubicBezTo>
                <a:cubicBezTo>
                  <a:pt x="188" y="249"/>
                  <a:pt x="188" y="249"/>
                  <a:pt x="188" y="249"/>
                </a:cubicBezTo>
                <a:cubicBezTo>
                  <a:pt x="187" y="250"/>
                  <a:pt x="188" y="250"/>
                  <a:pt x="188" y="251"/>
                </a:cubicBezTo>
                <a:cubicBezTo>
                  <a:pt x="188" y="251"/>
                  <a:pt x="188" y="252"/>
                  <a:pt x="188" y="253"/>
                </a:cubicBezTo>
                <a:cubicBezTo>
                  <a:pt x="189" y="254"/>
                  <a:pt x="190" y="255"/>
                  <a:pt x="189" y="256"/>
                </a:cubicBezTo>
                <a:cubicBezTo>
                  <a:pt x="189" y="257"/>
                  <a:pt x="188" y="258"/>
                  <a:pt x="188" y="259"/>
                </a:cubicBezTo>
                <a:cubicBezTo>
                  <a:pt x="188" y="260"/>
                  <a:pt x="188" y="260"/>
                  <a:pt x="188" y="261"/>
                </a:cubicBezTo>
                <a:cubicBezTo>
                  <a:pt x="188" y="261"/>
                  <a:pt x="189" y="261"/>
                  <a:pt x="189" y="261"/>
                </a:cubicBezTo>
                <a:cubicBezTo>
                  <a:pt x="190" y="261"/>
                  <a:pt x="189" y="262"/>
                  <a:pt x="190" y="263"/>
                </a:cubicBezTo>
                <a:cubicBezTo>
                  <a:pt x="189" y="264"/>
                  <a:pt x="188" y="264"/>
                  <a:pt x="188" y="265"/>
                </a:cubicBezTo>
                <a:cubicBezTo>
                  <a:pt x="187" y="265"/>
                  <a:pt x="186" y="265"/>
                  <a:pt x="185" y="266"/>
                </a:cubicBezTo>
                <a:cubicBezTo>
                  <a:pt x="185" y="267"/>
                  <a:pt x="186" y="268"/>
                  <a:pt x="187" y="268"/>
                </a:cubicBezTo>
                <a:cubicBezTo>
                  <a:pt x="187" y="269"/>
                  <a:pt x="186" y="269"/>
                  <a:pt x="186" y="270"/>
                </a:cubicBezTo>
                <a:cubicBezTo>
                  <a:pt x="186" y="270"/>
                  <a:pt x="186" y="271"/>
                  <a:pt x="186" y="271"/>
                </a:cubicBezTo>
                <a:cubicBezTo>
                  <a:pt x="187" y="271"/>
                  <a:pt x="187" y="271"/>
                  <a:pt x="187" y="271"/>
                </a:cubicBezTo>
                <a:cubicBezTo>
                  <a:pt x="190" y="268"/>
                  <a:pt x="192" y="265"/>
                  <a:pt x="194" y="262"/>
                </a:cubicBezTo>
                <a:cubicBezTo>
                  <a:pt x="194" y="262"/>
                  <a:pt x="195" y="261"/>
                  <a:pt x="195" y="261"/>
                </a:cubicBezTo>
                <a:cubicBezTo>
                  <a:pt x="197" y="260"/>
                  <a:pt x="198" y="261"/>
                  <a:pt x="199" y="262"/>
                </a:cubicBezTo>
                <a:cubicBezTo>
                  <a:pt x="200" y="263"/>
                  <a:pt x="200" y="264"/>
                  <a:pt x="200" y="265"/>
                </a:cubicBezTo>
                <a:cubicBezTo>
                  <a:pt x="202" y="266"/>
                  <a:pt x="204" y="266"/>
                  <a:pt x="204" y="269"/>
                </a:cubicBezTo>
                <a:cubicBezTo>
                  <a:pt x="204" y="269"/>
                  <a:pt x="204" y="269"/>
                  <a:pt x="204" y="269"/>
                </a:cubicBezTo>
                <a:cubicBezTo>
                  <a:pt x="206" y="269"/>
                  <a:pt x="208" y="270"/>
                  <a:pt x="209" y="271"/>
                </a:cubicBezTo>
                <a:cubicBezTo>
                  <a:pt x="210" y="271"/>
                  <a:pt x="210" y="271"/>
                  <a:pt x="210" y="271"/>
                </a:cubicBezTo>
                <a:cubicBezTo>
                  <a:pt x="211" y="272"/>
                  <a:pt x="213" y="273"/>
                  <a:pt x="214" y="275"/>
                </a:cubicBezTo>
                <a:cubicBezTo>
                  <a:pt x="214" y="275"/>
                  <a:pt x="214" y="275"/>
                  <a:pt x="214" y="275"/>
                </a:cubicBezTo>
                <a:cubicBezTo>
                  <a:pt x="215" y="275"/>
                  <a:pt x="215" y="274"/>
                  <a:pt x="215" y="274"/>
                </a:cubicBezTo>
                <a:cubicBezTo>
                  <a:pt x="215" y="273"/>
                  <a:pt x="215" y="271"/>
                  <a:pt x="214" y="270"/>
                </a:cubicBezTo>
                <a:cubicBezTo>
                  <a:pt x="214" y="269"/>
                  <a:pt x="213" y="269"/>
                  <a:pt x="213" y="268"/>
                </a:cubicBezTo>
                <a:cubicBezTo>
                  <a:pt x="213" y="268"/>
                  <a:pt x="213" y="268"/>
                  <a:pt x="214" y="268"/>
                </a:cubicBezTo>
                <a:cubicBezTo>
                  <a:pt x="214" y="268"/>
                  <a:pt x="214" y="268"/>
                  <a:pt x="214" y="268"/>
                </a:cubicBezTo>
                <a:cubicBezTo>
                  <a:pt x="214" y="268"/>
                  <a:pt x="214" y="268"/>
                  <a:pt x="214" y="268"/>
                </a:cubicBezTo>
                <a:cubicBezTo>
                  <a:pt x="214" y="267"/>
                  <a:pt x="213" y="267"/>
                  <a:pt x="213" y="266"/>
                </a:cubicBezTo>
                <a:cubicBezTo>
                  <a:pt x="213" y="266"/>
                  <a:pt x="212" y="265"/>
                  <a:pt x="212" y="265"/>
                </a:cubicBezTo>
                <a:cubicBezTo>
                  <a:pt x="211" y="263"/>
                  <a:pt x="209" y="261"/>
                  <a:pt x="207" y="260"/>
                </a:cubicBezTo>
                <a:cubicBezTo>
                  <a:pt x="207" y="260"/>
                  <a:pt x="206" y="259"/>
                  <a:pt x="206" y="260"/>
                </a:cubicBezTo>
                <a:cubicBezTo>
                  <a:pt x="205" y="260"/>
                  <a:pt x="204" y="260"/>
                  <a:pt x="204" y="259"/>
                </a:cubicBezTo>
                <a:cubicBezTo>
                  <a:pt x="203" y="257"/>
                  <a:pt x="201" y="256"/>
                  <a:pt x="200" y="256"/>
                </a:cubicBezTo>
                <a:cubicBezTo>
                  <a:pt x="198" y="255"/>
                  <a:pt x="198" y="253"/>
                  <a:pt x="196" y="253"/>
                </a:cubicBezTo>
                <a:cubicBezTo>
                  <a:pt x="196" y="253"/>
                  <a:pt x="196" y="253"/>
                  <a:pt x="196" y="253"/>
                </a:cubicBezTo>
                <a:cubicBezTo>
                  <a:pt x="196" y="252"/>
                  <a:pt x="195" y="252"/>
                  <a:pt x="195" y="252"/>
                </a:cubicBezTo>
                <a:cubicBezTo>
                  <a:pt x="195" y="251"/>
                  <a:pt x="195" y="250"/>
                  <a:pt x="194" y="250"/>
                </a:cubicBezTo>
                <a:close/>
                <a:moveTo>
                  <a:pt x="189" y="243"/>
                </a:moveTo>
                <a:cubicBezTo>
                  <a:pt x="189" y="242"/>
                  <a:pt x="188" y="241"/>
                  <a:pt x="188" y="240"/>
                </a:cubicBezTo>
                <a:cubicBezTo>
                  <a:pt x="187" y="239"/>
                  <a:pt x="187" y="239"/>
                  <a:pt x="186" y="239"/>
                </a:cubicBezTo>
                <a:cubicBezTo>
                  <a:pt x="186" y="240"/>
                  <a:pt x="185" y="239"/>
                  <a:pt x="185" y="239"/>
                </a:cubicBezTo>
                <a:cubicBezTo>
                  <a:pt x="184" y="237"/>
                  <a:pt x="182" y="236"/>
                  <a:pt x="181" y="234"/>
                </a:cubicBezTo>
                <a:cubicBezTo>
                  <a:pt x="181" y="233"/>
                  <a:pt x="180" y="232"/>
                  <a:pt x="179" y="233"/>
                </a:cubicBezTo>
                <a:cubicBezTo>
                  <a:pt x="178" y="233"/>
                  <a:pt x="177" y="233"/>
                  <a:pt x="178" y="234"/>
                </a:cubicBezTo>
                <a:cubicBezTo>
                  <a:pt x="178" y="235"/>
                  <a:pt x="178" y="236"/>
                  <a:pt x="179" y="237"/>
                </a:cubicBezTo>
                <a:cubicBezTo>
                  <a:pt x="181" y="237"/>
                  <a:pt x="182" y="238"/>
                  <a:pt x="183" y="239"/>
                </a:cubicBezTo>
                <a:cubicBezTo>
                  <a:pt x="185" y="241"/>
                  <a:pt x="187" y="242"/>
                  <a:pt x="189" y="243"/>
                </a:cubicBezTo>
                <a:cubicBezTo>
                  <a:pt x="189" y="244"/>
                  <a:pt x="189" y="244"/>
                  <a:pt x="190" y="244"/>
                </a:cubicBezTo>
                <a:cubicBezTo>
                  <a:pt x="190" y="245"/>
                  <a:pt x="191" y="245"/>
                  <a:pt x="191" y="246"/>
                </a:cubicBezTo>
                <a:cubicBezTo>
                  <a:pt x="191" y="245"/>
                  <a:pt x="190" y="244"/>
                  <a:pt x="190" y="244"/>
                </a:cubicBezTo>
                <a:cubicBezTo>
                  <a:pt x="190" y="243"/>
                  <a:pt x="190" y="243"/>
                  <a:pt x="189" y="243"/>
                </a:cubicBezTo>
                <a:close/>
                <a:moveTo>
                  <a:pt x="146" y="231"/>
                </a:moveTo>
                <a:cubicBezTo>
                  <a:pt x="147" y="231"/>
                  <a:pt x="147" y="231"/>
                  <a:pt x="147" y="231"/>
                </a:cubicBezTo>
                <a:cubicBezTo>
                  <a:pt x="148" y="232"/>
                  <a:pt x="148" y="233"/>
                  <a:pt x="149" y="232"/>
                </a:cubicBezTo>
                <a:cubicBezTo>
                  <a:pt x="150" y="232"/>
                  <a:pt x="150" y="231"/>
                  <a:pt x="150" y="230"/>
                </a:cubicBezTo>
                <a:cubicBezTo>
                  <a:pt x="150" y="229"/>
                  <a:pt x="151" y="228"/>
                  <a:pt x="152" y="227"/>
                </a:cubicBezTo>
                <a:cubicBezTo>
                  <a:pt x="153" y="227"/>
                  <a:pt x="152" y="227"/>
                  <a:pt x="152" y="226"/>
                </a:cubicBezTo>
                <a:cubicBezTo>
                  <a:pt x="152" y="226"/>
                  <a:pt x="151" y="225"/>
                  <a:pt x="152" y="225"/>
                </a:cubicBezTo>
                <a:cubicBezTo>
                  <a:pt x="152" y="224"/>
                  <a:pt x="151" y="224"/>
                  <a:pt x="150" y="224"/>
                </a:cubicBezTo>
                <a:cubicBezTo>
                  <a:pt x="150" y="224"/>
                  <a:pt x="149" y="224"/>
                  <a:pt x="149" y="223"/>
                </a:cubicBezTo>
                <a:cubicBezTo>
                  <a:pt x="148" y="222"/>
                  <a:pt x="148" y="222"/>
                  <a:pt x="148" y="222"/>
                </a:cubicBezTo>
                <a:cubicBezTo>
                  <a:pt x="146" y="223"/>
                  <a:pt x="145" y="222"/>
                  <a:pt x="143" y="221"/>
                </a:cubicBezTo>
                <a:cubicBezTo>
                  <a:pt x="143" y="222"/>
                  <a:pt x="143" y="223"/>
                  <a:pt x="143" y="223"/>
                </a:cubicBezTo>
                <a:cubicBezTo>
                  <a:pt x="143" y="224"/>
                  <a:pt x="143" y="224"/>
                  <a:pt x="142" y="225"/>
                </a:cubicBezTo>
                <a:cubicBezTo>
                  <a:pt x="142" y="225"/>
                  <a:pt x="142" y="226"/>
                  <a:pt x="142" y="226"/>
                </a:cubicBezTo>
                <a:cubicBezTo>
                  <a:pt x="142" y="229"/>
                  <a:pt x="143" y="230"/>
                  <a:pt x="146" y="231"/>
                </a:cubicBezTo>
                <a:close/>
                <a:moveTo>
                  <a:pt x="222" y="413"/>
                </a:moveTo>
                <a:cubicBezTo>
                  <a:pt x="223" y="413"/>
                  <a:pt x="223" y="413"/>
                  <a:pt x="223" y="412"/>
                </a:cubicBezTo>
                <a:cubicBezTo>
                  <a:pt x="222" y="412"/>
                  <a:pt x="222" y="413"/>
                  <a:pt x="222" y="413"/>
                </a:cubicBezTo>
                <a:close/>
                <a:moveTo>
                  <a:pt x="188" y="290"/>
                </a:moveTo>
                <a:cubicBezTo>
                  <a:pt x="188" y="290"/>
                  <a:pt x="188" y="291"/>
                  <a:pt x="188" y="291"/>
                </a:cubicBezTo>
                <a:cubicBezTo>
                  <a:pt x="188" y="291"/>
                  <a:pt x="188" y="291"/>
                  <a:pt x="188" y="291"/>
                </a:cubicBezTo>
                <a:cubicBezTo>
                  <a:pt x="188" y="291"/>
                  <a:pt x="188" y="291"/>
                  <a:pt x="188" y="291"/>
                </a:cubicBezTo>
                <a:cubicBezTo>
                  <a:pt x="188" y="290"/>
                  <a:pt x="188" y="290"/>
                  <a:pt x="188" y="290"/>
                </a:cubicBezTo>
                <a:close/>
                <a:moveTo>
                  <a:pt x="189" y="284"/>
                </a:moveTo>
                <a:cubicBezTo>
                  <a:pt x="189" y="284"/>
                  <a:pt x="189" y="285"/>
                  <a:pt x="189" y="285"/>
                </a:cubicBezTo>
                <a:cubicBezTo>
                  <a:pt x="190" y="285"/>
                  <a:pt x="190" y="284"/>
                  <a:pt x="190" y="284"/>
                </a:cubicBezTo>
                <a:cubicBezTo>
                  <a:pt x="189" y="283"/>
                  <a:pt x="188" y="283"/>
                  <a:pt x="188" y="283"/>
                </a:cubicBezTo>
                <a:cubicBezTo>
                  <a:pt x="188" y="284"/>
                  <a:pt x="188" y="284"/>
                  <a:pt x="189" y="284"/>
                </a:cubicBezTo>
                <a:close/>
                <a:moveTo>
                  <a:pt x="170" y="320"/>
                </a:moveTo>
                <a:cubicBezTo>
                  <a:pt x="170" y="321"/>
                  <a:pt x="171" y="320"/>
                  <a:pt x="171" y="320"/>
                </a:cubicBezTo>
                <a:cubicBezTo>
                  <a:pt x="171" y="319"/>
                  <a:pt x="171" y="318"/>
                  <a:pt x="172" y="319"/>
                </a:cubicBezTo>
                <a:cubicBezTo>
                  <a:pt x="173" y="319"/>
                  <a:pt x="173" y="318"/>
                  <a:pt x="174" y="318"/>
                </a:cubicBezTo>
                <a:cubicBezTo>
                  <a:pt x="175" y="316"/>
                  <a:pt x="175" y="314"/>
                  <a:pt x="176" y="313"/>
                </a:cubicBezTo>
                <a:cubicBezTo>
                  <a:pt x="176" y="313"/>
                  <a:pt x="176" y="313"/>
                  <a:pt x="176" y="313"/>
                </a:cubicBezTo>
                <a:cubicBezTo>
                  <a:pt x="176" y="312"/>
                  <a:pt x="176" y="311"/>
                  <a:pt x="175" y="310"/>
                </a:cubicBezTo>
                <a:cubicBezTo>
                  <a:pt x="175" y="310"/>
                  <a:pt x="175" y="310"/>
                  <a:pt x="175" y="310"/>
                </a:cubicBezTo>
                <a:cubicBezTo>
                  <a:pt x="174" y="309"/>
                  <a:pt x="173" y="309"/>
                  <a:pt x="172" y="310"/>
                </a:cubicBezTo>
                <a:cubicBezTo>
                  <a:pt x="172" y="310"/>
                  <a:pt x="172" y="311"/>
                  <a:pt x="172" y="311"/>
                </a:cubicBezTo>
                <a:cubicBezTo>
                  <a:pt x="172" y="311"/>
                  <a:pt x="172" y="311"/>
                  <a:pt x="172" y="311"/>
                </a:cubicBezTo>
                <a:cubicBezTo>
                  <a:pt x="172" y="312"/>
                  <a:pt x="172" y="312"/>
                  <a:pt x="171" y="312"/>
                </a:cubicBezTo>
                <a:cubicBezTo>
                  <a:pt x="170" y="312"/>
                  <a:pt x="171" y="313"/>
                  <a:pt x="170" y="313"/>
                </a:cubicBezTo>
                <a:cubicBezTo>
                  <a:pt x="169" y="314"/>
                  <a:pt x="170" y="315"/>
                  <a:pt x="170" y="316"/>
                </a:cubicBezTo>
                <a:cubicBezTo>
                  <a:pt x="170" y="316"/>
                  <a:pt x="169" y="316"/>
                  <a:pt x="169" y="317"/>
                </a:cubicBezTo>
                <a:cubicBezTo>
                  <a:pt x="168" y="317"/>
                  <a:pt x="168" y="318"/>
                  <a:pt x="169" y="318"/>
                </a:cubicBezTo>
                <a:cubicBezTo>
                  <a:pt x="169" y="318"/>
                  <a:pt x="169" y="318"/>
                  <a:pt x="169" y="318"/>
                </a:cubicBezTo>
                <a:cubicBezTo>
                  <a:pt x="169" y="319"/>
                  <a:pt x="169" y="319"/>
                  <a:pt x="170" y="320"/>
                </a:cubicBezTo>
                <a:close/>
                <a:moveTo>
                  <a:pt x="269" y="295"/>
                </a:moveTo>
                <a:cubicBezTo>
                  <a:pt x="269" y="295"/>
                  <a:pt x="270" y="294"/>
                  <a:pt x="270" y="294"/>
                </a:cubicBezTo>
                <a:cubicBezTo>
                  <a:pt x="270" y="294"/>
                  <a:pt x="269" y="294"/>
                  <a:pt x="269" y="294"/>
                </a:cubicBezTo>
                <a:cubicBezTo>
                  <a:pt x="269" y="294"/>
                  <a:pt x="269" y="294"/>
                  <a:pt x="268" y="293"/>
                </a:cubicBezTo>
                <a:cubicBezTo>
                  <a:pt x="268" y="294"/>
                  <a:pt x="268" y="294"/>
                  <a:pt x="269" y="294"/>
                </a:cubicBezTo>
                <a:cubicBezTo>
                  <a:pt x="269" y="294"/>
                  <a:pt x="269" y="295"/>
                  <a:pt x="269" y="295"/>
                </a:cubicBezTo>
                <a:close/>
                <a:moveTo>
                  <a:pt x="270" y="303"/>
                </a:moveTo>
                <a:cubicBezTo>
                  <a:pt x="269" y="302"/>
                  <a:pt x="269" y="302"/>
                  <a:pt x="268" y="302"/>
                </a:cubicBezTo>
                <a:cubicBezTo>
                  <a:pt x="268" y="302"/>
                  <a:pt x="268" y="302"/>
                  <a:pt x="268" y="302"/>
                </a:cubicBezTo>
                <a:cubicBezTo>
                  <a:pt x="268" y="301"/>
                  <a:pt x="268" y="301"/>
                  <a:pt x="267" y="300"/>
                </a:cubicBezTo>
                <a:cubicBezTo>
                  <a:pt x="267" y="300"/>
                  <a:pt x="266" y="301"/>
                  <a:pt x="266" y="301"/>
                </a:cubicBezTo>
                <a:cubicBezTo>
                  <a:pt x="266" y="302"/>
                  <a:pt x="266" y="302"/>
                  <a:pt x="266" y="303"/>
                </a:cubicBezTo>
                <a:cubicBezTo>
                  <a:pt x="267" y="303"/>
                  <a:pt x="268" y="303"/>
                  <a:pt x="269" y="304"/>
                </a:cubicBezTo>
                <a:cubicBezTo>
                  <a:pt x="270" y="304"/>
                  <a:pt x="270" y="304"/>
                  <a:pt x="270" y="304"/>
                </a:cubicBezTo>
                <a:cubicBezTo>
                  <a:pt x="271" y="303"/>
                  <a:pt x="270" y="303"/>
                  <a:pt x="270" y="303"/>
                </a:cubicBezTo>
                <a:close/>
                <a:moveTo>
                  <a:pt x="263" y="330"/>
                </a:moveTo>
                <a:cubicBezTo>
                  <a:pt x="263" y="330"/>
                  <a:pt x="263" y="330"/>
                  <a:pt x="263" y="330"/>
                </a:cubicBezTo>
                <a:cubicBezTo>
                  <a:pt x="264" y="330"/>
                  <a:pt x="264" y="330"/>
                  <a:pt x="264" y="330"/>
                </a:cubicBezTo>
                <a:cubicBezTo>
                  <a:pt x="264" y="330"/>
                  <a:pt x="264" y="329"/>
                  <a:pt x="263" y="329"/>
                </a:cubicBezTo>
                <a:cubicBezTo>
                  <a:pt x="263" y="329"/>
                  <a:pt x="263" y="329"/>
                  <a:pt x="263" y="330"/>
                </a:cubicBezTo>
                <a:close/>
                <a:moveTo>
                  <a:pt x="268" y="330"/>
                </a:moveTo>
                <a:cubicBezTo>
                  <a:pt x="269" y="329"/>
                  <a:pt x="269" y="329"/>
                  <a:pt x="268" y="329"/>
                </a:cubicBezTo>
                <a:cubicBezTo>
                  <a:pt x="267" y="328"/>
                  <a:pt x="267" y="327"/>
                  <a:pt x="268" y="326"/>
                </a:cubicBezTo>
                <a:cubicBezTo>
                  <a:pt x="268" y="325"/>
                  <a:pt x="268" y="324"/>
                  <a:pt x="268" y="323"/>
                </a:cubicBezTo>
                <a:cubicBezTo>
                  <a:pt x="267" y="320"/>
                  <a:pt x="266" y="318"/>
                  <a:pt x="267" y="315"/>
                </a:cubicBezTo>
                <a:cubicBezTo>
                  <a:pt x="267" y="314"/>
                  <a:pt x="267" y="313"/>
                  <a:pt x="267" y="313"/>
                </a:cubicBezTo>
                <a:cubicBezTo>
                  <a:pt x="266" y="312"/>
                  <a:pt x="266" y="312"/>
                  <a:pt x="266" y="312"/>
                </a:cubicBezTo>
                <a:cubicBezTo>
                  <a:pt x="265" y="312"/>
                  <a:pt x="265" y="312"/>
                  <a:pt x="265" y="313"/>
                </a:cubicBezTo>
                <a:cubicBezTo>
                  <a:pt x="265" y="313"/>
                  <a:pt x="265" y="314"/>
                  <a:pt x="264" y="315"/>
                </a:cubicBezTo>
                <a:cubicBezTo>
                  <a:pt x="264" y="315"/>
                  <a:pt x="264" y="315"/>
                  <a:pt x="264" y="315"/>
                </a:cubicBezTo>
                <a:cubicBezTo>
                  <a:pt x="264" y="315"/>
                  <a:pt x="264" y="315"/>
                  <a:pt x="264" y="315"/>
                </a:cubicBezTo>
                <a:cubicBezTo>
                  <a:pt x="264" y="315"/>
                  <a:pt x="264" y="315"/>
                  <a:pt x="264" y="315"/>
                </a:cubicBezTo>
                <a:cubicBezTo>
                  <a:pt x="263" y="315"/>
                  <a:pt x="264" y="316"/>
                  <a:pt x="263" y="316"/>
                </a:cubicBezTo>
                <a:cubicBezTo>
                  <a:pt x="262" y="317"/>
                  <a:pt x="262" y="318"/>
                  <a:pt x="263" y="319"/>
                </a:cubicBezTo>
                <a:cubicBezTo>
                  <a:pt x="263" y="319"/>
                  <a:pt x="263" y="319"/>
                  <a:pt x="263" y="320"/>
                </a:cubicBezTo>
                <a:cubicBezTo>
                  <a:pt x="263" y="321"/>
                  <a:pt x="262" y="322"/>
                  <a:pt x="262" y="323"/>
                </a:cubicBezTo>
                <a:cubicBezTo>
                  <a:pt x="262" y="324"/>
                  <a:pt x="262" y="324"/>
                  <a:pt x="263" y="324"/>
                </a:cubicBezTo>
                <a:cubicBezTo>
                  <a:pt x="263" y="325"/>
                  <a:pt x="263" y="327"/>
                  <a:pt x="265" y="327"/>
                </a:cubicBezTo>
                <a:cubicBezTo>
                  <a:pt x="266" y="327"/>
                  <a:pt x="266" y="328"/>
                  <a:pt x="267" y="328"/>
                </a:cubicBezTo>
                <a:cubicBezTo>
                  <a:pt x="267" y="328"/>
                  <a:pt x="267" y="329"/>
                  <a:pt x="267" y="329"/>
                </a:cubicBezTo>
                <a:cubicBezTo>
                  <a:pt x="267" y="329"/>
                  <a:pt x="268" y="330"/>
                  <a:pt x="268" y="330"/>
                </a:cubicBezTo>
                <a:cubicBezTo>
                  <a:pt x="268" y="330"/>
                  <a:pt x="268" y="330"/>
                  <a:pt x="268" y="330"/>
                </a:cubicBezTo>
                <a:close/>
                <a:moveTo>
                  <a:pt x="302" y="409"/>
                </a:moveTo>
                <a:cubicBezTo>
                  <a:pt x="301" y="410"/>
                  <a:pt x="301" y="411"/>
                  <a:pt x="300" y="411"/>
                </a:cubicBezTo>
                <a:cubicBezTo>
                  <a:pt x="300" y="413"/>
                  <a:pt x="298" y="415"/>
                  <a:pt x="298" y="417"/>
                </a:cubicBezTo>
                <a:cubicBezTo>
                  <a:pt x="297" y="418"/>
                  <a:pt x="297" y="418"/>
                  <a:pt x="296" y="418"/>
                </a:cubicBezTo>
                <a:cubicBezTo>
                  <a:pt x="295" y="418"/>
                  <a:pt x="294" y="418"/>
                  <a:pt x="294" y="419"/>
                </a:cubicBezTo>
                <a:cubicBezTo>
                  <a:pt x="294" y="419"/>
                  <a:pt x="293" y="419"/>
                  <a:pt x="293" y="419"/>
                </a:cubicBezTo>
                <a:cubicBezTo>
                  <a:pt x="293" y="420"/>
                  <a:pt x="293" y="422"/>
                  <a:pt x="295" y="422"/>
                </a:cubicBezTo>
                <a:cubicBezTo>
                  <a:pt x="295" y="423"/>
                  <a:pt x="295" y="423"/>
                  <a:pt x="295" y="424"/>
                </a:cubicBezTo>
                <a:cubicBezTo>
                  <a:pt x="294" y="424"/>
                  <a:pt x="294" y="424"/>
                  <a:pt x="294" y="424"/>
                </a:cubicBezTo>
                <a:cubicBezTo>
                  <a:pt x="293" y="424"/>
                  <a:pt x="293" y="423"/>
                  <a:pt x="293" y="423"/>
                </a:cubicBezTo>
                <a:cubicBezTo>
                  <a:pt x="293" y="422"/>
                  <a:pt x="292" y="421"/>
                  <a:pt x="291" y="420"/>
                </a:cubicBezTo>
                <a:cubicBezTo>
                  <a:pt x="290" y="420"/>
                  <a:pt x="290" y="420"/>
                  <a:pt x="290" y="421"/>
                </a:cubicBezTo>
                <a:cubicBezTo>
                  <a:pt x="289" y="422"/>
                  <a:pt x="290" y="423"/>
                  <a:pt x="290" y="424"/>
                </a:cubicBezTo>
                <a:cubicBezTo>
                  <a:pt x="292" y="425"/>
                  <a:pt x="292" y="426"/>
                  <a:pt x="291" y="429"/>
                </a:cubicBezTo>
                <a:cubicBezTo>
                  <a:pt x="292" y="431"/>
                  <a:pt x="292" y="434"/>
                  <a:pt x="292" y="436"/>
                </a:cubicBezTo>
                <a:cubicBezTo>
                  <a:pt x="291" y="437"/>
                  <a:pt x="292" y="439"/>
                  <a:pt x="291" y="441"/>
                </a:cubicBezTo>
                <a:cubicBezTo>
                  <a:pt x="291" y="441"/>
                  <a:pt x="291" y="441"/>
                  <a:pt x="291" y="441"/>
                </a:cubicBezTo>
                <a:cubicBezTo>
                  <a:pt x="291" y="439"/>
                  <a:pt x="289" y="438"/>
                  <a:pt x="289" y="436"/>
                </a:cubicBezTo>
                <a:cubicBezTo>
                  <a:pt x="289" y="435"/>
                  <a:pt x="288" y="435"/>
                  <a:pt x="288" y="435"/>
                </a:cubicBezTo>
                <a:cubicBezTo>
                  <a:pt x="287" y="434"/>
                  <a:pt x="287" y="433"/>
                  <a:pt x="287" y="432"/>
                </a:cubicBezTo>
                <a:cubicBezTo>
                  <a:pt x="287" y="432"/>
                  <a:pt x="287" y="431"/>
                  <a:pt x="287" y="430"/>
                </a:cubicBezTo>
                <a:cubicBezTo>
                  <a:pt x="287" y="430"/>
                  <a:pt x="287" y="430"/>
                  <a:pt x="287" y="430"/>
                </a:cubicBezTo>
                <a:cubicBezTo>
                  <a:pt x="286" y="429"/>
                  <a:pt x="287" y="428"/>
                  <a:pt x="287" y="427"/>
                </a:cubicBezTo>
                <a:cubicBezTo>
                  <a:pt x="287" y="427"/>
                  <a:pt x="287" y="426"/>
                  <a:pt x="287" y="426"/>
                </a:cubicBezTo>
                <a:cubicBezTo>
                  <a:pt x="286" y="425"/>
                  <a:pt x="287" y="424"/>
                  <a:pt x="286" y="423"/>
                </a:cubicBezTo>
                <a:cubicBezTo>
                  <a:pt x="286" y="423"/>
                  <a:pt x="285" y="423"/>
                  <a:pt x="284" y="422"/>
                </a:cubicBezTo>
                <a:cubicBezTo>
                  <a:pt x="284" y="420"/>
                  <a:pt x="283" y="419"/>
                  <a:pt x="282" y="417"/>
                </a:cubicBezTo>
                <a:cubicBezTo>
                  <a:pt x="282" y="417"/>
                  <a:pt x="282" y="417"/>
                  <a:pt x="282" y="417"/>
                </a:cubicBezTo>
                <a:cubicBezTo>
                  <a:pt x="282" y="417"/>
                  <a:pt x="282" y="416"/>
                  <a:pt x="282" y="416"/>
                </a:cubicBezTo>
                <a:cubicBezTo>
                  <a:pt x="280" y="416"/>
                  <a:pt x="280" y="414"/>
                  <a:pt x="279" y="413"/>
                </a:cubicBezTo>
                <a:cubicBezTo>
                  <a:pt x="278" y="412"/>
                  <a:pt x="278" y="411"/>
                  <a:pt x="278" y="410"/>
                </a:cubicBezTo>
                <a:cubicBezTo>
                  <a:pt x="278" y="410"/>
                  <a:pt x="278" y="409"/>
                  <a:pt x="278" y="409"/>
                </a:cubicBezTo>
                <a:cubicBezTo>
                  <a:pt x="278" y="409"/>
                  <a:pt x="278" y="408"/>
                  <a:pt x="278" y="408"/>
                </a:cubicBezTo>
                <a:cubicBezTo>
                  <a:pt x="276" y="409"/>
                  <a:pt x="275" y="410"/>
                  <a:pt x="274" y="411"/>
                </a:cubicBezTo>
                <a:cubicBezTo>
                  <a:pt x="274" y="412"/>
                  <a:pt x="273" y="412"/>
                  <a:pt x="273" y="413"/>
                </a:cubicBezTo>
                <a:cubicBezTo>
                  <a:pt x="273" y="414"/>
                  <a:pt x="273" y="414"/>
                  <a:pt x="273" y="415"/>
                </a:cubicBezTo>
                <a:cubicBezTo>
                  <a:pt x="273" y="415"/>
                  <a:pt x="273" y="415"/>
                  <a:pt x="273" y="415"/>
                </a:cubicBezTo>
                <a:cubicBezTo>
                  <a:pt x="274" y="416"/>
                  <a:pt x="273" y="416"/>
                  <a:pt x="273" y="416"/>
                </a:cubicBezTo>
                <a:cubicBezTo>
                  <a:pt x="272" y="417"/>
                  <a:pt x="271" y="419"/>
                  <a:pt x="269" y="419"/>
                </a:cubicBezTo>
                <a:cubicBezTo>
                  <a:pt x="268" y="419"/>
                  <a:pt x="268" y="420"/>
                  <a:pt x="268" y="422"/>
                </a:cubicBezTo>
                <a:cubicBezTo>
                  <a:pt x="268" y="423"/>
                  <a:pt x="268" y="424"/>
                  <a:pt x="267" y="424"/>
                </a:cubicBezTo>
                <a:cubicBezTo>
                  <a:pt x="266" y="424"/>
                  <a:pt x="266" y="425"/>
                  <a:pt x="266" y="425"/>
                </a:cubicBezTo>
                <a:cubicBezTo>
                  <a:pt x="266" y="426"/>
                  <a:pt x="266" y="426"/>
                  <a:pt x="265" y="426"/>
                </a:cubicBezTo>
                <a:cubicBezTo>
                  <a:pt x="265" y="427"/>
                  <a:pt x="265" y="427"/>
                  <a:pt x="265" y="427"/>
                </a:cubicBezTo>
                <a:cubicBezTo>
                  <a:pt x="266" y="428"/>
                  <a:pt x="265" y="429"/>
                  <a:pt x="265" y="430"/>
                </a:cubicBezTo>
                <a:cubicBezTo>
                  <a:pt x="266" y="431"/>
                  <a:pt x="266" y="432"/>
                  <a:pt x="266" y="432"/>
                </a:cubicBezTo>
                <a:cubicBezTo>
                  <a:pt x="266" y="433"/>
                  <a:pt x="267" y="433"/>
                  <a:pt x="268" y="433"/>
                </a:cubicBezTo>
                <a:cubicBezTo>
                  <a:pt x="268" y="433"/>
                  <a:pt x="269" y="433"/>
                  <a:pt x="270" y="435"/>
                </a:cubicBezTo>
                <a:cubicBezTo>
                  <a:pt x="270" y="435"/>
                  <a:pt x="270" y="435"/>
                  <a:pt x="270" y="435"/>
                </a:cubicBezTo>
                <a:cubicBezTo>
                  <a:pt x="271" y="435"/>
                  <a:pt x="271" y="435"/>
                  <a:pt x="272" y="436"/>
                </a:cubicBezTo>
                <a:cubicBezTo>
                  <a:pt x="272" y="436"/>
                  <a:pt x="272" y="437"/>
                  <a:pt x="272" y="437"/>
                </a:cubicBezTo>
                <a:cubicBezTo>
                  <a:pt x="272" y="437"/>
                  <a:pt x="272" y="437"/>
                  <a:pt x="273" y="438"/>
                </a:cubicBezTo>
                <a:cubicBezTo>
                  <a:pt x="273" y="438"/>
                  <a:pt x="273" y="438"/>
                  <a:pt x="273" y="438"/>
                </a:cubicBezTo>
                <a:cubicBezTo>
                  <a:pt x="273" y="438"/>
                  <a:pt x="274" y="439"/>
                  <a:pt x="274" y="440"/>
                </a:cubicBezTo>
                <a:cubicBezTo>
                  <a:pt x="274" y="440"/>
                  <a:pt x="274" y="440"/>
                  <a:pt x="274" y="440"/>
                </a:cubicBezTo>
                <a:cubicBezTo>
                  <a:pt x="275" y="441"/>
                  <a:pt x="275" y="441"/>
                  <a:pt x="275" y="442"/>
                </a:cubicBezTo>
                <a:cubicBezTo>
                  <a:pt x="275" y="442"/>
                  <a:pt x="276" y="443"/>
                  <a:pt x="276" y="443"/>
                </a:cubicBezTo>
                <a:cubicBezTo>
                  <a:pt x="277" y="446"/>
                  <a:pt x="277" y="449"/>
                  <a:pt x="276" y="451"/>
                </a:cubicBezTo>
                <a:cubicBezTo>
                  <a:pt x="276" y="452"/>
                  <a:pt x="275" y="452"/>
                  <a:pt x="275" y="453"/>
                </a:cubicBezTo>
                <a:cubicBezTo>
                  <a:pt x="275" y="454"/>
                  <a:pt x="273" y="455"/>
                  <a:pt x="273" y="457"/>
                </a:cubicBezTo>
                <a:cubicBezTo>
                  <a:pt x="273" y="457"/>
                  <a:pt x="272" y="457"/>
                  <a:pt x="272" y="458"/>
                </a:cubicBezTo>
                <a:cubicBezTo>
                  <a:pt x="271" y="459"/>
                  <a:pt x="270" y="461"/>
                  <a:pt x="269" y="463"/>
                </a:cubicBezTo>
                <a:cubicBezTo>
                  <a:pt x="268" y="465"/>
                  <a:pt x="268" y="465"/>
                  <a:pt x="266" y="465"/>
                </a:cubicBezTo>
                <a:cubicBezTo>
                  <a:pt x="266" y="465"/>
                  <a:pt x="266" y="465"/>
                  <a:pt x="266" y="465"/>
                </a:cubicBezTo>
                <a:cubicBezTo>
                  <a:pt x="265" y="465"/>
                  <a:pt x="264" y="464"/>
                  <a:pt x="265" y="463"/>
                </a:cubicBezTo>
                <a:cubicBezTo>
                  <a:pt x="265" y="462"/>
                  <a:pt x="264" y="462"/>
                  <a:pt x="264" y="461"/>
                </a:cubicBezTo>
                <a:cubicBezTo>
                  <a:pt x="263" y="461"/>
                  <a:pt x="262" y="460"/>
                  <a:pt x="262" y="459"/>
                </a:cubicBezTo>
                <a:cubicBezTo>
                  <a:pt x="259" y="458"/>
                  <a:pt x="261" y="457"/>
                  <a:pt x="262" y="456"/>
                </a:cubicBezTo>
                <a:cubicBezTo>
                  <a:pt x="261" y="456"/>
                  <a:pt x="261" y="455"/>
                  <a:pt x="262" y="454"/>
                </a:cubicBezTo>
                <a:cubicBezTo>
                  <a:pt x="262" y="454"/>
                  <a:pt x="263" y="454"/>
                  <a:pt x="263" y="453"/>
                </a:cubicBezTo>
                <a:cubicBezTo>
                  <a:pt x="263" y="453"/>
                  <a:pt x="263" y="453"/>
                  <a:pt x="263" y="452"/>
                </a:cubicBezTo>
                <a:cubicBezTo>
                  <a:pt x="263" y="452"/>
                  <a:pt x="263" y="452"/>
                  <a:pt x="263" y="451"/>
                </a:cubicBezTo>
                <a:cubicBezTo>
                  <a:pt x="263" y="450"/>
                  <a:pt x="263" y="449"/>
                  <a:pt x="262" y="448"/>
                </a:cubicBezTo>
                <a:cubicBezTo>
                  <a:pt x="262" y="448"/>
                  <a:pt x="262" y="448"/>
                  <a:pt x="262" y="448"/>
                </a:cubicBezTo>
                <a:cubicBezTo>
                  <a:pt x="260" y="448"/>
                  <a:pt x="260" y="449"/>
                  <a:pt x="259" y="451"/>
                </a:cubicBezTo>
                <a:cubicBezTo>
                  <a:pt x="259" y="452"/>
                  <a:pt x="258" y="453"/>
                  <a:pt x="258" y="454"/>
                </a:cubicBezTo>
                <a:cubicBezTo>
                  <a:pt x="258" y="455"/>
                  <a:pt x="257" y="455"/>
                  <a:pt x="257" y="456"/>
                </a:cubicBezTo>
                <a:cubicBezTo>
                  <a:pt x="256" y="457"/>
                  <a:pt x="255" y="457"/>
                  <a:pt x="254" y="457"/>
                </a:cubicBezTo>
                <a:cubicBezTo>
                  <a:pt x="252" y="456"/>
                  <a:pt x="249" y="456"/>
                  <a:pt x="247" y="455"/>
                </a:cubicBezTo>
                <a:cubicBezTo>
                  <a:pt x="247" y="455"/>
                  <a:pt x="246" y="455"/>
                  <a:pt x="246" y="454"/>
                </a:cubicBezTo>
                <a:cubicBezTo>
                  <a:pt x="244" y="454"/>
                  <a:pt x="243" y="454"/>
                  <a:pt x="241" y="453"/>
                </a:cubicBezTo>
                <a:cubicBezTo>
                  <a:pt x="240" y="453"/>
                  <a:pt x="238" y="452"/>
                  <a:pt x="237" y="450"/>
                </a:cubicBezTo>
                <a:cubicBezTo>
                  <a:pt x="236" y="450"/>
                  <a:pt x="236" y="450"/>
                  <a:pt x="235" y="450"/>
                </a:cubicBezTo>
                <a:cubicBezTo>
                  <a:pt x="235" y="450"/>
                  <a:pt x="235" y="450"/>
                  <a:pt x="235" y="450"/>
                </a:cubicBezTo>
                <a:cubicBezTo>
                  <a:pt x="234" y="450"/>
                  <a:pt x="233" y="450"/>
                  <a:pt x="232" y="449"/>
                </a:cubicBezTo>
                <a:cubicBezTo>
                  <a:pt x="231" y="449"/>
                  <a:pt x="230" y="448"/>
                  <a:pt x="230" y="447"/>
                </a:cubicBezTo>
                <a:cubicBezTo>
                  <a:pt x="229" y="447"/>
                  <a:pt x="229" y="446"/>
                  <a:pt x="229" y="446"/>
                </a:cubicBezTo>
                <a:cubicBezTo>
                  <a:pt x="228" y="446"/>
                  <a:pt x="227" y="445"/>
                  <a:pt x="227" y="445"/>
                </a:cubicBezTo>
                <a:cubicBezTo>
                  <a:pt x="225" y="443"/>
                  <a:pt x="224" y="440"/>
                  <a:pt x="224" y="438"/>
                </a:cubicBezTo>
                <a:cubicBezTo>
                  <a:pt x="224" y="437"/>
                  <a:pt x="224" y="436"/>
                  <a:pt x="224" y="435"/>
                </a:cubicBezTo>
                <a:cubicBezTo>
                  <a:pt x="224" y="434"/>
                  <a:pt x="224" y="434"/>
                  <a:pt x="224" y="434"/>
                </a:cubicBezTo>
                <a:cubicBezTo>
                  <a:pt x="224" y="433"/>
                  <a:pt x="224" y="433"/>
                  <a:pt x="224" y="433"/>
                </a:cubicBezTo>
                <a:cubicBezTo>
                  <a:pt x="223" y="433"/>
                  <a:pt x="223" y="432"/>
                  <a:pt x="223" y="432"/>
                </a:cubicBezTo>
                <a:cubicBezTo>
                  <a:pt x="223" y="432"/>
                  <a:pt x="223" y="431"/>
                  <a:pt x="223" y="431"/>
                </a:cubicBezTo>
                <a:cubicBezTo>
                  <a:pt x="223" y="431"/>
                  <a:pt x="223" y="430"/>
                  <a:pt x="222" y="430"/>
                </a:cubicBezTo>
                <a:cubicBezTo>
                  <a:pt x="220" y="431"/>
                  <a:pt x="221" y="429"/>
                  <a:pt x="221" y="428"/>
                </a:cubicBezTo>
                <a:cubicBezTo>
                  <a:pt x="221" y="425"/>
                  <a:pt x="222" y="422"/>
                  <a:pt x="223" y="420"/>
                </a:cubicBezTo>
                <a:cubicBezTo>
                  <a:pt x="223" y="419"/>
                  <a:pt x="223" y="419"/>
                  <a:pt x="223" y="419"/>
                </a:cubicBezTo>
                <a:cubicBezTo>
                  <a:pt x="224" y="418"/>
                  <a:pt x="225" y="418"/>
                  <a:pt x="227" y="417"/>
                </a:cubicBezTo>
                <a:cubicBezTo>
                  <a:pt x="227" y="415"/>
                  <a:pt x="228" y="414"/>
                  <a:pt x="228" y="412"/>
                </a:cubicBezTo>
                <a:cubicBezTo>
                  <a:pt x="228" y="411"/>
                  <a:pt x="229" y="412"/>
                  <a:pt x="229" y="412"/>
                </a:cubicBezTo>
                <a:cubicBezTo>
                  <a:pt x="229" y="411"/>
                  <a:pt x="229" y="410"/>
                  <a:pt x="229" y="410"/>
                </a:cubicBezTo>
                <a:cubicBezTo>
                  <a:pt x="228" y="410"/>
                  <a:pt x="228" y="410"/>
                  <a:pt x="228" y="410"/>
                </a:cubicBezTo>
                <a:cubicBezTo>
                  <a:pt x="226" y="410"/>
                  <a:pt x="225" y="407"/>
                  <a:pt x="224" y="406"/>
                </a:cubicBezTo>
                <a:cubicBezTo>
                  <a:pt x="222" y="404"/>
                  <a:pt x="221" y="403"/>
                  <a:pt x="218" y="402"/>
                </a:cubicBezTo>
                <a:cubicBezTo>
                  <a:pt x="218" y="402"/>
                  <a:pt x="218" y="402"/>
                  <a:pt x="217" y="402"/>
                </a:cubicBezTo>
                <a:cubicBezTo>
                  <a:pt x="217" y="402"/>
                  <a:pt x="216" y="402"/>
                  <a:pt x="216" y="402"/>
                </a:cubicBezTo>
                <a:cubicBezTo>
                  <a:pt x="214" y="402"/>
                  <a:pt x="213" y="401"/>
                  <a:pt x="212" y="400"/>
                </a:cubicBezTo>
                <a:cubicBezTo>
                  <a:pt x="211" y="399"/>
                  <a:pt x="210" y="399"/>
                  <a:pt x="209" y="398"/>
                </a:cubicBezTo>
                <a:cubicBezTo>
                  <a:pt x="209" y="398"/>
                  <a:pt x="209" y="398"/>
                  <a:pt x="208" y="398"/>
                </a:cubicBezTo>
                <a:cubicBezTo>
                  <a:pt x="208" y="398"/>
                  <a:pt x="207" y="398"/>
                  <a:pt x="207" y="397"/>
                </a:cubicBezTo>
                <a:cubicBezTo>
                  <a:pt x="206" y="398"/>
                  <a:pt x="205" y="398"/>
                  <a:pt x="204" y="399"/>
                </a:cubicBezTo>
                <a:cubicBezTo>
                  <a:pt x="202" y="399"/>
                  <a:pt x="202" y="400"/>
                  <a:pt x="203" y="401"/>
                </a:cubicBezTo>
                <a:cubicBezTo>
                  <a:pt x="204" y="402"/>
                  <a:pt x="205" y="403"/>
                  <a:pt x="204" y="404"/>
                </a:cubicBezTo>
                <a:cubicBezTo>
                  <a:pt x="204" y="404"/>
                  <a:pt x="204" y="404"/>
                  <a:pt x="204" y="404"/>
                </a:cubicBezTo>
                <a:cubicBezTo>
                  <a:pt x="203" y="405"/>
                  <a:pt x="202" y="406"/>
                  <a:pt x="201" y="407"/>
                </a:cubicBezTo>
                <a:cubicBezTo>
                  <a:pt x="200" y="407"/>
                  <a:pt x="200" y="407"/>
                  <a:pt x="201" y="408"/>
                </a:cubicBezTo>
                <a:cubicBezTo>
                  <a:pt x="201" y="408"/>
                  <a:pt x="202" y="409"/>
                  <a:pt x="202" y="409"/>
                </a:cubicBezTo>
                <a:cubicBezTo>
                  <a:pt x="202" y="410"/>
                  <a:pt x="202" y="410"/>
                  <a:pt x="203" y="410"/>
                </a:cubicBezTo>
                <a:cubicBezTo>
                  <a:pt x="204" y="410"/>
                  <a:pt x="204" y="411"/>
                  <a:pt x="204" y="411"/>
                </a:cubicBezTo>
                <a:cubicBezTo>
                  <a:pt x="204" y="412"/>
                  <a:pt x="204" y="412"/>
                  <a:pt x="203" y="413"/>
                </a:cubicBezTo>
                <a:cubicBezTo>
                  <a:pt x="203" y="413"/>
                  <a:pt x="202" y="413"/>
                  <a:pt x="202" y="412"/>
                </a:cubicBezTo>
                <a:cubicBezTo>
                  <a:pt x="202" y="412"/>
                  <a:pt x="201" y="412"/>
                  <a:pt x="201" y="412"/>
                </a:cubicBezTo>
                <a:cubicBezTo>
                  <a:pt x="200" y="411"/>
                  <a:pt x="199" y="411"/>
                  <a:pt x="199" y="410"/>
                </a:cubicBezTo>
                <a:cubicBezTo>
                  <a:pt x="199" y="409"/>
                  <a:pt x="199" y="408"/>
                  <a:pt x="198" y="408"/>
                </a:cubicBezTo>
                <a:cubicBezTo>
                  <a:pt x="197" y="408"/>
                  <a:pt x="196" y="408"/>
                  <a:pt x="196" y="409"/>
                </a:cubicBezTo>
                <a:cubicBezTo>
                  <a:pt x="196" y="409"/>
                  <a:pt x="196" y="410"/>
                  <a:pt x="195" y="410"/>
                </a:cubicBezTo>
                <a:cubicBezTo>
                  <a:pt x="194" y="409"/>
                  <a:pt x="193" y="409"/>
                  <a:pt x="193" y="408"/>
                </a:cubicBezTo>
                <a:cubicBezTo>
                  <a:pt x="193" y="407"/>
                  <a:pt x="194" y="407"/>
                  <a:pt x="194" y="407"/>
                </a:cubicBezTo>
                <a:cubicBezTo>
                  <a:pt x="195" y="407"/>
                  <a:pt x="195" y="407"/>
                  <a:pt x="195" y="407"/>
                </a:cubicBezTo>
                <a:cubicBezTo>
                  <a:pt x="195" y="406"/>
                  <a:pt x="196" y="406"/>
                  <a:pt x="195" y="405"/>
                </a:cubicBezTo>
                <a:cubicBezTo>
                  <a:pt x="194" y="405"/>
                  <a:pt x="194" y="404"/>
                  <a:pt x="194" y="403"/>
                </a:cubicBezTo>
                <a:cubicBezTo>
                  <a:pt x="194" y="403"/>
                  <a:pt x="194" y="403"/>
                  <a:pt x="193" y="403"/>
                </a:cubicBezTo>
                <a:cubicBezTo>
                  <a:pt x="193" y="403"/>
                  <a:pt x="193" y="403"/>
                  <a:pt x="193" y="403"/>
                </a:cubicBezTo>
                <a:cubicBezTo>
                  <a:pt x="193" y="403"/>
                  <a:pt x="193" y="403"/>
                  <a:pt x="193" y="403"/>
                </a:cubicBezTo>
                <a:cubicBezTo>
                  <a:pt x="191" y="404"/>
                  <a:pt x="192" y="405"/>
                  <a:pt x="191" y="406"/>
                </a:cubicBezTo>
                <a:cubicBezTo>
                  <a:pt x="191" y="406"/>
                  <a:pt x="191" y="406"/>
                  <a:pt x="191" y="406"/>
                </a:cubicBezTo>
                <a:cubicBezTo>
                  <a:pt x="191" y="407"/>
                  <a:pt x="191" y="407"/>
                  <a:pt x="190" y="408"/>
                </a:cubicBezTo>
                <a:cubicBezTo>
                  <a:pt x="190" y="408"/>
                  <a:pt x="190" y="408"/>
                  <a:pt x="190" y="409"/>
                </a:cubicBezTo>
                <a:cubicBezTo>
                  <a:pt x="190" y="409"/>
                  <a:pt x="190" y="410"/>
                  <a:pt x="189" y="410"/>
                </a:cubicBezTo>
                <a:cubicBezTo>
                  <a:pt x="189" y="411"/>
                  <a:pt x="188" y="410"/>
                  <a:pt x="188" y="409"/>
                </a:cubicBezTo>
                <a:cubicBezTo>
                  <a:pt x="188" y="409"/>
                  <a:pt x="188" y="409"/>
                  <a:pt x="187" y="409"/>
                </a:cubicBezTo>
                <a:cubicBezTo>
                  <a:pt x="186" y="409"/>
                  <a:pt x="186" y="409"/>
                  <a:pt x="185" y="411"/>
                </a:cubicBezTo>
                <a:cubicBezTo>
                  <a:pt x="185" y="411"/>
                  <a:pt x="185" y="412"/>
                  <a:pt x="185" y="412"/>
                </a:cubicBezTo>
                <a:cubicBezTo>
                  <a:pt x="186" y="413"/>
                  <a:pt x="186" y="414"/>
                  <a:pt x="186" y="414"/>
                </a:cubicBezTo>
                <a:cubicBezTo>
                  <a:pt x="187" y="414"/>
                  <a:pt x="187" y="413"/>
                  <a:pt x="187" y="413"/>
                </a:cubicBezTo>
                <a:cubicBezTo>
                  <a:pt x="187" y="413"/>
                  <a:pt x="186" y="412"/>
                  <a:pt x="187" y="412"/>
                </a:cubicBezTo>
                <a:cubicBezTo>
                  <a:pt x="188" y="412"/>
                  <a:pt x="188" y="413"/>
                  <a:pt x="189" y="413"/>
                </a:cubicBezTo>
                <a:cubicBezTo>
                  <a:pt x="189" y="414"/>
                  <a:pt x="188" y="414"/>
                  <a:pt x="188" y="414"/>
                </a:cubicBezTo>
                <a:cubicBezTo>
                  <a:pt x="187" y="415"/>
                  <a:pt x="187" y="416"/>
                  <a:pt x="185" y="416"/>
                </a:cubicBezTo>
                <a:cubicBezTo>
                  <a:pt x="185" y="416"/>
                  <a:pt x="185" y="416"/>
                  <a:pt x="185" y="416"/>
                </a:cubicBezTo>
                <a:cubicBezTo>
                  <a:pt x="185" y="417"/>
                  <a:pt x="185" y="417"/>
                  <a:pt x="184" y="416"/>
                </a:cubicBezTo>
                <a:cubicBezTo>
                  <a:pt x="184" y="415"/>
                  <a:pt x="183" y="414"/>
                  <a:pt x="184" y="413"/>
                </a:cubicBezTo>
                <a:cubicBezTo>
                  <a:pt x="184" y="412"/>
                  <a:pt x="184" y="412"/>
                  <a:pt x="184" y="411"/>
                </a:cubicBezTo>
                <a:cubicBezTo>
                  <a:pt x="184" y="411"/>
                  <a:pt x="184" y="411"/>
                  <a:pt x="184" y="411"/>
                </a:cubicBezTo>
                <a:cubicBezTo>
                  <a:pt x="183" y="411"/>
                  <a:pt x="183" y="410"/>
                  <a:pt x="184" y="409"/>
                </a:cubicBezTo>
                <a:cubicBezTo>
                  <a:pt x="185" y="408"/>
                  <a:pt x="184" y="408"/>
                  <a:pt x="184" y="407"/>
                </a:cubicBezTo>
                <a:cubicBezTo>
                  <a:pt x="184" y="407"/>
                  <a:pt x="183" y="407"/>
                  <a:pt x="183" y="407"/>
                </a:cubicBezTo>
                <a:cubicBezTo>
                  <a:pt x="183" y="405"/>
                  <a:pt x="183" y="404"/>
                  <a:pt x="184" y="403"/>
                </a:cubicBezTo>
                <a:cubicBezTo>
                  <a:pt x="184" y="402"/>
                  <a:pt x="184" y="402"/>
                  <a:pt x="184" y="402"/>
                </a:cubicBezTo>
                <a:cubicBezTo>
                  <a:pt x="183" y="402"/>
                  <a:pt x="182" y="402"/>
                  <a:pt x="181" y="402"/>
                </a:cubicBezTo>
                <a:cubicBezTo>
                  <a:pt x="180" y="401"/>
                  <a:pt x="178" y="401"/>
                  <a:pt x="177" y="402"/>
                </a:cubicBezTo>
                <a:cubicBezTo>
                  <a:pt x="177" y="403"/>
                  <a:pt x="176" y="403"/>
                  <a:pt x="176" y="403"/>
                </a:cubicBezTo>
                <a:cubicBezTo>
                  <a:pt x="175" y="404"/>
                  <a:pt x="174" y="405"/>
                  <a:pt x="173" y="406"/>
                </a:cubicBezTo>
                <a:cubicBezTo>
                  <a:pt x="173" y="407"/>
                  <a:pt x="173" y="408"/>
                  <a:pt x="172" y="408"/>
                </a:cubicBezTo>
                <a:cubicBezTo>
                  <a:pt x="171" y="409"/>
                  <a:pt x="175" y="408"/>
                  <a:pt x="173" y="409"/>
                </a:cubicBezTo>
                <a:cubicBezTo>
                  <a:pt x="173" y="410"/>
                  <a:pt x="172" y="411"/>
                  <a:pt x="171" y="411"/>
                </a:cubicBezTo>
                <a:cubicBezTo>
                  <a:pt x="170" y="411"/>
                  <a:pt x="170" y="413"/>
                  <a:pt x="170" y="414"/>
                </a:cubicBezTo>
                <a:cubicBezTo>
                  <a:pt x="170" y="414"/>
                  <a:pt x="170" y="414"/>
                  <a:pt x="170" y="414"/>
                </a:cubicBezTo>
                <a:cubicBezTo>
                  <a:pt x="170" y="414"/>
                  <a:pt x="171" y="414"/>
                  <a:pt x="171" y="415"/>
                </a:cubicBezTo>
                <a:cubicBezTo>
                  <a:pt x="170" y="416"/>
                  <a:pt x="170" y="416"/>
                  <a:pt x="170" y="416"/>
                </a:cubicBezTo>
                <a:cubicBezTo>
                  <a:pt x="167" y="416"/>
                  <a:pt x="168" y="417"/>
                  <a:pt x="168" y="418"/>
                </a:cubicBezTo>
                <a:cubicBezTo>
                  <a:pt x="167" y="419"/>
                  <a:pt x="167" y="419"/>
                  <a:pt x="167" y="419"/>
                </a:cubicBezTo>
                <a:cubicBezTo>
                  <a:pt x="167" y="421"/>
                  <a:pt x="168" y="422"/>
                  <a:pt x="167" y="423"/>
                </a:cubicBezTo>
                <a:cubicBezTo>
                  <a:pt x="167" y="423"/>
                  <a:pt x="167" y="423"/>
                  <a:pt x="167" y="424"/>
                </a:cubicBezTo>
                <a:cubicBezTo>
                  <a:pt x="166" y="424"/>
                  <a:pt x="166" y="424"/>
                  <a:pt x="166" y="425"/>
                </a:cubicBezTo>
                <a:cubicBezTo>
                  <a:pt x="166" y="426"/>
                  <a:pt x="165" y="427"/>
                  <a:pt x="165" y="428"/>
                </a:cubicBezTo>
                <a:cubicBezTo>
                  <a:pt x="165" y="429"/>
                  <a:pt x="164" y="429"/>
                  <a:pt x="164" y="430"/>
                </a:cubicBezTo>
                <a:cubicBezTo>
                  <a:pt x="164" y="430"/>
                  <a:pt x="163" y="431"/>
                  <a:pt x="162" y="430"/>
                </a:cubicBezTo>
                <a:cubicBezTo>
                  <a:pt x="162" y="430"/>
                  <a:pt x="161" y="430"/>
                  <a:pt x="161" y="430"/>
                </a:cubicBezTo>
                <a:cubicBezTo>
                  <a:pt x="160" y="429"/>
                  <a:pt x="159" y="429"/>
                  <a:pt x="158" y="429"/>
                </a:cubicBezTo>
                <a:cubicBezTo>
                  <a:pt x="158" y="429"/>
                  <a:pt x="157" y="428"/>
                  <a:pt x="157" y="427"/>
                </a:cubicBezTo>
                <a:cubicBezTo>
                  <a:pt x="157" y="427"/>
                  <a:pt x="157" y="427"/>
                  <a:pt x="157" y="427"/>
                </a:cubicBezTo>
                <a:cubicBezTo>
                  <a:pt x="157" y="426"/>
                  <a:pt x="156" y="425"/>
                  <a:pt x="156" y="425"/>
                </a:cubicBezTo>
                <a:cubicBezTo>
                  <a:pt x="156" y="424"/>
                  <a:pt x="156" y="424"/>
                  <a:pt x="156" y="423"/>
                </a:cubicBezTo>
                <a:cubicBezTo>
                  <a:pt x="156" y="423"/>
                  <a:pt x="156" y="422"/>
                  <a:pt x="157" y="421"/>
                </a:cubicBezTo>
                <a:cubicBezTo>
                  <a:pt x="158" y="420"/>
                  <a:pt x="159" y="419"/>
                  <a:pt x="160" y="418"/>
                </a:cubicBezTo>
                <a:cubicBezTo>
                  <a:pt x="161" y="418"/>
                  <a:pt x="161" y="418"/>
                  <a:pt x="161" y="417"/>
                </a:cubicBezTo>
                <a:cubicBezTo>
                  <a:pt x="159" y="416"/>
                  <a:pt x="161" y="414"/>
                  <a:pt x="161" y="412"/>
                </a:cubicBezTo>
                <a:cubicBezTo>
                  <a:pt x="161" y="412"/>
                  <a:pt x="161" y="412"/>
                  <a:pt x="161" y="411"/>
                </a:cubicBezTo>
                <a:cubicBezTo>
                  <a:pt x="161" y="411"/>
                  <a:pt x="161" y="410"/>
                  <a:pt x="162" y="410"/>
                </a:cubicBezTo>
                <a:cubicBezTo>
                  <a:pt x="163" y="410"/>
                  <a:pt x="163" y="410"/>
                  <a:pt x="163" y="409"/>
                </a:cubicBezTo>
                <a:cubicBezTo>
                  <a:pt x="163" y="409"/>
                  <a:pt x="163" y="409"/>
                  <a:pt x="163" y="409"/>
                </a:cubicBezTo>
                <a:cubicBezTo>
                  <a:pt x="162" y="408"/>
                  <a:pt x="162" y="408"/>
                  <a:pt x="162" y="408"/>
                </a:cubicBezTo>
                <a:cubicBezTo>
                  <a:pt x="162" y="407"/>
                  <a:pt x="162" y="407"/>
                  <a:pt x="162" y="406"/>
                </a:cubicBezTo>
                <a:cubicBezTo>
                  <a:pt x="162" y="406"/>
                  <a:pt x="163" y="405"/>
                  <a:pt x="162" y="405"/>
                </a:cubicBezTo>
                <a:cubicBezTo>
                  <a:pt x="161" y="403"/>
                  <a:pt x="162" y="402"/>
                  <a:pt x="163" y="400"/>
                </a:cubicBezTo>
                <a:cubicBezTo>
                  <a:pt x="164" y="399"/>
                  <a:pt x="165" y="398"/>
                  <a:pt x="165" y="396"/>
                </a:cubicBezTo>
                <a:cubicBezTo>
                  <a:pt x="165" y="395"/>
                  <a:pt x="167" y="395"/>
                  <a:pt x="168" y="394"/>
                </a:cubicBezTo>
                <a:cubicBezTo>
                  <a:pt x="169" y="394"/>
                  <a:pt x="170" y="394"/>
                  <a:pt x="172" y="393"/>
                </a:cubicBezTo>
                <a:cubicBezTo>
                  <a:pt x="172" y="392"/>
                  <a:pt x="173" y="393"/>
                  <a:pt x="174" y="393"/>
                </a:cubicBezTo>
                <a:cubicBezTo>
                  <a:pt x="174" y="393"/>
                  <a:pt x="174" y="393"/>
                  <a:pt x="174" y="393"/>
                </a:cubicBezTo>
                <a:cubicBezTo>
                  <a:pt x="175" y="392"/>
                  <a:pt x="176" y="392"/>
                  <a:pt x="177" y="391"/>
                </a:cubicBezTo>
                <a:cubicBezTo>
                  <a:pt x="177" y="391"/>
                  <a:pt x="177" y="391"/>
                  <a:pt x="178" y="391"/>
                </a:cubicBezTo>
                <a:cubicBezTo>
                  <a:pt x="178" y="389"/>
                  <a:pt x="179" y="390"/>
                  <a:pt x="179" y="391"/>
                </a:cubicBezTo>
                <a:cubicBezTo>
                  <a:pt x="180" y="391"/>
                  <a:pt x="181" y="391"/>
                  <a:pt x="181" y="391"/>
                </a:cubicBezTo>
                <a:cubicBezTo>
                  <a:pt x="182" y="391"/>
                  <a:pt x="183" y="390"/>
                  <a:pt x="184" y="390"/>
                </a:cubicBezTo>
                <a:cubicBezTo>
                  <a:pt x="185" y="389"/>
                  <a:pt x="187" y="389"/>
                  <a:pt x="188" y="387"/>
                </a:cubicBezTo>
                <a:cubicBezTo>
                  <a:pt x="188" y="387"/>
                  <a:pt x="188" y="387"/>
                  <a:pt x="188" y="387"/>
                </a:cubicBezTo>
                <a:cubicBezTo>
                  <a:pt x="188" y="386"/>
                  <a:pt x="188" y="386"/>
                  <a:pt x="187" y="386"/>
                </a:cubicBezTo>
                <a:cubicBezTo>
                  <a:pt x="186" y="385"/>
                  <a:pt x="187" y="384"/>
                  <a:pt x="188" y="384"/>
                </a:cubicBezTo>
                <a:cubicBezTo>
                  <a:pt x="188" y="384"/>
                  <a:pt x="188" y="384"/>
                  <a:pt x="188" y="384"/>
                </a:cubicBezTo>
                <a:cubicBezTo>
                  <a:pt x="187" y="383"/>
                  <a:pt x="187" y="382"/>
                  <a:pt x="187" y="381"/>
                </a:cubicBezTo>
                <a:cubicBezTo>
                  <a:pt x="188" y="381"/>
                  <a:pt x="188" y="381"/>
                  <a:pt x="188" y="381"/>
                </a:cubicBezTo>
                <a:cubicBezTo>
                  <a:pt x="188" y="378"/>
                  <a:pt x="191" y="377"/>
                  <a:pt x="193" y="377"/>
                </a:cubicBezTo>
                <a:cubicBezTo>
                  <a:pt x="193" y="377"/>
                  <a:pt x="194" y="377"/>
                  <a:pt x="194" y="377"/>
                </a:cubicBezTo>
                <a:cubicBezTo>
                  <a:pt x="194" y="377"/>
                  <a:pt x="194" y="377"/>
                  <a:pt x="195" y="377"/>
                </a:cubicBezTo>
                <a:cubicBezTo>
                  <a:pt x="197" y="377"/>
                  <a:pt x="197" y="377"/>
                  <a:pt x="198" y="374"/>
                </a:cubicBezTo>
                <a:cubicBezTo>
                  <a:pt x="198" y="373"/>
                  <a:pt x="199" y="374"/>
                  <a:pt x="200" y="373"/>
                </a:cubicBezTo>
                <a:cubicBezTo>
                  <a:pt x="201" y="373"/>
                  <a:pt x="201" y="373"/>
                  <a:pt x="200" y="372"/>
                </a:cubicBezTo>
                <a:cubicBezTo>
                  <a:pt x="200" y="372"/>
                  <a:pt x="199" y="371"/>
                  <a:pt x="200" y="371"/>
                </a:cubicBezTo>
                <a:cubicBezTo>
                  <a:pt x="200" y="370"/>
                  <a:pt x="201" y="371"/>
                  <a:pt x="201" y="371"/>
                </a:cubicBezTo>
                <a:cubicBezTo>
                  <a:pt x="202" y="372"/>
                  <a:pt x="202" y="372"/>
                  <a:pt x="203" y="372"/>
                </a:cubicBezTo>
                <a:cubicBezTo>
                  <a:pt x="204" y="372"/>
                  <a:pt x="205" y="372"/>
                  <a:pt x="206" y="372"/>
                </a:cubicBezTo>
                <a:cubicBezTo>
                  <a:pt x="206" y="372"/>
                  <a:pt x="206" y="372"/>
                  <a:pt x="206" y="372"/>
                </a:cubicBezTo>
                <a:cubicBezTo>
                  <a:pt x="206" y="372"/>
                  <a:pt x="206" y="372"/>
                  <a:pt x="207" y="372"/>
                </a:cubicBezTo>
                <a:cubicBezTo>
                  <a:pt x="208" y="373"/>
                  <a:pt x="209" y="373"/>
                  <a:pt x="209" y="373"/>
                </a:cubicBezTo>
                <a:cubicBezTo>
                  <a:pt x="211" y="373"/>
                  <a:pt x="211" y="375"/>
                  <a:pt x="212" y="376"/>
                </a:cubicBezTo>
                <a:cubicBezTo>
                  <a:pt x="212" y="376"/>
                  <a:pt x="213" y="377"/>
                  <a:pt x="213" y="377"/>
                </a:cubicBezTo>
                <a:cubicBezTo>
                  <a:pt x="214" y="378"/>
                  <a:pt x="214" y="379"/>
                  <a:pt x="215" y="379"/>
                </a:cubicBezTo>
                <a:cubicBezTo>
                  <a:pt x="215" y="380"/>
                  <a:pt x="215" y="380"/>
                  <a:pt x="215" y="380"/>
                </a:cubicBezTo>
                <a:cubicBezTo>
                  <a:pt x="216" y="382"/>
                  <a:pt x="216" y="382"/>
                  <a:pt x="215" y="383"/>
                </a:cubicBezTo>
                <a:cubicBezTo>
                  <a:pt x="215" y="385"/>
                  <a:pt x="216" y="387"/>
                  <a:pt x="215" y="388"/>
                </a:cubicBezTo>
                <a:cubicBezTo>
                  <a:pt x="214" y="389"/>
                  <a:pt x="214" y="389"/>
                  <a:pt x="214" y="389"/>
                </a:cubicBezTo>
                <a:cubicBezTo>
                  <a:pt x="214" y="389"/>
                  <a:pt x="212" y="391"/>
                  <a:pt x="212" y="391"/>
                </a:cubicBezTo>
                <a:cubicBezTo>
                  <a:pt x="212" y="391"/>
                  <a:pt x="212" y="391"/>
                  <a:pt x="212" y="392"/>
                </a:cubicBezTo>
                <a:cubicBezTo>
                  <a:pt x="212" y="392"/>
                  <a:pt x="212" y="392"/>
                  <a:pt x="211" y="392"/>
                </a:cubicBezTo>
                <a:cubicBezTo>
                  <a:pt x="211" y="392"/>
                  <a:pt x="210" y="393"/>
                  <a:pt x="210" y="393"/>
                </a:cubicBezTo>
                <a:cubicBezTo>
                  <a:pt x="210" y="393"/>
                  <a:pt x="210" y="393"/>
                  <a:pt x="210" y="393"/>
                </a:cubicBezTo>
                <a:cubicBezTo>
                  <a:pt x="210" y="393"/>
                  <a:pt x="210" y="393"/>
                  <a:pt x="210" y="394"/>
                </a:cubicBezTo>
                <a:cubicBezTo>
                  <a:pt x="210" y="394"/>
                  <a:pt x="210" y="395"/>
                  <a:pt x="210" y="395"/>
                </a:cubicBezTo>
                <a:cubicBezTo>
                  <a:pt x="210" y="395"/>
                  <a:pt x="210" y="395"/>
                  <a:pt x="211" y="395"/>
                </a:cubicBezTo>
                <a:cubicBezTo>
                  <a:pt x="211" y="394"/>
                  <a:pt x="211" y="394"/>
                  <a:pt x="211" y="394"/>
                </a:cubicBezTo>
                <a:cubicBezTo>
                  <a:pt x="211" y="394"/>
                  <a:pt x="212" y="394"/>
                  <a:pt x="212" y="393"/>
                </a:cubicBezTo>
                <a:cubicBezTo>
                  <a:pt x="212" y="393"/>
                  <a:pt x="213" y="393"/>
                  <a:pt x="213" y="393"/>
                </a:cubicBezTo>
                <a:cubicBezTo>
                  <a:pt x="213" y="393"/>
                  <a:pt x="214" y="392"/>
                  <a:pt x="214" y="392"/>
                </a:cubicBezTo>
                <a:cubicBezTo>
                  <a:pt x="214" y="392"/>
                  <a:pt x="215" y="391"/>
                  <a:pt x="215" y="391"/>
                </a:cubicBezTo>
                <a:cubicBezTo>
                  <a:pt x="215" y="390"/>
                  <a:pt x="216" y="390"/>
                  <a:pt x="216" y="390"/>
                </a:cubicBezTo>
                <a:cubicBezTo>
                  <a:pt x="216" y="390"/>
                  <a:pt x="216" y="390"/>
                  <a:pt x="216" y="389"/>
                </a:cubicBezTo>
                <a:cubicBezTo>
                  <a:pt x="216" y="389"/>
                  <a:pt x="217" y="389"/>
                  <a:pt x="218" y="389"/>
                </a:cubicBezTo>
                <a:cubicBezTo>
                  <a:pt x="218" y="389"/>
                  <a:pt x="218" y="389"/>
                  <a:pt x="218" y="388"/>
                </a:cubicBezTo>
                <a:cubicBezTo>
                  <a:pt x="219" y="388"/>
                  <a:pt x="219" y="387"/>
                  <a:pt x="219" y="387"/>
                </a:cubicBezTo>
                <a:cubicBezTo>
                  <a:pt x="219" y="387"/>
                  <a:pt x="219" y="386"/>
                  <a:pt x="220" y="386"/>
                </a:cubicBezTo>
                <a:cubicBezTo>
                  <a:pt x="221" y="386"/>
                  <a:pt x="222" y="385"/>
                  <a:pt x="223" y="385"/>
                </a:cubicBezTo>
                <a:cubicBezTo>
                  <a:pt x="224" y="385"/>
                  <a:pt x="224" y="385"/>
                  <a:pt x="225" y="385"/>
                </a:cubicBezTo>
                <a:cubicBezTo>
                  <a:pt x="225" y="385"/>
                  <a:pt x="225" y="385"/>
                  <a:pt x="225" y="385"/>
                </a:cubicBezTo>
                <a:cubicBezTo>
                  <a:pt x="226" y="385"/>
                  <a:pt x="227" y="384"/>
                  <a:pt x="227" y="382"/>
                </a:cubicBezTo>
                <a:cubicBezTo>
                  <a:pt x="227" y="382"/>
                  <a:pt x="227" y="382"/>
                  <a:pt x="227" y="382"/>
                </a:cubicBezTo>
                <a:cubicBezTo>
                  <a:pt x="226" y="381"/>
                  <a:pt x="227" y="381"/>
                  <a:pt x="227" y="380"/>
                </a:cubicBezTo>
                <a:cubicBezTo>
                  <a:pt x="227" y="379"/>
                  <a:pt x="228" y="378"/>
                  <a:pt x="228" y="377"/>
                </a:cubicBezTo>
                <a:cubicBezTo>
                  <a:pt x="228" y="376"/>
                  <a:pt x="227" y="376"/>
                  <a:pt x="227" y="376"/>
                </a:cubicBezTo>
                <a:cubicBezTo>
                  <a:pt x="227" y="375"/>
                  <a:pt x="227" y="374"/>
                  <a:pt x="227" y="374"/>
                </a:cubicBezTo>
                <a:cubicBezTo>
                  <a:pt x="228" y="373"/>
                  <a:pt x="228" y="373"/>
                  <a:pt x="229" y="374"/>
                </a:cubicBezTo>
                <a:cubicBezTo>
                  <a:pt x="229" y="373"/>
                  <a:pt x="230" y="373"/>
                  <a:pt x="230" y="373"/>
                </a:cubicBezTo>
                <a:cubicBezTo>
                  <a:pt x="230" y="372"/>
                  <a:pt x="230" y="371"/>
                  <a:pt x="231" y="371"/>
                </a:cubicBezTo>
                <a:cubicBezTo>
                  <a:pt x="232" y="370"/>
                  <a:pt x="233" y="371"/>
                  <a:pt x="233" y="372"/>
                </a:cubicBezTo>
                <a:cubicBezTo>
                  <a:pt x="234" y="372"/>
                  <a:pt x="234" y="372"/>
                  <a:pt x="234" y="373"/>
                </a:cubicBezTo>
                <a:cubicBezTo>
                  <a:pt x="234" y="373"/>
                  <a:pt x="235" y="373"/>
                  <a:pt x="235" y="373"/>
                </a:cubicBezTo>
                <a:cubicBezTo>
                  <a:pt x="236" y="373"/>
                  <a:pt x="237" y="374"/>
                  <a:pt x="237" y="374"/>
                </a:cubicBezTo>
                <a:cubicBezTo>
                  <a:pt x="238" y="374"/>
                  <a:pt x="239" y="374"/>
                  <a:pt x="239" y="375"/>
                </a:cubicBezTo>
                <a:cubicBezTo>
                  <a:pt x="240" y="375"/>
                  <a:pt x="240" y="375"/>
                  <a:pt x="240" y="375"/>
                </a:cubicBezTo>
                <a:cubicBezTo>
                  <a:pt x="240" y="374"/>
                  <a:pt x="240" y="373"/>
                  <a:pt x="242" y="373"/>
                </a:cubicBezTo>
                <a:cubicBezTo>
                  <a:pt x="242" y="372"/>
                  <a:pt x="242" y="371"/>
                  <a:pt x="242" y="370"/>
                </a:cubicBezTo>
                <a:cubicBezTo>
                  <a:pt x="241" y="369"/>
                  <a:pt x="241" y="368"/>
                  <a:pt x="242" y="368"/>
                </a:cubicBezTo>
                <a:cubicBezTo>
                  <a:pt x="240" y="366"/>
                  <a:pt x="240" y="365"/>
                  <a:pt x="242" y="364"/>
                </a:cubicBezTo>
                <a:cubicBezTo>
                  <a:pt x="242" y="364"/>
                  <a:pt x="242" y="363"/>
                  <a:pt x="242" y="363"/>
                </a:cubicBezTo>
                <a:cubicBezTo>
                  <a:pt x="242" y="362"/>
                  <a:pt x="242" y="361"/>
                  <a:pt x="242" y="360"/>
                </a:cubicBezTo>
                <a:cubicBezTo>
                  <a:pt x="242" y="359"/>
                  <a:pt x="242" y="359"/>
                  <a:pt x="243" y="359"/>
                </a:cubicBezTo>
                <a:cubicBezTo>
                  <a:pt x="244" y="358"/>
                  <a:pt x="245" y="358"/>
                  <a:pt x="245" y="359"/>
                </a:cubicBezTo>
                <a:cubicBezTo>
                  <a:pt x="247" y="360"/>
                  <a:pt x="250" y="361"/>
                  <a:pt x="251" y="363"/>
                </a:cubicBezTo>
                <a:cubicBezTo>
                  <a:pt x="252" y="364"/>
                  <a:pt x="252" y="364"/>
                  <a:pt x="253" y="363"/>
                </a:cubicBezTo>
                <a:cubicBezTo>
                  <a:pt x="253" y="362"/>
                  <a:pt x="253" y="362"/>
                  <a:pt x="254" y="362"/>
                </a:cubicBezTo>
                <a:cubicBezTo>
                  <a:pt x="254" y="361"/>
                  <a:pt x="254" y="359"/>
                  <a:pt x="254" y="358"/>
                </a:cubicBezTo>
                <a:cubicBezTo>
                  <a:pt x="255" y="357"/>
                  <a:pt x="254" y="356"/>
                  <a:pt x="255" y="355"/>
                </a:cubicBezTo>
                <a:cubicBezTo>
                  <a:pt x="255" y="355"/>
                  <a:pt x="255" y="355"/>
                  <a:pt x="255" y="356"/>
                </a:cubicBezTo>
                <a:cubicBezTo>
                  <a:pt x="256" y="356"/>
                  <a:pt x="257" y="357"/>
                  <a:pt x="257" y="358"/>
                </a:cubicBezTo>
                <a:cubicBezTo>
                  <a:pt x="259" y="358"/>
                  <a:pt x="261" y="359"/>
                  <a:pt x="262" y="359"/>
                </a:cubicBezTo>
                <a:cubicBezTo>
                  <a:pt x="264" y="358"/>
                  <a:pt x="266" y="357"/>
                  <a:pt x="265" y="354"/>
                </a:cubicBezTo>
                <a:cubicBezTo>
                  <a:pt x="265" y="354"/>
                  <a:pt x="265" y="354"/>
                  <a:pt x="265" y="353"/>
                </a:cubicBezTo>
                <a:cubicBezTo>
                  <a:pt x="265" y="351"/>
                  <a:pt x="264" y="348"/>
                  <a:pt x="263" y="346"/>
                </a:cubicBezTo>
                <a:cubicBezTo>
                  <a:pt x="263" y="346"/>
                  <a:pt x="263" y="346"/>
                  <a:pt x="263" y="346"/>
                </a:cubicBezTo>
                <a:cubicBezTo>
                  <a:pt x="261" y="343"/>
                  <a:pt x="261" y="341"/>
                  <a:pt x="260" y="338"/>
                </a:cubicBezTo>
                <a:cubicBezTo>
                  <a:pt x="259" y="337"/>
                  <a:pt x="259" y="336"/>
                  <a:pt x="260" y="334"/>
                </a:cubicBezTo>
                <a:cubicBezTo>
                  <a:pt x="260" y="334"/>
                  <a:pt x="260" y="333"/>
                  <a:pt x="261" y="333"/>
                </a:cubicBezTo>
                <a:cubicBezTo>
                  <a:pt x="261" y="333"/>
                  <a:pt x="261" y="332"/>
                  <a:pt x="261" y="332"/>
                </a:cubicBezTo>
                <a:cubicBezTo>
                  <a:pt x="261" y="331"/>
                  <a:pt x="261" y="331"/>
                  <a:pt x="262" y="331"/>
                </a:cubicBezTo>
                <a:cubicBezTo>
                  <a:pt x="262" y="331"/>
                  <a:pt x="262" y="331"/>
                  <a:pt x="262" y="332"/>
                </a:cubicBezTo>
                <a:cubicBezTo>
                  <a:pt x="262" y="332"/>
                  <a:pt x="262" y="332"/>
                  <a:pt x="262" y="333"/>
                </a:cubicBezTo>
                <a:cubicBezTo>
                  <a:pt x="262" y="333"/>
                  <a:pt x="263" y="333"/>
                  <a:pt x="263" y="333"/>
                </a:cubicBezTo>
                <a:cubicBezTo>
                  <a:pt x="263" y="334"/>
                  <a:pt x="265" y="333"/>
                  <a:pt x="265" y="334"/>
                </a:cubicBezTo>
                <a:cubicBezTo>
                  <a:pt x="266" y="334"/>
                  <a:pt x="267" y="334"/>
                  <a:pt x="267" y="333"/>
                </a:cubicBezTo>
                <a:cubicBezTo>
                  <a:pt x="267" y="333"/>
                  <a:pt x="267" y="333"/>
                  <a:pt x="267" y="333"/>
                </a:cubicBezTo>
                <a:cubicBezTo>
                  <a:pt x="268" y="333"/>
                  <a:pt x="267" y="333"/>
                  <a:pt x="267" y="334"/>
                </a:cubicBezTo>
                <a:cubicBezTo>
                  <a:pt x="267" y="335"/>
                  <a:pt x="266" y="335"/>
                  <a:pt x="266" y="336"/>
                </a:cubicBezTo>
                <a:cubicBezTo>
                  <a:pt x="266" y="338"/>
                  <a:pt x="267" y="338"/>
                  <a:pt x="268" y="338"/>
                </a:cubicBezTo>
                <a:cubicBezTo>
                  <a:pt x="269" y="339"/>
                  <a:pt x="269" y="338"/>
                  <a:pt x="270" y="339"/>
                </a:cubicBezTo>
                <a:cubicBezTo>
                  <a:pt x="271" y="339"/>
                  <a:pt x="273" y="340"/>
                  <a:pt x="274" y="340"/>
                </a:cubicBezTo>
                <a:cubicBezTo>
                  <a:pt x="275" y="340"/>
                  <a:pt x="275" y="341"/>
                  <a:pt x="276" y="341"/>
                </a:cubicBezTo>
                <a:cubicBezTo>
                  <a:pt x="277" y="342"/>
                  <a:pt x="277" y="343"/>
                  <a:pt x="276" y="344"/>
                </a:cubicBezTo>
                <a:cubicBezTo>
                  <a:pt x="277" y="345"/>
                  <a:pt x="278" y="345"/>
                  <a:pt x="279" y="346"/>
                </a:cubicBezTo>
                <a:cubicBezTo>
                  <a:pt x="279" y="347"/>
                  <a:pt x="279" y="348"/>
                  <a:pt x="281" y="349"/>
                </a:cubicBezTo>
                <a:cubicBezTo>
                  <a:pt x="282" y="348"/>
                  <a:pt x="283" y="347"/>
                  <a:pt x="284" y="347"/>
                </a:cubicBezTo>
                <a:cubicBezTo>
                  <a:pt x="284" y="347"/>
                  <a:pt x="285" y="346"/>
                  <a:pt x="285" y="347"/>
                </a:cubicBezTo>
                <a:cubicBezTo>
                  <a:pt x="286" y="347"/>
                  <a:pt x="285" y="347"/>
                  <a:pt x="285" y="348"/>
                </a:cubicBezTo>
                <a:cubicBezTo>
                  <a:pt x="285" y="349"/>
                  <a:pt x="286" y="350"/>
                  <a:pt x="285" y="350"/>
                </a:cubicBezTo>
                <a:cubicBezTo>
                  <a:pt x="285" y="351"/>
                  <a:pt x="284" y="353"/>
                  <a:pt x="286" y="353"/>
                </a:cubicBezTo>
                <a:cubicBezTo>
                  <a:pt x="286" y="354"/>
                  <a:pt x="286" y="354"/>
                  <a:pt x="287" y="355"/>
                </a:cubicBezTo>
                <a:cubicBezTo>
                  <a:pt x="287" y="355"/>
                  <a:pt x="288" y="356"/>
                  <a:pt x="288" y="356"/>
                </a:cubicBezTo>
                <a:cubicBezTo>
                  <a:pt x="288" y="357"/>
                  <a:pt x="289" y="357"/>
                  <a:pt x="289" y="357"/>
                </a:cubicBezTo>
                <a:cubicBezTo>
                  <a:pt x="290" y="357"/>
                  <a:pt x="290" y="358"/>
                  <a:pt x="290" y="359"/>
                </a:cubicBezTo>
                <a:cubicBezTo>
                  <a:pt x="290" y="359"/>
                  <a:pt x="290" y="360"/>
                  <a:pt x="290" y="360"/>
                </a:cubicBezTo>
                <a:cubicBezTo>
                  <a:pt x="291" y="361"/>
                  <a:pt x="290" y="361"/>
                  <a:pt x="290" y="362"/>
                </a:cubicBezTo>
                <a:cubicBezTo>
                  <a:pt x="288" y="363"/>
                  <a:pt x="287" y="366"/>
                  <a:pt x="285" y="367"/>
                </a:cubicBezTo>
                <a:cubicBezTo>
                  <a:pt x="284" y="367"/>
                  <a:pt x="284" y="368"/>
                  <a:pt x="284" y="369"/>
                </a:cubicBezTo>
                <a:cubicBezTo>
                  <a:pt x="284" y="369"/>
                  <a:pt x="284" y="370"/>
                  <a:pt x="285" y="371"/>
                </a:cubicBezTo>
                <a:cubicBezTo>
                  <a:pt x="287" y="370"/>
                  <a:pt x="289" y="370"/>
                  <a:pt x="291" y="370"/>
                </a:cubicBezTo>
                <a:cubicBezTo>
                  <a:pt x="292" y="370"/>
                  <a:pt x="292" y="371"/>
                  <a:pt x="293" y="371"/>
                </a:cubicBezTo>
                <a:cubicBezTo>
                  <a:pt x="293" y="371"/>
                  <a:pt x="293" y="372"/>
                  <a:pt x="293" y="372"/>
                </a:cubicBezTo>
                <a:cubicBezTo>
                  <a:pt x="292" y="373"/>
                  <a:pt x="292" y="373"/>
                  <a:pt x="293" y="374"/>
                </a:cubicBezTo>
                <a:cubicBezTo>
                  <a:pt x="293" y="374"/>
                  <a:pt x="293" y="374"/>
                  <a:pt x="292" y="375"/>
                </a:cubicBezTo>
                <a:cubicBezTo>
                  <a:pt x="292" y="376"/>
                  <a:pt x="291" y="376"/>
                  <a:pt x="293" y="377"/>
                </a:cubicBezTo>
                <a:cubicBezTo>
                  <a:pt x="293" y="377"/>
                  <a:pt x="293" y="378"/>
                  <a:pt x="293" y="378"/>
                </a:cubicBezTo>
                <a:cubicBezTo>
                  <a:pt x="292" y="379"/>
                  <a:pt x="291" y="379"/>
                  <a:pt x="291" y="380"/>
                </a:cubicBezTo>
                <a:cubicBezTo>
                  <a:pt x="292" y="380"/>
                  <a:pt x="292" y="381"/>
                  <a:pt x="293" y="381"/>
                </a:cubicBezTo>
                <a:cubicBezTo>
                  <a:pt x="294" y="381"/>
                  <a:pt x="294" y="379"/>
                  <a:pt x="296" y="379"/>
                </a:cubicBezTo>
                <a:cubicBezTo>
                  <a:pt x="294" y="381"/>
                  <a:pt x="296" y="383"/>
                  <a:pt x="295" y="385"/>
                </a:cubicBezTo>
                <a:cubicBezTo>
                  <a:pt x="295" y="385"/>
                  <a:pt x="294" y="386"/>
                  <a:pt x="294" y="386"/>
                </a:cubicBezTo>
                <a:cubicBezTo>
                  <a:pt x="296" y="388"/>
                  <a:pt x="294" y="388"/>
                  <a:pt x="294" y="389"/>
                </a:cubicBezTo>
                <a:cubicBezTo>
                  <a:pt x="294" y="389"/>
                  <a:pt x="294" y="389"/>
                  <a:pt x="293" y="389"/>
                </a:cubicBezTo>
                <a:cubicBezTo>
                  <a:pt x="293" y="390"/>
                  <a:pt x="294" y="392"/>
                  <a:pt x="295" y="392"/>
                </a:cubicBezTo>
                <a:cubicBezTo>
                  <a:pt x="296" y="392"/>
                  <a:pt x="296" y="393"/>
                  <a:pt x="296" y="393"/>
                </a:cubicBezTo>
                <a:cubicBezTo>
                  <a:pt x="297" y="394"/>
                  <a:pt x="297" y="394"/>
                  <a:pt x="298" y="394"/>
                </a:cubicBezTo>
                <a:cubicBezTo>
                  <a:pt x="298" y="394"/>
                  <a:pt x="299" y="394"/>
                  <a:pt x="299" y="395"/>
                </a:cubicBezTo>
                <a:cubicBezTo>
                  <a:pt x="300" y="395"/>
                  <a:pt x="300" y="396"/>
                  <a:pt x="300" y="397"/>
                </a:cubicBezTo>
                <a:cubicBezTo>
                  <a:pt x="300" y="398"/>
                  <a:pt x="300" y="400"/>
                  <a:pt x="301" y="401"/>
                </a:cubicBezTo>
                <a:cubicBezTo>
                  <a:pt x="301" y="401"/>
                  <a:pt x="302" y="402"/>
                  <a:pt x="301" y="403"/>
                </a:cubicBezTo>
                <a:cubicBezTo>
                  <a:pt x="301" y="403"/>
                  <a:pt x="301" y="404"/>
                  <a:pt x="300" y="404"/>
                </a:cubicBezTo>
                <a:cubicBezTo>
                  <a:pt x="300" y="404"/>
                  <a:pt x="299" y="404"/>
                  <a:pt x="300" y="405"/>
                </a:cubicBezTo>
                <a:cubicBezTo>
                  <a:pt x="301" y="405"/>
                  <a:pt x="301" y="406"/>
                  <a:pt x="301" y="407"/>
                </a:cubicBezTo>
                <a:cubicBezTo>
                  <a:pt x="301" y="408"/>
                  <a:pt x="300" y="408"/>
                  <a:pt x="301" y="408"/>
                </a:cubicBezTo>
                <a:cubicBezTo>
                  <a:pt x="301" y="408"/>
                  <a:pt x="302" y="408"/>
                  <a:pt x="302" y="409"/>
                </a:cubicBezTo>
                <a:close/>
                <a:moveTo>
                  <a:pt x="257" y="361"/>
                </a:moveTo>
                <a:cubicBezTo>
                  <a:pt x="257" y="361"/>
                  <a:pt x="257" y="360"/>
                  <a:pt x="256" y="358"/>
                </a:cubicBezTo>
                <a:cubicBezTo>
                  <a:pt x="257" y="360"/>
                  <a:pt x="257" y="361"/>
                  <a:pt x="257" y="361"/>
                </a:cubicBezTo>
                <a:close/>
                <a:moveTo>
                  <a:pt x="277" y="415"/>
                </a:moveTo>
                <a:cubicBezTo>
                  <a:pt x="277" y="414"/>
                  <a:pt x="276" y="414"/>
                  <a:pt x="276" y="414"/>
                </a:cubicBezTo>
                <a:cubicBezTo>
                  <a:pt x="275" y="414"/>
                  <a:pt x="275" y="413"/>
                  <a:pt x="274" y="414"/>
                </a:cubicBezTo>
                <a:cubicBezTo>
                  <a:pt x="274" y="415"/>
                  <a:pt x="274" y="415"/>
                  <a:pt x="274" y="415"/>
                </a:cubicBezTo>
                <a:cubicBezTo>
                  <a:pt x="274" y="415"/>
                  <a:pt x="274" y="415"/>
                  <a:pt x="274" y="415"/>
                </a:cubicBezTo>
                <a:cubicBezTo>
                  <a:pt x="274" y="415"/>
                  <a:pt x="274" y="416"/>
                  <a:pt x="274" y="416"/>
                </a:cubicBezTo>
                <a:cubicBezTo>
                  <a:pt x="274" y="416"/>
                  <a:pt x="274" y="416"/>
                  <a:pt x="274" y="416"/>
                </a:cubicBezTo>
                <a:cubicBezTo>
                  <a:pt x="274" y="416"/>
                  <a:pt x="274" y="416"/>
                  <a:pt x="274" y="416"/>
                </a:cubicBezTo>
                <a:cubicBezTo>
                  <a:pt x="274" y="416"/>
                  <a:pt x="274" y="416"/>
                  <a:pt x="274" y="417"/>
                </a:cubicBezTo>
                <a:cubicBezTo>
                  <a:pt x="274" y="417"/>
                  <a:pt x="274" y="417"/>
                  <a:pt x="274" y="417"/>
                </a:cubicBezTo>
                <a:cubicBezTo>
                  <a:pt x="274" y="418"/>
                  <a:pt x="275" y="417"/>
                  <a:pt x="275" y="418"/>
                </a:cubicBezTo>
                <a:cubicBezTo>
                  <a:pt x="275" y="419"/>
                  <a:pt x="276" y="420"/>
                  <a:pt x="276" y="421"/>
                </a:cubicBezTo>
                <a:cubicBezTo>
                  <a:pt x="276" y="422"/>
                  <a:pt x="277" y="422"/>
                  <a:pt x="277" y="422"/>
                </a:cubicBezTo>
                <a:cubicBezTo>
                  <a:pt x="278" y="422"/>
                  <a:pt x="278" y="421"/>
                  <a:pt x="278" y="421"/>
                </a:cubicBezTo>
                <a:cubicBezTo>
                  <a:pt x="278" y="419"/>
                  <a:pt x="277" y="418"/>
                  <a:pt x="277" y="417"/>
                </a:cubicBezTo>
                <a:cubicBezTo>
                  <a:pt x="277" y="416"/>
                  <a:pt x="277" y="416"/>
                  <a:pt x="277" y="416"/>
                </a:cubicBezTo>
                <a:cubicBezTo>
                  <a:pt x="277" y="416"/>
                  <a:pt x="277" y="416"/>
                  <a:pt x="277" y="416"/>
                </a:cubicBezTo>
                <a:cubicBezTo>
                  <a:pt x="278" y="415"/>
                  <a:pt x="278" y="415"/>
                  <a:pt x="277" y="415"/>
                </a:cubicBezTo>
                <a:close/>
                <a:moveTo>
                  <a:pt x="274" y="421"/>
                </a:moveTo>
                <a:cubicBezTo>
                  <a:pt x="274" y="422"/>
                  <a:pt x="274" y="422"/>
                  <a:pt x="275" y="422"/>
                </a:cubicBezTo>
                <a:cubicBezTo>
                  <a:pt x="275" y="422"/>
                  <a:pt x="275" y="422"/>
                  <a:pt x="275" y="422"/>
                </a:cubicBezTo>
                <a:cubicBezTo>
                  <a:pt x="275" y="421"/>
                  <a:pt x="274" y="421"/>
                  <a:pt x="274" y="421"/>
                </a:cubicBezTo>
                <a:close/>
                <a:moveTo>
                  <a:pt x="197" y="349"/>
                </a:moveTo>
                <a:cubicBezTo>
                  <a:pt x="198" y="347"/>
                  <a:pt x="200" y="345"/>
                  <a:pt x="201" y="343"/>
                </a:cubicBezTo>
                <a:cubicBezTo>
                  <a:pt x="201" y="340"/>
                  <a:pt x="201" y="338"/>
                  <a:pt x="203" y="336"/>
                </a:cubicBezTo>
                <a:cubicBezTo>
                  <a:pt x="204" y="334"/>
                  <a:pt x="205" y="331"/>
                  <a:pt x="204" y="329"/>
                </a:cubicBezTo>
                <a:cubicBezTo>
                  <a:pt x="205" y="328"/>
                  <a:pt x="205" y="328"/>
                  <a:pt x="205" y="328"/>
                </a:cubicBezTo>
                <a:cubicBezTo>
                  <a:pt x="206" y="327"/>
                  <a:pt x="207" y="327"/>
                  <a:pt x="207" y="325"/>
                </a:cubicBezTo>
                <a:cubicBezTo>
                  <a:pt x="208" y="324"/>
                  <a:pt x="208" y="323"/>
                  <a:pt x="210" y="322"/>
                </a:cubicBezTo>
                <a:cubicBezTo>
                  <a:pt x="210" y="323"/>
                  <a:pt x="211" y="322"/>
                  <a:pt x="211" y="322"/>
                </a:cubicBezTo>
                <a:cubicBezTo>
                  <a:pt x="212" y="322"/>
                  <a:pt x="212" y="321"/>
                  <a:pt x="213" y="322"/>
                </a:cubicBezTo>
                <a:cubicBezTo>
                  <a:pt x="213" y="322"/>
                  <a:pt x="214" y="322"/>
                  <a:pt x="214" y="322"/>
                </a:cubicBezTo>
                <a:cubicBezTo>
                  <a:pt x="215" y="321"/>
                  <a:pt x="215" y="321"/>
                  <a:pt x="216" y="320"/>
                </a:cubicBezTo>
                <a:cubicBezTo>
                  <a:pt x="216" y="320"/>
                  <a:pt x="216" y="319"/>
                  <a:pt x="215" y="319"/>
                </a:cubicBezTo>
                <a:cubicBezTo>
                  <a:pt x="215" y="319"/>
                  <a:pt x="215" y="319"/>
                  <a:pt x="214" y="319"/>
                </a:cubicBezTo>
                <a:cubicBezTo>
                  <a:pt x="214" y="319"/>
                  <a:pt x="214" y="319"/>
                  <a:pt x="214" y="319"/>
                </a:cubicBezTo>
                <a:cubicBezTo>
                  <a:pt x="215" y="318"/>
                  <a:pt x="216" y="318"/>
                  <a:pt x="216" y="317"/>
                </a:cubicBezTo>
                <a:cubicBezTo>
                  <a:pt x="215" y="315"/>
                  <a:pt x="217" y="313"/>
                  <a:pt x="216" y="312"/>
                </a:cubicBezTo>
                <a:cubicBezTo>
                  <a:pt x="216" y="311"/>
                  <a:pt x="216" y="311"/>
                  <a:pt x="216" y="310"/>
                </a:cubicBezTo>
                <a:cubicBezTo>
                  <a:pt x="216" y="308"/>
                  <a:pt x="215" y="307"/>
                  <a:pt x="215" y="305"/>
                </a:cubicBezTo>
                <a:cubicBezTo>
                  <a:pt x="216" y="304"/>
                  <a:pt x="216" y="303"/>
                  <a:pt x="216" y="301"/>
                </a:cubicBezTo>
                <a:cubicBezTo>
                  <a:pt x="216" y="300"/>
                  <a:pt x="215" y="299"/>
                  <a:pt x="216" y="298"/>
                </a:cubicBezTo>
                <a:cubicBezTo>
                  <a:pt x="216" y="297"/>
                  <a:pt x="215" y="296"/>
                  <a:pt x="214" y="296"/>
                </a:cubicBezTo>
                <a:cubicBezTo>
                  <a:pt x="214" y="296"/>
                  <a:pt x="214" y="296"/>
                  <a:pt x="214" y="295"/>
                </a:cubicBezTo>
                <a:cubicBezTo>
                  <a:pt x="215" y="294"/>
                  <a:pt x="215" y="292"/>
                  <a:pt x="215" y="291"/>
                </a:cubicBezTo>
                <a:cubicBezTo>
                  <a:pt x="216" y="290"/>
                  <a:pt x="216" y="290"/>
                  <a:pt x="216" y="289"/>
                </a:cubicBezTo>
                <a:cubicBezTo>
                  <a:pt x="215" y="289"/>
                  <a:pt x="215" y="289"/>
                  <a:pt x="215" y="289"/>
                </a:cubicBezTo>
                <a:cubicBezTo>
                  <a:pt x="214" y="289"/>
                  <a:pt x="213" y="290"/>
                  <a:pt x="213" y="291"/>
                </a:cubicBezTo>
                <a:cubicBezTo>
                  <a:pt x="213" y="291"/>
                  <a:pt x="213" y="291"/>
                  <a:pt x="212" y="291"/>
                </a:cubicBezTo>
                <a:cubicBezTo>
                  <a:pt x="212" y="291"/>
                  <a:pt x="211" y="291"/>
                  <a:pt x="211" y="292"/>
                </a:cubicBezTo>
                <a:cubicBezTo>
                  <a:pt x="211" y="293"/>
                  <a:pt x="211" y="293"/>
                  <a:pt x="212" y="293"/>
                </a:cubicBezTo>
                <a:cubicBezTo>
                  <a:pt x="212" y="294"/>
                  <a:pt x="212" y="294"/>
                  <a:pt x="212" y="295"/>
                </a:cubicBezTo>
                <a:cubicBezTo>
                  <a:pt x="211" y="296"/>
                  <a:pt x="211" y="297"/>
                  <a:pt x="211" y="298"/>
                </a:cubicBezTo>
                <a:cubicBezTo>
                  <a:pt x="212" y="299"/>
                  <a:pt x="212" y="299"/>
                  <a:pt x="211" y="299"/>
                </a:cubicBezTo>
                <a:cubicBezTo>
                  <a:pt x="209" y="300"/>
                  <a:pt x="209" y="301"/>
                  <a:pt x="210" y="303"/>
                </a:cubicBezTo>
                <a:cubicBezTo>
                  <a:pt x="210" y="305"/>
                  <a:pt x="209" y="307"/>
                  <a:pt x="208" y="309"/>
                </a:cubicBezTo>
                <a:cubicBezTo>
                  <a:pt x="207" y="309"/>
                  <a:pt x="206" y="308"/>
                  <a:pt x="205" y="309"/>
                </a:cubicBezTo>
                <a:cubicBezTo>
                  <a:pt x="205" y="310"/>
                  <a:pt x="205" y="311"/>
                  <a:pt x="206" y="311"/>
                </a:cubicBezTo>
                <a:cubicBezTo>
                  <a:pt x="206" y="312"/>
                  <a:pt x="206" y="312"/>
                  <a:pt x="206" y="312"/>
                </a:cubicBezTo>
                <a:cubicBezTo>
                  <a:pt x="203" y="312"/>
                  <a:pt x="205" y="315"/>
                  <a:pt x="204" y="316"/>
                </a:cubicBezTo>
                <a:cubicBezTo>
                  <a:pt x="203" y="316"/>
                  <a:pt x="203" y="317"/>
                  <a:pt x="204" y="317"/>
                </a:cubicBezTo>
                <a:cubicBezTo>
                  <a:pt x="204" y="318"/>
                  <a:pt x="204" y="318"/>
                  <a:pt x="204" y="318"/>
                </a:cubicBezTo>
                <a:cubicBezTo>
                  <a:pt x="202" y="319"/>
                  <a:pt x="202" y="320"/>
                  <a:pt x="202" y="322"/>
                </a:cubicBezTo>
                <a:cubicBezTo>
                  <a:pt x="201" y="322"/>
                  <a:pt x="200" y="322"/>
                  <a:pt x="200" y="323"/>
                </a:cubicBezTo>
                <a:cubicBezTo>
                  <a:pt x="199" y="324"/>
                  <a:pt x="200" y="324"/>
                  <a:pt x="201" y="325"/>
                </a:cubicBezTo>
                <a:cubicBezTo>
                  <a:pt x="201" y="325"/>
                  <a:pt x="201" y="326"/>
                  <a:pt x="201" y="326"/>
                </a:cubicBezTo>
                <a:cubicBezTo>
                  <a:pt x="199" y="327"/>
                  <a:pt x="198" y="329"/>
                  <a:pt x="197" y="331"/>
                </a:cubicBezTo>
                <a:cubicBezTo>
                  <a:pt x="196" y="331"/>
                  <a:pt x="196" y="332"/>
                  <a:pt x="197" y="333"/>
                </a:cubicBezTo>
                <a:cubicBezTo>
                  <a:pt x="197" y="333"/>
                  <a:pt x="197" y="334"/>
                  <a:pt x="197" y="335"/>
                </a:cubicBezTo>
                <a:cubicBezTo>
                  <a:pt x="197" y="336"/>
                  <a:pt x="196" y="337"/>
                  <a:pt x="196" y="338"/>
                </a:cubicBezTo>
                <a:cubicBezTo>
                  <a:pt x="195" y="338"/>
                  <a:pt x="194" y="338"/>
                  <a:pt x="194" y="339"/>
                </a:cubicBezTo>
                <a:cubicBezTo>
                  <a:pt x="194" y="340"/>
                  <a:pt x="195" y="341"/>
                  <a:pt x="196" y="341"/>
                </a:cubicBezTo>
                <a:cubicBezTo>
                  <a:pt x="196" y="342"/>
                  <a:pt x="195" y="343"/>
                  <a:pt x="196" y="345"/>
                </a:cubicBezTo>
                <a:cubicBezTo>
                  <a:pt x="196" y="345"/>
                  <a:pt x="196" y="345"/>
                  <a:pt x="196" y="345"/>
                </a:cubicBezTo>
                <a:cubicBezTo>
                  <a:pt x="195" y="346"/>
                  <a:pt x="195" y="347"/>
                  <a:pt x="195" y="348"/>
                </a:cubicBezTo>
                <a:cubicBezTo>
                  <a:pt x="195" y="348"/>
                  <a:pt x="195" y="349"/>
                  <a:pt x="196" y="349"/>
                </a:cubicBezTo>
                <a:cubicBezTo>
                  <a:pt x="196" y="349"/>
                  <a:pt x="197" y="349"/>
                  <a:pt x="197" y="349"/>
                </a:cubicBezTo>
                <a:close/>
                <a:moveTo>
                  <a:pt x="224" y="309"/>
                </a:moveTo>
                <a:cubicBezTo>
                  <a:pt x="224" y="310"/>
                  <a:pt x="223" y="310"/>
                  <a:pt x="224" y="310"/>
                </a:cubicBezTo>
                <a:cubicBezTo>
                  <a:pt x="224" y="311"/>
                  <a:pt x="225" y="310"/>
                  <a:pt x="225" y="310"/>
                </a:cubicBezTo>
                <a:cubicBezTo>
                  <a:pt x="226" y="309"/>
                  <a:pt x="227" y="309"/>
                  <a:pt x="229" y="309"/>
                </a:cubicBezTo>
                <a:cubicBezTo>
                  <a:pt x="230" y="309"/>
                  <a:pt x="231" y="308"/>
                  <a:pt x="231" y="308"/>
                </a:cubicBezTo>
                <a:cubicBezTo>
                  <a:pt x="231" y="307"/>
                  <a:pt x="230" y="306"/>
                  <a:pt x="230" y="306"/>
                </a:cubicBezTo>
                <a:cubicBezTo>
                  <a:pt x="229" y="306"/>
                  <a:pt x="228" y="306"/>
                  <a:pt x="227" y="307"/>
                </a:cubicBezTo>
                <a:cubicBezTo>
                  <a:pt x="227" y="307"/>
                  <a:pt x="227" y="308"/>
                  <a:pt x="226" y="307"/>
                </a:cubicBezTo>
                <a:cubicBezTo>
                  <a:pt x="226" y="307"/>
                  <a:pt x="225" y="307"/>
                  <a:pt x="225" y="307"/>
                </a:cubicBezTo>
                <a:cubicBezTo>
                  <a:pt x="224" y="307"/>
                  <a:pt x="224" y="308"/>
                  <a:pt x="224" y="308"/>
                </a:cubicBezTo>
                <a:cubicBezTo>
                  <a:pt x="224" y="309"/>
                  <a:pt x="224" y="309"/>
                  <a:pt x="224" y="309"/>
                </a:cubicBezTo>
                <a:close/>
                <a:moveTo>
                  <a:pt x="215" y="323"/>
                </a:moveTo>
                <a:cubicBezTo>
                  <a:pt x="215" y="323"/>
                  <a:pt x="215" y="324"/>
                  <a:pt x="215" y="324"/>
                </a:cubicBezTo>
                <a:cubicBezTo>
                  <a:pt x="216" y="324"/>
                  <a:pt x="218" y="321"/>
                  <a:pt x="218" y="321"/>
                </a:cubicBezTo>
                <a:cubicBezTo>
                  <a:pt x="218" y="321"/>
                  <a:pt x="218" y="321"/>
                  <a:pt x="217" y="321"/>
                </a:cubicBezTo>
                <a:cubicBezTo>
                  <a:pt x="217" y="321"/>
                  <a:pt x="215" y="323"/>
                  <a:pt x="215" y="323"/>
                </a:cubicBezTo>
                <a:close/>
                <a:moveTo>
                  <a:pt x="231" y="303"/>
                </a:moveTo>
                <a:cubicBezTo>
                  <a:pt x="231" y="303"/>
                  <a:pt x="230" y="304"/>
                  <a:pt x="230" y="305"/>
                </a:cubicBezTo>
                <a:cubicBezTo>
                  <a:pt x="230" y="305"/>
                  <a:pt x="230" y="305"/>
                  <a:pt x="231" y="305"/>
                </a:cubicBezTo>
                <a:cubicBezTo>
                  <a:pt x="231" y="305"/>
                  <a:pt x="232" y="304"/>
                  <a:pt x="232" y="303"/>
                </a:cubicBezTo>
                <a:cubicBezTo>
                  <a:pt x="232" y="303"/>
                  <a:pt x="231" y="303"/>
                  <a:pt x="231" y="303"/>
                </a:cubicBezTo>
                <a:close/>
                <a:moveTo>
                  <a:pt x="205" y="290"/>
                </a:moveTo>
                <a:cubicBezTo>
                  <a:pt x="205" y="290"/>
                  <a:pt x="204" y="291"/>
                  <a:pt x="204" y="292"/>
                </a:cubicBezTo>
                <a:cubicBezTo>
                  <a:pt x="205" y="293"/>
                  <a:pt x="205" y="294"/>
                  <a:pt x="206" y="294"/>
                </a:cubicBezTo>
                <a:cubicBezTo>
                  <a:pt x="206" y="294"/>
                  <a:pt x="208" y="294"/>
                  <a:pt x="207" y="293"/>
                </a:cubicBezTo>
                <a:cubicBezTo>
                  <a:pt x="207" y="292"/>
                  <a:pt x="206" y="291"/>
                  <a:pt x="206" y="290"/>
                </a:cubicBezTo>
                <a:cubicBezTo>
                  <a:pt x="206" y="290"/>
                  <a:pt x="205" y="290"/>
                  <a:pt x="205" y="290"/>
                </a:cubicBezTo>
                <a:close/>
                <a:moveTo>
                  <a:pt x="210" y="289"/>
                </a:moveTo>
                <a:cubicBezTo>
                  <a:pt x="210" y="288"/>
                  <a:pt x="210" y="288"/>
                  <a:pt x="211" y="288"/>
                </a:cubicBezTo>
                <a:cubicBezTo>
                  <a:pt x="211" y="288"/>
                  <a:pt x="210" y="288"/>
                  <a:pt x="210" y="288"/>
                </a:cubicBezTo>
                <a:cubicBezTo>
                  <a:pt x="210" y="288"/>
                  <a:pt x="210" y="288"/>
                  <a:pt x="210" y="288"/>
                </a:cubicBezTo>
                <a:cubicBezTo>
                  <a:pt x="210" y="288"/>
                  <a:pt x="210" y="288"/>
                  <a:pt x="210" y="289"/>
                </a:cubicBezTo>
                <a:close/>
                <a:moveTo>
                  <a:pt x="218" y="205"/>
                </a:moveTo>
                <a:cubicBezTo>
                  <a:pt x="219" y="205"/>
                  <a:pt x="219" y="204"/>
                  <a:pt x="219" y="204"/>
                </a:cubicBezTo>
                <a:cubicBezTo>
                  <a:pt x="219" y="204"/>
                  <a:pt x="218" y="204"/>
                  <a:pt x="218" y="204"/>
                </a:cubicBezTo>
                <a:cubicBezTo>
                  <a:pt x="218" y="204"/>
                  <a:pt x="218" y="204"/>
                  <a:pt x="218" y="204"/>
                </a:cubicBezTo>
                <a:cubicBezTo>
                  <a:pt x="218" y="204"/>
                  <a:pt x="218" y="204"/>
                  <a:pt x="218" y="205"/>
                </a:cubicBezTo>
                <a:close/>
                <a:moveTo>
                  <a:pt x="211" y="216"/>
                </a:moveTo>
                <a:cubicBezTo>
                  <a:pt x="212" y="217"/>
                  <a:pt x="214" y="217"/>
                  <a:pt x="215" y="218"/>
                </a:cubicBezTo>
                <a:cubicBezTo>
                  <a:pt x="215" y="219"/>
                  <a:pt x="215" y="218"/>
                  <a:pt x="215" y="218"/>
                </a:cubicBezTo>
                <a:cubicBezTo>
                  <a:pt x="215" y="217"/>
                  <a:pt x="215" y="217"/>
                  <a:pt x="216" y="217"/>
                </a:cubicBezTo>
                <a:cubicBezTo>
                  <a:pt x="216" y="216"/>
                  <a:pt x="217" y="216"/>
                  <a:pt x="218" y="216"/>
                </a:cubicBezTo>
                <a:cubicBezTo>
                  <a:pt x="219" y="215"/>
                  <a:pt x="218" y="216"/>
                  <a:pt x="219" y="217"/>
                </a:cubicBezTo>
                <a:cubicBezTo>
                  <a:pt x="219" y="216"/>
                  <a:pt x="220" y="215"/>
                  <a:pt x="219" y="214"/>
                </a:cubicBezTo>
                <a:cubicBezTo>
                  <a:pt x="219" y="214"/>
                  <a:pt x="220" y="214"/>
                  <a:pt x="220" y="214"/>
                </a:cubicBezTo>
                <a:cubicBezTo>
                  <a:pt x="221" y="214"/>
                  <a:pt x="222" y="213"/>
                  <a:pt x="221" y="212"/>
                </a:cubicBezTo>
                <a:cubicBezTo>
                  <a:pt x="221" y="212"/>
                  <a:pt x="221" y="211"/>
                  <a:pt x="221" y="211"/>
                </a:cubicBezTo>
                <a:cubicBezTo>
                  <a:pt x="221" y="211"/>
                  <a:pt x="221" y="211"/>
                  <a:pt x="221" y="211"/>
                </a:cubicBezTo>
                <a:cubicBezTo>
                  <a:pt x="221" y="210"/>
                  <a:pt x="222" y="209"/>
                  <a:pt x="221" y="209"/>
                </a:cubicBezTo>
                <a:cubicBezTo>
                  <a:pt x="221" y="208"/>
                  <a:pt x="221" y="206"/>
                  <a:pt x="220" y="206"/>
                </a:cubicBezTo>
                <a:cubicBezTo>
                  <a:pt x="220" y="206"/>
                  <a:pt x="220" y="206"/>
                  <a:pt x="220" y="206"/>
                </a:cubicBezTo>
                <a:cubicBezTo>
                  <a:pt x="219" y="206"/>
                  <a:pt x="219" y="206"/>
                  <a:pt x="219" y="206"/>
                </a:cubicBezTo>
                <a:cubicBezTo>
                  <a:pt x="219" y="205"/>
                  <a:pt x="219" y="205"/>
                  <a:pt x="219" y="205"/>
                </a:cubicBezTo>
                <a:cubicBezTo>
                  <a:pt x="218" y="205"/>
                  <a:pt x="218" y="205"/>
                  <a:pt x="217" y="205"/>
                </a:cubicBezTo>
                <a:cubicBezTo>
                  <a:pt x="217" y="205"/>
                  <a:pt x="217" y="205"/>
                  <a:pt x="217" y="205"/>
                </a:cubicBezTo>
                <a:cubicBezTo>
                  <a:pt x="217" y="204"/>
                  <a:pt x="216" y="203"/>
                  <a:pt x="216" y="202"/>
                </a:cubicBezTo>
                <a:cubicBezTo>
                  <a:pt x="215" y="201"/>
                  <a:pt x="215" y="200"/>
                  <a:pt x="214" y="201"/>
                </a:cubicBezTo>
                <a:cubicBezTo>
                  <a:pt x="213" y="201"/>
                  <a:pt x="211" y="203"/>
                  <a:pt x="212" y="204"/>
                </a:cubicBezTo>
                <a:cubicBezTo>
                  <a:pt x="213" y="206"/>
                  <a:pt x="212" y="208"/>
                  <a:pt x="212" y="210"/>
                </a:cubicBezTo>
                <a:cubicBezTo>
                  <a:pt x="212" y="211"/>
                  <a:pt x="212" y="211"/>
                  <a:pt x="212" y="211"/>
                </a:cubicBezTo>
                <a:cubicBezTo>
                  <a:pt x="209" y="211"/>
                  <a:pt x="209" y="212"/>
                  <a:pt x="209" y="214"/>
                </a:cubicBezTo>
                <a:cubicBezTo>
                  <a:pt x="210" y="215"/>
                  <a:pt x="210" y="215"/>
                  <a:pt x="211" y="216"/>
                </a:cubicBezTo>
                <a:close/>
                <a:moveTo>
                  <a:pt x="238" y="355"/>
                </a:moveTo>
                <a:cubicBezTo>
                  <a:pt x="239" y="356"/>
                  <a:pt x="240" y="356"/>
                  <a:pt x="242" y="357"/>
                </a:cubicBezTo>
                <a:cubicBezTo>
                  <a:pt x="242" y="357"/>
                  <a:pt x="243" y="356"/>
                  <a:pt x="243" y="355"/>
                </a:cubicBezTo>
                <a:cubicBezTo>
                  <a:pt x="242" y="354"/>
                  <a:pt x="242" y="354"/>
                  <a:pt x="242" y="353"/>
                </a:cubicBezTo>
                <a:cubicBezTo>
                  <a:pt x="241" y="351"/>
                  <a:pt x="239" y="351"/>
                  <a:pt x="238" y="352"/>
                </a:cubicBezTo>
                <a:cubicBezTo>
                  <a:pt x="237" y="352"/>
                  <a:pt x="237" y="352"/>
                  <a:pt x="237" y="353"/>
                </a:cubicBezTo>
                <a:cubicBezTo>
                  <a:pt x="237" y="354"/>
                  <a:pt x="237" y="355"/>
                  <a:pt x="238" y="355"/>
                </a:cubicBezTo>
                <a:close/>
                <a:moveTo>
                  <a:pt x="203" y="207"/>
                </a:moveTo>
                <a:cubicBezTo>
                  <a:pt x="203" y="206"/>
                  <a:pt x="203" y="206"/>
                  <a:pt x="203" y="205"/>
                </a:cubicBezTo>
                <a:cubicBezTo>
                  <a:pt x="203" y="205"/>
                  <a:pt x="202" y="206"/>
                  <a:pt x="202" y="206"/>
                </a:cubicBezTo>
                <a:cubicBezTo>
                  <a:pt x="202" y="206"/>
                  <a:pt x="203" y="207"/>
                  <a:pt x="203" y="207"/>
                </a:cubicBezTo>
                <a:close/>
                <a:moveTo>
                  <a:pt x="197" y="207"/>
                </a:moveTo>
                <a:cubicBezTo>
                  <a:pt x="198" y="207"/>
                  <a:pt x="198" y="206"/>
                  <a:pt x="199" y="206"/>
                </a:cubicBezTo>
                <a:cubicBezTo>
                  <a:pt x="198" y="205"/>
                  <a:pt x="197" y="205"/>
                  <a:pt x="196" y="206"/>
                </a:cubicBezTo>
                <a:cubicBezTo>
                  <a:pt x="196" y="206"/>
                  <a:pt x="196" y="207"/>
                  <a:pt x="197" y="207"/>
                </a:cubicBezTo>
                <a:close/>
                <a:moveTo>
                  <a:pt x="175" y="192"/>
                </a:moveTo>
                <a:cubicBezTo>
                  <a:pt x="175" y="193"/>
                  <a:pt x="176" y="193"/>
                  <a:pt x="176" y="193"/>
                </a:cubicBezTo>
                <a:cubicBezTo>
                  <a:pt x="176" y="193"/>
                  <a:pt x="176" y="193"/>
                  <a:pt x="176" y="193"/>
                </a:cubicBezTo>
                <a:cubicBezTo>
                  <a:pt x="176" y="192"/>
                  <a:pt x="176" y="192"/>
                  <a:pt x="176" y="192"/>
                </a:cubicBezTo>
                <a:cubicBezTo>
                  <a:pt x="175" y="192"/>
                  <a:pt x="175" y="192"/>
                  <a:pt x="175" y="192"/>
                </a:cubicBezTo>
                <a:close/>
                <a:moveTo>
                  <a:pt x="175" y="191"/>
                </a:moveTo>
                <a:cubicBezTo>
                  <a:pt x="175" y="191"/>
                  <a:pt x="175" y="191"/>
                  <a:pt x="175" y="191"/>
                </a:cubicBezTo>
                <a:cubicBezTo>
                  <a:pt x="175" y="191"/>
                  <a:pt x="175" y="191"/>
                  <a:pt x="175" y="191"/>
                </a:cubicBezTo>
                <a:cubicBezTo>
                  <a:pt x="175" y="191"/>
                  <a:pt x="174" y="191"/>
                  <a:pt x="174" y="191"/>
                </a:cubicBezTo>
                <a:cubicBezTo>
                  <a:pt x="174" y="191"/>
                  <a:pt x="174" y="191"/>
                  <a:pt x="175" y="191"/>
                </a:cubicBezTo>
                <a:close/>
                <a:moveTo>
                  <a:pt x="119" y="58"/>
                </a:moveTo>
                <a:cubicBezTo>
                  <a:pt x="120" y="57"/>
                  <a:pt x="121" y="57"/>
                  <a:pt x="122" y="57"/>
                </a:cubicBezTo>
                <a:cubicBezTo>
                  <a:pt x="122" y="57"/>
                  <a:pt x="123" y="57"/>
                  <a:pt x="123" y="56"/>
                </a:cubicBezTo>
                <a:cubicBezTo>
                  <a:pt x="123" y="56"/>
                  <a:pt x="122" y="56"/>
                  <a:pt x="122" y="56"/>
                </a:cubicBezTo>
                <a:cubicBezTo>
                  <a:pt x="121" y="55"/>
                  <a:pt x="120" y="56"/>
                  <a:pt x="118" y="56"/>
                </a:cubicBezTo>
                <a:cubicBezTo>
                  <a:pt x="118" y="56"/>
                  <a:pt x="117" y="56"/>
                  <a:pt x="117" y="57"/>
                </a:cubicBezTo>
                <a:cubicBezTo>
                  <a:pt x="118" y="58"/>
                  <a:pt x="118" y="58"/>
                  <a:pt x="119" y="58"/>
                </a:cubicBezTo>
                <a:close/>
                <a:moveTo>
                  <a:pt x="134" y="57"/>
                </a:moveTo>
                <a:cubicBezTo>
                  <a:pt x="134" y="57"/>
                  <a:pt x="135" y="57"/>
                  <a:pt x="135" y="57"/>
                </a:cubicBezTo>
                <a:cubicBezTo>
                  <a:pt x="135" y="55"/>
                  <a:pt x="137" y="55"/>
                  <a:pt x="137" y="54"/>
                </a:cubicBezTo>
                <a:cubicBezTo>
                  <a:pt x="137" y="54"/>
                  <a:pt x="139" y="53"/>
                  <a:pt x="137" y="52"/>
                </a:cubicBezTo>
                <a:cubicBezTo>
                  <a:pt x="136" y="51"/>
                  <a:pt x="135" y="51"/>
                  <a:pt x="135" y="52"/>
                </a:cubicBezTo>
                <a:cubicBezTo>
                  <a:pt x="134" y="53"/>
                  <a:pt x="134" y="54"/>
                  <a:pt x="135" y="55"/>
                </a:cubicBezTo>
                <a:cubicBezTo>
                  <a:pt x="134" y="55"/>
                  <a:pt x="134" y="55"/>
                  <a:pt x="134" y="55"/>
                </a:cubicBezTo>
                <a:cubicBezTo>
                  <a:pt x="134" y="55"/>
                  <a:pt x="133" y="56"/>
                  <a:pt x="133" y="56"/>
                </a:cubicBezTo>
                <a:cubicBezTo>
                  <a:pt x="133" y="57"/>
                  <a:pt x="133" y="57"/>
                  <a:pt x="134" y="57"/>
                </a:cubicBezTo>
                <a:close/>
                <a:moveTo>
                  <a:pt x="120" y="43"/>
                </a:moveTo>
                <a:cubicBezTo>
                  <a:pt x="121" y="44"/>
                  <a:pt x="121" y="44"/>
                  <a:pt x="122" y="44"/>
                </a:cubicBezTo>
                <a:cubicBezTo>
                  <a:pt x="123" y="45"/>
                  <a:pt x="123" y="45"/>
                  <a:pt x="124" y="44"/>
                </a:cubicBezTo>
                <a:cubicBezTo>
                  <a:pt x="124" y="44"/>
                  <a:pt x="124" y="44"/>
                  <a:pt x="124" y="44"/>
                </a:cubicBezTo>
                <a:cubicBezTo>
                  <a:pt x="124" y="43"/>
                  <a:pt x="124" y="43"/>
                  <a:pt x="124" y="43"/>
                </a:cubicBezTo>
                <a:cubicBezTo>
                  <a:pt x="124" y="42"/>
                  <a:pt x="124" y="41"/>
                  <a:pt x="124" y="41"/>
                </a:cubicBezTo>
                <a:cubicBezTo>
                  <a:pt x="124" y="40"/>
                  <a:pt x="124" y="40"/>
                  <a:pt x="123" y="41"/>
                </a:cubicBezTo>
                <a:cubicBezTo>
                  <a:pt x="122" y="41"/>
                  <a:pt x="121" y="40"/>
                  <a:pt x="120" y="40"/>
                </a:cubicBezTo>
                <a:cubicBezTo>
                  <a:pt x="119" y="41"/>
                  <a:pt x="119" y="41"/>
                  <a:pt x="119" y="42"/>
                </a:cubicBezTo>
                <a:cubicBezTo>
                  <a:pt x="119" y="42"/>
                  <a:pt x="120" y="43"/>
                  <a:pt x="120" y="43"/>
                </a:cubicBezTo>
                <a:close/>
                <a:moveTo>
                  <a:pt x="116" y="52"/>
                </a:moveTo>
                <a:cubicBezTo>
                  <a:pt x="117" y="51"/>
                  <a:pt x="116" y="50"/>
                  <a:pt x="116" y="50"/>
                </a:cubicBezTo>
                <a:cubicBezTo>
                  <a:pt x="115" y="49"/>
                  <a:pt x="116" y="48"/>
                  <a:pt x="115" y="48"/>
                </a:cubicBezTo>
                <a:cubicBezTo>
                  <a:pt x="114" y="50"/>
                  <a:pt x="114" y="51"/>
                  <a:pt x="116" y="52"/>
                </a:cubicBezTo>
                <a:close/>
                <a:moveTo>
                  <a:pt x="213" y="341"/>
                </a:moveTo>
                <a:cubicBezTo>
                  <a:pt x="213" y="341"/>
                  <a:pt x="213" y="341"/>
                  <a:pt x="213" y="341"/>
                </a:cubicBezTo>
                <a:cubicBezTo>
                  <a:pt x="213" y="341"/>
                  <a:pt x="213" y="341"/>
                  <a:pt x="213" y="341"/>
                </a:cubicBezTo>
                <a:cubicBezTo>
                  <a:pt x="213" y="341"/>
                  <a:pt x="213" y="341"/>
                  <a:pt x="213" y="341"/>
                </a:cubicBezTo>
                <a:cubicBezTo>
                  <a:pt x="214" y="342"/>
                  <a:pt x="215" y="342"/>
                  <a:pt x="215" y="342"/>
                </a:cubicBezTo>
                <a:cubicBezTo>
                  <a:pt x="216" y="343"/>
                  <a:pt x="216" y="343"/>
                  <a:pt x="217" y="342"/>
                </a:cubicBezTo>
                <a:cubicBezTo>
                  <a:pt x="218" y="342"/>
                  <a:pt x="219" y="342"/>
                  <a:pt x="219" y="342"/>
                </a:cubicBezTo>
                <a:cubicBezTo>
                  <a:pt x="222" y="342"/>
                  <a:pt x="225" y="342"/>
                  <a:pt x="227" y="341"/>
                </a:cubicBezTo>
                <a:cubicBezTo>
                  <a:pt x="228" y="340"/>
                  <a:pt x="230" y="339"/>
                  <a:pt x="230" y="338"/>
                </a:cubicBezTo>
                <a:cubicBezTo>
                  <a:pt x="230" y="338"/>
                  <a:pt x="231" y="338"/>
                  <a:pt x="231" y="337"/>
                </a:cubicBezTo>
                <a:cubicBezTo>
                  <a:pt x="231" y="336"/>
                  <a:pt x="232" y="336"/>
                  <a:pt x="232" y="336"/>
                </a:cubicBezTo>
                <a:cubicBezTo>
                  <a:pt x="232" y="336"/>
                  <a:pt x="232" y="337"/>
                  <a:pt x="232" y="337"/>
                </a:cubicBezTo>
                <a:cubicBezTo>
                  <a:pt x="233" y="337"/>
                  <a:pt x="234" y="337"/>
                  <a:pt x="234" y="337"/>
                </a:cubicBezTo>
                <a:cubicBezTo>
                  <a:pt x="234" y="337"/>
                  <a:pt x="235" y="336"/>
                  <a:pt x="235" y="336"/>
                </a:cubicBezTo>
                <a:cubicBezTo>
                  <a:pt x="235" y="335"/>
                  <a:pt x="235" y="335"/>
                  <a:pt x="235" y="334"/>
                </a:cubicBezTo>
                <a:cubicBezTo>
                  <a:pt x="234" y="334"/>
                  <a:pt x="233" y="334"/>
                  <a:pt x="233" y="333"/>
                </a:cubicBezTo>
                <a:cubicBezTo>
                  <a:pt x="233" y="333"/>
                  <a:pt x="233" y="333"/>
                  <a:pt x="234" y="332"/>
                </a:cubicBezTo>
                <a:cubicBezTo>
                  <a:pt x="234" y="332"/>
                  <a:pt x="235" y="331"/>
                  <a:pt x="233" y="331"/>
                </a:cubicBezTo>
                <a:cubicBezTo>
                  <a:pt x="233" y="330"/>
                  <a:pt x="234" y="328"/>
                  <a:pt x="233" y="327"/>
                </a:cubicBezTo>
                <a:cubicBezTo>
                  <a:pt x="232" y="327"/>
                  <a:pt x="232" y="326"/>
                  <a:pt x="231" y="327"/>
                </a:cubicBezTo>
                <a:cubicBezTo>
                  <a:pt x="231" y="326"/>
                  <a:pt x="230" y="326"/>
                  <a:pt x="230" y="326"/>
                </a:cubicBezTo>
                <a:cubicBezTo>
                  <a:pt x="228" y="326"/>
                  <a:pt x="228" y="324"/>
                  <a:pt x="226" y="324"/>
                </a:cubicBezTo>
                <a:cubicBezTo>
                  <a:pt x="224" y="324"/>
                  <a:pt x="222" y="323"/>
                  <a:pt x="220" y="325"/>
                </a:cubicBezTo>
                <a:cubicBezTo>
                  <a:pt x="220" y="325"/>
                  <a:pt x="220" y="325"/>
                  <a:pt x="220" y="325"/>
                </a:cubicBezTo>
                <a:cubicBezTo>
                  <a:pt x="218" y="325"/>
                  <a:pt x="217" y="325"/>
                  <a:pt x="218" y="328"/>
                </a:cubicBezTo>
                <a:cubicBezTo>
                  <a:pt x="218" y="328"/>
                  <a:pt x="218" y="328"/>
                  <a:pt x="218" y="328"/>
                </a:cubicBezTo>
                <a:cubicBezTo>
                  <a:pt x="218" y="330"/>
                  <a:pt x="217" y="330"/>
                  <a:pt x="215" y="331"/>
                </a:cubicBezTo>
                <a:cubicBezTo>
                  <a:pt x="215" y="331"/>
                  <a:pt x="215" y="331"/>
                  <a:pt x="215" y="331"/>
                </a:cubicBezTo>
                <a:cubicBezTo>
                  <a:pt x="213" y="332"/>
                  <a:pt x="211" y="334"/>
                  <a:pt x="210" y="336"/>
                </a:cubicBezTo>
                <a:cubicBezTo>
                  <a:pt x="209" y="337"/>
                  <a:pt x="209" y="337"/>
                  <a:pt x="210" y="338"/>
                </a:cubicBezTo>
                <a:cubicBezTo>
                  <a:pt x="211" y="339"/>
                  <a:pt x="212" y="338"/>
                  <a:pt x="212" y="340"/>
                </a:cubicBezTo>
                <a:cubicBezTo>
                  <a:pt x="212" y="340"/>
                  <a:pt x="212" y="340"/>
                  <a:pt x="212" y="340"/>
                </a:cubicBezTo>
                <a:cubicBezTo>
                  <a:pt x="212" y="340"/>
                  <a:pt x="212" y="340"/>
                  <a:pt x="212" y="340"/>
                </a:cubicBezTo>
                <a:cubicBezTo>
                  <a:pt x="213" y="341"/>
                  <a:pt x="213" y="341"/>
                  <a:pt x="213" y="341"/>
                </a:cubicBezTo>
                <a:close/>
                <a:moveTo>
                  <a:pt x="209" y="344"/>
                </a:moveTo>
                <a:cubicBezTo>
                  <a:pt x="211" y="344"/>
                  <a:pt x="212" y="343"/>
                  <a:pt x="213" y="342"/>
                </a:cubicBezTo>
                <a:cubicBezTo>
                  <a:pt x="212" y="342"/>
                  <a:pt x="212" y="342"/>
                  <a:pt x="212" y="342"/>
                </a:cubicBezTo>
                <a:cubicBezTo>
                  <a:pt x="212" y="341"/>
                  <a:pt x="212" y="341"/>
                  <a:pt x="212" y="341"/>
                </a:cubicBezTo>
                <a:cubicBezTo>
                  <a:pt x="211" y="341"/>
                  <a:pt x="209" y="342"/>
                  <a:pt x="209" y="343"/>
                </a:cubicBezTo>
                <a:cubicBezTo>
                  <a:pt x="208" y="343"/>
                  <a:pt x="208" y="344"/>
                  <a:pt x="208" y="344"/>
                </a:cubicBezTo>
                <a:cubicBezTo>
                  <a:pt x="208" y="345"/>
                  <a:pt x="209" y="344"/>
                  <a:pt x="209" y="344"/>
                </a:cubicBezTo>
                <a:close/>
                <a:moveTo>
                  <a:pt x="233" y="326"/>
                </a:moveTo>
                <a:cubicBezTo>
                  <a:pt x="233" y="326"/>
                  <a:pt x="233" y="326"/>
                  <a:pt x="234" y="326"/>
                </a:cubicBezTo>
                <a:cubicBezTo>
                  <a:pt x="234" y="326"/>
                  <a:pt x="235" y="325"/>
                  <a:pt x="234" y="325"/>
                </a:cubicBezTo>
                <a:cubicBezTo>
                  <a:pt x="234" y="324"/>
                  <a:pt x="234" y="324"/>
                  <a:pt x="234" y="324"/>
                </a:cubicBezTo>
                <a:cubicBezTo>
                  <a:pt x="233" y="325"/>
                  <a:pt x="232" y="325"/>
                  <a:pt x="233" y="326"/>
                </a:cubicBezTo>
                <a:close/>
                <a:moveTo>
                  <a:pt x="224" y="321"/>
                </a:moveTo>
                <a:cubicBezTo>
                  <a:pt x="224" y="321"/>
                  <a:pt x="224" y="321"/>
                  <a:pt x="224" y="321"/>
                </a:cubicBezTo>
                <a:cubicBezTo>
                  <a:pt x="225" y="321"/>
                  <a:pt x="224" y="321"/>
                  <a:pt x="224" y="321"/>
                </a:cubicBezTo>
                <a:cubicBezTo>
                  <a:pt x="223" y="321"/>
                  <a:pt x="223" y="321"/>
                  <a:pt x="222" y="321"/>
                </a:cubicBezTo>
                <a:cubicBezTo>
                  <a:pt x="221" y="321"/>
                  <a:pt x="220" y="322"/>
                  <a:pt x="219" y="324"/>
                </a:cubicBezTo>
                <a:cubicBezTo>
                  <a:pt x="221" y="323"/>
                  <a:pt x="222" y="322"/>
                  <a:pt x="224" y="321"/>
                </a:cubicBezTo>
                <a:close/>
                <a:moveTo>
                  <a:pt x="224" y="275"/>
                </a:moveTo>
                <a:cubicBezTo>
                  <a:pt x="223" y="276"/>
                  <a:pt x="223" y="276"/>
                  <a:pt x="224" y="277"/>
                </a:cubicBezTo>
                <a:cubicBezTo>
                  <a:pt x="224" y="277"/>
                  <a:pt x="225" y="278"/>
                  <a:pt x="225" y="279"/>
                </a:cubicBezTo>
                <a:cubicBezTo>
                  <a:pt x="225" y="279"/>
                  <a:pt x="225" y="279"/>
                  <a:pt x="225" y="279"/>
                </a:cubicBezTo>
                <a:cubicBezTo>
                  <a:pt x="226" y="280"/>
                  <a:pt x="225" y="280"/>
                  <a:pt x="226" y="280"/>
                </a:cubicBezTo>
                <a:cubicBezTo>
                  <a:pt x="226" y="281"/>
                  <a:pt x="226" y="281"/>
                  <a:pt x="226" y="281"/>
                </a:cubicBezTo>
                <a:cubicBezTo>
                  <a:pt x="227" y="281"/>
                  <a:pt x="227" y="281"/>
                  <a:pt x="227" y="282"/>
                </a:cubicBezTo>
                <a:cubicBezTo>
                  <a:pt x="227" y="282"/>
                  <a:pt x="227" y="283"/>
                  <a:pt x="228" y="283"/>
                </a:cubicBezTo>
                <a:cubicBezTo>
                  <a:pt x="228" y="282"/>
                  <a:pt x="229" y="282"/>
                  <a:pt x="229" y="282"/>
                </a:cubicBezTo>
                <a:cubicBezTo>
                  <a:pt x="230" y="282"/>
                  <a:pt x="231" y="282"/>
                  <a:pt x="232" y="281"/>
                </a:cubicBezTo>
                <a:cubicBezTo>
                  <a:pt x="233" y="281"/>
                  <a:pt x="232" y="280"/>
                  <a:pt x="232" y="280"/>
                </a:cubicBezTo>
                <a:cubicBezTo>
                  <a:pt x="232" y="279"/>
                  <a:pt x="231" y="279"/>
                  <a:pt x="231" y="279"/>
                </a:cubicBezTo>
                <a:cubicBezTo>
                  <a:pt x="231" y="278"/>
                  <a:pt x="231" y="278"/>
                  <a:pt x="230" y="278"/>
                </a:cubicBezTo>
                <a:cubicBezTo>
                  <a:pt x="230" y="275"/>
                  <a:pt x="226" y="274"/>
                  <a:pt x="224" y="275"/>
                </a:cubicBezTo>
                <a:close/>
                <a:moveTo>
                  <a:pt x="222" y="272"/>
                </a:moveTo>
                <a:cubicBezTo>
                  <a:pt x="222" y="271"/>
                  <a:pt x="221" y="272"/>
                  <a:pt x="221" y="272"/>
                </a:cubicBezTo>
                <a:cubicBezTo>
                  <a:pt x="221" y="273"/>
                  <a:pt x="222" y="273"/>
                  <a:pt x="222" y="273"/>
                </a:cubicBezTo>
                <a:cubicBezTo>
                  <a:pt x="223" y="273"/>
                  <a:pt x="223" y="273"/>
                  <a:pt x="223" y="272"/>
                </a:cubicBezTo>
                <a:cubicBezTo>
                  <a:pt x="223" y="272"/>
                  <a:pt x="223" y="272"/>
                  <a:pt x="222" y="272"/>
                </a:cubicBezTo>
                <a:close/>
                <a:moveTo>
                  <a:pt x="120" y="224"/>
                </a:moveTo>
                <a:cubicBezTo>
                  <a:pt x="120" y="223"/>
                  <a:pt x="120" y="223"/>
                  <a:pt x="120" y="223"/>
                </a:cubicBezTo>
                <a:cubicBezTo>
                  <a:pt x="120" y="222"/>
                  <a:pt x="119" y="223"/>
                  <a:pt x="118" y="223"/>
                </a:cubicBezTo>
                <a:cubicBezTo>
                  <a:pt x="119" y="223"/>
                  <a:pt x="119" y="224"/>
                  <a:pt x="120" y="224"/>
                </a:cubicBezTo>
                <a:close/>
                <a:moveTo>
                  <a:pt x="115" y="221"/>
                </a:moveTo>
                <a:cubicBezTo>
                  <a:pt x="115" y="221"/>
                  <a:pt x="115" y="220"/>
                  <a:pt x="115" y="220"/>
                </a:cubicBezTo>
                <a:cubicBezTo>
                  <a:pt x="115" y="219"/>
                  <a:pt x="114" y="220"/>
                  <a:pt x="113" y="220"/>
                </a:cubicBezTo>
                <a:cubicBezTo>
                  <a:pt x="113" y="220"/>
                  <a:pt x="113" y="219"/>
                  <a:pt x="112" y="220"/>
                </a:cubicBezTo>
                <a:cubicBezTo>
                  <a:pt x="112" y="220"/>
                  <a:pt x="112" y="220"/>
                  <a:pt x="113" y="221"/>
                </a:cubicBezTo>
                <a:cubicBezTo>
                  <a:pt x="113" y="221"/>
                  <a:pt x="114" y="221"/>
                  <a:pt x="115" y="221"/>
                </a:cubicBezTo>
                <a:close/>
                <a:moveTo>
                  <a:pt x="136" y="6"/>
                </a:moveTo>
                <a:cubicBezTo>
                  <a:pt x="136" y="6"/>
                  <a:pt x="136" y="6"/>
                  <a:pt x="136" y="7"/>
                </a:cubicBezTo>
                <a:cubicBezTo>
                  <a:pt x="137" y="7"/>
                  <a:pt x="137" y="7"/>
                  <a:pt x="137" y="7"/>
                </a:cubicBezTo>
                <a:cubicBezTo>
                  <a:pt x="137" y="7"/>
                  <a:pt x="137" y="7"/>
                  <a:pt x="137" y="7"/>
                </a:cubicBezTo>
                <a:cubicBezTo>
                  <a:pt x="137" y="7"/>
                  <a:pt x="137" y="7"/>
                  <a:pt x="137" y="7"/>
                </a:cubicBezTo>
                <a:cubicBezTo>
                  <a:pt x="137" y="7"/>
                  <a:pt x="137" y="7"/>
                  <a:pt x="137" y="7"/>
                </a:cubicBezTo>
                <a:cubicBezTo>
                  <a:pt x="137" y="7"/>
                  <a:pt x="137" y="7"/>
                  <a:pt x="137" y="7"/>
                </a:cubicBezTo>
                <a:cubicBezTo>
                  <a:pt x="137" y="7"/>
                  <a:pt x="137" y="7"/>
                  <a:pt x="137" y="7"/>
                </a:cubicBezTo>
                <a:cubicBezTo>
                  <a:pt x="138" y="7"/>
                  <a:pt x="138" y="7"/>
                  <a:pt x="138" y="7"/>
                </a:cubicBezTo>
                <a:cubicBezTo>
                  <a:pt x="138" y="7"/>
                  <a:pt x="138" y="7"/>
                  <a:pt x="138" y="7"/>
                </a:cubicBezTo>
                <a:cubicBezTo>
                  <a:pt x="138" y="7"/>
                  <a:pt x="138" y="7"/>
                  <a:pt x="138" y="7"/>
                </a:cubicBezTo>
                <a:cubicBezTo>
                  <a:pt x="138" y="7"/>
                  <a:pt x="138" y="6"/>
                  <a:pt x="138" y="6"/>
                </a:cubicBezTo>
                <a:cubicBezTo>
                  <a:pt x="138" y="6"/>
                  <a:pt x="138" y="6"/>
                  <a:pt x="138" y="6"/>
                </a:cubicBezTo>
                <a:cubicBezTo>
                  <a:pt x="139" y="6"/>
                  <a:pt x="139" y="6"/>
                  <a:pt x="139" y="6"/>
                </a:cubicBezTo>
                <a:cubicBezTo>
                  <a:pt x="139" y="6"/>
                  <a:pt x="139" y="6"/>
                  <a:pt x="139" y="5"/>
                </a:cubicBezTo>
                <a:cubicBezTo>
                  <a:pt x="139" y="5"/>
                  <a:pt x="140" y="5"/>
                  <a:pt x="140" y="5"/>
                </a:cubicBezTo>
                <a:cubicBezTo>
                  <a:pt x="140" y="5"/>
                  <a:pt x="139" y="5"/>
                  <a:pt x="139" y="5"/>
                </a:cubicBezTo>
                <a:cubicBezTo>
                  <a:pt x="139" y="5"/>
                  <a:pt x="140" y="5"/>
                  <a:pt x="140" y="5"/>
                </a:cubicBezTo>
                <a:cubicBezTo>
                  <a:pt x="140" y="4"/>
                  <a:pt x="140" y="4"/>
                  <a:pt x="140" y="4"/>
                </a:cubicBezTo>
                <a:cubicBezTo>
                  <a:pt x="139" y="4"/>
                  <a:pt x="139" y="4"/>
                  <a:pt x="140" y="4"/>
                </a:cubicBezTo>
                <a:cubicBezTo>
                  <a:pt x="140" y="4"/>
                  <a:pt x="140" y="4"/>
                  <a:pt x="140" y="4"/>
                </a:cubicBezTo>
                <a:cubicBezTo>
                  <a:pt x="140" y="4"/>
                  <a:pt x="140" y="3"/>
                  <a:pt x="140" y="3"/>
                </a:cubicBezTo>
                <a:cubicBezTo>
                  <a:pt x="140" y="3"/>
                  <a:pt x="140" y="3"/>
                  <a:pt x="140" y="3"/>
                </a:cubicBezTo>
                <a:cubicBezTo>
                  <a:pt x="140" y="3"/>
                  <a:pt x="140" y="3"/>
                  <a:pt x="140" y="3"/>
                </a:cubicBezTo>
                <a:cubicBezTo>
                  <a:pt x="140" y="3"/>
                  <a:pt x="140" y="3"/>
                  <a:pt x="140" y="3"/>
                </a:cubicBezTo>
                <a:cubicBezTo>
                  <a:pt x="140" y="3"/>
                  <a:pt x="140" y="3"/>
                  <a:pt x="140" y="3"/>
                </a:cubicBezTo>
                <a:cubicBezTo>
                  <a:pt x="140" y="3"/>
                  <a:pt x="140" y="3"/>
                  <a:pt x="140" y="3"/>
                </a:cubicBezTo>
                <a:cubicBezTo>
                  <a:pt x="140" y="2"/>
                  <a:pt x="140" y="3"/>
                  <a:pt x="140" y="2"/>
                </a:cubicBezTo>
                <a:cubicBezTo>
                  <a:pt x="140" y="2"/>
                  <a:pt x="140" y="2"/>
                  <a:pt x="140" y="2"/>
                </a:cubicBezTo>
                <a:cubicBezTo>
                  <a:pt x="140" y="2"/>
                  <a:pt x="140" y="2"/>
                  <a:pt x="140" y="2"/>
                </a:cubicBezTo>
                <a:cubicBezTo>
                  <a:pt x="140" y="2"/>
                  <a:pt x="140" y="2"/>
                  <a:pt x="140" y="2"/>
                </a:cubicBezTo>
                <a:cubicBezTo>
                  <a:pt x="140" y="2"/>
                  <a:pt x="140" y="2"/>
                  <a:pt x="140" y="2"/>
                </a:cubicBezTo>
                <a:cubicBezTo>
                  <a:pt x="140" y="2"/>
                  <a:pt x="141" y="2"/>
                  <a:pt x="141" y="1"/>
                </a:cubicBezTo>
                <a:cubicBezTo>
                  <a:pt x="141" y="1"/>
                  <a:pt x="141" y="1"/>
                  <a:pt x="141" y="1"/>
                </a:cubicBezTo>
                <a:cubicBezTo>
                  <a:pt x="141" y="1"/>
                  <a:pt x="141" y="1"/>
                  <a:pt x="141" y="1"/>
                </a:cubicBezTo>
                <a:cubicBezTo>
                  <a:pt x="141" y="1"/>
                  <a:pt x="140" y="1"/>
                  <a:pt x="140" y="1"/>
                </a:cubicBezTo>
                <a:cubicBezTo>
                  <a:pt x="140" y="1"/>
                  <a:pt x="140" y="1"/>
                  <a:pt x="140" y="1"/>
                </a:cubicBezTo>
                <a:cubicBezTo>
                  <a:pt x="140" y="1"/>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40" y="0"/>
                  <a:pt x="140" y="0"/>
                  <a:pt x="140" y="0"/>
                </a:cubicBezTo>
                <a:cubicBezTo>
                  <a:pt x="139" y="0"/>
                  <a:pt x="139" y="0"/>
                  <a:pt x="139" y="0"/>
                </a:cubicBezTo>
                <a:cubicBezTo>
                  <a:pt x="139" y="0"/>
                  <a:pt x="139" y="0"/>
                  <a:pt x="139" y="0"/>
                </a:cubicBezTo>
                <a:cubicBezTo>
                  <a:pt x="139" y="0"/>
                  <a:pt x="139" y="0"/>
                  <a:pt x="139" y="0"/>
                </a:cubicBezTo>
                <a:cubicBezTo>
                  <a:pt x="139" y="0"/>
                  <a:pt x="139" y="0"/>
                  <a:pt x="139" y="0"/>
                </a:cubicBezTo>
                <a:cubicBezTo>
                  <a:pt x="139" y="0"/>
                  <a:pt x="139" y="0"/>
                  <a:pt x="139" y="0"/>
                </a:cubicBezTo>
                <a:cubicBezTo>
                  <a:pt x="139" y="0"/>
                  <a:pt x="138" y="0"/>
                  <a:pt x="138" y="0"/>
                </a:cubicBezTo>
                <a:cubicBezTo>
                  <a:pt x="138" y="0"/>
                  <a:pt x="138" y="0"/>
                  <a:pt x="138" y="0"/>
                </a:cubicBezTo>
                <a:cubicBezTo>
                  <a:pt x="138" y="0"/>
                  <a:pt x="138" y="1"/>
                  <a:pt x="138" y="1"/>
                </a:cubicBezTo>
                <a:cubicBezTo>
                  <a:pt x="138" y="1"/>
                  <a:pt x="138" y="1"/>
                  <a:pt x="138" y="1"/>
                </a:cubicBezTo>
                <a:cubicBezTo>
                  <a:pt x="138" y="1"/>
                  <a:pt x="138" y="1"/>
                  <a:pt x="138" y="2"/>
                </a:cubicBezTo>
                <a:cubicBezTo>
                  <a:pt x="138" y="2"/>
                  <a:pt x="138" y="2"/>
                  <a:pt x="138" y="2"/>
                </a:cubicBezTo>
                <a:cubicBezTo>
                  <a:pt x="138" y="2"/>
                  <a:pt x="138" y="2"/>
                  <a:pt x="138" y="2"/>
                </a:cubicBezTo>
                <a:cubicBezTo>
                  <a:pt x="138" y="2"/>
                  <a:pt x="138" y="2"/>
                  <a:pt x="138" y="2"/>
                </a:cubicBezTo>
                <a:cubicBezTo>
                  <a:pt x="138" y="2"/>
                  <a:pt x="138" y="2"/>
                  <a:pt x="138" y="3"/>
                </a:cubicBezTo>
                <a:cubicBezTo>
                  <a:pt x="137" y="3"/>
                  <a:pt x="137" y="3"/>
                  <a:pt x="137" y="3"/>
                </a:cubicBezTo>
                <a:cubicBezTo>
                  <a:pt x="137" y="3"/>
                  <a:pt x="137" y="4"/>
                  <a:pt x="137" y="4"/>
                </a:cubicBezTo>
                <a:cubicBezTo>
                  <a:pt x="137" y="4"/>
                  <a:pt x="137" y="4"/>
                  <a:pt x="137" y="4"/>
                </a:cubicBezTo>
                <a:cubicBezTo>
                  <a:pt x="137" y="4"/>
                  <a:pt x="137" y="5"/>
                  <a:pt x="136" y="5"/>
                </a:cubicBezTo>
                <a:cubicBezTo>
                  <a:pt x="136" y="5"/>
                  <a:pt x="136" y="5"/>
                  <a:pt x="136" y="5"/>
                </a:cubicBezTo>
                <a:cubicBezTo>
                  <a:pt x="136" y="5"/>
                  <a:pt x="136" y="6"/>
                  <a:pt x="136" y="6"/>
                </a:cubicBezTo>
                <a:cubicBezTo>
                  <a:pt x="136" y="6"/>
                  <a:pt x="136" y="6"/>
                  <a:pt x="136" y="6"/>
                </a:cubicBezTo>
                <a:cubicBezTo>
                  <a:pt x="136" y="6"/>
                  <a:pt x="136" y="6"/>
                  <a:pt x="136" y="6"/>
                </a:cubicBezTo>
                <a:close/>
                <a:moveTo>
                  <a:pt x="141" y="25"/>
                </a:moveTo>
                <a:cubicBezTo>
                  <a:pt x="141" y="25"/>
                  <a:pt x="141" y="25"/>
                  <a:pt x="141" y="25"/>
                </a:cubicBezTo>
                <a:cubicBezTo>
                  <a:pt x="141" y="25"/>
                  <a:pt x="141" y="24"/>
                  <a:pt x="141" y="24"/>
                </a:cubicBezTo>
                <a:cubicBezTo>
                  <a:pt x="141" y="24"/>
                  <a:pt x="140" y="24"/>
                  <a:pt x="140" y="24"/>
                </a:cubicBezTo>
                <a:cubicBezTo>
                  <a:pt x="140" y="24"/>
                  <a:pt x="140" y="25"/>
                  <a:pt x="140" y="25"/>
                </a:cubicBezTo>
                <a:cubicBezTo>
                  <a:pt x="140" y="25"/>
                  <a:pt x="140" y="25"/>
                  <a:pt x="140" y="25"/>
                </a:cubicBezTo>
                <a:cubicBezTo>
                  <a:pt x="140" y="25"/>
                  <a:pt x="140" y="26"/>
                  <a:pt x="140" y="26"/>
                </a:cubicBezTo>
                <a:cubicBezTo>
                  <a:pt x="140" y="26"/>
                  <a:pt x="140" y="26"/>
                  <a:pt x="140" y="27"/>
                </a:cubicBezTo>
                <a:cubicBezTo>
                  <a:pt x="140" y="27"/>
                  <a:pt x="140" y="27"/>
                  <a:pt x="140" y="27"/>
                </a:cubicBezTo>
                <a:cubicBezTo>
                  <a:pt x="140" y="27"/>
                  <a:pt x="140" y="27"/>
                  <a:pt x="140" y="27"/>
                </a:cubicBezTo>
                <a:cubicBezTo>
                  <a:pt x="140" y="27"/>
                  <a:pt x="140" y="27"/>
                  <a:pt x="140" y="27"/>
                </a:cubicBezTo>
                <a:cubicBezTo>
                  <a:pt x="140" y="27"/>
                  <a:pt x="140" y="28"/>
                  <a:pt x="140" y="28"/>
                </a:cubicBezTo>
                <a:cubicBezTo>
                  <a:pt x="140" y="28"/>
                  <a:pt x="140" y="28"/>
                  <a:pt x="140" y="28"/>
                </a:cubicBezTo>
                <a:cubicBezTo>
                  <a:pt x="140" y="28"/>
                  <a:pt x="140" y="28"/>
                  <a:pt x="140" y="28"/>
                </a:cubicBezTo>
                <a:cubicBezTo>
                  <a:pt x="141" y="28"/>
                  <a:pt x="141" y="29"/>
                  <a:pt x="141" y="29"/>
                </a:cubicBezTo>
                <a:cubicBezTo>
                  <a:pt x="141" y="29"/>
                  <a:pt x="141" y="29"/>
                  <a:pt x="141" y="29"/>
                </a:cubicBezTo>
                <a:cubicBezTo>
                  <a:pt x="141" y="29"/>
                  <a:pt x="141" y="29"/>
                  <a:pt x="141" y="29"/>
                </a:cubicBezTo>
                <a:cubicBezTo>
                  <a:pt x="141" y="29"/>
                  <a:pt x="141" y="29"/>
                  <a:pt x="141" y="29"/>
                </a:cubicBezTo>
                <a:cubicBezTo>
                  <a:pt x="141" y="28"/>
                  <a:pt x="141" y="28"/>
                  <a:pt x="141" y="28"/>
                </a:cubicBezTo>
                <a:cubicBezTo>
                  <a:pt x="141" y="28"/>
                  <a:pt x="142" y="28"/>
                  <a:pt x="142" y="27"/>
                </a:cubicBezTo>
                <a:cubicBezTo>
                  <a:pt x="142" y="27"/>
                  <a:pt x="142" y="27"/>
                  <a:pt x="142" y="27"/>
                </a:cubicBezTo>
                <a:cubicBezTo>
                  <a:pt x="142" y="27"/>
                  <a:pt x="142" y="27"/>
                  <a:pt x="142" y="27"/>
                </a:cubicBezTo>
                <a:cubicBezTo>
                  <a:pt x="142" y="27"/>
                  <a:pt x="142" y="26"/>
                  <a:pt x="142" y="26"/>
                </a:cubicBezTo>
                <a:cubicBezTo>
                  <a:pt x="142" y="26"/>
                  <a:pt x="142" y="26"/>
                  <a:pt x="142" y="26"/>
                </a:cubicBezTo>
                <a:cubicBezTo>
                  <a:pt x="142" y="26"/>
                  <a:pt x="142" y="26"/>
                  <a:pt x="142" y="26"/>
                </a:cubicBezTo>
                <a:cubicBezTo>
                  <a:pt x="142" y="25"/>
                  <a:pt x="142" y="25"/>
                  <a:pt x="141" y="25"/>
                </a:cubicBezTo>
                <a:close/>
                <a:moveTo>
                  <a:pt x="143" y="24"/>
                </a:moveTo>
                <a:cubicBezTo>
                  <a:pt x="143" y="24"/>
                  <a:pt x="143" y="24"/>
                  <a:pt x="143" y="24"/>
                </a:cubicBezTo>
                <a:cubicBezTo>
                  <a:pt x="143" y="24"/>
                  <a:pt x="143" y="24"/>
                  <a:pt x="143" y="24"/>
                </a:cubicBezTo>
                <a:cubicBezTo>
                  <a:pt x="143" y="24"/>
                  <a:pt x="144" y="24"/>
                  <a:pt x="144" y="24"/>
                </a:cubicBezTo>
                <a:cubicBezTo>
                  <a:pt x="144" y="24"/>
                  <a:pt x="144" y="24"/>
                  <a:pt x="144" y="24"/>
                </a:cubicBezTo>
                <a:cubicBezTo>
                  <a:pt x="144" y="24"/>
                  <a:pt x="144" y="24"/>
                  <a:pt x="145" y="24"/>
                </a:cubicBezTo>
                <a:cubicBezTo>
                  <a:pt x="145" y="24"/>
                  <a:pt x="145" y="24"/>
                  <a:pt x="145" y="24"/>
                </a:cubicBezTo>
                <a:cubicBezTo>
                  <a:pt x="145" y="24"/>
                  <a:pt x="145" y="24"/>
                  <a:pt x="145" y="24"/>
                </a:cubicBezTo>
                <a:cubicBezTo>
                  <a:pt x="145" y="24"/>
                  <a:pt x="145" y="24"/>
                  <a:pt x="145" y="24"/>
                </a:cubicBezTo>
                <a:cubicBezTo>
                  <a:pt x="145" y="24"/>
                  <a:pt x="145" y="24"/>
                  <a:pt x="145" y="24"/>
                </a:cubicBezTo>
                <a:cubicBezTo>
                  <a:pt x="145" y="24"/>
                  <a:pt x="145" y="24"/>
                  <a:pt x="145" y="23"/>
                </a:cubicBezTo>
                <a:cubicBezTo>
                  <a:pt x="145" y="23"/>
                  <a:pt x="145" y="23"/>
                  <a:pt x="145" y="23"/>
                </a:cubicBezTo>
                <a:cubicBezTo>
                  <a:pt x="145" y="23"/>
                  <a:pt x="146" y="23"/>
                  <a:pt x="146" y="23"/>
                </a:cubicBezTo>
                <a:cubicBezTo>
                  <a:pt x="146" y="23"/>
                  <a:pt x="146" y="23"/>
                  <a:pt x="146" y="23"/>
                </a:cubicBezTo>
                <a:cubicBezTo>
                  <a:pt x="146" y="23"/>
                  <a:pt x="146" y="23"/>
                  <a:pt x="146" y="23"/>
                </a:cubicBezTo>
                <a:cubicBezTo>
                  <a:pt x="146" y="23"/>
                  <a:pt x="146" y="23"/>
                  <a:pt x="146" y="23"/>
                </a:cubicBezTo>
                <a:cubicBezTo>
                  <a:pt x="146" y="23"/>
                  <a:pt x="146" y="23"/>
                  <a:pt x="146" y="23"/>
                </a:cubicBezTo>
                <a:cubicBezTo>
                  <a:pt x="146" y="23"/>
                  <a:pt x="146" y="23"/>
                  <a:pt x="146" y="23"/>
                </a:cubicBezTo>
                <a:cubicBezTo>
                  <a:pt x="146" y="23"/>
                  <a:pt x="146" y="23"/>
                  <a:pt x="146" y="23"/>
                </a:cubicBezTo>
                <a:cubicBezTo>
                  <a:pt x="146" y="22"/>
                  <a:pt x="146" y="22"/>
                  <a:pt x="146" y="22"/>
                </a:cubicBezTo>
                <a:cubicBezTo>
                  <a:pt x="146" y="22"/>
                  <a:pt x="146" y="22"/>
                  <a:pt x="146" y="22"/>
                </a:cubicBezTo>
                <a:cubicBezTo>
                  <a:pt x="146" y="22"/>
                  <a:pt x="146" y="22"/>
                  <a:pt x="146" y="22"/>
                </a:cubicBezTo>
                <a:cubicBezTo>
                  <a:pt x="146" y="22"/>
                  <a:pt x="146" y="22"/>
                  <a:pt x="146" y="22"/>
                </a:cubicBezTo>
                <a:cubicBezTo>
                  <a:pt x="146" y="22"/>
                  <a:pt x="146" y="22"/>
                  <a:pt x="146" y="22"/>
                </a:cubicBezTo>
                <a:cubicBezTo>
                  <a:pt x="146" y="22"/>
                  <a:pt x="146" y="22"/>
                  <a:pt x="146" y="22"/>
                </a:cubicBezTo>
                <a:cubicBezTo>
                  <a:pt x="146" y="22"/>
                  <a:pt x="146" y="22"/>
                  <a:pt x="146" y="21"/>
                </a:cubicBezTo>
                <a:cubicBezTo>
                  <a:pt x="145" y="21"/>
                  <a:pt x="145" y="21"/>
                  <a:pt x="146" y="21"/>
                </a:cubicBezTo>
                <a:cubicBezTo>
                  <a:pt x="146" y="21"/>
                  <a:pt x="146" y="21"/>
                  <a:pt x="146" y="21"/>
                </a:cubicBezTo>
                <a:cubicBezTo>
                  <a:pt x="146" y="21"/>
                  <a:pt x="146" y="21"/>
                  <a:pt x="146" y="21"/>
                </a:cubicBezTo>
                <a:cubicBezTo>
                  <a:pt x="146" y="20"/>
                  <a:pt x="146" y="20"/>
                  <a:pt x="146" y="20"/>
                </a:cubicBezTo>
                <a:cubicBezTo>
                  <a:pt x="146" y="20"/>
                  <a:pt x="146" y="20"/>
                  <a:pt x="146" y="20"/>
                </a:cubicBezTo>
                <a:cubicBezTo>
                  <a:pt x="146" y="20"/>
                  <a:pt x="147" y="20"/>
                  <a:pt x="147" y="20"/>
                </a:cubicBezTo>
                <a:cubicBezTo>
                  <a:pt x="146" y="20"/>
                  <a:pt x="147" y="19"/>
                  <a:pt x="147" y="19"/>
                </a:cubicBezTo>
                <a:cubicBezTo>
                  <a:pt x="147" y="19"/>
                  <a:pt x="147" y="19"/>
                  <a:pt x="147" y="19"/>
                </a:cubicBezTo>
                <a:cubicBezTo>
                  <a:pt x="147" y="19"/>
                  <a:pt x="148" y="19"/>
                  <a:pt x="148" y="19"/>
                </a:cubicBezTo>
                <a:cubicBezTo>
                  <a:pt x="148" y="19"/>
                  <a:pt x="148" y="19"/>
                  <a:pt x="148" y="19"/>
                </a:cubicBezTo>
                <a:cubicBezTo>
                  <a:pt x="148" y="19"/>
                  <a:pt x="148" y="19"/>
                  <a:pt x="148" y="19"/>
                </a:cubicBezTo>
                <a:cubicBezTo>
                  <a:pt x="148" y="19"/>
                  <a:pt x="148" y="19"/>
                  <a:pt x="148" y="19"/>
                </a:cubicBezTo>
                <a:cubicBezTo>
                  <a:pt x="148" y="19"/>
                  <a:pt x="148" y="18"/>
                  <a:pt x="148" y="18"/>
                </a:cubicBezTo>
                <a:cubicBezTo>
                  <a:pt x="148" y="18"/>
                  <a:pt x="149" y="18"/>
                  <a:pt x="149" y="18"/>
                </a:cubicBezTo>
                <a:cubicBezTo>
                  <a:pt x="149" y="18"/>
                  <a:pt x="149" y="18"/>
                  <a:pt x="149" y="18"/>
                </a:cubicBezTo>
                <a:cubicBezTo>
                  <a:pt x="149" y="18"/>
                  <a:pt x="149" y="17"/>
                  <a:pt x="148" y="17"/>
                </a:cubicBezTo>
                <a:cubicBezTo>
                  <a:pt x="148" y="17"/>
                  <a:pt x="148" y="17"/>
                  <a:pt x="148" y="17"/>
                </a:cubicBezTo>
                <a:cubicBezTo>
                  <a:pt x="148" y="17"/>
                  <a:pt x="148" y="17"/>
                  <a:pt x="148" y="17"/>
                </a:cubicBezTo>
                <a:cubicBezTo>
                  <a:pt x="148" y="17"/>
                  <a:pt x="148" y="17"/>
                  <a:pt x="148" y="17"/>
                </a:cubicBezTo>
                <a:cubicBezTo>
                  <a:pt x="148" y="17"/>
                  <a:pt x="148" y="17"/>
                  <a:pt x="147" y="17"/>
                </a:cubicBezTo>
                <a:cubicBezTo>
                  <a:pt x="147" y="17"/>
                  <a:pt x="147" y="17"/>
                  <a:pt x="147" y="17"/>
                </a:cubicBezTo>
                <a:cubicBezTo>
                  <a:pt x="147" y="17"/>
                  <a:pt x="147" y="17"/>
                  <a:pt x="147" y="17"/>
                </a:cubicBezTo>
                <a:cubicBezTo>
                  <a:pt x="147" y="17"/>
                  <a:pt x="147" y="17"/>
                  <a:pt x="147" y="17"/>
                </a:cubicBezTo>
                <a:cubicBezTo>
                  <a:pt x="147" y="17"/>
                  <a:pt x="147" y="17"/>
                  <a:pt x="146" y="17"/>
                </a:cubicBezTo>
                <a:cubicBezTo>
                  <a:pt x="146" y="18"/>
                  <a:pt x="146" y="18"/>
                  <a:pt x="146" y="18"/>
                </a:cubicBezTo>
                <a:cubicBezTo>
                  <a:pt x="146" y="18"/>
                  <a:pt x="146" y="18"/>
                  <a:pt x="145" y="18"/>
                </a:cubicBezTo>
                <a:cubicBezTo>
                  <a:pt x="145" y="18"/>
                  <a:pt x="145" y="18"/>
                  <a:pt x="145" y="18"/>
                </a:cubicBezTo>
                <a:cubicBezTo>
                  <a:pt x="145" y="18"/>
                  <a:pt x="145" y="18"/>
                  <a:pt x="145" y="18"/>
                </a:cubicBezTo>
                <a:cubicBezTo>
                  <a:pt x="145" y="18"/>
                  <a:pt x="145" y="18"/>
                  <a:pt x="145" y="18"/>
                </a:cubicBezTo>
                <a:cubicBezTo>
                  <a:pt x="145" y="18"/>
                  <a:pt x="145" y="18"/>
                  <a:pt x="145" y="18"/>
                </a:cubicBezTo>
                <a:cubicBezTo>
                  <a:pt x="145" y="18"/>
                  <a:pt x="145" y="18"/>
                  <a:pt x="145" y="18"/>
                </a:cubicBezTo>
                <a:cubicBezTo>
                  <a:pt x="145" y="18"/>
                  <a:pt x="145" y="18"/>
                  <a:pt x="145" y="19"/>
                </a:cubicBezTo>
                <a:cubicBezTo>
                  <a:pt x="145" y="19"/>
                  <a:pt x="145" y="19"/>
                  <a:pt x="145" y="19"/>
                </a:cubicBezTo>
                <a:cubicBezTo>
                  <a:pt x="145" y="19"/>
                  <a:pt x="146" y="19"/>
                  <a:pt x="146" y="19"/>
                </a:cubicBezTo>
                <a:cubicBezTo>
                  <a:pt x="146" y="19"/>
                  <a:pt x="146" y="19"/>
                  <a:pt x="146" y="19"/>
                </a:cubicBezTo>
                <a:cubicBezTo>
                  <a:pt x="145" y="19"/>
                  <a:pt x="145" y="19"/>
                  <a:pt x="145" y="19"/>
                </a:cubicBezTo>
                <a:cubicBezTo>
                  <a:pt x="145" y="19"/>
                  <a:pt x="145" y="19"/>
                  <a:pt x="145" y="20"/>
                </a:cubicBezTo>
                <a:cubicBezTo>
                  <a:pt x="145" y="20"/>
                  <a:pt x="145" y="20"/>
                  <a:pt x="145" y="20"/>
                </a:cubicBezTo>
                <a:cubicBezTo>
                  <a:pt x="145" y="20"/>
                  <a:pt x="145" y="20"/>
                  <a:pt x="145" y="20"/>
                </a:cubicBezTo>
                <a:cubicBezTo>
                  <a:pt x="145" y="20"/>
                  <a:pt x="145" y="20"/>
                  <a:pt x="145" y="20"/>
                </a:cubicBezTo>
                <a:cubicBezTo>
                  <a:pt x="145" y="20"/>
                  <a:pt x="145" y="20"/>
                  <a:pt x="145" y="21"/>
                </a:cubicBezTo>
                <a:cubicBezTo>
                  <a:pt x="144" y="21"/>
                  <a:pt x="144" y="21"/>
                  <a:pt x="144" y="21"/>
                </a:cubicBezTo>
                <a:cubicBezTo>
                  <a:pt x="144" y="21"/>
                  <a:pt x="144" y="21"/>
                  <a:pt x="144" y="21"/>
                </a:cubicBezTo>
                <a:cubicBezTo>
                  <a:pt x="144" y="21"/>
                  <a:pt x="144" y="21"/>
                  <a:pt x="144" y="21"/>
                </a:cubicBezTo>
                <a:cubicBezTo>
                  <a:pt x="144" y="21"/>
                  <a:pt x="144" y="21"/>
                  <a:pt x="144" y="21"/>
                </a:cubicBezTo>
                <a:cubicBezTo>
                  <a:pt x="144" y="21"/>
                  <a:pt x="144" y="21"/>
                  <a:pt x="144" y="21"/>
                </a:cubicBezTo>
                <a:cubicBezTo>
                  <a:pt x="144" y="21"/>
                  <a:pt x="144" y="21"/>
                  <a:pt x="144" y="21"/>
                </a:cubicBezTo>
                <a:cubicBezTo>
                  <a:pt x="144" y="21"/>
                  <a:pt x="144" y="22"/>
                  <a:pt x="144" y="22"/>
                </a:cubicBezTo>
                <a:cubicBezTo>
                  <a:pt x="144" y="22"/>
                  <a:pt x="144" y="22"/>
                  <a:pt x="144" y="22"/>
                </a:cubicBezTo>
                <a:cubicBezTo>
                  <a:pt x="144" y="22"/>
                  <a:pt x="144" y="22"/>
                  <a:pt x="144" y="22"/>
                </a:cubicBezTo>
                <a:cubicBezTo>
                  <a:pt x="143" y="22"/>
                  <a:pt x="144" y="22"/>
                  <a:pt x="143" y="23"/>
                </a:cubicBezTo>
                <a:cubicBezTo>
                  <a:pt x="143" y="23"/>
                  <a:pt x="143" y="23"/>
                  <a:pt x="143" y="23"/>
                </a:cubicBezTo>
                <a:cubicBezTo>
                  <a:pt x="143" y="23"/>
                  <a:pt x="143" y="23"/>
                  <a:pt x="143" y="23"/>
                </a:cubicBezTo>
                <a:cubicBezTo>
                  <a:pt x="143" y="23"/>
                  <a:pt x="143" y="24"/>
                  <a:pt x="143" y="24"/>
                </a:cubicBezTo>
                <a:close/>
                <a:moveTo>
                  <a:pt x="138" y="27"/>
                </a:moveTo>
                <a:cubicBezTo>
                  <a:pt x="138" y="27"/>
                  <a:pt x="139" y="27"/>
                  <a:pt x="139" y="27"/>
                </a:cubicBezTo>
                <a:cubicBezTo>
                  <a:pt x="139" y="27"/>
                  <a:pt x="139" y="27"/>
                  <a:pt x="139" y="27"/>
                </a:cubicBezTo>
                <a:cubicBezTo>
                  <a:pt x="139" y="26"/>
                  <a:pt x="139" y="26"/>
                  <a:pt x="139" y="26"/>
                </a:cubicBezTo>
                <a:cubicBezTo>
                  <a:pt x="139" y="26"/>
                  <a:pt x="139" y="26"/>
                  <a:pt x="139" y="26"/>
                </a:cubicBezTo>
                <a:cubicBezTo>
                  <a:pt x="139" y="26"/>
                  <a:pt x="139" y="26"/>
                  <a:pt x="139" y="25"/>
                </a:cubicBezTo>
                <a:cubicBezTo>
                  <a:pt x="139" y="25"/>
                  <a:pt x="139" y="25"/>
                  <a:pt x="139" y="25"/>
                </a:cubicBezTo>
                <a:cubicBezTo>
                  <a:pt x="138" y="25"/>
                  <a:pt x="138" y="25"/>
                  <a:pt x="138" y="25"/>
                </a:cubicBezTo>
                <a:cubicBezTo>
                  <a:pt x="138" y="25"/>
                  <a:pt x="138" y="26"/>
                  <a:pt x="138" y="26"/>
                </a:cubicBezTo>
                <a:cubicBezTo>
                  <a:pt x="138" y="26"/>
                  <a:pt x="138" y="26"/>
                  <a:pt x="138" y="26"/>
                </a:cubicBezTo>
                <a:cubicBezTo>
                  <a:pt x="138" y="26"/>
                  <a:pt x="138" y="27"/>
                  <a:pt x="138" y="27"/>
                </a:cubicBezTo>
                <a:close/>
                <a:moveTo>
                  <a:pt x="143" y="6"/>
                </a:moveTo>
                <a:cubicBezTo>
                  <a:pt x="143" y="6"/>
                  <a:pt x="143" y="6"/>
                  <a:pt x="143" y="6"/>
                </a:cubicBezTo>
                <a:cubicBezTo>
                  <a:pt x="143" y="6"/>
                  <a:pt x="143" y="6"/>
                  <a:pt x="143" y="6"/>
                </a:cubicBezTo>
                <a:cubicBezTo>
                  <a:pt x="143" y="6"/>
                  <a:pt x="143" y="6"/>
                  <a:pt x="143" y="6"/>
                </a:cubicBezTo>
                <a:cubicBezTo>
                  <a:pt x="143" y="6"/>
                  <a:pt x="143" y="6"/>
                  <a:pt x="143" y="6"/>
                </a:cubicBezTo>
                <a:cubicBezTo>
                  <a:pt x="143" y="6"/>
                  <a:pt x="143" y="6"/>
                  <a:pt x="143" y="6"/>
                </a:cubicBezTo>
                <a:cubicBezTo>
                  <a:pt x="143" y="6"/>
                  <a:pt x="143" y="6"/>
                  <a:pt x="143" y="6"/>
                </a:cubicBezTo>
                <a:cubicBezTo>
                  <a:pt x="143" y="6"/>
                  <a:pt x="142" y="6"/>
                  <a:pt x="143" y="6"/>
                </a:cubicBezTo>
                <a:cubicBezTo>
                  <a:pt x="143" y="6"/>
                  <a:pt x="143" y="6"/>
                  <a:pt x="143" y="6"/>
                </a:cubicBezTo>
                <a:close/>
                <a:moveTo>
                  <a:pt x="148" y="438"/>
                </a:moveTo>
                <a:cubicBezTo>
                  <a:pt x="147" y="438"/>
                  <a:pt x="147" y="438"/>
                  <a:pt x="147" y="439"/>
                </a:cubicBezTo>
                <a:cubicBezTo>
                  <a:pt x="148" y="439"/>
                  <a:pt x="148" y="440"/>
                  <a:pt x="148" y="440"/>
                </a:cubicBezTo>
                <a:cubicBezTo>
                  <a:pt x="149" y="440"/>
                  <a:pt x="149" y="439"/>
                  <a:pt x="149" y="439"/>
                </a:cubicBezTo>
                <a:cubicBezTo>
                  <a:pt x="149" y="438"/>
                  <a:pt x="148" y="438"/>
                  <a:pt x="148" y="438"/>
                </a:cubicBezTo>
                <a:close/>
                <a:moveTo>
                  <a:pt x="170" y="438"/>
                </a:moveTo>
                <a:cubicBezTo>
                  <a:pt x="168" y="438"/>
                  <a:pt x="167" y="437"/>
                  <a:pt x="166" y="437"/>
                </a:cubicBezTo>
                <a:cubicBezTo>
                  <a:pt x="165" y="437"/>
                  <a:pt x="165" y="437"/>
                  <a:pt x="164" y="436"/>
                </a:cubicBezTo>
                <a:cubicBezTo>
                  <a:pt x="163" y="435"/>
                  <a:pt x="161" y="434"/>
                  <a:pt x="160" y="436"/>
                </a:cubicBezTo>
                <a:cubicBezTo>
                  <a:pt x="159" y="436"/>
                  <a:pt x="159" y="436"/>
                  <a:pt x="159" y="437"/>
                </a:cubicBezTo>
                <a:cubicBezTo>
                  <a:pt x="158" y="437"/>
                  <a:pt x="157" y="438"/>
                  <a:pt x="156" y="437"/>
                </a:cubicBezTo>
                <a:cubicBezTo>
                  <a:pt x="155" y="437"/>
                  <a:pt x="154" y="438"/>
                  <a:pt x="154" y="439"/>
                </a:cubicBezTo>
                <a:cubicBezTo>
                  <a:pt x="153" y="440"/>
                  <a:pt x="154" y="440"/>
                  <a:pt x="155" y="440"/>
                </a:cubicBezTo>
                <a:cubicBezTo>
                  <a:pt x="155" y="440"/>
                  <a:pt x="156" y="441"/>
                  <a:pt x="156" y="441"/>
                </a:cubicBezTo>
                <a:cubicBezTo>
                  <a:pt x="157" y="444"/>
                  <a:pt x="159" y="445"/>
                  <a:pt x="161" y="445"/>
                </a:cubicBezTo>
                <a:cubicBezTo>
                  <a:pt x="163" y="445"/>
                  <a:pt x="164" y="444"/>
                  <a:pt x="165" y="444"/>
                </a:cubicBezTo>
                <a:cubicBezTo>
                  <a:pt x="166" y="443"/>
                  <a:pt x="167" y="443"/>
                  <a:pt x="167" y="442"/>
                </a:cubicBezTo>
                <a:cubicBezTo>
                  <a:pt x="167" y="440"/>
                  <a:pt x="167" y="439"/>
                  <a:pt x="169" y="439"/>
                </a:cubicBezTo>
                <a:cubicBezTo>
                  <a:pt x="170" y="439"/>
                  <a:pt x="170" y="439"/>
                  <a:pt x="170" y="438"/>
                </a:cubicBezTo>
                <a:cubicBezTo>
                  <a:pt x="170" y="438"/>
                  <a:pt x="170" y="438"/>
                  <a:pt x="170" y="438"/>
                </a:cubicBezTo>
                <a:close/>
                <a:moveTo>
                  <a:pt x="134" y="276"/>
                </a:moveTo>
                <a:cubicBezTo>
                  <a:pt x="134" y="277"/>
                  <a:pt x="134" y="277"/>
                  <a:pt x="135" y="277"/>
                </a:cubicBezTo>
                <a:cubicBezTo>
                  <a:pt x="136" y="276"/>
                  <a:pt x="136" y="276"/>
                  <a:pt x="136" y="276"/>
                </a:cubicBezTo>
                <a:cubicBezTo>
                  <a:pt x="135" y="275"/>
                  <a:pt x="134" y="275"/>
                  <a:pt x="134" y="276"/>
                </a:cubicBezTo>
                <a:close/>
                <a:moveTo>
                  <a:pt x="151" y="316"/>
                </a:moveTo>
                <a:cubicBezTo>
                  <a:pt x="152" y="316"/>
                  <a:pt x="152" y="314"/>
                  <a:pt x="152" y="313"/>
                </a:cubicBezTo>
                <a:cubicBezTo>
                  <a:pt x="152" y="313"/>
                  <a:pt x="152" y="311"/>
                  <a:pt x="152" y="311"/>
                </a:cubicBezTo>
                <a:cubicBezTo>
                  <a:pt x="151" y="310"/>
                  <a:pt x="150" y="310"/>
                  <a:pt x="151" y="309"/>
                </a:cubicBezTo>
                <a:cubicBezTo>
                  <a:pt x="151" y="308"/>
                  <a:pt x="151" y="308"/>
                  <a:pt x="151" y="307"/>
                </a:cubicBezTo>
                <a:cubicBezTo>
                  <a:pt x="151" y="306"/>
                  <a:pt x="152" y="306"/>
                  <a:pt x="152" y="305"/>
                </a:cubicBezTo>
                <a:cubicBezTo>
                  <a:pt x="151" y="304"/>
                  <a:pt x="151" y="303"/>
                  <a:pt x="152" y="303"/>
                </a:cubicBezTo>
                <a:cubicBezTo>
                  <a:pt x="153" y="302"/>
                  <a:pt x="154" y="301"/>
                  <a:pt x="154" y="299"/>
                </a:cubicBezTo>
                <a:cubicBezTo>
                  <a:pt x="153" y="299"/>
                  <a:pt x="153" y="299"/>
                  <a:pt x="153" y="299"/>
                </a:cubicBezTo>
                <a:cubicBezTo>
                  <a:pt x="152" y="299"/>
                  <a:pt x="152" y="299"/>
                  <a:pt x="152" y="298"/>
                </a:cubicBezTo>
                <a:cubicBezTo>
                  <a:pt x="152" y="297"/>
                  <a:pt x="152" y="296"/>
                  <a:pt x="152" y="295"/>
                </a:cubicBezTo>
                <a:cubicBezTo>
                  <a:pt x="152" y="294"/>
                  <a:pt x="152" y="293"/>
                  <a:pt x="153" y="293"/>
                </a:cubicBezTo>
                <a:cubicBezTo>
                  <a:pt x="153" y="293"/>
                  <a:pt x="153" y="293"/>
                  <a:pt x="153" y="293"/>
                </a:cubicBezTo>
                <a:cubicBezTo>
                  <a:pt x="151" y="292"/>
                  <a:pt x="151" y="291"/>
                  <a:pt x="153" y="290"/>
                </a:cubicBezTo>
                <a:cubicBezTo>
                  <a:pt x="153" y="290"/>
                  <a:pt x="153" y="289"/>
                  <a:pt x="153" y="289"/>
                </a:cubicBezTo>
                <a:cubicBezTo>
                  <a:pt x="152" y="289"/>
                  <a:pt x="151" y="288"/>
                  <a:pt x="152" y="287"/>
                </a:cubicBezTo>
                <a:cubicBezTo>
                  <a:pt x="152" y="286"/>
                  <a:pt x="153" y="286"/>
                  <a:pt x="154" y="286"/>
                </a:cubicBezTo>
                <a:cubicBezTo>
                  <a:pt x="154" y="283"/>
                  <a:pt x="153" y="281"/>
                  <a:pt x="153" y="279"/>
                </a:cubicBezTo>
                <a:cubicBezTo>
                  <a:pt x="153" y="279"/>
                  <a:pt x="153" y="279"/>
                  <a:pt x="153" y="279"/>
                </a:cubicBezTo>
                <a:cubicBezTo>
                  <a:pt x="153" y="279"/>
                  <a:pt x="152" y="279"/>
                  <a:pt x="152" y="278"/>
                </a:cubicBezTo>
                <a:cubicBezTo>
                  <a:pt x="150" y="278"/>
                  <a:pt x="149" y="278"/>
                  <a:pt x="148" y="278"/>
                </a:cubicBezTo>
                <a:cubicBezTo>
                  <a:pt x="148" y="278"/>
                  <a:pt x="147" y="278"/>
                  <a:pt x="147" y="278"/>
                </a:cubicBezTo>
                <a:cubicBezTo>
                  <a:pt x="147" y="279"/>
                  <a:pt x="146" y="278"/>
                  <a:pt x="147" y="277"/>
                </a:cubicBezTo>
                <a:cubicBezTo>
                  <a:pt x="147" y="276"/>
                  <a:pt x="147" y="275"/>
                  <a:pt x="147" y="274"/>
                </a:cubicBezTo>
                <a:cubicBezTo>
                  <a:pt x="147" y="274"/>
                  <a:pt x="146" y="273"/>
                  <a:pt x="146" y="273"/>
                </a:cubicBezTo>
                <a:cubicBezTo>
                  <a:pt x="147" y="272"/>
                  <a:pt x="147" y="271"/>
                  <a:pt x="148" y="271"/>
                </a:cubicBezTo>
                <a:cubicBezTo>
                  <a:pt x="148" y="271"/>
                  <a:pt x="147" y="271"/>
                  <a:pt x="148" y="270"/>
                </a:cubicBezTo>
                <a:cubicBezTo>
                  <a:pt x="148" y="271"/>
                  <a:pt x="149" y="272"/>
                  <a:pt x="149" y="272"/>
                </a:cubicBezTo>
                <a:cubicBezTo>
                  <a:pt x="149" y="272"/>
                  <a:pt x="150" y="272"/>
                  <a:pt x="150" y="272"/>
                </a:cubicBezTo>
                <a:cubicBezTo>
                  <a:pt x="150" y="271"/>
                  <a:pt x="151" y="272"/>
                  <a:pt x="151" y="272"/>
                </a:cubicBezTo>
                <a:cubicBezTo>
                  <a:pt x="152" y="272"/>
                  <a:pt x="152" y="272"/>
                  <a:pt x="152" y="273"/>
                </a:cubicBezTo>
                <a:cubicBezTo>
                  <a:pt x="152" y="273"/>
                  <a:pt x="152" y="274"/>
                  <a:pt x="152" y="274"/>
                </a:cubicBezTo>
                <a:cubicBezTo>
                  <a:pt x="153" y="275"/>
                  <a:pt x="153" y="275"/>
                  <a:pt x="154" y="275"/>
                </a:cubicBezTo>
                <a:cubicBezTo>
                  <a:pt x="154" y="275"/>
                  <a:pt x="155" y="275"/>
                  <a:pt x="156" y="275"/>
                </a:cubicBezTo>
                <a:cubicBezTo>
                  <a:pt x="156" y="275"/>
                  <a:pt x="157" y="276"/>
                  <a:pt x="157" y="276"/>
                </a:cubicBezTo>
                <a:cubicBezTo>
                  <a:pt x="158" y="276"/>
                  <a:pt x="159" y="276"/>
                  <a:pt x="159" y="277"/>
                </a:cubicBezTo>
                <a:cubicBezTo>
                  <a:pt x="159" y="277"/>
                  <a:pt x="159" y="277"/>
                  <a:pt x="159" y="277"/>
                </a:cubicBezTo>
                <a:cubicBezTo>
                  <a:pt x="160" y="278"/>
                  <a:pt x="161" y="278"/>
                  <a:pt x="162" y="278"/>
                </a:cubicBezTo>
                <a:cubicBezTo>
                  <a:pt x="162" y="278"/>
                  <a:pt x="163" y="278"/>
                  <a:pt x="163" y="279"/>
                </a:cubicBezTo>
                <a:cubicBezTo>
                  <a:pt x="164" y="279"/>
                  <a:pt x="164" y="280"/>
                  <a:pt x="165" y="281"/>
                </a:cubicBezTo>
                <a:cubicBezTo>
                  <a:pt x="166" y="281"/>
                  <a:pt x="166" y="282"/>
                  <a:pt x="165" y="283"/>
                </a:cubicBezTo>
                <a:cubicBezTo>
                  <a:pt x="165" y="283"/>
                  <a:pt x="166" y="283"/>
                  <a:pt x="166" y="283"/>
                </a:cubicBezTo>
                <a:cubicBezTo>
                  <a:pt x="167" y="282"/>
                  <a:pt x="168" y="283"/>
                  <a:pt x="170" y="284"/>
                </a:cubicBezTo>
                <a:cubicBezTo>
                  <a:pt x="170" y="284"/>
                  <a:pt x="170" y="284"/>
                  <a:pt x="170" y="284"/>
                </a:cubicBezTo>
                <a:cubicBezTo>
                  <a:pt x="170" y="284"/>
                  <a:pt x="170" y="284"/>
                  <a:pt x="171" y="284"/>
                </a:cubicBezTo>
                <a:cubicBezTo>
                  <a:pt x="172" y="283"/>
                  <a:pt x="173" y="283"/>
                  <a:pt x="173" y="282"/>
                </a:cubicBezTo>
                <a:cubicBezTo>
                  <a:pt x="174" y="282"/>
                  <a:pt x="174" y="282"/>
                  <a:pt x="174" y="282"/>
                </a:cubicBezTo>
                <a:cubicBezTo>
                  <a:pt x="174" y="282"/>
                  <a:pt x="175" y="282"/>
                  <a:pt x="175" y="281"/>
                </a:cubicBezTo>
                <a:cubicBezTo>
                  <a:pt x="175" y="281"/>
                  <a:pt x="176" y="281"/>
                  <a:pt x="177" y="281"/>
                </a:cubicBezTo>
                <a:cubicBezTo>
                  <a:pt x="177" y="282"/>
                  <a:pt x="178" y="283"/>
                  <a:pt x="179" y="283"/>
                </a:cubicBezTo>
                <a:cubicBezTo>
                  <a:pt x="180" y="284"/>
                  <a:pt x="180" y="284"/>
                  <a:pt x="179" y="285"/>
                </a:cubicBezTo>
                <a:cubicBezTo>
                  <a:pt x="179" y="285"/>
                  <a:pt x="179" y="285"/>
                  <a:pt x="180" y="286"/>
                </a:cubicBezTo>
                <a:cubicBezTo>
                  <a:pt x="180" y="285"/>
                  <a:pt x="184" y="283"/>
                  <a:pt x="185" y="283"/>
                </a:cubicBezTo>
                <a:cubicBezTo>
                  <a:pt x="185" y="283"/>
                  <a:pt x="185" y="282"/>
                  <a:pt x="185" y="282"/>
                </a:cubicBezTo>
                <a:cubicBezTo>
                  <a:pt x="186" y="282"/>
                  <a:pt x="186" y="281"/>
                  <a:pt x="187" y="282"/>
                </a:cubicBezTo>
                <a:cubicBezTo>
                  <a:pt x="186" y="284"/>
                  <a:pt x="187" y="285"/>
                  <a:pt x="187" y="287"/>
                </a:cubicBezTo>
                <a:cubicBezTo>
                  <a:pt x="187" y="288"/>
                  <a:pt x="186" y="289"/>
                  <a:pt x="186" y="291"/>
                </a:cubicBezTo>
                <a:cubicBezTo>
                  <a:pt x="186" y="291"/>
                  <a:pt x="186" y="292"/>
                  <a:pt x="186" y="293"/>
                </a:cubicBezTo>
                <a:cubicBezTo>
                  <a:pt x="186" y="293"/>
                  <a:pt x="187" y="293"/>
                  <a:pt x="187" y="294"/>
                </a:cubicBezTo>
                <a:cubicBezTo>
                  <a:pt x="186" y="295"/>
                  <a:pt x="186" y="294"/>
                  <a:pt x="185" y="295"/>
                </a:cubicBezTo>
                <a:cubicBezTo>
                  <a:pt x="185" y="295"/>
                  <a:pt x="184" y="295"/>
                  <a:pt x="184" y="295"/>
                </a:cubicBezTo>
                <a:cubicBezTo>
                  <a:pt x="184" y="295"/>
                  <a:pt x="184" y="296"/>
                  <a:pt x="184" y="297"/>
                </a:cubicBezTo>
                <a:cubicBezTo>
                  <a:pt x="184" y="297"/>
                  <a:pt x="185" y="298"/>
                  <a:pt x="184" y="299"/>
                </a:cubicBezTo>
                <a:cubicBezTo>
                  <a:pt x="183" y="300"/>
                  <a:pt x="182" y="299"/>
                  <a:pt x="182" y="299"/>
                </a:cubicBezTo>
                <a:cubicBezTo>
                  <a:pt x="181" y="298"/>
                  <a:pt x="181" y="299"/>
                  <a:pt x="181" y="298"/>
                </a:cubicBezTo>
                <a:cubicBezTo>
                  <a:pt x="181" y="298"/>
                  <a:pt x="181" y="298"/>
                  <a:pt x="181" y="298"/>
                </a:cubicBezTo>
                <a:cubicBezTo>
                  <a:pt x="181" y="299"/>
                  <a:pt x="180" y="299"/>
                  <a:pt x="180" y="299"/>
                </a:cubicBezTo>
                <a:cubicBezTo>
                  <a:pt x="180" y="299"/>
                  <a:pt x="180" y="299"/>
                  <a:pt x="180" y="299"/>
                </a:cubicBezTo>
                <a:cubicBezTo>
                  <a:pt x="179" y="300"/>
                  <a:pt x="179" y="300"/>
                  <a:pt x="178" y="300"/>
                </a:cubicBezTo>
                <a:cubicBezTo>
                  <a:pt x="178" y="301"/>
                  <a:pt x="177" y="301"/>
                  <a:pt x="176" y="301"/>
                </a:cubicBezTo>
                <a:cubicBezTo>
                  <a:pt x="176" y="301"/>
                  <a:pt x="176" y="301"/>
                  <a:pt x="177" y="301"/>
                </a:cubicBezTo>
                <a:cubicBezTo>
                  <a:pt x="177" y="302"/>
                  <a:pt x="177" y="303"/>
                  <a:pt x="177" y="304"/>
                </a:cubicBezTo>
                <a:cubicBezTo>
                  <a:pt x="176" y="307"/>
                  <a:pt x="174" y="308"/>
                  <a:pt x="172" y="308"/>
                </a:cubicBezTo>
                <a:cubicBezTo>
                  <a:pt x="172" y="308"/>
                  <a:pt x="172" y="308"/>
                  <a:pt x="171" y="308"/>
                </a:cubicBezTo>
                <a:cubicBezTo>
                  <a:pt x="171" y="309"/>
                  <a:pt x="172" y="310"/>
                  <a:pt x="172" y="310"/>
                </a:cubicBezTo>
                <a:cubicBezTo>
                  <a:pt x="171" y="310"/>
                  <a:pt x="171" y="310"/>
                  <a:pt x="171" y="310"/>
                </a:cubicBezTo>
                <a:cubicBezTo>
                  <a:pt x="171" y="311"/>
                  <a:pt x="170" y="311"/>
                  <a:pt x="170" y="311"/>
                </a:cubicBezTo>
                <a:cubicBezTo>
                  <a:pt x="170" y="311"/>
                  <a:pt x="170" y="311"/>
                  <a:pt x="170" y="311"/>
                </a:cubicBezTo>
                <a:cubicBezTo>
                  <a:pt x="169" y="311"/>
                  <a:pt x="168" y="311"/>
                  <a:pt x="167" y="311"/>
                </a:cubicBezTo>
                <a:cubicBezTo>
                  <a:pt x="166" y="311"/>
                  <a:pt x="164" y="312"/>
                  <a:pt x="163" y="312"/>
                </a:cubicBezTo>
                <a:cubicBezTo>
                  <a:pt x="162" y="312"/>
                  <a:pt x="161" y="313"/>
                  <a:pt x="160" y="313"/>
                </a:cubicBezTo>
                <a:cubicBezTo>
                  <a:pt x="158" y="314"/>
                  <a:pt x="157" y="314"/>
                  <a:pt x="156" y="316"/>
                </a:cubicBezTo>
                <a:cubicBezTo>
                  <a:pt x="156" y="316"/>
                  <a:pt x="155" y="317"/>
                  <a:pt x="154" y="318"/>
                </a:cubicBezTo>
                <a:cubicBezTo>
                  <a:pt x="154" y="318"/>
                  <a:pt x="154" y="318"/>
                  <a:pt x="154" y="318"/>
                </a:cubicBezTo>
                <a:cubicBezTo>
                  <a:pt x="153" y="320"/>
                  <a:pt x="152" y="321"/>
                  <a:pt x="151" y="320"/>
                </a:cubicBezTo>
                <a:cubicBezTo>
                  <a:pt x="150" y="320"/>
                  <a:pt x="149" y="319"/>
                  <a:pt x="149" y="318"/>
                </a:cubicBezTo>
                <a:cubicBezTo>
                  <a:pt x="149" y="316"/>
                  <a:pt x="150" y="317"/>
                  <a:pt x="151" y="316"/>
                </a:cubicBezTo>
                <a:close/>
                <a:moveTo>
                  <a:pt x="138" y="274"/>
                </a:moveTo>
                <a:cubicBezTo>
                  <a:pt x="138" y="273"/>
                  <a:pt x="138" y="273"/>
                  <a:pt x="137" y="273"/>
                </a:cubicBezTo>
                <a:cubicBezTo>
                  <a:pt x="137" y="273"/>
                  <a:pt x="136" y="274"/>
                  <a:pt x="137" y="274"/>
                </a:cubicBezTo>
                <a:cubicBezTo>
                  <a:pt x="137" y="274"/>
                  <a:pt x="138" y="274"/>
                  <a:pt x="138" y="274"/>
                </a:cubicBezTo>
                <a:close/>
                <a:moveTo>
                  <a:pt x="132" y="268"/>
                </a:moveTo>
                <a:cubicBezTo>
                  <a:pt x="132" y="268"/>
                  <a:pt x="131" y="268"/>
                  <a:pt x="131" y="268"/>
                </a:cubicBezTo>
                <a:cubicBezTo>
                  <a:pt x="130" y="268"/>
                  <a:pt x="130" y="269"/>
                  <a:pt x="131" y="269"/>
                </a:cubicBezTo>
                <a:cubicBezTo>
                  <a:pt x="131" y="269"/>
                  <a:pt x="131" y="270"/>
                  <a:pt x="131" y="271"/>
                </a:cubicBezTo>
                <a:cubicBezTo>
                  <a:pt x="131" y="271"/>
                  <a:pt x="132" y="271"/>
                  <a:pt x="132" y="271"/>
                </a:cubicBezTo>
                <a:cubicBezTo>
                  <a:pt x="132" y="271"/>
                  <a:pt x="133" y="271"/>
                  <a:pt x="132" y="270"/>
                </a:cubicBezTo>
                <a:cubicBezTo>
                  <a:pt x="132" y="270"/>
                  <a:pt x="132" y="269"/>
                  <a:pt x="132" y="268"/>
                </a:cubicBezTo>
                <a:close/>
                <a:moveTo>
                  <a:pt x="129" y="276"/>
                </a:moveTo>
                <a:cubicBezTo>
                  <a:pt x="129" y="276"/>
                  <a:pt x="130" y="276"/>
                  <a:pt x="130" y="277"/>
                </a:cubicBezTo>
                <a:cubicBezTo>
                  <a:pt x="130" y="276"/>
                  <a:pt x="130" y="276"/>
                  <a:pt x="129" y="276"/>
                </a:cubicBezTo>
                <a:close/>
                <a:moveTo>
                  <a:pt x="216" y="229"/>
                </a:moveTo>
                <a:cubicBezTo>
                  <a:pt x="217" y="229"/>
                  <a:pt x="216" y="228"/>
                  <a:pt x="216" y="228"/>
                </a:cubicBezTo>
                <a:cubicBezTo>
                  <a:pt x="215" y="227"/>
                  <a:pt x="213" y="227"/>
                  <a:pt x="212" y="228"/>
                </a:cubicBezTo>
                <a:cubicBezTo>
                  <a:pt x="213" y="229"/>
                  <a:pt x="214" y="229"/>
                  <a:pt x="216" y="229"/>
                </a:cubicBezTo>
                <a:cubicBezTo>
                  <a:pt x="216" y="229"/>
                  <a:pt x="216" y="230"/>
                  <a:pt x="216" y="229"/>
                </a:cubicBezTo>
                <a:close/>
                <a:moveTo>
                  <a:pt x="207" y="226"/>
                </a:moveTo>
                <a:cubicBezTo>
                  <a:pt x="207" y="227"/>
                  <a:pt x="208" y="227"/>
                  <a:pt x="208" y="227"/>
                </a:cubicBezTo>
                <a:cubicBezTo>
                  <a:pt x="209" y="229"/>
                  <a:pt x="211" y="228"/>
                  <a:pt x="213" y="226"/>
                </a:cubicBezTo>
                <a:cubicBezTo>
                  <a:pt x="211" y="226"/>
                  <a:pt x="210" y="226"/>
                  <a:pt x="208" y="226"/>
                </a:cubicBezTo>
                <a:cubicBezTo>
                  <a:pt x="208" y="226"/>
                  <a:pt x="207" y="226"/>
                  <a:pt x="207" y="226"/>
                </a:cubicBezTo>
                <a:close/>
              </a:path>
            </a:pathLst>
          </a:custGeom>
          <a:solidFill>
            <a:schemeClr val="accent4"/>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noEditPoints="1"/>
          </p:cNvSpPr>
          <p:nvPr/>
        </p:nvSpPr>
        <p:spPr bwMode="auto">
          <a:xfrm>
            <a:off x="1252538" y="1463675"/>
            <a:ext cx="965200" cy="2143125"/>
          </a:xfrm>
          <a:custGeom>
            <a:avLst/>
            <a:gdLst>
              <a:gd name="T0" fmla="*/ 237 w 253"/>
              <a:gd name="T1" fmla="*/ 220 h 562"/>
              <a:gd name="T2" fmla="*/ 225 w 253"/>
              <a:gd name="T3" fmla="*/ 241 h 562"/>
              <a:gd name="T4" fmla="*/ 204 w 253"/>
              <a:gd name="T5" fmla="*/ 256 h 562"/>
              <a:gd name="T6" fmla="*/ 178 w 253"/>
              <a:gd name="T7" fmla="*/ 273 h 562"/>
              <a:gd name="T8" fmla="*/ 166 w 253"/>
              <a:gd name="T9" fmla="*/ 305 h 562"/>
              <a:gd name="T10" fmla="*/ 177 w 253"/>
              <a:gd name="T11" fmla="*/ 338 h 562"/>
              <a:gd name="T12" fmla="*/ 199 w 253"/>
              <a:gd name="T13" fmla="*/ 374 h 562"/>
              <a:gd name="T14" fmla="*/ 191 w 253"/>
              <a:gd name="T15" fmla="*/ 402 h 562"/>
              <a:gd name="T16" fmla="*/ 219 w 253"/>
              <a:gd name="T17" fmla="*/ 461 h 562"/>
              <a:gd name="T18" fmla="*/ 228 w 253"/>
              <a:gd name="T19" fmla="*/ 510 h 562"/>
              <a:gd name="T20" fmla="*/ 210 w 253"/>
              <a:gd name="T21" fmla="*/ 548 h 562"/>
              <a:gd name="T22" fmla="*/ 200 w 253"/>
              <a:gd name="T23" fmla="*/ 548 h 562"/>
              <a:gd name="T24" fmla="*/ 204 w 253"/>
              <a:gd name="T25" fmla="*/ 526 h 562"/>
              <a:gd name="T26" fmla="*/ 207 w 253"/>
              <a:gd name="T27" fmla="*/ 503 h 562"/>
              <a:gd name="T28" fmla="*/ 201 w 253"/>
              <a:gd name="T29" fmla="*/ 483 h 562"/>
              <a:gd name="T30" fmla="*/ 194 w 253"/>
              <a:gd name="T31" fmla="*/ 455 h 562"/>
              <a:gd name="T32" fmla="*/ 185 w 253"/>
              <a:gd name="T33" fmla="*/ 448 h 562"/>
              <a:gd name="T34" fmla="*/ 178 w 253"/>
              <a:gd name="T35" fmla="*/ 421 h 562"/>
              <a:gd name="T36" fmla="*/ 170 w 253"/>
              <a:gd name="T37" fmla="*/ 387 h 562"/>
              <a:gd name="T38" fmla="*/ 167 w 253"/>
              <a:gd name="T39" fmla="*/ 374 h 562"/>
              <a:gd name="T40" fmla="*/ 157 w 253"/>
              <a:gd name="T41" fmla="*/ 368 h 562"/>
              <a:gd name="T42" fmla="*/ 139 w 253"/>
              <a:gd name="T43" fmla="*/ 340 h 562"/>
              <a:gd name="T44" fmla="*/ 140 w 253"/>
              <a:gd name="T45" fmla="*/ 363 h 562"/>
              <a:gd name="T46" fmla="*/ 125 w 253"/>
              <a:gd name="T47" fmla="*/ 361 h 562"/>
              <a:gd name="T48" fmla="*/ 118 w 253"/>
              <a:gd name="T49" fmla="*/ 373 h 562"/>
              <a:gd name="T50" fmla="*/ 98 w 253"/>
              <a:gd name="T51" fmla="*/ 385 h 562"/>
              <a:gd name="T52" fmla="*/ 84 w 253"/>
              <a:gd name="T53" fmla="*/ 386 h 562"/>
              <a:gd name="T54" fmla="*/ 76 w 253"/>
              <a:gd name="T55" fmla="*/ 385 h 562"/>
              <a:gd name="T56" fmla="*/ 81 w 253"/>
              <a:gd name="T57" fmla="*/ 367 h 562"/>
              <a:gd name="T58" fmla="*/ 71 w 253"/>
              <a:gd name="T59" fmla="*/ 387 h 562"/>
              <a:gd name="T60" fmla="*/ 70 w 253"/>
              <a:gd name="T61" fmla="*/ 367 h 562"/>
              <a:gd name="T62" fmla="*/ 77 w 253"/>
              <a:gd name="T63" fmla="*/ 344 h 562"/>
              <a:gd name="T64" fmla="*/ 70 w 253"/>
              <a:gd name="T65" fmla="*/ 319 h 562"/>
              <a:gd name="T66" fmla="*/ 62 w 253"/>
              <a:gd name="T67" fmla="*/ 302 h 562"/>
              <a:gd name="T68" fmla="*/ 52 w 253"/>
              <a:gd name="T69" fmla="*/ 290 h 562"/>
              <a:gd name="T70" fmla="*/ 39 w 253"/>
              <a:gd name="T71" fmla="*/ 292 h 562"/>
              <a:gd name="T72" fmla="*/ 40 w 253"/>
              <a:gd name="T73" fmla="*/ 284 h 562"/>
              <a:gd name="T74" fmla="*/ 45 w 253"/>
              <a:gd name="T75" fmla="*/ 278 h 562"/>
              <a:gd name="T76" fmla="*/ 39 w 253"/>
              <a:gd name="T77" fmla="*/ 264 h 562"/>
              <a:gd name="T78" fmla="*/ 27 w 253"/>
              <a:gd name="T79" fmla="*/ 256 h 562"/>
              <a:gd name="T80" fmla="*/ 23 w 253"/>
              <a:gd name="T81" fmla="*/ 253 h 562"/>
              <a:gd name="T82" fmla="*/ 7 w 253"/>
              <a:gd name="T83" fmla="*/ 248 h 562"/>
              <a:gd name="T84" fmla="*/ 1 w 253"/>
              <a:gd name="T85" fmla="*/ 226 h 562"/>
              <a:gd name="T86" fmla="*/ 17 w 253"/>
              <a:gd name="T87" fmla="*/ 197 h 562"/>
              <a:gd name="T88" fmla="*/ 27 w 253"/>
              <a:gd name="T89" fmla="*/ 158 h 562"/>
              <a:gd name="T90" fmla="*/ 45 w 253"/>
              <a:gd name="T91" fmla="*/ 133 h 562"/>
              <a:gd name="T92" fmla="*/ 49 w 253"/>
              <a:gd name="T93" fmla="*/ 92 h 562"/>
              <a:gd name="T94" fmla="*/ 63 w 253"/>
              <a:gd name="T95" fmla="*/ 50 h 562"/>
              <a:gd name="T96" fmla="*/ 84 w 253"/>
              <a:gd name="T97" fmla="*/ 28 h 562"/>
              <a:gd name="T98" fmla="*/ 111 w 253"/>
              <a:gd name="T99" fmla="*/ 22 h 562"/>
              <a:gd name="T100" fmla="*/ 114 w 253"/>
              <a:gd name="T101" fmla="*/ 1 h 562"/>
              <a:gd name="T102" fmla="*/ 139 w 253"/>
              <a:gd name="T103" fmla="*/ 5 h 562"/>
              <a:gd name="T104" fmla="*/ 161 w 253"/>
              <a:gd name="T105" fmla="*/ 47 h 562"/>
              <a:gd name="T106" fmla="*/ 150 w 253"/>
              <a:gd name="T107" fmla="*/ 94 h 562"/>
              <a:gd name="T108" fmla="*/ 148 w 253"/>
              <a:gd name="T109" fmla="*/ 123 h 562"/>
              <a:gd name="T110" fmla="*/ 171 w 253"/>
              <a:gd name="T111" fmla="*/ 139 h 562"/>
              <a:gd name="T112" fmla="*/ 194 w 253"/>
              <a:gd name="T113" fmla="*/ 159 h 562"/>
              <a:gd name="T114" fmla="*/ 193 w 253"/>
              <a:gd name="T115" fmla="*/ 188 h 562"/>
              <a:gd name="T116" fmla="*/ 219 w 253"/>
              <a:gd name="T117" fmla="*/ 208 h 562"/>
              <a:gd name="T118" fmla="*/ 251 w 253"/>
              <a:gd name="T119" fmla="*/ 210 h 562"/>
              <a:gd name="T120" fmla="*/ 41 w 253"/>
              <a:gd name="T121" fmla="*/ 299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562">
                <a:moveTo>
                  <a:pt x="251" y="210"/>
                </a:moveTo>
                <a:cubicBezTo>
                  <a:pt x="251" y="210"/>
                  <a:pt x="249" y="214"/>
                  <a:pt x="248" y="215"/>
                </a:cubicBezTo>
                <a:cubicBezTo>
                  <a:pt x="247" y="217"/>
                  <a:pt x="243" y="218"/>
                  <a:pt x="241" y="218"/>
                </a:cubicBezTo>
                <a:cubicBezTo>
                  <a:pt x="238" y="218"/>
                  <a:pt x="237" y="218"/>
                  <a:pt x="237" y="220"/>
                </a:cubicBezTo>
                <a:cubicBezTo>
                  <a:pt x="237" y="221"/>
                  <a:pt x="236" y="223"/>
                  <a:pt x="234" y="225"/>
                </a:cubicBezTo>
                <a:cubicBezTo>
                  <a:pt x="232" y="228"/>
                  <a:pt x="234" y="228"/>
                  <a:pt x="234" y="233"/>
                </a:cubicBezTo>
                <a:cubicBezTo>
                  <a:pt x="233" y="238"/>
                  <a:pt x="233" y="234"/>
                  <a:pt x="229" y="235"/>
                </a:cubicBezTo>
                <a:cubicBezTo>
                  <a:pt x="225" y="236"/>
                  <a:pt x="226" y="238"/>
                  <a:pt x="225" y="241"/>
                </a:cubicBezTo>
                <a:cubicBezTo>
                  <a:pt x="224" y="243"/>
                  <a:pt x="223" y="243"/>
                  <a:pt x="219" y="243"/>
                </a:cubicBezTo>
                <a:cubicBezTo>
                  <a:pt x="215" y="243"/>
                  <a:pt x="211" y="246"/>
                  <a:pt x="210" y="247"/>
                </a:cubicBezTo>
                <a:cubicBezTo>
                  <a:pt x="209" y="249"/>
                  <a:pt x="209" y="250"/>
                  <a:pt x="210" y="253"/>
                </a:cubicBezTo>
                <a:cubicBezTo>
                  <a:pt x="211" y="257"/>
                  <a:pt x="205" y="256"/>
                  <a:pt x="204" y="256"/>
                </a:cubicBezTo>
                <a:cubicBezTo>
                  <a:pt x="203" y="256"/>
                  <a:pt x="200" y="257"/>
                  <a:pt x="199" y="258"/>
                </a:cubicBezTo>
                <a:cubicBezTo>
                  <a:pt x="198" y="259"/>
                  <a:pt x="196" y="270"/>
                  <a:pt x="194" y="270"/>
                </a:cubicBezTo>
                <a:cubicBezTo>
                  <a:pt x="192" y="270"/>
                  <a:pt x="189" y="272"/>
                  <a:pt x="186" y="273"/>
                </a:cubicBezTo>
                <a:cubicBezTo>
                  <a:pt x="184" y="274"/>
                  <a:pt x="181" y="274"/>
                  <a:pt x="178" y="273"/>
                </a:cubicBezTo>
                <a:cubicBezTo>
                  <a:pt x="175" y="272"/>
                  <a:pt x="172" y="274"/>
                  <a:pt x="169" y="276"/>
                </a:cubicBezTo>
                <a:cubicBezTo>
                  <a:pt x="167" y="278"/>
                  <a:pt x="170" y="285"/>
                  <a:pt x="169" y="288"/>
                </a:cubicBezTo>
                <a:cubicBezTo>
                  <a:pt x="168" y="291"/>
                  <a:pt x="165" y="293"/>
                  <a:pt x="165" y="295"/>
                </a:cubicBezTo>
                <a:cubicBezTo>
                  <a:pt x="164" y="297"/>
                  <a:pt x="167" y="303"/>
                  <a:pt x="166" y="305"/>
                </a:cubicBezTo>
                <a:cubicBezTo>
                  <a:pt x="165" y="307"/>
                  <a:pt x="159" y="309"/>
                  <a:pt x="156" y="312"/>
                </a:cubicBezTo>
                <a:cubicBezTo>
                  <a:pt x="153" y="314"/>
                  <a:pt x="157" y="314"/>
                  <a:pt x="159" y="316"/>
                </a:cubicBezTo>
                <a:cubicBezTo>
                  <a:pt x="161" y="318"/>
                  <a:pt x="162" y="318"/>
                  <a:pt x="168" y="327"/>
                </a:cubicBezTo>
                <a:cubicBezTo>
                  <a:pt x="174" y="336"/>
                  <a:pt x="176" y="336"/>
                  <a:pt x="177" y="338"/>
                </a:cubicBezTo>
                <a:cubicBezTo>
                  <a:pt x="178" y="340"/>
                  <a:pt x="181" y="346"/>
                  <a:pt x="183" y="350"/>
                </a:cubicBezTo>
                <a:cubicBezTo>
                  <a:pt x="185" y="353"/>
                  <a:pt x="191" y="359"/>
                  <a:pt x="191" y="360"/>
                </a:cubicBezTo>
                <a:cubicBezTo>
                  <a:pt x="192" y="361"/>
                  <a:pt x="193" y="366"/>
                  <a:pt x="194" y="368"/>
                </a:cubicBezTo>
                <a:cubicBezTo>
                  <a:pt x="195" y="369"/>
                  <a:pt x="199" y="372"/>
                  <a:pt x="199" y="374"/>
                </a:cubicBezTo>
                <a:cubicBezTo>
                  <a:pt x="199" y="375"/>
                  <a:pt x="196" y="379"/>
                  <a:pt x="194" y="380"/>
                </a:cubicBezTo>
                <a:cubicBezTo>
                  <a:pt x="191" y="382"/>
                  <a:pt x="193" y="385"/>
                  <a:pt x="193" y="387"/>
                </a:cubicBezTo>
                <a:cubicBezTo>
                  <a:pt x="193" y="389"/>
                  <a:pt x="194" y="393"/>
                  <a:pt x="194" y="396"/>
                </a:cubicBezTo>
                <a:cubicBezTo>
                  <a:pt x="195" y="400"/>
                  <a:pt x="192" y="401"/>
                  <a:pt x="191" y="402"/>
                </a:cubicBezTo>
                <a:cubicBezTo>
                  <a:pt x="190" y="403"/>
                  <a:pt x="190" y="410"/>
                  <a:pt x="190" y="412"/>
                </a:cubicBezTo>
                <a:cubicBezTo>
                  <a:pt x="190" y="414"/>
                  <a:pt x="192" y="420"/>
                  <a:pt x="196" y="425"/>
                </a:cubicBezTo>
                <a:cubicBezTo>
                  <a:pt x="201" y="431"/>
                  <a:pt x="211" y="436"/>
                  <a:pt x="215" y="443"/>
                </a:cubicBezTo>
                <a:cubicBezTo>
                  <a:pt x="219" y="449"/>
                  <a:pt x="219" y="451"/>
                  <a:pt x="219" y="461"/>
                </a:cubicBezTo>
                <a:cubicBezTo>
                  <a:pt x="219" y="471"/>
                  <a:pt x="219" y="467"/>
                  <a:pt x="219" y="471"/>
                </a:cubicBezTo>
                <a:cubicBezTo>
                  <a:pt x="220" y="475"/>
                  <a:pt x="223" y="480"/>
                  <a:pt x="224" y="486"/>
                </a:cubicBezTo>
                <a:cubicBezTo>
                  <a:pt x="225" y="492"/>
                  <a:pt x="225" y="497"/>
                  <a:pt x="226" y="499"/>
                </a:cubicBezTo>
                <a:cubicBezTo>
                  <a:pt x="227" y="502"/>
                  <a:pt x="228" y="507"/>
                  <a:pt x="228" y="510"/>
                </a:cubicBezTo>
                <a:cubicBezTo>
                  <a:pt x="227" y="512"/>
                  <a:pt x="226" y="514"/>
                  <a:pt x="225" y="516"/>
                </a:cubicBezTo>
                <a:cubicBezTo>
                  <a:pt x="224" y="519"/>
                  <a:pt x="222" y="526"/>
                  <a:pt x="220" y="529"/>
                </a:cubicBezTo>
                <a:cubicBezTo>
                  <a:pt x="218" y="531"/>
                  <a:pt x="215" y="535"/>
                  <a:pt x="213" y="537"/>
                </a:cubicBezTo>
                <a:cubicBezTo>
                  <a:pt x="212" y="540"/>
                  <a:pt x="211" y="544"/>
                  <a:pt x="210" y="548"/>
                </a:cubicBezTo>
                <a:cubicBezTo>
                  <a:pt x="209" y="551"/>
                  <a:pt x="205" y="560"/>
                  <a:pt x="205" y="561"/>
                </a:cubicBezTo>
                <a:cubicBezTo>
                  <a:pt x="204" y="561"/>
                  <a:pt x="202" y="562"/>
                  <a:pt x="202" y="562"/>
                </a:cubicBezTo>
                <a:cubicBezTo>
                  <a:pt x="202" y="562"/>
                  <a:pt x="201" y="560"/>
                  <a:pt x="201" y="557"/>
                </a:cubicBezTo>
                <a:cubicBezTo>
                  <a:pt x="201" y="554"/>
                  <a:pt x="202" y="550"/>
                  <a:pt x="200" y="548"/>
                </a:cubicBezTo>
                <a:cubicBezTo>
                  <a:pt x="198" y="546"/>
                  <a:pt x="198" y="544"/>
                  <a:pt x="198" y="543"/>
                </a:cubicBezTo>
                <a:cubicBezTo>
                  <a:pt x="199" y="542"/>
                  <a:pt x="203" y="541"/>
                  <a:pt x="204" y="539"/>
                </a:cubicBezTo>
                <a:cubicBezTo>
                  <a:pt x="205" y="537"/>
                  <a:pt x="208" y="536"/>
                  <a:pt x="206" y="532"/>
                </a:cubicBezTo>
                <a:cubicBezTo>
                  <a:pt x="204" y="529"/>
                  <a:pt x="202" y="528"/>
                  <a:pt x="204" y="526"/>
                </a:cubicBezTo>
                <a:cubicBezTo>
                  <a:pt x="205" y="524"/>
                  <a:pt x="208" y="523"/>
                  <a:pt x="209" y="521"/>
                </a:cubicBezTo>
                <a:cubicBezTo>
                  <a:pt x="210" y="520"/>
                  <a:pt x="207" y="514"/>
                  <a:pt x="207" y="513"/>
                </a:cubicBezTo>
                <a:cubicBezTo>
                  <a:pt x="206" y="513"/>
                  <a:pt x="207" y="511"/>
                  <a:pt x="208" y="510"/>
                </a:cubicBezTo>
                <a:cubicBezTo>
                  <a:pt x="209" y="509"/>
                  <a:pt x="209" y="505"/>
                  <a:pt x="207" y="503"/>
                </a:cubicBezTo>
                <a:cubicBezTo>
                  <a:pt x="205" y="502"/>
                  <a:pt x="203" y="501"/>
                  <a:pt x="203" y="499"/>
                </a:cubicBezTo>
                <a:cubicBezTo>
                  <a:pt x="203" y="497"/>
                  <a:pt x="203" y="495"/>
                  <a:pt x="204" y="493"/>
                </a:cubicBezTo>
                <a:cubicBezTo>
                  <a:pt x="204" y="492"/>
                  <a:pt x="206" y="491"/>
                  <a:pt x="205" y="489"/>
                </a:cubicBezTo>
                <a:cubicBezTo>
                  <a:pt x="204" y="486"/>
                  <a:pt x="203" y="485"/>
                  <a:pt x="201" y="483"/>
                </a:cubicBezTo>
                <a:cubicBezTo>
                  <a:pt x="200" y="481"/>
                  <a:pt x="199" y="481"/>
                  <a:pt x="199" y="478"/>
                </a:cubicBezTo>
                <a:cubicBezTo>
                  <a:pt x="199" y="476"/>
                  <a:pt x="199" y="467"/>
                  <a:pt x="198" y="466"/>
                </a:cubicBezTo>
                <a:cubicBezTo>
                  <a:pt x="198" y="465"/>
                  <a:pt x="195" y="463"/>
                  <a:pt x="195" y="461"/>
                </a:cubicBezTo>
                <a:cubicBezTo>
                  <a:pt x="194" y="458"/>
                  <a:pt x="194" y="456"/>
                  <a:pt x="194" y="455"/>
                </a:cubicBezTo>
                <a:cubicBezTo>
                  <a:pt x="193" y="454"/>
                  <a:pt x="191" y="453"/>
                  <a:pt x="190" y="455"/>
                </a:cubicBezTo>
                <a:cubicBezTo>
                  <a:pt x="190" y="457"/>
                  <a:pt x="190" y="459"/>
                  <a:pt x="188" y="458"/>
                </a:cubicBezTo>
                <a:cubicBezTo>
                  <a:pt x="187" y="457"/>
                  <a:pt x="186" y="456"/>
                  <a:pt x="186" y="454"/>
                </a:cubicBezTo>
                <a:cubicBezTo>
                  <a:pt x="186" y="452"/>
                  <a:pt x="185" y="451"/>
                  <a:pt x="185" y="448"/>
                </a:cubicBezTo>
                <a:cubicBezTo>
                  <a:pt x="184" y="445"/>
                  <a:pt x="185" y="440"/>
                  <a:pt x="185" y="439"/>
                </a:cubicBezTo>
                <a:cubicBezTo>
                  <a:pt x="184" y="438"/>
                  <a:pt x="183" y="435"/>
                  <a:pt x="181" y="432"/>
                </a:cubicBezTo>
                <a:cubicBezTo>
                  <a:pt x="180" y="429"/>
                  <a:pt x="180" y="425"/>
                  <a:pt x="181" y="424"/>
                </a:cubicBezTo>
                <a:cubicBezTo>
                  <a:pt x="181" y="424"/>
                  <a:pt x="180" y="421"/>
                  <a:pt x="178" y="421"/>
                </a:cubicBezTo>
                <a:cubicBezTo>
                  <a:pt x="176" y="420"/>
                  <a:pt x="175" y="419"/>
                  <a:pt x="175" y="416"/>
                </a:cubicBezTo>
                <a:cubicBezTo>
                  <a:pt x="175" y="413"/>
                  <a:pt x="175" y="411"/>
                  <a:pt x="174" y="409"/>
                </a:cubicBezTo>
                <a:cubicBezTo>
                  <a:pt x="173" y="408"/>
                  <a:pt x="173" y="404"/>
                  <a:pt x="173" y="404"/>
                </a:cubicBezTo>
                <a:cubicBezTo>
                  <a:pt x="170" y="387"/>
                  <a:pt x="170" y="387"/>
                  <a:pt x="170" y="387"/>
                </a:cubicBezTo>
                <a:cubicBezTo>
                  <a:pt x="170" y="387"/>
                  <a:pt x="169" y="386"/>
                  <a:pt x="168" y="385"/>
                </a:cubicBezTo>
                <a:cubicBezTo>
                  <a:pt x="168" y="384"/>
                  <a:pt x="167" y="381"/>
                  <a:pt x="168" y="381"/>
                </a:cubicBezTo>
                <a:cubicBezTo>
                  <a:pt x="168" y="380"/>
                  <a:pt x="169" y="380"/>
                  <a:pt x="169" y="379"/>
                </a:cubicBezTo>
                <a:cubicBezTo>
                  <a:pt x="169" y="377"/>
                  <a:pt x="168" y="375"/>
                  <a:pt x="167" y="374"/>
                </a:cubicBezTo>
                <a:cubicBezTo>
                  <a:pt x="167" y="373"/>
                  <a:pt x="167" y="372"/>
                  <a:pt x="167" y="370"/>
                </a:cubicBezTo>
                <a:cubicBezTo>
                  <a:pt x="167" y="369"/>
                  <a:pt x="167" y="363"/>
                  <a:pt x="165" y="365"/>
                </a:cubicBezTo>
                <a:cubicBezTo>
                  <a:pt x="164" y="366"/>
                  <a:pt x="163" y="370"/>
                  <a:pt x="161" y="370"/>
                </a:cubicBezTo>
                <a:cubicBezTo>
                  <a:pt x="160" y="370"/>
                  <a:pt x="158" y="370"/>
                  <a:pt x="157" y="368"/>
                </a:cubicBezTo>
                <a:cubicBezTo>
                  <a:pt x="156" y="366"/>
                  <a:pt x="156" y="366"/>
                  <a:pt x="155" y="363"/>
                </a:cubicBezTo>
                <a:cubicBezTo>
                  <a:pt x="154" y="361"/>
                  <a:pt x="150" y="352"/>
                  <a:pt x="149" y="350"/>
                </a:cubicBezTo>
                <a:cubicBezTo>
                  <a:pt x="147" y="348"/>
                  <a:pt x="145" y="344"/>
                  <a:pt x="143" y="342"/>
                </a:cubicBezTo>
                <a:cubicBezTo>
                  <a:pt x="142" y="340"/>
                  <a:pt x="139" y="339"/>
                  <a:pt x="139" y="340"/>
                </a:cubicBezTo>
                <a:cubicBezTo>
                  <a:pt x="139" y="340"/>
                  <a:pt x="138" y="344"/>
                  <a:pt x="139" y="346"/>
                </a:cubicBezTo>
                <a:cubicBezTo>
                  <a:pt x="139" y="348"/>
                  <a:pt x="142" y="350"/>
                  <a:pt x="142" y="352"/>
                </a:cubicBezTo>
                <a:cubicBezTo>
                  <a:pt x="143" y="353"/>
                  <a:pt x="143" y="355"/>
                  <a:pt x="142" y="357"/>
                </a:cubicBezTo>
                <a:cubicBezTo>
                  <a:pt x="141" y="359"/>
                  <a:pt x="141" y="362"/>
                  <a:pt x="140" y="363"/>
                </a:cubicBezTo>
                <a:cubicBezTo>
                  <a:pt x="140" y="364"/>
                  <a:pt x="137" y="364"/>
                  <a:pt x="137" y="365"/>
                </a:cubicBezTo>
                <a:cubicBezTo>
                  <a:pt x="136" y="366"/>
                  <a:pt x="135" y="368"/>
                  <a:pt x="134" y="368"/>
                </a:cubicBezTo>
                <a:cubicBezTo>
                  <a:pt x="133" y="369"/>
                  <a:pt x="129" y="366"/>
                  <a:pt x="128" y="364"/>
                </a:cubicBezTo>
                <a:cubicBezTo>
                  <a:pt x="127" y="363"/>
                  <a:pt x="126" y="360"/>
                  <a:pt x="125" y="361"/>
                </a:cubicBezTo>
                <a:cubicBezTo>
                  <a:pt x="124" y="363"/>
                  <a:pt x="124" y="366"/>
                  <a:pt x="125" y="368"/>
                </a:cubicBezTo>
                <a:cubicBezTo>
                  <a:pt x="126" y="369"/>
                  <a:pt x="130" y="371"/>
                  <a:pt x="129" y="372"/>
                </a:cubicBezTo>
                <a:cubicBezTo>
                  <a:pt x="128" y="373"/>
                  <a:pt x="130" y="373"/>
                  <a:pt x="126" y="374"/>
                </a:cubicBezTo>
                <a:cubicBezTo>
                  <a:pt x="123" y="375"/>
                  <a:pt x="120" y="373"/>
                  <a:pt x="118" y="373"/>
                </a:cubicBezTo>
                <a:cubicBezTo>
                  <a:pt x="117" y="373"/>
                  <a:pt x="116" y="375"/>
                  <a:pt x="115" y="376"/>
                </a:cubicBezTo>
                <a:cubicBezTo>
                  <a:pt x="114" y="378"/>
                  <a:pt x="110" y="381"/>
                  <a:pt x="109" y="381"/>
                </a:cubicBezTo>
                <a:cubicBezTo>
                  <a:pt x="108" y="382"/>
                  <a:pt x="107" y="384"/>
                  <a:pt x="105" y="384"/>
                </a:cubicBezTo>
                <a:cubicBezTo>
                  <a:pt x="104" y="385"/>
                  <a:pt x="99" y="385"/>
                  <a:pt x="98" y="385"/>
                </a:cubicBezTo>
                <a:cubicBezTo>
                  <a:pt x="96" y="385"/>
                  <a:pt x="94" y="384"/>
                  <a:pt x="94" y="385"/>
                </a:cubicBezTo>
                <a:cubicBezTo>
                  <a:pt x="94" y="386"/>
                  <a:pt x="91" y="387"/>
                  <a:pt x="90" y="387"/>
                </a:cubicBezTo>
                <a:cubicBezTo>
                  <a:pt x="89" y="387"/>
                  <a:pt x="86" y="383"/>
                  <a:pt x="85" y="384"/>
                </a:cubicBezTo>
                <a:cubicBezTo>
                  <a:pt x="85" y="384"/>
                  <a:pt x="85" y="385"/>
                  <a:pt x="84" y="386"/>
                </a:cubicBezTo>
                <a:cubicBezTo>
                  <a:pt x="84" y="387"/>
                  <a:pt x="81" y="385"/>
                  <a:pt x="80" y="386"/>
                </a:cubicBezTo>
                <a:cubicBezTo>
                  <a:pt x="80" y="387"/>
                  <a:pt x="81" y="393"/>
                  <a:pt x="79" y="393"/>
                </a:cubicBezTo>
                <a:cubicBezTo>
                  <a:pt x="77" y="393"/>
                  <a:pt x="76" y="393"/>
                  <a:pt x="76" y="391"/>
                </a:cubicBezTo>
                <a:cubicBezTo>
                  <a:pt x="75" y="390"/>
                  <a:pt x="75" y="386"/>
                  <a:pt x="76" y="385"/>
                </a:cubicBezTo>
                <a:cubicBezTo>
                  <a:pt x="76" y="384"/>
                  <a:pt x="77" y="382"/>
                  <a:pt x="79" y="380"/>
                </a:cubicBezTo>
                <a:cubicBezTo>
                  <a:pt x="81" y="379"/>
                  <a:pt x="82" y="377"/>
                  <a:pt x="83" y="376"/>
                </a:cubicBezTo>
                <a:cubicBezTo>
                  <a:pt x="83" y="374"/>
                  <a:pt x="83" y="370"/>
                  <a:pt x="83" y="370"/>
                </a:cubicBezTo>
                <a:cubicBezTo>
                  <a:pt x="83" y="369"/>
                  <a:pt x="82" y="364"/>
                  <a:pt x="81" y="367"/>
                </a:cubicBezTo>
                <a:cubicBezTo>
                  <a:pt x="80" y="370"/>
                  <a:pt x="80" y="374"/>
                  <a:pt x="79" y="375"/>
                </a:cubicBezTo>
                <a:cubicBezTo>
                  <a:pt x="78" y="377"/>
                  <a:pt x="77" y="377"/>
                  <a:pt x="76" y="379"/>
                </a:cubicBezTo>
                <a:cubicBezTo>
                  <a:pt x="74" y="380"/>
                  <a:pt x="73" y="380"/>
                  <a:pt x="73" y="383"/>
                </a:cubicBezTo>
                <a:cubicBezTo>
                  <a:pt x="72" y="385"/>
                  <a:pt x="72" y="386"/>
                  <a:pt x="71" y="387"/>
                </a:cubicBezTo>
                <a:cubicBezTo>
                  <a:pt x="69" y="387"/>
                  <a:pt x="68" y="387"/>
                  <a:pt x="68" y="385"/>
                </a:cubicBezTo>
                <a:cubicBezTo>
                  <a:pt x="68" y="383"/>
                  <a:pt x="70" y="381"/>
                  <a:pt x="70" y="380"/>
                </a:cubicBezTo>
                <a:cubicBezTo>
                  <a:pt x="69" y="378"/>
                  <a:pt x="68" y="377"/>
                  <a:pt x="68" y="374"/>
                </a:cubicBezTo>
                <a:cubicBezTo>
                  <a:pt x="69" y="371"/>
                  <a:pt x="70" y="370"/>
                  <a:pt x="70" y="367"/>
                </a:cubicBezTo>
                <a:cubicBezTo>
                  <a:pt x="70" y="365"/>
                  <a:pt x="70" y="360"/>
                  <a:pt x="70" y="357"/>
                </a:cubicBezTo>
                <a:cubicBezTo>
                  <a:pt x="71" y="355"/>
                  <a:pt x="71" y="354"/>
                  <a:pt x="72" y="352"/>
                </a:cubicBezTo>
                <a:cubicBezTo>
                  <a:pt x="73" y="350"/>
                  <a:pt x="74" y="349"/>
                  <a:pt x="75" y="348"/>
                </a:cubicBezTo>
                <a:cubicBezTo>
                  <a:pt x="77" y="346"/>
                  <a:pt x="77" y="345"/>
                  <a:pt x="77" y="344"/>
                </a:cubicBezTo>
                <a:cubicBezTo>
                  <a:pt x="77" y="343"/>
                  <a:pt x="77" y="339"/>
                  <a:pt x="76" y="337"/>
                </a:cubicBezTo>
                <a:cubicBezTo>
                  <a:pt x="75" y="336"/>
                  <a:pt x="72" y="332"/>
                  <a:pt x="72" y="331"/>
                </a:cubicBezTo>
                <a:cubicBezTo>
                  <a:pt x="72" y="331"/>
                  <a:pt x="71" y="326"/>
                  <a:pt x="71" y="326"/>
                </a:cubicBezTo>
                <a:cubicBezTo>
                  <a:pt x="70" y="319"/>
                  <a:pt x="70" y="319"/>
                  <a:pt x="70" y="319"/>
                </a:cubicBezTo>
                <a:cubicBezTo>
                  <a:pt x="70" y="319"/>
                  <a:pt x="67" y="316"/>
                  <a:pt x="67" y="315"/>
                </a:cubicBezTo>
                <a:cubicBezTo>
                  <a:pt x="67" y="315"/>
                  <a:pt x="66" y="312"/>
                  <a:pt x="65" y="311"/>
                </a:cubicBezTo>
                <a:cubicBezTo>
                  <a:pt x="65" y="311"/>
                  <a:pt x="63" y="310"/>
                  <a:pt x="63" y="308"/>
                </a:cubicBezTo>
                <a:cubicBezTo>
                  <a:pt x="63" y="307"/>
                  <a:pt x="63" y="304"/>
                  <a:pt x="62" y="302"/>
                </a:cubicBezTo>
                <a:cubicBezTo>
                  <a:pt x="61" y="301"/>
                  <a:pt x="58" y="298"/>
                  <a:pt x="57" y="296"/>
                </a:cubicBezTo>
                <a:cubicBezTo>
                  <a:pt x="57" y="295"/>
                  <a:pt x="57" y="292"/>
                  <a:pt x="56" y="290"/>
                </a:cubicBezTo>
                <a:cubicBezTo>
                  <a:pt x="55" y="287"/>
                  <a:pt x="53" y="284"/>
                  <a:pt x="53" y="285"/>
                </a:cubicBezTo>
                <a:cubicBezTo>
                  <a:pt x="52" y="286"/>
                  <a:pt x="52" y="287"/>
                  <a:pt x="52" y="290"/>
                </a:cubicBezTo>
                <a:cubicBezTo>
                  <a:pt x="52" y="294"/>
                  <a:pt x="53" y="295"/>
                  <a:pt x="53" y="297"/>
                </a:cubicBezTo>
                <a:cubicBezTo>
                  <a:pt x="52" y="298"/>
                  <a:pt x="50" y="300"/>
                  <a:pt x="48" y="298"/>
                </a:cubicBezTo>
                <a:cubicBezTo>
                  <a:pt x="47" y="297"/>
                  <a:pt x="46" y="295"/>
                  <a:pt x="43" y="295"/>
                </a:cubicBezTo>
                <a:cubicBezTo>
                  <a:pt x="41" y="294"/>
                  <a:pt x="40" y="293"/>
                  <a:pt x="39" y="292"/>
                </a:cubicBezTo>
                <a:cubicBezTo>
                  <a:pt x="38" y="290"/>
                  <a:pt x="37" y="287"/>
                  <a:pt x="36" y="286"/>
                </a:cubicBezTo>
                <a:cubicBezTo>
                  <a:pt x="35" y="285"/>
                  <a:pt x="32" y="281"/>
                  <a:pt x="32" y="281"/>
                </a:cubicBezTo>
                <a:cubicBezTo>
                  <a:pt x="32" y="280"/>
                  <a:pt x="33" y="278"/>
                  <a:pt x="33" y="279"/>
                </a:cubicBezTo>
                <a:cubicBezTo>
                  <a:pt x="34" y="279"/>
                  <a:pt x="39" y="283"/>
                  <a:pt x="40" y="284"/>
                </a:cubicBezTo>
                <a:cubicBezTo>
                  <a:pt x="41" y="285"/>
                  <a:pt x="45" y="287"/>
                  <a:pt x="44" y="285"/>
                </a:cubicBezTo>
                <a:cubicBezTo>
                  <a:pt x="44" y="283"/>
                  <a:pt x="42" y="282"/>
                  <a:pt x="42" y="280"/>
                </a:cubicBezTo>
                <a:cubicBezTo>
                  <a:pt x="41" y="279"/>
                  <a:pt x="42" y="276"/>
                  <a:pt x="42" y="276"/>
                </a:cubicBezTo>
                <a:cubicBezTo>
                  <a:pt x="43" y="276"/>
                  <a:pt x="44" y="276"/>
                  <a:pt x="45" y="278"/>
                </a:cubicBezTo>
                <a:cubicBezTo>
                  <a:pt x="46" y="279"/>
                  <a:pt x="47" y="280"/>
                  <a:pt x="48" y="278"/>
                </a:cubicBezTo>
                <a:cubicBezTo>
                  <a:pt x="48" y="277"/>
                  <a:pt x="50" y="275"/>
                  <a:pt x="49" y="273"/>
                </a:cubicBezTo>
                <a:cubicBezTo>
                  <a:pt x="48" y="271"/>
                  <a:pt x="46" y="268"/>
                  <a:pt x="45" y="267"/>
                </a:cubicBezTo>
                <a:cubicBezTo>
                  <a:pt x="43" y="265"/>
                  <a:pt x="41" y="265"/>
                  <a:pt x="39" y="264"/>
                </a:cubicBezTo>
                <a:cubicBezTo>
                  <a:pt x="36" y="264"/>
                  <a:pt x="35" y="264"/>
                  <a:pt x="34" y="263"/>
                </a:cubicBezTo>
                <a:cubicBezTo>
                  <a:pt x="34" y="262"/>
                  <a:pt x="33" y="260"/>
                  <a:pt x="32" y="260"/>
                </a:cubicBezTo>
                <a:cubicBezTo>
                  <a:pt x="30" y="260"/>
                  <a:pt x="29" y="259"/>
                  <a:pt x="29" y="258"/>
                </a:cubicBezTo>
                <a:cubicBezTo>
                  <a:pt x="29" y="257"/>
                  <a:pt x="28" y="255"/>
                  <a:pt x="27" y="256"/>
                </a:cubicBezTo>
                <a:cubicBezTo>
                  <a:pt x="27" y="257"/>
                  <a:pt x="28" y="259"/>
                  <a:pt x="26" y="260"/>
                </a:cubicBezTo>
                <a:cubicBezTo>
                  <a:pt x="23" y="260"/>
                  <a:pt x="20" y="260"/>
                  <a:pt x="20" y="259"/>
                </a:cubicBezTo>
                <a:cubicBezTo>
                  <a:pt x="19" y="259"/>
                  <a:pt x="21" y="256"/>
                  <a:pt x="22" y="255"/>
                </a:cubicBezTo>
                <a:cubicBezTo>
                  <a:pt x="23" y="255"/>
                  <a:pt x="25" y="253"/>
                  <a:pt x="23" y="253"/>
                </a:cubicBezTo>
                <a:cubicBezTo>
                  <a:pt x="21" y="253"/>
                  <a:pt x="19" y="252"/>
                  <a:pt x="18" y="252"/>
                </a:cubicBezTo>
                <a:cubicBezTo>
                  <a:pt x="18" y="252"/>
                  <a:pt x="16" y="249"/>
                  <a:pt x="16" y="250"/>
                </a:cubicBezTo>
                <a:cubicBezTo>
                  <a:pt x="15" y="250"/>
                  <a:pt x="16" y="253"/>
                  <a:pt x="15" y="254"/>
                </a:cubicBezTo>
                <a:cubicBezTo>
                  <a:pt x="13" y="254"/>
                  <a:pt x="8" y="249"/>
                  <a:pt x="7" y="248"/>
                </a:cubicBezTo>
                <a:cubicBezTo>
                  <a:pt x="6" y="247"/>
                  <a:pt x="4" y="245"/>
                  <a:pt x="4" y="243"/>
                </a:cubicBezTo>
                <a:cubicBezTo>
                  <a:pt x="3" y="240"/>
                  <a:pt x="2" y="239"/>
                  <a:pt x="2" y="238"/>
                </a:cubicBezTo>
                <a:cubicBezTo>
                  <a:pt x="2" y="237"/>
                  <a:pt x="1" y="234"/>
                  <a:pt x="1" y="234"/>
                </a:cubicBezTo>
                <a:cubicBezTo>
                  <a:pt x="1" y="234"/>
                  <a:pt x="0" y="228"/>
                  <a:pt x="1" y="226"/>
                </a:cubicBezTo>
                <a:cubicBezTo>
                  <a:pt x="1" y="225"/>
                  <a:pt x="2" y="221"/>
                  <a:pt x="4" y="220"/>
                </a:cubicBezTo>
                <a:cubicBezTo>
                  <a:pt x="7" y="218"/>
                  <a:pt x="13" y="214"/>
                  <a:pt x="13" y="211"/>
                </a:cubicBezTo>
                <a:cubicBezTo>
                  <a:pt x="13" y="208"/>
                  <a:pt x="12" y="205"/>
                  <a:pt x="13" y="203"/>
                </a:cubicBezTo>
                <a:cubicBezTo>
                  <a:pt x="13" y="201"/>
                  <a:pt x="13" y="201"/>
                  <a:pt x="17" y="197"/>
                </a:cubicBezTo>
                <a:cubicBezTo>
                  <a:pt x="20" y="193"/>
                  <a:pt x="22" y="187"/>
                  <a:pt x="22" y="183"/>
                </a:cubicBezTo>
                <a:cubicBezTo>
                  <a:pt x="21" y="180"/>
                  <a:pt x="22" y="172"/>
                  <a:pt x="22" y="171"/>
                </a:cubicBezTo>
                <a:cubicBezTo>
                  <a:pt x="22" y="169"/>
                  <a:pt x="23" y="168"/>
                  <a:pt x="25" y="167"/>
                </a:cubicBezTo>
                <a:cubicBezTo>
                  <a:pt x="26" y="165"/>
                  <a:pt x="27" y="161"/>
                  <a:pt x="27" y="158"/>
                </a:cubicBezTo>
                <a:cubicBezTo>
                  <a:pt x="27" y="156"/>
                  <a:pt x="28" y="152"/>
                  <a:pt x="27" y="148"/>
                </a:cubicBezTo>
                <a:cubicBezTo>
                  <a:pt x="26" y="145"/>
                  <a:pt x="24" y="139"/>
                  <a:pt x="25" y="139"/>
                </a:cubicBezTo>
                <a:cubicBezTo>
                  <a:pt x="26" y="138"/>
                  <a:pt x="28" y="139"/>
                  <a:pt x="31" y="139"/>
                </a:cubicBezTo>
                <a:cubicBezTo>
                  <a:pt x="33" y="139"/>
                  <a:pt x="43" y="137"/>
                  <a:pt x="45" y="133"/>
                </a:cubicBezTo>
                <a:cubicBezTo>
                  <a:pt x="46" y="128"/>
                  <a:pt x="50" y="121"/>
                  <a:pt x="51" y="117"/>
                </a:cubicBezTo>
                <a:cubicBezTo>
                  <a:pt x="52" y="112"/>
                  <a:pt x="54" y="106"/>
                  <a:pt x="54" y="104"/>
                </a:cubicBezTo>
                <a:cubicBezTo>
                  <a:pt x="54" y="101"/>
                  <a:pt x="50" y="100"/>
                  <a:pt x="49" y="97"/>
                </a:cubicBezTo>
                <a:cubicBezTo>
                  <a:pt x="49" y="94"/>
                  <a:pt x="47" y="94"/>
                  <a:pt x="49" y="92"/>
                </a:cubicBezTo>
                <a:cubicBezTo>
                  <a:pt x="51" y="89"/>
                  <a:pt x="54" y="84"/>
                  <a:pt x="56" y="82"/>
                </a:cubicBezTo>
                <a:cubicBezTo>
                  <a:pt x="57" y="79"/>
                  <a:pt x="59" y="70"/>
                  <a:pt x="59" y="67"/>
                </a:cubicBezTo>
                <a:cubicBezTo>
                  <a:pt x="58" y="65"/>
                  <a:pt x="56" y="65"/>
                  <a:pt x="57" y="62"/>
                </a:cubicBezTo>
                <a:cubicBezTo>
                  <a:pt x="59" y="58"/>
                  <a:pt x="62" y="52"/>
                  <a:pt x="63" y="50"/>
                </a:cubicBezTo>
                <a:cubicBezTo>
                  <a:pt x="65" y="47"/>
                  <a:pt x="66" y="46"/>
                  <a:pt x="69" y="45"/>
                </a:cubicBezTo>
                <a:cubicBezTo>
                  <a:pt x="72" y="43"/>
                  <a:pt x="72" y="44"/>
                  <a:pt x="75" y="42"/>
                </a:cubicBezTo>
                <a:cubicBezTo>
                  <a:pt x="77" y="39"/>
                  <a:pt x="79" y="38"/>
                  <a:pt x="80" y="35"/>
                </a:cubicBezTo>
                <a:cubicBezTo>
                  <a:pt x="82" y="32"/>
                  <a:pt x="82" y="30"/>
                  <a:pt x="84" y="28"/>
                </a:cubicBezTo>
                <a:cubicBezTo>
                  <a:pt x="86" y="26"/>
                  <a:pt x="90" y="26"/>
                  <a:pt x="93" y="24"/>
                </a:cubicBezTo>
                <a:cubicBezTo>
                  <a:pt x="96" y="23"/>
                  <a:pt x="100" y="18"/>
                  <a:pt x="101" y="19"/>
                </a:cubicBezTo>
                <a:cubicBezTo>
                  <a:pt x="102" y="19"/>
                  <a:pt x="102" y="20"/>
                  <a:pt x="106" y="22"/>
                </a:cubicBezTo>
                <a:cubicBezTo>
                  <a:pt x="110" y="23"/>
                  <a:pt x="111" y="24"/>
                  <a:pt x="111" y="22"/>
                </a:cubicBezTo>
                <a:cubicBezTo>
                  <a:pt x="111" y="20"/>
                  <a:pt x="110" y="17"/>
                  <a:pt x="110" y="15"/>
                </a:cubicBezTo>
                <a:cubicBezTo>
                  <a:pt x="110" y="13"/>
                  <a:pt x="109" y="12"/>
                  <a:pt x="111" y="11"/>
                </a:cubicBezTo>
                <a:cubicBezTo>
                  <a:pt x="114" y="9"/>
                  <a:pt x="115" y="9"/>
                  <a:pt x="115" y="7"/>
                </a:cubicBezTo>
                <a:cubicBezTo>
                  <a:pt x="115" y="6"/>
                  <a:pt x="115" y="3"/>
                  <a:pt x="114" y="1"/>
                </a:cubicBezTo>
                <a:cubicBezTo>
                  <a:pt x="116" y="1"/>
                  <a:pt x="117" y="0"/>
                  <a:pt x="117" y="0"/>
                </a:cubicBezTo>
                <a:cubicBezTo>
                  <a:pt x="117" y="0"/>
                  <a:pt x="123" y="2"/>
                  <a:pt x="124" y="1"/>
                </a:cubicBezTo>
                <a:cubicBezTo>
                  <a:pt x="126" y="1"/>
                  <a:pt x="130" y="0"/>
                  <a:pt x="130" y="0"/>
                </a:cubicBezTo>
                <a:cubicBezTo>
                  <a:pt x="130" y="0"/>
                  <a:pt x="139" y="4"/>
                  <a:pt x="139" y="5"/>
                </a:cubicBezTo>
                <a:cubicBezTo>
                  <a:pt x="139" y="7"/>
                  <a:pt x="145" y="12"/>
                  <a:pt x="145" y="14"/>
                </a:cubicBezTo>
                <a:cubicBezTo>
                  <a:pt x="146" y="16"/>
                  <a:pt x="148" y="17"/>
                  <a:pt x="154" y="22"/>
                </a:cubicBezTo>
                <a:cubicBezTo>
                  <a:pt x="159" y="28"/>
                  <a:pt x="156" y="30"/>
                  <a:pt x="157" y="36"/>
                </a:cubicBezTo>
                <a:cubicBezTo>
                  <a:pt x="158" y="41"/>
                  <a:pt x="160" y="43"/>
                  <a:pt x="161" y="47"/>
                </a:cubicBezTo>
                <a:cubicBezTo>
                  <a:pt x="162" y="51"/>
                  <a:pt x="162" y="58"/>
                  <a:pt x="162" y="62"/>
                </a:cubicBezTo>
                <a:cubicBezTo>
                  <a:pt x="162" y="65"/>
                  <a:pt x="155" y="75"/>
                  <a:pt x="154" y="76"/>
                </a:cubicBezTo>
                <a:cubicBezTo>
                  <a:pt x="153" y="77"/>
                  <a:pt x="151" y="82"/>
                  <a:pt x="150" y="84"/>
                </a:cubicBezTo>
                <a:cubicBezTo>
                  <a:pt x="149" y="85"/>
                  <a:pt x="151" y="93"/>
                  <a:pt x="150" y="94"/>
                </a:cubicBezTo>
                <a:cubicBezTo>
                  <a:pt x="149" y="95"/>
                  <a:pt x="144" y="95"/>
                  <a:pt x="143" y="95"/>
                </a:cubicBezTo>
                <a:cubicBezTo>
                  <a:pt x="142" y="96"/>
                  <a:pt x="141" y="100"/>
                  <a:pt x="140" y="104"/>
                </a:cubicBezTo>
                <a:cubicBezTo>
                  <a:pt x="138" y="108"/>
                  <a:pt x="139" y="113"/>
                  <a:pt x="140" y="115"/>
                </a:cubicBezTo>
                <a:cubicBezTo>
                  <a:pt x="140" y="116"/>
                  <a:pt x="145" y="120"/>
                  <a:pt x="148" y="123"/>
                </a:cubicBezTo>
                <a:cubicBezTo>
                  <a:pt x="150" y="126"/>
                  <a:pt x="148" y="132"/>
                  <a:pt x="148" y="136"/>
                </a:cubicBezTo>
                <a:cubicBezTo>
                  <a:pt x="148" y="139"/>
                  <a:pt x="157" y="135"/>
                  <a:pt x="159" y="133"/>
                </a:cubicBezTo>
                <a:cubicBezTo>
                  <a:pt x="162" y="132"/>
                  <a:pt x="169" y="130"/>
                  <a:pt x="169" y="130"/>
                </a:cubicBezTo>
                <a:cubicBezTo>
                  <a:pt x="169" y="130"/>
                  <a:pt x="171" y="138"/>
                  <a:pt x="171" y="139"/>
                </a:cubicBezTo>
                <a:cubicBezTo>
                  <a:pt x="171" y="141"/>
                  <a:pt x="180" y="141"/>
                  <a:pt x="182" y="142"/>
                </a:cubicBezTo>
                <a:cubicBezTo>
                  <a:pt x="185" y="143"/>
                  <a:pt x="183" y="149"/>
                  <a:pt x="183" y="152"/>
                </a:cubicBezTo>
                <a:cubicBezTo>
                  <a:pt x="182" y="156"/>
                  <a:pt x="189" y="156"/>
                  <a:pt x="189" y="157"/>
                </a:cubicBezTo>
                <a:cubicBezTo>
                  <a:pt x="190" y="157"/>
                  <a:pt x="192" y="160"/>
                  <a:pt x="194" y="159"/>
                </a:cubicBezTo>
                <a:cubicBezTo>
                  <a:pt x="196" y="158"/>
                  <a:pt x="200" y="159"/>
                  <a:pt x="201" y="159"/>
                </a:cubicBezTo>
                <a:cubicBezTo>
                  <a:pt x="203" y="160"/>
                  <a:pt x="205" y="163"/>
                  <a:pt x="205" y="166"/>
                </a:cubicBezTo>
                <a:cubicBezTo>
                  <a:pt x="205" y="170"/>
                  <a:pt x="204" y="174"/>
                  <a:pt x="202" y="179"/>
                </a:cubicBezTo>
                <a:cubicBezTo>
                  <a:pt x="200" y="183"/>
                  <a:pt x="194" y="186"/>
                  <a:pt x="193" y="188"/>
                </a:cubicBezTo>
                <a:cubicBezTo>
                  <a:pt x="191" y="190"/>
                  <a:pt x="194" y="192"/>
                  <a:pt x="196" y="192"/>
                </a:cubicBezTo>
                <a:cubicBezTo>
                  <a:pt x="198" y="192"/>
                  <a:pt x="205" y="192"/>
                  <a:pt x="210" y="192"/>
                </a:cubicBezTo>
                <a:cubicBezTo>
                  <a:pt x="214" y="192"/>
                  <a:pt x="215" y="194"/>
                  <a:pt x="216" y="197"/>
                </a:cubicBezTo>
                <a:cubicBezTo>
                  <a:pt x="217" y="199"/>
                  <a:pt x="218" y="204"/>
                  <a:pt x="219" y="208"/>
                </a:cubicBezTo>
                <a:cubicBezTo>
                  <a:pt x="221" y="212"/>
                  <a:pt x="223" y="210"/>
                  <a:pt x="228" y="209"/>
                </a:cubicBezTo>
                <a:cubicBezTo>
                  <a:pt x="234" y="207"/>
                  <a:pt x="237" y="206"/>
                  <a:pt x="241" y="204"/>
                </a:cubicBezTo>
                <a:cubicBezTo>
                  <a:pt x="245" y="201"/>
                  <a:pt x="251" y="203"/>
                  <a:pt x="252" y="205"/>
                </a:cubicBezTo>
                <a:cubicBezTo>
                  <a:pt x="253" y="206"/>
                  <a:pt x="252" y="209"/>
                  <a:pt x="251" y="210"/>
                </a:cubicBezTo>
                <a:close/>
                <a:moveTo>
                  <a:pt x="37" y="302"/>
                </a:moveTo>
                <a:cubicBezTo>
                  <a:pt x="38" y="305"/>
                  <a:pt x="38" y="306"/>
                  <a:pt x="40" y="307"/>
                </a:cubicBezTo>
                <a:cubicBezTo>
                  <a:pt x="43" y="308"/>
                  <a:pt x="46" y="308"/>
                  <a:pt x="46" y="305"/>
                </a:cubicBezTo>
                <a:cubicBezTo>
                  <a:pt x="46" y="303"/>
                  <a:pt x="43" y="299"/>
                  <a:pt x="41" y="299"/>
                </a:cubicBezTo>
                <a:cubicBezTo>
                  <a:pt x="40" y="298"/>
                  <a:pt x="35" y="299"/>
                  <a:pt x="37" y="302"/>
                </a:cubicBezTo>
                <a:close/>
              </a:path>
            </a:pathLst>
          </a:custGeom>
          <a:solidFill>
            <a:schemeClr val="accent4"/>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noEditPoints="1"/>
          </p:cNvSpPr>
          <p:nvPr/>
        </p:nvSpPr>
        <p:spPr bwMode="auto">
          <a:xfrm>
            <a:off x="2225675" y="3946525"/>
            <a:ext cx="2062163" cy="717550"/>
          </a:xfrm>
          <a:custGeom>
            <a:avLst/>
            <a:gdLst>
              <a:gd name="T0" fmla="*/ 321 w 541"/>
              <a:gd name="T1" fmla="*/ 146 h 188"/>
              <a:gd name="T2" fmla="*/ 475 w 541"/>
              <a:gd name="T3" fmla="*/ 3 h 188"/>
              <a:gd name="T4" fmla="*/ 479 w 541"/>
              <a:gd name="T5" fmla="*/ 6 h 188"/>
              <a:gd name="T6" fmla="*/ 479 w 541"/>
              <a:gd name="T7" fmla="*/ 1 h 188"/>
              <a:gd name="T8" fmla="*/ 519 w 541"/>
              <a:gd name="T9" fmla="*/ 75 h 188"/>
              <a:gd name="T10" fmla="*/ 521 w 541"/>
              <a:gd name="T11" fmla="*/ 76 h 188"/>
              <a:gd name="T12" fmla="*/ 532 w 541"/>
              <a:gd name="T13" fmla="*/ 53 h 188"/>
              <a:gd name="T14" fmla="*/ 520 w 541"/>
              <a:gd name="T15" fmla="*/ 50 h 188"/>
              <a:gd name="T16" fmla="*/ 514 w 541"/>
              <a:gd name="T17" fmla="*/ 42 h 188"/>
              <a:gd name="T18" fmla="*/ 509 w 541"/>
              <a:gd name="T19" fmla="*/ 44 h 188"/>
              <a:gd name="T20" fmla="*/ 503 w 541"/>
              <a:gd name="T21" fmla="*/ 46 h 188"/>
              <a:gd name="T22" fmla="*/ 503 w 541"/>
              <a:gd name="T23" fmla="*/ 44 h 188"/>
              <a:gd name="T24" fmla="*/ 506 w 541"/>
              <a:gd name="T25" fmla="*/ 39 h 188"/>
              <a:gd name="T26" fmla="*/ 499 w 541"/>
              <a:gd name="T27" fmla="*/ 40 h 188"/>
              <a:gd name="T28" fmla="*/ 493 w 541"/>
              <a:gd name="T29" fmla="*/ 40 h 188"/>
              <a:gd name="T30" fmla="*/ 494 w 541"/>
              <a:gd name="T31" fmla="*/ 36 h 188"/>
              <a:gd name="T32" fmla="*/ 496 w 541"/>
              <a:gd name="T33" fmla="*/ 29 h 188"/>
              <a:gd name="T34" fmla="*/ 489 w 541"/>
              <a:gd name="T35" fmla="*/ 23 h 188"/>
              <a:gd name="T36" fmla="*/ 482 w 541"/>
              <a:gd name="T37" fmla="*/ 13 h 188"/>
              <a:gd name="T38" fmla="*/ 478 w 541"/>
              <a:gd name="T39" fmla="*/ 16 h 188"/>
              <a:gd name="T40" fmla="*/ 471 w 541"/>
              <a:gd name="T41" fmla="*/ 23 h 188"/>
              <a:gd name="T42" fmla="*/ 470 w 541"/>
              <a:gd name="T43" fmla="*/ 14 h 188"/>
              <a:gd name="T44" fmla="*/ 465 w 541"/>
              <a:gd name="T45" fmla="*/ 15 h 188"/>
              <a:gd name="T46" fmla="*/ 457 w 541"/>
              <a:gd name="T47" fmla="*/ 30 h 188"/>
              <a:gd name="T48" fmla="*/ 450 w 541"/>
              <a:gd name="T49" fmla="*/ 40 h 188"/>
              <a:gd name="T50" fmla="*/ 437 w 541"/>
              <a:gd name="T51" fmla="*/ 52 h 188"/>
              <a:gd name="T52" fmla="*/ 437 w 541"/>
              <a:gd name="T53" fmla="*/ 63 h 188"/>
              <a:gd name="T54" fmla="*/ 430 w 541"/>
              <a:gd name="T55" fmla="*/ 83 h 188"/>
              <a:gd name="T56" fmla="*/ 422 w 541"/>
              <a:gd name="T57" fmla="*/ 74 h 188"/>
              <a:gd name="T58" fmla="*/ 414 w 541"/>
              <a:gd name="T59" fmla="*/ 96 h 188"/>
              <a:gd name="T60" fmla="*/ 393 w 541"/>
              <a:gd name="T61" fmla="*/ 85 h 188"/>
              <a:gd name="T62" fmla="*/ 377 w 541"/>
              <a:gd name="T63" fmla="*/ 109 h 188"/>
              <a:gd name="T64" fmla="*/ 368 w 541"/>
              <a:gd name="T65" fmla="*/ 121 h 188"/>
              <a:gd name="T66" fmla="*/ 333 w 541"/>
              <a:gd name="T67" fmla="*/ 133 h 188"/>
              <a:gd name="T68" fmla="*/ 323 w 541"/>
              <a:gd name="T69" fmla="*/ 142 h 188"/>
              <a:gd name="T70" fmla="*/ 325 w 541"/>
              <a:gd name="T71" fmla="*/ 147 h 188"/>
              <a:gd name="T72" fmla="*/ 319 w 541"/>
              <a:gd name="T73" fmla="*/ 151 h 188"/>
              <a:gd name="T74" fmla="*/ 319 w 541"/>
              <a:gd name="T75" fmla="*/ 153 h 188"/>
              <a:gd name="T76" fmla="*/ 315 w 541"/>
              <a:gd name="T77" fmla="*/ 164 h 188"/>
              <a:gd name="T78" fmla="*/ 317 w 541"/>
              <a:gd name="T79" fmla="*/ 167 h 188"/>
              <a:gd name="T80" fmla="*/ 320 w 541"/>
              <a:gd name="T81" fmla="*/ 173 h 188"/>
              <a:gd name="T82" fmla="*/ 315 w 541"/>
              <a:gd name="T83" fmla="*/ 174 h 188"/>
              <a:gd name="T84" fmla="*/ 300 w 541"/>
              <a:gd name="T85" fmla="*/ 170 h 188"/>
              <a:gd name="T86" fmla="*/ 298 w 541"/>
              <a:gd name="T87" fmla="*/ 167 h 188"/>
              <a:gd name="T88" fmla="*/ 293 w 541"/>
              <a:gd name="T89" fmla="*/ 166 h 188"/>
              <a:gd name="T90" fmla="*/ 305 w 541"/>
              <a:gd name="T91" fmla="*/ 188 h 188"/>
              <a:gd name="T92" fmla="*/ 428 w 541"/>
              <a:gd name="T93" fmla="*/ 142 h 188"/>
              <a:gd name="T94" fmla="*/ 500 w 541"/>
              <a:gd name="T95" fmla="*/ 85 h 188"/>
              <a:gd name="T96" fmla="*/ 514 w 541"/>
              <a:gd name="T97" fmla="*/ 85 h 188"/>
              <a:gd name="T98" fmla="*/ 522 w 541"/>
              <a:gd name="T99" fmla="*/ 82 h 188"/>
              <a:gd name="T100" fmla="*/ 520 w 541"/>
              <a:gd name="T101" fmla="*/ 80 h 188"/>
              <a:gd name="T102" fmla="*/ 510 w 541"/>
              <a:gd name="T103" fmla="*/ 71 h 188"/>
              <a:gd name="T104" fmla="*/ 514 w 541"/>
              <a:gd name="T105" fmla="*/ 66 h 188"/>
              <a:gd name="T106" fmla="*/ 532 w 541"/>
              <a:gd name="T107" fmla="*/ 64 h 188"/>
              <a:gd name="T108" fmla="*/ 25 w 541"/>
              <a:gd name="T109" fmla="*/ 36 h 188"/>
              <a:gd name="T110" fmla="*/ 7 w 541"/>
              <a:gd name="T111" fmla="*/ 42 h 188"/>
              <a:gd name="T112" fmla="*/ 36 w 541"/>
              <a:gd name="T113" fmla="*/ 123 h 188"/>
              <a:gd name="T114" fmla="*/ 93 w 541"/>
              <a:gd name="T115" fmla="*/ 163 h 188"/>
              <a:gd name="T116" fmla="*/ 117 w 541"/>
              <a:gd name="T117" fmla="*/ 152 h 188"/>
              <a:gd name="T118" fmla="*/ 95 w 541"/>
              <a:gd name="T119" fmla="*/ 67 h 188"/>
              <a:gd name="T120" fmla="*/ 48 w 541"/>
              <a:gd name="T121" fmla="*/ 3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1" h="188">
                <a:moveTo>
                  <a:pt x="319" y="140"/>
                </a:moveTo>
                <a:cubicBezTo>
                  <a:pt x="319" y="139"/>
                  <a:pt x="319" y="138"/>
                  <a:pt x="319" y="137"/>
                </a:cubicBezTo>
                <a:cubicBezTo>
                  <a:pt x="319" y="136"/>
                  <a:pt x="320" y="134"/>
                  <a:pt x="321" y="135"/>
                </a:cubicBezTo>
                <a:cubicBezTo>
                  <a:pt x="321" y="135"/>
                  <a:pt x="322" y="137"/>
                  <a:pt x="322" y="138"/>
                </a:cubicBezTo>
                <a:cubicBezTo>
                  <a:pt x="322" y="139"/>
                  <a:pt x="322" y="141"/>
                  <a:pt x="322" y="142"/>
                </a:cubicBezTo>
                <a:cubicBezTo>
                  <a:pt x="322" y="142"/>
                  <a:pt x="322" y="143"/>
                  <a:pt x="322" y="144"/>
                </a:cubicBezTo>
                <a:cubicBezTo>
                  <a:pt x="322" y="144"/>
                  <a:pt x="322" y="145"/>
                  <a:pt x="322" y="145"/>
                </a:cubicBezTo>
                <a:cubicBezTo>
                  <a:pt x="323" y="145"/>
                  <a:pt x="323" y="146"/>
                  <a:pt x="322" y="146"/>
                </a:cubicBezTo>
                <a:cubicBezTo>
                  <a:pt x="322" y="146"/>
                  <a:pt x="321" y="147"/>
                  <a:pt x="321" y="146"/>
                </a:cubicBezTo>
                <a:cubicBezTo>
                  <a:pt x="321" y="146"/>
                  <a:pt x="320" y="145"/>
                  <a:pt x="320" y="144"/>
                </a:cubicBezTo>
                <a:cubicBezTo>
                  <a:pt x="320" y="143"/>
                  <a:pt x="320" y="143"/>
                  <a:pt x="320" y="142"/>
                </a:cubicBezTo>
                <a:cubicBezTo>
                  <a:pt x="320" y="141"/>
                  <a:pt x="319" y="141"/>
                  <a:pt x="319" y="140"/>
                </a:cubicBezTo>
                <a:close/>
                <a:moveTo>
                  <a:pt x="472" y="4"/>
                </a:moveTo>
                <a:cubicBezTo>
                  <a:pt x="473" y="4"/>
                  <a:pt x="473" y="4"/>
                  <a:pt x="474" y="4"/>
                </a:cubicBezTo>
                <a:cubicBezTo>
                  <a:pt x="474" y="4"/>
                  <a:pt x="474" y="3"/>
                  <a:pt x="474" y="3"/>
                </a:cubicBezTo>
                <a:cubicBezTo>
                  <a:pt x="474" y="3"/>
                  <a:pt x="474" y="2"/>
                  <a:pt x="474" y="2"/>
                </a:cubicBezTo>
                <a:cubicBezTo>
                  <a:pt x="474" y="2"/>
                  <a:pt x="474" y="3"/>
                  <a:pt x="475" y="3"/>
                </a:cubicBezTo>
                <a:cubicBezTo>
                  <a:pt x="475" y="3"/>
                  <a:pt x="475" y="3"/>
                  <a:pt x="475" y="3"/>
                </a:cubicBezTo>
                <a:cubicBezTo>
                  <a:pt x="475" y="2"/>
                  <a:pt x="475" y="1"/>
                  <a:pt x="474" y="1"/>
                </a:cubicBezTo>
                <a:cubicBezTo>
                  <a:pt x="474" y="1"/>
                  <a:pt x="474" y="1"/>
                  <a:pt x="474" y="2"/>
                </a:cubicBezTo>
                <a:cubicBezTo>
                  <a:pt x="473" y="2"/>
                  <a:pt x="473" y="2"/>
                  <a:pt x="472" y="3"/>
                </a:cubicBezTo>
                <a:cubicBezTo>
                  <a:pt x="472" y="3"/>
                  <a:pt x="471" y="3"/>
                  <a:pt x="471" y="3"/>
                </a:cubicBezTo>
                <a:cubicBezTo>
                  <a:pt x="471" y="4"/>
                  <a:pt x="471" y="5"/>
                  <a:pt x="471" y="5"/>
                </a:cubicBezTo>
                <a:cubicBezTo>
                  <a:pt x="471" y="6"/>
                  <a:pt x="471" y="5"/>
                  <a:pt x="472" y="4"/>
                </a:cubicBezTo>
                <a:close/>
                <a:moveTo>
                  <a:pt x="477" y="7"/>
                </a:moveTo>
                <a:cubicBezTo>
                  <a:pt x="477" y="7"/>
                  <a:pt x="477" y="7"/>
                  <a:pt x="477" y="8"/>
                </a:cubicBezTo>
                <a:cubicBezTo>
                  <a:pt x="478" y="7"/>
                  <a:pt x="478" y="6"/>
                  <a:pt x="479" y="6"/>
                </a:cubicBezTo>
                <a:cubicBezTo>
                  <a:pt x="480" y="6"/>
                  <a:pt x="480" y="5"/>
                  <a:pt x="480" y="5"/>
                </a:cubicBezTo>
                <a:cubicBezTo>
                  <a:pt x="481" y="5"/>
                  <a:pt x="481" y="5"/>
                  <a:pt x="481" y="5"/>
                </a:cubicBezTo>
                <a:cubicBezTo>
                  <a:pt x="482" y="5"/>
                  <a:pt x="482" y="5"/>
                  <a:pt x="482" y="5"/>
                </a:cubicBezTo>
                <a:cubicBezTo>
                  <a:pt x="483" y="4"/>
                  <a:pt x="482" y="4"/>
                  <a:pt x="482" y="3"/>
                </a:cubicBezTo>
                <a:cubicBezTo>
                  <a:pt x="482" y="3"/>
                  <a:pt x="482" y="2"/>
                  <a:pt x="482" y="2"/>
                </a:cubicBezTo>
                <a:cubicBezTo>
                  <a:pt x="483" y="1"/>
                  <a:pt x="483" y="1"/>
                  <a:pt x="483" y="1"/>
                </a:cubicBezTo>
                <a:cubicBezTo>
                  <a:pt x="482" y="0"/>
                  <a:pt x="482" y="0"/>
                  <a:pt x="482" y="0"/>
                </a:cubicBezTo>
                <a:cubicBezTo>
                  <a:pt x="481" y="0"/>
                  <a:pt x="481" y="0"/>
                  <a:pt x="480" y="0"/>
                </a:cubicBezTo>
                <a:cubicBezTo>
                  <a:pt x="480" y="1"/>
                  <a:pt x="479" y="1"/>
                  <a:pt x="479" y="1"/>
                </a:cubicBezTo>
                <a:cubicBezTo>
                  <a:pt x="478" y="1"/>
                  <a:pt x="478" y="1"/>
                  <a:pt x="478" y="2"/>
                </a:cubicBezTo>
                <a:cubicBezTo>
                  <a:pt x="477" y="2"/>
                  <a:pt x="477" y="2"/>
                  <a:pt x="477" y="2"/>
                </a:cubicBezTo>
                <a:cubicBezTo>
                  <a:pt x="477" y="3"/>
                  <a:pt x="476" y="3"/>
                  <a:pt x="476" y="4"/>
                </a:cubicBezTo>
                <a:cubicBezTo>
                  <a:pt x="476" y="4"/>
                  <a:pt x="476" y="5"/>
                  <a:pt x="476" y="6"/>
                </a:cubicBezTo>
                <a:cubicBezTo>
                  <a:pt x="476" y="6"/>
                  <a:pt x="477" y="6"/>
                  <a:pt x="477" y="7"/>
                </a:cubicBezTo>
                <a:close/>
                <a:moveTo>
                  <a:pt x="521" y="75"/>
                </a:moveTo>
                <a:cubicBezTo>
                  <a:pt x="521" y="75"/>
                  <a:pt x="521" y="75"/>
                  <a:pt x="521" y="75"/>
                </a:cubicBezTo>
                <a:cubicBezTo>
                  <a:pt x="520" y="75"/>
                  <a:pt x="520" y="75"/>
                  <a:pt x="520" y="75"/>
                </a:cubicBezTo>
                <a:cubicBezTo>
                  <a:pt x="520" y="76"/>
                  <a:pt x="519" y="75"/>
                  <a:pt x="519" y="75"/>
                </a:cubicBezTo>
                <a:cubicBezTo>
                  <a:pt x="519" y="74"/>
                  <a:pt x="518" y="74"/>
                  <a:pt x="518" y="74"/>
                </a:cubicBezTo>
                <a:cubicBezTo>
                  <a:pt x="518" y="75"/>
                  <a:pt x="518" y="75"/>
                  <a:pt x="517" y="75"/>
                </a:cubicBezTo>
                <a:cubicBezTo>
                  <a:pt x="517" y="75"/>
                  <a:pt x="516" y="75"/>
                  <a:pt x="515" y="75"/>
                </a:cubicBezTo>
                <a:cubicBezTo>
                  <a:pt x="514" y="75"/>
                  <a:pt x="516" y="76"/>
                  <a:pt x="516" y="76"/>
                </a:cubicBezTo>
                <a:cubicBezTo>
                  <a:pt x="517" y="76"/>
                  <a:pt x="517" y="76"/>
                  <a:pt x="517" y="76"/>
                </a:cubicBezTo>
                <a:cubicBezTo>
                  <a:pt x="518" y="76"/>
                  <a:pt x="518" y="76"/>
                  <a:pt x="518" y="76"/>
                </a:cubicBezTo>
                <a:cubicBezTo>
                  <a:pt x="518" y="77"/>
                  <a:pt x="519" y="77"/>
                  <a:pt x="519" y="77"/>
                </a:cubicBezTo>
                <a:cubicBezTo>
                  <a:pt x="520" y="77"/>
                  <a:pt x="520" y="77"/>
                  <a:pt x="520" y="77"/>
                </a:cubicBezTo>
                <a:cubicBezTo>
                  <a:pt x="521" y="77"/>
                  <a:pt x="520" y="76"/>
                  <a:pt x="521" y="76"/>
                </a:cubicBezTo>
                <a:cubicBezTo>
                  <a:pt x="521" y="77"/>
                  <a:pt x="521" y="77"/>
                  <a:pt x="522" y="77"/>
                </a:cubicBezTo>
                <a:cubicBezTo>
                  <a:pt x="522" y="77"/>
                  <a:pt x="522" y="76"/>
                  <a:pt x="522" y="76"/>
                </a:cubicBezTo>
                <a:cubicBezTo>
                  <a:pt x="522" y="76"/>
                  <a:pt x="521" y="75"/>
                  <a:pt x="521" y="75"/>
                </a:cubicBezTo>
                <a:close/>
                <a:moveTo>
                  <a:pt x="540" y="58"/>
                </a:moveTo>
                <a:cubicBezTo>
                  <a:pt x="540" y="56"/>
                  <a:pt x="540" y="54"/>
                  <a:pt x="539" y="53"/>
                </a:cubicBezTo>
                <a:cubicBezTo>
                  <a:pt x="538" y="53"/>
                  <a:pt x="536" y="51"/>
                  <a:pt x="536" y="52"/>
                </a:cubicBezTo>
                <a:cubicBezTo>
                  <a:pt x="535" y="53"/>
                  <a:pt x="536" y="53"/>
                  <a:pt x="535" y="53"/>
                </a:cubicBezTo>
                <a:cubicBezTo>
                  <a:pt x="535" y="54"/>
                  <a:pt x="534" y="54"/>
                  <a:pt x="533" y="54"/>
                </a:cubicBezTo>
                <a:cubicBezTo>
                  <a:pt x="533" y="53"/>
                  <a:pt x="532" y="53"/>
                  <a:pt x="532" y="53"/>
                </a:cubicBezTo>
                <a:cubicBezTo>
                  <a:pt x="531" y="53"/>
                  <a:pt x="532" y="54"/>
                  <a:pt x="531" y="54"/>
                </a:cubicBezTo>
                <a:cubicBezTo>
                  <a:pt x="531" y="54"/>
                  <a:pt x="530" y="54"/>
                  <a:pt x="530" y="54"/>
                </a:cubicBezTo>
                <a:cubicBezTo>
                  <a:pt x="530" y="54"/>
                  <a:pt x="531" y="54"/>
                  <a:pt x="531" y="53"/>
                </a:cubicBezTo>
                <a:cubicBezTo>
                  <a:pt x="531" y="53"/>
                  <a:pt x="529" y="52"/>
                  <a:pt x="529" y="52"/>
                </a:cubicBezTo>
                <a:cubicBezTo>
                  <a:pt x="528" y="52"/>
                  <a:pt x="528" y="51"/>
                  <a:pt x="527" y="51"/>
                </a:cubicBezTo>
                <a:cubicBezTo>
                  <a:pt x="525" y="50"/>
                  <a:pt x="525" y="49"/>
                  <a:pt x="523" y="48"/>
                </a:cubicBezTo>
                <a:cubicBezTo>
                  <a:pt x="523" y="48"/>
                  <a:pt x="523" y="47"/>
                  <a:pt x="522" y="47"/>
                </a:cubicBezTo>
                <a:cubicBezTo>
                  <a:pt x="521" y="48"/>
                  <a:pt x="521" y="48"/>
                  <a:pt x="521" y="49"/>
                </a:cubicBezTo>
                <a:cubicBezTo>
                  <a:pt x="521" y="49"/>
                  <a:pt x="520" y="50"/>
                  <a:pt x="520" y="50"/>
                </a:cubicBezTo>
                <a:cubicBezTo>
                  <a:pt x="520" y="50"/>
                  <a:pt x="521" y="49"/>
                  <a:pt x="521" y="49"/>
                </a:cubicBezTo>
                <a:cubicBezTo>
                  <a:pt x="521" y="48"/>
                  <a:pt x="521" y="48"/>
                  <a:pt x="521" y="47"/>
                </a:cubicBezTo>
                <a:cubicBezTo>
                  <a:pt x="521" y="47"/>
                  <a:pt x="521" y="47"/>
                  <a:pt x="521" y="47"/>
                </a:cubicBezTo>
                <a:cubicBezTo>
                  <a:pt x="521" y="46"/>
                  <a:pt x="521" y="46"/>
                  <a:pt x="520" y="46"/>
                </a:cubicBezTo>
                <a:cubicBezTo>
                  <a:pt x="520" y="45"/>
                  <a:pt x="519" y="45"/>
                  <a:pt x="518" y="45"/>
                </a:cubicBezTo>
                <a:cubicBezTo>
                  <a:pt x="518" y="45"/>
                  <a:pt x="518" y="44"/>
                  <a:pt x="518" y="44"/>
                </a:cubicBezTo>
                <a:cubicBezTo>
                  <a:pt x="517" y="44"/>
                  <a:pt x="517" y="44"/>
                  <a:pt x="517" y="44"/>
                </a:cubicBezTo>
                <a:cubicBezTo>
                  <a:pt x="516" y="44"/>
                  <a:pt x="515" y="43"/>
                  <a:pt x="515" y="43"/>
                </a:cubicBezTo>
                <a:cubicBezTo>
                  <a:pt x="515" y="43"/>
                  <a:pt x="515" y="42"/>
                  <a:pt x="514" y="42"/>
                </a:cubicBezTo>
                <a:cubicBezTo>
                  <a:pt x="514" y="42"/>
                  <a:pt x="514" y="43"/>
                  <a:pt x="514" y="43"/>
                </a:cubicBezTo>
                <a:cubicBezTo>
                  <a:pt x="514" y="43"/>
                  <a:pt x="514" y="43"/>
                  <a:pt x="514" y="43"/>
                </a:cubicBezTo>
                <a:cubicBezTo>
                  <a:pt x="514" y="43"/>
                  <a:pt x="514" y="43"/>
                  <a:pt x="513" y="43"/>
                </a:cubicBezTo>
                <a:cubicBezTo>
                  <a:pt x="514" y="42"/>
                  <a:pt x="513" y="43"/>
                  <a:pt x="512" y="43"/>
                </a:cubicBezTo>
                <a:cubicBezTo>
                  <a:pt x="512" y="43"/>
                  <a:pt x="512" y="42"/>
                  <a:pt x="511" y="42"/>
                </a:cubicBezTo>
                <a:cubicBezTo>
                  <a:pt x="511" y="42"/>
                  <a:pt x="511" y="42"/>
                  <a:pt x="510" y="42"/>
                </a:cubicBezTo>
                <a:cubicBezTo>
                  <a:pt x="510" y="42"/>
                  <a:pt x="510" y="42"/>
                  <a:pt x="510" y="42"/>
                </a:cubicBezTo>
                <a:cubicBezTo>
                  <a:pt x="509" y="42"/>
                  <a:pt x="509" y="43"/>
                  <a:pt x="509" y="44"/>
                </a:cubicBezTo>
                <a:cubicBezTo>
                  <a:pt x="509" y="44"/>
                  <a:pt x="509" y="44"/>
                  <a:pt x="509" y="44"/>
                </a:cubicBezTo>
                <a:cubicBezTo>
                  <a:pt x="509" y="44"/>
                  <a:pt x="509" y="45"/>
                  <a:pt x="509" y="45"/>
                </a:cubicBezTo>
                <a:cubicBezTo>
                  <a:pt x="509" y="45"/>
                  <a:pt x="508" y="45"/>
                  <a:pt x="508" y="45"/>
                </a:cubicBezTo>
                <a:cubicBezTo>
                  <a:pt x="508" y="46"/>
                  <a:pt x="509" y="47"/>
                  <a:pt x="508" y="47"/>
                </a:cubicBezTo>
                <a:cubicBezTo>
                  <a:pt x="508" y="47"/>
                  <a:pt x="508" y="47"/>
                  <a:pt x="507" y="47"/>
                </a:cubicBezTo>
                <a:cubicBezTo>
                  <a:pt x="507" y="46"/>
                  <a:pt x="507" y="46"/>
                  <a:pt x="507" y="46"/>
                </a:cubicBezTo>
                <a:cubicBezTo>
                  <a:pt x="506" y="46"/>
                  <a:pt x="506" y="46"/>
                  <a:pt x="505" y="46"/>
                </a:cubicBezTo>
                <a:cubicBezTo>
                  <a:pt x="505" y="46"/>
                  <a:pt x="505" y="46"/>
                  <a:pt x="505" y="46"/>
                </a:cubicBezTo>
                <a:cubicBezTo>
                  <a:pt x="505" y="47"/>
                  <a:pt x="505" y="47"/>
                  <a:pt x="504" y="47"/>
                </a:cubicBezTo>
                <a:cubicBezTo>
                  <a:pt x="504" y="47"/>
                  <a:pt x="502" y="48"/>
                  <a:pt x="503" y="46"/>
                </a:cubicBezTo>
                <a:cubicBezTo>
                  <a:pt x="502" y="46"/>
                  <a:pt x="503" y="46"/>
                  <a:pt x="503" y="45"/>
                </a:cubicBezTo>
                <a:cubicBezTo>
                  <a:pt x="503" y="45"/>
                  <a:pt x="502" y="45"/>
                  <a:pt x="502" y="45"/>
                </a:cubicBezTo>
                <a:cubicBezTo>
                  <a:pt x="502" y="45"/>
                  <a:pt x="502" y="45"/>
                  <a:pt x="502" y="45"/>
                </a:cubicBezTo>
                <a:cubicBezTo>
                  <a:pt x="502" y="45"/>
                  <a:pt x="502" y="44"/>
                  <a:pt x="502" y="44"/>
                </a:cubicBezTo>
                <a:cubicBezTo>
                  <a:pt x="502" y="44"/>
                  <a:pt x="502" y="44"/>
                  <a:pt x="502" y="44"/>
                </a:cubicBezTo>
                <a:cubicBezTo>
                  <a:pt x="503" y="44"/>
                  <a:pt x="503" y="45"/>
                  <a:pt x="503" y="45"/>
                </a:cubicBezTo>
                <a:cubicBezTo>
                  <a:pt x="504" y="45"/>
                  <a:pt x="504" y="45"/>
                  <a:pt x="504" y="45"/>
                </a:cubicBezTo>
                <a:cubicBezTo>
                  <a:pt x="505" y="45"/>
                  <a:pt x="505" y="45"/>
                  <a:pt x="505" y="44"/>
                </a:cubicBezTo>
                <a:cubicBezTo>
                  <a:pt x="505" y="44"/>
                  <a:pt x="503" y="44"/>
                  <a:pt x="503" y="44"/>
                </a:cubicBezTo>
                <a:cubicBezTo>
                  <a:pt x="504" y="44"/>
                  <a:pt x="504" y="43"/>
                  <a:pt x="505" y="43"/>
                </a:cubicBezTo>
                <a:cubicBezTo>
                  <a:pt x="505" y="44"/>
                  <a:pt x="506" y="44"/>
                  <a:pt x="506" y="43"/>
                </a:cubicBezTo>
                <a:cubicBezTo>
                  <a:pt x="506" y="43"/>
                  <a:pt x="507" y="43"/>
                  <a:pt x="507" y="43"/>
                </a:cubicBezTo>
                <a:cubicBezTo>
                  <a:pt x="507" y="42"/>
                  <a:pt x="507" y="42"/>
                  <a:pt x="507" y="42"/>
                </a:cubicBezTo>
                <a:cubicBezTo>
                  <a:pt x="508" y="42"/>
                  <a:pt x="508" y="42"/>
                  <a:pt x="507" y="41"/>
                </a:cubicBezTo>
                <a:cubicBezTo>
                  <a:pt x="507" y="41"/>
                  <a:pt x="507" y="41"/>
                  <a:pt x="507" y="41"/>
                </a:cubicBezTo>
                <a:cubicBezTo>
                  <a:pt x="507" y="40"/>
                  <a:pt x="507" y="40"/>
                  <a:pt x="507" y="40"/>
                </a:cubicBezTo>
                <a:cubicBezTo>
                  <a:pt x="506" y="40"/>
                  <a:pt x="506" y="40"/>
                  <a:pt x="506" y="40"/>
                </a:cubicBezTo>
                <a:cubicBezTo>
                  <a:pt x="506" y="40"/>
                  <a:pt x="506" y="39"/>
                  <a:pt x="506" y="39"/>
                </a:cubicBezTo>
                <a:cubicBezTo>
                  <a:pt x="506" y="39"/>
                  <a:pt x="506" y="38"/>
                  <a:pt x="505" y="38"/>
                </a:cubicBezTo>
                <a:cubicBezTo>
                  <a:pt x="505" y="38"/>
                  <a:pt x="505" y="38"/>
                  <a:pt x="505" y="37"/>
                </a:cubicBezTo>
                <a:cubicBezTo>
                  <a:pt x="505" y="37"/>
                  <a:pt x="505" y="37"/>
                  <a:pt x="505" y="37"/>
                </a:cubicBezTo>
                <a:cubicBezTo>
                  <a:pt x="504" y="36"/>
                  <a:pt x="504" y="35"/>
                  <a:pt x="503" y="36"/>
                </a:cubicBezTo>
                <a:cubicBezTo>
                  <a:pt x="503" y="37"/>
                  <a:pt x="503" y="37"/>
                  <a:pt x="503" y="37"/>
                </a:cubicBezTo>
                <a:cubicBezTo>
                  <a:pt x="503" y="38"/>
                  <a:pt x="502" y="38"/>
                  <a:pt x="502" y="38"/>
                </a:cubicBezTo>
                <a:cubicBezTo>
                  <a:pt x="501" y="38"/>
                  <a:pt x="502" y="39"/>
                  <a:pt x="501" y="39"/>
                </a:cubicBezTo>
                <a:cubicBezTo>
                  <a:pt x="501" y="39"/>
                  <a:pt x="501" y="39"/>
                  <a:pt x="500" y="39"/>
                </a:cubicBezTo>
                <a:cubicBezTo>
                  <a:pt x="500" y="40"/>
                  <a:pt x="500" y="40"/>
                  <a:pt x="499" y="40"/>
                </a:cubicBezTo>
                <a:cubicBezTo>
                  <a:pt x="499" y="40"/>
                  <a:pt x="498" y="40"/>
                  <a:pt x="498" y="40"/>
                </a:cubicBezTo>
                <a:cubicBezTo>
                  <a:pt x="498" y="40"/>
                  <a:pt x="498" y="40"/>
                  <a:pt x="498" y="40"/>
                </a:cubicBezTo>
                <a:cubicBezTo>
                  <a:pt x="497" y="41"/>
                  <a:pt x="498" y="41"/>
                  <a:pt x="497" y="41"/>
                </a:cubicBezTo>
                <a:cubicBezTo>
                  <a:pt x="496" y="41"/>
                  <a:pt x="495" y="41"/>
                  <a:pt x="495" y="41"/>
                </a:cubicBezTo>
                <a:cubicBezTo>
                  <a:pt x="494" y="41"/>
                  <a:pt x="494" y="41"/>
                  <a:pt x="494" y="41"/>
                </a:cubicBezTo>
                <a:cubicBezTo>
                  <a:pt x="493" y="41"/>
                  <a:pt x="493" y="41"/>
                  <a:pt x="492" y="41"/>
                </a:cubicBezTo>
                <a:cubicBezTo>
                  <a:pt x="492" y="41"/>
                  <a:pt x="491" y="42"/>
                  <a:pt x="490" y="42"/>
                </a:cubicBezTo>
                <a:cubicBezTo>
                  <a:pt x="490" y="42"/>
                  <a:pt x="492" y="41"/>
                  <a:pt x="492" y="41"/>
                </a:cubicBezTo>
                <a:cubicBezTo>
                  <a:pt x="492" y="41"/>
                  <a:pt x="493" y="41"/>
                  <a:pt x="493" y="40"/>
                </a:cubicBezTo>
                <a:cubicBezTo>
                  <a:pt x="494" y="40"/>
                  <a:pt x="494" y="40"/>
                  <a:pt x="495" y="39"/>
                </a:cubicBezTo>
                <a:cubicBezTo>
                  <a:pt x="495" y="40"/>
                  <a:pt x="496" y="39"/>
                  <a:pt x="496" y="39"/>
                </a:cubicBezTo>
                <a:cubicBezTo>
                  <a:pt x="496" y="39"/>
                  <a:pt x="497" y="38"/>
                  <a:pt x="496" y="38"/>
                </a:cubicBezTo>
                <a:cubicBezTo>
                  <a:pt x="496" y="37"/>
                  <a:pt x="496" y="38"/>
                  <a:pt x="495" y="38"/>
                </a:cubicBezTo>
                <a:cubicBezTo>
                  <a:pt x="495" y="38"/>
                  <a:pt x="495" y="38"/>
                  <a:pt x="495" y="38"/>
                </a:cubicBezTo>
                <a:cubicBezTo>
                  <a:pt x="495" y="38"/>
                  <a:pt x="494" y="38"/>
                  <a:pt x="494" y="38"/>
                </a:cubicBezTo>
                <a:cubicBezTo>
                  <a:pt x="494" y="38"/>
                  <a:pt x="494" y="38"/>
                  <a:pt x="494" y="38"/>
                </a:cubicBezTo>
                <a:cubicBezTo>
                  <a:pt x="494" y="37"/>
                  <a:pt x="494" y="37"/>
                  <a:pt x="495" y="37"/>
                </a:cubicBezTo>
                <a:cubicBezTo>
                  <a:pt x="495" y="36"/>
                  <a:pt x="494" y="36"/>
                  <a:pt x="494" y="36"/>
                </a:cubicBezTo>
                <a:cubicBezTo>
                  <a:pt x="493" y="36"/>
                  <a:pt x="494" y="35"/>
                  <a:pt x="493" y="35"/>
                </a:cubicBezTo>
                <a:cubicBezTo>
                  <a:pt x="493" y="35"/>
                  <a:pt x="493" y="34"/>
                  <a:pt x="493" y="34"/>
                </a:cubicBezTo>
                <a:cubicBezTo>
                  <a:pt x="493" y="34"/>
                  <a:pt x="493" y="34"/>
                  <a:pt x="493" y="34"/>
                </a:cubicBezTo>
                <a:cubicBezTo>
                  <a:pt x="492" y="33"/>
                  <a:pt x="492" y="34"/>
                  <a:pt x="492" y="33"/>
                </a:cubicBezTo>
                <a:cubicBezTo>
                  <a:pt x="492" y="33"/>
                  <a:pt x="493" y="33"/>
                  <a:pt x="493" y="33"/>
                </a:cubicBezTo>
                <a:cubicBezTo>
                  <a:pt x="493" y="32"/>
                  <a:pt x="494" y="32"/>
                  <a:pt x="494" y="31"/>
                </a:cubicBezTo>
                <a:cubicBezTo>
                  <a:pt x="495" y="31"/>
                  <a:pt x="495" y="32"/>
                  <a:pt x="496" y="31"/>
                </a:cubicBezTo>
                <a:cubicBezTo>
                  <a:pt x="496" y="31"/>
                  <a:pt x="496" y="30"/>
                  <a:pt x="496" y="30"/>
                </a:cubicBezTo>
                <a:cubicBezTo>
                  <a:pt x="496" y="30"/>
                  <a:pt x="496" y="29"/>
                  <a:pt x="496" y="29"/>
                </a:cubicBezTo>
                <a:cubicBezTo>
                  <a:pt x="496" y="28"/>
                  <a:pt x="496" y="28"/>
                  <a:pt x="496" y="27"/>
                </a:cubicBezTo>
                <a:cubicBezTo>
                  <a:pt x="496" y="26"/>
                  <a:pt x="496" y="26"/>
                  <a:pt x="496" y="26"/>
                </a:cubicBezTo>
                <a:cubicBezTo>
                  <a:pt x="495" y="25"/>
                  <a:pt x="495" y="25"/>
                  <a:pt x="494" y="25"/>
                </a:cubicBezTo>
                <a:cubicBezTo>
                  <a:pt x="493" y="24"/>
                  <a:pt x="493" y="24"/>
                  <a:pt x="492" y="24"/>
                </a:cubicBezTo>
                <a:cubicBezTo>
                  <a:pt x="491" y="24"/>
                  <a:pt x="491" y="23"/>
                  <a:pt x="491" y="23"/>
                </a:cubicBezTo>
                <a:cubicBezTo>
                  <a:pt x="490" y="22"/>
                  <a:pt x="490" y="22"/>
                  <a:pt x="490" y="22"/>
                </a:cubicBezTo>
                <a:cubicBezTo>
                  <a:pt x="490" y="21"/>
                  <a:pt x="490" y="21"/>
                  <a:pt x="490" y="21"/>
                </a:cubicBezTo>
                <a:cubicBezTo>
                  <a:pt x="490" y="21"/>
                  <a:pt x="489" y="22"/>
                  <a:pt x="489" y="22"/>
                </a:cubicBezTo>
                <a:cubicBezTo>
                  <a:pt x="489" y="22"/>
                  <a:pt x="489" y="23"/>
                  <a:pt x="489" y="23"/>
                </a:cubicBezTo>
                <a:cubicBezTo>
                  <a:pt x="488" y="23"/>
                  <a:pt x="488" y="23"/>
                  <a:pt x="488" y="23"/>
                </a:cubicBezTo>
                <a:cubicBezTo>
                  <a:pt x="487" y="22"/>
                  <a:pt x="487" y="23"/>
                  <a:pt x="487" y="22"/>
                </a:cubicBezTo>
                <a:cubicBezTo>
                  <a:pt x="487" y="22"/>
                  <a:pt x="486" y="22"/>
                  <a:pt x="486" y="21"/>
                </a:cubicBezTo>
                <a:cubicBezTo>
                  <a:pt x="486" y="21"/>
                  <a:pt x="485" y="21"/>
                  <a:pt x="485" y="21"/>
                </a:cubicBezTo>
                <a:cubicBezTo>
                  <a:pt x="484" y="21"/>
                  <a:pt x="483" y="21"/>
                  <a:pt x="483" y="20"/>
                </a:cubicBezTo>
                <a:cubicBezTo>
                  <a:pt x="483" y="19"/>
                  <a:pt x="483" y="18"/>
                  <a:pt x="483" y="18"/>
                </a:cubicBezTo>
                <a:cubicBezTo>
                  <a:pt x="483" y="17"/>
                  <a:pt x="482" y="17"/>
                  <a:pt x="482" y="16"/>
                </a:cubicBezTo>
                <a:cubicBezTo>
                  <a:pt x="481" y="15"/>
                  <a:pt x="482" y="15"/>
                  <a:pt x="482" y="14"/>
                </a:cubicBezTo>
                <a:cubicBezTo>
                  <a:pt x="482" y="14"/>
                  <a:pt x="482" y="13"/>
                  <a:pt x="482" y="13"/>
                </a:cubicBezTo>
                <a:cubicBezTo>
                  <a:pt x="482" y="12"/>
                  <a:pt x="481" y="12"/>
                  <a:pt x="481" y="12"/>
                </a:cubicBezTo>
                <a:cubicBezTo>
                  <a:pt x="480" y="11"/>
                  <a:pt x="480" y="10"/>
                  <a:pt x="479" y="10"/>
                </a:cubicBezTo>
                <a:cubicBezTo>
                  <a:pt x="479" y="10"/>
                  <a:pt x="478" y="11"/>
                  <a:pt x="478" y="11"/>
                </a:cubicBezTo>
                <a:cubicBezTo>
                  <a:pt x="478" y="11"/>
                  <a:pt x="478" y="11"/>
                  <a:pt x="477" y="11"/>
                </a:cubicBezTo>
                <a:cubicBezTo>
                  <a:pt x="477" y="11"/>
                  <a:pt x="477" y="12"/>
                  <a:pt x="477" y="12"/>
                </a:cubicBezTo>
                <a:cubicBezTo>
                  <a:pt x="476" y="13"/>
                  <a:pt x="476" y="13"/>
                  <a:pt x="476" y="13"/>
                </a:cubicBezTo>
                <a:cubicBezTo>
                  <a:pt x="476" y="14"/>
                  <a:pt x="476" y="14"/>
                  <a:pt x="476" y="14"/>
                </a:cubicBezTo>
                <a:cubicBezTo>
                  <a:pt x="477" y="14"/>
                  <a:pt x="476" y="14"/>
                  <a:pt x="477" y="15"/>
                </a:cubicBezTo>
                <a:cubicBezTo>
                  <a:pt x="477" y="15"/>
                  <a:pt x="478" y="15"/>
                  <a:pt x="478" y="16"/>
                </a:cubicBezTo>
                <a:cubicBezTo>
                  <a:pt x="477" y="16"/>
                  <a:pt x="477" y="15"/>
                  <a:pt x="477" y="15"/>
                </a:cubicBezTo>
                <a:cubicBezTo>
                  <a:pt x="476" y="15"/>
                  <a:pt x="476" y="16"/>
                  <a:pt x="476" y="16"/>
                </a:cubicBezTo>
                <a:cubicBezTo>
                  <a:pt x="476" y="16"/>
                  <a:pt x="476" y="17"/>
                  <a:pt x="475" y="17"/>
                </a:cubicBezTo>
                <a:cubicBezTo>
                  <a:pt x="475" y="18"/>
                  <a:pt x="475" y="18"/>
                  <a:pt x="475" y="18"/>
                </a:cubicBezTo>
                <a:cubicBezTo>
                  <a:pt x="475" y="19"/>
                  <a:pt x="475" y="19"/>
                  <a:pt x="474" y="20"/>
                </a:cubicBezTo>
                <a:cubicBezTo>
                  <a:pt x="474" y="20"/>
                  <a:pt x="473" y="20"/>
                  <a:pt x="473" y="21"/>
                </a:cubicBezTo>
                <a:cubicBezTo>
                  <a:pt x="472" y="21"/>
                  <a:pt x="472" y="21"/>
                  <a:pt x="472" y="21"/>
                </a:cubicBezTo>
                <a:cubicBezTo>
                  <a:pt x="472" y="21"/>
                  <a:pt x="472" y="21"/>
                  <a:pt x="472" y="21"/>
                </a:cubicBezTo>
                <a:cubicBezTo>
                  <a:pt x="471" y="22"/>
                  <a:pt x="471" y="22"/>
                  <a:pt x="471" y="23"/>
                </a:cubicBezTo>
                <a:cubicBezTo>
                  <a:pt x="471" y="23"/>
                  <a:pt x="471" y="23"/>
                  <a:pt x="470" y="23"/>
                </a:cubicBezTo>
                <a:cubicBezTo>
                  <a:pt x="470" y="23"/>
                  <a:pt x="470" y="23"/>
                  <a:pt x="470" y="23"/>
                </a:cubicBezTo>
                <a:cubicBezTo>
                  <a:pt x="469" y="23"/>
                  <a:pt x="468" y="22"/>
                  <a:pt x="469" y="22"/>
                </a:cubicBezTo>
                <a:cubicBezTo>
                  <a:pt x="469" y="21"/>
                  <a:pt x="469" y="21"/>
                  <a:pt x="469" y="21"/>
                </a:cubicBezTo>
                <a:cubicBezTo>
                  <a:pt x="469" y="20"/>
                  <a:pt x="469" y="20"/>
                  <a:pt x="470" y="20"/>
                </a:cubicBezTo>
                <a:cubicBezTo>
                  <a:pt x="470" y="19"/>
                  <a:pt x="471" y="18"/>
                  <a:pt x="471" y="17"/>
                </a:cubicBezTo>
                <a:cubicBezTo>
                  <a:pt x="471" y="17"/>
                  <a:pt x="471" y="17"/>
                  <a:pt x="471" y="16"/>
                </a:cubicBezTo>
                <a:cubicBezTo>
                  <a:pt x="471" y="16"/>
                  <a:pt x="471" y="15"/>
                  <a:pt x="471" y="15"/>
                </a:cubicBezTo>
                <a:cubicBezTo>
                  <a:pt x="471" y="15"/>
                  <a:pt x="469" y="15"/>
                  <a:pt x="470" y="14"/>
                </a:cubicBezTo>
                <a:cubicBezTo>
                  <a:pt x="470" y="14"/>
                  <a:pt x="470" y="14"/>
                  <a:pt x="471" y="14"/>
                </a:cubicBezTo>
                <a:cubicBezTo>
                  <a:pt x="471" y="14"/>
                  <a:pt x="471" y="13"/>
                  <a:pt x="471" y="13"/>
                </a:cubicBezTo>
                <a:cubicBezTo>
                  <a:pt x="471" y="13"/>
                  <a:pt x="471" y="12"/>
                  <a:pt x="470" y="12"/>
                </a:cubicBezTo>
                <a:cubicBezTo>
                  <a:pt x="470" y="12"/>
                  <a:pt x="470" y="12"/>
                  <a:pt x="470" y="12"/>
                </a:cubicBezTo>
                <a:cubicBezTo>
                  <a:pt x="469" y="11"/>
                  <a:pt x="469" y="11"/>
                  <a:pt x="469" y="11"/>
                </a:cubicBezTo>
                <a:cubicBezTo>
                  <a:pt x="469" y="11"/>
                  <a:pt x="468" y="10"/>
                  <a:pt x="468" y="10"/>
                </a:cubicBezTo>
                <a:cubicBezTo>
                  <a:pt x="468" y="10"/>
                  <a:pt x="467" y="11"/>
                  <a:pt x="467" y="12"/>
                </a:cubicBezTo>
                <a:cubicBezTo>
                  <a:pt x="467" y="12"/>
                  <a:pt x="467" y="13"/>
                  <a:pt x="467" y="13"/>
                </a:cubicBezTo>
                <a:cubicBezTo>
                  <a:pt x="466" y="14"/>
                  <a:pt x="466" y="14"/>
                  <a:pt x="465" y="15"/>
                </a:cubicBezTo>
                <a:cubicBezTo>
                  <a:pt x="465" y="15"/>
                  <a:pt x="465" y="16"/>
                  <a:pt x="466" y="16"/>
                </a:cubicBezTo>
                <a:cubicBezTo>
                  <a:pt x="466" y="17"/>
                  <a:pt x="465" y="17"/>
                  <a:pt x="465" y="17"/>
                </a:cubicBezTo>
                <a:cubicBezTo>
                  <a:pt x="465" y="18"/>
                  <a:pt x="465" y="18"/>
                  <a:pt x="465" y="19"/>
                </a:cubicBezTo>
                <a:cubicBezTo>
                  <a:pt x="465" y="20"/>
                  <a:pt x="464" y="21"/>
                  <a:pt x="463" y="21"/>
                </a:cubicBezTo>
                <a:cubicBezTo>
                  <a:pt x="463" y="22"/>
                  <a:pt x="463" y="22"/>
                  <a:pt x="462" y="23"/>
                </a:cubicBezTo>
                <a:cubicBezTo>
                  <a:pt x="462" y="24"/>
                  <a:pt x="462" y="24"/>
                  <a:pt x="461" y="25"/>
                </a:cubicBezTo>
                <a:cubicBezTo>
                  <a:pt x="461" y="26"/>
                  <a:pt x="460" y="27"/>
                  <a:pt x="459" y="27"/>
                </a:cubicBezTo>
                <a:cubicBezTo>
                  <a:pt x="458" y="28"/>
                  <a:pt x="458" y="28"/>
                  <a:pt x="457" y="29"/>
                </a:cubicBezTo>
                <a:cubicBezTo>
                  <a:pt x="457" y="29"/>
                  <a:pt x="457" y="29"/>
                  <a:pt x="457" y="30"/>
                </a:cubicBezTo>
                <a:cubicBezTo>
                  <a:pt x="456" y="31"/>
                  <a:pt x="456" y="31"/>
                  <a:pt x="456" y="31"/>
                </a:cubicBezTo>
                <a:cubicBezTo>
                  <a:pt x="455" y="31"/>
                  <a:pt x="454" y="32"/>
                  <a:pt x="455" y="32"/>
                </a:cubicBezTo>
                <a:cubicBezTo>
                  <a:pt x="455" y="32"/>
                  <a:pt x="456" y="32"/>
                  <a:pt x="456" y="33"/>
                </a:cubicBezTo>
                <a:cubicBezTo>
                  <a:pt x="455" y="33"/>
                  <a:pt x="454" y="33"/>
                  <a:pt x="453" y="33"/>
                </a:cubicBezTo>
                <a:cubicBezTo>
                  <a:pt x="453" y="34"/>
                  <a:pt x="452" y="34"/>
                  <a:pt x="452" y="35"/>
                </a:cubicBezTo>
                <a:cubicBezTo>
                  <a:pt x="452" y="35"/>
                  <a:pt x="452" y="35"/>
                  <a:pt x="452" y="36"/>
                </a:cubicBezTo>
                <a:cubicBezTo>
                  <a:pt x="451" y="36"/>
                  <a:pt x="451" y="36"/>
                  <a:pt x="451" y="37"/>
                </a:cubicBezTo>
                <a:cubicBezTo>
                  <a:pt x="450" y="37"/>
                  <a:pt x="451" y="37"/>
                  <a:pt x="451" y="38"/>
                </a:cubicBezTo>
                <a:cubicBezTo>
                  <a:pt x="451" y="38"/>
                  <a:pt x="451" y="39"/>
                  <a:pt x="450" y="40"/>
                </a:cubicBezTo>
                <a:cubicBezTo>
                  <a:pt x="450" y="40"/>
                  <a:pt x="449" y="41"/>
                  <a:pt x="449" y="42"/>
                </a:cubicBezTo>
                <a:cubicBezTo>
                  <a:pt x="449" y="43"/>
                  <a:pt x="449" y="44"/>
                  <a:pt x="449" y="44"/>
                </a:cubicBezTo>
                <a:cubicBezTo>
                  <a:pt x="449" y="45"/>
                  <a:pt x="449" y="46"/>
                  <a:pt x="448" y="46"/>
                </a:cubicBezTo>
                <a:cubicBezTo>
                  <a:pt x="447" y="47"/>
                  <a:pt x="446" y="47"/>
                  <a:pt x="445" y="48"/>
                </a:cubicBezTo>
                <a:cubicBezTo>
                  <a:pt x="445" y="49"/>
                  <a:pt x="445" y="50"/>
                  <a:pt x="445" y="50"/>
                </a:cubicBezTo>
                <a:cubicBezTo>
                  <a:pt x="445" y="51"/>
                  <a:pt x="445" y="52"/>
                  <a:pt x="444" y="53"/>
                </a:cubicBezTo>
                <a:cubicBezTo>
                  <a:pt x="443" y="54"/>
                  <a:pt x="442" y="53"/>
                  <a:pt x="440" y="53"/>
                </a:cubicBezTo>
                <a:cubicBezTo>
                  <a:pt x="439" y="53"/>
                  <a:pt x="437" y="53"/>
                  <a:pt x="437" y="51"/>
                </a:cubicBezTo>
                <a:cubicBezTo>
                  <a:pt x="437" y="51"/>
                  <a:pt x="437" y="52"/>
                  <a:pt x="437" y="52"/>
                </a:cubicBezTo>
                <a:cubicBezTo>
                  <a:pt x="436" y="53"/>
                  <a:pt x="436" y="53"/>
                  <a:pt x="435" y="54"/>
                </a:cubicBezTo>
                <a:cubicBezTo>
                  <a:pt x="434" y="55"/>
                  <a:pt x="433" y="56"/>
                  <a:pt x="432" y="57"/>
                </a:cubicBezTo>
                <a:cubicBezTo>
                  <a:pt x="432" y="57"/>
                  <a:pt x="431" y="58"/>
                  <a:pt x="431" y="60"/>
                </a:cubicBezTo>
                <a:cubicBezTo>
                  <a:pt x="431" y="60"/>
                  <a:pt x="431" y="60"/>
                  <a:pt x="432" y="60"/>
                </a:cubicBezTo>
                <a:cubicBezTo>
                  <a:pt x="432" y="61"/>
                  <a:pt x="432" y="61"/>
                  <a:pt x="433" y="61"/>
                </a:cubicBezTo>
                <a:cubicBezTo>
                  <a:pt x="433" y="62"/>
                  <a:pt x="434" y="62"/>
                  <a:pt x="434" y="62"/>
                </a:cubicBezTo>
                <a:cubicBezTo>
                  <a:pt x="435" y="62"/>
                  <a:pt x="435" y="63"/>
                  <a:pt x="435" y="63"/>
                </a:cubicBezTo>
                <a:cubicBezTo>
                  <a:pt x="436" y="64"/>
                  <a:pt x="436" y="63"/>
                  <a:pt x="437" y="63"/>
                </a:cubicBezTo>
                <a:cubicBezTo>
                  <a:pt x="437" y="63"/>
                  <a:pt x="437" y="63"/>
                  <a:pt x="437" y="63"/>
                </a:cubicBezTo>
                <a:cubicBezTo>
                  <a:pt x="437" y="64"/>
                  <a:pt x="437" y="64"/>
                  <a:pt x="436" y="65"/>
                </a:cubicBezTo>
                <a:cubicBezTo>
                  <a:pt x="436" y="65"/>
                  <a:pt x="436" y="66"/>
                  <a:pt x="436" y="67"/>
                </a:cubicBezTo>
                <a:cubicBezTo>
                  <a:pt x="436" y="68"/>
                  <a:pt x="435" y="68"/>
                  <a:pt x="434" y="68"/>
                </a:cubicBezTo>
                <a:cubicBezTo>
                  <a:pt x="434" y="68"/>
                  <a:pt x="434" y="68"/>
                  <a:pt x="434" y="69"/>
                </a:cubicBezTo>
                <a:cubicBezTo>
                  <a:pt x="434" y="69"/>
                  <a:pt x="434" y="69"/>
                  <a:pt x="433" y="70"/>
                </a:cubicBezTo>
                <a:cubicBezTo>
                  <a:pt x="433" y="70"/>
                  <a:pt x="433" y="70"/>
                  <a:pt x="433" y="70"/>
                </a:cubicBezTo>
                <a:cubicBezTo>
                  <a:pt x="433" y="70"/>
                  <a:pt x="434" y="71"/>
                  <a:pt x="434" y="72"/>
                </a:cubicBezTo>
                <a:cubicBezTo>
                  <a:pt x="435" y="74"/>
                  <a:pt x="435" y="78"/>
                  <a:pt x="435" y="80"/>
                </a:cubicBezTo>
                <a:cubicBezTo>
                  <a:pt x="435" y="81"/>
                  <a:pt x="431" y="84"/>
                  <a:pt x="430" y="83"/>
                </a:cubicBezTo>
                <a:cubicBezTo>
                  <a:pt x="429" y="83"/>
                  <a:pt x="428" y="78"/>
                  <a:pt x="428" y="78"/>
                </a:cubicBezTo>
                <a:cubicBezTo>
                  <a:pt x="428" y="77"/>
                  <a:pt x="427" y="73"/>
                  <a:pt x="427" y="70"/>
                </a:cubicBezTo>
                <a:cubicBezTo>
                  <a:pt x="427" y="70"/>
                  <a:pt x="426" y="70"/>
                  <a:pt x="426" y="70"/>
                </a:cubicBezTo>
                <a:cubicBezTo>
                  <a:pt x="426" y="71"/>
                  <a:pt x="426" y="71"/>
                  <a:pt x="426" y="71"/>
                </a:cubicBezTo>
                <a:cubicBezTo>
                  <a:pt x="426" y="71"/>
                  <a:pt x="425" y="71"/>
                  <a:pt x="425" y="71"/>
                </a:cubicBezTo>
                <a:cubicBezTo>
                  <a:pt x="423" y="72"/>
                  <a:pt x="425" y="73"/>
                  <a:pt x="425" y="73"/>
                </a:cubicBezTo>
                <a:cubicBezTo>
                  <a:pt x="424" y="73"/>
                  <a:pt x="424" y="73"/>
                  <a:pt x="424" y="73"/>
                </a:cubicBezTo>
                <a:cubicBezTo>
                  <a:pt x="423" y="73"/>
                  <a:pt x="423" y="74"/>
                  <a:pt x="422" y="74"/>
                </a:cubicBezTo>
                <a:cubicBezTo>
                  <a:pt x="422" y="74"/>
                  <a:pt x="422" y="74"/>
                  <a:pt x="422" y="74"/>
                </a:cubicBezTo>
                <a:cubicBezTo>
                  <a:pt x="421" y="74"/>
                  <a:pt x="421" y="73"/>
                  <a:pt x="421" y="73"/>
                </a:cubicBezTo>
                <a:cubicBezTo>
                  <a:pt x="421" y="72"/>
                  <a:pt x="422" y="72"/>
                  <a:pt x="422" y="72"/>
                </a:cubicBezTo>
                <a:cubicBezTo>
                  <a:pt x="422" y="71"/>
                  <a:pt x="422" y="71"/>
                  <a:pt x="422" y="71"/>
                </a:cubicBezTo>
                <a:cubicBezTo>
                  <a:pt x="422" y="70"/>
                  <a:pt x="422" y="69"/>
                  <a:pt x="423" y="69"/>
                </a:cubicBezTo>
                <a:cubicBezTo>
                  <a:pt x="423" y="67"/>
                  <a:pt x="421" y="68"/>
                  <a:pt x="421" y="69"/>
                </a:cubicBezTo>
                <a:cubicBezTo>
                  <a:pt x="420" y="69"/>
                  <a:pt x="420" y="69"/>
                  <a:pt x="419" y="69"/>
                </a:cubicBezTo>
                <a:cubicBezTo>
                  <a:pt x="420" y="74"/>
                  <a:pt x="420" y="79"/>
                  <a:pt x="420" y="80"/>
                </a:cubicBezTo>
                <a:cubicBezTo>
                  <a:pt x="420" y="82"/>
                  <a:pt x="420" y="86"/>
                  <a:pt x="420" y="88"/>
                </a:cubicBezTo>
                <a:cubicBezTo>
                  <a:pt x="420" y="90"/>
                  <a:pt x="416" y="95"/>
                  <a:pt x="414" y="96"/>
                </a:cubicBezTo>
                <a:cubicBezTo>
                  <a:pt x="412" y="97"/>
                  <a:pt x="411" y="93"/>
                  <a:pt x="411" y="91"/>
                </a:cubicBezTo>
                <a:cubicBezTo>
                  <a:pt x="410" y="89"/>
                  <a:pt x="409" y="84"/>
                  <a:pt x="408" y="82"/>
                </a:cubicBezTo>
                <a:cubicBezTo>
                  <a:pt x="408" y="80"/>
                  <a:pt x="407" y="79"/>
                  <a:pt x="406" y="78"/>
                </a:cubicBezTo>
                <a:cubicBezTo>
                  <a:pt x="406" y="78"/>
                  <a:pt x="406" y="78"/>
                  <a:pt x="406" y="78"/>
                </a:cubicBezTo>
                <a:cubicBezTo>
                  <a:pt x="404" y="79"/>
                  <a:pt x="403" y="80"/>
                  <a:pt x="401" y="81"/>
                </a:cubicBezTo>
                <a:cubicBezTo>
                  <a:pt x="399" y="81"/>
                  <a:pt x="398" y="81"/>
                  <a:pt x="396" y="82"/>
                </a:cubicBezTo>
                <a:cubicBezTo>
                  <a:pt x="395" y="82"/>
                  <a:pt x="395" y="81"/>
                  <a:pt x="394" y="81"/>
                </a:cubicBezTo>
                <a:cubicBezTo>
                  <a:pt x="394" y="81"/>
                  <a:pt x="393" y="81"/>
                  <a:pt x="393" y="81"/>
                </a:cubicBezTo>
                <a:cubicBezTo>
                  <a:pt x="392" y="82"/>
                  <a:pt x="393" y="84"/>
                  <a:pt x="393" y="85"/>
                </a:cubicBezTo>
                <a:cubicBezTo>
                  <a:pt x="393" y="86"/>
                  <a:pt x="393" y="88"/>
                  <a:pt x="392" y="89"/>
                </a:cubicBezTo>
                <a:cubicBezTo>
                  <a:pt x="392" y="91"/>
                  <a:pt x="391" y="92"/>
                  <a:pt x="390" y="93"/>
                </a:cubicBezTo>
                <a:cubicBezTo>
                  <a:pt x="389" y="94"/>
                  <a:pt x="388" y="95"/>
                  <a:pt x="387" y="97"/>
                </a:cubicBezTo>
                <a:cubicBezTo>
                  <a:pt x="386" y="98"/>
                  <a:pt x="386" y="99"/>
                  <a:pt x="385" y="100"/>
                </a:cubicBezTo>
                <a:cubicBezTo>
                  <a:pt x="384" y="101"/>
                  <a:pt x="383" y="102"/>
                  <a:pt x="382" y="103"/>
                </a:cubicBezTo>
                <a:cubicBezTo>
                  <a:pt x="381" y="103"/>
                  <a:pt x="380" y="104"/>
                  <a:pt x="380" y="104"/>
                </a:cubicBezTo>
                <a:cubicBezTo>
                  <a:pt x="379" y="104"/>
                  <a:pt x="379" y="105"/>
                  <a:pt x="378" y="105"/>
                </a:cubicBezTo>
                <a:cubicBezTo>
                  <a:pt x="378" y="106"/>
                  <a:pt x="378" y="107"/>
                  <a:pt x="377" y="108"/>
                </a:cubicBezTo>
                <a:cubicBezTo>
                  <a:pt x="377" y="108"/>
                  <a:pt x="377" y="108"/>
                  <a:pt x="377" y="109"/>
                </a:cubicBezTo>
                <a:cubicBezTo>
                  <a:pt x="376" y="109"/>
                  <a:pt x="376" y="110"/>
                  <a:pt x="376" y="110"/>
                </a:cubicBezTo>
                <a:cubicBezTo>
                  <a:pt x="375" y="111"/>
                  <a:pt x="375" y="111"/>
                  <a:pt x="375" y="111"/>
                </a:cubicBezTo>
                <a:cubicBezTo>
                  <a:pt x="374" y="112"/>
                  <a:pt x="375" y="112"/>
                  <a:pt x="374" y="113"/>
                </a:cubicBezTo>
                <a:cubicBezTo>
                  <a:pt x="374" y="113"/>
                  <a:pt x="373" y="114"/>
                  <a:pt x="373" y="115"/>
                </a:cubicBezTo>
                <a:cubicBezTo>
                  <a:pt x="372" y="115"/>
                  <a:pt x="372" y="115"/>
                  <a:pt x="371" y="116"/>
                </a:cubicBezTo>
                <a:cubicBezTo>
                  <a:pt x="371" y="116"/>
                  <a:pt x="371" y="116"/>
                  <a:pt x="371" y="117"/>
                </a:cubicBezTo>
                <a:cubicBezTo>
                  <a:pt x="371" y="118"/>
                  <a:pt x="370" y="118"/>
                  <a:pt x="369" y="119"/>
                </a:cubicBezTo>
                <a:cubicBezTo>
                  <a:pt x="369" y="119"/>
                  <a:pt x="368" y="119"/>
                  <a:pt x="368" y="120"/>
                </a:cubicBezTo>
                <a:cubicBezTo>
                  <a:pt x="368" y="120"/>
                  <a:pt x="368" y="120"/>
                  <a:pt x="368" y="121"/>
                </a:cubicBezTo>
                <a:cubicBezTo>
                  <a:pt x="368" y="122"/>
                  <a:pt x="367" y="122"/>
                  <a:pt x="366" y="123"/>
                </a:cubicBezTo>
                <a:cubicBezTo>
                  <a:pt x="364" y="125"/>
                  <a:pt x="362" y="125"/>
                  <a:pt x="360" y="125"/>
                </a:cubicBezTo>
                <a:cubicBezTo>
                  <a:pt x="359" y="125"/>
                  <a:pt x="358" y="126"/>
                  <a:pt x="357" y="126"/>
                </a:cubicBezTo>
                <a:cubicBezTo>
                  <a:pt x="356" y="127"/>
                  <a:pt x="355" y="127"/>
                  <a:pt x="354" y="127"/>
                </a:cubicBezTo>
                <a:cubicBezTo>
                  <a:pt x="353" y="127"/>
                  <a:pt x="351" y="128"/>
                  <a:pt x="350" y="128"/>
                </a:cubicBezTo>
                <a:cubicBezTo>
                  <a:pt x="349" y="128"/>
                  <a:pt x="348" y="129"/>
                  <a:pt x="347" y="129"/>
                </a:cubicBezTo>
                <a:cubicBezTo>
                  <a:pt x="346" y="129"/>
                  <a:pt x="345" y="129"/>
                  <a:pt x="344" y="130"/>
                </a:cubicBezTo>
                <a:cubicBezTo>
                  <a:pt x="343" y="130"/>
                  <a:pt x="342" y="131"/>
                  <a:pt x="341" y="131"/>
                </a:cubicBezTo>
                <a:cubicBezTo>
                  <a:pt x="338" y="132"/>
                  <a:pt x="336" y="132"/>
                  <a:pt x="333" y="133"/>
                </a:cubicBezTo>
                <a:cubicBezTo>
                  <a:pt x="333" y="133"/>
                  <a:pt x="332" y="133"/>
                  <a:pt x="331" y="133"/>
                </a:cubicBezTo>
                <a:cubicBezTo>
                  <a:pt x="331" y="133"/>
                  <a:pt x="331" y="133"/>
                  <a:pt x="330" y="133"/>
                </a:cubicBezTo>
                <a:cubicBezTo>
                  <a:pt x="330" y="133"/>
                  <a:pt x="331" y="134"/>
                  <a:pt x="331" y="134"/>
                </a:cubicBezTo>
                <a:cubicBezTo>
                  <a:pt x="331" y="135"/>
                  <a:pt x="329" y="133"/>
                  <a:pt x="329" y="133"/>
                </a:cubicBezTo>
                <a:cubicBezTo>
                  <a:pt x="329" y="133"/>
                  <a:pt x="328" y="134"/>
                  <a:pt x="327" y="135"/>
                </a:cubicBezTo>
                <a:cubicBezTo>
                  <a:pt x="326" y="135"/>
                  <a:pt x="326" y="136"/>
                  <a:pt x="325" y="136"/>
                </a:cubicBezTo>
                <a:cubicBezTo>
                  <a:pt x="325" y="137"/>
                  <a:pt x="324" y="137"/>
                  <a:pt x="324" y="137"/>
                </a:cubicBezTo>
                <a:cubicBezTo>
                  <a:pt x="323" y="138"/>
                  <a:pt x="323" y="139"/>
                  <a:pt x="323" y="140"/>
                </a:cubicBezTo>
                <a:cubicBezTo>
                  <a:pt x="323" y="141"/>
                  <a:pt x="322" y="141"/>
                  <a:pt x="323" y="142"/>
                </a:cubicBezTo>
                <a:cubicBezTo>
                  <a:pt x="324" y="143"/>
                  <a:pt x="324" y="143"/>
                  <a:pt x="325" y="143"/>
                </a:cubicBezTo>
                <a:cubicBezTo>
                  <a:pt x="325" y="143"/>
                  <a:pt x="325" y="143"/>
                  <a:pt x="326" y="144"/>
                </a:cubicBezTo>
                <a:cubicBezTo>
                  <a:pt x="326" y="144"/>
                  <a:pt x="326" y="144"/>
                  <a:pt x="327" y="144"/>
                </a:cubicBezTo>
                <a:cubicBezTo>
                  <a:pt x="327" y="144"/>
                  <a:pt x="328" y="144"/>
                  <a:pt x="328" y="144"/>
                </a:cubicBezTo>
                <a:cubicBezTo>
                  <a:pt x="328" y="145"/>
                  <a:pt x="327" y="145"/>
                  <a:pt x="327" y="145"/>
                </a:cubicBezTo>
                <a:cubicBezTo>
                  <a:pt x="326" y="145"/>
                  <a:pt x="325" y="144"/>
                  <a:pt x="325" y="144"/>
                </a:cubicBezTo>
                <a:cubicBezTo>
                  <a:pt x="324" y="143"/>
                  <a:pt x="323" y="143"/>
                  <a:pt x="323" y="144"/>
                </a:cubicBezTo>
                <a:cubicBezTo>
                  <a:pt x="323" y="144"/>
                  <a:pt x="324" y="146"/>
                  <a:pt x="324" y="146"/>
                </a:cubicBezTo>
                <a:cubicBezTo>
                  <a:pt x="324" y="146"/>
                  <a:pt x="325" y="147"/>
                  <a:pt x="325" y="147"/>
                </a:cubicBezTo>
                <a:cubicBezTo>
                  <a:pt x="325" y="148"/>
                  <a:pt x="325" y="148"/>
                  <a:pt x="324" y="147"/>
                </a:cubicBezTo>
                <a:cubicBezTo>
                  <a:pt x="323" y="147"/>
                  <a:pt x="323" y="147"/>
                  <a:pt x="322" y="147"/>
                </a:cubicBezTo>
                <a:cubicBezTo>
                  <a:pt x="322" y="148"/>
                  <a:pt x="321" y="148"/>
                  <a:pt x="321" y="148"/>
                </a:cubicBezTo>
                <a:cubicBezTo>
                  <a:pt x="321" y="147"/>
                  <a:pt x="320" y="147"/>
                  <a:pt x="320" y="147"/>
                </a:cubicBezTo>
                <a:cubicBezTo>
                  <a:pt x="320" y="147"/>
                  <a:pt x="320" y="147"/>
                  <a:pt x="319" y="146"/>
                </a:cubicBezTo>
                <a:cubicBezTo>
                  <a:pt x="319" y="146"/>
                  <a:pt x="319" y="146"/>
                  <a:pt x="318" y="146"/>
                </a:cubicBezTo>
                <a:cubicBezTo>
                  <a:pt x="317" y="146"/>
                  <a:pt x="317" y="147"/>
                  <a:pt x="317" y="148"/>
                </a:cubicBezTo>
                <a:cubicBezTo>
                  <a:pt x="317" y="149"/>
                  <a:pt x="316" y="150"/>
                  <a:pt x="318" y="151"/>
                </a:cubicBezTo>
                <a:cubicBezTo>
                  <a:pt x="318" y="151"/>
                  <a:pt x="319" y="151"/>
                  <a:pt x="319" y="151"/>
                </a:cubicBezTo>
                <a:cubicBezTo>
                  <a:pt x="319" y="151"/>
                  <a:pt x="319" y="152"/>
                  <a:pt x="319" y="152"/>
                </a:cubicBezTo>
                <a:cubicBezTo>
                  <a:pt x="318" y="152"/>
                  <a:pt x="318" y="151"/>
                  <a:pt x="317" y="151"/>
                </a:cubicBezTo>
                <a:cubicBezTo>
                  <a:pt x="317" y="151"/>
                  <a:pt x="316" y="152"/>
                  <a:pt x="316" y="153"/>
                </a:cubicBezTo>
                <a:cubicBezTo>
                  <a:pt x="316" y="154"/>
                  <a:pt x="317" y="153"/>
                  <a:pt x="318" y="153"/>
                </a:cubicBezTo>
                <a:cubicBezTo>
                  <a:pt x="319" y="153"/>
                  <a:pt x="319" y="152"/>
                  <a:pt x="320" y="153"/>
                </a:cubicBezTo>
                <a:cubicBezTo>
                  <a:pt x="321" y="154"/>
                  <a:pt x="321" y="153"/>
                  <a:pt x="321" y="153"/>
                </a:cubicBezTo>
                <a:cubicBezTo>
                  <a:pt x="322" y="152"/>
                  <a:pt x="322" y="152"/>
                  <a:pt x="322" y="153"/>
                </a:cubicBezTo>
                <a:cubicBezTo>
                  <a:pt x="322" y="154"/>
                  <a:pt x="321" y="154"/>
                  <a:pt x="320" y="154"/>
                </a:cubicBezTo>
                <a:cubicBezTo>
                  <a:pt x="320" y="154"/>
                  <a:pt x="319" y="153"/>
                  <a:pt x="319" y="153"/>
                </a:cubicBezTo>
                <a:cubicBezTo>
                  <a:pt x="318" y="154"/>
                  <a:pt x="318" y="154"/>
                  <a:pt x="318" y="155"/>
                </a:cubicBezTo>
                <a:cubicBezTo>
                  <a:pt x="318" y="155"/>
                  <a:pt x="318" y="155"/>
                  <a:pt x="317" y="155"/>
                </a:cubicBezTo>
                <a:cubicBezTo>
                  <a:pt x="317" y="155"/>
                  <a:pt x="318" y="156"/>
                  <a:pt x="317" y="156"/>
                </a:cubicBezTo>
                <a:cubicBezTo>
                  <a:pt x="317" y="156"/>
                  <a:pt x="317" y="156"/>
                  <a:pt x="317" y="157"/>
                </a:cubicBezTo>
                <a:cubicBezTo>
                  <a:pt x="316" y="157"/>
                  <a:pt x="317" y="158"/>
                  <a:pt x="317" y="159"/>
                </a:cubicBezTo>
                <a:cubicBezTo>
                  <a:pt x="316" y="159"/>
                  <a:pt x="316" y="160"/>
                  <a:pt x="316" y="160"/>
                </a:cubicBezTo>
                <a:cubicBezTo>
                  <a:pt x="316" y="161"/>
                  <a:pt x="315" y="161"/>
                  <a:pt x="315" y="162"/>
                </a:cubicBezTo>
                <a:cubicBezTo>
                  <a:pt x="315" y="162"/>
                  <a:pt x="315" y="162"/>
                  <a:pt x="315" y="163"/>
                </a:cubicBezTo>
                <a:cubicBezTo>
                  <a:pt x="315" y="163"/>
                  <a:pt x="315" y="163"/>
                  <a:pt x="315" y="164"/>
                </a:cubicBezTo>
                <a:cubicBezTo>
                  <a:pt x="315" y="164"/>
                  <a:pt x="315" y="164"/>
                  <a:pt x="316" y="165"/>
                </a:cubicBezTo>
                <a:cubicBezTo>
                  <a:pt x="316" y="165"/>
                  <a:pt x="316" y="166"/>
                  <a:pt x="317" y="166"/>
                </a:cubicBezTo>
                <a:cubicBezTo>
                  <a:pt x="317" y="166"/>
                  <a:pt x="317" y="167"/>
                  <a:pt x="317" y="167"/>
                </a:cubicBezTo>
                <a:cubicBezTo>
                  <a:pt x="318" y="167"/>
                  <a:pt x="319" y="167"/>
                  <a:pt x="320" y="168"/>
                </a:cubicBezTo>
                <a:cubicBezTo>
                  <a:pt x="320" y="168"/>
                  <a:pt x="320" y="168"/>
                  <a:pt x="320" y="169"/>
                </a:cubicBezTo>
                <a:cubicBezTo>
                  <a:pt x="320" y="169"/>
                  <a:pt x="320" y="169"/>
                  <a:pt x="320" y="170"/>
                </a:cubicBezTo>
                <a:cubicBezTo>
                  <a:pt x="319" y="170"/>
                  <a:pt x="320" y="169"/>
                  <a:pt x="320" y="169"/>
                </a:cubicBezTo>
                <a:cubicBezTo>
                  <a:pt x="320" y="168"/>
                  <a:pt x="319" y="168"/>
                  <a:pt x="319" y="168"/>
                </a:cubicBezTo>
                <a:cubicBezTo>
                  <a:pt x="318" y="168"/>
                  <a:pt x="318" y="168"/>
                  <a:pt x="317" y="167"/>
                </a:cubicBezTo>
                <a:cubicBezTo>
                  <a:pt x="316" y="167"/>
                  <a:pt x="316" y="167"/>
                  <a:pt x="316" y="167"/>
                </a:cubicBezTo>
                <a:cubicBezTo>
                  <a:pt x="315" y="166"/>
                  <a:pt x="314" y="166"/>
                  <a:pt x="313" y="167"/>
                </a:cubicBezTo>
                <a:cubicBezTo>
                  <a:pt x="313" y="167"/>
                  <a:pt x="313" y="168"/>
                  <a:pt x="313" y="169"/>
                </a:cubicBezTo>
                <a:cubicBezTo>
                  <a:pt x="312" y="169"/>
                  <a:pt x="312" y="170"/>
                  <a:pt x="313" y="170"/>
                </a:cubicBezTo>
                <a:cubicBezTo>
                  <a:pt x="313" y="171"/>
                  <a:pt x="313" y="171"/>
                  <a:pt x="314" y="171"/>
                </a:cubicBezTo>
                <a:cubicBezTo>
                  <a:pt x="314" y="172"/>
                  <a:pt x="314" y="172"/>
                  <a:pt x="315" y="173"/>
                </a:cubicBezTo>
                <a:cubicBezTo>
                  <a:pt x="315" y="173"/>
                  <a:pt x="316" y="173"/>
                  <a:pt x="316" y="173"/>
                </a:cubicBezTo>
                <a:cubicBezTo>
                  <a:pt x="317" y="174"/>
                  <a:pt x="317" y="174"/>
                  <a:pt x="318" y="174"/>
                </a:cubicBezTo>
                <a:cubicBezTo>
                  <a:pt x="318" y="174"/>
                  <a:pt x="319" y="173"/>
                  <a:pt x="320" y="173"/>
                </a:cubicBezTo>
                <a:cubicBezTo>
                  <a:pt x="320" y="173"/>
                  <a:pt x="321" y="174"/>
                  <a:pt x="321" y="174"/>
                </a:cubicBezTo>
                <a:cubicBezTo>
                  <a:pt x="321" y="175"/>
                  <a:pt x="321" y="175"/>
                  <a:pt x="322" y="175"/>
                </a:cubicBezTo>
                <a:cubicBezTo>
                  <a:pt x="322" y="175"/>
                  <a:pt x="324" y="175"/>
                  <a:pt x="324" y="175"/>
                </a:cubicBezTo>
                <a:cubicBezTo>
                  <a:pt x="324" y="176"/>
                  <a:pt x="322" y="176"/>
                  <a:pt x="321" y="176"/>
                </a:cubicBezTo>
                <a:cubicBezTo>
                  <a:pt x="321" y="176"/>
                  <a:pt x="321" y="175"/>
                  <a:pt x="320" y="175"/>
                </a:cubicBezTo>
                <a:cubicBezTo>
                  <a:pt x="320" y="174"/>
                  <a:pt x="319" y="174"/>
                  <a:pt x="319" y="174"/>
                </a:cubicBezTo>
                <a:cubicBezTo>
                  <a:pt x="319" y="174"/>
                  <a:pt x="318" y="175"/>
                  <a:pt x="318" y="175"/>
                </a:cubicBezTo>
                <a:cubicBezTo>
                  <a:pt x="317" y="175"/>
                  <a:pt x="317" y="175"/>
                  <a:pt x="316" y="174"/>
                </a:cubicBezTo>
                <a:cubicBezTo>
                  <a:pt x="316" y="174"/>
                  <a:pt x="315" y="174"/>
                  <a:pt x="315" y="174"/>
                </a:cubicBezTo>
                <a:cubicBezTo>
                  <a:pt x="314" y="174"/>
                  <a:pt x="314" y="173"/>
                  <a:pt x="313" y="173"/>
                </a:cubicBezTo>
                <a:cubicBezTo>
                  <a:pt x="312" y="172"/>
                  <a:pt x="312" y="171"/>
                  <a:pt x="310" y="171"/>
                </a:cubicBezTo>
                <a:cubicBezTo>
                  <a:pt x="309" y="171"/>
                  <a:pt x="308" y="170"/>
                  <a:pt x="307" y="170"/>
                </a:cubicBezTo>
                <a:cubicBezTo>
                  <a:pt x="305" y="169"/>
                  <a:pt x="306" y="170"/>
                  <a:pt x="306" y="171"/>
                </a:cubicBezTo>
                <a:cubicBezTo>
                  <a:pt x="306" y="172"/>
                  <a:pt x="304" y="174"/>
                  <a:pt x="304" y="173"/>
                </a:cubicBezTo>
                <a:cubicBezTo>
                  <a:pt x="304" y="173"/>
                  <a:pt x="305" y="173"/>
                  <a:pt x="305" y="172"/>
                </a:cubicBezTo>
                <a:cubicBezTo>
                  <a:pt x="305" y="172"/>
                  <a:pt x="305" y="171"/>
                  <a:pt x="305" y="171"/>
                </a:cubicBezTo>
                <a:cubicBezTo>
                  <a:pt x="305" y="170"/>
                  <a:pt x="304" y="170"/>
                  <a:pt x="303" y="169"/>
                </a:cubicBezTo>
                <a:cubicBezTo>
                  <a:pt x="302" y="169"/>
                  <a:pt x="300" y="169"/>
                  <a:pt x="300" y="170"/>
                </a:cubicBezTo>
                <a:cubicBezTo>
                  <a:pt x="300" y="170"/>
                  <a:pt x="299" y="171"/>
                  <a:pt x="299" y="170"/>
                </a:cubicBezTo>
                <a:cubicBezTo>
                  <a:pt x="299" y="170"/>
                  <a:pt x="299" y="170"/>
                  <a:pt x="299" y="169"/>
                </a:cubicBezTo>
                <a:cubicBezTo>
                  <a:pt x="299" y="169"/>
                  <a:pt x="299" y="168"/>
                  <a:pt x="298" y="168"/>
                </a:cubicBezTo>
                <a:cubicBezTo>
                  <a:pt x="298" y="168"/>
                  <a:pt x="298" y="169"/>
                  <a:pt x="298" y="169"/>
                </a:cubicBezTo>
                <a:cubicBezTo>
                  <a:pt x="297" y="169"/>
                  <a:pt x="298" y="170"/>
                  <a:pt x="297" y="170"/>
                </a:cubicBezTo>
                <a:cubicBezTo>
                  <a:pt x="297" y="170"/>
                  <a:pt x="297" y="170"/>
                  <a:pt x="296" y="170"/>
                </a:cubicBezTo>
                <a:cubicBezTo>
                  <a:pt x="296" y="169"/>
                  <a:pt x="297" y="168"/>
                  <a:pt x="298" y="168"/>
                </a:cubicBezTo>
                <a:cubicBezTo>
                  <a:pt x="298" y="168"/>
                  <a:pt x="298" y="167"/>
                  <a:pt x="298" y="167"/>
                </a:cubicBezTo>
                <a:cubicBezTo>
                  <a:pt x="298" y="167"/>
                  <a:pt x="298" y="167"/>
                  <a:pt x="298" y="167"/>
                </a:cubicBezTo>
                <a:cubicBezTo>
                  <a:pt x="299" y="166"/>
                  <a:pt x="299" y="166"/>
                  <a:pt x="299" y="165"/>
                </a:cubicBezTo>
                <a:cubicBezTo>
                  <a:pt x="298" y="165"/>
                  <a:pt x="298" y="166"/>
                  <a:pt x="298" y="166"/>
                </a:cubicBezTo>
                <a:cubicBezTo>
                  <a:pt x="298" y="166"/>
                  <a:pt x="297" y="165"/>
                  <a:pt x="297" y="165"/>
                </a:cubicBezTo>
                <a:cubicBezTo>
                  <a:pt x="296" y="166"/>
                  <a:pt x="297" y="166"/>
                  <a:pt x="296" y="167"/>
                </a:cubicBezTo>
                <a:cubicBezTo>
                  <a:pt x="296" y="167"/>
                  <a:pt x="295" y="166"/>
                  <a:pt x="294" y="166"/>
                </a:cubicBezTo>
                <a:cubicBezTo>
                  <a:pt x="294" y="165"/>
                  <a:pt x="295" y="164"/>
                  <a:pt x="294" y="164"/>
                </a:cubicBezTo>
                <a:cubicBezTo>
                  <a:pt x="293" y="164"/>
                  <a:pt x="293" y="165"/>
                  <a:pt x="293" y="165"/>
                </a:cubicBezTo>
                <a:cubicBezTo>
                  <a:pt x="293" y="166"/>
                  <a:pt x="293" y="166"/>
                  <a:pt x="294" y="166"/>
                </a:cubicBezTo>
                <a:cubicBezTo>
                  <a:pt x="294" y="166"/>
                  <a:pt x="293" y="166"/>
                  <a:pt x="293" y="166"/>
                </a:cubicBezTo>
                <a:cubicBezTo>
                  <a:pt x="292" y="166"/>
                  <a:pt x="292" y="166"/>
                  <a:pt x="291" y="166"/>
                </a:cubicBezTo>
                <a:cubicBezTo>
                  <a:pt x="291" y="166"/>
                  <a:pt x="290" y="167"/>
                  <a:pt x="290" y="167"/>
                </a:cubicBezTo>
                <a:cubicBezTo>
                  <a:pt x="290" y="167"/>
                  <a:pt x="290" y="166"/>
                  <a:pt x="289" y="167"/>
                </a:cubicBezTo>
                <a:cubicBezTo>
                  <a:pt x="288" y="167"/>
                  <a:pt x="288" y="167"/>
                  <a:pt x="288" y="167"/>
                </a:cubicBezTo>
                <a:cubicBezTo>
                  <a:pt x="287" y="167"/>
                  <a:pt x="287" y="167"/>
                  <a:pt x="287" y="167"/>
                </a:cubicBezTo>
                <a:cubicBezTo>
                  <a:pt x="286" y="167"/>
                  <a:pt x="286" y="167"/>
                  <a:pt x="285" y="167"/>
                </a:cubicBezTo>
                <a:cubicBezTo>
                  <a:pt x="288" y="170"/>
                  <a:pt x="290" y="173"/>
                  <a:pt x="291" y="174"/>
                </a:cubicBezTo>
                <a:cubicBezTo>
                  <a:pt x="292" y="175"/>
                  <a:pt x="296" y="183"/>
                  <a:pt x="298" y="184"/>
                </a:cubicBezTo>
                <a:cubicBezTo>
                  <a:pt x="299" y="185"/>
                  <a:pt x="302" y="188"/>
                  <a:pt x="305" y="188"/>
                </a:cubicBezTo>
                <a:cubicBezTo>
                  <a:pt x="309" y="188"/>
                  <a:pt x="316" y="184"/>
                  <a:pt x="320" y="184"/>
                </a:cubicBezTo>
                <a:cubicBezTo>
                  <a:pt x="323" y="184"/>
                  <a:pt x="335" y="186"/>
                  <a:pt x="339" y="184"/>
                </a:cubicBezTo>
                <a:cubicBezTo>
                  <a:pt x="344" y="182"/>
                  <a:pt x="354" y="176"/>
                  <a:pt x="358" y="174"/>
                </a:cubicBezTo>
                <a:cubicBezTo>
                  <a:pt x="361" y="172"/>
                  <a:pt x="367" y="166"/>
                  <a:pt x="373" y="169"/>
                </a:cubicBezTo>
                <a:cubicBezTo>
                  <a:pt x="378" y="171"/>
                  <a:pt x="384" y="178"/>
                  <a:pt x="390" y="176"/>
                </a:cubicBezTo>
                <a:cubicBezTo>
                  <a:pt x="395" y="174"/>
                  <a:pt x="400" y="169"/>
                  <a:pt x="404" y="169"/>
                </a:cubicBezTo>
                <a:cubicBezTo>
                  <a:pt x="408" y="168"/>
                  <a:pt x="418" y="169"/>
                  <a:pt x="419" y="168"/>
                </a:cubicBezTo>
                <a:cubicBezTo>
                  <a:pt x="419" y="167"/>
                  <a:pt x="415" y="162"/>
                  <a:pt x="417" y="157"/>
                </a:cubicBezTo>
                <a:cubicBezTo>
                  <a:pt x="419" y="153"/>
                  <a:pt x="427" y="147"/>
                  <a:pt x="428" y="142"/>
                </a:cubicBezTo>
                <a:cubicBezTo>
                  <a:pt x="430" y="138"/>
                  <a:pt x="426" y="137"/>
                  <a:pt x="432" y="131"/>
                </a:cubicBezTo>
                <a:cubicBezTo>
                  <a:pt x="438" y="125"/>
                  <a:pt x="440" y="119"/>
                  <a:pt x="441" y="114"/>
                </a:cubicBezTo>
                <a:cubicBezTo>
                  <a:pt x="441" y="108"/>
                  <a:pt x="448" y="87"/>
                  <a:pt x="449" y="85"/>
                </a:cubicBezTo>
                <a:cubicBezTo>
                  <a:pt x="449" y="82"/>
                  <a:pt x="450" y="79"/>
                  <a:pt x="453" y="79"/>
                </a:cubicBezTo>
                <a:cubicBezTo>
                  <a:pt x="456" y="79"/>
                  <a:pt x="469" y="81"/>
                  <a:pt x="473" y="81"/>
                </a:cubicBezTo>
                <a:cubicBezTo>
                  <a:pt x="477" y="80"/>
                  <a:pt x="487" y="79"/>
                  <a:pt x="488" y="79"/>
                </a:cubicBezTo>
                <a:cubicBezTo>
                  <a:pt x="489" y="79"/>
                  <a:pt x="496" y="83"/>
                  <a:pt x="496" y="83"/>
                </a:cubicBezTo>
                <a:cubicBezTo>
                  <a:pt x="497" y="83"/>
                  <a:pt x="497" y="84"/>
                  <a:pt x="498" y="84"/>
                </a:cubicBezTo>
                <a:cubicBezTo>
                  <a:pt x="498" y="84"/>
                  <a:pt x="499" y="85"/>
                  <a:pt x="500" y="85"/>
                </a:cubicBezTo>
                <a:cubicBezTo>
                  <a:pt x="500" y="85"/>
                  <a:pt x="500" y="85"/>
                  <a:pt x="501" y="86"/>
                </a:cubicBezTo>
                <a:cubicBezTo>
                  <a:pt x="501" y="86"/>
                  <a:pt x="502" y="86"/>
                  <a:pt x="502" y="87"/>
                </a:cubicBezTo>
                <a:cubicBezTo>
                  <a:pt x="502" y="87"/>
                  <a:pt x="502" y="87"/>
                  <a:pt x="502" y="87"/>
                </a:cubicBezTo>
                <a:cubicBezTo>
                  <a:pt x="503" y="88"/>
                  <a:pt x="503" y="87"/>
                  <a:pt x="504" y="87"/>
                </a:cubicBezTo>
                <a:cubicBezTo>
                  <a:pt x="505" y="88"/>
                  <a:pt x="505" y="88"/>
                  <a:pt x="506" y="88"/>
                </a:cubicBezTo>
                <a:cubicBezTo>
                  <a:pt x="507" y="88"/>
                  <a:pt x="508" y="87"/>
                  <a:pt x="509" y="87"/>
                </a:cubicBezTo>
                <a:cubicBezTo>
                  <a:pt x="509" y="86"/>
                  <a:pt x="510" y="86"/>
                  <a:pt x="511" y="86"/>
                </a:cubicBezTo>
                <a:cubicBezTo>
                  <a:pt x="511" y="86"/>
                  <a:pt x="512" y="86"/>
                  <a:pt x="513" y="86"/>
                </a:cubicBezTo>
                <a:cubicBezTo>
                  <a:pt x="513" y="85"/>
                  <a:pt x="514" y="85"/>
                  <a:pt x="514" y="85"/>
                </a:cubicBezTo>
                <a:cubicBezTo>
                  <a:pt x="515" y="85"/>
                  <a:pt x="515" y="85"/>
                  <a:pt x="516" y="85"/>
                </a:cubicBezTo>
                <a:cubicBezTo>
                  <a:pt x="516" y="85"/>
                  <a:pt x="515" y="84"/>
                  <a:pt x="516" y="84"/>
                </a:cubicBezTo>
                <a:cubicBezTo>
                  <a:pt x="516" y="84"/>
                  <a:pt x="517" y="84"/>
                  <a:pt x="517" y="84"/>
                </a:cubicBezTo>
                <a:cubicBezTo>
                  <a:pt x="517" y="84"/>
                  <a:pt x="517" y="85"/>
                  <a:pt x="518" y="84"/>
                </a:cubicBezTo>
                <a:cubicBezTo>
                  <a:pt x="518" y="84"/>
                  <a:pt x="518" y="84"/>
                  <a:pt x="518" y="84"/>
                </a:cubicBezTo>
                <a:cubicBezTo>
                  <a:pt x="519" y="84"/>
                  <a:pt x="520" y="84"/>
                  <a:pt x="520" y="84"/>
                </a:cubicBezTo>
                <a:cubicBezTo>
                  <a:pt x="521" y="84"/>
                  <a:pt x="521" y="84"/>
                  <a:pt x="521" y="83"/>
                </a:cubicBezTo>
                <a:cubicBezTo>
                  <a:pt x="522" y="83"/>
                  <a:pt x="522" y="83"/>
                  <a:pt x="522" y="83"/>
                </a:cubicBezTo>
                <a:cubicBezTo>
                  <a:pt x="522" y="83"/>
                  <a:pt x="523" y="83"/>
                  <a:pt x="522" y="82"/>
                </a:cubicBezTo>
                <a:cubicBezTo>
                  <a:pt x="523" y="82"/>
                  <a:pt x="522" y="82"/>
                  <a:pt x="522" y="82"/>
                </a:cubicBezTo>
                <a:cubicBezTo>
                  <a:pt x="523" y="81"/>
                  <a:pt x="523" y="82"/>
                  <a:pt x="523" y="82"/>
                </a:cubicBezTo>
                <a:cubicBezTo>
                  <a:pt x="523" y="82"/>
                  <a:pt x="523" y="82"/>
                  <a:pt x="523" y="82"/>
                </a:cubicBezTo>
                <a:cubicBezTo>
                  <a:pt x="524" y="81"/>
                  <a:pt x="523" y="81"/>
                  <a:pt x="523" y="81"/>
                </a:cubicBezTo>
                <a:cubicBezTo>
                  <a:pt x="523" y="80"/>
                  <a:pt x="523" y="80"/>
                  <a:pt x="523" y="80"/>
                </a:cubicBezTo>
                <a:cubicBezTo>
                  <a:pt x="522" y="80"/>
                  <a:pt x="522" y="80"/>
                  <a:pt x="522" y="80"/>
                </a:cubicBezTo>
                <a:cubicBezTo>
                  <a:pt x="522" y="79"/>
                  <a:pt x="522" y="79"/>
                  <a:pt x="522" y="79"/>
                </a:cubicBezTo>
                <a:cubicBezTo>
                  <a:pt x="522" y="79"/>
                  <a:pt x="521" y="79"/>
                  <a:pt x="521" y="79"/>
                </a:cubicBezTo>
                <a:cubicBezTo>
                  <a:pt x="521" y="79"/>
                  <a:pt x="521" y="80"/>
                  <a:pt x="520" y="80"/>
                </a:cubicBezTo>
                <a:cubicBezTo>
                  <a:pt x="520" y="80"/>
                  <a:pt x="519" y="80"/>
                  <a:pt x="519" y="80"/>
                </a:cubicBezTo>
                <a:cubicBezTo>
                  <a:pt x="519" y="79"/>
                  <a:pt x="519" y="79"/>
                  <a:pt x="519" y="78"/>
                </a:cubicBezTo>
                <a:cubicBezTo>
                  <a:pt x="520" y="77"/>
                  <a:pt x="517" y="77"/>
                  <a:pt x="517" y="77"/>
                </a:cubicBezTo>
                <a:cubicBezTo>
                  <a:pt x="516" y="77"/>
                  <a:pt x="516" y="77"/>
                  <a:pt x="515" y="76"/>
                </a:cubicBezTo>
                <a:cubicBezTo>
                  <a:pt x="515" y="76"/>
                  <a:pt x="514" y="76"/>
                  <a:pt x="514" y="76"/>
                </a:cubicBezTo>
                <a:cubicBezTo>
                  <a:pt x="513" y="75"/>
                  <a:pt x="513" y="75"/>
                  <a:pt x="512" y="75"/>
                </a:cubicBezTo>
                <a:cubicBezTo>
                  <a:pt x="512" y="74"/>
                  <a:pt x="512" y="74"/>
                  <a:pt x="511" y="73"/>
                </a:cubicBezTo>
                <a:cubicBezTo>
                  <a:pt x="511" y="73"/>
                  <a:pt x="511" y="72"/>
                  <a:pt x="511" y="72"/>
                </a:cubicBezTo>
                <a:cubicBezTo>
                  <a:pt x="510" y="71"/>
                  <a:pt x="510" y="71"/>
                  <a:pt x="510" y="71"/>
                </a:cubicBezTo>
                <a:cubicBezTo>
                  <a:pt x="509" y="70"/>
                  <a:pt x="509" y="70"/>
                  <a:pt x="509" y="70"/>
                </a:cubicBezTo>
                <a:cubicBezTo>
                  <a:pt x="509" y="69"/>
                  <a:pt x="510" y="68"/>
                  <a:pt x="510" y="68"/>
                </a:cubicBezTo>
                <a:cubicBezTo>
                  <a:pt x="510" y="68"/>
                  <a:pt x="510" y="68"/>
                  <a:pt x="510" y="68"/>
                </a:cubicBezTo>
                <a:cubicBezTo>
                  <a:pt x="511" y="67"/>
                  <a:pt x="511" y="67"/>
                  <a:pt x="511" y="67"/>
                </a:cubicBezTo>
                <a:cubicBezTo>
                  <a:pt x="512" y="66"/>
                  <a:pt x="513" y="67"/>
                  <a:pt x="514" y="67"/>
                </a:cubicBezTo>
                <a:cubicBezTo>
                  <a:pt x="514" y="67"/>
                  <a:pt x="516" y="67"/>
                  <a:pt x="516" y="66"/>
                </a:cubicBezTo>
                <a:cubicBezTo>
                  <a:pt x="516" y="66"/>
                  <a:pt x="515" y="66"/>
                  <a:pt x="515" y="66"/>
                </a:cubicBezTo>
                <a:cubicBezTo>
                  <a:pt x="514" y="66"/>
                  <a:pt x="515" y="66"/>
                  <a:pt x="515" y="67"/>
                </a:cubicBezTo>
                <a:cubicBezTo>
                  <a:pt x="514" y="67"/>
                  <a:pt x="514" y="66"/>
                  <a:pt x="514" y="66"/>
                </a:cubicBezTo>
                <a:cubicBezTo>
                  <a:pt x="514" y="65"/>
                  <a:pt x="515" y="65"/>
                  <a:pt x="515" y="65"/>
                </a:cubicBezTo>
                <a:cubicBezTo>
                  <a:pt x="516" y="65"/>
                  <a:pt x="517" y="65"/>
                  <a:pt x="517" y="66"/>
                </a:cubicBezTo>
                <a:cubicBezTo>
                  <a:pt x="518" y="66"/>
                  <a:pt x="518" y="67"/>
                  <a:pt x="518" y="67"/>
                </a:cubicBezTo>
                <a:cubicBezTo>
                  <a:pt x="519" y="68"/>
                  <a:pt x="520" y="67"/>
                  <a:pt x="521" y="67"/>
                </a:cubicBezTo>
                <a:cubicBezTo>
                  <a:pt x="522" y="67"/>
                  <a:pt x="523" y="67"/>
                  <a:pt x="523" y="67"/>
                </a:cubicBezTo>
                <a:cubicBezTo>
                  <a:pt x="524" y="67"/>
                  <a:pt x="525" y="67"/>
                  <a:pt x="526" y="67"/>
                </a:cubicBezTo>
                <a:cubicBezTo>
                  <a:pt x="526" y="67"/>
                  <a:pt x="527" y="66"/>
                  <a:pt x="528" y="66"/>
                </a:cubicBezTo>
                <a:cubicBezTo>
                  <a:pt x="528" y="65"/>
                  <a:pt x="529" y="65"/>
                  <a:pt x="530" y="65"/>
                </a:cubicBezTo>
                <a:cubicBezTo>
                  <a:pt x="530" y="65"/>
                  <a:pt x="531" y="64"/>
                  <a:pt x="532" y="64"/>
                </a:cubicBezTo>
                <a:cubicBezTo>
                  <a:pt x="532" y="64"/>
                  <a:pt x="533" y="63"/>
                  <a:pt x="534" y="63"/>
                </a:cubicBezTo>
                <a:cubicBezTo>
                  <a:pt x="535" y="63"/>
                  <a:pt x="536" y="63"/>
                  <a:pt x="536" y="62"/>
                </a:cubicBezTo>
                <a:cubicBezTo>
                  <a:pt x="537" y="62"/>
                  <a:pt x="538" y="62"/>
                  <a:pt x="538" y="61"/>
                </a:cubicBezTo>
                <a:cubicBezTo>
                  <a:pt x="539" y="61"/>
                  <a:pt x="539" y="60"/>
                  <a:pt x="540" y="60"/>
                </a:cubicBezTo>
                <a:cubicBezTo>
                  <a:pt x="541" y="59"/>
                  <a:pt x="540" y="58"/>
                  <a:pt x="540" y="58"/>
                </a:cubicBezTo>
                <a:close/>
                <a:moveTo>
                  <a:pt x="48" y="38"/>
                </a:moveTo>
                <a:cubicBezTo>
                  <a:pt x="46" y="37"/>
                  <a:pt x="43" y="35"/>
                  <a:pt x="41" y="35"/>
                </a:cubicBezTo>
                <a:cubicBezTo>
                  <a:pt x="40" y="35"/>
                  <a:pt x="34" y="39"/>
                  <a:pt x="30" y="40"/>
                </a:cubicBezTo>
                <a:cubicBezTo>
                  <a:pt x="27" y="41"/>
                  <a:pt x="26" y="38"/>
                  <a:pt x="25" y="36"/>
                </a:cubicBezTo>
                <a:cubicBezTo>
                  <a:pt x="24" y="34"/>
                  <a:pt x="27" y="32"/>
                  <a:pt x="28" y="30"/>
                </a:cubicBezTo>
                <a:cubicBezTo>
                  <a:pt x="29" y="28"/>
                  <a:pt x="30" y="24"/>
                  <a:pt x="30" y="22"/>
                </a:cubicBezTo>
                <a:cubicBezTo>
                  <a:pt x="29" y="20"/>
                  <a:pt x="25" y="18"/>
                  <a:pt x="22" y="18"/>
                </a:cubicBezTo>
                <a:cubicBezTo>
                  <a:pt x="19" y="18"/>
                  <a:pt x="18" y="17"/>
                  <a:pt x="16" y="16"/>
                </a:cubicBezTo>
                <a:cubicBezTo>
                  <a:pt x="14" y="15"/>
                  <a:pt x="11" y="11"/>
                  <a:pt x="8" y="9"/>
                </a:cubicBezTo>
                <a:cubicBezTo>
                  <a:pt x="6" y="8"/>
                  <a:pt x="3" y="12"/>
                  <a:pt x="2" y="14"/>
                </a:cubicBezTo>
                <a:cubicBezTo>
                  <a:pt x="1" y="15"/>
                  <a:pt x="1" y="18"/>
                  <a:pt x="0" y="21"/>
                </a:cubicBezTo>
                <a:cubicBezTo>
                  <a:pt x="1" y="23"/>
                  <a:pt x="3" y="25"/>
                  <a:pt x="4" y="27"/>
                </a:cubicBezTo>
                <a:cubicBezTo>
                  <a:pt x="7" y="31"/>
                  <a:pt x="7" y="38"/>
                  <a:pt x="7" y="42"/>
                </a:cubicBezTo>
                <a:cubicBezTo>
                  <a:pt x="8" y="46"/>
                  <a:pt x="9" y="51"/>
                  <a:pt x="9" y="54"/>
                </a:cubicBezTo>
                <a:cubicBezTo>
                  <a:pt x="10" y="57"/>
                  <a:pt x="13" y="62"/>
                  <a:pt x="13" y="64"/>
                </a:cubicBezTo>
                <a:cubicBezTo>
                  <a:pt x="14" y="67"/>
                  <a:pt x="15" y="73"/>
                  <a:pt x="15" y="74"/>
                </a:cubicBezTo>
                <a:cubicBezTo>
                  <a:pt x="15" y="76"/>
                  <a:pt x="12" y="79"/>
                  <a:pt x="13" y="82"/>
                </a:cubicBezTo>
                <a:cubicBezTo>
                  <a:pt x="14" y="85"/>
                  <a:pt x="15" y="89"/>
                  <a:pt x="16" y="92"/>
                </a:cubicBezTo>
                <a:cubicBezTo>
                  <a:pt x="17" y="95"/>
                  <a:pt x="20" y="97"/>
                  <a:pt x="24" y="100"/>
                </a:cubicBezTo>
                <a:cubicBezTo>
                  <a:pt x="27" y="103"/>
                  <a:pt x="28" y="105"/>
                  <a:pt x="35" y="109"/>
                </a:cubicBezTo>
                <a:cubicBezTo>
                  <a:pt x="42" y="114"/>
                  <a:pt x="39" y="116"/>
                  <a:pt x="38" y="119"/>
                </a:cubicBezTo>
                <a:cubicBezTo>
                  <a:pt x="38" y="122"/>
                  <a:pt x="37" y="121"/>
                  <a:pt x="36" y="123"/>
                </a:cubicBezTo>
                <a:cubicBezTo>
                  <a:pt x="35" y="125"/>
                  <a:pt x="36" y="126"/>
                  <a:pt x="38" y="128"/>
                </a:cubicBezTo>
                <a:cubicBezTo>
                  <a:pt x="39" y="130"/>
                  <a:pt x="40" y="129"/>
                  <a:pt x="45" y="131"/>
                </a:cubicBezTo>
                <a:cubicBezTo>
                  <a:pt x="51" y="133"/>
                  <a:pt x="53" y="134"/>
                  <a:pt x="56" y="136"/>
                </a:cubicBezTo>
                <a:cubicBezTo>
                  <a:pt x="59" y="138"/>
                  <a:pt x="57" y="138"/>
                  <a:pt x="59" y="144"/>
                </a:cubicBezTo>
                <a:cubicBezTo>
                  <a:pt x="60" y="150"/>
                  <a:pt x="61" y="148"/>
                  <a:pt x="64" y="149"/>
                </a:cubicBezTo>
                <a:cubicBezTo>
                  <a:pt x="67" y="150"/>
                  <a:pt x="68" y="150"/>
                  <a:pt x="72" y="151"/>
                </a:cubicBezTo>
                <a:cubicBezTo>
                  <a:pt x="77" y="151"/>
                  <a:pt x="75" y="152"/>
                  <a:pt x="77" y="155"/>
                </a:cubicBezTo>
                <a:cubicBezTo>
                  <a:pt x="79" y="157"/>
                  <a:pt x="80" y="158"/>
                  <a:pt x="83" y="160"/>
                </a:cubicBezTo>
                <a:cubicBezTo>
                  <a:pt x="86" y="162"/>
                  <a:pt x="89" y="163"/>
                  <a:pt x="93" y="163"/>
                </a:cubicBezTo>
                <a:cubicBezTo>
                  <a:pt x="97" y="164"/>
                  <a:pt x="98" y="164"/>
                  <a:pt x="99" y="166"/>
                </a:cubicBezTo>
                <a:cubicBezTo>
                  <a:pt x="100" y="167"/>
                  <a:pt x="101" y="169"/>
                  <a:pt x="105" y="170"/>
                </a:cubicBezTo>
                <a:cubicBezTo>
                  <a:pt x="108" y="171"/>
                  <a:pt x="111" y="171"/>
                  <a:pt x="114" y="170"/>
                </a:cubicBezTo>
                <a:cubicBezTo>
                  <a:pt x="116" y="169"/>
                  <a:pt x="115" y="167"/>
                  <a:pt x="115" y="166"/>
                </a:cubicBezTo>
                <a:cubicBezTo>
                  <a:pt x="115" y="165"/>
                  <a:pt x="116" y="163"/>
                  <a:pt x="117" y="163"/>
                </a:cubicBezTo>
                <a:cubicBezTo>
                  <a:pt x="118" y="163"/>
                  <a:pt x="118" y="167"/>
                  <a:pt x="118" y="169"/>
                </a:cubicBezTo>
                <a:cubicBezTo>
                  <a:pt x="119" y="172"/>
                  <a:pt x="123" y="167"/>
                  <a:pt x="123" y="165"/>
                </a:cubicBezTo>
                <a:cubicBezTo>
                  <a:pt x="124" y="163"/>
                  <a:pt x="122" y="160"/>
                  <a:pt x="121" y="159"/>
                </a:cubicBezTo>
                <a:cubicBezTo>
                  <a:pt x="120" y="157"/>
                  <a:pt x="118" y="154"/>
                  <a:pt x="117" y="152"/>
                </a:cubicBezTo>
                <a:cubicBezTo>
                  <a:pt x="115" y="149"/>
                  <a:pt x="114" y="146"/>
                  <a:pt x="113" y="144"/>
                </a:cubicBezTo>
                <a:cubicBezTo>
                  <a:pt x="111" y="141"/>
                  <a:pt x="112" y="139"/>
                  <a:pt x="111" y="136"/>
                </a:cubicBezTo>
                <a:cubicBezTo>
                  <a:pt x="111" y="132"/>
                  <a:pt x="109" y="132"/>
                  <a:pt x="108" y="131"/>
                </a:cubicBezTo>
                <a:cubicBezTo>
                  <a:pt x="106" y="131"/>
                  <a:pt x="101" y="128"/>
                  <a:pt x="99" y="125"/>
                </a:cubicBezTo>
                <a:cubicBezTo>
                  <a:pt x="97" y="122"/>
                  <a:pt x="97" y="120"/>
                  <a:pt x="97" y="117"/>
                </a:cubicBezTo>
                <a:cubicBezTo>
                  <a:pt x="96" y="115"/>
                  <a:pt x="96" y="104"/>
                  <a:pt x="96" y="103"/>
                </a:cubicBezTo>
                <a:cubicBezTo>
                  <a:pt x="95" y="101"/>
                  <a:pt x="95" y="99"/>
                  <a:pt x="95" y="96"/>
                </a:cubicBezTo>
                <a:cubicBezTo>
                  <a:pt x="95" y="94"/>
                  <a:pt x="95" y="80"/>
                  <a:pt x="96" y="77"/>
                </a:cubicBezTo>
                <a:cubicBezTo>
                  <a:pt x="96" y="75"/>
                  <a:pt x="96" y="70"/>
                  <a:pt x="95" y="67"/>
                </a:cubicBezTo>
                <a:cubicBezTo>
                  <a:pt x="94" y="64"/>
                  <a:pt x="92" y="61"/>
                  <a:pt x="90" y="58"/>
                </a:cubicBezTo>
                <a:cubicBezTo>
                  <a:pt x="88" y="55"/>
                  <a:pt x="84" y="52"/>
                  <a:pt x="83" y="50"/>
                </a:cubicBezTo>
                <a:cubicBezTo>
                  <a:pt x="81" y="47"/>
                  <a:pt x="75" y="41"/>
                  <a:pt x="73" y="40"/>
                </a:cubicBezTo>
                <a:cubicBezTo>
                  <a:pt x="72" y="38"/>
                  <a:pt x="66" y="31"/>
                  <a:pt x="66" y="29"/>
                </a:cubicBezTo>
                <a:cubicBezTo>
                  <a:pt x="65" y="27"/>
                  <a:pt x="65" y="25"/>
                  <a:pt x="63" y="25"/>
                </a:cubicBezTo>
                <a:cubicBezTo>
                  <a:pt x="62" y="24"/>
                  <a:pt x="60" y="26"/>
                  <a:pt x="59" y="27"/>
                </a:cubicBezTo>
                <a:cubicBezTo>
                  <a:pt x="58" y="28"/>
                  <a:pt x="56" y="28"/>
                  <a:pt x="54" y="28"/>
                </a:cubicBezTo>
                <a:cubicBezTo>
                  <a:pt x="54" y="31"/>
                  <a:pt x="53" y="35"/>
                  <a:pt x="52" y="35"/>
                </a:cubicBezTo>
                <a:cubicBezTo>
                  <a:pt x="52" y="36"/>
                  <a:pt x="49" y="38"/>
                  <a:pt x="48" y="38"/>
                </a:cubicBezTo>
                <a:close/>
              </a:path>
            </a:pathLst>
          </a:custGeom>
          <a:solidFill>
            <a:schemeClr val="accent3"/>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20"/>
          <p:cNvSpPr>
            <a:spLocks/>
          </p:cNvSpPr>
          <p:nvPr/>
        </p:nvSpPr>
        <p:spPr bwMode="auto">
          <a:xfrm>
            <a:off x="2098675" y="2157413"/>
            <a:ext cx="892175" cy="1019175"/>
          </a:xfrm>
          <a:custGeom>
            <a:avLst/>
            <a:gdLst>
              <a:gd name="T0" fmla="*/ 227 w 234"/>
              <a:gd name="T1" fmla="*/ 203 h 267"/>
              <a:gd name="T2" fmla="*/ 224 w 234"/>
              <a:gd name="T3" fmla="*/ 195 h 267"/>
              <a:gd name="T4" fmla="*/ 209 w 234"/>
              <a:gd name="T5" fmla="*/ 184 h 267"/>
              <a:gd name="T6" fmla="*/ 197 w 234"/>
              <a:gd name="T7" fmla="*/ 169 h 267"/>
              <a:gd name="T8" fmla="*/ 182 w 234"/>
              <a:gd name="T9" fmla="*/ 157 h 267"/>
              <a:gd name="T10" fmla="*/ 167 w 234"/>
              <a:gd name="T11" fmla="*/ 136 h 267"/>
              <a:gd name="T12" fmla="*/ 151 w 234"/>
              <a:gd name="T13" fmla="*/ 122 h 267"/>
              <a:gd name="T14" fmla="*/ 132 w 234"/>
              <a:gd name="T15" fmla="*/ 117 h 267"/>
              <a:gd name="T16" fmla="*/ 122 w 234"/>
              <a:gd name="T17" fmla="*/ 103 h 267"/>
              <a:gd name="T18" fmla="*/ 121 w 234"/>
              <a:gd name="T19" fmla="*/ 90 h 267"/>
              <a:gd name="T20" fmla="*/ 139 w 234"/>
              <a:gd name="T21" fmla="*/ 82 h 267"/>
              <a:gd name="T22" fmla="*/ 146 w 234"/>
              <a:gd name="T23" fmla="*/ 70 h 267"/>
              <a:gd name="T24" fmla="*/ 136 w 234"/>
              <a:gd name="T25" fmla="*/ 55 h 267"/>
              <a:gd name="T26" fmla="*/ 115 w 234"/>
              <a:gd name="T27" fmla="*/ 49 h 267"/>
              <a:gd name="T28" fmla="*/ 91 w 234"/>
              <a:gd name="T29" fmla="*/ 47 h 267"/>
              <a:gd name="T30" fmla="*/ 76 w 234"/>
              <a:gd name="T31" fmla="*/ 28 h 267"/>
              <a:gd name="T32" fmla="*/ 70 w 234"/>
              <a:gd name="T33" fmla="*/ 11 h 267"/>
              <a:gd name="T34" fmla="*/ 57 w 234"/>
              <a:gd name="T35" fmla="*/ 0 h 267"/>
              <a:gd name="T36" fmla="*/ 41 w 234"/>
              <a:gd name="T37" fmla="*/ 12 h 267"/>
              <a:gd name="T38" fmla="*/ 34 w 234"/>
              <a:gd name="T39" fmla="*/ 34 h 267"/>
              <a:gd name="T40" fmla="*/ 19 w 234"/>
              <a:gd name="T41" fmla="*/ 36 h 267"/>
              <a:gd name="T42" fmla="*/ 12 w 234"/>
              <a:gd name="T43" fmla="*/ 51 h 267"/>
              <a:gd name="T44" fmla="*/ 0 w 234"/>
              <a:gd name="T45" fmla="*/ 61 h 267"/>
              <a:gd name="T46" fmla="*/ 17 w 234"/>
              <a:gd name="T47" fmla="*/ 70 h 267"/>
              <a:gd name="T48" fmla="*/ 18 w 234"/>
              <a:gd name="T49" fmla="*/ 94 h 267"/>
              <a:gd name="T50" fmla="*/ 39 w 234"/>
              <a:gd name="T51" fmla="*/ 98 h 267"/>
              <a:gd name="T52" fmla="*/ 36 w 234"/>
              <a:gd name="T53" fmla="*/ 118 h 267"/>
              <a:gd name="T54" fmla="*/ 39 w 234"/>
              <a:gd name="T55" fmla="*/ 148 h 267"/>
              <a:gd name="T56" fmla="*/ 53 w 234"/>
              <a:gd name="T57" fmla="*/ 137 h 267"/>
              <a:gd name="T58" fmla="*/ 69 w 234"/>
              <a:gd name="T59" fmla="*/ 137 h 267"/>
              <a:gd name="T60" fmla="*/ 93 w 234"/>
              <a:gd name="T61" fmla="*/ 143 h 267"/>
              <a:gd name="T62" fmla="*/ 103 w 234"/>
              <a:gd name="T63" fmla="*/ 129 h 267"/>
              <a:gd name="T64" fmla="*/ 122 w 234"/>
              <a:gd name="T65" fmla="*/ 133 h 267"/>
              <a:gd name="T66" fmla="*/ 147 w 234"/>
              <a:gd name="T67" fmla="*/ 164 h 267"/>
              <a:gd name="T68" fmla="*/ 147 w 234"/>
              <a:gd name="T69" fmla="*/ 186 h 267"/>
              <a:gd name="T70" fmla="*/ 165 w 234"/>
              <a:gd name="T71" fmla="*/ 197 h 267"/>
              <a:gd name="T72" fmla="*/ 174 w 234"/>
              <a:gd name="T73" fmla="*/ 213 h 267"/>
              <a:gd name="T74" fmla="*/ 173 w 234"/>
              <a:gd name="T75" fmla="*/ 230 h 267"/>
              <a:gd name="T76" fmla="*/ 166 w 234"/>
              <a:gd name="T77" fmla="*/ 248 h 267"/>
              <a:gd name="T78" fmla="*/ 184 w 234"/>
              <a:gd name="T79" fmla="*/ 259 h 267"/>
              <a:gd name="T80" fmla="*/ 196 w 234"/>
              <a:gd name="T81" fmla="*/ 252 h 267"/>
              <a:gd name="T82" fmla="*/ 209 w 234"/>
              <a:gd name="T83" fmla="*/ 244 h 267"/>
              <a:gd name="T84" fmla="*/ 225 w 234"/>
              <a:gd name="T85" fmla="*/ 249 h 267"/>
              <a:gd name="T86" fmla="*/ 225 w 234"/>
              <a:gd name="T87" fmla="*/ 229 h 267"/>
              <a:gd name="T88" fmla="*/ 233 w 234"/>
              <a:gd name="T89" fmla="*/ 21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4" h="267">
                <a:moveTo>
                  <a:pt x="233" y="214"/>
                </a:moveTo>
                <a:cubicBezTo>
                  <a:pt x="231" y="213"/>
                  <a:pt x="227" y="212"/>
                  <a:pt x="227" y="209"/>
                </a:cubicBezTo>
                <a:cubicBezTo>
                  <a:pt x="227" y="206"/>
                  <a:pt x="225" y="206"/>
                  <a:pt x="227" y="203"/>
                </a:cubicBezTo>
                <a:cubicBezTo>
                  <a:pt x="230" y="200"/>
                  <a:pt x="231" y="199"/>
                  <a:pt x="231" y="198"/>
                </a:cubicBezTo>
                <a:cubicBezTo>
                  <a:pt x="231" y="197"/>
                  <a:pt x="230" y="194"/>
                  <a:pt x="230" y="194"/>
                </a:cubicBezTo>
                <a:cubicBezTo>
                  <a:pt x="229" y="194"/>
                  <a:pt x="226" y="195"/>
                  <a:pt x="224" y="195"/>
                </a:cubicBezTo>
                <a:cubicBezTo>
                  <a:pt x="222" y="196"/>
                  <a:pt x="219" y="191"/>
                  <a:pt x="218" y="189"/>
                </a:cubicBezTo>
                <a:cubicBezTo>
                  <a:pt x="216" y="188"/>
                  <a:pt x="211" y="189"/>
                  <a:pt x="211" y="189"/>
                </a:cubicBezTo>
                <a:cubicBezTo>
                  <a:pt x="210" y="188"/>
                  <a:pt x="209" y="185"/>
                  <a:pt x="209" y="184"/>
                </a:cubicBezTo>
                <a:cubicBezTo>
                  <a:pt x="209" y="182"/>
                  <a:pt x="207" y="182"/>
                  <a:pt x="205" y="181"/>
                </a:cubicBezTo>
                <a:cubicBezTo>
                  <a:pt x="203" y="180"/>
                  <a:pt x="199" y="177"/>
                  <a:pt x="199" y="176"/>
                </a:cubicBezTo>
                <a:cubicBezTo>
                  <a:pt x="198" y="175"/>
                  <a:pt x="197" y="170"/>
                  <a:pt x="197" y="169"/>
                </a:cubicBezTo>
                <a:cubicBezTo>
                  <a:pt x="196" y="168"/>
                  <a:pt x="193" y="167"/>
                  <a:pt x="190" y="167"/>
                </a:cubicBezTo>
                <a:cubicBezTo>
                  <a:pt x="188" y="167"/>
                  <a:pt x="185" y="167"/>
                  <a:pt x="184" y="165"/>
                </a:cubicBezTo>
                <a:cubicBezTo>
                  <a:pt x="183" y="162"/>
                  <a:pt x="184" y="159"/>
                  <a:pt x="182" y="157"/>
                </a:cubicBezTo>
                <a:cubicBezTo>
                  <a:pt x="180" y="155"/>
                  <a:pt x="175" y="152"/>
                  <a:pt x="174" y="150"/>
                </a:cubicBezTo>
                <a:cubicBezTo>
                  <a:pt x="174" y="148"/>
                  <a:pt x="174" y="145"/>
                  <a:pt x="172" y="143"/>
                </a:cubicBezTo>
                <a:cubicBezTo>
                  <a:pt x="171" y="141"/>
                  <a:pt x="169" y="137"/>
                  <a:pt x="167" y="136"/>
                </a:cubicBezTo>
                <a:cubicBezTo>
                  <a:pt x="166" y="135"/>
                  <a:pt x="163" y="135"/>
                  <a:pt x="161" y="133"/>
                </a:cubicBezTo>
                <a:cubicBezTo>
                  <a:pt x="159" y="131"/>
                  <a:pt x="156" y="127"/>
                  <a:pt x="155" y="125"/>
                </a:cubicBezTo>
                <a:cubicBezTo>
                  <a:pt x="153" y="124"/>
                  <a:pt x="154" y="123"/>
                  <a:pt x="151" y="122"/>
                </a:cubicBezTo>
                <a:cubicBezTo>
                  <a:pt x="148" y="121"/>
                  <a:pt x="146" y="122"/>
                  <a:pt x="144" y="121"/>
                </a:cubicBezTo>
                <a:cubicBezTo>
                  <a:pt x="143" y="119"/>
                  <a:pt x="142" y="119"/>
                  <a:pt x="140" y="118"/>
                </a:cubicBezTo>
                <a:cubicBezTo>
                  <a:pt x="139" y="118"/>
                  <a:pt x="133" y="118"/>
                  <a:pt x="132" y="117"/>
                </a:cubicBezTo>
                <a:cubicBezTo>
                  <a:pt x="130" y="116"/>
                  <a:pt x="129" y="114"/>
                  <a:pt x="128" y="112"/>
                </a:cubicBezTo>
                <a:cubicBezTo>
                  <a:pt x="127" y="111"/>
                  <a:pt x="122" y="110"/>
                  <a:pt x="122" y="109"/>
                </a:cubicBezTo>
                <a:cubicBezTo>
                  <a:pt x="121" y="108"/>
                  <a:pt x="120" y="105"/>
                  <a:pt x="122" y="103"/>
                </a:cubicBezTo>
                <a:cubicBezTo>
                  <a:pt x="123" y="102"/>
                  <a:pt x="124" y="100"/>
                  <a:pt x="123" y="99"/>
                </a:cubicBezTo>
                <a:cubicBezTo>
                  <a:pt x="121" y="98"/>
                  <a:pt x="119" y="95"/>
                  <a:pt x="118" y="94"/>
                </a:cubicBezTo>
                <a:cubicBezTo>
                  <a:pt x="118" y="94"/>
                  <a:pt x="120" y="91"/>
                  <a:pt x="121" y="90"/>
                </a:cubicBezTo>
                <a:cubicBezTo>
                  <a:pt x="123" y="89"/>
                  <a:pt x="126" y="89"/>
                  <a:pt x="128" y="88"/>
                </a:cubicBezTo>
                <a:cubicBezTo>
                  <a:pt x="130" y="88"/>
                  <a:pt x="132" y="88"/>
                  <a:pt x="135" y="86"/>
                </a:cubicBezTo>
                <a:cubicBezTo>
                  <a:pt x="137" y="85"/>
                  <a:pt x="139" y="84"/>
                  <a:pt x="139" y="82"/>
                </a:cubicBezTo>
                <a:cubicBezTo>
                  <a:pt x="140" y="80"/>
                  <a:pt x="140" y="77"/>
                  <a:pt x="140" y="76"/>
                </a:cubicBezTo>
                <a:cubicBezTo>
                  <a:pt x="141" y="75"/>
                  <a:pt x="141" y="74"/>
                  <a:pt x="143" y="73"/>
                </a:cubicBezTo>
                <a:cubicBezTo>
                  <a:pt x="144" y="72"/>
                  <a:pt x="146" y="72"/>
                  <a:pt x="146" y="70"/>
                </a:cubicBezTo>
                <a:cubicBezTo>
                  <a:pt x="146" y="69"/>
                  <a:pt x="146" y="67"/>
                  <a:pt x="142" y="66"/>
                </a:cubicBezTo>
                <a:cubicBezTo>
                  <a:pt x="139" y="64"/>
                  <a:pt x="138" y="65"/>
                  <a:pt x="137" y="62"/>
                </a:cubicBezTo>
                <a:cubicBezTo>
                  <a:pt x="137" y="59"/>
                  <a:pt x="137" y="56"/>
                  <a:pt x="136" y="55"/>
                </a:cubicBezTo>
                <a:cubicBezTo>
                  <a:pt x="135" y="54"/>
                  <a:pt x="131" y="53"/>
                  <a:pt x="129" y="51"/>
                </a:cubicBezTo>
                <a:cubicBezTo>
                  <a:pt x="127" y="49"/>
                  <a:pt x="127" y="47"/>
                  <a:pt x="124" y="47"/>
                </a:cubicBezTo>
                <a:cubicBezTo>
                  <a:pt x="121" y="47"/>
                  <a:pt x="115" y="47"/>
                  <a:pt x="115" y="49"/>
                </a:cubicBezTo>
                <a:cubicBezTo>
                  <a:pt x="114" y="50"/>
                  <a:pt x="114" y="52"/>
                  <a:pt x="110" y="51"/>
                </a:cubicBezTo>
                <a:cubicBezTo>
                  <a:pt x="107" y="51"/>
                  <a:pt x="106" y="48"/>
                  <a:pt x="103" y="48"/>
                </a:cubicBezTo>
                <a:cubicBezTo>
                  <a:pt x="100" y="48"/>
                  <a:pt x="93" y="49"/>
                  <a:pt x="91" y="47"/>
                </a:cubicBezTo>
                <a:cubicBezTo>
                  <a:pt x="90" y="46"/>
                  <a:pt x="86" y="40"/>
                  <a:pt x="85" y="39"/>
                </a:cubicBezTo>
                <a:cubicBezTo>
                  <a:pt x="84" y="37"/>
                  <a:pt x="81" y="34"/>
                  <a:pt x="79" y="32"/>
                </a:cubicBezTo>
                <a:cubicBezTo>
                  <a:pt x="77" y="30"/>
                  <a:pt x="75" y="30"/>
                  <a:pt x="76" y="28"/>
                </a:cubicBezTo>
                <a:cubicBezTo>
                  <a:pt x="77" y="26"/>
                  <a:pt x="79" y="24"/>
                  <a:pt x="78" y="22"/>
                </a:cubicBezTo>
                <a:cubicBezTo>
                  <a:pt x="77" y="20"/>
                  <a:pt x="77" y="19"/>
                  <a:pt x="75" y="17"/>
                </a:cubicBezTo>
                <a:cubicBezTo>
                  <a:pt x="73" y="15"/>
                  <a:pt x="72" y="13"/>
                  <a:pt x="70" y="11"/>
                </a:cubicBezTo>
                <a:cubicBezTo>
                  <a:pt x="68" y="9"/>
                  <a:pt x="67" y="6"/>
                  <a:pt x="63" y="5"/>
                </a:cubicBezTo>
                <a:cubicBezTo>
                  <a:pt x="59" y="4"/>
                  <a:pt x="58" y="4"/>
                  <a:pt x="58" y="4"/>
                </a:cubicBezTo>
                <a:cubicBezTo>
                  <a:pt x="57" y="0"/>
                  <a:pt x="57" y="0"/>
                  <a:pt x="57" y="0"/>
                </a:cubicBezTo>
                <a:cubicBezTo>
                  <a:pt x="57" y="0"/>
                  <a:pt x="48" y="0"/>
                  <a:pt x="47" y="0"/>
                </a:cubicBezTo>
                <a:cubicBezTo>
                  <a:pt x="46" y="1"/>
                  <a:pt x="43" y="3"/>
                  <a:pt x="43" y="4"/>
                </a:cubicBezTo>
                <a:cubicBezTo>
                  <a:pt x="42" y="6"/>
                  <a:pt x="41" y="10"/>
                  <a:pt x="41" y="12"/>
                </a:cubicBezTo>
                <a:cubicBezTo>
                  <a:pt x="42" y="14"/>
                  <a:pt x="44" y="19"/>
                  <a:pt x="44" y="23"/>
                </a:cubicBezTo>
                <a:cubicBezTo>
                  <a:pt x="45" y="27"/>
                  <a:pt x="47" y="33"/>
                  <a:pt x="44" y="34"/>
                </a:cubicBezTo>
                <a:cubicBezTo>
                  <a:pt x="42" y="35"/>
                  <a:pt x="36" y="34"/>
                  <a:pt x="34" y="34"/>
                </a:cubicBezTo>
                <a:cubicBezTo>
                  <a:pt x="32" y="34"/>
                  <a:pt x="29" y="30"/>
                  <a:pt x="29" y="28"/>
                </a:cubicBezTo>
                <a:cubicBezTo>
                  <a:pt x="29" y="28"/>
                  <a:pt x="27" y="32"/>
                  <a:pt x="26" y="33"/>
                </a:cubicBezTo>
                <a:cubicBezTo>
                  <a:pt x="25" y="35"/>
                  <a:pt x="21" y="36"/>
                  <a:pt x="19" y="36"/>
                </a:cubicBezTo>
                <a:cubicBezTo>
                  <a:pt x="16" y="36"/>
                  <a:pt x="15" y="36"/>
                  <a:pt x="15" y="38"/>
                </a:cubicBezTo>
                <a:cubicBezTo>
                  <a:pt x="15" y="39"/>
                  <a:pt x="14" y="41"/>
                  <a:pt x="12" y="43"/>
                </a:cubicBezTo>
                <a:cubicBezTo>
                  <a:pt x="10" y="46"/>
                  <a:pt x="12" y="46"/>
                  <a:pt x="12" y="51"/>
                </a:cubicBezTo>
                <a:cubicBezTo>
                  <a:pt x="11" y="56"/>
                  <a:pt x="11" y="52"/>
                  <a:pt x="7" y="53"/>
                </a:cubicBezTo>
                <a:cubicBezTo>
                  <a:pt x="3" y="54"/>
                  <a:pt x="4" y="56"/>
                  <a:pt x="3" y="59"/>
                </a:cubicBezTo>
                <a:cubicBezTo>
                  <a:pt x="3" y="60"/>
                  <a:pt x="2" y="61"/>
                  <a:pt x="0" y="61"/>
                </a:cubicBezTo>
                <a:cubicBezTo>
                  <a:pt x="1" y="64"/>
                  <a:pt x="1" y="66"/>
                  <a:pt x="2" y="67"/>
                </a:cubicBezTo>
                <a:cubicBezTo>
                  <a:pt x="4" y="68"/>
                  <a:pt x="7" y="66"/>
                  <a:pt x="9" y="66"/>
                </a:cubicBezTo>
                <a:cubicBezTo>
                  <a:pt x="10" y="65"/>
                  <a:pt x="15" y="69"/>
                  <a:pt x="17" y="70"/>
                </a:cubicBezTo>
                <a:cubicBezTo>
                  <a:pt x="18" y="72"/>
                  <a:pt x="18" y="78"/>
                  <a:pt x="18" y="81"/>
                </a:cubicBezTo>
                <a:cubicBezTo>
                  <a:pt x="18" y="83"/>
                  <a:pt x="16" y="85"/>
                  <a:pt x="15" y="86"/>
                </a:cubicBezTo>
                <a:cubicBezTo>
                  <a:pt x="15" y="87"/>
                  <a:pt x="17" y="92"/>
                  <a:pt x="18" y="94"/>
                </a:cubicBezTo>
                <a:cubicBezTo>
                  <a:pt x="18" y="95"/>
                  <a:pt x="22" y="94"/>
                  <a:pt x="25" y="91"/>
                </a:cubicBezTo>
                <a:cubicBezTo>
                  <a:pt x="27" y="89"/>
                  <a:pt x="35" y="91"/>
                  <a:pt x="38" y="91"/>
                </a:cubicBezTo>
                <a:cubicBezTo>
                  <a:pt x="40" y="91"/>
                  <a:pt x="40" y="97"/>
                  <a:pt x="39" y="98"/>
                </a:cubicBezTo>
                <a:cubicBezTo>
                  <a:pt x="39" y="99"/>
                  <a:pt x="36" y="101"/>
                  <a:pt x="35" y="103"/>
                </a:cubicBezTo>
                <a:cubicBezTo>
                  <a:pt x="34" y="105"/>
                  <a:pt x="39" y="109"/>
                  <a:pt x="39" y="112"/>
                </a:cubicBezTo>
                <a:cubicBezTo>
                  <a:pt x="39" y="115"/>
                  <a:pt x="37" y="115"/>
                  <a:pt x="36" y="118"/>
                </a:cubicBezTo>
                <a:cubicBezTo>
                  <a:pt x="34" y="121"/>
                  <a:pt x="37" y="124"/>
                  <a:pt x="37" y="127"/>
                </a:cubicBezTo>
                <a:cubicBezTo>
                  <a:pt x="38" y="130"/>
                  <a:pt x="38" y="133"/>
                  <a:pt x="37" y="136"/>
                </a:cubicBezTo>
                <a:cubicBezTo>
                  <a:pt x="37" y="139"/>
                  <a:pt x="37" y="146"/>
                  <a:pt x="39" y="148"/>
                </a:cubicBezTo>
                <a:cubicBezTo>
                  <a:pt x="41" y="150"/>
                  <a:pt x="42" y="147"/>
                  <a:pt x="43" y="144"/>
                </a:cubicBezTo>
                <a:cubicBezTo>
                  <a:pt x="45" y="142"/>
                  <a:pt x="48" y="144"/>
                  <a:pt x="50" y="143"/>
                </a:cubicBezTo>
                <a:cubicBezTo>
                  <a:pt x="53" y="143"/>
                  <a:pt x="53" y="139"/>
                  <a:pt x="53" y="137"/>
                </a:cubicBezTo>
                <a:cubicBezTo>
                  <a:pt x="54" y="135"/>
                  <a:pt x="56" y="136"/>
                  <a:pt x="57" y="136"/>
                </a:cubicBezTo>
                <a:cubicBezTo>
                  <a:pt x="59" y="136"/>
                  <a:pt x="60" y="133"/>
                  <a:pt x="61" y="133"/>
                </a:cubicBezTo>
                <a:cubicBezTo>
                  <a:pt x="63" y="134"/>
                  <a:pt x="67" y="136"/>
                  <a:pt x="69" y="137"/>
                </a:cubicBezTo>
                <a:cubicBezTo>
                  <a:pt x="71" y="138"/>
                  <a:pt x="73" y="138"/>
                  <a:pt x="77" y="139"/>
                </a:cubicBezTo>
                <a:cubicBezTo>
                  <a:pt x="81" y="139"/>
                  <a:pt x="80" y="141"/>
                  <a:pt x="82" y="143"/>
                </a:cubicBezTo>
                <a:cubicBezTo>
                  <a:pt x="85" y="145"/>
                  <a:pt x="91" y="143"/>
                  <a:pt x="93" y="143"/>
                </a:cubicBezTo>
                <a:cubicBezTo>
                  <a:pt x="96" y="143"/>
                  <a:pt x="96" y="140"/>
                  <a:pt x="97" y="137"/>
                </a:cubicBezTo>
                <a:cubicBezTo>
                  <a:pt x="98" y="134"/>
                  <a:pt x="98" y="135"/>
                  <a:pt x="99" y="132"/>
                </a:cubicBezTo>
                <a:cubicBezTo>
                  <a:pt x="99" y="129"/>
                  <a:pt x="100" y="129"/>
                  <a:pt x="103" y="129"/>
                </a:cubicBezTo>
                <a:cubicBezTo>
                  <a:pt x="105" y="129"/>
                  <a:pt x="106" y="128"/>
                  <a:pt x="108" y="127"/>
                </a:cubicBezTo>
                <a:cubicBezTo>
                  <a:pt x="110" y="126"/>
                  <a:pt x="112" y="127"/>
                  <a:pt x="114" y="128"/>
                </a:cubicBezTo>
                <a:cubicBezTo>
                  <a:pt x="116" y="129"/>
                  <a:pt x="120" y="132"/>
                  <a:pt x="122" y="133"/>
                </a:cubicBezTo>
                <a:cubicBezTo>
                  <a:pt x="124" y="134"/>
                  <a:pt x="125" y="136"/>
                  <a:pt x="128" y="140"/>
                </a:cubicBezTo>
                <a:cubicBezTo>
                  <a:pt x="132" y="145"/>
                  <a:pt x="137" y="147"/>
                  <a:pt x="142" y="149"/>
                </a:cubicBezTo>
                <a:cubicBezTo>
                  <a:pt x="146" y="152"/>
                  <a:pt x="148" y="161"/>
                  <a:pt x="147" y="164"/>
                </a:cubicBezTo>
                <a:cubicBezTo>
                  <a:pt x="146" y="168"/>
                  <a:pt x="146" y="168"/>
                  <a:pt x="146" y="169"/>
                </a:cubicBezTo>
                <a:cubicBezTo>
                  <a:pt x="146" y="171"/>
                  <a:pt x="148" y="175"/>
                  <a:pt x="148" y="178"/>
                </a:cubicBezTo>
                <a:cubicBezTo>
                  <a:pt x="148" y="181"/>
                  <a:pt x="147" y="184"/>
                  <a:pt x="147" y="186"/>
                </a:cubicBezTo>
                <a:cubicBezTo>
                  <a:pt x="147" y="188"/>
                  <a:pt x="150" y="190"/>
                  <a:pt x="152" y="191"/>
                </a:cubicBezTo>
                <a:cubicBezTo>
                  <a:pt x="153" y="192"/>
                  <a:pt x="155" y="195"/>
                  <a:pt x="157" y="196"/>
                </a:cubicBezTo>
                <a:cubicBezTo>
                  <a:pt x="159" y="197"/>
                  <a:pt x="162" y="197"/>
                  <a:pt x="165" y="197"/>
                </a:cubicBezTo>
                <a:cubicBezTo>
                  <a:pt x="168" y="198"/>
                  <a:pt x="167" y="201"/>
                  <a:pt x="168" y="202"/>
                </a:cubicBezTo>
                <a:cubicBezTo>
                  <a:pt x="168" y="203"/>
                  <a:pt x="170" y="206"/>
                  <a:pt x="173" y="207"/>
                </a:cubicBezTo>
                <a:cubicBezTo>
                  <a:pt x="175" y="208"/>
                  <a:pt x="174" y="212"/>
                  <a:pt x="174" y="213"/>
                </a:cubicBezTo>
                <a:cubicBezTo>
                  <a:pt x="174" y="214"/>
                  <a:pt x="173" y="216"/>
                  <a:pt x="174" y="217"/>
                </a:cubicBezTo>
                <a:cubicBezTo>
                  <a:pt x="174" y="219"/>
                  <a:pt x="173" y="221"/>
                  <a:pt x="172" y="223"/>
                </a:cubicBezTo>
                <a:cubicBezTo>
                  <a:pt x="171" y="226"/>
                  <a:pt x="173" y="229"/>
                  <a:pt x="173" y="230"/>
                </a:cubicBezTo>
                <a:cubicBezTo>
                  <a:pt x="174" y="231"/>
                  <a:pt x="173" y="238"/>
                  <a:pt x="173" y="240"/>
                </a:cubicBezTo>
                <a:cubicBezTo>
                  <a:pt x="173" y="241"/>
                  <a:pt x="169" y="245"/>
                  <a:pt x="169" y="245"/>
                </a:cubicBezTo>
                <a:cubicBezTo>
                  <a:pt x="166" y="248"/>
                  <a:pt x="166" y="248"/>
                  <a:pt x="166" y="248"/>
                </a:cubicBezTo>
                <a:cubicBezTo>
                  <a:pt x="167" y="249"/>
                  <a:pt x="168" y="249"/>
                  <a:pt x="169" y="250"/>
                </a:cubicBezTo>
                <a:cubicBezTo>
                  <a:pt x="171" y="253"/>
                  <a:pt x="171" y="256"/>
                  <a:pt x="175" y="257"/>
                </a:cubicBezTo>
                <a:cubicBezTo>
                  <a:pt x="178" y="258"/>
                  <a:pt x="182" y="257"/>
                  <a:pt x="184" y="259"/>
                </a:cubicBezTo>
                <a:cubicBezTo>
                  <a:pt x="187" y="262"/>
                  <a:pt x="190" y="266"/>
                  <a:pt x="193" y="267"/>
                </a:cubicBezTo>
                <a:cubicBezTo>
                  <a:pt x="196" y="267"/>
                  <a:pt x="197" y="265"/>
                  <a:pt x="197" y="262"/>
                </a:cubicBezTo>
                <a:cubicBezTo>
                  <a:pt x="197" y="259"/>
                  <a:pt x="198" y="255"/>
                  <a:pt x="196" y="252"/>
                </a:cubicBezTo>
                <a:cubicBezTo>
                  <a:pt x="193" y="248"/>
                  <a:pt x="191" y="247"/>
                  <a:pt x="194" y="245"/>
                </a:cubicBezTo>
                <a:cubicBezTo>
                  <a:pt x="197" y="243"/>
                  <a:pt x="197" y="243"/>
                  <a:pt x="201" y="242"/>
                </a:cubicBezTo>
                <a:cubicBezTo>
                  <a:pt x="205" y="241"/>
                  <a:pt x="206" y="242"/>
                  <a:pt x="209" y="244"/>
                </a:cubicBezTo>
                <a:cubicBezTo>
                  <a:pt x="212" y="247"/>
                  <a:pt x="211" y="248"/>
                  <a:pt x="215" y="248"/>
                </a:cubicBezTo>
                <a:cubicBezTo>
                  <a:pt x="218" y="249"/>
                  <a:pt x="223" y="250"/>
                  <a:pt x="224" y="251"/>
                </a:cubicBezTo>
                <a:cubicBezTo>
                  <a:pt x="224" y="250"/>
                  <a:pt x="225" y="250"/>
                  <a:pt x="225" y="249"/>
                </a:cubicBezTo>
                <a:cubicBezTo>
                  <a:pt x="227" y="246"/>
                  <a:pt x="229" y="244"/>
                  <a:pt x="229" y="242"/>
                </a:cubicBezTo>
                <a:cubicBezTo>
                  <a:pt x="229" y="240"/>
                  <a:pt x="228" y="237"/>
                  <a:pt x="227" y="235"/>
                </a:cubicBezTo>
                <a:cubicBezTo>
                  <a:pt x="226" y="233"/>
                  <a:pt x="225" y="231"/>
                  <a:pt x="225" y="229"/>
                </a:cubicBezTo>
                <a:cubicBezTo>
                  <a:pt x="226" y="227"/>
                  <a:pt x="224" y="227"/>
                  <a:pt x="227" y="225"/>
                </a:cubicBezTo>
                <a:cubicBezTo>
                  <a:pt x="229" y="223"/>
                  <a:pt x="233" y="220"/>
                  <a:pt x="233" y="219"/>
                </a:cubicBezTo>
                <a:cubicBezTo>
                  <a:pt x="234" y="218"/>
                  <a:pt x="234" y="215"/>
                  <a:pt x="233" y="214"/>
                </a:cubicBezTo>
                <a:close/>
              </a:path>
            </a:pathLst>
          </a:custGeom>
          <a:solidFill>
            <a:schemeClr val="accent3"/>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 name="Freeform 21"/>
          <p:cNvSpPr>
            <a:spLocks noEditPoints="1"/>
          </p:cNvSpPr>
          <p:nvPr/>
        </p:nvSpPr>
        <p:spPr bwMode="auto">
          <a:xfrm>
            <a:off x="1722438" y="4144963"/>
            <a:ext cx="4943475" cy="1792288"/>
          </a:xfrm>
          <a:custGeom>
            <a:avLst/>
            <a:gdLst>
              <a:gd name="T0" fmla="*/ 1087 w 1297"/>
              <a:gd name="T1" fmla="*/ 280 h 470"/>
              <a:gd name="T2" fmla="*/ 677 w 1297"/>
              <a:gd name="T3" fmla="*/ 406 h 470"/>
              <a:gd name="T4" fmla="*/ 640 w 1297"/>
              <a:gd name="T5" fmla="*/ 412 h 470"/>
              <a:gd name="T6" fmla="*/ 847 w 1297"/>
              <a:gd name="T7" fmla="*/ 124 h 470"/>
              <a:gd name="T8" fmla="*/ 744 w 1297"/>
              <a:gd name="T9" fmla="*/ 187 h 470"/>
              <a:gd name="T10" fmla="*/ 768 w 1297"/>
              <a:gd name="T11" fmla="*/ 240 h 470"/>
              <a:gd name="T12" fmla="*/ 732 w 1297"/>
              <a:gd name="T13" fmla="*/ 238 h 470"/>
              <a:gd name="T14" fmla="*/ 672 w 1297"/>
              <a:gd name="T15" fmla="*/ 244 h 470"/>
              <a:gd name="T16" fmla="*/ 786 w 1297"/>
              <a:gd name="T17" fmla="*/ 134 h 470"/>
              <a:gd name="T18" fmla="*/ 141 w 1297"/>
              <a:gd name="T19" fmla="*/ 244 h 470"/>
              <a:gd name="T20" fmla="*/ 788 w 1297"/>
              <a:gd name="T21" fmla="*/ 311 h 470"/>
              <a:gd name="T22" fmla="*/ 600 w 1297"/>
              <a:gd name="T23" fmla="*/ 266 h 470"/>
              <a:gd name="T24" fmla="*/ 361 w 1297"/>
              <a:gd name="T25" fmla="*/ 50 h 470"/>
              <a:gd name="T26" fmla="*/ 255 w 1297"/>
              <a:gd name="T27" fmla="*/ 139 h 470"/>
              <a:gd name="T28" fmla="*/ 254 w 1297"/>
              <a:gd name="T29" fmla="*/ 131 h 470"/>
              <a:gd name="T30" fmla="*/ 175 w 1297"/>
              <a:gd name="T31" fmla="*/ 108 h 470"/>
              <a:gd name="T32" fmla="*/ 231 w 1297"/>
              <a:gd name="T33" fmla="*/ 131 h 470"/>
              <a:gd name="T34" fmla="*/ 1170 w 1297"/>
              <a:gd name="T35" fmla="*/ 221 h 470"/>
              <a:gd name="T36" fmla="*/ 1073 w 1297"/>
              <a:gd name="T37" fmla="*/ 174 h 470"/>
              <a:gd name="T38" fmla="*/ 1040 w 1297"/>
              <a:gd name="T39" fmla="*/ 211 h 470"/>
              <a:gd name="T40" fmla="*/ 1086 w 1297"/>
              <a:gd name="T41" fmla="*/ 231 h 470"/>
              <a:gd name="T42" fmla="*/ 1065 w 1297"/>
              <a:gd name="T43" fmla="*/ 270 h 470"/>
              <a:gd name="T44" fmla="*/ 1101 w 1297"/>
              <a:gd name="T45" fmla="*/ 265 h 470"/>
              <a:gd name="T46" fmla="*/ 1181 w 1297"/>
              <a:gd name="T47" fmla="*/ 297 h 470"/>
              <a:gd name="T48" fmla="*/ 1219 w 1297"/>
              <a:gd name="T49" fmla="*/ 312 h 470"/>
              <a:gd name="T50" fmla="*/ 1237 w 1297"/>
              <a:gd name="T51" fmla="*/ 362 h 470"/>
              <a:gd name="T52" fmla="*/ 1139 w 1297"/>
              <a:gd name="T53" fmla="*/ 204 h 470"/>
              <a:gd name="T54" fmla="*/ 1140 w 1297"/>
              <a:gd name="T55" fmla="*/ 182 h 470"/>
              <a:gd name="T56" fmla="*/ 75 w 1297"/>
              <a:gd name="T57" fmla="*/ 129 h 470"/>
              <a:gd name="T58" fmla="*/ 875 w 1297"/>
              <a:gd name="T59" fmla="*/ 228 h 470"/>
              <a:gd name="T60" fmla="*/ 911 w 1297"/>
              <a:gd name="T61" fmla="*/ 169 h 470"/>
              <a:gd name="T62" fmla="*/ 948 w 1297"/>
              <a:gd name="T63" fmla="*/ 129 h 470"/>
              <a:gd name="T64" fmla="*/ 919 w 1297"/>
              <a:gd name="T65" fmla="*/ 207 h 470"/>
              <a:gd name="T66" fmla="*/ 927 w 1297"/>
              <a:gd name="T67" fmla="*/ 389 h 470"/>
              <a:gd name="T68" fmla="*/ 885 w 1297"/>
              <a:gd name="T69" fmla="*/ 374 h 470"/>
              <a:gd name="T70" fmla="*/ 925 w 1297"/>
              <a:gd name="T71" fmla="*/ 244 h 470"/>
              <a:gd name="T72" fmla="*/ 1104 w 1297"/>
              <a:gd name="T73" fmla="*/ 334 h 470"/>
              <a:gd name="T74" fmla="*/ 976 w 1297"/>
              <a:gd name="T75" fmla="*/ 238 h 470"/>
              <a:gd name="T76" fmla="*/ 1007 w 1297"/>
              <a:gd name="T77" fmla="*/ 266 h 470"/>
              <a:gd name="T78" fmla="*/ 275 w 1297"/>
              <a:gd name="T79" fmla="*/ 319 h 470"/>
              <a:gd name="T80" fmla="*/ 110 w 1297"/>
              <a:gd name="T81" fmla="*/ 149 h 470"/>
              <a:gd name="T82" fmla="*/ 86 w 1297"/>
              <a:gd name="T83" fmla="*/ 37 h 470"/>
              <a:gd name="T84" fmla="*/ 224 w 1297"/>
              <a:gd name="T85" fmla="*/ 146 h 470"/>
              <a:gd name="T86" fmla="*/ 295 w 1297"/>
              <a:gd name="T87" fmla="*/ 234 h 470"/>
              <a:gd name="T88" fmla="*/ 836 w 1297"/>
              <a:gd name="T89" fmla="*/ 389 h 470"/>
              <a:gd name="T90" fmla="*/ 826 w 1297"/>
              <a:gd name="T91" fmla="*/ 447 h 470"/>
              <a:gd name="T92" fmla="*/ 785 w 1297"/>
              <a:gd name="T93" fmla="*/ 402 h 470"/>
              <a:gd name="T94" fmla="*/ 707 w 1297"/>
              <a:gd name="T95" fmla="*/ 428 h 470"/>
              <a:gd name="T96" fmla="*/ 686 w 1297"/>
              <a:gd name="T97" fmla="*/ 405 h 470"/>
              <a:gd name="T98" fmla="*/ 716 w 1297"/>
              <a:gd name="T99" fmla="*/ 393 h 470"/>
              <a:gd name="T100" fmla="*/ 793 w 1297"/>
              <a:gd name="T101" fmla="*/ 204 h 470"/>
              <a:gd name="T102" fmla="*/ 489 w 1297"/>
              <a:gd name="T103" fmla="*/ 396 h 470"/>
              <a:gd name="T104" fmla="*/ 289 w 1297"/>
              <a:gd name="T105" fmla="*/ 348 h 470"/>
              <a:gd name="T106" fmla="*/ 491 w 1297"/>
              <a:gd name="T107" fmla="*/ 357 h 470"/>
              <a:gd name="T108" fmla="*/ 281 w 1297"/>
              <a:gd name="T109" fmla="*/ 343 h 470"/>
              <a:gd name="T110" fmla="*/ 301 w 1297"/>
              <a:gd name="T111" fmla="*/ 236 h 470"/>
              <a:gd name="T112" fmla="*/ 578 w 1297"/>
              <a:gd name="T113" fmla="*/ 395 h 470"/>
              <a:gd name="T114" fmla="*/ 389 w 1297"/>
              <a:gd name="T115" fmla="*/ 130 h 470"/>
              <a:gd name="T116" fmla="*/ 469 w 1297"/>
              <a:gd name="T117" fmla="*/ 240 h 470"/>
              <a:gd name="T118" fmla="*/ 599 w 1297"/>
              <a:gd name="T119" fmla="*/ 237 h 470"/>
              <a:gd name="T120" fmla="*/ 624 w 1297"/>
              <a:gd name="T121" fmla="*/ 178 h 470"/>
              <a:gd name="T122" fmla="*/ 664 w 1297"/>
              <a:gd name="T123" fmla="*/ 131 h 470"/>
              <a:gd name="T124" fmla="*/ 622 w 1297"/>
              <a:gd name="T125" fmla="*/ 68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7" h="470">
                <a:moveTo>
                  <a:pt x="1092" y="222"/>
                </a:moveTo>
                <a:cubicBezTo>
                  <a:pt x="1092" y="222"/>
                  <a:pt x="1092" y="222"/>
                  <a:pt x="1092" y="222"/>
                </a:cubicBezTo>
                <a:cubicBezTo>
                  <a:pt x="1093" y="221"/>
                  <a:pt x="1093" y="221"/>
                  <a:pt x="1094" y="221"/>
                </a:cubicBezTo>
                <a:cubicBezTo>
                  <a:pt x="1094" y="221"/>
                  <a:pt x="1094" y="221"/>
                  <a:pt x="1094" y="221"/>
                </a:cubicBezTo>
                <a:cubicBezTo>
                  <a:pt x="1094" y="221"/>
                  <a:pt x="1094" y="221"/>
                  <a:pt x="1094" y="221"/>
                </a:cubicBezTo>
                <a:cubicBezTo>
                  <a:pt x="1095" y="221"/>
                  <a:pt x="1095" y="221"/>
                  <a:pt x="1096" y="221"/>
                </a:cubicBezTo>
                <a:cubicBezTo>
                  <a:pt x="1096" y="221"/>
                  <a:pt x="1096" y="221"/>
                  <a:pt x="1096" y="221"/>
                </a:cubicBezTo>
                <a:cubicBezTo>
                  <a:pt x="1096" y="222"/>
                  <a:pt x="1096" y="222"/>
                  <a:pt x="1096" y="222"/>
                </a:cubicBezTo>
                <a:cubicBezTo>
                  <a:pt x="1096" y="223"/>
                  <a:pt x="1095" y="223"/>
                  <a:pt x="1095" y="223"/>
                </a:cubicBezTo>
                <a:cubicBezTo>
                  <a:pt x="1094" y="223"/>
                  <a:pt x="1094" y="223"/>
                  <a:pt x="1093" y="223"/>
                </a:cubicBezTo>
                <a:cubicBezTo>
                  <a:pt x="1093" y="223"/>
                  <a:pt x="1092" y="223"/>
                  <a:pt x="1092" y="223"/>
                </a:cubicBezTo>
                <a:cubicBezTo>
                  <a:pt x="1092" y="222"/>
                  <a:pt x="1092" y="222"/>
                  <a:pt x="1092" y="222"/>
                </a:cubicBezTo>
                <a:close/>
                <a:moveTo>
                  <a:pt x="993" y="165"/>
                </a:moveTo>
                <a:cubicBezTo>
                  <a:pt x="993" y="165"/>
                  <a:pt x="994" y="166"/>
                  <a:pt x="994" y="166"/>
                </a:cubicBezTo>
                <a:cubicBezTo>
                  <a:pt x="995" y="166"/>
                  <a:pt x="995" y="166"/>
                  <a:pt x="996" y="166"/>
                </a:cubicBezTo>
                <a:cubicBezTo>
                  <a:pt x="996" y="166"/>
                  <a:pt x="996" y="166"/>
                  <a:pt x="997" y="166"/>
                </a:cubicBezTo>
                <a:cubicBezTo>
                  <a:pt x="997" y="166"/>
                  <a:pt x="997" y="166"/>
                  <a:pt x="998" y="166"/>
                </a:cubicBezTo>
                <a:cubicBezTo>
                  <a:pt x="998" y="167"/>
                  <a:pt x="998" y="166"/>
                  <a:pt x="999" y="166"/>
                </a:cubicBezTo>
                <a:cubicBezTo>
                  <a:pt x="999" y="166"/>
                  <a:pt x="999" y="166"/>
                  <a:pt x="999" y="166"/>
                </a:cubicBezTo>
                <a:cubicBezTo>
                  <a:pt x="1000" y="166"/>
                  <a:pt x="1000" y="166"/>
                  <a:pt x="1000" y="166"/>
                </a:cubicBezTo>
                <a:cubicBezTo>
                  <a:pt x="1000" y="166"/>
                  <a:pt x="1000" y="167"/>
                  <a:pt x="1000" y="167"/>
                </a:cubicBezTo>
                <a:cubicBezTo>
                  <a:pt x="1000" y="167"/>
                  <a:pt x="1001" y="167"/>
                  <a:pt x="1001" y="167"/>
                </a:cubicBezTo>
                <a:cubicBezTo>
                  <a:pt x="1001" y="168"/>
                  <a:pt x="1001" y="168"/>
                  <a:pt x="1001" y="168"/>
                </a:cubicBezTo>
                <a:cubicBezTo>
                  <a:pt x="1001" y="169"/>
                  <a:pt x="1001" y="170"/>
                  <a:pt x="1001" y="171"/>
                </a:cubicBezTo>
                <a:cubicBezTo>
                  <a:pt x="1000" y="171"/>
                  <a:pt x="999" y="171"/>
                  <a:pt x="999" y="171"/>
                </a:cubicBezTo>
                <a:cubicBezTo>
                  <a:pt x="998" y="172"/>
                  <a:pt x="999" y="172"/>
                  <a:pt x="999" y="172"/>
                </a:cubicBezTo>
                <a:cubicBezTo>
                  <a:pt x="999" y="173"/>
                  <a:pt x="999" y="173"/>
                  <a:pt x="999" y="173"/>
                </a:cubicBezTo>
                <a:cubicBezTo>
                  <a:pt x="999" y="173"/>
                  <a:pt x="1000" y="173"/>
                  <a:pt x="1000" y="173"/>
                </a:cubicBezTo>
                <a:cubicBezTo>
                  <a:pt x="1000" y="173"/>
                  <a:pt x="1001" y="173"/>
                  <a:pt x="1001" y="173"/>
                </a:cubicBezTo>
                <a:cubicBezTo>
                  <a:pt x="1001" y="172"/>
                  <a:pt x="1001" y="172"/>
                  <a:pt x="1002" y="172"/>
                </a:cubicBezTo>
                <a:cubicBezTo>
                  <a:pt x="1002" y="172"/>
                  <a:pt x="1002" y="172"/>
                  <a:pt x="1002" y="172"/>
                </a:cubicBezTo>
                <a:cubicBezTo>
                  <a:pt x="1002" y="172"/>
                  <a:pt x="1001" y="173"/>
                  <a:pt x="1002" y="174"/>
                </a:cubicBezTo>
                <a:cubicBezTo>
                  <a:pt x="1002" y="174"/>
                  <a:pt x="1003" y="173"/>
                  <a:pt x="1003" y="173"/>
                </a:cubicBezTo>
                <a:cubicBezTo>
                  <a:pt x="1003" y="173"/>
                  <a:pt x="1003" y="173"/>
                  <a:pt x="1004" y="173"/>
                </a:cubicBezTo>
                <a:cubicBezTo>
                  <a:pt x="1004" y="173"/>
                  <a:pt x="1005" y="172"/>
                  <a:pt x="1005" y="171"/>
                </a:cubicBezTo>
                <a:cubicBezTo>
                  <a:pt x="1005" y="171"/>
                  <a:pt x="1004" y="171"/>
                  <a:pt x="1004" y="171"/>
                </a:cubicBezTo>
                <a:cubicBezTo>
                  <a:pt x="1004" y="171"/>
                  <a:pt x="1004" y="171"/>
                  <a:pt x="1004" y="170"/>
                </a:cubicBezTo>
                <a:cubicBezTo>
                  <a:pt x="1003" y="170"/>
                  <a:pt x="1003" y="170"/>
                  <a:pt x="1003" y="170"/>
                </a:cubicBezTo>
                <a:cubicBezTo>
                  <a:pt x="1003" y="170"/>
                  <a:pt x="1003" y="170"/>
                  <a:pt x="1002" y="170"/>
                </a:cubicBezTo>
                <a:cubicBezTo>
                  <a:pt x="1002" y="170"/>
                  <a:pt x="1002" y="170"/>
                  <a:pt x="1002" y="170"/>
                </a:cubicBezTo>
                <a:cubicBezTo>
                  <a:pt x="1002" y="170"/>
                  <a:pt x="1002" y="170"/>
                  <a:pt x="1002" y="169"/>
                </a:cubicBezTo>
                <a:cubicBezTo>
                  <a:pt x="1002" y="169"/>
                  <a:pt x="1002" y="169"/>
                  <a:pt x="1002" y="168"/>
                </a:cubicBezTo>
                <a:cubicBezTo>
                  <a:pt x="1002" y="168"/>
                  <a:pt x="1002" y="168"/>
                  <a:pt x="1003" y="168"/>
                </a:cubicBezTo>
                <a:cubicBezTo>
                  <a:pt x="1003" y="168"/>
                  <a:pt x="1004" y="167"/>
                  <a:pt x="1005" y="167"/>
                </a:cubicBezTo>
                <a:cubicBezTo>
                  <a:pt x="1005" y="167"/>
                  <a:pt x="1004" y="168"/>
                  <a:pt x="1004" y="168"/>
                </a:cubicBezTo>
                <a:cubicBezTo>
                  <a:pt x="1004" y="169"/>
                  <a:pt x="1005" y="169"/>
                  <a:pt x="1005" y="169"/>
                </a:cubicBezTo>
                <a:cubicBezTo>
                  <a:pt x="1005" y="169"/>
                  <a:pt x="1005" y="169"/>
                  <a:pt x="1005" y="170"/>
                </a:cubicBezTo>
                <a:cubicBezTo>
                  <a:pt x="1005" y="170"/>
                  <a:pt x="1005" y="170"/>
                  <a:pt x="1006" y="171"/>
                </a:cubicBezTo>
                <a:cubicBezTo>
                  <a:pt x="1006" y="171"/>
                  <a:pt x="1007" y="171"/>
                  <a:pt x="1007" y="171"/>
                </a:cubicBezTo>
                <a:cubicBezTo>
                  <a:pt x="1008" y="171"/>
                  <a:pt x="1009" y="171"/>
                  <a:pt x="1009" y="171"/>
                </a:cubicBezTo>
                <a:cubicBezTo>
                  <a:pt x="1010" y="170"/>
                  <a:pt x="1010" y="170"/>
                  <a:pt x="1011" y="170"/>
                </a:cubicBezTo>
                <a:cubicBezTo>
                  <a:pt x="1011" y="169"/>
                  <a:pt x="1012" y="169"/>
                  <a:pt x="1012" y="169"/>
                </a:cubicBezTo>
                <a:cubicBezTo>
                  <a:pt x="1012" y="169"/>
                  <a:pt x="1011" y="168"/>
                  <a:pt x="1011" y="168"/>
                </a:cubicBezTo>
                <a:cubicBezTo>
                  <a:pt x="1010" y="167"/>
                  <a:pt x="1010" y="167"/>
                  <a:pt x="1009" y="167"/>
                </a:cubicBezTo>
                <a:cubicBezTo>
                  <a:pt x="1008" y="167"/>
                  <a:pt x="1008" y="167"/>
                  <a:pt x="1008" y="167"/>
                </a:cubicBezTo>
                <a:cubicBezTo>
                  <a:pt x="1007" y="167"/>
                  <a:pt x="1007" y="167"/>
                  <a:pt x="1007" y="167"/>
                </a:cubicBezTo>
                <a:cubicBezTo>
                  <a:pt x="1006" y="167"/>
                  <a:pt x="1006" y="166"/>
                  <a:pt x="1005" y="165"/>
                </a:cubicBezTo>
                <a:cubicBezTo>
                  <a:pt x="1005" y="165"/>
                  <a:pt x="1005" y="163"/>
                  <a:pt x="1004" y="163"/>
                </a:cubicBezTo>
                <a:cubicBezTo>
                  <a:pt x="1004" y="163"/>
                  <a:pt x="1003" y="163"/>
                  <a:pt x="1003" y="162"/>
                </a:cubicBezTo>
                <a:cubicBezTo>
                  <a:pt x="1003" y="162"/>
                  <a:pt x="1003" y="162"/>
                  <a:pt x="1003" y="162"/>
                </a:cubicBezTo>
                <a:cubicBezTo>
                  <a:pt x="1004" y="162"/>
                  <a:pt x="1003" y="162"/>
                  <a:pt x="1003" y="162"/>
                </a:cubicBezTo>
                <a:cubicBezTo>
                  <a:pt x="1004" y="161"/>
                  <a:pt x="1005" y="161"/>
                  <a:pt x="1005" y="161"/>
                </a:cubicBezTo>
                <a:cubicBezTo>
                  <a:pt x="1006" y="162"/>
                  <a:pt x="1005" y="162"/>
                  <a:pt x="1006" y="162"/>
                </a:cubicBezTo>
                <a:cubicBezTo>
                  <a:pt x="1006" y="163"/>
                  <a:pt x="1006" y="163"/>
                  <a:pt x="1007" y="163"/>
                </a:cubicBezTo>
                <a:cubicBezTo>
                  <a:pt x="1007" y="163"/>
                  <a:pt x="1007" y="163"/>
                  <a:pt x="1008" y="164"/>
                </a:cubicBezTo>
                <a:cubicBezTo>
                  <a:pt x="1008" y="164"/>
                  <a:pt x="1008" y="164"/>
                  <a:pt x="1008" y="165"/>
                </a:cubicBezTo>
                <a:cubicBezTo>
                  <a:pt x="1008" y="165"/>
                  <a:pt x="1009" y="165"/>
                  <a:pt x="1009" y="165"/>
                </a:cubicBezTo>
                <a:cubicBezTo>
                  <a:pt x="1009" y="165"/>
                  <a:pt x="1010" y="165"/>
                  <a:pt x="1010" y="165"/>
                </a:cubicBezTo>
                <a:cubicBezTo>
                  <a:pt x="1010" y="166"/>
                  <a:pt x="1010" y="166"/>
                  <a:pt x="1011" y="167"/>
                </a:cubicBezTo>
                <a:cubicBezTo>
                  <a:pt x="1011" y="167"/>
                  <a:pt x="1011" y="167"/>
                  <a:pt x="1011" y="167"/>
                </a:cubicBezTo>
                <a:cubicBezTo>
                  <a:pt x="1012" y="167"/>
                  <a:pt x="1012" y="168"/>
                  <a:pt x="1012" y="168"/>
                </a:cubicBezTo>
                <a:cubicBezTo>
                  <a:pt x="1012" y="168"/>
                  <a:pt x="1012" y="168"/>
                  <a:pt x="1013" y="168"/>
                </a:cubicBezTo>
                <a:cubicBezTo>
                  <a:pt x="1014" y="169"/>
                  <a:pt x="1015" y="168"/>
                  <a:pt x="1016" y="168"/>
                </a:cubicBezTo>
                <a:cubicBezTo>
                  <a:pt x="1017" y="167"/>
                  <a:pt x="1017" y="168"/>
                  <a:pt x="1018" y="168"/>
                </a:cubicBezTo>
                <a:cubicBezTo>
                  <a:pt x="1019" y="168"/>
                  <a:pt x="1019" y="168"/>
                  <a:pt x="1020" y="169"/>
                </a:cubicBezTo>
                <a:cubicBezTo>
                  <a:pt x="1020" y="170"/>
                  <a:pt x="1020" y="169"/>
                  <a:pt x="1021" y="168"/>
                </a:cubicBezTo>
                <a:cubicBezTo>
                  <a:pt x="1021" y="168"/>
                  <a:pt x="1023" y="168"/>
                  <a:pt x="1023" y="167"/>
                </a:cubicBezTo>
                <a:cubicBezTo>
                  <a:pt x="1022" y="167"/>
                  <a:pt x="1022" y="166"/>
                  <a:pt x="1022" y="165"/>
                </a:cubicBezTo>
                <a:cubicBezTo>
                  <a:pt x="1022" y="164"/>
                  <a:pt x="1022" y="163"/>
                  <a:pt x="1022" y="163"/>
                </a:cubicBezTo>
                <a:cubicBezTo>
                  <a:pt x="1021" y="162"/>
                  <a:pt x="1020" y="163"/>
                  <a:pt x="1019" y="162"/>
                </a:cubicBezTo>
                <a:cubicBezTo>
                  <a:pt x="1019" y="162"/>
                  <a:pt x="1019" y="161"/>
                  <a:pt x="1018" y="161"/>
                </a:cubicBezTo>
                <a:cubicBezTo>
                  <a:pt x="1018" y="161"/>
                  <a:pt x="1017" y="161"/>
                  <a:pt x="1017" y="161"/>
                </a:cubicBezTo>
                <a:cubicBezTo>
                  <a:pt x="1016" y="160"/>
                  <a:pt x="1015" y="161"/>
                  <a:pt x="1015" y="160"/>
                </a:cubicBezTo>
                <a:cubicBezTo>
                  <a:pt x="1015" y="160"/>
                  <a:pt x="1015" y="159"/>
                  <a:pt x="1015" y="159"/>
                </a:cubicBezTo>
                <a:cubicBezTo>
                  <a:pt x="1014" y="159"/>
                  <a:pt x="1014" y="160"/>
                  <a:pt x="1014" y="160"/>
                </a:cubicBezTo>
                <a:cubicBezTo>
                  <a:pt x="1013" y="160"/>
                  <a:pt x="1013" y="160"/>
                  <a:pt x="1013" y="160"/>
                </a:cubicBezTo>
                <a:cubicBezTo>
                  <a:pt x="1013" y="160"/>
                  <a:pt x="1012" y="160"/>
                  <a:pt x="1012" y="160"/>
                </a:cubicBezTo>
                <a:cubicBezTo>
                  <a:pt x="1012" y="160"/>
                  <a:pt x="1012" y="160"/>
                  <a:pt x="1012" y="159"/>
                </a:cubicBezTo>
                <a:cubicBezTo>
                  <a:pt x="1011" y="159"/>
                  <a:pt x="1011" y="159"/>
                  <a:pt x="1010" y="159"/>
                </a:cubicBezTo>
                <a:cubicBezTo>
                  <a:pt x="1010" y="159"/>
                  <a:pt x="1009" y="159"/>
                  <a:pt x="1008" y="159"/>
                </a:cubicBezTo>
                <a:cubicBezTo>
                  <a:pt x="1008" y="159"/>
                  <a:pt x="1007" y="159"/>
                  <a:pt x="1007" y="159"/>
                </a:cubicBezTo>
                <a:cubicBezTo>
                  <a:pt x="1007" y="160"/>
                  <a:pt x="1007" y="160"/>
                  <a:pt x="1007" y="160"/>
                </a:cubicBezTo>
                <a:cubicBezTo>
                  <a:pt x="1006" y="160"/>
                  <a:pt x="1005" y="160"/>
                  <a:pt x="1006" y="159"/>
                </a:cubicBezTo>
                <a:cubicBezTo>
                  <a:pt x="1005" y="159"/>
                  <a:pt x="1004" y="160"/>
                  <a:pt x="1004" y="160"/>
                </a:cubicBezTo>
                <a:cubicBezTo>
                  <a:pt x="1004" y="160"/>
                  <a:pt x="1004" y="160"/>
                  <a:pt x="1003" y="160"/>
                </a:cubicBezTo>
                <a:cubicBezTo>
                  <a:pt x="1003" y="160"/>
                  <a:pt x="1003" y="160"/>
                  <a:pt x="1003" y="160"/>
                </a:cubicBezTo>
                <a:cubicBezTo>
                  <a:pt x="1003" y="160"/>
                  <a:pt x="1002" y="160"/>
                  <a:pt x="1002" y="161"/>
                </a:cubicBezTo>
                <a:cubicBezTo>
                  <a:pt x="1001" y="161"/>
                  <a:pt x="1001" y="160"/>
                  <a:pt x="1001" y="160"/>
                </a:cubicBezTo>
                <a:cubicBezTo>
                  <a:pt x="1000" y="160"/>
                  <a:pt x="1000" y="160"/>
                  <a:pt x="1000" y="161"/>
                </a:cubicBezTo>
                <a:cubicBezTo>
                  <a:pt x="999" y="161"/>
                  <a:pt x="999" y="161"/>
                  <a:pt x="998" y="161"/>
                </a:cubicBezTo>
                <a:cubicBezTo>
                  <a:pt x="998" y="161"/>
                  <a:pt x="997" y="162"/>
                  <a:pt x="997" y="161"/>
                </a:cubicBezTo>
                <a:cubicBezTo>
                  <a:pt x="997" y="161"/>
                  <a:pt x="997" y="161"/>
                  <a:pt x="996" y="161"/>
                </a:cubicBezTo>
                <a:cubicBezTo>
                  <a:pt x="996" y="161"/>
                  <a:pt x="996" y="161"/>
                  <a:pt x="996" y="162"/>
                </a:cubicBezTo>
                <a:cubicBezTo>
                  <a:pt x="996" y="162"/>
                  <a:pt x="996" y="162"/>
                  <a:pt x="995" y="162"/>
                </a:cubicBezTo>
                <a:cubicBezTo>
                  <a:pt x="995" y="162"/>
                  <a:pt x="995" y="162"/>
                  <a:pt x="995" y="162"/>
                </a:cubicBezTo>
                <a:cubicBezTo>
                  <a:pt x="994" y="161"/>
                  <a:pt x="994" y="162"/>
                  <a:pt x="994" y="162"/>
                </a:cubicBezTo>
                <a:cubicBezTo>
                  <a:pt x="994" y="163"/>
                  <a:pt x="994" y="163"/>
                  <a:pt x="994" y="164"/>
                </a:cubicBezTo>
                <a:cubicBezTo>
                  <a:pt x="994" y="164"/>
                  <a:pt x="994" y="163"/>
                  <a:pt x="995" y="163"/>
                </a:cubicBezTo>
                <a:cubicBezTo>
                  <a:pt x="995" y="163"/>
                  <a:pt x="995" y="163"/>
                  <a:pt x="995" y="163"/>
                </a:cubicBezTo>
                <a:cubicBezTo>
                  <a:pt x="995" y="163"/>
                  <a:pt x="996" y="163"/>
                  <a:pt x="996" y="163"/>
                </a:cubicBezTo>
                <a:cubicBezTo>
                  <a:pt x="996" y="163"/>
                  <a:pt x="996" y="163"/>
                  <a:pt x="997" y="163"/>
                </a:cubicBezTo>
                <a:cubicBezTo>
                  <a:pt x="997" y="163"/>
                  <a:pt x="997" y="163"/>
                  <a:pt x="997" y="163"/>
                </a:cubicBezTo>
                <a:cubicBezTo>
                  <a:pt x="997" y="163"/>
                  <a:pt x="997" y="163"/>
                  <a:pt x="997" y="163"/>
                </a:cubicBezTo>
                <a:cubicBezTo>
                  <a:pt x="997" y="163"/>
                  <a:pt x="997" y="163"/>
                  <a:pt x="998" y="164"/>
                </a:cubicBezTo>
                <a:cubicBezTo>
                  <a:pt x="998" y="164"/>
                  <a:pt x="998" y="164"/>
                  <a:pt x="998" y="164"/>
                </a:cubicBezTo>
                <a:cubicBezTo>
                  <a:pt x="998" y="164"/>
                  <a:pt x="997" y="165"/>
                  <a:pt x="997" y="165"/>
                </a:cubicBezTo>
                <a:cubicBezTo>
                  <a:pt x="997" y="165"/>
                  <a:pt x="997" y="165"/>
                  <a:pt x="997" y="165"/>
                </a:cubicBezTo>
                <a:cubicBezTo>
                  <a:pt x="996" y="165"/>
                  <a:pt x="996" y="165"/>
                  <a:pt x="995" y="165"/>
                </a:cubicBezTo>
                <a:cubicBezTo>
                  <a:pt x="995" y="164"/>
                  <a:pt x="995" y="165"/>
                  <a:pt x="994" y="165"/>
                </a:cubicBezTo>
                <a:cubicBezTo>
                  <a:pt x="994" y="165"/>
                  <a:pt x="993" y="165"/>
                  <a:pt x="993" y="164"/>
                </a:cubicBezTo>
                <a:cubicBezTo>
                  <a:pt x="993" y="164"/>
                  <a:pt x="992" y="164"/>
                  <a:pt x="992" y="165"/>
                </a:cubicBezTo>
                <a:cubicBezTo>
                  <a:pt x="992" y="165"/>
                  <a:pt x="993" y="165"/>
                  <a:pt x="993" y="165"/>
                </a:cubicBezTo>
                <a:close/>
                <a:moveTo>
                  <a:pt x="1086" y="279"/>
                </a:moveTo>
                <a:cubicBezTo>
                  <a:pt x="1086" y="278"/>
                  <a:pt x="1085" y="278"/>
                  <a:pt x="1085" y="277"/>
                </a:cubicBezTo>
                <a:cubicBezTo>
                  <a:pt x="1084" y="277"/>
                  <a:pt x="1084" y="277"/>
                  <a:pt x="1083" y="277"/>
                </a:cubicBezTo>
                <a:cubicBezTo>
                  <a:pt x="1083" y="277"/>
                  <a:pt x="1082" y="276"/>
                  <a:pt x="1082" y="276"/>
                </a:cubicBezTo>
                <a:cubicBezTo>
                  <a:pt x="1082" y="276"/>
                  <a:pt x="1081" y="276"/>
                  <a:pt x="1081" y="276"/>
                </a:cubicBezTo>
                <a:cubicBezTo>
                  <a:pt x="1081" y="275"/>
                  <a:pt x="1080" y="275"/>
                  <a:pt x="1080" y="275"/>
                </a:cubicBezTo>
                <a:cubicBezTo>
                  <a:pt x="1080" y="274"/>
                  <a:pt x="1079" y="275"/>
                  <a:pt x="1079" y="275"/>
                </a:cubicBezTo>
                <a:cubicBezTo>
                  <a:pt x="1079" y="275"/>
                  <a:pt x="1079" y="276"/>
                  <a:pt x="1079" y="276"/>
                </a:cubicBezTo>
                <a:cubicBezTo>
                  <a:pt x="1080" y="277"/>
                  <a:pt x="1081" y="277"/>
                  <a:pt x="1082" y="278"/>
                </a:cubicBezTo>
                <a:cubicBezTo>
                  <a:pt x="1082" y="278"/>
                  <a:pt x="1082" y="278"/>
                  <a:pt x="1083" y="278"/>
                </a:cubicBezTo>
                <a:cubicBezTo>
                  <a:pt x="1083" y="279"/>
                  <a:pt x="1083" y="279"/>
                  <a:pt x="1084" y="279"/>
                </a:cubicBezTo>
                <a:cubicBezTo>
                  <a:pt x="1084" y="279"/>
                  <a:pt x="1085" y="278"/>
                  <a:pt x="1085" y="278"/>
                </a:cubicBezTo>
                <a:cubicBezTo>
                  <a:pt x="1085" y="278"/>
                  <a:pt x="1085" y="279"/>
                  <a:pt x="1086" y="279"/>
                </a:cubicBezTo>
                <a:cubicBezTo>
                  <a:pt x="1086" y="279"/>
                  <a:pt x="1087" y="279"/>
                  <a:pt x="1087" y="280"/>
                </a:cubicBezTo>
                <a:cubicBezTo>
                  <a:pt x="1087" y="279"/>
                  <a:pt x="1087" y="279"/>
                  <a:pt x="1086" y="279"/>
                </a:cubicBezTo>
                <a:close/>
                <a:moveTo>
                  <a:pt x="1085" y="229"/>
                </a:moveTo>
                <a:cubicBezTo>
                  <a:pt x="1085" y="229"/>
                  <a:pt x="1086" y="229"/>
                  <a:pt x="1086" y="229"/>
                </a:cubicBezTo>
                <a:cubicBezTo>
                  <a:pt x="1086" y="230"/>
                  <a:pt x="1086" y="230"/>
                  <a:pt x="1086" y="230"/>
                </a:cubicBezTo>
                <a:cubicBezTo>
                  <a:pt x="1087" y="230"/>
                  <a:pt x="1087" y="230"/>
                  <a:pt x="1087" y="229"/>
                </a:cubicBezTo>
                <a:cubicBezTo>
                  <a:pt x="1087" y="229"/>
                  <a:pt x="1087" y="228"/>
                  <a:pt x="1087" y="228"/>
                </a:cubicBezTo>
                <a:cubicBezTo>
                  <a:pt x="1087" y="228"/>
                  <a:pt x="1086" y="228"/>
                  <a:pt x="1086" y="228"/>
                </a:cubicBezTo>
                <a:cubicBezTo>
                  <a:pt x="1086" y="228"/>
                  <a:pt x="1086" y="228"/>
                  <a:pt x="1085" y="228"/>
                </a:cubicBezTo>
                <a:cubicBezTo>
                  <a:pt x="1085" y="228"/>
                  <a:pt x="1085" y="227"/>
                  <a:pt x="1085" y="227"/>
                </a:cubicBezTo>
                <a:cubicBezTo>
                  <a:pt x="1084" y="227"/>
                  <a:pt x="1084" y="227"/>
                  <a:pt x="1084" y="227"/>
                </a:cubicBezTo>
                <a:cubicBezTo>
                  <a:pt x="1084" y="228"/>
                  <a:pt x="1084" y="228"/>
                  <a:pt x="1084" y="228"/>
                </a:cubicBezTo>
                <a:cubicBezTo>
                  <a:pt x="1084" y="228"/>
                  <a:pt x="1085" y="229"/>
                  <a:pt x="1085" y="229"/>
                </a:cubicBezTo>
                <a:close/>
                <a:moveTo>
                  <a:pt x="1012" y="196"/>
                </a:moveTo>
                <a:cubicBezTo>
                  <a:pt x="1012" y="196"/>
                  <a:pt x="1013" y="196"/>
                  <a:pt x="1013" y="196"/>
                </a:cubicBezTo>
                <a:cubicBezTo>
                  <a:pt x="1014" y="196"/>
                  <a:pt x="1014" y="195"/>
                  <a:pt x="1014" y="195"/>
                </a:cubicBezTo>
                <a:cubicBezTo>
                  <a:pt x="1014" y="195"/>
                  <a:pt x="1014" y="194"/>
                  <a:pt x="1014" y="194"/>
                </a:cubicBezTo>
                <a:cubicBezTo>
                  <a:pt x="1014" y="194"/>
                  <a:pt x="1014" y="194"/>
                  <a:pt x="1015" y="193"/>
                </a:cubicBezTo>
                <a:cubicBezTo>
                  <a:pt x="1015" y="192"/>
                  <a:pt x="1014" y="191"/>
                  <a:pt x="1015" y="190"/>
                </a:cubicBezTo>
                <a:cubicBezTo>
                  <a:pt x="1015" y="189"/>
                  <a:pt x="1015" y="189"/>
                  <a:pt x="1015" y="188"/>
                </a:cubicBezTo>
                <a:cubicBezTo>
                  <a:pt x="1015" y="187"/>
                  <a:pt x="1016" y="186"/>
                  <a:pt x="1015" y="185"/>
                </a:cubicBezTo>
                <a:cubicBezTo>
                  <a:pt x="1015" y="185"/>
                  <a:pt x="1015" y="184"/>
                  <a:pt x="1014" y="184"/>
                </a:cubicBezTo>
                <a:cubicBezTo>
                  <a:pt x="1014" y="184"/>
                  <a:pt x="1014" y="184"/>
                  <a:pt x="1013" y="184"/>
                </a:cubicBezTo>
                <a:cubicBezTo>
                  <a:pt x="1013" y="185"/>
                  <a:pt x="1012" y="185"/>
                  <a:pt x="1012" y="185"/>
                </a:cubicBezTo>
                <a:cubicBezTo>
                  <a:pt x="1012" y="184"/>
                  <a:pt x="1012" y="184"/>
                  <a:pt x="1011" y="184"/>
                </a:cubicBezTo>
                <a:cubicBezTo>
                  <a:pt x="1011" y="184"/>
                  <a:pt x="1011" y="184"/>
                  <a:pt x="1011" y="184"/>
                </a:cubicBezTo>
                <a:cubicBezTo>
                  <a:pt x="1010" y="184"/>
                  <a:pt x="1009" y="184"/>
                  <a:pt x="1009" y="184"/>
                </a:cubicBezTo>
                <a:cubicBezTo>
                  <a:pt x="1009" y="184"/>
                  <a:pt x="1008" y="184"/>
                  <a:pt x="1008" y="184"/>
                </a:cubicBezTo>
                <a:cubicBezTo>
                  <a:pt x="1008" y="184"/>
                  <a:pt x="1007" y="185"/>
                  <a:pt x="1007" y="185"/>
                </a:cubicBezTo>
                <a:cubicBezTo>
                  <a:pt x="1006" y="185"/>
                  <a:pt x="1006" y="185"/>
                  <a:pt x="1005" y="185"/>
                </a:cubicBezTo>
                <a:cubicBezTo>
                  <a:pt x="1005" y="185"/>
                  <a:pt x="1004" y="185"/>
                  <a:pt x="1004" y="186"/>
                </a:cubicBezTo>
                <a:cubicBezTo>
                  <a:pt x="1004" y="186"/>
                  <a:pt x="1004" y="186"/>
                  <a:pt x="1004" y="187"/>
                </a:cubicBezTo>
                <a:cubicBezTo>
                  <a:pt x="1004" y="187"/>
                  <a:pt x="1005" y="188"/>
                  <a:pt x="1005" y="188"/>
                </a:cubicBezTo>
                <a:cubicBezTo>
                  <a:pt x="1005" y="189"/>
                  <a:pt x="1005" y="189"/>
                  <a:pt x="1005" y="189"/>
                </a:cubicBezTo>
                <a:cubicBezTo>
                  <a:pt x="1005" y="189"/>
                  <a:pt x="1005" y="189"/>
                  <a:pt x="1005" y="190"/>
                </a:cubicBezTo>
                <a:cubicBezTo>
                  <a:pt x="1005" y="190"/>
                  <a:pt x="1005" y="191"/>
                  <a:pt x="1005" y="191"/>
                </a:cubicBezTo>
                <a:cubicBezTo>
                  <a:pt x="1006" y="191"/>
                  <a:pt x="1006" y="192"/>
                  <a:pt x="1006" y="192"/>
                </a:cubicBezTo>
                <a:cubicBezTo>
                  <a:pt x="1006" y="193"/>
                  <a:pt x="1007" y="194"/>
                  <a:pt x="1007" y="194"/>
                </a:cubicBezTo>
                <a:cubicBezTo>
                  <a:pt x="1008" y="194"/>
                  <a:pt x="1008" y="194"/>
                  <a:pt x="1009" y="195"/>
                </a:cubicBezTo>
                <a:cubicBezTo>
                  <a:pt x="1009" y="195"/>
                  <a:pt x="1009" y="196"/>
                  <a:pt x="1010" y="196"/>
                </a:cubicBezTo>
                <a:cubicBezTo>
                  <a:pt x="1010" y="196"/>
                  <a:pt x="1010" y="196"/>
                  <a:pt x="1010" y="196"/>
                </a:cubicBezTo>
                <a:cubicBezTo>
                  <a:pt x="1010" y="196"/>
                  <a:pt x="1011" y="196"/>
                  <a:pt x="1011" y="196"/>
                </a:cubicBezTo>
                <a:cubicBezTo>
                  <a:pt x="1011" y="196"/>
                  <a:pt x="1012" y="196"/>
                  <a:pt x="1012" y="196"/>
                </a:cubicBezTo>
                <a:cubicBezTo>
                  <a:pt x="1012" y="196"/>
                  <a:pt x="1012" y="196"/>
                  <a:pt x="1012" y="196"/>
                </a:cubicBezTo>
                <a:close/>
                <a:moveTo>
                  <a:pt x="979" y="213"/>
                </a:moveTo>
                <a:cubicBezTo>
                  <a:pt x="980" y="213"/>
                  <a:pt x="980" y="213"/>
                  <a:pt x="981" y="213"/>
                </a:cubicBezTo>
                <a:cubicBezTo>
                  <a:pt x="981" y="214"/>
                  <a:pt x="982" y="214"/>
                  <a:pt x="982" y="214"/>
                </a:cubicBezTo>
                <a:cubicBezTo>
                  <a:pt x="983" y="215"/>
                  <a:pt x="984" y="215"/>
                  <a:pt x="984" y="215"/>
                </a:cubicBezTo>
                <a:cubicBezTo>
                  <a:pt x="985" y="215"/>
                  <a:pt x="986" y="215"/>
                  <a:pt x="987" y="215"/>
                </a:cubicBezTo>
                <a:cubicBezTo>
                  <a:pt x="987" y="216"/>
                  <a:pt x="988" y="216"/>
                  <a:pt x="988" y="216"/>
                </a:cubicBezTo>
                <a:cubicBezTo>
                  <a:pt x="989" y="216"/>
                  <a:pt x="990" y="216"/>
                  <a:pt x="990" y="216"/>
                </a:cubicBezTo>
                <a:cubicBezTo>
                  <a:pt x="991" y="216"/>
                  <a:pt x="991" y="217"/>
                  <a:pt x="992" y="217"/>
                </a:cubicBezTo>
                <a:cubicBezTo>
                  <a:pt x="992" y="216"/>
                  <a:pt x="993" y="216"/>
                  <a:pt x="993" y="216"/>
                </a:cubicBezTo>
                <a:cubicBezTo>
                  <a:pt x="993" y="216"/>
                  <a:pt x="994" y="215"/>
                  <a:pt x="994" y="215"/>
                </a:cubicBezTo>
                <a:cubicBezTo>
                  <a:pt x="994" y="215"/>
                  <a:pt x="994" y="215"/>
                  <a:pt x="995" y="215"/>
                </a:cubicBezTo>
                <a:cubicBezTo>
                  <a:pt x="995" y="215"/>
                  <a:pt x="996" y="215"/>
                  <a:pt x="996" y="215"/>
                </a:cubicBezTo>
                <a:cubicBezTo>
                  <a:pt x="997" y="216"/>
                  <a:pt x="997" y="216"/>
                  <a:pt x="998" y="216"/>
                </a:cubicBezTo>
                <a:cubicBezTo>
                  <a:pt x="998" y="215"/>
                  <a:pt x="998" y="215"/>
                  <a:pt x="998" y="215"/>
                </a:cubicBezTo>
                <a:cubicBezTo>
                  <a:pt x="998" y="214"/>
                  <a:pt x="998" y="214"/>
                  <a:pt x="997" y="214"/>
                </a:cubicBezTo>
                <a:cubicBezTo>
                  <a:pt x="997" y="214"/>
                  <a:pt x="997" y="214"/>
                  <a:pt x="997" y="214"/>
                </a:cubicBezTo>
                <a:cubicBezTo>
                  <a:pt x="996" y="214"/>
                  <a:pt x="996" y="213"/>
                  <a:pt x="996" y="213"/>
                </a:cubicBezTo>
                <a:cubicBezTo>
                  <a:pt x="996" y="213"/>
                  <a:pt x="995" y="213"/>
                  <a:pt x="995" y="212"/>
                </a:cubicBezTo>
                <a:cubicBezTo>
                  <a:pt x="996" y="212"/>
                  <a:pt x="996" y="211"/>
                  <a:pt x="997" y="211"/>
                </a:cubicBezTo>
                <a:cubicBezTo>
                  <a:pt x="998" y="211"/>
                  <a:pt x="998" y="209"/>
                  <a:pt x="997" y="208"/>
                </a:cubicBezTo>
                <a:cubicBezTo>
                  <a:pt x="997" y="208"/>
                  <a:pt x="997" y="208"/>
                  <a:pt x="996" y="207"/>
                </a:cubicBezTo>
                <a:cubicBezTo>
                  <a:pt x="996" y="207"/>
                  <a:pt x="995" y="207"/>
                  <a:pt x="995" y="207"/>
                </a:cubicBezTo>
                <a:cubicBezTo>
                  <a:pt x="995" y="207"/>
                  <a:pt x="995" y="207"/>
                  <a:pt x="995" y="207"/>
                </a:cubicBezTo>
                <a:cubicBezTo>
                  <a:pt x="996" y="206"/>
                  <a:pt x="996" y="206"/>
                  <a:pt x="995" y="206"/>
                </a:cubicBezTo>
                <a:cubicBezTo>
                  <a:pt x="995" y="205"/>
                  <a:pt x="995" y="205"/>
                  <a:pt x="995" y="206"/>
                </a:cubicBezTo>
                <a:cubicBezTo>
                  <a:pt x="994" y="206"/>
                  <a:pt x="993" y="207"/>
                  <a:pt x="991" y="207"/>
                </a:cubicBezTo>
                <a:cubicBezTo>
                  <a:pt x="991" y="207"/>
                  <a:pt x="990" y="207"/>
                  <a:pt x="990" y="207"/>
                </a:cubicBezTo>
                <a:cubicBezTo>
                  <a:pt x="989" y="207"/>
                  <a:pt x="989" y="207"/>
                  <a:pt x="988" y="207"/>
                </a:cubicBezTo>
                <a:cubicBezTo>
                  <a:pt x="988" y="207"/>
                  <a:pt x="987" y="207"/>
                  <a:pt x="987" y="207"/>
                </a:cubicBezTo>
                <a:cubicBezTo>
                  <a:pt x="987" y="207"/>
                  <a:pt x="986" y="208"/>
                  <a:pt x="986" y="208"/>
                </a:cubicBezTo>
                <a:cubicBezTo>
                  <a:pt x="985" y="208"/>
                  <a:pt x="985" y="208"/>
                  <a:pt x="985" y="208"/>
                </a:cubicBezTo>
                <a:cubicBezTo>
                  <a:pt x="984" y="208"/>
                  <a:pt x="984" y="208"/>
                  <a:pt x="983" y="209"/>
                </a:cubicBezTo>
                <a:cubicBezTo>
                  <a:pt x="983" y="209"/>
                  <a:pt x="982" y="210"/>
                  <a:pt x="981" y="210"/>
                </a:cubicBezTo>
                <a:cubicBezTo>
                  <a:pt x="980" y="210"/>
                  <a:pt x="980" y="210"/>
                  <a:pt x="979" y="211"/>
                </a:cubicBezTo>
                <a:cubicBezTo>
                  <a:pt x="979" y="211"/>
                  <a:pt x="978" y="211"/>
                  <a:pt x="978" y="211"/>
                </a:cubicBezTo>
                <a:cubicBezTo>
                  <a:pt x="978" y="212"/>
                  <a:pt x="979" y="212"/>
                  <a:pt x="979" y="213"/>
                </a:cubicBezTo>
                <a:close/>
                <a:moveTo>
                  <a:pt x="998" y="184"/>
                </a:moveTo>
                <a:cubicBezTo>
                  <a:pt x="998" y="184"/>
                  <a:pt x="998" y="184"/>
                  <a:pt x="998" y="184"/>
                </a:cubicBezTo>
                <a:cubicBezTo>
                  <a:pt x="999" y="184"/>
                  <a:pt x="999" y="184"/>
                  <a:pt x="1000" y="184"/>
                </a:cubicBezTo>
                <a:cubicBezTo>
                  <a:pt x="1001" y="184"/>
                  <a:pt x="1002" y="184"/>
                  <a:pt x="1003" y="184"/>
                </a:cubicBezTo>
                <a:cubicBezTo>
                  <a:pt x="1004" y="184"/>
                  <a:pt x="1005" y="184"/>
                  <a:pt x="1006" y="183"/>
                </a:cubicBezTo>
                <a:cubicBezTo>
                  <a:pt x="1007" y="183"/>
                  <a:pt x="1007" y="183"/>
                  <a:pt x="1008" y="183"/>
                </a:cubicBezTo>
                <a:cubicBezTo>
                  <a:pt x="1008" y="183"/>
                  <a:pt x="1009" y="183"/>
                  <a:pt x="1009" y="183"/>
                </a:cubicBezTo>
                <a:cubicBezTo>
                  <a:pt x="1009" y="183"/>
                  <a:pt x="1010" y="183"/>
                  <a:pt x="1010" y="182"/>
                </a:cubicBezTo>
                <a:cubicBezTo>
                  <a:pt x="1010" y="182"/>
                  <a:pt x="1010" y="182"/>
                  <a:pt x="1010" y="181"/>
                </a:cubicBezTo>
                <a:cubicBezTo>
                  <a:pt x="1010" y="181"/>
                  <a:pt x="1010" y="181"/>
                  <a:pt x="1010" y="181"/>
                </a:cubicBezTo>
                <a:cubicBezTo>
                  <a:pt x="1010" y="181"/>
                  <a:pt x="1010" y="181"/>
                  <a:pt x="1010" y="181"/>
                </a:cubicBezTo>
                <a:cubicBezTo>
                  <a:pt x="1010" y="180"/>
                  <a:pt x="1009" y="180"/>
                  <a:pt x="1009" y="181"/>
                </a:cubicBezTo>
                <a:cubicBezTo>
                  <a:pt x="1008" y="181"/>
                  <a:pt x="1009" y="181"/>
                  <a:pt x="1008" y="181"/>
                </a:cubicBezTo>
                <a:cubicBezTo>
                  <a:pt x="1008" y="181"/>
                  <a:pt x="1008" y="182"/>
                  <a:pt x="1008" y="181"/>
                </a:cubicBezTo>
                <a:cubicBezTo>
                  <a:pt x="1008" y="181"/>
                  <a:pt x="1008" y="181"/>
                  <a:pt x="1007" y="181"/>
                </a:cubicBezTo>
                <a:cubicBezTo>
                  <a:pt x="1007" y="181"/>
                  <a:pt x="1007" y="181"/>
                  <a:pt x="1007" y="181"/>
                </a:cubicBezTo>
                <a:cubicBezTo>
                  <a:pt x="1007" y="182"/>
                  <a:pt x="1007" y="182"/>
                  <a:pt x="1006" y="182"/>
                </a:cubicBezTo>
                <a:cubicBezTo>
                  <a:pt x="1006" y="182"/>
                  <a:pt x="1006" y="181"/>
                  <a:pt x="1006" y="181"/>
                </a:cubicBezTo>
                <a:cubicBezTo>
                  <a:pt x="1006" y="181"/>
                  <a:pt x="1006" y="181"/>
                  <a:pt x="1006" y="181"/>
                </a:cubicBezTo>
                <a:cubicBezTo>
                  <a:pt x="1005" y="181"/>
                  <a:pt x="1005" y="181"/>
                  <a:pt x="1005" y="181"/>
                </a:cubicBezTo>
                <a:cubicBezTo>
                  <a:pt x="1004" y="182"/>
                  <a:pt x="1004" y="182"/>
                  <a:pt x="1004" y="182"/>
                </a:cubicBezTo>
                <a:cubicBezTo>
                  <a:pt x="1004" y="182"/>
                  <a:pt x="1003" y="181"/>
                  <a:pt x="1003" y="181"/>
                </a:cubicBezTo>
                <a:cubicBezTo>
                  <a:pt x="1003" y="181"/>
                  <a:pt x="1003" y="182"/>
                  <a:pt x="1002" y="182"/>
                </a:cubicBezTo>
                <a:cubicBezTo>
                  <a:pt x="1002" y="182"/>
                  <a:pt x="1002" y="182"/>
                  <a:pt x="1002" y="182"/>
                </a:cubicBezTo>
                <a:cubicBezTo>
                  <a:pt x="1002" y="182"/>
                  <a:pt x="1002" y="182"/>
                  <a:pt x="1002" y="181"/>
                </a:cubicBezTo>
                <a:cubicBezTo>
                  <a:pt x="1001" y="181"/>
                  <a:pt x="1001" y="181"/>
                  <a:pt x="1001" y="181"/>
                </a:cubicBezTo>
                <a:cubicBezTo>
                  <a:pt x="1001" y="182"/>
                  <a:pt x="1001" y="182"/>
                  <a:pt x="1001" y="182"/>
                </a:cubicBezTo>
                <a:cubicBezTo>
                  <a:pt x="1001" y="182"/>
                  <a:pt x="1000" y="182"/>
                  <a:pt x="1000" y="182"/>
                </a:cubicBezTo>
                <a:cubicBezTo>
                  <a:pt x="1000" y="182"/>
                  <a:pt x="999" y="182"/>
                  <a:pt x="999" y="182"/>
                </a:cubicBezTo>
                <a:cubicBezTo>
                  <a:pt x="999" y="181"/>
                  <a:pt x="999" y="181"/>
                  <a:pt x="999" y="181"/>
                </a:cubicBezTo>
                <a:cubicBezTo>
                  <a:pt x="999" y="181"/>
                  <a:pt x="998" y="181"/>
                  <a:pt x="998" y="181"/>
                </a:cubicBezTo>
                <a:cubicBezTo>
                  <a:pt x="998" y="182"/>
                  <a:pt x="998" y="182"/>
                  <a:pt x="998" y="182"/>
                </a:cubicBezTo>
                <a:cubicBezTo>
                  <a:pt x="998" y="182"/>
                  <a:pt x="998" y="182"/>
                  <a:pt x="998" y="183"/>
                </a:cubicBezTo>
                <a:cubicBezTo>
                  <a:pt x="998" y="183"/>
                  <a:pt x="998" y="183"/>
                  <a:pt x="998" y="184"/>
                </a:cubicBezTo>
                <a:close/>
                <a:moveTo>
                  <a:pt x="671" y="407"/>
                </a:moveTo>
                <a:cubicBezTo>
                  <a:pt x="670" y="407"/>
                  <a:pt x="670" y="407"/>
                  <a:pt x="670" y="407"/>
                </a:cubicBezTo>
                <a:cubicBezTo>
                  <a:pt x="669" y="407"/>
                  <a:pt x="669" y="407"/>
                  <a:pt x="668" y="407"/>
                </a:cubicBezTo>
                <a:cubicBezTo>
                  <a:pt x="667" y="407"/>
                  <a:pt x="666" y="407"/>
                  <a:pt x="666" y="407"/>
                </a:cubicBezTo>
                <a:cubicBezTo>
                  <a:pt x="666" y="407"/>
                  <a:pt x="666" y="407"/>
                  <a:pt x="665" y="407"/>
                </a:cubicBezTo>
                <a:cubicBezTo>
                  <a:pt x="665" y="408"/>
                  <a:pt x="665" y="407"/>
                  <a:pt x="665" y="407"/>
                </a:cubicBezTo>
                <a:cubicBezTo>
                  <a:pt x="664" y="407"/>
                  <a:pt x="664" y="406"/>
                  <a:pt x="664" y="406"/>
                </a:cubicBezTo>
                <a:cubicBezTo>
                  <a:pt x="664" y="406"/>
                  <a:pt x="664" y="406"/>
                  <a:pt x="665" y="406"/>
                </a:cubicBezTo>
                <a:cubicBezTo>
                  <a:pt x="665" y="406"/>
                  <a:pt x="665" y="406"/>
                  <a:pt x="665" y="405"/>
                </a:cubicBezTo>
                <a:cubicBezTo>
                  <a:pt x="666" y="405"/>
                  <a:pt x="666" y="405"/>
                  <a:pt x="666" y="405"/>
                </a:cubicBezTo>
                <a:cubicBezTo>
                  <a:pt x="666" y="405"/>
                  <a:pt x="666" y="405"/>
                  <a:pt x="667" y="405"/>
                </a:cubicBezTo>
                <a:cubicBezTo>
                  <a:pt x="667" y="405"/>
                  <a:pt x="667" y="405"/>
                  <a:pt x="668" y="406"/>
                </a:cubicBezTo>
                <a:cubicBezTo>
                  <a:pt x="668" y="406"/>
                  <a:pt x="669" y="406"/>
                  <a:pt x="669" y="405"/>
                </a:cubicBezTo>
                <a:cubicBezTo>
                  <a:pt x="669" y="405"/>
                  <a:pt x="669" y="405"/>
                  <a:pt x="670" y="405"/>
                </a:cubicBezTo>
                <a:cubicBezTo>
                  <a:pt x="670" y="405"/>
                  <a:pt x="670" y="405"/>
                  <a:pt x="670" y="405"/>
                </a:cubicBezTo>
                <a:cubicBezTo>
                  <a:pt x="671" y="405"/>
                  <a:pt x="671" y="405"/>
                  <a:pt x="671" y="405"/>
                </a:cubicBezTo>
                <a:cubicBezTo>
                  <a:pt x="671" y="406"/>
                  <a:pt x="671" y="406"/>
                  <a:pt x="672" y="406"/>
                </a:cubicBezTo>
                <a:cubicBezTo>
                  <a:pt x="672" y="406"/>
                  <a:pt x="673" y="406"/>
                  <a:pt x="673" y="406"/>
                </a:cubicBezTo>
                <a:cubicBezTo>
                  <a:pt x="674" y="406"/>
                  <a:pt x="674" y="406"/>
                  <a:pt x="675" y="406"/>
                </a:cubicBezTo>
                <a:cubicBezTo>
                  <a:pt x="675" y="406"/>
                  <a:pt x="675" y="406"/>
                  <a:pt x="675" y="406"/>
                </a:cubicBezTo>
                <a:cubicBezTo>
                  <a:pt x="676" y="407"/>
                  <a:pt x="676" y="406"/>
                  <a:pt x="676" y="406"/>
                </a:cubicBezTo>
                <a:cubicBezTo>
                  <a:pt x="676" y="406"/>
                  <a:pt x="676" y="406"/>
                  <a:pt x="676" y="406"/>
                </a:cubicBezTo>
                <a:cubicBezTo>
                  <a:pt x="677" y="407"/>
                  <a:pt x="677" y="406"/>
                  <a:pt x="677" y="406"/>
                </a:cubicBezTo>
                <a:cubicBezTo>
                  <a:pt x="678" y="405"/>
                  <a:pt x="678" y="405"/>
                  <a:pt x="678" y="404"/>
                </a:cubicBezTo>
                <a:cubicBezTo>
                  <a:pt x="677" y="404"/>
                  <a:pt x="677" y="404"/>
                  <a:pt x="677" y="403"/>
                </a:cubicBezTo>
                <a:cubicBezTo>
                  <a:pt x="677" y="403"/>
                  <a:pt x="678" y="403"/>
                  <a:pt x="678" y="402"/>
                </a:cubicBezTo>
                <a:cubicBezTo>
                  <a:pt x="678" y="402"/>
                  <a:pt x="678" y="402"/>
                  <a:pt x="678" y="402"/>
                </a:cubicBezTo>
                <a:cubicBezTo>
                  <a:pt x="677" y="401"/>
                  <a:pt x="677" y="402"/>
                  <a:pt x="677" y="402"/>
                </a:cubicBezTo>
                <a:cubicBezTo>
                  <a:pt x="676" y="402"/>
                  <a:pt x="676" y="402"/>
                  <a:pt x="676" y="403"/>
                </a:cubicBezTo>
                <a:cubicBezTo>
                  <a:pt x="676" y="403"/>
                  <a:pt x="676" y="403"/>
                  <a:pt x="675" y="403"/>
                </a:cubicBezTo>
                <a:cubicBezTo>
                  <a:pt x="675" y="403"/>
                  <a:pt x="674" y="404"/>
                  <a:pt x="674" y="403"/>
                </a:cubicBezTo>
                <a:cubicBezTo>
                  <a:pt x="674" y="403"/>
                  <a:pt x="674" y="403"/>
                  <a:pt x="674" y="402"/>
                </a:cubicBezTo>
                <a:cubicBezTo>
                  <a:pt x="673" y="402"/>
                  <a:pt x="673" y="402"/>
                  <a:pt x="673" y="401"/>
                </a:cubicBezTo>
                <a:cubicBezTo>
                  <a:pt x="673" y="401"/>
                  <a:pt x="673" y="401"/>
                  <a:pt x="673" y="400"/>
                </a:cubicBezTo>
                <a:cubicBezTo>
                  <a:pt x="673" y="400"/>
                  <a:pt x="674" y="400"/>
                  <a:pt x="674" y="399"/>
                </a:cubicBezTo>
                <a:cubicBezTo>
                  <a:pt x="674" y="399"/>
                  <a:pt x="674" y="398"/>
                  <a:pt x="674" y="398"/>
                </a:cubicBezTo>
                <a:cubicBezTo>
                  <a:pt x="674" y="398"/>
                  <a:pt x="674" y="398"/>
                  <a:pt x="674" y="397"/>
                </a:cubicBezTo>
                <a:cubicBezTo>
                  <a:pt x="673" y="397"/>
                  <a:pt x="673" y="397"/>
                  <a:pt x="673" y="396"/>
                </a:cubicBezTo>
                <a:cubicBezTo>
                  <a:pt x="672" y="396"/>
                  <a:pt x="673" y="395"/>
                  <a:pt x="672" y="395"/>
                </a:cubicBezTo>
                <a:cubicBezTo>
                  <a:pt x="672" y="394"/>
                  <a:pt x="673" y="394"/>
                  <a:pt x="672" y="394"/>
                </a:cubicBezTo>
                <a:cubicBezTo>
                  <a:pt x="672" y="393"/>
                  <a:pt x="672" y="393"/>
                  <a:pt x="671" y="393"/>
                </a:cubicBezTo>
                <a:cubicBezTo>
                  <a:pt x="671" y="393"/>
                  <a:pt x="670" y="393"/>
                  <a:pt x="669" y="393"/>
                </a:cubicBezTo>
                <a:cubicBezTo>
                  <a:pt x="668" y="393"/>
                  <a:pt x="668" y="393"/>
                  <a:pt x="668" y="393"/>
                </a:cubicBezTo>
                <a:cubicBezTo>
                  <a:pt x="668" y="393"/>
                  <a:pt x="667" y="393"/>
                  <a:pt x="667" y="393"/>
                </a:cubicBezTo>
                <a:cubicBezTo>
                  <a:pt x="666" y="394"/>
                  <a:pt x="666" y="394"/>
                  <a:pt x="666" y="395"/>
                </a:cubicBezTo>
                <a:cubicBezTo>
                  <a:pt x="665" y="395"/>
                  <a:pt x="665" y="396"/>
                  <a:pt x="665" y="396"/>
                </a:cubicBezTo>
                <a:cubicBezTo>
                  <a:pt x="665" y="396"/>
                  <a:pt x="665" y="397"/>
                  <a:pt x="665" y="397"/>
                </a:cubicBezTo>
                <a:cubicBezTo>
                  <a:pt x="665" y="398"/>
                  <a:pt x="665" y="399"/>
                  <a:pt x="664" y="399"/>
                </a:cubicBezTo>
                <a:cubicBezTo>
                  <a:pt x="664" y="399"/>
                  <a:pt x="664" y="400"/>
                  <a:pt x="664" y="400"/>
                </a:cubicBezTo>
                <a:cubicBezTo>
                  <a:pt x="664" y="401"/>
                  <a:pt x="663" y="400"/>
                  <a:pt x="663" y="400"/>
                </a:cubicBezTo>
                <a:cubicBezTo>
                  <a:pt x="663" y="400"/>
                  <a:pt x="663" y="399"/>
                  <a:pt x="663" y="399"/>
                </a:cubicBezTo>
                <a:cubicBezTo>
                  <a:pt x="664" y="398"/>
                  <a:pt x="664" y="398"/>
                  <a:pt x="664" y="397"/>
                </a:cubicBezTo>
                <a:cubicBezTo>
                  <a:pt x="664" y="396"/>
                  <a:pt x="664" y="395"/>
                  <a:pt x="664" y="395"/>
                </a:cubicBezTo>
                <a:cubicBezTo>
                  <a:pt x="664" y="394"/>
                  <a:pt x="663" y="394"/>
                  <a:pt x="663" y="393"/>
                </a:cubicBezTo>
                <a:cubicBezTo>
                  <a:pt x="663" y="393"/>
                  <a:pt x="663" y="393"/>
                  <a:pt x="662" y="393"/>
                </a:cubicBezTo>
                <a:cubicBezTo>
                  <a:pt x="661" y="393"/>
                  <a:pt x="661" y="393"/>
                  <a:pt x="660" y="393"/>
                </a:cubicBezTo>
                <a:cubicBezTo>
                  <a:pt x="659" y="392"/>
                  <a:pt x="659" y="392"/>
                  <a:pt x="659" y="392"/>
                </a:cubicBezTo>
                <a:cubicBezTo>
                  <a:pt x="659" y="392"/>
                  <a:pt x="659" y="392"/>
                  <a:pt x="658" y="392"/>
                </a:cubicBezTo>
                <a:cubicBezTo>
                  <a:pt x="658" y="392"/>
                  <a:pt x="657" y="392"/>
                  <a:pt x="657" y="392"/>
                </a:cubicBezTo>
                <a:cubicBezTo>
                  <a:pt x="657" y="392"/>
                  <a:pt x="657" y="393"/>
                  <a:pt x="656" y="393"/>
                </a:cubicBezTo>
                <a:cubicBezTo>
                  <a:pt x="656" y="393"/>
                  <a:pt x="655" y="394"/>
                  <a:pt x="655" y="395"/>
                </a:cubicBezTo>
                <a:cubicBezTo>
                  <a:pt x="655" y="395"/>
                  <a:pt x="654" y="395"/>
                  <a:pt x="653" y="395"/>
                </a:cubicBezTo>
                <a:cubicBezTo>
                  <a:pt x="652" y="395"/>
                  <a:pt x="652" y="395"/>
                  <a:pt x="651" y="395"/>
                </a:cubicBezTo>
                <a:cubicBezTo>
                  <a:pt x="651" y="394"/>
                  <a:pt x="650" y="393"/>
                  <a:pt x="650" y="393"/>
                </a:cubicBezTo>
                <a:cubicBezTo>
                  <a:pt x="650" y="392"/>
                  <a:pt x="650" y="392"/>
                  <a:pt x="649" y="392"/>
                </a:cubicBezTo>
                <a:cubicBezTo>
                  <a:pt x="649" y="392"/>
                  <a:pt x="649" y="391"/>
                  <a:pt x="649" y="391"/>
                </a:cubicBezTo>
                <a:cubicBezTo>
                  <a:pt x="649" y="391"/>
                  <a:pt x="649" y="391"/>
                  <a:pt x="649" y="390"/>
                </a:cubicBezTo>
                <a:cubicBezTo>
                  <a:pt x="648" y="390"/>
                  <a:pt x="648" y="389"/>
                  <a:pt x="648" y="389"/>
                </a:cubicBezTo>
                <a:cubicBezTo>
                  <a:pt x="648" y="388"/>
                  <a:pt x="648" y="388"/>
                  <a:pt x="647" y="388"/>
                </a:cubicBezTo>
                <a:cubicBezTo>
                  <a:pt x="647" y="388"/>
                  <a:pt x="647" y="388"/>
                  <a:pt x="646" y="388"/>
                </a:cubicBezTo>
                <a:cubicBezTo>
                  <a:pt x="646" y="388"/>
                  <a:pt x="646" y="388"/>
                  <a:pt x="645" y="388"/>
                </a:cubicBezTo>
                <a:cubicBezTo>
                  <a:pt x="645" y="387"/>
                  <a:pt x="645" y="388"/>
                  <a:pt x="644" y="388"/>
                </a:cubicBezTo>
                <a:cubicBezTo>
                  <a:pt x="643" y="388"/>
                  <a:pt x="643" y="388"/>
                  <a:pt x="643" y="387"/>
                </a:cubicBezTo>
                <a:cubicBezTo>
                  <a:pt x="643" y="387"/>
                  <a:pt x="643" y="387"/>
                  <a:pt x="642" y="388"/>
                </a:cubicBezTo>
                <a:cubicBezTo>
                  <a:pt x="642" y="388"/>
                  <a:pt x="640" y="388"/>
                  <a:pt x="640" y="388"/>
                </a:cubicBezTo>
                <a:cubicBezTo>
                  <a:pt x="639" y="388"/>
                  <a:pt x="638" y="389"/>
                  <a:pt x="637" y="389"/>
                </a:cubicBezTo>
                <a:cubicBezTo>
                  <a:pt x="636" y="389"/>
                  <a:pt x="636" y="390"/>
                  <a:pt x="636" y="390"/>
                </a:cubicBezTo>
                <a:cubicBezTo>
                  <a:pt x="636" y="390"/>
                  <a:pt x="636" y="391"/>
                  <a:pt x="636" y="391"/>
                </a:cubicBezTo>
                <a:cubicBezTo>
                  <a:pt x="635" y="392"/>
                  <a:pt x="636" y="392"/>
                  <a:pt x="636" y="392"/>
                </a:cubicBezTo>
                <a:cubicBezTo>
                  <a:pt x="637" y="393"/>
                  <a:pt x="638" y="393"/>
                  <a:pt x="638" y="394"/>
                </a:cubicBezTo>
                <a:cubicBezTo>
                  <a:pt x="638" y="394"/>
                  <a:pt x="639" y="395"/>
                  <a:pt x="640" y="395"/>
                </a:cubicBezTo>
                <a:cubicBezTo>
                  <a:pt x="640" y="396"/>
                  <a:pt x="642" y="397"/>
                  <a:pt x="643" y="397"/>
                </a:cubicBezTo>
                <a:cubicBezTo>
                  <a:pt x="643" y="398"/>
                  <a:pt x="644" y="398"/>
                  <a:pt x="646" y="398"/>
                </a:cubicBezTo>
                <a:cubicBezTo>
                  <a:pt x="647" y="398"/>
                  <a:pt x="647" y="398"/>
                  <a:pt x="647" y="398"/>
                </a:cubicBezTo>
                <a:cubicBezTo>
                  <a:pt x="648" y="399"/>
                  <a:pt x="649" y="400"/>
                  <a:pt x="650" y="400"/>
                </a:cubicBezTo>
                <a:cubicBezTo>
                  <a:pt x="651" y="401"/>
                  <a:pt x="651" y="401"/>
                  <a:pt x="651" y="401"/>
                </a:cubicBezTo>
                <a:cubicBezTo>
                  <a:pt x="652" y="401"/>
                  <a:pt x="652" y="402"/>
                  <a:pt x="652" y="403"/>
                </a:cubicBezTo>
                <a:cubicBezTo>
                  <a:pt x="652" y="403"/>
                  <a:pt x="652" y="404"/>
                  <a:pt x="651" y="404"/>
                </a:cubicBezTo>
                <a:cubicBezTo>
                  <a:pt x="651" y="404"/>
                  <a:pt x="650" y="404"/>
                  <a:pt x="650" y="404"/>
                </a:cubicBezTo>
                <a:cubicBezTo>
                  <a:pt x="649" y="404"/>
                  <a:pt x="648" y="404"/>
                  <a:pt x="647" y="404"/>
                </a:cubicBezTo>
                <a:cubicBezTo>
                  <a:pt x="646" y="404"/>
                  <a:pt x="646" y="404"/>
                  <a:pt x="645" y="405"/>
                </a:cubicBezTo>
                <a:cubicBezTo>
                  <a:pt x="643" y="405"/>
                  <a:pt x="644" y="406"/>
                  <a:pt x="644" y="406"/>
                </a:cubicBezTo>
                <a:cubicBezTo>
                  <a:pt x="643" y="406"/>
                  <a:pt x="643" y="406"/>
                  <a:pt x="643" y="406"/>
                </a:cubicBezTo>
                <a:cubicBezTo>
                  <a:pt x="643" y="406"/>
                  <a:pt x="643" y="406"/>
                  <a:pt x="643" y="406"/>
                </a:cubicBezTo>
                <a:cubicBezTo>
                  <a:pt x="643" y="406"/>
                  <a:pt x="642" y="406"/>
                  <a:pt x="642" y="406"/>
                </a:cubicBezTo>
                <a:cubicBezTo>
                  <a:pt x="641" y="406"/>
                  <a:pt x="642" y="405"/>
                  <a:pt x="641" y="405"/>
                </a:cubicBezTo>
                <a:cubicBezTo>
                  <a:pt x="641" y="405"/>
                  <a:pt x="641" y="405"/>
                  <a:pt x="640" y="406"/>
                </a:cubicBezTo>
                <a:cubicBezTo>
                  <a:pt x="639" y="406"/>
                  <a:pt x="639" y="406"/>
                  <a:pt x="638" y="406"/>
                </a:cubicBezTo>
                <a:cubicBezTo>
                  <a:pt x="637" y="405"/>
                  <a:pt x="638" y="405"/>
                  <a:pt x="638" y="404"/>
                </a:cubicBezTo>
                <a:cubicBezTo>
                  <a:pt x="638" y="404"/>
                  <a:pt x="637" y="404"/>
                  <a:pt x="637" y="403"/>
                </a:cubicBezTo>
                <a:cubicBezTo>
                  <a:pt x="637" y="403"/>
                  <a:pt x="637" y="403"/>
                  <a:pt x="637" y="402"/>
                </a:cubicBezTo>
                <a:cubicBezTo>
                  <a:pt x="637" y="402"/>
                  <a:pt x="637" y="401"/>
                  <a:pt x="636" y="401"/>
                </a:cubicBezTo>
                <a:cubicBezTo>
                  <a:pt x="636" y="401"/>
                  <a:pt x="635" y="401"/>
                  <a:pt x="635" y="401"/>
                </a:cubicBezTo>
                <a:cubicBezTo>
                  <a:pt x="635" y="401"/>
                  <a:pt x="634" y="401"/>
                  <a:pt x="634" y="401"/>
                </a:cubicBezTo>
                <a:cubicBezTo>
                  <a:pt x="634" y="400"/>
                  <a:pt x="634" y="400"/>
                  <a:pt x="634" y="399"/>
                </a:cubicBezTo>
                <a:cubicBezTo>
                  <a:pt x="634" y="399"/>
                  <a:pt x="634" y="398"/>
                  <a:pt x="634" y="398"/>
                </a:cubicBezTo>
                <a:cubicBezTo>
                  <a:pt x="634" y="398"/>
                  <a:pt x="633" y="397"/>
                  <a:pt x="633" y="397"/>
                </a:cubicBezTo>
                <a:cubicBezTo>
                  <a:pt x="633" y="397"/>
                  <a:pt x="633" y="399"/>
                  <a:pt x="633" y="399"/>
                </a:cubicBezTo>
                <a:cubicBezTo>
                  <a:pt x="632" y="399"/>
                  <a:pt x="632" y="399"/>
                  <a:pt x="632" y="399"/>
                </a:cubicBezTo>
                <a:cubicBezTo>
                  <a:pt x="632" y="399"/>
                  <a:pt x="632" y="398"/>
                  <a:pt x="632" y="397"/>
                </a:cubicBezTo>
                <a:cubicBezTo>
                  <a:pt x="632" y="397"/>
                  <a:pt x="632" y="397"/>
                  <a:pt x="631" y="397"/>
                </a:cubicBezTo>
                <a:cubicBezTo>
                  <a:pt x="631" y="396"/>
                  <a:pt x="630" y="397"/>
                  <a:pt x="629" y="397"/>
                </a:cubicBezTo>
                <a:cubicBezTo>
                  <a:pt x="628" y="397"/>
                  <a:pt x="628" y="397"/>
                  <a:pt x="628" y="397"/>
                </a:cubicBezTo>
                <a:cubicBezTo>
                  <a:pt x="627" y="398"/>
                  <a:pt x="627" y="398"/>
                  <a:pt x="627" y="398"/>
                </a:cubicBezTo>
                <a:cubicBezTo>
                  <a:pt x="626" y="399"/>
                  <a:pt x="626" y="398"/>
                  <a:pt x="625" y="398"/>
                </a:cubicBezTo>
                <a:cubicBezTo>
                  <a:pt x="624" y="397"/>
                  <a:pt x="623" y="397"/>
                  <a:pt x="622" y="397"/>
                </a:cubicBezTo>
                <a:cubicBezTo>
                  <a:pt x="621" y="396"/>
                  <a:pt x="621" y="396"/>
                  <a:pt x="621" y="396"/>
                </a:cubicBezTo>
                <a:cubicBezTo>
                  <a:pt x="621" y="395"/>
                  <a:pt x="620" y="396"/>
                  <a:pt x="619" y="396"/>
                </a:cubicBezTo>
                <a:cubicBezTo>
                  <a:pt x="618" y="396"/>
                  <a:pt x="618" y="397"/>
                  <a:pt x="618" y="397"/>
                </a:cubicBezTo>
                <a:cubicBezTo>
                  <a:pt x="618" y="397"/>
                  <a:pt x="617" y="398"/>
                  <a:pt x="617" y="398"/>
                </a:cubicBezTo>
                <a:cubicBezTo>
                  <a:pt x="616" y="398"/>
                  <a:pt x="616" y="399"/>
                  <a:pt x="616" y="399"/>
                </a:cubicBezTo>
                <a:cubicBezTo>
                  <a:pt x="616" y="399"/>
                  <a:pt x="616" y="399"/>
                  <a:pt x="615" y="399"/>
                </a:cubicBezTo>
                <a:cubicBezTo>
                  <a:pt x="615" y="399"/>
                  <a:pt x="615" y="399"/>
                  <a:pt x="614" y="400"/>
                </a:cubicBezTo>
                <a:cubicBezTo>
                  <a:pt x="614" y="400"/>
                  <a:pt x="613" y="400"/>
                  <a:pt x="612" y="400"/>
                </a:cubicBezTo>
                <a:cubicBezTo>
                  <a:pt x="612" y="400"/>
                  <a:pt x="611" y="400"/>
                  <a:pt x="611" y="401"/>
                </a:cubicBezTo>
                <a:cubicBezTo>
                  <a:pt x="611" y="401"/>
                  <a:pt x="611" y="401"/>
                  <a:pt x="610" y="402"/>
                </a:cubicBezTo>
                <a:cubicBezTo>
                  <a:pt x="609" y="402"/>
                  <a:pt x="610" y="402"/>
                  <a:pt x="610" y="402"/>
                </a:cubicBezTo>
                <a:cubicBezTo>
                  <a:pt x="609" y="403"/>
                  <a:pt x="609" y="403"/>
                  <a:pt x="609" y="403"/>
                </a:cubicBezTo>
                <a:cubicBezTo>
                  <a:pt x="609" y="404"/>
                  <a:pt x="609" y="404"/>
                  <a:pt x="609" y="404"/>
                </a:cubicBezTo>
                <a:cubicBezTo>
                  <a:pt x="609" y="404"/>
                  <a:pt x="610" y="405"/>
                  <a:pt x="610" y="405"/>
                </a:cubicBezTo>
                <a:cubicBezTo>
                  <a:pt x="610" y="405"/>
                  <a:pt x="610" y="406"/>
                  <a:pt x="609" y="406"/>
                </a:cubicBezTo>
                <a:cubicBezTo>
                  <a:pt x="609" y="406"/>
                  <a:pt x="609" y="406"/>
                  <a:pt x="609" y="406"/>
                </a:cubicBezTo>
                <a:cubicBezTo>
                  <a:pt x="609" y="406"/>
                  <a:pt x="610" y="407"/>
                  <a:pt x="610" y="407"/>
                </a:cubicBezTo>
                <a:cubicBezTo>
                  <a:pt x="611" y="408"/>
                  <a:pt x="610" y="408"/>
                  <a:pt x="610" y="408"/>
                </a:cubicBezTo>
                <a:cubicBezTo>
                  <a:pt x="610" y="409"/>
                  <a:pt x="609" y="409"/>
                  <a:pt x="609" y="410"/>
                </a:cubicBezTo>
                <a:cubicBezTo>
                  <a:pt x="609" y="410"/>
                  <a:pt x="608" y="410"/>
                  <a:pt x="608" y="410"/>
                </a:cubicBezTo>
                <a:cubicBezTo>
                  <a:pt x="609" y="410"/>
                  <a:pt x="608" y="410"/>
                  <a:pt x="608" y="411"/>
                </a:cubicBezTo>
                <a:cubicBezTo>
                  <a:pt x="608" y="411"/>
                  <a:pt x="608" y="411"/>
                  <a:pt x="609" y="412"/>
                </a:cubicBezTo>
                <a:cubicBezTo>
                  <a:pt x="609" y="412"/>
                  <a:pt x="608" y="412"/>
                  <a:pt x="608" y="413"/>
                </a:cubicBezTo>
                <a:cubicBezTo>
                  <a:pt x="608" y="413"/>
                  <a:pt x="608" y="413"/>
                  <a:pt x="608" y="413"/>
                </a:cubicBezTo>
                <a:cubicBezTo>
                  <a:pt x="608" y="414"/>
                  <a:pt x="609" y="414"/>
                  <a:pt x="609" y="414"/>
                </a:cubicBezTo>
                <a:cubicBezTo>
                  <a:pt x="609" y="414"/>
                  <a:pt x="610" y="415"/>
                  <a:pt x="611" y="415"/>
                </a:cubicBezTo>
                <a:cubicBezTo>
                  <a:pt x="612" y="415"/>
                  <a:pt x="612" y="415"/>
                  <a:pt x="613" y="415"/>
                </a:cubicBezTo>
                <a:cubicBezTo>
                  <a:pt x="613" y="415"/>
                  <a:pt x="614" y="415"/>
                  <a:pt x="615" y="416"/>
                </a:cubicBezTo>
                <a:cubicBezTo>
                  <a:pt x="615" y="416"/>
                  <a:pt x="616" y="416"/>
                  <a:pt x="616" y="416"/>
                </a:cubicBezTo>
                <a:cubicBezTo>
                  <a:pt x="616" y="417"/>
                  <a:pt x="617" y="417"/>
                  <a:pt x="618" y="416"/>
                </a:cubicBezTo>
                <a:cubicBezTo>
                  <a:pt x="619" y="416"/>
                  <a:pt x="619" y="416"/>
                  <a:pt x="620" y="415"/>
                </a:cubicBezTo>
                <a:cubicBezTo>
                  <a:pt x="620" y="415"/>
                  <a:pt x="621" y="415"/>
                  <a:pt x="621" y="414"/>
                </a:cubicBezTo>
                <a:cubicBezTo>
                  <a:pt x="622" y="414"/>
                  <a:pt x="622" y="414"/>
                  <a:pt x="623" y="415"/>
                </a:cubicBezTo>
                <a:cubicBezTo>
                  <a:pt x="623" y="415"/>
                  <a:pt x="624" y="415"/>
                  <a:pt x="625" y="415"/>
                </a:cubicBezTo>
                <a:cubicBezTo>
                  <a:pt x="625" y="415"/>
                  <a:pt x="627" y="415"/>
                  <a:pt x="627" y="415"/>
                </a:cubicBezTo>
                <a:cubicBezTo>
                  <a:pt x="627" y="415"/>
                  <a:pt x="628" y="415"/>
                  <a:pt x="629" y="414"/>
                </a:cubicBezTo>
                <a:cubicBezTo>
                  <a:pt x="629" y="414"/>
                  <a:pt x="630" y="414"/>
                  <a:pt x="631" y="414"/>
                </a:cubicBezTo>
                <a:cubicBezTo>
                  <a:pt x="632" y="413"/>
                  <a:pt x="632" y="413"/>
                  <a:pt x="633" y="413"/>
                </a:cubicBezTo>
                <a:cubicBezTo>
                  <a:pt x="633" y="413"/>
                  <a:pt x="635" y="412"/>
                  <a:pt x="636" y="411"/>
                </a:cubicBezTo>
                <a:cubicBezTo>
                  <a:pt x="636" y="411"/>
                  <a:pt x="637" y="411"/>
                  <a:pt x="637" y="412"/>
                </a:cubicBezTo>
                <a:cubicBezTo>
                  <a:pt x="637" y="412"/>
                  <a:pt x="638" y="412"/>
                  <a:pt x="638" y="411"/>
                </a:cubicBezTo>
                <a:cubicBezTo>
                  <a:pt x="638" y="411"/>
                  <a:pt x="639" y="411"/>
                  <a:pt x="639" y="411"/>
                </a:cubicBezTo>
                <a:cubicBezTo>
                  <a:pt x="639" y="411"/>
                  <a:pt x="640" y="411"/>
                  <a:pt x="640" y="412"/>
                </a:cubicBezTo>
                <a:cubicBezTo>
                  <a:pt x="640" y="412"/>
                  <a:pt x="641" y="412"/>
                  <a:pt x="641" y="412"/>
                </a:cubicBezTo>
                <a:cubicBezTo>
                  <a:pt x="641" y="412"/>
                  <a:pt x="641" y="412"/>
                  <a:pt x="642" y="411"/>
                </a:cubicBezTo>
                <a:cubicBezTo>
                  <a:pt x="642" y="411"/>
                  <a:pt x="643" y="411"/>
                  <a:pt x="643" y="411"/>
                </a:cubicBezTo>
                <a:cubicBezTo>
                  <a:pt x="644" y="411"/>
                  <a:pt x="644" y="410"/>
                  <a:pt x="644" y="410"/>
                </a:cubicBezTo>
                <a:cubicBezTo>
                  <a:pt x="644" y="409"/>
                  <a:pt x="644" y="409"/>
                  <a:pt x="645" y="409"/>
                </a:cubicBezTo>
                <a:cubicBezTo>
                  <a:pt x="645" y="410"/>
                  <a:pt x="646" y="409"/>
                  <a:pt x="646" y="409"/>
                </a:cubicBezTo>
                <a:cubicBezTo>
                  <a:pt x="647" y="409"/>
                  <a:pt x="647" y="410"/>
                  <a:pt x="647" y="410"/>
                </a:cubicBezTo>
                <a:cubicBezTo>
                  <a:pt x="648" y="410"/>
                  <a:pt x="648" y="410"/>
                  <a:pt x="648" y="410"/>
                </a:cubicBezTo>
                <a:cubicBezTo>
                  <a:pt x="648" y="410"/>
                  <a:pt x="649" y="410"/>
                  <a:pt x="649" y="410"/>
                </a:cubicBezTo>
                <a:cubicBezTo>
                  <a:pt x="649" y="410"/>
                  <a:pt x="650" y="409"/>
                  <a:pt x="650" y="409"/>
                </a:cubicBezTo>
                <a:cubicBezTo>
                  <a:pt x="651" y="408"/>
                  <a:pt x="651" y="408"/>
                  <a:pt x="652" y="407"/>
                </a:cubicBezTo>
                <a:cubicBezTo>
                  <a:pt x="652" y="407"/>
                  <a:pt x="653" y="406"/>
                  <a:pt x="654" y="405"/>
                </a:cubicBezTo>
                <a:cubicBezTo>
                  <a:pt x="654" y="405"/>
                  <a:pt x="655" y="405"/>
                  <a:pt x="655" y="405"/>
                </a:cubicBezTo>
                <a:cubicBezTo>
                  <a:pt x="656" y="405"/>
                  <a:pt x="656" y="404"/>
                  <a:pt x="656" y="404"/>
                </a:cubicBezTo>
                <a:cubicBezTo>
                  <a:pt x="656" y="403"/>
                  <a:pt x="655" y="403"/>
                  <a:pt x="655" y="403"/>
                </a:cubicBezTo>
                <a:cubicBezTo>
                  <a:pt x="655" y="403"/>
                  <a:pt x="655" y="402"/>
                  <a:pt x="655" y="402"/>
                </a:cubicBezTo>
                <a:cubicBezTo>
                  <a:pt x="656" y="402"/>
                  <a:pt x="656" y="403"/>
                  <a:pt x="656" y="403"/>
                </a:cubicBezTo>
                <a:cubicBezTo>
                  <a:pt x="657" y="403"/>
                  <a:pt x="657" y="404"/>
                  <a:pt x="657" y="405"/>
                </a:cubicBezTo>
                <a:cubicBezTo>
                  <a:pt x="657" y="405"/>
                  <a:pt x="656" y="405"/>
                  <a:pt x="656" y="406"/>
                </a:cubicBezTo>
                <a:cubicBezTo>
                  <a:pt x="656" y="406"/>
                  <a:pt x="656" y="407"/>
                  <a:pt x="656" y="407"/>
                </a:cubicBezTo>
                <a:cubicBezTo>
                  <a:pt x="655" y="407"/>
                  <a:pt x="655" y="407"/>
                  <a:pt x="655" y="407"/>
                </a:cubicBezTo>
                <a:cubicBezTo>
                  <a:pt x="655" y="407"/>
                  <a:pt x="655" y="408"/>
                  <a:pt x="655" y="408"/>
                </a:cubicBezTo>
                <a:cubicBezTo>
                  <a:pt x="655" y="409"/>
                  <a:pt x="656" y="409"/>
                  <a:pt x="656" y="410"/>
                </a:cubicBezTo>
                <a:cubicBezTo>
                  <a:pt x="657" y="410"/>
                  <a:pt x="657" y="410"/>
                  <a:pt x="658" y="410"/>
                </a:cubicBezTo>
                <a:cubicBezTo>
                  <a:pt x="659" y="410"/>
                  <a:pt x="659" y="410"/>
                  <a:pt x="660" y="410"/>
                </a:cubicBezTo>
                <a:cubicBezTo>
                  <a:pt x="660" y="409"/>
                  <a:pt x="661" y="409"/>
                  <a:pt x="661" y="409"/>
                </a:cubicBezTo>
                <a:cubicBezTo>
                  <a:pt x="662" y="408"/>
                  <a:pt x="662" y="408"/>
                  <a:pt x="663" y="408"/>
                </a:cubicBezTo>
                <a:cubicBezTo>
                  <a:pt x="664" y="408"/>
                  <a:pt x="664" y="408"/>
                  <a:pt x="665" y="408"/>
                </a:cubicBezTo>
                <a:cubicBezTo>
                  <a:pt x="665" y="408"/>
                  <a:pt x="666" y="408"/>
                  <a:pt x="666" y="408"/>
                </a:cubicBezTo>
                <a:cubicBezTo>
                  <a:pt x="667" y="409"/>
                  <a:pt x="667" y="409"/>
                  <a:pt x="668" y="409"/>
                </a:cubicBezTo>
                <a:cubicBezTo>
                  <a:pt x="668" y="409"/>
                  <a:pt x="669" y="409"/>
                  <a:pt x="670" y="409"/>
                </a:cubicBezTo>
                <a:cubicBezTo>
                  <a:pt x="670" y="409"/>
                  <a:pt x="671" y="409"/>
                  <a:pt x="671" y="409"/>
                </a:cubicBezTo>
                <a:cubicBezTo>
                  <a:pt x="671" y="409"/>
                  <a:pt x="671" y="408"/>
                  <a:pt x="671" y="408"/>
                </a:cubicBezTo>
                <a:cubicBezTo>
                  <a:pt x="671" y="407"/>
                  <a:pt x="671" y="407"/>
                  <a:pt x="671" y="407"/>
                </a:cubicBezTo>
                <a:close/>
                <a:moveTo>
                  <a:pt x="607" y="394"/>
                </a:moveTo>
                <a:cubicBezTo>
                  <a:pt x="607" y="394"/>
                  <a:pt x="606" y="394"/>
                  <a:pt x="606" y="393"/>
                </a:cubicBezTo>
                <a:cubicBezTo>
                  <a:pt x="605" y="393"/>
                  <a:pt x="605" y="393"/>
                  <a:pt x="604" y="393"/>
                </a:cubicBezTo>
                <a:cubicBezTo>
                  <a:pt x="603" y="393"/>
                  <a:pt x="603" y="392"/>
                  <a:pt x="603" y="392"/>
                </a:cubicBezTo>
                <a:cubicBezTo>
                  <a:pt x="603" y="392"/>
                  <a:pt x="602" y="392"/>
                  <a:pt x="602" y="392"/>
                </a:cubicBezTo>
                <a:cubicBezTo>
                  <a:pt x="601" y="392"/>
                  <a:pt x="601" y="392"/>
                  <a:pt x="600" y="391"/>
                </a:cubicBezTo>
                <a:cubicBezTo>
                  <a:pt x="600" y="391"/>
                  <a:pt x="600" y="391"/>
                  <a:pt x="598" y="391"/>
                </a:cubicBezTo>
                <a:cubicBezTo>
                  <a:pt x="597" y="391"/>
                  <a:pt x="597" y="391"/>
                  <a:pt x="595" y="392"/>
                </a:cubicBezTo>
                <a:cubicBezTo>
                  <a:pt x="594" y="393"/>
                  <a:pt x="593" y="394"/>
                  <a:pt x="592" y="394"/>
                </a:cubicBezTo>
                <a:cubicBezTo>
                  <a:pt x="591" y="395"/>
                  <a:pt x="591" y="395"/>
                  <a:pt x="591" y="395"/>
                </a:cubicBezTo>
                <a:cubicBezTo>
                  <a:pt x="591" y="395"/>
                  <a:pt x="590" y="395"/>
                  <a:pt x="590" y="396"/>
                </a:cubicBezTo>
                <a:cubicBezTo>
                  <a:pt x="590" y="396"/>
                  <a:pt x="590" y="396"/>
                  <a:pt x="590" y="396"/>
                </a:cubicBezTo>
                <a:cubicBezTo>
                  <a:pt x="589" y="397"/>
                  <a:pt x="589" y="397"/>
                  <a:pt x="589" y="397"/>
                </a:cubicBezTo>
                <a:cubicBezTo>
                  <a:pt x="588" y="397"/>
                  <a:pt x="588" y="398"/>
                  <a:pt x="589" y="399"/>
                </a:cubicBezTo>
                <a:cubicBezTo>
                  <a:pt x="589" y="400"/>
                  <a:pt x="589" y="400"/>
                  <a:pt x="589" y="400"/>
                </a:cubicBezTo>
                <a:cubicBezTo>
                  <a:pt x="589" y="401"/>
                  <a:pt x="589" y="404"/>
                  <a:pt x="589" y="405"/>
                </a:cubicBezTo>
                <a:cubicBezTo>
                  <a:pt x="589" y="406"/>
                  <a:pt x="589" y="407"/>
                  <a:pt x="589" y="407"/>
                </a:cubicBezTo>
                <a:cubicBezTo>
                  <a:pt x="589" y="407"/>
                  <a:pt x="589" y="407"/>
                  <a:pt x="589" y="407"/>
                </a:cubicBezTo>
                <a:cubicBezTo>
                  <a:pt x="589" y="407"/>
                  <a:pt x="588" y="406"/>
                  <a:pt x="588" y="406"/>
                </a:cubicBezTo>
                <a:cubicBezTo>
                  <a:pt x="588" y="407"/>
                  <a:pt x="587" y="406"/>
                  <a:pt x="587" y="406"/>
                </a:cubicBezTo>
                <a:cubicBezTo>
                  <a:pt x="587" y="406"/>
                  <a:pt x="587" y="406"/>
                  <a:pt x="586" y="406"/>
                </a:cubicBezTo>
                <a:cubicBezTo>
                  <a:pt x="586" y="406"/>
                  <a:pt x="585" y="407"/>
                  <a:pt x="585" y="407"/>
                </a:cubicBezTo>
                <a:cubicBezTo>
                  <a:pt x="584" y="407"/>
                  <a:pt x="584" y="406"/>
                  <a:pt x="583" y="406"/>
                </a:cubicBezTo>
                <a:cubicBezTo>
                  <a:pt x="583" y="405"/>
                  <a:pt x="583" y="406"/>
                  <a:pt x="583" y="406"/>
                </a:cubicBezTo>
                <a:cubicBezTo>
                  <a:pt x="582" y="407"/>
                  <a:pt x="582" y="407"/>
                  <a:pt x="583" y="408"/>
                </a:cubicBezTo>
                <a:cubicBezTo>
                  <a:pt x="583" y="408"/>
                  <a:pt x="584" y="409"/>
                  <a:pt x="584" y="409"/>
                </a:cubicBezTo>
                <a:cubicBezTo>
                  <a:pt x="585" y="409"/>
                  <a:pt x="585" y="409"/>
                  <a:pt x="586" y="409"/>
                </a:cubicBezTo>
                <a:cubicBezTo>
                  <a:pt x="586" y="409"/>
                  <a:pt x="586" y="410"/>
                  <a:pt x="587" y="410"/>
                </a:cubicBezTo>
                <a:cubicBezTo>
                  <a:pt x="587" y="411"/>
                  <a:pt x="587" y="411"/>
                  <a:pt x="588" y="411"/>
                </a:cubicBezTo>
                <a:cubicBezTo>
                  <a:pt x="588" y="411"/>
                  <a:pt x="588" y="410"/>
                  <a:pt x="588" y="410"/>
                </a:cubicBezTo>
                <a:cubicBezTo>
                  <a:pt x="588" y="410"/>
                  <a:pt x="588" y="410"/>
                  <a:pt x="589" y="409"/>
                </a:cubicBezTo>
                <a:cubicBezTo>
                  <a:pt x="589" y="409"/>
                  <a:pt x="589" y="409"/>
                  <a:pt x="589" y="410"/>
                </a:cubicBezTo>
                <a:cubicBezTo>
                  <a:pt x="589" y="410"/>
                  <a:pt x="589" y="410"/>
                  <a:pt x="589" y="410"/>
                </a:cubicBezTo>
                <a:cubicBezTo>
                  <a:pt x="590" y="410"/>
                  <a:pt x="590" y="410"/>
                  <a:pt x="590" y="410"/>
                </a:cubicBezTo>
                <a:cubicBezTo>
                  <a:pt x="590" y="410"/>
                  <a:pt x="591" y="410"/>
                  <a:pt x="592" y="410"/>
                </a:cubicBezTo>
                <a:cubicBezTo>
                  <a:pt x="592" y="410"/>
                  <a:pt x="592" y="411"/>
                  <a:pt x="592" y="411"/>
                </a:cubicBezTo>
                <a:cubicBezTo>
                  <a:pt x="592" y="411"/>
                  <a:pt x="592" y="411"/>
                  <a:pt x="592" y="411"/>
                </a:cubicBezTo>
                <a:cubicBezTo>
                  <a:pt x="593" y="411"/>
                  <a:pt x="593" y="411"/>
                  <a:pt x="594" y="411"/>
                </a:cubicBezTo>
                <a:cubicBezTo>
                  <a:pt x="594" y="411"/>
                  <a:pt x="594" y="411"/>
                  <a:pt x="595" y="411"/>
                </a:cubicBezTo>
                <a:cubicBezTo>
                  <a:pt x="595" y="411"/>
                  <a:pt x="595" y="411"/>
                  <a:pt x="596" y="411"/>
                </a:cubicBezTo>
                <a:cubicBezTo>
                  <a:pt x="596" y="411"/>
                  <a:pt x="597" y="411"/>
                  <a:pt x="597" y="411"/>
                </a:cubicBezTo>
                <a:cubicBezTo>
                  <a:pt x="598" y="411"/>
                  <a:pt x="598" y="411"/>
                  <a:pt x="598" y="411"/>
                </a:cubicBezTo>
                <a:cubicBezTo>
                  <a:pt x="598" y="411"/>
                  <a:pt x="598" y="412"/>
                  <a:pt x="598" y="412"/>
                </a:cubicBezTo>
                <a:cubicBezTo>
                  <a:pt x="598" y="412"/>
                  <a:pt x="598" y="411"/>
                  <a:pt x="599" y="411"/>
                </a:cubicBezTo>
                <a:cubicBezTo>
                  <a:pt x="599" y="411"/>
                  <a:pt x="598" y="410"/>
                  <a:pt x="598" y="410"/>
                </a:cubicBezTo>
                <a:cubicBezTo>
                  <a:pt x="598" y="410"/>
                  <a:pt x="599" y="409"/>
                  <a:pt x="599" y="409"/>
                </a:cubicBezTo>
                <a:cubicBezTo>
                  <a:pt x="599" y="409"/>
                  <a:pt x="600" y="409"/>
                  <a:pt x="600" y="409"/>
                </a:cubicBezTo>
                <a:cubicBezTo>
                  <a:pt x="601" y="409"/>
                  <a:pt x="600" y="410"/>
                  <a:pt x="600" y="410"/>
                </a:cubicBezTo>
                <a:cubicBezTo>
                  <a:pt x="600" y="410"/>
                  <a:pt x="600" y="411"/>
                  <a:pt x="600" y="411"/>
                </a:cubicBezTo>
                <a:cubicBezTo>
                  <a:pt x="600" y="411"/>
                  <a:pt x="601" y="411"/>
                  <a:pt x="601" y="411"/>
                </a:cubicBezTo>
                <a:cubicBezTo>
                  <a:pt x="602" y="411"/>
                  <a:pt x="602" y="410"/>
                  <a:pt x="602" y="410"/>
                </a:cubicBezTo>
                <a:cubicBezTo>
                  <a:pt x="602" y="410"/>
                  <a:pt x="602" y="411"/>
                  <a:pt x="603" y="411"/>
                </a:cubicBezTo>
                <a:cubicBezTo>
                  <a:pt x="603" y="411"/>
                  <a:pt x="604" y="410"/>
                  <a:pt x="604" y="410"/>
                </a:cubicBezTo>
                <a:cubicBezTo>
                  <a:pt x="603" y="409"/>
                  <a:pt x="603" y="409"/>
                  <a:pt x="602" y="409"/>
                </a:cubicBezTo>
                <a:cubicBezTo>
                  <a:pt x="602" y="409"/>
                  <a:pt x="602" y="409"/>
                  <a:pt x="601" y="409"/>
                </a:cubicBezTo>
                <a:cubicBezTo>
                  <a:pt x="601" y="410"/>
                  <a:pt x="601" y="409"/>
                  <a:pt x="601" y="408"/>
                </a:cubicBezTo>
                <a:cubicBezTo>
                  <a:pt x="601" y="408"/>
                  <a:pt x="602" y="408"/>
                  <a:pt x="602" y="407"/>
                </a:cubicBezTo>
                <a:cubicBezTo>
                  <a:pt x="603" y="407"/>
                  <a:pt x="603" y="406"/>
                  <a:pt x="603" y="405"/>
                </a:cubicBezTo>
                <a:cubicBezTo>
                  <a:pt x="604" y="405"/>
                  <a:pt x="604" y="404"/>
                  <a:pt x="604" y="404"/>
                </a:cubicBezTo>
                <a:cubicBezTo>
                  <a:pt x="605" y="403"/>
                  <a:pt x="605" y="403"/>
                  <a:pt x="605" y="402"/>
                </a:cubicBezTo>
                <a:cubicBezTo>
                  <a:pt x="606" y="401"/>
                  <a:pt x="606" y="402"/>
                  <a:pt x="606" y="401"/>
                </a:cubicBezTo>
                <a:cubicBezTo>
                  <a:pt x="606" y="401"/>
                  <a:pt x="606" y="400"/>
                  <a:pt x="606" y="400"/>
                </a:cubicBezTo>
                <a:cubicBezTo>
                  <a:pt x="606" y="399"/>
                  <a:pt x="607" y="399"/>
                  <a:pt x="607" y="398"/>
                </a:cubicBezTo>
                <a:cubicBezTo>
                  <a:pt x="608" y="396"/>
                  <a:pt x="608" y="396"/>
                  <a:pt x="608" y="396"/>
                </a:cubicBezTo>
                <a:cubicBezTo>
                  <a:pt x="608" y="395"/>
                  <a:pt x="608" y="395"/>
                  <a:pt x="607" y="394"/>
                </a:cubicBezTo>
                <a:close/>
                <a:moveTo>
                  <a:pt x="629" y="394"/>
                </a:moveTo>
                <a:cubicBezTo>
                  <a:pt x="629" y="394"/>
                  <a:pt x="630" y="395"/>
                  <a:pt x="630" y="395"/>
                </a:cubicBezTo>
                <a:cubicBezTo>
                  <a:pt x="630" y="396"/>
                  <a:pt x="631" y="396"/>
                  <a:pt x="631" y="396"/>
                </a:cubicBezTo>
                <a:cubicBezTo>
                  <a:pt x="631" y="396"/>
                  <a:pt x="632" y="395"/>
                  <a:pt x="632" y="395"/>
                </a:cubicBezTo>
                <a:cubicBezTo>
                  <a:pt x="632" y="395"/>
                  <a:pt x="632" y="394"/>
                  <a:pt x="632" y="393"/>
                </a:cubicBezTo>
                <a:cubicBezTo>
                  <a:pt x="632" y="393"/>
                  <a:pt x="633" y="393"/>
                  <a:pt x="633" y="392"/>
                </a:cubicBezTo>
                <a:cubicBezTo>
                  <a:pt x="633" y="392"/>
                  <a:pt x="633" y="391"/>
                  <a:pt x="634" y="391"/>
                </a:cubicBezTo>
                <a:cubicBezTo>
                  <a:pt x="634" y="391"/>
                  <a:pt x="635" y="391"/>
                  <a:pt x="635" y="391"/>
                </a:cubicBezTo>
                <a:cubicBezTo>
                  <a:pt x="635" y="390"/>
                  <a:pt x="635" y="390"/>
                  <a:pt x="635" y="389"/>
                </a:cubicBezTo>
                <a:cubicBezTo>
                  <a:pt x="635" y="389"/>
                  <a:pt x="634" y="389"/>
                  <a:pt x="634" y="389"/>
                </a:cubicBezTo>
                <a:cubicBezTo>
                  <a:pt x="634" y="389"/>
                  <a:pt x="633" y="389"/>
                  <a:pt x="633" y="389"/>
                </a:cubicBezTo>
                <a:cubicBezTo>
                  <a:pt x="632" y="389"/>
                  <a:pt x="632" y="389"/>
                  <a:pt x="632" y="389"/>
                </a:cubicBezTo>
                <a:cubicBezTo>
                  <a:pt x="631" y="389"/>
                  <a:pt x="631" y="389"/>
                  <a:pt x="631" y="390"/>
                </a:cubicBezTo>
                <a:cubicBezTo>
                  <a:pt x="630" y="390"/>
                  <a:pt x="630" y="390"/>
                  <a:pt x="630" y="390"/>
                </a:cubicBezTo>
                <a:cubicBezTo>
                  <a:pt x="629" y="391"/>
                  <a:pt x="629" y="391"/>
                  <a:pt x="629" y="391"/>
                </a:cubicBezTo>
                <a:cubicBezTo>
                  <a:pt x="629" y="391"/>
                  <a:pt x="630" y="392"/>
                  <a:pt x="630" y="392"/>
                </a:cubicBezTo>
                <a:cubicBezTo>
                  <a:pt x="630" y="392"/>
                  <a:pt x="630" y="393"/>
                  <a:pt x="630" y="393"/>
                </a:cubicBezTo>
                <a:cubicBezTo>
                  <a:pt x="630" y="393"/>
                  <a:pt x="630" y="394"/>
                  <a:pt x="629" y="394"/>
                </a:cubicBezTo>
                <a:close/>
                <a:moveTo>
                  <a:pt x="675" y="389"/>
                </a:moveTo>
                <a:cubicBezTo>
                  <a:pt x="675" y="389"/>
                  <a:pt x="675" y="389"/>
                  <a:pt x="675" y="389"/>
                </a:cubicBezTo>
                <a:cubicBezTo>
                  <a:pt x="675" y="389"/>
                  <a:pt x="674" y="389"/>
                  <a:pt x="674" y="389"/>
                </a:cubicBezTo>
                <a:cubicBezTo>
                  <a:pt x="674" y="389"/>
                  <a:pt x="674" y="389"/>
                  <a:pt x="674" y="389"/>
                </a:cubicBezTo>
                <a:cubicBezTo>
                  <a:pt x="674" y="389"/>
                  <a:pt x="673" y="389"/>
                  <a:pt x="673" y="390"/>
                </a:cubicBezTo>
                <a:cubicBezTo>
                  <a:pt x="673" y="390"/>
                  <a:pt x="673" y="390"/>
                  <a:pt x="673" y="390"/>
                </a:cubicBezTo>
                <a:cubicBezTo>
                  <a:pt x="673" y="390"/>
                  <a:pt x="673" y="391"/>
                  <a:pt x="673" y="391"/>
                </a:cubicBezTo>
                <a:cubicBezTo>
                  <a:pt x="673" y="391"/>
                  <a:pt x="673" y="392"/>
                  <a:pt x="673" y="392"/>
                </a:cubicBezTo>
                <a:cubicBezTo>
                  <a:pt x="673" y="392"/>
                  <a:pt x="674" y="392"/>
                  <a:pt x="675" y="392"/>
                </a:cubicBezTo>
                <a:cubicBezTo>
                  <a:pt x="675" y="392"/>
                  <a:pt x="675" y="392"/>
                  <a:pt x="675" y="392"/>
                </a:cubicBezTo>
                <a:cubicBezTo>
                  <a:pt x="675" y="392"/>
                  <a:pt x="676" y="391"/>
                  <a:pt x="676" y="391"/>
                </a:cubicBezTo>
                <a:cubicBezTo>
                  <a:pt x="676" y="391"/>
                  <a:pt x="676" y="391"/>
                  <a:pt x="676" y="390"/>
                </a:cubicBezTo>
                <a:cubicBezTo>
                  <a:pt x="676" y="390"/>
                  <a:pt x="676" y="390"/>
                  <a:pt x="676" y="390"/>
                </a:cubicBezTo>
                <a:cubicBezTo>
                  <a:pt x="676" y="390"/>
                  <a:pt x="675" y="389"/>
                  <a:pt x="675" y="389"/>
                </a:cubicBezTo>
                <a:close/>
                <a:moveTo>
                  <a:pt x="851" y="118"/>
                </a:moveTo>
                <a:cubicBezTo>
                  <a:pt x="850" y="118"/>
                  <a:pt x="850" y="118"/>
                  <a:pt x="849" y="119"/>
                </a:cubicBezTo>
                <a:cubicBezTo>
                  <a:pt x="848" y="119"/>
                  <a:pt x="848" y="120"/>
                  <a:pt x="848" y="120"/>
                </a:cubicBezTo>
                <a:cubicBezTo>
                  <a:pt x="847" y="121"/>
                  <a:pt x="847" y="121"/>
                  <a:pt x="847" y="122"/>
                </a:cubicBezTo>
                <a:cubicBezTo>
                  <a:pt x="847" y="123"/>
                  <a:pt x="847" y="123"/>
                  <a:pt x="847" y="124"/>
                </a:cubicBezTo>
                <a:cubicBezTo>
                  <a:pt x="846" y="125"/>
                  <a:pt x="846" y="126"/>
                  <a:pt x="845" y="127"/>
                </a:cubicBezTo>
                <a:cubicBezTo>
                  <a:pt x="845" y="128"/>
                  <a:pt x="844" y="129"/>
                  <a:pt x="843" y="130"/>
                </a:cubicBezTo>
                <a:cubicBezTo>
                  <a:pt x="842" y="130"/>
                  <a:pt x="842" y="131"/>
                  <a:pt x="841" y="131"/>
                </a:cubicBezTo>
                <a:cubicBezTo>
                  <a:pt x="841" y="132"/>
                  <a:pt x="840" y="132"/>
                  <a:pt x="840" y="132"/>
                </a:cubicBezTo>
                <a:cubicBezTo>
                  <a:pt x="839" y="133"/>
                  <a:pt x="838" y="133"/>
                  <a:pt x="837" y="134"/>
                </a:cubicBezTo>
                <a:cubicBezTo>
                  <a:pt x="837" y="134"/>
                  <a:pt x="837" y="135"/>
                  <a:pt x="836" y="135"/>
                </a:cubicBezTo>
                <a:cubicBezTo>
                  <a:pt x="836" y="136"/>
                  <a:pt x="835" y="136"/>
                  <a:pt x="835" y="137"/>
                </a:cubicBezTo>
                <a:cubicBezTo>
                  <a:pt x="835" y="137"/>
                  <a:pt x="835" y="138"/>
                  <a:pt x="835" y="138"/>
                </a:cubicBezTo>
                <a:cubicBezTo>
                  <a:pt x="835" y="139"/>
                  <a:pt x="834" y="139"/>
                  <a:pt x="834" y="139"/>
                </a:cubicBezTo>
                <a:cubicBezTo>
                  <a:pt x="834" y="139"/>
                  <a:pt x="833" y="140"/>
                  <a:pt x="833" y="140"/>
                </a:cubicBezTo>
                <a:cubicBezTo>
                  <a:pt x="833" y="140"/>
                  <a:pt x="832" y="141"/>
                  <a:pt x="832" y="141"/>
                </a:cubicBezTo>
                <a:cubicBezTo>
                  <a:pt x="832" y="141"/>
                  <a:pt x="833" y="142"/>
                  <a:pt x="832" y="142"/>
                </a:cubicBezTo>
                <a:cubicBezTo>
                  <a:pt x="832" y="143"/>
                  <a:pt x="831" y="143"/>
                  <a:pt x="831" y="143"/>
                </a:cubicBezTo>
                <a:cubicBezTo>
                  <a:pt x="831" y="143"/>
                  <a:pt x="831" y="144"/>
                  <a:pt x="831" y="144"/>
                </a:cubicBezTo>
                <a:cubicBezTo>
                  <a:pt x="831" y="145"/>
                  <a:pt x="831" y="145"/>
                  <a:pt x="831" y="145"/>
                </a:cubicBezTo>
                <a:cubicBezTo>
                  <a:pt x="831" y="146"/>
                  <a:pt x="830" y="146"/>
                  <a:pt x="830" y="146"/>
                </a:cubicBezTo>
                <a:cubicBezTo>
                  <a:pt x="830" y="146"/>
                  <a:pt x="830" y="146"/>
                  <a:pt x="830" y="146"/>
                </a:cubicBezTo>
                <a:cubicBezTo>
                  <a:pt x="829" y="146"/>
                  <a:pt x="828" y="146"/>
                  <a:pt x="828" y="146"/>
                </a:cubicBezTo>
                <a:cubicBezTo>
                  <a:pt x="827" y="146"/>
                  <a:pt x="826" y="146"/>
                  <a:pt x="826" y="146"/>
                </a:cubicBezTo>
                <a:cubicBezTo>
                  <a:pt x="825" y="147"/>
                  <a:pt x="825" y="147"/>
                  <a:pt x="825" y="147"/>
                </a:cubicBezTo>
                <a:cubicBezTo>
                  <a:pt x="824" y="147"/>
                  <a:pt x="824" y="147"/>
                  <a:pt x="824" y="147"/>
                </a:cubicBezTo>
                <a:cubicBezTo>
                  <a:pt x="823" y="148"/>
                  <a:pt x="821" y="148"/>
                  <a:pt x="820" y="148"/>
                </a:cubicBezTo>
                <a:cubicBezTo>
                  <a:pt x="819" y="148"/>
                  <a:pt x="818" y="148"/>
                  <a:pt x="817" y="148"/>
                </a:cubicBezTo>
                <a:cubicBezTo>
                  <a:pt x="816" y="148"/>
                  <a:pt x="816" y="149"/>
                  <a:pt x="815" y="149"/>
                </a:cubicBezTo>
                <a:cubicBezTo>
                  <a:pt x="815" y="149"/>
                  <a:pt x="814" y="149"/>
                  <a:pt x="814" y="149"/>
                </a:cubicBezTo>
                <a:cubicBezTo>
                  <a:pt x="813" y="149"/>
                  <a:pt x="812" y="150"/>
                  <a:pt x="811" y="150"/>
                </a:cubicBezTo>
                <a:cubicBezTo>
                  <a:pt x="810" y="150"/>
                  <a:pt x="809" y="150"/>
                  <a:pt x="808" y="150"/>
                </a:cubicBezTo>
                <a:cubicBezTo>
                  <a:pt x="808" y="150"/>
                  <a:pt x="807" y="151"/>
                  <a:pt x="807" y="151"/>
                </a:cubicBezTo>
                <a:cubicBezTo>
                  <a:pt x="806" y="151"/>
                  <a:pt x="806" y="150"/>
                  <a:pt x="805" y="150"/>
                </a:cubicBezTo>
                <a:cubicBezTo>
                  <a:pt x="804" y="150"/>
                  <a:pt x="803" y="150"/>
                  <a:pt x="802" y="150"/>
                </a:cubicBezTo>
                <a:cubicBezTo>
                  <a:pt x="802" y="150"/>
                  <a:pt x="802" y="150"/>
                  <a:pt x="801" y="150"/>
                </a:cubicBezTo>
                <a:cubicBezTo>
                  <a:pt x="800" y="149"/>
                  <a:pt x="798" y="150"/>
                  <a:pt x="797" y="150"/>
                </a:cubicBezTo>
                <a:cubicBezTo>
                  <a:pt x="796" y="149"/>
                  <a:pt x="795" y="149"/>
                  <a:pt x="795" y="148"/>
                </a:cubicBezTo>
                <a:cubicBezTo>
                  <a:pt x="794" y="148"/>
                  <a:pt x="793" y="147"/>
                  <a:pt x="793" y="147"/>
                </a:cubicBezTo>
                <a:cubicBezTo>
                  <a:pt x="792" y="146"/>
                  <a:pt x="792" y="146"/>
                  <a:pt x="792" y="145"/>
                </a:cubicBezTo>
                <a:cubicBezTo>
                  <a:pt x="791" y="145"/>
                  <a:pt x="791" y="145"/>
                  <a:pt x="791" y="144"/>
                </a:cubicBezTo>
                <a:cubicBezTo>
                  <a:pt x="790" y="144"/>
                  <a:pt x="790" y="145"/>
                  <a:pt x="790" y="145"/>
                </a:cubicBezTo>
                <a:cubicBezTo>
                  <a:pt x="789" y="145"/>
                  <a:pt x="789" y="145"/>
                  <a:pt x="788" y="145"/>
                </a:cubicBezTo>
                <a:cubicBezTo>
                  <a:pt x="788" y="145"/>
                  <a:pt x="787" y="145"/>
                  <a:pt x="786" y="145"/>
                </a:cubicBezTo>
                <a:cubicBezTo>
                  <a:pt x="785" y="145"/>
                  <a:pt x="784" y="145"/>
                  <a:pt x="783" y="145"/>
                </a:cubicBezTo>
                <a:cubicBezTo>
                  <a:pt x="782" y="145"/>
                  <a:pt x="781" y="145"/>
                  <a:pt x="781" y="145"/>
                </a:cubicBezTo>
                <a:cubicBezTo>
                  <a:pt x="781" y="145"/>
                  <a:pt x="780" y="145"/>
                  <a:pt x="779" y="145"/>
                </a:cubicBezTo>
                <a:cubicBezTo>
                  <a:pt x="779" y="145"/>
                  <a:pt x="779" y="145"/>
                  <a:pt x="779" y="145"/>
                </a:cubicBezTo>
                <a:cubicBezTo>
                  <a:pt x="779" y="144"/>
                  <a:pt x="778" y="145"/>
                  <a:pt x="778" y="145"/>
                </a:cubicBezTo>
                <a:cubicBezTo>
                  <a:pt x="777" y="145"/>
                  <a:pt x="777" y="145"/>
                  <a:pt x="776" y="145"/>
                </a:cubicBezTo>
                <a:cubicBezTo>
                  <a:pt x="775" y="145"/>
                  <a:pt x="774" y="145"/>
                  <a:pt x="774" y="144"/>
                </a:cubicBezTo>
                <a:cubicBezTo>
                  <a:pt x="773" y="144"/>
                  <a:pt x="771" y="144"/>
                  <a:pt x="770" y="144"/>
                </a:cubicBezTo>
                <a:cubicBezTo>
                  <a:pt x="770" y="145"/>
                  <a:pt x="769" y="145"/>
                  <a:pt x="769" y="145"/>
                </a:cubicBezTo>
                <a:cubicBezTo>
                  <a:pt x="768" y="145"/>
                  <a:pt x="767" y="145"/>
                  <a:pt x="766" y="145"/>
                </a:cubicBezTo>
                <a:cubicBezTo>
                  <a:pt x="765" y="145"/>
                  <a:pt x="765" y="146"/>
                  <a:pt x="765" y="145"/>
                </a:cubicBezTo>
                <a:cubicBezTo>
                  <a:pt x="764" y="145"/>
                  <a:pt x="764" y="145"/>
                  <a:pt x="763" y="145"/>
                </a:cubicBezTo>
                <a:cubicBezTo>
                  <a:pt x="761" y="146"/>
                  <a:pt x="759" y="146"/>
                  <a:pt x="756" y="147"/>
                </a:cubicBezTo>
                <a:cubicBezTo>
                  <a:pt x="756" y="147"/>
                  <a:pt x="755" y="147"/>
                  <a:pt x="755" y="146"/>
                </a:cubicBezTo>
                <a:cubicBezTo>
                  <a:pt x="754" y="146"/>
                  <a:pt x="754" y="146"/>
                  <a:pt x="754" y="145"/>
                </a:cubicBezTo>
                <a:cubicBezTo>
                  <a:pt x="753" y="145"/>
                  <a:pt x="753" y="145"/>
                  <a:pt x="752" y="144"/>
                </a:cubicBezTo>
                <a:cubicBezTo>
                  <a:pt x="752" y="144"/>
                  <a:pt x="751" y="144"/>
                  <a:pt x="751" y="144"/>
                </a:cubicBezTo>
                <a:cubicBezTo>
                  <a:pt x="751" y="144"/>
                  <a:pt x="750" y="144"/>
                  <a:pt x="750" y="144"/>
                </a:cubicBezTo>
                <a:cubicBezTo>
                  <a:pt x="749" y="143"/>
                  <a:pt x="748" y="143"/>
                  <a:pt x="747" y="144"/>
                </a:cubicBezTo>
                <a:cubicBezTo>
                  <a:pt x="747" y="144"/>
                  <a:pt x="747" y="145"/>
                  <a:pt x="747" y="145"/>
                </a:cubicBezTo>
                <a:cubicBezTo>
                  <a:pt x="746" y="145"/>
                  <a:pt x="746" y="145"/>
                  <a:pt x="745" y="145"/>
                </a:cubicBezTo>
                <a:cubicBezTo>
                  <a:pt x="745" y="145"/>
                  <a:pt x="744" y="145"/>
                  <a:pt x="744" y="145"/>
                </a:cubicBezTo>
                <a:cubicBezTo>
                  <a:pt x="744" y="145"/>
                  <a:pt x="743" y="145"/>
                  <a:pt x="743" y="145"/>
                </a:cubicBezTo>
                <a:cubicBezTo>
                  <a:pt x="742" y="145"/>
                  <a:pt x="742" y="145"/>
                  <a:pt x="741" y="145"/>
                </a:cubicBezTo>
                <a:cubicBezTo>
                  <a:pt x="741" y="145"/>
                  <a:pt x="740" y="145"/>
                  <a:pt x="740" y="145"/>
                </a:cubicBezTo>
                <a:cubicBezTo>
                  <a:pt x="739" y="145"/>
                  <a:pt x="739" y="146"/>
                  <a:pt x="739" y="146"/>
                </a:cubicBezTo>
                <a:cubicBezTo>
                  <a:pt x="738" y="146"/>
                  <a:pt x="738" y="146"/>
                  <a:pt x="737" y="146"/>
                </a:cubicBezTo>
                <a:cubicBezTo>
                  <a:pt x="737" y="146"/>
                  <a:pt x="737" y="147"/>
                  <a:pt x="736" y="147"/>
                </a:cubicBezTo>
                <a:cubicBezTo>
                  <a:pt x="736" y="147"/>
                  <a:pt x="735" y="148"/>
                  <a:pt x="734" y="147"/>
                </a:cubicBezTo>
                <a:cubicBezTo>
                  <a:pt x="734" y="147"/>
                  <a:pt x="734" y="147"/>
                  <a:pt x="734" y="147"/>
                </a:cubicBezTo>
                <a:cubicBezTo>
                  <a:pt x="734" y="147"/>
                  <a:pt x="733" y="147"/>
                  <a:pt x="733" y="147"/>
                </a:cubicBezTo>
                <a:cubicBezTo>
                  <a:pt x="732" y="147"/>
                  <a:pt x="732" y="147"/>
                  <a:pt x="732" y="147"/>
                </a:cubicBezTo>
                <a:cubicBezTo>
                  <a:pt x="732" y="147"/>
                  <a:pt x="732" y="147"/>
                  <a:pt x="731" y="147"/>
                </a:cubicBezTo>
                <a:cubicBezTo>
                  <a:pt x="731" y="147"/>
                  <a:pt x="731" y="148"/>
                  <a:pt x="730" y="147"/>
                </a:cubicBezTo>
                <a:cubicBezTo>
                  <a:pt x="730" y="147"/>
                  <a:pt x="729" y="147"/>
                  <a:pt x="729" y="146"/>
                </a:cubicBezTo>
                <a:cubicBezTo>
                  <a:pt x="729" y="146"/>
                  <a:pt x="728" y="146"/>
                  <a:pt x="728" y="146"/>
                </a:cubicBezTo>
                <a:cubicBezTo>
                  <a:pt x="728" y="146"/>
                  <a:pt x="727" y="146"/>
                  <a:pt x="727" y="146"/>
                </a:cubicBezTo>
                <a:cubicBezTo>
                  <a:pt x="726" y="146"/>
                  <a:pt x="726" y="146"/>
                  <a:pt x="725" y="145"/>
                </a:cubicBezTo>
                <a:cubicBezTo>
                  <a:pt x="725" y="145"/>
                  <a:pt x="725" y="145"/>
                  <a:pt x="724" y="144"/>
                </a:cubicBezTo>
                <a:cubicBezTo>
                  <a:pt x="723" y="144"/>
                  <a:pt x="721" y="144"/>
                  <a:pt x="720" y="144"/>
                </a:cubicBezTo>
                <a:cubicBezTo>
                  <a:pt x="719" y="144"/>
                  <a:pt x="718" y="144"/>
                  <a:pt x="718" y="145"/>
                </a:cubicBezTo>
                <a:cubicBezTo>
                  <a:pt x="717" y="145"/>
                  <a:pt x="716" y="145"/>
                  <a:pt x="715" y="146"/>
                </a:cubicBezTo>
                <a:cubicBezTo>
                  <a:pt x="715" y="146"/>
                  <a:pt x="714" y="146"/>
                  <a:pt x="714" y="147"/>
                </a:cubicBezTo>
                <a:cubicBezTo>
                  <a:pt x="713" y="147"/>
                  <a:pt x="713" y="147"/>
                  <a:pt x="712" y="148"/>
                </a:cubicBezTo>
                <a:cubicBezTo>
                  <a:pt x="712" y="149"/>
                  <a:pt x="712" y="149"/>
                  <a:pt x="711" y="150"/>
                </a:cubicBezTo>
                <a:cubicBezTo>
                  <a:pt x="711" y="150"/>
                  <a:pt x="711" y="151"/>
                  <a:pt x="710" y="151"/>
                </a:cubicBezTo>
                <a:cubicBezTo>
                  <a:pt x="710" y="152"/>
                  <a:pt x="709" y="153"/>
                  <a:pt x="708" y="153"/>
                </a:cubicBezTo>
                <a:cubicBezTo>
                  <a:pt x="708" y="154"/>
                  <a:pt x="708" y="154"/>
                  <a:pt x="708" y="155"/>
                </a:cubicBezTo>
                <a:cubicBezTo>
                  <a:pt x="708" y="156"/>
                  <a:pt x="708" y="158"/>
                  <a:pt x="707" y="159"/>
                </a:cubicBezTo>
                <a:cubicBezTo>
                  <a:pt x="707" y="160"/>
                  <a:pt x="706" y="160"/>
                  <a:pt x="706" y="161"/>
                </a:cubicBezTo>
                <a:cubicBezTo>
                  <a:pt x="706" y="162"/>
                  <a:pt x="706" y="162"/>
                  <a:pt x="705" y="163"/>
                </a:cubicBezTo>
                <a:cubicBezTo>
                  <a:pt x="705" y="163"/>
                  <a:pt x="705" y="163"/>
                  <a:pt x="705" y="164"/>
                </a:cubicBezTo>
                <a:cubicBezTo>
                  <a:pt x="705" y="164"/>
                  <a:pt x="705" y="165"/>
                  <a:pt x="705" y="166"/>
                </a:cubicBezTo>
                <a:cubicBezTo>
                  <a:pt x="705" y="168"/>
                  <a:pt x="706" y="169"/>
                  <a:pt x="706" y="170"/>
                </a:cubicBezTo>
                <a:cubicBezTo>
                  <a:pt x="706" y="170"/>
                  <a:pt x="707" y="171"/>
                  <a:pt x="706" y="171"/>
                </a:cubicBezTo>
                <a:cubicBezTo>
                  <a:pt x="706" y="172"/>
                  <a:pt x="706" y="172"/>
                  <a:pt x="706" y="173"/>
                </a:cubicBezTo>
                <a:cubicBezTo>
                  <a:pt x="706" y="173"/>
                  <a:pt x="706" y="174"/>
                  <a:pt x="706" y="175"/>
                </a:cubicBezTo>
                <a:cubicBezTo>
                  <a:pt x="706" y="176"/>
                  <a:pt x="706" y="176"/>
                  <a:pt x="707" y="177"/>
                </a:cubicBezTo>
                <a:cubicBezTo>
                  <a:pt x="707" y="178"/>
                  <a:pt x="708" y="179"/>
                  <a:pt x="708" y="180"/>
                </a:cubicBezTo>
                <a:cubicBezTo>
                  <a:pt x="709" y="181"/>
                  <a:pt x="709" y="182"/>
                  <a:pt x="710" y="182"/>
                </a:cubicBezTo>
                <a:cubicBezTo>
                  <a:pt x="711" y="182"/>
                  <a:pt x="711" y="182"/>
                  <a:pt x="711" y="183"/>
                </a:cubicBezTo>
                <a:cubicBezTo>
                  <a:pt x="712" y="183"/>
                  <a:pt x="712" y="184"/>
                  <a:pt x="712" y="184"/>
                </a:cubicBezTo>
                <a:cubicBezTo>
                  <a:pt x="713" y="184"/>
                  <a:pt x="713" y="185"/>
                  <a:pt x="713" y="185"/>
                </a:cubicBezTo>
                <a:cubicBezTo>
                  <a:pt x="713" y="185"/>
                  <a:pt x="713" y="185"/>
                  <a:pt x="714" y="186"/>
                </a:cubicBezTo>
                <a:cubicBezTo>
                  <a:pt x="714" y="186"/>
                  <a:pt x="714" y="185"/>
                  <a:pt x="715" y="185"/>
                </a:cubicBezTo>
                <a:cubicBezTo>
                  <a:pt x="715" y="185"/>
                  <a:pt x="715" y="185"/>
                  <a:pt x="716" y="184"/>
                </a:cubicBezTo>
                <a:cubicBezTo>
                  <a:pt x="717" y="184"/>
                  <a:pt x="717" y="185"/>
                  <a:pt x="717" y="186"/>
                </a:cubicBezTo>
                <a:cubicBezTo>
                  <a:pt x="717" y="186"/>
                  <a:pt x="718" y="186"/>
                  <a:pt x="718" y="186"/>
                </a:cubicBezTo>
                <a:cubicBezTo>
                  <a:pt x="718" y="186"/>
                  <a:pt x="718" y="187"/>
                  <a:pt x="719" y="187"/>
                </a:cubicBezTo>
                <a:cubicBezTo>
                  <a:pt x="719" y="187"/>
                  <a:pt x="720" y="188"/>
                  <a:pt x="720" y="188"/>
                </a:cubicBezTo>
                <a:cubicBezTo>
                  <a:pt x="720" y="189"/>
                  <a:pt x="721" y="189"/>
                  <a:pt x="721" y="190"/>
                </a:cubicBezTo>
                <a:cubicBezTo>
                  <a:pt x="721" y="191"/>
                  <a:pt x="722" y="192"/>
                  <a:pt x="721" y="192"/>
                </a:cubicBezTo>
                <a:cubicBezTo>
                  <a:pt x="721" y="192"/>
                  <a:pt x="721" y="192"/>
                  <a:pt x="721" y="192"/>
                </a:cubicBezTo>
                <a:cubicBezTo>
                  <a:pt x="721" y="193"/>
                  <a:pt x="721" y="193"/>
                  <a:pt x="721" y="194"/>
                </a:cubicBezTo>
                <a:cubicBezTo>
                  <a:pt x="721" y="194"/>
                  <a:pt x="721" y="194"/>
                  <a:pt x="722" y="194"/>
                </a:cubicBezTo>
                <a:cubicBezTo>
                  <a:pt x="722" y="195"/>
                  <a:pt x="723" y="196"/>
                  <a:pt x="723" y="197"/>
                </a:cubicBezTo>
                <a:cubicBezTo>
                  <a:pt x="723" y="197"/>
                  <a:pt x="723" y="198"/>
                  <a:pt x="724" y="198"/>
                </a:cubicBezTo>
                <a:cubicBezTo>
                  <a:pt x="724" y="198"/>
                  <a:pt x="724" y="198"/>
                  <a:pt x="725" y="198"/>
                </a:cubicBezTo>
                <a:cubicBezTo>
                  <a:pt x="725" y="197"/>
                  <a:pt x="726" y="197"/>
                  <a:pt x="727" y="197"/>
                </a:cubicBezTo>
                <a:cubicBezTo>
                  <a:pt x="727" y="197"/>
                  <a:pt x="727" y="197"/>
                  <a:pt x="727" y="197"/>
                </a:cubicBezTo>
                <a:cubicBezTo>
                  <a:pt x="728" y="197"/>
                  <a:pt x="728" y="197"/>
                  <a:pt x="728" y="197"/>
                </a:cubicBezTo>
                <a:cubicBezTo>
                  <a:pt x="728" y="197"/>
                  <a:pt x="728" y="197"/>
                  <a:pt x="728" y="198"/>
                </a:cubicBezTo>
                <a:cubicBezTo>
                  <a:pt x="729" y="199"/>
                  <a:pt x="729" y="198"/>
                  <a:pt x="730" y="198"/>
                </a:cubicBezTo>
                <a:cubicBezTo>
                  <a:pt x="730" y="198"/>
                  <a:pt x="730" y="198"/>
                  <a:pt x="731" y="198"/>
                </a:cubicBezTo>
                <a:cubicBezTo>
                  <a:pt x="731" y="198"/>
                  <a:pt x="731" y="198"/>
                  <a:pt x="732" y="198"/>
                </a:cubicBezTo>
                <a:cubicBezTo>
                  <a:pt x="732" y="198"/>
                  <a:pt x="733" y="198"/>
                  <a:pt x="733" y="198"/>
                </a:cubicBezTo>
                <a:cubicBezTo>
                  <a:pt x="733" y="198"/>
                  <a:pt x="733" y="199"/>
                  <a:pt x="734" y="199"/>
                </a:cubicBezTo>
                <a:cubicBezTo>
                  <a:pt x="734" y="199"/>
                  <a:pt x="736" y="199"/>
                  <a:pt x="736" y="199"/>
                </a:cubicBezTo>
                <a:cubicBezTo>
                  <a:pt x="736" y="199"/>
                  <a:pt x="736" y="198"/>
                  <a:pt x="736" y="198"/>
                </a:cubicBezTo>
                <a:cubicBezTo>
                  <a:pt x="737" y="197"/>
                  <a:pt x="737" y="197"/>
                  <a:pt x="737" y="197"/>
                </a:cubicBezTo>
                <a:cubicBezTo>
                  <a:pt x="738" y="196"/>
                  <a:pt x="738" y="195"/>
                  <a:pt x="738" y="195"/>
                </a:cubicBezTo>
                <a:cubicBezTo>
                  <a:pt x="739" y="194"/>
                  <a:pt x="739" y="193"/>
                  <a:pt x="740" y="192"/>
                </a:cubicBezTo>
                <a:cubicBezTo>
                  <a:pt x="740" y="191"/>
                  <a:pt x="741" y="191"/>
                  <a:pt x="742" y="190"/>
                </a:cubicBezTo>
                <a:cubicBezTo>
                  <a:pt x="742" y="189"/>
                  <a:pt x="742" y="189"/>
                  <a:pt x="742" y="189"/>
                </a:cubicBezTo>
                <a:cubicBezTo>
                  <a:pt x="743" y="188"/>
                  <a:pt x="743" y="188"/>
                  <a:pt x="743" y="188"/>
                </a:cubicBezTo>
                <a:cubicBezTo>
                  <a:pt x="743" y="188"/>
                  <a:pt x="744" y="188"/>
                  <a:pt x="744" y="187"/>
                </a:cubicBezTo>
                <a:cubicBezTo>
                  <a:pt x="744" y="187"/>
                  <a:pt x="744" y="187"/>
                  <a:pt x="744" y="187"/>
                </a:cubicBezTo>
                <a:cubicBezTo>
                  <a:pt x="745" y="187"/>
                  <a:pt x="745" y="186"/>
                  <a:pt x="745" y="186"/>
                </a:cubicBezTo>
                <a:cubicBezTo>
                  <a:pt x="745" y="186"/>
                  <a:pt x="746" y="186"/>
                  <a:pt x="746" y="185"/>
                </a:cubicBezTo>
                <a:cubicBezTo>
                  <a:pt x="746" y="185"/>
                  <a:pt x="746" y="184"/>
                  <a:pt x="746" y="184"/>
                </a:cubicBezTo>
                <a:cubicBezTo>
                  <a:pt x="747" y="184"/>
                  <a:pt x="747" y="183"/>
                  <a:pt x="748" y="183"/>
                </a:cubicBezTo>
                <a:cubicBezTo>
                  <a:pt x="748" y="183"/>
                  <a:pt x="749" y="183"/>
                  <a:pt x="749" y="183"/>
                </a:cubicBezTo>
                <a:cubicBezTo>
                  <a:pt x="750" y="183"/>
                  <a:pt x="750" y="182"/>
                  <a:pt x="750" y="182"/>
                </a:cubicBezTo>
                <a:cubicBezTo>
                  <a:pt x="750" y="182"/>
                  <a:pt x="751" y="181"/>
                  <a:pt x="751" y="181"/>
                </a:cubicBezTo>
                <a:cubicBezTo>
                  <a:pt x="752" y="182"/>
                  <a:pt x="751" y="182"/>
                  <a:pt x="751" y="182"/>
                </a:cubicBezTo>
                <a:cubicBezTo>
                  <a:pt x="751" y="183"/>
                  <a:pt x="751" y="183"/>
                  <a:pt x="751" y="184"/>
                </a:cubicBezTo>
                <a:cubicBezTo>
                  <a:pt x="752" y="185"/>
                  <a:pt x="753" y="185"/>
                  <a:pt x="753" y="185"/>
                </a:cubicBezTo>
                <a:cubicBezTo>
                  <a:pt x="754" y="185"/>
                  <a:pt x="754" y="186"/>
                  <a:pt x="755" y="186"/>
                </a:cubicBezTo>
                <a:cubicBezTo>
                  <a:pt x="756" y="186"/>
                  <a:pt x="756" y="186"/>
                  <a:pt x="757" y="186"/>
                </a:cubicBezTo>
                <a:cubicBezTo>
                  <a:pt x="758" y="186"/>
                  <a:pt x="758" y="186"/>
                  <a:pt x="758" y="186"/>
                </a:cubicBezTo>
                <a:cubicBezTo>
                  <a:pt x="759" y="186"/>
                  <a:pt x="759" y="187"/>
                  <a:pt x="760" y="187"/>
                </a:cubicBezTo>
                <a:cubicBezTo>
                  <a:pt x="760" y="186"/>
                  <a:pt x="760" y="185"/>
                  <a:pt x="762" y="185"/>
                </a:cubicBezTo>
                <a:cubicBezTo>
                  <a:pt x="762" y="185"/>
                  <a:pt x="763" y="185"/>
                  <a:pt x="763" y="185"/>
                </a:cubicBezTo>
                <a:cubicBezTo>
                  <a:pt x="764" y="185"/>
                  <a:pt x="764" y="185"/>
                  <a:pt x="765" y="185"/>
                </a:cubicBezTo>
                <a:cubicBezTo>
                  <a:pt x="765" y="185"/>
                  <a:pt x="765" y="185"/>
                  <a:pt x="765" y="184"/>
                </a:cubicBezTo>
                <a:cubicBezTo>
                  <a:pt x="765" y="184"/>
                  <a:pt x="765" y="184"/>
                  <a:pt x="765" y="184"/>
                </a:cubicBezTo>
                <a:cubicBezTo>
                  <a:pt x="765" y="183"/>
                  <a:pt x="765" y="182"/>
                  <a:pt x="766" y="182"/>
                </a:cubicBezTo>
                <a:cubicBezTo>
                  <a:pt x="766" y="181"/>
                  <a:pt x="766" y="181"/>
                  <a:pt x="767" y="181"/>
                </a:cubicBezTo>
                <a:cubicBezTo>
                  <a:pt x="768" y="180"/>
                  <a:pt x="769" y="181"/>
                  <a:pt x="770" y="181"/>
                </a:cubicBezTo>
                <a:cubicBezTo>
                  <a:pt x="771" y="181"/>
                  <a:pt x="771" y="181"/>
                  <a:pt x="772" y="181"/>
                </a:cubicBezTo>
                <a:cubicBezTo>
                  <a:pt x="773" y="180"/>
                  <a:pt x="774" y="180"/>
                  <a:pt x="775" y="180"/>
                </a:cubicBezTo>
                <a:cubicBezTo>
                  <a:pt x="776" y="180"/>
                  <a:pt x="776" y="181"/>
                  <a:pt x="777" y="180"/>
                </a:cubicBezTo>
                <a:cubicBezTo>
                  <a:pt x="778" y="180"/>
                  <a:pt x="778" y="180"/>
                  <a:pt x="779" y="180"/>
                </a:cubicBezTo>
                <a:cubicBezTo>
                  <a:pt x="779" y="180"/>
                  <a:pt x="779" y="181"/>
                  <a:pt x="780" y="181"/>
                </a:cubicBezTo>
                <a:cubicBezTo>
                  <a:pt x="780" y="181"/>
                  <a:pt x="781" y="181"/>
                  <a:pt x="781" y="181"/>
                </a:cubicBezTo>
                <a:cubicBezTo>
                  <a:pt x="782" y="181"/>
                  <a:pt x="782" y="181"/>
                  <a:pt x="783" y="181"/>
                </a:cubicBezTo>
                <a:cubicBezTo>
                  <a:pt x="783" y="181"/>
                  <a:pt x="783" y="181"/>
                  <a:pt x="784" y="181"/>
                </a:cubicBezTo>
                <a:cubicBezTo>
                  <a:pt x="784" y="180"/>
                  <a:pt x="785" y="180"/>
                  <a:pt x="785" y="180"/>
                </a:cubicBezTo>
                <a:cubicBezTo>
                  <a:pt x="785" y="180"/>
                  <a:pt x="788" y="180"/>
                  <a:pt x="788" y="180"/>
                </a:cubicBezTo>
                <a:cubicBezTo>
                  <a:pt x="788" y="179"/>
                  <a:pt x="787" y="180"/>
                  <a:pt x="786" y="179"/>
                </a:cubicBezTo>
                <a:cubicBezTo>
                  <a:pt x="786" y="179"/>
                  <a:pt x="785" y="179"/>
                  <a:pt x="785" y="179"/>
                </a:cubicBezTo>
                <a:cubicBezTo>
                  <a:pt x="784" y="179"/>
                  <a:pt x="784" y="179"/>
                  <a:pt x="783" y="179"/>
                </a:cubicBezTo>
                <a:cubicBezTo>
                  <a:pt x="783" y="178"/>
                  <a:pt x="782" y="178"/>
                  <a:pt x="781" y="178"/>
                </a:cubicBezTo>
                <a:cubicBezTo>
                  <a:pt x="782" y="177"/>
                  <a:pt x="782" y="177"/>
                  <a:pt x="782" y="177"/>
                </a:cubicBezTo>
                <a:cubicBezTo>
                  <a:pt x="783" y="177"/>
                  <a:pt x="783" y="177"/>
                  <a:pt x="783" y="177"/>
                </a:cubicBezTo>
                <a:cubicBezTo>
                  <a:pt x="784" y="177"/>
                  <a:pt x="785" y="177"/>
                  <a:pt x="785" y="176"/>
                </a:cubicBezTo>
                <a:cubicBezTo>
                  <a:pt x="786" y="176"/>
                  <a:pt x="786" y="176"/>
                  <a:pt x="786" y="176"/>
                </a:cubicBezTo>
                <a:cubicBezTo>
                  <a:pt x="787" y="176"/>
                  <a:pt x="787" y="176"/>
                  <a:pt x="787" y="176"/>
                </a:cubicBezTo>
                <a:cubicBezTo>
                  <a:pt x="788" y="176"/>
                  <a:pt x="788" y="176"/>
                  <a:pt x="788" y="176"/>
                </a:cubicBezTo>
                <a:cubicBezTo>
                  <a:pt x="789" y="176"/>
                  <a:pt x="789" y="176"/>
                  <a:pt x="789" y="176"/>
                </a:cubicBezTo>
                <a:cubicBezTo>
                  <a:pt x="790" y="175"/>
                  <a:pt x="791" y="175"/>
                  <a:pt x="792" y="174"/>
                </a:cubicBezTo>
                <a:cubicBezTo>
                  <a:pt x="793" y="174"/>
                  <a:pt x="794" y="175"/>
                  <a:pt x="795" y="175"/>
                </a:cubicBezTo>
                <a:cubicBezTo>
                  <a:pt x="796" y="175"/>
                  <a:pt x="796" y="175"/>
                  <a:pt x="796" y="175"/>
                </a:cubicBezTo>
                <a:cubicBezTo>
                  <a:pt x="797" y="175"/>
                  <a:pt x="797" y="176"/>
                  <a:pt x="798" y="176"/>
                </a:cubicBezTo>
                <a:cubicBezTo>
                  <a:pt x="799" y="176"/>
                  <a:pt x="800" y="176"/>
                  <a:pt x="800" y="177"/>
                </a:cubicBezTo>
                <a:cubicBezTo>
                  <a:pt x="800" y="177"/>
                  <a:pt x="800" y="178"/>
                  <a:pt x="800" y="178"/>
                </a:cubicBezTo>
                <a:cubicBezTo>
                  <a:pt x="800" y="178"/>
                  <a:pt x="800" y="178"/>
                  <a:pt x="801" y="179"/>
                </a:cubicBezTo>
                <a:cubicBezTo>
                  <a:pt x="801" y="179"/>
                  <a:pt x="801" y="180"/>
                  <a:pt x="801" y="181"/>
                </a:cubicBezTo>
                <a:cubicBezTo>
                  <a:pt x="801" y="181"/>
                  <a:pt x="802" y="181"/>
                  <a:pt x="801" y="182"/>
                </a:cubicBezTo>
                <a:cubicBezTo>
                  <a:pt x="801" y="182"/>
                  <a:pt x="801" y="183"/>
                  <a:pt x="800" y="183"/>
                </a:cubicBezTo>
                <a:cubicBezTo>
                  <a:pt x="800" y="184"/>
                  <a:pt x="800" y="185"/>
                  <a:pt x="800" y="187"/>
                </a:cubicBezTo>
                <a:cubicBezTo>
                  <a:pt x="800" y="187"/>
                  <a:pt x="800" y="188"/>
                  <a:pt x="799" y="188"/>
                </a:cubicBezTo>
                <a:cubicBezTo>
                  <a:pt x="799" y="188"/>
                  <a:pt x="798" y="188"/>
                  <a:pt x="798" y="188"/>
                </a:cubicBezTo>
                <a:cubicBezTo>
                  <a:pt x="797" y="188"/>
                  <a:pt x="797" y="188"/>
                  <a:pt x="796" y="187"/>
                </a:cubicBezTo>
                <a:cubicBezTo>
                  <a:pt x="796" y="187"/>
                  <a:pt x="796" y="187"/>
                  <a:pt x="795" y="187"/>
                </a:cubicBezTo>
                <a:cubicBezTo>
                  <a:pt x="795" y="186"/>
                  <a:pt x="794" y="186"/>
                  <a:pt x="794" y="186"/>
                </a:cubicBezTo>
                <a:cubicBezTo>
                  <a:pt x="793" y="185"/>
                  <a:pt x="793" y="185"/>
                  <a:pt x="793" y="184"/>
                </a:cubicBezTo>
                <a:cubicBezTo>
                  <a:pt x="793" y="184"/>
                  <a:pt x="793" y="183"/>
                  <a:pt x="793" y="183"/>
                </a:cubicBezTo>
                <a:cubicBezTo>
                  <a:pt x="792" y="182"/>
                  <a:pt x="791" y="183"/>
                  <a:pt x="791" y="183"/>
                </a:cubicBezTo>
                <a:cubicBezTo>
                  <a:pt x="791" y="184"/>
                  <a:pt x="791" y="184"/>
                  <a:pt x="790" y="184"/>
                </a:cubicBezTo>
                <a:cubicBezTo>
                  <a:pt x="789" y="184"/>
                  <a:pt x="788" y="184"/>
                  <a:pt x="788" y="184"/>
                </a:cubicBezTo>
                <a:cubicBezTo>
                  <a:pt x="787" y="184"/>
                  <a:pt x="786" y="184"/>
                  <a:pt x="785" y="185"/>
                </a:cubicBezTo>
                <a:cubicBezTo>
                  <a:pt x="785" y="185"/>
                  <a:pt x="784" y="185"/>
                  <a:pt x="783" y="186"/>
                </a:cubicBezTo>
                <a:cubicBezTo>
                  <a:pt x="783" y="186"/>
                  <a:pt x="783" y="186"/>
                  <a:pt x="783" y="187"/>
                </a:cubicBezTo>
                <a:cubicBezTo>
                  <a:pt x="783" y="187"/>
                  <a:pt x="783" y="188"/>
                  <a:pt x="782" y="189"/>
                </a:cubicBezTo>
                <a:cubicBezTo>
                  <a:pt x="781" y="189"/>
                  <a:pt x="781" y="190"/>
                  <a:pt x="780" y="191"/>
                </a:cubicBezTo>
                <a:cubicBezTo>
                  <a:pt x="780" y="191"/>
                  <a:pt x="780" y="191"/>
                  <a:pt x="780" y="191"/>
                </a:cubicBezTo>
                <a:cubicBezTo>
                  <a:pt x="780" y="191"/>
                  <a:pt x="779" y="191"/>
                  <a:pt x="779" y="191"/>
                </a:cubicBezTo>
                <a:cubicBezTo>
                  <a:pt x="779" y="192"/>
                  <a:pt x="779" y="193"/>
                  <a:pt x="778" y="193"/>
                </a:cubicBezTo>
                <a:cubicBezTo>
                  <a:pt x="778" y="194"/>
                  <a:pt x="778" y="194"/>
                  <a:pt x="778" y="194"/>
                </a:cubicBezTo>
                <a:cubicBezTo>
                  <a:pt x="778" y="194"/>
                  <a:pt x="777" y="194"/>
                  <a:pt x="777" y="194"/>
                </a:cubicBezTo>
                <a:cubicBezTo>
                  <a:pt x="777" y="195"/>
                  <a:pt x="777" y="195"/>
                  <a:pt x="776" y="196"/>
                </a:cubicBezTo>
                <a:cubicBezTo>
                  <a:pt x="776" y="196"/>
                  <a:pt x="775" y="197"/>
                  <a:pt x="775" y="197"/>
                </a:cubicBezTo>
                <a:cubicBezTo>
                  <a:pt x="774" y="198"/>
                  <a:pt x="774" y="198"/>
                  <a:pt x="774" y="199"/>
                </a:cubicBezTo>
                <a:cubicBezTo>
                  <a:pt x="773" y="199"/>
                  <a:pt x="772" y="199"/>
                  <a:pt x="772" y="200"/>
                </a:cubicBezTo>
                <a:cubicBezTo>
                  <a:pt x="772" y="201"/>
                  <a:pt x="772" y="201"/>
                  <a:pt x="771" y="201"/>
                </a:cubicBezTo>
                <a:cubicBezTo>
                  <a:pt x="770" y="202"/>
                  <a:pt x="770" y="202"/>
                  <a:pt x="769" y="202"/>
                </a:cubicBezTo>
                <a:cubicBezTo>
                  <a:pt x="768" y="203"/>
                  <a:pt x="767" y="204"/>
                  <a:pt x="766" y="204"/>
                </a:cubicBezTo>
                <a:cubicBezTo>
                  <a:pt x="765" y="204"/>
                  <a:pt x="764" y="204"/>
                  <a:pt x="763" y="204"/>
                </a:cubicBezTo>
                <a:cubicBezTo>
                  <a:pt x="762" y="204"/>
                  <a:pt x="762" y="204"/>
                  <a:pt x="761" y="204"/>
                </a:cubicBezTo>
                <a:cubicBezTo>
                  <a:pt x="761" y="205"/>
                  <a:pt x="761" y="205"/>
                  <a:pt x="760" y="205"/>
                </a:cubicBezTo>
                <a:cubicBezTo>
                  <a:pt x="760" y="205"/>
                  <a:pt x="760" y="206"/>
                  <a:pt x="759" y="206"/>
                </a:cubicBezTo>
                <a:cubicBezTo>
                  <a:pt x="758" y="206"/>
                  <a:pt x="757" y="206"/>
                  <a:pt x="756" y="207"/>
                </a:cubicBezTo>
                <a:cubicBezTo>
                  <a:pt x="755" y="208"/>
                  <a:pt x="755" y="209"/>
                  <a:pt x="754" y="211"/>
                </a:cubicBezTo>
                <a:cubicBezTo>
                  <a:pt x="754" y="212"/>
                  <a:pt x="752" y="213"/>
                  <a:pt x="751" y="214"/>
                </a:cubicBezTo>
                <a:cubicBezTo>
                  <a:pt x="750" y="214"/>
                  <a:pt x="749" y="214"/>
                  <a:pt x="749" y="214"/>
                </a:cubicBezTo>
                <a:cubicBezTo>
                  <a:pt x="748" y="214"/>
                  <a:pt x="748" y="213"/>
                  <a:pt x="748" y="213"/>
                </a:cubicBezTo>
                <a:cubicBezTo>
                  <a:pt x="748" y="213"/>
                  <a:pt x="748" y="212"/>
                  <a:pt x="747" y="212"/>
                </a:cubicBezTo>
                <a:cubicBezTo>
                  <a:pt x="747" y="212"/>
                  <a:pt x="747" y="212"/>
                  <a:pt x="747" y="211"/>
                </a:cubicBezTo>
                <a:cubicBezTo>
                  <a:pt x="746" y="211"/>
                  <a:pt x="745" y="211"/>
                  <a:pt x="745" y="211"/>
                </a:cubicBezTo>
                <a:cubicBezTo>
                  <a:pt x="745" y="211"/>
                  <a:pt x="745" y="210"/>
                  <a:pt x="745" y="210"/>
                </a:cubicBezTo>
                <a:cubicBezTo>
                  <a:pt x="745" y="210"/>
                  <a:pt x="745" y="210"/>
                  <a:pt x="745" y="210"/>
                </a:cubicBezTo>
                <a:cubicBezTo>
                  <a:pt x="744" y="210"/>
                  <a:pt x="744" y="209"/>
                  <a:pt x="743" y="209"/>
                </a:cubicBezTo>
                <a:cubicBezTo>
                  <a:pt x="743" y="209"/>
                  <a:pt x="743" y="208"/>
                  <a:pt x="742" y="209"/>
                </a:cubicBezTo>
                <a:cubicBezTo>
                  <a:pt x="742" y="209"/>
                  <a:pt x="741" y="210"/>
                  <a:pt x="741" y="210"/>
                </a:cubicBezTo>
                <a:cubicBezTo>
                  <a:pt x="741" y="211"/>
                  <a:pt x="742" y="211"/>
                  <a:pt x="742" y="211"/>
                </a:cubicBezTo>
                <a:cubicBezTo>
                  <a:pt x="742" y="211"/>
                  <a:pt x="742" y="212"/>
                  <a:pt x="742" y="212"/>
                </a:cubicBezTo>
                <a:cubicBezTo>
                  <a:pt x="742" y="212"/>
                  <a:pt x="742" y="212"/>
                  <a:pt x="742" y="213"/>
                </a:cubicBezTo>
                <a:cubicBezTo>
                  <a:pt x="742" y="213"/>
                  <a:pt x="742" y="213"/>
                  <a:pt x="742" y="213"/>
                </a:cubicBezTo>
                <a:cubicBezTo>
                  <a:pt x="743" y="214"/>
                  <a:pt x="742" y="214"/>
                  <a:pt x="742" y="214"/>
                </a:cubicBezTo>
                <a:cubicBezTo>
                  <a:pt x="743" y="215"/>
                  <a:pt x="743" y="214"/>
                  <a:pt x="743" y="214"/>
                </a:cubicBezTo>
                <a:cubicBezTo>
                  <a:pt x="744" y="214"/>
                  <a:pt x="743" y="213"/>
                  <a:pt x="744" y="213"/>
                </a:cubicBezTo>
                <a:cubicBezTo>
                  <a:pt x="744" y="213"/>
                  <a:pt x="744" y="212"/>
                  <a:pt x="744" y="212"/>
                </a:cubicBezTo>
                <a:cubicBezTo>
                  <a:pt x="744" y="212"/>
                  <a:pt x="744" y="213"/>
                  <a:pt x="745" y="213"/>
                </a:cubicBezTo>
                <a:cubicBezTo>
                  <a:pt x="745" y="213"/>
                  <a:pt x="745" y="213"/>
                  <a:pt x="745" y="214"/>
                </a:cubicBezTo>
                <a:cubicBezTo>
                  <a:pt x="745" y="214"/>
                  <a:pt x="745" y="214"/>
                  <a:pt x="746" y="214"/>
                </a:cubicBezTo>
                <a:cubicBezTo>
                  <a:pt x="746" y="214"/>
                  <a:pt x="746" y="215"/>
                  <a:pt x="746" y="215"/>
                </a:cubicBezTo>
                <a:cubicBezTo>
                  <a:pt x="747" y="216"/>
                  <a:pt x="748" y="216"/>
                  <a:pt x="748" y="217"/>
                </a:cubicBezTo>
                <a:cubicBezTo>
                  <a:pt x="749" y="218"/>
                  <a:pt x="748" y="220"/>
                  <a:pt x="749" y="220"/>
                </a:cubicBezTo>
                <a:cubicBezTo>
                  <a:pt x="750" y="220"/>
                  <a:pt x="751" y="220"/>
                  <a:pt x="752" y="220"/>
                </a:cubicBezTo>
                <a:cubicBezTo>
                  <a:pt x="752" y="220"/>
                  <a:pt x="752" y="220"/>
                  <a:pt x="753" y="220"/>
                </a:cubicBezTo>
                <a:cubicBezTo>
                  <a:pt x="753" y="220"/>
                  <a:pt x="753" y="220"/>
                  <a:pt x="753" y="220"/>
                </a:cubicBezTo>
                <a:cubicBezTo>
                  <a:pt x="754" y="221"/>
                  <a:pt x="753" y="221"/>
                  <a:pt x="754" y="222"/>
                </a:cubicBezTo>
                <a:cubicBezTo>
                  <a:pt x="754" y="222"/>
                  <a:pt x="755" y="222"/>
                  <a:pt x="755" y="222"/>
                </a:cubicBezTo>
                <a:cubicBezTo>
                  <a:pt x="755" y="223"/>
                  <a:pt x="755" y="223"/>
                  <a:pt x="756" y="223"/>
                </a:cubicBezTo>
                <a:cubicBezTo>
                  <a:pt x="757" y="223"/>
                  <a:pt x="756" y="224"/>
                  <a:pt x="757" y="225"/>
                </a:cubicBezTo>
                <a:cubicBezTo>
                  <a:pt x="757" y="225"/>
                  <a:pt x="757" y="225"/>
                  <a:pt x="757" y="226"/>
                </a:cubicBezTo>
                <a:cubicBezTo>
                  <a:pt x="758" y="226"/>
                  <a:pt x="758" y="226"/>
                  <a:pt x="758" y="227"/>
                </a:cubicBezTo>
                <a:cubicBezTo>
                  <a:pt x="759" y="227"/>
                  <a:pt x="759" y="228"/>
                  <a:pt x="759" y="229"/>
                </a:cubicBezTo>
                <a:cubicBezTo>
                  <a:pt x="760" y="230"/>
                  <a:pt x="760" y="230"/>
                  <a:pt x="761" y="231"/>
                </a:cubicBezTo>
                <a:cubicBezTo>
                  <a:pt x="761" y="232"/>
                  <a:pt x="761" y="232"/>
                  <a:pt x="761" y="232"/>
                </a:cubicBezTo>
                <a:cubicBezTo>
                  <a:pt x="761" y="233"/>
                  <a:pt x="761" y="233"/>
                  <a:pt x="761" y="233"/>
                </a:cubicBezTo>
                <a:cubicBezTo>
                  <a:pt x="762" y="233"/>
                  <a:pt x="762" y="234"/>
                  <a:pt x="762" y="234"/>
                </a:cubicBezTo>
                <a:cubicBezTo>
                  <a:pt x="762" y="234"/>
                  <a:pt x="762" y="234"/>
                  <a:pt x="761" y="234"/>
                </a:cubicBezTo>
                <a:cubicBezTo>
                  <a:pt x="761" y="234"/>
                  <a:pt x="761" y="235"/>
                  <a:pt x="761" y="235"/>
                </a:cubicBezTo>
                <a:cubicBezTo>
                  <a:pt x="762" y="235"/>
                  <a:pt x="762" y="235"/>
                  <a:pt x="763" y="236"/>
                </a:cubicBezTo>
                <a:cubicBezTo>
                  <a:pt x="763" y="236"/>
                  <a:pt x="763" y="236"/>
                  <a:pt x="764" y="237"/>
                </a:cubicBezTo>
                <a:cubicBezTo>
                  <a:pt x="764" y="237"/>
                  <a:pt x="764" y="236"/>
                  <a:pt x="765" y="237"/>
                </a:cubicBezTo>
                <a:cubicBezTo>
                  <a:pt x="765" y="237"/>
                  <a:pt x="765" y="237"/>
                  <a:pt x="766" y="237"/>
                </a:cubicBezTo>
                <a:cubicBezTo>
                  <a:pt x="766" y="237"/>
                  <a:pt x="767" y="238"/>
                  <a:pt x="766" y="238"/>
                </a:cubicBezTo>
                <a:cubicBezTo>
                  <a:pt x="766" y="238"/>
                  <a:pt x="766" y="238"/>
                  <a:pt x="767" y="238"/>
                </a:cubicBezTo>
                <a:cubicBezTo>
                  <a:pt x="767" y="239"/>
                  <a:pt x="766" y="239"/>
                  <a:pt x="767" y="240"/>
                </a:cubicBezTo>
                <a:cubicBezTo>
                  <a:pt x="767" y="240"/>
                  <a:pt x="768" y="240"/>
                  <a:pt x="768" y="240"/>
                </a:cubicBezTo>
                <a:cubicBezTo>
                  <a:pt x="769" y="240"/>
                  <a:pt x="770" y="240"/>
                  <a:pt x="770" y="240"/>
                </a:cubicBezTo>
                <a:cubicBezTo>
                  <a:pt x="770" y="241"/>
                  <a:pt x="769" y="242"/>
                  <a:pt x="769" y="243"/>
                </a:cubicBezTo>
                <a:cubicBezTo>
                  <a:pt x="768" y="244"/>
                  <a:pt x="768" y="244"/>
                  <a:pt x="769" y="244"/>
                </a:cubicBezTo>
                <a:cubicBezTo>
                  <a:pt x="769" y="245"/>
                  <a:pt x="769" y="245"/>
                  <a:pt x="770" y="245"/>
                </a:cubicBezTo>
                <a:cubicBezTo>
                  <a:pt x="770" y="246"/>
                  <a:pt x="771" y="246"/>
                  <a:pt x="772" y="246"/>
                </a:cubicBezTo>
                <a:cubicBezTo>
                  <a:pt x="772" y="247"/>
                  <a:pt x="772" y="247"/>
                  <a:pt x="772" y="247"/>
                </a:cubicBezTo>
                <a:cubicBezTo>
                  <a:pt x="773" y="247"/>
                  <a:pt x="773" y="247"/>
                  <a:pt x="774" y="247"/>
                </a:cubicBezTo>
                <a:cubicBezTo>
                  <a:pt x="774" y="247"/>
                  <a:pt x="774" y="248"/>
                  <a:pt x="774" y="248"/>
                </a:cubicBezTo>
                <a:cubicBezTo>
                  <a:pt x="774" y="249"/>
                  <a:pt x="773" y="249"/>
                  <a:pt x="773" y="249"/>
                </a:cubicBezTo>
                <a:cubicBezTo>
                  <a:pt x="773" y="249"/>
                  <a:pt x="773" y="250"/>
                  <a:pt x="773" y="250"/>
                </a:cubicBezTo>
                <a:cubicBezTo>
                  <a:pt x="772" y="251"/>
                  <a:pt x="771" y="250"/>
                  <a:pt x="770" y="250"/>
                </a:cubicBezTo>
                <a:cubicBezTo>
                  <a:pt x="770" y="250"/>
                  <a:pt x="770" y="250"/>
                  <a:pt x="770" y="251"/>
                </a:cubicBezTo>
                <a:cubicBezTo>
                  <a:pt x="769" y="251"/>
                  <a:pt x="769" y="251"/>
                  <a:pt x="769" y="251"/>
                </a:cubicBezTo>
                <a:cubicBezTo>
                  <a:pt x="769" y="251"/>
                  <a:pt x="769" y="252"/>
                  <a:pt x="769" y="252"/>
                </a:cubicBezTo>
                <a:cubicBezTo>
                  <a:pt x="769" y="253"/>
                  <a:pt x="769" y="253"/>
                  <a:pt x="770" y="253"/>
                </a:cubicBezTo>
                <a:cubicBezTo>
                  <a:pt x="769" y="254"/>
                  <a:pt x="769" y="254"/>
                  <a:pt x="769" y="254"/>
                </a:cubicBezTo>
                <a:cubicBezTo>
                  <a:pt x="768" y="254"/>
                  <a:pt x="768" y="254"/>
                  <a:pt x="768" y="254"/>
                </a:cubicBezTo>
                <a:cubicBezTo>
                  <a:pt x="768" y="255"/>
                  <a:pt x="769" y="255"/>
                  <a:pt x="769" y="256"/>
                </a:cubicBezTo>
                <a:cubicBezTo>
                  <a:pt x="769" y="256"/>
                  <a:pt x="769" y="256"/>
                  <a:pt x="769" y="257"/>
                </a:cubicBezTo>
                <a:cubicBezTo>
                  <a:pt x="769" y="257"/>
                  <a:pt x="769" y="258"/>
                  <a:pt x="769" y="258"/>
                </a:cubicBezTo>
                <a:cubicBezTo>
                  <a:pt x="768" y="258"/>
                  <a:pt x="768" y="259"/>
                  <a:pt x="767" y="259"/>
                </a:cubicBezTo>
                <a:cubicBezTo>
                  <a:pt x="767" y="259"/>
                  <a:pt x="766" y="259"/>
                  <a:pt x="766" y="260"/>
                </a:cubicBezTo>
                <a:cubicBezTo>
                  <a:pt x="766" y="260"/>
                  <a:pt x="767" y="261"/>
                  <a:pt x="767" y="261"/>
                </a:cubicBezTo>
                <a:cubicBezTo>
                  <a:pt x="768" y="261"/>
                  <a:pt x="768" y="261"/>
                  <a:pt x="768" y="262"/>
                </a:cubicBezTo>
                <a:cubicBezTo>
                  <a:pt x="769" y="262"/>
                  <a:pt x="769" y="262"/>
                  <a:pt x="769" y="262"/>
                </a:cubicBezTo>
                <a:cubicBezTo>
                  <a:pt x="769" y="263"/>
                  <a:pt x="769" y="263"/>
                  <a:pt x="770" y="263"/>
                </a:cubicBezTo>
                <a:cubicBezTo>
                  <a:pt x="770" y="263"/>
                  <a:pt x="770" y="264"/>
                  <a:pt x="771" y="264"/>
                </a:cubicBezTo>
                <a:cubicBezTo>
                  <a:pt x="771" y="264"/>
                  <a:pt x="772" y="263"/>
                  <a:pt x="773" y="264"/>
                </a:cubicBezTo>
                <a:cubicBezTo>
                  <a:pt x="773" y="264"/>
                  <a:pt x="773" y="264"/>
                  <a:pt x="774" y="265"/>
                </a:cubicBezTo>
                <a:cubicBezTo>
                  <a:pt x="774" y="265"/>
                  <a:pt x="774" y="265"/>
                  <a:pt x="774" y="266"/>
                </a:cubicBezTo>
                <a:cubicBezTo>
                  <a:pt x="775" y="266"/>
                  <a:pt x="775" y="267"/>
                  <a:pt x="776" y="268"/>
                </a:cubicBezTo>
                <a:cubicBezTo>
                  <a:pt x="776" y="268"/>
                  <a:pt x="776" y="268"/>
                  <a:pt x="776" y="268"/>
                </a:cubicBezTo>
                <a:cubicBezTo>
                  <a:pt x="777" y="268"/>
                  <a:pt x="777" y="268"/>
                  <a:pt x="778" y="268"/>
                </a:cubicBezTo>
                <a:cubicBezTo>
                  <a:pt x="778" y="268"/>
                  <a:pt x="779" y="268"/>
                  <a:pt x="779" y="268"/>
                </a:cubicBezTo>
                <a:cubicBezTo>
                  <a:pt x="779" y="268"/>
                  <a:pt x="779" y="268"/>
                  <a:pt x="779" y="268"/>
                </a:cubicBezTo>
                <a:cubicBezTo>
                  <a:pt x="779" y="269"/>
                  <a:pt x="779" y="269"/>
                  <a:pt x="779" y="269"/>
                </a:cubicBezTo>
                <a:cubicBezTo>
                  <a:pt x="778" y="269"/>
                  <a:pt x="778" y="270"/>
                  <a:pt x="778" y="270"/>
                </a:cubicBezTo>
                <a:cubicBezTo>
                  <a:pt x="778" y="270"/>
                  <a:pt x="777" y="270"/>
                  <a:pt x="777" y="270"/>
                </a:cubicBezTo>
                <a:cubicBezTo>
                  <a:pt x="776" y="271"/>
                  <a:pt x="778" y="271"/>
                  <a:pt x="778" y="271"/>
                </a:cubicBezTo>
                <a:cubicBezTo>
                  <a:pt x="779" y="271"/>
                  <a:pt x="779" y="271"/>
                  <a:pt x="780" y="272"/>
                </a:cubicBezTo>
                <a:cubicBezTo>
                  <a:pt x="780" y="273"/>
                  <a:pt x="779" y="274"/>
                  <a:pt x="780" y="275"/>
                </a:cubicBezTo>
                <a:cubicBezTo>
                  <a:pt x="780" y="275"/>
                  <a:pt x="780" y="275"/>
                  <a:pt x="780" y="275"/>
                </a:cubicBezTo>
                <a:cubicBezTo>
                  <a:pt x="781" y="275"/>
                  <a:pt x="781" y="275"/>
                  <a:pt x="781" y="275"/>
                </a:cubicBezTo>
                <a:cubicBezTo>
                  <a:pt x="782" y="275"/>
                  <a:pt x="783" y="276"/>
                  <a:pt x="784" y="275"/>
                </a:cubicBezTo>
                <a:cubicBezTo>
                  <a:pt x="784" y="274"/>
                  <a:pt x="782" y="273"/>
                  <a:pt x="783" y="273"/>
                </a:cubicBezTo>
                <a:cubicBezTo>
                  <a:pt x="783" y="272"/>
                  <a:pt x="784" y="273"/>
                  <a:pt x="784" y="273"/>
                </a:cubicBezTo>
                <a:cubicBezTo>
                  <a:pt x="785" y="273"/>
                  <a:pt x="785" y="273"/>
                  <a:pt x="786" y="274"/>
                </a:cubicBezTo>
                <a:cubicBezTo>
                  <a:pt x="786" y="274"/>
                  <a:pt x="786" y="275"/>
                  <a:pt x="786" y="275"/>
                </a:cubicBezTo>
                <a:cubicBezTo>
                  <a:pt x="786" y="276"/>
                  <a:pt x="786" y="276"/>
                  <a:pt x="786" y="277"/>
                </a:cubicBezTo>
                <a:cubicBezTo>
                  <a:pt x="786" y="278"/>
                  <a:pt x="786" y="278"/>
                  <a:pt x="786" y="279"/>
                </a:cubicBezTo>
                <a:cubicBezTo>
                  <a:pt x="786" y="280"/>
                  <a:pt x="786" y="280"/>
                  <a:pt x="786" y="281"/>
                </a:cubicBezTo>
                <a:cubicBezTo>
                  <a:pt x="786" y="281"/>
                  <a:pt x="786" y="282"/>
                  <a:pt x="786" y="283"/>
                </a:cubicBezTo>
                <a:cubicBezTo>
                  <a:pt x="785" y="283"/>
                  <a:pt x="784" y="283"/>
                  <a:pt x="784" y="283"/>
                </a:cubicBezTo>
                <a:cubicBezTo>
                  <a:pt x="783" y="283"/>
                  <a:pt x="783" y="282"/>
                  <a:pt x="783" y="282"/>
                </a:cubicBezTo>
                <a:cubicBezTo>
                  <a:pt x="782" y="282"/>
                  <a:pt x="782" y="281"/>
                  <a:pt x="781" y="281"/>
                </a:cubicBezTo>
                <a:cubicBezTo>
                  <a:pt x="781" y="281"/>
                  <a:pt x="781" y="280"/>
                  <a:pt x="780" y="280"/>
                </a:cubicBezTo>
                <a:cubicBezTo>
                  <a:pt x="780" y="280"/>
                  <a:pt x="780" y="280"/>
                  <a:pt x="780" y="281"/>
                </a:cubicBezTo>
                <a:cubicBezTo>
                  <a:pt x="780" y="282"/>
                  <a:pt x="781" y="282"/>
                  <a:pt x="781" y="283"/>
                </a:cubicBezTo>
                <a:cubicBezTo>
                  <a:pt x="782" y="283"/>
                  <a:pt x="782" y="283"/>
                  <a:pt x="782" y="284"/>
                </a:cubicBezTo>
                <a:cubicBezTo>
                  <a:pt x="782" y="284"/>
                  <a:pt x="782" y="285"/>
                  <a:pt x="782" y="285"/>
                </a:cubicBezTo>
                <a:cubicBezTo>
                  <a:pt x="781" y="285"/>
                  <a:pt x="781" y="285"/>
                  <a:pt x="780" y="284"/>
                </a:cubicBezTo>
                <a:cubicBezTo>
                  <a:pt x="780" y="284"/>
                  <a:pt x="780" y="285"/>
                  <a:pt x="780" y="285"/>
                </a:cubicBezTo>
                <a:cubicBezTo>
                  <a:pt x="780" y="285"/>
                  <a:pt x="780" y="285"/>
                  <a:pt x="779" y="284"/>
                </a:cubicBezTo>
                <a:cubicBezTo>
                  <a:pt x="779" y="284"/>
                  <a:pt x="779" y="284"/>
                  <a:pt x="779" y="284"/>
                </a:cubicBezTo>
                <a:cubicBezTo>
                  <a:pt x="779" y="284"/>
                  <a:pt x="779" y="284"/>
                  <a:pt x="779" y="283"/>
                </a:cubicBezTo>
                <a:cubicBezTo>
                  <a:pt x="779" y="283"/>
                  <a:pt x="778" y="282"/>
                  <a:pt x="778" y="282"/>
                </a:cubicBezTo>
                <a:cubicBezTo>
                  <a:pt x="777" y="282"/>
                  <a:pt x="777" y="283"/>
                  <a:pt x="776" y="283"/>
                </a:cubicBezTo>
                <a:cubicBezTo>
                  <a:pt x="776" y="284"/>
                  <a:pt x="775" y="284"/>
                  <a:pt x="775" y="284"/>
                </a:cubicBezTo>
                <a:cubicBezTo>
                  <a:pt x="774" y="284"/>
                  <a:pt x="774" y="283"/>
                  <a:pt x="773" y="283"/>
                </a:cubicBezTo>
                <a:cubicBezTo>
                  <a:pt x="773" y="283"/>
                  <a:pt x="773" y="284"/>
                  <a:pt x="773" y="284"/>
                </a:cubicBezTo>
                <a:cubicBezTo>
                  <a:pt x="772" y="284"/>
                  <a:pt x="772" y="284"/>
                  <a:pt x="772" y="284"/>
                </a:cubicBezTo>
                <a:cubicBezTo>
                  <a:pt x="771" y="284"/>
                  <a:pt x="770" y="284"/>
                  <a:pt x="770" y="284"/>
                </a:cubicBezTo>
                <a:cubicBezTo>
                  <a:pt x="769" y="285"/>
                  <a:pt x="769" y="285"/>
                  <a:pt x="768" y="285"/>
                </a:cubicBezTo>
                <a:cubicBezTo>
                  <a:pt x="768" y="285"/>
                  <a:pt x="768" y="284"/>
                  <a:pt x="768" y="284"/>
                </a:cubicBezTo>
                <a:cubicBezTo>
                  <a:pt x="767" y="284"/>
                  <a:pt x="767" y="285"/>
                  <a:pt x="767" y="285"/>
                </a:cubicBezTo>
                <a:cubicBezTo>
                  <a:pt x="766" y="285"/>
                  <a:pt x="766" y="286"/>
                  <a:pt x="765" y="286"/>
                </a:cubicBezTo>
                <a:cubicBezTo>
                  <a:pt x="764" y="286"/>
                  <a:pt x="764" y="286"/>
                  <a:pt x="763" y="287"/>
                </a:cubicBezTo>
                <a:cubicBezTo>
                  <a:pt x="763" y="287"/>
                  <a:pt x="763" y="288"/>
                  <a:pt x="762" y="289"/>
                </a:cubicBezTo>
                <a:cubicBezTo>
                  <a:pt x="762" y="290"/>
                  <a:pt x="761" y="290"/>
                  <a:pt x="761" y="291"/>
                </a:cubicBezTo>
                <a:cubicBezTo>
                  <a:pt x="761" y="292"/>
                  <a:pt x="762" y="293"/>
                  <a:pt x="763" y="293"/>
                </a:cubicBezTo>
                <a:cubicBezTo>
                  <a:pt x="763" y="293"/>
                  <a:pt x="764" y="293"/>
                  <a:pt x="764" y="294"/>
                </a:cubicBezTo>
                <a:cubicBezTo>
                  <a:pt x="764" y="294"/>
                  <a:pt x="763" y="294"/>
                  <a:pt x="763" y="295"/>
                </a:cubicBezTo>
                <a:cubicBezTo>
                  <a:pt x="763" y="295"/>
                  <a:pt x="763" y="295"/>
                  <a:pt x="762" y="295"/>
                </a:cubicBezTo>
                <a:cubicBezTo>
                  <a:pt x="762" y="295"/>
                  <a:pt x="762" y="296"/>
                  <a:pt x="762" y="296"/>
                </a:cubicBezTo>
                <a:cubicBezTo>
                  <a:pt x="761" y="296"/>
                  <a:pt x="761" y="296"/>
                  <a:pt x="761" y="296"/>
                </a:cubicBezTo>
                <a:cubicBezTo>
                  <a:pt x="760" y="296"/>
                  <a:pt x="760" y="296"/>
                  <a:pt x="760" y="296"/>
                </a:cubicBezTo>
                <a:cubicBezTo>
                  <a:pt x="759" y="296"/>
                  <a:pt x="759" y="296"/>
                  <a:pt x="758" y="296"/>
                </a:cubicBezTo>
                <a:cubicBezTo>
                  <a:pt x="758" y="296"/>
                  <a:pt x="757" y="295"/>
                  <a:pt x="757" y="295"/>
                </a:cubicBezTo>
                <a:cubicBezTo>
                  <a:pt x="756" y="295"/>
                  <a:pt x="754" y="295"/>
                  <a:pt x="753" y="295"/>
                </a:cubicBezTo>
                <a:cubicBezTo>
                  <a:pt x="753" y="295"/>
                  <a:pt x="752" y="295"/>
                  <a:pt x="752" y="295"/>
                </a:cubicBezTo>
                <a:cubicBezTo>
                  <a:pt x="752" y="295"/>
                  <a:pt x="752" y="294"/>
                  <a:pt x="752" y="294"/>
                </a:cubicBezTo>
                <a:cubicBezTo>
                  <a:pt x="752" y="294"/>
                  <a:pt x="750" y="293"/>
                  <a:pt x="750" y="293"/>
                </a:cubicBezTo>
                <a:cubicBezTo>
                  <a:pt x="749" y="293"/>
                  <a:pt x="748" y="293"/>
                  <a:pt x="748" y="293"/>
                </a:cubicBezTo>
                <a:cubicBezTo>
                  <a:pt x="748" y="292"/>
                  <a:pt x="748" y="292"/>
                  <a:pt x="747" y="292"/>
                </a:cubicBezTo>
                <a:cubicBezTo>
                  <a:pt x="747" y="291"/>
                  <a:pt x="747" y="291"/>
                  <a:pt x="747" y="291"/>
                </a:cubicBezTo>
                <a:cubicBezTo>
                  <a:pt x="746" y="291"/>
                  <a:pt x="746" y="290"/>
                  <a:pt x="746" y="290"/>
                </a:cubicBezTo>
                <a:cubicBezTo>
                  <a:pt x="746" y="290"/>
                  <a:pt x="746" y="289"/>
                  <a:pt x="746" y="289"/>
                </a:cubicBezTo>
                <a:cubicBezTo>
                  <a:pt x="746" y="287"/>
                  <a:pt x="747" y="286"/>
                  <a:pt x="747" y="285"/>
                </a:cubicBezTo>
                <a:cubicBezTo>
                  <a:pt x="747" y="284"/>
                  <a:pt x="747" y="283"/>
                  <a:pt x="747" y="282"/>
                </a:cubicBezTo>
                <a:cubicBezTo>
                  <a:pt x="747" y="281"/>
                  <a:pt x="747" y="280"/>
                  <a:pt x="748" y="279"/>
                </a:cubicBezTo>
                <a:cubicBezTo>
                  <a:pt x="748" y="279"/>
                  <a:pt x="748" y="279"/>
                  <a:pt x="748" y="278"/>
                </a:cubicBezTo>
                <a:cubicBezTo>
                  <a:pt x="748" y="278"/>
                  <a:pt x="749" y="278"/>
                  <a:pt x="749" y="278"/>
                </a:cubicBezTo>
                <a:cubicBezTo>
                  <a:pt x="749" y="277"/>
                  <a:pt x="749" y="277"/>
                  <a:pt x="749" y="276"/>
                </a:cubicBezTo>
                <a:cubicBezTo>
                  <a:pt x="749" y="276"/>
                  <a:pt x="750" y="275"/>
                  <a:pt x="750" y="275"/>
                </a:cubicBezTo>
                <a:cubicBezTo>
                  <a:pt x="750" y="274"/>
                  <a:pt x="750" y="274"/>
                  <a:pt x="750" y="273"/>
                </a:cubicBezTo>
                <a:cubicBezTo>
                  <a:pt x="750" y="273"/>
                  <a:pt x="750" y="273"/>
                  <a:pt x="749" y="272"/>
                </a:cubicBezTo>
                <a:cubicBezTo>
                  <a:pt x="749" y="272"/>
                  <a:pt x="748" y="272"/>
                  <a:pt x="748" y="272"/>
                </a:cubicBezTo>
                <a:cubicBezTo>
                  <a:pt x="747" y="271"/>
                  <a:pt x="745" y="272"/>
                  <a:pt x="744" y="271"/>
                </a:cubicBezTo>
                <a:cubicBezTo>
                  <a:pt x="743" y="271"/>
                  <a:pt x="742" y="270"/>
                  <a:pt x="742" y="269"/>
                </a:cubicBezTo>
                <a:cubicBezTo>
                  <a:pt x="741" y="269"/>
                  <a:pt x="741" y="268"/>
                  <a:pt x="741" y="268"/>
                </a:cubicBezTo>
                <a:cubicBezTo>
                  <a:pt x="740" y="268"/>
                  <a:pt x="740" y="268"/>
                  <a:pt x="740" y="268"/>
                </a:cubicBezTo>
                <a:cubicBezTo>
                  <a:pt x="740" y="268"/>
                  <a:pt x="740" y="268"/>
                  <a:pt x="740" y="268"/>
                </a:cubicBezTo>
                <a:cubicBezTo>
                  <a:pt x="740" y="268"/>
                  <a:pt x="739" y="268"/>
                  <a:pt x="739" y="268"/>
                </a:cubicBezTo>
                <a:cubicBezTo>
                  <a:pt x="739" y="267"/>
                  <a:pt x="740" y="267"/>
                  <a:pt x="740" y="266"/>
                </a:cubicBezTo>
                <a:cubicBezTo>
                  <a:pt x="740" y="266"/>
                  <a:pt x="738" y="266"/>
                  <a:pt x="738" y="266"/>
                </a:cubicBezTo>
                <a:cubicBezTo>
                  <a:pt x="737" y="266"/>
                  <a:pt x="737" y="265"/>
                  <a:pt x="737" y="265"/>
                </a:cubicBezTo>
                <a:cubicBezTo>
                  <a:pt x="737" y="265"/>
                  <a:pt x="736" y="264"/>
                  <a:pt x="736" y="264"/>
                </a:cubicBezTo>
                <a:cubicBezTo>
                  <a:pt x="736" y="264"/>
                  <a:pt x="735" y="263"/>
                  <a:pt x="735" y="263"/>
                </a:cubicBezTo>
                <a:cubicBezTo>
                  <a:pt x="734" y="263"/>
                  <a:pt x="734" y="262"/>
                  <a:pt x="733" y="262"/>
                </a:cubicBezTo>
                <a:cubicBezTo>
                  <a:pt x="733" y="262"/>
                  <a:pt x="732" y="261"/>
                  <a:pt x="731" y="261"/>
                </a:cubicBezTo>
                <a:cubicBezTo>
                  <a:pt x="731" y="260"/>
                  <a:pt x="730" y="260"/>
                  <a:pt x="730" y="259"/>
                </a:cubicBezTo>
                <a:cubicBezTo>
                  <a:pt x="729" y="258"/>
                  <a:pt x="729" y="257"/>
                  <a:pt x="729" y="255"/>
                </a:cubicBezTo>
                <a:cubicBezTo>
                  <a:pt x="729" y="255"/>
                  <a:pt x="730" y="254"/>
                  <a:pt x="730" y="253"/>
                </a:cubicBezTo>
                <a:cubicBezTo>
                  <a:pt x="731" y="253"/>
                  <a:pt x="731" y="252"/>
                  <a:pt x="731" y="251"/>
                </a:cubicBezTo>
                <a:cubicBezTo>
                  <a:pt x="732" y="250"/>
                  <a:pt x="732" y="250"/>
                  <a:pt x="733" y="250"/>
                </a:cubicBezTo>
                <a:cubicBezTo>
                  <a:pt x="733" y="249"/>
                  <a:pt x="734" y="249"/>
                  <a:pt x="734" y="249"/>
                </a:cubicBezTo>
                <a:cubicBezTo>
                  <a:pt x="734" y="248"/>
                  <a:pt x="734" y="248"/>
                  <a:pt x="734" y="248"/>
                </a:cubicBezTo>
                <a:cubicBezTo>
                  <a:pt x="734" y="247"/>
                  <a:pt x="734" y="247"/>
                  <a:pt x="734" y="246"/>
                </a:cubicBezTo>
                <a:cubicBezTo>
                  <a:pt x="734" y="245"/>
                  <a:pt x="734" y="245"/>
                  <a:pt x="734" y="244"/>
                </a:cubicBezTo>
                <a:cubicBezTo>
                  <a:pt x="734" y="244"/>
                  <a:pt x="734" y="244"/>
                  <a:pt x="735" y="244"/>
                </a:cubicBezTo>
                <a:cubicBezTo>
                  <a:pt x="735" y="244"/>
                  <a:pt x="735" y="244"/>
                  <a:pt x="735" y="243"/>
                </a:cubicBezTo>
                <a:cubicBezTo>
                  <a:pt x="735" y="242"/>
                  <a:pt x="734" y="243"/>
                  <a:pt x="734" y="242"/>
                </a:cubicBezTo>
                <a:cubicBezTo>
                  <a:pt x="734" y="241"/>
                  <a:pt x="735" y="241"/>
                  <a:pt x="735" y="240"/>
                </a:cubicBezTo>
                <a:cubicBezTo>
                  <a:pt x="735" y="240"/>
                  <a:pt x="734" y="240"/>
                  <a:pt x="734" y="239"/>
                </a:cubicBezTo>
                <a:cubicBezTo>
                  <a:pt x="734" y="239"/>
                  <a:pt x="734" y="239"/>
                  <a:pt x="733" y="239"/>
                </a:cubicBezTo>
                <a:cubicBezTo>
                  <a:pt x="733" y="238"/>
                  <a:pt x="733" y="239"/>
                  <a:pt x="732" y="238"/>
                </a:cubicBezTo>
                <a:cubicBezTo>
                  <a:pt x="732" y="238"/>
                  <a:pt x="732" y="238"/>
                  <a:pt x="732" y="238"/>
                </a:cubicBezTo>
                <a:cubicBezTo>
                  <a:pt x="732" y="238"/>
                  <a:pt x="732" y="238"/>
                  <a:pt x="732" y="237"/>
                </a:cubicBezTo>
                <a:cubicBezTo>
                  <a:pt x="733" y="237"/>
                  <a:pt x="733" y="237"/>
                  <a:pt x="733" y="237"/>
                </a:cubicBezTo>
                <a:cubicBezTo>
                  <a:pt x="734" y="237"/>
                  <a:pt x="734" y="237"/>
                  <a:pt x="734" y="236"/>
                </a:cubicBezTo>
                <a:cubicBezTo>
                  <a:pt x="734" y="236"/>
                  <a:pt x="735" y="236"/>
                  <a:pt x="735" y="235"/>
                </a:cubicBezTo>
                <a:cubicBezTo>
                  <a:pt x="736" y="235"/>
                  <a:pt x="734" y="235"/>
                  <a:pt x="734" y="234"/>
                </a:cubicBezTo>
                <a:cubicBezTo>
                  <a:pt x="734" y="234"/>
                  <a:pt x="734" y="234"/>
                  <a:pt x="734" y="233"/>
                </a:cubicBezTo>
                <a:cubicBezTo>
                  <a:pt x="734" y="233"/>
                  <a:pt x="733" y="233"/>
                  <a:pt x="733" y="234"/>
                </a:cubicBezTo>
                <a:cubicBezTo>
                  <a:pt x="732" y="234"/>
                  <a:pt x="732" y="234"/>
                  <a:pt x="731" y="234"/>
                </a:cubicBezTo>
                <a:cubicBezTo>
                  <a:pt x="731" y="234"/>
                  <a:pt x="731" y="233"/>
                  <a:pt x="731" y="233"/>
                </a:cubicBezTo>
                <a:cubicBezTo>
                  <a:pt x="731" y="233"/>
                  <a:pt x="730" y="233"/>
                  <a:pt x="730" y="233"/>
                </a:cubicBezTo>
                <a:cubicBezTo>
                  <a:pt x="730" y="233"/>
                  <a:pt x="729" y="233"/>
                  <a:pt x="729" y="233"/>
                </a:cubicBezTo>
                <a:cubicBezTo>
                  <a:pt x="729" y="233"/>
                  <a:pt x="728" y="233"/>
                  <a:pt x="728" y="233"/>
                </a:cubicBezTo>
                <a:cubicBezTo>
                  <a:pt x="728" y="232"/>
                  <a:pt x="728" y="232"/>
                  <a:pt x="727" y="232"/>
                </a:cubicBezTo>
                <a:cubicBezTo>
                  <a:pt x="727" y="232"/>
                  <a:pt x="726" y="233"/>
                  <a:pt x="726" y="233"/>
                </a:cubicBezTo>
                <a:cubicBezTo>
                  <a:pt x="726" y="233"/>
                  <a:pt x="726" y="233"/>
                  <a:pt x="725" y="233"/>
                </a:cubicBezTo>
                <a:cubicBezTo>
                  <a:pt x="725" y="233"/>
                  <a:pt x="725" y="233"/>
                  <a:pt x="724" y="233"/>
                </a:cubicBezTo>
                <a:cubicBezTo>
                  <a:pt x="723" y="233"/>
                  <a:pt x="723" y="234"/>
                  <a:pt x="722" y="234"/>
                </a:cubicBezTo>
                <a:cubicBezTo>
                  <a:pt x="721" y="234"/>
                  <a:pt x="721" y="234"/>
                  <a:pt x="721" y="234"/>
                </a:cubicBezTo>
                <a:cubicBezTo>
                  <a:pt x="720" y="235"/>
                  <a:pt x="720" y="235"/>
                  <a:pt x="720" y="236"/>
                </a:cubicBezTo>
                <a:cubicBezTo>
                  <a:pt x="719" y="236"/>
                  <a:pt x="718" y="237"/>
                  <a:pt x="718" y="238"/>
                </a:cubicBezTo>
                <a:cubicBezTo>
                  <a:pt x="717" y="238"/>
                  <a:pt x="716" y="239"/>
                  <a:pt x="715" y="239"/>
                </a:cubicBezTo>
                <a:cubicBezTo>
                  <a:pt x="715" y="239"/>
                  <a:pt x="714" y="240"/>
                  <a:pt x="714" y="240"/>
                </a:cubicBezTo>
                <a:cubicBezTo>
                  <a:pt x="713" y="241"/>
                  <a:pt x="711" y="241"/>
                  <a:pt x="710" y="242"/>
                </a:cubicBezTo>
                <a:cubicBezTo>
                  <a:pt x="710" y="242"/>
                  <a:pt x="710" y="242"/>
                  <a:pt x="710" y="242"/>
                </a:cubicBezTo>
                <a:cubicBezTo>
                  <a:pt x="711" y="243"/>
                  <a:pt x="711" y="243"/>
                  <a:pt x="711" y="244"/>
                </a:cubicBezTo>
                <a:cubicBezTo>
                  <a:pt x="711" y="244"/>
                  <a:pt x="712" y="244"/>
                  <a:pt x="712" y="245"/>
                </a:cubicBezTo>
                <a:cubicBezTo>
                  <a:pt x="712" y="245"/>
                  <a:pt x="712" y="246"/>
                  <a:pt x="712" y="246"/>
                </a:cubicBezTo>
                <a:cubicBezTo>
                  <a:pt x="712" y="246"/>
                  <a:pt x="712" y="247"/>
                  <a:pt x="712" y="247"/>
                </a:cubicBezTo>
                <a:cubicBezTo>
                  <a:pt x="712" y="248"/>
                  <a:pt x="713" y="248"/>
                  <a:pt x="713" y="248"/>
                </a:cubicBezTo>
                <a:cubicBezTo>
                  <a:pt x="714" y="248"/>
                  <a:pt x="714" y="248"/>
                  <a:pt x="715" y="248"/>
                </a:cubicBezTo>
                <a:cubicBezTo>
                  <a:pt x="715" y="249"/>
                  <a:pt x="715" y="249"/>
                  <a:pt x="716" y="249"/>
                </a:cubicBezTo>
                <a:cubicBezTo>
                  <a:pt x="716" y="250"/>
                  <a:pt x="716" y="250"/>
                  <a:pt x="717" y="250"/>
                </a:cubicBezTo>
                <a:cubicBezTo>
                  <a:pt x="717" y="251"/>
                  <a:pt x="716" y="251"/>
                  <a:pt x="716" y="251"/>
                </a:cubicBezTo>
                <a:cubicBezTo>
                  <a:pt x="716" y="251"/>
                  <a:pt x="716" y="252"/>
                  <a:pt x="716" y="252"/>
                </a:cubicBezTo>
                <a:cubicBezTo>
                  <a:pt x="716" y="253"/>
                  <a:pt x="716" y="255"/>
                  <a:pt x="716" y="256"/>
                </a:cubicBezTo>
                <a:cubicBezTo>
                  <a:pt x="716" y="256"/>
                  <a:pt x="716" y="256"/>
                  <a:pt x="716" y="257"/>
                </a:cubicBezTo>
                <a:cubicBezTo>
                  <a:pt x="716" y="257"/>
                  <a:pt x="716" y="257"/>
                  <a:pt x="716" y="258"/>
                </a:cubicBezTo>
                <a:cubicBezTo>
                  <a:pt x="716" y="258"/>
                  <a:pt x="716" y="259"/>
                  <a:pt x="716" y="259"/>
                </a:cubicBezTo>
                <a:cubicBezTo>
                  <a:pt x="716" y="259"/>
                  <a:pt x="716" y="260"/>
                  <a:pt x="716" y="260"/>
                </a:cubicBezTo>
                <a:cubicBezTo>
                  <a:pt x="717" y="261"/>
                  <a:pt x="716" y="261"/>
                  <a:pt x="717" y="262"/>
                </a:cubicBezTo>
                <a:cubicBezTo>
                  <a:pt x="717" y="262"/>
                  <a:pt x="717" y="263"/>
                  <a:pt x="717" y="263"/>
                </a:cubicBezTo>
                <a:cubicBezTo>
                  <a:pt x="717" y="264"/>
                  <a:pt x="717" y="264"/>
                  <a:pt x="716" y="265"/>
                </a:cubicBezTo>
                <a:cubicBezTo>
                  <a:pt x="716" y="265"/>
                  <a:pt x="716" y="266"/>
                  <a:pt x="716" y="266"/>
                </a:cubicBezTo>
                <a:cubicBezTo>
                  <a:pt x="715" y="266"/>
                  <a:pt x="715" y="267"/>
                  <a:pt x="715" y="267"/>
                </a:cubicBezTo>
                <a:cubicBezTo>
                  <a:pt x="715" y="268"/>
                  <a:pt x="714" y="268"/>
                  <a:pt x="714" y="269"/>
                </a:cubicBezTo>
                <a:cubicBezTo>
                  <a:pt x="714" y="269"/>
                  <a:pt x="714" y="270"/>
                  <a:pt x="714" y="270"/>
                </a:cubicBezTo>
                <a:cubicBezTo>
                  <a:pt x="715" y="270"/>
                  <a:pt x="714" y="271"/>
                  <a:pt x="715" y="271"/>
                </a:cubicBezTo>
                <a:cubicBezTo>
                  <a:pt x="715" y="272"/>
                  <a:pt x="715" y="272"/>
                  <a:pt x="715" y="272"/>
                </a:cubicBezTo>
                <a:cubicBezTo>
                  <a:pt x="715" y="273"/>
                  <a:pt x="713" y="274"/>
                  <a:pt x="714" y="275"/>
                </a:cubicBezTo>
                <a:cubicBezTo>
                  <a:pt x="715" y="275"/>
                  <a:pt x="715" y="275"/>
                  <a:pt x="715" y="276"/>
                </a:cubicBezTo>
                <a:cubicBezTo>
                  <a:pt x="716" y="276"/>
                  <a:pt x="715" y="277"/>
                  <a:pt x="715" y="278"/>
                </a:cubicBezTo>
                <a:cubicBezTo>
                  <a:pt x="715" y="278"/>
                  <a:pt x="715" y="279"/>
                  <a:pt x="715" y="279"/>
                </a:cubicBezTo>
                <a:cubicBezTo>
                  <a:pt x="715" y="280"/>
                  <a:pt x="715" y="280"/>
                  <a:pt x="715" y="280"/>
                </a:cubicBezTo>
                <a:cubicBezTo>
                  <a:pt x="716" y="281"/>
                  <a:pt x="714" y="283"/>
                  <a:pt x="715" y="284"/>
                </a:cubicBezTo>
                <a:cubicBezTo>
                  <a:pt x="715" y="284"/>
                  <a:pt x="715" y="284"/>
                  <a:pt x="716" y="284"/>
                </a:cubicBezTo>
                <a:cubicBezTo>
                  <a:pt x="716" y="284"/>
                  <a:pt x="716" y="285"/>
                  <a:pt x="716" y="285"/>
                </a:cubicBezTo>
                <a:cubicBezTo>
                  <a:pt x="716" y="286"/>
                  <a:pt x="716" y="287"/>
                  <a:pt x="716" y="288"/>
                </a:cubicBezTo>
                <a:cubicBezTo>
                  <a:pt x="716" y="288"/>
                  <a:pt x="716" y="288"/>
                  <a:pt x="717" y="288"/>
                </a:cubicBezTo>
                <a:cubicBezTo>
                  <a:pt x="717" y="289"/>
                  <a:pt x="717" y="289"/>
                  <a:pt x="717" y="289"/>
                </a:cubicBezTo>
                <a:cubicBezTo>
                  <a:pt x="717" y="290"/>
                  <a:pt x="717" y="290"/>
                  <a:pt x="716" y="291"/>
                </a:cubicBezTo>
                <a:cubicBezTo>
                  <a:pt x="716" y="291"/>
                  <a:pt x="716" y="292"/>
                  <a:pt x="716" y="292"/>
                </a:cubicBezTo>
                <a:cubicBezTo>
                  <a:pt x="715" y="292"/>
                  <a:pt x="716" y="293"/>
                  <a:pt x="716" y="293"/>
                </a:cubicBezTo>
                <a:cubicBezTo>
                  <a:pt x="716" y="294"/>
                  <a:pt x="716" y="294"/>
                  <a:pt x="716" y="295"/>
                </a:cubicBezTo>
                <a:cubicBezTo>
                  <a:pt x="715" y="295"/>
                  <a:pt x="715" y="295"/>
                  <a:pt x="714" y="295"/>
                </a:cubicBezTo>
                <a:cubicBezTo>
                  <a:pt x="714" y="295"/>
                  <a:pt x="713" y="296"/>
                  <a:pt x="713" y="296"/>
                </a:cubicBezTo>
                <a:cubicBezTo>
                  <a:pt x="713" y="297"/>
                  <a:pt x="713" y="299"/>
                  <a:pt x="713" y="300"/>
                </a:cubicBezTo>
                <a:cubicBezTo>
                  <a:pt x="713" y="301"/>
                  <a:pt x="713" y="301"/>
                  <a:pt x="713" y="302"/>
                </a:cubicBezTo>
                <a:cubicBezTo>
                  <a:pt x="713" y="303"/>
                  <a:pt x="713" y="303"/>
                  <a:pt x="713" y="303"/>
                </a:cubicBezTo>
                <a:cubicBezTo>
                  <a:pt x="712" y="304"/>
                  <a:pt x="713" y="305"/>
                  <a:pt x="713" y="305"/>
                </a:cubicBezTo>
                <a:cubicBezTo>
                  <a:pt x="713" y="306"/>
                  <a:pt x="714" y="306"/>
                  <a:pt x="714" y="307"/>
                </a:cubicBezTo>
                <a:cubicBezTo>
                  <a:pt x="714" y="307"/>
                  <a:pt x="714" y="307"/>
                  <a:pt x="714" y="307"/>
                </a:cubicBezTo>
                <a:cubicBezTo>
                  <a:pt x="715" y="308"/>
                  <a:pt x="715" y="308"/>
                  <a:pt x="715" y="308"/>
                </a:cubicBezTo>
                <a:cubicBezTo>
                  <a:pt x="715" y="308"/>
                  <a:pt x="716" y="309"/>
                  <a:pt x="716" y="309"/>
                </a:cubicBezTo>
                <a:cubicBezTo>
                  <a:pt x="716" y="309"/>
                  <a:pt x="716" y="310"/>
                  <a:pt x="717" y="311"/>
                </a:cubicBezTo>
                <a:cubicBezTo>
                  <a:pt x="717" y="312"/>
                  <a:pt x="717" y="313"/>
                  <a:pt x="718" y="314"/>
                </a:cubicBezTo>
                <a:cubicBezTo>
                  <a:pt x="718" y="314"/>
                  <a:pt x="718" y="316"/>
                  <a:pt x="717" y="316"/>
                </a:cubicBezTo>
                <a:cubicBezTo>
                  <a:pt x="716" y="316"/>
                  <a:pt x="716" y="315"/>
                  <a:pt x="715" y="314"/>
                </a:cubicBezTo>
                <a:cubicBezTo>
                  <a:pt x="714" y="313"/>
                  <a:pt x="713" y="314"/>
                  <a:pt x="712" y="314"/>
                </a:cubicBezTo>
                <a:cubicBezTo>
                  <a:pt x="710" y="315"/>
                  <a:pt x="709" y="316"/>
                  <a:pt x="707" y="316"/>
                </a:cubicBezTo>
                <a:cubicBezTo>
                  <a:pt x="707" y="316"/>
                  <a:pt x="706" y="316"/>
                  <a:pt x="705" y="315"/>
                </a:cubicBezTo>
                <a:cubicBezTo>
                  <a:pt x="704" y="315"/>
                  <a:pt x="704" y="314"/>
                  <a:pt x="703" y="314"/>
                </a:cubicBezTo>
                <a:cubicBezTo>
                  <a:pt x="702" y="315"/>
                  <a:pt x="702" y="315"/>
                  <a:pt x="702" y="316"/>
                </a:cubicBezTo>
                <a:cubicBezTo>
                  <a:pt x="701" y="316"/>
                  <a:pt x="700" y="317"/>
                  <a:pt x="700" y="317"/>
                </a:cubicBezTo>
                <a:cubicBezTo>
                  <a:pt x="700" y="318"/>
                  <a:pt x="701" y="317"/>
                  <a:pt x="701" y="318"/>
                </a:cubicBezTo>
                <a:cubicBezTo>
                  <a:pt x="701" y="318"/>
                  <a:pt x="700" y="318"/>
                  <a:pt x="700" y="318"/>
                </a:cubicBezTo>
                <a:cubicBezTo>
                  <a:pt x="700" y="318"/>
                  <a:pt x="700" y="318"/>
                  <a:pt x="699" y="319"/>
                </a:cubicBezTo>
                <a:cubicBezTo>
                  <a:pt x="699" y="319"/>
                  <a:pt x="698" y="319"/>
                  <a:pt x="697" y="319"/>
                </a:cubicBezTo>
                <a:cubicBezTo>
                  <a:pt x="696" y="319"/>
                  <a:pt x="696" y="319"/>
                  <a:pt x="695" y="318"/>
                </a:cubicBezTo>
                <a:cubicBezTo>
                  <a:pt x="695" y="318"/>
                  <a:pt x="695" y="317"/>
                  <a:pt x="694" y="317"/>
                </a:cubicBezTo>
                <a:cubicBezTo>
                  <a:pt x="694" y="316"/>
                  <a:pt x="694" y="316"/>
                  <a:pt x="694" y="317"/>
                </a:cubicBezTo>
                <a:cubicBezTo>
                  <a:pt x="693" y="317"/>
                  <a:pt x="693" y="317"/>
                  <a:pt x="693" y="317"/>
                </a:cubicBezTo>
                <a:cubicBezTo>
                  <a:pt x="693" y="317"/>
                  <a:pt x="693" y="317"/>
                  <a:pt x="693" y="317"/>
                </a:cubicBezTo>
                <a:cubicBezTo>
                  <a:pt x="692" y="317"/>
                  <a:pt x="692" y="317"/>
                  <a:pt x="692" y="317"/>
                </a:cubicBezTo>
                <a:cubicBezTo>
                  <a:pt x="692" y="317"/>
                  <a:pt x="692" y="315"/>
                  <a:pt x="690" y="314"/>
                </a:cubicBezTo>
                <a:cubicBezTo>
                  <a:pt x="690" y="315"/>
                  <a:pt x="690" y="316"/>
                  <a:pt x="690" y="316"/>
                </a:cubicBezTo>
                <a:cubicBezTo>
                  <a:pt x="689" y="316"/>
                  <a:pt x="689" y="315"/>
                  <a:pt x="689" y="313"/>
                </a:cubicBezTo>
                <a:cubicBezTo>
                  <a:pt x="688" y="312"/>
                  <a:pt x="687" y="311"/>
                  <a:pt x="687" y="310"/>
                </a:cubicBezTo>
                <a:cubicBezTo>
                  <a:pt x="687" y="309"/>
                  <a:pt x="687" y="308"/>
                  <a:pt x="687" y="307"/>
                </a:cubicBezTo>
                <a:cubicBezTo>
                  <a:pt x="687" y="306"/>
                  <a:pt x="687" y="305"/>
                  <a:pt x="688" y="305"/>
                </a:cubicBezTo>
                <a:cubicBezTo>
                  <a:pt x="688" y="304"/>
                  <a:pt x="688" y="303"/>
                  <a:pt x="688" y="303"/>
                </a:cubicBezTo>
                <a:cubicBezTo>
                  <a:pt x="688" y="302"/>
                  <a:pt x="689" y="302"/>
                  <a:pt x="690" y="302"/>
                </a:cubicBezTo>
                <a:cubicBezTo>
                  <a:pt x="690" y="301"/>
                  <a:pt x="690" y="300"/>
                  <a:pt x="690" y="300"/>
                </a:cubicBezTo>
                <a:cubicBezTo>
                  <a:pt x="690" y="299"/>
                  <a:pt x="690" y="299"/>
                  <a:pt x="690" y="299"/>
                </a:cubicBezTo>
                <a:cubicBezTo>
                  <a:pt x="690" y="298"/>
                  <a:pt x="691" y="298"/>
                  <a:pt x="691" y="298"/>
                </a:cubicBezTo>
                <a:cubicBezTo>
                  <a:pt x="691" y="298"/>
                  <a:pt x="691" y="296"/>
                  <a:pt x="691" y="296"/>
                </a:cubicBezTo>
                <a:cubicBezTo>
                  <a:pt x="691" y="295"/>
                  <a:pt x="691" y="295"/>
                  <a:pt x="691" y="295"/>
                </a:cubicBezTo>
                <a:cubicBezTo>
                  <a:pt x="691" y="294"/>
                  <a:pt x="691" y="294"/>
                  <a:pt x="691" y="293"/>
                </a:cubicBezTo>
                <a:cubicBezTo>
                  <a:pt x="691" y="293"/>
                  <a:pt x="691" y="292"/>
                  <a:pt x="691" y="291"/>
                </a:cubicBezTo>
                <a:cubicBezTo>
                  <a:pt x="692" y="290"/>
                  <a:pt x="693" y="290"/>
                  <a:pt x="693" y="288"/>
                </a:cubicBezTo>
                <a:cubicBezTo>
                  <a:pt x="693" y="287"/>
                  <a:pt x="693" y="286"/>
                  <a:pt x="693" y="285"/>
                </a:cubicBezTo>
                <a:cubicBezTo>
                  <a:pt x="694" y="284"/>
                  <a:pt x="694" y="283"/>
                  <a:pt x="694" y="282"/>
                </a:cubicBezTo>
                <a:cubicBezTo>
                  <a:pt x="695" y="281"/>
                  <a:pt x="695" y="280"/>
                  <a:pt x="694" y="279"/>
                </a:cubicBezTo>
                <a:cubicBezTo>
                  <a:pt x="694" y="279"/>
                  <a:pt x="694" y="278"/>
                  <a:pt x="694" y="278"/>
                </a:cubicBezTo>
                <a:cubicBezTo>
                  <a:pt x="694" y="277"/>
                  <a:pt x="694" y="277"/>
                  <a:pt x="694" y="277"/>
                </a:cubicBezTo>
                <a:cubicBezTo>
                  <a:pt x="695" y="276"/>
                  <a:pt x="694" y="276"/>
                  <a:pt x="694" y="275"/>
                </a:cubicBezTo>
                <a:cubicBezTo>
                  <a:pt x="694" y="274"/>
                  <a:pt x="694" y="273"/>
                  <a:pt x="694" y="272"/>
                </a:cubicBezTo>
                <a:cubicBezTo>
                  <a:pt x="694" y="272"/>
                  <a:pt x="694" y="271"/>
                  <a:pt x="694" y="271"/>
                </a:cubicBezTo>
                <a:cubicBezTo>
                  <a:pt x="694" y="271"/>
                  <a:pt x="694" y="272"/>
                  <a:pt x="693" y="272"/>
                </a:cubicBezTo>
                <a:cubicBezTo>
                  <a:pt x="693" y="270"/>
                  <a:pt x="692" y="269"/>
                  <a:pt x="691" y="267"/>
                </a:cubicBezTo>
                <a:cubicBezTo>
                  <a:pt x="691" y="267"/>
                  <a:pt x="691" y="266"/>
                  <a:pt x="690" y="265"/>
                </a:cubicBezTo>
                <a:cubicBezTo>
                  <a:pt x="690" y="265"/>
                  <a:pt x="690" y="264"/>
                  <a:pt x="690" y="263"/>
                </a:cubicBezTo>
                <a:cubicBezTo>
                  <a:pt x="689" y="262"/>
                  <a:pt x="691" y="261"/>
                  <a:pt x="691" y="260"/>
                </a:cubicBezTo>
                <a:cubicBezTo>
                  <a:pt x="691" y="259"/>
                  <a:pt x="690" y="258"/>
                  <a:pt x="690" y="257"/>
                </a:cubicBezTo>
                <a:cubicBezTo>
                  <a:pt x="689" y="257"/>
                  <a:pt x="689" y="256"/>
                  <a:pt x="688" y="256"/>
                </a:cubicBezTo>
                <a:cubicBezTo>
                  <a:pt x="687" y="255"/>
                  <a:pt x="686" y="255"/>
                  <a:pt x="686" y="255"/>
                </a:cubicBezTo>
                <a:cubicBezTo>
                  <a:pt x="684" y="255"/>
                  <a:pt x="685" y="256"/>
                  <a:pt x="684" y="256"/>
                </a:cubicBezTo>
                <a:cubicBezTo>
                  <a:pt x="683" y="257"/>
                  <a:pt x="682" y="256"/>
                  <a:pt x="681" y="257"/>
                </a:cubicBezTo>
                <a:cubicBezTo>
                  <a:pt x="681" y="257"/>
                  <a:pt x="681" y="257"/>
                  <a:pt x="680" y="257"/>
                </a:cubicBezTo>
                <a:cubicBezTo>
                  <a:pt x="680" y="257"/>
                  <a:pt x="680" y="257"/>
                  <a:pt x="679" y="257"/>
                </a:cubicBezTo>
                <a:cubicBezTo>
                  <a:pt x="678" y="257"/>
                  <a:pt x="677" y="258"/>
                  <a:pt x="676" y="258"/>
                </a:cubicBezTo>
                <a:cubicBezTo>
                  <a:pt x="675" y="259"/>
                  <a:pt x="675" y="259"/>
                  <a:pt x="674" y="257"/>
                </a:cubicBezTo>
                <a:cubicBezTo>
                  <a:pt x="674" y="255"/>
                  <a:pt x="672" y="254"/>
                  <a:pt x="672" y="252"/>
                </a:cubicBezTo>
                <a:cubicBezTo>
                  <a:pt x="672" y="250"/>
                  <a:pt x="673" y="249"/>
                  <a:pt x="672" y="247"/>
                </a:cubicBezTo>
                <a:cubicBezTo>
                  <a:pt x="672" y="247"/>
                  <a:pt x="670" y="246"/>
                  <a:pt x="671" y="245"/>
                </a:cubicBezTo>
                <a:cubicBezTo>
                  <a:pt x="672" y="245"/>
                  <a:pt x="673" y="245"/>
                  <a:pt x="672" y="244"/>
                </a:cubicBezTo>
                <a:cubicBezTo>
                  <a:pt x="672" y="243"/>
                  <a:pt x="673" y="241"/>
                  <a:pt x="673" y="240"/>
                </a:cubicBezTo>
                <a:cubicBezTo>
                  <a:pt x="673" y="239"/>
                  <a:pt x="673" y="239"/>
                  <a:pt x="672" y="239"/>
                </a:cubicBezTo>
                <a:cubicBezTo>
                  <a:pt x="671" y="238"/>
                  <a:pt x="670" y="239"/>
                  <a:pt x="670" y="238"/>
                </a:cubicBezTo>
                <a:cubicBezTo>
                  <a:pt x="670" y="237"/>
                  <a:pt x="670" y="236"/>
                  <a:pt x="670" y="235"/>
                </a:cubicBezTo>
                <a:cubicBezTo>
                  <a:pt x="670" y="234"/>
                  <a:pt x="671" y="233"/>
                  <a:pt x="671" y="233"/>
                </a:cubicBezTo>
                <a:cubicBezTo>
                  <a:pt x="672" y="232"/>
                  <a:pt x="672" y="233"/>
                  <a:pt x="673" y="234"/>
                </a:cubicBezTo>
                <a:cubicBezTo>
                  <a:pt x="674" y="234"/>
                  <a:pt x="675" y="233"/>
                  <a:pt x="676" y="233"/>
                </a:cubicBezTo>
                <a:cubicBezTo>
                  <a:pt x="677" y="232"/>
                  <a:pt x="677" y="231"/>
                  <a:pt x="677" y="230"/>
                </a:cubicBezTo>
                <a:cubicBezTo>
                  <a:pt x="677" y="229"/>
                  <a:pt x="678" y="229"/>
                  <a:pt x="679" y="228"/>
                </a:cubicBezTo>
                <a:cubicBezTo>
                  <a:pt x="680" y="228"/>
                  <a:pt x="680" y="226"/>
                  <a:pt x="680" y="225"/>
                </a:cubicBezTo>
                <a:cubicBezTo>
                  <a:pt x="680" y="225"/>
                  <a:pt x="679" y="224"/>
                  <a:pt x="680" y="224"/>
                </a:cubicBezTo>
                <a:cubicBezTo>
                  <a:pt x="680" y="223"/>
                  <a:pt x="680" y="223"/>
                  <a:pt x="680" y="223"/>
                </a:cubicBezTo>
                <a:cubicBezTo>
                  <a:pt x="681" y="221"/>
                  <a:pt x="680" y="221"/>
                  <a:pt x="681" y="220"/>
                </a:cubicBezTo>
                <a:cubicBezTo>
                  <a:pt x="682" y="219"/>
                  <a:pt x="682" y="218"/>
                  <a:pt x="682" y="217"/>
                </a:cubicBezTo>
                <a:cubicBezTo>
                  <a:pt x="683" y="215"/>
                  <a:pt x="684" y="215"/>
                  <a:pt x="686" y="214"/>
                </a:cubicBezTo>
                <a:cubicBezTo>
                  <a:pt x="687" y="213"/>
                  <a:pt x="687" y="212"/>
                  <a:pt x="686" y="211"/>
                </a:cubicBezTo>
                <a:cubicBezTo>
                  <a:pt x="686" y="209"/>
                  <a:pt x="685" y="208"/>
                  <a:pt x="685" y="207"/>
                </a:cubicBezTo>
                <a:cubicBezTo>
                  <a:pt x="685" y="206"/>
                  <a:pt x="685" y="205"/>
                  <a:pt x="685" y="204"/>
                </a:cubicBezTo>
                <a:cubicBezTo>
                  <a:pt x="685" y="203"/>
                  <a:pt x="686" y="201"/>
                  <a:pt x="686" y="200"/>
                </a:cubicBezTo>
                <a:cubicBezTo>
                  <a:pt x="686" y="199"/>
                  <a:pt x="685" y="199"/>
                  <a:pt x="685" y="198"/>
                </a:cubicBezTo>
                <a:cubicBezTo>
                  <a:pt x="685" y="198"/>
                  <a:pt x="685" y="197"/>
                  <a:pt x="686" y="197"/>
                </a:cubicBezTo>
                <a:cubicBezTo>
                  <a:pt x="686" y="197"/>
                  <a:pt x="686" y="197"/>
                  <a:pt x="686" y="196"/>
                </a:cubicBezTo>
                <a:cubicBezTo>
                  <a:pt x="687" y="195"/>
                  <a:pt x="685" y="194"/>
                  <a:pt x="686" y="193"/>
                </a:cubicBezTo>
                <a:cubicBezTo>
                  <a:pt x="686" y="192"/>
                  <a:pt x="687" y="192"/>
                  <a:pt x="688" y="191"/>
                </a:cubicBezTo>
                <a:cubicBezTo>
                  <a:pt x="688" y="191"/>
                  <a:pt x="688" y="191"/>
                  <a:pt x="688" y="190"/>
                </a:cubicBezTo>
                <a:cubicBezTo>
                  <a:pt x="688" y="190"/>
                  <a:pt x="688" y="190"/>
                  <a:pt x="688" y="190"/>
                </a:cubicBezTo>
                <a:cubicBezTo>
                  <a:pt x="689" y="189"/>
                  <a:pt x="690" y="188"/>
                  <a:pt x="690" y="187"/>
                </a:cubicBezTo>
                <a:cubicBezTo>
                  <a:pt x="690" y="186"/>
                  <a:pt x="691" y="186"/>
                  <a:pt x="691" y="185"/>
                </a:cubicBezTo>
                <a:cubicBezTo>
                  <a:pt x="691" y="184"/>
                  <a:pt x="691" y="183"/>
                  <a:pt x="692" y="183"/>
                </a:cubicBezTo>
                <a:cubicBezTo>
                  <a:pt x="692" y="183"/>
                  <a:pt x="692" y="183"/>
                  <a:pt x="693" y="183"/>
                </a:cubicBezTo>
                <a:cubicBezTo>
                  <a:pt x="693" y="187"/>
                  <a:pt x="693" y="187"/>
                  <a:pt x="693" y="187"/>
                </a:cubicBezTo>
                <a:cubicBezTo>
                  <a:pt x="693" y="183"/>
                  <a:pt x="693" y="183"/>
                  <a:pt x="693" y="183"/>
                </a:cubicBezTo>
                <a:cubicBezTo>
                  <a:pt x="693" y="183"/>
                  <a:pt x="693" y="183"/>
                  <a:pt x="693" y="182"/>
                </a:cubicBezTo>
                <a:cubicBezTo>
                  <a:pt x="694" y="182"/>
                  <a:pt x="693" y="181"/>
                  <a:pt x="694" y="181"/>
                </a:cubicBezTo>
                <a:cubicBezTo>
                  <a:pt x="695" y="180"/>
                  <a:pt x="696" y="180"/>
                  <a:pt x="696" y="179"/>
                </a:cubicBezTo>
                <a:cubicBezTo>
                  <a:pt x="696" y="179"/>
                  <a:pt x="695" y="178"/>
                  <a:pt x="696" y="178"/>
                </a:cubicBezTo>
                <a:cubicBezTo>
                  <a:pt x="696" y="178"/>
                  <a:pt x="696" y="177"/>
                  <a:pt x="697" y="177"/>
                </a:cubicBezTo>
                <a:cubicBezTo>
                  <a:pt x="698" y="177"/>
                  <a:pt x="699" y="180"/>
                  <a:pt x="699" y="181"/>
                </a:cubicBezTo>
                <a:cubicBezTo>
                  <a:pt x="699" y="181"/>
                  <a:pt x="700" y="183"/>
                  <a:pt x="700" y="183"/>
                </a:cubicBezTo>
                <a:cubicBezTo>
                  <a:pt x="701" y="183"/>
                  <a:pt x="701" y="182"/>
                  <a:pt x="701" y="181"/>
                </a:cubicBezTo>
                <a:cubicBezTo>
                  <a:pt x="701" y="181"/>
                  <a:pt x="701" y="180"/>
                  <a:pt x="700" y="179"/>
                </a:cubicBezTo>
                <a:cubicBezTo>
                  <a:pt x="700" y="178"/>
                  <a:pt x="699" y="177"/>
                  <a:pt x="699" y="176"/>
                </a:cubicBezTo>
                <a:cubicBezTo>
                  <a:pt x="698" y="174"/>
                  <a:pt x="698" y="171"/>
                  <a:pt x="698" y="169"/>
                </a:cubicBezTo>
                <a:cubicBezTo>
                  <a:pt x="698" y="168"/>
                  <a:pt x="699" y="167"/>
                  <a:pt x="699" y="166"/>
                </a:cubicBezTo>
                <a:cubicBezTo>
                  <a:pt x="699" y="165"/>
                  <a:pt x="699" y="164"/>
                  <a:pt x="699" y="163"/>
                </a:cubicBezTo>
                <a:cubicBezTo>
                  <a:pt x="699" y="162"/>
                  <a:pt x="698" y="163"/>
                  <a:pt x="697" y="163"/>
                </a:cubicBezTo>
                <a:cubicBezTo>
                  <a:pt x="696" y="163"/>
                  <a:pt x="695" y="161"/>
                  <a:pt x="695" y="160"/>
                </a:cubicBezTo>
                <a:cubicBezTo>
                  <a:pt x="694" y="160"/>
                  <a:pt x="694" y="159"/>
                  <a:pt x="694" y="159"/>
                </a:cubicBezTo>
                <a:cubicBezTo>
                  <a:pt x="694" y="158"/>
                  <a:pt x="695" y="159"/>
                  <a:pt x="695" y="159"/>
                </a:cubicBezTo>
                <a:cubicBezTo>
                  <a:pt x="695" y="159"/>
                  <a:pt x="696" y="158"/>
                  <a:pt x="696" y="158"/>
                </a:cubicBezTo>
                <a:cubicBezTo>
                  <a:pt x="696" y="158"/>
                  <a:pt x="697" y="159"/>
                  <a:pt x="697" y="160"/>
                </a:cubicBezTo>
                <a:cubicBezTo>
                  <a:pt x="698" y="161"/>
                  <a:pt x="699" y="163"/>
                  <a:pt x="700" y="161"/>
                </a:cubicBezTo>
                <a:cubicBezTo>
                  <a:pt x="700" y="161"/>
                  <a:pt x="700" y="160"/>
                  <a:pt x="701" y="160"/>
                </a:cubicBezTo>
                <a:cubicBezTo>
                  <a:pt x="701" y="160"/>
                  <a:pt x="701" y="159"/>
                  <a:pt x="701" y="159"/>
                </a:cubicBezTo>
                <a:cubicBezTo>
                  <a:pt x="702" y="158"/>
                  <a:pt x="701" y="157"/>
                  <a:pt x="701" y="156"/>
                </a:cubicBezTo>
                <a:cubicBezTo>
                  <a:pt x="701" y="155"/>
                  <a:pt x="700" y="155"/>
                  <a:pt x="699" y="154"/>
                </a:cubicBezTo>
                <a:cubicBezTo>
                  <a:pt x="699" y="153"/>
                  <a:pt x="698" y="153"/>
                  <a:pt x="699" y="153"/>
                </a:cubicBezTo>
                <a:cubicBezTo>
                  <a:pt x="699" y="152"/>
                  <a:pt x="699" y="152"/>
                  <a:pt x="700" y="152"/>
                </a:cubicBezTo>
                <a:cubicBezTo>
                  <a:pt x="700" y="152"/>
                  <a:pt x="702" y="153"/>
                  <a:pt x="702" y="152"/>
                </a:cubicBezTo>
                <a:cubicBezTo>
                  <a:pt x="703" y="151"/>
                  <a:pt x="701" y="150"/>
                  <a:pt x="701" y="149"/>
                </a:cubicBezTo>
                <a:cubicBezTo>
                  <a:pt x="700" y="149"/>
                  <a:pt x="700" y="148"/>
                  <a:pt x="701" y="148"/>
                </a:cubicBezTo>
                <a:cubicBezTo>
                  <a:pt x="702" y="147"/>
                  <a:pt x="702" y="147"/>
                  <a:pt x="702" y="146"/>
                </a:cubicBezTo>
                <a:cubicBezTo>
                  <a:pt x="701" y="145"/>
                  <a:pt x="704" y="146"/>
                  <a:pt x="705" y="145"/>
                </a:cubicBezTo>
                <a:cubicBezTo>
                  <a:pt x="707" y="144"/>
                  <a:pt x="705" y="142"/>
                  <a:pt x="706" y="140"/>
                </a:cubicBezTo>
                <a:cubicBezTo>
                  <a:pt x="706" y="138"/>
                  <a:pt x="707" y="137"/>
                  <a:pt x="709" y="137"/>
                </a:cubicBezTo>
                <a:cubicBezTo>
                  <a:pt x="710" y="137"/>
                  <a:pt x="711" y="137"/>
                  <a:pt x="712" y="136"/>
                </a:cubicBezTo>
                <a:cubicBezTo>
                  <a:pt x="712" y="135"/>
                  <a:pt x="712" y="135"/>
                  <a:pt x="711" y="135"/>
                </a:cubicBezTo>
                <a:cubicBezTo>
                  <a:pt x="711" y="134"/>
                  <a:pt x="711" y="134"/>
                  <a:pt x="711" y="134"/>
                </a:cubicBezTo>
                <a:cubicBezTo>
                  <a:pt x="711" y="134"/>
                  <a:pt x="712" y="133"/>
                  <a:pt x="712" y="132"/>
                </a:cubicBezTo>
                <a:cubicBezTo>
                  <a:pt x="712" y="131"/>
                  <a:pt x="712" y="131"/>
                  <a:pt x="713" y="131"/>
                </a:cubicBezTo>
                <a:cubicBezTo>
                  <a:pt x="713" y="131"/>
                  <a:pt x="714" y="131"/>
                  <a:pt x="714" y="131"/>
                </a:cubicBezTo>
                <a:cubicBezTo>
                  <a:pt x="714" y="131"/>
                  <a:pt x="714" y="132"/>
                  <a:pt x="714" y="132"/>
                </a:cubicBezTo>
                <a:cubicBezTo>
                  <a:pt x="714" y="133"/>
                  <a:pt x="714" y="133"/>
                  <a:pt x="714" y="134"/>
                </a:cubicBezTo>
                <a:cubicBezTo>
                  <a:pt x="714" y="134"/>
                  <a:pt x="714" y="134"/>
                  <a:pt x="714" y="135"/>
                </a:cubicBezTo>
                <a:cubicBezTo>
                  <a:pt x="714" y="135"/>
                  <a:pt x="715" y="135"/>
                  <a:pt x="715" y="135"/>
                </a:cubicBezTo>
                <a:cubicBezTo>
                  <a:pt x="715" y="135"/>
                  <a:pt x="715" y="135"/>
                  <a:pt x="715" y="136"/>
                </a:cubicBezTo>
                <a:cubicBezTo>
                  <a:pt x="716" y="136"/>
                  <a:pt x="716" y="136"/>
                  <a:pt x="716" y="136"/>
                </a:cubicBezTo>
                <a:cubicBezTo>
                  <a:pt x="717" y="136"/>
                  <a:pt x="717" y="136"/>
                  <a:pt x="718" y="136"/>
                </a:cubicBezTo>
                <a:cubicBezTo>
                  <a:pt x="719" y="136"/>
                  <a:pt x="719" y="136"/>
                  <a:pt x="720" y="136"/>
                </a:cubicBezTo>
                <a:cubicBezTo>
                  <a:pt x="720" y="137"/>
                  <a:pt x="720" y="137"/>
                  <a:pt x="720" y="137"/>
                </a:cubicBezTo>
                <a:cubicBezTo>
                  <a:pt x="721" y="137"/>
                  <a:pt x="721" y="137"/>
                  <a:pt x="721" y="137"/>
                </a:cubicBezTo>
                <a:cubicBezTo>
                  <a:pt x="721" y="136"/>
                  <a:pt x="722" y="136"/>
                  <a:pt x="722" y="136"/>
                </a:cubicBezTo>
                <a:cubicBezTo>
                  <a:pt x="722" y="136"/>
                  <a:pt x="722" y="135"/>
                  <a:pt x="722" y="135"/>
                </a:cubicBezTo>
                <a:cubicBezTo>
                  <a:pt x="722" y="134"/>
                  <a:pt x="723" y="133"/>
                  <a:pt x="724" y="132"/>
                </a:cubicBezTo>
                <a:cubicBezTo>
                  <a:pt x="724" y="132"/>
                  <a:pt x="725" y="132"/>
                  <a:pt x="725" y="131"/>
                </a:cubicBezTo>
                <a:cubicBezTo>
                  <a:pt x="726" y="131"/>
                  <a:pt x="726" y="130"/>
                  <a:pt x="727" y="130"/>
                </a:cubicBezTo>
                <a:cubicBezTo>
                  <a:pt x="727" y="130"/>
                  <a:pt x="727" y="130"/>
                  <a:pt x="727" y="129"/>
                </a:cubicBezTo>
                <a:cubicBezTo>
                  <a:pt x="727" y="129"/>
                  <a:pt x="727" y="128"/>
                  <a:pt x="727" y="128"/>
                </a:cubicBezTo>
                <a:cubicBezTo>
                  <a:pt x="727" y="128"/>
                  <a:pt x="727" y="127"/>
                  <a:pt x="727" y="127"/>
                </a:cubicBezTo>
                <a:cubicBezTo>
                  <a:pt x="727" y="126"/>
                  <a:pt x="728" y="126"/>
                  <a:pt x="728" y="125"/>
                </a:cubicBezTo>
                <a:cubicBezTo>
                  <a:pt x="728" y="125"/>
                  <a:pt x="728" y="124"/>
                  <a:pt x="728" y="124"/>
                </a:cubicBezTo>
                <a:cubicBezTo>
                  <a:pt x="728" y="124"/>
                  <a:pt x="728" y="123"/>
                  <a:pt x="728" y="123"/>
                </a:cubicBezTo>
                <a:cubicBezTo>
                  <a:pt x="728" y="122"/>
                  <a:pt x="727" y="122"/>
                  <a:pt x="728" y="121"/>
                </a:cubicBezTo>
                <a:cubicBezTo>
                  <a:pt x="729" y="121"/>
                  <a:pt x="729" y="122"/>
                  <a:pt x="730" y="121"/>
                </a:cubicBezTo>
                <a:cubicBezTo>
                  <a:pt x="730" y="121"/>
                  <a:pt x="730" y="121"/>
                  <a:pt x="730" y="121"/>
                </a:cubicBezTo>
                <a:cubicBezTo>
                  <a:pt x="730" y="122"/>
                  <a:pt x="731" y="121"/>
                  <a:pt x="732" y="121"/>
                </a:cubicBezTo>
                <a:cubicBezTo>
                  <a:pt x="732" y="121"/>
                  <a:pt x="733" y="121"/>
                  <a:pt x="734" y="121"/>
                </a:cubicBezTo>
                <a:cubicBezTo>
                  <a:pt x="734" y="122"/>
                  <a:pt x="735" y="122"/>
                  <a:pt x="735" y="122"/>
                </a:cubicBezTo>
                <a:cubicBezTo>
                  <a:pt x="736" y="122"/>
                  <a:pt x="736" y="122"/>
                  <a:pt x="737" y="122"/>
                </a:cubicBezTo>
                <a:cubicBezTo>
                  <a:pt x="737" y="123"/>
                  <a:pt x="738" y="123"/>
                  <a:pt x="739" y="123"/>
                </a:cubicBezTo>
                <a:cubicBezTo>
                  <a:pt x="740" y="124"/>
                  <a:pt x="740" y="124"/>
                  <a:pt x="741" y="124"/>
                </a:cubicBezTo>
                <a:cubicBezTo>
                  <a:pt x="741" y="123"/>
                  <a:pt x="742" y="123"/>
                  <a:pt x="743" y="123"/>
                </a:cubicBezTo>
                <a:cubicBezTo>
                  <a:pt x="743" y="123"/>
                  <a:pt x="744" y="123"/>
                  <a:pt x="744" y="123"/>
                </a:cubicBezTo>
                <a:cubicBezTo>
                  <a:pt x="745" y="123"/>
                  <a:pt x="745" y="122"/>
                  <a:pt x="745" y="122"/>
                </a:cubicBezTo>
                <a:cubicBezTo>
                  <a:pt x="745" y="122"/>
                  <a:pt x="746" y="122"/>
                  <a:pt x="746" y="122"/>
                </a:cubicBezTo>
                <a:cubicBezTo>
                  <a:pt x="746" y="122"/>
                  <a:pt x="746" y="122"/>
                  <a:pt x="746" y="123"/>
                </a:cubicBezTo>
                <a:cubicBezTo>
                  <a:pt x="746" y="123"/>
                  <a:pt x="746" y="123"/>
                  <a:pt x="745" y="124"/>
                </a:cubicBezTo>
                <a:cubicBezTo>
                  <a:pt x="745" y="125"/>
                  <a:pt x="745" y="126"/>
                  <a:pt x="747" y="127"/>
                </a:cubicBezTo>
                <a:cubicBezTo>
                  <a:pt x="748" y="129"/>
                  <a:pt x="750" y="129"/>
                  <a:pt x="752" y="129"/>
                </a:cubicBezTo>
                <a:cubicBezTo>
                  <a:pt x="754" y="129"/>
                  <a:pt x="755" y="129"/>
                  <a:pt x="756" y="128"/>
                </a:cubicBezTo>
                <a:cubicBezTo>
                  <a:pt x="757" y="128"/>
                  <a:pt x="757" y="128"/>
                  <a:pt x="758" y="128"/>
                </a:cubicBezTo>
                <a:cubicBezTo>
                  <a:pt x="758" y="128"/>
                  <a:pt x="759" y="128"/>
                  <a:pt x="759" y="128"/>
                </a:cubicBezTo>
                <a:cubicBezTo>
                  <a:pt x="759" y="129"/>
                  <a:pt x="759" y="129"/>
                  <a:pt x="760" y="130"/>
                </a:cubicBezTo>
                <a:cubicBezTo>
                  <a:pt x="761" y="130"/>
                  <a:pt x="762" y="129"/>
                  <a:pt x="763" y="129"/>
                </a:cubicBezTo>
                <a:cubicBezTo>
                  <a:pt x="763" y="129"/>
                  <a:pt x="763" y="129"/>
                  <a:pt x="764" y="129"/>
                </a:cubicBezTo>
                <a:cubicBezTo>
                  <a:pt x="764" y="129"/>
                  <a:pt x="765" y="129"/>
                  <a:pt x="765" y="129"/>
                </a:cubicBezTo>
                <a:cubicBezTo>
                  <a:pt x="765" y="129"/>
                  <a:pt x="766" y="129"/>
                  <a:pt x="766" y="129"/>
                </a:cubicBezTo>
                <a:cubicBezTo>
                  <a:pt x="767" y="129"/>
                  <a:pt x="767" y="129"/>
                  <a:pt x="767" y="130"/>
                </a:cubicBezTo>
                <a:cubicBezTo>
                  <a:pt x="767" y="130"/>
                  <a:pt x="767" y="130"/>
                  <a:pt x="767" y="130"/>
                </a:cubicBezTo>
                <a:cubicBezTo>
                  <a:pt x="767" y="130"/>
                  <a:pt x="768" y="130"/>
                  <a:pt x="768" y="130"/>
                </a:cubicBezTo>
                <a:cubicBezTo>
                  <a:pt x="768" y="130"/>
                  <a:pt x="769" y="131"/>
                  <a:pt x="769" y="130"/>
                </a:cubicBezTo>
                <a:cubicBezTo>
                  <a:pt x="770" y="130"/>
                  <a:pt x="770" y="130"/>
                  <a:pt x="770" y="130"/>
                </a:cubicBezTo>
                <a:cubicBezTo>
                  <a:pt x="770" y="130"/>
                  <a:pt x="770" y="130"/>
                  <a:pt x="771" y="130"/>
                </a:cubicBezTo>
                <a:cubicBezTo>
                  <a:pt x="771" y="130"/>
                  <a:pt x="771" y="130"/>
                  <a:pt x="771" y="130"/>
                </a:cubicBezTo>
                <a:cubicBezTo>
                  <a:pt x="771" y="130"/>
                  <a:pt x="772" y="130"/>
                  <a:pt x="772" y="130"/>
                </a:cubicBezTo>
                <a:cubicBezTo>
                  <a:pt x="772" y="130"/>
                  <a:pt x="772" y="131"/>
                  <a:pt x="773" y="131"/>
                </a:cubicBezTo>
                <a:cubicBezTo>
                  <a:pt x="773" y="131"/>
                  <a:pt x="774" y="130"/>
                  <a:pt x="774" y="130"/>
                </a:cubicBezTo>
                <a:cubicBezTo>
                  <a:pt x="774" y="130"/>
                  <a:pt x="774" y="131"/>
                  <a:pt x="774" y="131"/>
                </a:cubicBezTo>
                <a:cubicBezTo>
                  <a:pt x="774" y="131"/>
                  <a:pt x="775" y="131"/>
                  <a:pt x="776" y="131"/>
                </a:cubicBezTo>
                <a:cubicBezTo>
                  <a:pt x="777" y="131"/>
                  <a:pt x="778" y="131"/>
                  <a:pt x="779" y="132"/>
                </a:cubicBezTo>
                <a:cubicBezTo>
                  <a:pt x="780" y="133"/>
                  <a:pt x="781" y="133"/>
                  <a:pt x="782" y="134"/>
                </a:cubicBezTo>
                <a:cubicBezTo>
                  <a:pt x="782" y="134"/>
                  <a:pt x="782" y="134"/>
                  <a:pt x="783" y="134"/>
                </a:cubicBezTo>
                <a:cubicBezTo>
                  <a:pt x="783" y="134"/>
                  <a:pt x="784" y="135"/>
                  <a:pt x="784" y="135"/>
                </a:cubicBezTo>
                <a:cubicBezTo>
                  <a:pt x="785" y="136"/>
                  <a:pt x="785" y="136"/>
                  <a:pt x="786" y="135"/>
                </a:cubicBezTo>
                <a:cubicBezTo>
                  <a:pt x="786" y="134"/>
                  <a:pt x="786" y="134"/>
                  <a:pt x="786" y="134"/>
                </a:cubicBezTo>
                <a:cubicBezTo>
                  <a:pt x="786" y="134"/>
                  <a:pt x="786" y="134"/>
                  <a:pt x="786" y="134"/>
                </a:cubicBezTo>
                <a:cubicBezTo>
                  <a:pt x="786" y="134"/>
                  <a:pt x="787" y="134"/>
                  <a:pt x="787" y="134"/>
                </a:cubicBezTo>
                <a:cubicBezTo>
                  <a:pt x="787" y="134"/>
                  <a:pt x="787" y="134"/>
                  <a:pt x="787" y="133"/>
                </a:cubicBezTo>
                <a:cubicBezTo>
                  <a:pt x="787" y="133"/>
                  <a:pt x="788" y="133"/>
                  <a:pt x="788" y="133"/>
                </a:cubicBezTo>
                <a:cubicBezTo>
                  <a:pt x="788" y="132"/>
                  <a:pt x="787" y="132"/>
                  <a:pt x="787" y="132"/>
                </a:cubicBezTo>
                <a:cubicBezTo>
                  <a:pt x="787" y="131"/>
                  <a:pt x="788" y="132"/>
                  <a:pt x="789" y="132"/>
                </a:cubicBezTo>
                <a:cubicBezTo>
                  <a:pt x="789" y="132"/>
                  <a:pt x="790" y="132"/>
                  <a:pt x="790" y="133"/>
                </a:cubicBezTo>
                <a:cubicBezTo>
                  <a:pt x="791" y="133"/>
                  <a:pt x="791" y="133"/>
                  <a:pt x="791" y="133"/>
                </a:cubicBezTo>
                <a:cubicBezTo>
                  <a:pt x="792" y="133"/>
                  <a:pt x="792" y="132"/>
                  <a:pt x="793" y="133"/>
                </a:cubicBezTo>
                <a:cubicBezTo>
                  <a:pt x="793" y="133"/>
                  <a:pt x="793" y="133"/>
                  <a:pt x="794" y="133"/>
                </a:cubicBezTo>
                <a:cubicBezTo>
                  <a:pt x="794" y="133"/>
                  <a:pt x="795" y="133"/>
                  <a:pt x="794" y="132"/>
                </a:cubicBezTo>
                <a:cubicBezTo>
                  <a:pt x="794" y="132"/>
                  <a:pt x="796" y="132"/>
                  <a:pt x="797" y="133"/>
                </a:cubicBezTo>
                <a:cubicBezTo>
                  <a:pt x="797" y="133"/>
                  <a:pt x="797" y="133"/>
                  <a:pt x="798" y="133"/>
                </a:cubicBezTo>
                <a:cubicBezTo>
                  <a:pt x="798" y="133"/>
                  <a:pt x="799" y="133"/>
                  <a:pt x="799" y="133"/>
                </a:cubicBezTo>
                <a:cubicBezTo>
                  <a:pt x="800" y="133"/>
                  <a:pt x="800" y="133"/>
                  <a:pt x="801" y="133"/>
                </a:cubicBezTo>
                <a:cubicBezTo>
                  <a:pt x="802" y="134"/>
                  <a:pt x="802" y="134"/>
                  <a:pt x="803" y="134"/>
                </a:cubicBezTo>
                <a:cubicBezTo>
                  <a:pt x="803" y="134"/>
                  <a:pt x="804" y="134"/>
                  <a:pt x="804" y="134"/>
                </a:cubicBezTo>
                <a:cubicBezTo>
                  <a:pt x="805" y="134"/>
                  <a:pt x="805" y="133"/>
                  <a:pt x="806" y="133"/>
                </a:cubicBezTo>
                <a:cubicBezTo>
                  <a:pt x="807" y="133"/>
                  <a:pt x="808" y="134"/>
                  <a:pt x="809" y="134"/>
                </a:cubicBezTo>
                <a:cubicBezTo>
                  <a:pt x="810" y="135"/>
                  <a:pt x="810" y="135"/>
                  <a:pt x="811" y="135"/>
                </a:cubicBezTo>
                <a:cubicBezTo>
                  <a:pt x="811" y="135"/>
                  <a:pt x="812" y="135"/>
                  <a:pt x="812" y="135"/>
                </a:cubicBezTo>
                <a:cubicBezTo>
                  <a:pt x="812" y="135"/>
                  <a:pt x="813" y="135"/>
                  <a:pt x="813" y="135"/>
                </a:cubicBezTo>
                <a:cubicBezTo>
                  <a:pt x="813" y="135"/>
                  <a:pt x="813" y="135"/>
                  <a:pt x="814" y="135"/>
                </a:cubicBezTo>
                <a:cubicBezTo>
                  <a:pt x="814" y="135"/>
                  <a:pt x="815" y="135"/>
                  <a:pt x="815" y="135"/>
                </a:cubicBezTo>
                <a:cubicBezTo>
                  <a:pt x="816" y="135"/>
                  <a:pt x="816" y="134"/>
                  <a:pt x="817" y="134"/>
                </a:cubicBezTo>
                <a:cubicBezTo>
                  <a:pt x="818" y="134"/>
                  <a:pt x="818" y="133"/>
                  <a:pt x="819" y="133"/>
                </a:cubicBezTo>
                <a:cubicBezTo>
                  <a:pt x="820" y="133"/>
                  <a:pt x="821" y="133"/>
                  <a:pt x="821" y="132"/>
                </a:cubicBezTo>
                <a:cubicBezTo>
                  <a:pt x="822" y="132"/>
                  <a:pt x="822" y="131"/>
                  <a:pt x="823" y="131"/>
                </a:cubicBezTo>
                <a:cubicBezTo>
                  <a:pt x="824" y="131"/>
                  <a:pt x="825" y="131"/>
                  <a:pt x="825" y="130"/>
                </a:cubicBezTo>
                <a:cubicBezTo>
                  <a:pt x="826" y="130"/>
                  <a:pt x="827" y="128"/>
                  <a:pt x="827" y="128"/>
                </a:cubicBezTo>
                <a:cubicBezTo>
                  <a:pt x="827" y="127"/>
                  <a:pt x="827" y="127"/>
                  <a:pt x="827" y="127"/>
                </a:cubicBezTo>
                <a:cubicBezTo>
                  <a:pt x="827" y="126"/>
                  <a:pt x="828" y="126"/>
                  <a:pt x="828" y="126"/>
                </a:cubicBezTo>
                <a:cubicBezTo>
                  <a:pt x="829" y="125"/>
                  <a:pt x="829" y="125"/>
                  <a:pt x="830" y="125"/>
                </a:cubicBezTo>
                <a:cubicBezTo>
                  <a:pt x="831" y="125"/>
                  <a:pt x="831" y="125"/>
                  <a:pt x="832" y="125"/>
                </a:cubicBezTo>
                <a:cubicBezTo>
                  <a:pt x="832" y="125"/>
                  <a:pt x="832" y="125"/>
                  <a:pt x="832" y="125"/>
                </a:cubicBezTo>
                <a:cubicBezTo>
                  <a:pt x="833" y="125"/>
                  <a:pt x="833" y="125"/>
                  <a:pt x="833" y="125"/>
                </a:cubicBezTo>
                <a:cubicBezTo>
                  <a:pt x="833" y="125"/>
                  <a:pt x="834" y="125"/>
                  <a:pt x="834" y="125"/>
                </a:cubicBezTo>
                <a:cubicBezTo>
                  <a:pt x="834" y="124"/>
                  <a:pt x="834" y="124"/>
                  <a:pt x="834" y="123"/>
                </a:cubicBezTo>
                <a:cubicBezTo>
                  <a:pt x="834" y="123"/>
                  <a:pt x="834" y="123"/>
                  <a:pt x="833" y="123"/>
                </a:cubicBezTo>
                <a:cubicBezTo>
                  <a:pt x="833" y="123"/>
                  <a:pt x="833" y="123"/>
                  <a:pt x="833" y="123"/>
                </a:cubicBezTo>
                <a:cubicBezTo>
                  <a:pt x="832" y="123"/>
                  <a:pt x="832" y="122"/>
                  <a:pt x="832" y="122"/>
                </a:cubicBezTo>
                <a:cubicBezTo>
                  <a:pt x="832" y="122"/>
                  <a:pt x="832" y="121"/>
                  <a:pt x="832" y="121"/>
                </a:cubicBezTo>
                <a:cubicBezTo>
                  <a:pt x="832" y="121"/>
                  <a:pt x="832" y="120"/>
                  <a:pt x="833" y="120"/>
                </a:cubicBezTo>
                <a:cubicBezTo>
                  <a:pt x="833" y="120"/>
                  <a:pt x="833" y="120"/>
                  <a:pt x="833" y="119"/>
                </a:cubicBezTo>
                <a:cubicBezTo>
                  <a:pt x="834" y="119"/>
                  <a:pt x="834" y="119"/>
                  <a:pt x="834" y="119"/>
                </a:cubicBezTo>
                <a:cubicBezTo>
                  <a:pt x="835" y="119"/>
                  <a:pt x="835" y="119"/>
                  <a:pt x="835" y="119"/>
                </a:cubicBezTo>
                <a:cubicBezTo>
                  <a:pt x="836" y="119"/>
                  <a:pt x="837" y="119"/>
                  <a:pt x="838" y="119"/>
                </a:cubicBezTo>
                <a:cubicBezTo>
                  <a:pt x="838" y="118"/>
                  <a:pt x="838" y="118"/>
                  <a:pt x="838" y="118"/>
                </a:cubicBezTo>
                <a:cubicBezTo>
                  <a:pt x="839" y="118"/>
                  <a:pt x="839" y="118"/>
                  <a:pt x="839" y="117"/>
                </a:cubicBezTo>
                <a:cubicBezTo>
                  <a:pt x="840" y="117"/>
                  <a:pt x="840" y="117"/>
                  <a:pt x="840" y="117"/>
                </a:cubicBezTo>
                <a:cubicBezTo>
                  <a:pt x="841" y="117"/>
                  <a:pt x="841" y="117"/>
                  <a:pt x="841" y="116"/>
                </a:cubicBezTo>
                <a:cubicBezTo>
                  <a:pt x="841" y="116"/>
                  <a:pt x="840" y="115"/>
                  <a:pt x="840" y="115"/>
                </a:cubicBezTo>
                <a:cubicBezTo>
                  <a:pt x="840" y="115"/>
                  <a:pt x="840" y="115"/>
                  <a:pt x="840" y="114"/>
                </a:cubicBezTo>
                <a:cubicBezTo>
                  <a:pt x="840" y="114"/>
                  <a:pt x="840" y="114"/>
                  <a:pt x="840" y="114"/>
                </a:cubicBezTo>
                <a:cubicBezTo>
                  <a:pt x="841" y="114"/>
                  <a:pt x="841" y="113"/>
                  <a:pt x="842" y="113"/>
                </a:cubicBezTo>
                <a:cubicBezTo>
                  <a:pt x="842" y="113"/>
                  <a:pt x="842" y="112"/>
                  <a:pt x="843" y="112"/>
                </a:cubicBezTo>
                <a:cubicBezTo>
                  <a:pt x="843" y="112"/>
                  <a:pt x="843" y="112"/>
                  <a:pt x="844" y="111"/>
                </a:cubicBezTo>
                <a:cubicBezTo>
                  <a:pt x="844" y="111"/>
                  <a:pt x="844" y="111"/>
                  <a:pt x="844" y="110"/>
                </a:cubicBezTo>
                <a:cubicBezTo>
                  <a:pt x="844" y="110"/>
                  <a:pt x="845" y="110"/>
                  <a:pt x="845" y="110"/>
                </a:cubicBezTo>
                <a:cubicBezTo>
                  <a:pt x="846" y="110"/>
                  <a:pt x="846" y="111"/>
                  <a:pt x="846" y="111"/>
                </a:cubicBezTo>
                <a:cubicBezTo>
                  <a:pt x="846" y="111"/>
                  <a:pt x="847" y="111"/>
                  <a:pt x="847" y="111"/>
                </a:cubicBezTo>
                <a:cubicBezTo>
                  <a:pt x="848" y="112"/>
                  <a:pt x="848" y="112"/>
                  <a:pt x="849" y="112"/>
                </a:cubicBezTo>
                <a:cubicBezTo>
                  <a:pt x="849" y="112"/>
                  <a:pt x="849" y="112"/>
                  <a:pt x="850" y="112"/>
                </a:cubicBezTo>
                <a:cubicBezTo>
                  <a:pt x="850" y="112"/>
                  <a:pt x="849" y="113"/>
                  <a:pt x="849" y="113"/>
                </a:cubicBezTo>
                <a:cubicBezTo>
                  <a:pt x="849" y="114"/>
                  <a:pt x="850" y="114"/>
                  <a:pt x="850" y="114"/>
                </a:cubicBezTo>
                <a:cubicBezTo>
                  <a:pt x="850" y="115"/>
                  <a:pt x="851" y="115"/>
                  <a:pt x="851" y="115"/>
                </a:cubicBezTo>
                <a:cubicBezTo>
                  <a:pt x="852" y="116"/>
                  <a:pt x="852" y="117"/>
                  <a:pt x="851" y="118"/>
                </a:cubicBezTo>
                <a:close/>
                <a:moveTo>
                  <a:pt x="115" y="205"/>
                </a:moveTo>
                <a:cubicBezTo>
                  <a:pt x="114" y="205"/>
                  <a:pt x="114" y="204"/>
                  <a:pt x="114" y="204"/>
                </a:cubicBezTo>
                <a:cubicBezTo>
                  <a:pt x="113" y="204"/>
                  <a:pt x="113" y="204"/>
                  <a:pt x="113" y="204"/>
                </a:cubicBezTo>
                <a:cubicBezTo>
                  <a:pt x="113" y="204"/>
                  <a:pt x="113" y="204"/>
                  <a:pt x="113" y="203"/>
                </a:cubicBezTo>
                <a:cubicBezTo>
                  <a:pt x="113" y="203"/>
                  <a:pt x="113" y="203"/>
                  <a:pt x="113" y="203"/>
                </a:cubicBezTo>
                <a:cubicBezTo>
                  <a:pt x="112" y="203"/>
                  <a:pt x="112" y="203"/>
                  <a:pt x="112" y="203"/>
                </a:cubicBezTo>
                <a:cubicBezTo>
                  <a:pt x="112" y="202"/>
                  <a:pt x="112" y="202"/>
                  <a:pt x="112" y="202"/>
                </a:cubicBezTo>
                <a:cubicBezTo>
                  <a:pt x="112" y="201"/>
                  <a:pt x="112" y="201"/>
                  <a:pt x="112" y="201"/>
                </a:cubicBezTo>
                <a:cubicBezTo>
                  <a:pt x="111" y="201"/>
                  <a:pt x="110" y="200"/>
                  <a:pt x="110" y="199"/>
                </a:cubicBezTo>
                <a:cubicBezTo>
                  <a:pt x="111" y="199"/>
                  <a:pt x="111" y="200"/>
                  <a:pt x="111" y="200"/>
                </a:cubicBezTo>
                <a:cubicBezTo>
                  <a:pt x="112" y="200"/>
                  <a:pt x="111" y="199"/>
                  <a:pt x="111" y="199"/>
                </a:cubicBezTo>
                <a:cubicBezTo>
                  <a:pt x="111" y="198"/>
                  <a:pt x="111" y="198"/>
                  <a:pt x="110" y="198"/>
                </a:cubicBezTo>
                <a:cubicBezTo>
                  <a:pt x="110" y="198"/>
                  <a:pt x="110" y="198"/>
                  <a:pt x="109" y="197"/>
                </a:cubicBezTo>
                <a:cubicBezTo>
                  <a:pt x="109" y="197"/>
                  <a:pt x="109" y="196"/>
                  <a:pt x="109" y="196"/>
                </a:cubicBezTo>
                <a:cubicBezTo>
                  <a:pt x="109" y="196"/>
                  <a:pt x="109" y="196"/>
                  <a:pt x="109" y="195"/>
                </a:cubicBezTo>
                <a:cubicBezTo>
                  <a:pt x="108" y="195"/>
                  <a:pt x="109" y="194"/>
                  <a:pt x="108" y="194"/>
                </a:cubicBezTo>
                <a:cubicBezTo>
                  <a:pt x="108" y="193"/>
                  <a:pt x="108" y="193"/>
                  <a:pt x="108" y="193"/>
                </a:cubicBezTo>
                <a:cubicBezTo>
                  <a:pt x="107" y="193"/>
                  <a:pt x="108" y="192"/>
                  <a:pt x="108" y="192"/>
                </a:cubicBezTo>
                <a:cubicBezTo>
                  <a:pt x="107" y="192"/>
                  <a:pt x="107" y="191"/>
                  <a:pt x="107" y="191"/>
                </a:cubicBezTo>
                <a:cubicBezTo>
                  <a:pt x="106" y="190"/>
                  <a:pt x="106" y="190"/>
                  <a:pt x="106" y="190"/>
                </a:cubicBezTo>
                <a:cubicBezTo>
                  <a:pt x="106" y="189"/>
                  <a:pt x="105" y="189"/>
                  <a:pt x="105" y="189"/>
                </a:cubicBezTo>
                <a:cubicBezTo>
                  <a:pt x="105" y="189"/>
                  <a:pt x="105" y="188"/>
                  <a:pt x="105" y="187"/>
                </a:cubicBezTo>
                <a:cubicBezTo>
                  <a:pt x="105" y="187"/>
                  <a:pt x="105" y="187"/>
                  <a:pt x="105" y="186"/>
                </a:cubicBezTo>
                <a:cubicBezTo>
                  <a:pt x="105" y="186"/>
                  <a:pt x="105" y="186"/>
                  <a:pt x="105" y="186"/>
                </a:cubicBezTo>
                <a:cubicBezTo>
                  <a:pt x="105" y="186"/>
                  <a:pt x="104" y="186"/>
                  <a:pt x="104" y="185"/>
                </a:cubicBezTo>
                <a:cubicBezTo>
                  <a:pt x="104" y="185"/>
                  <a:pt x="104" y="185"/>
                  <a:pt x="104" y="185"/>
                </a:cubicBezTo>
                <a:cubicBezTo>
                  <a:pt x="104" y="184"/>
                  <a:pt x="103" y="185"/>
                  <a:pt x="103" y="185"/>
                </a:cubicBezTo>
                <a:cubicBezTo>
                  <a:pt x="102" y="186"/>
                  <a:pt x="101" y="186"/>
                  <a:pt x="100" y="186"/>
                </a:cubicBezTo>
                <a:cubicBezTo>
                  <a:pt x="100" y="186"/>
                  <a:pt x="99" y="186"/>
                  <a:pt x="98" y="186"/>
                </a:cubicBezTo>
                <a:cubicBezTo>
                  <a:pt x="98" y="186"/>
                  <a:pt x="98" y="186"/>
                  <a:pt x="97" y="186"/>
                </a:cubicBezTo>
                <a:cubicBezTo>
                  <a:pt x="97" y="187"/>
                  <a:pt x="97" y="187"/>
                  <a:pt x="97" y="188"/>
                </a:cubicBezTo>
                <a:cubicBezTo>
                  <a:pt x="97" y="188"/>
                  <a:pt x="97" y="189"/>
                  <a:pt x="97" y="189"/>
                </a:cubicBezTo>
                <a:cubicBezTo>
                  <a:pt x="97" y="190"/>
                  <a:pt x="96" y="191"/>
                  <a:pt x="96" y="191"/>
                </a:cubicBezTo>
                <a:cubicBezTo>
                  <a:pt x="96" y="192"/>
                  <a:pt x="95" y="192"/>
                  <a:pt x="95" y="193"/>
                </a:cubicBezTo>
                <a:cubicBezTo>
                  <a:pt x="96" y="193"/>
                  <a:pt x="96" y="193"/>
                  <a:pt x="96" y="194"/>
                </a:cubicBezTo>
                <a:cubicBezTo>
                  <a:pt x="96" y="195"/>
                  <a:pt x="96" y="195"/>
                  <a:pt x="97" y="196"/>
                </a:cubicBezTo>
                <a:cubicBezTo>
                  <a:pt x="98" y="197"/>
                  <a:pt x="98" y="197"/>
                  <a:pt x="99" y="198"/>
                </a:cubicBezTo>
                <a:cubicBezTo>
                  <a:pt x="99" y="199"/>
                  <a:pt x="100" y="200"/>
                  <a:pt x="101" y="201"/>
                </a:cubicBezTo>
                <a:cubicBezTo>
                  <a:pt x="101" y="201"/>
                  <a:pt x="102" y="202"/>
                  <a:pt x="102" y="203"/>
                </a:cubicBezTo>
                <a:cubicBezTo>
                  <a:pt x="102" y="203"/>
                  <a:pt x="102" y="203"/>
                  <a:pt x="102" y="204"/>
                </a:cubicBezTo>
                <a:cubicBezTo>
                  <a:pt x="102" y="204"/>
                  <a:pt x="102" y="204"/>
                  <a:pt x="102" y="205"/>
                </a:cubicBezTo>
                <a:cubicBezTo>
                  <a:pt x="103" y="205"/>
                  <a:pt x="103" y="205"/>
                  <a:pt x="103" y="206"/>
                </a:cubicBezTo>
                <a:cubicBezTo>
                  <a:pt x="104" y="208"/>
                  <a:pt x="107" y="208"/>
                  <a:pt x="108" y="209"/>
                </a:cubicBezTo>
                <a:cubicBezTo>
                  <a:pt x="109" y="209"/>
                  <a:pt x="109" y="210"/>
                  <a:pt x="110" y="210"/>
                </a:cubicBezTo>
                <a:cubicBezTo>
                  <a:pt x="110" y="210"/>
                  <a:pt x="111" y="209"/>
                  <a:pt x="111" y="209"/>
                </a:cubicBezTo>
                <a:cubicBezTo>
                  <a:pt x="111" y="209"/>
                  <a:pt x="112" y="209"/>
                  <a:pt x="113" y="209"/>
                </a:cubicBezTo>
                <a:cubicBezTo>
                  <a:pt x="113" y="209"/>
                  <a:pt x="113" y="209"/>
                  <a:pt x="113" y="209"/>
                </a:cubicBezTo>
                <a:cubicBezTo>
                  <a:pt x="114" y="209"/>
                  <a:pt x="114" y="208"/>
                  <a:pt x="114" y="208"/>
                </a:cubicBezTo>
                <a:cubicBezTo>
                  <a:pt x="113" y="207"/>
                  <a:pt x="113" y="206"/>
                  <a:pt x="114" y="206"/>
                </a:cubicBezTo>
                <a:cubicBezTo>
                  <a:pt x="114" y="206"/>
                  <a:pt x="114" y="206"/>
                  <a:pt x="114" y="206"/>
                </a:cubicBezTo>
                <a:cubicBezTo>
                  <a:pt x="114" y="207"/>
                  <a:pt x="114" y="207"/>
                  <a:pt x="114" y="208"/>
                </a:cubicBezTo>
                <a:cubicBezTo>
                  <a:pt x="114" y="208"/>
                  <a:pt x="115" y="208"/>
                  <a:pt x="115" y="208"/>
                </a:cubicBezTo>
                <a:cubicBezTo>
                  <a:pt x="115" y="208"/>
                  <a:pt x="115" y="207"/>
                  <a:pt x="115" y="207"/>
                </a:cubicBezTo>
                <a:cubicBezTo>
                  <a:pt x="115" y="206"/>
                  <a:pt x="115" y="206"/>
                  <a:pt x="115" y="205"/>
                </a:cubicBezTo>
                <a:close/>
                <a:moveTo>
                  <a:pt x="146" y="247"/>
                </a:moveTo>
                <a:cubicBezTo>
                  <a:pt x="147" y="247"/>
                  <a:pt x="148" y="247"/>
                  <a:pt x="148" y="247"/>
                </a:cubicBezTo>
                <a:cubicBezTo>
                  <a:pt x="148" y="246"/>
                  <a:pt x="148" y="246"/>
                  <a:pt x="148" y="245"/>
                </a:cubicBezTo>
                <a:cubicBezTo>
                  <a:pt x="148" y="245"/>
                  <a:pt x="148" y="244"/>
                  <a:pt x="148" y="244"/>
                </a:cubicBezTo>
                <a:cubicBezTo>
                  <a:pt x="148" y="243"/>
                  <a:pt x="148" y="243"/>
                  <a:pt x="147" y="243"/>
                </a:cubicBezTo>
                <a:cubicBezTo>
                  <a:pt x="147" y="243"/>
                  <a:pt x="146" y="243"/>
                  <a:pt x="146" y="242"/>
                </a:cubicBezTo>
                <a:cubicBezTo>
                  <a:pt x="146" y="242"/>
                  <a:pt x="145" y="241"/>
                  <a:pt x="144" y="240"/>
                </a:cubicBezTo>
                <a:cubicBezTo>
                  <a:pt x="144" y="240"/>
                  <a:pt x="144" y="240"/>
                  <a:pt x="144" y="240"/>
                </a:cubicBezTo>
                <a:cubicBezTo>
                  <a:pt x="143" y="239"/>
                  <a:pt x="143" y="239"/>
                  <a:pt x="143" y="239"/>
                </a:cubicBezTo>
                <a:cubicBezTo>
                  <a:pt x="142" y="239"/>
                  <a:pt x="142" y="238"/>
                  <a:pt x="142" y="237"/>
                </a:cubicBezTo>
                <a:cubicBezTo>
                  <a:pt x="141" y="237"/>
                  <a:pt x="140" y="237"/>
                  <a:pt x="140" y="238"/>
                </a:cubicBezTo>
                <a:cubicBezTo>
                  <a:pt x="140" y="238"/>
                  <a:pt x="140" y="239"/>
                  <a:pt x="140" y="239"/>
                </a:cubicBezTo>
                <a:cubicBezTo>
                  <a:pt x="140" y="240"/>
                  <a:pt x="140" y="241"/>
                  <a:pt x="140" y="241"/>
                </a:cubicBezTo>
                <a:cubicBezTo>
                  <a:pt x="140" y="242"/>
                  <a:pt x="140" y="242"/>
                  <a:pt x="140" y="242"/>
                </a:cubicBezTo>
                <a:cubicBezTo>
                  <a:pt x="140" y="243"/>
                  <a:pt x="140" y="243"/>
                  <a:pt x="140" y="243"/>
                </a:cubicBezTo>
                <a:cubicBezTo>
                  <a:pt x="140" y="244"/>
                  <a:pt x="141" y="244"/>
                  <a:pt x="141" y="244"/>
                </a:cubicBezTo>
                <a:cubicBezTo>
                  <a:pt x="141" y="244"/>
                  <a:pt x="141" y="244"/>
                  <a:pt x="141" y="245"/>
                </a:cubicBezTo>
                <a:cubicBezTo>
                  <a:pt x="142" y="245"/>
                  <a:pt x="142" y="245"/>
                  <a:pt x="142" y="246"/>
                </a:cubicBezTo>
                <a:cubicBezTo>
                  <a:pt x="142" y="246"/>
                  <a:pt x="143" y="246"/>
                  <a:pt x="143" y="246"/>
                </a:cubicBezTo>
                <a:cubicBezTo>
                  <a:pt x="143" y="246"/>
                  <a:pt x="144" y="246"/>
                  <a:pt x="144" y="246"/>
                </a:cubicBezTo>
                <a:cubicBezTo>
                  <a:pt x="144" y="246"/>
                  <a:pt x="144" y="247"/>
                  <a:pt x="144" y="247"/>
                </a:cubicBezTo>
                <a:cubicBezTo>
                  <a:pt x="144" y="248"/>
                  <a:pt x="145" y="249"/>
                  <a:pt x="144" y="249"/>
                </a:cubicBezTo>
                <a:cubicBezTo>
                  <a:pt x="144" y="249"/>
                  <a:pt x="144" y="249"/>
                  <a:pt x="144" y="250"/>
                </a:cubicBezTo>
                <a:cubicBezTo>
                  <a:pt x="144" y="250"/>
                  <a:pt x="145" y="250"/>
                  <a:pt x="145" y="250"/>
                </a:cubicBezTo>
                <a:cubicBezTo>
                  <a:pt x="146" y="250"/>
                  <a:pt x="146" y="251"/>
                  <a:pt x="146" y="252"/>
                </a:cubicBezTo>
                <a:cubicBezTo>
                  <a:pt x="146" y="252"/>
                  <a:pt x="147" y="253"/>
                  <a:pt x="148" y="253"/>
                </a:cubicBezTo>
                <a:cubicBezTo>
                  <a:pt x="148" y="252"/>
                  <a:pt x="147" y="251"/>
                  <a:pt x="147" y="251"/>
                </a:cubicBezTo>
                <a:cubicBezTo>
                  <a:pt x="147" y="250"/>
                  <a:pt x="146" y="250"/>
                  <a:pt x="146" y="250"/>
                </a:cubicBezTo>
                <a:cubicBezTo>
                  <a:pt x="146" y="249"/>
                  <a:pt x="146" y="249"/>
                  <a:pt x="146" y="248"/>
                </a:cubicBezTo>
                <a:cubicBezTo>
                  <a:pt x="146" y="248"/>
                  <a:pt x="146" y="248"/>
                  <a:pt x="146" y="248"/>
                </a:cubicBezTo>
                <a:cubicBezTo>
                  <a:pt x="145" y="248"/>
                  <a:pt x="146" y="247"/>
                  <a:pt x="146" y="247"/>
                </a:cubicBezTo>
                <a:close/>
                <a:moveTo>
                  <a:pt x="130" y="224"/>
                </a:moveTo>
                <a:cubicBezTo>
                  <a:pt x="130" y="224"/>
                  <a:pt x="130" y="224"/>
                  <a:pt x="130" y="224"/>
                </a:cubicBezTo>
                <a:cubicBezTo>
                  <a:pt x="129" y="223"/>
                  <a:pt x="129" y="223"/>
                  <a:pt x="128" y="222"/>
                </a:cubicBezTo>
                <a:cubicBezTo>
                  <a:pt x="128" y="222"/>
                  <a:pt x="127" y="221"/>
                  <a:pt x="127" y="221"/>
                </a:cubicBezTo>
                <a:cubicBezTo>
                  <a:pt x="127" y="220"/>
                  <a:pt x="126" y="219"/>
                  <a:pt x="126" y="217"/>
                </a:cubicBezTo>
                <a:cubicBezTo>
                  <a:pt x="126" y="217"/>
                  <a:pt x="125" y="217"/>
                  <a:pt x="125" y="217"/>
                </a:cubicBezTo>
                <a:cubicBezTo>
                  <a:pt x="124" y="217"/>
                  <a:pt x="124" y="216"/>
                  <a:pt x="123" y="216"/>
                </a:cubicBezTo>
                <a:cubicBezTo>
                  <a:pt x="122" y="216"/>
                  <a:pt x="122" y="217"/>
                  <a:pt x="122" y="218"/>
                </a:cubicBezTo>
                <a:cubicBezTo>
                  <a:pt x="122" y="219"/>
                  <a:pt x="123" y="220"/>
                  <a:pt x="122" y="219"/>
                </a:cubicBezTo>
                <a:cubicBezTo>
                  <a:pt x="122" y="220"/>
                  <a:pt x="122" y="221"/>
                  <a:pt x="122" y="221"/>
                </a:cubicBezTo>
                <a:cubicBezTo>
                  <a:pt x="123" y="221"/>
                  <a:pt x="123" y="221"/>
                  <a:pt x="123" y="221"/>
                </a:cubicBezTo>
                <a:cubicBezTo>
                  <a:pt x="124" y="222"/>
                  <a:pt x="123" y="222"/>
                  <a:pt x="123" y="222"/>
                </a:cubicBezTo>
                <a:cubicBezTo>
                  <a:pt x="123" y="223"/>
                  <a:pt x="123" y="223"/>
                  <a:pt x="124" y="223"/>
                </a:cubicBezTo>
                <a:cubicBezTo>
                  <a:pt x="124" y="223"/>
                  <a:pt x="124" y="223"/>
                  <a:pt x="124" y="223"/>
                </a:cubicBezTo>
                <a:cubicBezTo>
                  <a:pt x="125" y="223"/>
                  <a:pt x="125" y="223"/>
                  <a:pt x="125" y="223"/>
                </a:cubicBezTo>
                <a:cubicBezTo>
                  <a:pt x="126" y="223"/>
                  <a:pt x="127" y="224"/>
                  <a:pt x="127" y="224"/>
                </a:cubicBezTo>
                <a:cubicBezTo>
                  <a:pt x="128" y="225"/>
                  <a:pt x="128" y="224"/>
                  <a:pt x="129" y="225"/>
                </a:cubicBezTo>
                <a:cubicBezTo>
                  <a:pt x="129" y="225"/>
                  <a:pt x="129" y="225"/>
                  <a:pt x="129" y="225"/>
                </a:cubicBezTo>
                <a:cubicBezTo>
                  <a:pt x="130" y="226"/>
                  <a:pt x="130" y="226"/>
                  <a:pt x="130" y="226"/>
                </a:cubicBezTo>
                <a:cubicBezTo>
                  <a:pt x="131" y="226"/>
                  <a:pt x="131" y="226"/>
                  <a:pt x="131" y="225"/>
                </a:cubicBezTo>
                <a:cubicBezTo>
                  <a:pt x="130" y="225"/>
                  <a:pt x="131" y="225"/>
                  <a:pt x="130" y="224"/>
                </a:cubicBezTo>
                <a:close/>
                <a:moveTo>
                  <a:pt x="141" y="236"/>
                </a:moveTo>
                <a:cubicBezTo>
                  <a:pt x="141" y="235"/>
                  <a:pt x="141" y="235"/>
                  <a:pt x="141" y="235"/>
                </a:cubicBezTo>
                <a:cubicBezTo>
                  <a:pt x="140" y="234"/>
                  <a:pt x="140" y="233"/>
                  <a:pt x="139" y="233"/>
                </a:cubicBezTo>
                <a:cubicBezTo>
                  <a:pt x="139" y="232"/>
                  <a:pt x="138" y="232"/>
                  <a:pt x="138" y="232"/>
                </a:cubicBezTo>
                <a:cubicBezTo>
                  <a:pt x="137" y="232"/>
                  <a:pt x="136" y="231"/>
                  <a:pt x="136" y="230"/>
                </a:cubicBezTo>
                <a:cubicBezTo>
                  <a:pt x="136" y="230"/>
                  <a:pt x="136" y="230"/>
                  <a:pt x="135" y="230"/>
                </a:cubicBezTo>
                <a:cubicBezTo>
                  <a:pt x="135" y="229"/>
                  <a:pt x="135" y="229"/>
                  <a:pt x="135" y="229"/>
                </a:cubicBezTo>
                <a:cubicBezTo>
                  <a:pt x="134" y="229"/>
                  <a:pt x="134" y="229"/>
                  <a:pt x="134" y="229"/>
                </a:cubicBezTo>
                <a:cubicBezTo>
                  <a:pt x="134" y="230"/>
                  <a:pt x="134" y="230"/>
                  <a:pt x="134" y="230"/>
                </a:cubicBezTo>
                <a:cubicBezTo>
                  <a:pt x="134" y="230"/>
                  <a:pt x="134" y="230"/>
                  <a:pt x="134" y="231"/>
                </a:cubicBezTo>
                <a:cubicBezTo>
                  <a:pt x="133" y="231"/>
                  <a:pt x="134" y="231"/>
                  <a:pt x="134" y="231"/>
                </a:cubicBezTo>
                <a:cubicBezTo>
                  <a:pt x="134" y="232"/>
                  <a:pt x="134" y="232"/>
                  <a:pt x="134" y="233"/>
                </a:cubicBezTo>
                <a:cubicBezTo>
                  <a:pt x="134" y="233"/>
                  <a:pt x="134" y="233"/>
                  <a:pt x="135" y="234"/>
                </a:cubicBezTo>
                <a:cubicBezTo>
                  <a:pt x="135" y="235"/>
                  <a:pt x="135" y="235"/>
                  <a:pt x="135" y="236"/>
                </a:cubicBezTo>
                <a:cubicBezTo>
                  <a:pt x="135" y="236"/>
                  <a:pt x="134" y="237"/>
                  <a:pt x="134" y="237"/>
                </a:cubicBezTo>
                <a:cubicBezTo>
                  <a:pt x="134" y="237"/>
                  <a:pt x="135" y="237"/>
                  <a:pt x="135" y="238"/>
                </a:cubicBezTo>
                <a:cubicBezTo>
                  <a:pt x="135" y="238"/>
                  <a:pt x="135" y="239"/>
                  <a:pt x="135" y="239"/>
                </a:cubicBezTo>
                <a:cubicBezTo>
                  <a:pt x="136" y="239"/>
                  <a:pt x="136" y="238"/>
                  <a:pt x="137" y="238"/>
                </a:cubicBezTo>
                <a:cubicBezTo>
                  <a:pt x="137" y="238"/>
                  <a:pt x="138" y="238"/>
                  <a:pt x="138" y="238"/>
                </a:cubicBezTo>
                <a:cubicBezTo>
                  <a:pt x="139" y="238"/>
                  <a:pt x="139" y="238"/>
                  <a:pt x="139" y="237"/>
                </a:cubicBezTo>
                <a:cubicBezTo>
                  <a:pt x="139" y="237"/>
                  <a:pt x="140" y="237"/>
                  <a:pt x="141" y="237"/>
                </a:cubicBezTo>
                <a:cubicBezTo>
                  <a:pt x="141" y="236"/>
                  <a:pt x="141" y="236"/>
                  <a:pt x="141" y="236"/>
                </a:cubicBezTo>
                <a:close/>
                <a:moveTo>
                  <a:pt x="776" y="311"/>
                </a:moveTo>
                <a:cubicBezTo>
                  <a:pt x="777" y="311"/>
                  <a:pt x="777" y="311"/>
                  <a:pt x="777" y="311"/>
                </a:cubicBezTo>
                <a:cubicBezTo>
                  <a:pt x="777" y="311"/>
                  <a:pt x="777" y="311"/>
                  <a:pt x="778" y="311"/>
                </a:cubicBezTo>
                <a:cubicBezTo>
                  <a:pt x="778" y="310"/>
                  <a:pt x="778" y="310"/>
                  <a:pt x="778" y="310"/>
                </a:cubicBezTo>
                <a:cubicBezTo>
                  <a:pt x="778" y="309"/>
                  <a:pt x="779" y="309"/>
                  <a:pt x="779" y="308"/>
                </a:cubicBezTo>
                <a:cubicBezTo>
                  <a:pt x="779" y="308"/>
                  <a:pt x="779" y="308"/>
                  <a:pt x="779" y="307"/>
                </a:cubicBezTo>
                <a:cubicBezTo>
                  <a:pt x="779" y="306"/>
                  <a:pt x="778" y="307"/>
                  <a:pt x="778" y="306"/>
                </a:cubicBezTo>
                <a:cubicBezTo>
                  <a:pt x="777" y="306"/>
                  <a:pt x="779" y="305"/>
                  <a:pt x="777" y="305"/>
                </a:cubicBezTo>
                <a:cubicBezTo>
                  <a:pt x="778" y="304"/>
                  <a:pt x="778" y="304"/>
                  <a:pt x="778" y="304"/>
                </a:cubicBezTo>
                <a:cubicBezTo>
                  <a:pt x="778" y="303"/>
                  <a:pt x="778" y="303"/>
                  <a:pt x="778" y="302"/>
                </a:cubicBezTo>
                <a:cubicBezTo>
                  <a:pt x="779" y="301"/>
                  <a:pt x="779" y="301"/>
                  <a:pt x="780" y="300"/>
                </a:cubicBezTo>
                <a:cubicBezTo>
                  <a:pt x="781" y="299"/>
                  <a:pt x="781" y="299"/>
                  <a:pt x="782" y="298"/>
                </a:cubicBezTo>
                <a:cubicBezTo>
                  <a:pt x="783" y="298"/>
                  <a:pt x="783" y="297"/>
                  <a:pt x="782" y="296"/>
                </a:cubicBezTo>
                <a:cubicBezTo>
                  <a:pt x="782" y="296"/>
                  <a:pt x="782" y="296"/>
                  <a:pt x="782" y="295"/>
                </a:cubicBezTo>
                <a:cubicBezTo>
                  <a:pt x="781" y="295"/>
                  <a:pt x="782" y="295"/>
                  <a:pt x="782" y="295"/>
                </a:cubicBezTo>
                <a:cubicBezTo>
                  <a:pt x="782" y="294"/>
                  <a:pt x="782" y="293"/>
                  <a:pt x="781" y="292"/>
                </a:cubicBezTo>
                <a:cubicBezTo>
                  <a:pt x="781" y="291"/>
                  <a:pt x="781" y="291"/>
                  <a:pt x="781" y="290"/>
                </a:cubicBezTo>
                <a:cubicBezTo>
                  <a:pt x="781" y="289"/>
                  <a:pt x="781" y="289"/>
                  <a:pt x="780" y="288"/>
                </a:cubicBezTo>
                <a:cubicBezTo>
                  <a:pt x="780" y="288"/>
                  <a:pt x="779" y="289"/>
                  <a:pt x="778" y="289"/>
                </a:cubicBezTo>
                <a:cubicBezTo>
                  <a:pt x="778" y="289"/>
                  <a:pt x="777" y="290"/>
                  <a:pt x="776" y="290"/>
                </a:cubicBezTo>
                <a:cubicBezTo>
                  <a:pt x="776" y="291"/>
                  <a:pt x="775" y="291"/>
                  <a:pt x="775" y="292"/>
                </a:cubicBezTo>
                <a:cubicBezTo>
                  <a:pt x="774" y="292"/>
                  <a:pt x="773" y="292"/>
                  <a:pt x="772" y="292"/>
                </a:cubicBezTo>
                <a:cubicBezTo>
                  <a:pt x="772" y="292"/>
                  <a:pt x="771" y="292"/>
                  <a:pt x="771" y="292"/>
                </a:cubicBezTo>
                <a:cubicBezTo>
                  <a:pt x="771" y="293"/>
                  <a:pt x="770" y="293"/>
                  <a:pt x="770" y="294"/>
                </a:cubicBezTo>
                <a:cubicBezTo>
                  <a:pt x="770" y="294"/>
                  <a:pt x="770" y="296"/>
                  <a:pt x="770" y="296"/>
                </a:cubicBezTo>
                <a:cubicBezTo>
                  <a:pt x="771" y="297"/>
                  <a:pt x="772" y="298"/>
                  <a:pt x="772" y="299"/>
                </a:cubicBezTo>
                <a:cubicBezTo>
                  <a:pt x="771" y="300"/>
                  <a:pt x="771" y="300"/>
                  <a:pt x="771" y="300"/>
                </a:cubicBezTo>
                <a:cubicBezTo>
                  <a:pt x="772" y="301"/>
                  <a:pt x="772" y="301"/>
                  <a:pt x="771" y="302"/>
                </a:cubicBezTo>
                <a:cubicBezTo>
                  <a:pt x="771" y="302"/>
                  <a:pt x="770" y="302"/>
                  <a:pt x="770" y="302"/>
                </a:cubicBezTo>
                <a:cubicBezTo>
                  <a:pt x="770" y="302"/>
                  <a:pt x="770" y="303"/>
                  <a:pt x="770" y="304"/>
                </a:cubicBezTo>
                <a:cubicBezTo>
                  <a:pt x="770" y="304"/>
                  <a:pt x="770" y="304"/>
                  <a:pt x="770" y="305"/>
                </a:cubicBezTo>
                <a:cubicBezTo>
                  <a:pt x="770" y="305"/>
                  <a:pt x="769" y="306"/>
                  <a:pt x="769" y="307"/>
                </a:cubicBezTo>
                <a:cubicBezTo>
                  <a:pt x="769" y="307"/>
                  <a:pt x="768" y="308"/>
                  <a:pt x="768" y="308"/>
                </a:cubicBezTo>
                <a:cubicBezTo>
                  <a:pt x="768" y="308"/>
                  <a:pt x="768" y="310"/>
                  <a:pt x="768" y="310"/>
                </a:cubicBezTo>
                <a:cubicBezTo>
                  <a:pt x="769" y="310"/>
                  <a:pt x="770" y="310"/>
                  <a:pt x="771" y="310"/>
                </a:cubicBezTo>
                <a:cubicBezTo>
                  <a:pt x="771" y="309"/>
                  <a:pt x="771" y="309"/>
                  <a:pt x="772" y="309"/>
                </a:cubicBezTo>
                <a:cubicBezTo>
                  <a:pt x="772" y="309"/>
                  <a:pt x="772" y="310"/>
                  <a:pt x="772" y="310"/>
                </a:cubicBezTo>
                <a:cubicBezTo>
                  <a:pt x="773" y="311"/>
                  <a:pt x="774" y="311"/>
                  <a:pt x="774" y="310"/>
                </a:cubicBezTo>
                <a:cubicBezTo>
                  <a:pt x="774" y="310"/>
                  <a:pt x="775" y="309"/>
                  <a:pt x="774" y="309"/>
                </a:cubicBezTo>
                <a:cubicBezTo>
                  <a:pt x="774" y="309"/>
                  <a:pt x="774" y="308"/>
                  <a:pt x="774" y="308"/>
                </a:cubicBezTo>
                <a:cubicBezTo>
                  <a:pt x="774" y="307"/>
                  <a:pt x="776" y="307"/>
                  <a:pt x="776" y="307"/>
                </a:cubicBezTo>
                <a:cubicBezTo>
                  <a:pt x="776" y="307"/>
                  <a:pt x="776" y="308"/>
                  <a:pt x="776" y="308"/>
                </a:cubicBezTo>
                <a:cubicBezTo>
                  <a:pt x="776" y="309"/>
                  <a:pt x="775" y="310"/>
                  <a:pt x="775" y="311"/>
                </a:cubicBezTo>
                <a:cubicBezTo>
                  <a:pt x="775" y="312"/>
                  <a:pt x="776" y="312"/>
                  <a:pt x="776" y="311"/>
                </a:cubicBezTo>
                <a:close/>
                <a:moveTo>
                  <a:pt x="762" y="305"/>
                </a:moveTo>
                <a:cubicBezTo>
                  <a:pt x="762" y="305"/>
                  <a:pt x="762" y="304"/>
                  <a:pt x="762" y="304"/>
                </a:cubicBezTo>
                <a:cubicBezTo>
                  <a:pt x="762" y="304"/>
                  <a:pt x="761" y="304"/>
                  <a:pt x="761" y="304"/>
                </a:cubicBezTo>
                <a:cubicBezTo>
                  <a:pt x="760" y="303"/>
                  <a:pt x="760" y="302"/>
                  <a:pt x="760" y="301"/>
                </a:cubicBezTo>
                <a:cubicBezTo>
                  <a:pt x="760" y="302"/>
                  <a:pt x="759" y="302"/>
                  <a:pt x="759" y="302"/>
                </a:cubicBezTo>
                <a:cubicBezTo>
                  <a:pt x="758" y="302"/>
                  <a:pt x="758" y="301"/>
                  <a:pt x="757" y="301"/>
                </a:cubicBezTo>
                <a:cubicBezTo>
                  <a:pt x="757" y="301"/>
                  <a:pt x="757" y="302"/>
                  <a:pt x="757" y="302"/>
                </a:cubicBezTo>
                <a:cubicBezTo>
                  <a:pt x="757" y="302"/>
                  <a:pt x="757" y="302"/>
                  <a:pt x="757" y="303"/>
                </a:cubicBezTo>
                <a:cubicBezTo>
                  <a:pt x="757" y="303"/>
                  <a:pt x="757" y="303"/>
                  <a:pt x="756" y="303"/>
                </a:cubicBezTo>
                <a:cubicBezTo>
                  <a:pt x="756" y="304"/>
                  <a:pt x="756" y="304"/>
                  <a:pt x="756" y="305"/>
                </a:cubicBezTo>
                <a:cubicBezTo>
                  <a:pt x="756" y="305"/>
                  <a:pt x="756" y="305"/>
                  <a:pt x="756" y="306"/>
                </a:cubicBezTo>
                <a:cubicBezTo>
                  <a:pt x="756" y="306"/>
                  <a:pt x="755" y="306"/>
                  <a:pt x="755" y="307"/>
                </a:cubicBezTo>
                <a:cubicBezTo>
                  <a:pt x="755" y="308"/>
                  <a:pt x="757" y="309"/>
                  <a:pt x="758" y="310"/>
                </a:cubicBezTo>
                <a:cubicBezTo>
                  <a:pt x="758" y="310"/>
                  <a:pt x="758" y="311"/>
                  <a:pt x="759" y="311"/>
                </a:cubicBezTo>
                <a:cubicBezTo>
                  <a:pt x="759" y="312"/>
                  <a:pt x="759" y="312"/>
                  <a:pt x="760" y="313"/>
                </a:cubicBezTo>
                <a:cubicBezTo>
                  <a:pt x="760" y="313"/>
                  <a:pt x="761" y="313"/>
                  <a:pt x="762" y="312"/>
                </a:cubicBezTo>
                <a:cubicBezTo>
                  <a:pt x="762" y="312"/>
                  <a:pt x="762" y="311"/>
                  <a:pt x="762" y="311"/>
                </a:cubicBezTo>
                <a:cubicBezTo>
                  <a:pt x="762" y="310"/>
                  <a:pt x="762" y="309"/>
                  <a:pt x="762" y="308"/>
                </a:cubicBezTo>
                <a:cubicBezTo>
                  <a:pt x="762" y="307"/>
                  <a:pt x="762" y="306"/>
                  <a:pt x="762" y="305"/>
                </a:cubicBezTo>
                <a:close/>
                <a:moveTo>
                  <a:pt x="788" y="272"/>
                </a:moveTo>
                <a:cubicBezTo>
                  <a:pt x="788" y="272"/>
                  <a:pt x="788" y="273"/>
                  <a:pt x="787" y="273"/>
                </a:cubicBezTo>
                <a:cubicBezTo>
                  <a:pt x="787" y="274"/>
                  <a:pt x="787" y="274"/>
                  <a:pt x="788" y="275"/>
                </a:cubicBezTo>
                <a:cubicBezTo>
                  <a:pt x="788" y="276"/>
                  <a:pt x="788" y="276"/>
                  <a:pt x="789" y="277"/>
                </a:cubicBezTo>
                <a:cubicBezTo>
                  <a:pt x="790" y="277"/>
                  <a:pt x="790" y="278"/>
                  <a:pt x="791" y="278"/>
                </a:cubicBezTo>
                <a:cubicBezTo>
                  <a:pt x="792" y="279"/>
                  <a:pt x="792" y="279"/>
                  <a:pt x="793" y="278"/>
                </a:cubicBezTo>
                <a:cubicBezTo>
                  <a:pt x="793" y="278"/>
                  <a:pt x="793" y="277"/>
                  <a:pt x="794" y="277"/>
                </a:cubicBezTo>
                <a:cubicBezTo>
                  <a:pt x="794" y="276"/>
                  <a:pt x="794" y="276"/>
                  <a:pt x="795" y="276"/>
                </a:cubicBezTo>
                <a:cubicBezTo>
                  <a:pt x="796" y="275"/>
                  <a:pt x="797" y="274"/>
                  <a:pt x="796" y="272"/>
                </a:cubicBezTo>
                <a:cubicBezTo>
                  <a:pt x="795" y="271"/>
                  <a:pt x="794" y="271"/>
                  <a:pt x="793" y="272"/>
                </a:cubicBezTo>
                <a:cubicBezTo>
                  <a:pt x="792" y="272"/>
                  <a:pt x="792" y="272"/>
                  <a:pt x="791" y="271"/>
                </a:cubicBezTo>
                <a:cubicBezTo>
                  <a:pt x="791" y="271"/>
                  <a:pt x="790" y="270"/>
                  <a:pt x="789" y="271"/>
                </a:cubicBezTo>
                <a:cubicBezTo>
                  <a:pt x="789" y="271"/>
                  <a:pt x="789" y="271"/>
                  <a:pt x="788" y="272"/>
                </a:cubicBezTo>
                <a:close/>
                <a:moveTo>
                  <a:pt x="786" y="312"/>
                </a:moveTo>
                <a:cubicBezTo>
                  <a:pt x="786" y="312"/>
                  <a:pt x="787" y="312"/>
                  <a:pt x="788" y="311"/>
                </a:cubicBezTo>
                <a:cubicBezTo>
                  <a:pt x="788" y="311"/>
                  <a:pt x="788" y="311"/>
                  <a:pt x="788" y="311"/>
                </a:cubicBezTo>
                <a:cubicBezTo>
                  <a:pt x="789" y="310"/>
                  <a:pt x="789" y="311"/>
                  <a:pt x="790" y="312"/>
                </a:cubicBezTo>
                <a:cubicBezTo>
                  <a:pt x="791" y="312"/>
                  <a:pt x="792" y="311"/>
                  <a:pt x="793" y="310"/>
                </a:cubicBezTo>
                <a:cubicBezTo>
                  <a:pt x="794" y="310"/>
                  <a:pt x="794" y="309"/>
                  <a:pt x="795" y="309"/>
                </a:cubicBezTo>
                <a:cubicBezTo>
                  <a:pt x="795" y="308"/>
                  <a:pt x="795" y="307"/>
                  <a:pt x="795" y="307"/>
                </a:cubicBezTo>
                <a:cubicBezTo>
                  <a:pt x="795" y="307"/>
                  <a:pt x="794" y="307"/>
                  <a:pt x="794" y="307"/>
                </a:cubicBezTo>
                <a:cubicBezTo>
                  <a:pt x="794" y="307"/>
                  <a:pt x="794" y="307"/>
                  <a:pt x="793" y="307"/>
                </a:cubicBezTo>
                <a:cubicBezTo>
                  <a:pt x="793" y="306"/>
                  <a:pt x="792" y="305"/>
                  <a:pt x="792" y="305"/>
                </a:cubicBezTo>
                <a:cubicBezTo>
                  <a:pt x="791" y="304"/>
                  <a:pt x="790" y="303"/>
                  <a:pt x="789" y="303"/>
                </a:cubicBezTo>
                <a:cubicBezTo>
                  <a:pt x="789" y="303"/>
                  <a:pt x="789" y="303"/>
                  <a:pt x="789" y="304"/>
                </a:cubicBezTo>
                <a:cubicBezTo>
                  <a:pt x="789" y="304"/>
                  <a:pt x="788" y="304"/>
                  <a:pt x="788" y="304"/>
                </a:cubicBezTo>
                <a:cubicBezTo>
                  <a:pt x="787" y="305"/>
                  <a:pt x="787" y="304"/>
                  <a:pt x="787" y="304"/>
                </a:cubicBezTo>
                <a:cubicBezTo>
                  <a:pt x="788" y="303"/>
                  <a:pt x="788" y="302"/>
                  <a:pt x="788" y="302"/>
                </a:cubicBezTo>
                <a:cubicBezTo>
                  <a:pt x="788" y="301"/>
                  <a:pt x="788" y="301"/>
                  <a:pt x="788" y="300"/>
                </a:cubicBezTo>
                <a:cubicBezTo>
                  <a:pt x="787" y="300"/>
                  <a:pt x="788" y="299"/>
                  <a:pt x="788" y="299"/>
                </a:cubicBezTo>
                <a:cubicBezTo>
                  <a:pt x="788" y="298"/>
                  <a:pt x="788" y="298"/>
                  <a:pt x="789" y="298"/>
                </a:cubicBezTo>
                <a:cubicBezTo>
                  <a:pt x="789" y="297"/>
                  <a:pt x="789" y="297"/>
                  <a:pt x="789" y="296"/>
                </a:cubicBezTo>
                <a:cubicBezTo>
                  <a:pt x="789" y="296"/>
                  <a:pt x="789" y="295"/>
                  <a:pt x="789" y="295"/>
                </a:cubicBezTo>
                <a:cubicBezTo>
                  <a:pt x="789" y="294"/>
                  <a:pt x="789" y="294"/>
                  <a:pt x="790" y="294"/>
                </a:cubicBezTo>
                <a:cubicBezTo>
                  <a:pt x="791" y="293"/>
                  <a:pt x="790" y="292"/>
                  <a:pt x="790" y="291"/>
                </a:cubicBezTo>
                <a:cubicBezTo>
                  <a:pt x="791" y="291"/>
                  <a:pt x="790" y="293"/>
                  <a:pt x="791" y="293"/>
                </a:cubicBezTo>
                <a:cubicBezTo>
                  <a:pt x="791" y="293"/>
                  <a:pt x="791" y="294"/>
                  <a:pt x="790" y="294"/>
                </a:cubicBezTo>
                <a:cubicBezTo>
                  <a:pt x="790" y="295"/>
                  <a:pt x="791" y="295"/>
                  <a:pt x="792" y="295"/>
                </a:cubicBezTo>
                <a:cubicBezTo>
                  <a:pt x="793" y="295"/>
                  <a:pt x="792" y="293"/>
                  <a:pt x="792" y="292"/>
                </a:cubicBezTo>
                <a:cubicBezTo>
                  <a:pt x="793" y="291"/>
                  <a:pt x="793" y="292"/>
                  <a:pt x="794" y="293"/>
                </a:cubicBezTo>
                <a:cubicBezTo>
                  <a:pt x="794" y="293"/>
                  <a:pt x="794" y="295"/>
                  <a:pt x="795" y="295"/>
                </a:cubicBezTo>
                <a:cubicBezTo>
                  <a:pt x="795" y="294"/>
                  <a:pt x="795" y="293"/>
                  <a:pt x="795" y="293"/>
                </a:cubicBezTo>
                <a:cubicBezTo>
                  <a:pt x="795" y="292"/>
                  <a:pt x="795" y="291"/>
                  <a:pt x="795" y="290"/>
                </a:cubicBezTo>
                <a:cubicBezTo>
                  <a:pt x="795" y="290"/>
                  <a:pt x="794" y="290"/>
                  <a:pt x="794" y="289"/>
                </a:cubicBezTo>
                <a:cubicBezTo>
                  <a:pt x="794" y="289"/>
                  <a:pt x="795" y="289"/>
                  <a:pt x="795" y="288"/>
                </a:cubicBezTo>
                <a:cubicBezTo>
                  <a:pt x="794" y="287"/>
                  <a:pt x="794" y="287"/>
                  <a:pt x="793" y="286"/>
                </a:cubicBezTo>
                <a:cubicBezTo>
                  <a:pt x="793" y="286"/>
                  <a:pt x="793" y="285"/>
                  <a:pt x="793" y="285"/>
                </a:cubicBezTo>
                <a:cubicBezTo>
                  <a:pt x="793" y="284"/>
                  <a:pt x="793" y="284"/>
                  <a:pt x="792" y="284"/>
                </a:cubicBezTo>
                <a:cubicBezTo>
                  <a:pt x="792" y="284"/>
                  <a:pt x="792" y="284"/>
                  <a:pt x="791" y="284"/>
                </a:cubicBezTo>
                <a:cubicBezTo>
                  <a:pt x="791" y="284"/>
                  <a:pt x="791" y="284"/>
                  <a:pt x="791" y="284"/>
                </a:cubicBezTo>
                <a:cubicBezTo>
                  <a:pt x="791" y="284"/>
                  <a:pt x="791" y="283"/>
                  <a:pt x="791" y="283"/>
                </a:cubicBezTo>
                <a:cubicBezTo>
                  <a:pt x="791" y="283"/>
                  <a:pt x="791" y="283"/>
                  <a:pt x="791" y="283"/>
                </a:cubicBezTo>
                <a:cubicBezTo>
                  <a:pt x="790" y="283"/>
                  <a:pt x="791" y="283"/>
                  <a:pt x="791" y="282"/>
                </a:cubicBezTo>
                <a:cubicBezTo>
                  <a:pt x="791" y="281"/>
                  <a:pt x="791" y="282"/>
                  <a:pt x="790" y="282"/>
                </a:cubicBezTo>
                <a:cubicBezTo>
                  <a:pt x="790" y="282"/>
                  <a:pt x="789" y="282"/>
                  <a:pt x="789" y="282"/>
                </a:cubicBezTo>
                <a:cubicBezTo>
                  <a:pt x="788" y="283"/>
                  <a:pt x="788" y="283"/>
                  <a:pt x="787" y="283"/>
                </a:cubicBezTo>
                <a:cubicBezTo>
                  <a:pt x="786" y="284"/>
                  <a:pt x="785" y="287"/>
                  <a:pt x="784" y="289"/>
                </a:cubicBezTo>
                <a:cubicBezTo>
                  <a:pt x="784" y="290"/>
                  <a:pt x="784" y="291"/>
                  <a:pt x="785" y="292"/>
                </a:cubicBezTo>
                <a:cubicBezTo>
                  <a:pt x="785" y="293"/>
                  <a:pt x="785" y="294"/>
                  <a:pt x="785" y="294"/>
                </a:cubicBezTo>
                <a:cubicBezTo>
                  <a:pt x="784" y="294"/>
                  <a:pt x="784" y="294"/>
                  <a:pt x="784" y="295"/>
                </a:cubicBezTo>
                <a:cubicBezTo>
                  <a:pt x="784" y="295"/>
                  <a:pt x="784" y="295"/>
                  <a:pt x="784" y="296"/>
                </a:cubicBezTo>
                <a:cubicBezTo>
                  <a:pt x="784" y="296"/>
                  <a:pt x="784" y="297"/>
                  <a:pt x="784" y="297"/>
                </a:cubicBezTo>
                <a:cubicBezTo>
                  <a:pt x="784" y="298"/>
                  <a:pt x="784" y="299"/>
                  <a:pt x="783" y="299"/>
                </a:cubicBezTo>
                <a:cubicBezTo>
                  <a:pt x="783" y="300"/>
                  <a:pt x="782" y="300"/>
                  <a:pt x="782" y="301"/>
                </a:cubicBezTo>
                <a:cubicBezTo>
                  <a:pt x="782" y="301"/>
                  <a:pt x="783" y="300"/>
                  <a:pt x="783" y="300"/>
                </a:cubicBezTo>
                <a:cubicBezTo>
                  <a:pt x="783" y="300"/>
                  <a:pt x="783" y="301"/>
                  <a:pt x="783" y="301"/>
                </a:cubicBezTo>
                <a:cubicBezTo>
                  <a:pt x="783" y="301"/>
                  <a:pt x="783" y="301"/>
                  <a:pt x="783" y="302"/>
                </a:cubicBezTo>
                <a:cubicBezTo>
                  <a:pt x="783" y="302"/>
                  <a:pt x="783" y="302"/>
                  <a:pt x="783" y="302"/>
                </a:cubicBezTo>
                <a:cubicBezTo>
                  <a:pt x="783" y="302"/>
                  <a:pt x="782" y="302"/>
                  <a:pt x="782" y="303"/>
                </a:cubicBezTo>
                <a:cubicBezTo>
                  <a:pt x="782" y="303"/>
                  <a:pt x="781" y="305"/>
                  <a:pt x="782" y="305"/>
                </a:cubicBezTo>
                <a:cubicBezTo>
                  <a:pt x="782" y="305"/>
                  <a:pt x="783" y="305"/>
                  <a:pt x="783" y="305"/>
                </a:cubicBezTo>
                <a:cubicBezTo>
                  <a:pt x="784" y="305"/>
                  <a:pt x="783" y="306"/>
                  <a:pt x="783" y="306"/>
                </a:cubicBezTo>
                <a:cubicBezTo>
                  <a:pt x="781" y="307"/>
                  <a:pt x="780" y="308"/>
                  <a:pt x="779" y="309"/>
                </a:cubicBezTo>
                <a:cubicBezTo>
                  <a:pt x="779" y="310"/>
                  <a:pt x="779" y="310"/>
                  <a:pt x="779" y="311"/>
                </a:cubicBezTo>
                <a:cubicBezTo>
                  <a:pt x="779" y="312"/>
                  <a:pt x="778" y="312"/>
                  <a:pt x="777" y="312"/>
                </a:cubicBezTo>
                <a:cubicBezTo>
                  <a:pt x="776" y="314"/>
                  <a:pt x="778" y="315"/>
                  <a:pt x="778" y="316"/>
                </a:cubicBezTo>
                <a:cubicBezTo>
                  <a:pt x="778" y="316"/>
                  <a:pt x="778" y="319"/>
                  <a:pt x="779" y="318"/>
                </a:cubicBezTo>
                <a:cubicBezTo>
                  <a:pt x="780" y="318"/>
                  <a:pt x="780" y="317"/>
                  <a:pt x="781" y="317"/>
                </a:cubicBezTo>
                <a:cubicBezTo>
                  <a:pt x="781" y="317"/>
                  <a:pt x="781" y="318"/>
                  <a:pt x="782" y="318"/>
                </a:cubicBezTo>
                <a:cubicBezTo>
                  <a:pt x="782" y="318"/>
                  <a:pt x="782" y="318"/>
                  <a:pt x="783" y="318"/>
                </a:cubicBezTo>
                <a:cubicBezTo>
                  <a:pt x="783" y="318"/>
                  <a:pt x="783" y="319"/>
                  <a:pt x="783" y="319"/>
                </a:cubicBezTo>
                <a:cubicBezTo>
                  <a:pt x="783" y="319"/>
                  <a:pt x="784" y="318"/>
                  <a:pt x="784" y="317"/>
                </a:cubicBezTo>
                <a:cubicBezTo>
                  <a:pt x="785" y="316"/>
                  <a:pt x="785" y="316"/>
                  <a:pt x="786" y="315"/>
                </a:cubicBezTo>
                <a:cubicBezTo>
                  <a:pt x="786" y="315"/>
                  <a:pt x="787" y="314"/>
                  <a:pt x="786" y="314"/>
                </a:cubicBezTo>
                <a:cubicBezTo>
                  <a:pt x="786" y="313"/>
                  <a:pt x="785" y="314"/>
                  <a:pt x="784" y="313"/>
                </a:cubicBezTo>
                <a:cubicBezTo>
                  <a:pt x="785" y="313"/>
                  <a:pt x="785" y="312"/>
                  <a:pt x="786" y="312"/>
                </a:cubicBezTo>
                <a:close/>
                <a:moveTo>
                  <a:pt x="719" y="324"/>
                </a:moveTo>
                <a:cubicBezTo>
                  <a:pt x="719" y="323"/>
                  <a:pt x="719" y="320"/>
                  <a:pt x="718" y="321"/>
                </a:cubicBezTo>
                <a:cubicBezTo>
                  <a:pt x="718" y="322"/>
                  <a:pt x="718" y="323"/>
                  <a:pt x="718" y="323"/>
                </a:cubicBezTo>
                <a:cubicBezTo>
                  <a:pt x="718" y="323"/>
                  <a:pt x="717" y="324"/>
                  <a:pt x="717" y="324"/>
                </a:cubicBezTo>
                <a:cubicBezTo>
                  <a:pt x="717" y="327"/>
                  <a:pt x="718" y="329"/>
                  <a:pt x="717" y="332"/>
                </a:cubicBezTo>
                <a:cubicBezTo>
                  <a:pt x="717" y="333"/>
                  <a:pt x="717" y="334"/>
                  <a:pt x="717" y="335"/>
                </a:cubicBezTo>
                <a:cubicBezTo>
                  <a:pt x="718" y="336"/>
                  <a:pt x="718" y="339"/>
                  <a:pt x="718" y="340"/>
                </a:cubicBezTo>
                <a:cubicBezTo>
                  <a:pt x="718" y="340"/>
                  <a:pt x="718" y="341"/>
                  <a:pt x="718" y="341"/>
                </a:cubicBezTo>
                <a:cubicBezTo>
                  <a:pt x="719" y="341"/>
                  <a:pt x="719" y="340"/>
                  <a:pt x="719" y="339"/>
                </a:cubicBezTo>
                <a:cubicBezTo>
                  <a:pt x="719" y="338"/>
                  <a:pt x="719" y="338"/>
                  <a:pt x="719" y="337"/>
                </a:cubicBezTo>
                <a:cubicBezTo>
                  <a:pt x="720" y="336"/>
                  <a:pt x="719" y="334"/>
                  <a:pt x="720" y="332"/>
                </a:cubicBezTo>
                <a:cubicBezTo>
                  <a:pt x="720" y="329"/>
                  <a:pt x="720" y="326"/>
                  <a:pt x="719" y="324"/>
                </a:cubicBezTo>
                <a:close/>
                <a:moveTo>
                  <a:pt x="603" y="261"/>
                </a:moveTo>
                <a:cubicBezTo>
                  <a:pt x="604" y="261"/>
                  <a:pt x="604" y="260"/>
                  <a:pt x="604" y="259"/>
                </a:cubicBezTo>
                <a:cubicBezTo>
                  <a:pt x="604" y="258"/>
                  <a:pt x="604" y="258"/>
                  <a:pt x="604" y="257"/>
                </a:cubicBezTo>
                <a:cubicBezTo>
                  <a:pt x="604" y="256"/>
                  <a:pt x="604" y="256"/>
                  <a:pt x="604" y="255"/>
                </a:cubicBezTo>
                <a:cubicBezTo>
                  <a:pt x="604" y="255"/>
                  <a:pt x="605" y="254"/>
                  <a:pt x="604" y="254"/>
                </a:cubicBezTo>
                <a:cubicBezTo>
                  <a:pt x="604" y="253"/>
                  <a:pt x="604" y="254"/>
                  <a:pt x="604" y="254"/>
                </a:cubicBezTo>
                <a:cubicBezTo>
                  <a:pt x="603" y="255"/>
                  <a:pt x="603" y="255"/>
                  <a:pt x="603" y="255"/>
                </a:cubicBezTo>
                <a:cubicBezTo>
                  <a:pt x="602" y="256"/>
                  <a:pt x="602" y="256"/>
                  <a:pt x="602" y="256"/>
                </a:cubicBezTo>
                <a:cubicBezTo>
                  <a:pt x="602" y="257"/>
                  <a:pt x="602" y="257"/>
                  <a:pt x="602" y="258"/>
                </a:cubicBezTo>
                <a:cubicBezTo>
                  <a:pt x="601" y="258"/>
                  <a:pt x="602" y="258"/>
                  <a:pt x="602" y="259"/>
                </a:cubicBezTo>
                <a:cubicBezTo>
                  <a:pt x="602" y="259"/>
                  <a:pt x="602" y="261"/>
                  <a:pt x="603" y="261"/>
                </a:cubicBezTo>
                <a:close/>
                <a:moveTo>
                  <a:pt x="601" y="265"/>
                </a:moveTo>
                <a:cubicBezTo>
                  <a:pt x="601" y="265"/>
                  <a:pt x="602" y="264"/>
                  <a:pt x="602" y="263"/>
                </a:cubicBezTo>
                <a:cubicBezTo>
                  <a:pt x="602" y="263"/>
                  <a:pt x="601" y="263"/>
                  <a:pt x="601" y="263"/>
                </a:cubicBezTo>
                <a:cubicBezTo>
                  <a:pt x="601" y="263"/>
                  <a:pt x="601" y="263"/>
                  <a:pt x="601" y="263"/>
                </a:cubicBezTo>
                <a:cubicBezTo>
                  <a:pt x="600" y="262"/>
                  <a:pt x="601" y="260"/>
                  <a:pt x="601" y="259"/>
                </a:cubicBezTo>
                <a:cubicBezTo>
                  <a:pt x="600" y="259"/>
                  <a:pt x="600" y="258"/>
                  <a:pt x="600" y="257"/>
                </a:cubicBezTo>
                <a:cubicBezTo>
                  <a:pt x="601" y="257"/>
                  <a:pt x="601" y="257"/>
                  <a:pt x="602" y="256"/>
                </a:cubicBezTo>
                <a:cubicBezTo>
                  <a:pt x="602" y="256"/>
                  <a:pt x="601" y="255"/>
                  <a:pt x="601" y="255"/>
                </a:cubicBezTo>
                <a:cubicBezTo>
                  <a:pt x="600" y="255"/>
                  <a:pt x="600" y="255"/>
                  <a:pt x="600" y="254"/>
                </a:cubicBezTo>
                <a:cubicBezTo>
                  <a:pt x="599" y="253"/>
                  <a:pt x="600" y="253"/>
                  <a:pt x="600" y="252"/>
                </a:cubicBezTo>
                <a:cubicBezTo>
                  <a:pt x="600" y="252"/>
                  <a:pt x="600" y="251"/>
                  <a:pt x="600" y="250"/>
                </a:cubicBezTo>
                <a:cubicBezTo>
                  <a:pt x="600" y="250"/>
                  <a:pt x="600" y="250"/>
                  <a:pt x="600" y="249"/>
                </a:cubicBezTo>
                <a:cubicBezTo>
                  <a:pt x="599" y="249"/>
                  <a:pt x="599" y="250"/>
                  <a:pt x="599" y="250"/>
                </a:cubicBezTo>
                <a:cubicBezTo>
                  <a:pt x="598" y="250"/>
                  <a:pt x="598" y="251"/>
                  <a:pt x="597" y="251"/>
                </a:cubicBezTo>
                <a:cubicBezTo>
                  <a:pt x="597" y="251"/>
                  <a:pt x="597" y="251"/>
                  <a:pt x="596" y="252"/>
                </a:cubicBezTo>
                <a:cubicBezTo>
                  <a:pt x="596" y="252"/>
                  <a:pt x="596" y="252"/>
                  <a:pt x="596" y="253"/>
                </a:cubicBezTo>
                <a:cubicBezTo>
                  <a:pt x="596" y="253"/>
                  <a:pt x="595" y="254"/>
                  <a:pt x="595" y="255"/>
                </a:cubicBezTo>
                <a:cubicBezTo>
                  <a:pt x="594" y="256"/>
                  <a:pt x="594" y="256"/>
                  <a:pt x="594" y="257"/>
                </a:cubicBezTo>
                <a:cubicBezTo>
                  <a:pt x="594" y="258"/>
                  <a:pt x="594" y="259"/>
                  <a:pt x="593" y="260"/>
                </a:cubicBezTo>
                <a:cubicBezTo>
                  <a:pt x="593" y="260"/>
                  <a:pt x="593" y="261"/>
                  <a:pt x="593" y="261"/>
                </a:cubicBezTo>
                <a:cubicBezTo>
                  <a:pt x="593" y="261"/>
                  <a:pt x="593" y="261"/>
                  <a:pt x="593" y="262"/>
                </a:cubicBezTo>
                <a:cubicBezTo>
                  <a:pt x="593" y="262"/>
                  <a:pt x="593" y="263"/>
                  <a:pt x="593" y="263"/>
                </a:cubicBezTo>
                <a:cubicBezTo>
                  <a:pt x="594" y="264"/>
                  <a:pt x="594" y="264"/>
                  <a:pt x="594" y="265"/>
                </a:cubicBezTo>
                <a:cubicBezTo>
                  <a:pt x="595" y="265"/>
                  <a:pt x="594" y="266"/>
                  <a:pt x="595" y="266"/>
                </a:cubicBezTo>
                <a:cubicBezTo>
                  <a:pt x="594" y="267"/>
                  <a:pt x="594" y="267"/>
                  <a:pt x="594" y="268"/>
                </a:cubicBezTo>
                <a:cubicBezTo>
                  <a:pt x="594" y="268"/>
                  <a:pt x="594" y="269"/>
                  <a:pt x="594" y="269"/>
                </a:cubicBezTo>
                <a:cubicBezTo>
                  <a:pt x="594" y="270"/>
                  <a:pt x="594" y="270"/>
                  <a:pt x="594" y="271"/>
                </a:cubicBezTo>
                <a:cubicBezTo>
                  <a:pt x="594" y="271"/>
                  <a:pt x="593" y="272"/>
                  <a:pt x="593" y="272"/>
                </a:cubicBezTo>
                <a:cubicBezTo>
                  <a:pt x="594" y="272"/>
                  <a:pt x="594" y="272"/>
                  <a:pt x="594" y="272"/>
                </a:cubicBezTo>
                <a:cubicBezTo>
                  <a:pt x="595" y="272"/>
                  <a:pt x="595" y="273"/>
                  <a:pt x="595" y="273"/>
                </a:cubicBezTo>
                <a:cubicBezTo>
                  <a:pt x="595" y="273"/>
                  <a:pt x="595" y="272"/>
                  <a:pt x="596" y="272"/>
                </a:cubicBezTo>
                <a:cubicBezTo>
                  <a:pt x="596" y="272"/>
                  <a:pt x="596" y="272"/>
                  <a:pt x="597" y="272"/>
                </a:cubicBezTo>
                <a:cubicBezTo>
                  <a:pt x="597" y="272"/>
                  <a:pt x="598" y="272"/>
                  <a:pt x="598" y="271"/>
                </a:cubicBezTo>
                <a:cubicBezTo>
                  <a:pt x="598" y="271"/>
                  <a:pt x="598" y="270"/>
                  <a:pt x="599" y="269"/>
                </a:cubicBezTo>
                <a:cubicBezTo>
                  <a:pt x="599" y="269"/>
                  <a:pt x="599" y="270"/>
                  <a:pt x="599" y="269"/>
                </a:cubicBezTo>
                <a:cubicBezTo>
                  <a:pt x="599" y="269"/>
                  <a:pt x="599" y="269"/>
                  <a:pt x="600" y="269"/>
                </a:cubicBezTo>
                <a:cubicBezTo>
                  <a:pt x="600" y="269"/>
                  <a:pt x="600" y="269"/>
                  <a:pt x="600" y="269"/>
                </a:cubicBezTo>
                <a:cubicBezTo>
                  <a:pt x="601" y="269"/>
                  <a:pt x="601" y="269"/>
                  <a:pt x="601" y="269"/>
                </a:cubicBezTo>
                <a:cubicBezTo>
                  <a:pt x="601" y="269"/>
                  <a:pt x="601" y="268"/>
                  <a:pt x="601" y="268"/>
                </a:cubicBezTo>
                <a:cubicBezTo>
                  <a:pt x="601" y="268"/>
                  <a:pt x="601" y="267"/>
                  <a:pt x="601" y="267"/>
                </a:cubicBezTo>
                <a:cubicBezTo>
                  <a:pt x="601" y="267"/>
                  <a:pt x="601" y="267"/>
                  <a:pt x="601" y="266"/>
                </a:cubicBezTo>
                <a:cubicBezTo>
                  <a:pt x="601" y="266"/>
                  <a:pt x="600" y="267"/>
                  <a:pt x="600" y="266"/>
                </a:cubicBezTo>
                <a:cubicBezTo>
                  <a:pt x="600" y="266"/>
                  <a:pt x="600" y="265"/>
                  <a:pt x="601" y="265"/>
                </a:cubicBezTo>
                <a:close/>
                <a:moveTo>
                  <a:pt x="242" y="131"/>
                </a:moveTo>
                <a:cubicBezTo>
                  <a:pt x="241" y="131"/>
                  <a:pt x="241" y="131"/>
                  <a:pt x="241" y="130"/>
                </a:cubicBezTo>
                <a:cubicBezTo>
                  <a:pt x="241" y="130"/>
                  <a:pt x="241" y="130"/>
                  <a:pt x="241" y="130"/>
                </a:cubicBezTo>
                <a:cubicBezTo>
                  <a:pt x="241" y="129"/>
                  <a:pt x="241" y="130"/>
                  <a:pt x="240" y="130"/>
                </a:cubicBezTo>
                <a:cubicBezTo>
                  <a:pt x="240" y="130"/>
                  <a:pt x="240" y="130"/>
                  <a:pt x="240" y="131"/>
                </a:cubicBezTo>
                <a:cubicBezTo>
                  <a:pt x="241" y="131"/>
                  <a:pt x="241" y="131"/>
                  <a:pt x="242" y="131"/>
                </a:cubicBezTo>
                <a:close/>
                <a:moveTo>
                  <a:pt x="243" y="135"/>
                </a:moveTo>
                <a:cubicBezTo>
                  <a:pt x="243" y="135"/>
                  <a:pt x="243" y="135"/>
                  <a:pt x="243" y="136"/>
                </a:cubicBezTo>
                <a:cubicBezTo>
                  <a:pt x="244" y="136"/>
                  <a:pt x="244" y="137"/>
                  <a:pt x="245" y="137"/>
                </a:cubicBezTo>
                <a:cubicBezTo>
                  <a:pt x="245" y="137"/>
                  <a:pt x="245" y="137"/>
                  <a:pt x="245" y="137"/>
                </a:cubicBezTo>
                <a:cubicBezTo>
                  <a:pt x="246" y="137"/>
                  <a:pt x="245" y="137"/>
                  <a:pt x="245" y="136"/>
                </a:cubicBezTo>
                <a:cubicBezTo>
                  <a:pt x="245" y="136"/>
                  <a:pt x="244" y="135"/>
                  <a:pt x="243" y="135"/>
                </a:cubicBezTo>
                <a:cubicBezTo>
                  <a:pt x="243" y="134"/>
                  <a:pt x="243" y="134"/>
                  <a:pt x="242" y="134"/>
                </a:cubicBezTo>
                <a:cubicBezTo>
                  <a:pt x="242" y="134"/>
                  <a:pt x="242" y="134"/>
                  <a:pt x="242" y="134"/>
                </a:cubicBezTo>
                <a:cubicBezTo>
                  <a:pt x="242" y="134"/>
                  <a:pt x="242" y="134"/>
                  <a:pt x="242" y="134"/>
                </a:cubicBezTo>
                <a:cubicBezTo>
                  <a:pt x="242" y="135"/>
                  <a:pt x="242" y="135"/>
                  <a:pt x="243" y="135"/>
                </a:cubicBezTo>
                <a:close/>
                <a:moveTo>
                  <a:pt x="240" y="136"/>
                </a:moveTo>
                <a:cubicBezTo>
                  <a:pt x="241" y="137"/>
                  <a:pt x="241" y="137"/>
                  <a:pt x="242" y="137"/>
                </a:cubicBezTo>
                <a:cubicBezTo>
                  <a:pt x="242" y="138"/>
                  <a:pt x="242" y="138"/>
                  <a:pt x="242" y="137"/>
                </a:cubicBezTo>
                <a:cubicBezTo>
                  <a:pt x="243" y="137"/>
                  <a:pt x="242" y="137"/>
                  <a:pt x="242" y="137"/>
                </a:cubicBezTo>
                <a:cubicBezTo>
                  <a:pt x="242" y="136"/>
                  <a:pt x="242" y="136"/>
                  <a:pt x="242" y="136"/>
                </a:cubicBezTo>
                <a:cubicBezTo>
                  <a:pt x="242" y="135"/>
                  <a:pt x="242" y="135"/>
                  <a:pt x="241" y="135"/>
                </a:cubicBezTo>
                <a:cubicBezTo>
                  <a:pt x="241" y="134"/>
                  <a:pt x="241" y="134"/>
                  <a:pt x="241" y="134"/>
                </a:cubicBezTo>
                <a:cubicBezTo>
                  <a:pt x="241" y="134"/>
                  <a:pt x="240" y="134"/>
                  <a:pt x="240" y="134"/>
                </a:cubicBezTo>
                <a:cubicBezTo>
                  <a:pt x="240" y="134"/>
                  <a:pt x="240" y="135"/>
                  <a:pt x="239" y="135"/>
                </a:cubicBezTo>
                <a:cubicBezTo>
                  <a:pt x="239" y="135"/>
                  <a:pt x="239" y="135"/>
                  <a:pt x="240" y="135"/>
                </a:cubicBezTo>
                <a:cubicBezTo>
                  <a:pt x="240" y="136"/>
                  <a:pt x="240" y="136"/>
                  <a:pt x="240" y="136"/>
                </a:cubicBezTo>
                <a:close/>
                <a:moveTo>
                  <a:pt x="243" y="131"/>
                </a:moveTo>
                <a:cubicBezTo>
                  <a:pt x="243" y="132"/>
                  <a:pt x="243" y="132"/>
                  <a:pt x="243" y="132"/>
                </a:cubicBezTo>
                <a:cubicBezTo>
                  <a:pt x="244" y="132"/>
                  <a:pt x="244" y="132"/>
                  <a:pt x="245" y="133"/>
                </a:cubicBezTo>
                <a:cubicBezTo>
                  <a:pt x="245" y="133"/>
                  <a:pt x="245" y="133"/>
                  <a:pt x="246" y="133"/>
                </a:cubicBezTo>
                <a:cubicBezTo>
                  <a:pt x="246" y="133"/>
                  <a:pt x="246" y="133"/>
                  <a:pt x="246" y="132"/>
                </a:cubicBezTo>
                <a:cubicBezTo>
                  <a:pt x="246" y="132"/>
                  <a:pt x="246" y="132"/>
                  <a:pt x="246" y="132"/>
                </a:cubicBezTo>
                <a:cubicBezTo>
                  <a:pt x="246" y="132"/>
                  <a:pt x="246" y="131"/>
                  <a:pt x="246" y="131"/>
                </a:cubicBezTo>
                <a:cubicBezTo>
                  <a:pt x="245" y="131"/>
                  <a:pt x="245" y="131"/>
                  <a:pt x="244" y="130"/>
                </a:cubicBezTo>
                <a:cubicBezTo>
                  <a:pt x="244" y="130"/>
                  <a:pt x="244" y="130"/>
                  <a:pt x="244" y="130"/>
                </a:cubicBezTo>
                <a:cubicBezTo>
                  <a:pt x="244" y="130"/>
                  <a:pt x="244" y="130"/>
                  <a:pt x="244" y="130"/>
                </a:cubicBezTo>
                <a:cubicBezTo>
                  <a:pt x="243" y="129"/>
                  <a:pt x="243" y="129"/>
                  <a:pt x="243" y="129"/>
                </a:cubicBezTo>
                <a:cubicBezTo>
                  <a:pt x="243" y="129"/>
                  <a:pt x="243" y="129"/>
                  <a:pt x="243" y="130"/>
                </a:cubicBezTo>
                <a:cubicBezTo>
                  <a:pt x="243" y="130"/>
                  <a:pt x="243" y="130"/>
                  <a:pt x="243" y="130"/>
                </a:cubicBezTo>
                <a:cubicBezTo>
                  <a:pt x="243" y="131"/>
                  <a:pt x="242" y="130"/>
                  <a:pt x="242" y="131"/>
                </a:cubicBezTo>
                <a:cubicBezTo>
                  <a:pt x="242" y="131"/>
                  <a:pt x="243" y="131"/>
                  <a:pt x="243" y="131"/>
                </a:cubicBezTo>
                <a:cubicBezTo>
                  <a:pt x="243" y="131"/>
                  <a:pt x="243" y="131"/>
                  <a:pt x="243" y="131"/>
                </a:cubicBezTo>
                <a:close/>
                <a:moveTo>
                  <a:pt x="267" y="138"/>
                </a:moveTo>
                <a:cubicBezTo>
                  <a:pt x="267" y="139"/>
                  <a:pt x="267" y="139"/>
                  <a:pt x="267" y="139"/>
                </a:cubicBezTo>
                <a:cubicBezTo>
                  <a:pt x="268" y="139"/>
                  <a:pt x="268" y="139"/>
                  <a:pt x="268" y="138"/>
                </a:cubicBezTo>
                <a:cubicBezTo>
                  <a:pt x="268" y="138"/>
                  <a:pt x="267" y="138"/>
                  <a:pt x="267" y="138"/>
                </a:cubicBezTo>
                <a:cubicBezTo>
                  <a:pt x="268" y="138"/>
                  <a:pt x="268" y="138"/>
                  <a:pt x="268" y="138"/>
                </a:cubicBezTo>
                <a:cubicBezTo>
                  <a:pt x="268" y="137"/>
                  <a:pt x="268" y="137"/>
                  <a:pt x="268" y="137"/>
                </a:cubicBezTo>
                <a:cubicBezTo>
                  <a:pt x="268" y="137"/>
                  <a:pt x="268" y="137"/>
                  <a:pt x="268" y="137"/>
                </a:cubicBezTo>
                <a:cubicBezTo>
                  <a:pt x="267" y="137"/>
                  <a:pt x="267" y="137"/>
                  <a:pt x="267" y="137"/>
                </a:cubicBezTo>
                <a:cubicBezTo>
                  <a:pt x="267" y="137"/>
                  <a:pt x="267" y="137"/>
                  <a:pt x="267" y="137"/>
                </a:cubicBezTo>
                <a:cubicBezTo>
                  <a:pt x="267" y="138"/>
                  <a:pt x="267" y="138"/>
                  <a:pt x="267" y="138"/>
                </a:cubicBezTo>
                <a:cubicBezTo>
                  <a:pt x="267" y="138"/>
                  <a:pt x="267" y="138"/>
                  <a:pt x="267" y="138"/>
                </a:cubicBezTo>
                <a:close/>
                <a:moveTo>
                  <a:pt x="245" y="129"/>
                </a:moveTo>
                <a:cubicBezTo>
                  <a:pt x="245" y="129"/>
                  <a:pt x="245" y="130"/>
                  <a:pt x="245" y="130"/>
                </a:cubicBezTo>
                <a:cubicBezTo>
                  <a:pt x="246" y="130"/>
                  <a:pt x="246" y="130"/>
                  <a:pt x="247" y="130"/>
                </a:cubicBezTo>
                <a:cubicBezTo>
                  <a:pt x="247" y="130"/>
                  <a:pt x="247" y="130"/>
                  <a:pt x="247" y="131"/>
                </a:cubicBezTo>
                <a:cubicBezTo>
                  <a:pt x="247" y="131"/>
                  <a:pt x="247" y="131"/>
                  <a:pt x="248" y="131"/>
                </a:cubicBezTo>
                <a:cubicBezTo>
                  <a:pt x="248" y="131"/>
                  <a:pt x="248" y="131"/>
                  <a:pt x="248" y="131"/>
                </a:cubicBezTo>
                <a:cubicBezTo>
                  <a:pt x="249" y="131"/>
                  <a:pt x="249" y="131"/>
                  <a:pt x="249" y="130"/>
                </a:cubicBezTo>
                <a:cubicBezTo>
                  <a:pt x="249" y="130"/>
                  <a:pt x="249" y="130"/>
                  <a:pt x="249" y="130"/>
                </a:cubicBezTo>
                <a:cubicBezTo>
                  <a:pt x="249" y="129"/>
                  <a:pt x="248" y="129"/>
                  <a:pt x="249" y="129"/>
                </a:cubicBezTo>
                <a:cubicBezTo>
                  <a:pt x="249" y="129"/>
                  <a:pt x="249" y="129"/>
                  <a:pt x="249" y="129"/>
                </a:cubicBezTo>
                <a:cubicBezTo>
                  <a:pt x="250" y="129"/>
                  <a:pt x="250" y="129"/>
                  <a:pt x="250" y="129"/>
                </a:cubicBezTo>
                <a:cubicBezTo>
                  <a:pt x="250" y="129"/>
                  <a:pt x="251" y="129"/>
                  <a:pt x="251" y="129"/>
                </a:cubicBezTo>
                <a:cubicBezTo>
                  <a:pt x="251" y="129"/>
                  <a:pt x="251" y="129"/>
                  <a:pt x="251" y="129"/>
                </a:cubicBezTo>
                <a:cubicBezTo>
                  <a:pt x="251" y="128"/>
                  <a:pt x="251" y="128"/>
                  <a:pt x="251" y="127"/>
                </a:cubicBezTo>
                <a:cubicBezTo>
                  <a:pt x="251" y="127"/>
                  <a:pt x="250" y="126"/>
                  <a:pt x="250" y="126"/>
                </a:cubicBezTo>
                <a:cubicBezTo>
                  <a:pt x="250" y="126"/>
                  <a:pt x="250" y="126"/>
                  <a:pt x="249" y="126"/>
                </a:cubicBezTo>
                <a:cubicBezTo>
                  <a:pt x="249" y="126"/>
                  <a:pt x="249" y="126"/>
                  <a:pt x="249" y="126"/>
                </a:cubicBezTo>
                <a:cubicBezTo>
                  <a:pt x="249" y="126"/>
                  <a:pt x="249" y="127"/>
                  <a:pt x="249" y="127"/>
                </a:cubicBezTo>
                <a:cubicBezTo>
                  <a:pt x="249" y="127"/>
                  <a:pt x="249" y="127"/>
                  <a:pt x="249" y="127"/>
                </a:cubicBezTo>
                <a:cubicBezTo>
                  <a:pt x="248" y="127"/>
                  <a:pt x="248" y="126"/>
                  <a:pt x="248" y="126"/>
                </a:cubicBezTo>
                <a:cubicBezTo>
                  <a:pt x="248" y="126"/>
                  <a:pt x="248" y="126"/>
                  <a:pt x="248" y="126"/>
                </a:cubicBezTo>
                <a:cubicBezTo>
                  <a:pt x="248" y="126"/>
                  <a:pt x="247" y="126"/>
                  <a:pt x="247" y="126"/>
                </a:cubicBezTo>
                <a:cubicBezTo>
                  <a:pt x="247" y="126"/>
                  <a:pt x="247" y="126"/>
                  <a:pt x="247" y="127"/>
                </a:cubicBezTo>
                <a:cubicBezTo>
                  <a:pt x="247" y="127"/>
                  <a:pt x="247" y="127"/>
                  <a:pt x="246" y="127"/>
                </a:cubicBezTo>
                <a:cubicBezTo>
                  <a:pt x="246" y="127"/>
                  <a:pt x="246" y="127"/>
                  <a:pt x="246" y="127"/>
                </a:cubicBezTo>
                <a:cubicBezTo>
                  <a:pt x="245" y="127"/>
                  <a:pt x="245" y="127"/>
                  <a:pt x="245" y="127"/>
                </a:cubicBezTo>
                <a:cubicBezTo>
                  <a:pt x="245" y="128"/>
                  <a:pt x="245" y="128"/>
                  <a:pt x="245" y="128"/>
                </a:cubicBezTo>
                <a:cubicBezTo>
                  <a:pt x="245" y="129"/>
                  <a:pt x="245" y="129"/>
                  <a:pt x="245" y="129"/>
                </a:cubicBezTo>
                <a:close/>
                <a:moveTo>
                  <a:pt x="251" y="82"/>
                </a:moveTo>
                <a:cubicBezTo>
                  <a:pt x="251" y="82"/>
                  <a:pt x="252" y="82"/>
                  <a:pt x="252" y="82"/>
                </a:cubicBezTo>
                <a:cubicBezTo>
                  <a:pt x="253" y="82"/>
                  <a:pt x="253" y="82"/>
                  <a:pt x="253" y="81"/>
                </a:cubicBezTo>
                <a:cubicBezTo>
                  <a:pt x="253" y="81"/>
                  <a:pt x="252" y="80"/>
                  <a:pt x="252" y="79"/>
                </a:cubicBezTo>
                <a:cubicBezTo>
                  <a:pt x="252" y="79"/>
                  <a:pt x="252" y="78"/>
                  <a:pt x="252" y="78"/>
                </a:cubicBezTo>
                <a:cubicBezTo>
                  <a:pt x="252" y="78"/>
                  <a:pt x="252" y="78"/>
                  <a:pt x="251" y="78"/>
                </a:cubicBezTo>
                <a:cubicBezTo>
                  <a:pt x="251" y="78"/>
                  <a:pt x="251" y="79"/>
                  <a:pt x="251" y="79"/>
                </a:cubicBezTo>
                <a:cubicBezTo>
                  <a:pt x="251" y="79"/>
                  <a:pt x="251" y="80"/>
                  <a:pt x="251" y="80"/>
                </a:cubicBezTo>
                <a:cubicBezTo>
                  <a:pt x="251" y="80"/>
                  <a:pt x="250" y="81"/>
                  <a:pt x="251" y="82"/>
                </a:cubicBezTo>
                <a:close/>
                <a:moveTo>
                  <a:pt x="309" y="66"/>
                </a:moveTo>
                <a:cubicBezTo>
                  <a:pt x="309" y="66"/>
                  <a:pt x="309" y="66"/>
                  <a:pt x="309" y="66"/>
                </a:cubicBezTo>
                <a:cubicBezTo>
                  <a:pt x="309" y="66"/>
                  <a:pt x="309" y="66"/>
                  <a:pt x="309" y="66"/>
                </a:cubicBezTo>
                <a:cubicBezTo>
                  <a:pt x="309" y="66"/>
                  <a:pt x="310" y="64"/>
                  <a:pt x="309" y="64"/>
                </a:cubicBezTo>
                <a:cubicBezTo>
                  <a:pt x="309" y="64"/>
                  <a:pt x="308" y="65"/>
                  <a:pt x="308" y="65"/>
                </a:cubicBezTo>
                <a:cubicBezTo>
                  <a:pt x="308" y="65"/>
                  <a:pt x="308" y="65"/>
                  <a:pt x="308" y="66"/>
                </a:cubicBezTo>
                <a:cubicBezTo>
                  <a:pt x="309" y="66"/>
                  <a:pt x="309" y="66"/>
                  <a:pt x="309" y="66"/>
                </a:cubicBezTo>
                <a:close/>
                <a:moveTo>
                  <a:pt x="309" y="68"/>
                </a:moveTo>
                <a:cubicBezTo>
                  <a:pt x="309" y="68"/>
                  <a:pt x="309" y="69"/>
                  <a:pt x="309" y="69"/>
                </a:cubicBezTo>
                <a:cubicBezTo>
                  <a:pt x="309" y="70"/>
                  <a:pt x="309" y="71"/>
                  <a:pt x="310" y="72"/>
                </a:cubicBezTo>
                <a:cubicBezTo>
                  <a:pt x="311" y="72"/>
                  <a:pt x="311" y="70"/>
                  <a:pt x="311" y="69"/>
                </a:cubicBezTo>
                <a:cubicBezTo>
                  <a:pt x="310" y="69"/>
                  <a:pt x="310" y="68"/>
                  <a:pt x="309" y="68"/>
                </a:cubicBezTo>
                <a:close/>
                <a:moveTo>
                  <a:pt x="296" y="80"/>
                </a:moveTo>
                <a:cubicBezTo>
                  <a:pt x="296" y="79"/>
                  <a:pt x="296" y="79"/>
                  <a:pt x="296" y="79"/>
                </a:cubicBezTo>
                <a:cubicBezTo>
                  <a:pt x="296" y="79"/>
                  <a:pt x="295" y="79"/>
                  <a:pt x="296" y="78"/>
                </a:cubicBezTo>
                <a:cubicBezTo>
                  <a:pt x="296" y="78"/>
                  <a:pt x="296" y="78"/>
                  <a:pt x="297" y="78"/>
                </a:cubicBezTo>
                <a:cubicBezTo>
                  <a:pt x="297" y="78"/>
                  <a:pt x="297" y="78"/>
                  <a:pt x="297" y="77"/>
                </a:cubicBezTo>
                <a:cubicBezTo>
                  <a:pt x="297" y="77"/>
                  <a:pt x="298" y="77"/>
                  <a:pt x="298" y="77"/>
                </a:cubicBezTo>
                <a:cubicBezTo>
                  <a:pt x="298" y="77"/>
                  <a:pt x="298" y="76"/>
                  <a:pt x="298" y="76"/>
                </a:cubicBezTo>
                <a:cubicBezTo>
                  <a:pt x="298" y="76"/>
                  <a:pt x="298" y="76"/>
                  <a:pt x="298" y="76"/>
                </a:cubicBezTo>
                <a:cubicBezTo>
                  <a:pt x="299" y="76"/>
                  <a:pt x="299" y="75"/>
                  <a:pt x="298" y="75"/>
                </a:cubicBezTo>
                <a:cubicBezTo>
                  <a:pt x="297" y="75"/>
                  <a:pt x="297" y="76"/>
                  <a:pt x="297" y="76"/>
                </a:cubicBezTo>
                <a:cubicBezTo>
                  <a:pt x="296" y="75"/>
                  <a:pt x="296" y="75"/>
                  <a:pt x="296" y="74"/>
                </a:cubicBezTo>
                <a:cubicBezTo>
                  <a:pt x="296" y="74"/>
                  <a:pt x="295" y="73"/>
                  <a:pt x="295" y="74"/>
                </a:cubicBezTo>
                <a:cubicBezTo>
                  <a:pt x="295" y="74"/>
                  <a:pt x="295" y="75"/>
                  <a:pt x="295" y="75"/>
                </a:cubicBezTo>
                <a:cubicBezTo>
                  <a:pt x="295" y="75"/>
                  <a:pt x="295" y="76"/>
                  <a:pt x="295" y="76"/>
                </a:cubicBezTo>
                <a:cubicBezTo>
                  <a:pt x="295" y="76"/>
                  <a:pt x="295" y="77"/>
                  <a:pt x="295" y="77"/>
                </a:cubicBezTo>
                <a:cubicBezTo>
                  <a:pt x="294" y="77"/>
                  <a:pt x="294" y="78"/>
                  <a:pt x="295" y="78"/>
                </a:cubicBezTo>
                <a:cubicBezTo>
                  <a:pt x="295" y="79"/>
                  <a:pt x="295" y="80"/>
                  <a:pt x="296" y="80"/>
                </a:cubicBezTo>
                <a:close/>
                <a:moveTo>
                  <a:pt x="270" y="131"/>
                </a:moveTo>
                <a:cubicBezTo>
                  <a:pt x="270" y="131"/>
                  <a:pt x="270" y="132"/>
                  <a:pt x="271" y="132"/>
                </a:cubicBezTo>
                <a:cubicBezTo>
                  <a:pt x="271" y="132"/>
                  <a:pt x="271" y="131"/>
                  <a:pt x="271" y="131"/>
                </a:cubicBezTo>
                <a:cubicBezTo>
                  <a:pt x="271" y="131"/>
                  <a:pt x="271" y="131"/>
                  <a:pt x="271" y="131"/>
                </a:cubicBezTo>
                <a:cubicBezTo>
                  <a:pt x="271" y="130"/>
                  <a:pt x="270" y="130"/>
                  <a:pt x="270" y="130"/>
                </a:cubicBezTo>
                <a:cubicBezTo>
                  <a:pt x="270" y="130"/>
                  <a:pt x="270" y="130"/>
                  <a:pt x="270" y="130"/>
                </a:cubicBezTo>
                <a:cubicBezTo>
                  <a:pt x="270" y="130"/>
                  <a:pt x="269" y="130"/>
                  <a:pt x="269" y="130"/>
                </a:cubicBezTo>
                <a:cubicBezTo>
                  <a:pt x="269" y="130"/>
                  <a:pt x="269" y="131"/>
                  <a:pt x="269" y="131"/>
                </a:cubicBezTo>
                <a:cubicBezTo>
                  <a:pt x="270" y="131"/>
                  <a:pt x="270" y="131"/>
                  <a:pt x="270" y="131"/>
                </a:cubicBezTo>
                <a:close/>
                <a:moveTo>
                  <a:pt x="359" y="47"/>
                </a:moveTo>
                <a:cubicBezTo>
                  <a:pt x="359" y="48"/>
                  <a:pt x="359" y="48"/>
                  <a:pt x="359" y="48"/>
                </a:cubicBezTo>
                <a:cubicBezTo>
                  <a:pt x="359" y="49"/>
                  <a:pt x="360" y="49"/>
                  <a:pt x="360" y="49"/>
                </a:cubicBezTo>
                <a:cubicBezTo>
                  <a:pt x="360" y="49"/>
                  <a:pt x="360" y="49"/>
                  <a:pt x="360" y="49"/>
                </a:cubicBezTo>
                <a:cubicBezTo>
                  <a:pt x="360" y="50"/>
                  <a:pt x="360" y="50"/>
                  <a:pt x="360" y="50"/>
                </a:cubicBezTo>
                <a:cubicBezTo>
                  <a:pt x="360" y="50"/>
                  <a:pt x="360" y="50"/>
                  <a:pt x="361" y="50"/>
                </a:cubicBezTo>
                <a:cubicBezTo>
                  <a:pt x="361" y="50"/>
                  <a:pt x="361" y="51"/>
                  <a:pt x="361" y="51"/>
                </a:cubicBezTo>
                <a:cubicBezTo>
                  <a:pt x="362" y="52"/>
                  <a:pt x="362" y="52"/>
                  <a:pt x="363" y="52"/>
                </a:cubicBezTo>
                <a:cubicBezTo>
                  <a:pt x="364" y="52"/>
                  <a:pt x="364" y="52"/>
                  <a:pt x="365" y="52"/>
                </a:cubicBezTo>
                <a:cubicBezTo>
                  <a:pt x="365" y="52"/>
                  <a:pt x="366" y="52"/>
                  <a:pt x="366" y="53"/>
                </a:cubicBezTo>
                <a:cubicBezTo>
                  <a:pt x="367" y="53"/>
                  <a:pt x="367" y="54"/>
                  <a:pt x="367" y="54"/>
                </a:cubicBezTo>
                <a:cubicBezTo>
                  <a:pt x="367" y="55"/>
                  <a:pt x="366" y="54"/>
                  <a:pt x="366" y="54"/>
                </a:cubicBezTo>
                <a:cubicBezTo>
                  <a:pt x="366" y="54"/>
                  <a:pt x="365" y="53"/>
                  <a:pt x="364" y="53"/>
                </a:cubicBezTo>
                <a:cubicBezTo>
                  <a:pt x="364" y="53"/>
                  <a:pt x="364" y="53"/>
                  <a:pt x="364" y="53"/>
                </a:cubicBezTo>
                <a:cubicBezTo>
                  <a:pt x="363" y="53"/>
                  <a:pt x="363" y="53"/>
                  <a:pt x="363" y="54"/>
                </a:cubicBezTo>
                <a:cubicBezTo>
                  <a:pt x="362" y="54"/>
                  <a:pt x="362" y="55"/>
                  <a:pt x="362" y="55"/>
                </a:cubicBezTo>
                <a:cubicBezTo>
                  <a:pt x="362" y="56"/>
                  <a:pt x="363" y="56"/>
                  <a:pt x="363" y="56"/>
                </a:cubicBezTo>
                <a:cubicBezTo>
                  <a:pt x="364" y="57"/>
                  <a:pt x="364" y="57"/>
                  <a:pt x="364" y="57"/>
                </a:cubicBezTo>
                <a:cubicBezTo>
                  <a:pt x="365" y="57"/>
                  <a:pt x="366" y="56"/>
                  <a:pt x="367" y="56"/>
                </a:cubicBezTo>
                <a:cubicBezTo>
                  <a:pt x="367" y="56"/>
                  <a:pt x="368" y="56"/>
                  <a:pt x="368" y="56"/>
                </a:cubicBezTo>
                <a:cubicBezTo>
                  <a:pt x="368" y="55"/>
                  <a:pt x="368" y="54"/>
                  <a:pt x="369" y="54"/>
                </a:cubicBezTo>
                <a:cubicBezTo>
                  <a:pt x="369" y="53"/>
                  <a:pt x="369" y="53"/>
                  <a:pt x="370" y="53"/>
                </a:cubicBezTo>
                <a:cubicBezTo>
                  <a:pt x="370" y="53"/>
                  <a:pt x="370" y="53"/>
                  <a:pt x="370" y="52"/>
                </a:cubicBezTo>
                <a:cubicBezTo>
                  <a:pt x="370" y="52"/>
                  <a:pt x="371" y="51"/>
                  <a:pt x="371" y="51"/>
                </a:cubicBezTo>
                <a:cubicBezTo>
                  <a:pt x="371" y="51"/>
                  <a:pt x="371" y="50"/>
                  <a:pt x="371" y="50"/>
                </a:cubicBezTo>
                <a:cubicBezTo>
                  <a:pt x="370" y="50"/>
                  <a:pt x="370" y="50"/>
                  <a:pt x="370" y="50"/>
                </a:cubicBezTo>
                <a:cubicBezTo>
                  <a:pt x="370" y="50"/>
                  <a:pt x="369" y="50"/>
                  <a:pt x="369" y="49"/>
                </a:cubicBezTo>
                <a:cubicBezTo>
                  <a:pt x="369" y="49"/>
                  <a:pt x="370" y="49"/>
                  <a:pt x="370" y="49"/>
                </a:cubicBezTo>
                <a:cubicBezTo>
                  <a:pt x="371" y="49"/>
                  <a:pt x="370" y="48"/>
                  <a:pt x="370" y="48"/>
                </a:cubicBezTo>
                <a:cubicBezTo>
                  <a:pt x="370" y="47"/>
                  <a:pt x="370" y="47"/>
                  <a:pt x="369" y="46"/>
                </a:cubicBezTo>
                <a:cubicBezTo>
                  <a:pt x="369" y="46"/>
                  <a:pt x="368" y="46"/>
                  <a:pt x="368" y="45"/>
                </a:cubicBezTo>
                <a:cubicBezTo>
                  <a:pt x="368" y="45"/>
                  <a:pt x="368" y="45"/>
                  <a:pt x="367" y="44"/>
                </a:cubicBezTo>
                <a:cubicBezTo>
                  <a:pt x="367" y="44"/>
                  <a:pt x="367" y="44"/>
                  <a:pt x="366" y="44"/>
                </a:cubicBezTo>
                <a:cubicBezTo>
                  <a:pt x="366" y="43"/>
                  <a:pt x="366" y="43"/>
                  <a:pt x="366" y="42"/>
                </a:cubicBezTo>
                <a:cubicBezTo>
                  <a:pt x="366" y="42"/>
                  <a:pt x="366" y="41"/>
                  <a:pt x="366" y="41"/>
                </a:cubicBezTo>
                <a:cubicBezTo>
                  <a:pt x="366" y="40"/>
                  <a:pt x="365" y="40"/>
                  <a:pt x="365" y="41"/>
                </a:cubicBezTo>
                <a:cubicBezTo>
                  <a:pt x="365" y="41"/>
                  <a:pt x="365" y="42"/>
                  <a:pt x="364" y="42"/>
                </a:cubicBezTo>
                <a:cubicBezTo>
                  <a:pt x="364" y="43"/>
                  <a:pt x="363" y="43"/>
                  <a:pt x="362" y="44"/>
                </a:cubicBezTo>
                <a:cubicBezTo>
                  <a:pt x="362" y="44"/>
                  <a:pt x="361" y="44"/>
                  <a:pt x="361" y="44"/>
                </a:cubicBezTo>
                <a:cubicBezTo>
                  <a:pt x="361" y="45"/>
                  <a:pt x="361" y="45"/>
                  <a:pt x="360" y="45"/>
                </a:cubicBezTo>
                <a:cubicBezTo>
                  <a:pt x="360" y="45"/>
                  <a:pt x="360" y="46"/>
                  <a:pt x="359" y="46"/>
                </a:cubicBezTo>
                <a:cubicBezTo>
                  <a:pt x="359" y="46"/>
                  <a:pt x="359" y="46"/>
                  <a:pt x="359" y="46"/>
                </a:cubicBezTo>
                <a:cubicBezTo>
                  <a:pt x="359" y="47"/>
                  <a:pt x="359" y="47"/>
                  <a:pt x="359" y="47"/>
                </a:cubicBezTo>
                <a:cubicBezTo>
                  <a:pt x="359" y="47"/>
                  <a:pt x="359" y="47"/>
                  <a:pt x="359" y="47"/>
                </a:cubicBezTo>
                <a:close/>
                <a:moveTo>
                  <a:pt x="311" y="68"/>
                </a:moveTo>
                <a:cubicBezTo>
                  <a:pt x="311" y="68"/>
                  <a:pt x="311" y="67"/>
                  <a:pt x="311" y="67"/>
                </a:cubicBezTo>
                <a:cubicBezTo>
                  <a:pt x="311" y="67"/>
                  <a:pt x="311" y="67"/>
                  <a:pt x="311" y="68"/>
                </a:cubicBezTo>
                <a:cubicBezTo>
                  <a:pt x="311" y="67"/>
                  <a:pt x="311" y="66"/>
                  <a:pt x="311" y="66"/>
                </a:cubicBezTo>
                <a:cubicBezTo>
                  <a:pt x="311" y="65"/>
                  <a:pt x="311" y="65"/>
                  <a:pt x="311" y="65"/>
                </a:cubicBezTo>
                <a:cubicBezTo>
                  <a:pt x="311" y="64"/>
                  <a:pt x="311" y="64"/>
                  <a:pt x="311" y="64"/>
                </a:cubicBezTo>
                <a:cubicBezTo>
                  <a:pt x="311" y="64"/>
                  <a:pt x="311" y="64"/>
                  <a:pt x="311" y="64"/>
                </a:cubicBezTo>
                <a:cubicBezTo>
                  <a:pt x="311" y="65"/>
                  <a:pt x="310" y="65"/>
                  <a:pt x="310" y="65"/>
                </a:cubicBezTo>
                <a:cubicBezTo>
                  <a:pt x="310" y="66"/>
                  <a:pt x="310" y="66"/>
                  <a:pt x="310" y="67"/>
                </a:cubicBezTo>
                <a:cubicBezTo>
                  <a:pt x="310" y="68"/>
                  <a:pt x="310" y="68"/>
                  <a:pt x="311" y="68"/>
                </a:cubicBezTo>
                <a:close/>
                <a:moveTo>
                  <a:pt x="382" y="79"/>
                </a:moveTo>
                <a:cubicBezTo>
                  <a:pt x="383" y="79"/>
                  <a:pt x="384" y="79"/>
                  <a:pt x="384" y="78"/>
                </a:cubicBezTo>
                <a:cubicBezTo>
                  <a:pt x="384" y="78"/>
                  <a:pt x="384" y="76"/>
                  <a:pt x="384" y="76"/>
                </a:cubicBezTo>
                <a:cubicBezTo>
                  <a:pt x="384" y="75"/>
                  <a:pt x="384" y="75"/>
                  <a:pt x="384" y="74"/>
                </a:cubicBezTo>
                <a:cubicBezTo>
                  <a:pt x="384" y="74"/>
                  <a:pt x="384" y="73"/>
                  <a:pt x="383" y="73"/>
                </a:cubicBezTo>
                <a:cubicBezTo>
                  <a:pt x="383" y="73"/>
                  <a:pt x="383" y="74"/>
                  <a:pt x="383" y="74"/>
                </a:cubicBezTo>
                <a:cubicBezTo>
                  <a:pt x="383" y="75"/>
                  <a:pt x="383" y="75"/>
                  <a:pt x="383" y="76"/>
                </a:cubicBezTo>
                <a:cubicBezTo>
                  <a:pt x="382" y="76"/>
                  <a:pt x="381" y="77"/>
                  <a:pt x="381" y="78"/>
                </a:cubicBezTo>
                <a:cubicBezTo>
                  <a:pt x="381" y="78"/>
                  <a:pt x="382" y="79"/>
                  <a:pt x="382" y="79"/>
                </a:cubicBezTo>
                <a:close/>
                <a:moveTo>
                  <a:pt x="388" y="88"/>
                </a:moveTo>
                <a:cubicBezTo>
                  <a:pt x="388" y="89"/>
                  <a:pt x="388" y="89"/>
                  <a:pt x="388" y="89"/>
                </a:cubicBezTo>
                <a:cubicBezTo>
                  <a:pt x="388" y="89"/>
                  <a:pt x="389" y="89"/>
                  <a:pt x="389" y="89"/>
                </a:cubicBezTo>
                <a:cubicBezTo>
                  <a:pt x="389" y="89"/>
                  <a:pt x="390" y="89"/>
                  <a:pt x="390" y="89"/>
                </a:cubicBezTo>
                <a:cubicBezTo>
                  <a:pt x="390" y="89"/>
                  <a:pt x="390" y="88"/>
                  <a:pt x="390" y="88"/>
                </a:cubicBezTo>
                <a:cubicBezTo>
                  <a:pt x="390" y="88"/>
                  <a:pt x="390" y="88"/>
                  <a:pt x="389" y="88"/>
                </a:cubicBezTo>
                <a:cubicBezTo>
                  <a:pt x="389" y="88"/>
                  <a:pt x="389" y="87"/>
                  <a:pt x="389" y="87"/>
                </a:cubicBezTo>
                <a:cubicBezTo>
                  <a:pt x="388" y="87"/>
                  <a:pt x="387" y="87"/>
                  <a:pt x="387" y="88"/>
                </a:cubicBezTo>
                <a:cubicBezTo>
                  <a:pt x="386" y="88"/>
                  <a:pt x="388" y="88"/>
                  <a:pt x="388" y="88"/>
                </a:cubicBezTo>
                <a:close/>
                <a:moveTo>
                  <a:pt x="268" y="163"/>
                </a:moveTo>
                <a:cubicBezTo>
                  <a:pt x="268" y="163"/>
                  <a:pt x="267" y="162"/>
                  <a:pt x="267" y="162"/>
                </a:cubicBezTo>
                <a:cubicBezTo>
                  <a:pt x="267" y="162"/>
                  <a:pt x="266" y="162"/>
                  <a:pt x="266" y="161"/>
                </a:cubicBezTo>
                <a:cubicBezTo>
                  <a:pt x="266" y="161"/>
                  <a:pt x="266" y="161"/>
                  <a:pt x="266" y="161"/>
                </a:cubicBezTo>
                <a:cubicBezTo>
                  <a:pt x="266" y="161"/>
                  <a:pt x="266" y="161"/>
                  <a:pt x="266" y="161"/>
                </a:cubicBezTo>
                <a:cubicBezTo>
                  <a:pt x="266" y="161"/>
                  <a:pt x="265" y="162"/>
                  <a:pt x="265" y="162"/>
                </a:cubicBezTo>
                <a:cubicBezTo>
                  <a:pt x="265" y="162"/>
                  <a:pt x="265" y="161"/>
                  <a:pt x="265" y="161"/>
                </a:cubicBezTo>
                <a:cubicBezTo>
                  <a:pt x="265" y="161"/>
                  <a:pt x="265" y="161"/>
                  <a:pt x="265" y="161"/>
                </a:cubicBezTo>
                <a:cubicBezTo>
                  <a:pt x="265" y="161"/>
                  <a:pt x="266" y="161"/>
                  <a:pt x="266" y="160"/>
                </a:cubicBezTo>
                <a:cubicBezTo>
                  <a:pt x="265" y="160"/>
                  <a:pt x="265" y="160"/>
                  <a:pt x="264" y="159"/>
                </a:cubicBezTo>
                <a:cubicBezTo>
                  <a:pt x="264" y="159"/>
                  <a:pt x="263" y="159"/>
                  <a:pt x="263" y="158"/>
                </a:cubicBezTo>
                <a:cubicBezTo>
                  <a:pt x="263" y="158"/>
                  <a:pt x="263" y="158"/>
                  <a:pt x="263" y="158"/>
                </a:cubicBezTo>
                <a:cubicBezTo>
                  <a:pt x="262" y="158"/>
                  <a:pt x="262" y="159"/>
                  <a:pt x="262" y="159"/>
                </a:cubicBezTo>
                <a:cubicBezTo>
                  <a:pt x="262" y="159"/>
                  <a:pt x="262" y="159"/>
                  <a:pt x="261" y="159"/>
                </a:cubicBezTo>
                <a:cubicBezTo>
                  <a:pt x="261" y="159"/>
                  <a:pt x="261" y="160"/>
                  <a:pt x="261" y="160"/>
                </a:cubicBezTo>
                <a:cubicBezTo>
                  <a:pt x="261" y="160"/>
                  <a:pt x="261" y="161"/>
                  <a:pt x="261" y="161"/>
                </a:cubicBezTo>
                <a:cubicBezTo>
                  <a:pt x="261" y="161"/>
                  <a:pt x="261" y="162"/>
                  <a:pt x="261" y="162"/>
                </a:cubicBezTo>
                <a:cubicBezTo>
                  <a:pt x="261" y="162"/>
                  <a:pt x="261" y="162"/>
                  <a:pt x="261" y="162"/>
                </a:cubicBezTo>
                <a:cubicBezTo>
                  <a:pt x="261" y="163"/>
                  <a:pt x="260" y="163"/>
                  <a:pt x="260" y="164"/>
                </a:cubicBezTo>
                <a:cubicBezTo>
                  <a:pt x="260" y="164"/>
                  <a:pt x="260" y="164"/>
                  <a:pt x="260" y="164"/>
                </a:cubicBezTo>
                <a:cubicBezTo>
                  <a:pt x="259" y="165"/>
                  <a:pt x="259" y="165"/>
                  <a:pt x="259" y="165"/>
                </a:cubicBezTo>
                <a:cubicBezTo>
                  <a:pt x="259" y="166"/>
                  <a:pt x="259" y="166"/>
                  <a:pt x="260" y="166"/>
                </a:cubicBezTo>
                <a:cubicBezTo>
                  <a:pt x="260" y="166"/>
                  <a:pt x="260" y="166"/>
                  <a:pt x="261" y="166"/>
                </a:cubicBezTo>
                <a:cubicBezTo>
                  <a:pt x="261" y="166"/>
                  <a:pt x="261" y="166"/>
                  <a:pt x="261" y="166"/>
                </a:cubicBezTo>
                <a:cubicBezTo>
                  <a:pt x="261" y="166"/>
                  <a:pt x="261" y="166"/>
                  <a:pt x="261" y="166"/>
                </a:cubicBezTo>
                <a:cubicBezTo>
                  <a:pt x="261" y="167"/>
                  <a:pt x="261" y="167"/>
                  <a:pt x="261" y="167"/>
                </a:cubicBezTo>
                <a:cubicBezTo>
                  <a:pt x="262" y="167"/>
                  <a:pt x="262" y="167"/>
                  <a:pt x="262" y="166"/>
                </a:cubicBezTo>
                <a:cubicBezTo>
                  <a:pt x="262" y="166"/>
                  <a:pt x="263" y="166"/>
                  <a:pt x="263" y="166"/>
                </a:cubicBezTo>
                <a:cubicBezTo>
                  <a:pt x="263" y="166"/>
                  <a:pt x="263" y="166"/>
                  <a:pt x="264" y="166"/>
                </a:cubicBezTo>
                <a:cubicBezTo>
                  <a:pt x="264" y="166"/>
                  <a:pt x="264" y="166"/>
                  <a:pt x="264" y="166"/>
                </a:cubicBezTo>
                <a:cubicBezTo>
                  <a:pt x="264" y="165"/>
                  <a:pt x="265" y="165"/>
                  <a:pt x="265" y="165"/>
                </a:cubicBezTo>
                <a:cubicBezTo>
                  <a:pt x="265" y="165"/>
                  <a:pt x="265" y="165"/>
                  <a:pt x="266" y="165"/>
                </a:cubicBezTo>
                <a:cubicBezTo>
                  <a:pt x="266" y="165"/>
                  <a:pt x="266" y="165"/>
                  <a:pt x="267" y="165"/>
                </a:cubicBezTo>
                <a:cubicBezTo>
                  <a:pt x="267" y="165"/>
                  <a:pt x="267" y="165"/>
                  <a:pt x="267" y="165"/>
                </a:cubicBezTo>
                <a:cubicBezTo>
                  <a:pt x="267" y="165"/>
                  <a:pt x="268" y="165"/>
                  <a:pt x="268" y="165"/>
                </a:cubicBezTo>
                <a:cubicBezTo>
                  <a:pt x="268" y="165"/>
                  <a:pt x="268" y="166"/>
                  <a:pt x="268" y="166"/>
                </a:cubicBezTo>
                <a:cubicBezTo>
                  <a:pt x="268" y="166"/>
                  <a:pt x="269" y="166"/>
                  <a:pt x="269" y="166"/>
                </a:cubicBezTo>
                <a:cubicBezTo>
                  <a:pt x="269" y="166"/>
                  <a:pt x="269" y="167"/>
                  <a:pt x="269" y="167"/>
                </a:cubicBezTo>
                <a:cubicBezTo>
                  <a:pt x="269" y="167"/>
                  <a:pt x="269" y="167"/>
                  <a:pt x="270" y="167"/>
                </a:cubicBezTo>
                <a:cubicBezTo>
                  <a:pt x="270" y="167"/>
                  <a:pt x="270" y="167"/>
                  <a:pt x="270" y="167"/>
                </a:cubicBezTo>
                <a:cubicBezTo>
                  <a:pt x="270" y="167"/>
                  <a:pt x="270" y="168"/>
                  <a:pt x="271" y="168"/>
                </a:cubicBezTo>
                <a:cubicBezTo>
                  <a:pt x="271" y="168"/>
                  <a:pt x="271" y="168"/>
                  <a:pt x="271" y="168"/>
                </a:cubicBezTo>
                <a:cubicBezTo>
                  <a:pt x="272" y="168"/>
                  <a:pt x="272" y="168"/>
                  <a:pt x="273" y="168"/>
                </a:cubicBezTo>
                <a:cubicBezTo>
                  <a:pt x="273" y="168"/>
                  <a:pt x="273" y="168"/>
                  <a:pt x="272" y="168"/>
                </a:cubicBezTo>
                <a:cubicBezTo>
                  <a:pt x="272" y="168"/>
                  <a:pt x="272" y="167"/>
                  <a:pt x="272" y="167"/>
                </a:cubicBezTo>
                <a:cubicBezTo>
                  <a:pt x="272" y="167"/>
                  <a:pt x="273" y="167"/>
                  <a:pt x="273" y="167"/>
                </a:cubicBezTo>
                <a:cubicBezTo>
                  <a:pt x="274" y="167"/>
                  <a:pt x="274" y="168"/>
                  <a:pt x="275" y="167"/>
                </a:cubicBezTo>
                <a:cubicBezTo>
                  <a:pt x="275" y="167"/>
                  <a:pt x="275" y="167"/>
                  <a:pt x="275" y="167"/>
                </a:cubicBezTo>
                <a:cubicBezTo>
                  <a:pt x="274" y="167"/>
                  <a:pt x="274" y="167"/>
                  <a:pt x="273" y="166"/>
                </a:cubicBezTo>
                <a:cubicBezTo>
                  <a:pt x="273" y="166"/>
                  <a:pt x="273" y="165"/>
                  <a:pt x="272" y="165"/>
                </a:cubicBezTo>
                <a:cubicBezTo>
                  <a:pt x="272" y="164"/>
                  <a:pt x="272" y="164"/>
                  <a:pt x="271" y="164"/>
                </a:cubicBezTo>
                <a:cubicBezTo>
                  <a:pt x="271" y="164"/>
                  <a:pt x="271" y="163"/>
                  <a:pt x="270" y="163"/>
                </a:cubicBezTo>
                <a:cubicBezTo>
                  <a:pt x="270" y="163"/>
                  <a:pt x="270" y="163"/>
                  <a:pt x="270" y="163"/>
                </a:cubicBezTo>
                <a:cubicBezTo>
                  <a:pt x="270" y="164"/>
                  <a:pt x="270" y="164"/>
                  <a:pt x="270" y="164"/>
                </a:cubicBezTo>
                <a:cubicBezTo>
                  <a:pt x="270" y="164"/>
                  <a:pt x="269" y="164"/>
                  <a:pt x="269" y="164"/>
                </a:cubicBezTo>
                <a:cubicBezTo>
                  <a:pt x="269" y="164"/>
                  <a:pt x="268" y="164"/>
                  <a:pt x="268" y="164"/>
                </a:cubicBezTo>
                <a:cubicBezTo>
                  <a:pt x="268" y="163"/>
                  <a:pt x="268" y="163"/>
                  <a:pt x="268" y="163"/>
                </a:cubicBezTo>
                <a:close/>
                <a:moveTo>
                  <a:pt x="250" y="134"/>
                </a:moveTo>
                <a:cubicBezTo>
                  <a:pt x="250" y="134"/>
                  <a:pt x="250" y="135"/>
                  <a:pt x="251" y="135"/>
                </a:cubicBezTo>
                <a:cubicBezTo>
                  <a:pt x="251" y="135"/>
                  <a:pt x="251" y="135"/>
                  <a:pt x="251" y="135"/>
                </a:cubicBezTo>
                <a:cubicBezTo>
                  <a:pt x="252" y="136"/>
                  <a:pt x="252" y="136"/>
                  <a:pt x="252" y="136"/>
                </a:cubicBezTo>
                <a:cubicBezTo>
                  <a:pt x="252" y="137"/>
                  <a:pt x="252" y="137"/>
                  <a:pt x="252" y="137"/>
                </a:cubicBezTo>
                <a:cubicBezTo>
                  <a:pt x="252" y="138"/>
                  <a:pt x="253" y="139"/>
                  <a:pt x="253" y="139"/>
                </a:cubicBezTo>
                <a:cubicBezTo>
                  <a:pt x="253" y="140"/>
                  <a:pt x="254" y="140"/>
                  <a:pt x="254" y="141"/>
                </a:cubicBezTo>
                <a:cubicBezTo>
                  <a:pt x="254" y="141"/>
                  <a:pt x="254" y="141"/>
                  <a:pt x="255" y="141"/>
                </a:cubicBezTo>
                <a:cubicBezTo>
                  <a:pt x="255" y="141"/>
                  <a:pt x="254" y="140"/>
                  <a:pt x="254" y="140"/>
                </a:cubicBezTo>
                <a:cubicBezTo>
                  <a:pt x="254" y="140"/>
                  <a:pt x="253" y="139"/>
                  <a:pt x="253" y="139"/>
                </a:cubicBezTo>
                <a:cubicBezTo>
                  <a:pt x="254" y="139"/>
                  <a:pt x="254" y="139"/>
                  <a:pt x="254" y="139"/>
                </a:cubicBezTo>
                <a:cubicBezTo>
                  <a:pt x="255" y="139"/>
                  <a:pt x="255" y="139"/>
                  <a:pt x="255" y="139"/>
                </a:cubicBezTo>
                <a:cubicBezTo>
                  <a:pt x="255" y="139"/>
                  <a:pt x="255" y="139"/>
                  <a:pt x="255" y="139"/>
                </a:cubicBezTo>
                <a:cubicBezTo>
                  <a:pt x="255" y="138"/>
                  <a:pt x="255" y="138"/>
                  <a:pt x="254" y="138"/>
                </a:cubicBezTo>
                <a:cubicBezTo>
                  <a:pt x="254" y="137"/>
                  <a:pt x="254" y="137"/>
                  <a:pt x="254" y="137"/>
                </a:cubicBezTo>
                <a:cubicBezTo>
                  <a:pt x="254" y="137"/>
                  <a:pt x="254" y="136"/>
                  <a:pt x="254" y="136"/>
                </a:cubicBezTo>
                <a:cubicBezTo>
                  <a:pt x="254" y="136"/>
                  <a:pt x="254" y="136"/>
                  <a:pt x="254" y="137"/>
                </a:cubicBezTo>
                <a:cubicBezTo>
                  <a:pt x="254" y="137"/>
                  <a:pt x="253" y="137"/>
                  <a:pt x="253" y="137"/>
                </a:cubicBezTo>
                <a:cubicBezTo>
                  <a:pt x="253" y="137"/>
                  <a:pt x="253" y="137"/>
                  <a:pt x="253" y="137"/>
                </a:cubicBezTo>
                <a:cubicBezTo>
                  <a:pt x="253" y="136"/>
                  <a:pt x="253" y="136"/>
                  <a:pt x="253" y="136"/>
                </a:cubicBezTo>
                <a:cubicBezTo>
                  <a:pt x="253" y="136"/>
                  <a:pt x="253" y="136"/>
                  <a:pt x="253" y="136"/>
                </a:cubicBezTo>
                <a:cubicBezTo>
                  <a:pt x="253" y="136"/>
                  <a:pt x="254" y="136"/>
                  <a:pt x="254" y="136"/>
                </a:cubicBezTo>
                <a:cubicBezTo>
                  <a:pt x="254" y="135"/>
                  <a:pt x="254" y="135"/>
                  <a:pt x="254" y="135"/>
                </a:cubicBezTo>
                <a:cubicBezTo>
                  <a:pt x="254" y="135"/>
                  <a:pt x="254" y="135"/>
                  <a:pt x="254" y="135"/>
                </a:cubicBezTo>
                <a:cubicBezTo>
                  <a:pt x="254" y="135"/>
                  <a:pt x="254" y="134"/>
                  <a:pt x="253" y="134"/>
                </a:cubicBezTo>
                <a:cubicBezTo>
                  <a:pt x="253" y="134"/>
                  <a:pt x="252" y="134"/>
                  <a:pt x="252" y="134"/>
                </a:cubicBezTo>
                <a:cubicBezTo>
                  <a:pt x="252" y="134"/>
                  <a:pt x="252" y="134"/>
                  <a:pt x="252" y="134"/>
                </a:cubicBezTo>
                <a:cubicBezTo>
                  <a:pt x="252" y="133"/>
                  <a:pt x="251" y="133"/>
                  <a:pt x="251" y="133"/>
                </a:cubicBezTo>
                <a:cubicBezTo>
                  <a:pt x="251" y="133"/>
                  <a:pt x="252" y="133"/>
                  <a:pt x="252" y="133"/>
                </a:cubicBezTo>
                <a:cubicBezTo>
                  <a:pt x="252" y="133"/>
                  <a:pt x="253" y="133"/>
                  <a:pt x="253" y="132"/>
                </a:cubicBezTo>
                <a:cubicBezTo>
                  <a:pt x="253" y="132"/>
                  <a:pt x="252" y="132"/>
                  <a:pt x="252" y="132"/>
                </a:cubicBezTo>
                <a:cubicBezTo>
                  <a:pt x="252" y="132"/>
                  <a:pt x="252" y="131"/>
                  <a:pt x="252" y="131"/>
                </a:cubicBezTo>
                <a:cubicBezTo>
                  <a:pt x="251" y="131"/>
                  <a:pt x="251" y="131"/>
                  <a:pt x="251" y="131"/>
                </a:cubicBezTo>
                <a:cubicBezTo>
                  <a:pt x="251" y="132"/>
                  <a:pt x="251" y="132"/>
                  <a:pt x="251" y="132"/>
                </a:cubicBezTo>
                <a:cubicBezTo>
                  <a:pt x="251" y="132"/>
                  <a:pt x="251" y="133"/>
                  <a:pt x="251" y="133"/>
                </a:cubicBezTo>
                <a:cubicBezTo>
                  <a:pt x="251" y="133"/>
                  <a:pt x="250" y="132"/>
                  <a:pt x="250" y="132"/>
                </a:cubicBezTo>
                <a:cubicBezTo>
                  <a:pt x="250" y="132"/>
                  <a:pt x="250" y="132"/>
                  <a:pt x="250" y="132"/>
                </a:cubicBezTo>
                <a:cubicBezTo>
                  <a:pt x="249" y="132"/>
                  <a:pt x="249" y="132"/>
                  <a:pt x="249" y="132"/>
                </a:cubicBezTo>
                <a:cubicBezTo>
                  <a:pt x="249" y="132"/>
                  <a:pt x="249" y="132"/>
                  <a:pt x="249" y="132"/>
                </a:cubicBezTo>
                <a:cubicBezTo>
                  <a:pt x="249" y="132"/>
                  <a:pt x="249" y="132"/>
                  <a:pt x="249" y="132"/>
                </a:cubicBezTo>
                <a:cubicBezTo>
                  <a:pt x="249" y="133"/>
                  <a:pt x="249" y="133"/>
                  <a:pt x="250" y="133"/>
                </a:cubicBezTo>
                <a:cubicBezTo>
                  <a:pt x="250" y="133"/>
                  <a:pt x="250" y="133"/>
                  <a:pt x="250" y="134"/>
                </a:cubicBezTo>
                <a:cubicBezTo>
                  <a:pt x="250" y="134"/>
                  <a:pt x="250" y="134"/>
                  <a:pt x="250" y="134"/>
                </a:cubicBezTo>
                <a:close/>
                <a:moveTo>
                  <a:pt x="264" y="139"/>
                </a:moveTo>
                <a:cubicBezTo>
                  <a:pt x="265" y="139"/>
                  <a:pt x="265" y="139"/>
                  <a:pt x="265" y="138"/>
                </a:cubicBezTo>
                <a:cubicBezTo>
                  <a:pt x="265" y="138"/>
                  <a:pt x="265" y="138"/>
                  <a:pt x="265" y="138"/>
                </a:cubicBezTo>
                <a:cubicBezTo>
                  <a:pt x="265" y="138"/>
                  <a:pt x="265" y="138"/>
                  <a:pt x="265" y="138"/>
                </a:cubicBezTo>
                <a:cubicBezTo>
                  <a:pt x="264" y="138"/>
                  <a:pt x="264" y="138"/>
                  <a:pt x="264" y="139"/>
                </a:cubicBezTo>
                <a:cubicBezTo>
                  <a:pt x="264" y="139"/>
                  <a:pt x="264" y="139"/>
                  <a:pt x="264" y="139"/>
                </a:cubicBezTo>
                <a:close/>
                <a:moveTo>
                  <a:pt x="260" y="156"/>
                </a:moveTo>
                <a:cubicBezTo>
                  <a:pt x="260" y="155"/>
                  <a:pt x="259" y="155"/>
                  <a:pt x="259" y="155"/>
                </a:cubicBezTo>
                <a:cubicBezTo>
                  <a:pt x="259" y="155"/>
                  <a:pt x="259" y="155"/>
                  <a:pt x="259" y="155"/>
                </a:cubicBezTo>
                <a:cubicBezTo>
                  <a:pt x="258" y="155"/>
                  <a:pt x="259" y="156"/>
                  <a:pt x="258" y="156"/>
                </a:cubicBezTo>
                <a:cubicBezTo>
                  <a:pt x="258" y="156"/>
                  <a:pt x="258" y="155"/>
                  <a:pt x="258" y="155"/>
                </a:cubicBezTo>
                <a:cubicBezTo>
                  <a:pt x="258" y="155"/>
                  <a:pt x="258" y="155"/>
                  <a:pt x="258" y="155"/>
                </a:cubicBezTo>
                <a:cubicBezTo>
                  <a:pt x="258" y="155"/>
                  <a:pt x="258" y="154"/>
                  <a:pt x="257" y="154"/>
                </a:cubicBezTo>
                <a:cubicBezTo>
                  <a:pt x="257" y="154"/>
                  <a:pt x="257" y="154"/>
                  <a:pt x="257" y="154"/>
                </a:cubicBezTo>
                <a:cubicBezTo>
                  <a:pt x="257" y="154"/>
                  <a:pt x="257" y="154"/>
                  <a:pt x="257" y="154"/>
                </a:cubicBezTo>
                <a:cubicBezTo>
                  <a:pt x="257" y="155"/>
                  <a:pt x="258" y="155"/>
                  <a:pt x="258" y="155"/>
                </a:cubicBezTo>
                <a:cubicBezTo>
                  <a:pt x="258" y="156"/>
                  <a:pt x="258" y="156"/>
                  <a:pt x="258" y="156"/>
                </a:cubicBezTo>
                <a:cubicBezTo>
                  <a:pt x="258" y="157"/>
                  <a:pt x="259" y="157"/>
                  <a:pt x="259" y="157"/>
                </a:cubicBezTo>
                <a:cubicBezTo>
                  <a:pt x="259" y="157"/>
                  <a:pt x="259" y="157"/>
                  <a:pt x="260" y="157"/>
                </a:cubicBezTo>
                <a:cubicBezTo>
                  <a:pt x="260" y="158"/>
                  <a:pt x="260" y="158"/>
                  <a:pt x="260" y="158"/>
                </a:cubicBezTo>
                <a:cubicBezTo>
                  <a:pt x="260" y="158"/>
                  <a:pt x="260" y="158"/>
                  <a:pt x="260" y="158"/>
                </a:cubicBezTo>
                <a:cubicBezTo>
                  <a:pt x="260" y="158"/>
                  <a:pt x="260" y="158"/>
                  <a:pt x="260" y="158"/>
                </a:cubicBezTo>
                <a:cubicBezTo>
                  <a:pt x="260" y="158"/>
                  <a:pt x="261" y="157"/>
                  <a:pt x="261" y="157"/>
                </a:cubicBezTo>
                <a:cubicBezTo>
                  <a:pt x="261" y="157"/>
                  <a:pt x="260" y="157"/>
                  <a:pt x="260" y="156"/>
                </a:cubicBezTo>
                <a:cubicBezTo>
                  <a:pt x="260" y="156"/>
                  <a:pt x="260" y="156"/>
                  <a:pt x="260" y="156"/>
                </a:cubicBezTo>
                <a:close/>
                <a:moveTo>
                  <a:pt x="264" y="137"/>
                </a:moveTo>
                <a:cubicBezTo>
                  <a:pt x="264" y="137"/>
                  <a:pt x="263" y="137"/>
                  <a:pt x="263" y="137"/>
                </a:cubicBezTo>
                <a:cubicBezTo>
                  <a:pt x="263" y="137"/>
                  <a:pt x="264" y="138"/>
                  <a:pt x="264" y="138"/>
                </a:cubicBezTo>
                <a:cubicBezTo>
                  <a:pt x="264" y="138"/>
                  <a:pt x="264" y="137"/>
                  <a:pt x="264" y="137"/>
                </a:cubicBezTo>
                <a:cubicBezTo>
                  <a:pt x="264" y="137"/>
                  <a:pt x="264" y="137"/>
                  <a:pt x="264" y="137"/>
                </a:cubicBezTo>
                <a:close/>
                <a:moveTo>
                  <a:pt x="258" y="167"/>
                </a:moveTo>
                <a:cubicBezTo>
                  <a:pt x="258" y="167"/>
                  <a:pt x="258" y="168"/>
                  <a:pt x="258" y="168"/>
                </a:cubicBezTo>
                <a:cubicBezTo>
                  <a:pt x="259" y="168"/>
                  <a:pt x="259" y="168"/>
                  <a:pt x="260" y="168"/>
                </a:cubicBezTo>
                <a:cubicBezTo>
                  <a:pt x="260" y="168"/>
                  <a:pt x="260" y="168"/>
                  <a:pt x="261" y="167"/>
                </a:cubicBezTo>
                <a:cubicBezTo>
                  <a:pt x="261" y="167"/>
                  <a:pt x="260" y="167"/>
                  <a:pt x="260" y="167"/>
                </a:cubicBezTo>
                <a:cubicBezTo>
                  <a:pt x="259" y="167"/>
                  <a:pt x="259" y="167"/>
                  <a:pt x="259" y="167"/>
                </a:cubicBezTo>
                <a:cubicBezTo>
                  <a:pt x="258" y="167"/>
                  <a:pt x="258" y="167"/>
                  <a:pt x="258" y="167"/>
                </a:cubicBezTo>
                <a:close/>
                <a:moveTo>
                  <a:pt x="261" y="152"/>
                </a:moveTo>
                <a:cubicBezTo>
                  <a:pt x="261" y="152"/>
                  <a:pt x="261" y="152"/>
                  <a:pt x="261" y="153"/>
                </a:cubicBezTo>
                <a:cubicBezTo>
                  <a:pt x="261" y="153"/>
                  <a:pt x="261" y="154"/>
                  <a:pt x="262" y="154"/>
                </a:cubicBezTo>
                <a:cubicBezTo>
                  <a:pt x="262" y="154"/>
                  <a:pt x="262" y="155"/>
                  <a:pt x="263" y="155"/>
                </a:cubicBezTo>
                <a:cubicBezTo>
                  <a:pt x="263" y="156"/>
                  <a:pt x="264" y="156"/>
                  <a:pt x="264" y="157"/>
                </a:cubicBezTo>
                <a:cubicBezTo>
                  <a:pt x="264" y="157"/>
                  <a:pt x="265" y="157"/>
                  <a:pt x="265" y="157"/>
                </a:cubicBezTo>
                <a:cubicBezTo>
                  <a:pt x="265" y="157"/>
                  <a:pt x="265" y="157"/>
                  <a:pt x="266" y="158"/>
                </a:cubicBezTo>
                <a:cubicBezTo>
                  <a:pt x="266" y="158"/>
                  <a:pt x="266" y="158"/>
                  <a:pt x="266" y="158"/>
                </a:cubicBezTo>
                <a:cubicBezTo>
                  <a:pt x="266" y="158"/>
                  <a:pt x="266" y="158"/>
                  <a:pt x="266" y="158"/>
                </a:cubicBezTo>
                <a:cubicBezTo>
                  <a:pt x="267" y="158"/>
                  <a:pt x="267" y="158"/>
                  <a:pt x="267" y="157"/>
                </a:cubicBezTo>
                <a:cubicBezTo>
                  <a:pt x="267" y="157"/>
                  <a:pt x="266" y="157"/>
                  <a:pt x="266" y="157"/>
                </a:cubicBezTo>
                <a:cubicBezTo>
                  <a:pt x="266" y="157"/>
                  <a:pt x="266" y="157"/>
                  <a:pt x="266" y="157"/>
                </a:cubicBezTo>
                <a:cubicBezTo>
                  <a:pt x="266" y="157"/>
                  <a:pt x="266" y="157"/>
                  <a:pt x="266" y="157"/>
                </a:cubicBezTo>
                <a:cubicBezTo>
                  <a:pt x="265" y="157"/>
                  <a:pt x="265" y="156"/>
                  <a:pt x="265" y="156"/>
                </a:cubicBezTo>
                <a:cubicBezTo>
                  <a:pt x="265" y="156"/>
                  <a:pt x="265" y="156"/>
                  <a:pt x="265" y="155"/>
                </a:cubicBezTo>
                <a:cubicBezTo>
                  <a:pt x="264" y="154"/>
                  <a:pt x="263" y="154"/>
                  <a:pt x="262" y="153"/>
                </a:cubicBezTo>
                <a:cubicBezTo>
                  <a:pt x="262" y="153"/>
                  <a:pt x="262" y="152"/>
                  <a:pt x="262" y="152"/>
                </a:cubicBezTo>
                <a:cubicBezTo>
                  <a:pt x="261" y="152"/>
                  <a:pt x="261" y="152"/>
                  <a:pt x="261" y="152"/>
                </a:cubicBezTo>
                <a:close/>
                <a:moveTo>
                  <a:pt x="256" y="174"/>
                </a:moveTo>
                <a:cubicBezTo>
                  <a:pt x="256" y="175"/>
                  <a:pt x="256" y="175"/>
                  <a:pt x="256" y="176"/>
                </a:cubicBezTo>
                <a:cubicBezTo>
                  <a:pt x="256" y="176"/>
                  <a:pt x="257" y="177"/>
                  <a:pt x="257" y="177"/>
                </a:cubicBezTo>
                <a:cubicBezTo>
                  <a:pt x="257" y="178"/>
                  <a:pt x="257" y="178"/>
                  <a:pt x="257" y="178"/>
                </a:cubicBezTo>
                <a:cubicBezTo>
                  <a:pt x="257" y="178"/>
                  <a:pt x="258" y="178"/>
                  <a:pt x="258" y="177"/>
                </a:cubicBezTo>
                <a:cubicBezTo>
                  <a:pt x="258" y="177"/>
                  <a:pt x="258" y="176"/>
                  <a:pt x="259" y="176"/>
                </a:cubicBezTo>
                <a:cubicBezTo>
                  <a:pt x="259" y="175"/>
                  <a:pt x="260" y="176"/>
                  <a:pt x="260" y="176"/>
                </a:cubicBezTo>
                <a:cubicBezTo>
                  <a:pt x="260" y="177"/>
                  <a:pt x="261" y="177"/>
                  <a:pt x="261" y="177"/>
                </a:cubicBezTo>
                <a:cubicBezTo>
                  <a:pt x="261" y="176"/>
                  <a:pt x="261" y="175"/>
                  <a:pt x="262" y="174"/>
                </a:cubicBezTo>
                <a:cubicBezTo>
                  <a:pt x="262" y="174"/>
                  <a:pt x="263" y="173"/>
                  <a:pt x="263" y="173"/>
                </a:cubicBezTo>
                <a:cubicBezTo>
                  <a:pt x="264" y="172"/>
                  <a:pt x="264" y="172"/>
                  <a:pt x="264" y="172"/>
                </a:cubicBezTo>
                <a:cubicBezTo>
                  <a:pt x="263" y="171"/>
                  <a:pt x="263" y="171"/>
                  <a:pt x="263" y="171"/>
                </a:cubicBezTo>
                <a:cubicBezTo>
                  <a:pt x="263" y="171"/>
                  <a:pt x="262" y="170"/>
                  <a:pt x="262" y="170"/>
                </a:cubicBezTo>
                <a:cubicBezTo>
                  <a:pt x="262" y="169"/>
                  <a:pt x="261" y="169"/>
                  <a:pt x="261" y="169"/>
                </a:cubicBezTo>
                <a:cubicBezTo>
                  <a:pt x="261" y="169"/>
                  <a:pt x="261" y="168"/>
                  <a:pt x="260" y="168"/>
                </a:cubicBezTo>
                <a:cubicBezTo>
                  <a:pt x="260" y="168"/>
                  <a:pt x="260" y="168"/>
                  <a:pt x="259" y="168"/>
                </a:cubicBezTo>
                <a:cubicBezTo>
                  <a:pt x="259" y="169"/>
                  <a:pt x="259" y="169"/>
                  <a:pt x="259" y="169"/>
                </a:cubicBezTo>
                <a:cubicBezTo>
                  <a:pt x="259" y="170"/>
                  <a:pt x="259" y="170"/>
                  <a:pt x="258" y="170"/>
                </a:cubicBezTo>
                <a:cubicBezTo>
                  <a:pt x="258" y="170"/>
                  <a:pt x="258" y="170"/>
                  <a:pt x="257" y="170"/>
                </a:cubicBezTo>
                <a:cubicBezTo>
                  <a:pt x="257" y="170"/>
                  <a:pt x="257" y="170"/>
                  <a:pt x="257" y="171"/>
                </a:cubicBezTo>
                <a:cubicBezTo>
                  <a:pt x="257" y="171"/>
                  <a:pt x="257" y="171"/>
                  <a:pt x="256" y="171"/>
                </a:cubicBezTo>
                <a:cubicBezTo>
                  <a:pt x="256" y="171"/>
                  <a:pt x="256" y="171"/>
                  <a:pt x="256" y="170"/>
                </a:cubicBezTo>
                <a:cubicBezTo>
                  <a:pt x="256" y="170"/>
                  <a:pt x="256" y="170"/>
                  <a:pt x="256" y="170"/>
                </a:cubicBezTo>
                <a:cubicBezTo>
                  <a:pt x="256" y="169"/>
                  <a:pt x="256" y="169"/>
                  <a:pt x="256" y="169"/>
                </a:cubicBezTo>
                <a:cubicBezTo>
                  <a:pt x="256" y="169"/>
                  <a:pt x="256" y="170"/>
                  <a:pt x="256" y="170"/>
                </a:cubicBezTo>
                <a:cubicBezTo>
                  <a:pt x="256" y="170"/>
                  <a:pt x="255" y="170"/>
                  <a:pt x="255" y="170"/>
                </a:cubicBezTo>
                <a:cubicBezTo>
                  <a:pt x="255" y="170"/>
                  <a:pt x="255" y="170"/>
                  <a:pt x="255" y="170"/>
                </a:cubicBezTo>
                <a:cubicBezTo>
                  <a:pt x="255" y="171"/>
                  <a:pt x="255" y="171"/>
                  <a:pt x="255" y="171"/>
                </a:cubicBezTo>
                <a:cubicBezTo>
                  <a:pt x="254" y="171"/>
                  <a:pt x="254" y="172"/>
                  <a:pt x="254" y="172"/>
                </a:cubicBezTo>
                <a:cubicBezTo>
                  <a:pt x="254" y="172"/>
                  <a:pt x="254" y="173"/>
                  <a:pt x="255" y="173"/>
                </a:cubicBezTo>
                <a:cubicBezTo>
                  <a:pt x="255" y="174"/>
                  <a:pt x="256" y="174"/>
                  <a:pt x="256" y="174"/>
                </a:cubicBezTo>
                <a:close/>
                <a:moveTo>
                  <a:pt x="258" y="149"/>
                </a:moveTo>
                <a:cubicBezTo>
                  <a:pt x="258" y="149"/>
                  <a:pt x="258" y="149"/>
                  <a:pt x="257" y="149"/>
                </a:cubicBezTo>
                <a:cubicBezTo>
                  <a:pt x="257" y="149"/>
                  <a:pt x="257" y="148"/>
                  <a:pt x="257" y="148"/>
                </a:cubicBezTo>
                <a:cubicBezTo>
                  <a:pt x="257" y="148"/>
                  <a:pt x="257" y="149"/>
                  <a:pt x="256" y="149"/>
                </a:cubicBezTo>
                <a:cubicBezTo>
                  <a:pt x="257" y="149"/>
                  <a:pt x="257" y="149"/>
                  <a:pt x="257" y="149"/>
                </a:cubicBezTo>
                <a:cubicBezTo>
                  <a:pt x="257" y="149"/>
                  <a:pt x="257" y="150"/>
                  <a:pt x="257" y="150"/>
                </a:cubicBezTo>
                <a:cubicBezTo>
                  <a:pt x="257" y="150"/>
                  <a:pt x="257" y="150"/>
                  <a:pt x="257" y="150"/>
                </a:cubicBezTo>
                <a:cubicBezTo>
                  <a:pt x="258" y="150"/>
                  <a:pt x="258" y="151"/>
                  <a:pt x="258" y="150"/>
                </a:cubicBezTo>
                <a:cubicBezTo>
                  <a:pt x="259" y="150"/>
                  <a:pt x="259" y="150"/>
                  <a:pt x="259" y="150"/>
                </a:cubicBezTo>
                <a:cubicBezTo>
                  <a:pt x="259" y="150"/>
                  <a:pt x="259" y="150"/>
                  <a:pt x="259" y="150"/>
                </a:cubicBezTo>
                <a:cubicBezTo>
                  <a:pt x="259" y="149"/>
                  <a:pt x="258" y="149"/>
                  <a:pt x="258" y="149"/>
                </a:cubicBezTo>
                <a:close/>
                <a:moveTo>
                  <a:pt x="262" y="148"/>
                </a:moveTo>
                <a:cubicBezTo>
                  <a:pt x="262" y="148"/>
                  <a:pt x="262" y="148"/>
                  <a:pt x="262" y="148"/>
                </a:cubicBezTo>
                <a:cubicBezTo>
                  <a:pt x="262" y="148"/>
                  <a:pt x="263" y="148"/>
                  <a:pt x="262" y="147"/>
                </a:cubicBezTo>
                <a:cubicBezTo>
                  <a:pt x="262" y="147"/>
                  <a:pt x="261" y="147"/>
                  <a:pt x="261" y="147"/>
                </a:cubicBezTo>
                <a:cubicBezTo>
                  <a:pt x="262" y="147"/>
                  <a:pt x="262" y="147"/>
                  <a:pt x="262" y="147"/>
                </a:cubicBezTo>
                <a:cubicBezTo>
                  <a:pt x="262" y="147"/>
                  <a:pt x="262" y="148"/>
                  <a:pt x="262" y="148"/>
                </a:cubicBezTo>
                <a:cubicBezTo>
                  <a:pt x="262" y="148"/>
                  <a:pt x="262" y="148"/>
                  <a:pt x="262" y="148"/>
                </a:cubicBezTo>
                <a:close/>
                <a:moveTo>
                  <a:pt x="253" y="130"/>
                </a:moveTo>
                <a:cubicBezTo>
                  <a:pt x="253" y="130"/>
                  <a:pt x="254" y="131"/>
                  <a:pt x="254" y="131"/>
                </a:cubicBezTo>
                <a:cubicBezTo>
                  <a:pt x="255" y="131"/>
                  <a:pt x="255" y="131"/>
                  <a:pt x="255" y="131"/>
                </a:cubicBezTo>
                <a:cubicBezTo>
                  <a:pt x="255" y="131"/>
                  <a:pt x="256" y="131"/>
                  <a:pt x="256" y="131"/>
                </a:cubicBezTo>
                <a:cubicBezTo>
                  <a:pt x="256" y="131"/>
                  <a:pt x="256" y="131"/>
                  <a:pt x="256" y="131"/>
                </a:cubicBezTo>
                <a:cubicBezTo>
                  <a:pt x="256" y="131"/>
                  <a:pt x="256" y="131"/>
                  <a:pt x="256" y="131"/>
                </a:cubicBezTo>
                <a:cubicBezTo>
                  <a:pt x="256" y="130"/>
                  <a:pt x="257" y="130"/>
                  <a:pt x="257" y="130"/>
                </a:cubicBezTo>
                <a:cubicBezTo>
                  <a:pt x="257" y="130"/>
                  <a:pt x="257" y="131"/>
                  <a:pt x="257" y="131"/>
                </a:cubicBezTo>
                <a:cubicBezTo>
                  <a:pt x="257" y="131"/>
                  <a:pt x="257" y="131"/>
                  <a:pt x="258" y="131"/>
                </a:cubicBezTo>
                <a:cubicBezTo>
                  <a:pt x="258" y="131"/>
                  <a:pt x="258" y="131"/>
                  <a:pt x="258" y="131"/>
                </a:cubicBezTo>
                <a:cubicBezTo>
                  <a:pt x="258" y="131"/>
                  <a:pt x="258" y="131"/>
                  <a:pt x="258" y="130"/>
                </a:cubicBezTo>
                <a:cubicBezTo>
                  <a:pt x="258" y="130"/>
                  <a:pt x="258" y="129"/>
                  <a:pt x="258" y="129"/>
                </a:cubicBezTo>
                <a:cubicBezTo>
                  <a:pt x="259" y="129"/>
                  <a:pt x="259" y="129"/>
                  <a:pt x="259" y="129"/>
                </a:cubicBezTo>
                <a:cubicBezTo>
                  <a:pt x="260" y="129"/>
                  <a:pt x="260" y="129"/>
                  <a:pt x="260" y="130"/>
                </a:cubicBezTo>
                <a:cubicBezTo>
                  <a:pt x="260" y="130"/>
                  <a:pt x="260" y="130"/>
                  <a:pt x="260" y="130"/>
                </a:cubicBezTo>
                <a:cubicBezTo>
                  <a:pt x="260" y="130"/>
                  <a:pt x="260" y="130"/>
                  <a:pt x="260" y="130"/>
                </a:cubicBezTo>
                <a:cubicBezTo>
                  <a:pt x="260" y="130"/>
                  <a:pt x="260" y="130"/>
                  <a:pt x="260" y="131"/>
                </a:cubicBezTo>
                <a:cubicBezTo>
                  <a:pt x="260" y="131"/>
                  <a:pt x="260" y="131"/>
                  <a:pt x="260" y="131"/>
                </a:cubicBezTo>
                <a:cubicBezTo>
                  <a:pt x="260" y="131"/>
                  <a:pt x="259" y="131"/>
                  <a:pt x="259" y="131"/>
                </a:cubicBezTo>
                <a:cubicBezTo>
                  <a:pt x="259" y="131"/>
                  <a:pt x="259" y="131"/>
                  <a:pt x="259" y="131"/>
                </a:cubicBezTo>
                <a:cubicBezTo>
                  <a:pt x="259" y="131"/>
                  <a:pt x="259" y="132"/>
                  <a:pt x="259" y="132"/>
                </a:cubicBezTo>
                <a:cubicBezTo>
                  <a:pt x="259" y="132"/>
                  <a:pt x="259" y="132"/>
                  <a:pt x="259" y="132"/>
                </a:cubicBezTo>
                <a:cubicBezTo>
                  <a:pt x="260" y="132"/>
                  <a:pt x="260" y="133"/>
                  <a:pt x="260" y="133"/>
                </a:cubicBezTo>
                <a:cubicBezTo>
                  <a:pt x="260" y="133"/>
                  <a:pt x="260" y="133"/>
                  <a:pt x="260" y="133"/>
                </a:cubicBezTo>
                <a:cubicBezTo>
                  <a:pt x="260" y="134"/>
                  <a:pt x="260" y="134"/>
                  <a:pt x="260" y="134"/>
                </a:cubicBezTo>
                <a:cubicBezTo>
                  <a:pt x="261" y="134"/>
                  <a:pt x="260" y="134"/>
                  <a:pt x="260" y="135"/>
                </a:cubicBezTo>
                <a:cubicBezTo>
                  <a:pt x="260" y="135"/>
                  <a:pt x="260" y="135"/>
                  <a:pt x="261" y="135"/>
                </a:cubicBezTo>
                <a:cubicBezTo>
                  <a:pt x="261" y="135"/>
                  <a:pt x="261" y="135"/>
                  <a:pt x="262" y="135"/>
                </a:cubicBezTo>
                <a:cubicBezTo>
                  <a:pt x="262" y="136"/>
                  <a:pt x="262" y="136"/>
                  <a:pt x="263" y="136"/>
                </a:cubicBezTo>
                <a:cubicBezTo>
                  <a:pt x="263" y="136"/>
                  <a:pt x="263" y="136"/>
                  <a:pt x="264" y="136"/>
                </a:cubicBezTo>
                <a:cubicBezTo>
                  <a:pt x="264" y="136"/>
                  <a:pt x="264" y="136"/>
                  <a:pt x="264" y="136"/>
                </a:cubicBezTo>
                <a:cubicBezTo>
                  <a:pt x="264" y="136"/>
                  <a:pt x="264" y="135"/>
                  <a:pt x="264" y="135"/>
                </a:cubicBezTo>
                <a:cubicBezTo>
                  <a:pt x="264" y="135"/>
                  <a:pt x="265" y="135"/>
                  <a:pt x="265" y="135"/>
                </a:cubicBezTo>
                <a:cubicBezTo>
                  <a:pt x="265" y="135"/>
                  <a:pt x="265" y="136"/>
                  <a:pt x="265" y="136"/>
                </a:cubicBezTo>
                <a:cubicBezTo>
                  <a:pt x="265" y="136"/>
                  <a:pt x="265" y="136"/>
                  <a:pt x="265" y="136"/>
                </a:cubicBezTo>
                <a:cubicBezTo>
                  <a:pt x="266" y="136"/>
                  <a:pt x="266" y="136"/>
                  <a:pt x="266" y="135"/>
                </a:cubicBezTo>
                <a:cubicBezTo>
                  <a:pt x="266" y="135"/>
                  <a:pt x="266" y="134"/>
                  <a:pt x="266" y="135"/>
                </a:cubicBezTo>
                <a:cubicBezTo>
                  <a:pt x="266" y="135"/>
                  <a:pt x="266" y="135"/>
                  <a:pt x="266" y="135"/>
                </a:cubicBezTo>
                <a:cubicBezTo>
                  <a:pt x="267" y="135"/>
                  <a:pt x="266" y="134"/>
                  <a:pt x="266" y="134"/>
                </a:cubicBezTo>
                <a:cubicBezTo>
                  <a:pt x="266" y="134"/>
                  <a:pt x="267" y="134"/>
                  <a:pt x="267" y="134"/>
                </a:cubicBezTo>
                <a:cubicBezTo>
                  <a:pt x="266" y="134"/>
                  <a:pt x="266" y="134"/>
                  <a:pt x="266" y="134"/>
                </a:cubicBezTo>
                <a:cubicBezTo>
                  <a:pt x="266" y="134"/>
                  <a:pt x="266" y="134"/>
                  <a:pt x="266" y="134"/>
                </a:cubicBezTo>
                <a:cubicBezTo>
                  <a:pt x="266" y="134"/>
                  <a:pt x="266" y="134"/>
                  <a:pt x="266" y="134"/>
                </a:cubicBezTo>
                <a:cubicBezTo>
                  <a:pt x="266" y="134"/>
                  <a:pt x="266" y="134"/>
                  <a:pt x="266" y="134"/>
                </a:cubicBezTo>
                <a:cubicBezTo>
                  <a:pt x="266" y="134"/>
                  <a:pt x="265" y="134"/>
                  <a:pt x="265" y="134"/>
                </a:cubicBezTo>
                <a:cubicBezTo>
                  <a:pt x="265" y="134"/>
                  <a:pt x="265" y="134"/>
                  <a:pt x="265" y="134"/>
                </a:cubicBezTo>
                <a:cubicBezTo>
                  <a:pt x="265" y="133"/>
                  <a:pt x="265" y="133"/>
                  <a:pt x="265" y="133"/>
                </a:cubicBezTo>
                <a:cubicBezTo>
                  <a:pt x="265" y="133"/>
                  <a:pt x="266" y="133"/>
                  <a:pt x="266" y="133"/>
                </a:cubicBezTo>
                <a:cubicBezTo>
                  <a:pt x="265" y="133"/>
                  <a:pt x="265" y="132"/>
                  <a:pt x="265" y="132"/>
                </a:cubicBezTo>
                <a:cubicBezTo>
                  <a:pt x="265" y="132"/>
                  <a:pt x="265" y="132"/>
                  <a:pt x="265" y="132"/>
                </a:cubicBezTo>
                <a:cubicBezTo>
                  <a:pt x="265" y="131"/>
                  <a:pt x="265" y="131"/>
                  <a:pt x="265" y="131"/>
                </a:cubicBezTo>
                <a:cubicBezTo>
                  <a:pt x="265" y="131"/>
                  <a:pt x="265" y="131"/>
                  <a:pt x="265" y="131"/>
                </a:cubicBezTo>
                <a:cubicBezTo>
                  <a:pt x="265" y="131"/>
                  <a:pt x="265" y="131"/>
                  <a:pt x="265" y="130"/>
                </a:cubicBezTo>
                <a:cubicBezTo>
                  <a:pt x="265" y="130"/>
                  <a:pt x="265" y="130"/>
                  <a:pt x="265" y="130"/>
                </a:cubicBezTo>
                <a:cubicBezTo>
                  <a:pt x="265" y="130"/>
                  <a:pt x="265" y="129"/>
                  <a:pt x="265" y="129"/>
                </a:cubicBezTo>
                <a:cubicBezTo>
                  <a:pt x="265" y="128"/>
                  <a:pt x="265" y="128"/>
                  <a:pt x="265" y="128"/>
                </a:cubicBezTo>
                <a:cubicBezTo>
                  <a:pt x="264" y="127"/>
                  <a:pt x="264" y="127"/>
                  <a:pt x="264" y="127"/>
                </a:cubicBezTo>
                <a:cubicBezTo>
                  <a:pt x="264" y="127"/>
                  <a:pt x="263" y="127"/>
                  <a:pt x="263" y="126"/>
                </a:cubicBezTo>
                <a:cubicBezTo>
                  <a:pt x="263" y="126"/>
                  <a:pt x="263" y="126"/>
                  <a:pt x="263" y="126"/>
                </a:cubicBezTo>
                <a:cubicBezTo>
                  <a:pt x="263" y="126"/>
                  <a:pt x="263" y="126"/>
                  <a:pt x="263" y="125"/>
                </a:cubicBezTo>
                <a:cubicBezTo>
                  <a:pt x="263" y="125"/>
                  <a:pt x="263" y="125"/>
                  <a:pt x="263" y="125"/>
                </a:cubicBezTo>
                <a:cubicBezTo>
                  <a:pt x="263" y="125"/>
                  <a:pt x="263" y="125"/>
                  <a:pt x="263" y="124"/>
                </a:cubicBezTo>
                <a:cubicBezTo>
                  <a:pt x="263" y="124"/>
                  <a:pt x="263" y="124"/>
                  <a:pt x="262" y="125"/>
                </a:cubicBezTo>
                <a:cubicBezTo>
                  <a:pt x="262" y="125"/>
                  <a:pt x="263" y="125"/>
                  <a:pt x="262" y="125"/>
                </a:cubicBezTo>
                <a:cubicBezTo>
                  <a:pt x="262" y="125"/>
                  <a:pt x="262" y="125"/>
                  <a:pt x="262" y="126"/>
                </a:cubicBezTo>
                <a:cubicBezTo>
                  <a:pt x="262" y="126"/>
                  <a:pt x="262" y="126"/>
                  <a:pt x="262" y="126"/>
                </a:cubicBezTo>
                <a:cubicBezTo>
                  <a:pt x="262" y="126"/>
                  <a:pt x="262" y="126"/>
                  <a:pt x="261" y="126"/>
                </a:cubicBezTo>
                <a:cubicBezTo>
                  <a:pt x="261" y="126"/>
                  <a:pt x="261" y="126"/>
                  <a:pt x="261" y="126"/>
                </a:cubicBezTo>
                <a:cubicBezTo>
                  <a:pt x="260" y="126"/>
                  <a:pt x="260" y="126"/>
                  <a:pt x="260" y="126"/>
                </a:cubicBezTo>
                <a:cubicBezTo>
                  <a:pt x="260" y="126"/>
                  <a:pt x="260" y="126"/>
                  <a:pt x="260" y="125"/>
                </a:cubicBezTo>
                <a:cubicBezTo>
                  <a:pt x="259" y="125"/>
                  <a:pt x="259" y="125"/>
                  <a:pt x="259" y="125"/>
                </a:cubicBezTo>
                <a:cubicBezTo>
                  <a:pt x="259" y="125"/>
                  <a:pt x="259" y="125"/>
                  <a:pt x="259" y="125"/>
                </a:cubicBezTo>
                <a:cubicBezTo>
                  <a:pt x="259" y="125"/>
                  <a:pt x="259" y="125"/>
                  <a:pt x="258" y="125"/>
                </a:cubicBezTo>
                <a:cubicBezTo>
                  <a:pt x="258" y="125"/>
                  <a:pt x="258" y="125"/>
                  <a:pt x="258" y="125"/>
                </a:cubicBezTo>
                <a:cubicBezTo>
                  <a:pt x="258" y="126"/>
                  <a:pt x="258" y="126"/>
                  <a:pt x="258" y="126"/>
                </a:cubicBezTo>
                <a:cubicBezTo>
                  <a:pt x="257" y="126"/>
                  <a:pt x="257" y="126"/>
                  <a:pt x="257" y="126"/>
                </a:cubicBezTo>
                <a:cubicBezTo>
                  <a:pt x="256" y="126"/>
                  <a:pt x="256" y="126"/>
                  <a:pt x="256" y="126"/>
                </a:cubicBezTo>
                <a:cubicBezTo>
                  <a:pt x="256" y="126"/>
                  <a:pt x="256" y="126"/>
                  <a:pt x="256" y="126"/>
                </a:cubicBezTo>
                <a:cubicBezTo>
                  <a:pt x="256" y="127"/>
                  <a:pt x="256" y="127"/>
                  <a:pt x="256" y="127"/>
                </a:cubicBezTo>
                <a:cubicBezTo>
                  <a:pt x="256" y="127"/>
                  <a:pt x="256" y="127"/>
                  <a:pt x="256" y="127"/>
                </a:cubicBezTo>
                <a:cubicBezTo>
                  <a:pt x="256" y="127"/>
                  <a:pt x="255" y="127"/>
                  <a:pt x="255" y="127"/>
                </a:cubicBezTo>
                <a:cubicBezTo>
                  <a:pt x="255" y="127"/>
                  <a:pt x="255" y="127"/>
                  <a:pt x="255" y="127"/>
                </a:cubicBezTo>
                <a:cubicBezTo>
                  <a:pt x="255" y="127"/>
                  <a:pt x="254" y="127"/>
                  <a:pt x="254" y="127"/>
                </a:cubicBezTo>
                <a:cubicBezTo>
                  <a:pt x="254" y="127"/>
                  <a:pt x="254" y="128"/>
                  <a:pt x="253" y="128"/>
                </a:cubicBezTo>
                <a:cubicBezTo>
                  <a:pt x="253" y="128"/>
                  <a:pt x="253" y="128"/>
                  <a:pt x="253" y="129"/>
                </a:cubicBezTo>
                <a:cubicBezTo>
                  <a:pt x="253" y="129"/>
                  <a:pt x="253" y="129"/>
                  <a:pt x="253" y="129"/>
                </a:cubicBezTo>
                <a:cubicBezTo>
                  <a:pt x="253" y="130"/>
                  <a:pt x="253" y="130"/>
                  <a:pt x="253" y="130"/>
                </a:cubicBezTo>
                <a:close/>
                <a:moveTo>
                  <a:pt x="229" y="171"/>
                </a:moveTo>
                <a:cubicBezTo>
                  <a:pt x="230" y="171"/>
                  <a:pt x="230" y="171"/>
                  <a:pt x="230" y="172"/>
                </a:cubicBezTo>
                <a:cubicBezTo>
                  <a:pt x="230" y="172"/>
                  <a:pt x="230" y="172"/>
                  <a:pt x="230" y="172"/>
                </a:cubicBezTo>
                <a:cubicBezTo>
                  <a:pt x="230" y="173"/>
                  <a:pt x="230" y="173"/>
                  <a:pt x="231" y="173"/>
                </a:cubicBezTo>
                <a:cubicBezTo>
                  <a:pt x="231" y="173"/>
                  <a:pt x="231" y="173"/>
                  <a:pt x="232" y="173"/>
                </a:cubicBezTo>
                <a:cubicBezTo>
                  <a:pt x="232" y="173"/>
                  <a:pt x="232" y="173"/>
                  <a:pt x="232" y="173"/>
                </a:cubicBezTo>
                <a:cubicBezTo>
                  <a:pt x="233" y="173"/>
                  <a:pt x="233" y="173"/>
                  <a:pt x="234" y="173"/>
                </a:cubicBezTo>
                <a:cubicBezTo>
                  <a:pt x="234" y="173"/>
                  <a:pt x="234" y="173"/>
                  <a:pt x="234" y="173"/>
                </a:cubicBezTo>
                <a:cubicBezTo>
                  <a:pt x="235" y="173"/>
                  <a:pt x="235" y="172"/>
                  <a:pt x="235" y="172"/>
                </a:cubicBezTo>
                <a:cubicBezTo>
                  <a:pt x="235" y="172"/>
                  <a:pt x="235" y="172"/>
                  <a:pt x="235" y="172"/>
                </a:cubicBezTo>
                <a:cubicBezTo>
                  <a:pt x="236" y="172"/>
                  <a:pt x="236" y="171"/>
                  <a:pt x="236" y="171"/>
                </a:cubicBezTo>
                <a:cubicBezTo>
                  <a:pt x="236" y="171"/>
                  <a:pt x="235" y="171"/>
                  <a:pt x="235" y="170"/>
                </a:cubicBezTo>
                <a:cubicBezTo>
                  <a:pt x="234" y="170"/>
                  <a:pt x="234" y="170"/>
                  <a:pt x="233" y="170"/>
                </a:cubicBezTo>
                <a:cubicBezTo>
                  <a:pt x="233" y="170"/>
                  <a:pt x="233" y="170"/>
                  <a:pt x="232" y="170"/>
                </a:cubicBezTo>
                <a:cubicBezTo>
                  <a:pt x="232" y="169"/>
                  <a:pt x="231" y="169"/>
                  <a:pt x="230" y="169"/>
                </a:cubicBezTo>
                <a:cubicBezTo>
                  <a:pt x="230" y="169"/>
                  <a:pt x="229" y="169"/>
                  <a:pt x="229" y="170"/>
                </a:cubicBezTo>
                <a:cubicBezTo>
                  <a:pt x="229" y="170"/>
                  <a:pt x="229" y="170"/>
                  <a:pt x="229" y="171"/>
                </a:cubicBezTo>
                <a:cubicBezTo>
                  <a:pt x="229" y="171"/>
                  <a:pt x="229" y="171"/>
                  <a:pt x="229" y="171"/>
                </a:cubicBezTo>
                <a:close/>
                <a:moveTo>
                  <a:pt x="199" y="130"/>
                </a:moveTo>
                <a:cubicBezTo>
                  <a:pt x="199" y="131"/>
                  <a:pt x="199" y="131"/>
                  <a:pt x="200" y="131"/>
                </a:cubicBezTo>
                <a:cubicBezTo>
                  <a:pt x="200" y="132"/>
                  <a:pt x="200" y="132"/>
                  <a:pt x="200" y="132"/>
                </a:cubicBezTo>
                <a:cubicBezTo>
                  <a:pt x="201" y="133"/>
                  <a:pt x="201" y="133"/>
                  <a:pt x="202" y="133"/>
                </a:cubicBezTo>
                <a:cubicBezTo>
                  <a:pt x="203" y="133"/>
                  <a:pt x="203" y="132"/>
                  <a:pt x="203" y="132"/>
                </a:cubicBezTo>
                <a:cubicBezTo>
                  <a:pt x="203" y="132"/>
                  <a:pt x="204" y="132"/>
                  <a:pt x="204" y="132"/>
                </a:cubicBezTo>
                <a:cubicBezTo>
                  <a:pt x="204" y="132"/>
                  <a:pt x="204" y="131"/>
                  <a:pt x="204" y="131"/>
                </a:cubicBezTo>
                <a:cubicBezTo>
                  <a:pt x="204" y="130"/>
                  <a:pt x="203" y="129"/>
                  <a:pt x="203" y="129"/>
                </a:cubicBezTo>
                <a:cubicBezTo>
                  <a:pt x="203" y="128"/>
                  <a:pt x="204" y="127"/>
                  <a:pt x="204" y="126"/>
                </a:cubicBezTo>
                <a:cubicBezTo>
                  <a:pt x="204" y="126"/>
                  <a:pt x="204" y="126"/>
                  <a:pt x="204" y="126"/>
                </a:cubicBezTo>
                <a:cubicBezTo>
                  <a:pt x="204" y="125"/>
                  <a:pt x="204" y="125"/>
                  <a:pt x="204" y="125"/>
                </a:cubicBezTo>
                <a:cubicBezTo>
                  <a:pt x="204" y="124"/>
                  <a:pt x="204" y="124"/>
                  <a:pt x="203" y="123"/>
                </a:cubicBezTo>
                <a:cubicBezTo>
                  <a:pt x="201" y="123"/>
                  <a:pt x="201" y="122"/>
                  <a:pt x="200" y="121"/>
                </a:cubicBezTo>
                <a:cubicBezTo>
                  <a:pt x="199" y="120"/>
                  <a:pt x="198" y="119"/>
                  <a:pt x="197" y="119"/>
                </a:cubicBezTo>
                <a:cubicBezTo>
                  <a:pt x="197" y="120"/>
                  <a:pt x="197" y="120"/>
                  <a:pt x="197" y="121"/>
                </a:cubicBezTo>
                <a:cubicBezTo>
                  <a:pt x="197" y="121"/>
                  <a:pt x="197" y="122"/>
                  <a:pt x="197" y="122"/>
                </a:cubicBezTo>
                <a:cubicBezTo>
                  <a:pt x="197" y="123"/>
                  <a:pt x="196" y="123"/>
                  <a:pt x="197" y="123"/>
                </a:cubicBezTo>
                <a:cubicBezTo>
                  <a:pt x="197" y="124"/>
                  <a:pt x="197" y="124"/>
                  <a:pt x="198" y="124"/>
                </a:cubicBezTo>
                <a:cubicBezTo>
                  <a:pt x="198" y="125"/>
                  <a:pt x="198" y="126"/>
                  <a:pt x="198" y="127"/>
                </a:cubicBezTo>
                <a:cubicBezTo>
                  <a:pt x="198" y="128"/>
                  <a:pt x="198" y="129"/>
                  <a:pt x="199" y="130"/>
                </a:cubicBezTo>
                <a:close/>
                <a:moveTo>
                  <a:pt x="194" y="117"/>
                </a:moveTo>
                <a:cubicBezTo>
                  <a:pt x="195" y="118"/>
                  <a:pt x="197" y="119"/>
                  <a:pt x="198" y="119"/>
                </a:cubicBezTo>
                <a:cubicBezTo>
                  <a:pt x="199" y="119"/>
                  <a:pt x="200" y="119"/>
                  <a:pt x="201" y="120"/>
                </a:cubicBezTo>
                <a:cubicBezTo>
                  <a:pt x="201" y="121"/>
                  <a:pt x="202" y="122"/>
                  <a:pt x="203" y="122"/>
                </a:cubicBezTo>
                <a:cubicBezTo>
                  <a:pt x="203" y="123"/>
                  <a:pt x="204" y="123"/>
                  <a:pt x="205" y="124"/>
                </a:cubicBezTo>
                <a:cubicBezTo>
                  <a:pt x="205" y="122"/>
                  <a:pt x="205" y="121"/>
                  <a:pt x="205" y="119"/>
                </a:cubicBezTo>
                <a:cubicBezTo>
                  <a:pt x="204" y="118"/>
                  <a:pt x="204" y="117"/>
                  <a:pt x="203" y="116"/>
                </a:cubicBezTo>
                <a:cubicBezTo>
                  <a:pt x="202" y="115"/>
                  <a:pt x="201" y="115"/>
                  <a:pt x="200" y="115"/>
                </a:cubicBezTo>
                <a:cubicBezTo>
                  <a:pt x="198" y="115"/>
                  <a:pt x="196" y="115"/>
                  <a:pt x="195" y="115"/>
                </a:cubicBezTo>
                <a:cubicBezTo>
                  <a:pt x="194" y="114"/>
                  <a:pt x="192" y="114"/>
                  <a:pt x="191" y="114"/>
                </a:cubicBezTo>
                <a:cubicBezTo>
                  <a:pt x="191" y="115"/>
                  <a:pt x="192" y="115"/>
                  <a:pt x="192" y="116"/>
                </a:cubicBezTo>
                <a:cubicBezTo>
                  <a:pt x="193" y="116"/>
                  <a:pt x="193" y="117"/>
                  <a:pt x="194" y="117"/>
                </a:cubicBezTo>
                <a:close/>
                <a:moveTo>
                  <a:pt x="175" y="108"/>
                </a:moveTo>
                <a:cubicBezTo>
                  <a:pt x="175" y="108"/>
                  <a:pt x="175" y="109"/>
                  <a:pt x="175" y="109"/>
                </a:cubicBezTo>
                <a:cubicBezTo>
                  <a:pt x="176" y="110"/>
                  <a:pt x="176" y="110"/>
                  <a:pt x="176" y="110"/>
                </a:cubicBezTo>
                <a:cubicBezTo>
                  <a:pt x="176" y="111"/>
                  <a:pt x="177" y="111"/>
                  <a:pt x="178" y="111"/>
                </a:cubicBezTo>
                <a:cubicBezTo>
                  <a:pt x="179" y="111"/>
                  <a:pt x="180" y="112"/>
                  <a:pt x="180" y="111"/>
                </a:cubicBezTo>
                <a:cubicBezTo>
                  <a:pt x="181" y="111"/>
                  <a:pt x="181" y="111"/>
                  <a:pt x="181" y="110"/>
                </a:cubicBezTo>
                <a:cubicBezTo>
                  <a:pt x="182" y="110"/>
                  <a:pt x="182" y="110"/>
                  <a:pt x="183" y="110"/>
                </a:cubicBezTo>
                <a:cubicBezTo>
                  <a:pt x="184" y="109"/>
                  <a:pt x="184" y="109"/>
                  <a:pt x="184" y="108"/>
                </a:cubicBezTo>
                <a:cubicBezTo>
                  <a:pt x="184" y="107"/>
                  <a:pt x="184" y="107"/>
                  <a:pt x="184" y="106"/>
                </a:cubicBezTo>
                <a:cubicBezTo>
                  <a:pt x="184" y="105"/>
                  <a:pt x="185" y="105"/>
                  <a:pt x="185" y="104"/>
                </a:cubicBezTo>
                <a:cubicBezTo>
                  <a:pt x="185" y="104"/>
                  <a:pt x="185" y="102"/>
                  <a:pt x="184" y="102"/>
                </a:cubicBezTo>
                <a:cubicBezTo>
                  <a:pt x="184" y="102"/>
                  <a:pt x="184" y="102"/>
                  <a:pt x="184" y="102"/>
                </a:cubicBezTo>
                <a:cubicBezTo>
                  <a:pt x="183" y="102"/>
                  <a:pt x="183" y="102"/>
                  <a:pt x="183" y="101"/>
                </a:cubicBezTo>
                <a:cubicBezTo>
                  <a:pt x="182" y="100"/>
                  <a:pt x="182" y="99"/>
                  <a:pt x="181" y="99"/>
                </a:cubicBezTo>
                <a:cubicBezTo>
                  <a:pt x="180" y="100"/>
                  <a:pt x="179" y="101"/>
                  <a:pt x="179" y="101"/>
                </a:cubicBezTo>
                <a:cubicBezTo>
                  <a:pt x="178" y="102"/>
                  <a:pt x="177" y="102"/>
                  <a:pt x="177" y="101"/>
                </a:cubicBezTo>
                <a:cubicBezTo>
                  <a:pt x="176" y="101"/>
                  <a:pt x="176" y="101"/>
                  <a:pt x="175" y="101"/>
                </a:cubicBezTo>
                <a:cubicBezTo>
                  <a:pt x="175" y="101"/>
                  <a:pt x="175" y="102"/>
                  <a:pt x="175" y="102"/>
                </a:cubicBezTo>
                <a:cubicBezTo>
                  <a:pt x="174" y="103"/>
                  <a:pt x="174" y="103"/>
                  <a:pt x="174" y="104"/>
                </a:cubicBezTo>
                <a:cubicBezTo>
                  <a:pt x="174" y="105"/>
                  <a:pt x="174" y="106"/>
                  <a:pt x="174" y="107"/>
                </a:cubicBezTo>
                <a:cubicBezTo>
                  <a:pt x="175" y="107"/>
                  <a:pt x="175" y="108"/>
                  <a:pt x="175" y="108"/>
                </a:cubicBezTo>
                <a:close/>
                <a:moveTo>
                  <a:pt x="238" y="169"/>
                </a:moveTo>
                <a:cubicBezTo>
                  <a:pt x="238" y="169"/>
                  <a:pt x="239" y="169"/>
                  <a:pt x="239" y="169"/>
                </a:cubicBezTo>
                <a:cubicBezTo>
                  <a:pt x="240" y="169"/>
                  <a:pt x="240" y="169"/>
                  <a:pt x="241" y="168"/>
                </a:cubicBezTo>
                <a:cubicBezTo>
                  <a:pt x="241" y="168"/>
                  <a:pt x="241" y="168"/>
                  <a:pt x="241" y="168"/>
                </a:cubicBezTo>
                <a:cubicBezTo>
                  <a:pt x="240" y="167"/>
                  <a:pt x="240" y="167"/>
                  <a:pt x="240" y="167"/>
                </a:cubicBezTo>
                <a:cubicBezTo>
                  <a:pt x="240" y="167"/>
                  <a:pt x="240" y="167"/>
                  <a:pt x="239" y="166"/>
                </a:cubicBezTo>
                <a:cubicBezTo>
                  <a:pt x="239" y="166"/>
                  <a:pt x="238" y="166"/>
                  <a:pt x="238" y="166"/>
                </a:cubicBezTo>
                <a:cubicBezTo>
                  <a:pt x="238" y="166"/>
                  <a:pt x="237" y="166"/>
                  <a:pt x="237" y="166"/>
                </a:cubicBezTo>
                <a:cubicBezTo>
                  <a:pt x="236" y="165"/>
                  <a:pt x="236" y="165"/>
                  <a:pt x="235" y="165"/>
                </a:cubicBezTo>
                <a:cubicBezTo>
                  <a:pt x="234" y="165"/>
                  <a:pt x="234" y="165"/>
                  <a:pt x="234" y="166"/>
                </a:cubicBezTo>
                <a:cubicBezTo>
                  <a:pt x="233" y="166"/>
                  <a:pt x="233" y="167"/>
                  <a:pt x="233" y="167"/>
                </a:cubicBezTo>
                <a:cubicBezTo>
                  <a:pt x="233" y="167"/>
                  <a:pt x="232" y="167"/>
                  <a:pt x="232" y="168"/>
                </a:cubicBezTo>
                <a:cubicBezTo>
                  <a:pt x="232" y="168"/>
                  <a:pt x="232" y="169"/>
                  <a:pt x="233" y="169"/>
                </a:cubicBezTo>
                <a:cubicBezTo>
                  <a:pt x="233" y="169"/>
                  <a:pt x="233" y="169"/>
                  <a:pt x="234" y="169"/>
                </a:cubicBezTo>
                <a:cubicBezTo>
                  <a:pt x="234" y="169"/>
                  <a:pt x="235" y="169"/>
                  <a:pt x="235" y="169"/>
                </a:cubicBezTo>
                <a:cubicBezTo>
                  <a:pt x="235" y="170"/>
                  <a:pt x="236" y="170"/>
                  <a:pt x="236" y="170"/>
                </a:cubicBezTo>
                <a:cubicBezTo>
                  <a:pt x="237" y="170"/>
                  <a:pt x="237" y="169"/>
                  <a:pt x="238" y="169"/>
                </a:cubicBezTo>
                <a:close/>
                <a:moveTo>
                  <a:pt x="204" y="128"/>
                </a:moveTo>
                <a:cubicBezTo>
                  <a:pt x="204" y="129"/>
                  <a:pt x="205" y="130"/>
                  <a:pt x="205" y="131"/>
                </a:cubicBezTo>
                <a:cubicBezTo>
                  <a:pt x="205" y="131"/>
                  <a:pt x="205" y="133"/>
                  <a:pt x="204" y="133"/>
                </a:cubicBezTo>
                <a:cubicBezTo>
                  <a:pt x="204" y="133"/>
                  <a:pt x="203" y="133"/>
                  <a:pt x="203" y="134"/>
                </a:cubicBezTo>
                <a:cubicBezTo>
                  <a:pt x="203" y="134"/>
                  <a:pt x="203" y="134"/>
                  <a:pt x="203" y="135"/>
                </a:cubicBezTo>
                <a:cubicBezTo>
                  <a:pt x="203" y="135"/>
                  <a:pt x="204" y="136"/>
                  <a:pt x="205" y="136"/>
                </a:cubicBezTo>
                <a:cubicBezTo>
                  <a:pt x="206" y="137"/>
                  <a:pt x="207" y="137"/>
                  <a:pt x="209" y="137"/>
                </a:cubicBezTo>
                <a:cubicBezTo>
                  <a:pt x="210" y="137"/>
                  <a:pt x="212" y="137"/>
                  <a:pt x="213" y="137"/>
                </a:cubicBezTo>
                <a:cubicBezTo>
                  <a:pt x="214" y="137"/>
                  <a:pt x="215" y="137"/>
                  <a:pt x="215" y="137"/>
                </a:cubicBezTo>
                <a:cubicBezTo>
                  <a:pt x="216" y="137"/>
                  <a:pt x="217" y="137"/>
                  <a:pt x="217" y="138"/>
                </a:cubicBezTo>
                <a:cubicBezTo>
                  <a:pt x="218" y="138"/>
                  <a:pt x="220" y="141"/>
                  <a:pt x="220" y="139"/>
                </a:cubicBezTo>
                <a:cubicBezTo>
                  <a:pt x="220" y="137"/>
                  <a:pt x="221" y="135"/>
                  <a:pt x="219" y="135"/>
                </a:cubicBezTo>
                <a:cubicBezTo>
                  <a:pt x="218" y="135"/>
                  <a:pt x="218" y="135"/>
                  <a:pt x="217" y="134"/>
                </a:cubicBezTo>
                <a:cubicBezTo>
                  <a:pt x="217" y="134"/>
                  <a:pt x="217" y="133"/>
                  <a:pt x="216" y="133"/>
                </a:cubicBezTo>
                <a:cubicBezTo>
                  <a:pt x="215" y="132"/>
                  <a:pt x="214" y="132"/>
                  <a:pt x="213" y="131"/>
                </a:cubicBezTo>
                <a:cubicBezTo>
                  <a:pt x="212" y="131"/>
                  <a:pt x="212" y="131"/>
                  <a:pt x="211" y="131"/>
                </a:cubicBezTo>
                <a:cubicBezTo>
                  <a:pt x="210" y="131"/>
                  <a:pt x="210" y="131"/>
                  <a:pt x="209" y="131"/>
                </a:cubicBezTo>
                <a:cubicBezTo>
                  <a:pt x="208" y="131"/>
                  <a:pt x="208" y="131"/>
                  <a:pt x="208" y="130"/>
                </a:cubicBezTo>
                <a:cubicBezTo>
                  <a:pt x="208" y="130"/>
                  <a:pt x="207" y="128"/>
                  <a:pt x="207" y="128"/>
                </a:cubicBezTo>
                <a:cubicBezTo>
                  <a:pt x="206" y="127"/>
                  <a:pt x="205" y="127"/>
                  <a:pt x="204" y="128"/>
                </a:cubicBezTo>
                <a:close/>
                <a:moveTo>
                  <a:pt x="230" y="169"/>
                </a:moveTo>
                <a:cubicBezTo>
                  <a:pt x="230" y="169"/>
                  <a:pt x="231" y="169"/>
                  <a:pt x="231" y="168"/>
                </a:cubicBezTo>
                <a:cubicBezTo>
                  <a:pt x="232" y="168"/>
                  <a:pt x="232" y="167"/>
                  <a:pt x="232" y="167"/>
                </a:cubicBezTo>
                <a:cubicBezTo>
                  <a:pt x="232" y="167"/>
                  <a:pt x="232" y="166"/>
                  <a:pt x="233" y="166"/>
                </a:cubicBezTo>
                <a:cubicBezTo>
                  <a:pt x="233" y="166"/>
                  <a:pt x="233" y="166"/>
                  <a:pt x="233" y="165"/>
                </a:cubicBezTo>
                <a:cubicBezTo>
                  <a:pt x="233" y="165"/>
                  <a:pt x="234" y="165"/>
                  <a:pt x="234" y="164"/>
                </a:cubicBezTo>
                <a:cubicBezTo>
                  <a:pt x="234" y="164"/>
                  <a:pt x="233" y="164"/>
                  <a:pt x="233" y="164"/>
                </a:cubicBezTo>
                <a:cubicBezTo>
                  <a:pt x="233" y="164"/>
                  <a:pt x="232" y="164"/>
                  <a:pt x="232" y="165"/>
                </a:cubicBezTo>
                <a:cubicBezTo>
                  <a:pt x="232" y="165"/>
                  <a:pt x="231" y="165"/>
                  <a:pt x="231" y="166"/>
                </a:cubicBezTo>
                <a:cubicBezTo>
                  <a:pt x="230" y="166"/>
                  <a:pt x="229" y="166"/>
                  <a:pt x="229" y="166"/>
                </a:cubicBezTo>
                <a:cubicBezTo>
                  <a:pt x="228" y="166"/>
                  <a:pt x="227" y="166"/>
                  <a:pt x="227" y="167"/>
                </a:cubicBezTo>
                <a:cubicBezTo>
                  <a:pt x="227" y="167"/>
                  <a:pt x="227" y="167"/>
                  <a:pt x="227" y="167"/>
                </a:cubicBezTo>
                <a:cubicBezTo>
                  <a:pt x="227" y="168"/>
                  <a:pt x="228" y="168"/>
                  <a:pt x="229" y="168"/>
                </a:cubicBezTo>
                <a:cubicBezTo>
                  <a:pt x="229" y="169"/>
                  <a:pt x="230" y="169"/>
                  <a:pt x="230" y="169"/>
                </a:cubicBezTo>
                <a:close/>
                <a:moveTo>
                  <a:pt x="231" y="133"/>
                </a:moveTo>
                <a:cubicBezTo>
                  <a:pt x="231" y="133"/>
                  <a:pt x="231" y="134"/>
                  <a:pt x="231" y="134"/>
                </a:cubicBezTo>
                <a:cubicBezTo>
                  <a:pt x="231" y="134"/>
                  <a:pt x="230" y="134"/>
                  <a:pt x="230" y="134"/>
                </a:cubicBezTo>
                <a:cubicBezTo>
                  <a:pt x="229" y="134"/>
                  <a:pt x="229" y="134"/>
                  <a:pt x="229" y="135"/>
                </a:cubicBezTo>
                <a:cubicBezTo>
                  <a:pt x="229" y="135"/>
                  <a:pt x="229" y="135"/>
                  <a:pt x="229" y="136"/>
                </a:cubicBezTo>
                <a:cubicBezTo>
                  <a:pt x="229" y="136"/>
                  <a:pt x="229" y="136"/>
                  <a:pt x="229" y="137"/>
                </a:cubicBezTo>
                <a:cubicBezTo>
                  <a:pt x="229" y="137"/>
                  <a:pt x="229" y="138"/>
                  <a:pt x="229" y="138"/>
                </a:cubicBezTo>
                <a:cubicBezTo>
                  <a:pt x="229" y="139"/>
                  <a:pt x="229" y="139"/>
                  <a:pt x="230" y="139"/>
                </a:cubicBezTo>
                <a:cubicBezTo>
                  <a:pt x="230" y="140"/>
                  <a:pt x="230" y="140"/>
                  <a:pt x="230" y="141"/>
                </a:cubicBezTo>
                <a:cubicBezTo>
                  <a:pt x="231" y="141"/>
                  <a:pt x="231" y="141"/>
                  <a:pt x="231" y="141"/>
                </a:cubicBezTo>
                <a:cubicBezTo>
                  <a:pt x="232" y="141"/>
                  <a:pt x="232" y="140"/>
                  <a:pt x="232" y="140"/>
                </a:cubicBezTo>
                <a:cubicBezTo>
                  <a:pt x="232" y="140"/>
                  <a:pt x="233" y="139"/>
                  <a:pt x="233" y="139"/>
                </a:cubicBezTo>
                <a:cubicBezTo>
                  <a:pt x="233" y="139"/>
                  <a:pt x="233" y="139"/>
                  <a:pt x="233" y="139"/>
                </a:cubicBezTo>
                <a:cubicBezTo>
                  <a:pt x="233" y="138"/>
                  <a:pt x="233" y="138"/>
                  <a:pt x="233" y="138"/>
                </a:cubicBezTo>
                <a:cubicBezTo>
                  <a:pt x="233" y="137"/>
                  <a:pt x="232" y="137"/>
                  <a:pt x="232" y="136"/>
                </a:cubicBezTo>
                <a:cubicBezTo>
                  <a:pt x="232" y="136"/>
                  <a:pt x="233" y="136"/>
                  <a:pt x="233" y="137"/>
                </a:cubicBezTo>
                <a:cubicBezTo>
                  <a:pt x="233" y="137"/>
                  <a:pt x="234" y="137"/>
                  <a:pt x="234" y="137"/>
                </a:cubicBezTo>
                <a:cubicBezTo>
                  <a:pt x="235" y="137"/>
                  <a:pt x="234" y="136"/>
                  <a:pt x="233" y="136"/>
                </a:cubicBezTo>
                <a:cubicBezTo>
                  <a:pt x="233" y="135"/>
                  <a:pt x="232" y="135"/>
                  <a:pt x="232" y="134"/>
                </a:cubicBezTo>
                <a:cubicBezTo>
                  <a:pt x="232" y="133"/>
                  <a:pt x="232" y="133"/>
                  <a:pt x="232" y="132"/>
                </a:cubicBezTo>
                <a:cubicBezTo>
                  <a:pt x="232" y="132"/>
                  <a:pt x="231" y="132"/>
                  <a:pt x="231" y="132"/>
                </a:cubicBezTo>
                <a:cubicBezTo>
                  <a:pt x="231" y="133"/>
                  <a:pt x="231" y="133"/>
                  <a:pt x="231" y="133"/>
                </a:cubicBezTo>
                <a:close/>
                <a:moveTo>
                  <a:pt x="210" y="130"/>
                </a:moveTo>
                <a:cubicBezTo>
                  <a:pt x="211" y="130"/>
                  <a:pt x="212" y="130"/>
                  <a:pt x="213" y="130"/>
                </a:cubicBezTo>
                <a:cubicBezTo>
                  <a:pt x="214" y="131"/>
                  <a:pt x="214" y="131"/>
                  <a:pt x="215" y="131"/>
                </a:cubicBezTo>
                <a:cubicBezTo>
                  <a:pt x="216" y="132"/>
                  <a:pt x="216" y="132"/>
                  <a:pt x="217" y="132"/>
                </a:cubicBezTo>
                <a:cubicBezTo>
                  <a:pt x="217" y="133"/>
                  <a:pt x="218" y="134"/>
                  <a:pt x="218" y="134"/>
                </a:cubicBezTo>
                <a:cubicBezTo>
                  <a:pt x="219" y="134"/>
                  <a:pt x="220" y="134"/>
                  <a:pt x="220" y="135"/>
                </a:cubicBezTo>
                <a:cubicBezTo>
                  <a:pt x="221" y="135"/>
                  <a:pt x="221" y="136"/>
                  <a:pt x="221" y="136"/>
                </a:cubicBezTo>
                <a:cubicBezTo>
                  <a:pt x="222" y="137"/>
                  <a:pt x="222" y="136"/>
                  <a:pt x="223" y="136"/>
                </a:cubicBezTo>
                <a:cubicBezTo>
                  <a:pt x="223" y="135"/>
                  <a:pt x="224" y="135"/>
                  <a:pt x="224" y="134"/>
                </a:cubicBezTo>
                <a:cubicBezTo>
                  <a:pt x="224" y="133"/>
                  <a:pt x="222" y="132"/>
                  <a:pt x="222" y="132"/>
                </a:cubicBezTo>
                <a:cubicBezTo>
                  <a:pt x="221" y="131"/>
                  <a:pt x="220" y="130"/>
                  <a:pt x="219" y="129"/>
                </a:cubicBezTo>
                <a:cubicBezTo>
                  <a:pt x="218" y="128"/>
                  <a:pt x="217" y="127"/>
                  <a:pt x="216" y="127"/>
                </a:cubicBezTo>
                <a:cubicBezTo>
                  <a:pt x="216" y="127"/>
                  <a:pt x="215" y="127"/>
                  <a:pt x="215" y="127"/>
                </a:cubicBezTo>
                <a:cubicBezTo>
                  <a:pt x="214" y="127"/>
                  <a:pt x="213" y="126"/>
                  <a:pt x="213" y="126"/>
                </a:cubicBezTo>
                <a:cubicBezTo>
                  <a:pt x="212" y="126"/>
                  <a:pt x="212" y="126"/>
                  <a:pt x="212" y="127"/>
                </a:cubicBezTo>
                <a:cubicBezTo>
                  <a:pt x="211" y="127"/>
                  <a:pt x="211" y="127"/>
                  <a:pt x="210" y="127"/>
                </a:cubicBezTo>
                <a:cubicBezTo>
                  <a:pt x="210" y="128"/>
                  <a:pt x="210" y="128"/>
                  <a:pt x="210" y="129"/>
                </a:cubicBezTo>
                <a:cubicBezTo>
                  <a:pt x="210" y="129"/>
                  <a:pt x="209" y="129"/>
                  <a:pt x="209" y="130"/>
                </a:cubicBezTo>
                <a:cubicBezTo>
                  <a:pt x="209" y="130"/>
                  <a:pt x="210" y="130"/>
                  <a:pt x="210" y="130"/>
                </a:cubicBezTo>
                <a:close/>
                <a:moveTo>
                  <a:pt x="221" y="141"/>
                </a:moveTo>
                <a:cubicBezTo>
                  <a:pt x="221" y="141"/>
                  <a:pt x="221" y="141"/>
                  <a:pt x="221" y="141"/>
                </a:cubicBezTo>
                <a:cubicBezTo>
                  <a:pt x="221" y="140"/>
                  <a:pt x="220" y="140"/>
                  <a:pt x="220" y="140"/>
                </a:cubicBezTo>
                <a:cubicBezTo>
                  <a:pt x="220" y="140"/>
                  <a:pt x="220" y="141"/>
                  <a:pt x="220" y="141"/>
                </a:cubicBezTo>
                <a:cubicBezTo>
                  <a:pt x="220" y="141"/>
                  <a:pt x="220" y="141"/>
                  <a:pt x="220" y="142"/>
                </a:cubicBezTo>
                <a:cubicBezTo>
                  <a:pt x="220" y="142"/>
                  <a:pt x="220" y="142"/>
                  <a:pt x="220" y="142"/>
                </a:cubicBezTo>
                <a:cubicBezTo>
                  <a:pt x="220" y="142"/>
                  <a:pt x="221" y="143"/>
                  <a:pt x="221" y="143"/>
                </a:cubicBezTo>
                <a:cubicBezTo>
                  <a:pt x="221" y="143"/>
                  <a:pt x="221" y="143"/>
                  <a:pt x="221" y="143"/>
                </a:cubicBezTo>
                <a:cubicBezTo>
                  <a:pt x="221" y="142"/>
                  <a:pt x="221" y="142"/>
                  <a:pt x="221" y="142"/>
                </a:cubicBezTo>
                <a:cubicBezTo>
                  <a:pt x="221" y="142"/>
                  <a:pt x="221" y="142"/>
                  <a:pt x="221" y="141"/>
                </a:cubicBezTo>
                <a:close/>
                <a:moveTo>
                  <a:pt x="223" y="141"/>
                </a:moveTo>
                <a:cubicBezTo>
                  <a:pt x="223" y="142"/>
                  <a:pt x="223" y="142"/>
                  <a:pt x="223" y="142"/>
                </a:cubicBezTo>
                <a:cubicBezTo>
                  <a:pt x="223" y="143"/>
                  <a:pt x="223" y="143"/>
                  <a:pt x="223" y="144"/>
                </a:cubicBezTo>
                <a:cubicBezTo>
                  <a:pt x="223" y="145"/>
                  <a:pt x="224" y="145"/>
                  <a:pt x="225" y="144"/>
                </a:cubicBezTo>
                <a:cubicBezTo>
                  <a:pt x="225" y="144"/>
                  <a:pt x="226" y="144"/>
                  <a:pt x="227" y="144"/>
                </a:cubicBezTo>
                <a:cubicBezTo>
                  <a:pt x="227" y="144"/>
                  <a:pt x="227" y="144"/>
                  <a:pt x="227" y="143"/>
                </a:cubicBezTo>
                <a:cubicBezTo>
                  <a:pt x="228" y="142"/>
                  <a:pt x="228" y="141"/>
                  <a:pt x="227" y="140"/>
                </a:cubicBezTo>
                <a:cubicBezTo>
                  <a:pt x="226" y="140"/>
                  <a:pt x="226" y="140"/>
                  <a:pt x="226" y="140"/>
                </a:cubicBezTo>
                <a:cubicBezTo>
                  <a:pt x="225" y="139"/>
                  <a:pt x="225" y="139"/>
                  <a:pt x="224" y="139"/>
                </a:cubicBezTo>
                <a:cubicBezTo>
                  <a:pt x="224" y="139"/>
                  <a:pt x="224" y="140"/>
                  <a:pt x="223" y="140"/>
                </a:cubicBezTo>
                <a:cubicBezTo>
                  <a:pt x="223" y="140"/>
                  <a:pt x="223" y="141"/>
                  <a:pt x="223" y="141"/>
                </a:cubicBezTo>
                <a:close/>
                <a:moveTo>
                  <a:pt x="228" y="130"/>
                </a:moveTo>
                <a:cubicBezTo>
                  <a:pt x="229" y="130"/>
                  <a:pt x="229" y="131"/>
                  <a:pt x="230" y="131"/>
                </a:cubicBezTo>
                <a:cubicBezTo>
                  <a:pt x="230" y="131"/>
                  <a:pt x="231" y="131"/>
                  <a:pt x="231" y="131"/>
                </a:cubicBezTo>
                <a:cubicBezTo>
                  <a:pt x="231" y="130"/>
                  <a:pt x="231" y="130"/>
                  <a:pt x="231" y="130"/>
                </a:cubicBezTo>
                <a:cubicBezTo>
                  <a:pt x="230" y="129"/>
                  <a:pt x="230" y="129"/>
                  <a:pt x="230" y="128"/>
                </a:cubicBezTo>
                <a:cubicBezTo>
                  <a:pt x="230" y="128"/>
                  <a:pt x="230" y="127"/>
                  <a:pt x="229" y="127"/>
                </a:cubicBezTo>
                <a:cubicBezTo>
                  <a:pt x="229" y="127"/>
                  <a:pt x="229" y="127"/>
                  <a:pt x="228" y="128"/>
                </a:cubicBezTo>
                <a:cubicBezTo>
                  <a:pt x="228" y="128"/>
                  <a:pt x="228" y="128"/>
                  <a:pt x="228" y="128"/>
                </a:cubicBezTo>
                <a:cubicBezTo>
                  <a:pt x="228" y="128"/>
                  <a:pt x="228" y="129"/>
                  <a:pt x="228" y="129"/>
                </a:cubicBezTo>
                <a:cubicBezTo>
                  <a:pt x="228" y="129"/>
                  <a:pt x="228" y="130"/>
                  <a:pt x="228" y="130"/>
                </a:cubicBezTo>
                <a:close/>
                <a:moveTo>
                  <a:pt x="1296" y="354"/>
                </a:moveTo>
                <a:cubicBezTo>
                  <a:pt x="1296" y="354"/>
                  <a:pt x="1295" y="354"/>
                  <a:pt x="1295" y="354"/>
                </a:cubicBezTo>
                <a:cubicBezTo>
                  <a:pt x="1295" y="354"/>
                  <a:pt x="1295" y="354"/>
                  <a:pt x="1295" y="354"/>
                </a:cubicBezTo>
                <a:cubicBezTo>
                  <a:pt x="1295" y="353"/>
                  <a:pt x="1295" y="353"/>
                  <a:pt x="1295" y="353"/>
                </a:cubicBezTo>
                <a:cubicBezTo>
                  <a:pt x="1293" y="353"/>
                  <a:pt x="1293" y="353"/>
                  <a:pt x="1293" y="353"/>
                </a:cubicBezTo>
                <a:cubicBezTo>
                  <a:pt x="1293" y="353"/>
                  <a:pt x="1293" y="353"/>
                  <a:pt x="1293" y="352"/>
                </a:cubicBezTo>
                <a:cubicBezTo>
                  <a:pt x="1293" y="352"/>
                  <a:pt x="1293" y="352"/>
                  <a:pt x="1293" y="352"/>
                </a:cubicBezTo>
                <a:cubicBezTo>
                  <a:pt x="1293" y="351"/>
                  <a:pt x="1293" y="351"/>
                  <a:pt x="1293" y="351"/>
                </a:cubicBezTo>
                <a:cubicBezTo>
                  <a:pt x="1293" y="351"/>
                  <a:pt x="1292" y="351"/>
                  <a:pt x="1292" y="351"/>
                </a:cubicBezTo>
                <a:cubicBezTo>
                  <a:pt x="1292" y="351"/>
                  <a:pt x="1293" y="350"/>
                  <a:pt x="1293" y="350"/>
                </a:cubicBezTo>
                <a:cubicBezTo>
                  <a:pt x="1293" y="349"/>
                  <a:pt x="1291" y="349"/>
                  <a:pt x="1291" y="349"/>
                </a:cubicBezTo>
                <a:cubicBezTo>
                  <a:pt x="1291" y="348"/>
                  <a:pt x="1291" y="348"/>
                  <a:pt x="1291" y="348"/>
                </a:cubicBezTo>
                <a:cubicBezTo>
                  <a:pt x="1292" y="348"/>
                  <a:pt x="1292" y="348"/>
                  <a:pt x="1292" y="348"/>
                </a:cubicBezTo>
                <a:cubicBezTo>
                  <a:pt x="1292" y="348"/>
                  <a:pt x="1292" y="347"/>
                  <a:pt x="1292" y="347"/>
                </a:cubicBezTo>
                <a:cubicBezTo>
                  <a:pt x="1292" y="347"/>
                  <a:pt x="1292" y="347"/>
                  <a:pt x="1292" y="346"/>
                </a:cubicBezTo>
                <a:cubicBezTo>
                  <a:pt x="1292" y="346"/>
                  <a:pt x="1292" y="346"/>
                  <a:pt x="1292" y="346"/>
                </a:cubicBezTo>
                <a:cubicBezTo>
                  <a:pt x="1292" y="346"/>
                  <a:pt x="1292" y="346"/>
                  <a:pt x="1292" y="346"/>
                </a:cubicBezTo>
                <a:cubicBezTo>
                  <a:pt x="1292" y="346"/>
                  <a:pt x="1292" y="345"/>
                  <a:pt x="1293" y="345"/>
                </a:cubicBezTo>
                <a:cubicBezTo>
                  <a:pt x="1293" y="345"/>
                  <a:pt x="1293" y="345"/>
                  <a:pt x="1293" y="345"/>
                </a:cubicBezTo>
                <a:cubicBezTo>
                  <a:pt x="1293" y="345"/>
                  <a:pt x="1293" y="345"/>
                  <a:pt x="1293" y="345"/>
                </a:cubicBezTo>
                <a:cubicBezTo>
                  <a:pt x="1293" y="345"/>
                  <a:pt x="1293" y="344"/>
                  <a:pt x="1293" y="344"/>
                </a:cubicBezTo>
                <a:cubicBezTo>
                  <a:pt x="1293" y="344"/>
                  <a:pt x="1294" y="344"/>
                  <a:pt x="1294" y="344"/>
                </a:cubicBezTo>
                <a:cubicBezTo>
                  <a:pt x="1294" y="344"/>
                  <a:pt x="1294" y="342"/>
                  <a:pt x="1294" y="342"/>
                </a:cubicBezTo>
                <a:cubicBezTo>
                  <a:pt x="1295" y="342"/>
                  <a:pt x="1295" y="342"/>
                  <a:pt x="1295" y="342"/>
                </a:cubicBezTo>
                <a:cubicBezTo>
                  <a:pt x="1294" y="341"/>
                  <a:pt x="1294" y="341"/>
                  <a:pt x="1294" y="341"/>
                </a:cubicBezTo>
                <a:cubicBezTo>
                  <a:pt x="1294" y="341"/>
                  <a:pt x="1294" y="342"/>
                  <a:pt x="1294" y="341"/>
                </a:cubicBezTo>
                <a:cubicBezTo>
                  <a:pt x="1294" y="341"/>
                  <a:pt x="1294" y="341"/>
                  <a:pt x="1294" y="341"/>
                </a:cubicBezTo>
                <a:cubicBezTo>
                  <a:pt x="1293" y="341"/>
                  <a:pt x="1294" y="340"/>
                  <a:pt x="1294" y="340"/>
                </a:cubicBezTo>
                <a:cubicBezTo>
                  <a:pt x="1294" y="340"/>
                  <a:pt x="1294" y="341"/>
                  <a:pt x="1294" y="341"/>
                </a:cubicBezTo>
                <a:cubicBezTo>
                  <a:pt x="1295" y="341"/>
                  <a:pt x="1295" y="340"/>
                  <a:pt x="1295" y="340"/>
                </a:cubicBezTo>
                <a:cubicBezTo>
                  <a:pt x="1295" y="340"/>
                  <a:pt x="1295" y="340"/>
                  <a:pt x="1295" y="340"/>
                </a:cubicBezTo>
                <a:cubicBezTo>
                  <a:pt x="1295" y="339"/>
                  <a:pt x="1295" y="339"/>
                  <a:pt x="1295" y="339"/>
                </a:cubicBezTo>
                <a:cubicBezTo>
                  <a:pt x="1294" y="339"/>
                  <a:pt x="1294" y="339"/>
                  <a:pt x="1294" y="339"/>
                </a:cubicBezTo>
                <a:cubicBezTo>
                  <a:pt x="1295" y="339"/>
                  <a:pt x="1295" y="339"/>
                  <a:pt x="1295" y="339"/>
                </a:cubicBezTo>
                <a:cubicBezTo>
                  <a:pt x="1295" y="339"/>
                  <a:pt x="1295" y="338"/>
                  <a:pt x="1295" y="338"/>
                </a:cubicBezTo>
                <a:cubicBezTo>
                  <a:pt x="1295" y="338"/>
                  <a:pt x="1295" y="338"/>
                  <a:pt x="1295" y="338"/>
                </a:cubicBezTo>
                <a:cubicBezTo>
                  <a:pt x="1295" y="338"/>
                  <a:pt x="1295" y="338"/>
                  <a:pt x="1295" y="338"/>
                </a:cubicBezTo>
                <a:cubicBezTo>
                  <a:pt x="1296" y="337"/>
                  <a:pt x="1296" y="337"/>
                  <a:pt x="1296" y="337"/>
                </a:cubicBezTo>
                <a:cubicBezTo>
                  <a:pt x="1296" y="301"/>
                  <a:pt x="1296" y="301"/>
                  <a:pt x="1296" y="301"/>
                </a:cubicBezTo>
                <a:cubicBezTo>
                  <a:pt x="1296" y="232"/>
                  <a:pt x="1296" y="232"/>
                  <a:pt x="1296" y="232"/>
                </a:cubicBezTo>
                <a:cubicBezTo>
                  <a:pt x="1295" y="232"/>
                  <a:pt x="1295" y="233"/>
                  <a:pt x="1294" y="233"/>
                </a:cubicBezTo>
                <a:cubicBezTo>
                  <a:pt x="1294" y="233"/>
                  <a:pt x="1293" y="232"/>
                  <a:pt x="1293" y="232"/>
                </a:cubicBezTo>
                <a:cubicBezTo>
                  <a:pt x="1292" y="232"/>
                  <a:pt x="1292" y="232"/>
                  <a:pt x="1291" y="232"/>
                </a:cubicBezTo>
                <a:cubicBezTo>
                  <a:pt x="1291" y="232"/>
                  <a:pt x="1290" y="232"/>
                  <a:pt x="1290" y="232"/>
                </a:cubicBezTo>
                <a:cubicBezTo>
                  <a:pt x="1289" y="233"/>
                  <a:pt x="1289" y="233"/>
                  <a:pt x="1288" y="233"/>
                </a:cubicBezTo>
                <a:cubicBezTo>
                  <a:pt x="1288" y="233"/>
                  <a:pt x="1287" y="233"/>
                  <a:pt x="1287" y="232"/>
                </a:cubicBezTo>
                <a:cubicBezTo>
                  <a:pt x="1287" y="232"/>
                  <a:pt x="1287" y="231"/>
                  <a:pt x="1287" y="231"/>
                </a:cubicBezTo>
                <a:cubicBezTo>
                  <a:pt x="1288" y="231"/>
                  <a:pt x="1289" y="230"/>
                  <a:pt x="1288" y="229"/>
                </a:cubicBezTo>
                <a:cubicBezTo>
                  <a:pt x="1288" y="229"/>
                  <a:pt x="1287" y="229"/>
                  <a:pt x="1286" y="229"/>
                </a:cubicBezTo>
                <a:cubicBezTo>
                  <a:pt x="1286" y="228"/>
                  <a:pt x="1286" y="228"/>
                  <a:pt x="1286" y="228"/>
                </a:cubicBezTo>
                <a:cubicBezTo>
                  <a:pt x="1285" y="228"/>
                  <a:pt x="1285" y="228"/>
                  <a:pt x="1285" y="228"/>
                </a:cubicBezTo>
                <a:cubicBezTo>
                  <a:pt x="1285" y="227"/>
                  <a:pt x="1284" y="228"/>
                  <a:pt x="1284" y="228"/>
                </a:cubicBezTo>
                <a:cubicBezTo>
                  <a:pt x="1283" y="228"/>
                  <a:pt x="1282" y="227"/>
                  <a:pt x="1282" y="227"/>
                </a:cubicBezTo>
                <a:cubicBezTo>
                  <a:pt x="1281" y="227"/>
                  <a:pt x="1281" y="227"/>
                  <a:pt x="1280" y="227"/>
                </a:cubicBezTo>
                <a:cubicBezTo>
                  <a:pt x="1280" y="227"/>
                  <a:pt x="1279" y="227"/>
                  <a:pt x="1279" y="227"/>
                </a:cubicBezTo>
                <a:cubicBezTo>
                  <a:pt x="1279" y="227"/>
                  <a:pt x="1278" y="227"/>
                  <a:pt x="1278" y="227"/>
                </a:cubicBezTo>
                <a:cubicBezTo>
                  <a:pt x="1278" y="227"/>
                  <a:pt x="1278" y="227"/>
                  <a:pt x="1278" y="227"/>
                </a:cubicBezTo>
                <a:cubicBezTo>
                  <a:pt x="1278" y="228"/>
                  <a:pt x="1278" y="228"/>
                  <a:pt x="1278" y="228"/>
                </a:cubicBezTo>
                <a:cubicBezTo>
                  <a:pt x="1277" y="228"/>
                  <a:pt x="1277" y="228"/>
                  <a:pt x="1277" y="228"/>
                </a:cubicBezTo>
                <a:cubicBezTo>
                  <a:pt x="1276" y="227"/>
                  <a:pt x="1276" y="227"/>
                  <a:pt x="1275" y="227"/>
                </a:cubicBezTo>
                <a:cubicBezTo>
                  <a:pt x="1275" y="227"/>
                  <a:pt x="1275" y="227"/>
                  <a:pt x="1274" y="227"/>
                </a:cubicBezTo>
                <a:cubicBezTo>
                  <a:pt x="1274" y="227"/>
                  <a:pt x="1274" y="226"/>
                  <a:pt x="1273" y="226"/>
                </a:cubicBezTo>
                <a:cubicBezTo>
                  <a:pt x="1273" y="226"/>
                  <a:pt x="1273" y="226"/>
                  <a:pt x="1273" y="226"/>
                </a:cubicBezTo>
                <a:cubicBezTo>
                  <a:pt x="1272" y="225"/>
                  <a:pt x="1271" y="225"/>
                  <a:pt x="1271" y="225"/>
                </a:cubicBezTo>
                <a:cubicBezTo>
                  <a:pt x="1270" y="225"/>
                  <a:pt x="1269" y="225"/>
                  <a:pt x="1268" y="225"/>
                </a:cubicBezTo>
                <a:cubicBezTo>
                  <a:pt x="1267" y="226"/>
                  <a:pt x="1266" y="226"/>
                  <a:pt x="1265" y="226"/>
                </a:cubicBezTo>
                <a:cubicBezTo>
                  <a:pt x="1264" y="226"/>
                  <a:pt x="1262" y="226"/>
                  <a:pt x="1261" y="226"/>
                </a:cubicBezTo>
                <a:cubicBezTo>
                  <a:pt x="1260" y="225"/>
                  <a:pt x="1260" y="225"/>
                  <a:pt x="1259" y="225"/>
                </a:cubicBezTo>
                <a:cubicBezTo>
                  <a:pt x="1259" y="224"/>
                  <a:pt x="1259" y="224"/>
                  <a:pt x="1258" y="223"/>
                </a:cubicBezTo>
                <a:cubicBezTo>
                  <a:pt x="1257" y="223"/>
                  <a:pt x="1256" y="223"/>
                  <a:pt x="1256" y="223"/>
                </a:cubicBezTo>
                <a:cubicBezTo>
                  <a:pt x="1255" y="222"/>
                  <a:pt x="1255" y="222"/>
                  <a:pt x="1254" y="222"/>
                </a:cubicBezTo>
                <a:cubicBezTo>
                  <a:pt x="1254" y="222"/>
                  <a:pt x="1253" y="221"/>
                  <a:pt x="1252" y="221"/>
                </a:cubicBezTo>
                <a:cubicBezTo>
                  <a:pt x="1251" y="220"/>
                  <a:pt x="1249" y="219"/>
                  <a:pt x="1247" y="219"/>
                </a:cubicBezTo>
                <a:cubicBezTo>
                  <a:pt x="1246" y="218"/>
                  <a:pt x="1244" y="217"/>
                  <a:pt x="1243" y="216"/>
                </a:cubicBezTo>
                <a:cubicBezTo>
                  <a:pt x="1242" y="216"/>
                  <a:pt x="1241" y="215"/>
                  <a:pt x="1241" y="215"/>
                </a:cubicBezTo>
                <a:cubicBezTo>
                  <a:pt x="1240" y="215"/>
                  <a:pt x="1240" y="215"/>
                  <a:pt x="1240" y="215"/>
                </a:cubicBezTo>
                <a:cubicBezTo>
                  <a:pt x="1240" y="214"/>
                  <a:pt x="1239" y="214"/>
                  <a:pt x="1239" y="214"/>
                </a:cubicBezTo>
                <a:cubicBezTo>
                  <a:pt x="1238" y="214"/>
                  <a:pt x="1238" y="214"/>
                  <a:pt x="1237" y="214"/>
                </a:cubicBezTo>
                <a:cubicBezTo>
                  <a:pt x="1236" y="214"/>
                  <a:pt x="1236" y="214"/>
                  <a:pt x="1235" y="214"/>
                </a:cubicBezTo>
                <a:cubicBezTo>
                  <a:pt x="1235" y="214"/>
                  <a:pt x="1234" y="213"/>
                  <a:pt x="1233" y="213"/>
                </a:cubicBezTo>
                <a:cubicBezTo>
                  <a:pt x="1233" y="212"/>
                  <a:pt x="1233" y="212"/>
                  <a:pt x="1233" y="211"/>
                </a:cubicBezTo>
                <a:cubicBezTo>
                  <a:pt x="1232" y="211"/>
                  <a:pt x="1232" y="211"/>
                  <a:pt x="1232" y="211"/>
                </a:cubicBezTo>
                <a:cubicBezTo>
                  <a:pt x="1232" y="211"/>
                  <a:pt x="1231" y="210"/>
                  <a:pt x="1231" y="210"/>
                </a:cubicBezTo>
                <a:cubicBezTo>
                  <a:pt x="1230" y="210"/>
                  <a:pt x="1230" y="210"/>
                  <a:pt x="1229" y="209"/>
                </a:cubicBezTo>
                <a:cubicBezTo>
                  <a:pt x="1228" y="209"/>
                  <a:pt x="1228" y="209"/>
                  <a:pt x="1227" y="209"/>
                </a:cubicBezTo>
                <a:cubicBezTo>
                  <a:pt x="1226" y="209"/>
                  <a:pt x="1226" y="208"/>
                  <a:pt x="1225" y="208"/>
                </a:cubicBezTo>
                <a:cubicBezTo>
                  <a:pt x="1223" y="208"/>
                  <a:pt x="1222" y="208"/>
                  <a:pt x="1220" y="207"/>
                </a:cubicBezTo>
                <a:cubicBezTo>
                  <a:pt x="1220" y="206"/>
                  <a:pt x="1219" y="206"/>
                  <a:pt x="1218" y="206"/>
                </a:cubicBezTo>
                <a:cubicBezTo>
                  <a:pt x="1218" y="205"/>
                  <a:pt x="1217" y="205"/>
                  <a:pt x="1217" y="205"/>
                </a:cubicBezTo>
                <a:cubicBezTo>
                  <a:pt x="1216" y="205"/>
                  <a:pt x="1215" y="204"/>
                  <a:pt x="1213" y="204"/>
                </a:cubicBezTo>
                <a:cubicBezTo>
                  <a:pt x="1213" y="204"/>
                  <a:pt x="1212" y="204"/>
                  <a:pt x="1212" y="203"/>
                </a:cubicBezTo>
                <a:cubicBezTo>
                  <a:pt x="1211" y="203"/>
                  <a:pt x="1211" y="203"/>
                  <a:pt x="1211" y="202"/>
                </a:cubicBezTo>
                <a:cubicBezTo>
                  <a:pt x="1211" y="202"/>
                  <a:pt x="1211" y="203"/>
                  <a:pt x="1211" y="203"/>
                </a:cubicBezTo>
                <a:cubicBezTo>
                  <a:pt x="1210" y="202"/>
                  <a:pt x="1210" y="202"/>
                  <a:pt x="1210" y="202"/>
                </a:cubicBezTo>
                <a:cubicBezTo>
                  <a:pt x="1210" y="201"/>
                  <a:pt x="1209" y="200"/>
                  <a:pt x="1209" y="200"/>
                </a:cubicBezTo>
                <a:cubicBezTo>
                  <a:pt x="1209" y="200"/>
                  <a:pt x="1208" y="201"/>
                  <a:pt x="1208" y="201"/>
                </a:cubicBezTo>
                <a:cubicBezTo>
                  <a:pt x="1208" y="201"/>
                  <a:pt x="1208" y="200"/>
                  <a:pt x="1208" y="200"/>
                </a:cubicBezTo>
                <a:cubicBezTo>
                  <a:pt x="1207" y="200"/>
                  <a:pt x="1207" y="200"/>
                  <a:pt x="1206" y="200"/>
                </a:cubicBezTo>
                <a:cubicBezTo>
                  <a:pt x="1205" y="200"/>
                  <a:pt x="1204" y="201"/>
                  <a:pt x="1203" y="201"/>
                </a:cubicBezTo>
                <a:cubicBezTo>
                  <a:pt x="1202" y="202"/>
                  <a:pt x="1200" y="202"/>
                  <a:pt x="1199" y="203"/>
                </a:cubicBezTo>
                <a:cubicBezTo>
                  <a:pt x="1199" y="204"/>
                  <a:pt x="1198" y="204"/>
                  <a:pt x="1197" y="204"/>
                </a:cubicBezTo>
                <a:cubicBezTo>
                  <a:pt x="1197" y="204"/>
                  <a:pt x="1196" y="205"/>
                  <a:pt x="1195" y="205"/>
                </a:cubicBezTo>
                <a:cubicBezTo>
                  <a:pt x="1194" y="206"/>
                  <a:pt x="1193" y="206"/>
                  <a:pt x="1192" y="207"/>
                </a:cubicBezTo>
                <a:cubicBezTo>
                  <a:pt x="1191" y="207"/>
                  <a:pt x="1190" y="207"/>
                  <a:pt x="1191" y="208"/>
                </a:cubicBezTo>
                <a:cubicBezTo>
                  <a:pt x="1191" y="209"/>
                  <a:pt x="1193" y="208"/>
                  <a:pt x="1193" y="210"/>
                </a:cubicBezTo>
                <a:cubicBezTo>
                  <a:pt x="1192" y="210"/>
                  <a:pt x="1191" y="210"/>
                  <a:pt x="1191" y="209"/>
                </a:cubicBezTo>
                <a:cubicBezTo>
                  <a:pt x="1190" y="209"/>
                  <a:pt x="1190" y="208"/>
                  <a:pt x="1189" y="208"/>
                </a:cubicBezTo>
                <a:cubicBezTo>
                  <a:pt x="1188" y="208"/>
                  <a:pt x="1188" y="208"/>
                  <a:pt x="1188" y="209"/>
                </a:cubicBezTo>
                <a:cubicBezTo>
                  <a:pt x="1188" y="209"/>
                  <a:pt x="1188" y="210"/>
                  <a:pt x="1188" y="210"/>
                </a:cubicBezTo>
                <a:cubicBezTo>
                  <a:pt x="1188" y="210"/>
                  <a:pt x="1187" y="211"/>
                  <a:pt x="1187" y="211"/>
                </a:cubicBezTo>
                <a:cubicBezTo>
                  <a:pt x="1187" y="211"/>
                  <a:pt x="1187" y="210"/>
                  <a:pt x="1187" y="210"/>
                </a:cubicBezTo>
                <a:cubicBezTo>
                  <a:pt x="1187" y="209"/>
                  <a:pt x="1187" y="209"/>
                  <a:pt x="1186" y="209"/>
                </a:cubicBezTo>
                <a:cubicBezTo>
                  <a:pt x="1185" y="209"/>
                  <a:pt x="1185" y="211"/>
                  <a:pt x="1185" y="212"/>
                </a:cubicBezTo>
                <a:cubicBezTo>
                  <a:pt x="1185" y="212"/>
                  <a:pt x="1186" y="212"/>
                  <a:pt x="1186" y="212"/>
                </a:cubicBezTo>
                <a:cubicBezTo>
                  <a:pt x="1186" y="212"/>
                  <a:pt x="1186" y="212"/>
                  <a:pt x="1186" y="212"/>
                </a:cubicBezTo>
                <a:cubicBezTo>
                  <a:pt x="1187" y="212"/>
                  <a:pt x="1187" y="213"/>
                  <a:pt x="1188" y="213"/>
                </a:cubicBezTo>
                <a:cubicBezTo>
                  <a:pt x="1188" y="214"/>
                  <a:pt x="1189" y="214"/>
                  <a:pt x="1189" y="215"/>
                </a:cubicBezTo>
                <a:cubicBezTo>
                  <a:pt x="1189" y="216"/>
                  <a:pt x="1189" y="217"/>
                  <a:pt x="1189" y="218"/>
                </a:cubicBezTo>
                <a:cubicBezTo>
                  <a:pt x="1189" y="218"/>
                  <a:pt x="1188" y="217"/>
                  <a:pt x="1188" y="217"/>
                </a:cubicBezTo>
                <a:cubicBezTo>
                  <a:pt x="1187" y="218"/>
                  <a:pt x="1187" y="218"/>
                  <a:pt x="1186" y="218"/>
                </a:cubicBezTo>
                <a:cubicBezTo>
                  <a:pt x="1185" y="218"/>
                  <a:pt x="1184" y="218"/>
                  <a:pt x="1183" y="218"/>
                </a:cubicBezTo>
                <a:cubicBezTo>
                  <a:pt x="1182" y="218"/>
                  <a:pt x="1181" y="219"/>
                  <a:pt x="1180" y="220"/>
                </a:cubicBezTo>
                <a:cubicBezTo>
                  <a:pt x="1179" y="220"/>
                  <a:pt x="1178" y="220"/>
                  <a:pt x="1178" y="221"/>
                </a:cubicBezTo>
                <a:cubicBezTo>
                  <a:pt x="1177" y="221"/>
                  <a:pt x="1177" y="221"/>
                  <a:pt x="1177" y="221"/>
                </a:cubicBezTo>
                <a:cubicBezTo>
                  <a:pt x="1177" y="222"/>
                  <a:pt x="1176" y="222"/>
                  <a:pt x="1176" y="222"/>
                </a:cubicBezTo>
                <a:cubicBezTo>
                  <a:pt x="1175" y="222"/>
                  <a:pt x="1175" y="222"/>
                  <a:pt x="1174" y="222"/>
                </a:cubicBezTo>
                <a:cubicBezTo>
                  <a:pt x="1174" y="223"/>
                  <a:pt x="1173" y="222"/>
                  <a:pt x="1173" y="222"/>
                </a:cubicBezTo>
                <a:cubicBezTo>
                  <a:pt x="1172" y="222"/>
                  <a:pt x="1172" y="222"/>
                  <a:pt x="1171" y="222"/>
                </a:cubicBezTo>
                <a:cubicBezTo>
                  <a:pt x="1171" y="221"/>
                  <a:pt x="1171" y="221"/>
                  <a:pt x="1170" y="221"/>
                </a:cubicBezTo>
                <a:cubicBezTo>
                  <a:pt x="1170" y="221"/>
                  <a:pt x="1169" y="221"/>
                  <a:pt x="1169" y="221"/>
                </a:cubicBezTo>
                <a:cubicBezTo>
                  <a:pt x="1168" y="221"/>
                  <a:pt x="1166" y="221"/>
                  <a:pt x="1166" y="221"/>
                </a:cubicBezTo>
                <a:cubicBezTo>
                  <a:pt x="1165" y="221"/>
                  <a:pt x="1164" y="222"/>
                  <a:pt x="1164" y="223"/>
                </a:cubicBezTo>
                <a:cubicBezTo>
                  <a:pt x="1165" y="224"/>
                  <a:pt x="1165" y="224"/>
                  <a:pt x="1164" y="225"/>
                </a:cubicBezTo>
                <a:cubicBezTo>
                  <a:pt x="1163" y="226"/>
                  <a:pt x="1163" y="227"/>
                  <a:pt x="1163" y="228"/>
                </a:cubicBezTo>
                <a:cubicBezTo>
                  <a:pt x="1163" y="230"/>
                  <a:pt x="1162" y="232"/>
                  <a:pt x="1160" y="233"/>
                </a:cubicBezTo>
                <a:cubicBezTo>
                  <a:pt x="1159" y="234"/>
                  <a:pt x="1156" y="233"/>
                  <a:pt x="1155" y="235"/>
                </a:cubicBezTo>
                <a:cubicBezTo>
                  <a:pt x="1155" y="236"/>
                  <a:pt x="1155" y="236"/>
                  <a:pt x="1155" y="236"/>
                </a:cubicBezTo>
                <a:cubicBezTo>
                  <a:pt x="1154" y="237"/>
                  <a:pt x="1153" y="237"/>
                  <a:pt x="1153" y="238"/>
                </a:cubicBezTo>
                <a:cubicBezTo>
                  <a:pt x="1153" y="238"/>
                  <a:pt x="1153" y="238"/>
                  <a:pt x="1153" y="238"/>
                </a:cubicBezTo>
                <a:cubicBezTo>
                  <a:pt x="1153" y="239"/>
                  <a:pt x="1152" y="239"/>
                  <a:pt x="1152" y="239"/>
                </a:cubicBezTo>
                <a:cubicBezTo>
                  <a:pt x="1152" y="240"/>
                  <a:pt x="1153" y="240"/>
                  <a:pt x="1153" y="241"/>
                </a:cubicBezTo>
                <a:cubicBezTo>
                  <a:pt x="1153" y="242"/>
                  <a:pt x="1152" y="243"/>
                  <a:pt x="1151" y="243"/>
                </a:cubicBezTo>
                <a:cubicBezTo>
                  <a:pt x="1151" y="244"/>
                  <a:pt x="1151" y="244"/>
                  <a:pt x="1150" y="244"/>
                </a:cubicBezTo>
                <a:cubicBezTo>
                  <a:pt x="1149" y="244"/>
                  <a:pt x="1147" y="244"/>
                  <a:pt x="1148" y="246"/>
                </a:cubicBezTo>
                <a:cubicBezTo>
                  <a:pt x="1148" y="246"/>
                  <a:pt x="1148" y="246"/>
                  <a:pt x="1148" y="246"/>
                </a:cubicBezTo>
                <a:cubicBezTo>
                  <a:pt x="1148" y="246"/>
                  <a:pt x="1148" y="247"/>
                  <a:pt x="1147" y="247"/>
                </a:cubicBezTo>
                <a:cubicBezTo>
                  <a:pt x="1147" y="248"/>
                  <a:pt x="1145" y="248"/>
                  <a:pt x="1144" y="249"/>
                </a:cubicBezTo>
                <a:cubicBezTo>
                  <a:pt x="1143" y="250"/>
                  <a:pt x="1142" y="251"/>
                  <a:pt x="1142" y="252"/>
                </a:cubicBezTo>
                <a:cubicBezTo>
                  <a:pt x="1141" y="253"/>
                  <a:pt x="1141" y="253"/>
                  <a:pt x="1140" y="254"/>
                </a:cubicBezTo>
                <a:cubicBezTo>
                  <a:pt x="1139" y="254"/>
                  <a:pt x="1139" y="254"/>
                  <a:pt x="1139" y="254"/>
                </a:cubicBezTo>
                <a:cubicBezTo>
                  <a:pt x="1138" y="254"/>
                  <a:pt x="1138" y="254"/>
                  <a:pt x="1138" y="254"/>
                </a:cubicBezTo>
                <a:cubicBezTo>
                  <a:pt x="1137" y="255"/>
                  <a:pt x="1136" y="255"/>
                  <a:pt x="1135" y="254"/>
                </a:cubicBezTo>
                <a:cubicBezTo>
                  <a:pt x="1134" y="254"/>
                  <a:pt x="1134" y="254"/>
                  <a:pt x="1133" y="254"/>
                </a:cubicBezTo>
                <a:cubicBezTo>
                  <a:pt x="1132" y="254"/>
                  <a:pt x="1132" y="254"/>
                  <a:pt x="1131" y="254"/>
                </a:cubicBezTo>
                <a:cubicBezTo>
                  <a:pt x="1131" y="254"/>
                  <a:pt x="1130" y="254"/>
                  <a:pt x="1130" y="254"/>
                </a:cubicBezTo>
                <a:cubicBezTo>
                  <a:pt x="1129" y="254"/>
                  <a:pt x="1129" y="253"/>
                  <a:pt x="1128" y="253"/>
                </a:cubicBezTo>
                <a:cubicBezTo>
                  <a:pt x="1128" y="253"/>
                  <a:pt x="1127" y="253"/>
                  <a:pt x="1127" y="253"/>
                </a:cubicBezTo>
                <a:cubicBezTo>
                  <a:pt x="1126" y="253"/>
                  <a:pt x="1126" y="252"/>
                  <a:pt x="1125" y="252"/>
                </a:cubicBezTo>
                <a:cubicBezTo>
                  <a:pt x="1125" y="252"/>
                  <a:pt x="1125" y="252"/>
                  <a:pt x="1125" y="251"/>
                </a:cubicBezTo>
                <a:cubicBezTo>
                  <a:pt x="1125" y="251"/>
                  <a:pt x="1125" y="251"/>
                  <a:pt x="1125" y="251"/>
                </a:cubicBezTo>
                <a:cubicBezTo>
                  <a:pt x="1125" y="250"/>
                  <a:pt x="1124" y="251"/>
                  <a:pt x="1124" y="251"/>
                </a:cubicBezTo>
                <a:cubicBezTo>
                  <a:pt x="1124" y="251"/>
                  <a:pt x="1123" y="251"/>
                  <a:pt x="1123" y="250"/>
                </a:cubicBezTo>
                <a:cubicBezTo>
                  <a:pt x="1123" y="250"/>
                  <a:pt x="1123" y="250"/>
                  <a:pt x="1123" y="250"/>
                </a:cubicBezTo>
                <a:cubicBezTo>
                  <a:pt x="1123" y="250"/>
                  <a:pt x="1123" y="250"/>
                  <a:pt x="1123" y="249"/>
                </a:cubicBezTo>
                <a:cubicBezTo>
                  <a:pt x="1122" y="249"/>
                  <a:pt x="1122" y="249"/>
                  <a:pt x="1122" y="249"/>
                </a:cubicBezTo>
                <a:cubicBezTo>
                  <a:pt x="1122" y="248"/>
                  <a:pt x="1122" y="248"/>
                  <a:pt x="1122" y="248"/>
                </a:cubicBezTo>
                <a:cubicBezTo>
                  <a:pt x="1122" y="247"/>
                  <a:pt x="1121" y="248"/>
                  <a:pt x="1121" y="247"/>
                </a:cubicBezTo>
                <a:cubicBezTo>
                  <a:pt x="1121" y="247"/>
                  <a:pt x="1121" y="246"/>
                  <a:pt x="1121" y="246"/>
                </a:cubicBezTo>
                <a:cubicBezTo>
                  <a:pt x="1121" y="245"/>
                  <a:pt x="1121" y="245"/>
                  <a:pt x="1121" y="245"/>
                </a:cubicBezTo>
                <a:cubicBezTo>
                  <a:pt x="1121" y="244"/>
                  <a:pt x="1121" y="244"/>
                  <a:pt x="1122" y="244"/>
                </a:cubicBezTo>
                <a:cubicBezTo>
                  <a:pt x="1122" y="243"/>
                  <a:pt x="1122" y="243"/>
                  <a:pt x="1122" y="243"/>
                </a:cubicBezTo>
                <a:cubicBezTo>
                  <a:pt x="1122" y="242"/>
                  <a:pt x="1122" y="242"/>
                  <a:pt x="1122" y="241"/>
                </a:cubicBezTo>
                <a:cubicBezTo>
                  <a:pt x="1122" y="241"/>
                  <a:pt x="1122" y="240"/>
                  <a:pt x="1121" y="240"/>
                </a:cubicBezTo>
                <a:cubicBezTo>
                  <a:pt x="1121" y="241"/>
                  <a:pt x="1122" y="241"/>
                  <a:pt x="1121" y="242"/>
                </a:cubicBezTo>
                <a:cubicBezTo>
                  <a:pt x="1121" y="242"/>
                  <a:pt x="1122" y="242"/>
                  <a:pt x="1121" y="242"/>
                </a:cubicBezTo>
                <a:cubicBezTo>
                  <a:pt x="1121" y="242"/>
                  <a:pt x="1120" y="242"/>
                  <a:pt x="1120" y="242"/>
                </a:cubicBezTo>
                <a:cubicBezTo>
                  <a:pt x="1120" y="242"/>
                  <a:pt x="1120" y="243"/>
                  <a:pt x="1120" y="243"/>
                </a:cubicBezTo>
                <a:cubicBezTo>
                  <a:pt x="1119" y="243"/>
                  <a:pt x="1118" y="243"/>
                  <a:pt x="1118" y="243"/>
                </a:cubicBezTo>
                <a:cubicBezTo>
                  <a:pt x="1118" y="243"/>
                  <a:pt x="1118" y="242"/>
                  <a:pt x="1117" y="242"/>
                </a:cubicBezTo>
                <a:cubicBezTo>
                  <a:pt x="1117" y="241"/>
                  <a:pt x="1117" y="241"/>
                  <a:pt x="1118" y="241"/>
                </a:cubicBezTo>
                <a:cubicBezTo>
                  <a:pt x="1118" y="240"/>
                  <a:pt x="1117" y="240"/>
                  <a:pt x="1117" y="240"/>
                </a:cubicBezTo>
                <a:cubicBezTo>
                  <a:pt x="1117" y="239"/>
                  <a:pt x="1117" y="238"/>
                  <a:pt x="1117" y="238"/>
                </a:cubicBezTo>
                <a:cubicBezTo>
                  <a:pt x="1117" y="237"/>
                  <a:pt x="1117" y="236"/>
                  <a:pt x="1117" y="235"/>
                </a:cubicBezTo>
                <a:cubicBezTo>
                  <a:pt x="1117" y="234"/>
                  <a:pt x="1117" y="233"/>
                  <a:pt x="1117" y="232"/>
                </a:cubicBezTo>
                <a:cubicBezTo>
                  <a:pt x="1117" y="231"/>
                  <a:pt x="1117" y="230"/>
                  <a:pt x="1117" y="230"/>
                </a:cubicBezTo>
                <a:cubicBezTo>
                  <a:pt x="1116" y="229"/>
                  <a:pt x="1116" y="229"/>
                  <a:pt x="1115" y="229"/>
                </a:cubicBezTo>
                <a:cubicBezTo>
                  <a:pt x="1115" y="229"/>
                  <a:pt x="1115" y="229"/>
                  <a:pt x="1115" y="229"/>
                </a:cubicBezTo>
                <a:cubicBezTo>
                  <a:pt x="1114" y="229"/>
                  <a:pt x="1114" y="229"/>
                  <a:pt x="1114" y="229"/>
                </a:cubicBezTo>
                <a:cubicBezTo>
                  <a:pt x="1113" y="229"/>
                  <a:pt x="1113" y="229"/>
                  <a:pt x="1113" y="229"/>
                </a:cubicBezTo>
                <a:cubicBezTo>
                  <a:pt x="1112" y="230"/>
                  <a:pt x="1112" y="230"/>
                  <a:pt x="1112" y="230"/>
                </a:cubicBezTo>
                <a:cubicBezTo>
                  <a:pt x="1112" y="230"/>
                  <a:pt x="1111" y="231"/>
                  <a:pt x="1111" y="231"/>
                </a:cubicBezTo>
                <a:cubicBezTo>
                  <a:pt x="1111" y="232"/>
                  <a:pt x="1112" y="232"/>
                  <a:pt x="1112" y="232"/>
                </a:cubicBezTo>
                <a:cubicBezTo>
                  <a:pt x="1112" y="233"/>
                  <a:pt x="1112" y="234"/>
                  <a:pt x="1112" y="235"/>
                </a:cubicBezTo>
                <a:cubicBezTo>
                  <a:pt x="1113" y="236"/>
                  <a:pt x="1113" y="237"/>
                  <a:pt x="1113" y="238"/>
                </a:cubicBezTo>
                <a:cubicBezTo>
                  <a:pt x="1113" y="238"/>
                  <a:pt x="1113" y="239"/>
                  <a:pt x="1112" y="239"/>
                </a:cubicBezTo>
                <a:cubicBezTo>
                  <a:pt x="1112" y="240"/>
                  <a:pt x="1112" y="239"/>
                  <a:pt x="1111" y="239"/>
                </a:cubicBezTo>
                <a:cubicBezTo>
                  <a:pt x="1111" y="239"/>
                  <a:pt x="1111" y="238"/>
                  <a:pt x="1111" y="238"/>
                </a:cubicBezTo>
                <a:cubicBezTo>
                  <a:pt x="1110" y="237"/>
                  <a:pt x="1110" y="237"/>
                  <a:pt x="1110" y="236"/>
                </a:cubicBezTo>
                <a:cubicBezTo>
                  <a:pt x="1109" y="235"/>
                  <a:pt x="1110" y="234"/>
                  <a:pt x="1109" y="234"/>
                </a:cubicBezTo>
                <a:cubicBezTo>
                  <a:pt x="1108" y="234"/>
                  <a:pt x="1108" y="233"/>
                  <a:pt x="1108" y="233"/>
                </a:cubicBezTo>
                <a:cubicBezTo>
                  <a:pt x="1108" y="232"/>
                  <a:pt x="1108" y="232"/>
                  <a:pt x="1107" y="232"/>
                </a:cubicBezTo>
                <a:cubicBezTo>
                  <a:pt x="1107" y="231"/>
                  <a:pt x="1107" y="231"/>
                  <a:pt x="1107" y="231"/>
                </a:cubicBezTo>
                <a:cubicBezTo>
                  <a:pt x="1106" y="231"/>
                  <a:pt x="1107" y="230"/>
                  <a:pt x="1106" y="230"/>
                </a:cubicBezTo>
                <a:cubicBezTo>
                  <a:pt x="1106" y="229"/>
                  <a:pt x="1106" y="229"/>
                  <a:pt x="1106" y="229"/>
                </a:cubicBezTo>
                <a:cubicBezTo>
                  <a:pt x="1106" y="229"/>
                  <a:pt x="1106" y="229"/>
                  <a:pt x="1106" y="228"/>
                </a:cubicBezTo>
                <a:cubicBezTo>
                  <a:pt x="1105" y="228"/>
                  <a:pt x="1105" y="227"/>
                  <a:pt x="1104" y="227"/>
                </a:cubicBezTo>
                <a:cubicBezTo>
                  <a:pt x="1104" y="227"/>
                  <a:pt x="1103" y="226"/>
                  <a:pt x="1103" y="226"/>
                </a:cubicBezTo>
                <a:cubicBezTo>
                  <a:pt x="1103" y="225"/>
                  <a:pt x="1103" y="225"/>
                  <a:pt x="1102" y="224"/>
                </a:cubicBezTo>
                <a:cubicBezTo>
                  <a:pt x="1102" y="224"/>
                  <a:pt x="1102" y="223"/>
                  <a:pt x="1102" y="223"/>
                </a:cubicBezTo>
                <a:cubicBezTo>
                  <a:pt x="1102" y="222"/>
                  <a:pt x="1102" y="221"/>
                  <a:pt x="1102" y="220"/>
                </a:cubicBezTo>
                <a:cubicBezTo>
                  <a:pt x="1101" y="220"/>
                  <a:pt x="1101" y="219"/>
                  <a:pt x="1101" y="219"/>
                </a:cubicBezTo>
                <a:cubicBezTo>
                  <a:pt x="1101" y="218"/>
                  <a:pt x="1101" y="218"/>
                  <a:pt x="1101" y="217"/>
                </a:cubicBezTo>
                <a:cubicBezTo>
                  <a:pt x="1101" y="216"/>
                  <a:pt x="1101" y="216"/>
                  <a:pt x="1101" y="215"/>
                </a:cubicBezTo>
                <a:cubicBezTo>
                  <a:pt x="1101" y="214"/>
                  <a:pt x="1101" y="212"/>
                  <a:pt x="1101" y="212"/>
                </a:cubicBezTo>
                <a:cubicBezTo>
                  <a:pt x="1101" y="211"/>
                  <a:pt x="1101" y="211"/>
                  <a:pt x="1101" y="210"/>
                </a:cubicBezTo>
                <a:cubicBezTo>
                  <a:pt x="1101" y="210"/>
                  <a:pt x="1101" y="209"/>
                  <a:pt x="1101" y="209"/>
                </a:cubicBezTo>
                <a:cubicBezTo>
                  <a:pt x="1101" y="208"/>
                  <a:pt x="1100" y="208"/>
                  <a:pt x="1100" y="208"/>
                </a:cubicBezTo>
                <a:cubicBezTo>
                  <a:pt x="1100" y="207"/>
                  <a:pt x="1100" y="206"/>
                  <a:pt x="1100" y="206"/>
                </a:cubicBezTo>
                <a:cubicBezTo>
                  <a:pt x="1100" y="206"/>
                  <a:pt x="1100" y="206"/>
                  <a:pt x="1100" y="205"/>
                </a:cubicBezTo>
                <a:cubicBezTo>
                  <a:pt x="1100" y="205"/>
                  <a:pt x="1100" y="205"/>
                  <a:pt x="1101" y="205"/>
                </a:cubicBezTo>
                <a:cubicBezTo>
                  <a:pt x="1101" y="205"/>
                  <a:pt x="1101" y="205"/>
                  <a:pt x="1101" y="205"/>
                </a:cubicBezTo>
                <a:cubicBezTo>
                  <a:pt x="1101" y="204"/>
                  <a:pt x="1101" y="204"/>
                  <a:pt x="1102" y="204"/>
                </a:cubicBezTo>
                <a:cubicBezTo>
                  <a:pt x="1102" y="204"/>
                  <a:pt x="1102" y="204"/>
                  <a:pt x="1102" y="204"/>
                </a:cubicBezTo>
                <a:cubicBezTo>
                  <a:pt x="1102" y="203"/>
                  <a:pt x="1102" y="203"/>
                  <a:pt x="1103" y="203"/>
                </a:cubicBezTo>
                <a:cubicBezTo>
                  <a:pt x="1103" y="203"/>
                  <a:pt x="1103" y="202"/>
                  <a:pt x="1103" y="202"/>
                </a:cubicBezTo>
                <a:cubicBezTo>
                  <a:pt x="1104" y="201"/>
                  <a:pt x="1104" y="201"/>
                  <a:pt x="1104" y="201"/>
                </a:cubicBezTo>
                <a:cubicBezTo>
                  <a:pt x="1104" y="200"/>
                  <a:pt x="1103" y="200"/>
                  <a:pt x="1103" y="199"/>
                </a:cubicBezTo>
                <a:cubicBezTo>
                  <a:pt x="1104" y="199"/>
                  <a:pt x="1104" y="198"/>
                  <a:pt x="1104" y="198"/>
                </a:cubicBezTo>
                <a:cubicBezTo>
                  <a:pt x="1104" y="198"/>
                  <a:pt x="1104" y="197"/>
                  <a:pt x="1105" y="197"/>
                </a:cubicBezTo>
                <a:cubicBezTo>
                  <a:pt x="1105" y="197"/>
                  <a:pt x="1105" y="197"/>
                  <a:pt x="1105" y="196"/>
                </a:cubicBezTo>
                <a:cubicBezTo>
                  <a:pt x="1105" y="196"/>
                  <a:pt x="1105" y="196"/>
                  <a:pt x="1105" y="195"/>
                </a:cubicBezTo>
                <a:cubicBezTo>
                  <a:pt x="1104" y="195"/>
                  <a:pt x="1104" y="195"/>
                  <a:pt x="1104" y="195"/>
                </a:cubicBezTo>
                <a:cubicBezTo>
                  <a:pt x="1104" y="194"/>
                  <a:pt x="1104" y="194"/>
                  <a:pt x="1104" y="194"/>
                </a:cubicBezTo>
                <a:cubicBezTo>
                  <a:pt x="1103" y="193"/>
                  <a:pt x="1103" y="192"/>
                  <a:pt x="1102" y="192"/>
                </a:cubicBezTo>
                <a:cubicBezTo>
                  <a:pt x="1102" y="192"/>
                  <a:pt x="1102" y="191"/>
                  <a:pt x="1101" y="191"/>
                </a:cubicBezTo>
                <a:cubicBezTo>
                  <a:pt x="1101" y="191"/>
                  <a:pt x="1101" y="190"/>
                  <a:pt x="1101" y="190"/>
                </a:cubicBezTo>
                <a:cubicBezTo>
                  <a:pt x="1100" y="190"/>
                  <a:pt x="1100" y="189"/>
                  <a:pt x="1100" y="189"/>
                </a:cubicBezTo>
                <a:cubicBezTo>
                  <a:pt x="1100" y="188"/>
                  <a:pt x="1100" y="188"/>
                  <a:pt x="1099" y="187"/>
                </a:cubicBezTo>
                <a:cubicBezTo>
                  <a:pt x="1099" y="187"/>
                  <a:pt x="1099" y="186"/>
                  <a:pt x="1099" y="186"/>
                </a:cubicBezTo>
                <a:cubicBezTo>
                  <a:pt x="1098" y="186"/>
                  <a:pt x="1098" y="185"/>
                  <a:pt x="1098" y="185"/>
                </a:cubicBezTo>
                <a:cubicBezTo>
                  <a:pt x="1099" y="185"/>
                  <a:pt x="1099" y="185"/>
                  <a:pt x="1099" y="184"/>
                </a:cubicBezTo>
                <a:cubicBezTo>
                  <a:pt x="1099" y="184"/>
                  <a:pt x="1099" y="183"/>
                  <a:pt x="1099" y="183"/>
                </a:cubicBezTo>
                <a:cubicBezTo>
                  <a:pt x="1100" y="183"/>
                  <a:pt x="1100" y="183"/>
                  <a:pt x="1100" y="183"/>
                </a:cubicBezTo>
                <a:cubicBezTo>
                  <a:pt x="1101" y="183"/>
                  <a:pt x="1101" y="183"/>
                  <a:pt x="1101" y="183"/>
                </a:cubicBezTo>
                <a:cubicBezTo>
                  <a:pt x="1101" y="182"/>
                  <a:pt x="1101" y="182"/>
                  <a:pt x="1100" y="182"/>
                </a:cubicBezTo>
                <a:cubicBezTo>
                  <a:pt x="1099" y="181"/>
                  <a:pt x="1098" y="181"/>
                  <a:pt x="1097" y="180"/>
                </a:cubicBezTo>
                <a:cubicBezTo>
                  <a:pt x="1097" y="180"/>
                  <a:pt x="1097" y="180"/>
                  <a:pt x="1097" y="179"/>
                </a:cubicBezTo>
                <a:cubicBezTo>
                  <a:pt x="1097" y="179"/>
                  <a:pt x="1097" y="179"/>
                  <a:pt x="1097" y="179"/>
                </a:cubicBezTo>
                <a:cubicBezTo>
                  <a:pt x="1096" y="179"/>
                  <a:pt x="1095" y="179"/>
                  <a:pt x="1095" y="179"/>
                </a:cubicBezTo>
                <a:cubicBezTo>
                  <a:pt x="1094" y="179"/>
                  <a:pt x="1093" y="179"/>
                  <a:pt x="1093" y="179"/>
                </a:cubicBezTo>
                <a:cubicBezTo>
                  <a:pt x="1092" y="179"/>
                  <a:pt x="1092" y="179"/>
                  <a:pt x="1092" y="179"/>
                </a:cubicBezTo>
                <a:cubicBezTo>
                  <a:pt x="1091" y="179"/>
                  <a:pt x="1091" y="179"/>
                  <a:pt x="1091" y="179"/>
                </a:cubicBezTo>
                <a:cubicBezTo>
                  <a:pt x="1090" y="179"/>
                  <a:pt x="1089" y="179"/>
                  <a:pt x="1087" y="179"/>
                </a:cubicBezTo>
                <a:cubicBezTo>
                  <a:pt x="1087" y="179"/>
                  <a:pt x="1087" y="179"/>
                  <a:pt x="1087" y="179"/>
                </a:cubicBezTo>
                <a:cubicBezTo>
                  <a:pt x="1086" y="179"/>
                  <a:pt x="1086" y="179"/>
                  <a:pt x="1086" y="179"/>
                </a:cubicBezTo>
                <a:cubicBezTo>
                  <a:pt x="1085" y="179"/>
                  <a:pt x="1085" y="179"/>
                  <a:pt x="1085" y="179"/>
                </a:cubicBezTo>
                <a:cubicBezTo>
                  <a:pt x="1085" y="179"/>
                  <a:pt x="1084" y="179"/>
                  <a:pt x="1084" y="179"/>
                </a:cubicBezTo>
                <a:cubicBezTo>
                  <a:pt x="1083" y="179"/>
                  <a:pt x="1081" y="180"/>
                  <a:pt x="1080" y="179"/>
                </a:cubicBezTo>
                <a:cubicBezTo>
                  <a:pt x="1079" y="178"/>
                  <a:pt x="1079" y="178"/>
                  <a:pt x="1078" y="177"/>
                </a:cubicBezTo>
                <a:cubicBezTo>
                  <a:pt x="1077" y="177"/>
                  <a:pt x="1077" y="176"/>
                  <a:pt x="1077" y="176"/>
                </a:cubicBezTo>
                <a:cubicBezTo>
                  <a:pt x="1076" y="176"/>
                  <a:pt x="1076" y="176"/>
                  <a:pt x="1076" y="176"/>
                </a:cubicBezTo>
                <a:cubicBezTo>
                  <a:pt x="1075" y="175"/>
                  <a:pt x="1075" y="175"/>
                  <a:pt x="1075" y="175"/>
                </a:cubicBezTo>
                <a:cubicBezTo>
                  <a:pt x="1074" y="175"/>
                  <a:pt x="1074" y="174"/>
                  <a:pt x="1074" y="174"/>
                </a:cubicBezTo>
                <a:cubicBezTo>
                  <a:pt x="1074" y="174"/>
                  <a:pt x="1074" y="174"/>
                  <a:pt x="1073" y="174"/>
                </a:cubicBezTo>
                <a:cubicBezTo>
                  <a:pt x="1073" y="174"/>
                  <a:pt x="1073" y="174"/>
                  <a:pt x="1073" y="174"/>
                </a:cubicBezTo>
                <a:cubicBezTo>
                  <a:pt x="1072" y="174"/>
                  <a:pt x="1072" y="173"/>
                  <a:pt x="1072" y="173"/>
                </a:cubicBezTo>
                <a:cubicBezTo>
                  <a:pt x="1072" y="173"/>
                  <a:pt x="1072" y="173"/>
                  <a:pt x="1072" y="173"/>
                </a:cubicBezTo>
                <a:cubicBezTo>
                  <a:pt x="1071" y="173"/>
                  <a:pt x="1071" y="173"/>
                  <a:pt x="1071" y="173"/>
                </a:cubicBezTo>
                <a:cubicBezTo>
                  <a:pt x="1070" y="173"/>
                  <a:pt x="1070" y="173"/>
                  <a:pt x="1070" y="173"/>
                </a:cubicBezTo>
                <a:cubicBezTo>
                  <a:pt x="1070" y="172"/>
                  <a:pt x="1069" y="172"/>
                  <a:pt x="1069" y="172"/>
                </a:cubicBezTo>
                <a:cubicBezTo>
                  <a:pt x="1069" y="172"/>
                  <a:pt x="1068" y="172"/>
                  <a:pt x="1068" y="172"/>
                </a:cubicBezTo>
                <a:cubicBezTo>
                  <a:pt x="1068" y="171"/>
                  <a:pt x="1068" y="171"/>
                  <a:pt x="1067" y="171"/>
                </a:cubicBezTo>
                <a:cubicBezTo>
                  <a:pt x="1067" y="171"/>
                  <a:pt x="1066" y="171"/>
                  <a:pt x="1065" y="171"/>
                </a:cubicBezTo>
                <a:cubicBezTo>
                  <a:pt x="1064" y="171"/>
                  <a:pt x="1064" y="170"/>
                  <a:pt x="1063" y="170"/>
                </a:cubicBezTo>
                <a:cubicBezTo>
                  <a:pt x="1062" y="169"/>
                  <a:pt x="1062" y="169"/>
                  <a:pt x="1061" y="169"/>
                </a:cubicBezTo>
                <a:cubicBezTo>
                  <a:pt x="1061" y="169"/>
                  <a:pt x="1060" y="169"/>
                  <a:pt x="1059" y="169"/>
                </a:cubicBezTo>
                <a:cubicBezTo>
                  <a:pt x="1059" y="169"/>
                  <a:pt x="1058" y="169"/>
                  <a:pt x="1058" y="169"/>
                </a:cubicBezTo>
                <a:cubicBezTo>
                  <a:pt x="1057" y="169"/>
                  <a:pt x="1057" y="169"/>
                  <a:pt x="1056" y="169"/>
                </a:cubicBezTo>
                <a:cubicBezTo>
                  <a:pt x="1055" y="169"/>
                  <a:pt x="1055" y="169"/>
                  <a:pt x="1055" y="168"/>
                </a:cubicBezTo>
                <a:cubicBezTo>
                  <a:pt x="1054" y="168"/>
                  <a:pt x="1053" y="169"/>
                  <a:pt x="1052" y="169"/>
                </a:cubicBezTo>
                <a:cubicBezTo>
                  <a:pt x="1051" y="169"/>
                  <a:pt x="1050" y="169"/>
                  <a:pt x="1049" y="169"/>
                </a:cubicBezTo>
                <a:cubicBezTo>
                  <a:pt x="1049" y="169"/>
                  <a:pt x="1049" y="170"/>
                  <a:pt x="1048" y="170"/>
                </a:cubicBezTo>
                <a:cubicBezTo>
                  <a:pt x="1048" y="170"/>
                  <a:pt x="1048" y="170"/>
                  <a:pt x="1047" y="170"/>
                </a:cubicBezTo>
                <a:cubicBezTo>
                  <a:pt x="1046" y="171"/>
                  <a:pt x="1046" y="171"/>
                  <a:pt x="1045" y="171"/>
                </a:cubicBezTo>
                <a:cubicBezTo>
                  <a:pt x="1045" y="172"/>
                  <a:pt x="1044" y="172"/>
                  <a:pt x="1044" y="173"/>
                </a:cubicBezTo>
                <a:cubicBezTo>
                  <a:pt x="1044" y="174"/>
                  <a:pt x="1044" y="174"/>
                  <a:pt x="1043" y="174"/>
                </a:cubicBezTo>
                <a:cubicBezTo>
                  <a:pt x="1042" y="174"/>
                  <a:pt x="1041" y="174"/>
                  <a:pt x="1041" y="175"/>
                </a:cubicBezTo>
                <a:cubicBezTo>
                  <a:pt x="1040" y="176"/>
                  <a:pt x="1039" y="177"/>
                  <a:pt x="1038" y="178"/>
                </a:cubicBezTo>
                <a:cubicBezTo>
                  <a:pt x="1037" y="179"/>
                  <a:pt x="1036" y="179"/>
                  <a:pt x="1035" y="179"/>
                </a:cubicBezTo>
                <a:cubicBezTo>
                  <a:pt x="1035" y="179"/>
                  <a:pt x="1034" y="179"/>
                  <a:pt x="1033" y="179"/>
                </a:cubicBezTo>
                <a:cubicBezTo>
                  <a:pt x="1032" y="180"/>
                  <a:pt x="1032" y="180"/>
                  <a:pt x="1031" y="180"/>
                </a:cubicBezTo>
                <a:cubicBezTo>
                  <a:pt x="1030" y="180"/>
                  <a:pt x="1030" y="180"/>
                  <a:pt x="1030" y="180"/>
                </a:cubicBezTo>
                <a:cubicBezTo>
                  <a:pt x="1029" y="180"/>
                  <a:pt x="1028" y="181"/>
                  <a:pt x="1028" y="180"/>
                </a:cubicBezTo>
                <a:cubicBezTo>
                  <a:pt x="1028" y="180"/>
                  <a:pt x="1029" y="179"/>
                  <a:pt x="1029" y="179"/>
                </a:cubicBezTo>
                <a:cubicBezTo>
                  <a:pt x="1028" y="179"/>
                  <a:pt x="1027" y="179"/>
                  <a:pt x="1027" y="180"/>
                </a:cubicBezTo>
                <a:cubicBezTo>
                  <a:pt x="1026" y="180"/>
                  <a:pt x="1025" y="180"/>
                  <a:pt x="1024" y="180"/>
                </a:cubicBezTo>
                <a:cubicBezTo>
                  <a:pt x="1024" y="181"/>
                  <a:pt x="1023" y="181"/>
                  <a:pt x="1022" y="181"/>
                </a:cubicBezTo>
                <a:cubicBezTo>
                  <a:pt x="1021" y="181"/>
                  <a:pt x="1020" y="181"/>
                  <a:pt x="1020" y="182"/>
                </a:cubicBezTo>
                <a:cubicBezTo>
                  <a:pt x="1020" y="182"/>
                  <a:pt x="1020" y="183"/>
                  <a:pt x="1020" y="183"/>
                </a:cubicBezTo>
                <a:cubicBezTo>
                  <a:pt x="1021" y="184"/>
                  <a:pt x="1021" y="184"/>
                  <a:pt x="1021" y="184"/>
                </a:cubicBezTo>
                <a:cubicBezTo>
                  <a:pt x="1021" y="185"/>
                  <a:pt x="1021" y="185"/>
                  <a:pt x="1021" y="186"/>
                </a:cubicBezTo>
                <a:cubicBezTo>
                  <a:pt x="1021" y="187"/>
                  <a:pt x="1021" y="186"/>
                  <a:pt x="1020" y="187"/>
                </a:cubicBezTo>
                <a:cubicBezTo>
                  <a:pt x="1020" y="188"/>
                  <a:pt x="1020" y="188"/>
                  <a:pt x="1020" y="189"/>
                </a:cubicBezTo>
                <a:cubicBezTo>
                  <a:pt x="1020" y="190"/>
                  <a:pt x="1020" y="190"/>
                  <a:pt x="1019" y="191"/>
                </a:cubicBezTo>
                <a:cubicBezTo>
                  <a:pt x="1019" y="191"/>
                  <a:pt x="1019" y="192"/>
                  <a:pt x="1019" y="192"/>
                </a:cubicBezTo>
                <a:cubicBezTo>
                  <a:pt x="1019" y="192"/>
                  <a:pt x="1019" y="192"/>
                  <a:pt x="1019" y="192"/>
                </a:cubicBezTo>
                <a:cubicBezTo>
                  <a:pt x="1018" y="193"/>
                  <a:pt x="1018" y="193"/>
                  <a:pt x="1018" y="193"/>
                </a:cubicBezTo>
                <a:cubicBezTo>
                  <a:pt x="1018" y="193"/>
                  <a:pt x="1018" y="194"/>
                  <a:pt x="1017" y="194"/>
                </a:cubicBezTo>
                <a:cubicBezTo>
                  <a:pt x="1017" y="194"/>
                  <a:pt x="1016" y="194"/>
                  <a:pt x="1015" y="194"/>
                </a:cubicBezTo>
                <a:cubicBezTo>
                  <a:pt x="1015" y="194"/>
                  <a:pt x="1015" y="195"/>
                  <a:pt x="1015" y="195"/>
                </a:cubicBezTo>
                <a:cubicBezTo>
                  <a:pt x="1014" y="195"/>
                  <a:pt x="1014" y="196"/>
                  <a:pt x="1014" y="196"/>
                </a:cubicBezTo>
                <a:cubicBezTo>
                  <a:pt x="1014" y="196"/>
                  <a:pt x="1014" y="197"/>
                  <a:pt x="1013" y="197"/>
                </a:cubicBezTo>
                <a:cubicBezTo>
                  <a:pt x="1013" y="197"/>
                  <a:pt x="1013" y="198"/>
                  <a:pt x="1013" y="198"/>
                </a:cubicBezTo>
                <a:cubicBezTo>
                  <a:pt x="1013" y="198"/>
                  <a:pt x="1012" y="198"/>
                  <a:pt x="1012" y="198"/>
                </a:cubicBezTo>
                <a:cubicBezTo>
                  <a:pt x="1012" y="199"/>
                  <a:pt x="1011" y="199"/>
                  <a:pt x="1012" y="199"/>
                </a:cubicBezTo>
                <a:cubicBezTo>
                  <a:pt x="1012" y="199"/>
                  <a:pt x="1012" y="199"/>
                  <a:pt x="1012" y="200"/>
                </a:cubicBezTo>
                <a:cubicBezTo>
                  <a:pt x="1013" y="200"/>
                  <a:pt x="1013" y="200"/>
                  <a:pt x="1013" y="200"/>
                </a:cubicBezTo>
                <a:cubicBezTo>
                  <a:pt x="1014" y="200"/>
                  <a:pt x="1015" y="200"/>
                  <a:pt x="1016" y="200"/>
                </a:cubicBezTo>
                <a:cubicBezTo>
                  <a:pt x="1016" y="200"/>
                  <a:pt x="1017" y="200"/>
                  <a:pt x="1018" y="200"/>
                </a:cubicBezTo>
                <a:cubicBezTo>
                  <a:pt x="1018" y="200"/>
                  <a:pt x="1018" y="201"/>
                  <a:pt x="1019" y="201"/>
                </a:cubicBezTo>
                <a:cubicBezTo>
                  <a:pt x="1019" y="202"/>
                  <a:pt x="1020" y="202"/>
                  <a:pt x="1021" y="201"/>
                </a:cubicBezTo>
                <a:cubicBezTo>
                  <a:pt x="1021" y="201"/>
                  <a:pt x="1022" y="201"/>
                  <a:pt x="1022" y="201"/>
                </a:cubicBezTo>
                <a:cubicBezTo>
                  <a:pt x="1023" y="200"/>
                  <a:pt x="1023" y="200"/>
                  <a:pt x="1023" y="200"/>
                </a:cubicBezTo>
                <a:cubicBezTo>
                  <a:pt x="1023" y="199"/>
                  <a:pt x="1023" y="199"/>
                  <a:pt x="1023" y="199"/>
                </a:cubicBezTo>
                <a:cubicBezTo>
                  <a:pt x="1023" y="198"/>
                  <a:pt x="1023" y="198"/>
                  <a:pt x="1023" y="198"/>
                </a:cubicBezTo>
                <a:cubicBezTo>
                  <a:pt x="1024" y="198"/>
                  <a:pt x="1024" y="198"/>
                  <a:pt x="1024" y="198"/>
                </a:cubicBezTo>
                <a:cubicBezTo>
                  <a:pt x="1024" y="198"/>
                  <a:pt x="1024" y="198"/>
                  <a:pt x="1024" y="198"/>
                </a:cubicBezTo>
                <a:cubicBezTo>
                  <a:pt x="1024" y="198"/>
                  <a:pt x="1024" y="198"/>
                  <a:pt x="1024" y="198"/>
                </a:cubicBezTo>
                <a:cubicBezTo>
                  <a:pt x="1025" y="199"/>
                  <a:pt x="1025" y="199"/>
                  <a:pt x="1025" y="199"/>
                </a:cubicBezTo>
                <a:cubicBezTo>
                  <a:pt x="1025" y="199"/>
                  <a:pt x="1025" y="199"/>
                  <a:pt x="1025" y="199"/>
                </a:cubicBezTo>
                <a:cubicBezTo>
                  <a:pt x="1025" y="200"/>
                  <a:pt x="1025" y="200"/>
                  <a:pt x="1025" y="200"/>
                </a:cubicBezTo>
                <a:cubicBezTo>
                  <a:pt x="1025" y="200"/>
                  <a:pt x="1025" y="200"/>
                  <a:pt x="1026" y="200"/>
                </a:cubicBezTo>
                <a:cubicBezTo>
                  <a:pt x="1026" y="201"/>
                  <a:pt x="1026" y="201"/>
                  <a:pt x="1027" y="201"/>
                </a:cubicBezTo>
                <a:cubicBezTo>
                  <a:pt x="1027" y="201"/>
                  <a:pt x="1027" y="201"/>
                  <a:pt x="1027" y="201"/>
                </a:cubicBezTo>
                <a:cubicBezTo>
                  <a:pt x="1028" y="200"/>
                  <a:pt x="1028" y="200"/>
                  <a:pt x="1028" y="200"/>
                </a:cubicBezTo>
                <a:cubicBezTo>
                  <a:pt x="1028" y="199"/>
                  <a:pt x="1028" y="199"/>
                  <a:pt x="1029" y="198"/>
                </a:cubicBezTo>
                <a:cubicBezTo>
                  <a:pt x="1029" y="198"/>
                  <a:pt x="1029" y="197"/>
                  <a:pt x="1029" y="198"/>
                </a:cubicBezTo>
                <a:cubicBezTo>
                  <a:pt x="1029" y="198"/>
                  <a:pt x="1029" y="198"/>
                  <a:pt x="1029" y="198"/>
                </a:cubicBezTo>
                <a:cubicBezTo>
                  <a:pt x="1029" y="199"/>
                  <a:pt x="1029" y="199"/>
                  <a:pt x="1029" y="199"/>
                </a:cubicBezTo>
                <a:cubicBezTo>
                  <a:pt x="1029" y="199"/>
                  <a:pt x="1028" y="199"/>
                  <a:pt x="1029" y="200"/>
                </a:cubicBezTo>
                <a:cubicBezTo>
                  <a:pt x="1029" y="200"/>
                  <a:pt x="1029" y="200"/>
                  <a:pt x="1029" y="201"/>
                </a:cubicBezTo>
                <a:cubicBezTo>
                  <a:pt x="1029" y="201"/>
                  <a:pt x="1029" y="201"/>
                  <a:pt x="1029" y="201"/>
                </a:cubicBezTo>
                <a:cubicBezTo>
                  <a:pt x="1030" y="201"/>
                  <a:pt x="1030" y="200"/>
                  <a:pt x="1030" y="200"/>
                </a:cubicBezTo>
                <a:cubicBezTo>
                  <a:pt x="1031" y="200"/>
                  <a:pt x="1031" y="200"/>
                  <a:pt x="1031" y="199"/>
                </a:cubicBezTo>
                <a:cubicBezTo>
                  <a:pt x="1031" y="199"/>
                  <a:pt x="1031" y="199"/>
                  <a:pt x="1031" y="199"/>
                </a:cubicBezTo>
                <a:cubicBezTo>
                  <a:pt x="1032" y="199"/>
                  <a:pt x="1032" y="199"/>
                  <a:pt x="1032" y="199"/>
                </a:cubicBezTo>
                <a:cubicBezTo>
                  <a:pt x="1032" y="199"/>
                  <a:pt x="1032" y="199"/>
                  <a:pt x="1032" y="199"/>
                </a:cubicBezTo>
                <a:cubicBezTo>
                  <a:pt x="1032" y="200"/>
                  <a:pt x="1032" y="200"/>
                  <a:pt x="1032" y="200"/>
                </a:cubicBezTo>
                <a:cubicBezTo>
                  <a:pt x="1032" y="200"/>
                  <a:pt x="1031" y="200"/>
                  <a:pt x="1031" y="200"/>
                </a:cubicBezTo>
                <a:cubicBezTo>
                  <a:pt x="1030" y="200"/>
                  <a:pt x="1030" y="201"/>
                  <a:pt x="1030" y="201"/>
                </a:cubicBezTo>
                <a:cubicBezTo>
                  <a:pt x="1031" y="202"/>
                  <a:pt x="1032" y="202"/>
                  <a:pt x="1033" y="202"/>
                </a:cubicBezTo>
                <a:cubicBezTo>
                  <a:pt x="1033" y="202"/>
                  <a:pt x="1033" y="202"/>
                  <a:pt x="1033" y="202"/>
                </a:cubicBezTo>
                <a:cubicBezTo>
                  <a:pt x="1033" y="202"/>
                  <a:pt x="1034" y="202"/>
                  <a:pt x="1034" y="202"/>
                </a:cubicBezTo>
                <a:cubicBezTo>
                  <a:pt x="1034" y="201"/>
                  <a:pt x="1034" y="201"/>
                  <a:pt x="1034" y="201"/>
                </a:cubicBezTo>
                <a:cubicBezTo>
                  <a:pt x="1034" y="201"/>
                  <a:pt x="1034" y="200"/>
                  <a:pt x="1034" y="200"/>
                </a:cubicBezTo>
                <a:cubicBezTo>
                  <a:pt x="1035" y="200"/>
                  <a:pt x="1035" y="200"/>
                  <a:pt x="1035" y="200"/>
                </a:cubicBezTo>
                <a:cubicBezTo>
                  <a:pt x="1035" y="200"/>
                  <a:pt x="1035" y="201"/>
                  <a:pt x="1034" y="201"/>
                </a:cubicBezTo>
                <a:cubicBezTo>
                  <a:pt x="1034" y="202"/>
                  <a:pt x="1034" y="202"/>
                  <a:pt x="1034" y="202"/>
                </a:cubicBezTo>
                <a:cubicBezTo>
                  <a:pt x="1034" y="202"/>
                  <a:pt x="1033" y="202"/>
                  <a:pt x="1033" y="203"/>
                </a:cubicBezTo>
                <a:cubicBezTo>
                  <a:pt x="1033" y="203"/>
                  <a:pt x="1033" y="203"/>
                  <a:pt x="1034" y="203"/>
                </a:cubicBezTo>
                <a:cubicBezTo>
                  <a:pt x="1034" y="203"/>
                  <a:pt x="1035" y="203"/>
                  <a:pt x="1035" y="203"/>
                </a:cubicBezTo>
                <a:cubicBezTo>
                  <a:pt x="1035" y="203"/>
                  <a:pt x="1036" y="203"/>
                  <a:pt x="1036" y="203"/>
                </a:cubicBezTo>
                <a:cubicBezTo>
                  <a:pt x="1036" y="203"/>
                  <a:pt x="1035" y="204"/>
                  <a:pt x="1036" y="204"/>
                </a:cubicBezTo>
                <a:cubicBezTo>
                  <a:pt x="1037" y="204"/>
                  <a:pt x="1037" y="204"/>
                  <a:pt x="1038" y="203"/>
                </a:cubicBezTo>
                <a:cubicBezTo>
                  <a:pt x="1038" y="203"/>
                  <a:pt x="1038" y="203"/>
                  <a:pt x="1038" y="203"/>
                </a:cubicBezTo>
                <a:cubicBezTo>
                  <a:pt x="1038" y="203"/>
                  <a:pt x="1038" y="203"/>
                  <a:pt x="1038" y="203"/>
                </a:cubicBezTo>
                <a:cubicBezTo>
                  <a:pt x="1038" y="203"/>
                  <a:pt x="1038" y="203"/>
                  <a:pt x="1039" y="203"/>
                </a:cubicBezTo>
                <a:cubicBezTo>
                  <a:pt x="1039" y="203"/>
                  <a:pt x="1039" y="203"/>
                  <a:pt x="1039" y="203"/>
                </a:cubicBezTo>
                <a:cubicBezTo>
                  <a:pt x="1040" y="203"/>
                  <a:pt x="1040" y="203"/>
                  <a:pt x="1040" y="203"/>
                </a:cubicBezTo>
                <a:cubicBezTo>
                  <a:pt x="1041" y="203"/>
                  <a:pt x="1041" y="202"/>
                  <a:pt x="1041" y="202"/>
                </a:cubicBezTo>
                <a:cubicBezTo>
                  <a:pt x="1041" y="202"/>
                  <a:pt x="1041" y="201"/>
                  <a:pt x="1041" y="201"/>
                </a:cubicBezTo>
                <a:cubicBezTo>
                  <a:pt x="1041" y="201"/>
                  <a:pt x="1041" y="201"/>
                  <a:pt x="1041" y="200"/>
                </a:cubicBezTo>
                <a:cubicBezTo>
                  <a:pt x="1041" y="200"/>
                  <a:pt x="1041" y="200"/>
                  <a:pt x="1041" y="200"/>
                </a:cubicBezTo>
                <a:cubicBezTo>
                  <a:pt x="1041" y="200"/>
                  <a:pt x="1041" y="200"/>
                  <a:pt x="1041" y="200"/>
                </a:cubicBezTo>
                <a:cubicBezTo>
                  <a:pt x="1041" y="201"/>
                  <a:pt x="1041" y="201"/>
                  <a:pt x="1041" y="201"/>
                </a:cubicBezTo>
                <a:cubicBezTo>
                  <a:pt x="1041" y="201"/>
                  <a:pt x="1042" y="201"/>
                  <a:pt x="1041" y="202"/>
                </a:cubicBezTo>
                <a:cubicBezTo>
                  <a:pt x="1041" y="202"/>
                  <a:pt x="1041" y="202"/>
                  <a:pt x="1041" y="203"/>
                </a:cubicBezTo>
                <a:cubicBezTo>
                  <a:pt x="1041" y="203"/>
                  <a:pt x="1040" y="203"/>
                  <a:pt x="1040" y="204"/>
                </a:cubicBezTo>
                <a:cubicBezTo>
                  <a:pt x="1039" y="204"/>
                  <a:pt x="1039" y="204"/>
                  <a:pt x="1039" y="204"/>
                </a:cubicBezTo>
                <a:cubicBezTo>
                  <a:pt x="1039" y="205"/>
                  <a:pt x="1038" y="205"/>
                  <a:pt x="1039" y="205"/>
                </a:cubicBezTo>
                <a:cubicBezTo>
                  <a:pt x="1039" y="206"/>
                  <a:pt x="1039" y="206"/>
                  <a:pt x="1039" y="206"/>
                </a:cubicBezTo>
                <a:cubicBezTo>
                  <a:pt x="1039" y="207"/>
                  <a:pt x="1039" y="207"/>
                  <a:pt x="1040" y="207"/>
                </a:cubicBezTo>
                <a:cubicBezTo>
                  <a:pt x="1040" y="207"/>
                  <a:pt x="1041" y="207"/>
                  <a:pt x="1041" y="207"/>
                </a:cubicBezTo>
                <a:cubicBezTo>
                  <a:pt x="1041" y="206"/>
                  <a:pt x="1041" y="206"/>
                  <a:pt x="1042" y="206"/>
                </a:cubicBezTo>
                <a:cubicBezTo>
                  <a:pt x="1042" y="206"/>
                  <a:pt x="1042" y="206"/>
                  <a:pt x="1042" y="206"/>
                </a:cubicBezTo>
                <a:cubicBezTo>
                  <a:pt x="1043" y="206"/>
                  <a:pt x="1043" y="206"/>
                  <a:pt x="1043" y="206"/>
                </a:cubicBezTo>
                <a:cubicBezTo>
                  <a:pt x="1043" y="205"/>
                  <a:pt x="1043" y="205"/>
                  <a:pt x="1043" y="205"/>
                </a:cubicBezTo>
                <a:cubicBezTo>
                  <a:pt x="1043" y="205"/>
                  <a:pt x="1043" y="204"/>
                  <a:pt x="1043" y="204"/>
                </a:cubicBezTo>
                <a:cubicBezTo>
                  <a:pt x="1044" y="204"/>
                  <a:pt x="1044" y="204"/>
                  <a:pt x="1044" y="204"/>
                </a:cubicBezTo>
                <a:cubicBezTo>
                  <a:pt x="1043" y="205"/>
                  <a:pt x="1043" y="205"/>
                  <a:pt x="1043" y="205"/>
                </a:cubicBezTo>
                <a:cubicBezTo>
                  <a:pt x="1044" y="206"/>
                  <a:pt x="1044" y="206"/>
                  <a:pt x="1044" y="206"/>
                </a:cubicBezTo>
                <a:cubicBezTo>
                  <a:pt x="1044" y="206"/>
                  <a:pt x="1043" y="206"/>
                  <a:pt x="1043" y="206"/>
                </a:cubicBezTo>
                <a:cubicBezTo>
                  <a:pt x="1043" y="206"/>
                  <a:pt x="1042" y="206"/>
                  <a:pt x="1042" y="207"/>
                </a:cubicBezTo>
                <a:cubicBezTo>
                  <a:pt x="1043" y="207"/>
                  <a:pt x="1043" y="207"/>
                  <a:pt x="1043" y="207"/>
                </a:cubicBezTo>
                <a:cubicBezTo>
                  <a:pt x="1043" y="207"/>
                  <a:pt x="1043" y="207"/>
                  <a:pt x="1043" y="207"/>
                </a:cubicBezTo>
                <a:cubicBezTo>
                  <a:pt x="1042" y="208"/>
                  <a:pt x="1042" y="208"/>
                  <a:pt x="1042" y="208"/>
                </a:cubicBezTo>
                <a:cubicBezTo>
                  <a:pt x="1041" y="209"/>
                  <a:pt x="1041" y="209"/>
                  <a:pt x="1040" y="209"/>
                </a:cubicBezTo>
                <a:cubicBezTo>
                  <a:pt x="1040" y="210"/>
                  <a:pt x="1040" y="210"/>
                  <a:pt x="1040" y="210"/>
                </a:cubicBezTo>
                <a:cubicBezTo>
                  <a:pt x="1040" y="210"/>
                  <a:pt x="1040" y="210"/>
                  <a:pt x="1040" y="210"/>
                </a:cubicBezTo>
                <a:cubicBezTo>
                  <a:pt x="1040" y="211"/>
                  <a:pt x="1040" y="211"/>
                  <a:pt x="1040" y="211"/>
                </a:cubicBezTo>
                <a:cubicBezTo>
                  <a:pt x="1040" y="211"/>
                  <a:pt x="1040" y="211"/>
                  <a:pt x="1040" y="211"/>
                </a:cubicBezTo>
                <a:cubicBezTo>
                  <a:pt x="1039" y="212"/>
                  <a:pt x="1040" y="213"/>
                  <a:pt x="1041" y="213"/>
                </a:cubicBezTo>
                <a:cubicBezTo>
                  <a:pt x="1041" y="213"/>
                  <a:pt x="1041" y="213"/>
                  <a:pt x="1041" y="214"/>
                </a:cubicBezTo>
                <a:cubicBezTo>
                  <a:pt x="1041" y="214"/>
                  <a:pt x="1041" y="214"/>
                  <a:pt x="1041" y="214"/>
                </a:cubicBezTo>
                <a:cubicBezTo>
                  <a:pt x="1041" y="215"/>
                  <a:pt x="1042" y="215"/>
                  <a:pt x="1042" y="215"/>
                </a:cubicBezTo>
                <a:cubicBezTo>
                  <a:pt x="1042" y="215"/>
                  <a:pt x="1043" y="215"/>
                  <a:pt x="1043" y="216"/>
                </a:cubicBezTo>
                <a:cubicBezTo>
                  <a:pt x="1043" y="215"/>
                  <a:pt x="1043" y="215"/>
                  <a:pt x="1043" y="215"/>
                </a:cubicBezTo>
                <a:cubicBezTo>
                  <a:pt x="1043" y="214"/>
                  <a:pt x="1043" y="214"/>
                  <a:pt x="1043" y="214"/>
                </a:cubicBezTo>
                <a:cubicBezTo>
                  <a:pt x="1043" y="213"/>
                  <a:pt x="1043" y="213"/>
                  <a:pt x="1044" y="213"/>
                </a:cubicBezTo>
                <a:cubicBezTo>
                  <a:pt x="1044" y="213"/>
                  <a:pt x="1044" y="214"/>
                  <a:pt x="1044" y="214"/>
                </a:cubicBezTo>
                <a:cubicBezTo>
                  <a:pt x="1044" y="214"/>
                  <a:pt x="1043" y="215"/>
                  <a:pt x="1044" y="215"/>
                </a:cubicBezTo>
                <a:cubicBezTo>
                  <a:pt x="1044" y="216"/>
                  <a:pt x="1044" y="215"/>
                  <a:pt x="1044" y="216"/>
                </a:cubicBezTo>
                <a:cubicBezTo>
                  <a:pt x="1044" y="216"/>
                  <a:pt x="1044" y="216"/>
                  <a:pt x="1044" y="216"/>
                </a:cubicBezTo>
                <a:cubicBezTo>
                  <a:pt x="1044" y="216"/>
                  <a:pt x="1043" y="217"/>
                  <a:pt x="1043" y="217"/>
                </a:cubicBezTo>
                <a:cubicBezTo>
                  <a:pt x="1043" y="217"/>
                  <a:pt x="1043" y="218"/>
                  <a:pt x="1044" y="218"/>
                </a:cubicBezTo>
                <a:cubicBezTo>
                  <a:pt x="1044" y="218"/>
                  <a:pt x="1044" y="219"/>
                  <a:pt x="1045" y="219"/>
                </a:cubicBezTo>
                <a:cubicBezTo>
                  <a:pt x="1045" y="219"/>
                  <a:pt x="1046" y="219"/>
                  <a:pt x="1046" y="219"/>
                </a:cubicBezTo>
                <a:cubicBezTo>
                  <a:pt x="1047" y="220"/>
                  <a:pt x="1047" y="220"/>
                  <a:pt x="1047" y="220"/>
                </a:cubicBezTo>
                <a:cubicBezTo>
                  <a:pt x="1048" y="220"/>
                  <a:pt x="1048" y="220"/>
                  <a:pt x="1048" y="221"/>
                </a:cubicBezTo>
                <a:cubicBezTo>
                  <a:pt x="1049" y="221"/>
                  <a:pt x="1049" y="221"/>
                  <a:pt x="1049" y="222"/>
                </a:cubicBezTo>
                <a:cubicBezTo>
                  <a:pt x="1050" y="222"/>
                  <a:pt x="1050" y="223"/>
                  <a:pt x="1050" y="223"/>
                </a:cubicBezTo>
                <a:cubicBezTo>
                  <a:pt x="1051" y="223"/>
                  <a:pt x="1051" y="223"/>
                  <a:pt x="1051" y="223"/>
                </a:cubicBezTo>
                <a:cubicBezTo>
                  <a:pt x="1052" y="223"/>
                  <a:pt x="1052" y="223"/>
                  <a:pt x="1053" y="223"/>
                </a:cubicBezTo>
                <a:cubicBezTo>
                  <a:pt x="1053" y="222"/>
                  <a:pt x="1053" y="222"/>
                  <a:pt x="1053" y="222"/>
                </a:cubicBezTo>
                <a:cubicBezTo>
                  <a:pt x="1054" y="222"/>
                  <a:pt x="1055" y="221"/>
                  <a:pt x="1056" y="221"/>
                </a:cubicBezTo>
                <a:cubicBezTo>
                  <a:pt x="1057" y="221"/>
                  <a:pt x="1057" y="221"/>
                  <a:pt x="1058" y="221"/>
                </a:cubicBezTo>
                <a:cubicBezTo>
                  <a:pt x="1058" y="221"/>
                  <a:pt x="1058" y="221"/>
                  <a:pt x="1059" y="221"/>
                </a:cubicBezTo>
                <a:cubicBezTo>
                  <a:pt x="1059" y="221"/>
                  <a:pt x="1059" y="221"/>
                  <a:pt x="1059" y="222"/>
                </a:cubicBezTo>
                <a:cubicBezTo>
                  <a:pt x="1059" y="222"/>
                  <a:pt x="1059" y="223"/>
                  <a:pt x="1060" y="223"/>
                </a:cubicBezTo>
                <a:cubicBezTo>
                  <a:pt x="1060" y="223"/>
                  <a:pt x="1060" y="223"/>
                  <a:pt x="1061" y="223"/>
                </a:cubicBezTo>
                <a:cubicBezTo>
                  <a:pt x="1061" y="223"/>
                  <a:pt x="1061" y="224"/>
                  <a:pt x="1061" y="224"/>
                </a:cubicBezTo>
                <a:cubicBezTo>
                  <a:pt x="1062" y="224"/>
                  <a:pt x="1062" y="224"/>
                  <a:pt x="1062" y="223"/>
                </a:cubicBezTo>
                <a:cubicBezTo>
                  <a:pt x="1062" y="223"/>
                  <a:pt x="1062" y="223"/>
                  <a:pt x="1063" y="223"/>
                </a:cubicBezTo>
                <a:cubicBezTo>
                  <a:pt x="1063" y="223"/>
                  <a:pt x="1064" y="222"/>
                  <a:pt x="1064" y="222"/>
                </a:cubicBezTo>
                <a:cubicBezTo>
                  <a:pt x="1065" y="222"/>
                  <a:pt x="1066" y="222"/>
                  <a:pt x="1067" y="223"/>
                </a:cubicBezTo>
                <a:cubicBezTo>
                  <a:pt x="1067" y="223"/>
                  <a:pt x="1067" y="223"/>
                  <a:pt x="1068" y="223"/>
                </a:cubicBezTo>
                <a:cubicBezTo>
                  <a:pt x="1068" y="223"/>
                  <a:pt x="1068" y="223"/>
                  <a:pt x="1069" y="223"/>
                </a:cubicBezTo>
                <a:cubicBezTo>
                  <a:pt x="1069" y="223"/>
                  <a:pt x="1069" y="223"/>
                  <a:pt x="1069" y="223"/>
                </a:cubicBezTo>
                <a:cubicBezTo>
                  <a:pt x="1069" y="223"/>
                  <a:pt x="1069" y="223"/>
                  <a:pt x="1069" y="223"/>
                </a:cubicBezTo>
                <a:cubicBezTo>
                  <a:pt x="1070" y="223"/>
                  <a:pt x="1070" y="222"/>
                  <a:pt x="1071" y="222"/>
                </a:cubicBezTo>
                <a:cubicBezTo>
                  <a:pt x="1071" y="222"/>
                  <a:pt x="1072" y="222"/>
                  <a:pt x="1072" y="222"/>
                </a:cubicBezTo>
                <a:cubicBezTo>
                  <a:pt x="1073" y="222"/>
                  <a:pt x="1073" y="222"/>
                  <a:pt x="1073" y="221"/>
                </a:cubicBezTo>
                <a:cubicBezTo>
                  <a:pt x="1074" y="221"/>
                  <a:pt x="1074" y="221"/>
                  <a:pt x="1075" y="221"/>
                </a:cubicBezTo>
                <a:cubicBezTo>
                  <a:pt x="1075" y="221"/>
                  <a:pt x="1075" y="221"/>
                  <a:pt x="1075" y="221"/>
                </a:cubicBezTo>
                <a:cubicBezTo>
                  <a:pt x="1076" y="221"/>
                  <a:pt x="1076" y="221"/>
                  <a:pt x="1076" y="221"/>
                </a:cubicBezTo>
                <a:cubicBezTo>
                  <a:pt x="1076" y="221"/>
                  <a:pt x="1076" y="221"/>
                  <a:pt x="1077" y="221"/>
                </a:cubicBezTo>
                <a:cubicBezTo>
                  <a:pt x="1077" y="221"/>
                  <a:pt x="1078" y="221"/>
                  <a:pt x="1078" y="221"/>
                </a:cubicBezTo>
                <a:cubicBezTo>
                  <a:pt x="1078" y="221"/>
                  <a:pt x="1079" y="221"/>
                  <a:pt x="1079" y="221"/>
                </a:cubicBezTo>
                <a:cubicBezTo>
                  <a:pt x="1080" y="221"/>
                  <a:pt x="1080" y="221"/>
                  <a:pt x="1081" y="221"/>
                </a:cubicBezTo>
                <a:cubicBezTo>
                  <a:pt x="1081" y="221"/>
                  <a:pt x="1081" y="221"/>
                  <a:pt x="1082" y="221"/>
                </a:cubicBezTo>
                <a:cubicBezTo>
                  <a:pt x="1082" y="221"/>
                  <a:pt x="1082" y="222"/>
                  <a:pt x="1082" y="222"/>
                </a:cubicBezTo>
                <a:cubicBezTo>
                  <a:pt x="1083" y="222"/>
                  <a:pt x="1083" y="222"/>
                  <a:pt x="1084" y="222"/>
                </a:cubicBezTo>
                <a:cubicBezTo>
                  <a:pt x="1084" y="221"/>
                  <a:pt x="1085" y="222"/>
                  <a:pt x="1086" y="221"/>
                </a:cubicBezTo>
                <a:cubicBezTo>
                  <a:pt x="1086" y="221"/>
                  <a:pt x="1086" y="220"/>
                  <a:pt x="1086" y="220"/>
                </a:cubicBezTo>
                <a:cubicBezTo>
                  <a:pt x="1087" y="220"/>
                  <a:pt x="1087" y="220"/>
                  <a:pt x="1088" y="220"/>
                </a:cubicBezTo>
                <a:cubicBezTo>
                  <a:pt x="1087" y="220"/>
                  <a:pt x="1087" y="220"/>
                  <a:pt x="1087" y="220"/>
                </a:cubicBezTo>
                <a:cubicBezTo>
                  <a:pt x="1087" y="220"/>
                  <a:pt x="1087" y="221"/>
                  <a:pt x="1087" y="221"/>
                </a:cubicBezTo>
                <a:cubicBezTo>
                  <a:pt x="1087" y="221"/>
                  <a:pt x="1087" y="221"/>
                  <a:pt x="1087" y="221"/>
                </a:cubicBezTo>
                <a:cubicBezTo>
                  <a:pt x="1088" y="221"/>
                  <a:pt x="1088" y="221"/>
                  <a:pt x="1088" y="221"/>
                </a:cubicBezTo>
                <a:cubicBezTo>
                  <a:pt x="1089" y="221"/>
                  <a:pt x="1089" y="221"/>
                  <a:pt x="1089" y="221"/>
                </a:cubicBezTo>
                <a:cubicBezTo>
                  <a:pt x="1090" y="221"/>
                  <a:pt x="1090" y="220"/>
                  <a:pt x="1090" y="220"/>
                </a:cubicBezTo>
                <a:cubicBezTo>
                  <a:pt x="1090" y="220"/>
                  <a:pt x="1090" y="220"/>
                  <a:pt x="1090" y="220"/>
                </a:cubicBezTo>
                <a:cubicBezTo>
                  <a:pt x="1090" y="220"/>
                  <a:pt x="1090" y="220"/>
                  <a:pt x="1090" y="220"/>
                </a:cubicBezTo>
                <a:cubicBezTo>
                  <a:pt x="1091" y="220"/>
                  <a:pt x="1091" y="220"/>
                  <a:pt x="1091" y="220"/>
                </a:cubicBezTo>
                <a:cubicBezTo>
                  <a:pt x="1091" y="220"/>
                  <a:pt x="1091" y="220"/>
                  <a:pt x="1092" y="220"/>
                </a:cubicBezTo>
                <a:cubicBezTo>
                  <a:pt x="1092" y="220"/>
                  <a:pt x="1092" y="219"/>
                  <a:pt x="1092" y="219"/>
                </a:cubicBezTo>
                <a:cubicBezTo>
                  <a:pt x="1092" y="219"/>
                  <a:pt x="1092" y="219"/>
                  <a:pt x="1093" y="219"/>
                </a:cubicBezTo>
                <a:cubicBezTo>
                  <a:pt x="1093" y="219"/>
                  <a:pt x="1093" y="219"/>
                  <a:pt x="1093" y="219"/>
                </a:cubicBezTo>
                <a:cubicBezTo>
                  <a:pt x="1093" y="219"/>
                  <a:pt x="1093" y="219"/>
                  <a:pt x="1093" y="219"/>
                </a:cubicBezTo>
                <a:cubicBezTo>
                  <a:pt x="1094" y="219"/>
                  <a:pt x="1094" y="219"/>
                  <a:pt x="1094" y="219"/>
                </a:cubicBezTo>
                <a:cubicBezTo>
                  <a:pt x="1095" y="219"/>
                  <a:pt x="1095" y="219"/>
                  <a:pt x="1096" y="219"/>
                </a:cubicBezTo>
                <a:cubicBezTo>
                  <a:pt x="1095" y="219"/>
                  <a:pt x="1095" y="219"/>
                  <a:pt x="1095" y="219"/>
                </a:cubicBezTo>
                <a:cubicBezTo>
                  <a:pt x="1095" y="219"/>
                  <a:pt x="1095" y="220"/>
                  <a:pt x="1095" y="220"/>
                </a:cubicBezTo>
                <a:cubicBezTo>
                  <a:pt x="1095" y="220"/>
                  <a:pt x="1096" y="220"/>
                  <a:pt x="1096" y="220"/>
                </a:cubicBezTo>
                <a:cubicBezTo>
                  <a:pt x="1096" y="220"/>
                  <a:pt x="1097" y="220"/>
                  <a:pt x="1097" y="220"/>
                </a:cubicBezTo>
                <a:cubicBezTo>
                  <a:pt x="1097" y="220"/>
                  <a:pt x="1097" y="220"/>
                  <a:pt x="1097" y="220"/>
                </a:cubicBezTo>
                <a:cubicBezTo>
                  <a:pt x="1097" y="220"/>
                  <a:pt x="1097" y="220"/>
                  <a:pt x="1097" y="220"/>
                </a:cubicBezTo>
                <a:cubicBezTo>
                  <a:pt x="1097" y="221"/>
                  <a:pt x="1097" y="221"/>
                  <a:pt x="1097" y="221"/>
                </a:cubicBezTo>
                <a:cubicBezTo>
                  <a:pt x="1097" y="222"/>
                  <a:pt x="1097" y="222"/>
                  <a:pt x="1097" y="222"/>
                </a:cubicBezTo>
                <a:cubicBezTo>
                  <a:pt x="1097" y="222"/>
                  <a:pt x="1097" y="223"/>
                  <a:pt x="1097" y="223"/>
                </a:cubicBezTo>
                <a:cubicBezTo>
                  <a:pt x="1096" y="223"/>
                  <a:pt x="1096" y="223"/>
                  <a:pt x="1096" y="223"/>
                </a:cubicBezTo>
                <a:cubicBezTo>
                  <a:pt x="1095" y="224"/>
                  <a:pt x="1095" y="224"/>
                  <a:pt x="1094" y="224"/>
                </a:cubicBezTo>
                <a:cubicBezTo>
                  <a:pt x="1094" y="224"/>
                  <a:pt x="1093" y="224"/>
                  <a:pt x="1094" y="225"/>
                </a:cubicBezTo>
                <a:cubicBezTo>
                  <a:pt x="1094" y="225"/>
                  <a:pt x="1094" y="225"/>
                  <a:pt x="1095" y="224"/>
                </a:cubicBezTo>
                <a:cubicBezTo>
                  <a:pt x="1095" y="224"/>
                  <a:pt x="1095" y="224"/>
                  <a:pt x="1095" y="224"/>
                </a:cubicBezTo>
                <a:cubicBezTo>
                  <a:pt x="1096" y="224"/>
                  <a:pt x="1096" y="224"/>
                  <a:pt x="1096" y="224"/>
                </a:cubicBezTo>
                <a:cubicBezTo>
                  <a:pt x="1097" y="224"/>
                  <a:pt x="1097" y="224"/>
                  <a:pt x="1098" y="224"/>
                </a:cubicBezTo>
                <a:cubicBezTo>
                  <a:pt x="1097" y="224"/>
                  <a:pt x="1097" y="225"/>
                  <a:pt x="1097" y="225"/>
                </a:cubicBezTo>
                <a:cubicBezTo>
                  <a:pt x="1096" y="225"/>
                  <a:pt x="1096" y="224"/>
                  <a:pt x="1096" y="224"/>
                </a:cubicBezTo>
                <a:cubicBezTo>
                  <a:pt x="1096" y="224"/>
                  <a:pt x="1094" y="225"/>
                  <a:pt x="1094" y="225"/>
                </a:cubicBezTo>
                <a:cubicBezTo>
                  <a:pt x="1094" y="226"/>
                  <a:pt x="1096" y="226"/>
                  <a:pt x="1096" y="226"/>
                </a:cubicBezTo>
                <a:cubicBezTo>
                  <a:pt x="1096" y="226"/>
                  <a:pt x="1098" y="226"/>
                  <a:pt x="1097" y="226"/>
                </a:cubicBezTo>
                <a:cubicBezTo>
                  <a:pt x="1097" y="227"/>
                  <a:pt x="1097" y="226"/>
                  <a:pt x="1097" y="227"/>
                </a:cubicBezTo>
                <a:cubicBezTo>
                  <a:pt x="1097" y="227"/>
                  <a:pt x="1097" y="227"/>
                  <a:pt x="1098" y="228"/>
                </a:cubicBezTo>
                <a:cubicBezTo>
                  <a:pt x="1098" y="228"/>
                  <a:pt x="1096" y="229"/>
                  <a:pt x="1096" y="229"/>
                </a:cubicBezTo>
                <a:cubicBezTo>
                  <a:pt x="1095" y="228"/>
                  <a:pt x="1094" y="228"/>
                  <a:pt x="1094" y="227"/>
                </a:cubicBezTo>
                <a:cubicBezTo>
                  <a:pt x="1094" y="227"/>
                  <a:pt x="1093" y="227"/>
                  <a:pt x="1093" y="227"/>
                </a:cubicBezTo>
                <a:cubicBezTo>
                  <a:pt x="1092" y="227"/>
                  <a:pt x="1092" y="227"/>
                  <a:pt x="1092" y="227"/>
                </a:cubicBezTo>
                <a:cubicBezTo>
                  <a:pt x="1091" y="227"/>
                  <a:pt x="1091" y="227"/>
                  <a:pt x="1091" y="228"/>
                </a:cubicBezTo>
                <a:cubicBezTo>
                  <a:pt x="1091" y="228"/>
                  <a:pt x="1091" y="228"/>
                  <a:pt x="1091" y="228"/>
                </a:cubicBezTo>
                <a:cubicBezTo>
                  <a:pt x="1091" y="228"/>
                  <a:pt x="1091" y="228"/>
                  <a:pt x="1092" y="228"/>
                </a:cubicBezTo>
                <a:cubicBezTo>
                  <a:pt x="1092" y="229"/>
                  <a:pt x="1092" y="229"/>
                  <a:pt x="1093" y="228"/>
                </a:cubicBezTo>
                <a:cubicBezTo>
                  <a:pt x="1093" y="228"/>
                  <a:pt x="1093" y="228"/>
                  <a:pt x="1093" y="229"/>
                </a:cubicBezTo>
                <a:cubicBezTo>
                  <a:pt x="1093" y="229"/>
                  <a:pt x="1092" y="229"/>
                  <a:pt x="1092" y="229"/>
                </a:cubicBezTo>
                <a:cubicBezTo>
                  <a:pt x="1092" y="229"/>
                  <a:pt x="1093" y="230"/>
                  <a:pt x="1093" y="230"/>
                </a:cubicBezTo>
                <a:cubicBezTo>
                  <a:pt x="1093" y="230"/>
                  <a:pt x="1093" y="232"/>
                  <a:pt x="1093" y="232"/>
                </a:cubicBezTo>
                <a:cubicBezTo>
                  <a:pt x="1093" y="232"/>
                  <a:pt x="1093" y="231"/>
                  <a:pt x="1093" y="231"/>
                </a:cubicBezTo>
                <a:cubicBezTo>
                  <a:pt x="1092" y="231"/>
                  <a:pt x="1092" y="230"/>
                  <a:pt x="1092" y="230"/>
                </a:cubicBezTo>
                <a:cubicBezTo>
                  <a:pt x="1091" y="230"/>
                  <a:pt x="1092" y="230"/>
                  <a:pt x="1092" y="231"/>
                </a:cubicBezTo>
                <a:cubicBezTo>
                  <a:pt x="1092" y="231"/>
                  <a:pt x="1092" y="232"/>
                  <a:pt x="1092" y="232"/>
                </a:cubicBezTo>
                <a:cubicBezTo>
                  <a:pt x="1093" y="233"/>
                  <a:pt x="1093" y="233"/>
                  <a:pt x="1093" y="233"/>
                </a:cubicBezTo>
                <a:cubicBezTo>
                  <a:pt x="1093" y="234"/>
                  <a:pt x="1093" y="234"/>
                  <a:pt x="1094" y="234"/>
                </a:cubicBezTo>
                <a:cubicBezTo>
                  <a:pt x="1094" y="234"/>
                  <a:pt x="1094" y="234"/>
                  <a:pt x="1094" y="234"/>
                </a:cubicBezTo>
                <a:cubicBezTo>
                  <a:pt x="1094" y="234"/>
                  <a:pt x="1093" y="234"/>
                  <a:pt x="1093" y="234"/>
                </a:cubicBezTo>
                <a:cubicBezTo>
                  <a:pt x="1093" y="234"/>
                  <a:pt x="1093" y="234"/>
                  <a:pt x="1093" y="233"/>
                </a:cubicBezTo>
                <a:cubicBezTo>
                  <a:pt x="1092" y="233"/>
                  <a:pt x="1092" y="232"/>
                  <a:pt x="1092" y="232"/>
                </a:cubicBezTo>
                <a:cubicBezTo>
                  <a:pt x="1092" y="232"/>
                  <a:pt x="1091" y="231"/>
                  <a:pt x="1091" y="231"/>
                </a:cubicBezTo>
                <a:cubicBezTo>
                  <a:pt x="1091" y="230"/>
                  <a:pt x="1091" y="230"/>
                  <a:pt x="1091" y="230"/>
                </a:cubicBezTo>
                <a:cubicBezTo>
                  <a:pt x="1090" y="230"/>
                  <a:pt x="1090" y="230"/>
                  <a:pt x="1090" y="230"/>
                </a:cubicBezTo>
                <a:cubicBezTo>
                  <a:pt x="1090" y="230"/>
                  <a:pt x="1090" y="230"/>
                  <a:pt x="1090" y="230"/>
                </a:cubicBezTo>
                <a:cubicBezTo>
                  <a:pt x="1090" y="231"/>
                  <a:pt x="1090" y="231"/>
                  <a:pt x="1090" y="231"/>
                </a:cubicBezTo>
                <a:cubicBezTo>
                  <a:pt x="1090" y="232"/>
                  <a:pt x="1090" y="232"/>
                  <a:pt x="1090" y="233"/>
                </a:cubicBezTo>
                <a:cubicBezTo>
                  <a:pt x="1090" y="233"/>
                  <a:pt x="1089" y="234"/>
                  <a:pt x="1089" y="234"/>
                </a:cubicBezTo>
                <a:cubicBezTo>
                  <a:pt x="1089" y="234"/>
                  <a:pt x="1089" y="235"/>
                  <a:pt x="1089" y="235"/>
                </a:cubicBezTo>
                <a:cubicBezTo>
                  <a:pt x="1089" y="235"/>
                  <a:pt x="1089" y="235"/>
                  <a:pt x="1089" y="236"/>
                </a:cubicBezTo>
                <a:cubicBezTo>
                  <a:pt x="1089" y="235"/>
                  <a:pt x="1089" y="235"/>
                  <a:pt x="1089" y="235"/>
                </a:cubicBezTo>
                <a:cubicBezTo>
                  <a:pt x="1089" y="235"/>
                  <a:pt x="1089" y="235"/>
                  <a:pt x="1089" y="235"/>
                </a:cubicBezTo>
                <a:cubicBezTo>
                  <a:pt x="1089" y="234"/>
                  <a:pt x="1089" y="233"/>
                  <a:pt x="1089" y="233"/>
                </a:cubicBezTo>
                <a:cubicBezTo>
                  <a:pt x="1089" y="232"/>
                  <a:pt x="1089" y="232"/>
                  <a:pt x="1089" y="231"/>
                </a:cubicBezTo>
                <a:cubicBezTo>
                  <a:pt x="1088" y="231"/>
                  <a:pt x="1088" y="231"/>
                  <a:pt x="1088" y="230"/>
                </a:cubicBezTo>
                <a:cubicBezTo>
                  <a:pt x="1087" y="230"/>
                  <a:pt x="1087" y="230"/>
                  <a:pt x="1087" y="231"/>
                </a:cubicBezTo>
                <a:cubicBezTo>
                  <a:pt x="1087" y="231"/>
                  <a:pt x="1087" y="231"/>
                  <a:pt x="1087" y="231"/>
                </a:cubicBezTo>
                <a:cubicBezTo>
                  <a:pt x="1087" y="231"/>
                  <a:pt x="1086" y="231"/>
                  <a:pt x="1086" y="231"/>
                </a:cubicBezTo>
                <a:cubicBezTo>
                  <a:pt x="1086" y="231"/>
                  <a:pt x="1086" y="232"/>
                  <a:pt x="1086" y="232"/>
                </a:cubicBezTo>
                <a:cubicBezTo>
                  <a:pt x="1086" y="232"/>
                  <a:pt x="1086" y="232"/>
                  <a:pt x="1086" y="232"/>
                </a:cubicBezTo>
                <a:cubicBezTo>
                  <a:pt x="1086" y="232"/>
                  <a:pt x="1086" y="231"/>
                  <a:pt x="1086" y="231"/>
                </a:cubicBezTo>
                <a:cubicBezTo>
                  <a:pt x="1086" y="231"/>
                  <a:pt x="1086" y="231"/>
                  <a:pt x="1086" y="231"/>
                </a:cubicBezTo>
                <a:cubicBezTo>
                  <a:pt x="1086" y="231"/>
                  <a:pt x="1086" y="231"/>
                  <a:pt x="1085" y="231"/>
                </a:cubicBezTo>
                <a:cubicBezTo>
                  <a:pt x="1085" y="231"/>
                  <a:pt x="1085" y="231"/>
                  <a:pt x="1085" y="231"/>
                </a:cubicBezTo>
                <a:cubicBezTo>
                  <a:pt x="1085" y="231"/>
                  <a:pt x="1085" y="231"/>
                  <a:pt x="1085" y="231"/>
                </a:cubicBezTo>
                <a:cubicBezTo>
                  <a:pt x="1085" y="231"/>
                  <a:pt x="1085" y="232"/>
                  <a:pt x="1085" y="232"/>
                </a:cubicBezTo>
                <a:cubicBezTo>
                  <a:pt x="1085" y="232"/>
                  <a:pt x="1085" y="232"/>
                  <a:pt x="1085" y="232"/>
                </a:cubicBezTo>
                <a:cubicBezTo>
                  <a:pt x="1085" y="232"/>
                  <a:pt x="1085" y="233"/>
                  <a:pt x="1085" y="233"/>
                </a:cubicBezTo>
                <a:cubicBezTo>
                  <a:pt x="1085" y="233"/>
                  <a:pt x="1085" y="232"/>
                  <a:pt x="1085" y="232"/>
                </a:cubicBezTo>
                <a:cubicBezTo>
                  <a:pt x="1085" y="232"/>
                  <a:pt x="1084" y="232"/>
                  <a:pt x="1084" y="232"/>
                </a:cubicBezTo>
                <a:cubicBezTo>
                  <a:pt x="1084" y="232"/>
                  <a:pt x="1084" y="232"/>
                  <a:pt x="1084" y="232"/>
                </a:cubicBezTo>
                <a:cubicBezTo>
                  <a:pt x="1084" y="232"/>
                  <a:pt x="1084" y="232"/>
                  <a:pt x="1084" y="231"/>
                </a:cubicBezTo>
                <a:cubicBezTo>
                  <a:pt x="1084" y="231"/>
                  <a:pt x="1084" y="231"/>
                  <a:pt x="1084" y="231"/>
                </a:cubicBezTo>
                <a:cubicBezTo>
                  <a:pt x="1084" y="230"/>
                  <a:pt x="1084" y="230"/>
                  <a:pt x="1083" y="230"/>
                </a:cubicBezTo>
                <a:cubicBezTo>
                  <a:pt x="1083" y="230"/>
                  <a:pt x="1083" y="230"/>
                  <a:pt x="1083" y="231"/>
                </a:cubicBezTo>
                <a:cubicBezTo>
                  <a:pt x="1083" y="231"/>
                  <a:pt x="1083" y="232"/>
                  <a:pt x="1083" y="232"/>
                </a:cubicBezTo>
                <a:cubicBezTo>
                  <a:pt x="1083" y="232"/>
                  <a:pt x="1083" y="233"/>
                  <a:pt x="1083" y="233"/>
                </a:cubicBezTo>
                <a:cubicBezTo>
                  <a:pt x="1083" y="233"/>
                  <a:pt x="1084" y="233"/>
                  <a:pt x="1084" y="233"/>
                </a:cubicBezTo>
                <a:cubicBezTo>
                  <a:pt x="1084" y="233"/>
                  <a:pt x="1084" y="234"/>
                  <a:pt x="1083" y="234"/>
                </a:cubicBezTo>
                <a:cubicBezTo>
                  <a:pt x="1083" y="234"/>
                  <a:pt x="1083" y="234"/>
                  <a:pt x="1083" y="233"/>
                </a:cubicBezTo>
                <a:cubicBezTo>
                  <a:pt x="1083" y="233"/>
                  <a:pt x="1083" y="233"/>
                  <a:pt x="1083" y="233"/>
                </a:cubicBezTo>
                <a:cubicBezTo>
                  <a:pt x="1083" y="233"/>
                  <a:pt x="1083" y="232"/>
                  <a:pt x="1083" y="232"/>
                </a:cubicBezTo>
                <a:cubicBezTo>
                  <a:pt x="1083" y="232"/>
                  <a:pt x="1083" y="231"/>
                  <a:pt x="1083" y="230"/>
                </a:cubicBezTo>
                <a:cubicBezTo>
                  <a:pt x="1083" y="230"/>
                  <a:pt x="1083" y="230"/>
                  <a:pt x="1083" y="230"/>
                </a:cubicBezTo>
                <a:cubicBezTo>
                  <a:pt x="1083" y="230"/>
                  <a:pt x="1082" y="230"/>
                  <a:pt x="1082" y="229"/>
                </a:cubicBezTo>
                <a:cubicBezTo>
                  <a:pt x="1082" y="229"/>
                  <a:pt x="1081" y="230"/>
                  <a:pt x="1081" y="231"/>
                </a:cubicBezTo>
                <a:cubicBezTo>
                  <a:pt x="1081" y="231"/>
                  <a:pt x="1082" y="231"/>
                  <a:pt x="1082" y="231"/>
                </a:cubicBezTo>
                <a:cubicBezTo>
                  <a:pt x="1082" y="231"/>
                  <a:pt x="1081" y="231"/>
                  <a:pt x="1081" y="232"/>
                </a:cubicBezTo>
                <a:cubicBezTo>
                  <a:pt x="1081" y="232"/>
                  <a:pt x="1081" y="233"/>
                  <a:pt x="1081" y="233"/>
                </a:cubicBezTo>
                <a:cubicBezTo>
                  <a:pt x="1081" y="234"/>
                  <a:pt x="1081" y="235"/>
                  <a:pt x="1081" y="234"/>
                </a:cubicBezTo>
                <a:cubicBezTo>
                  <a:pt x="1080" y="234"/>
                  <a:pt x="1080" y="234"/>
                  <a:pt x="1080" y="234"/>
                </a:cubicBezTo>
                <a:cubicBezTo>
                  <a:pt x="1080" y="233"/>
                  <a:pt x="1080" y="233"/>
                  <a:pt x="1080" y="232"/>
                </a:cubicBezTo>
                <a:cubicBezTo>
                  <a:pt x="1081" y="232"/>
                  <a:pt x="1081" y="231"/>
                  <a:pt x="1080" y="230"/>
                </a:cubicBezTo>
                <a:cubicBezTo>
                  <a:pt x="1080" y="229"/>
                  <a:pt x="1080" y="229"/>
                  <a:pt x="1079" y="229"/>
                </a:cubicBezTo>
                <a:cubicBezTo>
                  <a:pt x="1079" y="229"/>
                  <a:pt x="1079" y="230"/>
                  <a:pt x="1079" y="229"/>
                </a:cubicBezTo>
                <a:cubicBezTo>
                  <a:pt x="1079" y="229"/>
                  <a:pt x="1079" y="228"/>
                  <a:pt x="1079" y="228"/>
                </a:cubicBezTo>
                <a:cubicBezTo>
                  <a:pt x="1079" y="227"/>
                  <a:pt x="1078" y="227"/>
                  <a:pt x="1078" y="227"/>
                </a:cubicBezTo>
                <a:cubicBezTo>
                  <a:pt x="1077" y="227"/>
                  <a:pt x="1077" y="227"/>
                  <a:pt x="1076" y="227"/>
                </a:cubicBezTo>
                <a:cubicBezTo>
                  <a:pt x="1076" y="227"/>
                  <a:pt x="1075" y="227"/>
                  <a:pt x="1075" y="227"/>
                </a:cubicBezTo>
                <a:cubicBezTo>
                  <a:pt x="1073" y="227"/>
                  <a:pt x="1073" y="228"/>
                  <a:pt x="1072" y="229"/>
                </a:cubicBezTo>
                <a:cubicBezTo>
                  <a:pt x="1071" y="229"/>
                  <a:pt x="1071" y="230"/>
                  <a:pt x="1071" y="230"/>
                </a:cubicBezTo>
                <a:cubicBezTo>
                  <a:pt x="1070" y="231"/>
                  <a:pt x="1070" y="232"/>
                  <a:pt x="1069" y="232"/>
                </a:cubicBezTo>
                <a:cubicBezTo>
                  <a:pt x="1069" y="233"/>
                  <a:pt x="1068" y="233"/>
                  <a:pt x="1068" y="234"/>
                </a:cubicBezTo>
                <a:cubicBezTo>
                  <a:pt x="1067" y="234"/>
                  <a:pt x="1067" y="235"/>
                  <a:pt x="1066" y="236"/>
                </a:cubicBezTo>
                <a:cubicBezTo>
                  <a:pt x="1066" y="236"/>
                  <a:pt x="1065" y="236"/>
                  <a:pt x="1065" y="237"/>
                </a:cubicBezTo>
                <a:cubicBezTo>
                  <a:pt x="1064" y="237"/>
                  <a:pt x="1064" y="237"/>
                  <a:pt x="1063" y="237"/>
                </a:cubicBezTo>
                <a:cubicBezTo>
                  <a:pt x="1063" y="237"/>
                  <a:pt x="1063" y="238"/>
                  <a:pt x="1063" y="238"/>
                </a:cubicBezTo>
                <a:cubicBezTo>
                  <a:pt x="1062" y="238"/>
                  <a:pt x="1062" y="237"/>
                  <a:pt x="1061" y="237"/>
                </a:cubicBezTo>
                <a:cubicBezTo>
                  <a:pt x="1060" y="236"/>
                  <a:pt x="1060" y="235"/>
                  <a:pt x="1059" y="235"/>
                </a:cubicBezTo>
                <a:cubicBezTo>
                  <a:pt x="1058" y="235"/>
                  <a:pt x="1058" y="234"/>
                  <a:pt x="1057" y="234"/>
                </a:cubicBezTo>
                <a:cubicBezTo>
                  <a:pt x="1056" y="234"/>
                  <a:pt x="1056" y="234"/>
                  <a:pt x="1055" y="235"/>
                </a:cubicBezTo>
                <a:cubicBezTo>
                  <a:pt x="1055" y="235"/>
                  <a:pt x="1055" y="235"/>
                  <a:pt x="1055" y="235"/>
                </a:cubicBezTo>
                <a:cubicBezTo>
                  <a:pt x="1055" y="235"/>
                  <a:pt x="1054" y="236"/>
                  <a:pt x="1054" y="236"/>
                </a:cubicBezTo>
                <a:cubicBezTo>
                  <a:pt x="1054" y="236"/>
                  <a:pt x="1054" y="235"/>
                  <a:pt x="1054" y="235"/>
                </a:cubicBezTo>
                <a:cubicBezTo>
                  <a:pt x="1054" y="235"/>
                  <a:pt x="1054" y="235"/>
                  <a:pt x="1054" y="234"/>
                </a:cubicBezTo>
                <a:cubicBezTo>
                  <a:pt x="1054" y="234"/>
                  <a:pt x="1054" y="234"/>
                  <a:pt x="1053" y="234"/>
                </a:cubicBezTo>
                <a:cubicBezTo>
                  <a:pt x="1053" y="234"/>
                  <a:pt x="1053" y="234"/>
                  <a:pt x="1053" y="234"/>
                </a:cubicBezTo>
                <a:cubicBezTo>
                  <a:pt x="1053" y="234"/>
                  <a:pt x="1052" y="234"/>
                  <a:pt x="1052" y="234"/>
                </a:cubicBezTo>
                <a:cubicBezTo>
                  <a:pt x="1051" y="234"/>
                  <a:pt x="1050" y="234"/>
                  <a:pt x="1049" y="234"/>
                </a:cubicBezTo>
                <a:cubicBezTo>
                  <a:pt x="1049" y="234"/>
                  <a:pt x="1048" y="234"/>
                  <a:pt x="1047" y="234"/>
                </a:cubicBezTo>
                <a:cubicBezTo>
                  <a:pt x="1046" y="234"/>
                  <a:pt x="1045" y="234"/>
                  <a:pt x="1045" y="234"/>
                </a:cubicBezTo>
                <a:cubicBezTo>
                  <a:pt x="1046" y="235"/>
                  <a:pt x="1046" y="235"/>
                  <a:pt x="1046" y="235"/>
                </a:cubicBezTo>
                <a:cubicBezTo>
                  <a:pt x="1046" y="235"/>
                  <a:pt x="1047" y="235"/>
                  <a:pt x="1047" y="235"/>
                </a:cubicBezTo>
                <a:cubicBezTo>
                  <a:pt x="1047" y="235"/>
                  <a:pt x="1047" y="235"/>
                  <a:pt x="1047" y="235"/>
                </a:cubicBezTo>
                <a:cubicBezTo>
                  <a:pt x="1046" y="235"/>
                  <a:pt x="1046" y="235"/>
                  <a:pt x="1046" y="235"/>
                </a:cubicBezTo>
                <a:cubicBezTo>
                  <a:pt x="1046" y="236"/>
                  <a:pt x="1045" y="236"/>
                  <a:pt x="1045" y="236"/>
                </a:cubicBezTo>
                <a:cubicBezTo>
                  <a:pt x="1045" y="236"/>
                  <a:pt x="1045" y="236"/>
                  <a:pt x="1045" y="236"/>
                </a:cubicBezTo>
                <a:cubicBezTo>
                  <a:pt x="1044" y="236"/>
                  <a:pt x="1044" y="236"/>
                  <a:pt x="1044" y="236"/>
                </a:cubicBezTo>
                <a:cubicBezTo>
                  <a:pt x="1043" y="236"/>
                  <a:pt x="1042" y="236"/>
                  <a:pt x="1042" y="236"/>
                </a:cubicBezTo>
                <a:cubicBezTo>
                  <a:pt x="1042" y="236"/>
                  <a:pt x="1041" y="236"/>
                  <a:pt x="1041" y="237"/>
                </a:cubicBezTo>
                <a:cubicBezTo>
                  <a:pt x="1041" y="237"/>
                  <a:pt x="1041" y="237"/>
                  <a:pt x="1041" y="237"/>
                </a:cubicBezTo>
                <a:cubicBezTo>
                  <a:pt x="1042" y="237"/>
                  <a:pt x="1043" y="237"/>
                  <a:pt x="1043" y="237"/>
                </a:cubicBezTo>
                <a:cubicBezTo>
                  <a:pt x="1043" y="238"/>
                  <a:pt x="1043" y="238"/>
                  <a:pt x="1043" y="238"/>
                </a:cubicBezTo>
                <a:cubicBezTo>
                  <a:pt x="1042" y="238"/>
                  <a:pt x="1042" y="238"/>
                  <a:pt x="1042" y="239"/>
                </a:cubicBezTo>
                <a:cubicBezTo>
                  <a:pt x="1042" y="239"/>
                  <a:pt x="1042" y="239"/>
                  <a:pt x="1043" y="239"/>
                </a:cubicBezTo>
                <a:cubicBezTo>
                  <a:pt x="1043" y="239"/>
                  <a:pt x="1043" y="239"/>
                  <a:pt x="1043" y="239"/>
                </a:cubicBezTo>
                <a:cubicBezTo>
                  <a:pt x="1042" y="240"/>
                  <a:pt x="1042" y="240"/>
                  <a:pt x="1042" y="240"/>
                </a:cubicBezTo>
                <a:cubicBezTo>
                  <a:pt x="1042" y="240"/>
                  <a:pt x="1041" y="240"/>
                  <a:pt x="1041" y="240"/>
                </a:cubicBezTo>
                <a:cubicBezTo>
                  <a:pt x="1041" y="240"/>
                  <a:pt x="1041" y="240"/>
                  <a:pt x="1041" y="240"/>
                </a:cubicBezTo>
                <a:cubicBezTo>
                  <a:pt x="1042" y="240"/>
                  <a:pt x="1042" y="240"/>
                  <a:pt x="1042" y="241"/>
                </a:cubicBezTo>
                <a:cubicBezTo>
                  <a:pt x="1042" y="241"/>
                  <a:pt x="1042" y="241"/>
                  <a:pt x="1043" y="241"/>
                </a:cubicBezTo>
                <a:cubicBezTo>
                  <a:pt x="1043" y="241"/>
                  <a:pt x="1043" y="241"/>
                  <a:pt x="1043" y="241"/>
                </a:cubicBezTo>
                <a:cubicBezTo>
                  <a:pt x="1043" y="241"/>
                  <a:pt x="1043" y="241"/>
                  <a:pt x="1043" y="241"/>
                </a:cubicBezTo>
                <a:cubicBezTo>
                  <a:pt x="1044" y="241"/>
                  <a:pt x="1044" y="241"/>
                  <a:pt x="1044" y="241"/>
                </a:cubicBezTo>
                <a:cubicBezTo>
                  <a:pt x="1044" y="242"/>
                  <a:pt x="1044" y="242"/>
                  <a:pt x="1044" y="242"/>
                </a:cubicBezTo>
                <a:cubicBezTo>
                  <a:pt x="1044" y="242"/>
                  <a:pt x="1044" y="242"/>
                  <a:pt x="1045" y="242"/>
                </a:cubicBezTo>
                <a:cubicBezTo>
                  <a:pt x="1045" y="242"/>
                  <a:pt x="1045" y="242"/>
                  <a:pt x="1045" y="242"/>
                </a:cubicBezTo>
                <a:cubicBezTo>
                  <a:pt x="1046" y="242"/>
                  <a:pt x="1046" y="242"/>
                  <a:pt x="1046" y="241"/>
                </a:cubicBezTo>
                <a:cubicBezTo>
                  <a:pt x="1047" y="241"/>
                  <a:pt x="1047" y="241"/>
                  <a:pt x="1048" y="241"/>
                </a:cubicBezTo>
                <a:cubicBezTo>
                  <a:pt x="1049" y="241"/>
                  <a:pt x="1050" y="241"/>
                  <a:pt x="1051" y="241"/>
                </a:cubicBezTo>
                <a:cubicBezTo>
                  <a:pt x="1051" y="241"/>
                  <a:pt x="1051" y="241"/>
                  <a:pt x="1051" y="241"/>
                </a:cubicBezTo>
                <a:cubicBezTo>
                  <a:pt x="1051" y="242"/>
                  <a:pt x="1051" y="242"/>
                  <a:pt x="1051" y="242"/>
                </a:cubicBezTo>
                <a:cubicBezTo>
                  <a:pt x="1052" y="242"/>
                  <a:pt x="1052" y="242"/>
                  <a:pt x="1052" y="242"/>
                </a:cubicBezTo>
                <a:cubicBezTo>
                  <a:pt x="1052" y="242"/>
                  <a:pt x="1052" y="242"/>
                  <a:pt x="1052" y="242"/>
                </a:cubicBezTo>
                <a:cubicBezTo>
                  <a:pt x="1052" y="243"/>
                  <a:pt x="1053" y="243"/>
                  <a:pt x="1053" y="243"/>
                </a:cubicBezTo>
                <a:cubicBezTo>
                  <a:pt x="1053" y="243"/>
                  <a:pt x="1054" y="243"/>
                  <a:pt x="1055" y="244"/>
                </a:cubicBezTo>
                <a:cubicBezTo>
                  <a:pt x="1055" y="244"/>
                  <a:pt x="1056" y="245"/>
                  <a:pt x="1057" y="246"/>
                </a:cubicBezTo>
                <a:cubicBezTo>
                  <a:pt x="1057" y="246"/>
                  <a:pt x="1058" y="247"/>
                  <a:pt x="1058" y="248"/>
                </a:cubicBezTo>
                <a:cubicBezTo>
                  <a:pt x="1059" y="248"/>
                  <a:pt x="1059" y="248"/>
                  <a:pt x="1059" y="249"/>
                </a:cubicBezTo>
                <a:cubicBezTo>
                  <a:pt x="1060" y="249"/>
                  <a:pt x="1060" y="249"/>
                  <a:pt x="1060" y="249"/>
                </a:cubicBezTo>
                <a:cubicBezTo>
                  <a:pt x="1060" y="249"/>
                  <a:pt x="1060" y="249"/>
                  <a:pt x="1059" y="249"/>
                </a:cubicBezTo>
                <a:cubicBezTo>
                  <a:pt x="1059" y="250"/>
                  <a:pt x="1059" y="249"/>
                  <a:pt x="1059" y="250"/>
                </a:cubicBezTo>
                <a:cubicBezTo>
                  <a:pt x="1058" y="250"/>
                  <a:pt x="1059" y="250"/>
                  <a:pt x="1059" y="250"/>
                </a:cubicBezTo>
                <a:cubicBezTo>
                  <a:pt x="1059" y="251"/>
                  <a:pt x="1060" y="251"/>
                  <a:pt x="1060" y="251"/>
                </a:cubicBezTo>
                <a:cubicBezTo>
                  <a:pt x="1060" y="252"/>
                  <a:pt x="1060" y="252"/>
                  <a:pt x="1060" y="252"/>
                </a:cubicBezTo>
                <a:cubicBezTo>
                  <a:pt x="1060" y="252"/>
                  <a:pt x="1061" y="253"/>
                  <a:pt x="1061" y="253"/>
                </a:cubicBezTo>
                <a:cubicBezTo>
                  <a:pt x="1061" y="253"/>
                  <a:pt x="1062" y="253"/>
                  <a:pt x="1062" y="253"/>
                </a:cubicBezTo>
                <a:cubicBezTo>
                  <a:pt x="1062" y="253"/>
                  <a:pt x="1062" y="253"/>
                  <a:pt x="1062" y="253"/>
                </a:cubicBezTo>
                <a:cubicBezTo>
                  <a:pt x="1062" y="252"/>
                  <a:pt x="1062" y="251"/>
                  <a:pt x="1063" y="251"/>
                </a:cubicBezTo>
                <a:cubicBezTo>
                  <a:pt x="1063" y="251"/>
                  <a:pt x="1063" y="251"/>
                  <a:pt x="1063" y="251"/>
                </a:cubicBezTo>
                <a:cubicBezTo>
                  <a:pt x="1064" y="251"/>
                  <a:pt x="1064" y="251"/>
                  <a:pt x="1064" y="251"/>
                </a:cubicBezTo>
                <a:cubicBezTo>
                  <a:pt x="1065" y="251"/>
                  <a:pt x="1064" y="252"/>
                  <a:pt x="1065" y="252"/>
                </a:cubicBezTo>
                <a:cubicBezTo>
                  <a:pt x="1065" y="252"/>
                  <a:pt x="1065" y="252"/>
                  <a:pt x="1065" y="252"/>
                </a:cubicBezTo>
                <a:cubicBezTo>
                  <a:pt x="1065" y="253"/>
                  <a:pt x="1065" y="253"/>
                  <a:pt x="1065" y="253"/>
                </a:cubicBezTo>
                <a:cubicBezTo>
                  <a:pt x="1065" y="253"/>
                  <a:pt x="1064" y="253"/>
                  <a:pt x="1064" y="254"/>
                </a:cubicBezTo>
                <a:cubicBezTo>
                  <a:pt x="1064" y="254"/>
                  <a:pt x="1065" y="254"/>
                  <a:pt x="1065" y="254"/>
                </a:cubicBezTo>
                <a:cubicBezTo>
                  <a:pt x="1065" y="254"/>
                  <a:pt x="1065" y="255"/>
                  <a:pt x="1065" y="255"/>
                </a:cubicBezTo>
                <a:cubicBezTo>
                  <a:pt x="1065" y="255"/>
                  <a:pt x="1065" y="255"/>
                  <a:pt x="1065" y="256"/>
                </a:cubicBezTo>
                <a:cubicBezTo>
                  <a:pt x="1065" y="256"/>
                  <a:pt x="1065" y="256"/>
                  <a:pt x="1065" y="256"/>
                </a:cubicBezTo>
                <a:cubicBezTo>
                  <a:pt x="1065" y="256"/>
                  <a:pt x="1065" y="256"/>
                  <a:pt x="1066" y="257"/>
                </a:cubicBezTo>
                <a:cubicBezTo>
                  <a:pt x="1066" y="257"/>
                  <a:pt x="1066" y="257"/>
                  <a:pt x="1067" y="257"/>
                </a:cubicBezTo>
                <a:cubicBezTo>
                  <a:pt x="1067" y="257"/>
                  <a:pt x="1067" y="258"/>
                  <a:pt x="1067" y="258"/>
                </a:cubicBezTo>
                <a:cubicBezTo>
                  <a:pt x="1068" y="259"/>
                  <a:pt x="1068" y="259"/>
                  <a:pt x="1068" y="259"/>
                </a:cubicBezTo>
                <a:cubicBezTo>
                  <a:pt x="1068" y="260"/>
                  <a:pt x="1068" y="260"/>
                  <a:pt x="1067" y="260"/>
                </a:cubicBezTo>
                <a:cubicBezTo>
                  <a:pt x="1067" y="260"/>
                  <a:pt x="1067" y="260"/>
                  <a:pt x="1067" y="261"/>
                </a:cubicBezTo>
                <a:cubicBezTo>
                  <a:pt x="1067" y="261"/>
                  <a:pt x="1067" y="261"/>
                  <a:pt x="1067" y="261"/>
                </a:cubicBezTo>
                <a:cubicBezTo>
                  <a:pt x="1067" y="262"/>
                  <a:pt x="1066" y="262"/>
                  <a:pt x="1066" y="262"/>
                </a:cubicBezTo>
                <a:cubicBezTo>
                  <a:pt x="1065" y="262"/>
                  <a:pt x="1065" y="261"/>
                  <a:pt x="1065" y="261"/>
                </a:cubicBezTo>
                <a:cubicBezTo>
                  <a:pt x="1064" y="261"/>
                  <a:pt x="1064" y="261"/>
                  <a:pt x="1064" y="261"/>
                </a:cubicBezTo>
                <a:cubicBezTo>
                  <a:pt x="1063" y="261"/>
                  <a:pt x="1063" y="261"/>
                  <a:pt x="1063" y="261"/>
                </a:cubicBezTo>
                <a:cubicBezTo>
                  <a:pt x="1062" y="262"/>
                  <a:pt x="1063" y="263"/>
                  <a:pt x="1063" y="263"/>
                </a:cubicBezTo>
                <a:cubicBezTo>
                  <a:pt x="1063" y="264"/>
                  <a:pt x="1063" y="265"/>
                  <a:pt x="1064" y="265"/>
                </a:cubicBezTo>
                <a:cubicBezTo>
                  <a:pt x="1064" y="266"/>
                  <a:pt x="1064" y="266"/>
                  <a:pt x="1064" y="266"/>
                </a:cubicBezTo>
                <a:cubicBezTo>
                  <a:pt x="1064" y="267"/>
                  <a:pt x="1064" y="267"/>
                  <a:pt x="1064" y="267"/>
                </a:cubicBezTo>
                <a:cubicBezTo>
                  <a:pt x="1065" y="268"/>
                  <a:pt x="1065" y="268"/>
                  <a:pt x="1065" y="268"/>
                </a:cubicBezTo>
                <a:cubicBezTo>
                  <a:pt x="1065" y="269"/>
                  <a:pt x="1065" y="269"/>
                  <a:pt x="1065" y="270"/>
                </a:cubicBezTo>
                <a:cubicBezTo>
                  <a:pt x="1065" y="270"/>
                  <a:pt x="1065" y="269"/>
                  <a:pt x="1065" y="270"/>
                </a:cubicBezTo>
                <a:cubicBezTo>
                  <a:pt x="1065" y="270"/>
                  <a:pt x="1065" y="270"/>
                  <a:pt x="1065" y="270"/>
                </a:cubicBezTo>
                <a:cubicBezTo>
                  <a:pt x="1065" y="270"/>
                  <a:pt x="1065" y="270"/>
                  <a:pt x="1065" y="271"/>
                </a:cubicBezTo>
                <a:cubicBezTo>
                  <a:pt x="1065" y="271"/>
                  <a:pt x="1065" y="271"/>
                  <a:pt x="1065" y="271"/>
                </a:cubicBezTo>
                <a:cubicBezTo>
                  <a:pt x="1065" y="271"/>
                  <a:pt x="1066" y="272"/>
                  <a:pt x="1066" y="272"/>
                </a:cubicBezTo>
                <a:cubicBezTo>
                  <a:pt x="1066" y="272"/>
                  <a:pt x="1067" y="272"/>
                  <a:pt x="1067" y="273"/>
                </a:cubicBezTo>
                <a:cubicBezTo>
                  <a:pt x="1067" y="273"/>
                  <a:pt x="1067" y="274"/>
                  <a:pt x="1068" y="274"/>
                </a:cubicBezTo>
                <a:cubicBezTo>
                  <a:pt x="1068" y="275"/>
                  <a:pt x="1069" y="275"/>
                  <a:pt x="1069" y="275"/>
                </a:cubicBezTo>
                <a:cubicBezTo>
                  <a:pt x="1069" y="275"/>
                  <a:pt x="1069" y="275"/>
                  <a:pt x="1070" y="275"/>
                </a:cubicBezTo>
                <a:cubicBezTo>
                  <a:pt x="1070" y="275"/>
                  <a:pt x="1070" y="275"/>
                  <a:pt x="1070" y="275"/>
                </a:cubicBezTo>
                <a:cubicBezTo>
                  <a:pt x="1071" y="274"/>
                  <a:pt x="1071" y="274"/>
                  <a:pt x="1072" y="273"/>
                </a:cubicBezTo>
                <a:cubicBezTo>
                  <a:pt x="1072" y="273"/>
                  <a:pt x="1073" y="273"/>
                  <a:pt x="1073" y="274"/>
                </a:cubicBezTo>
                <a:cubicBezTo>
                  <a:pt x="1074" y="274"/>
                  <a:pt x="1074" y="274"/>
                  <a:pt x="1075" y="274"/>
                </a:cubicBezTo>
                <a:cubicBezTo>
                  <a:pt x="1075" y="274"/>
                  <a:pt x="1075" y="274"/>
                  <a:pt x="1075" y="274"/>
                </a:cubicBezTo>
                <a:cubicBezTo>
                  <a:pt x="1076" y="274"/>
                  <a:pt x="1076" y="274"/>
                  <a:pt x="1076" y="274"/>
                </a:cubicBezTo>
                <a:cubicBezTo>
                  <a:pt x="1077" y="274"/>
                  <a:pt x="1077" y="273"/>
                  <a:pt x="1078" y="273"/>
                </a:cubicBezTo>
                <a:cubicBezTo>
                  <a:pt x="1078" y="272"/>
                  <a:pt x="1079" y="272"/>
                  <a:pt x="1079" y="272"/>
                </a:cubicBezTo>
                <a:cubicBezTo>
                  <a:pt x="1079" y="271"/>
                  <a:pt x="1079" y="271"/>
                  <a:pt x="1079" y="271"/>
                </a:cubicBezTo>
                <a:cubicBezTo>
                  <a:pt x="1079" y="271"/>
                  <a:pt x="1080" y="271"/>
                  <a:pt x="1080" y="271"/>
                </a:cubicBezTo>
                <a:cubicBezTo>
                  <a:pt x="1080" y="270"/>
                  <a:pt x="1080" y="270"/>
                  <a:pt x="1080" y="270"/>
                </a:cubicBezTo>
                <a:cubicBezTo>
                  <a:pt x="1081" y="270"/>
                  <a:pt x="1081" y="269"/>
                  <a:pt x="1081" y="269"/>
                </a:cubicBezTo>
                <a:cubicBezTo>
                  <a:pt x="1081" y="269"/>
                  <a:pt x="1081" y="269"/>
                  <a:pt x="1081" y="269"/>
                </a:cubicBezTo>
                <a:cubicBezTo>
                  <a:pt x="1081" y="268"/>
                  <a:pt x="1080" y="269"/>
                  <a:pt x="1080" y="269"/>
                </a:cubicBezTo>
                <a:cubicBezTo>
                  <a:pt x="1080" y="269"/>
                  <a:pt x="1079" y="269"/>
                  <a:pt x="1079" y="269"/>
                </a:cubicBezTo>
                <a:cubicBezTo>
                  <a:pt x="1079" y="268"/>
                  <a:pt x="1079" y="268"/>
                  <a:pt x="1079" y="268"/>
                </a:cubicBezTo>
                <a:cubicBezTo>
                  <a:pt x="1079" y="268"/>
                  <a:pt x="1080" y="268"/>
                  <a:pt x="1080" y="269"/>
                </a:cubicBezTo>
                <a:cubicBezTo>
                  <a:pt x="1080" y="269"/>
                  <a:pt x="1080" y="269"/>
                  <a:pt x="1081" y="268"/>
                </a:cubicBezTo>
                <a:cubicBezTo>
                  <a:pt x="1081" y="268"/>
                  <a:pt x="1081" y="268"/>
                  <a:pt x="1081" y="268"/>
                </a:cubicBezTo>
                <a:cubicBezTo>
                  <a:pt x="1081" y="268"/>
                  <a:pt x="1081" y="268"/>
                  <a:pt x="1081" y="268"/>
                </a:cubicBezTo>
                <a:cubicBezTo>
                  <a:pt x="1081" y="268"/>
                  <a:pt x="1082" y="268"/>
                  <a:pt x="1082" y="268"/>
                </a:cubicBezTo>
                <a:cubicBezTo>
                  <a:pt x="1082" y="268"/>
                  <a:pt x="1083" y="268"/>
                  <a:pt x="1083" y="267"/>
                </a:cubicBezTo>
                <a:cubicBezTo>
                  <a:pt x="1083" y="267"/>
                  <a:pt x="1083" y="267"/>
                  <a:pt x="1082" y="266"/>
                </a:cubicBezTo>
                <a:cubicBezTo>
                  <a:pt x="1082" y="266"/>
                  <a:pt x="1082" y="266"/>
                  <a:pt x="1082" y="266"/>
                </a:cubicBezTo>
                <a:cubicBezTo>
                  <a:pt x="1081" y="266"/>
                  <a:pt x="1082" y="266"/>
                  <a:pt x="1081" y="265"/>
                </a:cubicBezTo>
                <a:cubicBezTo>
                  <a:pt x="1081" y="265"/>
                  <a:pt x="1081" y="265"/>
                  <a:pt x="1081" y="264"/>
                </a:cubicBezTo>
                <a:cubicBezTo>
                  <a:pt x="1081" y="264"/>
                  <a:pt x="1081" y="264"/>
                  <a:pt x="1081" y="263"/>
                </a:cubicBezTo>
                <a:cubicBezTo>
                  <a:pt x="1081" y="262"/>
                  <a:pt x="1081" y="262"/>
                  <a:pt x="1081" y="261"/>
                </a:cubicBezTo>
                <a:cubicBezTo>
                  <a:pt x="1081" y="261"/>
                  <a:pt x="1081" y="260"/>
                  <a:pt x="1081" y="260"/>
                </a:cubicBezTo>
                <a:cubicBezTo>
                  <a:pt x="1080" y="260"/>
                  <a:pt x="1080" y="260"/>
                  <a:pt x="1079" y="260"/>
                </a:cubicBezTo>
                <a:cubicBezTo>
                  <a:pt x="1079" y="260"/>
                  <a:pt x="1080" y="260"/>
                  <a:pt x="1080" y="260"/>
                </a:cubicBezTo>
                <a:cubicBezTo>
                  <a:pt x="1080" y="260"/>
                  <a:pt x="1081" y="260"/>
                  <a:pt x="1081" y="260"/>
                </a:cubicBezTo>
                <a:cubicBezTo>
                  <a:pt x="1082" y="260"/>
                  <a:pt x="1082" y="260"/>
                  <a:pt x="1082" y="260"/>
                </a:cubicBezTo>
                <a:cubicBezTo>
                  <a:pt x="1082" y="260"/>
                  <a:pt x="1082" y="259"/>
                  <a:pt x="1083" y="259"/>
                </a:cubicBezTo>
                <a:cubicBezTo>
                  <a:pt x="1083" y="260"/>
                  <a:pt x="1082" y="260"/>
                  <a:pt x="1082" y="261"/>
                </a:cubicBezTo>
                <a:cubicBezTo>
                  <a:pt x="1082" y="261"/>
                  <a:pt x="1082" y="261"/>
                  <a:pt x="1082" y="262"/>
                </a:cubicBezTo>
                <a:cubicBezTo>
                  <a:pt x="1082" y="262"/>
                  <a:pt x="1082" y="262"/>
                  <a:pt x="1082" y="262"/>
                </a:cubicBezTo>
                <a:cubicBezTo>
                  <a:pt x="1081" y="263"/>
                  <a:pt x="1082" y="263"/>
                  <a:pt x="1082" y="262"/>
                </a:cubicBezTo>
                <a:cubicBezTo>
                  <a:pt x="1083" y="262"/>
                  <a:pt x="1084" y="261"/>
                  <a:pt x="1085" y="261"/>
                </a:cubicBezTo>
                <a:cubicBezTo>
                  <a:pt x="1085" y="260"/>
                  <a:pt x="1085" y="260"/>
                  <a:pt x="1086" y="260"/>
                </a:cubicBezTo>
                <a:cubicBezTo>
                  <a:pt x="1086" y="260"/>
                  <a:pt x="1086" y="259"/>
                  <a:pt x="1086" y="259"/>
                </a:cubicBezTo>
                <a:cubicBezTo>
                  <a:pt x="1087" y="259"/>
                  <a:pt x="1087" y="258"/>
                  <a:pt x="1086" y="258"/>
                </a:cubicBezTo>
                <a:cubicBezTo>
                  <a:pt x="1086" y="258"/>
                  <a:pt x="1086" y="257"/>
                  <a:pt x="1086" y="257"/>
                </a:cubicBezTo>
                <a:cubicBezTo>
                  <a:pt x="1085" y="256"/>
                  <a:pt x="1084" y="256"/>
                  <a:pt x="1084" y="256"/>
                </a:cubicBezTo>
                <a:cubicBezTo>
                  <a:pt x="1083" y="256"/>
                  <a:pt x="1083" y="256"/>
                  <a:pt x="1083" y="256"/>
                </a:cubicBezTo>
                <a:cubicBezTo>
                  <a:pt x="1082" y="255"/>
                  <a:pt x="1082" y="255"/>
                  <a:pt x="1082" y="255"/>
                </a:cubicBezTo>
                <a:cubicBezTo>
                  <a:pt x="1082" y="255"/>
                  <a:pt x="1082" y="254"/>
                  <a:pt x="1081" y="254"/>
                </a:cubicBezTo>
                <a:cubicBezTo>
                  <a:pt x="1081" y="254"/>
                  <a:pt x="1081" y="254"/>
                  <a:pt x="1081" y="253"/>
                </a:cubicBezTo>
                <a:cubicBezTo>
                  <a:pt x="1081" y="253"/>
                  <a:pt x="1081" y="253"/>
                  <a:pt x="1081" y="253"/>
                </a:cubicBezTo>
                <a:cubicBezTo>
                  <a:pt x="1082" y="253"/>
                  <a:pt x="1082" y="254"/>
                  <a:pt x="1082" y="254"/>
                </a:cubicBezTo>
                <a:cubicBezTo>
                  <a:pt x="1082" y="255"/>
                  <a:pt x="1083" y="255"/>
                  <a:pt x="1084" y="256"/>
                </a:cubicBezTo>
                <a:cubicBezTo>
                  <a:pt x="1084" y="256"/>
                  <a:pt x="1084" y="256"/>
                  <a:pt x="1084" y="255"/>
                </a:cubicBezTo>
                <a:cubicBezTo>
                  <a:pt x="1084" y="255"/>
                  <a:pt x="1084" y="255"/>
                  <a:pt x="1084" y="254"/>
                </a:cubicBezTo>
                <a:cubicBezTo>
                  <a:pt x="1084" y="254"/>
                  <a:pt x="1084" y="254"/>
                  <a:pt x="1084" y="253"/>
                </a:cubicBezTo>
                <a:cubicBezTo>
                  <a:pt x="1084" y="253"/>
                  <a:pt x="1085" y="253"/>
                  <a:pt x="1085" y="254"/>
                </a:cubicBezTo>
                <a:cubicBezTo>
                  <a:pt x="1085" y="254"/>
                  <a:pt x="1085" y="254"/>
                  <a:pt x="1085" y="254"/>
                </a:cubicBezTo>
                <a:cubicBezTo>
                  <a:pt x="1085" y="254"/>
                  <a:pt x="1085" y="255"/>
                  <a:pt x="1085" y="255"/>
                </a:cubicBezTo>
                <a:cubicBezTo>
                  <a:pt x="1085" y="255"/>
                  <a:pt x="1086" y="255"/>
                  <a:pt x="1086" y="255"/>
                </a:cubicBezTo>
                <a:cubicBezTo>
                  <a:pt x="1087" y="255"/>
                  <a:pt x="1088" y="255"/>
                  <a:pt x="1088" y="255"/>
                </a:cubicBezTo>
                <a:cubicBezTo>
                  <a:pt x="1088" y="255"/>
                  <a:pt x="1088" y="254"/>
                  <a:pt x="1088" y="254"/>
                </a:cubicBezTo>
                <a:cubicBezTo>
                  <a:pt x="1089" y="254"/>
                  <a:pt x="1089" y="253"/>
                  <a:pt x="1089" y="253"/>
                </a:cubicBezTo>
                <a:cubicBezTo>
                  <a:pt x="1089" y="252"/>
                  <a:pt x="1089" y="252"/>
                  <a:pt x="1089" y="251"/>
                </a:cubicBezTo>
                <a:cubicBezTo>
                  <a:pt x="1089" y="251"/>
                  <a:pt x="1088" y="250"/>
                  <a:pt x="1088" y="250"/>
                </a:cubicBezTo>
                <a:cubicBezTo>
                  <a:pt x="1088" y="250"/>
                  <a:pt x="1089" y="250"/>
                  <a:pt x="1089" y="249"/>
                </a:cubicBezTo>
                <a:cubicBezTo>
                  <a:pt x="1089" y="249"/>
                  <a:pt x="1089" y="249"/>
                  <a:pt x="1089" y="248"/>
                </a:cubicBezTo>
                <a:cubicBezTo>
                  <a:pt x="1089" y="248"/>
                  <a:pt x="1088" y="247"/>
                  <a:pt x="1088" y="247"/>
                </a:cubicBezTo>
                <a:cubicBezTo>
                  <a:pt x="1088" y="247"/>
                  <a:pt x="1089" y="247"/>
                  <a:pt x="1089" y="246"/>
                </a:cubicBezTo>
                <a:cubicBezTo>
                  <a:pt x="1089" y="246"/>
                  <a:pt x="1090" y="246"/>
                  <a:pt x="1090" y="245"/>
                </a:cubicBezTo>
                <a:cubicBezTo>
                  <a:pt x="1090" y="245"/>
                  <a:pt x="1090" y="244"/>
                  <a:pt x="1091" y="244"/>
                </a:cubicBezTo>
                <a:cubicBezTo>
                  <a:pt x="1091" y="244"/>
                  <a:pt x="1092" y="244"/>
                  <a:pt x="1092" y="244"/>
                </a:cubicBezTo>
                <a:cubicBezTo>
                  <a:pt x="1092" y="244"/>
                  <a:pt x="1092" y="244"/>
                  <a:pt x="1092" y="244"/>
                </a:cubicBezTo>
                <a:cubicBezTo>
                  <a:pt x="1093" y="244"/>
                  <a:pt x="1093" y="244"/>
                  <a:pt x="1093" y="244"/>
                </a:cubicBezTo>
                <a:cubicBezTo>
                  <a:pt x="1093" y="243"/>
                  <a:pt x="1093" y="243"/>
                  <a:pt x="1093" y="243"/>
                </a:cubicBezTo>
                <a:cubicBezTo>
                  <a:pt x="1093" y="243"/>
                  <a:pt x="1093" y="242"/>
                  <a:pt x="1093" y="242"/>
                </a:cubicBezTo>
                <a:cubicBezTo>
                  <a:pt x="1094" y="242"/>
                  <a:pt x="1094" y="242"/>
                  <a:pt x="1094" y="242"/>
                </a:cubicBezTo>
                <a:cubicBezTo>
                  <a:pt x="1094" y="243"/>
                  <a:pt x="1094" y="243"/>
                  <a:pt x="1094" y="243"/>
                </a:cubicBezTo>
                <a:cubicBezTo>
                  <a:pt x="1094" y="244"/>
                  <a:pt x="1094" y="244"/>
                  <a:pt x="1094" y="244"/>
                </a:cubicBezTo>
                <a:cubicBezTo>
                  <a:pt x="1095" y="245"/>
                  <a:pt x="1095" y="245"/>
                  <a:pt x="1095" y="246"/>
                </a:cubicBezTo>
                <a:cubicBezTo>
                  <a:pt x="1095" y="246"/>
                  <a:pt x="1095" y="246"/>
                  <a:pt x="1095" y="246"/>
                </a:cubicBezTo>
                <a:cubicBezTo>
                  <a:pt x="1095" y="246"/>
                  <a:pt x="1095" y="246"/>
                  <a:pt x="1095" y="246"/>
                </a:cubicBezTo>
                <a:cubicBezTo>
                  <a:pt x="1095" y="245"/>
                  <a:pt x="1095" y="245"/>
                  <a:pt x="1095" y="245"/>
                </a:cubicBezTo>
                <a:cubicBezTo>
                  <a:pt x="1094" y="245"/>
                  <a:pt x="1094" y="245"/>
                  <a:pt x="1094" y="245"/>
                </a:cubicBezTo>
                <a:cubicBezTo>
                  <a:pt x="1094" y="244"/>
                  <a:pt x="1093" y="244"/>
                  <a:pt x="1093" y="245"/>
                </a:cubicBezTo>
                <a:cubicBezTo>
                  <a:pt x="1093" y="245"/>
                  <a:pt x="1093" y="245"/>
                  <a:pt x="1093" y="246"/>
                </a:cubicBezTo>
                <a:cubicBezTo>
                  <a:pt x="1093" y="246"/>
                  <a:pt x="1093" y="247"/>
                  <a:pt x="1093" y="247"/>
                </a:cubicBezTo>
                <a:cubicBezTo>
                  <a:pt x="1092" y="247"/>
                  <a:pt x="1092" y="246"/>
                  <a:pt x="1092" y="247"/>
                </a:cubicBezTo>
                <a:cubicBezTo>
                  <a:pt x="1092" y="247"/>
                  <a:pt x="1092" y="248"/>
                  <a:pt x="1092" y="248"/>
                </a:cubicBezTo>
                <a:cubicBezTo>
                  <a:pt x="1091" y="249"/>
                  <a:pt x="1090" y="248"/>
                  <a:pt x="1090" y="248"/>
                </a:cubicBezTo>
                <a:cubicBezTo>
                  <a:pt x="1090" y="249"/>
                  <a:pt x="1090" y="249"/>
                  <a:pt x="1090" y="249"/>
                </a:cubicBezTo>
                <a:cubicBezTo>
                  <a:pt x="1090" y="249"/>
                  <a:pt x="1090" y="249"/>
                  <a:pt x="1090" y="249"/>
                </a:cubicBezTo>
                <a:cubicBezTo>
                  <a:pt x="1090" y="250"/>
                  <a:pt x="1089" y="250"/>
                  <a:pt x="1089" y="250"/>
                </a:cubicBezTo>
                <a:cubicBezTo>
                  <a:pt x="1089" y="250"/>
                  <a:pt x="1089" y="250"/>
                  <a:pt x="1089" y="251"/>
                </a:cubicBezTo>
                <a:cubicBezTo>
                  <a:pt x="1089" y="251"/>
                  <a:pt x="1089" y="251"/>
                  <a:pt x="1089" y="252"/>
                </a:cubicBezTo>
                <a:cubicBezTo>
                  <a:pt x="1089" y="252"/>
                  <a:pt x="1089" y="253"/>
                  <a:pt x="1089" y="253"/>
                </a:cubicBezTo>
                <a:cubicBezTo>
                  <a:pt x="1089" y="254"/>
                  <a:pt x="1090" y="254"/>
                  <a:pt x="1090" y="255"/>
                </a:cubicBezTo>
                <a:cubicBezTo>
                  <a:pt x="1090" y="255"/>
                  <a:pt x="1090" y="255"/>
                  <a:pt x="1089" y="256"/>
                </a:cubicBezTo>
                <a:cubicBezTo>
                  <a:pt x="1089" y="256"/>
                  <a:pt x="1089" y="256"/>
                  <a:pt x="1088" y="256"/>
                </a:cubicBezTo>
                <a:cubicBezTo>
                  <a:pt x="1088" y="256"/>
                  <a:pt x="1088" y="256"/>
                  <a:pt x="1088" y="257"/>
                </a:cubicBezTo>
                <a:cubicBezTo>
                  <a:pt x="1088" y="257"/>
                  <a:pt x="1088" y="257"/>
                  <a:pt x="1088" y="257"/>
                </a:cubicBezTo>
                <a:cubicBezTo>
                  <a:pt x="1088" y="257"/>
                  <a:pt x="1088" y="258"/>
                  <a:pt x="1088" y="258"/>
                </a:cubicBezTo>
                <a:cubicBezTo>
                  <a:pt x="1089" y="259"/>
                  <a:pt x="1090" y="259"/>
                  <a:pt x="1090" y="260"/>
                </a:cubicBezTo>
                <a:cubicBezTo>
                  <a:pt x="1090" y="261"/>
                  <a:pt x="1090" y="261"/>
                  <a:pt x="1090" y="261"/>
                </a:cubicBezTo>
                <a:cubicBezTo>
                  <a:pt x="1090" y="262"/>
                  <a:pt x="1090" y="262"/>
                  <a:pt x="1090" y="262"/>
                </a:cubicBezTo>
                <a:cubicBezTo>
                  <a:pt x="1090" y="263"/>
                  <a:pt x="1091" y="262"/>
                  <a:pt x="1091" y="262"/>
                </a:cubicBezTo>
                <a:cubicBezTo>
                  <a:pt x="1091" y="262"/>
                  <a:pt x="1091" y="262"/>
                  <a:pt x="1092" y="262"/>
                </a:cubicBezTo>
                <a:cubicBezTo>
                  <a:pt x="1092" y="262"/>
                  <a:pt x="1092" y="263"/>
                  <a:pt x="1092" y="263"/>
                </a:cubicBezTo>
                <a:cubicBezTo>
                  <a:pt x="1092" y="264"/>
                  <a:pt x="1093" y="264"/>
                  <a:pt x="1093" y="264"/>
                </a:cubicBezTo>
                <a:cubicBezTo>
                  <a:pt x="1093" y="263"/>
                  <a:pt x="1093" y="263"/>
                  <a:pt x="1093" y="262"/>
                </a:cubicBezTo>
                <a:cubicBezTo>
                  <a:pt x="1092" y="262"/>
                  <a:pt x="1092" y="262"/>
                  <a:pt x="1092" y="261"/>
                </a:cubicBezTo>
                <a:cubicBezTo>
                  <a:pt x="1092" y="260"/>
                  <a:pt x="1093" y="260"/>
                  <a:pt x="1093" y="259"/>
                </a:cubicBezTo>
                <a:cubicBezTo>
                  <a:pt x="1094" y="259"/>
                  <a:pt x="1094" y="260"/>
                  <a:pt x="1094" y="261"/>
                </a:cubicBezTo>
                <a:cubicBezTo>
                  <a:pt x="1094" y="261"/>
                  <a:pt x="1094" y="261"/>
                  <a:pt x="1094" y="262"/>
                </a:cubicBezTo>
                <a:cubicBezTo>
                  <a:pt x="1094" y="262"/>
                  <a:pt x="1095" y="262"/>
                  <a:pt x="1095" y="263"/>
                </a:cubicBezTo>
                <a:cubicBezTo>
                  <a:pt x="1095" y="263"/>
                  <a:pt x="1095" y="263"/>
                  <a:pt x="1096" y="264"/>
                </a:cubicBezTo>
                <a:cubicBezTo>
                  <a:pt x="1096" y="264"/>
                  <a:pt x="1096" y="264"/>
                  <a:pt x="1096" y="265"/>
                </a:cubicBezTo>
                <a:cubicBezTo>
                  <a:pt x="1096" y="265"/>
                  <a:pt x="1096" y="265"/>
                  <a:pt x="1096" y="265"/>
                </a:cubicBezTo>
                <a:cubicBezTo>
                  <a:pt x="1096" y="265"/>
                  <a:pt x="1096" y="266"/>
                  <a:pt x="1096" y="266"/>
                </a:cubicBezTo>
                <a:cubicBezTo>
                  <a:pt x="1096" y="266"/>
                  <a:pt x="1096" y="267"/>
                  <a:pt x="1097" y="267"/>
                </a:cubicBezTo>
                <a:cubicBezTo>
                  <a:pt x="1097" y="267"/>
                  <a:pt x="1097" y="268"/>
                  <a:pt x="1097" y="268"/>
                </a:cubicBezTo>
                <a:cubicBezTo>
                  <a:pt x="1097" y="268"/>
                  <a:pt x="1097" y="267"/>
                  <a:pt x="1098" y="267"/>
                </a:cubicBezTo>
                <a:cubicBezTo>
                  <a:pt x="1098" y="267"/>
                  <a:pt x="1098" y="267"/>
                  <a:pt x="1098" y="267"/>
                </a:cubicBezTo>
                <a:cubicBezTo>
                  <a:pt x="1098" y="267"/>
                  <a:pt x="1098" y="267"/>
                  <a:pt x="1098" y="267"/>
                </a:cubicBezTo>
                <a:cubicBezTo>
                  <a:pt x="1099" y="267"/>
                  <a:pt x="1099" y="267"/>
                  <a:pt x="1099" y="267"/>
                </a:cubicBezTo>
                <a:cubicBezTo>
                  <a:pt x="1099" y="266"/>
                  <a:pt x="1099" y="267"/>
                  <a:pt x="1098" y="266"/>
                </a:cubicBezTo>
                <a:cubicBezTo>
                  <a:pt x="1098" y="266"/>
                  <a:pt x="1099" y="266"/>
                  <a:pt x="1099" y="266"/>
                </a:cubicBezTo>
                <a:cubicBezTo>
                  <a:pt x="1099" y="266"/>
                  <a:pt x="1099" y="266"/>
                  <a:pt x="1100" y="266"/>
                </a:cubicBezTo>
                <a:cubicBezTo>
                  <a:pt x="1100" y="267"/>
                  <a:pt x="1100" y="267"/>
                  <a:pt x="1100" y="267"/>
                </a:cubicBezTo>
                <a:cubicBezTo>
                  <a:pt x="1101" y="267"/>
                  <a:pt x="1101" y="266"/>
                  <a:pt x="1101" y="266"/>
                </a:cubicBezTo>
                <a:cubicBezTo>
                  <a:pt x="1101" y="265"/>
                  <a:pt x="1101" y="265"/>
                  <a:pt x="1101" y="265"/>
                </a:cubicBezTo>
                <a:cubicBezTo>
                  <a:pt x="1102" y="265"/>
                  <a:pt x="1102" y="265"/>
                  <a:pt x="1102" y="265"/>
                </a:cubicBezTo>
                <a:cubicBezTo>
                  <a:pt x="1103" y="265"/>
                  <a:pt x="1103" y="265"/>
                  <a:pt x="1103" y="266"/>
                </a:cubicBezTo>
                <a:cubicBezTo>
                  <a:pt x="1103" y="266"/>
                  <a:pt x="1103" y="266"/>
                  <a:pt x="1103" y="267"/>
                </a:cubicBezTo>
                <a:cubicBezTo>
                  <a:pt x="1103" y="267"/>
                  <a:pt x="1103" y="268"/>
                  <a:pt x="1102" y="268"/>
                </a:cubicBezTo>
                <a:cubicBezTo>
                  <a:pt x="1102" y="268"/>
                  <a:pt x="1101" y="268"/>
                  <a:pt x="1101" y="269"/>
                </a:cubicBezTo>
                <a:cubicBezTo>
                  <a:pt x="1101" y="269"/>
                  <a:pt x="1102" y="269"/>
                  <a:pt x="1102" y="269"/>
                </a:cubicBezTo>
                <a:cubicBezTo>
                  <a:pt x="1102" y="269"/>
                  <a:pt x="1102" y="269"/>
                  <a:pt x="1103" y="269"/>
                </a:cubicBezTo>
                <a:cubicBezTo>
                  <a:pt x="1103" y="269"/>
                  <a:pt x="1103" y="270"/>
                  <a:pt x="1103" y="270"/>
                </a:cubicBezTo>
                <a:cubicBezTo>
                  <a:pt x="1103" y="270"/>
                  <a:pt x="1104" y="270"/>
                  <a:pt x="1104" y="271"/>
                </a:cubicBezTo>
                <a:cubicBezTo>
                  <a:pt x="1104" y="271"/>
                  <a:pt x="1105" y="271"/>
                  <a:pt x="1105" y="271"/>
                </a:cubicBezTo>
                <a:cubicBezTo>
                  <a:pt x="1105" y="271"/>
                  <a:pt x="1106" y="272"/>
                  <a:pt x="1106" y="272"/>
                </a:cubicBezTo>
                <a:cubicBezTo>
                  <a:pt x="1106" y="272"/>
                  <a:pt x="1106" y="273"/>
                  <a:pt x="1107" y="273"/>
                </a:cubicBezTo>
                <a:cubicBezTo>
                  <a:pt x="1107" y="273"/>
                  <a:pt x="1107" y="273"/>
                  <a:pt x="1108" y="272"/>
                </a:cubicBezTo>
                <a:cubicBezTo>
                  <a:pt x="1108" y="272"/>
                  <a:pt x="1108" y="272"/>
                  <a:pt x="1107" y="272"/>
                </a:cubicBezTo>
                <a:cubicBezTo>
                  <a:pt x="1107" y="271"/>
                  <a:pt x="1107" y="271"/>
                  <a:pt x="1107" y="271"/>
                </a:cubicBezTo>
                <a:cubicBezTo>
                  <a:pt x="1107" y="271"/>
                  <a:pt x="1107" y="271"/>
                  <a:pt x="1107" y="271"/>
                </a:cubicBezTo>
                <a:cubicBezTo>
                  <a:pt x="1106" y="270"/>
                  <a:pt x="1107" y="270"/>
                  <a:pt x="1107" y="270"/>
                </a:cubicBezTo>
                <a:cubicBezTo>
                  <a:pt x="1107" y="270"/>
                  <a:pt x="1107" y="271"/>
                  <a:pt x="1108" y="271"/>
                </a:cubicBezTo>
                <a:cubicBezTo>
                  <a:pt x="1108" y="271"/>
                  <a:pt x="1108" y="271"/>
                  <a:pt x="1108" y="270"/>
                </a:cubicBezTo>
                <a:cubicBezTo>
                  <a:pt x="1108" y="270"/>
                  <a:pt x="1108" y="270"/>
                  <a:pt x="1108" y="270"/>
                </a:cubicBezTo>
                <a:cubicBezTo>
                  <a:pt x="1108" y="270"/>
                  <a:pt x="1108" y="270"/>
                  <a:pt x="1108" y="270"/>
                </a:cubicBezTo>
                <a:cubicBezTo>
                  <a:pt x="1108" y="269"/>
                  <a:pt x="1108" y="269"/>
                  <a:pt x="1108" y="269"/>
                </a:cubicBezTo>
                <a:cubicBezTo>
                  <a:pt x="1108" y="269"/>
                  <a:pt x="1108" y="269"/>
                  <a:pt x="1108" y="269"/>
                </a:cubicBezTo>
                <a:cubicBezTo>
                  <a:pt x="1109" y="269"/>
                  <a:pt x="1109" y="269"/>
                  <a:pt x="1110" y="269"/>
                </a:cubicBezTo>
                <a:cubicBezTo>
                  <a:pt x="1110" y="269"/>
                  <a:pt x="1110" y="270"/>
                  <a:pt x="1111" y="270"/>
                </a:cubicBezTo>
                <a:cubicBezTo>
                  <a:pt x="1111" y="270"/>
                  <a:pt x="1111" y="270"/>
                  <a:pt x="1112" y="271"/>
                </a:cubicBezTo>
                <a:cubicBezTo>
                  <a:pt x="1111" y="271"/>
                  <a:pt x="1111" y="271"/>
                  <a:pt x="1111" y="271"/>
                </a:cubicBezTo>
                <a:cubicBezTo>
                  <a:pt x="1111" y="272"/>
                  <a:pt x="1111" y="272"/>
                  <a:pt x="1111" y="272"/>
                </a:cubicBezTo>
                <a:cubicBezTo>
                  <a:pt x="1112" y="272"/>
                  <a:pt x="1112" y="272"/>
                  <a:pt x="1112" y="273"/>
                </a:cubicBezTo>
                <a:cubicBezTo>
                  <a:pt x="1113" y="273"/>
                  <a:pt x="1113" y="273"/>
                  <a:pt x="1113" y="273"/>
                </a:cubicBezTo>
                <a:cubicBezTo>
                  <a:pt x="1113" y="273"/>
                  <a:pt x="1114" y="272"/>
                  <a:pt x="1114" y="272"/>
                </a:cubicBezTo>
                <a:cubicBezTo>
                  <a:pt x="1114" y="272"/>
                  <a:pt x="1115" y="272"/>
                  <a:pt x="1115" y="271"/>
                </a:cubicBezTo>
                <a:cubicBezTo>
                  <a:pt x="1116" y="271"/>
                  <a:pt x="1115" y="271"/>
                  <a:pt x="1116" y="271"/>
                </a:cubicBezTo>
                <a:cubicBezTo>
                  <a:pt x="1116" y="271"/>
                  <a:pt x="1116" y="271"/>
                  <a:pt x="1116" y="271"/>
                </a:cubicBezTo>
                <a:cubicBezTo>
                  <a:pt x="1117" y="271"/>
                  <a:pt x="1117" y="270"/>
                  <a:pt x="1117" y="270"/>
                </a:cubicBezTo>
                <a:cubicBezTo>
                  <a:pt x="1118" y="269"/>
                  <a:pt x="1118" y="270"/>
                  <a:pt x="1119" y="270"/>
                </a:cubicBezTo>
                <a:cubicBezTo>
                  <a:pt x="1119" y="270"/>
                  <a:pt x="1119" y="270"/>
                  <a:pt x="1119" y="270"/>
                </a:cubicBezTo>
                <a:cubicBezTo>
                  <a:pt x="1119" y="270"/>
                  <a:pt x="1120" y="270"/>
                  <a:pt x="1120" y="270"/>
                </a:cubicBezTo>
                <a:cubicBezTo>
                  <a:pt x="1121" y="270"/>
                  <a:pt x="1121" y="270"/>
                  <a:pt x="1122" y="270"/>
                </a:cubicBezTo>
                <a:cubicBezTo>
                  <a:pt x="1123" y="270"/>
                  <a:pt x="1123" y="270"/>
                  <a:pt x="1123" y="270"/>
                </a:cubicBezTo>
                <a:cubicBezTo>
                  <a:pt x="1124" y="270"/>
                  <a:pt x="1124" y="270"/>
                  <a:pt x="1124" y="270"/>
                </a:cubicBezTo>
                <a:cubicBezTo>
                  <a:pt x="1124" y="270"/>
                  <a:pt x="1124" y="270"/>
                  <a:pt x="1124" y="270"/>
                </a:cubicBezTo>
                <a:cubicBezTo>
                  <a:pt x="1124" y="270"/>
                  <a:pt x="1124" y="270"/>
                  <a:pt x="1124" y="270"/>
                </a:cubicBezTo>
                <a:cubicBezTo>
                  <a:pt x="1124" y="271"/>
                  <a:pt x="1125" y="270"/>
                  <a:pt x="1125" y="271"/>
                </a:cubicBezTo>
                <a:cubicBezTo>
                  <a:pt x="1125" y="271"/>
                  <a:pt x="1124" y="271"/>
                  <a:pt x="1123" y="271"/>
                </a:cubicBezTo>
                <a:cubicBezTo>
                  <a:pt x="1123" y="271"/>
                  <a:pt x="1122" y="271"/>
                  <a:pt x="1122" y="271"/>
                </a:cubicBezTo>
                <a:cubicBezTo>
                  <a:pt x="1122" y="271"/>
                  <a:pt x="1122" y="271"/>
                  <a:pt x="1122" y="271"/>
                </a:cubicBezTo>
                <a:cubicBezTo>
                  <a:pt x="1122" y="270"/>
                  <a:pt x="1122" y="270"/>
                  <a:pt x="1121" y="270"/>
                </a:cubicBezTo>
                <a:cubicBezTo>
                  <a:pt x="1121" y="270"/>
                  <a:pt x="1121" y="270"/>
                  <a:pt x="1121" y="270"/>
                </a:cubicBezTo>
                <a:cubicBezTo>
                  <a:pt x="1120" y="270"/>
                  <a:pt x="1120" y="270"/>
                  <a:pt x="1119" y="270"/>
                </a:cubicBezTo>
                <a:cubicBezTo>
                  <a:pt x="1119" y="270"/>
                  <a:pt x="1118" y="270"/>
                  <a:pt x="1118" y="270"/>
                </a:cubicBezTo>
                <a:cubicBezTo>
                  <a:pt x="1118" y="270"/>
                  <a:pt x="1118" y="271"/>
                  <a:pt x="1118" y="271"/>
                </a:cubicBezTo>
                <a:cubicBezTo>
                  <a:pt x="1118" y="271"/>
                  <a:pt x="1118" y="271"/>
                  <a:pt x="1118" y="271"/>
                </a:cubicBezTo>
                <a:cubicBezTo>
                  <a:pt x="1117" y="271"/>
                  <a:pt x="1117" y="271"/>
                  <a:pt x="1117" y="271"/>
                </a:cubicBezTo>
                <a:cubicBezTo>
                  <a:pt x="1117" y="272"/>
                  <a:pt x="1117" y="272"/>
                  <a:pt x="1117" y="272"/>
                </a:cubicBezTo>
                <a:cubicBezTo>
                  <a:pt x="1117" y="272"/>
                  <a:pt x="1117" y="272"/>
                  <a:pt x="1117" y="272"/>
                </a:cubicBezTo>
                <a:cubicBezTo>
                  <a:pt x="1117" y="273"/>
                  <a:pt x="1117" y="273"/>
                  <a:pt x="1118" y="273"/>
                </a:cubicBezTo>
                <a:cubicBezTo>
                  <a:pt x="1118" y="273"/>
                  <a:pt x="1118" y="273"/>
                  <a:pt x="1118" y="273"/>
                </a:cubicBezTo>
                <a:cubicBezTo>
                  <a:pt x="1118" y="274"/>
                  <a:pt x="1118" y="274"/>
                  <a:pt x="1118" y="274"/>
                </a:cubicBezTo>
                <a:cubicBezTo>
                  <a:pt x="1117" y="274"/>
                  <a:pt x="1117" y="274"/>
                  <a:pt x="1117" y="274"/>
                </a:cubicBezTo>
                <a:cubicBezTo>
                  <a:pt x="1117" y="274"/>
                  <a:pt x="1117" y="274"/>
                  <a:pt x="1117" y="274"/>
                </a:cubicBezTo>
                <a:cubicBezTo>
                  <a:pt x="1117" y="275"/>
                  <a:pt x="1116" y="275"/>
                  <a:pt x="1116" y="275"/>
                </a:cubicBezTo>
                <a:cubicBezTo>
                  <a:pt x="1116" y="275"/>
                  <a:pt x="1117" y="275"/>
                  <a:pt x="1117" y="275"/>
                </a:cubicBezTo>
                <a:cubicBezTo>
                  <a:pt x="1117" y="275"/>
                  <a:pt x="1117" y="275"/>
                  <a:pt x="1117" y="275"/>
                </a:cubicBezTo>
                <a:cubicBezTo>
                  <a:pt x="1118" y="275"/>
                  <a:pt x="1118" y="275"/>
                  <a:pt x="1118" y="276"/>
                </a:cubicBezTo>
                <a:cubicBezTo>
                  <a:pt x="1118" y="276"/>
                  <a:pt x="1119" y="276"/>
                  <a:pt x="1118" y="277"/>
                </a:cubicBezTo>
                <a:cubicBezTo>
                  <a:pt x="1118" y="277"/>
                  <a:pt x="1119" y="277"/>
                  <a:pt x="1119" y="277"/>
                </a:cubicBezTo>
                <a:cubicBezTo>
                  <a:pt x="1119" y="278"/>
                  <a:pt x="1120" y="278"/>
                  <a:pt x="1120" y="278"/>
                </a:cubicBezTo>
                <a:cubicBezTo>
                  <a:pt x="1121" y="278"/>
                  <a:pt x="1121" y="278"/>
                  <a:pt x="1122" y="279"/>
                </a:cubicBezTo>
                <a:cubicBezTo>
                  <a:pt x="1122" y="279"/>
                  <a:pt x="1123" y="279"/>
                  <a:pt x="1123" y="279"/>
                </a:cubicBezTo>
                <a:cubicBezTo>
                  <a:pt x="1123" y="279"/>
                  <a:pt x="1123" y="279"/>
                  <a:pt x="1123" y="279"/>
                </a:cubicBezTo>
                <a:cubicBezTo>
                  <a:pt x="1123" y="279"/>
                  <a:pt x="1123" y="279"/>
                  <a:pt x="1124" y="279"/>
                </a:cubicBezTo>
                <a:cubicBezTo>
                  <a:pt x="1124" y="280"/>
                  <a:pt x="1124" y="280"/>
                  <a:pt x="1125" y="280"/>
                </a:cubicBezTo>
                <a:cubicBezTo>
                  <a:pt x="1125" y="280"/>
                  <a:pt x="1125" y="280"/>
                  <a:pt x="1126" y="280"/>
                </a:cubicBezTo>
                <a:cubicBezTo>
                  <a:pt x="1126" y="281"/>
                  <a:pt x="1126" y="281"/>
                  <a:pt x="1126" y="281"/>
                </a:cubicBezTo>
                <a:cubicBezTo>
                  <a:pt x="1127" y="281"/>
                  <a:pt x="1127" y="282"/>
                  <a:pt x="1127" y="282"/>
                </a:cubicBezTo>
                <a:cubicBezTo>
                  <a:pt x="1128" y="282"/>
                  <a:pt x="1128" y="283"/>
                  <a:pt x="1129" y="283"/>
                </a:cubicBezTo>
                <a:cubicBezTo>
                  <a:pt x="1130" y="283"/>
                  <a:pt x="1130" y="284"/>
                  <a:pt x="1131" y="284"/>
                </a:cubicBezTo>
                <a:cubicBezTo>
                  <a:pt x="1131" y="284"/>
                  <a:pt x="1132" y="285"/>
                  <a:pt x="1132" y="285"/>
                </a:cubicBezTo>
                <a:cubicBezTo>
                  <a:pt x="1133" y="285"/>
                  <a:pt x="1134" y="284"/>
                  <a:pt x="1135" y="284"/>
                </a:cubicBezTo>
                <a:cubicBezTo>
                  <a:pt x="1137" y="284"/>
                  <a:pt x="1139" y="284"/>
                  <a:pt x="1141" y="284"/>
                </a:cubicBezTo>
                <a:cubicBezTo>
                  <a:pt x="1142" y="285"/>
                  <a:pt x="1143" y="285"/>
                  <a:pt x="1144" y="285"/>
                </a:cubicBezTo>
                <a:cubicBezTo>
                  <a:pt x="1145" y="285"/>
                  <a:pt x="1146" y="286"/>
                  <a:pt x="1147" y="286"/>
                </a:cubicBezTo>
                <a:cubicBezTo>
                  <a:pt x="1147" y="286"/>
                  <a:pt x="1148" y="285"/>
                  <a:pt x="1149" y="285"/>
                </a:cubicBezTo>
                <a:cubicBezTo>
                  <a:pt x="1149" y="285"/>
                  <a:pt x="1150" y="285"/>
                  <a:pt x="1151" y="285"/>
                </a:cubicBezTo>
                <a:cubicBezTo>
                  <a:pt x="1151" y="285"/>
                  <a:pt x="1152" y="285"/>
                  <a:pt x="1152" y="286"/>
                </a:cubicBezTo>
                <a:cubicBezTo>
                  <a:pt x="1152" y="286"/>
                  <a:pt x="1153" y="286"/>
                  <a:pt x="1153" y="286"/>
                </a:cubicBezTo>
                <a:cubicBezTo>
                  <a:pt x="1153" y="286"/>
                  <a:pt x="1154" y="287"/>
                  <a:pt x="1154" y="287"/>
                </a:cubicBezTo>
                <a:cubicBezTo>
                  <a:pt x="1154" y="286"/>
                  <a:pt x="1154" y="286"/>
                  <a:pt x="1154" y="286"/>
                </a:cubicBezTo>
                <a:cubicBezTo>
                  <a:pt x="1154" y="286"/>
                  <a:pt x="1154" y="286"/>
                  <a:pt x="1154" y="286"/>
                </a:cubicBezTo>
                <a:cubicBezTo>
                  <a:pt x="1154" y="287"/>
                  <a:pt x="1154" y="287"/>
                  <a:pt x="1154" y="287"/>
                </a:cubicBezTo>
                <a:cubicBezTo>
                  <a:pt x="1154" y="287"/>
                  <a:pt x="1154" y="287"/>
                  <a:pt x="1154" y="287"/>
                </a:cubicBezTo>
                <a:cubicBezTo>
                  <a:pt x="1155" y="287"/>
                  <a:pt x="1155" y="288"/>
                  <a:pt x="1156" y="288"/>
                </a:cubicBezTo>
                <a:cubicBezTo>
                  <a:pt x="1156" y="288"/>
                  <a:pt x="1156" y="288"/>
                  <a:pt x="1157" y="289"/>
                </a:cubicBezTo>
                <a:cubicBezTo>
                  <a:pt x="1157" y="289"/>
                  <a:pt x="1157" y="289"/>
                  <a:pt x="1157" y="289"/>
                </a:cubicBezTo>
                <a:cubicBezTo>
                  <a:pt x="1158" y="289"/>
                  <a:pt x="1158" y="289"/>
                  <a:pt x="1159" y="289"/>
                </a:cubicBezTo>
                <a:cubicBezTo>
                  <a:pt x="1159" y="289"/>
                  <a:pt x="1159" y="289"/>
                  <a:pt x="1158" y="289"/>
                </a:cubicBezTo>
                <a:cubicBezTo>
                  <a:pt x="1159" y="290"/>
                  <a:pt x="1159" y="290"/>
                  <a:pt x="1160" y="290"/>
                </a:cubicBezTo>
                <a:cubicBezTo>
                  <a:pt x="1161" y="290"/>
                  <a:pt x="1162" y="290"/>
                  <a:pt x="1162" y="291"/>
                </a:cubicBezTo>
                <a:cubicBezTo>
                  <a:pt x="1163" y="291"/>
                  <a:pt x="1164" y="291"/>
                  <a:pt x="1165" y="291"/>
                </a:cubicBezTo>
                <a:cubicBezTo>
                  <a:pt x="1165" y="291"/>
                  <a:pt x="1165" y="291"/>
                  <a:pt x="1165" y="291"/>
                </a:cubicBezTo>
                <a:cubicBezTo>
                  <a:pt x="1166" y="291"/>
                  <a:pt x="1166" y="292"/>
                  <a:pt x="1166" y="292"/>
                </a:cubicBezTo>
                <a:cubicBezTo>
                  <a:pt x="1166" y="292"/>
                  <a:pt x="1166" y="292"/>
                  <a:pt x="1167" y="292"/>
                </a:cubicBezTo>
                <a:cubicBezTo>
                  <a:pt x="1167" y="292"/>
                  <a:pt x="1167" y="292"/>
                  <a:pt x="1167" y="292"/>
                </a:cubicBezTo>
                <a:cubicBezTo>
                  <a:pt x="1168" y="292"/>
                  <a:pt x="1168" y="292"/>
                  <a:pt x="1169" y="293"/>
                </a:cubicBezTo>
                <a:cubicBezTo>
                  <a:pt x="1169" y="293"/>
                  <a:pt x="1169" y="293"/>
                  <a:pt x="1169" y="294"/>
                </a:cubicBezTo>
                <a:cubicBezTo>
                  <a:pt x="1170" y="294"/>
                  <a:pt x="1170" y="294"/>
                  <a:pt x="1170" y="294"/>
                </a:cubicBezTo>
                <a:cubicBezTo>
                  <a:pt x="1171" y="294"/>
                  <a:pt x="1171" y="294"/>
                  <a:pt x="1171" y="295"/>
                </a:cubicBezTo>
                <a:cubicBezTo>
                  <a:pt x="1172" y="295"/>
                  <a:pt x="1173" y="295"/>
                  <a:pt x="1173" y="295"/>
                </a:cubicBezTo>
                <a:cubicBezTo>
                  <a:pt x="1174" y="295"/>
                  <a:pt x="1174" y="295"/>
                  <a:pt x="1175" y="296"/>
                </a:cubicBezTo>
                <a:cubicBezTo>
                  <a:pt x="1175" y="296"/>
                  <a:pt x="1175" y="296"/>
                  <a:pt x="1175" y="296"/>
                </a:cubicBezTo>
                <a:cubicBezTo>
                  <a:pt x="1176" y="296"/>
                  <a:pt x="1176" y="296"/>
                  <a:pt x="1176" y="296"/>
                </a:cubicBezTo>
                <a:cubicBezTo>
                  <a:pt x="1176" y="296"/>
                  <a:pt x="1176" y="296"/>
                  <a:pt x="1176" y="296"/>
                </a:cubicBezTo>
                <a:cubicBezTo>
                  <a:pt x="1176" y="296"/>
                  <a:pt x="1176" y="296"/>
                  <a:pt x="1176" y="296"/>
                </a:cubicBezTo>
                <a:cubicBezTo>
                  <a:pt x="1176" y="296"/>
                  <a:pt x="1176" y="295"/>
                  <a:pt x="1176" y="295"/>
                </a:cubicBezTo>
                <a:cubicBezTo>
                  <a:pt x="1176" y="295"/>
                  <a:pt x="1176" y="294"/>
                  <a:pt x="1176" y="294"/>
                </a:cubicBezTo>
                <a:cubicBezTo>
                  <a:pt x="1177" y="294"/>
                  <a:pt x="1177" y="294"/>
                  <a:pt x="1177" y="295"/>
                </a:cubicBezTo>
                <a:cubicBezTo>
                  <a:pt x="1177" y="295"/>
                  <a:pt x="1177" y="295"/>
                  <a:pt x="1177" y="295"/>
                </a:cubicBezTo>
                <a:cubicBezTo>
                  <a:pt x="1177" y="295"/>
                  <a:pt x="1178" y="295"/>
                  <a:pt x="1178" y="295"/>
                </a:cubicBezTo>
                <a:cubicBezTo>
                  <a:pt x="1178" y="295"/>
                  <a:pt x="1179" y="295"/>
                  <a:pt x="1179" y="295"/>
                </a:cubicBezTo>
                <a:cubicBezTo>
                  <a:pt x="1179" y="296"/>
                  <a:pt x="1178" y="295"/>
                  <a:pt x="1178" y="296"/>
                </a:cubicBezTo>
                <a:cubicBezTo>
                  <a:pt x="1178" y="296"/>
                  <a:pt x="1177" y="296"/>
                  <a:pt x="1177" y="296"/>
                </a:cubicBezTo>
                <a:cubicBezTo>
                  <a:pt x="1177" y="296"/>
                  <a:pt x="1177" y="296"/>
                  <a:pt x="1177" y="297"/>
                </a:cubicBezTo>
                <a:cubicBezTo>
                  <a:pt x="1177" y="297"/>
                  <a:pt x="1177" y="297"/>
                  <a:pt x="1177" y="297"/>
                </a:cubicBezTo>
                <a:cubicBezTo>
                  <a:pt x="1178" y="297"/>
                  <a:pt x="1178" y="297"/>
                  <a:pt x="1178" y="297"/>
                </a:cubicBezTo>
                <a:cubicBezTo>
                  <a:pt x="1178" y="298"/>
                  <a:pt x="1179" y="297"/>
                  <a:pt x="1179" y="297"/>
                </a:cubicBezTo>
                <a:cubicBezTo>
                  <a:pt x="1179" y="297"/>
                  <a:pt x="1180" y="297"/>
                  <a:pt x="1180" y="297"/>
                </a:cubicBezTo>
                <a:cubicBezTo>
                  <a:pt x="1180" y="296"/>
                  <a:pt x="1180" y="296"/>
                  <a:pt x="1180" y="296"/>
                </a:cubicBezTo>
                <a:cubicBezTo>
                  <a:pt x="1181" y="296"/>
                  <a:pt x="1181" y="296"/>
                  <a:pt x="1181" y="296"/>
                </a:cubicBezTo>
                <a:cubicBezTo>
                  <a:pt x="1182" y="296"/>
                  <a:pt x="1182" y="296"/>
                  <a:pt x="1182" y="296"/>
                </a:cubicBezTo>
                <a:cubicBezTo>
                  <a:pt x="1182" y="296"/>
                  <a:pt x="1183" y="296"/>
                  <a:pt x="1183" y="296"/>
                </a:cubicBezTo>
                <a:cubicBezTo>
                  <a:pt x="1183" y="296"/>
                  <a:pt x="1183" y="296"/>
                  <a:pt x="1183" y="296"/>
                </a:cubicBezTo>
                <a:cubicBezTo>
                  <a:pt x="1183" y="297"/>
                  <a:pt x="1183" y="297"/>
                  <a:pt x="1183" y="297"/>
                </a:cubicBezTo>
                <a:cubicBezTo>
                  <a:pt x="1183" y="297"/>
                  <a:pt x="1183" y="297"/>
                  <a:pt x="1182" y="297"/>
                </a:cubicBezTo>
                <a:cubicBezTo>
                  <a:pt x="1182" y="297"/>
                  <a:pt x="1182" y="297"/>
                  <a:pt x="1182" y="296"/>
                </a:cubicBezTo>
                <a:cubicBezTo>
                  <a:pt x="1182" y="296"/>
                  <a:pt x="1181" y="297"/>
                  <a:pt x="1181" y="297"/>
                </a:cubicBezTo>
                <a:cubicBezTo>
                  <a:pt x="1181" y="297"/>
                  <a:pt x="1181" y="297"/>
                  <a:pt x="1181" y="298"/>
                </a:cubicBezTo>
                <a:cubicBezTo>
                  <a:pt x="1182" y="298"/>
                  <a:pt x="1182" y="298"/>
                  <a:pt x="1182" y="298"/>
                </a:cubicBezTo>
                <a:cubicBezTo>
                  <a:pt x="1183" y="298"/>
                  <a:pt x="1184" y="298"/>
                  <a:pt x="1184" y="298"/>
                </a:cubicBezTo>
                <a:cubicBezTo>
                  <a:pt x="1185" y="297"/>
                  <a:pt x="1185" y="297"/>
                  <a:pt x="1185" y="296"/>
                </a:cubicBezTo>
                <a:cubicBezTo>
                  <a:pt x="1185" y="296"/>
                  <a:pt x="1185" y="295"/>
                  <a:pt x="1186" y="296"/>
                </a:cubicBezTo>
                <a:cubicBezTo>
                  <a:pt x="1186" y="296"/>
                  <a:pt x="1186" y="296"/>
                  <a:pt x="1186" y="296"/>
                </a:cubicBezTo>
                <a:cubicBezTo>
                  <a:pt x="1185" y="296"/>
                  <a:pt x="1185" y="297"/>
                  <a:pt x="1185" y="297"/>
                </a:cubicBezTo>
                <a:cubicBezTo>
                  <a:pt x="1185" y="298"/>
                  <a:pt x="1184" y="298"/>
                  <a:pt x="1185" y="299"/>
                </a:cubicBezTo>
                <a:cubicBezTo>
                  <a:pt x="1185" y="299"/>
                  <a:pt x="1185" y="299"/>
                  <a:pt x="1186" y="299"/>
                </a:cubicBezTo>
                <a:cubicBezTo>
                  <a:pt x="1186" y="299"/>
                  <a:pt x="1187" y="299"/>
                  <a:pt x="1186" y="298"/>
                </a:cubicBezTo>
                <a:cubicBezTo>
                  <a:pt x="1186" y="298"/>
                  <a:pt x="1186" y="297"/>
                  <a:pt x="1187" y="297"/>
                </a:cubicBezTo>
                <a:cubicBezTo>
                  <a:pt x="1187" y="296"/>
                  <a:pt x="1187" y="296"/>
                  <a:pt x="1187" y="296"/>
                </a:cubicBezTo>
                <a:cubicBezTo>
                  <a:pt x="1187" y="296"/>
                  <a:pt x="1187" y="296"/>
                  <a:pt x="1187" y="296"/>
                </a:cubicBezTo>
                <a:cubicBezTo>
                  <a:pt x="1187" y="297"/>
                  <a:pt x="1187" y="297"/>
                  <a:pt x="1187" y="297"/>
                </a:cubicBezTo>
                <a:cubicBezTo>
                  <a:pt x="1187" y="297"/>
                  <a:pt x="1187" y="297"/>
                  <a:pt x="1187" y="297"/>
                </a:cubicBezTo>
                <a:cubicBezTo>
                  <a:pt x="1187" y="298"/>
                  <a:pt x="1187" y="298"/>
                  <a:pt x="1187" y="298"/>
                </a:cubicBezTo>
                <a:cubicBezTo>
                  <a:pt x="1187" y="299"/>
                  <a:pt x="1187" y="299"/>
                  <a:pt x="1187" y="299"/>
                </a:cubicBezTo>
                <a:cubicBezTo>
                  <a:pt x="1187" y="299"/>
                  <a:pt x="1187" y="299"/>
                  <a:pt x="1187" y="299"/>
                </a:cubicBezTo>
                <a:cubicBezTo>
                  <a:pt x="1187" y="299"/>
                  <a:pt x="1187" y="299"/>
                  <a:pt x="1187" y="299"/>
                </a:cubicBezTo>
                <a:cubicBezTo>
                  <a:pt x="1187" y="299"/>
                  <a:pt x="1187" y="299"/>
                  <a:pt x="1187" y="299"/>
                </a:cubicBezTo>
                <a:cubicBezTo>
                  <a:pt x="1187" y="300"/>
                  <a:pt x="1188" y="300"/>
                  <a:pt x="1188" y="300"/>
                </a:cubicBezTo>
                <a:cubicBezTo>
                  <a:pt x="1188" y="300"/>
                  <a:pt x="1188" y="300"/>
                  <a:pt x="1188" y="300"/>
                </a:cubicBezTo>
                <a:cubicBezTo>
                  <a:pt x="1189" y="300"/>
                  <a:pt x="1189" y="300"/>
                  <a:pt x="1189" y="299"/>
                </a:cubicBezTo>
                <a:cubicBezTo>
                  <a:pt x="1189" y="299"/>
                  <a:pt x="1189" y="299"/>
                  <a:pt x="1189" y="299"/>
                </a:cubicBezTo>
                <a:cubicBezTo>
                  <a:pt x="1190" y="299"/>
                  <a:pt x="1190" y="298"/>
                  <a:pt x="1190" y="298"/>
                </a:cubicBezTo>
                <a:cubicBezTo>
                  <a:pt x="1190" y="298"/>
                  <a:pt x="1190" y="297"/>
                  <a:pt x="1190" y="297"/>
                </a:cubicBezTo>
                <a:cubicBezTo>
                  <a:pt x="1191" y="297"/>
                  <a:pt x="1191" y="297"/>
                  <a:pt x="1192" y="297"/>
                </a:cubicBezTo>
                <a:cubicBezTo>
                  <a:pt x="1191" y="298"/>
                  <a:pt x="1191" y="298"/>
                  <a:pt x="1190" y="298"/>
                </a:cubicBezTo>
                <a:cubicBezTo>
                  <a:pt x="1190" y="298"/>
                  <a:pt x="1190" y="299"/>
                  <a:pt x="1190" y="299"/>
                </a:cubicBezTo>
                <a:cubicBezTo>
                  <a:pt x="1190" y="299"/>
                  <a:pt x="1190" y="299"/>
                  <a:pt x="1190" y="299"/>
                </a:cubicBezTo>
                <a:cubicBezTo>
                  <a:pt x="1190" y="299"/>
                  <a:pt x="1190" y="300"/>
                  <a:pt x="1190" y="300"/>
                </a:cubicBezTo>
                <a:cubicBezTo>
                  <a:pt x="1190" y="300"/>
                  <a:pt x="1190" y="300"/>
                  <a:pt x="1191" y="300"/>
                </a:cubicBezTo>
                <a:cubicBezTo>
                  <a:pt x="1191" y="300"/>
                  <a:pt x="1191" y="300"/>
                  <a:pt x="1191" y="300"/>
                </a:cubicBezTo>
                <a:cubicBezTo>
                  <a:pt x="1191" y="300"/>
                  <a:pt x="1191" y="299"/>
                  <a:pt x="1191" y="299"/>
                </a:cubicBezTo>
                <a:cubicBezTo>
                  <a:pt x="1191" y="299"/>
                  <a:pt x="1192" y="299"/>
                  <a:pt x="1192" y="299"/>
                </a:cubicBezTo>
                <a:cubicBezTo>
                  <a:pt x="1192" y="299"/>
                  <a:pt x="1192" y="299"/>
                  <a:pt x="1192" y="299"/>
                </a:cubicBezTo>
                <a:cubicBezTo>
                  <a:pt x="1193" y="299"/>
                  <a:pt x="1192" y="299"/>
                  <a:pt x="1192" y="299"/>
                </a:cubicBezTo>
                <a:cubicBezTo>
                  <a:pt x="1192" y="299"/>
                  <a:pt x="1192" y="300"/>
                  <a:pt x="1191" y="300"/>
                </a:cubicBezTo>
                <a:cubicBezTo>
                  <a:pt x="1191" y="300"/>
                  <a:pt x="1192" y="300"/>
                  <a:pt x="1192" y="300"/>
                </a:cubicBezTo>
                <a:cubicBezTo>
                  <a:pt x="1192" y="301"/>
                  <a:pt x="1192" y="301"/>
                  <a:pt x="1192" y="300"/>
                </a:cubicBezTo>
                <a:cubicBezTo>
                  <a:pt x="1193" y="300"/>
                  <a:pt x="1193" y="300"/>
                  <a:pt x="1193" y="300"/>
                </a:cubicBezTo>
                <a:cubicBezTo>
                  <a:pt x="1193" y="299"/>
                  <a:pt x="1193" y="299"/>
                  <a:pt x="1194" y="299"/>
                </a:cubicBezTo>
                <a:cubicBezTo>
                  <a:pt x="1194" y="299"/>
                  <a:pt x="1194" y="300"/>
                  <a:pt x="1193" y="300"/>
                </a:cubicBezTo>
                <a:cubicBezTo>
                  <a:pt x="1193" y="300"/>
                  <a:pt x="1193" y="301"/>
                  <a:pt x="1193" y="301"/>
                </a:cubicBezTo>
                <a:cubicBezTo>
                  <a:pt x="1193" y="302"/>
                  <a:pt x="1193" y="302"/>
                  <a:pt x="1193" y="302"/>
                </a:cubicBezTo>
                <a:cubicBezTo>
                  <a:pt x="1193" y="302"/>
                  <a:pt x="1193" y="302"/>
                  <a:pt x="1193" y="302"/>
                </a:cubicBezTo>
                <a:cubicBezTo>
                  <a:pt x="1193" y="303"/>
                  <a:pt x="1193" y="303"/>
                  <a:pt x="1194" y="303"/>
                </a:cubicBezTo>
                <a:cubicBezTo>
                  <a:pt x="1194" y="303"/>
                  <a:pt x="1194" y="303"/>
                  <a:pt x="1194" y="303"/>
                </a:cubicBezTo>
                <a:cubicBezTo>
                  <a:pt x="1195" y="303"/>
                  <a:pt x="1195" y="303"/>
                  <a:pt x="1195" y="303"/>
                </a:cubicBezTo>
                <a:cubicBezTo>
                  <a:pt x="1195" y="303"/>
                  <a:pt x="1195" y="302"/>
                  <a:pt x="1195" y="302"/>
                </a:cubicBezTo>
                <a:cubicBezTo>
                  <a:pt x="1196" y="301"/>
                  <a:pt x="1196" y="301"/>
                  <a:pt x="1197" y="301"/>
                </a:cubicBezTo>
                <a:cubicBezTo>
                  <a:pt x="1197" y="301"/>
                  <a:pt x="1197" y="301"/>
                  <a:pt x="1197" y="301"/>
                </a:cubicBezTo>
                <a:cubicBezTo>
                  <a:pt x="1197" y="301"/>
                  <a:pt x="1197" y="301"/>
                  <a:pt x="1196" y="301"/>
                </a:cubicBezTo>
                <a:cubicBezTo>
                  <a:pt x="1196" y="302"/>
                  <a:pt x="1196" y="302"/>
                  <a:pt x="1196" y="302"/>
                </a:cubicBezTo>
                <a:cubicBezTo>
                  <a:pt x="1196" y="302"/>
                  <a:pt x="1196" y="303"/>
                  <a:pt x="1196" y="303"/>
                </a:cubicBezTo>
                <a:cubicBezTo>
                  <a:pt x="1196" y="303"/>
                  <a:pt x="1196" y="303"/>
                  <a:pt x="1196" y="303"/>
                </a:cubicBezTo>
                <a:cubicBezTo>
                  <a:pt x="1197" y="304"/>
                  <a:pt x="1197" y="304"/>
                  <a:pt x="1197" y="304"/>
                </a:cubicBezTo>
                <a:cubicBezTo>
                  <a:pt x="1197" y="304"/>
                  <a:pt x="1197" y="304"/>
                  <a:pt x="1198" y="304"/>
                </a:cubicBezTo>
                <a:cubicBezTo>
                  <a:pt x="1198" y="303"/>
                  <a:pt x="1198" y="303"/>
                  <a:pt x="1198" y="303"/>
                </a:cubicBezTo>
                <a:cubicBezTo>
                  <a:pt x="1199" y="302"/>
                  <a:pt x="1198" y="302"/>
                  <a:pt x="1198" y="302"/>
                </a:cubicBezTo>
                <a:cubicBezTo>
                  <a:pt x="1199" y="301"/>
                  <a:pt x="1199" y="300"/>
                  <a:pt x="1199" y="300"/>
                </a:cubicBezTo>
                <a:cubicBezTo>
                  <a:pt x="1199" y="300"/>
                  <a:pt x="1200" y="300"/>
                  <a:pt x="1200" y="300"/>
                </a:cubicBezTo>
                <a:cubicBezTo>
                  <a:pt x="1200" y="300"/>
                  <a:pt x="1200" y="300"/>
                  <a:pt x="1200" y="300"/>
                </a:cubicBezTo>
                <a:cubicBezTo>
                  <a:pt x="1200" y="300"/>
                  <a:pt x="1200" y="300"/>
                  <a:pt x="1200" y="300"/>
                </a:cubicBezTo>
                <a:cubicBezTo>
                  <a:pt x="1201" y="300"/>
                  <a:pt x="1200" y="300"/>
                  <a:pt x="1200" y="301"/>
                </a:cubicBezTo>
                <a:cubicBezTo>
                  <a:pt x="1200" y="301"/>
                  <a:pt x="1200" y="301"/>
                  <a:pt x="1200" y="301"/>
                </a:cubicBezTo>
                <a:cubicBezTo>
                  <a:pt x="1199" y="301"/>
                  <a:pt x="1199" y="302"/>
                  <a:pt x="1199" y="302"/>
                </a:cubicBezTo>
                <a:cubicBezTo>
                  <a:pt x="1199" y="302"/>
                  <a:pt x="1199" y="303"/>
                  <a:pt x="1199" y="303"/>
                </a:cubicBezTo>
                <a:cubicBezTo>
                  <a:pt x="1199" y="303"/>
                  <a:pt x="1199" y="304"/>
                  <a:pt x="1199" y="304"/>
                </a:cubicBezTo>
                <a:cubicBezTo>
                  <a:pt x="1199" y="304"/>
                  <a:pt x="1200" y="304"/>
                  <a:pt x="1200" y="303"/>
                </a:cubicBezTo>
                <a:cubicBezTo>
                  <a:pt x="1200" y="303"/>
                  <a:pt x="1200" y="303"/>
                  <a:pt x="1200" y="302"/>
                </a:cubicBezTo>
                <a:cubicBezTo>
                  <a:pt x="1200" y="302"/>
                  <a:pt x="1200" y="302"/>
                  <a:pt x="1201" y="302"/>
                </a:cubicBezTo>
                <a:cubicBezTo>
                  <a:pt x="1201" y="302"/>
                  <a:pt x="1201" y="302"/>
                  <a:pt x="1201" y="302"/>
                </a:cubicBezTo>
                <a:cubicBezTo>
                  <a:pt x="1201" y="302"/>
                  <a:pt x="1201" y="302"/>
                  <a:pt x="1201" y="302"/>
                </a:cubicBezTo>
                <a:cubicBezTo>
                  <a:pt x="1201" y="302"/>
                  <a:pt x="1201" y="303"/>
                  <a:pt x="1201" y="303"/>
                </a:cubicBezTo>
                <a:cubicBezTo>
                  <a:pt x="1201" y="304"/>
                  <a:pt x="1201" y="304"/>
                  <a:pt x="1200" y="304"/>
                </a:cubicBezTo>
                <a:cubicBezTo>
                  <a:pt x="1200" y="304"/>
                  <a:pt x="1199" y="304"/>
                  <a:pt x="1199" y="305"/>
                </a:cubicBezTo>
                <a:cubicBezTo>
                  <a:pt x="1199" y="306"/>
                  <a:pt x="1201" y="306"/>
                  <a:pt x="1202" y="306"/>
                </a:cubicBezTo>
                <a:cubicBezTo>
                  <a:pt x="1202" y="306"/>
                  <a:pt x="1202" y="305"/>
                  <a:pt x="1202" y="305"/>
                </a:cubicBezTo>
                <a:cubicBezTo>
                  <a:pt x="1202" y="305"/>
                  <a:pt x="1203" y="304"/>
                  <a:pt x="1203" y="304"/>
                </a:cubicBezTo>
                <a:cubicBezTo>
                  <a:pt x="1203" y="304"/>
                  <a:pt x="1203" y="305"/>
                  <a:pt x="1203" y="305"/>
                </a:cubicBezTo>
                <a:cubicBezTo>
                  <a:pt x="1203" y="305"/>
                  <a:pt x="1203" y="305"/>
                  <a:pt x="1203" y="305"/>
                </a:cubicBezTo>
                <a:cubicBezTo>
                  <a:pt x="1203" y="306"/>
                  <a:pt x="1202" y="306"/>
                  <a:pt x="1202" y="306"/>
                </a:cubicBezTo>
                <a:cubicBezTo>
                  <a:pt x="1202" y="307"/>
                  <a:pt x="1203" y="307"/>
                  <a:pt x="1203" y="307"/>
                </a:cubicBezTo>
                <a:cubicBezTo>
                  <a:pt x="1203" y="308"/>
                  <a:pt x="1203" y="308"/>
                  <a:pt x="1204" y="308"/>
                </a:cubicBezTo>
                <a:cubicBezTo>
                  <a:pt x="1204" y="308"/>
                  <a:pt x="1204" y="308"/>
                  <a:pt x="1204" y="308"/>
                </a:cubicBezTo>
                <a:cubicBezTo>
                  <a:pt x="1205" y="308"/>
                  <a:pt x="1205" y="308"/>
                  <a:pt x="1204" y="308"/>
                </a:cubicBezTo>
                <a:cubicBezTo>
                  <a:pt x="1204" y="309"/>
                  <a:pt x="1204" y="309"/>
                  <a:pt x="1203" y="309"/>
                </a:cubicBezTo>
                <a:cubicBezTo>
                  <a:pt x="1203" y="309"/>
                  <a:pt x="1203" y="310"/>
                  <a:pt x="1203" y="310"/>
                </a:cubicBezTo>
                <a:cubicBezTo>
                  <a:pt x="1203" y="310"/>
                  <a:pt x="1204" y="311"/>
                  <a:pt x="1204" y="310"/>
                </a:cubicBezTo>
                <a:cubicBezTo>
                  <a:pt x="1204" y="310"/>
                  <a:pt x="1204" y="310"/>
                  <a:pt x="1204" y="310"/>
                </a:cubicBezTo>
                <a:cubicBezTo>
                  <a:pt x="1204" y="310"/>
                  <a:pt x="1205" y="309"/>
                  <a:pt x="1205" y="309"/>
                </a:cubicBezTo>
                <a:cubicBezTo>
                  <a:pt x="1205" y="309"/>
                  <a:pt x="1206" y="308"/>
                  <a:pt x="1206" y="309"/>
                </a:cubicBezTo>
                <a:cubicBezTo>
                  <a:pt x="1206" y="309"/>
                  <a:pt x="1205" y="309"/>
                  <a:pt x="1205" y="310"/>
                </a:cubicBezTo>
                <a:cubicBezTo>
                  <a:pt x="1205" y="310"/>
                  <a:pt x="1205" y="311"/>
                  <a:pt x="1206" y="311"/>
                </a:cubicBezTo>
                <a:cubicBezTo>
                  <a:pt x="1206" y="311"/>
                  <a:pt x="1207" y="311"/>
                  <a:pt x="1207" y="310"/>
                </a:cubicBezTo>
                <a:cubicBezTo>
                  <a:pt x="1207" y="310"/>
                  <a:pt x="1208" y="310"/>
                  <a:pt x="1208" y="309"/>
                </a:cubicBezTo>
                <a:cubicBezTo>
                  <a:pt x="1208" y="309"/>
                  <a:pt x="1209" y="309"/>
                  <a:pt x="1209" y="309"/>
                </a:cubicBezTo>
                <a:cubicBezTo>
                  <a:pt x="1209" y="308"/>
                  <a:pt x="1209" y="308"/>
                  <a:pt x="1210" y="308"/>
                </a:cubicBezTo>
                <a:cubicBezTo>
                  <a:pt x="1210" y="308"/>
                  <a:pt x="1210" y="308"/>
                  <a:pt x="1210" y="308"/>
                </a:cubicBezTo>
                <a:cubicBezTo>
                  <a:pt x="1211" y="307"/>
                  <a:pt x="1212" y="307"/>
                  <a:pt x="1212" y="307"/>
                </a:cubicBezTo>
                <a:cubicBezTo>
                  <a:pt x="1212" y="307"/>
                  <a:pt x="1212" y="307"/>
                  <a:pt x="1211" y="308"/>
                </a:cubicBezTo>
                <a:cubicBezTo>
                  <a:pt x="1211" y="308"/>
                  <a:pt x="1211" y="308"/>
                  <a:pt x="1210" y="308"/>
                </a:cubicBezTo>
                <a:cubicBezTo>
                  <a:pt x="1210" y="308"/>
                  <a:pt x="1210" y="308"/>
                  <a:pt x="1210" y="309"/>
                </a:cubicBezTo>
                <a:cubicBezTo>
                  <a:pt x="1209" y="309"/>
                  <a:pt x="1209" y="309"/>
                  <a:pt x="1209" y="309"/>
                </a:cubicBezTo>
                <a:cubicBezTo>
                  <a:pt x="1209" y="309"/>
                  <a:pt x="1208" y="310"/>
                  <a:pt x="1208" y="310"/>
                </a:cubicBezTo>
                <a:cubicBezTo>
                  <a:pt x="1208" y="310"/>
                  <a:pt x="1208" y="310"/>
                  <a:pt x="1208" y="311"/>
                </a:cubicBezTo>
                <a:cubicBezTo>
                  <a:pt x="1209" y="311"/>
                  <a:pt x="1209" y="312"/>
                  <a:pt x="1210" y="312"/>
                </a:cubicBezTo>
                <a:cubicBezTo>
                  <a:pt x="1210" y="313"/>
                  <a:pt x="1210" y="313"/>
                  <a:pt x="1211" y="313"/>
                </a:cubicBezTo>
                <a:cubicBezTo>
                  <a:pt x="1211" y="313"/>
                  <a:pt x="1211" y="313"/>
                  <a:pt x="1211" y="313"/>
                </a:cubicBezTo>
                <a:cubicBezTo>
                  <a:pt x="1211" y="314"/>
                  <a:pt x="1211" y="314"/>
                  <a:pt x="1212" y="314"/>
                </a:cubicBezTo>
                <a:cubicBezTo>
                  <a:pt x="1212" y="313"/>
                  <a:pt x="1212" y="313"/>
                  <a:pt x="1212" y="313"/>
                </a:cubicBezTo>
                <a:cubicBezTo>
                  <a:pt x="1212" y="312"/>
                  <a:pt x="1211" y="312"/>
                  <a:pt x="1211" y="312"/>
                </a:cubicBezTo>
                <a:cubicBezTo>
                  <a:pt x="1211" y="312"/>
                  <a:pt x="1211" y="311"/>
                  <a:pt x="1211" y="311"/>
                </a:cubicBezTo>
                <a:cubicBezTo>
                  <a:pt x="1211" y="311"/>
                  <a:pt x="1211" y="311"/>
                  <a:pt x="1211" y="311"/>
                </a:cubicBezTo>
                <a:cubicBezTo>
                  <a:pt x="1211" y="312"/>
                  <a:pt x="1211" y="312"/>
                  <a:pt x="1212" y="312"/>
                </a:cubicBezTo>
                <a:cubicBezTo>
                  <a:pt x="1212" y="312"/>
                  <a:pt x="1212" y="312"/>
                  <a:pt x="1212" y="312"/>
                </a:cubicBezTo>
                <a:cubicBezTo>
                  <a:pt x="1213" y="312"/>
                  <a:pt x="1212" y="311"/>
                  <a:pt x="1212" y="311"/>
                </a:cubicBezTo>
                <a:cubicBezTo>
                  <a:pt x="1213" y="311"/>
                  <a:pt x="1213" y="311"/>
                  <a:pt x="1213" y="311"/>
                </a:cubicBezTo>
                <a:cubicBezTo>
                  <a:pt x="1213" y="310"/>
                  <a:pt x="1213" y="311"/>
                  <a:pt x="1213" y="310"/>
                </a:cubicBezTo>
                <a:cubicBezTo>
                  <a:pt x="1214" y="310"/>
                  <a:pt x="1214" y="310"/>
                  <a:pt x="1214" y="310"/>
                </a:cubicBezTo>
                <a:cubicBezTo>
                  <a:pt x="1214" y="310"/>
                  <a:pt x="1215" y="310"/>
                  <a:pt x="1215" y="310"/>
                </a:cubicBezTo>
                <a:cubicBezTo>
                  <a:pt x="1216" y="310"/>
                  <a:pt x="1216" y="310"/>
                  <a:pt x="1216" y="310"/>
                </a:cubicBezTo>
                <a:cubicBezTo>
                  <a:pt x="1216" y="309"/>
                  <a:pt x="1216" y="310"/>
                  <a:pt x="1216" y="310"/>
                </a:cubicBezTo>
                <a:cubicBezTo>
                  <a:pt x="1216" y="310"/>
                  <a:pt x="1216" y="310"/>
                  <a:pt x="1216" y="310"/>
                </a:cubicBezTo>
                <a:cubicBezTo>
                  <a:pt x="1216" y="311"/>
                  <a:pt x="1216" y="311"/>
                  <a:pt x="1216" y="311"/>
                </a:cubicBezTo>
                <a:cubicBezTo>
                  <a:pt x="1215" y="311"/>
                  <a:pt x="1214" y="311"/>
                  <a:pt x="1213" y="311"/>
                </a:cubicBezTo>
                <a:cubicBezTo>
                  <a:pt x="1213" y="312"/>
                  <a:pt x="1213" y="312"/>
                  <a:pt x="1213" y="312"/>
                </a:cubicBezTo>
                <a:cubicBezTo>
                  <a:pt x="1213" y="313"/>
                  <a:pt x="1213" y="313"/>
                  <a:pt x="1213" y="314"/>
                </a:cubicBezTo>
                <a:cubicBezTo>
                  <a:pt x="1213" y="314"/>
                  <a:pt x="1213" y="314"/>
                  <a:pt x="1213" y="315"/>
                </a:cubicBezTo>
                <a:cubicBezTo>
                  <a:pt x="1213" y="315"/>
                  <a:pt x="1213" y="315"/>
                  <a:pt x="1214" y="315"/>
                </a:cubicBezTo>
                <a:cubicBezTo>
                  <a:pt x="1214" y="315"/>
                  <a:pt x="1215" y="315"/>
                  <a:pt x="1215" y="314"/>
                </a:cubicBezTo>
                <a:cubicBezTo>
                  <a:pt x="1215" y="314"/>
                  <a:pt x="1215" y="313"/>
                  <a:pt x="1215" y="313"/>
                </a:cubicBezTo>
                <a:cubicBezTo>
                  <a:pt x="1215" y="313"/>
                  <a:pt x="1216" y="312"/>
                  <a:pt x="1216" y="312"/>
                </a:cubicBezTo>
                <a:cubicBezTo>
                  <a:pt x="1216" y="312"/>
                  <a:pt x="1217" y="313"/>
                  <a:pt x="1217" y="313"/>
                </a:cubicBezTo>
                <a:cubicBezTo>
                  <a:pt x="1217" y="313"/>
                  <a:pt x="1218" y="312"/>
                  <a:pt x="1219" y="312"/>
                </a:cubicBezTo>
                <a:cubicBezTo>
                  <a:pt x="1219" y="311"/>
                  <a:pt x="1219" y="311"/>
                  <a:pt x="1220" y="311"/>
                </a:cubicBezTo>
                <a:cubicBezTo>
                  <a:pt x="1220" y="311"/>
                  <a:pt x="1220" y="311"/>
                  <a:pt x="1220" y="311"/>
                </a:cubicBezTo>
                <a:cubicBezTo>
                  <a:pt x="1220" y="311"/>
                  <a:pt x="1221" y="311"/>
                  <a:pt x="1221" y="312"/>
                </a:cubicBezTo>
                <a:cubicBezTo>
                  <a:pt x="1221" y="312"/>
                  <a:pt x="1221" y="312"/>
                  <a:pt x="1221" y="312"/>
                </a:cubicBezTo>
                <a:cubicBezTo>
                  <a:pt x="1220" y="312"/>
                  <a:pt x="1221" y="312"/>
                  <a:pt x="1220" y="312"/>
                </a:cubicBezTo>
                <a:cubicBezTo>
                  <a:pt x="1220" y="311"/>
                  <a:pt x="1220" y="311"/>
                  <a:pt x="1220" y="311"/>
                </a:cubicBezTo>
                <a:cubicBezTo>
                  <a:pt x="1219" y="311"/>
                  <a:pt x="1219" y="311"/>
                  <a:pt x="1219" y="312"/>
                </a:cubicBezTo>
                <a:cubicBezTo>
                  <a:pt x="1219" y="312"/>
                  <a:pt x="1219" y="312"/>
                  <a:pt x="1219" y="312"/>
                </a:cubicBezTo>
                <a:cubicBezTo>
                  <a:pt x="1218" y="312"/>
                  <a:pt x="1218" y="312"/>
                  <a:pt x="1218" y="313"/>
                </a:cubicBezTo>
                <a:cubicBezTo>
                  <a:pt x="1218" y="313"/>
                  <a:pt x="1218" y="313"/>
                  <a:pt x="1218" y="313"/>
                </a:cubicBezTo>
                <a:cubicBezTo>
                  <a:pt x="1218" y="313"/>
                  <a:pt x="1219" y="313"/>
                  <a:pt x="1219" y="314"/>
                </a:cubicBezTo>
                <a:cubicBezTo>
                  <a:pt x="1219" y="314"/>
                  <a:pt x="1220" y="314"/>
                  <a:pt x="1219" y="314"/>
                </a:cubicBezTo>
                <a:cubicBezTo>
                  <a:pt x="1219" y="314"/>
                  <a:pt x="1218" y="314"/>
                  <a:pt x="1218" y="314"/>
                </a:cubicBezTo>
                <a:cubicBezTo>
                  <a:pt x="1218" y="314"/>
                  <a:pt x="1218" y="314"/>
                  <a:pt x="1218" y="314"/>
                </a:cubicBezTo>
                <a:cubicBezTo>
                  <a:pt x="1218" y="314"/>
                  <a:pt x="1218" y="313"/>
                  <a:pt x="1218" y="313"/>
                </a:cubicBezTo>
                <a:cubicBezTo>
                  <a:pt x="1217" y="313"/>
                  <a:pt x="1217" y="314"/>
                  <a:pt x="1217" y="314"/>
                </a:cubicBezTo>
                <a:cubicBezTo>
                  <a:pt x="1217" y="314"/>
                  <a:pt x="1216" y="314"/>
                  <a:pt x="1216" y="313"/>
                </a:cubicBezTo>
                <a:cubicBezTo>
                  <a:pt x="1215" y="313"/>
                  <a:pt x="1215" y="314"/>
                  <a:pt x="1215" y="314"/>
                </a:cubicBezTo>
                <a:cubicBezTo>
                  <a:pt x="1215" y="315"/>
                  <a:pt x="1215" y="315"/>
                  <a:pt x="1215" y="315"/>
                </a:cubicBezTo>
                <a:cubicBezTo>
                  <a:pt x="1214" y="316"/>
                  <a:pt x="1214" y="316"/>
                  <a:pt x="1214" y="316"/>
                </a:cubicBezTo>
                <a:cubicBezTo>
                  <a:pt x="1213" y="316"/>
                  <a:pt x="1212" y="316"/>
                  <a:pt x="1212" y="317"/>
                </a:cubicBezTo>
                <a:cubicBezTo>
                  <a:pt x="1212" y="318"/>
                  <a:pt x="1213" y="319"/>
                  <a:pt x="1213" y="319"/>
                </a:cubicBezTo>
                <a:cubicBezTo>
                  <a:pt x="1213" y="320"/>
                  <a:pt x="1213" y="320"/>
                  <a:pt x="1213" y="321"/>
                </a:cubicBezTo>
                <a:cubicBezTo>
                  <a:pt x="1214" y="321"/>
                  <a:pt x="1214" y="320"/>
                  <a:pt x="1215" y="320"/>
                </a:cubicBezTo>
                <a:cubicBezTo>
                  <a:pt x="1215" y="320"/>
                  <a:pt x="1216" y="321"/>
                  <a:pt x="1216" y="320"/>
                </a:cubicBezTo>
                <a:cubicBezTo>
                  <a:pt x="1216" y="320"/>
                  <a:pt x="1216" y="320"/>
                  <a:pt x="1216" y="320"/>
                </a:cubicBezTo>
                <a:cubicBezTo>
                  <a:pt x="1217" y="320"/>
                  <a:pt x="1217" y="320"/>
                  <a:pt x="1217" y="319"/>
                </a:cubicBezTo>
                <a:cubicBezTo>
                  <a:pt x="1217" y="319"/>
                  <a:pt x="1217" y="319"/>
                  <a:pt x="1218" y="319"/>
                </a:cubicBezTo>
                <a:cubicBezTo>
                  <a:pt x="1218" y="318"/>
                  <a:pt x="1218" y="318"/>
                  <a:pt x="1218" y="319"/>
                </a:cubicBezTo>
                <a:cubicBezTo>
                  <a:pt x="1218" y="319"/>
                  <a:pt x="1218" y="319"/>
                  <a:pt x="1218" y="319"/>
                </a:cubicBezTo>
                <a:cubicBezTo>
                  <a:pt x="1217" y="320"/>
                  <a:pt x="1217" y="320"/>
                  <a:pt x="1217" y="320"/>
                </a:cubicBezTo>
                <a:cubicBezTo>
                  <a:pt x="1218" y="320"/>
                  <a:pt x="1219" y="319"/>
                  <a:pt x="1220" y="319"/>
                </a:cubicBezTo>
                <a:cubicBezTo>
                  <a:pt x="1221" y="319"/>
                  <a:pt x="1223" y="319"/>
                  <a:pt x="1224" y="318"/>
                </a:cubicBezTo>
                <a:cubicBezTo>
                  <a:pt x="1224" y="318"/>
                  <a:pt x="1224" y="317"/>
                  <a:pt x="1224" y="317"/>
                </a:cubicBezTo>
                <a:cubicBezTo>
                  <a:pt x="1225" y="316"/>
                  <a:pt x="1225" y="317"/>
                  <a:pt x="1226" y="317"/>
                </a:cubicBezTo>
                <a:cubicBezTo>
                  <a:pt x="1226" y="317"/>
                  <a:pt x="1228" y="317"/>
                  <a:pt x="1228" y="318"/>
                </a:cubicBezTo>
                <a:cubicBezTo>
                  <a:pt x="1228" y="318"/>
                  <a:pt x="1228" y="317"/>
                  <a:pt x="1228" y="317"/>
                </a:cubicBezTo>
                <a:cubicBezTo>
                  <a:pt x="1227" y="317"/>
                  <a:pt x="1227" y="317"/>
                  <a:pt x="1226" y="317"/>
                </a:cubicBezTo>
                <a:cubicBezTo>
                  <a:pt x="1226" y="317"/>
                  <a:pt x="1225" y="317"/>
                  <a:pt x="1225" y="317"/>
                </a:cubicBezTo>
                <a:cubicBezTo>
                  <a:pt x="1225" y="317"/>
                  <a:pt x="1224" y="317"/>
                  <a:pt x="1224" y="318"/>
                </a:cubicBezTo>
                <a:cubicBezTo>
                  <a:pt x="1224" y="318"/>
                  <a:pt x="1223" y="319"/>
                  <a:pt x="1223" y="319"/>
                </a:cubicBezTo>
                <a:cubicBezTo>
                  <a:pt x="1222" y="319"/>
                  <a:pt x="1221" y="319"/>
                  <a:pt x="1220" y="319"/>
                </a:cubicBezTo>
                <a:cubicBezTo>
                  <a:pt x="1220" y="319"/>
                  <a:pt x="1219" y="320"/>
                  <a:pt x="1219" y="320"/>
                </a:cubicBezTo>
                <a:cubicBezTo>
                  <a:pt x="1218" y="320"/>
                  <a:pt x="1218" y="320"/>
                  <a:pt x="1217" y="320"/>
                </a:cubicBezTo>
                <a:cubicBezTo>
                  <a:pt x="1217" y="321"/>
                  <a:pt x="1216" y="321"/>
                  <a:pt x="1216" y="321"/>
                </a:cubicBezTo>
                <a:cubicBezTo>
                  <a:pt x="1216" y="322"/>
                  <a:pt x="1215" y="322"/>
                  <a:pt x="1216" y="322"/>
                </a:cubicBezTo>
                <a:cubicBezTo>
                  <a:pt x="1216" y="324"/>
                  <a:pt x="1218" y="323"/>
                  <a:pt x="1219" y="324"/>
                </a:cubicBezTo>
                <a:cubicBezTo>
                  <a:pt x="1220" y="324"/>
                  <a:pt x="1222" y="324"/>
                  <a:pt x="1222" y="323"/>
                </a:cubicBezTo>
                <a:cubicBezTo>
                  <a:pt x="1222" y="323"/>
                  <a:pt x="1222" y="322"/>
                  <a:pt x="1222" y="322"/>
                </a:cubicBezTo>
                <a:cubicBezTo>
                  <a:pt x="1222" y="322"/>
                  <a:pt x="1222" y="321"/>
                  <a:pt x="1222" y="321"/>
                </a:cubicBezTo>
                <a:cubicBezTo>
                  <a:pt x="1222" y="321"/>
                  <a:pt x="1222" y="320"/>
                  <a:pt x="1222" y="320"/>
                </a:cubicBezTo>
                <a:cubicBezTo>
                  <a:pt x="1222" y="320"/>
                  <a:pt x="1223" y="320"/>
                  <a:pt x="1223" y="320"/>
                </a:cubicBezTo>
                <a:cubicBezTo>
                  <a:pt x="1223" y="319"/>
                  <a:pt x="1224" y="319"/>
                  <a:pt x="1224" y="319"/>
                </a:cubicBezTo>
                <a:cubicBezTo>
                  <a:pt x="1225" y="319"/>
                  <a:pt x="1225" y="319"/>
                  <a:pt x="1225" y="319"/>
                </a:cubicBezTo>
                <a:cubicBezTo>
                  <a:pt x="1226" y="318"/>
                  <a:pt x="1227" y="318"/>
                  <a:pt x="1227" y="319"/>
                </a:cubicBezTo>
                <a:cubicBezTo>
                  <a:pt x="1227" y="319"/>
                  <a:pt x="1226" y="319"/>
                  <a:pt x="1226" y="319"/>
                </a:cubicBezTo>
                <a:cubicBezTo>
                  <a:pt x="1225" y="319"/>
                  <a:pt x="1225" y="319"/>
                  <a:pt x="1225" y="319"/>
                </a:cubicBezTo>
                <a:cubicBezTo>
                  <a:pt x="1224" y="320"/>
                  <a:pt x="1224" y="320"/>
                  <a:pt x="1224" y="320"/>
                </a:cubicBezTo>
                <a:cubicBezTo>
                  <a:pt x="1223" y="320"/>
                  <a:pt x="1223" y="320"/>
                  <a:pt x="1222" y="321"/>
                </a:cubicBezTo>
                <a:cubicBezTo>
                  <a:pt x="1222" y="321"/>
                  <a:pt x="1222" y="321"/>
                  <a:pt x="1223" y="321"/>
                </a:cubicBezTo>
                <a:cubicBezTo>
                  <a:pt x="1223" y="321"/>
                  <a:pt x="1223" y="321"/>
                  <a:pt x="1223" y="322"/>
                </a:cubicBezTo>
                <a:cubicBezTo>
                  <a:pt x="1223" y="322"/>
                  <a:pt x="1223" y="323"/>
                  <a:pt x="1223" y="323"/>
                </a:cubicBezTo>
                <a:cubicBezTo>
                  <a:pt x="1223" y="324"/>
                  <a:pt x="1222" y="324"/>
                  <a:pt x="1221" y="324"/>
                </a:cubicBezTo>
                <a:cubicBezTo>
                  <a:pt x="1221" y="324"/>
                  <a:pt x="1220" y="324"/>
                  <a:pt x="1220" y="324"/>
                </a:cubicBezTo>
                <a:cubicBezTo>
                  <a:pt x="1219" y="324"/>
                  <a:pt x="1219" y="324"/>
                  <a:pt x="1218" y="325"/>
                </a:cubicBezTo>
                <a:cubicBezTo>
                  <a:pt x="1218" y="325"/>
                  <a:pt x="1218" y="325"/>
                  <a:pt x="1218" y="326"/>
                </a:cubicBezTo>
                <a:cubicBezTo>
                  <a:pt x="1219" y="327"/>
                  <a:pt x="1219" y="328"/>
                  <a:pt x="1220" y="328"/>
                </a:cubicBezTo>
                <a:cubicBezTo>
                  <a:pt x="1220" y="329"/>
                  <a:pt x="1220" y="329"/>
                  <a:pt x="1221" y="329"/>
                </a:cubicBezTo>
                <a:cubicBezTo>
                  <a:pt x="1221" y="330"/>
                  <a:pt x="1221" y="330"/>
                  <a:pt x="1221" y="330"/>
                </a:cubicBezTo>
                <a:cubicBezTo>
                  <a:pt x="1221" y="331"/>
                  <a:pt x="1222" y="332"/>
                  <a:pt x="1222" y="332"/>
                </a:cubicBezTo>
                <a:cubicBezTo>
                  <a:pt x="1222" y="333"/>
                  <a:pt x="1222" y="333"/>
                  <a:pt x="1222" y="333"/>
                </a:cubicBezTo>
                <a:cubicBezTo>
                  <a:pt x="1222" y="334"/>
                  <a:pt x="1222" y="334"/>
                  <a:pt x="1222" y="334"/>
                </a:cubicBezTo>
                <a:cubicBezTo>
                  <a:pt x="1222" y="335"/>
                  <a:pt x="1222" y="335"/>
                  <a:pt x="1222" y="336"/>
                </a:cubicBezTo>
                <a:cubicBezTo>
                  <a:pt x="1222" y="336"/>
                  <a:pt x="1223" y="337"/>
                  <a:pt x="1223" y="337"/>
                </a:cubicBezTo>
                <a:cubicBezTo>
                  <a:pt x="1223" y="337"/>
                  <a:pt x="1223" y="338"/>
                  <a:pt x="1223" y="338"/>
                </a:cubicBezTo>
                <a:cubicBezTo>
                  <a:pt x="1223" y="339"/>
                  <a:pt x="1223" y="339"/>
                  <a:pt x="1224" y="340"/>
                </a:cubicBezTo>
                <a:cubicBezTo>
                  <a:pt x="1225" y="340"/>
                  <a:pt x="1226" y="341"/>
                  <a:pt x="1227" y="342"/>
                </a:cubicBezTo>
                <a:cubicBezTo>
                  <a:pt x="1227" y="342"/>
                  <a:pt x="1228" y="343"/>
                  <a:pt x="1229" y="344"/>
                </a:cubicBezTo>
                <a:cubicBezTo>
                  <a:pt x="1230" y="345"/>
                  <a:pt x="1230" y="345"/>
                  <a:pt x="1231" y="346"/>
                </a:cubicBezTo>
                <a:cubicBezTo>
                  <a:pt x="1232" y="346"/>
                  <a:pt x="1233" y="347"/>
                  <a:pt x="1234" y="347"/>
                </a:cubicBezTo>
                <a:cubicBezTo>
                  <a:pt x="1234" y="348"/>
                  <a:pt x="1234" y="349"/>
                  <a:pt x="1235" y="349"/>
                </a:cubicBezTo>
                <a:cubicBezTo>
                  <a:pt x="1235" y="350"/>
                  <a:pt x="1235" y="350"/>
                  <a:pt x="1235" y="350"/>
                </a:cubicBezTo>
                <a:cubicBezTo>
                  <a:pt x="1235" y="350"/>
                  <a:pt x="1235" y="351"/>
                  <a:pt x="1235" y="351"/>
                </a:cubicBezTo>
                <a:cubicBezTo>
                  <a:pt x="1236" y="351"/>
                  <a:pt x="1236" y="351"/>
                  <a:pt x="1237" y="351"/>
                </a:cubicBezTo>
                <a:cubicBezTo>
                  <a:pt x="1237" y="351"/>
                  <a:pt x="1238" y="351"/>
                  <a:pt x="1238" y="351"/>
                </a:cubicBezTo>
                <a:cubicBezTo>
                  <a:pt x="1238" y="352"/>
                  <a:pt x="1239" y="352"/>
                  <a:pt x="1239" y="352"/>
                </a:cubicBezTo>
                <a:cubicBezTo>
                  <a:pt x="1239" y="352"/>
                  <a:pt x="1240" y="352"/>
                  <a:pt x="1240" y="353"/>
                </a:cubicBezTo>
                <a:cubicBezTo>
                  <a:pt x="1241" y="353"/>
                  <a:pt x="1241" y="353"/>
                  <a:pt x="1242" y="354"/>
                </a:cubicBezTo>
                <a:cubicBezTo>
                  <a:pt x="1242" y="354"/>
                  <a:pt x="1242" y="355"/>
                  <a:pt x="1243" y="355"/>
                </a:cubicBezTo>
                <a:cubicBezTo>
                  <a:pt x="1243" y="355"/>
                  <a:pt x="1244" y="355"/>
                  <a:pt x="1244" y="356"/>
                </a:cubicBezTo>
                <a:cubicBezTo>
                  <a:pt x="1245" y="356"/>
                  <a:pt x="1245" y="356"/>
                  <a:pt x="1246" y="357"/>
                </a:cubicBezTo>
                <a:cubicBezTo>
                  <a:pt x="1246" y="357"/>
                  <a:pt x="1247" y="357"/>
                  <a:pt x="1247" y="357"/>
                </a:cubicBezTo>
                <a:cubicBezTo>
                  <a:pt x="1248" y="358"/>
                  <a:pt x="1249" y="359"/>
                  <a:pt x="1250" y="359"/>
                </a:cubicBezTo>
                <a:cubicBezTo>
                  <a:pt x="1250" y="360"/>
                  <a:pt x="1251" y="360"/>
                  <a:pt x="1251" y="360"/>
                </a:cubicBezTo>
                <a:cubicBezTo>
                  <a:pt x="1252" y="360"/>
                  <a:pt x="1252" y="360"/>
                  <a:pt x="1252" y="361"/>
                </a:cubicBezTo>
                <a:cubicBezTo>
                  <a:pt x="1253" y="361"/>
                  <a:pt x="1253" y="361"/>
                  <a:pt x="1253" y="362"/>
                </a:cubicBezTo>
                <a:cubicBezTo>
                  <a:pt x="1253" y="362"/>
                  <a:pt x="1253" y="363"/>
                  <a:pt x="1253" y="363"/>
                </a:cubicBezTo>
                <a:cubicBezTo>
                  <a:pt x="1253" y="363"/>
                  <a:pt x="1253" y="364"/>
                  <a:pt x="1254" y="364"/>
                </a:cubicBezTo>
                <a:cubicBezTo>
                  <a:pt x="1254" y="364"/>
                  <a:pt x="1255" y="364"/>
                  <a:pt x="1255" y="364"/>
                </a:cubicBezTo>
                <a:cubicBezTo>
                  <a:pt x="1255" y="363"/>
                  <a:pt x="1255" y="362"/>
                  <a:pt x="1256" y="362"/>
                </a:cubicBezTo>
                <a:cubicBezTo>
                  <a:pt x="1257" y="361"/>
                  <a:pt x="1257" y="361"/>
                  <a:pt x="1258" y="362"/>
                </a:cubicBezTo>
                <a:cubicBezTo>
                  <a:pt x="1258" y="363"/>
                  <a:pt x="1258" y="364"/>
                  <a:pt x="1259" y="364"/>
                </a:cubicBezTo>
                <a:cubicBezTo>
                  <a:pt x="1260" y="364"/>
                  <a:pt x="1260" y="363"/>
                  <a:pt x="1260" y="362"/>
                </a:cubicBezTo>
                <a:cubicBezTo>
                  <a:pt x="1260" y="362"/>
                  <a:pt x="1261" y="361"/>
                  <a:pt x="1261" y="361"/>
                </a:cubicBezTo>
                <a:cubicBezTo>
                  <a:pt x="1261" y="361"/>
                  <a:pt x="1261" y="360"/>
                  <a:pt x="1261" y="360"/>
                </a:cubicBezTo>
                <a:cubicBezTo>
                  <a:pt x="1261" y="360"/>
                  <a:pt x="1262" y="359"/>
                  <a:pt x="1262" y="359"/>
                </a:cubicBezTo>
                <a:cubicBezTo>
                  <a:pt x="1262" y="359"/>
                  <a:pt x="1263" y="359"/>
                  <a:pt x="1263" y="359"/>
                </a:cubicBezTo>
                <a:cubicBezTo>
                  <a:pt x="1263" y="360"/>
                  <a:pt x="1262" y="360"/>
                  <a:pt x="1262" y="360"/>
                </a:cubicBezTo>
                <a:cubicBezTo>
                  <a:pt x="1261" y="361"/>
                  <a:pt x="1261" y="361"/>
                  <a:pt x="1261" y="362"/>
                </a:cubicBezTo>
                <a:cubicBezTo>
                  <a:pt x="1261" y="363"/>
                  <a:pt x="1261" y="363"/>
                  <a:pt x="1260" y="364"/>
                </a:cubicBezTo>
                <a:cubicBezTo>
                  <a:pt x="1260" y="364"/>
                  <a:pt x="1259" y="364"/>
                  <a:pt x="1259" y="365"/>
                </a:cubicBezTo>
                <a:cubicBezTo>
                  <a:pt x="1259" y="365"/>
                  <a:pt x="1259" y="365"/>
                  <a:pt x="1258" y="365"/>
                </a:cubicBezTo>
                <a:cubicBezTo>
                  <a:pt x="1258" y="365"/>
                  <a:pt x="1258" y="365"/>
                  <a:pt x="1258" y="364"/>
                </a:cubicBezTo>
                <a:cubicBezTo>
                  <a:pt x="1257" y="364"/>
                  <a:pt x="1257" y="364"/>
                  <a:pt x="1257" y="363"/>
                </a:cubicBezTo>
                <a:cubicBezTo>
                  <a:pt x="1257" y="363"/>
                  <a:pt x="1257" y="363"/>
                  <a:pt x="1257" y="362"/>
                </a:cubicBezTo>
                <a:cubicBezTo>
                  <a:pt x="1256" y="362"/>
                  <a:pt x="1256" y="363"/>
                  <a:pt x="1256" y="364"/>
                </a:cubicBezTo>
                <a:cubicBezTo>
                  <a:pt x="1256" y="364"/>
                  <a:pt x="1256" y="365"/>
                  <a:pt x="1255" y="365"/>
                </a:cubicBezTo>
                <a:cubicBezTo>
                  <a:pt x="1255" y="365"/>
                  <a:pt x="1255" y="365"/>
                  <a:pt x="1254" y="365"/>
                </a:cubicBezTo>
                <a:cubicBezTo>
                  <a:pt x="1254" y="365"/>
                  <a:pt x="1253" y="364"/>
                  <a:pt x="1253" y="364"/>
                </a:cubicBezTo>
                <a:cubicBezTo>
                  <a:pt x="1252" y="363"/>
                  <a:pt x="1253" y="363"/>
                  <a:pt x="1253" y="362"/>
                </a:cubicBezTo>
                <a:cubicBezTo>
                  <a:pt x="1253" y="362"/>
                  <a:pt x="1252" y="361"/>
                  <a:pt x="1252" y="361"/>
                </a:cubicBezTo>
                <a:cubicBezTo>
                  <a:pt x="1251" y="361"/>
                  <a:pt x="1250" y="360"/>
                  <a:pt x="1250" y="361"/>
                </a:cubicBezTo>
                <a:cubicBezTo>
                  <a:pt x="1249" y="362"/>
                  <a:pt x="1251" y="362"/>
                  <a:pt x="1251" y="363"/>
                </a:cubicBezTo>
                <a:cubicBezTo>
                  <a:pt x="1252" y="363"/>
                  <a:pt x="1252" y="363"/>
                  <a:pt x="1252" y="363"/>
                </a:cubicBezTo>
                <a:cubicBezTo>
                  <a:pt x="1252" y="363"/>
                  <a:pt x="1252" y="363"/>
                  <a:pt x="1251" y="363"/>
                </a:cubicBezTo>
                <a:cubicBezTo>
                  <a:pt x="1251" y="364"/>
                  <a:pt x="1250" y="364"/>
                  <a:pt x="1250" y="363"/>
                </a:cubicBezTo>
                <a:cubicBezTo>
                  <a:pt x="1249" y="363"/>
                  <a:pt x="1248" y="363"/>
                  <a:pt x="1247" y="363"/>
                </a:cubicBezTo>
                <a:cubicBezTo>
                  <a:pt x="1247" y="363"/>
                  <a:pt x="1247" y="363"/>
                  <a:pt x="1247" y="363"/>
                </a:cubicBezTo>
                <a:cubicBezTo>
                  <a:pt x="1247" y="362"/>
                  <a:pt x="1247" y="362"/>
                  <a:pt x="1247" y="362"/>
                </a:cubicBezTo>
                <a:cubicBezTo>
                  <a:pt x="1246" y="362"/>
                  <a:pt x="1246" y="362"/>
                  <a:pt x="1246" y="362"/>
                </a:cubicBezTo>
                <a:cubicBezTo>
                  <a:pt x="1246" y="361"/>
                  <a:pt x="1245" y="363"/>
                  <a:pt x="1245" y="363"/>
                </a:cubicBezTo>
                <a:cubicBezTo>
                  <a:pt x="1245" y="363"/>
                  <a:pt x="1244" y="364"/>
                  <a:pt x="1243" y="364"/>
                </a:cubicBezTo>
                <a:cubicBezTo>
                  <a:pt x="1242" y="364"/>
                  <a:pt x="1241" y="364"/>
                  <a:pt x="1240" y="364"/>
                </a:cubicBezTo>
                <a:cubicBezTo>
                  <a:pt x="1240" y="364"/>
                  <a:pt x="1239" y="363"/>
                  <a:pt x="1239" y="363"/>
                </a:cubicBezTo>
                <a:cubicBezTo>
                  <a:pt x="1239" y="363"/>
                  <a:pt x="1238" y="363"/>
                  <a:pt x="1238" y="363"/>
                </a:cubicBezTo>
                <a:cubicBezTo>
                  <a:pt x="1238" y="362"/>
                  <a:pt x="1238" y="362"/>
                  <a:pt x="1237" y="362"/>
                </a:cubicBezTo>
                <a:cubicBezTo>
                  <a:pt x="1237" y="362"/>
                  <a:pt x="1236" y="362"/>
                  <a:pt x="1236" y="363"/>
                </a:cubicBezTo>
                <a:cubicBezTo>
                  <a:pt x="1235" y="363"/>
                  <a:pt x="1234" y="363"/>
                  <a:pt x="1234" y="363"/>
                </a:cubicBezTo>
                <a:cubicBezTo>
                  <a:pt x="1233" y="363"/>
                  <a:pt x="1233" y="363"/>
                  <a:pt x="1233" y="363"/>
                </a:cubicBezTo>
                <a:cubicBezTo>
                  <a:pt x="1233" y="363"/>
                  <a:pt x="1232" y="363"/>
                  <a:pt x="1232" y="363"/>
                </a:cubicBezTo>
                <a:cubicBezTo>
                  <a:pt x="1232" y="363"/>
                  <a:pt x="1231" y="362"/>
                  <a:pt x="1231" y="362"/>
                </a:cubicBezTo>
                <a:cubicBezTo>
                  <a:pt x="1231" y="362"/>
                  <a:pt x="1230" y="362"/>
                  <a:pt x="1230" y="363"/>
                </a:cubicBezTo>
                <a:cubicBezTo>
                  <a:pt x="1230" y="363"/>
                  <a:pt x="1230" y="363"/>
                  <a:pt x="1230" y="363"/>
                </a:cubicBezTo>
                <a:cubicBezTo>
                  <a:pt x="1231" y="363"/>
                  <a:pt x="1231" y="364"/>
                  <a:pt x="1232" y="364"/>
                </a:cubicBezTo>
                <a:cubicBezTo>
                  <a:pt x="1233" y="364"/>
                  <a:pt x="1233" y="364"/>
                  <a:pt x="1234" y="365"/>
                </a:cubicBezTo>
                <a:cubicBezTo>
                  <a:pt x="1234" y="365"/>
                  <a:pt x="1235" y="365"/>
                  <a:pt x="1235" y="366"/>
                </a:cubicBezTo>
                <a:cubicBezTo>
                  <a:pt x="1235" y="366"/>
                  <a:pt x="1236" y="367"/>
                  <a:pt x="1236" y="367"/>
                </a:cubicBezTo>
                <a:cubicBezTo>
                  <a:pt x="1237" y="368"/>
                  <a:pt x="1238" y="370"/>
                  <a:pt x="1238" y="371"/>
                </a:cubicBezTo>
                <a:cubicBezTo>
                  <a:pt x="1239" y="372"/>
                  <a:pt x="1238" y="372"/>
                  <a:pt x="1239" y="372"/>
                </a:cubicBezTo>
                <a:cubicBezTo>
                  <a:pt x="1240" y="372"/>
                  <a:pt x="1240" y="372"/>
                  <a:pt x="1241" y="372"/>
                </a:cubicBezTo>
                <a:cubicBezTo>
                  <a:pt x="1241" y="372"/>
                  <a:pt x="1242" y="372"/>
                  <a:pt x="1242" y="372"/>
                </a:cubicBezTo>
                <a:cubicBezTo>
                  <a:pt x="1243" y="372"/>
                  <a:pt x="1242" y="373"/>
                  <a:pt x="1242" y="373"/>
                </a:cubicBezTo>
                <a:cubicBezTo>
                  <a:pt x="1242" y="374"/>
                  <a:pt x="1242" y="374"/>
                  <a:pt x="1241" y="375"/>
                </a:cubicBezTo>
                <a:cubicBezTo>
                  <a:pt x="1241" y="375"/>
                  <a:pt x="1241" y="376"/>
                  <a:pt x="1241" y="376"/>
                </a:cubicBezTo>
                <a:cubicBezTo>
                  <a:pt x="1241" y="377"/>
                  <a:pt x="1241" y="377"/>
                  <a:pt x="1240" y="377"/>
                </a:cubicBezTo>
                <a:cubicBezTo>
                  <a:pt x="1240" y="378"/>
                  <a:pt x="1240" y="378"/>
                  <a:pt x="1240" y="379"/>
                </a:cubicBezTo>
                <a:cubicBezTo>
                  <a:pt x="1240" y="380"/>
                  <a:pt x="1240" y="380"/>
                  <a:pt x="1240" y="381"/>
                </a:cubicBezTo>
                <a:cubicBezTo>
                  <a:pt x="1239" y="381"/>
                  <a:pt x="1239" y="382"/>
                  <a:pt x="1238" y="382"/>
                </a:cubicBezTo>
                <a:cubicBezTo>
                  <a:pt x="1238" y="382"/>
                  <a:pt x="1237" y="383"/>
                  <a:pt x="1237" y="383"/>
                </a:cubicBezTo>
                <a:cubicBezTo>
                  <a:pt x="1237" y="384"/>
                  <a:pt x="1237" y="384"/>
                  <a:pt x="1237" y="384"/>
                </a:cubicBezTo>
                <a:cubicBezTo>
                  <a:pt x="1237" y="385"/>
                  <a:pt x="1237" y="385"/>
                  <a:pt x="1237" y="385"/>
                </a:cubicBezTo>
                <a:cubicBezTo>
                  <a:pt x="1237" y="385"/>
                  <a:pt x="1237" y="386"/>
                  <a:pt x="1237" y="386"/>
                </a:cubicBezTo>
                <a:cubicBezTo>
                  <a:pt x="1237" y="386"/>
                  <a:pt x="1237" y="386"/>
                  <a:pt x="1237" y="387"/>
                </a:cubicBezTo>
                <a:cubicBezTo>
                  <a:pt x="1237" y="387"/>
                  <a:pt x="1237" y="388"/>
                  <a:pt x="1237" y="388"/>
                </a:cubicBezTo>
                <a:cubicBezTo>
                  <a:pt x="1236" y="388"/>
                  <a:pt x="1235" y="387"/>
                  <a:pt x="1235" y="389"/>
                </a:cubicBezTo>
                <a:cubicBezTo>
                  <a:pt x="1234" y="389"/>
                  <a:pt x="1235" y="390"/>
                  <a:pt x="1235" y="391"/>
                </a:cubicBezTo>
                <a:cubicBezTo>
                  <a:pt x="1236" y="391"/>
                  <a:pt x="1237" y="392"/>
                  <a:pt x="1237" y="393"/>
                </a:cubicBezTo>
                <a:cubicBezTo>
                  <a:pt x="1237" y="393"/>
                  <a:pt x="1238" y="395"/>
                  <a:pt x="1239" y="394"/>
                </a:cubicBezTo>
                <a:cubicBezTo>
                  <a:pt x="1239" y="394"/>
                  <a:pt x="1239" y="394"/>
                  <a:pt x="1239" y="393"/>
                </a:cubicBezTo>
                <a:cubicBezTo>
                  <a:pt x="1239" y="393"/>
                  <a:pt x="1239" y="393"/>
                  <a:pt x="1239" y="393"/>
                </a:cubicBezTo>
                <a:cubicBezTo>
                  <a:pt x="1239" y="392"/>
                  <a:pt x="1239" y="392"/>
                  <a:pt x="1239" y="392"/>
                </a:cubicBezTo>
                <a:cubicBezTo>
                  <a:pt x="1239" y="392"/>
                  <a:pt x="1239" y="392"/>
                  <a:pt x="1239" y="391"/>
                </a:cubicBezTo>
                <a:cubicBezTo>
                  <a:pt x="1239" y="391"/>
                  <a:pt x="1238" y="391"/>
                  <a:pt x="1239" y="391"/>
                </a:cubicBezTo>
                <a:cubicBezTo>
                  <a:pt x="1239" y="391"/>
                  <a:pt x="1239" y="391"/>
                  <a:pt x="1239" y="390"/>
                </a:cubicBezTo>
                <a:cubicBezTo>
                  <a:pt x="1240" y="390"/>
                  <a:pt x="1240" y="390"/>
                  <a:pt x="1240" y="390"/>
                </a:cubicBezTo>
                <a:cubicBezTo>
                  <a:pt x="1241" y="390"/>
                  <a:pt x="1241" y="390"/>
                  <a:pt x="1241" y="389"/>
                </a:cubicBezTo>
                <a:cubicBezTo>
                  <a:pt x="1241" y="389"/>
                  <a:pt x="1241" y="389"/>
                  <a:pt x="1241" y="389"/>
                </a:cubicBezTo>
                <a:cubicBezTo>
                  <a:pt x="1242" y="389"/>
                  <a:pt x="1243" y="389"/>
                  <a:pt x="1244" y="389"/>
                </a:cubicBezTo>
                <a:cubicBezTo>
                  <a:pt x="1244" y="389"/>
                  <a:pt x="1245" y="388"/>
                  <a:pt x="1245" y="388"/>
                </a:cubicBezTo>
                <a:cubicBezTo>
                  <a:pt x="1246" y="388"/>
                  <a:pt x="1246" y="388"/>
                  <a:pt x="1246" y="387"/>
                </a:cubicBezTo>
                <a:cubicBezTo>
                  <a:pt x="1246" y="387"/>
                  <a:pt x="1246" y="387"/>
                  <a:pt x="1246" y="386"/>
                </a:cubicBezTo>
                <a:cubicBezTo>
                  <a:pt x="1246" y="386"/>
                  <a:pt x="1246" y="386"/>
                  <a:pt x="1246" y="386"/>
                </a:cubicBezTo>
                <a:cubicBezTo>
                  <a:pt x="1246" y="386"/>
                  <a:pt x="1246" y="386"/>
                  <a:pt x="1246" y="386"/>
                </a:cubicBezTo>
                <a:cubicBezTo>
                  <a:pt x="1246" y="387"/>
                  <a:pt x="1246" y="387"/>
                  <a:pt x="1246" y="388"/>
                </a:cubicBezTo>
                <a:cubicBezTo>
                  <a:pt x="1246" y="388"/>
                  <a:pt x="1246" y="388"/>
                  <a:pt x="1246" y="389"/>
                </a:cubicBezTo>
                <a:cubicBezTo>
                  <a:pt x="1246" y="389"/>
                  <a:pt x="1246" y="389"/>
                  <a:pt x="1247" y="390"/>
                </a:cubicBezTo>
                <a:cubicBezTo>
                  <a:pt x="1247" y="390"/>
                  <a:pt x="1247" y="390"/>
                  <a:pt x="1248" y="391"/>
                </a:cubicBezTo>
                <a:cubicBezTo>
                  <a:pt x="1248" y="391"/>
                  <a:pt x="1248" y="391"/>
                  <a:pt x="1248" y="391"/>
                </a:cubicBezTo>
                <a:cubicBezTo>
                  <a:pt x="1249" y="391"/>
                  <a:pt x="1249" y="391"/>
                  <a:pt x="1249" y="391"/>
                </a:cubicBezTo>
                <a:cubicBezTo>
                  <a:pt x="1250" y="391"/>
                  <a:pt x="1251" y="391"/>
                  <a:pt x="1252" y="391"/>
                </a:cubicBezTo>
                <a:cubicBezTo>
                  <a:pt x="1252" y="390"/>
                  <a:pt x="1253" y="390"/>
                  <a:pt x="1253" y="390"/>
                </a:cubicBezTo>
                <a:cubicBezTo>
                  <a:pt x="1254" y="390"/>
                  <a:pt x="1254" y="390"/>
                  <a:pt x="1255" y="390"/>
                </a:cubicBezTo>
                <a:cubicBezTo>
                  <a:pt x="1255" y="389"/>
                  <a:pt x="1256" y="389"/>
                  <a:pt x="1256" y="389"/>
                </a:cubicBezTo>
                <a:cubicBezTo>
                  <a:pt x="1257" y="389"/>
                  <a:pt x="1257" y="388"/>
                  <a:pt x="1258" y="388"/>
                </a:cubicBezTo>
                <a:cubicBezTo>
                  <a:pt x="1260" y="388"/>
                  <a:pt x="1261" y="388"/>
                  <a:pt x="1263" y="388"/>
                </a:cubicBezTo>
                <a:cubicBezTo>
                  <a:pt x="1263" y="388"/>
                  <a:pt x="1264" y="388"/>
                  <a:pt x="1264" y="388"/>
                </a:cubicBezTo>
                <a:cubicBezTo>
                  <a:pt x="1265" y="388"/>
                  <a:pt x="1265" y="388"/>
                  <a:pt x="1266" y="388"/>
                </a:cubicBezTo>
                <a:cubicBezTo>
                  <a:pt x="1267" y="388"/>
                  <a:pt x="1267" y="388"/>
                  <a:pt x="1267" y="388"/>
                </a:cubicBezTo>
                <a:cubicBezTo>
                  <a:pt x="1268" y="387"/>
                  <a:pt x="1268" y="387"/>
                  <a:pt x="1269" y="387"/>
                </a:cubicBezTo>
                <a:cubicBezTo>
                  <a:pt x="1269" y="387"/>
                  <a:pt x="1269" y="387"/>
                  <a:pt x="1269" y="386"/>
                </a:cubicBezTo>
                <a:cubicBezTo>
                  <a:pt x="1269" y="386"/>
                  <a:pt x="1269" y="386"/>
                  <a:pt x="1269" y="385"/>
                </a:cubicBezTo>
                <a:cubicBezTo>
                  <a:pt x="1269" y="385"/>
                  <a:pt x="1269" y="384"/>
                  <a:pt x="1269" y="384"/>
                </a:cubicBezTo>
                <a:cubicBezTo>
                  <a:pt x="1269" y="384"/>
                  <a:pt x="1269" y="384"/>
                  <a:pt x="1269" y="384"/>
                </a:cubicBezTo>
                <a:cubicBezTo>
                  <a:pt x="1269" y="384"/>
                  <a:pt x="1269" y="384"/>
                  <a:pt x="1269" y="384"/>
                </a:cubicBezTo>
                <a:cubicBezTo>
                  <a:pt x="1270" y="384"/>
                  <a:pt x="1269" y="385"/>
                  <a:pt x="1269" y="385"/>
                </a:cubicBezTo>
                <a:cubicBezTo>
                  <a:pt x="1269" y="385"/>
                  <a:pt x="1269" y="385"/>
                  <a:pt x="1269" y="386"/>
                </a:cubicBezTo>
                <a:cubicBezTo>
                  <a:pt x="1269" y="386"/>
                  <a:pt x="1269" y="386"/>
                  <a:pt x="1269" y="387"/>
                </a:cubicBezTo>
                <a:cubicBezTo>
                  <a:pt x="1269" y="387"/>
                  <a:pt x="1270" y="387"/>
                  <a:pt x="1269" y="387"/>
                </a:cubicBezTo>
                <a:cubicBezTo>
                  <a:pt x="1269" y="388"/>
                  <a:pt x="1269" y="387"/>
                  <a:pt x="1269" y="388"/>
                </a:cubicBezTo>
                <a:cubicBezTo>
                  <a:pt x="1268" y="388"/>
                  <a:pt x="1268" y="388"/>
                  <a:pt x="1268" y="388"/>
                </a:cubicBezTo>
                <a:cubicBezTo>
                  <a:pt x="1268" y="388"/>
                  <a:pt x="1268" y="388"/>
                  <a:pt x="1267" y="388"/>
                </a:cubicBezTo>
                <a:cubicBezTo>
                  <a:pt x="1267" y="388"/>
                  <a:pt x="1267" y="388"/>
                  <a:pt x="1267" y="388"/>
                </a:cubicBezTo>
                <a:cubicBezTo>
                  <a:pt x="1267" y="388"/>
                  <a:pt x="1267" y="389"/>
                  <a:pt x="1266" y="389"/>
                </a:cubicBezTo>
                <a:cubicBezTo>
                  <a:pt x="1266" y="389"/>
                  <a:pt x="1267" y="389"/>
                  <a:pt x="1267" y="390"/>
                </a:cubicBezTo>
                <a:cubicBezTo>
                  <a:pt x="1267" y="390"/>
                  <a:pt x="1267" y="391"/>
                  <a:pt x="1268" y="391"/>
                </a:cubicBezTo>
                <a:cubicBezTo>
                  <a:pt x="1268" y="391"/>
                  <a:pt x="1269" y="392"/>
                  <a:pt x="1269" y="392"/>
                </a:cubicBezTo>
                <a:cubicBezTo>
                  <a:pt x="1270" y="393"/>
                  <a:pt x="1270" y="393"/>
                  <a:pt x="1271" y="394"/>
                </a:cubicBezTo>
                <a:cubicBezTo>
                  <a:pt x="1271" y="394"/>
                  <a:pt x="1272" y="394"/>
                  <a:pt x="1272" y="395"/>
                </a:cubicBezTo>
                <a:cubicBezTo>
                  <a:pt x="1272" y="395"/>
                  <a:pt x="1273" y="395"/>
                  <a:pt x="1273" y="395"/>
                </a:cubicBezTo>
                <a:cubicBezTo>
                  <a:pt x="1273" y="395"/>
                  <a:pt x="1273" y="395"/>
                  <a:pt x="1274" y="395"/>
                </a:cubicBezTo>
                <a:cubicBezTo>
                  <a:pt x="1274" y="396"/>
                  <a:pt x="1274" y="396"/>
                  <a:pt x="1274" y="396"/>
                </a:cubicBezTo>
                <a:cubicBezTo>
                  <a:pt x="1274" y="396"/>
                  <a:pt x="1275" y="396"/>
                  <a:pt x="1275" y="397"/>
                </a:cubicBezTo>
                <a:cubicBezTo>
                  <a:pt x="1275" y="397"/>
                  <a:pt x="1275" y="398"/>
                  <a:pt x="1276" y="398"/>
                </a:cubicBezTo>
                <a:cubicBezTo>
                  <a:pt x="1276" y="398"/>
                  <a:pt x="1277" y="398"/>
                  <a:pt x="1277" y="398"/>
                </a:cubicBezTo>
                <a:cubicBezTo>
                  <a:pt x="1278" y="399"/>
                  <a:pt x="1278" y="398"/>
                  <a:pt x="1278" y="398"/>
                </a:cubicBezTo>
                <a:cubicBezTo>
                  <a:pt x="1278" y="398"/>
                  <a:pt x="1279" y="398"/>
                  <a:pt x="1279" y="398"/>
                </a:cubicBezTo>
                <a:cubicBezTo>
                  <a:pt x="1279" y="398"/>
                  <a:pt x="1280" y="399"/>
                  <a:pt x="1280" y="399"/>
                </a:cubicBezTo>
                <a:cubicBezTo>
                  <a:pt x="1280" y="399"/>
                  <a:pt x="1280" y="398"/>
                  <a:pt x="1280" y="398"/>
                </a:cubicBezTo>
                <a:cubicBezTo>
                  <a:pt x="1280" y="399"/>
                  <a:pt x="1280" y="399"/>
                  <a:pt x="1280" y="399"/>
                </a:cubicBezTo>
                <a:cubicBezTo>
                  <a:pt x="1280" y="399"/>
                  <a:pt x="1279" y="398"/>
                  <a:pt x="1279" y="399"/>
                </a:cubicBezTo>
                <a:cubicBezTo>
                  <a:pt x="1278" y="399"/>
                  <a:pt x="1278" y="399"/>
                  <a:pt x="1278" y="399"/>
                </a:cubicBezTo>
                <a:cubicBezTo>
                  <a:pt x="1278" y="400"/>
                  <a:pt x="1279" y="401"/>
                  <a:pt x="1280" y="401"/>
                </a:cubicBezTo>
                <a:cubicBezTo>
                  <a:pt x="1281" y="402"/>
                  <a:pt x="1282" y="403"/>
                  <a:pt x="1282" y="404"/>
                </a:cubicBezTo>
                <a:cubicBezTo>
                  <a:pt x="1282" y="405"/>
                  <a:pt x="1283" y="405"/>
                  <a:pt x="1284" y="406"/>
                </a:cubicBezTo>
                <a:cubicBezTo>
                  <a:pt x="1284" y="407"/>
                  <a:pt x="1285" y="408"/>
                  <a:pt x="1286" y="409"/>
                </a:cubicBezTo>
                <a:cubicBezTo>
                  <a:pt x="1286" y="410"/>
                  <a:pt x="1287" y="410"/>
                  <a:pt x="1288" y="411"/>
                </a:cubicBezTo>
                <a:cubicBezTo>
                  <a:pt x="1288" y="412"/>
                  <a:pt x="1289" y="413"/>
                  <a:pt x="1290" y="413"/>
                </a:cubicBezTo>
                <a:cubicBezTo>
                  <a:pt x="1291" y="414"/>
                  <a:pt x="1291" y="414"/>
                  <a:pt x="1292" y="415"/>
                </a:cubicBezTo>
                <a:cubicBezTo>
                  <a:pt x="1292" y="416"/>
                  <a:pt x="1293" y="416"/>
                  <a:pt x="1293" y="416"/>
                </a:cubicBezTo>
                <a:cubicBezTo>
                  <a:pt x="1294" y="417"/>
                  <a:pt x="1295" y="417"/>
                  <a:pt x="1297" y="417"/>
                </a:cubicBezTo>
                <a:cubicBezTo>
                  <a:pt x="1297" y="354"/>
                  <a:pt x="1297" y="354"/>
                  <a:pt x="1297" y="354"/>
                </a:cubicBezTo>
                <a:cubicBezTo>
                  <a:pt x="1297" y="354"/>
                  <a:pt x="1296" y="354"/>
                  <a:pt x="1296" y="354"/>
                </a:cubicBezTo>
                <a:close/>
                <a:moveTo>
                  <a:pt x="1231" y="349"/>
                </a:moveTo>
                <a:cubicBezTo>
                  <a:pt x="1231" y="349"/>
                  <a:pt x="1232" y="349"/>
                  <a:pt x="1232" y="350"/>
                </a:cubicBezTo>
                <a:cubicBezTo>
                  <a:pt x="1233" y="350"/>
                  <a:pt x="1233" y="350"/>
                  <a:pt x="1233" y="351"/>
                </a:cubicBezTo>
                <a:cubicBezTo>
                  <a:pt x="1234" y="351"/>
                  <a:pt x="1234" y="351"/>
                  <a:pt x="1234" y="351"/>
                </a:cubicBezTo>
                <a:cubicBezTo>
                  <a:pt x="1234" y="351"/>
                  <a:pt x="1234" y="351"/>
                  <a:pt x="1235" y="352"/>
                </a:cubicBezTo>
                <a:cubicBezTo>
                  <a:pt x="1235" y="352"/>
                  <a:pt x="1235" y="352"/>
                  <a:pt x="1235" y="352"/>
                </a:cubicBezTo>
                <a:cubicBezTo>
                  <a:pt x="1235" y="352"/>
                  <a:pt x="1236" y="352"/>
                  <a:pt x="1236" y="352"/>
                </a:cubicBezTo>
                <a:cubicBezTo>
                  <a:pt x="1236" y="352"/>
                  <a:pt x="1237" y="352"/>
                  <a:pt x="1237" y="351"/>
                </a:cubicBezTo>
                <a:cubicBezTo>
                  <a:pt x="1237" y="351"/>
                  <a:pt x="1236" y="351"/>
                  <a:pt x="1235" y="351"/>
                </a:cubicBezTo>
                <a:cubicBezTo>
                  <a:pt x="1235" y="351"/>
                  <a:pt x="1234" y="351"/>
                  <a:pt x="1234" y="351"/>
                </a:cubicBezTo>
                <a:cubicBezTo>
                  <a:pt x="1234" y="350"/>
                  <a:pt x="1234" y="350"/>
                  <a:pt x="1234" y="349"/>
                </a:cubicBezTo>
                <a:cubicBezTo>
                  <a:pt x="1234" y="349"/>
                  <a:pt x="1234" y="349"/>
                  <a:pt x="1234" y="348"/>
                </a:cubicBezTo>
                <a:cubicBezTo>
                  <a:pt x="1234" y="348"/>
                  <a:pt x="1234" y="348"/>
                  <a:pt x="1233" y="348"/>
                </a:cubicBezTo>
                <a:cubicBezTo>
                  <a:pt x="1233" y="347"/>
                  <a:pt x="1232" y="347"/>
                  <a:pt x="1232" y="347"/>
                </a:cubicBezTo>
                <a:cubicBezTo>
                  <a:pt x="1231" y="347"/>
                  <a:pt x="1231" y="347"/>
                  <a:pt x="1231" y="347"/>
                </a:cubicBezTo>
                <a:cubicBezTo>
                  <a:pt x="1231" y="347"/>
                  <a:pt x="1230" y="346"/>
                  <a:pt x="1230" y="347"/>
                </a:cubicBezTo>
                <a:cubicBezTo>
                  <a:pt x="1230" y="347"/>
                  <a:pt x="1230" y="347"/>
                  <a:pt x="1230" y="348"/>
                </a:cubicBezTo>
                <a:cubicBezTo>
                  <a:pt x="1230" y="348"/>
                  <a:pt x="1230" y="348"/>
                  <a:pt x="1230" y="349"/>
                </a:cubicBezTo>
                <a:cubicBezTo>
                  <a:pt x="1230" y="349"/>
                  <a:pt x="1230" y="349"/>
                  <a:pt x="1231" y="349"/>
                </a:cubicBezTo>
                <a:close/>
                <a:moveTo>
                  <a:pt x="1162" y="206"/>
                </a:moveTo>
                <a:cubicBezTo>
                  <a:pt x="1161" y="206"/>
                  <a:pt x="1161" y="205"/>
                  <a:pt x="1160" y="205"/>
                </a:cubicBezTo>
                <a:cubicBezTo>
                  <a:pt x="1159" y="205"/>
                  <a:pt x="1159" y="205"/>
                  <a:pt x="1158" y="205"/>
                </a:cubicBezTo>
                <a:cubicBezTo>
                  <a:pt x="1157" y="205"/>
                  <a:pt x="1157" y="205"/>
                  <a:pt x="1156" y="205"/>
                </a:cubicBezTo>
                <a:cubicBezTo>
                  <a:pt x="1154" y="205"/>
                  <a:pt x="1152" y="205"/>
                  <a:pt x="1150" y="205"/>
                </a:cubicBezTo>
                <a:cubicBezTo>
                  <a:pt x="1149" y="205"/>
                  <a:pt x="1149" y="205"/>
                  <a:pt x="1148" y="205"/>
                </a:cubicBezTo>
                <a:cubicBezTo>
                  <a:pt x="1147" y="205"/>
                  <a:pt x="1147" y="205"/>
                  <a:pt x="1146" y="205"/>
                </a:cubicBezTo>
                <a:cubicBezTo>
                  <a:pt x="1145" y="205"/>
                  <a:pt x="1144" y="205"/>
                  <a:pt x="1144" y="204"/>
                </a:cubicBezTo>
                <a:cubicBezTo>
                  <a:pt x="1143" y="204"/>
                  <a:pt x="1142" y="204"/>
                  <a:pt x="1142" y="204"/>
                </a:cubicBezTo>
                <a:cubicBezTo>
                  <a:pt x="1141" y="204"/>
                  <a:pt x="1141" y="204"/>
                  <a:pt x="1140" y="204"/>
                </a:cubicBezTo>
                <a:cubicBezTo>
                  <a:pt x="1140" y="204"/>
                  <a:pt x="1139" y="203"/>
                  <a:pt x="1139" y="204"/>
                </a:cubicBezTo>
                <a:cubicBezTo>
                  <a:pt x="1139" y="205"/>
                  <a:pt x="1139" y="205"/>
                  <a:pt x="1140" y="206"/>
                </a:cubicBezTo>
                <a:cubicBezTo>
                  <a:pt x="1140" y="206"/>
                  <a:pt x="1141" y="206"/>
                  <a:pt x="1141" y="206"/>
                </a:cubicBezTo>
                <a:cubicBezTo>
                  <a:pt x="1142" y="206"/>
                  <a:pt x="1142" y="206"/>
                  <a:pt x="1142" y="206"/>
                </a:cubicBezTo>
                <a:cubicBezTo>
                  <a:pt x="1143" y="206"/>
                  <a:pt x="1144" y="206"/>
                  <a:pt x="1145" y="206"/>
                </a:cubicBezTo>
                <a:cubicBezTo>
                  <a:pt x="1145" y="206"/>
                  <a:pt x="1145" y="207"/>
                  <a:pt x="1146" y="207"/>
                </a:cubicBezTo>
                <a:cubicBezTo>
                  <a:pt x="1146" y="207"/>
                  <a:pt x="1146" y="207"/>
                  <a:pt x="1146" y="206"/>
                </a:cubicBezTo>
                <a:cubicBezTo>
                  <a:pt x="1147" y="206"/>
                  <a:pt x="1147" y="207"/>
                  <a:pt x="1148" y="207"/>
                </a:cubicBezTo>
                <a:cubicBezTo>
                  <a:pt x="1148" y="207"/>
                  <a:pt x="1149" y="207"/>
                  <a:pt x="1149" y="208"/>
                </a:cubicBezTo>
                <a:cubicBezTo>
                  <a:pt x="1150" y="208"/>
                  <a:pt x="1150" y="208"/>
                  <a:pt x="1151" y="208"/>
                </a:cubicBezTo>
                <a:cubicBezTo>
                  <a:pt x="1151" y="208"/>
                  <a:pt x="1151" y="209"/>
                  <a:pt x="1152" y="209"/>
                </a:cubicBezTo>
                <a:cubicBezTo>
                  <a:pt x="1152" y="209"/>
                  <a:pt x="1152" y="209"/>
                  <a:pt x="1152" y="209"/>
                </a:cubicBezTo>
                <a:cubicBezTo>
                  <a:pt x="1153" y="208"/>
                  <a:pt x="1153" y="209"/>
                  <a:pt x="1153" y="209"/>
                </a:cubicBezTo>
                <a:cubicBezTo>
                  <a:pt x="1154" y="210"/>
                  <a:pt x="1154" y="210"/>
                  <a:pt x="1155" y="210"/>
                </a:cubicBezTo>
                <a:cubicBezTo>
                  <a:pt x="1156" y="210"/>
                  <a:pt x="1158" y="211"/>
                  <a:pt x="1159" y="211"/>
                </a:cubicBezTo>
                <a:cubicBezTo>
                  <a:pt x="1159" y="211"/>
                  <a:pt x="1160" y="211"/>
                  <a:pt x="1160" y="211"/>
                </a:cubicBezTo>
                <a:cubicBezTo>
                  <a:pt x="1161" y="212"/>
                  <a:pt x="1161" y="212"/>
                  <a:pt x="1161" y="212"/>
                </a:cubicBezTo>
                <a:cubicBezTo>
                  <a:pt x="1162" y="212"/>
                  <a:pt x="1162" y="212"/>
                  <a:pt x="1163" y="212"/>
                </a:cubicBezTo>
                <a:cubicBezTo>
                  <a:pt x="1163" y="211"/>
                  <a:pt x="1164" y="211"/>
                  <a:pt x="1164" y="211"/>
                </a:cubicBezTo>
                <a:cubicBezTo>
                  <a:pt x="1165" y="211"/>
                  <a:pt x="1165" y="211"/>
                  <a:pt x="1166" y="212"/>
                </a:cubicBezTo>
                <a:cubicBezTo>
                  <a:pt x="1166" y="212"/>
                  <a:pt x="1167" y="212"/>
                  <a:pt x="1167" y="212"/>
                </a:cubicBezTo>
                <a:cubicBezTo>
                  <a:pt x="1168" y="212"/>
                  <a:pt x="1169" y="212"/>
                  <a:pt x="1170" y="212"/>
                </a:cubicBezTo>
                <a:cubicBezTo>
                  <a:pt x="1170" y="212"/>
                  <a:pt x="1170" y="212"/>
                  <a:pt x="1169" y="211"/>
                </a:cubicBezTo>
                <a:cubicBezTo>
                  <a:pt x="1170" y="211"/>
                  <a:pt x="1170" y="211"/>
                  <a:pt x="1171" y="211"/>
                </a:cubicBezTo>
                <a:cubicBezTo>
                  <a:pt x="1171" y="211"/>
                  <a:pt x="1171" y="211"/>
                  <a:pt x="1172" y="211"/>
                </a:cubicBezTo>
                <a:cubicBezTo>
                  <a:pt x="1172" y="211"/>
                  <a:pt x="1172" y="211"/>
                  <a:pt x="1172" y="211"/>
                </a:cubicBezTo>
                <a:cubicBezTo>
                  <a:pt x="1173" y="211"/>
                  <a:pt x="1174" y="210"/>
                  <a:pt x="1175" y="210"/>
                </a:cubicBezTo>
                <a:cubicBezTo>
                  <a:pt x="1176" y="210"/>
                  <a:pt x="1176" y="210"/>
                  <a:pt x="1177" y="210"/>
                </a:cubicBezTo>
                <a:cubicBezTo>
                  <a:pt x="1177" y="210"/>
                  <a:pt x="1180" y="210"/>
                  <a:pt x="1180" y="210"/>
                </a:cubicBezTo>
                <a:cubicBezTo>
                  <a:pt x="1180" y="209"/>
                  <a:pt x="1179" y="209"/>
                  <a:pt x="1178" y="208"/>
                </a:cubicBezTo>
                <a:cubicBezTo>
                  <a:pt x="1178" y="208"/>
                  <a:pt x="1178" y="208"/>
                  <a:pt x="1177" y="208"/>
                </a:cubicBezTo>
                <a:cubicBezTo>
                  <a:pt x="1177" y="208"/>
                  <a:pt x="1176" y="208"/>
                  <a:pt x="1176" y="208"/>
                </a:cubicBezTo>
                <a:cubicBezTo>
                  <a:pt x="1175" y="208"/>
                  <a:pt x="1174" y="208"/>
                  <a:pt x="1173" y="208"/>
                </a:cubicBezTo>
                <a:cubicBezTo>
                  <a:pt x="1172" y="208"/>
                  <a:pt x="1171" y="207"/>
                  <a:pt x="1170" y="207"/>
                </a:cubicBezTo>
                <a:cubicBezTo>
                  <a:pt x="1170" y="207"/>
                  <a:pt x="1169" y="207"/>
                  <a:pt x="1168" y="207"/>
                </a:cubicBezTo>
                <a:cubicBezTo>
                  <a:pt x="1168" y="207"/>
                  <a:pt x="1168" y="206"/>
                  <a:pt x="1168" y="207"/>
                </a:cubicBezTo>
                <a:cubicBezTo>
                  <a:pt x="1167" y="207"/>
                  <a:pt x="1166" y="207"/>
                  <a:pt x="1166" y="207"/>
                </a:cubicBezTo>
                <a:cubicBezTo>
                  <a:pt x="1165" y="207"/>
                  <a:pt x="1164" y="207"/>
                  <a:pt x="1164" y="207"/>
                </a:cubicBezTo>
                <a:cubicBezTo>
                  <a:pt x="1163" y="206"/>
                  <a:pt x="1163" y="206"/>
                  <a:pt x="1162" y="206"/>
                </a:cubicBezTo>
                <a:close/>
                <a:moveTo>
                  <a:pt x="1229" y="349"/>
                </a:moveTo>
                <a:cubicBezTo>
                  <a:pt x="1228" y="349"/>
                  <a:pt x="1228" y="350"/>
                  <a:pt x="1229" y="351"/>
                </a:cubicBezTo>
                <a:cubicBezTo>
                  <a:pt x="1229" y="351"/>
                  <a:pt x="1229" y="351"/>
                  <a:pt x="1229" y="351"/>
                </a:cubicBezTo>
                <a:cubicBezTo>
                  <a:pt x="1229" y="351"/>
                  <a:pt x="1230" y="352"/>
                  <a:pt x="1230" y="352"/>
                </a:cubicBezTo>
                <a:cubicBezTo>
                  <a:pt x="1230" y="352"/>
                  <a:pt x="1230" y="352"/>
                  <a:pt x="1230" y="352"/>
                </a:cubicBezTo>
                <a:cubicBezTo>
                  <a:pt x="1230" y="353"/>
                  <a:pt x="1230" y="353"/>
                  <a:pt x="1230" y="353"/>
                </a:cubicBezTo>
                <a:cubicBezTo>
                  <a:pt x="1231" y="353"/>
                  <a:pt x="1231" y="353"/>
                  <a:pt x="1231" y="353"/>
                </a:cubicBezTo>
                <a:cubicBezTo>
                  <a:pt x="1232" y="353"/>
                  <a:pt x="1232" y="353"/>
                  <a:pt x="1232" y="353"/>
                </a:cubicBezTo>
                <a:cubicBezTo>
                  <a:pt x="1232" y="353"/>
                  <a:pt x="1232" y="353"/>
                  <a:pt x="1233" y="352"/>
                </a:cubicBezTo>
                <a:cubicBezTo>
                  <a:pt x="1233" y="352"/>
                  <a:pt x="1233" y="352"/>
                  <a:pt x="1233" y="352"/>
                </a:cubicBezTo>
                <a:cubicBezTo>
                  <a:pt x="1233" y="352"/>
                  <a:pt x="1233" y="352"/>
                  <a:pt x="1233" y="351"/>
                </a:cubicBezTo>
                <a:cubicBezTo>
                  <a:pt x="1233" y="351"/>
                  <a:pt x="1233" y="351"/>
                  <a:pt x="1233" y="351"/>
                </a:cubicBezTo>
                <a:cubicBezTo>
                  <a:pt x="1233" y="351"/>
                  <a:pt x="1233" y="351"/>
                  <a:pt x="1232" y="350"/>
                </a:cubicBezTo>
                <a:cubicBezTo>
                  <a:pt x="1232" y="350"/>
                  <a:pt x="1232" y="350"/>
                  <a:pt x="1232" y="350"/>
                </a:cubicBezTo>
                <a:cubicBezTo>
                  <a:pt x="1231" y="350"/>
                  <a:pt x="1231" y="350"/>
                  <a:pt x="1231" y="350"/>
                </a:cubicBezTo>
                <a:cubicBezTo>
                  <a:pt x="1230" y="350"/>
                  <a:pt x="1230" y="350"/>
                  <a:pt x="1230" y="350"/>
                </a:cubicBezTo>
                <a:cubicBezTo>
                  <a:pt x="1230" y="350"/>
                  <a:pt x="1229" y="349"/>
                  <a:pt x="1229" y="349"/>
                </a:cubicBezTo>
                <a:close/>
                <a:moveTo>
                  <a:pt x="1227" y="355"/>
                </a:moveTo>
                <a:cubicBezTo>
                  <a:pt x="1227" y="356"/>
                  <a:pt x="1228" y="356"/>
                  <a:pt x="1228" y="357"/>
                </a:cubicBezTo>
                <a:cubicBezTo>
                  <a:pt x="1229" y="357"/>
                  <a:pt x="1229" y="358"/>
                  <a:pt x="1230" y="358"/>
                </a:cubicBezTo>
                <a:cubicBezTo>
                  <a:pt x="1232" y="359"/>
                  <a:pt x="1233" y="360"/>
                  <a:pt x="1234" y="361"/>
                </a:cubicBezTo>
                <a:cubicBezTo>
                  <a:pt x="1235" y="361"/>
                  <a:pt x="1236" y="361"/>
                  <a:pt x="1237" y="361"/>
                </a:cubicBezTo>
                <a:cubicBezTo>
                  <a:pt x="1238" y="361"/>
                  <a:pt x="1239" y="361"/>
                  <a:pt x="1239" y="362"/>
                </a:cubicBezTo>
                <a:cubicBezTo>
                  <a:pt x="1241" y="362"/>
                  <a:pt x="1243" y="363"/>
                  <a:pt x="1244" y="362"/>
                </a:cubicBezTo>
                <a:cubicBezTo>
                  <a:pt x="1245" y="362"/>
                  <a:pt x="1245" y="361"/>
                  <a:pt x="1246" y="361"/>
                </a:cubicBezTo>
                <a:cubicBezTo>
                  <a:pt x="1247" y="361"/>
                  <a:pt x="1247" y="361"/>
                  <a:pt x="1247" y="362"/>
                </a:cubicBezTo>
                <a:cubicBezTo>
                  <a:pt x="1248" y="362"/>
                  <a:pt x="1248" y="362"/>
                  <a:pt x="1248" y="363"/>
                </a:cubicBezTo>
                <a:cubicBezTo>
                  <a:pt x="1248" y="363"/>
                  <a:pt x="1249" y="363"/>
                  <a:pt x="1249" y="363"/>
                </a:cubicBezTo>
                <a:cubicBezTo>
                  <a:pt x="1249" y="363"/>
                  <a:pt x="1249" y="363"/>
                  <a:pt x="1249" y="362"/>
                </a:cubicBezTo>
                <a:cubicBezTo>
                  <a:pt x="1249" y="362"/>
                  <a:pt x="1249" y="362"/>
                  <a:pt x="1249" y="361"/>
                </a:cubicBezTo>
                <a:cubicBezTo>
                  <a:pt x="1249" y="361"/>
                  <a:pt x="1249" y="360"/>
                  <a:pt x="1249" y="360"/>
                </a:cubicBezTo>
                <a:cubicBezTo>
                  <a:pt x="1249" y="359"/>
                  <a:pt x="1249" y="359"/>
                  <a:pt x="1248" y="359"/>
                </a:cubicBezTo>
                <a:cubicBezTo>
                  <a:pt x="1248" y="358"/>
                  <a:pt x="1247" y="358"/>
                  <a:pt x="1246" y="358"/>
                </a:cubicBezTo>
                <a:cubicBezTo>
                  <a:pt x="1246" y="357"/>
                  <a:pt x="1245" y="357"/>
                  <a:pt x="1244" y="357"/>
                </a:cubicBezTo>
                <a:cubicBezTo>
                  <a:pt x="1244" y="357"/>
                  <a:pt x="1244" y="356"/>
                  <a:pt x="1243" y="356"/>
                </a:cubicBezTo>
                <a:cubicBezTo>
                  <a:pt x="1243" y="356"/>
                  <a:pt x="1243" y="356"/>
                  <a:pt x="1242" y="356"/>
                </a:cubicBezTo>
                <a:cubicBezTo>
                  <a:pt x="1242" y="355"/>
                  <a:pt x="1241" y="355"/>
                  <a:pt x="1240" y="354"/>
                </a:cubicBezTo>
                <a:cubicBezTo>
                  <a:pt x="1239" y="353"/>
                  <a:pt x="1239" y="352"/>
                  <a:pt x="1237" y="352"/>
                </a:cubicBezTo>
                <a:cubicBezTo>
                  <a:pt x="1236" y="352"/>
                  <a:pt x="1235" y="352"/>
                  <a:pt x="1234" y="352"/>
                </a:cubicBezTo>
                <a:cubicBezTo>
                  <a:pt x="1233" y="353"/>
                  <a:pt x="1232" y="354"/>
                  <a:pt x="1232" y="354"/>
                </a:cubicBezTo>
                <a:cubicBezTo>
                  <a:pt x="1231" y="354"/>
                  <a:pt x="1231" y="354"/>
                  <a:pt x="1231" y="354"/>
                </a:cubicBezTo>
                <a:cubicBezTo>
                  <a:pt x="1230" y="354"/>
                  <a:pt x="1230" y="354"/>
                  <a:pt x="1229" y="354"/>
                </a:cubicBezTo>
                <a:cubicBezTo>
                  <a:pt x="1229" y="354"/>
                  <a:pt x="1228" y="353"/>
                  <a:pt x="1228" y="354"/>
                </a:cubicBezTo>
                <a:cubicBezTo>
                  <a:pt x="1227" y="354"/>
                  <a:pt x="1227" y="355"/>
                  <a:pt x="1227" y="355"/>
                </a:cubicBezTo>
                <a:close/>
                <a:moveTo>
                  <a:pt x="1123" y="190"/>
                </a:moveTo>
                <a:cubicBezTo>
                  <a:pt x="1123" y="191"/>
                  <a:pt x="1124" y="191"/>
                  <a:pt x="1124" y="191"/>
                </a:cubicBezTo>
                <a:cubicBezTo>
                  <a:pt x="1125" y="190"/>
                  <a:pt x="1125" y="190"/>
                  <a:pt x="1126" y="189"/>
                </a:cubicBezTo>
                <a:cubicBezTo>
                  <a:pt x="1126" y="189"/>
                  <a:pt x="1126" y="188"/>
                  <a:pt x="1126" y="188"/>
                </a:cubicBezTo>
                <a:cubicBezTo>
                  <a:pt x="1125" y="187"/>
                  <a:pt x="1124" y="190"/>
                  <a:pt x="1124" y="188"/>
                </a:cubicBezTo>
                <a:cubicBezTo>
                  <a:pt x="1125" y="187"/>
                  <a:pt x="1124" y="186"/>
                  <a:pt x="1124" y="186"/>
                </a:cubicBezTo>
                <a:cubicBezTo>
                  <a:pt x="1123" y="186"/>
                  <a:pt x="1123" y="185"/>
                  <a:pt x="1123" y="185"/>
                </a:cubicBezTo>
                <a:cubicBezTo>
                  <a:pt x="1123" y="185"/>
                  <a:pt x="1122" y="185"/>
                  <a:pt x="1122" y="185"/>
                </a:cubicBezTo>
                <a:cubicBezTo>
                  <a:pt x="1121" y="186"/>
                  <a:pt x="1121" y="186"/>
                  <a:pt x="1121" y="186"/>
                </a:cubicBezTo>
                <a:cubicBezTo>
                  <a:pt x="1121" y="186"/>
                  <a:pt x="1121" y="187"/>
                  <a:pt x="1121" y="187"/>
                </a:cubicBezTo>
                <a:cubicBezTo>
                  <a:pt x="1121" y="188"/>
                  <a:pt x="1121" y="188"/>
                  <a:pt x="1122" y="189"/>
                </a:cubicBezTo>
                <a:cubicBezTo>
                  <a:pt x="1122" y="189"/>
                  <a:pt x="1122" y="190"/>
                  <a:pt x="1123" y="190"/>
                </a:cubicBezTo>
                <a:close/>
                <a:moveTo>
                  <a:pt x="1229" y="391"/>
                </a:moveTo>
                <a:cubicBezTo>
                  <a:pt x="1230" y="390"/>
                  <a:pt x="1230" y="389"/>
                  <a:pt x="1231" y="389"/>
                </a:cubicBezTo>
                <a:cubicBezTo>
                  <a:pt x="1232" y="389"/>
                  <a:pt x="1233" y="389"/>
                  <a:pt x="1234" y="388"/>
                </a:cubicBezTo>
                <a:cubicBezTo>
                  <a:pt x="1234" y="388"/>
                  <a:pt x="1234" y="387"/>
                  <a:pt x="1235" y="387"/>
                </a:cubicBezTo>
                <a:cubicBezTo>
                  <a:pt x="1236" y="387"/>
                  <a:pt x="1236" y="387"/>
                  <a:pt x="1236" y="387"/>
                </a:cubicBezTo>
                <a:cubicBezTo>
                  <a:pt x="1236" y="387"/>
                  <a:pt x="1236" y="386"/>
                  <a:pt x="1236" y="386"/>
                </a:cubicBezTo>
                <a:cubicBezTo>
                  <a:pt x="1236" y="385"/>
                  <a:pt x="1236" y="385"/>
                  <a:pt x="1236" y="384"/>
                </a:cubicBezTo>
                <a:cubicBezTo>
                  <a:pt x="1236" y="383"/>
                  <a:pt x="1237" y="382"/>
                  <a:pt x="1238" y="382"/>
                </a:cubicBezTo>
                <a:cubicBezTo>
                  <a:pt x="1238" y="382"/>
                  <a:pt x="1239" y="381"/>
                  <a:pt x="1239" y="381"/>
                </a:cubicBezTo>
                <a:cubicBezTo>
                  <a:pt x="1239" y="380"/>
                  <a:pt x="1239" y="380"/>
                  <a:pt x="1239" y="380"/>
                </a:cubicBezTo>
                <a:cubicBezTo>
                  <a:pt x="1239" y="378"/>
                  <a:pt x="1239" y="378"/>
                  <a:pt x="1240" y="377"/>
                </a:cubicBezTo>
                <a:cubicBezTo>
                  <a:pt x="1240" y="377"/>
                  <a:pt x="1240" y="376"/>
                  <a:pt x="1240" y="376"/>
                </a:cubicBezTo>
                <a:cubicBezTo>
                  <a:pt x="1240" y="375"/>
                  <a:pt x="1240" y="375"/>
                  <a:pt x="1241" y="375"/>
                </a:cubicBezTo>
                <a:cubicBezTo>
                  <a:pt x="1241" y="374"/>
                  <a:pt x="1242" y="373"/>
                  <a:pt x="1241" y="373"/>
                </a:cubicBezTo>
                <a:cubicBezTo>
                  <a:pt x="1241" y="373"/>
                  <a:pt x="1240" y="373"/>
                  <a:pt x="1240" y="373"/>
                </a:cubicBezTo>
                <a:cubicBezTo>
                  <a:pt x="1239" y="373"/>
                  <a:pt x="1239" y="373"/>
                  <a:pt x="1238" y="373"/>
                </a:cubicBezTo>
                <a:cubicBezTo>
                  <a:pt x="1238" y="372"/>
                  <a:pt x="1238" y="372"/>
                  <a:pt x="1238" y="372"/>
                </a:cubicBezTo>
                <a:cubicBezTo>
                  <a:pt x="1237" y="371"/>
                  <a:pt x="1237" y="371"/>
                  <a:pt x="1236" y="370"/>
                </a:cubicBezTo>
                <a:cubicBezTo>
                  <a:pt x="1235" y="369"/>
                  <a:pt x="1235" y="369"/>
                  <a:pt x="1233" y="368"/>
                </a:cubicBezTo>
                <a:cubicBezTo>
                  <a:pt x="1232" y="367"/>
                  <a:pt x="1230" y="367"/>
                  <a:pt x="1229" y="368"/>
                </a:cubicBezTo>
                <a:cubicBezTo>
                  <a:pt x="1226" y="368"/>
                  <a:pt x="1224" y="368"/>
                  <a:pt x="1222" y="369"/>
                </a:cubicBezTo>
                <a:cubicBezTo>
                  <a:pt x="1220" y="369"/>
                  <a:pt x="1218" y="370"/>
                  <a:pt x="1216" y="371"/>
                </a:cubicBezTo>
                <a:cubicBezTo>
                  <a:pt x="1215" y="372"/>
                  <a:pt x="1213" y="373"/>
                  <a:pt x="1212" y="374"/>
                </a:cubicBezTo>
                <a:cubicBezTo>
                  <a:pt x="1212" y="375"/>
                  <a:pt x="1211" y="376"/>
                  <a:pt x="1210" y="377"/>
                </a:cubicBezTo>
                <a:cubicBezTo>
                  <a:pt x="1208" y="379"/>
                  <a:pt x="1207" y="382"/>
                  <a:pt x="1206" y="384"/>
                </a:cubicBezTo>
                <a:cubicBezTo>
                  <a:pt x="1206" y="385"/>
                  <a:pt x="1205" y="386"/>
                  <a:pt x="1205" y="387"/>
                </a:cubicBezTo>
                <a:cubicBezTo>
                  <a:pt x="1205" y="388"/>
                  <a:pt x="1204" y="388"/>
                  <a:pt x="1203" y="389"/>
                </a:cubicBezTo>
                <a:cubicBezTo>
                  <a:pt x="1203" y="390"/>
                  <a:pt x="1203" y="391"/>
                  <a:pt x="1202" y="392"/>
                </a:cubicBezTo>
                <a:cubicBezTo>
                  <a:pt x="1202" y="393"/>
                  <a:pt x="1202" y="393"/>
                  <a:pt x="1202" y="394"/>
                </a:cubicBezTo>
                <a:cubicBezTo>
                  <a:pt x="1201" y="395"/>
                  <a:pt x="1201" y="396"/>
                  <a:pt x="1201" y="397"/>
                </a:cubicBezTo>
                <a:cubicBezTo>
                  <a:pt x="1201" y="398"/>
                  <a:pt x="1202" y="398"/>
                  <a:pt x="1203" y="397"/>
                </a:cubicBezTo>
                <a:cubicBezTo>
                  <a:pt x="1204" y="397"/>
                  <a:pt x="1205" y="396"/>
                  <a:pt x="1206" y="396"/>
                </a:cubicBezTo>
                <a:cubicBezTo>
                  <a:pt x="1207" y="396"/>
                  <a:pt x="1208" y="396"/>
                  <a:pt x="1210" y="396"/>
                </a:cubicBezTo>
                <a:cubicBezTo>
                  <a:pt x="1212" y="396"/>
                  <a:pt x="1215" y="396"/>
                  <a:pt x="1217" y="396"/>
                </a:cubicBezTo>
                <a:cubicBezTo>
                  <a:pt x="1219" y="396"/>
                  <a:pt x="1220" y="396"/>
                  <a:pt x="1222" y="396"/>
                </a:cubicBezTo>
                <a:cubicBezTo>
                  <a:pt x="1223" y="395"/>
                  <a:pt x="1224" y="395"/>
                  <a:pt x="1225" y="394"/>
                </a:cubicBezTo>
                <a:cubicBezTo>
                  <a:pt x="1226" y="394"/>
                  <a:pt x="1227" y="393"/>
                  <a:pt x="1228" y="393"/>
                </a:cubicBezTo>
                <a:cubicBezTo>
                  <a:pt x="1229" y="392"/>
                  <a:pt x="1229" y="391"/>
                  <a:pt x="1229" y="391"/>
                </a:cubicBezTo>
                <a:close/>
                <a:moveTo>
                  <a:pt x="1137" y="177"/>
                </a:moveTo>
                <a:cubicBezTo>
                  <a:pt x="1137" y="178"/>
                  <a:pt x="1137" y="178"/>
                  <a:pt x="1137" y="179"/>
                </a:cubicBezTo>
                <a:cubicBezTo>
                  <a:pt x="1138" y="180"/>
                  <a:pt x="1139" y="180"/>
                  <a:pt x="1139" y="181"/>
                </a:cubicBezTo>
                <a:cubicBezTo>
                  <a:pt x="1140" y="181"/>
                  <a:pt x="1140" y="182"/>
                  <a:pt x="1140" y="182"/>
                </a:cubicBezTo>
                <a:cubicBezTo>
                  <a:pt x="1141" y="183"/>
                  <a:pt x="1141" y="183"/>
                  <a:pt x="1141" y="183"/>
                </a:cubicBezTo>
                <a:cubicBezTo>
                  <a:pt x="1142" y="183"/>
                  <a:pt x="1142" y="182"/>
                  <a:pt x="1141" y="182"/>
                </a:cubicBezTo>
                <a:cubicBezTo>
                  <a:pt x="1141" y="181"/>
                  <a:pt x="1141" y="181"/>
                  <a:pt x="1140" y="180"/>
                </a:cubicBezTo>
                <a:cubicBezTo>
                  <a:pt x="1141" y="181"/>
                  <a:pt x="1142" y="182"/>
                  <a:pt x="1143" y="183"/>
                </a:cubicBezTo>
                <a:cubicBezTo>
                  <a:pt x="1144" y="183"/>
                  <a:pt x="1144" y="183"/>
                  <a:pt x="1145" y="183"/>
                </a:cubicBezTo>
                <a:cubicBezTo>
                  <a:pt x="1146" y="183"/>
                  <a:pt x="1146" y="182"/>
                  <a:pt x="1147" y="181"/>
                </a:cubicBezTo>
                <a:cubicBezTo>
                  <a:pt x="1147" y="181"/>
                  <a:pt x="1147" y="182"/>
                  <a:pt x="1147" y="182"/>
                </a:cubicBezTo>
                <a:cubicBezTo>
                  <a:pt x="1147" y="182"/>
                  <a:pt x="1148" y="183"/>
                  <a:pt x="1148" y="184"/>
                </a:cubicBezTo>
                <a:cubicBezTo>
                  <a:pt x="1148" y="185"/>
                  <a:pt x="1149" y="186"/>
                  <a:pt x="1149" y="187"/>
                </a:cubicBezTo>
                <a:cubicBezTo>
                  <a:pt x="1149" y="187"/>
                  <a:pt x="1150" y="188"/>
                  <a:pt x="1149" y="189"/>
                </a:cubicBezTo>
                <a:cubicBezTo>
                  <a:pt x="1149" y="190"/>
                  <a:pt x="1149" y="190"/>
                  <a:pt x="1150" y="191"/>
                </a:cubicBezTo>
                <a:cubicBezTo>
                  <a:pt x="1151" y="192"/>
                  <a:pt x="1152" y="192"/>
                  <a:pt x="1153" y="191"/>
                </a:cubicBezTo>
                <a:cubicBezTo>
                  <a:pt x="1153" y="191"/>
                  <a:pt x="1155" y="191"/>
                  <a:pt x="1156" y="191"/>
                </a:cubicBezTo>
                <a:cubicBezTo>
                  <a:pt x="1157" y="192"/>
                  <a:pt x="1157" y="193"/>
                  <a:pt x="1158" y="193"/>
                </a:cubicBezTo>
                <a:cubicBezTo>
                  <a:pt x="1159" y="193"/>
                  <a:pt x="1159" y="192"/>
                  <a:pt x="1160" y="192"/>
                </a:cubicBezTo>
                <a:cubicBezTo>
                  <a:pt x="1161" y="192"/>
                  <a:pt x="1161" y="192"/>
                  <a:pt x="1162" y="192"/>
                </a:cubicBezTo>
                <a:cubicBezTo>
                  <a:pt x="1162" y="192"/>
                  <a:pt x="1163" y="191"/>
                  <a:pt x="1163" y="191"/>
                </a:cubicBezTo>
                <a:cubicBezTo>
                  <a:pt x="1164" y="190"/>
                  <a:pt x="1164" y="191"/>
                  <a:pt x="1165" y="190"/>
                </a:cubicBezTo>
                <a:cubicBezTo>
                  <a:pt x="1167" y="189"/>
                  <a:pt x="1163" y="189"/>
                  <a:pt x="1163" y="189"/>
                </a:cubicBezTo>
                <a:cubicBezTo>
                  <a:pt x="1163" y="188"/>
                  <a:pt x="1163" y="187"/>
                  <a:pt x="1162" y="187"/>
                </a:cubicBezTo>
                <a:cubicBezTo>
                  <a:pt x="1162" y="187"/>
                  <a:pt x="1161" y="188"/>
                  <a:pt x="1161" y="188"/>
                </a:cubicBezTo>
                <a:cubicBezTo>
                  <a:pt x="1160" y="188"/>
                  <a:pt x="1159" y="188"/>
                  <a:pt x="1159" y="187"/>
                </a:cubicBezTo>
                <a:cubicBezTo>
                  <a:pt x="1158" y="187"/>
                  <a:pt x="1158" y="186"/>
                  <a:pt x="1158" y="186"/>
                </a:cubicBezTo>
                <a:cubicBezTo>
                  <a:pt x="1158" y="186"/>
                  <a:pt x="1157" y="186"/>
                  <a:pt x="1157" y="186"/>
                </a:cubicBezTo>
                <a:cubicBezTo>
                  <a:pt x="1157" y="185"/>
                  <a:pt x="1157" y="185"/>
                  <a:pt x="1156" y="184"/>
                </a:cubicBezTo>
                <a:cubicBezTo>
                  <a:pt x="1156" y="184"/>
                  <a:pt x="1156" y="184"/>
                  <a:pt x="1156" y="184"/>
                </a:cubicBezTo>
                <a:cubicBezTo>
                  <a:pt x="1156" y="183"/>
                  <a:pt x="1156" y="183"/>
                  <a:pt x="1156" y="183"/>
                </a:cubicBezTo>
                <a:cubicBezTo>
                  <a:pt x="1155" y="182"/>
                  <a:pt x="1154" y="182"/>
                  <a:pt x="1154" y="181"/>
                </a:cubicBezTo>
                <a:cubicBezTo>
                  <a:pt x="1153" y="181"/>
                  <a:pt x="1153" y="181"/>
                  <a:pt x="1152" y="181"/>
                </a:cubicBezTo>
                <a:cubicBezTo>
                  <a:pt x="1152" y="180"/>
                  <a:pt x="1152" y="180"/>
                  <a:pt x="1152" y="179"/>
                </a:cubicBezTo>
                <a:cubicBezTo>
                  <a:pt x="1151" y="179"/>
                  <a:pt x="1151" y="179"/>
                  <a:pt x="1151" y="179"/>
                </a:cubicBezTo>
                <a:cubicBezTo>
                  <a:pt x="1150" y="178"/>
                  <a:pt x="1150" y="178"/>
                  <a:pt x="1149" y="179"/>
                </a:cubicBezTo>
                <a:cubicBezTo>
                  <a:pt x="1149" y="179"/>
                  <a:pt x="1148" y="179"/>
                  <a:pt x="1148" y="179"/>
                </a:cubicBezTo>
                <a:cubicBezTo>
                  <a:pt x="1147" y="179"/>
                  <a:pt x="1147" y="179"/>
                  <a:pt x="1147" y="179"/>
                </a:cubicBezTo>
                <a:cubicBezTo>
                  <a:pt x="1147" y="179"/>
                  <a:pt x="1146" y="179"/>
                  <a:pt x="1146" y="179"/>
                </a:cubicBezTo>
                <a:cubicBezTo>
                  <a:pt x="1145" y="179"/>
                  <a:pt x="1145" y="178"/>
                  <a:pt x="1145" y="178"/>
                </a:cubicBezTo>
                <a:cubicBezTo>
                  <a:pt x="1145" y="178"/>
                  <a:pt x="1145" y="178"/>
                  <a:pt x="1144" y="178"/>
                </a:cubicBezTo>
                <a:cubicBezTo>
                  <a:pt x="1144" y="178"/>
                  <a:pt x="1144" y="178"/>
                  <a:pt x="1144" y="178"/>
                </a:cubicBezTo>
                <a:cubicBezTo>
                  <a:pt x="1143" y="178"/>
                  <a:pt x="1143" y="178"/>
                  <a:pt x="1143" y="178"/>
                </a:cubicBezTo>
                <a:cubicBezTo>
                  <a:pt x="1143" y="178"/>
                  <a:pt x="1142" y="178"/>
                  <a:pt x="1142" y="178"/>
                </a:cubicBezTo>
                <a:cubicBezTo>
                  <a:pt x="1141" y="178"/>
                  <a:pt x="1140" y="177"/>
                  <a:pt x="1139" y="177"/>
                </a:cubicBezTo>
                <a:cubicBezTo>
                  <a:pt x="1138" y="177"/>
                  <a:pt x="1138" y="177"/>
                  <a:pt x="1137" y="176"/>
                </a:cubicBezTo>
                <a:cubicBezTo>
                  <a:pt x="1137" y="176"/>
                  <a:pt x="1136" y="176"/>
                  <a:pt x="1136" y="177"/>
                </a:cubicBezTo>
                <a:cubicBezTo>
                  <a:pt x="1136" y="177"/>
                  <a:pt x="1137" y="177"/>
                  <a:pt x="1137" y="177"/>
                </a:cubicBezTo>
                <a:close/>
                <a:moveTo>
                  <a:pt x="1236" y="394"/>
                </a:moveTo>
                <a:cubicBezTo>
                  <a:pt x="1236" y="393"/>
                  <a:pt x="1235" y="393"/>
                  <a:pt x="1235" y="392"/>
                </a:cubicBezTo>
                <a:cubicBezTo>
                  <a:pt x="1234" y="392"/>
                  <a:pt x="1234" y="390"/>
                  <a:pt x="1234" y="390"/>
                </a:cubicBezTo>
                <a:cubicBezTo>
                  <a:pt x="1233" y="390"/>
                  <a:pt x="1233" y="390"/>
                  <a:pt x="1232" y="390"/>
                </a:cubicBezTo>
                <a:cubicBezTo>
                  <a:pt x="1232" y="390"/>
                  <a:pt x="1231" y="390"/>
                  <a:pt x="1231" y="390"/>
                </a:cubicBezTo>
                <a:cubicBezTo>
                  <a:pt x="1230" y="390"/>
                  <a:pt x="1230" y="392"/>
                  <a:pt x="1229" y="393"/>
                </a:cubicBezTo>
                <a:cubicBezTo>
                  <a:pt x="1229" y="393"/>
                  <a:pt x="1228" y="393"/>
                  <a:pt x="1228" y="393"/>
                </a:cubicBezTo>
                <a:cubicBezTo>
                  <a:pt x="1228" y="393"/>
                  <a:pt x="1227" y="394"/>
                  <a:pt x="1227" y="394"/>
                </a:cubicBezTo>
                <a:cubicBezTo>
                  <a:pt x="1226" y="395"/>
                  <a:pt x="1228" y="396"/>
                  <a:pt x="1228" y="396"/>
                </a:cubicBezTo>
                <a:cubicBezTo>
                  <a:pt x="1230" y="396"/>
                  <a:pt x="1231" y="396"/>
                  <a:pt x="1233" y="396"/>
                </a:cubicBezTo>
                <a:cubicBezTo>
                  <a:pt x="1234" y="396"/>
                  <a:pt x="1237" y="397"/>
                  <a:pt x="1237" y="395"/>
                </a:cubicBezTo>
                <a:cubicBezTo>
                  <a:pt x="1237" y="395"/>
                  <a:pt x="1237" y="394"/>
                  <a:pt x="1236" y="394"/>
                </a:cubicBezTo>
                <a:close/>
                <a:moveTo>
                  <a:pt x="1199" y="203"/>
                </a:moveTo>
                <a:cubicBezTo>
                  <a:pt x="1199" y="203"/>
                  <a:pt x="1199" y="203"/>
                  <a:pt x="1199" y="203"/>
                </a:cubicBezTo>
                <a:cubicBezTo>
                  <a:pt x="1199" y="203"/>
                  <a:pt x="1199" y="203"/>
                  <a:pt x="1199" y="203"/>
                </a:cubicBezTo>
                <a:cubicBezTo>
                  <a:pt x="1199" y="203"/>
                  <a:pt x="1199" y="203"/>
                  <a:pt x="1199" y="203"/>
                </a:cubicBezTo>
                <a:cubicBezTo>
                  <a:pt x="1199" y="203"/>
                  <a:pt x="1199" y="203"/>
                  <a:pt x="1199" y="203"/>
                </a:cubicBezTo>
                <a:close/>
                <a:moveTo>
                  <a:pt x="91" y="166"/>
                </a:moveTo>
                <a:cubicBezTo>
                  <a:pt x="91" y="166"/>
                  <a:pt x="91" y="166"/>
                  <a:pt x="91" y="166"/>
                </a:cubicBezTo>
                <a:cubicBezTo>
                  <a:pt x="90" y="166"/>
                  <a:pt x="90" y="167"/>
                  <a:pt x="90" y="167"/>
                </a:cubicBezTo>
                <a:cubicBezTo>
                  <a:pt x="90" y="167"/>
                  <a:pt x="90" y="168"/>
                  <a:pt x="90" y="168"/>
                </a:cubicBezTo>
                <a:cubicBezTo>
                  <a:pt x="90" y="168"/>
                  <a:pt x="89" y="169"/>
                  <a:pt x="89" y="169"/>
                </a:cubicBezTo>
                <a:cubicBezTo>
                  <a:pt x="89" y="169"/>
                  <a:pt x="89" y="170"/>
                  <a:pt x="89" y="170"/>
                </a:cubicBezTo>
                <a:cubicBezTo>
                  <a:pt x="89" y="171"/>
                  <a:pt x="89" y="171"/>
                  <a:pt x="89" y="171"/>
                </a:cubicBezTo>
                <a:cubicBezTo>
                  <a:pt x="89" y="172"/>
                  <a:pt x="89" y="172"/>
                  <a:pt x="89" y="172"/>
                </a:cubicBezTo>
                <a:cubicBezTo>
                  <a:pt x="88" y="172"/>
                  <a:pt x="89" y="173"/>
                  <a:pt x="88" y="173"/>
                </a:cubicBezTo>
                <a:cubicBezTo>
                  <a:pt x="88" y="173"/>
                  <a:pt x="88" y="173"/>
                  <a:pt x="88" y="173"/>
                </a:cubicBezTo>
                <a:cubicBezTo>
                  <a:pt x="87" y="173"/>
                  <a:pt x="87" y="173"/>
                  <a:pt x="87" y="174"/>
                </a:cubicBezTo>
                <a:cubicBezTo>
                  <a:pt x="87" y="174"/>
                  <a:pt x="87" y="174"/>
                  <a:pt x="87" y="174"/>
                </a:cubicBezTo>
                <a:cubicBezTo>
                  <a:pt x="88" y="174"/>
                  <a:pt x="88" y="174"/>
                  <a:pt x="89" y="174"/>
                </a:cubicBezTo>
                <a:cubicBezTo>
                  <a:pt x="89" y="174"/>
                  <a:pt x="89" y="175"/>
                  <a:pt x="89" y="175"/>
                </a:cubicBezTo>
                <a:cubicBezTo>
                  <a:pt x="89" y="175"/>
                  <a:pt x="90" y="175"/>
                  <a:pt x="90" y="175"/>
                </a:cubicBezTo>
                <a:cubicBezTo>
                  <a:pt x="90" y="175"/>
                  <a:pt x="90" y="175"/>
                  <a:pt x="90" y="175"/>
                </a:cubicBezTo>
                <a:cubicBezTo>
                  <a:pt x="91" y="174"/>
                  <a:pt x="91" y="174"/>
                  <a:pt x="92" y="174"/>
                </a:cubicBezTo>
                <a:cubicBezTo>
                  <a:pt x="92" y="174"/>
                  <a:pt x="92" y="175"/>
                  <a:pt x="92" y="175"/>
                </a:cubicBezTo>
                <a:cubicBezTo>
                  <a:pt x="93" y="175"/>
                  <a:pt x="93" y="174"/>
                  <a:pt x="93" y="174"/>
                </a:cubicBezTo>
                <a:cubicBezTo>
                  <a:pt x="93" y="174"/>
                  <a:pt x="92" y="174"/>
                  <a:pt x="92" y="173"/>
                </a:cubicBezTo>
                <a:cubicBezTo>
                  <a:pt x="92" y="173"/>
                  <a:pt x="93" y="173"/>
                  <a:pt x="93" y="172"/>
                </a:cubicBezTo>
                <a:cubicBezTo>
                  <a:pt x="93" y="172"/>
                  <a:pt x="93" y="172"/>
                  <a:pt x="93" y="171"/>
                </a:cubicBezTo>
                <a:cubicBezTo>
                  <a:pt x="93" y="171"/>
                  <a:pt x="93" y="170"/>
                  <a:pt x="93" y="170"/>
                </a:cubicBezTo>
                <a:cubicBezTo>
                  <a:pt x="93" y="169"/>
                  <a:pt x="93" y="169"/>
                  <a:pt x="93" y="168"/>
                </a:cubicBezTo>
                <a:cubicBezTo>
                  <a:pt x="92" y="167"/>
                  <a:pt x="92" y="167"/>
                  <a:pt x="91" y="166"/>
                </a:cubicBezTo>
                <a:close/>
                <a:moveTo>
                  <a:pt x="98" y="157"/>
                </a:moveTo>
                <a:cubicBezTo>
                  <a:pt x="98" y="157"/>
                  <a:pt x="99" y="157"/>
                  <a:pt x="99" y="157"/>
                </a:cubicBezTo>
                <a:cubicBezTo>
                  <a:pt x="100" y="157"/>
                  <a:pt x="100" y="156"/>
                  <a:pt x="100" y="156"/>
                </a:cubicBezTo>
                <a:cubicBezTo>
                  <a:pt x="101" y="156"/>
                  <a:pt x="101" y="156"/>
                  <a:pt x="102" y="156"/>
                </a:cubicBezTo>
                <a:cubicBezTo>
                  <a:pt x="102" y="157"/>
                  <a:pt x="102" y="157"/>
                  <a:pt x="102" y="156"/>
                </a:cubicBezTo>
                <a:cubicBezTo>
                  <a:pt x="103" y="156"/>
                  <a:pt x="102" y="156"/>
                  <a:pt x="102" y="155"/>
                </a:cubicBezTo>
                <a:cubicBezTo>
                  <a:pt x="102" y="155"/>
                  <a:pt x="102" y="155"/>
                  <a:pt x="102" y="155"/>
                </a:cubicBezTo>
                <a:cubicBezTo>
                  <a:pt x="102" y="154"/>
                  <a:pt x="101" y="154"/>
                  <a:pt x="101" y="154"/>
                </a:cubicBezTo>
                <a:cubicBezTo>
                  <a:pt x="101" y="154"/>
                  <a:pt x="100" y="154"/>
                  <a:pt x="100" y="154"/>
                </a:cubicBezTo>
                <a:cubicBezTo>
                  <a:pt x="100" y="154"/>
                  <a:pt x="99" y="154"/>
                  <a:pt x="99" y="154"/>
                </a:cubicBezTo>
                <a:cubicBezTo>
                  <a:pt x="99" y="154"/>
                  <a:pt x="98" y="154"/>
                  <a:pt x="98" y="154"/>
                </a:cubicBezTo>
                <a:cubicBezTo>
                  <a:pt x="98" y="154"/>
                  <a:pt x="97" y="154"/>
                  <a:pt x="97" y="154"/>
                </a:cubicBezTo>
                <a:cubicBezTo>
                  <a:pt x="97" y="154"/>
                  <a:pt x="97" y="154"/>
                  <a:pt x="96" y="154"/>
                </a:cubicBezTo>
                <a:cubicBezTo>
                  <a:pt x="96" y="154"/>
                  <a:pt x="96" y="154"/>
                  <a:pt x="96" y="154"/>
                </a:cubicBezTo>
                <a:cubicBezTo>
                  <a:pt x="95" y="154"/>
                  <a:pt x="93" y="154"/>
                  <a:pt x="94" y="155"/>
                </a:cubicBezTo>
                <a:cubicBezTo>
                  <a:pt x="94" y="156"/>
                  <a:pt x="94" y="156"/>
                  <a:pt x="94" y="156"/>
                </a:cubicBezTo>
                <a:cubicBezTo>
                  <a:pt x="95" y="156"/>
                  <a:pt x="95" y="156"/>
                  <a:pt x="95" y="156"/>
                </a:cubicBezTo>
                <a:cubicBezTo>
                  <a:pt x="96" y="156"/>
                  <a:pt x="96" y="156"/>
                  <a:pt x="96" y="156"/>
                </a:cubicBezTo>
                <a:cubicBezTo>
                  <a:pt x="97" y="157"/>
                  <a:pt x="97" y="157"/>
                  <a:pt x="98" y="157"/>
                </a:cubicBezTo>
                <a:close/>
                <a:moveTo>
                  <a:pt x="94" y="167"/>
                </a:moveTo>
                <a:cubicBezTo>
                  <a:pt x="94" y="166"/>
                  <a:pt x="94" y="166"/>
                  <a:pt x="94" y="166"/>
                </a:cubicBezTo>
                <a:cubicBezTo>
                  <a:pt x="94" y="165"/>
                  <a:pt x="94" y="166"/>
                  <a:pt x="93" y="165"/>
                </a:cubicBezTo>
                <a:cubicBezTo>
                  <a:pt x="93" y="165"/>
                  <a:pt x="93" y="164"/>
                  <a:pt x="92" y="164"/>
                </a:cubicBezTo>
                <a:cubicBezTo>
                  <a:pt x="92" y="164"/>
                  <a:pt x="92" y="163"/>
                  <a:pt x="92" y="163"/>
                </a:cubicBezTo>
                <a:cubicBezTo>
                  <a:pt x="92" y="162"/>
                  <a:pt x="92" y="162"/>
                  <a:pt x="92" y="161"/>
                </a:cubicBezTo>
                <a:cubicBezTo>
                  <a:pt x="91" y="161"/>
                  <a:pt x="91" y="161"/>
                  <a:pt x="91" y="161"/>
                </a:cubicBezTo>
                <a:cubicBezTo>
                  <a:pt x="91" y="160"/>
                  <a:pt x="90" y="160"/>
                  <a:pt x="90" y="160"/>
                </a:cubicBezTo>
                <a:cubicBezTo>
                  <a:pt x="90" y="159"/>
                  <a:pt x="90" y="159"/>
                  <a:pt x="90" y="159"/>
                </a:cubicBezTo>
                <a:cubicBezTo>
                  <a:pt x="89" y="159"/>
                  <a:pt x="89" y="159"/>
                  <a:pt x="88" y="159"/>
                </a:cubicBezTo>
                <a:cubicBezTo>
                  <a:pt x="88" y="159"/>
                  <a:pt x="87" y="159"/>
                  <a:pt x="87" y="159"/>
                </a:cubicBezTo>
                <a:cubicBezTo>
                  <a:pt x="87" y="160"/>
                  <a:pt x="88" y="160"/>
                  <a:pt x="88" y="160"/>
                </a:cubicBezTo>
                <a:cubicBezTo>
                  <a:pt x="89" y="160"/>
                  <a:pt x="89" y="160"/>
                  <a:pt x="89" y="161"/>
                </a:cubicBezTo>
                <a:cubicBezTo>
                  <a:pt x="89" y="161"/>
                  <a:pt x="89" y="162"/>
                  <a:pt x="89" y="162"/>
                </a:cubicBezTo>
                <a:cubicBezTo>
                  <a:pt x="89" y="162"/>
                  <a:pt x="89" y="163"/>
                  <a:pt x="90" y="163"/>
                </a:cubicBezTo>
                <a:cubicBezTo>
                  <a:pt x="90" y="163"/>
                  <a:pt x="91" y="164"/>
                  <a:pt x="91" y="164"/>
                </a:cubicBezTo>
                <a:cubicBezTo>
                  <a:pt x="91" y="164"/>
                  <a:pt x="91" y="165"/>
                  <a:pt x="91" y="165"/>
                </a:cubicBezTo>
                <a:cubicBezTo>
                  <a:pt x="91" y="165"/>
                  <a:pt x="92" y="165"/>
                  <a:pt x="92" y="165"/>
                </a:cubicBezTo>
                <a:cubicBezTo>
                  <a:pt x="92" y="166"/>
                  <a:pt x="92" y="166"/>
                  <a:pt x="93" y="166"/>
                </a:cubicBezTo>
                <a:cubicBezTo>
                  <a:pt x="93" y="166"/>
                  <a:pt x="93" y="167"/>
                  <a:pt x="93" y="167"/>
                </a:cubicBezTo>
                <a:cubicBezTo>
                  <a:pt x="93" y="168"/>
                  <a:pt x="94" y="168"/>
                  <a:pt x="94" y="168"/>
                </a:cubicBezTo>
                <a:cubicBezTo>
                  <a:pt x="94" y="169"/>
                  <a:pt x="95" y="168"/>
                  <a:pt x="95" y="167"/>
                </a:cubicBezTo>
                <a:cubicBezTo>
                  <a:pt x="95" y="167"/>
                  <a:pt x="94" y="167"/>
                  <a:pt x="94" y="167"/>
                </a:cubicBezTo>
                <a:close/>
                <a:moveTo>
                  <a:pt x="75" y="161"/>
                </a:moveTo>
                <a:cubicBezTo>
                  <a:pt x="75" y="161"/>
                  <a:pt x="75" y="161"/>
                  <a:pt x="74" y="161"/>
                </a:cubicBezTo>
                <a:cubicBezTo>
                  <a:pt x="74" y="161"/>
                  <a:pt x="74" y="161"/>
                  <a:pt x="74" y="161"/>
                </a:cubicBezTo>
                <a:cubicBezTo>
                  <a:pt x="74" y="161"/>
                  <a:pt x="75" y="162"/>
                  <a:pt x="75" y="162"/>
                </a:cubicBezTo>
                <a:cubicBezTo>
                  <a:pt x="75" y="162"/>
                  <a:pt x="76" y="162"/>
                  <a:pt x="76" y="161"/>
                </a:cubicBezTo>
                <a:cubicBezTo>
                  <a:pt x="76" y="161"/>
                  <a:pt x="76" y="161"/>
                  <a:pt x="75" y="161"/>
                </a:cubicBezTo>
                <a:close/>
                <a:moveTo>
                  <a:pt x="76" y="130"/>
                </a:moveTo>
                <a:cubicBezTo>
                  <a:pt x="76" y="129"/>
                  <a:pt x="75" y="129"/>
                  <a:pt x="75" y="129"/>
                </a:cubicBezTo>
                <a:cubicBezTo>
                  <a:pt x="75" y="128"/>
                  <a:pt x="74" y="127"/>
                  <a:pt x="73" y="127"/>
                </a:cubicBezTo>
                <a:cubicBezTo>
                  <a:pt x="73" y="127"/>
                  <a:pt x="72" y="127"/>
                  <a:pt x="71" y="126"/>
                </a:cubicBezTo>
                <a:cubicBezTo>
                  <a:pt x="71" y="126"/>
                  <a:pt x="70" y="126"/>
                  <a:pt x="70" y="125"/>
                </a:cubicBezTo>
                <a:cubicBezTo>
                  <a:pt x="69" y="125"/>
                  <a:pt x="69" y="124"/>
                  <a:pt x="69" y="124"/>
                </a:cubicBezTo>
                <a:cubicBezTo>
                  <a:pt x="68" y="123"/>
                  <a:pt x="68" y="123"/>
                  <a:pt x="67" y="122"/>
                </a:cubicBezTo>
                <a:cubicBezTo>
                  <a:pt x="67" y="122"/>
                  <a:pt x="67" y="121"/>
                  <a:pt x="66" y="121"/>
                </a:cubicBezTo>
                <a:cubicBezTo>
                  <a:pt x="66" y="120"/>
                  <a:pt x="66" y="120"/>
                  <a:pt x="66" y="120"/>
                </a:cubicBezTo>
                <a:cubicBezTo>
                  <a:pt x="66" y="120"/>
                  <a:pt x="66" y="119"/>
                  <a:pt x="66" y="119"/>
                </a:cubicBezTo>
                <a:cubicBezTo>
                  <a:pt x="66" y="119"/>
                  <a:pt x="65" y="119"/>
                  <a:pt x="65" y="119"/>
                </a:cubicBezTo>
                <a:cubicBezTo>
                  <a:pt x="65" y="118"/>
                  <a:pt x="65" y="118"/>
                  <a:pt x="64" y="118"/>
                </a:cubicBezTo>
                <a:cubicBezTo>
                  <a:pt x="64" y="118"/>
                  <a:pt x="64" y="118"/>
                  <a:pt x="64" y="118"/>
                </a:cubicBezTo>
                <a:cubicBezTo>
                  <a:pt x="64" y="118"/>
                  <a:pt x="63" y="118"/>
                  <a:pt x="63" y="117"/>
                </a:cubicBezTo>
                <a:cubicBezTo>
                  <a:pt x="63" y="117"/>
                  <a:pt x="63" y="116"/>
                  <a:pt x="62" y="116"/>
                </a:cubicBezTo>
                <a:cubicBezTo>
                  <a:pt x="62" y="116"/>
                  <a:pt x="62" y="117"/>
                  <a:pt x="61" y="116"/>
                </a:cubicBezTo>
                <a:cubicBezTo>
                  <a:pt x="61" y="116"/>
                  <a:pt x="61" y="116"/>
                  <a:pt x="60" y="116"/>
                </a:cubicBezTo>
                <a:cubicBezTo>
                  <a:pt x="60" y="116"/>
                  <a:pt x="60" y="116"/>
                  <a:pt x="60" y="117"/>
                </a:cubicBezTo>
                <a:cubicBezTo>
                  <a:pt x="60" y="117"/>
                  <a:pt x="60" y="117"/>
                  <a:pt x="60" y="118"/>
                </a:cubicBezTo>
                <a:cubicBezTo>
                  <a:pt x="59" y="118"/>
                  <a:pt x="59" y="118"/>
                  <a:pt x="59" y="118"/>
                </a:cubicBezTo>
                <a:cubicBezTo>
                  <a:pt x="59" y="118"/>
                  <a:pt x="59" y="119"/>
                  <a:pt x="58" y="119"/>
                </a:cubicBezTo>
                <a:cubicBezTo>
                  <a:pt x="58" y="119"/>
                  <a:pt x="57" y="119"/>
                  <a:pt x="57" y="119"/>
                </a:cubicBezTo>
                <a:cubicBezTo>
                  <a:pt x="56" y="119"/>
                  <a:pt x="55" y="119"/>
                  <a:pt x="55" y="119"/>
                </a:cubicBezTo>
                <a:cubicBezTo>
                  <a:pt x="54" y="119"/>
                  <a:pt x="53" y="118"/>
                  <a:pt x="53" y="119"/>
                </a:cubicBezTo>
                <a:cubicBezTo>
                  <a:pt x="53" y="119"/>
                  <a:pt x="54" y="120"/>
                  <a:pt x="54" y="120"/>
                </a:cubicBezTo>
                <a:cubicBezTo>
                  <a:pt x="54" y="120"/>
                  <a:pt x="55" y="121"/>
                  <a:pt x="55" y="121"/>
                </a:cubicBezTo>
                <a:cubicBezTo>
                  <a:pt x="56" y="122"/>
                  <a:pt x="56" y="122"/>
                  <a:pt x="56" y="123"/>
                </a:cubicBezTo>
                <a:cubicBezTo>
                  <a:pt x="57" y="123"/>
                  <a:pt x="57" y="123"/>
                  <a:pt x="58" y="124"/>
                </a:cubicBezTo>
                <a:cubicBezTo>
                  <a:pt x="58" y="124"/>
                  <a:pt x="58" y="125"/>
                  <a:pt x="58" y="125"/>
                </a:cubicBezTo>
                <a:cubicBezTo>
                  <a:pt x="58" y="125"/>
                  <a:pt x="59" y="126"/>
                  <a:pt x="59" y="126"/>
                </a:cubicBezTo>
                <a:cubicBezTo>
                  <a:pt x="60" y="127"/>
                  <a:pt x="61" y="128"/>
                  <a:pt x="61" y="129"/>
                </a:cubicBezTo>
                <a:cubicBezTo>
                  <a:pt x="61" y="130"/>
                  <a:pt x="62" y="130"/>
                  <a:pt x="62" y="131"/>
                </a:cubicBezTo>
                <a:cubicBezTo>
                  <a:pt x="62" y="132"/>
                  <a:pt x="62" y="132"/>
                  <a:pt x="62" y="132"/>
                </a:cubicBezTo>
                <a:cubicBezTo>
                  <a:pt x="62" y="132"/>
                  <a:pt x="62" y="132"/>
                  <a:pt x="62" y="132"/>
                </a:cubicBezTo>
                <a:cubicBezTo>
                  <a:pt x="63" y="133"/>
                  <a:pt x="64" y="133"/>
                  <a:pt x="65" y="133"/>
                </a:cubicBezTo>
                <a:cubicBezTo>
                  <a:pt x="65" y="133"/>
                  <a:pt x="66" y="134"/>
                  <a:pt x="67" y="135"/>
                </a:cubicBezTo>
                <a:cubicBezTo>
                  <a:pt x="68" y="136"/>
                  <a:pt x="68" y="137"/>
                  <a:pt x="69" y="138"/>
                </a:cubicBezTo>
                <a:cubicBezTo>
                  <a:pt x="69" y="139"/>
                  <a:pt x="69" y="140"/>
                  <a:pt x="69" y="140"/>
                </a:cubicBezTo>
                <a:cubicBezTo>
                  <a:pt x="70" y="141"/>
                  <a:pt x="70" y="141"/>
                  <a:pt x="70" y="142"/>
                </a:cubicBezTo>
                <a:cubicBezTo>
                  <a:pt x="70" y="142"/>
                  <a:pt x="70" y="143"/>
                  <a:pt x="70" y="143"/>
                </a:cubicBezTo>
                <a:cubicBezTo>
                  <a:pt x="70" y="143"/>
                  <a:pt x="71" y="143"/>
                  <a:pt x="71" y="143"/>
                </a:cubicBezTo>
                <a:cubicBezTo>
                  <a:pt x="72" y="143"/>
                  <a:pt x="72" y="143"/>
                  <a:pt x="72" y="143"/>
                </a:cubicBezTo>
                <a:cubicBezTo>
                  <a:pt x="72" y="143"/>
                  <a:pt x="72" y="143"/>
                  <a:pt x="73" y="143"/>
                </a:cubicBezTo>
                <a:cubicBezTo>
                  <a:pt x="73" y="143"/>
                  <a:pt x="73" y="143"/>
                  <a:pt x="73" y="144"/>
                </a:cubicBezTo>
                <a:cubicBezTo>
                  <a:pt x="74" y="144"/>
                  <a:pt x="74" y="143"/>
                  <a:pt x="75" y="143"/>
                </a:cubicBezTo>
                <a:cubicBezTo>
                  <a:pt x="75" y="142"/>
                  <a:pt x="75" y="142"/>
                  <a:pt x="76" y="142"/>
                </a:cubicBezTo>
                <a:cubicBezTo>
                  <a:pt x="76" y="141"/>
                  <a:pt x="76" y="140"/>
                  <a:pt x="76" y="140"/>
                </a:cubicBezTo>
                <a:cubicBezTo>
                  <a:pt x="76" y="139"/>
                  <a:pt x="75" y="139"/>
                  <a:pt x="75" y="138"/>
                </a:cubicBezTo>
                <a:cubicBezTo>
                  <a:pt x="76" y="138"/>
                  <a:pt x="76" y="137"/>
                  <a:pt x="76" y="137"/>
                </a:cubicBezTo>
                <a:cubicBezTo>
                  <a:pt x="76" y="137"/>
                  <a:pt x="76" y="137"/>
                  <a:pt x="76" y="136"/>
                </a:cubicBezTo>
                <a:cubicBezTo>
                  <a:pt x="76" y="136"/>
                  <a:pt x="76" y="136"/>
                  <a:pt x="76" y="136"/>
                </a:cubicBezTo>
                <a:cubicBezTo>
                  <a:pt x="75" y="135"/>
                  <a:pt x="76" y="135"/>
                  <a:pt x="76" y="134"/>
                </a:cubicBezTo>
                <a:cubicBezTo>
                  <a:pt x="76" y="134"/>
                  <a:pt x="77" y="134"/>
                  <a:pt x="77" y="133"/>
                </a:cubicBezTo>
                <a:cubicBezTo>
                  <a:pt x="78" y="132"/>
                  <a:pt x="77" y="131"/>
                  <a:pt x="77" y="131"/>
                </a:cubicBezTo>
                <a:cubicBezTo>
                  <a:pt x="76" y="130"/>
                  <a:pt x="76" y="130"/>
                  <a:pt x="76" y="130"/>
                </a:cubicBezTo>
                <a:close/>
                <a:moveTo>
                  <a:pt x="856" y="84"/>
                </a:moveTo>
                <a:cubicBezTo>
                  <a:pt x="856" y="84"/>
                  <a:pt x="857" y="84"/>
                  <a:pt x="857" y="84"/>
                </a:cubicBezTo>
                <a:cubicBezTo>
                  <a:pt x="857" y="84"/>
                  <a:pt x="857" y="84"/>
                  <a:pt x="856" y="83"/>
                </a:cubicBezTo>
                <a:cubicBezTo>
                  <a:pt x="856" y="83"/>
                  <a:pt x="856" y="83"/>
                  <a:pt x="857" y="82"/>
                </a:cubicBezTo>
                <a:cubicBezTo>
                  <a:pt x="857" y="82"/>
                  <a:pt x="858" y="81"/>
                  <a:pt x="858" y="81"/>
                </a:cubicBezTo>
                <a:cubicBezTo>
                  <a:pt x="858" y="80"/>
                  <a:pt x="857" y="80"/>
                  <a:pt x="856" y="80"/>
                </a:cubicBezTo>
                <a:cubicBezTo>
                  <a:pt x="855" y="80"/>
                  <a:pt x="855" y="81"/>
                  <a:pt x="855" y="82"/>
                </a:cubicBezTo>
                <a:cubicBezTo>
                  <a:pt x="855" y="83"/>
                  <a:pt x="856" y="83"/>
                  <a:pt x="856" y="84"/>
                </a:cubicBezTo>
                <a:close/>
                <a:moveTo>
                  <a:pt x="858" y="56"/>
                </a:moveTo>
                <a:cubicBezTo>
                  <a:pt x="859" y="57"/>
                  <a:pt x="859" y="57"/>
                  <a:pt x="859" y="58"/>
                </a:cubicBezTo>
                <a:cubicBezTo>
                  <a:pt x="859" y="59"/>
                  <a:pt x="859" y="60"/>
                  <a:pt x="859" y="61"/>
                </a:cubicBezTo>
                <a:cubicBezTo>
                  <a:pt x="859" y="61"/>
                  <a:pt x="860" y="62"/>
                  <a:pt x="861" y="62"/>
                </a:cubicBezTo>
                <a:cubicBezTo>
                  <a:pt x="861" y="62"/>
                  <a:pt x="861" y="62"/>
                  <a:pt x="862" y="63"/>
                </a:cubicBezTo>
                <a:cubicBezTo>
                  <a:pt x="862" y="63"/>
                  <a:pt x="862" y="63"/>
                  <a:pt x="863" y="64"/>
                </a:cubicBezTo>
                <a:cubicBezTo>
                  <a:pt x="864" y="64"/>
                  <a:pt x="864" y="62"/>
                  <a:pt x="864" y="61"/>
                </a:cubicBezTo>
                <a:cubicBezTo>
                  <a:pt x="863" y="60"/>
                  <a:pt x="863" y="60"/>
                  <a:pt x="863" y="60"/>
                </a:cubicBezTo>
                <a:cubicBezTo>
                  <a:pt x="862" y="59"/>
                  <a:pt x="862" y="59"/>
                  <a:pt x="862" y="58"/>
                </a:cubicBezTo>
                <a:cubicBezTo>
                  <a:pt x="861" y="57"/>
                  <a:pt x="861" y="54"/>
                  <a:pt x="859" y="54"/>
                </a:cubicBezTo>
                <a:cubicBezTo>
                  <a:pt x="858" y="54"/>
                  <a:pt x="857" y="53"/>
                  <a:pt x="857" y="54"/>
                </a:cubicBezTo>
                <a:cubicBezTo>
                  <a:pt x="856" y="55"/>
                  <a:pt x="857" y="56"/>
                  <a:pt x="858" y="56"/>
                </a:cubicBezTo>
                <a:close/>
                <a:moveTo>
                  <a:pt x="894" y="51"/>
                </a:moveTo>
                <a:cubicBezTo>
                  <a:pt x="893" y="50"/>
                  <a:pt x="893" y="49"/>
                  <a:pt x="893" y="48"/>
                </a:cubicBezTo>
                <a:cubicBezTo>
                  <a:pt x="893" y="47"/>
                  <a:pt x="892" y="47"/>
                  <a:pt x="892" y="46"/>
                </a:cubicBezTo>
                <a:cubicBezTo>
                  <a:pt x="891" y="45"/>
                  <a:pt x="891" y="44"/>
                  <a:pt x="891" y="46"/>
                </a:cubicBezTo>
                <a:cubicBezTo>
                  <a:pt x="891" y="47"/>
                  <a:pt x="892" y="47"/>
                  <a:pt x="892" y="48"/>
                </a:cubicBezTo>
                <a:cubicBezTo>
                  <a:pt x="892" y="49"/>
                  <a:pt x="892" y="51"/>
                  <a:pt x="894" y="51"/>
                </a:cubicBezTo>
                <a:close/>
                <a:moveTo>
                  <a:pt x="893" y="45"/>
                </a:moveTo>
                <a:cubicBezTo>
                  <a:pt x="893" y="46"/>
                  <a:pt x="893" y="46"/>
                  <a:pt x="894" y="46"/>
                </a:cubicBezTo>
                <a:cubicBezTo>
                  <a:pt x="895" y="46"/>
                  <a:pt x="896" y="45"/>
                  <a:pt x="896" y="44"/>
                </a:cubicBezTo>
                <a:cubicBezTo>
                  <a:pt x="896" y="43"/>
                  <a:pt x="896" y="43"/>
                  <a:pt x="896" y="42"/>
                </a:cubicBezTo>
                <a:cubicBezTo>
                  <a:pt x="896" y="41"/>
                  <a:pt x="897" y="41"/>
                  <a:pt x="897" y="41"/>
                </a:cubicBezTo>
                <a:cubicBezTo>
                  <a:pt x="898" y="40"/>
                  <a:pt x="898" y="39"/>
                  <a:pt x="899" y="38"/>
                </a:cubicBezTo>
                <a:cubicBezTo>
                  <a:pt x="899" y="37"/>
                  <a:pt x="898" y="37"/>
                  <a:pt x="898" y="36"/>
                </a:cubicBezTo>
                <a:cubicBezTo>
                  <a:pt x="898" y="35"/>
                  <a:pt x="898" y="34"/>
                  <a:pt x="898" y="33"/>
                </a:cubicBezTo>
                <a:cubicBezTo>
                  <a:pt x="897" y="32"/>
                  <a:pt x="896" y="31"/>
                  <a:pt x="896" y="31"/>
                </a:cubicBezTo>
                <a:cubicBezTo>
                  <a:pt x="895" y="31"/>
                  <a:pt x="894" y="31"/>
                  <a:pt x="894" y="31"/>
                </a:cubicBezTo>
                <a:cubicBezTo>
                  <a:pt x="894" y="31"/>
                  <a:pt x="894" y="32"/>
                  <a:pt x="894" y="32"/>
                </a:cubicBezTo>
                <a:cubicBezTo>
                  <a:pt x="894" y="33"/>
                  <a:pt x="893" y="34"/>
                  <a:pt x="893" y="34"/>
                </a:cubicBezTo>
                <a:cubicBezTo>
                  <a:pt x="893" y="35"/>
                  <a:pt x="893" y="36"/>
                  <a:pt x="893" y="37"/>
                </a:cubicBezTo>
                <a:cubicBezTo>
                  <a:pt x="894" y="37"/>
                  <a:pt x="894" y="38"/>
                  <a:pt x="894" y="39"/>
                </a:cubicBezTo>
                <a:cubicBezTo>
                  <a:pt x="895" y="39"/>
                  <a:pt x="895" y="39"/>
                  <a:pt x="895" y="40"/>
                </a:cubicBezTo>
                <a:cubicBezTo>
                  <a:pt x="895" y="41"/>
                  <a:pt x="894" y="42"/>
                  <a:pt x="894" y="43"/>
                </a:cubicBezTo>
                <a:cubicBezTo>
                  <a:pt x="893" y="44"/>
                  <a:pt x="892" y="44"/>
                  <a:pt x="893" y="45"/>
                </a:cubicBezTo>
                <a:close/>
                <a:moveTo>
                  <a:pt x="895" y="50"/>
                </a:moveTo>
                <a:cubicBezTo>
                  <a:pt x="895" y="51"/>
                  <a:pt x="895" y="53"/>
                  <a:pt x="896" y="53"/>
                </a:cubicBezTo>
                <a:cubicBezTo>
                  <a:pt x="897" y="53"/>
                  <a:pt x="897" y="52"/>
                  <a:pt x="897" y="51"/>
                </a:cubicBezTo>
                <a:cubicBezTo>
                  <a:pt x="897" y="50"/>
                  <a:pt x="896" y="50"/>
                  <a:pt x="895" y="50"/>
                </a:cubicBezTo>
                <a:close/>
                <a:moveTo>
                  <a:pt x="905" y="173"/>
                </a:moveTo>
                <a:cubicBezTo>
                  <a:pt x="905" y="173"/>
                  <a:pt x="905" y="173"/>
                  <a:pt x="905" y="173"/>
                </a:cubicBezTo>
                <a:cubicBezTo>
                  <a:pt x="906" y="174"/>
                  <a:pt x="907" y="173"/>
                  <a:pt x="907" y="173"/>
                </a:cubicBezTo>
                <a:cubicBezTo>
                  <a:pt x="908" y="173"/>
                  <a:pt x="908" y="173"/>
                  <a:pt x="909" y="172"/>
                </a:cubicBezTo>
                <a:cubicBezTo>
                  <a:pt x="909" y="172"/>
                  <a:pt x="909" y="171"/>
                  <a:pt x="909" y="171"/>
                </a:cubicBezTo>
                <a:cubicBezTo>
                  <a:pt x="909" y="171"/>
                  <a:pt x="909" y="170"/>
                  <a:pt x="909" y="170"/>
                </a:cubicBezTo>
                <a:cubicBezTo>
                  <a:pt x="909" y="170"/>
                  <a:pt x="909" y="169"/>
                  <a:pt x="909" y="169"/>
                </a:cubicBezTo>
                <a:cubicBezTo>
                  <a:pt x="909" y="168"/>
                  <a:pt x="909" y="168"/>
                  <a:pt x="909" y="167"/>
                </a:cubicBezTo>
                <a:cubicBezTo>
                  <a:pt x="909" y="166"/>
                  <a:pt x="909" y="166"/>
                  <a:pt x="908" y="166"/>
                </a:cubicBezTo>
                <a:cubicBezTo>
                  <a:pt x="907" y="166"/>
                  <a:pt x="906" y="166"/>
                  <a:pt x="905" y="166"/>
                </a:cubicBezTo>
                <a:cubicBezTo>
                  <a:pt x="905" y="167"/>
                  <a:pt x="905" y="167"/>
                  <a:pt x="905" y="168"/>
                </a:cubicBezTo>
                <a:cubicBezTo>
                  <a:pt x="905" y="169"/>
                  <a:pt x="904" y="169"/>
                  <a:pt x="904" y="170"/>
                </a:cubicBezTo>
                <a:cubicBezTo>
                  <a:pt x="904" y="170"/>
                  <a:pt x="905" y="171"/>
                  <a:pt x="905" y="171"/>
                </a:cubicBezTo>
                <a:cubicBezTo>
                  <a:pt x="905" y="172"/>
                  <a:pt x="904" y="172"/>
                  <a:pt x="905" y="173"/>
                </a:cubicBezTo>
                <a:close/>
                <a:moveTo>
                  <a:pt x="909" y="179"/>
                </a:moveTo>
                <a:cubicBezTo>
                  <a:pt x="909" y="178"/>
                  <a:pt x="909" y="178"/>
                  <a:pt x="909" y="178"/>
                </a:cubicBezTo>
                <a:cubicBezTo>
                  <a:pt x="909" y="178"/>
                  <a:pt x="909" y="178"/>
                  <a:pt x="909" y="177"/>
                </a:cubicBezTo>
                <a:cubicBezTo>
                  <a:pt x="908" y="177"/>
                  <a:pt x="909" y="176"/>
                  <a:pt x="908" y="176"/>
                </a:cubicBezTo>
                <a:cubicBezTo>
                  <a:pt x="908" y="176"/>
                  <a:pt x="908" y="176"/>
                  <a:pt x="907" y="176"/>
                </a:cubicBezTo>
                <a:cubicBezTo>
                  <a:pt x="907" y="176"/>
                  <a:pt x="907" y="176"/>
                  <a:pt x="907" y="177"/>
                </a:cubicBezTo>
                <a:cubicBezTo>
                  <a:pt x="907" y="177"/>
                  <a:pt x="907" y="177"/>
                  <a:pt x="907" y="178"/>
                </a:cubicBezTo>
                <a:cubicBezTo>
                  <a:pt x="907" y="178"/>
                  <a:pt x="906" y="179"/>
                  <a:pt x="906" y="179"/>
                </a:cubicBezTo>
                <a:cubicBezTo>
                  <a:pt x="906" y="179"/>
                  <a:pt x="906" y="180"/>
                  <a:pt x="906" y="180"/>
                </a:cubicBezTo>
                <a:cubicBezTo>
                  <a:pt x="907" y="180"/>
                  <a:pt x="907" y="180"/>
                  <a:pt x="908" y="180"/>
                </a:cubicBezTo>
                <a:cubicBezTo>
                  <a:pt x="908" y="180"/>
                  <a:pt x="908" y="180"/>
                  <a:pt x="908" y="180"/>
                </a:cubicBezTo>
                <a:cubicBezTo>
                  <a:pt x="908" y="180"/>
                  <a:pt x="909" y="180"/>
                  <a:pt x="909" y="180"/>
                </a:cubicBezTo>
                <a:cubicBezTo>
                  <a:pt x="909" y="181"/>
                  <a:pt x="910" y="181"/>
                  <a:pt x="910" y="180"/>
                </a:cubicBezTo>
                <a:cubicBezTo>
                  <a:pt x="910" y="180"/>
                  <a:pt x="909" y="179"/>
                  <a:pt x="909" y="179"/>
                </a:cubicBezTo>
                <a:close/>
                <a:moveTo>
                  <a:pt x="870" y="219"/>
                </a:moveTo>
                <a:cubicBezTo>
                  <a:pt x="870" y="220"/>
                  <a:pt x="870" y="221"/>
                  <a:pt x="870" y="221"/>
                </a:cubicBezTo>
                <a:cubicBezTo>
                  <a:pt x="871" y="222"/>
                  <a:pt x="872" y="223"/>
                  <a:pt x="872" y="224"/>
                </a:cubicBezTo>
                <a:cubicBezTo>
                  <a:pt x="872" y="225"/>
                  <a:pt x="872" y="225"/>
                  <a:pt x="872" y="226"/>
                </a:cubicBezTo>
                <a:cubicBezTo>
                  <a:pt x="872" y="226"/>
                  <a:pt x="872" y="226"/>
                  <a:pt x="872" y="226"/>
                </a:cubicBezTo>
                <a:cubicBezTo>
                  <a:pt x="872" y="226"/>
                  <a:pt x="873" y="226"/>
                  <a:pt x="873" y="227"/>
                </a:cubicBezTo>
                <a:cubicBezTo>
                  <a:pt x="873" y="227"/>
                  <a:pt x="874" y="227"/>
                  <a:pt x="874" y="228"/>
                </a:cubicBezTo>
                <a:cubicBezTo>
                  <a:pt x="874" y="228"/>
                  <a:pt x="874" y="228"/>
                  <a:pt x="875" y="228"/>
                </a:cubicBezTo>
                <a:cubicBezTo>
                  <a:pt x="875" y="228"/>
                  <a:pt x="875" y="228"/>
                  <a:pt x="875" y="227"/>
                </a:cubicBezTo>
                <a:cubicBezTo>
                  <a:pt x="875" y="227"/>
                  <a:pt x="875" y="227"/>
                  <a:pt x="875" y="226"/>
                </a:cubicBezTo>
                <a:cubicBezTo>
                  <a:pt x="875" y="226"/>
                  <a:pt x="874" y="225"/>
                  <a:pt x="874" y="225"/>
                </a:cubicBezTo>
                <a:cubicBezTo>
                  <a:pt x="874" y="223"/>
                  <a:pt x="873" y="222"/>
                  <a:pt x="872" y="220"/>
                </a:cubicBezTo>
                <a:cubicBezTo>
                  <a:pt x="872" y="220"/>
                  <a:pt x="872" y="219"/>
                  <a:pt x="872" y="219"/>
                </a:cubicBezTo>
                <a:cubicBezTo>
                  <a:pt x="872" y="218"/>
                  <a:pt x="872" y="218"/>
                  <a:pt x="872" y="217"/>
                </a:cubicBezTo>
                <a:cubicBezTo>
                  <a:pt x="872" y="217"/>
                  <a:pt x="873" y="217"/>
                  <a:pt x="873" y="216"/>
                </a:cubicBezTo>
                <a:cubicBezTo>
                  <a:pt x="873" y="216"/>
                  <a:pt x="873" y="216"/>
                  <a:pt x="873" y="216"/>
                </a:cubicBezTo>
                <a:cubicBezTo>
                  <a:pt x="873" y="216"/>
                  <a:pt x="872" y="215"/>
                  <a:pt x="872" y="215"/>
                </a:cubicBezTo>
                <a:cubicBezTo>
                  <a:pt x="872" y="215"/>
                  <a:pt x="872" y="215"/>
                  <a:pt x="872" y="215"/>
                </a:cubicBezTo>
                <a:cubicBezTo>
                  <a:pt x="872" y="215"/>
                  <a:pt x="871" y="214"/>
                  <a:pt x="871" y="214"/>
                </a:cubicBezTo>
                <a:cubicBezTo>
                  <a:pt x="871" y="214"/>
                  <a:pt x="870" y="215"/>
                  <a:pt x="870" y="215"/>
                </a:cubicBezTo>
                <a:cubicBezTo>
                  <a:pt x="870" y="215"/>
                  <a:pt x="870" y="215"/>
                  <a:pt x="870" y="216"/>
                </a:cubicBezTo>
                <a:cubicBezTo>
                  <a:pt x="869" y="216"/>
                  <a:pt x="869" y="216"/>
                  <a:pt x="869" y="216"/>
                </a:cubicBezTo>
                <a:cubicBezTo>
                  <a:pt x="869" y="217"/>
                  <a:pt x="869" y="217"/>
                  <a:pt x="869" y="217"/>
                </a:cubicBezTo>
                <a:cubicBezTo>
                  <a:pt x="869" y="218"/>
                  <a:pt x="869" y="218"/>
                  <a:pt x="870" y="219"/>
                </a:cubicBezTo>
                <a:close/>
                <a:moveTo>
                  <a:pt x="868" y="212"/>
                </a:moveTo>
                <a:cubicBezTo>
                  <a:pt x="868" y="212"/>
                  <a:pt x="868" y="212"/>
                  <a:pt x="869" y="212"/>
                </a:cubicBezTo>
                <a:cubicBezTo>
                  <a:pt x="870" y="212"/>
                  <a:pt x="870" y="213"/>
                  <a:pt x="871" y="213"/>
                </a:cubicBezTo>
                <a:cubicBezTo>
                  <a:pt x="871" y="213"/>
                  <a:pt x="871" y="213"/>
                  <a:pt x="872" y="213"/>
                </a:cubicBezTo>
                <a:cubicBezTo>
                  <a:pt x="872" y="213"/>
                  <a:pt x="872" y="212"/>
                  <a:pt x="873" y="212"/>
                </a:cubicBezTo>
                <a:cubicBezTo>
                  <a:pt x="874" y="212"/>
                  <a:pt x="875" y="212"/>
                  <a:pt x="876" y="212"/>
                </a:cubicBezTo>
                <a:cubicBezTo>
                  <a:pt x="877" y="211"/>
                  <a:pt x="878" y="211"/>
                  <a:pt x="878" y="211"/>
                </a:cubicBezTo>
                <a:cubicBezTo>
                  <a:pt x="879" y="211"/>
                  <a:pt x="879" y="211"/>
                  <a:pt x="880" y="211"/>
                </a:cubicBezTo>
                <a:cubicBezTo>
                  <a:pt x="880" y="211"/>
                  <a:pt x="882" y="211"/>
                  <a:pt x="882" y="211"/>
                </a:cubicBezTo>
                <a:cubicBezTo>
                  <a:pt x="882" y="210"/>
                  <a:pt x="882" y="210"/>
                  <a:pt x="882" y="210"/>
                </a:cubicBezTo>
                <a:cubicBezTo>
                  <a:pt x="881" y="210"/>
                  <a:pt x="880" y="210"/>
                  <a:pt x="879" y="210"/>
                </a:cubicBezTo>
                <a:cubicBezTo>
                  <a:pt x="879" y="210"/>
                  <a:pt x="879" y="209"/>
                  <a:pt x="878" y="209"/>
                </a:cubicBezTo>
                <a:cubicBezTo>
                  <a:pt x="878" y="209"/>
                  <a:pt x="878" y="209"/>
                  <a:pt x="877" y="209"/>
                </a:cubicBezTo>
                <a:cubicBezTo>
                  <a:pt x="876" y="209"/>
                  <a:pt x="875" y="209"/>
                  <a:pt x="874" y="209"/>
                </a:cubicBezTo>
                <a:cubicBezTo>
                  <a:pt x="873" y="209"/>
                  <a:pt x="872" y="209"/>
                  <a:pt x="871" y="209"/>
                </a:cubicBezTo>
                <a:cubicBezTo>
                  <a:pt x="871" y="209"/>
                  <a:pt x="870" y="209"/>
                  <a:pt x="870" y="209"/>
                </a:cubicBezTo>
                <a:cubicBezTo>
                  <a:pt x="869" y="209"/>
                  <a:pt x="868" y="209"/>
                  <a:pt x="867" y="209"/>
                </a:cubicBezTo>
                <a:cubicBezTo>
                  <a:pt x="866" y="209"/>
                  <a:pt x="865" y="209"/>
                  <a:pt x="865" y="210"/>
                </a:cubicBezTo>
                <a:cubicBezTo>
                  <a:pt x="864" y="210"/>
                  <a:pt x="864" y="210"/>
                  <a:pt x="863" y="210"/>
                </a:cubicBezTo>
                <a:cubicBezTo>
                  <a:pt x="863" y="210"/>
                  <a:pt x="862" y="210"/>
                  <a:pt x="862" y="209"/>
                </a:cubicBezTo>
                <a:cubicBezTo>
                  <a:pt x="861" y="209"/>
                  <a:pt x="861" y="209"/>
                  <a:pt x="861" y="209"/>
                </a:cubicBezTo>
                <a:cubicBezTo>
                  <a:pt x="860" y="209"/>
                  <a:pt x="860" y="209"/>
                  <a:pt x="859" y="209"/>
                </a:cubicBezTo>
                <a:cubicBezTo>
                  <a:pt x="859" y="209"/>
                  <a:pt x="859" y="209"/>
                  <a:pt x="859" y="209"/>
                </a:cubicBezTo>
                <a:cubicBezTo>
                  <a:pt x="858" y="209"/>
                  <a:pt x="859" y="209"/>
                  <a:pt x="858" y="209"/>
                </a:cubicBezTo>
                <a:cubicBezTo>
                  <a:pt x="858" y="209"/>
                  <a:pt x="858" y="208"/>
                  <a:pt x="858" y="209"/>
                </a:cubicBezTo>
                <a:cubicBezTo>
                  <a:pt x="858" y="209"/>
                  <a:pt x="858" y="209"/>
                  <a:pt x="858" y="209"/>
                </a:cubicBezTo>
                <a:cubicBezTo>
                  <a:pt x="858" y="209"/>
                  <a:pt x="858" y="209"/>
                  <a:pt x="857" y="209"/>
                </a:cubicBezTo>
                <a:cubicBezTo>
                  <a:pt x="857" y="209"/>
                  <a:pt x="856" y="209"/>
                  <a:pt x="856" y="209"/>
                </a:cubicBezTo>
                <a:cubicBezTo>
                  <a:pt x="855" y="208"/>
                  <a:pt x="855" y="209"/>
                  <a:pt x="855" y="209"/>
                </a:cubicBezTo>
                <a:cubicBezTo>
                  <a:pt x="855" y="210"/>
                  <a:pt x="855" y="210"/>
                  <a:pt x="855" y="211"/>
                </a:cubicBezTo>
                <a:cubicBezTo>
                  <a:pt x="855" y="211"/>
                  <a:pt x="855" y="211"/>
                  <a:pt x="855" y="211"/>
                </a:cubicBezTo>
                <a:cubicBezTo>
                  <a:pt x="855" y="211"/>
                  <a:pt x="855" y="211"/>
                  <a:pt x="855" y="211"/>
                </a:cubicBezTo>
                <a:cubicBezTo>
                  <a:pt x="855" y="211"/>
                  <a:pt x="855" y="211"/>
                  <a:pt x="856" y="211"/>
                </a:cubicBezTo>
                <a:cubicBezTo>
                  <a:pt x="856" y="211"/>
                  <a:pt x="857" y="211"/>
                  <a:pt x="857" y="212"/>
                </a:cubicBezTo>
                <a:cubicBezTo>
                  <a:pt x="857" y="212"/>
                  <a:pt x="857" y="212"/>
                  <a:pt x="857" y="213"/>
                </a:cubicBezTo>
                <a:cubicBezTo>
                  <a:pt x="857" y="213"/>
                  <a:pt x="857" y="213"/>
                  <a:pt x="858" y="213"/>
                </a:cubicBezTo>
                <a:cubicBezTo>
                  <a:pt x="858" y="213"/>
                  <a:pt x="858" y="213"/>
                  <a:pt x="858" y="213"/>
                </a:cubicBezTo>
                <a:cubicBezTo>
                  <a:pt x="859" y="213"/>
                  <a:pt x="859" y="213"/>
                  <a:pt x="859" y="213"/>
                </a:cubicBezTo>
                <a:cubicBezTo>
                  <a:pt x="859" y="214"/>
                  <a:pt x="860" y="213"/>
                  <a:pt x="860" y="213"/>
                </a:cubicBezTo>
                <a:cubicBezTo>
                  <a:pt x="860" y="213"/>
                  <a:pt x="860" y="213"/>
                  <a:pt x="861" y="213"/>
                </a:cubicBezTo>
                <a:cubicBezTo>
                  <a:pt x="861" y="213"/>
                  <a:pt x="861" y="213"/>
                  <a:pt x="862" y="213"/>
                </a:cubicBezTo>
                <a:cubicBezTo>
                  <a:pt x="863" y="213"/>
                  <a:pt x="863" y="213"/>
                  <a:pt x="864" y="213"/>
                </a:cubicBezTo>
                <a:cubicBezTo>
                  <a:pt x="865" y="213"/>
                  <a:pt x="866" y="213"/>
                  <a:pt x="866" y="213"/>
                </a:cubicBezTo>
                <a:cubicBezTo>
                  <a:pt x="867" y="213"/>
                  <a:pt x="867" y="213"/>
                  <a:pt x="867" y="212"/>
                </a:cubicBezTo>
                <a:cubicBezTo>
                  <a:pt x="868" y="212"/>
                  <a:pt x="868" y="212"/>
                  <a:pt x="868" y="212"/>
                </a:cubicBezTo>
                <a:close/>
                <a:moveTo>
                  <a:pt x="853" y="209"/>
                </a:moveTo>
                <a:cubicBezTo>
                  <a:pt x="853" y="208"/>
                  <a:pt x="854" y="208"/>
                  <a:pt x="853" y="207"/>
                </a:cubicBezTo>
                <a:cubicBezTo>
                  <a:pt x="853" y="207"/>
                  <a:pt x="853" y="207"/>
                  <a:pt x="853" y="207"/>
                </a:cubicBezTo>
                <a:cubicBezTo>
                  <a:pt x="853" y="207"/>
                  <a:pt x="852" y="207"/>
                  <a:pt x="852" y="207"/>
                </a:cubicBezTo>
                <a:cubicBezTo>
                  <a:pt x="852" y="207"/>
                  <a:pt x="852" y="207"/>
                  <a:pt x="852" y="208"/>
                </a:cubicBezTo>
                <a:cubicBezTo>
                  <a:pt x="851" y="208"/>
                  <a:pt x="852" y="209"/>
                  <a:pt x="851" y="209"/>
                </a:cubicBezTo>
                <a:cubicBezTo>
                  <a:pt x="850" y="209"/>
                  <a:pt x="850" y="208"/>
                  <a:pt x="850" y="208"/>
                </a:cubicBezTo>
                <a:cubicBezTo>
                  <a:pt x="850" y="208"/>
                  <a:pt x="851" y="207"/>
                  <a:pt x="851" y="207"/>
                </a:cubicBezTo>
                <a:cubicBezTo>
                  <a:pt x="851" y="207"/>
                  <a:pt x="851" y="207"/>
                  <a:pt x="850" y="207"/>
                </a:cubicBezTo>
                <a:cubicBezTo>
                  <a:pt x="850" y="207"/>
                  <a:pt x="849" y="206"/>
                  <a:pt x="849" y="206"/>
                </a:cubicBezTo>
                <a:cubicBezTo>
                  <a:pt x="849" y="206"/>
                  <a:pt x="849" y="206"/>
                  <a:pt x="849" y="206"/>
                </a:cubicBezTo>
                <a:cubicBezTo>
                  <a:pt x="849" y="206"/>
                  <a:pt x="848" y="206"/>
                  <a:pt x="848" y="206"/>
                </a:cubicBezTo>
                <a:cubicBezTo>
                  <a:pt x="848" y="206"/>
                  <a:pt x="848" y="207"/>
                  <a:pt x="848" y="207"/>
                </a:cubicBezTo>
                <a:cubicBezTo>
                  <a:pt x="848" y="207"/>
                  <a:pt x="848" y="208"/>
                  <a:pt x="848" y="208"/>
                </a:cubicBezTo>
                <a:cubicBezTo>
                  <a:pt x="847" y="208"/>
                  <a:pt x="847" y="208"/>
                  <a:pt x="846" y="208"/>
                </a:cubicBezTo>
                <a:cubicBezTo>
                  <a:pt x="846" y="208"/>
                  <a:pt x="846" y="208"/>
                  <a:pt x="846" y="207"/>
                </a:cubicBezTo>
                <a:cubicBezTo>
                  <a:pt x="845" y="207"/>
                  <a:pt x="845" y="207"/>
                  <a:pt x="845" y="207"/>
                </a:cubicBezTo>
                <a:cubicBezTo>
                  <a:pt x="844" y="207"/>
                  <a:pt x="844" y="206"/>
                  <a:pt x="843" y="206"/>
                </a:cubicBezTo>
                <a:cubicBezTo>
                  <a:pt x="843" y="206"/>
                  <a:pt x="842" y="207"/>
                  <a:pt x="842" y="206"/>
                </a:cubicBezTo>
                <a:cubicBezTo>
                  <a:pt x="842" y="206"/>
                  <a:pt x="842" y="206"/>
                  <a:pt x="841" y="206"/>
                </a:cubicBezTo>
                <a:cubicBezTo>
                  <a:pt x="841" y="206"/>
                  <a:pt x="841" y="206"/>
                  <a:pt x="840" y="206"/>
                </a:cubicBezTo>
                <a:cubicBezTo>
                  <a:pt x="839" y="206"/>
                  <a:pt x="837" y="205"/>
                  <a:pt x="836" y="205"/>
                </a:cubicBezTo>
                <a:cubicBezTo>
                  <a:pt x="834" y="205"/>
                  <a:pt x="833" y="205"/>
                  <a:pt x="831" y="205"/>
                </a:cubicBezTo>
                <a:cubicBezTo>
                  <a:pt x="831" y="205"/>
                  <a:pt x="830" y="205"/>
                  <a:pt x="830" y="205"/>
                </a:cubicBezTo>
                <a:cubicBezTo>
                  <a:pt x="829" y="205"/>
                  <a:pt x="828" y="205"/>
                  <a:pt x="828" y="206"/>
                </a:cubicBezTo>
                <a:cubicBezTo>
                  <a:pt x="828" y="206"/>
                  <a:pt x="828" y="207"/>
                  <a:pt x="828" y="207"/>
                </a:cubicBezTo>
                <a:cubicBezTo>
                  <a:pt x="827" y="207"/>
                  <a:pt x="827" y="208"/>
                  <a:pt x="827" y="208"/>
                </a:cubicBezTo>
                <a:cubicBezTo>
                  <a:pt x="827" y="209"/>
                  <a:pt x="827" y="210"/>
                  <a:pt x="827" y="211"/>
                </a:cubicBezTo>
                <a:cubicBezTo>
                  <a:pt x="827" y="212"/>
                  <a:pt x="827" y="213"/>
                  <a:pt x="828" y="213"/>
                </a:cubicBezTo>
                <a:cubicBezTo>
                  <a:pt x="828" y="214"/>
                  <a:pt x="828" y="214"/>
                  <a:pt x="828" y="215"/>
                </a:cubicBezTo>
                <a:cubicBezTo>
                  <a:pt x="829" y="215"/>
                  <a:pt x="831" y="216"/>
                  <a:pt x="832" y="215"/>
                </a:cubicBezTo>
                <a:cubicBezTo>
                  <a:pt x="833" y="215"/>
                  <a:pt x="835" y="215"/>
                  <a:pt x="836" y="214"/>
                </a:cubicBezTo>
                <a:cubicBezTo>
                  <a:pt x="836" y="214"/>
                  <a:pt x="837" y="213"/>
                  <a:pt x="837" y="213"/>
                </a:cubicBezTo>
                <a:cubicBezTo>
                  <a:pt x="838" y="213"/>
                  <a:pt x="839" y="212"/>
                  <a:pt x="839" y="212"/>
                </a:cubicBezTo>
                <a:cubicBezTo>
                  <a:pt x="840" y="212"/>
                  <a:pt x="841" y="212"/>
                  <a:pt x="842" y="212"/>
                </a:cubicBezTo>
                <a:cubicBezTo>
                  <a:pt x="842" y="213"/>
                  <a:pt x="842" y="213"/>
                  <a:pt x="843" y="213"/>
                </a:cubicBezTo>
                <a:cubicBezTo>
                  <a:pt x="844" y="213"/>
                  <a:pt x="845" y="213"/>
                  <a:pt x="846" y="212"/>
                </a:cubicBezTo>
                <a:cubicBezTo>
                  <a:pt x="846" y="212"/>
                  <a:pt x="846" y="212"/>
                  <a:pt x="847" y="212"/>
                </a:cubicBezTo>
                <a:cubicBezTo>
                  <a:pt x="847" y="212"/>
                  <a:pt x="847" y="212"/>
                  <a:pt x="847" y="212"/>
                </a:cubicBezTo>
                <a:cubicBezTo>
                  <a:pt x="848" y="212"/>
                  <a:pt x="848" y="212"/>
                  <a:pt x="848" y="212"/>
                </a:cubicBezTo>
                <a:cubicBezTo>
                  <a:pt x="848" y="212"/>
                  <a:pt x="849" y="212"/>
                  <a:pt x="849" y="212"/>
                </a:cubicBezTo>
                <a:cubicBezTo>
                  <a:pt x="849" y="211"/>
                  <a:pt x="850" y="211"/>
                  <a:pt x="850" y="211"/>
                </a:cubicBezTo>
                <a:cubicBezTo>
                  <a:pt x="851" y="211"/>
                  <a:pt x="852" y="211"/>
                  <a:pt x="852" y="211"/>
                </a:cubicBezTo>
                <a:cubicBezTo>
                  <a:pt x="853" y="212"/>
                  <a:pt x="853" y="212"/>
                  <a:pt x="853" y="212"/>
                </a:cubicBezTo>
                <a:cubicBezTo>
                  <a:pt x="854" y="211"/>
                  <a:pt x="854" y="210"/>
                  <a:pt x="854" y="209"/>
                </a:cubicBezTo>
                <a:cubicBezTo>
                  <a:pt x="854" y="208"/>
                  <a:pt x="853" y="209"/>
                  <a:pt x="853" y="209"/>
                </a:cubicBezTo>
                <a:close/>
                <a:moveTo>
                  <a:pt x="913" y="176"/>
                </a:moveTo>
                <a:cubicBezTo>
                  <a:pt x="914" y="176"/>
                  <a:pt x="915" y="176"/>
                  <a:pt x="915" y="177"/>
                </a:cubicBezTo>
                <a:cubicBezTo>
                  <a:pt x="915" y="178"/>
                  <a:pt x="914" y="178"/>
                  <a:pt x="914" y="179"/>
                </a:cubicBezTo>
                <a:cubicBezTo>
                  <a:pt x="914" y="180"/>
                  <a:pt x="914" y="181"/>
                  <a:pt x="914" y="182"/>
                </a:cubicBezTo>
                <a:cubicBezTo>
                  <a:pt x="915" y="182"/>
                  <a:pt x="915" y="181"/>
                  <a:pt x="915" y="181"/>
                </a:cubicBezTo>
                <a:cubicBezTo>
                  <a:pt x="916" y="181"/>
                  <a:pt x="916" y="181"/>
                  <a:pt x="916" y="181"/>
                </a:cubicBezTo>
                <a:cubicBezTo>
                  <a:pt x="917" y="181"/>
                  <a:pt x="919" y="179"/>
                  <a:pt x="920" y="180"/>
                </a:cubicBezTo>
                <a:cubicBezTo>
                  <a:pt x="920" y="181"/>
                  <a:pt x="920" y="181"/>
                  <a:pt x="920" y="181"/>
                </a:cubicBezTo>
                <a:cubicBezTo>
                  <a:pt x="920" y="182"/>
                  <a:pt x="920" y="182"/>
                  <a:pt x="921" y="182"/>
                </a:cubicBezTo>
                <a:cubicBezTo>
                  <a:pt x="921" y="182"/>
                  <a:pt x="921" y="182"/>
                  <a:pt x="922" y="182"/>
                </a:cubicBezTo>
                <a:cubicBezTo>
                  <a:pt x="922" y="183"/>
                  <a:pt x="922" y="183"/>
                  <a:pt x="922" y="183"/>
                </a:cubicBezTo>
                <a:cubicBezTo>
                  <a:pt x="923" y="183"/>
                  <a:pt x="923" y="183"/>
                  <a:pt x="924" y="182"/>
                </a:cubicBezTo>
                <a:cubicBezTo>
                  <a:pt x="924" y="182"/>
                  <a:pt x="925" y="182"/>
                  <a:pt x="925" y="182"/>
                </a:cubicBezTo>
                <a:cubicBezTo>
                  <a:pt x="926" y="182"/>
                  <a:pt x="926" y="181"/>
                  <a:pt x="926" y="181"/>
                </a:cubicBezTo>
                <a:cubicBezTo>
                  <a:pt x="926" y="180"/>
                  <a:pt x="926" y="179"/>
                  <a:pt x="925" y="178"/>
                </a:cubicBezTo>
                <a:cubicBezTo>
                  <a:pt x="924" y="178"/>
                  <a:pt x="922" y="178"/>
                  <a:pt x="921" y="178"/>
                </a:cubicBezTo>
                <a:cubicBezTo>
                  <a:pt x="921" y="178"/>
                  <a:pt x="920" y="178"/>
                  <a:pt x="920" y="178"/>
                </a:cubicBezTo>
                <a:cubicBezTo>
                  <a:pt x="919" y="178"/>
                  <a:pt x="920" y="177"/>
                  <a:pt x="919" y="177"/>
                </a:cubicBezTo>
                <a:cubicBezTo>
                  <a:pt x="919" y="176"/>
                  <a:pt x="918" y="176"/>
                  <a:pt x="918" y="175"/>
                </a:cubicBezTo>
                <a:cubicBezTo>
                  <a:pt x="918" y="174"/>
                  <a:pt x="922" y="173"/>
                  <a:pt x="920" y="171"/>
                </a:cubicBezTo>
                <a:cubicBezTo>
                  <a:pt x="919" y="171"/>
                  <a:pt x="919" y="171"/>
                  <a:pt x="919" y="170"/>
                </a:cubicBezTo>
                <a:cubicBezTo>
                  <a:pt x="918" y="170"/>
                  <a:pt x="918" y="170"/>
                  <a:pt x="918" y="169"/>
                </a:cubicBezTo>
                <a:cubicBezTo>
                  <a:pt x="918" y="169"/>
                  <a:pt x="917" y="169"/>
                  <a:pt x="917" y="169"/>
                </a:cubicBezTo>
                <a:cubicBezTo>
                  <a:pt x="917" y="168"/>
                  <a:pt x="917" y="168"/>
                  <a:pt x="916" y="168"/>
                </a:cubicBezTo>
                <a:cubicBezTo>
                  <a:pt x="916" y="167"/>
                  <a:pt x="916" y="168"/>
                  <a:pt x="915" y="169"/>
                </a:cubicBezTo>
                <a:cubicBezTo>
                  <a:pt x="915" y="169"/>
                  <a:pt x="915" y="170"/>
                  <a:pt x="914" y="170"/>
                </a:cubicBezTo>
                <a:cubicBezTo>
                  <a:pt x="913" y="170"/>
                  <a:pt x="913" y="169"/>
                  <a:pt x="912" y="169"/>
                </a:cubicBezTo>
                <a:cubicBezTo>
                  <a:pt x="912" y="169"/>
                  <a:pt x="911" y="168"/>
                  <a:pt x="911" y="168"/>
                </a:cubicBezTo>
                <a:cubicBezTo>
                  <a:pt x="910" y="168"/>
                  <a:pt x="911" y="169"/>
                  <a:pt x="911" y="169"/>
                </a:cubicBezTo>
                <a:cubicBezTo>
                  <a:pt x="911" y="170"/>
                  <a:pt x="910" y="170"/>
                  <a:pt x="910" y="171"/>
                </a:cubicBezTo>
                <a:cubicBezTo>
                  <a:pt x="909" y="172"/>
                  <a:pt x="910" y="172"/>
                  <a:pt x="910" y="173"/>
                </a:cubicBezTo>
                <a:cubicBezTo>
                  <a:pt x="911" y="173"/>
                  <a:pt x="911" y="174"/>
                  <a:pt x="911" y="174"/>
                </a:cubicBezTo>
                <a:cubicBezTo>
                  <a:pt x="912" y="175"/>
                  <a:pt x="912" y="176"/>
                  <a:pt x="913" y="176"/>
                </a:cubicBezTo>
                <a:close/>
                <a:moveTo>
                  <a:pt x="912" y="129"/>
                </a:moveTo>
                <a:cubicBezTo>
                  <a:pt x="912" y="129"/>
                  <a:pt x="913" y="129"/>
                  <a:pt x="914" y="129"/>
                </a:cubicBezTo>
                <a:cubicBezTo>
                  <a:pt x="914" y="129"/>
                  <a:pt x="915" y="129"/>
                  <a:pt x="915" y="130"/>
                </a:cubicBezTo>
                <a:cubicBezTo>
                  <a:pt x="915" y="130"/>
                  <a:pt x="915" y="130"/>
                  <a:pt x="915" y="131"/>
                </a:cubicBezTo>
                <a:cubicBezTo>
                  <a:pt x="915" y="132"/>
                  <a:pt x="915" y="133"/>
                  <a:pt x="916" y="134"/>
                </a:cubicBezTo>
                <a:cubicBezTo>
                  <a:pt x="917" y="134"/>
                  <a:pt x="919" y="134"/>
                  <a:pt x="919" y="135"/>
                </a:cubicBezTo>
                <a:cubicBezTo>
                  <a:pt x="919" y="136"/>
                  <a:pt x="918" y="137"/>
                  <a:pt x="917" y="137"/>
                </a:cubicBezTo>
                <a:cubicBezTo>
                  <a:pt x="916" y="138"/>
                  <a:pt x="916" y="139"/>
                  <a:pt x="916" y="140"/>
                </a:cubicBezTo>
                <a:cubicBezTo>
                  <a:pt x="916" y="142"/>
                  <a:pt x="916" y="143"/>
                  <a:pt x="917" y="144"/>
                </a:cubicBezTo>
                <a:cubicBezTo>
                  <a:pt x="917" y="144"/>
                  <a:pt x="917" y="145"/>
                  <a:pt x="917" y="145"/>
                </a:cubicBezTo>
                <a:cubicBezTo>
                  <a:pt x="917" y="146"/>
                  <a:pt x="917" y="146"/>
                  <a:pt x="917" y="147"/>
                </a:cubicBezTo>
                <a:cubicBezTo>
                  <a:pt x="918" y="147"/>
                  <a:pt x="918" y="147"/>
                  <a:pt x="918" y="148"/>
                </a:cubicBezTo>
                <a:cubicBezTo>
                  <a:pt x="919" y="148"/>
                  <a:pt x="919" y="148"/>
                  <a:pt x="919" y="149"/>
                </a:cubicBezTo>
                <a:cubicBezTo>
                  <a:pt x="920" y="149"/>
                  <a:pt x="922" y="149"/>
                  <a:pt x="922" y="150"/>
                </a:cubicBezTo>
                <a:cubicBezTo>
                  <a:pt x="922" y="152"/>
                  <a:pt x="921" y="153"/>
                  <a:pt x="921" y="154"/>
                </a:cubicBezTo>
                <a:cubicBezTo>
                  <a:pt x="921" y="154"/>
                  <a:pt x="921" y="155"/>
                  <a:pt x="921" y="155"/>
                </a:cubicBezTo>
                <a:cubicBezTo>
                  <a:pt x="921" y="156"/>
                  <a:pt x="921" y="156"/>
                  <a:pt x="921" y="156"/>
                </a:cubicBezTo>
                <a:cubicBezTo>
                  <a:pt x="922" y="157"/>
                  <a:pt x="921" y="158"/>
                  <a:pt x="921" y="159"/>
                </a:cubicBezTo>
                <a:cubicBezTo>
                  <a:pt x="921" y="160"/>
                  <a:pt x="921" y="161"/>
                  <a:pt x="921" y="162"/>
                </a:cubicBezTo>
                <a:cubicBezTo>
                  <a:pt x="920" y="163"/>
                  <a:pt x="920" y="164"/>
                  <a:pt x="920" y="165"/>
                </a:cubicBezTo>
                <a:cubicBezTo>
                  <a:pt x="920" y="166"/>
                  <a:pt x="921" y="166"/>
                  <a:pt x="921" y="167"/>
                </a:cubicBezTo>
                <a:cubicBezTo>
                  <a:pt x="922" y="168"/>
                  <a:pt x="923" y="168"/>
                  <a:pt x="924" y="168"/>
                </a:cubicBezTo>
                <a:cubicBezTo>
                  <a:pt x="925" y="169"/>
                  <a:pt x="925" y="169"/>
                  <a:pt x="926" y="170"/>
                </a:cubicBezTo>
                <a:cubicBezTo>
                  <a:pt x="926" y="170"/>
                  <a:pt x="926" y="170"/>
                  <a:pt x="926" y="171"/>
                </a:cubicBezTo>
                <a:cubicBezTo>
                  <a:pt x="926" y="171"/>
                  <a:pt x="927" y="171"/>
                  <a:pt x="927" y="172"/>
                </a:cubicBezTo>
                <a:cubicBezTo>
                  <a:pt x="927" y="172"/>
                  <a:pt x="927" y="172"/>
                  <a:pt x="927" y="172"/>
                </a:cubicBezTo>
                <a:cubicBezTo>
                  <a:pt x="927" y="172"/>
                  <a:pt x="927" y="173"/>
                  <a:pt x="927" y="173"/>
                </a:cubicBezTo>
                <a:cubicBezTo>
                  <a:pt x="928" y="174"/>
                  <a:pt x="928" y="175"/>
                  <a:pt x="928" y="175"/>
                </a:cubicBezTo>
                <a:cubicBezTo>
                  <a:pt x="929" y="176"/>
                  <a:pt x="929" y="177"/>
                  <a:pt x="929" y="177"/>
                </a:cubicBezTo>
                <a:cubicBezTo>
                  <a:pt x="930" y="178"/>
                  <a:pt x="931" y="178"/>
                  <a:pt x="931" y="179"/>
                </a:cubicBezTo>
                <a:cubicBezTo>
                  <a:pt x="933" y="179"/>
                  <a:pt x="934" y="179"/>
                  <a:pt x="935" y="180"/>
                </a:cubicBezTo>
                <a:cubicBezTo>
                  <a:pt x="936" y="180"/>
                  <a:pt x="936" y="181"/>
                  <a:pt x="936" y="181"/>
                </a:cubicBezTo>
                <a:cubicBezTo>
                  <a:pt x="936" y="181"/>
                  <a:pt x="937" y="182"/>
                  <a:pt x="936" y="182"/>
                </a:cubicBezTo>
                <a:cubicBezTo>
                  <a:pt x="936" y="182"/>
                  <a:pt x="936" y="182"/>
                  <a:pt x="936" y="182"/>
                </a:cubicBezTo>
                <a:cubicBezTo>
                  <a:pt x="936" y="182"/>
                  <a:pt x="936" y="183"/>
                  <a:pt x="936" y="183"/>
                </a:cubicBezTo>
                <a:cubicBezTo>
                  <a:pt x="937" y="183"/>
                  <a:pt x="937" y="183"/>
                  <a:pt x="938" y="183"/>
                </a:cubicBezTo>
                <a:cubicBezTo>
                  <a:pt x="938" y="183"/>
                  <a:pt x="938" y="183"/>
                  <a:pt x="938" y="183"/>
                </a:cubicBezTo>
                <a:cubicBezTo>
                  <a:pt x="938" y="183"/>
                  <a:pt x="938" y="183"/>
                  <a:pt x="938" y="183"/>
                </a:cubicBezTo>
                <a:cubicBezTo>
                  <a:pt x="938" y="183"/>
                  <a:pt x="939" y="183"/>
                  <a:pt x="939" y="183"/>
                </a:cubicBezTo>
                <a:cubicBezTo>
                  <a:pt x="939" y="183"/>
                  <a:pt x="939" y="183"/>
                  <a:pt x="939" y="184"/>
                </a:cubicBezTo>
                <a:cubicBezTo>
                  <a:pt x="939" y="184"/>
                  <a:pt x="940" y="184"/>
                  <a:pt x="940" y="184"/>
                </a:cubicBezTo>
                <a:cubicBezTo>
                  <a:pt x="941" y="184"/>
                  <a:pt x="941" y="184"/>
                  <a:pt x="941" y="184"/>
                </a:cubicBezTo>
                <a:cubicBezTo>
                  <a:pt x="941" y="184"/>
                  <a:pt x="941" y="184"/>
                  <a:pt x="941" y="184"/>
                </a:cubicBezTo>
                <a:cubicBezTo>
                  <a:pt x="941" y="183"/>
                  <a:pt x="940" y="183"/>
                  <a:pt x="939" y="182"/>
                </a:cubicBezTo>
                <a:cubicBezTo>
                  <a:pt x="939" y="182"/>
                  <a:pt x="939" y="181"/>
                  <a:pt x="938" y="181"/>
                </a:cubicBezTo>
                <a:cubicBezTo>
                  <a:pt x="938" y="181"/>
                  <a:pt x="938" y="180"/>
                  <a:pt x="937" y="180"/>
                </a:cubicBezTo>
                <a:cubicBezTo>
                  <a:pt x="937" y="180"/>
                  <a:pt x="937" y="180"/>
                  <a:pt x="936" y="179"/>
                </a:cubicBezTo>
                <a:cubicBezTo>
                  <a:pt x="936" y="179"/>
                  <a:pt x="936" y="179"/>
                  <a:pt x="936" y="179"/>
                </a:cubicBezTo>
                <a:cubicBezTo>
                  <a:pt x="936" y="179"/>
                  <a:pt x="936" y="178"/>
                  <a:pt x="935" y="178"/>
                </a:cubicBezTo>
                <a:cubicBezTo>
                  <a:pt x="935" y="178"/>
                  <a:pt x="935" y="177"/>
                  <a:pt x="935" y="177"/>
                </a:cubicBezTo>
                <a:cubicBezTo>
                  <a:pt x="934" y="177"/>
                  <a:pt x="934" y="176"/>
                  <a:pt x="934" y="176"/>
                </a:cubicBezTo>
                <a:cubicBezTo>
                  <a:pt x="933" y="174"/>
                  <a:pt x="932" y="173"/>
                  <a:pt x="931" y="171"/>
                </a:cubicBezTo>
                <a:cubicBezTo>
                  <a:pt x="931" y="170"/>
                  <a:pt x="930" y="170"/>
                  <a:pt x="930" y="169"/>
                </a:cubicBezTo>
                <a:cubicBezTo>
                  <a:pt x="930" y="168"/>
                  <a:pt x="929" y="168"/>
                  <a:pt x="929" y="167"/>
                </a:cubicBezTo>
                <a:cubicBezTo>
                  <a:pt x="929" y="166"/>
                  <a:pt x="929" y="166"/>
                  <a:pt x="929" y="165"/>
                </a:cubicBezTo>
                <a:cubicBezTo>
                  <a:pt x="929" y="165"/>
                  <a:pt x="929" y="165"/>
                  <a:pt x="929" y="164"/>
                </a:cubicBezTo>
                <a:cubicBezTo>
                  <a:pt x="928" y="163"/>
                  <a:pt x="928" y="162"/>
                  <a:pt x="927" y="161"/>
                </a:cubicBezTo>
                <a:cubicBezTo>
                  <a:pt x="927" y="160"/>
                  <a:pt x="927" y="160"/>
                  <a:pt x="926" y="160"/>
                </a:cubicBezTo>
                <a:cubicBezTo>
                  <a:pt x="926" y="159"/>
                  <a:pt x="926" y="159"/>
                  <a:pt x="926" y="159"/>
                </a:cubicBezTo>
                <a:cubicBezTo>
                  <a:pt x="926" y="158"/>
                  <a:pt x="927" y="157"/>
                  <a:pt x="926" y="156"/>
                </a:cubicBezTo>
                <a:cubicBezTo>
                  <a:pt x="926" y="156"/>
                  <a:pt x="926" y="156"/>
                  <a:pt x="926" y="156"/>
                </a:cubicBezTo>
                <a:cubicBezTo>
                  <a:pt x="927" y="156"/>
                  <a:pt x="927" y="156"/>
                  <a:pt x="927" y="156"/>
                </a:cubicBezTo>
                <a:cubicBezTo>
                  <a:pt x="927" y="155"/>
                  <a:pt x="927" y="155"/>
                  <a:pt x="927" y="155"/>
                </a:cubicBezTo>
                <a:cubicBezTo>
                  <a:pt x="927" y="154"/>
                  <a:pt x="927" y="153"/>
                  <a:pt x="927" y="153"/>
                </a:cubicBezTo>
                <a:cubicBezTo>
                  <a:pt x="927" y="152"/>
                  <a:pt x="927" y="152"/>
                  <a:pt x="927" y="152"/>
                </a:cubicBezTo>
                <a:cubicBezTo>
                  <a:pt x="927" y="151"/>
                  <a:pt x="927" y="151"/>
                  <a:pt x="927" y="151"/>
                </a:cubicBezTo>
                <a:cubicBezTo>
                  <a:pt x="927" y="151"/>
                  <a:pt x="927" y="151"/>
                  <a:pt x="926" y="151"/>
                </a:cubicBezTo>
                <a:cubicBezTo>
                  <a:pt x="926" y="150"/>
                  <a:pt x="926" y="150"/>
                  <a:pt x="926" y="150"/>
                </a:cubicBezTo>
                <a:cubicBezTo>
                  <a:pt x="926" y="149"/>
                  <a:pt x="926" y="149"/>
                  <a:pt x="926" y="149"/>
                </a:cubicBezTo>
                <a:cubicBezTo>
                  <a:pt x="926" y="149"/>
                  <a:pt x="926" y="148"/>
                  <a:pt x="926" y="148"/>
                </a:cubicBezTo>
                <a:cubicBezTo>
                  <a:pt x="927" y="148"/>
                  <a:pt x="926" y="147"/>
                  <a:pt x="927" y="146"/>
                </a:cubicBezTo>
                <a:cubicBezTo>
                  <a:pt x="927" y="146"/>
                  <a:pt x="928" y="145"/>
                  <a:pt x="928" y="145"/>
                </a:cubicBezTo>
                <a:cubicBezTo>
                  <a:pt x="929" y="145"/>
                  <a:pt x="929" y="145"/>
                  <a:pt x="929" y="145"/>
                </a:cubicBezTo>
                <a:cubicBezTo>
                  <a:pt x="930" y="145"/>
                  <a:pt x="931" y="145"/>
                  <a:pt x="931" y="145"/>
                </a:cubicBezTo>
                <a:cubicBezTo>
                  <a:pt x="931" y="145"/>
                  <a:pt x="931" y="145"/>
                  <a:pt x="932" y="146"/>
                </a:cubicBezTo>
                <a:cubicBezTo>
                  <a:pt x="932" y="146"/>
                  <a:pt x="932" y="146"/>
                  <a:pt x="932" y="146"/>
                </a:cubicBezTo>
                <a:cubicBezTo>
                  <a:pt x="933" y="146"/>
                  <a:pt x="933" y="146"/>
                  <a:pt x="934" y="146"/>
                </a:cubicBezTo>
                <a:cubicBezTo>
                  <a:pt x="934" y="146"/>
                  <a:pt x="934" y="146"/>
                  <a:pt x="934" y="146"/>
                </a:cubicBezTo>
                <a:cubicBezTo>
                  <a:pt x="935" y="147"/>
                  <a:pt x="936" y="147"/>
                  <a:pt x="936" y="147"/>
                </a:cubicBezTo>
                <a:cubicBezTo>
                  <a:pt x="937" y="147"/>
                  <a:pt x="937" y="147"/>
                  <a:pt x="938" y="147"/>
                </a:cubicBezTo>
                <a:cubicBezTo>
                  <a:pt x="938" y="147"/>
                  <a:pt x="939" y="147"/>
                  <a:pt x="940" y="147"/>
                </a:cubicBezTo>
                <a:cubicBezTo>
                  <a:pt x="940" y="147"/>
                  <a:pt x="941" y="147"/>
                  <a:pt x="942" y="147"/>
                </a:cubicBezTo>
                <a:cubicBezTo>
                  <a:pt x="942" y="147"/>
                  <a:pt x="943" y="147"/>
                  <a:pt x="943" y="148"/>
                </a:cubicBezTo>
                <a:cubicBezTo>
                  <a:pt x="943" y="148"/>
                  <a:pt x="944" y="149"/>
                  <a:pt x="945" y="149"/>
                </a:cubicBezTo>
                <a:cubicBezTo>
                  <a:pt x="946" y="150"/>
                  <a:pt x="947" y="150"/>
                  <a:pt x="948" y="150"/>
                </a:cubicBezTo>
                <a:cubicBezTo>
                  <a:pt x="949" y="150"/>
                  <a:pt x="950" y="151"/>
                  <a:pt x="952" y="151"/>
                </a:cubicBezTo>
                <a:cubicBezTo>
                  <a:pt x="952" y="151"/>
                  <a:pt x="953" y="151"/>
                  <a:pt x="953" y="152"/>
                </a:cubicBezTo>
                <a:cubicBezTo>
                  <a:pt x="953" y="152"/>
                  <a:pt x="954" y="153"/>
                  <a:pt x="954" y="153"/>
                </a:cubicBezTo>
                <a:cubicBezTo>
                  <a:pt x="954" y="152"/>
                  <a:pt x="954" y="152"/>
                  <a:pt x="954" y="152"/>
                </a:cubicBezTo>
                <a:cubicBezTo>
                  <a:pt x="954" y="151"/>
                  <a:pt x="953" y="151"/>
                  <a:pt x="953" y="151"/>
                </a:cubicBezTo>
                <a:cubicBezTo>
                  <a:pt x="953" y="151"/>
                  <a:pt x="953" y="150"/>
                  <a:pt x="952" y="150"/>
                </a:cubicBezTo>
                <a:cubicBezTo>
                  <a:pt x="952" y="150"/>
                  <a:pt x="951" y="150"/>
                  <a:pt x="951" y="150"/>
                </a:cubicBezTo>
                <a:cubicBezTo>
                  <a:pt x="951" y="150"/>
                  <a:pt x="951" y="150"/>
                  <a:pt x="951" y="150"/>
                </a:cubicBezTo>
                <a:cubicBezTo>
                  <a:pt x="950" y="150"/>
                  <a:pt x="950" y="150"/>
                  <a:pt x="949" y="149"/>
                </a:cubicBezTo>
                <a:cubicBezTo>
                  <a:pt x="949" y="149"/>
                  <a:pt x="949" y="149"/>
                  <a:pt x="948" y="149"/>
                </a:cubicBezTo>
                <a:cubicBezTo>
                  <a:pt x="948" y="149"/>
                  <a:pt x="948" y="148"/>
                  <a:pt x="948" y="148"/>
                </a:cubicBezTo>
                <a:cubicBezTo>
                  <a:pt x="948" y="147"/>
                  <a:pt x="948" y="147"/>
                  <a:pt x="948" y="147"/>
                </a:cubicBezTo>
                <a:cubicBezTo>
                  <a:pt x="948" y="147"/>
                  <a:pt x="949" y="146"/>
                  <a:pt x="949" y="146"/>
                </a:cubicBezTo>
                <a:cubicBezTo>
                  <a:pt x="949" y="146"/>
                  <a:pt x="948" y="145"/>
                  <a:pt x="948" y="145"/>
                </a:cubicBezTo>
                <a:cubicBezTo>
                  <a:pt x="948" y="144"/>
                  <a:pt x="948" y="144"/>
                  <a:pt x="948" y="143"/>
                </a:cubicBezTo>
                <a:cubicBezTo>
                  <a:pt x="948" y="143"/>
                  <a:pt x="947" y="143"/>
                  <a:pt x="947" y="143"/>
                </a:cubicBezTo>
                <a:cubicBezTo>
                  <a:pt x="947" y="143"/>
                  <a:pt x="946" y="143"/>
                  <a:pt x="946" y="143"/>
                </a:cubicBezTo>
                <a:cubicBezTo>
                  <a:pt x="945" y="143"/>
                  <a:pt x="945" y="142"/>
                  <a:pt x="944" y="142"/>
                </a:cubicBezTo>
                <a:cubicBezTo>
                  <a:pt x="944" y="142"/>
                  <a:pt x="943" y="142"/>
                  <a:pt x="943" y="142"/>
                </a:cubicBezTo>
                <a:cubicBezTo>
                  <a:pt x="943" y="142"/>
                  <a:pt x="943" y="142"/>
                  <a:pt x="943" y="142"/>
                </a:cubicBezTo>
                <a:cubicBezTo>
                  <a:pt x="943" y="142"/>
                  <a:pt x="942" y="141"/>
                  <a:pt x="942" y="141"/>
                </a:cubicBezTo>
                <a:cubicBezTo>
                  <a:pt x="942" y="141"/>
                  <a:pt x="942" y="141"/>
                  <a:pt x="942" y="141"/>
                </a:cubicBezTo>
                <a:cubicBezTo>
                  <a:pt x="941" y="141"/>
                  <a:pt x="941" y="141"/>
                  <a:pt x="940" y="141"/>
                </a:cubicBezTo>
                <a:cubicBezTo>
                  <a:pt x="940" y="141"/>
                  <a:pt x="939" y="141"/>
                  <a:pt x="939" y="141"/>
                </a:cubicBezTo>
                <a:cubicBezTo>
                  <a:pt x="939" y="141"/>
                  <a:pt x="939" y="140"/>
                  <a:pt x="939" y="140"/>
                </a:cubicBezTo>
                <a:cubicBezTo>
                  <a:pt x="938" y="140"/>
                  <a:pt x="938" y="140"/>
                  <a:pt x="938" y="140"/>
                </a:cubicBezTo>
                <a:cubicBezTo>
                  <a:pt x="938" y="140"/>
                  <a:pt x="938" y="140"/>
                  <a:pt x="938" y="140"/>
                </a:cubicBezTo>
                <a:cubicBezTo>
                  <a:pt x="938" y="139"/>
                  <a:pt x="938" y="139"/>
                  <a:pt x="938" y="139"/>
                </a:cubicBezTo>
                <a:cubicBezTo>
                  <a:pt x="938" y="139"/>
                  <a:pt x="937" y="139"/>
                  <a:pt x="937" y="139"/>
                </a:cubicBezTo>
                <a:cubicBezTo>
                  <a:pt x="937" y="139"/>
                  <a:pt x="937" y="138"/>
                  <a:pt x="937" y="138"/>
                </a:cubicBezTo>
                <a:cubicBezTo>
                  <a:pt x="936" y="138"/>
                  <a:pt x="936" y="138"/>
                  <a:pt x="936" y="138"/>
                </a:cubicBezTo>
                <a:cubicBezTo>
                  <a:pt x="936" y="138"/>
                  <a:pt x="935" y="137"/>
                  <a:pt x="935" y="137"/>
                </a:cubicBezTo>
                <a:cubicBezTo>
                  <a:pt x="935" y="137"/>
                  <a:pt x="935" y="136"/>
                  <a:pt x="935" y="136"/>
                </a:cubicBezTo>
                <a:cubicBezTo>
                  <a:pt x="935" y="136"/>
                  <a:pt x="936" y="136"/>
                  <a:pt x="936" y="136"/>
                </a:cubicBezTo>
                <a:cubicBezTo>
                  <a:pt x="936" y="135"/>
                  <a:pt x="937" y="135"/>
                  <a:pt x="937" y="135"/>
                </a:cubicBezTo>
                <a:cubicBezTo>
                  <a:pt x="937" y="136"/>
                  <a:pt x="937" y="136"/>
                  <a:pt x="937" y="136"/>
                </a:cubicBezTo>
                <a:cubicBezTo>
                  <a:pt x="938" y="136"/>
                  <a:pt x="938" y="136"/>
                  <a:pt x="938" y="136"/>
                </a:cubicBezTo>
                <a:cubicBezTo>
                  <a:pt x="938" y="135"/>
                  <a:pt x="938" y="135"/>
                  <a:pt x="938" y="135"/>
                </a:cubicBezTo>
                <a:cubicBezTo>
                  <a:pt x="938" y="135"/>
                  <a:pt x="937" y="135"/>
                  <a:pt x="937" y="135"/>
                </a:cubicBezTo>
                <a:cubicBezTo>
                  <a:pt x="937" y="134"/>
                  <a:pt x="938" y="134"/>
                  <a:pt x="938" y="134"/>
                </a:cubicBezTo>
                <a:cubicBezTo>
                  <a:pt x="938" y="134"/>
                  <a:pt x="939" y="133"/>
                  <a:pt x="939" y="133"/>
                </a:cubicBezTo>
                <a:cubicBezTo>
                  <a:pt x="939" y="133"/>
                  <a:pt x="940" y="133"/>
                  <a:pt x="941" y="133"/>
                </a:cubicBezTo>
                <a:cubicBezTo>
                  <a:pt x="941" y="133"/>
                  <a:pt x="942" y="132"/>
                  <a:pt x="943" y="132"/>
                </a:cubicBezTo>
                <a:cubicBezTo>
                  <a:pt x="944" y="131"/>
                  <a:pt x="944" y="131"/>
                  <a:pt x="945" y="131"/>
                </a:cubicBezTo>
                <a:cubicBezTo>
                  <a:pt x="945" y="130"/>
                  <a:pt x="945" y="130"/>
                  <a:pt x="946" y="130"/>
                </a:cubicBezTo>
                <a:cubicBezTo>
                  <a:pt x="946" y="130"/>
                  <a:pt x="946" y="129"/>
                  <a:pt x="947" y="129"/>
                </a:cubicBezTo>
                <a:cubicBezTo>
                  <a:pt x="947" y="129"/>
                  <a:pt x="947" y="129"/>
                  <a:pt x="948" y="129"/>
                </a:cubicBezTo>
                <a:cubicBezTo>
                  <a:pt x="948" y="129"/>
                  <a:pt x="949" y="129"/>
                  <a:pt x="949" y="128"/>
                </a:cubicBezTo>
                <a:cubicBezTo>
                  <a:pt x="948" y="128"/>
                  <a:pt x="949" y="128"/>
                  <a:pt x="949" y="127"/>
                </a:cubicBezTo>
                <a:cubicBezTo>
                  <a:pt x="949" y="127"/>
                  <a:pt x="949" y="127"/>
                  <a:pt x="949" y="127"/>
                </a:cubicBezTo>
                <a:cubicBezTo>
                  <a:pt x="949" y="126"/>
                  <a:pt x="949" y="126"/>
                  <a:pt x="949" y="126"/>
                </a:cubicBezTo>
                <a:cubicBezTo>
                  <a:pt x="949" y="126"/>
                  <a:pt x="949" y="125"/>
                  <a:pt x="949" y="125"/>
                </a:cubicBezTo>
                <a:cubicBezTo>
                  <a:pt x="949" y="125"/>
                  <a:pt x="949" y="124"/>
                  <a:pt x="949" y="124"/>
                </a:cubicBezTo>
                <a:cubicBezTo>
                  <a:pt x="949" y="124"/>
                  <a:pt x="950" y="124"/>
                  <a:pt x="949" y="123"/>
                </a:cubicBezTo>
                <a:cubicBezTo>
                  <a:pt x="949" y="123"/>
                  <a:pt x="949" y="123"/>
                  <a:pt x="949" y="123"/>
                </a:cubicBezTo>
                <a:cubicBezTo>
                  <a:pt x="949" y="123"/>
                  <a:pt x="950" y="122"/>
                  <a:pt x="950" y="122"/>
                </a:cubicBezTo>
                <a:cubicBezTo>
                  <a:pt x="950" y="122"/>
                  <a:pt x="950" y="122"/>
                  <a:pt x="950" y="121"/>
                </a:cubicBezTo>
                <a:cubicBezTo>
                  <a:pt x="950" y="121"/>
                  <a:pt x="950" y="120"/>
                  <a:pt x="950" y="120"/>
                </a:cubicBezTo>
                <a:cubicBezTo>
                  <a:pt x="950" y="120"/>
                  <a:pt x="951" y="120"/>
                  <a:pt x="950" y="119"/>
                </a:cubicBezTo>
                <a:cubicBezTo>
                  <a:pt x="950" y="119"/>
                  <a:pt x="950" y="119"/>
                  <a:pt x="950" y="119"/>
                </a:cubicBezTo>
                <a:cubicBezTo>
                  <a:pt x="950" y="119"/>
                  <a:pt x="949" y="119"/>
                  <a:pt x="949" y="119"/>
                </a:cubicBezTo>
                <a:cubicBezTo>
                  <a:pt x="949" y="119"/>
                  <a:pt x="949" y="118"/>
                  <a:pt x="949" y="118"/>
                </a:cubicBezTo>
                <a:cubicBezTo>
                  <a:pt x="948" y="118"/>
                  <a:pt x="949" y="117"/>
                  <a:pt x="949" y="117"/>
                </a:cubicBezTo>
                <a:cubicBezTo>
                  <a:pt x="949" y="117"/>
                  <a:pt x="948" y="117"/>
                  <a:pt x="949" y="117"/>
                </a:cubicBezTo>
                <a:cubicBezTo>
                  <a:pt x="949" y="116"/>
                  <a:pt x="949" y="116"/>
                  <a:pt x="949" y="116"/>
                </a:cubicBezTo>
                <a:cubicBezTo>
                  <a:pt x="950" y="116"/>
                  <a:pt x="950" y="115"/>
                  <a:pt x="950" y="115"/>
                </a:cubicBezTo>
                <a:cubicBezTo>
                  <a:pt x="950" y="115"/>
                  <a:pt x="949" y="115"/>
                  <a:pt x="949" y="114"/>
                </a:cubicBezTo>
                <a:cubicBezTo>
                  <a:pt x="948" y="114"/>
                  <a:pt x="948" y="114"/>
                  <a:pt x="948" y="114"/>
                </a:cubicBezTo>
                <a:cubicBezTo>
                  <a:pt x="947" y="114"/>
                  <a:pt x="947" y="114"/>
                  <a:pt x="947" y="114"/>
                </a:cubicBezTo>
                <a:cubicBezTo>
                  <a:pt x="947" y="114"/>
                  <a:pt x="947" y="114"/>
                  <a:pt x="946" y="115"/>
                </a:cubicBezTo>
                <a:cubicBezTo>
                  <a:pt x="946" y="115"/>
                  <a:pt x="946" y="114"/>
                  <a:pt x="945" y="114"/>
                </a:cubicBezTo>
                <a:cubicBezTo>
                  <a:pt x="945" y="115"/>
                  <a:pt x="945" y="115"/>
                  <a:pt x="944" y="115"/>
                </a:cubicBezTo>
                <a:cubicBezTo>
                  <a:pt x="944" y="115"/>
                  <a:pt x="944" y="115"/>
                  <a:pt x="944" y="115"/>
                </a:cubicBezTo>
                <a:cubicBezTo>
                  <a:pt x="943" y="116"/>
                  <a:pt x="943" y="115"/>
                  <a:pt x="942" y="115"/>
                </a:cubicBezTo>
                <a:cubicBezTo>
                  <a:pt x="942" y="115"/>
                  <a:pt x="941" y="115"/>
                  <a:pt x="941" y="116"/>
                </a:cubicBezTo>
                <a:cubicBezTo>
                  <a:pt x="940" y="116"/>
                  <a:pt x="939" y="117"/>
                  <a:pt x="939" y="118"/>
                </a:cubicBezTo>
                <a:cubicBezTo>
                  <a:pt x="938" y="118"/>
                  <a:pt x="938" y="119"/>
                  <a:pt x="937" y="119"/>
                </a:cubicBezTo>
                <a:cubicBezTo>
                  <a:pt x="937" y="119"/>
                  <a:pt x="936" y="119"/>
                  <a:pt x="936" y="119"/>
                </a:cubicBezTo>
                <a:cubicBezTo>
                  <a:pt x="936" y="119"/>
                  <a:pt x="936" y="119"/>
                  <a:pt x="935" y="120"/>
                </a:cubicBezTo>
                <a:cubicBezTo>
                  <a:pt x="935" y="120"/>
                  <a:pt x="934" y="120"/>
                  <a:pt x="934" y="120"/>
                </a:cubicBezTo>
                <a:cubicBezTo>
                  <a:pt x="934" y="121"/>
                  <a:pt x="934" y="121"/>
                  <a:pt x="933" y="121"/>
                </a:cubicBezTo>
                <a:cubicBezTo>
                  <a:pt x="933" y="122"/>
                  <a:pt x="933" y="122"/>
                  <a:pt x="933" y="122"/>
                </a:cubicBezTo>
                <a:cubicBezTo>
                  <a:pt x="932" y="123"/>
                  <a:pt x="932" y="123"/>
                  <a:pt x="932" y="123"/>
                </a:cubicBezTo>
                <a:cubicBezTo>
                  <a:pt x="932" y="123"/>
                  <a:pt x="932" y="123"/>
                  <a:pt x="932" y="123"/>
                </a:cubicBezTo>
                <a:cubicBezTo>
                  <a:pt x="932" y="124"/>
                  <a:pt x="932" y="124"/>
                  <a:pt x="932" y="124"/>
                </a:cubicBezTo>
                <a:cubicBezTo>
                  <a:pt x="933" y="124"/>
                  <a:pt x="933" y="123"/>
                  <a:pt x="934" y="124"/>
                </a:cubicBezTo>
                <a:cubicBezTo>
                  <a:pt x="935" y="124"/>
                  <a:pt x="935" y="124"/>
                  <a:pt x="935" y="125"/>
                </a:cubicBezTo>
                <a:cubicBezTo>
                  <a:pt x="935" y="125"/>
                  <a:pt x="935" y="126"/>
                  <a:pt x="935" y="126"/>
                </a:cubicBezTo>
                <a:cubicBezTo>
                  <a:pt x="934" y="127"/>
                  <a:pt x="933" y="127"/>
                  <a:pt x="932" y="127"/>
                </a:cubicBezTo>
                <a:cubicBezTo>
                  <a:pt x="931" y="127"/>
                  <a:pt x="931" y="127"/>
                  <a:pt x="930" y="127"/>
                </a:cubicBezTo>
                <a:cubicBezTo>
                  <a:pt x="930" y="127"/>
                  <a:pt x="929" y="128"/>
                  <a:pt x="929" y="128"/>
                </a:cubicBezTo>
                <a:cubicBezTo>
                  <a:pt x="929" y="128"/>
                  <a:pt x="928" y="129"/>
                  <a:pt x="928" y="129"/>
                </a:cubicBezTo>
                <a:cubicBezTo>
                  <a:pt x="928" y="130"/>
                  <a:pt x="928" y="130"/>
                  <a:pt x="927" y="131"/>
                </a:cubicBezTo>
                <a:cubicBezTo>
                  <a:pt x="927" y="131"/>
                  <a:pt x="927" y="132"/>
                  <a:pt x="927" y="133"/>
                </a:cubicBezTo>
                <a:cubicBezTo>
                  <a:pt x="927" y="133"/>
                  <a:pt x="927" y="134"/>
                  <a:pt x="927" y="134"/>
                </a:cubicBezTo>
                <a:cubicBezTo>
                  <a:pt x="927" y="134"/>
                  <a:pt x="927" y="134"/>
                  <a:pt x="926" y="135"/>
                </a:cubicBezTo>
                <a:cubicBezTo>
                  <a:pt x="926" y="135"/>
                  <a:pt x="926" y="135"/>
                  <a:pt x="926" y="135"/>
                </a:cubicBezTo>
                <a:cubicBezTo>
                  <a:pt x="925" y="135"/>
                  <a:pt x="925" y="136"/>
                  <a:pt x="925" y="136"/>
                </a:cubicBezTo>
                <a:cubicBezTo>
                  <a:pt x="925" y="136"/>
                  <a:pt x="924" y="136"/>
                  <a:pt x="924" y="136"/>
                </a:cubicBezTo>
                <a:cubicBezTo>
                  <a:pt x="924" y="136"/>
                  <a:pt x="923" y="136"/>
                  <a:pt x="923" y="136"/>
                </a:cubicBezTo>
                <a:cubicBezTo>
                  <a:pt x="923" y="136"/>
                  <a:pt x="923" y="136"/>
                  <a:pt x="922" y="136"/>
                </a:cubicBezTo>
                <a:cubicBezTo>
                  <a:pt x="922" y="135"/>
                  <a:pt x="922" y="135"/>
                  <a:pt x="922" y="135"/>
                </a:cubicBezTo>
                <a:cubicBezTo>
                  <a:pt x="922" y="135"/>
                  <a:pt x="922" y="135"/>
                  <a:pt x="921" y="135"/>
                </a:cubicBezTo>
                <a:cubicBezTo>
                  <a:pt x="921" y="134"/>
                  <a:pt x="921" y="134"/>
                  <a:pt x="921" y="134"/>
                </a:cubicBezTo>
                <a:cubicBezTo>
                  <a:pt x="921" y="134"/>
                  <a:pt x="921" y="134"/>
                  <a:pt x="921" y="134"/>
                </a:cubicBezTo>
                <a:cubicBezTo>
                  <a:pt x="920" y="134"/>
                  <a:pt x="920" y="134"/>
                  <a:pt x="920" y="134"/>
                </a:cubicBezTo>
                <a:cubicBezTo>
                  <a:pt x="920" y="134"/>
                  <a:pt x="920" y="134"/>
                  <a:pt x="920" y="134"/>
                </a:cubicBezTo>
                <a:cubicBezTo>
                  <a:pt x="920" y="133"/>
                  <a:pt x="919" y="133"/>
                  <a:pt x="919" y="133"/>
                </a:cubicBezTo>
                <a:cubicBezTo>
                  <a:pt x="919" y="133"/>
                  <a:pt x="919" y="133"/>
                  <a:pt x="919" y="133"/>
                </a:cubicBezTo>
                <a:cubicBezTo>
                  <a:pt x="919" y="132"/>
                  <a:pt x="919" y="132"/>
                  <a:pt x="919" y="132"/>
                </a:cubicBezTo>
                <a:cubicBezTo>
                  <a:pt x="919" y="131"/>
                  <a:pt x="919" y="131"/>
                  <a:pt x="919" y="130"/>
                </a:cubicBezTo>
                <a:cubicBezTo>
                  <a:pt x="920" y="130"/>
                  <a:pt x="920" y="130"/>
                  <a:pt x="920" y="130"/>
                </a:cubicBezTo>
                <a:cubicBezTo>
                  <a:pt x="921" y="129"/>
                  <a:pt x="921" y="129"/>
                  <a:pt x="921" y="129"/>
                </a:cubicBezTo>
                <a:cubicBezTo>
                  <a:pt x="921" y="129"/>
                  <a:pt x="921" y="129"/>
                  <a:pt x="922" y="129"/>
                </a:cubicBezTo>
                <a:cubicBezTo>
                  <a:pt x="922" y="129"/>
                  <a:pt x="922" y="129"/>
                  <a:pt x="922" y="129"/>
                </a:cubicBezTo>
                <a:cubicBezTo>
                  <a:pt x="923" y="129"/>
                  <a:pt x="923" y="128"/>
                  <a:pt x="923" y="128"/>
                </a:cubicBezTo>
                <a:cubicBezTo>
                  <a:pt x="923" y="128"/>
                  <a:pt x="924" y="127"/>
                  <a:pt x="924" y="127"/>
                </a:cubicBezTo>
                <a:cubicBezTo>
                  <a:pt x="924" y="127"/>
                  <a:pt x="924" y="127"/>
                  <a:pt x="924" y="126"/>
                </a:cubicBezTo>
                <a:cubicBezTo>
                  <a:pt x="925" y="126"/>
                  <a:pt x="925" y="126"/>
                  <a:pt x="925" y="126"/>
                </a:cubicBezTo>
                <a:cubicBezTo>
                  <a:pt x="925" y="126"/>
                  <a:pt x="926" y="127"/>
                  <a:pt x="926" y="126"/>
                </a:cubicBezTo>
                <a:cubicBezTo>
                  <a:pt x="927" y="126"/>
                  <a:pt x="927" y="126"/>
                  <a:pt x="927" y="125"/>
                </a:cubicBezTo>
                <a:cubicBezTo>
                  <a:pt x="927" y="125"/>
                  <a:pt x="927" y="124"/>
                  <a:pt x="927" y="124"/>
                </a:cubicBezTo>
                <a:cubicBezTo>
                  <a:pt x="927" y="124"/>
                  <a:pt x="928" y="124"/>
                  <a:pt x="928" y="123"/>
                </a:cubicBezTo>
                <a:cubicBezTo>
                  <a:pt x="928" y="123"/>
                  <a:pt x="928" y="123"/>
                  <a:pt x="928" y="123"/>
                </a:cubicBezTo>
                <a:cubicBezTo>
                  <a:pt x="929" y="122"/>
                  <a:pt x="929" y="122"/>
                  <a:pt x="929" y="122"/>
                </a:cubicBezTo>
                <a:cubicBezTo>
                  <a:pt x="929" y="122"/>
                  <a:pt x="929" y="122"/>
                  <a:pt x="929" y="122"/>
                </a:cubicBezTo>
                <a:cubicBezTo>
                  <a:pt x="929" y="121"/>
                  <a:pt x="929" y="121"/>
                  <a:pt x="929" y="121"/>
                </a:cubicBezTo>
                <a:cubicBezTo>
                  <a:pt x="929" y="121"/>
                  <a:pt x="929" y="121"/>
                  <a:pt x="929" y="121"/>
                </a:cubicBezTo>
                <a:cubicBezTo>
                  <a:pt x="929" y="120"/>
                  <a:pt x="929" y="120"/>
                  <a:pt x="929" y="120"/>
                </a:cubicBezTo>
                <a:cubicBezTo>
                  <a:pt x="929" y="120"/>
                  <a:pt x="930" y="119"/>
                  <a:pt x="930" y="119"/>
                </a:cubicBezTo>
                <a:cubicBezTo>
                  <a:pt x="930" y="119"/>
                  <a:pt x="930" y="118"/>
                  <a:pt x="930" y="118"/>
                </a:cubicBezTo>
                <a:cubicBezTo>
                  <a:pt x="930" y="118"/>
                  <a:pt x="930" y="117"/>
                  <a:pt x="930" y="117"/>
                </a:cubicBezTo>
                <a:cubicBezTo>
                  <a:pt x="930" y="117"/>
                  <a:pt x="930" y="117"/>
                  <a:pt x="930" y="117"/>
                </a:cubicBezTo>
                <a:cubicBezTo>
                  <a:pt x="930" y="117"/>
                  <a:pt x="930" y="117"/>
                  <a:pt x="930" y="117"/>
                </a:cubicBezTo>
                <a:cubicBezTo>
                  <a:pt x="930" y="116"/>
                  <a:pt x="930" y="116"/>
                  <a:pt x="930" y="115"/>
                </a:cubicBezTo>
                <a:cubicBezTo>
                  <a:pt x="930" y="115"/>
                  <a:pt x="930" y="115"/>
                  <a:pt x="930" y="114"/>
                </a:cubicBezTo>
                <a:cubicBezTo>
                  <a:pt x="929" y="114"/>
                  <a:pt x="929" y="114"/>
                  <a:pt x="929" y="113"/>
                </a:cubicBezTo>
                <a:cubicBezTo>
                  <a:pt x="929" y="113"/>
                  <a:pt x="929" y="113"/>
                  <a:pt x="929" y="113"/>
                </a:cubicBezTo>
                <a:cubicBezTo>
                  <a:pt x="929" y="113"/>
                  <a:pt x="929" y="112"/>
                  <a:pt x="929" y="112"/>
                </a:cubicBezTo>
                <a:cubicBezTo>
                  <a:pt x="929" y="112"/>
                  <a:pt x="930" y="112"/>
                  <a:pt x="930" y="111"/>
                </a:cubicBezTo>
                <a:cubicBezTo>
                  <a:pt x="930" y="111"/>
                  <a:pt x="930" y="111"/>
                  <a:pt x="930" y="111"/>
                </a:cubicBezTo>
                <a:cubicBezTo>
                  <a:pt x="930" y="110"/>
                  <a:pt x="929" y="110"/>
                  <a:pt x="929" y="109"/>
                </a:cubicBezTo>
                <a:cubicBezTo>
                  <a:pt x="929" y="109"/>
                  <a:pt x="928" y="108"/>
                  <a:pt x="928" y="108"/>
                </a:cubicBezTo>
                <a:cubicBezTo>
                  <a:pt x="928" y="108"/>
                  <a:pt x="927" y="108"/>
                  <a:pt x="927" y="108"/>
                </a:cubicBezTo>
                <a:cubicBezTo>
                  <a:pt x="927" y="108"/>
                  <a:pt x="927" y="108"/>
                  <a:pt x="927" y="108"/>
                </a:cubicBezTo>
                <a:cubicBezTo>
                  <a:pt x="926" y="108"/>
                  <a:pt x="926" y="108"/>
                  <a:pt x="926" y="108"/>
                </a:cubicBezTo>
                <a:cubicBezTo>
                  <a:pt x="925" y="108"/>
                  <a:pt x="925" y="108"/>
                  <a:pt x="925" y="107"/>
                </a:cubicBezTo>
                <a:cubicBezTo>
                  <a:pt x="925" y="107"/>
                  <a:pt x="925" y="107"/>
                  <a:pt x="925" y="107"/>
                </a:cubicBezTo>
                <a:cubicBezTo>
                  <a:pt x="925" y="107"/>
                  <a:pt x="925" y="106"/>
                  <a:pt x="925" y="106"/>
                </a:cubicBezTo>
                <a:cubicBezTo>
                  <a:pt x="925" y="105"/>
                  <a:pt x="925" y="104"/>
                  <a:pt x="926" y="104"/>
                </a:cubicBezTo>
                <a:cubicBezTo>
                  <a:pt x="926" y="104"/>
                  <a:pt x="927" y="104"/>
                  <a:pt x="927" y="104"/>
                </a:cubicBezTo>
                <a:cubicBezTo>
                  <a:pt x="927" y="104"/>
                  <a:pt x="927" y="103"/>
                  <a:pt x="927" y="103"/>
                </a:cubicBezTo>
                <a:cubicBezTo>
                  <a:pt x="928" y="103"/>
                  <a:pt x="928" y="102"/>
                  <a:pt x="928" y="101"/>
                </a:cubicBezTo>
                <a:cubicBezTo>
                  <a:pt x="928" y="101"/>
                  <a:pt x="929" y="100"/>
                  <a:pt x="929" y="100"/>
                </a:cubicBezTo>
                <a:cubicBezTo>
                  <a:pt x="929" y="100"/>
                  <a:pt x="930" y="100"/>
                  <a:pt x="930" y="99"/>
                </a:cubicBezTo>
                <a:cubicBezTo>
                  <a:pt x="930" y="99"/>
                  <a:pt x="930" y="99"/>
                  <a:pt x="931" y="98"/>
                </a:cubicBezTo>
                <a:cubicBezTo>
                  <a:pt x="931" y="98"/>
                  <a:pt x="931" y="97"/>
                  <a:pt x="931" y="97"/>
                </a:cubicBezTo>
                <a:cubicBezTo>
                  <a:pt x="930" y="97"/>
                  <a:pt x="930" y="97"/>
                  <a:pt x="929" y="97"/>
                </a:cubicBezTo>
                <a:cubicBezTo>
                  <a:pt x="929" y="97"/>
                  <a:pt x="928" y="97"/>
                  <a:pt x="928" y="97"/>
                </a:cubicBezTo>
                <a:cubicBezTo>
                  <a:pt x="928" y="97"/>
                  <a:pt x="928" y="97"/>
                  <a:pt x="928" y="98"/>
                </a:cubicBezTo>
                <a:cubicBezTo>
                  <a:pt x="927" y="98"/>
                  <a:pt x="927" y="98"/>
                  <a:pt x="927" y="98"/>
                </a:cubicBezTo>
                <a:cubicBezTo>
                  <a:pt x="927" y="99"/>
                  <a:pt x="926" y="99"/>
                  <a:pt x="926" y="99"/>
                </a:cubicBezTo>
                <a:cubicBezTo>
                  <a:pt x="925" y="100"/>
                  <a:pt x="925" y="100"/>
                  <a:pt x="924" y="101"/>
                </a:cubicBezTo>
                <a:cubicBezTo>
                  <a:pt x="924" y="101"/>
                  <a:pt x="923" y="102"/>
                  <a:pt x="923" y="103"/>
                </a:cubicBezTo>
                <a:cubicBezTo>
                  <a:pt x="922" y="103"/>
                  <a:pt x="922" y="104"/>
                  <a:pt x="921" y="105"/>
                </a:cubicBezTo>
                <a:cubicBezTo>
                  <a:pt x="921" y="105"/>
                  <a:pt x="920" y="106"/>
                  <a:pt x="920" y="106"/>
                </a:cubicBezTo>
                <a:cubicBezTo>
                  <a:pt x="920" y="107"/>
                  <a:pt x="920" y="107"/>
                  <a:pt x="919" y="108"/>
                </a:cubicBezTo>
                <a:cubicBezTo>
                  <a:pt x="918" y="108"/>
                  <a:pt x="918" y="109"/>
                  <a:pt x="917" y="110"/>
                </a:cubicBezTo>
                <a:cubicBezTo>
                  <a:pt x="917" y="110"/>
                  <a:pt x="917" y="111"/>
                  <a:pt x="917" y="111"/>
                </a:cubicBezTo>
                <a:cubicBezTo>
                  <a:pt x="917" y="111"/>
                  <a:pt x="918" y="112"/>
                  <a:pt x="917" y="112"/>
                </a:cubicBezTo>
                <a:cubicBezTo>
                  <a:pt x="917" y="112"/>
                  <a:pt x="917" y="112"/>
                  <a:pt x="917" y="112"/>
                </a:cubicBezTo>
                <a:cubicBezTo>
                  <a:pt x="917" y="112"/>
                  <a:pt x="916" y="113"/>
                  <a:pt x="917" y="113"/>
                </a:cubicBezTo>
                <a:cubicBezTo>
                  <a:pt x="917" y="113"/>
                  <a:pt x="917" y="113"/>
                  <a:pt x="916" y="114"/>
                </a:cubicBezTo>
                <a:cubicBezTo>
                  <a:pt x="916" y="114"/>
                  <a:pt x="916" y="114"/>
                  <a:pt x="916" y="114"/>
                </a:cubicBezTo>
                <a:cubicBezTo>
                  <a:pt x="916" y="115"/>
                  <a:pt x="916" y="116"/>
                  <a:pt x="916" y="116"/>
                </a:cubicBezTo>
                <a:cubicBezTo>
                  <a:pt x="916" y="117"/>
                  <a:pt x="916" y="117"/>
                  <a:pt x="916" y="118"/>
                </a:cubicBezTo>
                <a:cubicBezTo>
                  <a:pt x="916" y="118"/>
                  <a:pt x="916" y="118"/>
                  <a:pt x="916" y="119"/>
                </a:cubicBezTo>
                <a:cubicBezTo>
                  <a:pt x="916" y="119"/>
                  <a:pt x="916" y="119"/>
                  <a:pt x="915" y="119"/>
                </a:cubicBezTo>
                <a:cubicBezTo>
                  <a:pt x="914" y="121"/>
                  <a:pt x="914" y="122"/>
                  <a:pt x="913" y="123"/>
                </a:cubicBezTo>
                <a:cubicBezTo>
                  <a:pt x="912" y="125"/>
                  <a:pt x="913" y="126"/>
                  <a:pt x="913" y="127"/>
                </a:cubicBezTo>
                <a:cubicBezTo>
                  <a:pt x="913" y="127"/>
                  <a:pt x="913" y="127"/>
                  <a:pt x="913" y="128"/>
                </a:cubicBezTo>
                <a:cubicBezTo>
                  <a:pt x="913" y="128"/>
                  <a:pt x="912" y="128"/>
                  <a:pt x="912" y="129"/>
                </a:cubicBezTo>
                <a:close/>
                <a:moveTo>
                  <a:pt x="919" y="207"/>
                </a:moveTo>
                <a:cubicBezTo>
                  <a:pt x="920" y="207"/>
                  <a:pt x="920" y="206"/>
                  <a:pt x="921" y="206"/>
                </a:cubicBezTo>
                <a:cubicBezTo>
                  <a:pt x="922" y="206"/>
                  <a:pt x="922" y="206"/>
                  <a:pt x="923" y="206"/>
                </a:cubicBezTo>
                <a:cubicBezTo>
                  <a:pt x="924" y="206"/>
                  <a:pt x="926" y="206"/>
                  <a:pt x="928" y="206"/>
                </a:cubicBezTo>
                <a:cubicBezTo>
                  <a:pt x="928" y="206"/>
                  <a:pt x="929" y="207"/>
                  <a:pt x="929" y="207"/>
                </a:cubicBezTo>
                <a:cubicBezTo>
                  <a:pt x="930" y="207"/>
                  <a:pt x="930" y="207"/>
                  <a:pt x="931" y="207"/>
                </a:cubicBezTo>
                <a:cubicBezTo>
                  <a:pt x="932" y="207"/>
                  <a:pt x="933" y="207"/>
                  <a:pt x="933" y="206"/>
                </a:cubicBezTo>
                <a:cubicBezTo>
                  <a:pt x="934" y="206"/>
                  <a:pt x="934" y="205"/>
                  <a:pt x="934" y="204"/>
                </a:cubicBezTo>
                <a:cubicBezTo>
                  <a:pt x="934" y="204"/>
                  <a:pt x="933" y="203"/>
                  <a:pt x="933" y="203"/>
                </a:cubicBezTo>
                <a:cubicBezTo>
                  <a:pt x="933" y="203"/>
                  <a:pt x="932" y="203"/>
                  <a:pt x="932" y="203"/>
                </a:cubicBezTo>
                <a:cubicBezTo>
                  <a:pt x="931" y="203"/>
                  <a:pt x="931" y="202"/>
                  <a:pt x="931" y="202"/>
                </a:cubicBezTo>
                <a:cubicBezTo>
                  <a:pt x="930" y="202"/>
                  <a:pt x="930" y="201"/>
                  <a:pt x="929" y="201"/>
                </a:cubicBezTo>
                <a:cubicBezTo>
                  <a:pt x="929" y="200"/>
                  <a:pt x="928" y="200"/>
                  <a:pt x="927" y="199"/>
                </a:cubicBezTo>
                <a:cubicBezTo>
                  <a:pt x="927" y="199"/>
                  <a:pt x="926" y="199"/>
                  <a:pt x="926" y="199"/>
                </a:cubicBezTo>
                <a:cubicBezTo>
                  <a:pt x="926" y="199"/>
                  <a:pt x="925" y="199"/>
                  <a:pt x="925" y="198"/>
                </a:cubicBezTo>
                <a:cubicBezTo>
                  <a:pt x="925" y="198"/>
                  <a:pt x="924" y="198"/>
                  <a:pt x="924" y="197"/>
                </a:cubicBezTo>
                <a:cubicBezTo>
                  <a:pt x="923" y="197"/>
                  <a:pt x="923" y="197"/>
                  <a:pt x="923" y="196"/>
                </a:cubicBezTo>
                <a:cubicBezTo>
                  <a:pt x="922" y="196"/>
                  <a:pt x="922" y="196"/>
                  <a:pt x="921" y="196"/>
                </a:cubicBezTo>
                <a:cubicBezTo>
                  <a:pt x="921" y="196"/>
                  <a:pt x="920" y="196"/>
                  <a:pt x="919" y="196"/>
                </a:cubicBezTo>
                <a:cubicBezTo>
                  <a:pt x="918" y="196"/>
                  <a:pt x="918" y="197"/>
                  <a:pt x="917" y="198"/>
                </a:cubicBezTo>
                <a:cubicBezTo>
                  <a:pt x="916" y="198"/>
                  <a:pt x="916" y="199"/>
                  <a:pt x="915" y="199"/>
                </a:cubicBezTo>
                <a:cubicBezTo>
                  <a:pt x="915" y="199"/>
                  <a:pt x="914" y="199"/>
                  <a:pt x="914" y="199"/>
                </a:cubicBezTo>
                <a:cubicBezTo>
                  <a:pt x="913" y="199"/>
                  <a:pt x="913" y="200"/>
                  <a:pt x="913" y="201"/>
                </a:cubicBezTo>
                <a:cubicBezTo>
                  <a:pt x="913" y="201"/>
                  <a:pt x="913" y="202"/>
                  <a:pt x="913" y="203"/>
                </a:cubicBezTo>
                <a:cubicBezTo>
                  <a:pt x="912" y="204"/>
                  <a:pt x="912" y="204"/>
                  <a:pt x="913" y="205"/>
                </a:cubicBezTo>
                <a:cubicBezTo>
                  <a:pt x="913" y="205"/>
                  <a:pt x="914" y="206"/>
                  <a:pt x="914" y="206"/>
                </a:cubicBezTo>
                <a:cubicBezTo>
                  <a:pt x="914" y="206"/>
                  <a:pt x="915" y="207"/>
                  <a:pt x="915" y="207"/>
                </a:cubicBezTo>
                <a:cubicBezTo>
                  <a:pt x="916" y="207"/>
                  <a:pt x="918" y="207"/>
                  <a:pt x="919" y="207"/>
                </a:cubicBezTo>
                <a:close/>
                <a:moveTo>
                  <a:pt x="936" y="95"/>
                </a:moveTo>
                <a:cubicBezTo>
                  <a:pt x="936" y="95"/>
                  <a:pt x="936" y="96"/>
                  <a:pt x="936" y="96"/>
                </a:cubicBezTo>
                <a:cubicBezTo>
                  <a:pt x="936" y="98"/>
                  <a:pt x="936" y="99"/>
                  <a:pt x="937" y="100"/>
                </a:cubicBezTo>
                <a:cubicBezTo>
                  <a:pt x="937" y="100"/>
                  <a:pt x="937" y="100"/>
                  <a:pt x="937" y="101"/>
                </a:cubicBezTo>
                <a:cubicBezTo>
                  <a:pt x="937" y="101"/>
                  <a:pt x="937" y="102"/>
                  <a:pt x="937" y="102"/>
                </a:cubicBezTo>
                <a:cubicBezTo>
                  <a:pt x="938" y="102"/>
                  <a:pt x="938" y="102"/>
                  <a:pt x="939" y="102"/>
                </a:cubicBezTo>
                <a:cubicBezTo>
                  <a:pt x="940" y="101"/>
                  <a:pt x="941" y="101"/>
                  <a:pt x="942" y="101"/>
                </a:cubicBezTo>
                <a:cubicBezTo>
                  <a:pt x="943" y="101"/>
                  <a:pt x="943" y="101"/>
                  <a:pt x="944" y="100"/>
                </a:cubicBezTo>
                <a:cubicBezTo>
                  <a:pt x="944" y="100"/>
                  <a:pt x="945" y="100"/>
                  <a:pt x="945" y="99"/>
                </a:cubicBezTo>
                <a:cubicBezTo>
                  <a:pt x="946" y="99"/>
                  <a:pt x="946" y="98"/>
                  <a:pt x="946" y="97"/>
                </a:cubicBezTo>
                <a:cubicBezTo>
                  <a:pt x="946" y="97"/>
                  <a:pt x="947" y="96"/>
                  <a:pt x="947" y="96"/>
                </a:cubicBezTo>
                <a:cubicBezTo>
                  <a:pt x="947" y="95"/>
                  <a:pt x="947" y="95"/>
                  <a:pt x="947" y="94"/>
                </a:cubicBezTo>
                <a:cubicBezTo>
                  <a:pt x="947" y="93"/>
                  <a:pt x="947" y="93"/>
                  <a:pt x="947" y="92"/>
                </a:cubicBezTo>
                <a:cubicBezTo>
                  <a:pt x="948" y="91"/>
                  <a:pt x="948" y="91"/>
                  <a:pt x="949" y="90"/>
                </a:cubicBezTo>
                <a:cubicBezTo>
                  <a:pt x="949" y="89"/>
                  <a:pt x="949" y="88"/>
                  <a:pt x="948" y="88"/>
                </a:cubicBezTo>
                <a:cubicBezTo>
                  <a:pt x="948" y="87"/>
                  <a:pt x="947" y="87"/>
                  <a:pt x="947" y="86"/>
                </a:cubicBezTo>
                <a:cubicBezTo>
                  <a:pt x="946" y="86"/>
                  <a:pt x="946" y="86"/>
                  <a:pt x="946" y="85"/>
                </a:cubicBezTo>
                <a:cubicBezTo>
                  <a:pt x="946" y="85"/>
                  <a:pt x="946" y="84"/>
                  <a:pt x="945" y="85"/>
                </a:cubicBezTo>
                <a:cubicBezTo>
                  <a:pt x="945" y="85"/>
                  <a:pt x="945" y="85"/>
                  <a:pt x="945" y="85"/>
                </a:cubicBezTo>
                <a:cubicBezTo>
                  <a:pt x="944" y="86"/>
                  <a:pt x="943" y="86"/>
                  <a:pt x="943" y="86"/>
                </a:cubicBezTo>
                <a:cubicBezTo>
                  <a:pt x="942" y="86"/>
                  <a:pt x="941" y="87"/>
                  <a:pt x="941" y="87"/>
                </a:cubicBezTo>
                <a:cubicBezTo>
                  <a:pt x="940" y="88"/>
                  <a:pt x="940" y="88"/>
                  <a:pt x="939" y="89"/>
                </a:cubicBezTo>
                <a:cubicBezTo>
                  <a:pt x="939" y="89"/>
                  <a:pt x="938" y="89"/>
                  <a:pt x="938" y="90"/>
                </a:cubicBezTo>
                <a:cubicBezTo>
                  <a:pt x="937" y="91"/>
                  <a:pt x="937" y="92"/>
                  <a:pt x="937" y="92"/>
                </a:cubicBezTo>
                <a:cubicBezTo>
                  <a:pt x="937" y="93"/>
                  <a:pt x="936" y="93"/>
                  <a:pt x="935" y="94"/>
                </a:cubicBezTo>
                <a:cubicBezTo>
                  <a:pt x="935" y="94"/>
                  <a:pt x="935" y="95"/>
                  <a:pt x="936" y="95"/>
                </a:cubicBezTo>
                <a:close/>
                <a:moveTo>
                  <a:pt x="637" y="44"/>
                </a:moveTo>
                <a:cubicBezTo>
                  <a:pt x="637" y="44"/>
                  <a:pt x="637" y="45"/>
                  <a:pt x="637" y="45"/>
                </a:cubicBezTo>
                <a:cubicBezTo>
                  <a:pt x="637" y="46"/>
                  <a:pt x="638" y="46"/>
                  <a:pt x="638" y="46"/>
                </a:cubicBezTo>
                <a:cubicBezTo>
                  <a:pt x="639" y="47"/>
                  <a:pt x="639" y="47"/>
                  <a:pt x="639" y="47"/>
                </a:cubicBezTo>
                <a:cubicBezTo>
                  <a:pt x="640" y="47"/>
                  <a:pt x="640" y="47"/>
                  <a:pt x="640" y="47"/>
                </a:cubicBezTo>
                <a:cubicBezTo>
                  <a:pt x="641" y="47"/>
                  <a:pt x="641" y="46"/>
                  <a:pt x="641" y="46"/>
                </a:cubicBezTo>
                <a:cubicBezTo>
                  <a:pt x="641" y="45"/>
                  <a:pt x="642" y="45"/>
                  <a:pt x="641" y="45"/>
                </a:cubicBezTo>
                <a:cubicBezTo>
                  <a:pt x="641" y="44"/>
                  <a:pt x="641" y="44"/>
                  <a:pt x="640" y="44"/>
                </a:cubicBezTo>
                <a:cubicBezTo>
                  <a:pt x="640" y="43"/>
                  <a:pt x="640" y="43"/>
                  <a:pt x="640" y="43"/>
                </a:cubicBezTo>
                <a:cubicBezTo>
                  <a:pt x="639" y="43"/>
                  <a:pt x="639" y="42"/>
                  <a:pt x="638" y="43"/>
                </a:cubicBezTo>
                <a:cubicBezTo>
                  <a:pt x="638" y="43"/>
                  <a:pt x="638" y="43"/>
                  <a:pt x="638" y="43"/>
                </a:cubicBezTo>
                <a:cubicBezTo>
                  <a:pt x="637" y="43"/>
                  <a:pt x="637" y="44"/>
                  <a:pt x="637" y="44"/>
                </a:cubicBezTo>
                <a:close/>
                <a:moveTo>
                  <a:pt x="641" y="43"/>
                </a:moveTo>
                <a:cubicBezTo>
                  <a:pt x="641" y="43"/>
                  <a:pt x="641" y="43"/>
                  <a:pt x="642" y="43"/>
                </a:cubicBezTo>
                <a:cubicBezTo>
                  <a:pt x="642" y="44"/>
                  <a:pt x="643" y="44"/>
                  <a:pt x="644" y="44"/>
                </a:cubicBezTo>
                <a:cubicBezTo>
                  <a:pt x="644" y="45"/>
                  <a:pt x="644" y="45"/>
                  <a:pt x="644" y="45"/>
                </a:cubicBezTo>
                <a:cubicBezTo>
                  <a:pt x="645" y="45"/>
                  <a:pt x="645" y="45"/>
                  <a:pt x="645" y="45"/>
                </a:cubicBezTo>
                <a:cubicBezTo>
                  <a:pt x="646" y="45"/>
                  <a:pt x="646" y="45"/>
                  <a:pt x="646" y="44"/>
                </a:cubicBezTo>
                <a:cubicBezTo>
                  <a:pt x="646" y="43"/>
                  <a:pt x="646" y="42"/>
                  <a:pt x="646" y="42"/>
                </a:cubicBezTo>
                <a:cubicBezTo>
                  <a:pt x="640" y="42"/>
                  <a:pt x="640" y="42"/>
                  <a:pt x="640" y="42"/>
                </a:cubicBezTo>
                <a:cubicBezTo>
                  <a:pt x="640" y="42"/>
                  <a:pt x="640" y="42"/>
                  <a:pt x="640" y="42"/>
                </a:cubicBezTo>
                <a:cubicBezTo>
                  <a:pt x="640" y="42"/>
                  <a:pt x="641" y="42"/>
                  <a:pt x="641" y="43"/>
                </a:cubicBezTo>
                <a:close/>
                <a:moveTo>
                  <a:pt x="644" y="58"/>
                </a:moveTo>
                <a:cubicBezTo>
                  <a:pt x="644" y="58"/>
                  <a:pt x="644" y="58"/>
                  <a:pt x="643" y="58"/>
                </a:cubicBezTo>
                <a:cubicBezTo>
                  <a:pt x="643" y="58"/>
                  <a:pt x="643" y="58"/>
                  <a:pt x="642" y="58"/>
                </a:cubicBezTo>
                <a:cubicBezTo>
                  <a:pt x="642" y="58"/>
                  <a:pt x="642" y="58"/>
                  <a:pt x="642" y="58"/>
                </a:cubicBezTo>
                <a:cubicBezTo>
                  <a:pt x="642" y="59"/>
                  <a:pt x="642" y="59"/>
                  <a:pt x="642" y="59"/>
                </a:cubicBezTo>
                <a:cubicBezTo>
                  <a:pt x="642" y="59"/>
                  <a:pt x="642" y="59"/>
                  <a:pt x="642" y="60"/>
                </a:cubicBezTo>
                <a:cubicBezTo>
                  <a:pt x="642" y="60"/>
                  <a:pt x="642" y="60"/>
                  <a:pt x="642" y="60"/>
                </a:cubicBezTo>
                <a:cubicBezTo>
                  <a:pt x="643" y="61"/>
                  <a:pt x="643" y="61"/>
                  <a:pt x="643" y="61"/>
                </a:cubicBezTo>
                <a:cubicBezTo>
                  <a:pt x="644" y="61"/>
                  <a:pt x="644" y="61"/>
                  <a:pt x="644" y="61"/>
                </a:cubicBezTo>
                <a:cubicBezTo>
                  <a:pt x="644" y="62"/>
                  <a:pt x="645" y="62"/>
                  <a:pt x="645" y="61"/>
                </a:cubicBezTo>
                <a:cubicBezTo>
                  <a:pt x="645" y="61"/>
                  <a:pt x="645" y="61"/>
                  <a:pt x="645" y="61"/>
                </a:cubicBezTo>
                <a:cubicBezTo>
                  <a:pt x="645" y="61"/>
                  <a:pt x="645" y="61"/>
                  <a:pt x="645" y="60"/>
                </a:cubicBezTo>
                <a:cubicBezTo>
                  <a:pt x="645" y="60"/>
                  <a:pt x="645" y="60"/>
                  <a:pt x="644" y="59"/>
                </a:cubicBezTo>
                <a:cubicBezTo>
                  <a:pt x="644" y="59"/>
                  <a:pt x="644" y="58"/>
                  <a:pt x="644" y="58"/>
                </a:cubicBezTo>
                <a:close/>
                <a:moveTo>
                  <a:pt x="640" y="63"/>
                </a:moveTo>
                <a:cubicBezTo>
                  <a:pt x="640" y="63"/>
                  <a:pt x="639" y="63"/>
                  <a:pt x="639" y="63"/>
                </a:cubicBezTo>
                <a:cubicBezTo>
                  <a:pt x="639" y="62"/>
                  <a:pt x="639" y="62"/>
                  <a:pt x="638" y="62"/>
                </a:cubicBezTo>
                <a:cubicBezTo>
                  <a:pt x="638" y="62"/>
                  <a:pt x="637" y="62"/>
                  <a:pt x="636" y="62"/>
                </a:cubicBezTo>
                <a:cubicBezTo>
                  <a:pt x="635" y="63"/>
                  <a:pt x="635" y="64"/>
                  <a:pt x="635" y="64"/>
                </a:cubicBezTo>
                <a:cubicBezTo>
                  <a:pt x="636" y="65"/>
                  <a:pt x="636" y="65"/>
                  <a:pt x="636" y="65"/>
                </a:cubicBezTo>
                <a:cubicBezTo>
                  <a:pt x="637" y="66"/>
                  <a:pt x="637" y="66"/>
                  <a:pt x="637" y="66"/>
                </a:cubicBezTo>
                <a:cubicBezTo>
                  <a:pt x="637" y="66"/>
                  <a:pt x="638" y="66"/>
                  <a:pt x="638" y="66"/>
                </a:cubicBezTo>
                <a:cubicBezTo>
                  <a:pt x="638" y="67"/>
                  <a:pt x="638" y="67"/>
                  <a:pt x="639" y="68"/>
                </a:cubicBezTo>
                <a:cubicBezTo>
                  <a:pt x="639" y="67"/>
                  <a:pt x="639" y="67"/>
                  <a:pt x="639" y="66"/>
                </a:cubicBezTo>
                <a:cubicBezTo>
                  <a:pt x="639" y="66"/>
                  <a:pt x="639" y="66"/>
                  <a:pt x="639" y="66"/>
                </a:cubicBezTo>
                <a:cubicBezTo>
                  <a:pt x="639" y="65"/>
                  <a:pt x="639" y="65"/>
                  <a:pt x="639" y="65"/>
                </a:cubicBezTo>
                <a:cubicBezTo>
                  <a:pt x="639" y="65"/>
                  <a:pt x="639" y="64"/>
                  <a:pt x="640" y="63"/>
                </a:cubicBezTo>
                <a:close/>
                <a:moveTo>
                  <a:pt x="636" y="61"/>
                </a:moveTo>
                <a:cubicBezTo>
                  <a:pt x="636" y="61"/>
                  <a:pt x="637" y="61"/>
                  <a:pt x="637" y="60"/>
                </a:cubicBezTo>
                <a:cubicBezTo>
                  <a:pt x="637" y="60"/>
                  <a:pt x="637" y="59"/>
                  <a:pt x="636" y="59"/>
                </a:cubicBezTo>
                <a:cubicBezTo>
                  <a:pt x="636" y="59"/>
                  <a:pt x="635" y="59"/>
                  <a:pt x="635" y="59"/>
                </a:cubicBezTo>
                <a:cubicBezTo>
                  <a:pt x="635" y="59"/>
                  <a:pt x="634" y="59"/>
                  <a:pt x="634" y="59"/>
                </a:cubicBezTo>
                <a:cubicBezTo>
                  <a:pt x="634" y="59"/>
                  <a:pt x="635" y="59"/>
                  <a:pt x="635" y="60"/>
                </a:cubicBezTo>
                <a:cubicBezTo>
                  <a:pt x="635" y="60"/>
                  <a:pt x="635" y="61"/>
                  <a:pt x="636" y="61"/>
                </a:cubicBezTo>
                <a:close/>
                <a:moveTo>
                  <a:pt x="628" y="59"/>
                </a:moveTo>
                <a:cubicBezTo>
                  <a:pt x="628" y="59"/>
                  <a:pt x="628" y="60"/>
                  <a:pt x="628" y="60"/>
                </a:cubicBezTo>
                <a:cubicBezTo>
                  <a:pt x="629" y="60"/>
                  <a:pt x="629" y="61"/>
                  <a:pt x="630" y="61"/>
                </a:cubicBezTo>
                <a:cubicBezTo>
                  <a:pt x="630" y="61"/>
                  <a:pt x="630" y="61"/>
                  <a:pt x="631" y="61"/>
                </a:cubicBezTo>
                <a:cubicBezTo>
                  <a:pt x="632" y="61"/>
                  <a:pt x="632" y="61"/>
                  <a:pt x="633" y="61"/>
                </a:cubicBezTo>
                <a:cubicBezTo>
                  <a:pt x="633" y="62"/>
                  <a:pt x="634" y="62"/>
                  <a:pt x="634" y="61"/>
                </a:cubicBezTo>
                <a:cubicBezTo>
                  <a:pt x="635" y="61"/>
                  <a:pt x="634" y="60"/>
                  <a:pt x="634" y="60"/>
                </a:cubicBezTo>
                <a:cubicBezTo>
                  <a:pt x="633" y="60"/>
                  <a:pt x="633" y="60"/>
                  <a:pt x="632" y="59"/>
                </a:cubicBezTo>
                <a:cubicBezTo>
                  <a:pt x="631" y="59"/>
                  <a:pt x="631" y="59"/>
                  <a:pt x="630" y="59"/>
                </a:cubicBezTo>
                <a:cubicBezTo>
                  <a:pt x="629" y="58"/>
                  <a:pt x="628" y="58"/>
                  <a:pt x="628" y="58"/>
                </a:cubicBezTo>
                <a:cubicBezTo>
                  <a:pt x="628" y="58"/>
                  <a:pt x="628" y="58"/>
                  <a:pt x="628" y="58"/>
                </a:cubicBezTo>
                <a:cubicBezTo>
                  <a:pt x="627" y="59"/>
                  <a:pt x="627" y="59"/>
                  <a:pt x="628" y="59"/>
                </a:cubicBezTo>
                <a:close/>
                <a:moveTo>
                  <a:pt x="1010" y="371"/>
                </a:moveTo>
                <a:cubicBezTo>
                  <a:pt x="1010" y="371"/>
                  <a:pt x="1010" y="371"/>
                  <a:pt x="1009" y="371"/>
                </a:cubicBezTo>
                <a:cubicBezTo>
                  <a:pt x="1009" y="372"/>
                  <a:pt x="1009" y="372"/>
                  <a:pt x="1009" y="372"/>
                </a:cubicBezTo>
                <a:cubicBezTo>
                  <a:pt x="1009" y="373"/>
                  <a:pt x="1010" y="373"/>
                  <a:pt x="1010" y="373"/>
                </a:cubicBezTo>
                <a:cubicBezTo>
                  <a:pt x="1010" y="373"/>
                  <a:pt x="1011" y="373"/>
                  <a:pt x="1011" y="373"/>
                </a:cubicBezTo>
                <a:cubicBezTo>
                  <a:pt x="1011" y="373"/>
                  <a:pt x="1012" y="373"/>
                  <a:pt x="1012" y="373"/>
                </a:cubicBezTo>
                <a:cubicBezTo>
                  <a:pt x="1012" y="373"/>
                  <a:pt x="1012" y="372"/>
                  <a:pt x="1012" y="372"/>
                </a:cubicBezTo>
                <a:cubicBezTo>
                  <a:pt x="1013" y="372"/>
                  <a:pt x="1013" y="372"/>
                  <a:pt x="1013" y="372"/>
                </a:cubicBezTo>
                <a:cubicBezTo>
                  <a:pt x="1013" y="372"/>
                  <a:pt x="1012" y="372"/>
                  <a:pt x="1012" y="372"/>
                </a:cubicBezTo>
                <a:cubicBezTo>
                  <a:pt x="1012" y="372"/>
                  <a:pt x="1012" y="371"/>
                  <a:pt x="1011" y="371"/>
                </a:cubicBezTo>
                <a:cubicBezTo>
                  <a:pt x="1011" y="371"/>
                  <a:pt x="1011" y="371"/>
                  <a:pt x="1010" y="371"/>
                </a:cubicBezTo>
                <a:close/>
                <a:moveTo>
                  <a:pt x="933" y="389"/>
                </a:moveTo>
                <a:cubicBezTo>
                  <a:pt x="933" y="389"/>
                  <a:pt x="932" y="389"/>
                  <a:pt x="931" y="389"/>
                </a:cubicBezTo>
                <a:cubicBezTo>
                  <a:pt x="930" y="389"/>
                  <a:pt x="930" y="389"/>
                  <a:pt x="929" y="389"/>
                </a:cubicBezTo>
                <a:cubicBezTo>
                  <a:pt x="928" y="389"/>
                  <a:pt x="927" y="389"/>
                  <a:pt x="927" y="389"/>
                </a:cubicBezTo>
                <a:cubicBezTo>
                  <a:pt x="927" y="389"/>
                  <a:pt x="927" y="389"/>
                  <a:pt x="927" y="389"/>
                </a:cubicBezTo>
                <a:cubicBezTo>
                  <a:pt x="927" y="389"/>
                  <a:pt x="926" y="388"/>
                  <a:pt x="926" y="388"/>
                </a:cubicBezTo>
                <a:cubicBezTo>
                  <a:pt x="926" y="388"/>
                  <a:pt x="926" y="388"/>
                  <a:pt x="925" y="388"/>
                </a:cubicBezTo>
                <a:cubicBezTo>
                  <a:pt x="925" y="388"/>
                  <a:pt x="925" y="388"/>
                  <a:pt x="924" y="388"/>
                </a:cubicBezTo>
                <a:cubicBezTo>
                  <a:pt x="924" y="388"/>
                  <a:pt x="923" y="388"/>
                  <a:pt x="923" y="388"/>
                </a:cubicBezTo>
                <a:cubicBezTo>
                  <a:pt x="923" y="388"/>
                  <a:pt x="923" y="388"/>
                  <a:pt x="923" y="388"/>
                </a:cubicBezTo>
                <a:cubicBezTo>
                  <a:pt x="923" y="389"/>
                  <a:pt x="923" y="389"/>
                  <a:pt x="923" y="390"/>
                </a:cubicBezTo>
                <a:cubicBezTo>
                  <a:pt x="923" y="390"/>
                  <a:pt x="923" y="390"/>
                  <a:pt x="923" y="390"/>
                </a:cubicBezTo>
                <a:cubicBezTo>
                  <a:pt x="924" y="391"/>
                  <a:pt x="925" y="391"/>
                  <a:pt x="925" y="391"/>
                </a:cubicBezTo>
                <a:cubicBezTo>
                  <a:pt x="926" y="391"/>
                  <a:pt x="927" y="391"/>
                  <a:pt x="928" y="391"/>
                </a:cubicBezTo>
                <a:cubicBezTo>
                  <a:pt x="928" y="391"/>
                  <a:pt x="928" y="392"/>
                  <a:pt x="929" y="392"/>
                </a:cubicBezTo>
                <a:cubicBezTo>
                  <a:pt x="929" y="392"/>
                  <a:pt x="929" y="392"/>
                  <a:pt x="929" y="392"/>
                </a:cubicBezTo>
                <a:cubicBezTo>
                  <a:pt x="930" y="392"/>
                  <a:pt x="930" y="393"/>
                  <a:pt x="930" y="392"/>
                </a:cubicBezTo>
                <a:cubicBezTo>
                  <a:pt x="931" y="392"/>
                  <a:pt x="931" y="392"/>
                  <a:pt x="931" y="392"/>
                </a:cubicBezTo>
                <a:cubicBezTo>
                  <a:pt x="931" y="391"/>
                  <a:pt x="931" y="391"/>
                  <a:pt x="931" y="391"/>
                </a:cubicBezTo>
                <a:cubicBezTo>
                  <a:pt x="931" y="390"/>
                  <a:pt x="932" y="390"/>
                  <a:pt x="932" y="390"/>
                </a:cubicBezTo>
                <a:cubicBezTo>
                  <a:pt x="932" y="390"/>
                  <a:pt x="933" y="390"/>
                  <a:pt x="933" y="389"/>
                </a:cubicBezTo>
                <a:close/>
                <a:moveTo>
                  <a:pt x="939" y="258"/>
                </a:moveTo>
                <a:cubicBezTo>
                  <a:pt x="939" y="257"/>
                  <a:pt x="939" y="257"/>
                  <a:pt x="939" y="257"/>
                </a:cubicBezTo>
                <a:cubicBezTo>
                  <a:pt x="939" y="257"/>
                  <a:pt x="939" y="257"/>
                  <a:pt x="939" y="257"/>
                </a:cubicBezTo>
                <a:cubicBezTo>
                  <a:pt x="939" y="257"/>
                  <a:pt x="939" y="257"/>
                  <a:pt x="939" y="257"/>
                </a:cubicBezTo>
                <a:cubicBezTo>
                  <a:pt x="938" y="257"/>
                  <a:pt x="938" y="257"/>
                  <a:pt x="937" y="257"/>
                </a:cubicBezTo>
                <a:cubicBezTo>
                  <a:pt x="937" y="257"/>
                  <a:pt x="936" y="257"/>
                  <a:pt x="936" y="257"/>
                </a:cubicBezTo>
                <a:cubicBezTo>
                  <a:pt x="935" y="258"/>
                  <a:pt x="935" y="258"/>
                  <a:pt x="935" y="258"/>
                </a:cubicBezTo>
                <a:cubicBezTo>
                  <a:pt x="935" y="259"/>
                  <a:pt x="934" y="259"/>
                  <a:pt x="934" y="259"/>
                </a:cubicBezTo>
                <a:cubicBezTo>
                  <a:pt x="933" y="260"/>
                  <a:pt x="932" y="259"/>
                  <a:pt x="931" y="260"/>
                </a:cubicBezTo>
                <a:cubicBezTo>
                  <a:pt x="931" y="260"/>
                  <a:pt x="930" y="260"/>
                  <a:pt x="930" y="260"/>
                </a:cubicBezTo>
                <a:cubicBezTo>
                  <a:pt x="930" y="260"/>
                  <a:pt x="929" y="260"/>
                  <a:pt x="929" y="260"/>
                </a:cubicBezTo>
                <a:cubicBezTo>
                  <a:pt x="928" y="261"/>
                  <a:pt x="928" y="262"/>
                  <a:pt x="928" y="262"/>
                </a:cubicBezTo>
                <a:cubicBezTo>
                  <a:pt x="927" y="262"/>
                  <a:pt x="927" y="262"/>
                  <a:pt x="927" y="262"/>
                </a:cubicBezTo>
                <a:cubicBezTo>
                  <a:pt x="927" y="262"/>
                  <a:pt x="927" y="263"/>
                  <a:pt x="927" y="263"/>
                </a:cubicBezTo>
                <a:cubicBezTo>
                  <a:pt x="927" y="263"/>
                  <a:pt x="927" y="263"/>
                  <a:pt x="927" y="264"/>
                </a:cubicBezTo>
                <a:cubicBezTo>
                  <a:pt x="927" y="264"/>
                  <a:pt x="928" y="264"/>
                  <a:pt x="928" y="264"/>
                </a:cubicBezTo>
                <a:cubicBezTo>
                  <a:pt x="928" y="264"/>
                  <a:pt x="927" y="265"/>
                  <a:pt x="928" y="265"/>
                </a:cubicBezTo>
                <a:cubicBezTo>
                  <a:pt x="928" y="265"/>
                  <a:pt x="928" y="265"/>
                  <a:pt x="928" y="265"/>
                </a:cubicBezTo>
                <a:cubicBezTo>
                  <a:pt x="929" y="265"/>
                  <a:pt x="929" y="265"/>
                  <a:pt x="930" y="264"/>
                </a:cubicBezTo>
                <a:cubicBezTo>
                  <a:pt x="930" y="264"/>
                  <a:pt x="930" y="264"/>
                  <a:pt x="931" y="263"/>
                </a:cubicBezTo>
                <a:cubicBezTo>
                  <a:pt x="931" y="263"/>
                  <a:pt x="931" y="263"/>
                  <a:pt x="932" y="263"/>
                </a:cubicBezTo>
                <a:cubicBezTo>
                  <a:pt x="932" y="262"/>
                  <a:pt x="933" y="262"/>
                  <a:pt x="934" y="262"/>
                </a:cubicBezTo>
                <a:cubicBezTo>
                  <a:pt x="934" y="261"/>
                  <a:pt x="935" y="261"/>
                  <a:pt x="935" y="261"/>
                </a:cubicBezTo>
                <a:cubicBezTo>
                  <a:pt x="935" y="261"/>
                  <a:pt x="935" y="261"/>
                  <a:pt x="936" y="261"/>
                </a:cubicBezTo>
                <a:cubicBezTo>
                  <a:pt x="936" y="261"/>
                  <a:pt x="936" y="261"/>
                  <a:pt x="936" y="261"/>
                </a:cubicBezTo>
                <a:cubicBezTo>
                  <a:pt x="935" y="262"/>
                  <a:pt x="935" y="262"/>
                  <a:pt x="934" y="262"/>
                </a:cubicBezTo>
                <a:cubicBezTo>
                  <a:pt x="934" y="263"/>
                  <a:pt x="933" y="263"/>
                  <a:pt x="933" y="264"/>
                </a:cubicBezTo>
                <a:cubicBezTo>
                  <a:pt x="933" y="264"/>
                  <a:pt x="932" y="264"/>
                  <a:pt x="932" y="265"/>
                </a:cubicBezTo>
                <a:cubicBezTo>
                  <a:pt x="932" y="265"/>
                  <a:pt x="933" y="265"/>
                  <a:pt x="933" y="265"/>
                </a:cubicBezTo>
                <a:cubicBezTo>
                  <a:pt x="934" y="264"/>
                  <a:pt x="934" y="264"/>
                  <a:pt x="935" y="264"/>
                </a:cubicBezTo>
                <a:cubicBezTo>
                  <a:pt x="936" y="264"/>
                  <a:pt x="936" y="263"/>
                  <a:pt x="937" y="263"/>
                </a:cubicBezTo>
                <a:cubicBezTo>
                  <a:pt x="937" y="263"/>
                  <a:pt x="937" y="263"/>
                  <a:pt x="937" y="262"/>
                </a:cubicBezTo>
                <a:cubicBezTo>
                  <a:pt x="937" y="262"/>
                  <a:pt x="937" y="262"/>
                  <a:pt x="937" y="262"/>
                </a:cubicBezTo>
                <a:cubicBezTo>
                  <a:pt x="937" y="261"/>
                  <a:pt x="937" y="261"/>
                  <a:pt x="937" y="261"/>
                </a:cubicBezTo>
                <a:cubicBezTo>
                  <a:pt x="937" y="261"/>
                  <a:pt x="936" y="260"/>
                  <a:pt x="937" y="260"/>
                </a:cubicBezTo>
                <a:cubicBezTo>
                  <a:pt x="937" y="260"/>
                  <a:pt x="938" y="261"/>
                  <a:pt x="939" y="261"/>
                </a:cubicBezTo>
                <a:cubicBezTo>
                  <a:pt x="939" y="261"/>
                  <a:pt x="940" y="260"/>
                  <a:pt x="939" y="260"/>
                </a:cubicBezTo>
                <a:cubicBezTo>
                  <a:pt x="939" y="260"/>
                  <a:pt x="939" y="260"/>
                  <a:pt x="939" y="260"/>
                </a:cubicBezTo>
                <a:cubicBezTo>
                  <a:pt x="939" y="260"/>
                  <a:pt x="939" y="259"/>
                  <a:pt x="939" y="259"/>
                </a:cubicBezTo>
                <a:cubicBezTo>
                  <a:pt x="939" y="259"/>
                  <a:pt x="938" y="259"/>
                  <a:pt x="938" y="259"/>
                </a:cubicBezTo>
                <a:cubicBezTo>
                  <a:pt x="938" y="259"/>
                  <a:pt x="938" y="259"/>
                  <a:pt x="938" y="259"/>
                </a:cubicBezTo>
                <a:cubicBezTo>
                  <a:pt x="939" y="258"/>
                  <a:pt x="939" y="258"/>
                  <a:pt x="939" y="258"/>
                </a:cubicBezTo>
                <a:close/>
                <a:moveTo>
                  <a:pt x="935" y="392"/>
                </a:moveTo>
                <a:cubicBezTo>
                  <a:pt x="935" y="392"/>
                  <a:pt x="935" y="391"/>
                  <a:pt x="935" y="391"/>
                </a:cubicBezTo>
                <a:cubicBezTo>
                  <a:pt x="935" y="391"/>
                  <a:pt x="935" y="391"/>
                  <a:pt x="935" y="391"/>
                </a:cubicBezTo>
                <a:cubicBezTo>
                  <a:pt x="935" y="391"/>
                  <a:pt x="935" y="391"/>
                  <a:pt x="935" y="391"/>
                </a:cubicBezTo>
                <a:cubicBezTo>
                  <a:pt x="934" y="391"/>
                  <a:pt x="934" y="391"/>
                  <a:pt x="933" y="391"/>
                </a:cubicBezTo>
                <a:cubicBezTo>
                  <a:pt x="933" y="391"/>
                  <a:pt x="932" y="391"/>
                  <a:pt x="932" y="391"/>
                </a:cubicBezTo>
                <a:cubicBezTo>
                  <a:pt x="932" y="391"/>
                  <a:pt x="932" y="391"/>
                  <a:pt x="932" y="392"/>
                </a:cubicBezTo>
                <a:cubicBezTo>
                  <a:pt x="932" y="392"/>
                  <a:pt x="932" y="392"/>
                  <a:pt x="932" y="392"/>
                </a:cubicBezTo>
                <a:cubicBezTo>
                  <a:pt x="932" y="392"/>
                  <a:pt x="932" y="393"/>
                  <a:pt x="932" y="393"/>
                </a:cubicBezTo>
                <a:cubicBezTo>
                  <a:pt x="932" y="393"/>
                  <a:pt x="933" y="393"/>
                  <a:pt x="933" y="393"/>
                </a:cubicBezTo>
                <a:cubicBezTo>
                  <a:pt x="933" y="393"/>
                  <a:pt x="934" y="393"/>
                  <a:pt x="934" y="393"/>
                </a:cubicBezTo>
                <a:cubicBezTo>
                  <a:pt x="934" y="393"/>
                  <a:pt x="935" y="393"/>
                  <a:pt x="935" y="393"/>
                </a:cubicBezTo>
                <a:cubicBezTo>
                  <a:pt x="936" y="393"/>
                  <a:pt x="936" y="393"/>
                  <a:pt x="936" y="392"/>
                </a:cubicBezTo>
                <a:cubicBezTo>
                  <a:pt x="935" y="392"/>
                  <a:pt x="935" y="392"/>
                  <a:pt x="935" y="392"/>
                </a:cubicBezTo>
                <a:close/>
                <a:moveTo>
                  <a:pt x="950" y="258"/>
                </a:moveTo>
                <a:cubicBezTo>
                  <a:pt x="950" y="257"/>
                  <a:pt x="950" y="257"/>
                  <a:pt x="949" y="257"/>
                </a:cubicBezTo>
                <a:cubicBezTo>
                  <a:pt x="949" y="257"/>
                  <a:pt x="949" y="258"/>
                  <a:pt x="948" y="258"/>
                </a:cubicBezTo>
                <a:cubicBezTo>
                  <a:pt x="948" y="258"/>
                  <a:pt x="947" y="258"/>
                  <a:pt x="947" y="257"/>
                </a:cubicBezTo>
                <a:cubicBezTo>
                  <a:pt x="946" y="257"/>
                  <a:pt x="946" y="257"/>
                  <a:pt x="945" y="257"/>
                </a:cubicBezTo>
                <a:cubicBezTo>
                  <a:pt x="945" y="257"/>
                  <a:pt x="945" y="258"/>
                  <a:pt x="945" y="258"/>
                </a:cubicBezTo>
                <a:cubicBezTo>
                  <a:pt x="945" y="258"/>
                  <a:pt x="946" y="258"/>
                  <a:pt x="946" y="258"/>
                </a:cubicBezTo>
                <a:cubicBezTo>
                  <a:pt x="946" y="258"/>
                  <a:pt x="946" y="259"/>
                  <a:pt x="946" y="259"/>
                </a:cubicBezTo>
                <a:cubicBezTo>
                  <a:pt x="947" y="259"/>
                  <a:pt x="947" y="260"/>
                  <a:pt x="947" y="260"/>
                </a:cubicBezTo>
                <a:cubicBezTo>
                  <a:pt x="948" y="260"/>
                  <a:pt x="948" y="260"/>
                  <a:pt x="948" y="260"/>
                </a:cubicBezTo>
                <a:cubicBezTo>
                  <a:pt x="948" y="260"/>
                  <a:pt x="949" y="259"/>
                  <a:pt x="949" y="260"/>
                </a:cubicBezTo>
                <a:cubicBezTo>
                  <a:pt x="949" y="260"/>
                  <a:pt x="949" y="260"/>
                  <a:pt x="949" y="260"/>
                </a:cubicBezTo>
                <a:cubicBezTo>
                  <a:pt x="949" y="260"/>
                  <a:pt x="950" y="260"/>
                  <a:pt x="950" y="260"/>
                </a:cubicBezTo>
                <a:cubicBezTo>
                  <a:pt x="950" y="260"/>
                  <a:pt x="950" y="260"/>
                  <a:pt x="950" y="259"/>
                </a:cubicBezTo>
                <a:cubicBezTo>
                  <a:pt x="950" y="259"/>
                  <a:pt x="949" y="258"/>
                  <a:pt x="950" y="258"/>
                </a:cubicBezTo>
                <a:close/>
                <a:moveTo>
                  <a:pt x="944" y="258"/>
                </a:moveTo>
                <a:cubicBezTo>
                  <a:pt x="944" y="257"/>
                  <a:pt x="943" y="257"/>
                  <a:pt x="943" y="257"/>
                </a:cubicBezTo>
                <a:cubicBezTo>
                  <a:pt x="942" y="258"/>
                  <a:pt x="941" y="257"/>
                  <a:pt x="941" y="258"/>
                </a:cubicBezTo>
                <a:cubicBezTo>
                  <a:pt x="941" y="258"/>
                  <a:pt x="941" y="259"/>
                  <a:pt x="941" y="259"/>
                </a:cubicBezTo>
                <a:cubicBezTo>
                  <a:pt x="941" y="259"/>
                  <a:pt x="941" y="259"/>
                  <a:pt x="941" y="260"/>
                </a:cubicBezTo>
                <a:cubicBezTo>
                  <a:pt x="941" y="260"/>
                  <a:pt x="941" y="260"/>
                  <a:pt x="941" y="261"/>
                </a:cubicBezTo>
                <a:cubicBezTo>
                  <a:pt x="941" y="261"/>
                  <a:pt x="942" y="260"/>
                  <a:pt x="942" y="260"/>
                </a:cubicBezTo>
                <a:cubicBezTo>
                  <a:pt x="942" y="260"/>
                  <a:pt x="943" y="260"/>
                  <a:pt x="943" y="260"/>
                </a:cubicBezTo>
                <a:cubicBezTo>
                  <a:pt x="943" y="260"/>
                  <a:pt x="944" y="260"/>
                  <a:pt x="944" y="260"/>
                </a:cubicBezTo>
                <a:cubicBezTo>
                  <a:pt x="945" y="260"/>
                  <a:pt x="945" y="260"/>
                  <a:pt x="945" y="259"/>
                </a:cubicBezTo>
                <a:cubicBezTo>
                  <a:pt x="945" y="259"/>
                  <a:pt x="945" y="259"/>
                  <a:pt x="945" y="258"/>
                </a:cubicBezTo>
                <a:cubicBezTo>
                  <a:pt x="944" y="258"/>
                  <a:pt x="944" y="258"/>
                  <a:pt x="944" y="258"/>
                </a:cubicBezTo>
                <a:close/>
                <a:moveTo>
                  <a:pt x="980" y="380"/>
                </a:moveTo>
                <a:cubicBezTo>
                  <a:pt x="980" y="380"/>
                  <a:pt x="979" y="380"/>
                  <a:pt x="978" y="380"/>
                </a:cubicBezTo>
                <a:cubicBezTo>
                  <a:pt x="978" y="380"/>
                  <a:pt x="977" y="379"/>
                  <a:pt x="977" y="379"/>
                </a:cubicBezTo>
                <a:cubicBezTo>
                  <a:pt x="976" y="379"/>
                  <a:pt x="975" y="379"/>
                  <a:pt x="975" y="379"/>
                </a:cubicBezTo>
                <a:cubicBezTo>
                  <a:pt x="975" y="379"/>
                  <a:pt x="974" y="379"/>
                  <a:pt x="974" y="380"/>
                </a:cubicBezTo>
                <a:cubicBezTo>
                  <a:pt x="974" y="380"/>
                  <a:pt x="974" y="380"/>
                  <a:pt x="974" y="381"/>
                </a:cubicBezTo>
                <a:cubicBezTo>
                  <a:pt x="974" y="381"/>
                  <a:pt x="974" y="381"/>
                  <a:pt x="974" y="381"/>
                </a:cubicBezTo>
                <a:cubicBezTo>
                  <a:pt x="974" y="381"/>
                  <a:pt x="974" y="382"/>
                  <a:pt x="974" y="382"/>
                </a:cubicBezTo>
                <a:cubicBezTo>
                  <a:pt x="974" y="383"/>
                  <a:pt x="975" y="383"/>
                  <a:pt x="975" y="384"/>
                </a:cubicBezTo>
                <a:cubicBezTo>
                  <a:pt x="975" y="384"/>
                  <a:pt x="976" y="385"/>
                  <a:pt x="976" y="385"/>
                </a:cubicBezTo>
                <a:cubicBezTo>
                  <a:pt x="977" y="385"/>
                  <a:pt x="977" y="386"/>
                  <a:pt x="977" y="386"/>
                </a:cubicBezTo>
                <a:cubicBezTo>
                  <a:pt x="978" y="387"/>
                  <a:pt x="979" y="387"/>
                  <a:pt x="979" y="386"/>
                </a:cubicBezTo>
                <a:cubicBezTo>
                  <a:pt x="980" y="385"/>
                  <a:pt x="980" y="385"/>
                  <a:pt x="981" y="384"/>
                </a:cubicBezTo>
                <a:cubicBezTo>
                  <a:pt x="982" y="383"/>
                  <a:pt x="981" y="383"/>
                  <a:pt x="981" y="382"/>
                </a:cubicBezTo>
                <a:cubicBezTo>
                  <a:pt x="981" y="381"/>
                  <a:pt x="981" y="380"/>
                  <a:pt x="980" y="380"/>
                </a:cubicBezTo>
                <a:close/>
                <a:moveTo>
                  <a:pt x="921" y="390"/>
                </a:moveTo>
                <a:cubicBezTo>
                  <a:pt x="921" y="389"/>
                  <a:pt x="920" y="389"/>
                  <a:pt x="920" y="389"/>
                </a:cubicBezTo>
                <a:cubicBezTo>
                  <a:pt x="920" y="389"/>
                  <a:pt x="920" y="390"/>
                  <a:pt x="919" y="390"/>
                </a:cubicBezTo>
                <a:cubicBezTo>
                  <a:pt x="919" y="390"/>
                  <a:pt x="919" y="390"/>
                  <a:pt x="919" y="390"/>
                </a:cubicBezTo>
                <a:cubicBezTo>
                  <a:pt x="919" y="390"/>
                  <a:pt x="918" y="391"/>
                  <a:pt x="918" y="391"/>
                </a:cubicBezTo>
                <a:cubicBezTo>
                  <a:pt x="918" y="391"/>
                  <a:pt x="918" y="392"/>
                  <a:pt x="919" y="392"/>
                </a:cubicBezTo>
                <a:cubicBezTo>
                  <a:pt x="919" y="392"/>
                  <a:pt x="920" y="392"/>
                  <a:pt x="920" y="392"/>
                </a:cubicBezTo>
                <a:cubicBezTo>
                  <a:pt x="921" y="391"/>
                  <a:pt x="923" y="391"/>
                  <a:pt x="922" y="390"/>
                </a:cubicBezTo>
                <a:cubicBezTo>
                  <a:pt x="922" y="390"/>
                  <a:pt x="922" y="390"/>
                  <a:pt x="921" y="390"/>
                </a:cubicBezTo>
                <a:close/>
                <a:moveTo>
                  <a:pt x="895" y="375"/>
                </a:moveTo>
                <a:cubicBezTo>
                  <a:pt x="894" y="375"/>
                  <a:pt x="894" y="375"/>
                  <a:pt x="893" y="375"/>
                </a:cubicBezTo>
                <a:cubicBezTo>
                  <a:pt x="893" y="375"/>
                  <a:pt x="893" y="375"/>
                  <a:pt x="892" y="375"/>
                </a:cubicBezTo>
                <a:cubicBezTo>
                  <a:pt x="892" y="375"/>
                  <a:pt x="892" y="375"/>
                  <a:pt x="892" y="374"/>
                </a:cubicBezTo>
                <a:cubicBezTo>
                  <a:pt x="892" y="374"/>
                  <a:pt x="892" y="374"/>
                  <a:pt x="892" y="374"/>
                </a:cubicBezTo>
                <a:cubicBezTo>
                  <a:pt x="891" y="374"/>
                  <a:pt x="891" y="374"/>
                  <a:pt x="891" y="374"/>
                </a:cubicBezTo>
                <a:cubicBezTo>
                  <a:pt x="891" y="374"/>
                  <a:pt x="890" y="373"/>
                  <a:pt x="890" y="373"/>
                </a:cubicBezTo>
                <a:cubicBezTo>
                  <a:pt x="890" y="372"/>
                  <a:pt x="890" y="372"/>
                  <a:pt x="889" y="372"/>
                </a:cubicBezTo>
                <a:cubicBezTo>
                  <a:pt x="889" y="373"/>
                  <a:pt x="889" y="372"/>
                  <a:pt x="888" y="373"/>
                </a:cubicBezTo>
                <a:cubicBezTo>
                  <a:pt x="888" y="373"/>
                  <a:pt x="887" y="373"/>
                  <a:pt x="886" y="373"/>
                </a:cubicBezTo>
                <a:cubicBezTo>
                  <a:pt x="886" y="373"/>
                  <a:pt x="886" y="373"/>
                  <a:pt x="885" y="373"/>
                </a:cubicBezTo>
                <a:cubicBezTo>
                  <a:pt x="885" y="374"/>
                  <a:pt x="885" y="374"/>
                  <a:pt x="885" y="374"/>
                </a:cubicBezTo>
                <a:cubicBezTo>
                  <a:pt x="885" y="374"/>
                  <a:pt x="884" y="374"/>
                  <a:pt x="884" y="374"/>
                </a:cubicBezTo>
                <a:cubicBezTo>
                  <a:pt x="883" y="374"/>
                  <a:pt x="883" y="374"/>
                  <a:pt x="883" y="375"/>
                </a:cubicBezTo>
                <a:cubicBezTo>
                  <a:pt x="882" y="375"/>
                  <a:pt x="882" y="375"/>
                  <a:pt x="882" y="375"/>
                </a:cubicBezTo>
                <a:cubicBezTo>
                  <a:pt x="881" y="376"/>
                  <a:pt x="880" y="376"/>
                  <a:pt x="879" y="376"/>
                </a:cubicBezTo>
                <a:cubicBezTo>
                  <a:pt x="879" y="376"/>
                  <a:pt x="879" y="376"/>
                  <a:pt x="878" y="377"/>
                </a:cubicBezTo>
                <a:cubicBezTo>
                  <a:pt x="878" y="377"/>
                  <a:pt x="878" y="377"/>
                  <a:pt x="877" y="377"/>
                </a:cubicBezTo>
                <a:cubicBezTo>
                  <a:pt x="877" y="377"/>
                  <a:pt x="877" y="377"/>
                  <a:pt x="877" y="377"/>
                </a:cubicBezTo>
                <a:cubicBezTo>
                  <a:pt x="876" y="377"/>
                  <a:pt x="876" y="377"/>
                  <a:pt x="876" y="377"/>
                </a:cubicBezTo>
                <a:cubicBezTo>
                  <a:pt x="876" y="376"/>
                  <a:pt x="875" y="376"/>
                  <a:pt x="875" y="376"/>
                </a:cubicBezTo>
                <a:cubicBezTo>
                  <a:pt x="875" y="376"/>
                  <a:pt x="875" y="376"/>
                  <a:pt x="874" y="376"/>
                </a:cubicBezTo>
                <a:cubicBezTo>
                  <a:pt x="874" y="376"/>
                  <a:pt x="874" y="376"/>
                  <a:pt x="873" y="376"/>
                </a:cubicBezTo>
                <a:cubicBezTo>
                  <a:pt x="873" y="376"/>
                  <a:pt x="872" y="376"/>
                  <a:pt x="872" y="376"/>
                </a:cubicBezTo>
                <a:cubicBezTo>
                  <a:pt x="872" y="376"/>
                  <a:pt x="872" y="375"/>
                  <a:pt x="872" y="375"/>
                </a:cubicBezTo>
                <a:cubicBezTo>
                  <a:pt x="872" y="375"/>
                  <a:pt x="871" y="375"/>
                  <a:pt x="871" y="376"/>
                </a:cubicBezTo>
                <a:cubicBezTo>
                  <a:pt x="871" y="376"/>
                  <a:pt x="870" y="376"/>
                  <a:pt x="870" y="377"/>
                </a:cubicBezTo>
                <a:cubicBezTo>
                  <a:pt x="870" y="377"/>
                  <a:pt x="870" y="377"/>
                  <a:pt x="870" y="378"/>
                </a:cubicBezTo>
                <a:cubicBezTo>
                  <a:pt x="869" y="378"/>
                  <a:pt x="869" y="378"/>
                  <a:pt x="869" y="378"/>
                </a:cubicBezTo>
                <a:cubicBezTo>
                  <a:pt x="869" y="378"/>
                  <a:pt x="868" y="378"/>
                  <a:pt x="868" y="379"/>
                </a:cubicBezTo>
                <a:cubicBezTo>
                  <a:pt x="868" y="379"/>
                  <a:pt x="868" y="379"/>
                  <a:pt x="868" y="379"/>
                </a:cubicBezTo>
                <a:cubicBezTo>
                  <a:pt x="869" y="379"/>
                  <a:pt x="868" y="379"/>
                  <a:pt x="868" y="380"/>
                </a:cubicBezTo>
                <a:cubicBezTo>
                  <a:pt x="868" y="380"/>
                  <a:pt x="868" y="380"/>
                  <a:pt x="868" y="380"/>
                </a:cubicBezTo>
                <a:cubicBezTo>
                  <a:pt x="867" y="381"/>
                  <a:pt x="867" y="381"/>
                  <a:pt x="867" y="381"/>
                </a:cubicBezTo>
                <a:cubicBezTo>
                  <a:pt x="867" y="381"/>
                  <a:pt x="867" y="381"/>
                  <a:pt x="867" y="382"/>
                </a:cubicBezTo>
                <a:cubicBezTo>
                  <a:pt x="867" y="382"/>
                  <a:pt x="867" y="382"/>
                  <a:pt x="867" y="382"/>
                </a:cubicBezTo>
                <a:cubicBezTo>
                  <a:pt x="867" y="383"/>
                  <a:pt x="867" y="383"/>
                  <a:pt x="867" y="383"/>
                </a:cubicBezTo>
                <a:cubicBezTo>
                  <a:pt x="867" y="383"/>
                  <a:pt x="867" y="384"/>
                  <a:pt x="867" y="384"/>
                </a:cubicBezTo>
                <a:cubicBezTo>
                  <a:pt x="866" y="384"/>
                  <a:pt x="866" y="385"/>
                  <a:pt x="867" y="385"/>
                </a:cubicBezTo>
                <a:cubicBezTo>
                  <a:pt x="867" y="385"/>
                  <a:pt x="867" y="385"/>
                  <a:pt x="868" y="385"/>
                </a:cubicBezTo>
                <a:cubicBezTo>
                  <a:pt x="868" y="384"/>
                  <a:pt x="869" y="384"/>
                  <a:pt x="869" y="384"/>
                </a:cubicBezTo>
                <a:cubicBezTo>
                  <a:pt x="869" y="383"/>
                  <a:pt x="869" y="383"/>
                  <a:pt x="870" y="383"/>
                </a:cubicBezTo>
                <a:cubicBezTo>
                  <a:pt x="870" y="383"/>
                  <a:pt x="870" y="383"/>
                  <a:pt x="871" y="382"/>
                </a:cubicBezTo>
                <a:cubicBezTo>
                  <a:pt x="871" y="382"/>
                  <a:pt x="871" y="382"/>
                  <a:pt x="872" y="382"/>
                </a:cubicBezTo>
                <a:cubicBezTo>
                  <a:pt x="872" y="382"/>
                  <a:pt x="872" y="382"/>
                  <a:pt x="873" y="382"/>
                </a:cubicBezTo>
                <a:cubicBezTo>
                  <a:pt x="874" y="382"/>
                  <a:pt x="874" y="382"/>
                  <a:pt x="875" y="382"/>
                </a:cubicBezTo>
                <a:cubicBezTo>
                  <a:pt x="876" y="382"/>
                  <a:pt x="876" y="382"/>
                  <a:pt x="877" y="382"/>
                </a:cubicBezTo>
                <a:cubicBezTo>
                  <a:pt x="877" y="382"/>
                  <a:pt x="877" y="382"/>
                  <a:pt x="877" y="383"/>
                </a:cubicBezTo>
                <a:cubicBezTo>
                  <a:pt x="877" y="383"/>
                  <a:pt x="878" y="383"/>
                  <a:pt x="878" y="383"/>
                </a:cubicBezTo>
                <a:cubicBezTo>
                  <a:pt x="879" y="383"/>
                  <a:pt x="880" y="383"/>
                  <a:pt x="881" y="383"/>
                </a:cubicBezTo>
                <a:cubicBezTo>
                  <a:pt x="881" y="383"/>
                  <a:pt x="882" y="382"/>
                  <a:pt x="883" y="383"/>
                </a:cubicBezTo>
                <a:cubicBezTo>
                  <a:pt x="883" y="383"/>
                  <a:pt x="883" y="383"/>
                  <a:pt x="884" y="383"/>
                </a:cubicBezTo>
                <a:cubicBezTo>
                  <a:pt x="884" y="383"/>
                  <a:pt x="885" y="383"/>
                  <a:pt x="885" y="383"/>
                </a:cubicBezTo>
                <a:cubicBezTo>
                  <a:pt x="885" y="384"/>
                  <a:pt x="886" y="384"/>
                  <a:pt x="886" y="383"/>
                </a:cubicBezTo>
                <a:cubicBezTo>
                  <a:pt x="887" y="382"/>
                  <a:pt x="887" y="381"/>
                  <a:pt x="888" y="380"/>
                </a:cubicBezTo>
                <a:cubicBezTo>
                  <a:pt x="889" y="379"/>
                  <a:pt x="890" y="378"/>
                  <a:pt x="892" y="378"/>
                </a:cubicBezTo>
                <a:cubicBezTo>
                  <a:pt x="892" y="378"/>
                  <a:pt x="894" y="377"/>
                  <a:pt x="894" y="378"/>
                </a:cubicBezTo>
                <a:cubicBezTo>
                  <a:pt x="895" y="378"/>
                  <a:pt x="896" y="378"/>
                  <a:pt x="896" y="377"/>
                </a:cubicBezTo>
                <a:cubicBezTo>
                  <a:pt x="896" y="377"/>
                  <a:pt x="896" y="376"/>
                  <a:pt x="895" y="376"/>
                </a:cubicBezTo>
                <a:cubicBezTo>
                  <a:pt x="895" y="375"/>
                  <a:pt x="895" y="375"/>
                  <a:pt x="895" y="375"/>
                </a:cubicBezTo>
                <a:close/>
                <a:moveTo>
                  <a:pt x="906" y="253"/>
                </a:moveTo>
                <a:cubicBezTo>
                  <a:pt x="906" y="253"/>
                  <a:pt x="906" y="252"/>
                  <a:pt x="906" y="252"/>
                </a:cubicBezTo>
                <a:cubicBezTo>
                  <a:pt x="905" y="252"/>
                  <a:pt x="905" y="253"/>
                  <a:pt x="905" y="253"/>
                </a:cubicBezTo>
                <a:cubicBezTo>
                  <a:pt x="905" y="254"/>
                  <a:pt x="904" y="253"/>
                  <a:pt x="903" y="253"/>
                </a:cubicBezTo>
                <a:cubicBezTo>
                  <a:pt x="903" y="252"/>
                  <a:pt x="903" y="252"/>
                  <a:pt x="903" y="252"/>
                </a:cubicBezTo>
                <a:cubicBezTo>
                  <a:pt x="903" y="252"/>
                  <a:pt x="903" y="252"/>
                  <a:pt x="903" y="252"/>
                </a:cubicBezTo>
                <a:cubicBezTo>
                  <a:pt x="902" y="252"/>
                  <a:pt x="902" y="251"/>
                  <a:pt x="902" y="251"/>
                </a:cubicBezTo>
                <a:cubicBezTo>
                  <a:pt x="902" y="250"/>
                  <a:pt x="903" y="250"/>
                  <a:pt x="904" y="251"/>
                </a:cubicBezTo>
                <a:cubicBezTo>
                  <a:pt x="904" y="251"/>
                  <a:pt x="904" y="251"/>
                  <a:pt x="904" y="251"/>
                </a:cubicBezTo>
                <a:cubicBezTo>
                  <a:pt x="905" y="250"/>
                  <a:pt x="904" y="250"/>
                  <a:pt x="904" y="249"/>
                </a:cubicBezTo>
                <a:cubicBezTo>
                  <a:pt x="904" y="249"/>
                  <a:pt x="904" y="249"/>
                  <a:pt x="904" y="249"/>
                </a:cubicBezTo>
                <a:cubicBezTo>
                  <a:pt x="903" y="248"/>
                  <a:pt x="903" y="248"/>
                  <a:pt x="902" y="247"/>
                </a:cubicBezTo>
                <a:cubicBezTo>
                  <a:pt x="902" y="247"/>
                  <a:pt x="902" y="247"/>
                  <a:pt x="901" y="247"/>
                </a:cubicBezTo>
                <a:cubicBezTo>
                  <a:pt x="901" y="247"/>
                  <a:pt x="901" y="247"/>
                  <a:pt x="900" y="247"/>
                </a:cubicBezTo>
                <a:cubicBezTo>
                  <a:pt x="900" y="247"/>
                  <a:pt x="899" y="247"/>
                  <a:pt x="899" y="246"/>
                </a:cubicBezTo>
                <a:cubicBezTo>
                  <a:pt x="898" y="246"/>
                  <a:pt x="898" y="246"/>
                  <a:pt x="897" y="245"/>
                </a:cubicBezTo>
                <a:cubicBezTo>
                  <a:pt x="897" y="245"/>
                  <a:pt x="896" y="245"/>
                  <a:pt x="895" y="245"/>
                </a:cubicBezTo>
                <a:cubicBezTo>
                  <a:pt x="894" y="245"/>
                  <a:pt x="892" y="244"/>
                  <a:pt x="891" y="245"/>
                </a:cubicBezTo>
                <a:cubicBezTo>
                  <a:pt x="889" y="245"/>
                  <a:pt x="887" y="245"/>
                  <a:pt x="886" y="245"/>
                </a:cubicBezTo>
                <a:cubicBezTo>
                  <a:pt x="885" y="245"/>
                  <a:pt x="884" y="245"/>
                  <a:pt x="883" y="245"/>
                </a:cubicBezTo>
                <a:cubicBezTo>
                  <a:pt x="883" y="245"/>
                  <a:pt x="882" y="245"/>
                  <a:pt x="881" y="246"/>
                </a:cubicBezTo>
                <a:cubicBezTo>
                  <a:pt x="881" y="246"/>
                  <a:pt x="881" y="246"/>
                  <a:pt x="880" y="247"/>
                </a:cubicBezTo>
                <a:cubicBezTo>
                  <a:pt x="880" y="247"/>
                  <a:pt x="880" y="247"/>
                  <a:pt x="880" y="247"/>
                </a:cubicBezTo>
                <a:cubicBezTo>
                  <a:pt x="879" y="248"/>
                  <a:pt x="878" y="248"/>
                  <a:pt x="878" y="247"/>
                </a:cubicBezTo>
                <a:cubicBezTo>
                  <a:pt x="877" y="247"/>
                  <a:pt x="877" y="247"/>
                  <a:pt x="877" y="247"/>
                </a:cubicBezTo>
                <a:cubicBezTo>
                  <a:pt x="876" y="246"/>
                  <a:pt x="876" y="246"/>
                  <a:pt x="876" y="246"/>
                </a:cubicBezTo>
                <a:cubicBezTo>
                  <a:pt x="875" y="246"/>
                  <a:pt x="875" y="247"/>
                  <a:pt x="875" y="247"/>
                </a:cubicBezTo>
                <a:cubicBezTo>
                  <a:pt x="875" y="247"/>
                  <a:pt x="874" y="247"/>
                  <a:pt x="874" y="248"/>
                </a:cubicBezTo>
                <a:cubicBezTo>
                  <a:pt x="873" y="248"/>
                  <a:pt x="874" y="249"/>
                  <a:pt x="874" y="250"/>
                </a:cubicBezTo>
                <a:cubicBezTo>
                  <a:pt x="874" y="250"/>
                  <a:pt x="873" y="251"/>
                  <a:pt x="873" y="251"/>
                </a:cubicBezTo>
                <a:cubicBezTo>
                  <a:pt x="873" y="251"/>
                  <a:pt x="873" y="252"/>
                  <a:pt x="874" y="252"/>
                </a:cubicBezTo>
                <a:cubicBezTo>
                  <a:pt x="874" y="252"/>
                  <a:pt x="874" y="252"/>
                  <a:pt x="874" y="253"/>
                </a:cubicBezTo>
                <a:cubicBezTo>
                  <a:pt x="874" y="253"/>
                  <a:pt x="873" y="253"/>
                  <a:pt x="874" y="253"/>
                </a:cubicBezTo>
                <a:cubicBezTo>
                  <a:pt x="874" y="254"/>
                  <a:pt x="874" y="254"/>
                  <a:pt x="874" y="254"/>
                </a:cubicBezTo>
                <a:cubicBezTo>
                  <a:pt x="874" y="254"/>
                  <a:pt x="874" y="255"/>
                  <a:pt x="874" y="255"/>
                </a:cubicBezTo>
                <a:cubicBezTo>
                  <a:pt x="874" y="256"/>
                  <a:pt x="875" y="256"/>
                  <a:pt x="875" y="256"/>
                </a:cubicBezTo>
                <a:cubicBezTo>
                  <a:pt x="876" y="257"/>
                  <a:pt x="877" y="257"/>
                  <a:pt x="877" y="257"/>
                </a:cubicBezTo>
                <a:cubicBezTo>
                  <a:pt x="878" y="258"/>
                  <a:pt x="878" y="258"/>
                  <a:pt x="878" y="259"/>
                </a:cubicBezTo>
                <a:cubicBezTo>
                  <a:pt x="878" y="259"/>
                  <a:pt x="878" y="260"/>
                  <a:pt x="879" y="260"/>
                </a:cubicBezTo>
                <a:cubicBezTo>
                  <a:pt x="879" y="260"/>
                  <a:pt x="880" y="260"/>
                  <a:pt x="880" y="260"/>
                </a:cubicBezTo>
                <a:cubicBezTo>
                  <a:pt x="880" y="260"/>
                  <a:pt x="880" y="260"/>
                  <a:pt x="880" y="261"/>
                </a:cubicBezTo>
                <a:cubicBezTo>
                  <a:pt x="880" y="261"/>
                  <a:pt x="881" y="261"/>
                  <a:pt x="882" y="262"/>
                </a:cubicBezTo>
                <a:cubicBezTo>
                  <a:pt x="882" y="262"/>
                  <a:pt x="882" y="262"/>
                  <a:pt x="883" y="263"/>
                </a:cubicBezTo>
                <a:cubicBezTo>
                  <a:pt x="883" y="263"/>
                  <a:pt x="884" y="263"/>
                  <a:pt x="885" y="263"/>
                </a:cubicBezTo>
                <a:cubicBezTo>
                  <a:pt x="885" y="263"/>
                  <a:pt x="886" y="264"/>
                  <a:pt x="886" y="264"/>
                </a:cubicBezTo>
                <a:cubicBezTo>
                  <a:pt x="887" y="265"/>
                  <a:pt x="888" y="265"/>
                  <a:pt x="889" y="265"/>
                </a:cubicBezTo>
                <a:cubicBezTo>
                  <a:pt x="889" y="266"/>
                  <a:pt x="890" y="266"/>
                  <a:pt x="891" y="266"/>
                </a:cubicBezTo>
                <a:cubicBezTo>
                  <a:pt x="891" y="266"/>
                  <a:pt x="892" y="267"/>
                  <a:pt x="892" y="267"/>
                </a:cubicBezTo>
                <a:cubicBezTo>
                  <a:pt x="893" y="267"/>
                  <a:pt x="894" y="267"/>
                  <a:pt x="894" y="267"/>
                </a:cubicBezTo>
                <a:cubicBezTo>
                  <a:pt x="895" y="266"/>
                  <a:pt x="895" y="266"/>
                  <a:pt x="896" y="266"/>
                </a:cubicBezTo>
                <a:cubicBezTo>
                  <a:pt x="897" y="265"/>
                  <a:pt x="898" y="265"/>
                  <a:pt x="899" y="265"/>
                </a:cubicBezTo>
                <a:cubicBezTo>
                  <a:pt x="899" y="265"/>
                  <a:pt x="900" y="264"/>
                  <a:pt x="900" y="264"/>
                </a:cubicBezTo>
                <a:cubicBezTo>
                  <a:pt x="901" y="263"/>
                  <a:pt x="901" y="263"/>
                  <a:pt x="902" y="263"/>
                </a:cubicBezTo>
                <a:cubicBezTo>
                  <a:pt x="902" y="262"/>
                  <a:pt x="903" y="262"/>
                  <a:pt x="904" y="262"/>
                </a:cubicBezTo>
                <a:cubicBezTo>
                  <a:pt x="904" y="262"/>
                  <a:pt x="905" y="262"/>
                  <a:pt x="905" y="262"/>
                </a:cubicBezTo>
                <a:cubicBezTo>
                  <a:pt x="906" y="261"/>
                  <a:pt x="907" y="262"/>
                  <a:pt x="907" y="262"/>
                </a:cubicBezTo>
                <a:cubicBezTo>
                  <a:pt x="908" y="261"/>
                  <a:pt x="908" y="260"/>
                  <a:pt x="908" y="259"/>
                </a:cubicBezTo>
                <a:cubicBezTo>
                  <a:pt x="908" y="257"/>
                  <a:pt x="908" y="256"/>
                  <a:pt x="909" y="255"/>
                </a:cubicBezTo>
                <a:cubicBezTo>
                  <a:pt x="909" y="254"/>
                  <a:pt x="909" y="253"/>
                  <a:pt x="908" y="253"/>
                </a:cubicBezTo>
                <a:cubicBezTo>
                  <a:pt x="908" y="253"/>
                  <a:pt x="907" y="253"/>
                  <a:pt x="906" y="253"/>
                </a:cubicBezTo>
                <a:close/>
                <a:moveTo>
                  <a:pt x="919" y="253"/>
                </a:moveTo>
                <a:cubicBezTo>
                  <a:pt x="919" y="253"/>
                  <a:pt x="919" y="252"/>
                  <a:pt x="919" y="252"/>
                </a:cubicBezTo>
                <a:cubicBezTo>
                  <a:pt x="919" y="252"/>
                  <a:pt x="919" y="252"/>
                  <a:pt x="919" y="252"/>
                </a:cubicBezTo>
                <a:cubicBezTo>
                  <a:pt x="918" y="251"/>
                  <a:pt x="918" y="251"/>
                  <a:pt x="918" y="251"/>
                </a:cubicBezTo>
                <a:cubicBezTo>
                  <a:pt x="918" y="251"/>
                  <a:pt x="918" y="251"/>
                  <a:pt x="918" y="251"/>
                </a:cubicBezTo>
                <a:cubicBezTo>
                  <a:pt x="917" y="251"/>
                  <a:pt x="917" y="250"/>
                  <a:pt x="917" y="250"/>
                </a:cubicBezTo>
                <a:cubicBezTo>
                  <a:pt x="917" y="250"/>
                  <a:pt x="914" y="251"/>
                  <a:pt x="915" y="252"/>
                </a:cubicBezTo>
                <a:cubicBezTo>
                  <a:pt x="915" y="252"/>
                  <a:pt x="916" y="252"/>
                  <a:pt x="916" y="252"/>
                </a:cubicBezTo>
                <a:cubicBezTo>
                  <a:pt x="916" y="252"/>
                  <a:pt x="917" y="252"/>
                  <a:pt x="917" y="253"/>
                </a:cubicBezTo>
                <a:cubicBezTo>
                  <a:pt x="918" y="253"/>
                  <a:pt x="918" y="253"/>
                  <a:pt x="918" y="253"/>
                </a:cubicBezTo>
                <a:cubicBezTo>
                  <a:pt x="918" y="253"/>
                  <a:pt x="919" y="253"/>
                  <a:pt x="919" y="253"/>
                </a:cubicBezTo>
                <a:close/>
                <a:moveTo>
                  <a:pt x="861" y="389"/>
                </a:moveTo>
                <a:cubicBezTo>
                  <a:pt x="861" y="389"/>
                  <a:pt x="860" y="390"/>
                  <a:pt x="860" y="390"/>
                </a:cubicBezTo>
                <a:cubicBezTo>
                  <a:pt x="860" y="391"/>
                  <a:pt x="859" y="391"/>
                  <a:pt x="859" y="391"/>
                </a:cubicBezTo>
                <a:cubicBezTo>
                  <a:pt x="859" y="392"/>
                  <a:pt x="859" y="391"/>
                  <a:pt x="858" y="392"/>
                </a:cubicBezTo>
                <a:cubicBezTo>
                  <a:pt x="858" y="392"/>
                  <a:pt x="858" y="393"/>
                  <a:pt x="858" y="393"/>
                </a:cubicBezTo>
                <a:cubicBezTo>
                  <a:pt x="858" y="393"/>
                  <a:pt x="859" y="393"/>
                  <a:pt x="859" y="393"/>
                </a:cubicBezTo>
                <a:cubicBezTo>
                  <a:pt x="859" y="393"/>
                  <a:pt x="860" y="393"/>
                  <a:pt x="860" y="393"/>
                </a:cubicBezTo>
                <a:cubicBezTo>
                  <a:pt x="860" y="394"/>
                  <a:pt x="860" y="394"/>
                  <a:pt x="860" y="394"/>
                </a:cubicBezTo>
                <a:cubicBezTo>
                  <a:pt x="861" y="393"/>
                  <a:pt x="861" y="393"/>
                  <a:pt x="861" y="392"/>
                </a:cubicBezTo>
                <a:cubicBezTo>
                  <a:pt x="861" y="392"/>
                  <a:pt x="862" y="391"/>
                  <a:pt x="862" y="390"/>
                </a:cubicBezTo>
                <a:cubicBezTo>
                  <a:pt x="862" y="390"/>
                  <a:pt x="862" y="389"/>
                  <a:pt x="862" y="389"/>
                </a:cubicBezTo>
                <a:cubicBezTo>
                  <a:pt x="861" y="389"/>
                  <a:pt x="861" y="389"/>
                  <a:pt x="861" y="389"/>
                </a:cubicBezTo>
                <a:close/>
                <a:moveTo>
                  <a:pt x="928" y="241"/>
                </a:moveTo>
                <a:cubicBezTo>
                  <a:pt x="927" y="241"/>
                  <a:pt x="927" y="241"/>
                  <a:pt x="926" y="241"/>
                </a:cubicBezTo>
                <a:cubicBezTo>
                  <a:pt x="926" y="241"/>
                  <a:pt x="926" y="242"/>
                  <a:pt x="926" y="242"/>
                </a:cubicBezTo>
                <a:cubicBezTo>
                  <a:pt x="926" y="243"/>
                  <a:pt x="925" y="243"/>
                  <a:pt x="925" y="243"/>
                </a:cubicBezTo>
                <a:cubicBezTo>
                  <a:pt x="925" y="244"/>
                  <a:pt x="925" y="244"/>
                  <a:pt x="925" y="244"/>
                </a:cubicBezTo>
                <a:cubicBezTo>
                  <a:pt x="926" y="244"/>
                  <a:pt x="926" y="244"/>
                  <a:pt x="927" y="244"/>
                </a:cubicBezTo>
                <a:cubicBezTo>
                  <a:pt x="927" y="244"/>
                  <a:pt x="928" y="243"/>
                  <a:pt x="928" y="243"/>
                </a:cubicBezTo>
                <a:cubicBezTo>
                  <a:pt x="928" y="242"/>
                  <a:pt x="928" y="242"/>
                  <a:pt x="929" y="242"/>
                </a:cubicBezTo>
                <a:cubicBezTo>
                  <a:pt x="929" y="242"/>
                  <a:pt x="929" y="241"/>
                  <a:pt x="929" y="241"/>
                </a:cubicBezTo>
                <a:cubicBezTo>
                  <a:pt x="929" y="241"/>
                  <a:pt x="928" y="241"/>
                  <a:pt x="928" y="241"/>
                </a:cubicBezTo>
                <a:close/>
                <a:moveTo>
                  <a:pt x="914" y="371"/>
                </a:moveTo>
                <a:cubicBezTo>
                  <a:pt x="913" y="371"/>
                  <a:pt x="912" y="370"/>
                  <a:pt x="911" y="371"/>
                </a:cubicBezTo>
                <a:cubicBezTo>
                  <a:pt x="910" y="371"/>
                  <a:pt x="911" y="372"/>
                  <a:pt x="911" y="373"/>
                </a:cubicBezTo>
                <a:cubicBezTo>
                  <a:pt x="911" y="373"/>
                  <a:pt x="910" y="373"/>
                  <a:pt x="910" y="374"/>
                </a:cubicBezTo>
                <a:cubicBezTo>
                  <a:pt x="910" y="374"/>
                  <a:pt x="910" y="374"/>
                  <a:pt x="910" y="374"/>
                </a:cubicBezTo>
                <a:cubicBezTo>
                  <a:pt x="911" y="375"/>
                  <a:pt x="912" y="374"/>
                  <a:pt x="912" y="374"/>
                </a:cubicBezTo>
                <a:cubicBezTo>
                  <a:pt x="912" y="374"/>
                  <a:pt x="913" y="374"/>
                  <a:pt x="913" y="373"/>
                </a:cubicBezTo>
                <a:cubicBezTo>
                  <a:pt x="913" y="373"/>
                  <a:pt x="914" y="373"/>
                  <a:pt x="914" y="373"/>
                </a:cubicBezTo>
                <a:cubicBezTo>
                  <a:pt x="914" y="373"/>
                  <a:pt x="914" y="372"/>
                  <a:pt x="914" y="372"/>
                </a:cubicBezTo>
                <a:cubicBezTo>
                  <a:pt x="914" y="372"/>
                  <a:pt x="914" y="371"/>
                  <a:pt x="914" y="371"/>
                </a:cubicBezTo>
                <a:cubicBezTo>
                  <a:pt x="914" y="371"/>
                  <a:pt x="914" y="371"/>
                  <a:pt x="914" y="371"/>
                </a:cubicBezTo>
                <a:close/>
                <a:moveTo>
                  <a:pt x="1119" y="346"/>
                </a:moveTo>
                <a:cubicBezTo>
                  <a:pt x="1119" y="346"/>
                  <a:pt x="1119" y="346"/>
                  <a:pt x="1119" y="346"/>
                </a:cubicBezTo>
                <a:cubicBezTo>
                  <a:pt x="1119" y="345"/>
                  <a:pt x="1119" y="345"/>
                  <a:pt x="1119" y="345"/>
                </a:cubicBezTo>
                <a:cubicBezTo>
                  <a:pt x="1118" y="345"/>
                  <a:pt x="1118" y="345"/>
                  <a:pt x="1118" y="345"/>
                </a:cubicBezTo>
                <a:cubicBezTo>
                  <a:pt x="1118" y="345"/>
                  <a:pt x="1118" y="346"/>
                  <a:pt x="1118" y="346"/>
                </a:cubicBezTo>
                <a:cubicBezTo>
                  <a:pt x="1118" y="347"/>
                  <a:pt x="1117" y="347"/>
                  <a:pt x="1117" y="348"/>
                </a:cubicBezTo>
                <a:cubicBezTo>
                  <a:pt x="1116" y="348"/>
                  <a:pt x="1116" y="349"/>
                  <a:pt x="1116" y="349"/>
                </a:cubicBezTo>
                <a:cubicBezTo>
                  <a:pt x="1116" y="349"/>
                  <a:pt x="1116" y="350"/>
                  <a:pt x="1116" y="350"/>
                </a:cubicBezTo>
                <a:cubicBezTo>
                  <a:pt x="1116" y="350"/>
                  <a:pt x="1116" y="350"/>
                  <a:pt x="1116" y="350"/>
                </a:cubicBezTo>
                <a:cubicBezTo>
                  <a:pt x="1116" y="350"/>
                  <a:pt x="1117" y="350"/>
                  <a:pt x="1117" y="350"/>
                </a:cubicBezTo>
                <a:cubicBezTo>
                  <a:pt x="1117" y="350"/>
                  <a:pt x="1117" y="350"/>
                  <a:pt x="1117" y="350"/>
                </a:cubicBezTo>
                <a:cubicBezTo>
                  <a:pt x="1117" y="350"/>
                  <a:pt x="1117" y="350"/>
                  <a:pt x="1117" y="351"/>
                </a:cubicBezTo>
                <a:cubicBezTo>
                  <a:pt x="1117" y="351"/>
                  <a:pt x="1117" y="351"/>
                  <a:pt x="1118" y="350"/>
                </a:cubicBezTo>
                <a:cubicBezTo>
                  <a:pt x="1118" y="350"/>
                  <a:pt x="1118" y="350"/>
                  <a:pt x="1118" y="350"/>
                </a:cubicBezTo>
                <a:cubicBezTo>
                  <a:pt x="1118" y="349"/>
                  <a:pt x="1118" y="349"/>
                  <a:pt x="1119" y="349"/>
                </a:cubicBezTo>
                <a:cubicBezTo>
                  <a:pt x="1119" y="348"/>
                  <a:pt x="1119" y="348"/>
                  <a:pt x="1119" y="347"/>
                </a:cubicBezTo>
                <a:cubicBezTo>
                  <a:pt x="1119" y="347"/>
                  <a:pt x="1119" y="347"/>
                  <a:pt x="1119" y="347"/>
                </a:cubicBezTo>
                <a:cubicBezTo>
                  <a:pt x="1119" y="347"/>
                  <a:pt x="1119" y="346"/>
                  <a:pt x="1120" y="346"/>
                </a:cubicBezTo>
                <a:cubicBezTo>
                  <a:pt x="1119" y="346"/>
                  <a:pt x="1119" y="346"/>
                  <a:pt x="1119" y="346"/>
                </a:cubicBezTo>
                <a:close/>
                <a:moveTo>
                  <a:pt x="1119" y="342"/>
                </a:moveTo>
                <a:cubicBezTo>
                  <a:pt x="1119" y="342"/>
                  <a:pt x="1119" y="341"/>
                  <a:pt x="1118" y="341"/>
                </a:cubicBezTo>
                <a:cubicBezTo>
                  <a:pt x="1118" y="341"/>
                  <a:pt x="1118" y="341"/>
                  <a:pt x="1117" y="341"/>
                </a:cubicBezTo>
                <a:cubicBezTo>
                  <a:pt x="1117" y="342"/>
                  <a:pt x="1116" y="342"/>
                  <a:pt x="1117" y="342"/>
                </a:cubicBezTo>
                <a:cubicBezTo>
                  <a:pt x="1117" y="343"/>
                  <a:pt x="1117" y="343"/>
                  <a:pt x="1117" y="343"/>
                </a:cubicBezTo>
                <a:cubicBezTo>
                  <a:pt x="1117" y="343"/>
                  <a:pt x="1117" y="344"/>
                  <a:pt x="1117" y="344"/>
                </a:cubicBezTo>
                <a:cubicBezTo>
                  <a:pt x="1117" y="344"/>
                  <a:pt x="1118" y="344"/>
                  <a:pt x="1118" y="344"/>
                </a:cubicBezTo>
                <a:cubicBezTo>
                  <a:pt x="1118" y="344"/>
                  <a:pt x="1118" y="344"/>
                  <a:pt x="1118" y="344"/>
                </a:cubicBezTo>
                <a:cubicBezTo>
                  <a:pt x="1118" y="344"/>
                  <a:pt x="1118" y="344"/>
                  <a:pt x="1118" y="344"/>
                </a:cubicBezTo>
                <a:cubicBezTo>
                  <a:pt x="1119" y="344"/>
                  <a:pt x="1119" y="344"/>
                  <a:pt x="1119" y="344"/>
                </a:cubicBezTo>
                <a:cubicBezTo>
                  <a:pt x="1119" y="344"/>
                  <a:pt x="1119" y="344"/>
                  <a:pt x="1119" y="344"/>
                </a:cubicBezTo>
                <a:cubicBezTo>
                  <a:pt x="1119" y="344"/>
                  <a:pt x="1120" y="344"/>
                  <a:pt x="1120" y="343"/>
                </a:cubicBezTo>
                <a:cubicBezTo>
                  <a:pt x="1120" y="343"/>
                  <a:pt x="1120" y="343"/>
                  <a:pt x="1120" y="343"/>
                </a:cubicBezTo>
                <a:cubicBezTo>
                  <a:pt x="1120" y="342"/>
                  <a:pt x="1119" y="342"/>
                  <a:pt x="1119" y="342"/>
                </a:cubicBezTo>
                <a:close/>
                <a:moveTo>
                  <a:pt x="1074" y="308"/>
                </a:moveTo>
                <a:cubicBezTo>
                  <a:pt x="1074" y="308"/>
                  <a:pt x="1074" y="308"/>
                  <a:pt x="1074" y="308"/>
                </a:cubicBezTo>
                <a:cubicBezTo>
                  <a:pt x="1073" y="308"/>
                  <a:pt x="1073" y="309"/>
                  <a:pt x="1073" y="309"/>
                </a:cubicBezTo>
                <a:cubicBezTo>
                  <a:pt x="1073" y="310"/>
                  <a:pt x="1073" y="310"/>
                  <a:pt x="1072" y="311"/>
                </a:cubicBezTo>
                <a:cubicBezTo>
                  <a:pt x="1072" y="312"/>
                  <a:pt x="1071" y="314"/>
                  <a:pt x="1071" y="316"/>
                </a:cubicBezTo>
                <a:cubicBezTo>
                  <a:pt x="1071" y="316"/>
                  <a:pt x="1071" y="317"/>
                  <a:pt x="1070" y="317"/>
                </a:cubicBezTo>
                <a:cubicBezTo>
                  <a:pt x="1070" y="318"/>
                  <a:pt x="1069" y="318"/>
                  <a:pt x="1069" y="319"/>
                </a:cubicBezTo>
                <a:cubicBezTo>
                  <a:pt x="1068" y="320"/>
                  <a:pt x="1069" y="321"/>
                  <a:pt x="1068" y="322"/>
                </a:cubicBezTo>
                <a:cubicBezTo>
                  <a:pt x="1068" y="322"/>
                  <a:pt x="1068" y="323"/>
                  <a:pt x="1067" y="323"/>
                </a:cubicBezTo>
                <a:cubicBezTo>
                  <a:pt x="1067" y="323"/>
                  <a:pt x="1067" y="324"/>
                  <a:pt x="1067" y="324"/>
                </a:cubicBezTo>
                <a:cubicBezTo>
                  <a:pt x="1067" y="325"/>
                  <a:pt x="1067" y="325"/>
                  <a:pt x="1066" y="326"/>
                </a:cubicBezTo>
                <a:cubicBezTo>
                  <a:pt x="1066" y="326"/>
                  <a:pt x="1066" y="327"/>
                  <a:pt x="1066" y="327"/>
                </a:cubicBezTo>
                <a:cubicBezTo>
                  <a:pt x="1066" y="328"/>
                  <a:pt x="1066" y="328"/>
                  <a:pt x="1066" y="328"/>
                </a:cubicBezTo>
                <a:cubicBezTo>
                  <a:pt x="1066" y="328"/>
                  <a:pt x="1067" y="327"/>
                  <a:pt x="1067" y="327"/>
                </a:cubicBezTo>
                <a:cubicBezTo>
                  <a:pt x="1068" y="326"/>
                  <a:pt x="1068" y="326"/>
                  <a:pt x="1068" y="326"/>
                </a:cubicBezTo>
                <a:cubicBezTo>
                  <a:pt x="1068" y="325"/>
                  <a:pt x="1068" y="325"/>
                  <a:pt x="1069" y="325"/>
                </a:cubicBezTo>
                <a:cubicBezTo>
                  <a:pt x="1069" y="325"/>
                  <a:pt x="1069" y="325"/>
                  <a:pt x="1069" y="324"/>
                </a:cubicBezTo>
                <a:cubicBezTo>
                  <a:pt x="1068" y="324"/>
                  <a:pt x="1068" y="324"/>
                  <a:pt x="1068" y="323"/>
                </a:cubicBezTo>
                <a:cubicBezTo>
                  <a:pt x="1068" y="322"/>
                  <a:pt x="1069" y="321"/>
                  <a:pt x="1070" y="320"/>
                </a:cubicBezTo>
                <a:cubicBezTo>
                  <a:pt x="1070" y="320"/>
                  <a:pt x="1070" y="319"/>
                  <a:pt x="1071" y="319"/>
                </a:cubicBezTo>
                <a:cubicBezTo>
                  <a:pt x="1071" y="319"/>
                  <a:pt x="1072" y="318"/>
                  <a:pt x="1072" y="318"/>
                </a:cubicBezTo>
                <a:cubicBezTo>
                  <a:pt x="1074" y="316"/>
                  <a:pt x="1074" y="314"/>
                  <a:pt x="1074" y="312"/>
                </a:cubicBezTo>
                <a:cubicBezTo>
                  <a:pt x="1074" y="311"/>
                  <a:pt x="1075" y="310"/>
                  <a:pt x="1075" y="310"/>
                </a:cubicBezTo>
                <a:cubicBezTo>
                  <a:pt x="1075" y="309"/>
                  <a:pt x="1075" y="309"/>
                  <a:pt x="1075" y="309"/>
                </a:cubicBezTo>
                <a:cubicBezTo>
                  <a:pt x="1075" y="309"/>
                  <a:pt x="1075" y="308"/>
                  <a:pt x="1074" y="308"/>
                </a:cubicBezTo>
                <a:close/>
                <a:moveTo>
                  <a:pt x="1118" y="328"/>
                </a:moveTo>
                <a:cubicBezTo>
                  <a:pt x="1117" y="328"/>
                  <a:pt x="1117" y="327"/>
                  <a:pt x="1116" y="327"/>
                </a:cubicBezTo>
                <a:cubicBezTo>
                  <a:pt x="1117" y="327"/>
                  <a:pt x="1117" y="327"/>
                  <a:pt x="1117" y="327"/>
                </a:cubicBezTo>
                <a:cubicBezTo>
                  <a:pt x="1118" y="327"/>
                  <a:pt x="1118" y="327"/>
                  <a:pt x="1118" y="328"/>
                </a:cubicBezTo>
                <a:cubicBezTo>
                  <a:pt x="1119" y="328"/>
                  <a:pt x="1119" y="327"/>
                  <a:pt x="1119" y="326"/>
                </a:cubicBezTo>
                <a:cubicBezTo>
                  <a:pt x="1119" y="326"/>
                  <a:pt x="1118" y="325"/>
                  <a:pt x="1119" y="325"/>
                </a:cubicBezTo>
                <a:cubicBezTo>
                  <a:pt x="1119" y="325"/>
                  <a:pt x="1120" y="326"/>
                  <a:pt x="1120" y="325"/>
                </a:cubicBezTo>
                <a:cubicBezTo>
                  <a:pt x="1120" y="325"/>
                  <a:pt x="1120" y="324"/>
                  <a:pt x="1120" y="324"/>
                </a:cubicBezTo>
                <a:cubicBezTo>
                  <a:pt x="1119" y="324"/>
                  <a:pt x="1119" y="324"/>
                  <a:pt x="1119" y="324"/>
                </a:cubicBezTo>
                <a:cubicBezTo>
                  <a:pt x="1118" y="323"/>
                  <a:pt x="1119" y="323"/>
                  <a:pt x="1119" y="323"/>
                </a:cubicBezTo>
                <a:cubicBezTo>
                  <a:pt x="1119" y="322"/>
                  <a:pt x="1119" y="322"/>
                  <a:pt x="1119" y="321"/>
                </a:cubicBezTo>
                <a:cubicBezTo>
                  <a:pt x="1119" y="321"/>
                  <a:pt x="1118" y="321"/>
                  <a:pt x="1118" y="321"/>
                </a:cubicBezTo>
                <a:cubicBezTo>
                  <a:pt x="1119" y="321"/>
                  <a:pt x="1119" y="320"/>
                  <a:pt x="1119" y="320"/>
                </a:cubicBezTo>
                <a:cubicBezTo>
                  <a:pt x="1119" y="319"/>
                  <a:pt x="1120" y="319"/>
                  <a:pt x="1120" y="318"/>
                </a:cubicBezTo>
                <a:cubicBezTo>
                  <a:pt x="1120" y="317"/>
                  <a:pt x="1119" y="318"/>
                  <a:pt x="1118" y="317"/>
                </a:cubicBezTo>
                <a:cubicBezTo>
                  <a:pt x="1118" y="317"/>
                  <a:pt x="1118" y="317"/>
                  <a:pt x="1117" y="317"/>
                </a:cubicBezTo>
                <a:cubicBezTo>
                  <a:pt x="1117" y="316"/>
                  <a:pt x="1117" y="316"/>
                  <a:pt x="1117" y="316"/>
                </a:cubicBezTo>
                <a:cubicBezTo>
                  <a:pt x="1117" y="316"/>
                  <a:pt x="1117" y="316"/>
                  <a:pt x="1118" y="316"/>
                </a:cubicBezTo>
                <a:cubicBezTo>
                  <a:pt x="1118" y="316"/>
                  <a:pt x="1118" y="316"/>
                  <a:pt x="1118" y="316"/>
                </a:cubicBezTo>
                <a:cubicBezTo>
                  <a:pt x="1118" y="315"/>
                  <a:pt x="1118" y="315"/>
                  <a:pt x="1118" y="315"/>
                </a:cubicBezTo>
                <a:cubicBezTo>
                  <a:pt x="1118" y="315"/>
                  <a:pt x="1118" y="315"/>
                  <a:pt x="1117" y="314"/>
                </a:cubicBezTo>
                <a:cubicBezTo>
                  <a:pt x="1117" y="314"/>
                  <a:pt x="1116" y="313"/>
                  <a:pt x="1116" y="312"/>
                </a:cubicBezTo>
                <a:cubicBezTo>
                  <a:pt x="1116" y="311"/>
                  <a:pt x="1114" y="312"/>
                  <a:pt x="1113" y="312"/>
                </a:cubicBezTo>
                <a:cubicBezTo>
                  <a:pt x="1112" y="312"/>
                  <a:pt x="1112" y="311"/>
                  <a:pt x="1112" y="313"/>
                </a:cubicBezTo>
                <a:cubicBezTo>
                  <a:pt x="1113" y="313"/>
                  <a:pt x="1112" y="313"/>
                  <a:pt x="1112" y="314"/>
                </a:cubicBezTo>
                <a:cubicBezTo>
                  <a:pt x="1112" y="314"/>
                  <a:pt x="1113" y="314"/>
                  <a:pt x="1113" y="315"/>
                </a:cubicBezTo>
                <a:cubicBezTo>
                  <a:pt x="1113" y="315"/>
                  <a:pt x="1112" y="315"/>
                  <a:pt x="1112" y="315"/>
                </a:cubicBezTo>
                <a:cubicBezTo>
                  <a:pt x="1112" y="316"/>
                  <a:pt x="1112" y="315"/>
                  <a:pt x="1112" y="316"/>
                </a:cubicBezTo>
                <a:cubicBezTo>
                  <a:pt x="1111" y="316"/>
                  <a:pt x="1111" y="316"/>
                  <a:pt x="1111" y="316"/>
                </a:cubicBezTo>
                <a:cubicBezTo>
                  <a:pt x="1111" y="316"/>
                  <a:pt x="1111" y="316"/>
                  <a:pt x="1111" y="316"/>
                </a:cubicBezTo>
                <a:cubicBezTo>
                  <a:pt x="1111" y="316"/>
                  <a:pt x="1111" y="316"/>
                  <a:pt x="1111" y="316"/>
                </a:cubicBezTo>
                <a:cubicBezTo>
                  <a:pt x="1110" y="317"/>
                  <a:pt x="1110" y="317"/>
                  <a:pt x="1110" y="317"/>
                </a:cubicBezTo>
                <a:cubicBezTo>
                  <a:pt x="1110" y="318"/>
                  <a:pt x="1110" y="319"/>
                  <a:pt x="1109" y="319"/>
                </a:cubicBezTo>
                <a:cubicBezTo>
                  <a:pt x="1109" y="319"/>
                  <a:pt x="1109" y="319"/>
                  <a:pt x="1108" y="320"/>
                </a:cubicBezTo>
                <a:cubicBezTo>
                  <a:pt x="1108" y="320"/>
                  <a:pt x="1108" y="320"/>
                  <a:pt x="1108" y="320"/>
                </a:cubicBezTo>
                <a:cubicBezTo>
                  <a:pt x="1108" y="320"/>
                  <a:pt x="1107" y="320"/>
                  <a:pt x="1107" y="320"/>
                </a:cubicBezTo>
                <a:cubicBezTo>
                  <a:pt x="1106" y="320"/>
                  <a:pt x="1106" y="319"/>
                  <a:pt x="1106" y="319"/>
                </a:cubicBezTo>
                <a:cubicBezTo>
                  <a:pt x="1106" y="319"/>
                  <a:pt x="1105" y="319"/>
                  <a:pt x="1104" y="320"/>
                </a:cubicBezTo>
                <a:cubicBezTo>
                  <a:pt x="1104" y="320"/>
                  <a:pt x="1105" y="321"/>
                  <a:pt x="1105" y="321"/>
                </a:cubicBezTo>
                <a:cubicBezTo>
                  <a:pt x="1106" y="322"/>
                  <a:pt x="1108" y="321"/>
                  <a:pt x="1107" y="322"/>
                </a:cubicBezTo>
                <a:cubicBezTo>
                  <a:pt x="1108" y="322"/>
                  <a:pt x="1109" y="322"/>
                  <a:pt x="1109" y="322"/>
                </a:cubicBezTo>
                <a:cubicBezTo>
                  <a:pt x="1109" y="322"/>
                  <a:pt x="1111" y="321"/>
                  <a:pt x="1111" y="322"/>
                </a:cubicBezTo>
                <a:cubicBezTo>
                  <a:pt x="1110" y="323"/>
                  <a:pt x="1109" y="322"/>
                  <a:pt x="1109" y="323"/>
                </a:cubicBezTo>
                <a:cubicBezTo>
                  <a:pt x="1109" y="323"/>
                  <a:pt x="1109" y="323"/>
                  <a:pt x="1109" y="323"/>
                </a:cubicBezTo>
                <a:cubicBezTo>
                  <a:pt x="1108" y="324"/>
                  <a:pt x="1108" y="324"/>
                  <a:pt x="1108" y="324"/>
                </a:cubicBezTo>
                <a:cubicBezTo>
                  <a:pt x="1108" y="324"/>
                  <a:pt x="1108" y="324"/>
                  <a:pt x="1108" y="325"/>
                </a:cubicBezTo>
                <a:cubicBezTo>
                  <a:pt x="1108" y="325"/>
                  <a:pt x="1107" y="325"/>
                  <a:pt x="1107" y="325"/>
                </a:cubicBezTo>
                <a:cubicBezTo>
                  <a:pt x="1107" y="326"/>
                  <a:pt x="1107" y="326"/>
                  <a:pt x="1107" y="326"/>
                </a:cubicBezTo>
                <a:cubicBezTo>
                  <a:pt x="1108" y="327"/>
                  <a:pt x="1107" y="328"/>
                  <a:pt x="1107" y="328"/>
                </a:cubicBezTo>
                <a:cubicBezTo>
                  <a:pt x="1107" y="329"/>
                  <a:pt x="1107" y="329"/>
                  <a:pt x="1107" y="329"/>
                </a:cubicBezTo>
                <a:cubicBezTo>
                  <a:pt x="1107" y="329"/>
                  <a:pt x="1107" y="329"/>
                  <a:pt x="1106" y="330"/>
                </a:cubicBezTo>
                <a:cubicBezTo>
                  <a:pt x="1106" y="331"/>
                  <a:pt x="1107" y="332"/>
                  <a:pt x="1107" y="333"/>
                </a:cubicBezTo>
                <a:cubicBezTo>
                  <a:pt x="1106" y="334"/>
                  <a:pt x="1105" y="333"/>
                  <a:pt x="1105" y="332"/>
                </a:cubicBezTo>
                <a:cubicBezTo>
                  <a:pt x="1105" y="332"/>
                  <a:pt x="1105" y="331"/>
                  <a:pt x="1105" y="330"/>
                </a:cubicBezTo>
                <a:cubicBezTo>
                  <a:pt x="1105" y="330"/>
                  <a:pt x="1105" y="330"/>
                  <a:pt x="1105" y="330"/>
                </a:cubicBezTo>
                <a:cubicBezTo>
                  <a:pt x="1104" y="330"/>
                  <a:pt x="1104" y="329"/>
                  <a:pt x="1104" y="329"/>
                </a:cubicBezTo>
                <a:cubicBezTo>
                  <a:pt x="1104" y="329"/>
                  <a:pt x="1103" y="330"/>
                  <a:pt x="1103" y="329"/>
                </a:cubicBezTo>
                <a:cubicBezTo>
                  <a:pt x="1102" y="329"/>
                  <a:pt x="1102" y="328"/>
                  <a:pt x="1102" y="329"/>
                </a:cubicBezTo>
                <a:cubicBezTo>
                  <a:pt x="1101" y="330"/>
                  <a:pt x="1102" y="331"/>
                  <a:pt x="1102" y="332"/>
                </a:cubicBezTo>
                <a:cubicBezTo>
                  <a:pt x="1102" y="332"/>
                  <a:pt x="1103" y="332"/>
                  <a:pt x="1104" y="332"/>
                </a:cubicBezTo>
                <a:cubicBezTo>
                  <a:pt x="1104" y="332"/>
                  <a:pt x="1103" y="333"/>
                  <a:pt x="1103" y="333"/>
                </a:cubicBezTo>
                <a:cubicBezTo>
                  <a:pt x="1104" y="334"/>
                  <a:pt x="1104" y="334"/>
                  <a:pt x="1104" y="334"/>
                </a:cubicBezTo>
                <a:cubicBezTo>
                  <a:pt x="1105" y="334"/>
                  <a:pt x="1105" y="334"/>
                  <a:pt x="1105" y="335"/>
                </a:cubicBezTo>
                <a:cubicBezTo>
                  <a:pt x="1106" y="335"/>
                  <a:pt x="1106" y="335"/>
                  <a:pt x="1107" y="336"/>
                </a:cubicBezTo>
                <a:cubicBezTo>
                  <a:pt x="1107" y="336"/>
                  <a:pt x="1107" y="336"/>
                  <a:pt x="1108" y="337"/>
                </a:cubicBezTo>
                <a:cubicBezTo>
                  <a:pt x="1109" y="337"/>
                  <a:pt x="1109" y="337"/>
                  <a:pt x="1109" y="336"/>
                </a:cubicBezTo>
                <a:cubicBezTo>
                  <a:pt x="1109" y="336"/>
                  <a:pt x="1109" y="336"/>
                  <a:pt x="1110" y="336"/>
                </a:cubicBezTo>
                <a:cubicBezTo>
                  <a:pt x="1110" y="336"/>
                  <a:pt x="1111" y="336"/>
                  <a:pt x="1111" y="336"/>
                </a:cubicBezTo>
                <a:cubicBezTo>
                  <a:pt x="1111" y="336"/>
                  <a:pt x="1110" y="337"/>
                  <a:pt x="1109" y="337"/>
                </a:cubicBezTo>
                <a:cubicBezTo>
                  <a:pt x="1109" y="337"/>
                  <a:pt x="1109" y="338"/>
                  <a:pt x="1109" y="338"/>
                </a:cubicBezTo>
                <a:cubicBezTo>
                  <a:pt x="1108" y="339"/>
                  <a:pt x="1108" y="340"/>
                  <a:pt x="1107" y="339"/>
                </a:cubicBezTo>
                <a:cubicBezTo>
                  <a:pt x="1107" y="338"/>
                  <a:pt x="1108" y="338"/>
                  <a:pt x="1107" y="337"/>
                </a:cubicBezTo>
                <a:cubicBezTo>
                  <a:pt x="1107" y="337"/>
                  <a:pt x="1107" y="336"/>
                  <a:pt x="1106" y="336"/>
                </a:cubicBezTo>
                <a:cubicBezTo>
                  <a:pt x="1106" y="336"/>
                  <a:pt x="1105" y="336"/>
                  <a:pt x="1105" y="335"/>
                </a:cubicBezTo>
                <a:cubicBezTo>
                  <a:pt x="1104" y="335"/>
                  <a:pt x="1104" y="335"/>
                  <a:pt x="1104" y="334"/>
                </a:cubicBezTo>
                <a:cubicBezTo>
                  <a:pt x="1103" y="334"/>
                  <a:pt x="1103" y="334"/>
                  <a:pt x="1103" y="334"/>
                </a:cubicBezTo>
                <a:cubicBezTo>
                  <a:pt x="1102" y="333"/>
                  <a:pt x="1101" y="332"/>
                  <a:pt x="1101" y="333"/>
                </a:cubicBezTo>
                <a:cubicBezTo>
                  <a:pt x="1101" y="333"/>
                  <a:pt x="1101" y="334"/>
                  <a:pt x="1101" y="334"/>
                </a:cubicBezTo>
                <a:cubicBezTo>
                  <a:pt x="1102" y="335"/>
                  <a:pt x="1102" y="336"/>
                  <a:pt x="1102" y="337"/>
                </a:cubicBezTo>
                <a:cubicBezTo>
                  <a:pt x="1102" y="338"/>
                  <a:pt x="1101" y="338"/>
                  <a:pt x="1101" y="339"/>
                </a:cubicBezTo>
                <a:cubicBezTo>
                  <a:pt x="1101" y="339"/>
                  <a:pt x="1102" y="341"/>
                  <a:pt x="1102" y="341"/>
                </a:cubicBezTo>
                <a:cubicBezTo>
                  <a:pt x="1102" y="341"/>
                  <a:pt x="1103" y="341"/>
                  <a:pt x="1103" y="341"/>
                </a:cubicBezTo>
                <a:cubicBezTo>
                  <a:pt x="1103" y="341"/>
                  <a:pt x="1103" y="341"/>
                  <a:pt x="1103" y="341"/>
                </a:cubicBezTo>
                <a:cubicBezTo>
                  <a:pt x="1104" y="341"/>
                  <a:pt x="1103" y="341"/>
                  <a:pt x="1104" y="341"/>
                </a:cubicBezTo>
                <a:cubicBezTo>
                  <a:pt x="1104" y="342"/>
                  <a:pt x="1105" y="342"/>
                  <a:pt x="1105" y="343"/>
                </a:cubicBezTo>
                <a:cubicBezTo>
                  <a:pt x="1105" y="343"/>
                  <a:pt x="1105" y="344"/>
                  <a:pt x="1104" y="344"/>
                </a:cubicBezTo>
                <a:cubicBezTo>
                  <a:pt x="1103" y="343"/>
                  <a:pt x="1104" y="342"/>
                  <a:pt x="1104" y="342"/>
                </a:cubicBezTo>
                <a:cubicBezTo>
                  <a:pt x="1103" y="342"/>
                  <a:pt x="1102" y="342"/>
                  <a:pt x="1102" y="342"/>
                </a:cubicBezTo>
                <a:cubicBezTo>
                  <a:pt x="1102" y="342"/>
                  <a:pt x="1102" y="341"/>
                  <a:pt x="1102" y="341"/>
                </a:cubicBezTo>
                <a:cubicBezTo>
                  <a:pt x="1101" y="342"/>
                  <a:pt x="1101" y="343"/>
                  <a:pt x="1101" y="344"/>
                </a:cubicBezTo>
                <a:cubicBezTo>
                  <a:pt x="1101" y="344"/>
                  <a:pt x="1101" y="345"/>
                  <a:pt x="1101" y="346"/>
                </a:cubicBezTo>
                <a:cubicBezTo>
                  <a:pt x="1100" y="347"/>
                  <a:pt x="1100" y="348"/>
                  <a:pt x="1100" y="349"/>
                </a:cubicBezTo>
                <a:cubicBezTo>
                  <a:pt x="1100" y="350"/>
                  <a:pt x="1100" y="351"/>
                  <a:pt x="1100" y="351"/>
                </a:cubicBezTo>
                <a:cubicBezTo>
                  <a:pt x="1101" y="352"/>
                  <a:pt x="1102" y="352"/>
                  <a:pt x="1103" y="353"/>
                </a:cubicBezTo>
                <a:cubicBezTo>
                  <a:pt x="1102" y="353"/>
                  <a:pt x="1103" y="354"/>
                  <a:pt x="1103" y="354"/>
                </a:cubicBezTo>
                <a:cubicBezTo>
                  <a:pt x="1104" y="354"/>
                  <a:pt x="1104" y="354"/>
                  <a:pt x="1104" y="354"/>
                </a:cubicBezTo>
                <a:cubicBezTo>
                  <a:pt x="1105" y="354"/>
                  <a:pt x="1105" y="354"/>
                  <a:pt x="1105" y="354"/>
                </a:cubicBezTo>
                <a:cubicBezTo>
                  <a:pt x="1106" y="353"/>
                  <a:pt x="1107" y="353"/>
                  <a:pt x="1108" y="352"/>
                </a:cubicBezTo>
                <a:cubicBezTo>
                  <a:pt x="1108" y="352"/>
                  <a:pt x="1109" y="351"/>
                  <a:pt x="1108" y="351"/>
                </a:cubicBezTo>
                <a:cubicBezTo>
                  <a:pt x="1108" y="351"/>
                  <a:pt x="1108" y="351"/>
                  <a:pt x="1108" y="350"/>
                </a:cubicBezTo>
                <a:cubicBezTo>
                  <a:pt x="1109" y="350"/>
                  <a:pt x="1109" y="350"/>
                  <a:pt x="1109" y="350"/>
                </a:cubicBezTo>
                <a:cubicBezTo>
                  <a:pt x="1110" y="350"/>
                  <a:pt x="1109" y="350"/>
                  <a:pt x="1109" y="349"/>
                </a:cubicBezTo>
                <a:cubicBezTo>
                  <a:pt x="1109" y="349"/>
                  <a:pt x="1110" y="349"/>
                  <a:pt x="1111" y="348"/>
                </a:cubicBezTo>
                <a:cubicBezTo>
                  <a:pt x="1111" y="348"/>
                  <a:pt x="1110" y="348"/>
                  <a:pt x="1111" y="347"/>
                </a:cubicBezTo>
                <a:cubicBezTo>
                  <a:pt x="1111" y="347"/>
                  <a:pt x="1111" y="347"/>
                  <a:pt x="1112" y="347"/>
                </a:cubicBezTo>
                <a:cubicBezTo>
                  <a:pt x="1112" y="347"/>
                  <a:pt x="1112" y="347"/>
                  <a:pt x="1113" y="346"/>
                </a:cubicBezTo>
                <a:cubicBezTo>
                  <a:pt x="1113" y="346"/>
                  <a:pt x="1113" y="345"/>
                  <a:pt x="1113" y="345"/>
                </a:cubicBezTo>
                <a:cubicBezTo>
                  <a:pt x="1113" y="345"/>
                  <a:pt x="1112" y="345"/>
                  <a:pt x="1112" y="345"/>
                </a:cubicBezTo>
                <a:cubicBezTo>
                  <a:pt x="1112" y="344"/>
                  <a:pt x="1112" y="344"/>
                  <a:pt x="1112" y="343"/>
                </a:cubicBezTo>
                <a:cubicBezTo>
                  <a:pt x="1112" y="342"/>
                  <a:pt x="1111" y="342"/>
                  <a:pt x="1112" y="341"/>
                </a:cubicBezTo>
                <a:cubicBezTo>
                  <a:pt x="1112" y="341"/>
                  <a:pt x="1112" y="342"/>
                  <a:pt x="1113" y="343"/>
                </a:cubicBezTo>
                <a:cubicBezTo>
                  <a:pt x="1113" y="343"/>
                  <a:pt x="1114" y="343"/>
                  <a:pt x="1114" y="343"/>
                </a:cubicBezTo>
                <a:cubicBezTo>
                  <a:pt x="1114" y="344"/>
                  <a:pt x="1114" y="344"/>
                  <a:pt x="1115" y="344"/>
                </a:cubicBezTo>
                <a:cubicBezTo>
                  <a:pt x="1115" y="343"/>
                  <a:pt x="1115" y="343"/>
                  <a:pt x="1116" y="343"/>
                </a:cubicBezTo>
                <a:cubicBezTo>
                  <a:pt x="1116" y="342"/>
                  <a:pt x="1116" y="342"/>
                  <a:pt x="1116" y="342"/>
                </a:cubicBezTo>
                <a:cubicBezTo>
                  <a:pt x="1116" y="341"/>
                  <a:pt x="1115" y="342"/>
                  <a:pt x="1115" y="342"/>
                </a:cubicBezTo>
                <a:cubicBezTo>
                  <a:pt x="1114" y="342"/>
                  <a:pt x="1115" y="342"/>
                  <a:pt x="1115" y="341"/>
                </a:cubicBezTo>
                <a:cubicBezTo>
                  <a:pt x="1115" y="341"/>
                  <a:pt x="1115" y="340"/>
                  <a:pt x="1115" y="340"/>
                </a:cubicBezTo>
                <a:cubicBezTo>
                  <a:pt x="1115" y="339"/>
                  <a:pt x="1114" y="339"/>
                  <a:pt x="1113" y="339"/>
                </a:cubicBezTo>
                <a:cubicBezTo>
                  <a:pt x="1113" y="338"/>
                  <a:pt x="1113" y="338"/>
                  <a:pt x="1113" y="338"/>
                </a:cubicBezTo>
                <a:cubicBezTo>
                  <a:pt x="1112" y="338"/>
                  <a:pt x="1112" y="337"/>
                  <a:pt x="1112" y="337"/>
                </a:cubicBezTo>
                <a:cubicBezTo>
                  <a:pt x="1113" y="337"/>
                  <a:pt x="1113" y="337"/>
                  <a:pt x="1113" y="338"/>
                </a:cubicBezTo>
                <a:cubicBezTo>
                  <a:pt x="1114" y="338"/>
                  <a:pt x="1114" y="339"/>
                  <a:pt x="1115" y="339"/>
                </a:cubicBezTo>
                <a:cubicBezTo>
                  <a:pt x="1116" y="339"/>
                  <a:pt x="1116" y="339"/>
                  <a:pt x="1117" y="339"/>
                </a:cubicBezTo>
                <a:cubicBezTo>
                  <a:pt x="1117" y="338"/>
                  <a:pt x="1117" y="338"/>
                  <a:pt x="1118" y="338"/>
                </a:cubicBezTo>
                <a:cubicBezTo>
                  <a:pt x="1119" y="337"/>
                  <a:pt x="1119" y="337"/>
                  <a:pt x="1119" y="336"/>
                </a:cubicBezTo>
                <a:cubicBezTo>
                  <a:pt x="1119" y="336"/>
                  <a:pt x="1120" y="335"/>
                  <a:pt x="1120" y="334"/>
                </a:cubicBezTo>
                <a:cubicBezTo>
                  <a:pt x="1120" y="334"/>
                  <a:pt x="1120" y="333"/>
                  <a:pt x="1120" y="333"/>
                </a:cubicBezTo>
                <a:cubicBezTo>
                  <a:pt x="1120" y="333"/>
                  <a:pt x="1119" y="333"/>
                  <a:pt x="1118" y="333"/>
                </a:cubicBezTo>
                <a:cubicBezTo>
                  <a:pt x="1118" y="333"/>
                  <a:pt x="1118" y="333"/>
                  <a:pt x="1118" y="333"/>
                </a:cubicBezTo>
                <a:cubicBezTo>
                  <a:pt x="1119" y="333"/>
                  <a:pt x="1120" y="332"/>
                  <a:pt x="1120" y="332"/>
                </a:cubicBezTo>
                <a:cubicBezTo>
                  <a:pt x="1120" y="331"/>
                  <a:pt x="1120" y="330"/>
                  <a:pt x="1119" y="330"/>
                </a:cubicBezTo>
                <a:cubicBezTo>
                  <a:pt x="1119" y="329"/>
                  <a:pt x="1118" y="328"/>
                  <a:pt x="1118" y="328"/>
                </a:cubicBezTo>
                <a:close/>
                <a:moveTo>
                  <a:pt x="1123" y="337"/>
                </a:moveTo>
                <a:cubicBezTo>
                  <a:pt x="1123" y="337"/>
                  <a:pt x="1123" y="337"/>
                  <a:pt x="1123" y="337"/>
                </a:cubicBezTo>
                <a:cubicBezTo>
                  <a:pt x="1123" y="337"/>
                  <a:pt x="1122" y="337"/>
                  <a:pt x="1122" y="337"/>
                </a:cubicBezTo>
                <a:cubicBezTo>
                  <a:pt x="1122" y="337"/>
                  <a:pt x="1122" y="338"/>
                  <a:pt x="1122" y="338"/>
                </a:cubicBezTo>
                <a:cubicBezTo>
                  <a:pt x="1122" y="338"/>
                  <a:pt x="1121" y="339"/>
                  <a:pt x="1121" y="339"/>
                </a:cubicBezTo>
                <a:cubicBezTo>
                  <a:pt x="1121" y="339"/>
                  <a:pt x="1121" y="340"/>
                  <a:pt x="1121" y="340"/>
                </a:cubicBezTo>
                <a:cubicBezTo>
                  <a:pt x="1121" y="341"/>
                  <a:pt x="1121" y="341"/>
                  <a:pt x="1121" y="341"/>
                </a:cubicBezTo>
                <a:cubicBezTo>
                  <a:pt x="1121" y="341"/>
                  <a:pt x="1122" y="341"/>
                  <a:pt x="1122" y="341"/>
                </a:cubicBezTo>
                <a:cubicBezTo>
                  <a:pt x="1122" y="341"/>
                  <a:pt x="1122" y="342"/>
                  <a:pt x="1122" y="342"/>
                </a:cubicBezTo>
                <a:cubicBezTo>
                  <a:pt x="1122" y="342"/>
                  <a:pt x="1122" y="342"/>
                  <a:pt x="1122" y="341"/>
                </a:cubicBezTo>
                <a:cubicBezTo>
                  <a:pt x="1122" y="341"/>
                  <a:pt x="1122" y="340"/>
                  <a:pt x="1123" y="340"/>
                </a:cubicBezTo>
                <a:cubicBezTo>
                  <a:pt x="1123" y="340"/>
                  <a:pt x="1123" y="339"/>
                  <a:pt x="1123" y="339"/>
                </a:cubicBezTo>
                <a:cubicBezTo>
                  <a:pt x="1123" y="339"/>
                  <a:pt x="1123" y="339"/>
                  <a:pt x="1123" y="339"/>
                </a:cubicBezTo>
                <a:cubicBezTo>
                  <a:pt x="1123" y="338"/>
                  <a:pt x="1124" y="338"/>
                  <a:pt x="1124" y="338"/>
                </a:cubicBezTo>
                <a:cubicBezTo>
                  <a:pt x="1124" y="337"/>
                  <a:pt x="1124" y="337"/>
                  <a:pt x="1124" y="337"/>
                </a:cubicBezTo>
                <a:cubicBezTo>
                  <a:pt x="1124" y="337"/>
                  <a:pt x="1123" y="337"/>
                  <a:pt x="1123" y="337"/>
                </a:cubicBezTo>
                <a:close/>
                <a:moveTo>
                  <a:pt x="1008" y="267"/>
                </a:moveTo>
                <a:cubicBezTo>
                  <a:pt x="1008" y="267"/>
                  <a:pt x="1008" y="267"/>
                  <a:pt x="1009" y="267"/>
                </a:cubicBezTo>
                <a:cubicBezTo>
                  <a:pt x="1009" y="267"/>
                  <a:pt x="1009" y="266"/>
                  <a:pt x="1008" y="266"/>
                </a:cubicBezTo>
                <a:cubicBezTo>
                  <a:pt x="1008" y="266"/>
                  <a:pt x="1009" y="265"/>
                  <a:pt x="1009" y="265"/>
                </a:cubicBezTo>
                <a:cubicBezTo>
                  <a:pt x="1009" y="264"/>
                  <a:pt x="1009" y="264"/>
                  <a:pt x="1009" y="263"/>
                </a:cubicBezTo>
                <a:cubicBezTo>
                  <a:pt x="1009" y="263"/>
                  <a:pt x="1008" y="263"/>
                  <a:pt x="1008" y="263"/>
                </a:cubicBezTo>
                <a:cubicBezTo>
                  <a:pt x="1008" y="262"/>
                  <a:pt x="1009" y="262"/>
                  <a:pt x="1009" y="262"/>
                </a:cubicBezTo>
                <a:cubicBezTo>
                  <a:pt x="1009" y="261"/>
                  <a:pt x="1010" y="261"/>
                  <a:pt x="1010" y="260"/>
                </a:cubicBezTo>
                <a:cubicBezTo>
                  <a:pt x="1010" y="260"/>
                  <a:pt x="1010" y="260"/>
                  <a:pt x="1010" y="260"/>
                </a:cubicBezTo>
                <a:cubicBezTo>
                  <a:pt x="1010" y="259"/>
                  <a:pt x="1010" y="259"/>
                  <a:pt x="1010" y="259"/>
                </a:cubicBezTo>
                <a:cubicBezTo>
                  <a:pt x="1010" y="259"/>
                  <a:pt x="1010" y="258"/>
                  <a:pt x="1009" y="258"/>
                </a:cubicBezTo>
                <a:cubicBezTo>
                  <a:pt x="1009" y="258"/>
                  <a:pt x="1009" y="258"/>
                  <a:pt x="1009" y="258"/>
                </a:cubicBezTo>
                <a:cubicBezTo>
                  <a:pt x="1009" y="257"/>
                  <a:pt x="1008" y="257"/>
                  <a:pt x="1008" y="256"/>
                </a:cubicBezTo>
                <a:cubicBezTo>
                  <a:pt x="1008" y="256"/>
                  <a:pt x="1008" y="256"/>
                  <a:pt x="1008" y="256"/>
                </a:cubicBezTo>
                <a:cubicBezTo>
                  <a:pt x="1008" y="256"/>
                  <a:pt x="1009" y="256"/>
                  <a:pt x="1009" y="256"/>
                </a:cubicBezTo>
                <a:cubicBezTo>
                  <a:pt x="1009" y="256"/>
                  <a:pt x="1009" y="256"/>
                  <a:pt x="1009" y="255"/>
                </a:cubicBezTo>
                <a:cubicBezTo>
                  <a:pt x="1008" y="255"/>
                  <a:pt x="1008" y="255"/>
                  <a:pt x="1008" y="255"/>
                </a:cubicBezTo>
                <a:cubicBezTo>
                  <a:pt x="1008" y="254"/>
                  <a:pt x="1008" y="254"/>
                  <a:pt x="1007" y="254"/>
                </a:cubicBezTo>
                <a:cubicBezTo>
                  <a:pt x="1007" y="254"/>
                  <a:pt x="1006" y="254"/>
                  <a:pt x="1006" y="254"/>
                </a:cubicBezTo>
                <a:cubicBezTo>
                  <a:pt x="1006" y="254"/>
                  <a:pt x="1005" y="254"/>
                  <a:pt x="1004" y="254"/>
                </a:cubicBezTo>
                <a:cubicBezTo>
                  <a:pt x="1004" y="254"/>
                  <a:pt x="1004" y="254"/>
                  <a:pt x="1004" y="254"/>
                </a:cubicBezTo>
                <a:cubicBezTo>
                  <a:pt x="1004" y="253"/>
                  <a:pt x="1004" y="253"/>
                  <a:pt x="1003" y="253"/>
                </a:cubicBezTo>
                <a:cubicBezTo>
                  <a:pt x="1003" y="252"/>
                  <a:pt x="1003" y="252"/>
                  <a:pt x="1003" y="251"/>
                </a:cubicBezTo>
                <a:cubicBezTo>
                  <a:pt x="1003" y="250"/>
                  <a:pt x="1003" y="249"/>
                  <a:pt x="1002" y="248"/>
                </a:cubicBezTo>
                <a:cubicBezTo>
                  <a:pt x="1002" y="247"/>
                  <a:pt x="1002" y="247"/>
                  <a:pt x="1002" y="247"/>
                </a:cubicBezTo>
                <a:cubicBezTo>
                  <a:pt x="1002" y="246"/>
                  <a:pt x="1001" y="246"/>
                  <a:pt x="1001" y="246"/>
                </a:cubicBezTo>
                <a:cubicBezTo>
                  <a:pt x="1000" y="246"/>
                  <a:pt x="1000" y="246"/>
                  <a:pt x="999" y="246"/>
                </a:cubicBezTo>
                <a:cubicBezTo>
                  <a:pt x="999" y="245"/>
                  <a:pt x="999" y="245"/>
                  <a:pt x="999" y="245"/>
                </a:cubicBezTo>
                <a:cubicBezTo>
                  <a:pt x="999" y="245"/>
                  <a:pt x="998" y="244"/>
                  <a:pt x="998" y="244"/>
                </a:cubicBezTo>
                <a:cubicBezTo>
                  <a:pt x="998" y="244"/>
                  <a:pt x="997" y="243"/>
                  <a:pt x="997" y="243"/>
                </a:cubicBezTo>
                <a:cubicBezTo>
                  <a:pt x="996" y="242"/>
                  <a:pt x="993" y="242"/>
                  <a:pt x="992" y="243"/>
                </a:cubicBezTo>
                <a:cubicBezTo>
                  <a:pt x="991" y="243"/>
                  <a:pt x="991" y="243"/>
                  <a:pt x="990" y="243"/>
                </a:cubicBezTo>
                <a:cubicBezTo>
                  <a:pt x="990" y="242"/>
                  <a:pt x="990" y="242"/>
                  <a:pt x="990" y="243"/>
                </a:cubicBezTo>
                <a:cubicBezTo>
                  <a:pt x="989" y="243"/>
                  <a:pt x="989" y="243"/>
                  <a:pt x="989" y="243"/>
                </a:cubicBezTo>
                <a:cubicBezTo>
                  <a:pt x="988" y="243"/>
                  <a:pt x="988" y="243"/>
                  <a:pt x="988" y="243"/>
                </a:cubicBezTo>
                <a:cubicBezTo>
                  <a:pt x="988" y="243"/>
                  <a:pt x="988" y="243"/>
                  <a:pt x="987" y="243"/>
                </a:cubicBezTo>
                <a:cubicBezTo>
                  <a:pt x="987" y="243"/>
                  <a:pt x="987" y="243"/>
                  <a:pt x="987" y="243"/>
                </a:cubicBezTo>
                <a:cubicBezTo>
                  <a:pt x="986" y="243"/>
                  <a:pt x="986" y="243"/>
                  <a:pt x="986" y="243"/>
                </a:cubicBezTo>
                <a:cubicBezTo>
                  <a:pt x="985" y="242"/>
                  <a:pt x="985" y="242"/>
                  <a:pt x="984" y="242"/>
                </a:cubicBezTo>
                <a:cubicBezTo>
                  <a:pt x="984" y="242"/>
                  <a:pt x="984" y="242"/>
                  <a:pt x="983" y="241"/>
                </a:cubicBezTo>
                <a:cubicBezTo>
                  <a:pt x="983" y="241"/>
                  <a:pt x="983" y="241"/>
                  <a:pt x="982" y="241"/>
                </a:cubicBezTo>
                <a:cubicBezTo>
                  <a:pt x="982" y="241"/>
                  <a:pt x="982" y="240"/>
                  <a:pt x="982" y="240"/>
                </a:cubicBezTo>
                <a:cubicBezTo>
                  <a:pt x="981" y="240"/>
                  <a:pt x="981" y="240"/>
                  <a:pt x="981" y="240"/>
                </a:cubicBezTo>
                <a:cubicBezTo>
                  <a:pt x="981" y="241"/>
                  <a:pt x="981" y="241"/>
                  <a:pt x="980" y="241"/>
                </a:cubicBezTo>
                <a:cubicBezTo>
                  <a:pt x="980" y="240"/>
                  <a:pt x="980" y="240"/>
                  <a:pt x="980" y="240"/>
                </a:cubicBezTo>
                <a:cubicBezTo>
                  <a:pt x="980" y="240"/>
                  <a:pt x="980" y="240"/>
                  <a:pt x="980" y="240"/>
                </a:cubicBezTo>
                <a:cubicBezTo>
                  <a:pt x="979" y="240"/>
                  <a:pt x="979" y="239"/>
                  <a:pt x="979" y="239"/>
                </a:cubicBezTo>
                <a:cubicBezTo>
                  <a:pt x="979" y="239"/>
                  <a:pt x="978" y="239"/>
                  <a:pt x="977" y="238"/>
                </a:cubicBezTo>
                <a:cubicBezTo>
                  <a:pt x="977" y="238"/>
                  <a:pt x="977" y="238"/>
                  <a:pt x="976" y="238"/>
                </a:cubicBezTo>
                <a:cubicBezTo>
                  <a:pt x="976" y="238"/>
                  <a:pt x="976" y="238"/>
                  <a:pt x="975" y="238"/>
                </a:cubicBezTo>
                <a:cubicBezTo>
                  <a:pt x="975" y="238"/>
                  <a:pt x="975" y="238"/>
                  <a:pt x="974" y="238"/>
                </a:cubicBezTo>
                <a:cubicBezTo>
                  <a:pt x="974" y="238"/>
                  <a:pt x="973" y="238"/>
                  <a:pt x="973" y="238"/>
                </a:cubicBezTo>
                <a:cubicBezTo>
                  <a:pt x="973" y="237"/>
                  <a:pt x="973" y="237"/>
                  <a:pt x="973" y="237"/>
                </a:cubicBezTo>
                <a:cubicBezTo>
                  <a:pt x="973" y="237"/>
                  <a:pt x="972" y="237"/>
                  <a:pt x="972" y="237"/>
                </a:cubicBezTo>
                <a:cubicBezTo>
                  <a:pt x="972" y="237"/>
                  <a:pt x="971" y="237"/>
                  <a:pt x="971" y="237"/>
                </a:cubicBezTo>
                <a:cubicBezTo>
                  <a:pt x="971" y="237"/>
                  <a:pt x="971" y="237"/>
                  <a:pt x="971" y="237"/>
                </a:cubicBezTo>
                <a:cubicBezTo>
                  <a:pt x="971" y="237"/>
                  <a:pt x="970" y="237"/>
                  <a:pt x="970" y="237"/>
                </a:cubicBezTo>
                <a:cubicBezTo>
                  <a:pt x="969" y="237"/>
                  <a:pt x="968" y="237"/>
                  <a:pt x="968" y="237"/>
                </a:cubicBezTo>
                <a:cubicBezTo>
                  <a:pt x="968" y="237"/>
                  <a:pt x="968" y="238"/>
                  <a:pt x="968" y="238"/>
                </a:cubicBezTo>
                <a:cubicBezTo>
                  <a:pt x="968" y="238"/>
                  <a:pt x="968" y="238"/>
                  <a:pt x="967" y="238"/>
                </a:cubicBezTo>
                <a:cubicBezTo>
                  <a:pt x="967" y="239"/>
                  <a:pt x="967" y="239"/>
                  <a:pt x="966" y="239"/>
                </a:cubicBezTo>
                <a:cubicBezTo>
                  <a:pt x="966" y="239"/>
                  <a:pt x="966" y="240"/>
                  <a:pt x="965" y="240"/>
                </a:cubicBezTo>
                <a:cubicBezTo>
                  <a:pt x="965" y="240"/>
                  <a:pt x="964" y="240"/>
                  <a:pt x="964" y="241"/>
                </a:cubicBezTo>
                <a:cubicBezTo>
                  <a:pt x="963" y="241"/>
                  <a:pt x="963" y="241"/>
                  <a:pt x="963" y="241"/>
                </a:cubicBezTo>
                <a:cubicBezTo>
                  <a:pt x="962" y="241"/>
                  <a:pt x="961" y="242"/>
                  <a:pt x="960" y="241"/>
                </a:cubicBezTo>
                <a:cubicBezTo>
                  <a:pt x="960" y="241"/>
                  <a:pt x="959" y="240"/>
                  <a:pt x="959" y="239"/>
                </a:cubicBezTo>
                <a:cubicBezTo>
                  <a:pt x="959" y="239"/>
                  <a:pt x="959" y="238"/>
                  <a:pt x="959" y="238"/>
                </a:cubicBezTo>
                <a:cubicBezTo>
                  <a:pt x="959" y="238"/>
                  <a:pt x="959" y="237"/>
                  <a:pt x="959" y="237"/>
                </a:cubicBezTo>
                <a:cubicBezTo>
                  <a:pt x="958" y="237"/>
                  <a:pt x="958" y="238"/>
                  <a:pt x="957" y="238"/>
                </a:cubicBezTo>
                <a:cubicBezTo>
                  <a:pt x="957" y="238"/>
                  <a:pt x="956" y="238"/>
                  <a:pt x="955" y="238"/>
                </a:cubicBezTo>
                <a:cubicBezTo>
                  <a:pt x="954" y="239"/>
                  <a:pt x="954" y="239"/>
                  <a:pt x="953" y="239"/>
                </a:cubicBezTo>
                <a:cubicBezTo>
                  <a:pt x="953" y="239"/>
                  <a:pt x="951" y="239"/>
                  <a:pt x="951" y="239"/>
                </a:cubicBezTo>
                <a:cubicBezTo>
                  <a:pt x="950" y="239"/>
                  <a:pt x="950" y="239"/>
                  <a:pt x="949" y="239"/>
                </a:cubicBezTo>
                <a:cubicBezTo>
                  <a:pt x="949" y="239"/>
                  <a:pt x="949" y="239"/>
                  <a:pt x="948" y="239"/>
                </a:cubicBezTo>
                <a:cubicBezTo>
                  <a:pt x="948" y="239"/>
                  <a:pt x="948" y="239"/>
                  <a:pt x="948" y="238"/>
                </a:cubicBezTo>
                <a:cubicBezTo>
                  <a:pt x="948" y="238"/>
                  <a:pt x="947" y="239"/>
                  <a:pt x="947" y="239"/>
                </a:cubicBezTo>
                <a:cubicBezTo>
                  <a:pt x="946" y="239"/>
                  <a:pt x="945" y="239"/>
                  <a:pt x="944" y="239"/>
                </a:cubicBezTo>
                <a:cubicBezTo>
                  <a:pt x="944" y="239"/>
                  <a:pt x="944" y="238"/>
                  <a:pt x="943" y="238"/>
                </a:cubicBezTo>
                <a:cubicBezTo>
                  <a:pt x="943" y="238"/>
                  <a:pt x="942" y="238"/>
                  <a:pt x="942" y="239"/>
                </a:cubicBezTo>
                <a:cubicBezTo>
                  <a:pt x="942" y="239"/>
                  <a:pt x="941" y="239"/>
                  <a:pt x="941" y="239"/>
                </a:cubicBezTo>
                <a:cubicBezTo>
                  <a:pt x="940" y="239"/>
                  <a:pt x="940" y="239"/>
                  <a:pt x="940" y="239"/>
                </a:cubicBezTo>
                <a:cubicBezTo>
                  <a:pt x="939" y="239"/>
                  <a:pt x="939" y="239"/>
                  <a:pt x="938" y="239"/>
                </a:cubicBezTo>
                <a:cubicBezTo>
                  <a:pt x="938" y="239"/>
                  <a:pt x="938" y="239"/>
                  <a:pt x="937" y="239"/>
                </a:cubicBezTo>
                <a:cubicBezTo>
                  <a:pt x="936" y="239"/>
                  <a:pt x="935" y="239"/>
                  <a:pt x="934" y="239"/>
                </a:cubicBezTo>
                <a:cubicBezTo>
                  <a:pt x="933" y="240"/>
                  <a:pt x="933" y="240"/>
                  <a:pt x="933" y="241"/>
                </a:cubicBezTo>
                <a:cubicBezTo>
                  <a:pt x="933" y="241"/>
                  <a:pt x="933" y="241"/>
                  <a:pt x="932" y="242"/>
                </a:cubicBezTo>
                <a:cubicBezTo>
                  <a:pt x="932" y="242"/>
                  <a:pt x="931" y="242"/>
                  <a:pt x="932" y="242"/>
                </a:cubicBezTo>
                <a:cubicBezTo>
                  <a:pt x="932" y="243"/>
                  <a:pt x="932" y="242"/>
                  <a:pt x="933" y="242"/>
                </a:cubicBezTo>
                <a:cubicBezTo>
                  <a:pt x="933" y="242"/>
                  <a:pt x="933" y="243"/>
                  <a:pt x="933" y="243"/>
                </a:cubicBezTo>
                <a:cubicBezTo>
                  <a:pt x="933" y="243"/>
                  <a:pt x="933" y="243"/>
                  <a:pt x="933" y="243"/>
                </a:cubicBezTo>
                <a:cubicBezTo>
                  <a:pt x="933" y="243"/>
                  <a:pt x="932" y="243"/>
                  <a:pt x="932" y="244"/>
                </a:cubicBezTo>
                <a:cubicBezTo>
                  <a:pt x="932" y="244"/>
                  <a:pt x="932" y="244"/>
                  <a:pt x="933" y="244"/>
                </a:cubicBezTo>
                <a:cubicBezTo>
                  <a:pt x="932" y="245"/>
                  <a:pt x="932" y="245"/>
                  <a:pt x="932" y="245"/>
                </a:cubicBezTo>
                <a:cubicBezTo>
                  <a:pt x="931" y="245"/>
                  <a:pt x="930" y="245"/>
                  <a:pt x="930" y="245"/>
                </a:cubicBezTo>
                <a:cubicBezTo>
                  <a:pt x="929" y="245"/>
                  <a:pt x="929" y="245"/>
                  <a:pt x="929" y="245"/>
                </a:cubicBezTo>
                <a:cubicBezTo>
                  <a:pt x="929" y="245"/>
                  <a:pt x="929" y="245"/>
                  <a:pt x="929" y="246"/>
                </a:cubicBezTo>
                <a:cubicBezTo>
                  <a:pt x="929" y="246"/>
                  <a:pt x="929" y="246"/>
                  <a:pt x="929" y="246"/>
                </a:cubicBezTo>
                <a:cubicBezTo>
                  <a:pt x="929" y="246"/>
                  <a:pt x="928" y="246"/>
                  <a:pt x="928" y="246"/>
                </a:cubicBezTo>
                <a:cubicBezTo>
                  <a:pt x="928" y="246"/>
                  <a:pt x="928" y="246"/>
                  <a:pt x="928" y="246"/>
                </a:cubicBezTo>
                <a:cubicBezTo>
                  <a:pt x="928" y="246"/>
                  <a:pt x="928" y="246"/>
                  <a:pt x="927" y="247"/>
                </a:cubicBezTo>
                <a:cubicBezTo>
                  <a:pt x="927" y="247"/>
                  <a:pt x="927" y="247"/>
                  <a:pt x="927" y="247"/>
                </a:cubicBezTo>
                <a:cubicBezTo>
                  <a:pt x="927" y="247"/>
                  <a:pt x="926" y="247"/>
                  <a:pt x="926" y="247"/>
                </a:cubicBezTo>
                <a:cubicBezTo>
                  <a:pt x="926" y="247"/>
                  <a:pt x="925" y="247"/>
                  <a:pt x="925" y="248"/>
                </a:cubicBezTo>
                <a:cubicBezTo>
                  <a:pt x="925" y="248"/>
                  <a:pt x="926" y="248"/>
                  <a:pt x="926" y="249"/>
                </a:cubicBezTo>
                <a:cubicBezTo>
                  <a:pt x="926" y="249"/>
                  <a:pt x="926" y="250"/>
                  <a:pt x="926" y="250"/>
                </a:cubicBezTo>
                <a:cubicBezTo>
                  <a:pt x="926" y="251"/>
                  <a:pt x="927" y="251"/>
                  <a:pt x="927" y="252"/>
                </a:cubicBezTo>
                <a:cubicBezTo>
                  <a:pt x="928" y="253"/>
                  <a:pt x="928" y="253"/>
                  <a:pt x="927" y="254"/>
                </a:cubicBezTo>
                <a:cubicBezTo>
                  <a:pt x="927" y="255"/>
                  <a:pt x="926" y="255"/>
                  <a:pt x="926" y="256"/>
                </a:cubicBezTo>
                <a:cubicBezTo>
                  <a:pt x="926" y="257"/>
                  <a:pt x="926" y="258"/>
                  <a:pt x="927" y="258"/>
                </a:cubicBezTo>
                <a:cubicBezTo>
                  <a:pt x="928" y="258"/>
                  <a:pt x="928" y="258"/>
                  <a:pt x="928" y="258"/>
                </a:cubicBezTo>
                <a:cubicBezTo>
                  <a:pt x="927" y="257"/>
                  <a:pt x="927" y="257"/>
                  <a:pt x="928" y="256"/>
                </a:cubicBezTo>
                <a:cubicBezTo>
                  <a:pt x="928" y="256"/>
                  <a:pt x="928" y="255"/>
                  <a:pt x="929" y="255"/>
                </a:cubicBezTo>
                <a:cubicBezTo>
                  <a:pt x="929" y="254"/>
                  <a:pt x="929" y="253"/>
                  <a:pt x="930" y="253"/>
                </a:cubicBezTo>
                <a:cubicBezTo>
                  <a:pt x="930" y="253"/>
                  <a:pt x="930" y="253"/>
                  <a:pt x="930" y="253"/>
                </a:cubicBezTo>
                <a:cubicBezTo>
                  <a:pt x="930" y="253"/>
                  <a:pt x="931" y="252"/>
                  <a:pt x="931" y="252"/>
                </a:cubicBezTo>
                <a:cubicBezTo>
                  <a:pt x="931" y="251"/>
                  <a:pt x="931" y="251"/>
                  <a:pt x="931" y="250"/>
                </a:cubicBezTo>
                <a:cubicBezTo>
                  <a:pt x="931" y="250"/>
                  <a:pt x="931" y="249"/>
                  <a:pt x="931" y="249"/>
                </a:cubicBezTo>
                <a:cubicBezTo>
                  <a:pt x="931" y="248"/>
                  <a:pt x="931" y="248"/>
                  <a:pt x="931" y="247"/>
                </a:cubicBezTo>
                <a:cubicBezTo>
                  <a:pt x="932" y="247"/>
                  <a:pt x="932" y="247"/>
                  <a:pt x="932" y="246"/>
                </a:cubicBezTo>
                <a:cubicBezTo>
                  <a:pt x="933" y="246"/>
                  <a:pt x="933" y="246"/>
                  <a:pt x="934" y="245"/>
                </a:cubicBezTo>
                <a:cubicBezTo>
                  <a:pt x="934" y="245"/>
                  <a:pt x="934" y="245"/>
                  <a:pt x="934" y="245"/>
                </a:cubicBezTo>
                <a:cubicBezTo>
                  <a:pt x="934" y="245"/>
                  <a:pt x="935" y="245"/>
                  <a:pt x="935" y="245"/>
                </a:cubicBezTo>
                <a:cubicBezTo>
                  <a:pt x="935" y="245"/>
                  <a:pt x="935" y="246"/>
                  <a:pt x="935" y="246"/>
                </a:cubicBezTo>
                <a:cubicBezTo>
                  <a:pt x="935" y="247"/>
                  <a:pt x="934" y="247"/>
                  <a:pt x="934" y="248"/>
                </a:cubicBezTo>
                <a:cubicBezTo>
                  <a:pt x="934" y="249"/>
                  <a:pt x="934" y="249"/>
                  <a:pt x="934" y="249"/>
                </a:cubicBezTo>
                <a:cubicBezTo>
                  <a:pt x="935" y="249"/>
                  <a:pt x="936" y="249"/>
                  <a:pt x="936" y="249"/>
                </a:cubicBezTo>
                <a:cubicBezTo>
                  <a:pt x="937" y="249"/>
                  <a:pt x="937" y="249"/>
                  <a:pt x="937" y="250"/>
                </a:cubicBezTo>
                <a:cubicBezTo>
                  <a:pt x="938" y="250"/>
                  <a:pt x="938" y="250"/>
                  <a:pt x="938" y="251"/>
                </a:cubicBezTo>
                <a:cubicBezTo>
                  <a:pt x="938" y="251"/>
                  <a:pt x="938" y="251"/>
                  <a:pt x="939" y="252"/>
                </a:cubicBezTo>
                <a:cubicBezTo>
                  <a:pt x="939" y="252"/>
                  <a:pt x="939" y="252"/>
                  <a:pt x="939" y="253"/>
                </a:cubicBezTo>
                <a:cubicBezTo>
                  <a:pt x="940" y="253"/>
                  <a:pt x="940" y="253"/>
                  <a:pt x="940" y="253"/>
                </a:cubicBezTo>
                <a:cubicBezTo>
                  <a:pt x="940" y="254"/>
                  <a:pt x="940" y="254"/>
                  <a:pt x="941" y="255"/>
                </a:cubicBezTo>
                <a:cubicBezTo>
                  <a:pt x="941" y="255"/>
                  <a:pt x="941" y="255"/>
                  <a:pt x="941" y="256"/>
                </a:cubicBezTo>
                <a:cubicBezTo>
                  <a:pt x="942" y="256"/>
                  <a:pt x="943" y="256"/>
                  <a:pt x="944" y="256"/>
                </a:cubicBezTo>
                <a:cubicBezTo>
                  <a:pt x="944" y="256"/>
                  <a:pt x="945" y="255"/>
                  <a:pt x="946" y="255"/>
                </a:cubicBezTo>
                <a:cubicBezTo>
                  <a:pt x="946" y="255"/>
                  <a:pt x="947" y="255"/>
                  <a:pt x="947" y="255"/>
                </a:cubicBezTo>
                <a:cubicBezTo>
                  <a:pt x="948" y="255"/>
                  <a:pt x="948" y="255"/>
                  <a:pt x="949" y="255"/>
                </a:cubicBezTo>
                <a:cubicBezTo>
                  <a:pt x="949" y="254"/>
                  <a:pt x="949" y="254"/>
                  <a:pt x="948" y="254"/>
                </a:cubicBezTo>
                <a:cubicBezTo>
                  <a:pt x="948" y="254"/>
                  <a:pt x="948" y="253"/>
                  <a:pt x="948" y="253"/>
                </a:cubicBezTo>
                <a:cubicBezTo>
                  <a:pt x="949" y="252"/>
                  <a:pt x="950" y="252"/>
                  <a:pt x="950" y="251"/>
                </a:cubicBezTo>
                <a:cubicBezTo>
                  <a:pt x="951" y="251"/>
                  <a:pt x="952" y="250"/>
                  <a:pt x="952" y="250"/>
                </a:cubicBezTo>
                <a:cubicBezTo>
                  <a:pt x="952" y="250"/>
                  <a:pt x="952" y="250"/>
                  <a:pt x="953" y="250"/>
                </a:cubicBezTo>
                <a:cubicBezTo>
                  <a:pt x="953" y="249"/>
                  <a:pt x="953" y="249"/>
                  <a:pt x="953" y="249"/>
                </a:cubicBezTo>
                <a:cubicBezTo>
                  <a:pt x="953" y="249"/>
                  <a:pt x="953" y="249"/>
                  <a:pt x="954" y="249"/>
                </a:cubicBezTo>
                <a:cubicBezTo>
                  <a:pt x="954" y="249"/>
                  <a:pt x="954" y="249"/>
                  <a:pt x="955" y="249"/>
                </a:cubicBezTo>
                <a:cubicBezTo>
                  <a:pt x="955" y="249"/>
                  <a:pt x="955" y="249"/>
                  <a:pt x="956" y="249"/>
                </a:cubicBezTo>
                <a:cubicBezTo>
                  <a:pt x="956" y="249"/>
                  <a:pt x="956" y="249"/>
                  <a:pt x="956" y="249"/>
                </a:cubicBezTo>
                <a:cubicBezTo>
                  <a:pt x="956" y="250"/>
                  <a:pt x="956" y="250"/>
                  <a:pt x="956" y="251"/>
                </a:cubicBezTo>
                <a:cubicBezTo>
                  <a:pt x="956" y="251"/>
                  <a:pt x="956" y="252"/>
                  <a:pt x="955" y="252"/>
                </a:cubicBezTo>
                <a:cubicBezTo>
                  <a:pt x="955" y="252"/>
                  <a:pt x="955" y="253"/>
                  <a:pt x="955" y="253"/>
                </a:cubicBezTo>
                <a:cubicBezTo>
                  <a:pt x="955" y="253"/>
                  <a:pt x="956" y="253"/>
                  <a:pt x="956" y="253"/>
                </a:cubicBezTo>
                <a:cubicBezTo>
                  <a:pt x="957" y="253"/>
                  <a:pt x="958" y="253"/>
                  <a:pt x="958" y="253"/>
                </a:cubicBezTo>
                <a:cubicBezTo>
                  <a:pt x="959" y="253"/>
                  <a:pt x="959" y="253"/>
                  <a:pt x="960" y="253"/>
                </a:cubicBezTo>
                <a:cubicBezTo>
                  <a:pt x="960" y="253"/>
                  <a:pt x="961" y="253"/>
                  <a:pt x="961" y="253"/>
                </a:cubicBezTo>
                <a:cubicBezTo>
                  <a:pt x="962" y="254"/>
                  <a:pt x="963" y="254"/>
                  <a:pt x="965" y="254"/>
                </a:cubicBezTo>
                <a:cubicBezTo>
                  <a:pt x="966" y="255"/>
                  <a:pt x="967" y="254"/>
                  <a:pt x="968" y="255"/>
                </a:cubicBezTo>
                <a:cubicBezTo>
                  <a:pt x="969" y="255"/>
                  <a:pt x="969" y="255"/>
                  <a:pt x="970" y="255"/>
                </a:cubicBezTo>
                <a:cubicBezTo>
                  <a:pt x="970" y="255"/>
                  <a:pt x="971" y="255"/>
                  <a:pt x="971" y="256"/>
                </a:cubicBezTo>
                <a:cubicBezTo>
                  <a:pt x="972" y="256"/>
                  <a:pt x="972" y="256"/>
                  <a:pt x="973" y="256"/>
                </a:cubicBezTo>
                <a:cubicBezTo>
                  <a:pt x="974" y="255"/>
                  <a:pt x="973" y="254"/>
                  <a:pt x="973" y="253"/>
                </a:cubicBezTo>
                <a:cubicBezTo>
                  <a:pt x="973" y="253"/>
                  <a:pt x="972" y="253"/>
                  <a:pt x="972" y="253"/>
                </a:cubicBezTo>
                <a:cubicBezTo>
                  <a:pt x="972" y="252"/>
                  <a:pt x="972" y="252"/>
                  <a:pt x="971" y="252"/>
                </a:cubicBezTo>
                <a:cubicBezTo>
                  <a:pt x="971" y="252"/>
                  <a:pt x="972" y="251"/>
                  <a:pt x="972" y="251"/>
                </a:cubicBezTo>
                <a:cubicBezTo>
                  <a:pt x="973" y="251"/>
                  <a:pt x="973" y="252"/>
                  <a:pt x="974" y="252"/>
                </a:cubicBezTo>
                <a:cubicBezTo>
                  <a:pt x="975" y="252"/>
                  <a:pt x="975" y="252"/>
                  <a:pt x="976" y="252"/>
                </a:cubicBezTo>
                <a:cubicBezTo>
                  <a:pt x="977" y="252"/>
                  <a:pt x="979" y="252"/>
                  <a:pt x="980" y="252"/>
                </a:cubicBezTo>
                <a:cubicBezTo>
                  <a:pt x="980" y="252"/>
                  <a:pt x="981" y="252"/>
                  <a:pt x="982" y="252"/>
                </a:cubicBezTo>
                <a:cubicBezTo>
                  <a:pt x="982" y="252"/>
                  <a:pt x="983" y="252"/>
                  <a:pt x="983" y="253"/>
                </a:cubicBezTo>
                <a:cubicBezTo>
                  <a:pt x="984" y="253"/>
                  <a:pt x="984" y="253"/>
                  <a:pt x="984" y="253"/>
                </a:cubicBezTo>
                <a:cubicBezTo>
                  <a:pt x="984" y="254"/>
                  <a:pt x="985" y="254"/>
                  <a:pt x="985" y="254"/>
                </a:cubicBezTo>
                <a:cubicBezTo>
                  <a:pt x="985" y="255"/>
                  <a:pt x="985" y="255"/>
                  <a:pt x="985" y="255"/>
                </a:cubicBezTo>
                <a:cubicBezTo>
                  <a:pt x="986" y="256"/>
                  <a:pt x="986" y="256"/>
                  <a:pt x="987" y="257"/>
                </a:cubicBezTo>
                <a:cubicBezTo>
                  <a:pt x="988" y="257"/>
                  <a:pt x="988" y="257"/>
                  <a:pt x="989" y="257"/>
                </a:cubicBezTo>
                <a:cubicBezTo>
                  <a:pt x="990" y="258"/>
                  <a:pt x="990" y="258"/>
                  <a:pt x="991" y="258"/>
                </a:cubicBezTo>
                <a:cubicBezTo>
                  <a:pt x="991" y="258"/>
                  <a:pt x="992" y="259"/>
                  <a:pt x="992" y="259"/>
                </a:cubicBezTo>
                <a:cubicBezTo>
                  <a:pt x="993" y="259"/>
                  <a:pt x="993" y="259"/>
                  <a:pt x="994" y="260"/>
                </a:cubicBezTo>
                <a:cubicBezTo>
                  <a:pt x="994" y="260"/>
                  <a:pt x="995" y="260"/>
                  <a:pt x="996" y="260"/>
                </a:cubicBezTo>
                <a:cubicBezTo>
                  <a:pt x="996" y="261"/>
                  <a:pt x="997" y="261"/>
                  <a:pt x="998" y="261"/>
                </a:cubicBezTo>
                <a:cubicBezTo>
                  <a:pt x="998" y="261"/>
                  <a:pt x="998" y="262"/>
                  <a:pt x="998" y="262"/>
                </a:cubicBezTo>
                <a:cubicBezTo>
                  <a:pt x="999" y="262"/>
                  <a:pt x="999" y="262"/>
                  <a:pt x="999" y="262"/>
                </a:cubicBezTo>
                <a:cubicBezTo>
                  <a:pt x="999" y="263"/>
                  <a:pt x="1001" y="263"/>
                  <a:pt x="1001" y="263"/>
                </a:cubicBezTo>
                <a:cubicBezTo>
                  <a:pt x="1001" y="264"/>
                  <a:pt x="1002" y="264"/>
                  <a:pt x="1002" y="265"/>
                </a:cubicBezTo>
                <a:cubicBezTo>
                  <a:pt x="1002" y="265"/>
                  <a:pt x="1003" y="265"/>
                  <a:pt x="1003" y="265"/>
                </a:cubicBezTo>
                <a:cubicBezTo>
                  <a:pt x="1004" y="266"/>
                  <a:pt x="1005" y="266"/>
                  <a:pt x="1006" y="266"/>
                </a:cubicBezTo>
                <a:cubicBezTo>
                  <a:pt x="1006" y="266"/>
                  <a:pt x="1007" y="266"/>
                  <a:pt x="1007" y="266"/>
                </a:cubicBezTo>
                <a:cubicBezTo>
                  <a:pt x="1007" y="266"/>
                  <a:pt x="1007" y="267"/>
                  <a:pt x="1008" y="267"/>
                </a:cubicBezTo>
                <a:close/>
                <a:moveTo>
                  <a:pt x="1017" y="389"/>
                </a:moveTo>
                <a:cubicBezTo>
                  <a:pt x="1017" y="389"/>
                  <a:pt x="1016" y="390"/>
                  <a:pt x="1016" y="390"/>
                </a:cubicBezTo>
                <a:cubicBezTo>
                  <a:pt x="1016" y="389"/>
                  <a:pt x="1016" y="389"/>
                  <a:pt x="1016" y="389"/>
                </a:cubicBezTo>
                <a:cubicBezTo>
                  <a:pt x="1016" y="388"/>
                  <a:pt x="1015" y="388"/>
                  <a:pt x="1015" y="388"/>
                </a:cubicBezTo>
                <a:cubicBezTo>
                  <a:pt x="1015" y="388"/>
                  <a:pt x="1014" y="388"/>
                  <a:pt x="1014" y="388"/>
                </a:cubicBezTo>
                <a:cubicBezTo>
                  <a:pt x="1013" y="388"/>
                  <a:pt x="1014" y="389"/>
                  <a:pt x="1013" y="389"/>
                </a:cubicBezTo>
                <a:cubicBezTo>
                  <a:pt x="1012" y="389"/>
                  <a:pt x="1012" y="389"/>
                  <a:pt x="1011" y="389"/>
                </a:cubicBezTo>
                <a:cubicBezTo>
                  <a:pt x="1011" y="389"/>
                  <a:pt x="1011" y="390"/>
                  <a:pt x="1011" y="390"/>
                </a:cubicBezTo>
                <a:cubicBezTo>
                  <a:pt x="1011" y="391"/>
                  <a:pt x="1012" y="391"/>
                  <a:pt x="1011" y="391"/>
                </a:cubicBezTo>
                <a:cubicBezTo>
                  <a:pt x="1011" y="391"/>
                  <a:pt x="1010" y="391"/>
                  <a:pt x="1010" y="392"/>
                </a:cubicBezTo>
                <a:cubicBezTo>
                  <a:pt x="1009" y="392"/>
                  <a:pt x="1009" y="392"/>
                  <a:pt x="1008" y="393"/>
                </a:cubicBezTo>
                <a:cubicBezTo>
                  <a:pt x="1008" y="393"/>
                  <a:pt x="1008" y="394"/>
                  <a:pt x="1008" y="394"/>
                </a:cubicBezTo>
                <a:cubicBezTo>
                  <a:pt x="1007" y="394"/>
                  <a:pt x="1007" y="394"/>
                  <a:pt x="1007" y="395"/>
                </a:cubicBezTo>
                <a:cubicBezTo>
                  <a:pt x="1007" y="395"/>
                  <a:pt x="1007" y="395"/>
                  <a:pt x="1007" y="395"/>
                </a:cubicBezTo>
                <a:cubicBezTo>
                  <a:pt x="1007" y="395"/>
                  <a:pt x="1008" y="395"/>
                  <a:pt x="1008" y="395"/>
                </a:cubicBezTo>
                <a:cubicBezTo>
                  <a:pt x="1008" y="395"/>
                  <a:pt x="1008" y="395"/>
                  <a:pt x="1009" y="394"/>
                </a:cubicBezTo>
                <a:cubicBezTo>
                  <a:pt x="1009" y="394"/>
                  <a:pt x="1009" y="394"/>
                  <a:pt x="1009" y="394"/>
                </a:cubicBezTo>
                <a:cubicBezTo>
                  <a:pt x="1010" y="394"/>
                  <a:pt x="1010" y="393"/>
                  <a:pt x="1011" y="393"/>
                </a:cubicBezTo>
                <a:cubicBezTo>
                  <a:pt x="1011" y="392"/>
                  <a:pt x="1011" y="392"/>
                  <a:pt x="1011" y="392"/>
                </a:cubicBezTo>
                <a:cubicBezTo>
                  <a:pt x="1012" y="392"/>
                  <a:pt x="1013" y="392"/>
                  <a:pt x="1014" y="392"/>
                </a:cubicBezTo>
                <a:cubicBezTo>
                  <a:pt x="1014" y="392"/>
                  <a:pt x="1014" y="391"/>
                  <a:pt x="1015" y="391"/>
                </a:cubicBezTo>
                <a:cubicBezTo>
                  <a:pt x="1016" y="391"/>
                  <a:pt x="1016" y="390"/>
                  <a:pt x="1017" y="390"/>
                </a:cubicBezTo>
                <a:cubicBezTo>
                  <a:pt x="1018" y="390"/>
                  <a:pt x="1018" y="389"/>
                  <a:pt x="1018" y="389"/>
                </a:cubicBezTo>
                <a:cubicBezTo>
                  <a:pt x="1018" y="388"/>
                  <a:pt x="1017" y="388"/>
                  <a:pt x="1017" y="389"/>
                </a:cubicBezTo>
                <a:close/>
                <a:moveTo>
                  <a:pt x="1015" y="372"/>
                </a:moveTo>
                <a:cubicBezTo>
                  <a:pt x="1015" y="372"/>
                  <a:pt x="1016" y="371"/>
                  <a:pt x="1016" y="370"/>
                </a:cubicBezTo>
                <a:cubicBezTo>
                  <a:pt x="1017" y="370"/>
                  <a:pt x="1018" y="369"/>
                  <a:pt x="1018" y="368"/>
                </a:cubicBezTo>
                <a:cubicBezTo>
                  <a:pt x="1017" y="368"/>
                  <a:pt x="1017" y="368"/>
                  <a:pt x="1017" y="369"/>
                </a:cubicBezTo>
                <a:cubicBezTo>
                  <a:pt x="1016" y="369"/>
                  <a:pt x="1016" y="369"/>
                  <a:pt x="1015" y="369"/>
                </a:cubicBezTo>
                <a:cubicBezTo>
                  <a:pt x="1015" y="369"/>
                  <a:pt x="1014" y="369"/>
                  <a:pt x="1014" y="369"/>
                </a:cubicBezTo>
                <a:cubicBezTo>
                  <a:pt x="1014" y="369"/>
                  <a:pt x="1013" y="369"/>
                  <a:pt x="1013" y="369"/>
                </a:cubicBezTo>
                <a:cubicBezTo>
                  <a:pt x="1013" y="370"/>
                  <a:pt x="1013" y="371"/>
                  <a:pt x="1013" y="371"/>
                </a:cubicBezTo>
                <a:cubicBezTo>
                  <a:pt x="1013" y="371"/>
                  <a:pt x="1014" y="371"/>
                  <a:pt x="1014" y="371"/>
                </a:cubicBezTo>
                <a:cubicBezTo>
                  <a:pt x="1014" y="371"/>
                  <a:pt x="1015" y="371"/>
                  <a:pt x="1015" y="371"/>
                </a:cubicBezTo>
                <a:cubicBezTo>
                  <a:pt x="1015" y="371"/>
                  <a:pt x="1015" y="371"/>
                  <a:pt x="1015" y="372"/>
                </a:cubicBezTo>
                <a:close/>
                <a:moveTo>
                  <a:pt x="1065" y="316"/>
                </a:moveTo>
                <a:cubicBezTo>
                  <a:pt x="1065" y="316"/>
                  <a:pt x="1065" y="315"/>
                  <a:pt x="1065" y="315"/>
                </a:cubicBezTo>
                <a:cubicBezTo>
                  <a:pt x="1064" y="315"/>
                  <a:pt x="1064" y="316"/>
                  <a:pt x="1064" y="316"/>
                </a:cubicBezTo>
                <a:cubicBezTo>
                  <a:pt x="1063" y="317"/>
                  <a:pt x="1063" y="318"/>
                  <a:pt x="1062" y="318"/>
                </a:cubicBezTo>
                <a:cubicBezTo>
                  <a:pt x="1062" y="318"/>
                  <a:pt x="1062" y="318"/>
                  <a:pt x="1062" y="318"/>
                </a:cubicBezTo>
                <a:cubicBezTo>
                  <a:pt x="1062" y="317"/>
                  <a:pt x="1061" y="318"/>
                  <a:pt x="1061" y="318"/>
                </a:cubicBezTo>
                <a:cubicBezTo>
                  <a:pt x="1061" y="318"/>
                  <a:pt x="1061" y="318"/>
                  <a:pt x="1060" y="318"/>
                </a:cubicBezTo>
                <a:cubicBezTo>
                  <a:pt x="1060" y="318"/>
                  <a:pt x="1060" y="318"/>
                  <a:pt x="1060" y="317"/>
                </a:cubicBezTo>
                <a:cubicBezTo>
                  <a:pt x="1060" y="318"/>
                  <a:pt x="1060" y="318"/>
                  <a:pt x="1060" y="318"/>
                </a:cubicBezTo>
                <a:cubicBezTo>
                  <a:pt x="1060" y="319"/>
                  <a:pt x="1060" y="319"/>
                  <a:pt x="1060" y="319"/>
                </a:cubicBezTo>
                <a:cubicBezTo>
                  <a:pt x="1060" y="319"/>
                  <a:pt x="1060" y="320"/>
                  <a:pt x="1061" y="320"/>
                </a:cubicBezTo>
                <a:cubicBezTo>
                  <a:pt x="1061" y="320"/>
                  <a:pt x="1061" y="320"/>
                  <a:pt x="1061" y="321"/>
                </a:cubicBezTo>
                <a:cubicBezTo>
                  <a:pt x="1061" y="321"/>
                  <a:pt x="1061" y="321"/>
                  <a:pt x="1061" y="321"/>
                </a:cubicBezTo>
                <a:cubicBezTo>
                  <a:pt x="1062" y="322"/>
                  <a:pt x="1062" y="322"/>
                  <a:pt x="1062" y="323"/>
                </a:cubicBezTo>
                <a:cubicBezTo>
                  <a:pt x="1062" y="323"/>
                  <a:pt x="1062" y="324"/>
                  <a:pt x="1062" y="324"/>
                </a:cubicBezTo>
                <a:cubicBezTo>
                  <a:pt x="1061" y="323"/>
                  <a:pt x="1061" y="322"/>
                  <a:pt x="1061" y="322"/>
                </a:cubicBezTo>
                <a:cubicBezTo>
                  <a:pt x="1061" y="322"/>
                  <a:pt x="1061" y="322"/>
                  <a:pt x="1061" y="323"/>
                </a:cubicBezTo>
                <a:cubicBezTo>
                  <a:pt x="1061" y="323"/>
                  <a:pt x="1061" y="324"/>
                  <a:pt x="1061" y="324"/>
                </a:cubicBezTo>
                <a:cubicBezTo>
                  <a:pt x="1061" y="324"/>
                  <a:pt x="1061" y="324"/>
                  <a:pt x="1061" y="324"/>
                </a:cubicBezTo>
                <a:cubicBezTo>
                  <a:pt x="1060" y="325"/>
                  <a:pt x="1060" y="325"/>
                  <a:pt x="1061" y="326"/>
                </a:cubicBezTo>
                <a:cubicBezTo>
                  <a:pt x="1061" y="326"/>
                  <a:pt x="1061" y="326"/>
                  <a:pt x="1061" y="326"/>
                </a:cubicBezTo>
                <a:cubicBezTo>
                  <a:pt x="1061" y="326"/>
                  <a:pt x="1061" y="327"/>
                  <a:pt x="1062" y="327"/>
                </a:cubicBezTo>
                <a:cubicBezTo>
                  <a:pt x="1062" y="327"/>
                  <a:pt x="1062" y="326"/>
                  <a:pt x="1062" y="326"/>
                </a:cubicBezTo>
                <a:cubicBezTo>
                  <a:pt x="1062" y="326"/>
                  <a:pt x="1062" y="325"/>
                  <a:pt x="1062" y="325"/>
                </a:cubicBezTo>
                <a:cubicBezTo>
                  <a:pt x="1062" y="325"/>
                  <a:pt x="1063" y="326"/>
                  <a:pt x="1063" y="326"/>
                </a:cubicBezTo>
                <a:cubicBezTo>
                  <a:pt x="1063" y="327"/>
                  <a:pt x="1063" y="327"/>
                  <a:pt x="1063" y="327"/>
                </a:cubicBezTo>
                <a:cubicBezTo>
                  <a:pt x="1064" y="327"/>
                  <a:pt x="1064" y="327"/>
                  <a:pt x="1064" y="326"/>
                </a:cubicBezTo>
                <a:cubicBezTo>
                  <a:pt x="1064" y="326"/>
                  <a:pt x="1064" y="325"/>
                  <a:pt x="1064" y="325"/>
                </a:cubicBezTo>
                <a:cubicBezTo>
                  <a:pt x="1065" y="324"/>
                  <a:pt x="1065" y="323"/>
                  <a:pt x="1065" y="323"/>
                </a:cubicBezTo>
                <a:cubicBezTo>
                  <a:pt x="1064" y="322"/>
                  <a:pt x="1064" y="322"/>
                  <a:pt x="1064" y="322"/>
                </a:cubicBezTo>
                <a:cubicBezTo>
                  <a:pt x="1064" y="322"/>
                  <a:pt x="1064" y="321"/>
                  <a:pt x="1064" y="321"/>
                </a:cubicBezTo>
                <a:cubicBezTo>
                  <a:pt x="1064" y="321"/>
                  <a:pt x="1064" y="321"/>
                  <a:pt x="1063" y="321"/>
                </a:cubicBezTo>
                <a:cubicBezTo>
                  <a:pt x="1063" y="321"/>
                  <a:pt x="1063" y="321"/>
                  <a:pt x="1063" y="321"/>
                </a:cubicBezTo>
                <a:cubicBezTo>
                  <a:pt x="1063" y="321"/>
                  <a:pt x="1063" y="321"/>
                  <a:pt x="1063" y="321"/>
                </a:cubicBezTo>
                <a:cubicBezTo>
                  <a:pt x="1063" y="320"/>
                  <a:pt x="1063" y="320"/>
                  <a:pt x="1063" y="320"/>
                </a:cubicBezTo>
                <a:cubicBezTo>
                  <a:pt x="1063" y="320"/>
                  <a:pt x="1063" y="319"/>
                  <a:pt x="1063" y="319"/>
                </a:cubicBezTo>
                <a:cubicBezTo>
                  <a:pt x="1063" y="319"/>
                  <a:pt x="1064" y="319"/>
                  <a:pt x="1064" y="320"/>
                </a:cubicBezTo>
                <a:cubicBezTo>
                  <a:pt x="1064" y="320"/>
                  <a:pt x="1064" y="320"/>
                  <a:pt x="1064" y="320"/>
                </a:cubicBezTo>
                <a:cubicBezTo>
                  <a:pt x="1065" y="319"/>
                  <a:pt x="1064" y="318"/>
                  <a:pt x="1064" y="318"/>
                </a:cubicBezTo>
                <a:cubicBezTo>
                  <a:pt x="1064" y="317"/>
                  <a:pt x="1065" y="317"/>
                  <a:pt x="1065" y="316"/>
                </a:cubicBezTo>
                <a:close/>
                <a:moveTo>
                  <a:pt x="1039" y="360"/>
                </a:moveTo>
                <a:cubicBezTo>
                  <a:pt x="1039" y="360"/>
                  <a:pt x="1039" y="360"/>
                  <a:pt x="1039" y="360"/>
                </a:cubicBezTo>
                <a:cubicBezTo>
                  <a:pt x="1038" y="360"/>
                  <a:pt x="1036" y="360"/>
                  <a:pt x="1035" y="360"/>
                </a:cubicBezTo>
                <a:cubicBezTo>
                  <a:pt x="1034" y="360"/>
                  <a:pt x="1034" y="361"/>
                  <a:pt x="1033" y="361"/>
                </a:cubicBezTo>
                <a:cubicBezTo>
                  <a:pt x="1032" y="362"/>
                  <a:pt x="1031" y="361"/>
                  <a:pt x="1032" y="360"/>
                </a:cubicBezTo>
                <a:cubicBezTo>
                  <a:pt x="1031" y="360"/>
                  <a:pt x="1029" y="361"/>
                  <a:pt x="1029" y="361"/>
                </a:cubicBezTo>
                <a:cubicBezTo>
                  <a:pt x="1028" y="362"/>
                  <a:pt x="1029" y="362"/>
                  <a:pt x="1028" y="363"/>
                </a:cubicBezTo>
                <a:cubicBezTo>
                  <a:pt x="1028" y="363"/>
                  <a:pt x="1027" y="363"/>
                  <a:pt x="1027" y="364"/>
                </a:cubicBezTo>
                <a:cubicBezTo>
                  <a:pt x="1027" y="364"/>
                  <a:pt x="1027" y="364"/>
                  <a:pt x="1027" y="364"/>
                </a:cubicBezTo>
                <a:cubicBezTo>
                  <a:pt x="1027" y="365"/>
                  <a:pt x="1026" y="366"/>
                  <a:pt x="1026" y="366"/>
                </a:cubicBezTo>
                <a:cubicBezTo>
                  <a:pt x="1026" y="367"/>
                  <a:pt x="1024" y="366"/>
                  <a:pt x="1024" y="368"/>
                </a:cubicBezTo>
                <a:cubicBezTo>
                  <a:pt x="1024" y="369"/>
                  <a:pt x="1024" y="369"/>
                  <a:pt x="1022" y="369"/>
                </a:cubicBezTo>
                <a:cubicBezTo>
                  <a:pt x="1022" y="369"/>
                  <a:pt x="1022" y="369"/>
                  <a:pt x="1022" y="369"/>
                </a:cubicBezTo>
                <a:cubicBezTo>
                  <a:pt x="1022" y="369"/>
                  <a:pt x="1021" y="370"/>
                  <a:pt x="1021" y="371"/>
                </a:cubicBezTo>
                <a:cubicBezTo>
                  <a:pt x="1020" y="372"/>
                  <a:pt x="1019" y="372"/>
                  <a:pt x="1019" y="373"/>
                </a:cubicBezTo>
                <a:cubicBezTo>
                  <a:pt x="1019" y="374"/>
                  <a:pt x="1019" y="375"/>
                  <a:pt x="1019" y="376"/>
                </a:cubicBezTo>
                <a:cubicBezTo>
                  <a:pt x="1019" y="376"/>
                  <a:pt x="1020" y="376"/>
                  <a:pt x="1020" y="377"/>
                </a:cubicBezTo>
                <a:cubicBezTo>
                  <a:pt x="1019" y="377"/>
                  <a:pt x="1019" y="377"/>
                  <a:pt x="1019" y="377"/>
                </a:cubicBezTo>
                <a:cubicBezTo>
                  <a:pt x="1019" y="375"/>
                  <a:pt x="1015" y="377"/>
                  <a:pt x="1017" y="378"/>
                </a:cubicBezTo>
                <a:cubicBezTo>
                  <a:pt x="1018" y="379"/>
                  <a:pt x="1017" y="379"/>
                  <a:pt x="1017" y="379"/>
                </a:cubicBezTo>
                <a:cubicBezTo>
                  <a:pt x="1017" y="379"/>
                  <a:pt x="1017" y="380"/>
                  <a:pt x="1017" y="380"/>
                </a:cubicBezTo>
                <a:cubicBezTo>
                  <a:pt x="1017" y="380"/>
                  <a:pt x="1016" y="380"/>
                  <a:pt x="1016" y="381"/>
                </a:cubicBezTo>
                <a:cubicBezTo>
                  <a:pt x="1016" y="381"/>
                  <a:pt x="1016" y="382"/>
                  <a:pt x="1016" y="382"/>
                </a:cubicBezTo>
                <a:cubicBezTo>
                  <a:pt x="1016" y="382"/>
                  <a:pt x="1017" y="383"/>
                  <a:pt x="1017" y="383"/>
                </a:cubicBezTo>
                <a:cubicBezTo>
                  <a:pt x="1017" y="384"/>
                  <a:pt x="1017" y="384"/>
                  <a:pt x="1017" y="385"/>
                </a:cubicBezTo>
                <a:cubicBezTo>
                  <a:pt x="1018" y="385"/>
                  <a:pt x="1019" y="386"/>
                  <a:pt x="1020" y="385"/>
                </a:cubicBezTo>
                <a:cubicBezTo>
                  <a:pt x="1021" y="385"/>
                  <a:pt x="1021" y="384"/>
                  <a:pt x="1021" y="384"/>
                </a:cubicBezTo>
                <a:cubicBezTo>
                  <a:pt x="1022" y="384"/>
                  <a:pt x="1021" y="386"/>
                  <a:pt x="1022" y="387"/>
                </a:cubicBezTo>
                <a:cubicBezTo>
                  <a:pt x="1023" y="386"/>
                  <a:pt x="1023" y="385"/>
                  <a:pt x="1023" y="384"/>
                </a:cubicBezTo>
                <a:cubicBezTo>
                  <a:pt x="1023" y="384"/>
                  <a:pt x="1023" y="383"/>
                  <a:pt x="1024" y="382"/>
                </a:cubicBezTo>
                <a:cubicBezTo>
                  <a:pt x="1024" y="382"/>
                  <a:pt x="1025" y="381"/>
                  <a:pt x="1025" y="381"/>
                </a:cubicBezTo>
                <a:cubicBezTo>
                  <a:pt x="1026" y="380"/>
                  <a:pt x="1027" y="379"/>
                  <a:pt x="1027" y="378"/>
                </a:cubicBezTo>
                <a:cubicBezTo>
                  <a:pt x="1028" y="377"/>
                  <a:pt x="1029" y="377"/>
                  <a:pt x="1030" y="376"/>
                </a:cubicBezTo>
                <a:cubicBezTo>
                  <a:pt x="1030" y="376"/>
                  <a:pt x="1030" y="375"/>
                  <a:pt x="1031" y="375"/>
                </a:cubicBezTo>
                <a:cubicBezTo>
                  <a:pt x="1031" y="374"/>
                  <a:pt x="1032" y="373"/>
                  <a:pt x="1032" y="373"/>
                </a:cubicBezTo>
                <a:cubicBezTo>
                  <a:pt x="1032" y="372"/>
                  <a:pt x="1032" y="372"/>
                  <a:pt x="1032" y="372"/>
                </a:cubicBezTo>
                <a:cubicBezTo>
                  <a:pt x="1032" y="371"/>
                  <a:pt x="1032" y="371"/>
                  <a:pt x="1033" y="370"/>
                </a:cubicBezTo>
                <a:cubicBezTo>
                  <a:pt x="1033" y="369"/>
                  <a:pt x="1032" y="369"/>
                  <a:pt x="1032" y="368"/>
                </a:cubicBezTo>
                <a:cubicBezTo>
                  <a:pt x="1032" y="368"/>
                  <a:pt x="1033" y="368"/>
                  <a:pt x="1033" y="368"/>
                </a:cubicBezTo>
                <a:cubicBezTo>
                  <a:pt x="1033" y="367"/>
                  <a:pt x="1032" y="367"/>
                  <a:pt x="1032" y="367"/>
                </a:cubicBezTo>
                <a:cubicBezTo>
                  <a:pt x="1032" y="366"/>
                  <a:pt x="1032" y="366"/>
                  <a:pt x="1031" y="365"/>
                </a:cubicBezTo>
                <a:cubicBezTo>
                  <a:pt x="1031" y="364"/>
                  <a:pt x="1032" y="364"/>
                  <a:pt x="1033" y="364"/>
                </a:cubicBezTo>
                <a:cubicBezTo>
                  <a:pt x="1033" y="363"/>
                  <a:pt x="1034" y="363"/>
                  <a:pt x="1034" y="363"/>
                </a:cubicBezTo>
                <a:cubicBezTo>
                  <a:pt x="1034" y="363"/>
                  <a:pt x="1034" y="362"/>
                  <a:pt x="1034" y="362"/>
                </a:cubicBezTo>
                <a:cubicBezTo>
                  <a:pt x="1035" y="361"/>
                  <a:pt x="1036" y="362"/>
                  <a:pt x="1037" y="362"/>
                </a:cubicBezTo>
                <a:cubicBezTo>
                  <a:pt x="1038" y="362"/>
                  <a:pt x="1038" y="362"/>
                  <a:pt x="1039" y="363"/>
                </a:cubicBezTo>
                <a:cubicBezTo>
                  <a:pt x="1040" y="363"/>
                  <a:pt x="1041" y="364"/>
                  <a:pt x="1041" y="363"/>
                </a:cubicBezTo>
                <a:cubicBezTo>
                  <a:pt x="1041" y="362"/>
                  <a:pt x="1040" y="362"/>
                  <a:pt x="1040" y="361"/>
                </a:cubicBezTo>
                <a:cubicBezTo>
                  <a:pt x="1040" y="361"/>
                  <a:pt x="1040" y="361"/>
                  <a:pt x="1039" y="360"/>
                </a:cubicBezTo>
                <a:close/>
                <a:moveTo>
                  <a:pt x="922" y="247"/>
                </a:moveTo>
                <a:cubicBezTo>
                  <a:pt x="922" y="248"/>
                  <a:pt x="921" y="248"/>
                  <a:pt x="921" y="248"/>
                </a:cubicBezTo>
                <a:cubicBezTo>
                  <a:pt x="920" y="249"/>
                  <a:pt x="920" y="249"/>
                  <a:pt x="920" y="249"/>
                </a:cubicBezTo>
                <a:cubicBezTo>
                  <a:pt x="919" y="250"/>
                  <a:pt x="920" y="250"/>
                  <a:pt x="921" y="250"/>
                </a:cubicBezTo>
                <a:cubicBezTo>
                  <a:pt x="922" y="250"/>
                  <a:pt x="922" y="250"/>
                  <a:pt x="923" y="250"/>
                </a:cubicBezTo>
                <a:cubicBezTo>
                  <a:pt x="923" y="250"/>
                  <a:pt x="923" y="250"/>
                  <a:pt x="923" y="249"/>
                </a:cubicBezTo>
                <a:cubicBezTo>
                  <a:pt x="924" y="249"/>
                  <a:pt x="924" y="249"/>
                  <a:pt x="923" y="248"/>
                </a:cubicBezTo>
                <a:cubicBezTo>
                  <a:pt x="923" y="248"/>
                  <a:pt x="923" y="247"/>
                  <a:pt x="922" y="247"/>
                </a:cubicBezTo>
                <a:close/>
                <a:moveTo>
                  <a:pt x="278" y="321"/>
                </a:moveTo>
                <a:cubicBezTo>
                  <a:pt x="277" y="321"/>
                  <a:pt x="277" y="320"/>
                  <a:pt x="276" y="320"/>
                </a:cubicBezTo>
                <a:cubicBezTo>
                  <a:pt x="276" y="320"/>
                  <a:pt x="276" y="320"/>
                  <a:pt x="275" y="319"/>
                </a:cubicBezTo>
                <a:cubicBezTo>
                  <a:pt x="274" y="319"/>
                  <a:pt x="274" y="319"/>
                  <a:pt x="273" y="319"/>
                </a:cubicBezTo>
                <a:cubicBezTo>
                  <a:pt x="273" y="318"/>
                  <a:pt x="272" y="317"/>
                  <a:pt x="271" y="317"/>
                </a:cubicBezTo>
                <a:cubicBezTo>
                  <a:pt x="270" y="317"/>
                  <a:pt x="270" y="316"/>
                  <a:pt x="270" y="316"/>
                </a:cubicBezTo>
                <a:cubicBezTo>
                  <a:pt x="269" y="317"/>
                  <a:pt x="269" y="317"/>
                  <a:pt x="268" y="316"/>
                </a:cubicBezTo>
                <a:cubicBezTo>
                  <a:pt x="267" y="315"/>
                  <a:pt x="267" y="315"/>
                  <a:pt x="266" y="314"/>
                </a:cubicBezTo>
                <a:cubicBezTo>
                  <a:pt x="266" y="314"/>
                  <a:pt x="266" y="314"/>
                  <a:pt x="265" y="314"/>
                </a:cubicBezTo>
                <a:cubicBezTo>
                  <a:pt x="265" y="314"/>
                  <a:pt x="264" y="313"/>
                  <a:pt x="263" y="314"/>
                </a:cubicBezTo>
                <a:cubicBezTo>
                  <a:pt x="263" y="314"/>
                  <a:pt x="262" y="314"/>
                  <a:pt x="262" y="314"/>
                </a:cubicBezTo>
                <a:cubicBezTo>
                  <a:pt x="262" y="315"/>
                  <a:pt x="262" y="316"/>
                  <a:pt x="263" y="316"/>
                </a:cubicBezTo>
                <a:cubicBezTo>
                  <a:pt x="263" y="316"/>
                  <a:pt x="263" y="316"/>
                  <a:pt x="263" y="317"/>
                </a:cubicBezTo>
                <a:cubicBezTo>
                  <a:pt x="264" y="317"/>
                  <a:pt x="265" y="319"/>
                  <a:pt x="265" y="319"/>
                </a:cubicBezTo>
                <a:cubicBezTo>
                  <a:pt x="265" y="319"/>
                  <a:pt x="265" y="319"/>
                  <a:pt x="265" y="320"/>
                </a:cubicBezTo>
                <a:cubicBezTo>
                  <a:pt x="265" y="320"/>
                  <a:pt x="265" y="320"/>
                  <a:pt x="265" y="321"/>
                </a:cubicBezTo>
                <a:cubicBezTo>
                  <a:pt x="265" y="321"/>
                  <a:pt x="266" y="321"/>
                  <a:pt x="266" y="321"/>
                </a:cubicBezTo>
                <a:cubicBezTo>
                  <a:pt x="266" y="322"/>
                  <a:pt x="267" y="322"/>
                  <a:pt x="267" y="323"/>
                </a:cubicBezTo>
                <a:cubicBezTo>
                  <a:pt x="267" y="323"/>
                  <a:pt x="267" y="323"/>
                  <a:pt x="267" y="324"/>
                </a:cubicBezTo>
                <a:cubicBezTo>
                  <a:pt x="267" y="324"/>
                  <a:pt x="267" y="324"/>
                  <a:pt x="267" y="325"/>
                </a:cubicBezTo>
                <a:cubicBezTo>
                  <a:pt x="267" y="325"/>
                  <a:pt x="268" y="325"/>
                  <a:pt x="267" y="326"/>
                </a:cubicBezTo>
                <a:cubicBezTo>
                  <a:pt x="267" y="326"/>
                  <a:pt x="264" y="326"/>
                  <a:pt x="264" y="326"/>
                </a:cubicBezTo>
                <a:cubicBezTo>
                  <a:pt x="264" y="326"/>
                  <a:pt x="263" y="324"/>
                  <a:pt x="263" y="324"/>
                </a:cubicBezTo>
                <a:cubicBezTo>
                  <a:pt x="262" y="323"/>
                  <a:pt x="261" y="322"/>
                  <a:pt x="261" y="322"/>
                </a:cubicBezTo>
                <a:cubicBezTo>
                  <a:pt x="261" y="322"/>
                  <a:pt x="259" y="321"/>
                  <a:pt x="259" y="320"/>
                </a:cubicBezTo>
                <a:cubicBezTo>
                  <a:pt x="259" y="320"/>
                  <a:pt x="258" y="319"/>
                  <a:pt x="258" y="319"/>
                </a:cubicBezTo>
                <a:cubicBezTo>
                  <a:pt x="258" y="319"/>
                  <a:pt x="257" y="318"/>
                  <a:pt x="257" y="318"/>
                </a:cubicBezTo>
                <a:cubicBezTo>
                  <a:pt x="256" y="318"/>
                  <a:pt x="255" y="318"/>
                  <a:pt x="255" y="318"/>
                </a:cubicBezTo>
                <a:cubicBezTo>
                  <a:pt x="256" y="317"/>
                  <a:pt x="256" y="317"/>
                  <a:pt x="256" y="317"/>
                </a:cubicBezTo>
                <a:cubicBezTo>
                  <a:pt x="256" y="317"/>
                  <a:pt x="256" y="316"/>
                  <a:pt x="256" y="316"/>
                </a:cubicBezTo>
                <a:cubicBezTo>
                  <a:pt x="256" y="316"/>
                  <a:pt x="255" y="315"/>
                  <a:pt x="254" y="315"/>
                </a:cubicBezTo>
                <a:cubicBezTo>
                  <a:pt x="254" y="314"/>
                  <a:pt x="252" y="313"/>
                  <a:pt x="252" y="313"/>
                </a:cubicBezTo>
                <a:cubicBezTo>
                  <a:pt x="252" y="313"/>
                  <a:pt x="251" y="313"/>
                  <a:pt x="251" y="312"/>
                </a:cubicBezTo>
                <a:cubicBezTo>
                  <a:pt x="250" y="312"/>
                  <a:pt x="249" y="311"/>
                  <a:pt x="249" y="311"/>
                </a:cubicBezTo>
                <a:cubicBezTo>
                  <a:pt x="249" y="311"/>
                  <a:pt x="247" y="309"/>
                  <a:pt x="247" y="309"/>
                </a:cubicBezTo>
                <a:cubicBezTo>
                  <a:pt x="247" y="309"/>
                  <a:pt x="247" y="307"/>
                  <a:pt x="247" y="307"/>
                </a:cubicBezTo>
                <a:cubicBezTo>
                  <a:pt x="247" y="307"/>
                  <a:pt x="246" y="306"/>
                  <a:pt x="246" y="306"/>
                </a:cubicBezTo>
                <a:cubicBezTo>
                  <a:pt x="245" y="306"/>
                  <a:pt x="245" y="305"/>
                  <a:pt x="245" y="305"/>
                </a:cubicBezTo>
                <a:cubicBezTo>
                  <a:pt x="245" y="305"/>
                  <a:pt x="245" y="304"/>
                  <a:pt x="245" y="304"/>
                </a:cubicBezTo>
                <a:cubicBezTo>
                  <a:pt x="245" y="304"/>
                  <a:pt x="246" y="304"/>
                  <a:pt x="245" y="303"/>
                </a:cubicBezTo>
                <a:cubicBezTo>
                  <a:pt x="245" y="303"/>
                  <a:pt x="244" y="303"/>
                  <a:pt x="244" y="302"/>
                </a:cubicBezTo>
                <a:cubicBezTo>
                  <a:pt x="243" y="302"/>
                  <a:pt x="242" y="301"/>
                  <a:pt x="242" y="301"/>
                </a:cubicBezTo>
                <a:cubicBezTo>
                  <a:pt x="242" y="301"/>
                  <a:pt x="241" y="300"/>
                  <a:pt x="240" y="300"/>
                </a:cubicBezTo>
                <a:cubicBezTo>
                  <a:pt x="240" y="300"/>
                  <a:pt x="240" y="300"/>
                  <a:pt x="240" y="300"/>
                </a:cubicBezTo>
                <a:cubicBezTo>
                  <a:pt x="240" y="300"/>
                  <a:pt x="239" y="299"/>
                  <a:pt x="239" y="299"/>
                </a:cubicBezTo>
                <a:cubicBezTo>
                  <a:pt x="238" y="298"/>
                  <a:pt x="238" y="298"/>
                  <a:pt x="238" y="298"/>
                </a:cubicBezTo>
                <a:cubicBezTo>
                  <a:pt x="238" y="299"/>
                  <a:pt x="238" y="299"/>
                  <a:pt x="238" y="299"/>
                </a:cubicBezTo>
                <a:cubicBezTo>
                  <a:pt x="238" y="299"/>
                  <a:pt x="237" y="299"/>
                  <a:pt x="237" y="299"/>
                </a:cubicBezTo>
                <a:cubicBezTo>
                  <a:pt x="237" y="299"/>
                  <a:pt x="237" y="298"/>
                  <a:pt x="237" y="297"/>
                </a:cubicBezTo>
                <a:cubicBezTo>
                  <a:pt x="236" y="297"/>
                  <a:pt x="236" y="296"/>
                  <a:pt x="236" y="296"/>
                </a:cubicBezTo>
                <a:cubicBezTo>
                  <a:pt x="236" y="296"/>
                  <a:pt x="235" y="296"/>
                  <a:pt x="235" y="296"/>
                </a:cubicBezTo>
                <a:cubicBezTo>
                  <a:pt x="235" y="297"/>
                  <a:pt x="235" y="297"/>
                  <a:pt x="234" y="297"/>
                </a:cubicBezTo>
                <a:cubicBezTo>
                  <a:pt x="234" y="297"/>
                  <a:pt x="232" y="295"/>
                  <a:pt x="232" y="295"/>
                </a:cubicBezTo>
                <a:cubicBezTo>
                  <a:pt x="232" y="295"/>
                  <a:pt x="231" y="296"/>
                  <a:pt x="231" y="296"/>
                </a:cubicBezTo>
                <a:cubicBezTo>
                  <a:pt x="231" y="295"/>
                  <a:pt x="230" y="295"/>
                  <a:pt x="230" y="295"/>
                </a:cubicBezTo>
                <a:cubicBezTo>
                  <a:pt x="230" y="294"/>
                  <a:pt x="230" y="293"/>
                  <a:pt x="229" y="293"/>
                </a:cubicBezTo>
                <a:cubicBezTo>
                  <a:pt x="229" y="293"/>
                  <a:pt x="228" y="294"/>
                  <a:pt x="228" y="294"/>
                </a:cubicBezTo>
                <a:cubicBezTo>
                  <a:pt x="228" y="294"/>
                  <a:pt x="228" y="293"/>
                  <a:pt x="228" y="293"/>
                </a:cubicBezTo>
                <a:cubicBezTo>
                  <a:pt x="228" y="292"/>
                  <a:pt x="227" y="292"/>
                  <a:pt x="227" y="291"/>
                </a:cubicBezTo>
                <a:cubicBezTo>
                  <a:pt x="226" y="291"/>
                  <a:pt x="223" y="288"/>
                  <a:pt x="223" y="288"/>
                </a:cubicBezTo>
                <a:cubicBezTo>
                  <a:pt x="223" y="288"/>
                  <a:pt x="221" y="287"/>
                  <a:pt x="221" y="287"/>
                </a:cubicBezTo>
                <a:cubicBezTo>
                  <a:pt x="220" y="287"/>
                  <a:pt x="219" y="286"/>
                  <a:pt x="218" y="286"/>
                </a:cubicBezTo>
                <a:cubicBezTo>
                  <a:pt x="218" y="285"/>
                  <a:pt x="217" y="285"/>
                  <a:pt x="217" y="285"/>
                </a:cubicBezTo>
                <a:cubicBezTo>
                  <a:pt x="216" y="285"/>
                  <a:pt x="216" y="284"/>
                  <a:pt x="216" y="284"/>
                </a:cubicBezTo>
                <a:cubicBezTo>
                  <a:pt x="216" y="284"/>
                  <a:pt x="214" y="282"/>
                  <a:pt x="214" y="282"/>
                </a:cubicBezTo>
                <a:cubicBezTo>
                  <a:pt x="213" y="282"/>
                  <a:pt x="212" y="281"/>
                  <a:pt x="212" y="280"/>
                </a:cubicBezTo>
                <a:cubicBezTo>
                  <a:pt x="212" y="280"/>
                  <a:pt x="211" y="279"/>
                  <a:pt x="210" y="279"/>
                </a:cubicBezTo>
                <a:cubicBezTo>
                  <a:pt x="210" y="279"/>
                  <a:pt x="208" y="277"/>
                  <a:pt x="208" y="277"/>
                </a:cubicBezTo>
                <a:cubicBezTo>
                  <a:pt x="207" y="276"/>
                  <a:pt x="205" y="275"/>
                  <a:pt x="205" y="275"/>
                </a:cubicBezTo>
                <a:cubicBezTo>
                  <a:pt x="204" y="275"/>
                  <a:pt x="202" y="273"/>
                  <a:pt x="201" y="272"/>
                </a:cubicBezTo>
                <a:cubicBezTo>
                  <a:pt x="201" y="272"/>
                  <a:pt x="200" y="271"/>
                  <a:pt x="199" y="271"/>
                </a:cubicBezTo>
                <a:cubicBezTo>
                  <a:pt x="199" y="270"/>
                  <a:pt x="199" y="270"/>
                  <a:pt x="199" y="270"/>
                </a:cubicBezTo>
                <a:cubicBezTo>
                  <a:pt x="199" y="269"/>
                  <a:pt x="199" y="269"/>
                  <a:pt x="199" y="269"/>
                </a:cubicBezTo>
                <a:cubicBezTo>
                  <a:pt x="199" y="269"/>
                  <a:pt x="199" y="269"/>
                  <a:pt x="199" y="268"/>
                </a:cubicBezTo>
                <a:cubicBezTo>
                  <a:pt x="199" y="267"/>
                  <a:pt x="199" y="267"/>
                  <a:pt x="199" y="266"/>
                </a:cubicBezTo>
                <a:cubicBezTo>
                  <a:pt x="198" y="266"/>
                  <a:pt x="198" y="265"/>
                  <a:pt x="198" y="265"/>
                </a:cubicBezTo>
                <a:cubicBezTo>
                  <a:pt x="198" y="265"/>
                  <a:pt x="198" y="264"/>
                  <a:pt x="198" y="264"/>
                </a:cubicBezTo>
                <a:cubicBezTo>
                  <a:pt x="198" y="264"/>
                  <a:pt x="197" y="262"/>
                  <a:pt x="197" y="262"/>
                </a:cubicBezTo>
                <a:cubicBezTo>
                  <a:pt x="197" y="262"/>
                  <a:pt x="195" y="260"/>
                  <a:pt x="195" y="260"/>
                </a:cubicBezTo>
                <a:cubicBezTo>
                  <a:pt x="195" y="260"/>
                  <a:pt x="194" y="259"/>
                  <a:pt x="194" y="259"/>
                </a:cubicBezTo>
                <a:cubicBezTo>
                  <a:pt x="193" y="259"/>
                  <a:pt x="189" y="257"/>
                  <a:pt x="189" y="256"/>
                </a:cubicBezTo>
                <a:cubicBezTo>
                  <a:pt x="189" y="256"/>
                  <a:pt x="187" y="255"/>
                  <a:pt x="187" y="254"/>
                </a:cubicBezTo>
                <a:cubicBezTo>
                  <a:pt x="186" y="254"/>
                  <a:pt x="185" y="253"/>
                  <a:pt x="185" y="253"/>
                </a:cubicBezTo>
                <a:cubicBezTo>
                  <a:pt x="184" y="253"/>
                  <a:pt x="181" y="250"/>
                  <a:pt x="180" y="250"/>
                </a:cubicBezTo>
                <a:cubicBezTo>
                  <a:pt x="180" y="249"/>
                  <a:pt x="178" y="248"/>
                  <a:pt x="178" y="247"/>
                </a:cubicBezTo>
                <a:cubicBezTo>
                  <a:pt x="178" y="247"/>
                  <a:pt x="177" y="245"/>
                  <a:pt x="177" y="245"/>
                </a:cubicBezTo>
                <a:cubicBezTo>
                  <a:pt x="176" y="244"/>
                  <a:pt x="176" y="243"/>
                  <a:pt x="176" y="243"/>
                </a:cubicBezTo>
                <a:cubicBezTo>
                  <a:pt x="176" y="243"/>
                  <a:pt x="174" y="241"/>
                  <a:pt x="174" y="240"/>
                </a:cubicBezTo>
                <a:cubicBezTo>
                  <a:pt x="174" y="240"/>
                  <a:pt x="173" y="239"/>
                  <a:pt x="172" y="238"/>
                </a:cubicBezTo>
                <a:cubicBezTo>
                  <a:pt x="172" y="237"/>
                  <a:pt x="171" y="236"/>
                  <a:pt x="171" y="236"/>
                </a:cubicBezTo>
                <a:cubicBezTo>
                  <a:pt x="171" y="236"/>
                  <a:pt x="171" y="235"/>
                  <a:pt x="170" y="234"/>
                </a:cubicBezTo>
                <a:cubicBezTo>
                  <a:pt x="169" y="234"/>
                  <a:pt x="167" y="232"/>
                  <a:pt x="166" y="232"/>
                </a:cubicBezTo>
                <a:cubicBezTo>
                  <a:pt x="165" y="231"/>
                  <a:pt x="164" y="230"/>
                  <a:pt x="163" y="229"/>
                </a:cubicBezTo>
                <a:cubicBezTo>
                  <a:pt x="163" y="228"/>
                  <a:pt x="162" y="227"/>
                  <a:pt x="162" y="226"/>
                </a:cubicBezTo>
                <a:cubicBezTo>
                  <a:pt x="162" y="226"/>
                  <a:pt x="160" y="225"/>
                  <a:pt x="160" y="225"/>
                </a:cubicBezTo>
                <a:cubicBezTo>
                  <a:pt x="160" y="224"/>
                  <a:pt x="160" y="224"/>
                  <a:pt x="160" y="223"/>
                </a:cubicBezTo>
                <a:cubicBezTo>
                  <a:pt x="160" y="223"/>
                  <a:pt x="159" y="221"/>
                  <a:pt x="159" y="221"/>
                </a:cubicBezTo>
                <a:cubicBezTo>
                  <a:pt x="159" y="221"/>
                  <a:pt x="158" y="220"/>
                  <a:pt x="158" y="220"/>
                </a:cubicBezTo>
                <a:cubicBezTo>
                  <a:pt x="158" y="220"/>
                  <a:pt x="158" y="219"/>
                  <a:pt x="158" y="219"/>
                </a:cubicBezTo>
                <a:cubicBezTo>
                  <a:pt x="159" y="218"/>
                  <a:pt x="159" y="218"/>
                  <a:pt x="159" y="217"/>
                </a:cubicBezTo>
                <a:cubicBezTo>
                  <a:pt x="159" y="217"/>
                  <a:pt x="159" y="216"/>
                  <a:pt x="159" y="216"/>
                </a:cubicBezTo>
                <a:cubicBezTo>
                  <a:pt x="159" y="215"/>
                  <a:pt x="159" y="214"/>
                  <a:pt x="159" y="214"/>
                </a:cubicBezTo>
                <a:cubicBezTo>
                  <a:pt x="159" y="213"/>
                  <a:pt x="159" y="213"/>
                  <a:pt x="158" y="212"/>
                </a:cubicBezTo>
                <a:cubicBezTo>
                  <a:pt x="158" y="211"/>
                  <a:pt x="157" y="209"/>
                  <a:pt x="156" y="209"/>
                </a:cubicBezTo>
                <a:cubicBezTo>
                  <a:pt x="155" y="208"/>
                  <a:pt x="153" y="205"/>
                  <a:pt x="153" y="204"/>
                </a:cubicBezTo>
                <a:cubicBezTo>
                  <a:pt x="152" y="204"/>
                  <a:pt x="152" y="203"/>
                  <a:pt x="152" y="202"/>
                </a:cubicBezTo>
                <a:cubicBezTo>
                  <a:pt x="152" y="201"/>
                  <a:pt x="151" y="200"/>
                  <a:pt x="151" y="199"/>
                </a:cubicBezTo>
                <a:cubicBezTo>
                  <a:pt x="151" y="199"/>
                  <a:pt x="151" y="198"/>
                  <a:pt x="151" y="197"/>
                </a:cubicBezTo>
                <a:cubicBezTo>
                  <a:pt x="151" y="196"/>
                  <a:pt x="151" y="196"/>
                  <a:pt x="149" y="195"/>
                </a:cubicBezTo>
                <a:cubicBezTo>
                  <a:pt x="148" y="195"/>
                  <a:pt x="148" y="194"/>
                  <a:pt x="147" y="194"/>
                </a:cubicBezTo>
                <a:cubicBezTo>
                  <a:pt x="147" y="194"/>
                  <a:pt x="146" y="194"/>
                  <a:pt x="146" y="194"/>
                </a:cubicBezTo>
                <a:cubicBezTo>
                  <a:pt x="146" y="194"/>
                  <a:pt x="147" y="193"/>
                  <a:pt x="146" y="193"/>
                </a:cubicBezTo>
                <a:cubicBezTo>
                  <a:pt x="146" y="192"/>
                  <a:pt x="145" y="192"/>
                  <a:pt x="145" y="192"/>
                </a:cubicBezTo>
                <a:cubicBezTo>
                  <a:pt x="145" y="191"/>
                  <a:pt x="145" y="191"/>
                  <a:pt x="145" y="190"/>
                </a:cubicBezTo>
                <a:cubicBezTo>
                  <a:pt x="146" y="190"/>
                  <a:pt x="145" y="189"/>
                  <a:pt x="145" y="189"/>
                </a:cubicBezTo>
                <a:cubicBezTo>
                  <a:pt x="145" y="189"/>
                  <a:pt x="146" y="189"/>
                  <a:pt x="146" y="189"/>
                </a:cubicBezTo>
                <a:cubicBezTo>
                  <a:pt x="146" y="189"/>
                  <a:pt x="146" y="188"/>
                  <a:pt x="146" y="188"/>
                </a:cubicBezTo>
                <a:cubicBezTo>
                  <a:pt x="145" y="188"/>
                  <a:pt x="145" y="187"/>
                  <a:pt x="145" y="187"/>
                </a:cubicBezTo>
                <a:cubicBezTo>
                  <a:pt x="145" y="187"/>
                  <a:pt x="145" y="187"/>
                  <a:pt x="145" y="186"/>
                </a:cubicBezTo>
                <a:cubicBezTo>
                  <a:pt x="144" y="185"/>
                  <a:pt x="144" y="184"/>
                  <a:pt x="144" y="183"/>
                </a:cubicBezTo>
                <a:cubicBezTo>
                  <a:pt x="144" y="182"/>
                  <a:pt x="142" y="181"/>
                  <a:pt x="142" y="180"/>
                </a:cubicBezTo>
                <a:cubicBezTo>
                  <a:pt x="142" y="180"/>
                  <a:pt x="139" y="177"/>
                  <a:pt x="138" y="177"/>
                </a:cubicBezTo>
                <a:cubicBezTo>
                  <a:pt x="138" y="176"/>
                  <a:pt x="138" y="175"/>
                  <a:pt x="137" y="174"/>
                </a:cubicBezTo>
                <a:cubicBezTo>
                  <a:pt x="136" y="173"/>
                  <a:pt x="135" y="172"/>
                  <a:pt x="134" y="171"/>
                </a:cubicBezTo>
                <a:cubicBezTo>
                  <a:pt x="133" y="170"/>
                  <a:pt x="132" y="170"/>
                  <a:pt x="132" y="169"/>
                </a:cubicBezTo>
                <a:cubicBezTo>
                  <a:pt x="131" y="168"/>
                  <a:pt x="130" y="168"/>
                  <a:pt x="130" y="167"/>
                </a:cubicBezTo>
                <a:cubicBezTo>
                  <a:pt x="129" y="167"/>
                  <a:pt x="129" y="166"/>
                  <a:pt x="129" y="165"/>
                </a:cubicBezTo>
                <a:cubicBezTo>
                  <a:pt x="128" y="164"/>
                  <a:pt x="128" y="164"/>
                  <a:pt x="128" y="164"/>
                </a:cubicBezTo>
                <a:cubicBezTo>
                  <a:pt x="128" y="163"/>
                  <a:pt x="128" y="163"/>
                  <a:pt x="128" y="162"/>
                </a:cubicBezTo>
                <a:cubicBezTo>
                  <a:pt x="128" y="161"/>
                  <a:pt x="127" y="160"/>
                  <a:pt x="127" y="159"/>
                </a:cubicBezTo>
                <a:cubicBezTo>
                  <a:pt x="126" y="158"/>
                  <a:pt x="124" y="157"/>
                  <a:pt x="123" y="156"/>
                </a:cubicBezTo>
                <a:cubicBezTo>
                  <a:pt x="123" y="156"/>
                  <a:pt x="122" y="156"/>
                  <a:pt x="120" y="155"/>
                </a:cubicBezTo>
                <a:cubicBezTo>
                  <a:pt x="119" y="155"/>
                  <a:pt x="118" y="155"/>
                  <a:pt x="118" y="154"/>
                </a:cubicBezTo>
                <a:cubicBezTo>
                  <a:pt x="118" y="154"/>
                  <a:pt x="117" y="152"/>
                  <a:pt x="116" y="152"/>
                </a:cubicBezTo>
                <a:cubicBezTo>
                  <a:pt x="116" y="152"/>
                  <a:pt x="115" y="152"/>
                  <a:pt x="114" y="153"/>
                </a:cubicBezTo>
                <a:cubicBezTo>
                  <a:pt x="114" y="153"/>
                  <a:pt x="113" y="153"/>
                  <a:pt x="112" y="153"/>
                </a:cubicBezTo>
                <a:cubicBezTo>
                  <a:pt x="112" y="152"/>
                  <a:pt x="112" y="152"/>
                  <a:pt x="111" y="152"/>
                </a:cubicBezTo>
                <a:cubicBezTo>
                  <a:pt x="111" y="152"/>
                  <a:pt x="111" y="151"/>
                  <a:pt x="111" y="151"/>
                </a:cubicBezTo>
                <a:cubicBezTo>
                  <a:pt x="111" y="150"/>
                  <a:pt x="110" y="149"/>
                  <a:pt x="110" y="149"/>
                </a:cubicBezTo>
                <a:cubicBezTo>
                  <a:pt x="110" y="149"/>
                  <a:pt x="110" y="148"/>
                  <a:pt x="110" y="147"/>
                </a:cubicBezTo>
                <a:cubicBezTo>
                  <a:pt x="110" y="146"/>
                  <a:pt x="110" y="145"/>
                  <a:pt x="110" y="145"/>
                </a:cubicBezTo>
                <a:cubicBezTo>
                  <a:pt x="109" y="144"/>
                  <a:pt x="110" y="144"/>
                  <a:pt x="110" y="144"/>
                </a:cubicBezTo>
                <a:cubicBezTo>
                  <a:pt x="110" y="144"/>
                  <a:pt x="110" y="142"/>
                  <a:pt x="109" y="142"/>
                </a:cubicBezTo>
                <a:cubicBezTo>
                  <a:pt x="108" y="141"/>
                  <a:pt x="108" y="141"/>
                  <a:pt x="108" y="141"/>
                </a:cubicBezTo>
                <a:cubicBezTo>
                  <a:pt x="108" y="140"/>
                  <a:pt x="108" y="139"/>
                  <a:pt x="108" y="138"/>
                </a:cubicBezTo>
                <a:cubicBezTo>
                  <a:pt x="108" y="138"/>
                  <a:pt x="108" y="137"/>
                  <a:pt x="108" y="137"/>
                </a:cubicBezTo>
                <a:cubicBezTo>
                  <a:pt x="108" y="137"/>
                  <a:pt x="107" y="136"/>
                  <a:pt x="107" y="136"/>
                </a:cubicBezTo>
                <a:cubicBezTo>
                  <a:pt x="106" y="136"/>
                  <a:pt x="106" y="135"/>
                  <a:pt x="106" y="135"/>
                </a:cubicBezTo>
                <a:cubicBezTo>
                  <a:pt x="106" y="134"/>
                  <a:pt x="106" y="133"/>
                  <a:pt x="106" y="132"/>
                </a:cubicBezTo>
                <a:cubicBezTo>
                  <a:pt x="105" y="131"/>
                  <a:pt x="105" y="130"/>
                  <a:pt x="104" y="128"/>
                </a:cubicBezTo>
                <a:cubicBezTo>
                  <a:pt x="104" y="127"/>
                  <a:pt x="104" y="127"/>
                  <a:pt x="104" y="126"/>
                </a:cubicBezTo>
                <a:cubicBezTo>
                  <a:pt x="103" y="125"/>
                  <a:pt x="103" y="125"/>
                  <a:pt x="102" y="124"/>
                </a:cubicBezTo>
                <a:cubicBezTo>
                  <a:pt x="102" y="123"/>
                  <a:pt x="103" y="122"/>
                  <a:pt x="102" y="122"/>
                </a:cubicBezTo>
                <a:cubicBezTo>
                  <a:pt x="102" y="121"/>
                  <a:pt x="101" y="119"/>
                  <a:pt x="101" y="119"/>
                </a:cubicBezTo>
                <a:cubicBezTo>
                  <a:pt x="100" y="118"/>
                  <a:pt x="101" y="118"/>
                  <a:pt x="100" y="117"/>
                </a:cubicBezTo>
                <a:cubicBezTo>
                  <a:pt x="99" y="116"/>
                  <a:pt x="99" y="115"/>
                  <a:pt x="99" y="115"/>
                </a:cubicBezTo>
                <a:cubicBezTo>
                  <a:pt x="99" y="115"/>
                  <a:pt x="99" y="115"/>
                  <a:pt x="99" y="115"/>
                </a:cubicBezTo>
                <a:cubicBezTo>
                  <a:pt x="100" y="115"/>
                  <a:pt x="100" y="115"/>
                  <a:pt x="100" y="115"/>
                </a:cubicBezTo>
                <a:cubicBezTo>
                  <a:pt x="100" y="115"/>
                  <a:pt x="101" y="115"/>
                  <a:pt x="101" y="115"/>
                </a:cubicBezTo>
                <a:cubicBezTo>
                  <a:pt x="101" y="115"/>
                  <a:pt x="101" y="114"/>
                  <a:pt x="101" y="114"/>
                </a:cubicBezTo>
                <a:cubicBezTo>
                  <a:pt x="101" y="114"/>
                  <a:pt x="102" y="114"/>
                  <a:pt x="102" y="114"/>
                </a:cubicBezTo>
                <a:cubicBezTo>
                  <a:pt x="102" y="113"/>
                  <a:pt x="102" y="113"/>
                  <a:pt x="102" y="113"/>
                </a:cubicBezTo>
                <a:cubicBezTo>
                  <a:pt x="102" y="113"/>
                  <a:pt x="102" y="112"/>
                  <a:pt x="102" y="112"/>
                </a:cubicBezTo>
                <a:cubicBezTo>
                  <a:pt x="101" y="111"/>
                  <a:pt x="101" y="111"/>
                  <a:pt x="101" y="111"/>
                </a:cubicBezTo>
                <a:cubicBezTo>
                  <a:pt x="101" y="110"/>
                  <a:pt x="101" y="109"/>
                  <a:pt x="100" y="109"/>
                </a:cubicBezTo>
                <a:cubicBezTo>
                  <a:pt x="99" y="109"/>
                  <a:pt x="99" y="108"/>
                  <a:pt x="99" y="109"/>
                </a:cubicBezTo>
                <a:cubicBezTo>
                  <a:pt x="99" y="110"/>
                  <a:pt x="99" y="111"/>
                  <a:pt x="99" y="110"/>
                </a:cubicBezTo>
                <a:cubicBezTo>
                  <a:pt x="99" y="110"/>
                  <a:pt x="98" y="110"/>
                  <a:pt x="97" y="109"/>
                </a:cubicBezTo>
                <a:cubicBezTo>
                  <a:pt x="97" y="109"/>
                  <a:pt x="97" y="108"/>
                  <a:pt x="96" y="108"/>
                </a:cubicBezTo>
                <a:cubicBezTo>
                  <a:pt x="95" y="107"/>
                  <a:pt x="94" y="107"/>
                  <a:pt x="94" y="106"/>
                </a:cubicBezTo>
                <a:cubicBezTo>
                  <a:pt x="93" y="105"/>
                  <a:pt x="92" y="105"/>
                  <a:pt x="92" y="104"/>
                </a:cubicBezTo>
                <a:cubicBezTo>
                  <a:pt x="92" y="104"/>
                  <a:pt x="92" y="103"/>
                  <a:pt x="91" y="103"/>
                </a:cubicBezTo>
                <a:cubicBezTo>
                  <a:pt x="91" y="103"/>
                  <a:pt x="91" y="102"/>
                  <a:pt x="90" y="102"/>
                </a:cubicBezTo>
                <a:cubicBezTo>
                  <a:pt x="89" y="102"/>
                  <a:pt x="89" y="103"/>
                  <a:pt x="89" y="102"/>
                </a:cubicBezTo>
                <a:cubicBezTo>
                  <a:pt x="89" y="102"/>
                  <a:pt x="89" y="102"/>
                  <a:pt x="88" y="102"/>
                </a:cubicBezTo>
                <a:cubicBezTo>
                  <a:pt x="88" y="102"/>
                  <a:pt x="87" y="102"/>
                  <a:pt x="87" y="101"/>
                </a:cubicBezTo>
                <a:cubicBezTo>
                  <a:pt x="86" y="101"/>
                  <a:pt x="85" y="100"/>
                  <a:pt x="84" y="100"/>
                </a:cubicBezTo>
                <a:cubicBezTo>
                  <a:pt x="84" y="99"/>
                  <a:pt x="83" y="99"/>
                  <a:pt x="83" y="98"/>
                </a:cubicBezTo>
                <a:cubicBezTo>
                  <a:pt x="82" y="98"/>
                  <a:pt x="82" y="98"/>
                  <a:pt x="82" y="98"/>
                </a:cubicBezTo>
                <a:cubicBezTo>
                  <a:pt x="81" y="97"/>
                  <a:pt x="81" y="97"/>
                  <a:pt x="80" y="96"/>
                </a:cubicBezTo>
                <a:cubicBezTo>
                  <a:pt x="78" y="96"/>
                  <a:pt x="78" y="95"/>
                  <a:pt x="77" y="95"/>
                </a:cubicBezTo>
                <a:cubicBezTo>
                  <a:pt x="76" y="95"/>
                  <a:pt x="76" y="95"/>
                  <a:pt x="76" y="95"/>
                </a:cubicBezTo>
                <a:cubicBezTo>
                  <a:pt x="75" y="96"/>
                  <a:pt x="76" y="96"/>
                  <a:pt x="75" y="96"/>
                </a:cubicBezTo>
                <a:cubicBezTo>
                  <a:pt x="75" y="96"/>
                  <a:pt x="74" y="95"/>
                  <a:pt x="74" y="95"/>
                </a:cubicBezTo>
                <a:cubicBezTo>
                  <a:pt x="73" y="96"/>
                  <a:pt x="74" y="96"/>
                  <a:pt x="73" y="96"/>
                </a:cubicBezTo>
                <a:cubicBezTo>
                  <a:pt x="72" y="96"/>
                  <a:pt x="73" y="97"/>
                  <a:pt x="72" y="95"/>
                </a:cubicBezTo>
                <a:cubicBezTo>
                  <a:pt x="71" y="94"/>
                  <a:pt x="71" y="93"/>
                  <a:pt x="70" y="93"/>
                </a:cubicBezTo>
                <a:cubicBezTo>
                  <a:pt x="70" y="92"/>
                  <a:pt x="69" y="92"/>
                  <a:pt x="69" y="91"/>
                </a:cubicBezTo>
                <a:cubicBezTo>
                  <a:pt x="69" y="91"/>
                  <a:pt x="69" y="90"/>
                  <a:pt x="69" y="89"/>
                </a:cubicBezTo>
                <a:cubicBezTo>
                  <a:pt x="69" y="88"/>
                  <a:pt x="69" y="86"/>
                  <a:pt x="69" y="85"/>
                </a:cubicBezTo>
                <a:cubicBezTo>
                  <a:pt x="68" y="84"/>
                  <a:pt x="68" y="82"/>
                  <a:pt x="68" y="81"/>
                </a:cubicBezTo>
                <a:cubicBezTo>
                  <a:pt x="68" y="80"/>
                  <a:pt x="68" y="79"/>
                  <a:pt x="67" y="78"/>
                </a:cubicBezTo>
                <a:cubicBezTo>
                  <a:pt x="67" y="78"/>
                  <a:pt x="67" y="77"/>
                  <a:pt x="66" y="77"/>
                </a:cubicBezTo>
                <a:cubicBezTo>
                  <a:pt x="66" y="78"/>
                  <a:pt x="65" y="78"/>
                  <a:pt x="65" y="77"/>
                </a:cubicBezTo>
                <a:cubicBezTo>
                  <a:pt x="64" y="77"/>
                  <a:pt x="65" y="77"/>
                  <a:pt x="64" y="77"/>
                </a:cubicBezTo>
                <a:cubicBezTo>
                  <a:pt x="63" y="76"/>
                  <a:pt x="63" y="77"/>
                  <a:pt x="62" y="76"/>
                </a:cubicBezTo>
                <a:cubicBezTo>
                  <a:pt x="61" y="75"/>
                  <a:pt x="60" y="75"/>
                  <a:pt x="60" y="74"/>
                </a:cubicBezTo>
                <a:cubicBezTo>
                  <a:pt x="59" y="73"/>
                  <a:pt x="59" y="73"/>
                  <a:pt x="59" y="72"/>
                </a:cubicBezTo>
                <a:cubicBezTo>
                  <a:pt x="59" y="71"/>
                  <a:pt x="59" y="71"/>
                  <a:pt x="58" y="70"/>
                </a:cubicBezTo>
                <a:cubicBezTo>
                  <a:pt x="58" y="69"/>
                  <a:pt x="57" y="68"/>
                  <a:pt x="56" y="67"/>
                </a:cubicBezTo>
                <a:cubicBezTo>
                  <a:pt x="56" y="67"/>
                  <a:pt x="56" y="68"/>
                  <a:pt x="55" y="67"/>
                </a:cubicBezTo>
                <a:cubicBezTo>
                  <a:pt x="55" y="66"/>
                  <a:pt x="53" y="64"/>
                  <a:pt x="53" y="63"/>
                </a:cubicBezTo>
                <a:cubicBezTo>
                  <a:pt x="53" y="63"/>
                  <a:pt x="52" y="62"/>
                  <a:pt x="52" y="62"/>
                </a:cubicBezTo>
                <a:cubicBezTo>
                  <a:pt x="52" y="61"/>
                  <a:pt x="51" y="60"/>
                  <a:pt x="51" y="59"/>
                </a:cubicBezTo>
                <a:cubicBezTo>
                  <a:pt x="50" y="59"/>
                  <a:pt x="50" y="59"/>
                  <a:pt x="49" y="58"/>
                </a:cubicBezTo>
                <a:cubicBezTo>
                  <a:pt x="49" y="58"/>
                  <a:pt x="48" y="57"/>
                  <a:pt x="48" y="57"/>
                </a:cubicBezTo>
                <a:cubicBezTo>
                  <a:pt x="47" y="56"/>
                  <a:pt x="47" y="55"/>
                  <a:pt x="46" y="55"/>
                </a:cubicBezTo>
                <a:cubicBezTo>
                  <a:pt x="46" y="55"/>
                  <a:pt x="45" y="54"/>
                  <a:pt x="45" y="54"/>
                </a:cubicBezTo>
                <a:cubicBezTo>
                  <a:pt x="44" y="54"/>
                  <a:pt x="42" y="54"/>
                  <a:pt x="41" y="54"/>
                </a:cubicBezTo>
                <a:cubicBezTo>
                  <a:pt x="40" y="54"/>
                  <a:pt x="39" y="54"/>
                  <a:pt x="38" y="54"/>
                </a:cubicBezTo>
                <a:cubicBezTo>
                  <a:pt x="36" y="54"/>
                  <a:pt x="36" y="53"/>
                  <a:pt x="35" y="53"/>
                </a:cubicBezTo>
                <a:cubicBezTo>
                  <a:pt x="34" y="52"/>
                  <a:pt x="33" y="52"/>
                  <a:pt x="33" y="51"/>
                </a:cubicBezTo>
                <a:cubicBezTo>
                  <a:pt x="33" y="50"/>
                  <a:pt x="33" y="50"/>
                  <a:pt x="33" y="50"/>
                </a:cubicBezTo>
                <a:cubicBezTo>
                  <a:pt x="32" y="49"/>
                  <a:pt x="28" y="44"/>
                  <a:pt x="27" y="43"/>
                </a:cubicBezTo>
                <a:cubicBezTo>
                  <a:pt x="27" y="43"/>
                  <a:pt x="25" y="42"/>
                  <a:pt x="25" y="42"/>
                </a:cubicBezTo>
                <a:cubicBezTo>
                  <a:pt x="24" y="41"/>
                  <a:pt x="21" y="39"/>
                  <a:pt x="21" y="39"/>
                </a:cubicBezTo>
                <a:cubicBezTo>
                  <a:pt x="20" y="38"/>
                  <a:pt x="16" y="33"/>
                  <a:pt x="15" y="32"/>
                </a:cubicBezTo>
                <a:cubicBezTo>
                  <a:pt x="14" y="31"/>
                  <a:pt x="12" y="28"/>
                  <a:pt x="11" y="28"/>
                </a:cubicBezTo>
                <a:cubicBezTo>
                  <a:pt x="10" y="27"/>
                  <a:pt x="7" y="24"/>
                  <a:pt x="6" y="23"/>
                </a:cubicBezTo>
                <a:cubicBezTo>
                  <a:pt x="6" y="23"/>
                  <a:pt x="5" y="22"/>
                  <a:pt x="5" y="21"/>
                </a:cubicBezTo>
                <a:cubicBezTo>
                  <a:pt x="5" y="20"/>
                  <a:pt x="5" y="19"/>
                  <a:pt x="4" y="18"/>
                </a:cubicBezTo>
                <a:cubicBezTo>
                  <a:pt x="4" y="17"/>
                  <a:pt x="3" y="15"/>
                  <a:pt x="3" y="15"/>
                </a:cubicBezTo>
                <a:cubicBezTo>
                  <a:pt x="3" y="15"/>
                  <a:pt x="3" y="13"/>
                  <a:pt x="2" y="13"/>
                </a:cubicBezTo>
                <a:cubicBezTo>
                  <a:pt x="2" y="13"/>
                  <a:pt x="1" y="10"/>
                  <a:pt x="1" y="10"/>
                </a:cubicBezTo>
                <a:cubicBezTo>
                  <a:pt x="1" y="10"/>
                  <a:pt x="0" y="9"/>
                  <a:pt x="1" y="8"/>
                </a:cubicBezTo>
                <a:cubicBezTo>
                  <a:pt x="1" y="8"/>
                  <a:pt x="2" y="6"/>
                  <a:pt x="1" y="6"/>
                </a:cubicBezTo>
                <a:cubicBezTo>
                  <a:pt x="1" y="6"/>
                  <a:pt x="0" y="4"/>
                  <a:pt x="0" y="4"/>
                </a:cubicBezTo>
                <a:cubicBezTo>
                  <a:pt x="0" y="3"/>
                  <a:pt x="0" y="3"/>
                  <a:pt x="0" y="3"/>
                </a:cubicBezTo>
                <a:cubicBezTo>
                  <a:pt x="2" y="3"/>
                  <a:pt x="2" y="3"/>
                  <a:pt x="2" y="3"/>
                </a:cubicBezTo>
                <a:cubicBezTo>
                  <a:pt x="2" y="3"/>
                  <a:pt x="4" y="1"/>
                  <a:pt x="4" y="1"/>
                </a:cubicBezTo>
                <a:cubicBezTo>
                  <a:pt x="5" y="1"/>
                  <a:pt x="7" y="0"/>
                  <a:pt x="7" y="0"/>
                </a:cubicBezTo>
                <a:cubicBezTo>
                  <a:pt x="7" y="0"/>
                  <a:pt x="7" y="1"/>
                  <a:pt x="8" y="1"/>
                </a:cubicBezTo>
                <a:cubicBezTo>
                  <a:pt x="9" y="1"/>
                  <a:pt x="10" y="1"/>
                  <a:pt x="10" y="1"/>
                </a:cubicBezTo>
                <a:cubicBezTo>
                  <a:pt x="11" y="1"/>
                  <a:pt x="13" y="1"/>
                  <a:pt x="13" y="1"/>
                </a:cubicBezTo>
                <a:cubicBezTo>
                  <a:pt x="18" y="4"/>
                  <a:pt x="18" y="4"/>
                  <a:pt x="18" y="4"/>
                </a:cubicBezTo>
                <a:cubicBezTo>
                  <a:pt x="18" y="4"/>
                  <a:pt x="19" y="4"/>
                  <a:pt x="20" y="5"/>
                </a:cubicBezTo>
                <a:cubicBezTo>
                  <a:pt x="20" y="6"/>
                  <a:pt x="22" y="8"/>
                  <a:pt x="22" y="8"/>
                </a:cubicBezTo>
                <a:cubicBezTo>
                  <a:pt x="23" y="9"/>
                  <a:pt x="25" y="10"/>
                  <a:pt x="25" y="10"/>
                </a:cubicBezTo>
                <a:cubicBezTo>
                  <a:pt x="25" y="10"/>
                  <a:pt x="28" y="11"/>
                  <a:pt x="28" y="11"/>
                </a:cubicBezTo>
                <a:cubicBezTo>
                  <a:pt x="28" y="11"/>
                  <a:pt x="31" y="11"/>
                  <a:pt x="31" y="11"/>
                </a:cubicBezTo>
                <a:cubicBezTo>
                  <a:pt x="34" y="13"/>
                  <a:pt x="34" y="13"/>
                  <a:pt x="34" y="13"/>
                </a:cubicBezTo>
                <a:cubicBezTo>
                  <a:pt x="34" y="13"/>
                  <a:pt x="35" y="11"/>
                  <a:pt x="35" y="11"/>
                </a:cubicBezTo>
                <a:cubicBezTo>
                  <a:pt x="36" y="11"/>
                  <a:pt x="37" y="12"/>
                  <a:pt x="37" y="12"/>
                </a:cubicBezTo>
                <a:cubicBezTo>
                  <a:pt x="37" y="13"/>
                  <a:pt x="40" y="12"/>
                  <a:pt x="40" y="12"/>
                </a:cubicBezTo>
                <a:cubicBezTo>
                  <a:pt x="41" y="12"/>
                  <a:pt x="44" y="11"/>
                  <a:pt x="44" y="11"/>
                </a:cubicBezTo>
                <a:cubicBezTo>
                  <a:pt x="45" y="11"/>
                  <a:pt x="47" y="11"/>
                  <a:pt x="47" y="11"/>
                </a:cubicBezTo>
                <a:cubicBezTo>
                  <a:pt x="47" y="12"/>
                  <a:pt x="47" y="12"/>
                  <a:pt x="47" y="12"/>
                </a:cubicBezTo>
                <a:cubicBezTo>
                  <a:pt x="49" y="11"/>
                  <a:pt x="49" y="11"/>
                  <a:pt x="49" y="11"/>
                </a:cubicBezTo>
                <a:cubicBezTo>
                  <a:pt x="49" y="11"/>
                  <a:pt x="51" y="11"/>
                  <a:pt x="51" y="11"/>
                </a:cubicBezTo>
                <a:cubicBezTo>
                  <a:pt x="51" y="11"/>
                  <a:pt x="55" y="12"/>
                  <a:pt x="55" y="12"/>
                </a:cubicBezTo>
                <a:cubicBezTo>
                  <a:pt x="55" y="13"/>
                  <a:pt x="55" y="14"/>
                  <a:pt x="55" y="14"/>
                </a:cubicBezTo>
                <a:cubicBezTo>
                  <a:pt x="55" y="14"/>
                  <a:pt x="56" y="14"/>
                  <a:pt x="57" y="14"/>
                </a:cubicBezTo>
                <a:cubicBezTo>
                  <a:pt x="57" y="14"/>
                  <a:pt x="61" y="13"/>
                  <a:pt x="61" y="12"/>
                </a:cubicBezTo>
                <a:cubicBezTo>
                  <a:pt x="62" y="12"/>
                  <a:pt x="64" y="11"/>
                  <a:pt x="65" y="11"/>
                </a:cubicBezTo>
                <a:cubicBezTo>
                  <a:pt x="66" y="12"/>
                  <a:pt x="66" y="12"/>
                  <a:pt x="66" y="12"/>
                </a:cubicBezTo>
                <a:cubicBezTo>
                  <a:pt x="66" y="13"/>
                  <a:pt x="66" y="13"/>
                  <a:pt x="66" y="13"/>
                </a:cubicBezTo>
                <a:cubicBezTo>
                  <a:pt x="67" y="14"/>
                  <a:pt x="67" y="14"/>
                  <a:pt x="67" y="14"/>
                </a:cubicBezTo>
                <a:cubicBezTo>
                  <a:pt x="69" y="15"/>
                  <a:pt x="69" y="15"/>
                  <a:pt x="69" y="15"/>
                </a:cubicBezTo>
                <a:cubicBezTo>
                  <a:pt x="69" y="16"/>
                  <a:pt x="69" y="16"/>
                  <a:pt x="69" y="16"/>
                </a:cubicBezTo>
                <a:cubicBezTo>
                  <a:pt x="74" y="20"/>
                  <a:pt x="74" y="20"/>
                  <a:pt x="74" y="20"/>
                </a:cubicBezTo>
                <a:cubicBezTo>
                  <a:pt x="75" y="21"/>
                  <a:pt x="75" y="21"/>
                  <a:pt x="75" y="21"/>
                </a:cubicBezTo>
                <a:cubicBezTo>
                  <a:pt x="76" y="22"/>
                  <a:pt x="76" y="22"/>
                  <a:pt x="76" y="22"/>
                </a:cubicBezTo>
                <a:cubicBezTo>
                  <a:pt x="76" y="22"/>
                  <a:pt x="77" y="23"/>
                  <a:pt x="77" y="24"/>
                </a:cubicBezTo>
                <a:cubicBezTo>
                  <a:pt x="77" y="24"/>
                  <a:pt x="78" y="26"/>
                  <a:pt x="78" y="26"/>
                </a:cubicBezTo>
                <a:cubicBezTo>
                  <a:pt x="78" y="28"/>
                  <a:pt x="78" y="28"/>
                  <a:pt x="78" y="28"/>
                </a:cubicBezTo>
                <a:cubicBezTo>
                  <a:pt x="79" y="29"/>
                  <a:pt x="79" y="29"/>
                  <a:pt x="79" y="29"/>
                </a:cubicBezTo>
                <a:cubicBezTo>
                  <a:pt x="79" y="29"/>
                  <a:pt x="78" y="31"/>
                  <a:pt x="78" y="31"/>
                </a:cubicBezTo>
                <a:cubicBezTo>
                  <a:pt x="78" y="31"/>
                  <a:pt x="78" y="32"/>
                  <a:pt x="78" y="32"/>
                </a:cubicBezTo>
                <a:cubicBezTo>
                  <a:pt x="79" y="32"/>
                  <a:pt x="79" y="31"/>
                  <a:pt x="79" y="32"/>
                </a:cubicBezTo>
                <a:cubicBezTo>
                  <a:pt x="79" y="33"/>
                  <a:pt x="79" y="32"/>
                  <a:pt x="79" y="33"/>
                </a:cubicBezTo>
                <a:cubicBezTo>
                  <a:pt x="80" y="33"/>
                  <a:pt x="81" y="32"/>
                  <a:pt x="81" y="32"/>
                </a:cubicBezTo>
                <a:cubicBezTo>
                  <a:pt x="82" y="32"/>
                  <a:pt x="83" y="32"/>
                  <a:pt x="83" y="32"/>
                </a:cubicBezTo>
                <a:cubicBezTo>
                  <a:pt x="84" y="33"/>
                  <a:pt x="85" y="33"/>
                  <a:pt x="85" y="34"/>
                </a:cubicBezTo>
                <a:cubicBezTo>
                  <a:pt x="86" y="34"/>
                  <a:pt x="86" y="34"/>
                  <a:pt x="86" y="34"/>
                </a:cubicBezTo>
                <a:cubicBezTo>
                  <a:pt x="86" y="35"/>
                  <a:pt x="87" y="37"/>
                  <a:pt x="86" y="37"/>
                </a:cubicBezTo>
                <a:cubicBezTo>
                  <a:pt x="86" y="38"/>
                  <a:pt x="86" y="38"/>
                  <a:pt x="86" y="38"/>
                </a:cubicBezTo>
                <a:cubicBezTo>
                  <a:pt x="86" y="39"/>
                  <a:pt x="86" y="39"/>
                  <a:pt x="86" y="39"/>
                </a:cubicBezTo>
                <a:cubicBezTo>
                  <a:pt x="86" y="40"/>
                  <a:pt x="86" y="41"/>
                  <a:pt x="86" y="41"/>
                </a:cubicBezTo>
                <a:cubicBezTo>
                  <a:pt x="85" y="41"/>
                  <a:pt x="83" y="42"/>
                  <a:pt x="83" y="42"/>
                </a:cubicBezTo>
                <a:cubicBezTo>
                  <a:pt x="83" y="42"/>
                  <a:pt x="84" y="43"/>
                  <a:pt x="84" y="43"/>
                </a:cubicBezTo>
                <a:cubicBezTo>
                  <a:pt x="85" y="43"/>
                  <a:pt x="85" y="43"/>
                  <a:pt x="85" y="43"/>
                </a:cubicBezTo>
                <a:cubicBezTo>
                  <a:pt x="86" y="43"/>
                  <a:pt x="86" y="43"/>
                  <a:pt x="86" y="43"/>
                </a:cubicBezTo>
                <a:cubicBezTo>
                  <a:pt x="87" y="44"/>
                  <a:pt x="87" y="44"/>
                  <a:pt x="87" y="44"/>
                </a:cubicBezTo>
                <a:cubicBezTo>
                  <a:pt x="88" y="44"/>
                  <a:pt x="88" y="44"/>
                  <a:pt x="88" y="44"/>
                </a:cubicBezTo>
                <a:cubicBezTo>
                  <a:pt x="88" y="44"/>
                  <a:pt x="90" y="44"/>
                  <a:pt x="90" y="44"/>
                </a:cubicBezTo>
                <a:cubicBezTo>
                  <a:pt x="90" y="45"/>
                  <a:pt x="92" y="45"/>
                  <a:pt x="92" y="45"/>
                </a:cubicBezTo>
                <a:cubicBezTo>
                  <a:pt x="93" y="46"/>
                  <a:pt x="93" y="46"/>
                  <a:pt x="93" y="46"/>
                </a:cubicBezTo>
                <a:cubicBezTo>
                  <a:pt x="93" y="46"/>
                  <a:pt x="93" y="46"/>
                  <a:pt x="94" y="46"/>
                </a:cubicBezTo>
                <a:cubicBezTo>
                  <a:pt x="94" y="46"/>
                  <a:pt x="94" y="47"/>
                  <a:pt x="94" y="48"/>
                </a:cubicBezTo>
                <a:cubicBezTo>
                  <a:pt x="94" y="48"/>
                  <a:pt x="96" y="48"/>
                  <a:pt x="96" y="48"/>
                </a:cubicBezTo>
                <a:cubicBezTo>
                  <a:pt x="96" y="48"/>
                  <a:pt x="97" y="49"/>
                  <a:pt x="97" y="49"/>
                </a:cubicBezTo>
                <a:cubicBezTo>
                  <a:pt x="98" y="49"/>
                  <a:pt x="98" y="51"/>
                  <a:pt x="98" y="51"/>
                </a:cubicBezTo>
                <a:cubicBezTo>
                  <a:pt x="99" y="51"/>
                  <a:pt x="99" y="52"/>
                  <a:pt x="98" y="52"/>
                </a:cubicBezTo>
                <a:cubicBezTo>
                  <a:pt x="98" y="52"/>
                  <a:pt x="97" y="52"/>
                  <a:pt x="97" y="52"/>
                </a:cubicBezTo>
                <a:cubicBezTo>
                  <a:pt x="97" y="53"/>
                  <a:pt x="97" y="53"/>
                  <a:pt x="97" y="53"/>
                </a:cubicBezTo>
                <a:cubicBezTo>
                  <a:pt x="98" y="53"/>
                  <a:pt x="98" y="53"/>
                  <a:pt x="98" y="53"/>
                </a:cubicBezTo>
                <a:cubicBezTo>
                  <a:pt x="100" y="53"/>
                  <a:pt x="100" y="53"/>
                  <a:pt x="100" y="53"/>
                </a:cubicBezTo>
                <a:cubicBezTo>
                  <a:pt x="100" y="53"/>
                  <a:pt x="101" y="55"/>
                  <a:pt x="102" y="55"/>
                </a:cubicBezTo>
                <a:cubicBezTo>
                  <a:pt x="102" y="55"/>
                  <a:pt x="105" y="56"/>
                  <a:pt x="105" y="56"/>
                </a:cubicBezTo>
                <a:cubicBezTo>
                  <a:pt x="106" y="56"/>
                  <a:pt x="109" y="57"/>
                  <a:pt x="109" y="58"/>
                </a:cubicBezTo>
                <a:cubicBezTo>
                  <a:pt x="109" y="58"/>
                  <a:pt x="111" y="59"/>
                  <a:pt x="111" y="59"/>
                </a:cubicBezTo>
                <a:cubicBezTo>
                  <a:pt x="112" y="59"/>
                  <a:pt x="114" y="61"/>
                  <a:pt x="114" y="61"/>
                </a:cubicBezTo>
                <a:cubicBezTo>
                  <a:pt x="115" y="61"/>
                  <a:pt x="115" y="61"/>
                  <a:pt x="116" y="62"/>
                </a:cubicBezTo>
                <a:cubicBezTo>
                  <a:pt x="116" y="63"/>
                  <a:pt x="118" y="64"/>
                  <a:pt x="118" y="64"/>
                </a:cubicBezTo>
                <a:cubicBezTo>
                  <a:pt x="118" y="64"/>
                  <a:pt x="120" y="65"/>
                  <a:pt x="120" y="65"/>
                </a:cubicBezTo>
                <a:cubicBezTo>
                  <a:pt x="120" y="66"/>
                  <a:pt x="121" y="67"/>
                  <a:pt x="122" y="67"/>
                </a:cubicBezTo>
                <a:cubicBezTo>
                  <a:pt x="123" y="68"/>
                  <a:pt x="124" y="69"/>
                  <a:pt x="124" y="69"/>
                </a:cubicBezTo>
                <a:cubicBezTo>
                  <a:pt x="125" y="69"/>
                  <a:pt x="126" y="69"/>
                  <a:pt x="127" y="69"/>
                </a:cubicBezTo>
                <a:cubicBezTo>
                  <a:pt x="127" y="69"/>
                  <a:pt x="128" y="70"/>
                  <a:pt x="129" y="71"/>
                </a:cubicBezTo>
                <a:cubicBezTo>
                  <a:pt x="129" y="71"/>
                  <a:pt x="130" y="73"/>
                  <a:pt x="130" y="73"/>
                </a:cubicBezTo>
                <a:cubicBezTo>
                  <a:pt x="131" y="75"/>
                  <a:pt x="131" y="75"/>
                  <a:pt x="131" y="75"/>
                </a:cubicBezTo>
                <a:cubicBezTo>
                  <a:pt x="131" y="73"/>
                  <a:pt x="131" y="73"/>
                  <a:pt x="131" y="73"/>
                </a:cubicBezTo>
                <a:cubicBezTo>
                  <a:pt x="131" y="73"/>
                  <a:pt x="132" y="75"/>
                  <a:pt x="132" y="75"/>
                </a:cubicBezTo>
                <a:cubicBezTo>
                  <a:pt x="133" y="75"/>
                  <a:pt x="134" y="76"/>
                  <a:pt x="134" y="76"/>
                </a:cubicBezTo>
                <a:cubicBezTo>
                  <a:pt x="134" y="81"/>
                  <a:pt x="134" y="81"/>
                  <a:pt x="134" y="81"/>
                </a:cubicBezTo>
                <a:cubicBezTo>
                  <a:pt x="134" y="81"/>
                  <a:pt x="136" y="82"/>
                  <a:pt x="136" y="82"/>
                </a:cubicBezTo>
                <a:cubicBezTo>
                  <a:pt x="137" y="82"/>
                  <a:pt x="137" y="83"/>
                  <a:pt x="137" y="84"/>
                </a:cubicBezTo>
                <a:cubicBezTo>
                  <a:pt x="137" y="84"/>
                  <a:pt x="137" y="85"/>
                  <a:pt x="137" y="85"/>
                </a:cubicBezTo>
                <a:cubicBezTo>
                  <a:pt x="137" y="85"/>
                  <a:pt x="138" y="86"/>
                  <a:pt x="138" y="86"/>
                </a:cubicBezTo>
                <a:cubicBezTo>
                  <a:pt x="138" y="86"/>
                  <a:pt x="138" y="87"/>
                  <a:pt x="138" y="87"/>
                </a:cubicBezTo>
                <a:cubicBezTo>
                  <a:pt x="138" y="88"/>
                  <a:pt x="138" y="89"/>
                  <a:pt x="138" y="89"/>
                </a:cubicBezTo>
                <a:cubicBezTo>
                  <a:pt x="138" y="89"/>
                  <a:pt x="139" y="88"/>
                  <a:pt x="139" y="88"/>
                </a:cubicBezTo>
                <a:cubicBezTo>
                  <a:pt x="139" y="88"/>
                  <a:pt x="138" y="87"/>
                  <a:pt x="138" y="86"/>
                </a:cubicBezTo>
                <a:cubicBezTo>
                  <a:pt x="138" y="86"/>
                  <a:pt x="138" y="85"/>
                  <a:pt x="138" y="84"/>
                </a:cubicBezTo>
                <a:cubicBezTo>
                  <a:pt x="138" y="84"/>
                  <a:pt x="139" y="83"/>
                  <a:pt x="139" y="83"/>
                </a:cubicBezTo>
                <a:cubicBezTo>
                  <a:pt x="139" y="83"/>
                  <a:pt x="140" y="83"/>
                  <a:pt x="140" y="83"/>
                </a:cubicBezTo>
                <a:cubicBezTo>
                  <a:pt x="141" y="83"/>
                  <a:pt x="141" y="84"/>
                  <a:pt x="141" y="84"/>
                </a:cubicBezTo>
                <a:cubicBezTo>
                  <a:pt x="141" y="84"/>
                  <a:pt x="141" y="85"/>
                  <a:pt x="142" y="85"/>
                </a:cubicBezTo>
                <a:cubicBezTo>
                  <a:pt x="142" y="85"/>
                  <a:pt x="143" y="86"/>
                  <a:pt x="143" y="86"/>
                </a:cubicBezTo>
                <a:cubicBezTo>
                  <a:pt x="143" y="87"/>
                  <a:pt x="144" y="87"/>
                  <a:pt x="144" y="88"/>
                </a:cubicBezTo>
                <a:cubicBezTo>
                  <a:pt x="144" y="88"/>
                  <a:pt x="144" y="88"/>
                  <a:pt x="144" y="88"/>
                </a:cubicBezTo>
                <a:cubicBezTo>
                  <a:pt x="144" y="88"/>
                  <a:pt x="144" y="89"/>
                  <a:pt x="145" y="90"/>
                </a:cubicBezTo>
                <a:cubicBezTo>
                  <a:pt x="145" y="91"/>
                  <a:pt x="145" y="93"/>
                  <a:pt x="146" y="93"/>
                </a:cubicBezTo>
                <a:cubicBezTo>
                  <a:pt x="146" y="94"/>
                  <a:pt x="148" y="96"/>
                  <a:pt x="148" y="96"/>
                </a:cubicBezTo>
                <a:cubicBezTo>
                  <a:pt x="148" y="96"/>
                  <a:pt x="150" y="98"/>
                  <a:pt x="150" y="98"/>
                </a:cubicBezTo>
                <a:cubicBezTo>
                  <a:pt x="151" y="98"/>
                  <a:pt x="153" y="99"/>
                  <a:pt x="153" y="100"/>
                </a:cubicBezTo>
                <a:cubicBezTo>
                  <a:pt x="154" y="100"/>
                  <a:pt x="156" y="101"/>
                  <a:pt x="156" y="101"/>
                </a:cubicBezTo>
                <a:cubicBezTo>
                  <a:pt x="156" y="101"/>
                  <a:pt x="158" y="102"/>
                  <a:pt x="158" y="102"/>
                </a:cubicBezTo>
                <a:cubicBezTo>
                  <a:pt x="159" y="103"/>
                  <a:pt x="159" y="104"/>
                  <a:pt x="160" y="104"/>
                </a:cubicBezTo>
                <a:cubicBezTo>
                  <a:pt x="160" y="104"/>
                  <a:pt x="160" y="106"/>
                  <a:pt x="160" y="106"/>
                </a:cubicBezTo>
                <a:cubicBezTo>
                  <a:pt x="160" y="106"/>
                  <a:pt x="160" y="107"/>
                  <a:pt x="160" y="107"/>
                </a:cubicBezTo>
                <a:cubicBezTo>
                  <a:pt x="160" y="107"/>
                  <a:pt x="160" y="107"/>
                  <a:pt x="160" y="108"/>
                </a:cubicBezTo>
                <a:cubicBezTo>
                  <a:pt x="160" y="108"/>
                  <a:pt x="161" y="108"/>
                  <a:pt x="161" y="108"/>
                </a:cubicBezTo>
                <a:cubicBezTo>
                  <a:pt x="161" y="108"/>
                  <a:pt x="161" y="108"/>
                  <a:pt x="161" y="108"/>
                </a:cubicBezTo>
                <a:cubicBezTo>
                  <a:pt x="161" y="108"/>
                  <a:pt x="161" y="107"/>
                  <a:pt x="161" y="107"/>
                </a:cubicBezTo>
                <a:cubicBezTo>
                  <a:pt x="161" y="107"/>
                  <a:pt x="161" y="106"/>
                  <a:pt x="161" y="106"/>
                </a:cubicBezTo>
                <a:cubicBezTo>
                  <a:pt x="161" y="105"/>
                  <a:pt x="161" y="103"/>
                  <a:pt x="160" y="103"/>
                </a:cubicBezTo>
                <a:cubicBezTo>
                  <a:pt x="160" y="102"/>
                  <a:pt x="159" y="101"/>
                  <a:pt x="159" y="101"/>
                </a:cubicBezTo>
                <a:cubicBezTo>
                  <a:pt x="158" y="100"/>
                  <a:pt x="157" y="99"/>
                  <a:pt x="156" y="99"/>
                </a:cubicBezTo>
                <a:cubicBezTo>
                  <a:pt x="156" y="98"/>
                  <a:pt x="155" y="97"/>
                  <a:pt x="155" y="97"/>
                </a:cubicBezTo>
                <a:cubicBezTo>
                  <a:pt x="155" y="97"/>
                  <a:pt x="155" y="96"/>
                  <a:pt x="155" y="96"/>
                </a:cubicBezTo>
                <a:cubicBezTo>
                  <a:pt x="155" y="96"/>
                  <a:pt x="156" y="95"/>
                  <a:pt x="156" y="96"/>
                </a:cubicBezTo>
                <a:cubicBezTo>
                  <a:pt x="156" y="96"/>
                  <a:pt x="157" y="96"/>
                  <a:pt x="157" y="96"/>
                </a:cubicBezTo>
                <a:cubicBezTo>
                  <a:pt x="157" y="96"/>
                  <a:pt x="158" y="95"/>
                  <a:pt x="158" y="95"/>
                </a:cubicBezTo>
                <a:cubicBezTo>
                  <a:pt x="159" y="95"/>
                  <a:pt x="159" y="94"/>
                  <a:pt x="160" y="94"/>
                </a:cubicBezTo>
                <a:cubicBezTo>
                  <a:pt x="160" y="94"/>
                  <a:pt x="162" y="94"/>
                  <a:pt x="162" y="95"/>
                </a:cubicBezTo>
                <a:cubicBezTo>
                  <a:pt x="163" y="95"/>
                  <a:pt x="164" y="95"/>
                  <a:pt x="164" y="95"/>
                </a:cubicBezTo>
                <a:cubicBezTo>
                  <a:pt x="164" y="95"/>
                  <a:pt x="165" y="95"/>
                  <a:pt x="165" y="96"/>
                </a:cubicBezTo>
                <a:cubicBezTo>
                  <a:pt x="166" y="97"/>
                  <a:pt x="166" y="98"/>
                  <a:pt x="167" y="99"/>
                </a:cubicBezTo>
                <a:cubicBezTo>
                  <a:pt x="168" y="99"/>
                  <a:pt x="170" y="100"/>
                  <a:pt x="170" y="100"/>
                </a:cubicBezTo>
                <a:cubicBezTo>
                  <a:pt x="171" y="101"/>
                  <a:pt x="171" y="101"/>
                  <a:pt x="172" y="102"/>
                </a:cubicBezTo>
                <a:cubicBezTo>
                  <a:pt x="172" y="103"/>
                  <a:pt x="172" y="104"/>
                  <a:pt x="172" y="105"/>
                </a:cubicBezTo>
                <a:cubicBezTo>
                  <a:pt x="172" y="106"/>
                  <a:pt x="172" y="107"/>
                  <a:pt x="173" y="107"/>
                </a:cubicBezTo>
                <a:cubicBezTo>
                  <a:pt x="173" y="107"/>
                  <a:pt x="173" y="108"/>
                  <a:pt x="173" y="108"/>
                </a:cubicBezTo>
                <a:cubicBezTo>
                  <a:pt x="173" y="109"/>
                  <a:pt x="173" y="111"/>
                  <a:pt x="175" y="111"/>
                </a:cubicBezTo>
                <a:cubicBezTo>
                  <a:pt x="176" y="112"/>
                  <a:pt x="176" y="112"/>
                  <a:pt x="177" y="112"/>
                </a:cubicBezTo>
                <a:cubicBezTo>
                  <a:pt x="177" y="112"/>
                  <a:pt x="178" y="113"/>
                  <a:pt x="178" y="113"/>
                </a:cubicBezTo>
                <a:cubicBezTo>
                  <a:pt x="179" y="113"/>
                  <a:pt x="180" y="113"/>
                  <a:pt x="180" y="113"/>
                </a:cubicBezTo>
                <a:cubicBezTo>
                  <a:pt x="180" y="113"/>
                  <a:pt x="181" y="112"/>
                  <a:pt x="182" y="112"/>
                </a:cubicBezTo>
                <a:cubicBezTo>
                  <a:pt x="183" y="112"/>
                  <a:pt x="183" y="112"/>
                  <a:pt x="184" y="112"/>
                </a:cubicBezTo>
                <a:cubicBezTo>
                  <a:pt x="184" y="113"/>
                  <a:pt x="188" y="116"/>
                  <a:pt x="188" y="116"/>
                </a:cubicBezTo>
                <a:cubicBezTo>
                  <a:pt x="188" y="116"/>
                  <a:pt x="191" y="118"/>
                  <a:pt x="192" y="119"/>
                </a:cubicBezTo>
                <a:cubicBezTo>
                  <a:pt x="192" y="119"/>
                  <a:pt x="195" y="120"/>
                  <a:pt x="195" y="120"/>
                </a:cubicBezTo>
                <a:cubicBezTo>
                  <a:pt x="195" y="120"/>
                  <a:pt x="195" y="121"/>
                  <a:pt x="195" y="121"/>
                </a:cubicBezTo>
                <a:cubicBezTo>
                  <a:pt x="195" y="121"/>
                  <a:pt x="195" y="123"/>
                  <a:pt x="195" y="123"/>
                </a:cubicBezTo>
                <a:cubicBezTo>
                  <a:pt x="195" y="124"/>
                  <a:pt x="195" y="125"/>
                  <a:pt x="195" y="126"/>
                </a:cubicBezTo>
                <a:cubicBezTo>
                  <a:pt x="195" y="126"/>
                  <a:pt x="195" y="127"/>
                  <a:pt x="195" y="127"/>
                </a:cubicBezTo>
                <a:cubicBezTo>
                  <a:pt x="195" y="128"/>
                  <a:pt x="196" y="127"/>
                  <a:pt x="196" y="127"/>
                </a:cubicBezTo>
                <a:cubicBezTo>
                  <a:pt x="196" y="127"/>
                  <a:pt x="195" y="126"/>
                  <a:pt x="196" y="126"/>
                </a:cubicBezTo>
                <a:cubicBezTo>
                  <a:pt x="196" y="126"/>
                  <a:pt x="196" y="124"/>
                  <a:pt x="196" y="124"/>
                </a:cubicBezTo>
                <a:cubicBezTo>
                  <a:pt x="196" y="124"/>
                  <a:pt x="196" y="125"/>
                  <a:pt x="196" y="125"/>
                </a:cubicBezTo>
                <a:cubicBezTo>
                  <a:pt x="197" y="126"/>
                  <a:pt x="196" y="127"/>
                  <a:pt x="196" y="127"/>
                </a:cubicBezTo>
                <a:cubicBezTo>
                  <a:pt x="196" y="127"/>
                  <a:pt x="197" y="128"/>
                  <a:pt x="197" y="129"/>
                </a:cubicBezTo>
                <a:cubicBezTo>
                  <a:pt x="197" y="129"/>
                  <a:pt x="197" y="130"/>
                  <a:pt x="198" y="131"/>
                </a:cubicBezTo>
                <a:cubicBezTo>
                  <a:pt x="199" y="132"/>
                  <a:pt x="200" y="133"/>
                  <a:pt x="200" y="133"/>
                </a:cubicBezTo>
                <a:cubicBezTo>
                  <a:pt x="200" y="133"/>
                  <a:pt x="201" y="134"/>
                  <a:pt x="201" y="135"/>
                </a:cubicBezTo>
                <a:cubicBezTo>
                  <a:pt x="201" y="135"/>
                  <a:pt x="203" y="137"/>
                  <a:pt x="204" y="137"/>
                </a:cubicBezTo>
                <a:cubicBezTo>
                  <a:pt x="204" y="138"/>
                  <a:pt x="207" y="138"/>
                  <a:pt x="207" y="138"/>
                </a:cubicBezTo>
                <a:cubicBezTo>
                  <a:pt x="208" y="138"/>
                  <a:pt x="210" y="138"/>
                  <a:pt x="210" y="138"/>
                </a:cubicBezTo>
                <a:cubicBezTo>
                  <a:pt x="211" y="138"/>
                  <a:pt x="211" y="138"/>
                  <a:pt x="211" y="138"/>
                </a:cubicBezTo>
                <a:cubicBezTo>
                  <a:pt x="212" y="138"/>
                  <a:pt x="213" y="138"/>
                  <a:pt x="214" y="138"/>
                </a:cubicBezTo>
                <a:cubicBezTo>
                  <a:pt x="215" y="138"/>
                  <a:pt x="214" y="138"/>
                  <a:pt x="215" y="138"/>
                </a:cubicBezTo>
                <a:cubicBezTo>
                  <a:pt x="216" y="139"/>
                  <a:pt x="219" y="141"/>
                  <a:pt x="219" y="141"/>
                </a:cubicBezTo>
                <a:cubicBezTo>
                  <a:pt x="219" y="141"/>
                  <a:pt x="220" y="144"/>
                  <a:pt x="220" y="144"/>
                </a:cubicBezTo>
                <a:cubicBezTo>
                  <a:pt x="221" y="144"/>
                  <a:pt x="222" y="145"/>
                  <a:pt x="222" y="145"/>
                </a:cubicBezTo>
                <a:cubicBezTo>
                  <a:pt x="222" y="145"/>
                  <a:pt x="222" y="146"/>
                  <a:pt x="222" y="146"/>
                </a:cubicBezTo>
                <a:cubicBezTo>
                  <a:pt x="222" y="146"/>
                  <a:pt x="217" y="149"/>
                  <a:pt x="217" y="149"/>
                </a:cubicBezTo>
                <a:cubicBezTo>
                  <a:pt x="216" y="150"/>
                  <a:pt x="213" y="150"/>
                  <a:pt x="213" y="151"/>
                </a:cubicBezTo>
                <a:cubicBezTo>
                  <a:pt x="212" y="151"/>
                  <a:pt x="211" y="151"/>
                  <a:pt x="211" y="152"/>
                </a:cubicBezTo>
                <a:cubicBezTo>
                  <a:pt x="210" y="152"/>
                  <a:pt x="209" y="152"/>
                  <a:pt x="209" y="152"/>
                </a:cubicBezTo>
                <a:cubicBezTo>
                  <a:pt x="208" y="152"/>
                  <a:pt x="208" y="153"/>
                  <a:pt x="207" y="153"/>
                </a:cubicBezTo>
                <a:cubicBezTo>
                  <a:pt x="207" y="153"/>
                  <a:pt x="207" y="153"/>
                  <a:pt x="207" y="153"/>
                </a:cubicBezTo>
                <a:cubicBezTo>
                  <a:pt x="206" y="153"/>
                  <a:pt x="205" y="153"/>
                  <a:pt x="206" y="154"/>
                </a:cubicBezTo>
                <a:cubicBezTo>
                  <a:pt x="206" y="154"/>
                  <a:pt x="208" y="154"/>
                  <a:pt x="208" y="154"/>
                </a:cubicBezTo>
                <a:cubicBezTo>
                  <a:pt x="208" y="154"/>
                  <a:pt x="209" y="153"/>
                  <a:pt x="209" y="153"/>
                </a:cubicBezTo>
                <a:cubicBezTo>
                  <a:pt x="210" y="153"/>
                  <a:pt x="212" y="152"/>
                  <a:pt x="213" y="152"/>
                </a:cubicBezTo>
                <a:cubicBezTo>
                  <a:pt x="213" y="152"/>
                  <a:pt x="215" y="152"/>
                  <a:pt x="215" y="152"/>
                </a:cubicBezTo>
                <a:cubicBezTo>
                  <a:pt x="216" y="152"/>
                  <a:pt x="217" y="151"/>
                  <a:pt x="218" y="150"/>
                </a:cubicBezTo>
                <a:cubicBezTo>
                  <a:pt x="219" y="150"/>
                  <a:pt x="222" y="148"/>
                  <a:pt x="222" y="148"/>
                </a:cubicBezTo>
                <a:cubicBezTo>
                  <a:pt x="222" y="148"/>
                  <a:pt x="222" y="148"/>
                  <a:pt x="223" y="148"/>
                </a:cubicBezTo>
                <a:cubicBezTo>
                  <a:pt x="224" y="147"/>
                  <a:pt x="224" y="147"/>
                  <a:pt x="224" y="146"/>
                </a:cubicBezTo>
                <a:cubicBezTo>
                  <a:pt x="225" y="145"/>
                  <a:pt x="225" y="145"/>
                  <a:pt x="226" y="145"/>
                </a:cubicBezTo>
                <a:cubicBezTo>
                  <a:pt x="227" y="145"/>
                  <a:pt x="227" y="145"/>
                  <a:pt x="228" y="144"/>
                </a:cubicBezTo>
                <a:cubicBezTo>
                  <a:pt x="229" y="144"/>
                  <a:pt x="231" y="145"/>
                  <a:pt x="231" y="145"/>
                </a:cubicBezTo>
                <a:cubicBezTo>
                  <a:pt x="231" y="145"/>
                  <a:pt x="232" y="146"/>
                  <a:pt x="233" y="146"/>
                </a:cubicBezTo>
                <a:cubicBezTo>
                  <a:pt x="233" y="146"/>
                  <a:pt x="234" y="146"/>
                  <a:pt x="234" y="147"/>
                </a:cubicBezTo>
                <a:cubicBezTo>
                  <a:pt x="235" y="147"/>
                  <a:pt x="236" y="148"/>
                  <a:pt x="236" y="149"/>
                </a:cubicBezTo>
                <a:cubicBezTo>
                  <a:pt x="236" y="149"/>
                  <a:pt x="237" y="150"/>
                  <a:pt x="238" y="150"/>
                </a:cubicBezTo>
                <a:cubicBezTo>
                  <a:pt x="238" y="149"/>
                  <a:pt x="239" y="150"/>
                  <a:pt x="239" y="151"/>
                </a:cubicBezTo>
                <a:cubicBezTo>
                  <a:pt x="239" y="152"/>
                  <a:pt x="240" y="154"/>
                  <a:pt x="240" y="154"/>
                </a:cubicBezTo>
                <a:cubicBezTo>
                  <a:pt x="240" y="154"/>
                  <a:pt x="241" y="155"/>
                  <a:pt x="241" y="156"/>
                </a:cubicBezTo>
                <a:cubicBezTo>
                  <a:pt x="241" y="157"/>
                  <a:pt x="241" y="157"/>
                  <a:pt x="241" y="158"/>
                </a:cubicBezTo>
                <a:cubicBezTo>
                  <a:pt x="242" y="159"/>
                  <a:pt x="242" y="159"/>
                  <a:pt x="242" y="159"/>
                </a:cubicBezTo>
                <a:cubicBezTo>
                  <a:pt x="242" y="159"/>
                  <a:pt x="241" y="159"/>
                  <a:pt x="240" y="159"/>
                </a:cubicBezTo>
                <a:cubicBezTo>
                  <a:pt x="240" y="159"/>
                  <a:pt x="238" y="160"/>
                  <a:pt x="238" y="160"/>
                </a:cubicBezTo>
                <a:cubicBezTo>
                  <a:pt x="238" y="160"/>
                  <a:pt x="238" y="160"/>
                  <a:pt x="237" y="160"/>
                </a:cubicBezTo>
                <a:cubicBezTo>
                  <a:pt x="237" y="160"/>
                  <a:pt x="236" y="159"/>
                  <a:pt x="236" y="159"/>
                </a:cubicBezTo>
                <a:cubicBezTo>
                  <a:pt x="236" y="159"/>
                  <a:pt x="235" y="159"/>
                  <a:pt x="235" y="159"/>
                </a:cubicBezTo>
                <a:cubicBezTo>
                  <a:pt x="235" y="160"/>
                  <a:pt x="236" y="160"/>
                  <a:pt x="235" y="160"/>
                </a:cubicBezTo>
                <a:cubicBezTo>
                  <a:pt x="235" y="161"/>
                  <a:pt x="234" y="160"/>
                  <a:pt x="235" y="161"/>
                </a:cubicBezTo>
                <a:cubicBezTo>
                  <a:pt x="235" y="161"/>
                  <a:pt x="236" y="161"/>
                  <a:pt x="236" y="161"/>
                </a:cubicBezTo>
                <a:cubicBezTo>
                  <a:pt x="236" y="162"/>
                  <a:pt x="233" y="162"/>
                  <a:pt x="233" y="162"/>
                </a:cubicBezTo>
                <a:cubicBezTo>
                  <a:pt x="232" y="162"/>
                  <a:pt x="232" y="162"/>
                  <a:pt x="232" y="162"/>
                </a:cubicBezTo>
                <a:cubicBezTo>
                  <a:pt x="233" y="163"/>
                  <a:pt x="233" y="163"/>
                  <a:pt x="233" y="163"/>
                </a:cubicBezTo>
                <a:cubicBezTo>
                  <a:pt x="233" y="163"/>
                  <a:pt x="233" y="163"/>
                  <a:pt x="232" y="163"/>
                </a:cubicBezTo>
                <a:cubicBezTo>
                  <a:pt x="232" y="164"/>
                  <a:pt x="233" y="164"/>
                  <a:pt x="231" y="164"/>
                </a:cubicBezTo>
                <a:cubicBezTo>
                  <a:pt x="230" y="165"/>
                  <a:pt x="229" y="165"/>
                  <a:pt x="228" y="165"/>
                </a:cubicBezTo>
                <a:cubicBezTo>
                  <a:pt x="228" y="165"/>
                  <a:pt x="226" y="166"/>
                  <a:pt x="226" y="166"/>
                </a:cubicBezTo>
                <a:cubicBezTo>
                  <a:pt x="226" y="166"/>
                  <a:pt x="226" y="166"/>
                  <a:pt x="226" y="167"/>
                </a:cubicBezTo>
                <a:cubicBezTo>
                  <a:pt x="226" y="167"/>
                  <a:pt x="226" y="167"/>
                  <a:pt x="226" y="168"/>
                </a:cubicBezTo>
                <a:cubicBezTo>
                  <a:pt x="227" y="168"/>
                  <a:pt x="228" y="169"/>
                  <a:pt x="228" y="169"/>
                </a:cubicBezTo>
                <a:cubicBezTo>
                  <a:pt x="229" y="169"/>
                  <a:pt x="228" y="171"/>
                  <a:pt x="228" y="171"/>
                </a:cubicBezTo>
                <a:cubicBezTo>
                  <a:pt x="228" y="171"/>
                  <a:pt x="228" y="171"/>
                  <a:pt x="228" y="171"/>
                </a:cubicBezTo>
                <a:cubicBezTo>
                  <a:pt x="228" y="171"/>
                  <a:pt x="229" y="172"/>
                  <a:pt x="229" y="172"/>
                </a:cubicBezTo>
                <a:cubicBezTo>
                  <a:pt x="229" y="172"/>
                  <a:pt x="229" y="173"/>
                  <a:pt x="229" y="173"/>
                </a:cubicBezTo>
                <a:cubicBezTo>
                  <a:pt x="230" y="173"/>
                  <a:pt x="230" y="173"/>
                  <a:pt x="230" y="173"/>
                </a:cubicBezTo>
                <a:cubicBezTo>
                  <a:pt x="230" y="173"/>
                  <a:pt x="231" y="174"/>
                  <a:pt x="231" y="174"/>
                </a:cubicBezTo>
                <a:cubicBezTo>
                  <a:pt x="231" y="175"/>
                  <a:pt x="231" y="175"/>
                  <a:pt x="231" y="176"/>
                </a:cubicBezTo>
                <a:cubicBezTo>
                  <a:pt x="230" y="176"/>
                  <a:pt x="230" y="177"/>
                  <a:pt x="230" y="177"/>
                </a:cubicBezTo>
                <a:cubicBezTo>
                  <a:pt x="230" y="177"/>
                  <a:pt x="231" y="178"/>
                  <a:pt x="231" y="178"/>
                </a:cubicBezTo>
                <a:cubicBezTo>
                  <a:pt x="231" y="178"/>
                  <a:pt x="230" y="178"/>
                  <a:pt x="230" y="178"/>
                </a:cubicBezTo>
                <a:cubicBezTo>
                  <a:pt x="230" y="178"/>
                  <a:pt x="231" y="179"/>
                  <a:pt x="231" y="179"/>
                </a:cubicBezTo>
                <a:cubicBezTo>
                  <a:pt x="232" y="179"/>
                  <a:pt x="232" y="180"/>
                  <a:pt x="232" y="180"/>
                </a:cubicBezTo>
                <a:cubicBezTo>
                  <a:pt x="232" y="180"/>
                  <a:pt x="232" y="180"/>
                  <a:pt x="232" y="180"/>
                </a:cubicBezTo>
                <a:cubicBezTo>
                  <a:pt x="232" y="180"/>
                  <a:pt x="232" y="181"/>
                  <a:pt x="232" y="181"/>
                </a:cubicBezTo>
                <a:cubicBezTo>
                  <a:pt x="232" y="181"/>
                  <a:pt x="233" y="181"/>
                  <a:pt x="233" y="181"/>
                </a:cubicBezTo>
                <a:cubicBezTo>
                  <a:pt x="233" y="182"/>
                  <a:pt x="234" y="182"/>
                  <a:pt x="234" y="182"/>
                </a:cubicBezTo>
                <a:cubicBezTo>
                  <a:pt x="235" y="182"/>
                  <a:pt x="234" y="183"/>
                  <a:pt x="235" y="184"/>
                </a:cubicBezTo>
                <a:cubicBezTo>
                  <a:pt x="235" y="184"/>
                  <a:pt x="236" y="183"/>
                  <a:pt x="236" y="184"/>
                </a:cubicBezTo>
                <a:cubicBezTo>
                  <a:pt x="237" y="184"/>
                  <a:pt x="238" y="185"/>
                  <a:pt x="238" y="185"/>
                </a:cubicBezTo>
                <a:cubicBezTo>
                  <a:pt x="238" y="185"/>
                  <a:pt x="239" y="185"/>
                  <a:pt x="240" y="186"/>
                </a:cubicBezTo>
                <a:cubicBezTo>
                  <a:pt x="240" y="186"/>
                  <a:pt x="240" y="187"/>
                  <a:pt x="241" y="187"/>
                </a:cubicBezTo>
                <a:cubicBezTo>
                  <a:pt x="241" y="187"/>
                  <a:pt x="242" y="188"/>
                  <a:pt x="242" y="189"/>
                </a:cubicBezTo>
                <a:cubicBezTo>
                  <a:pt x="242" y="189"/>
                  <a:pt x="243" y="190"/>
                  <a:pt x="243" y="190"/>
                </a:cubicBezTo>
                <a:cubicBezTo>
                  <a:pt x="243" y="191"/>
                  <a:pt x="243" y="188"/>
                  <a:pt x="243" y="188"/>
                </a:cubicBezTo>
                <a:cubicBezTo>
                  <a:pt x="243" y="187"/>
                  <a:pt x="243" y="187"/>
                  <a:pt x="243" y="187"/>
                </a:cubicBezTo>
                <a:cubicBezTo>
                  <a:pt x="243" y="187"/>
                  <a:pt x="244" y="186"/>
                  <a:pt x="245" y="186"/>
                </a:cubicBezTo>
                <a:cubicBezTo>
                  <a:pt x="246" y="187"/>
                  <a:pt x="248" y="187"/>
                  <a:pt x="248" y="187"/>
                </a:cubicBezTo>
                <a:cubicBezTo>
                  <a:pt x="249" y="187"/>
                  <a:pt x="249" y="187"/>
                  <a:pt x="250" y="188"/>
                </a:cubicBezTo>
                <a:cubicBezTo>
                  <a:pt x="251" y="188"/>
                  <a:pt x="252" y="188"/>
                  <a:pt x="252" y="188"/>
                </a:cubicBezTo>
                <a:cubicBezTo>
                  <a:pt x="252" y="189"/>
                  <a:pt x="253" y="191"/>
                  <a:pt x="253" y="191"/>
                </a:cubicBezTo>
                <a:cubicBezTo>
                  <a:pt x="253" y="189"/>
                  <a:pt x="253" y="189"/>
                  <a:pt x="253" y="189"/>
                </a:cubicBezTo>
                <a:cubicBezTo>
                  <a:pt x="253" y="189"/>
                  <a:pt x="253" y="188"/>
                  <a:pt x="254" y="188"/>
                </a:cubicBezTo>
                <a:cubicBezTo>
                  <a:pt x="254" y="188"/>
                  <a:pt x="254" y="189"/>
                  <a:pt x="255" y="188"/>
                </a:cubicBezTo>
                <a:cubicBezTo>
                  <a:pt x="255" y="188"/>
                  <a:pt x="256" y="187"/>
                  <a:pt x="257" y="187"/>
                </a:cubicBezTo>
                <a:cubicBezTo>
                  <a:pt x="257" y="187"/>
                  <a:pt x="258" y="186"/>
                  <a:pt x="258" y="187"/>
                </a:cubicBezTo>
                <a:cubicBezTo>
                  <a:pt x="258" y="188"/>
                  <a:pt x="259" y="190"/>
                  <a:pt x="259" y="190"/>
                </a:cubicBezTo>
                <a:cubicBezTo>
                  <a:pt x="259" y="191"/>
                  <a:pt x="258" y="192"/>
                  <a:pt x="258" y="192"/>
                </a:cubicBezTo>
                <a:cubicBezTo>
                  <a:pt x="258" y="193"/>
                  <a:pt x="259" y="194"/>
                  <a:pt x="259" y="194"/>
                </a:cubicBezTo>
                <a:cubicBezTo>
                  <a:pt x="259" y="195"/>
                  <a:pt x="260" y="195"/>
                  <a:pt x="260" y="196"/>
                </a:cubicBezTo>
                <a:cubicBezTo>
                  <a:pt x="260" y="197"/>
                  <a:pt x="260" y="198"/>
                  <a:pt x="260" y="198"/>
                </a:cubicBezTo>
                <a:cubicBezTo>
                  <a:pt x="260" y="199"/>
                  <a:pt x="259" y="199"/>
                  <a:pt x="259" y="200"/>
                </a:cubicBezTo>
                <a:cubicBezTo>
                  <a:pt x="259" y="200"/>
                  <a:pt x="259" y="201"/>
                  <a:pt x="259" y="201"/>
                </a:cubicBezTo>
                <a:cubicBezTo>
                  <a:pt x="260" y="202"/>
                  <a:pt x="260" y="202"/>
                  <a:pt x="260" y="203"/>
                </a:cubicBezTo>
                <a:cubicBezTo>
                  <a:pt x="260" y="203"/>
                  <a:pt x="260" y="203"/>
                  <a:pt x="260" y="203"/>
                </a:cubicBezTo>
                <a:cubicBezTo>
                  <a:pt x="259" y="203"/>
                  <a:pt x="258" y="203"/>
                  <a:pt x="258" y="203"/>
                </a:cubicBezTo>
                <a:cubicBezTo>
                  <a:pt x="257" y="204"/>
                  <a:pt x="257" y="204"/>
                  <a:pt x="257" y="204"/>
                </a:cubicBezTo>
                <a:cubicBezTo>
                  <a:pt x="257" y="204"/>
                  <a:pt x="257" y="204"/>
                  <a:pt x="258" y="204"/>
                </a:cubicBezTo>
                <a:cubicBezTo>
                  <a:pt x="258" y="205"/>
                  <a:pt x="258" y="205"/>
                  <a:pt x="258" y="205"/>
                </a:cubicBezTo>
                <a:cubicBezTo>
                  <a:pt x="258" y="205"/>
                  <a:pt x="259" y="205"/>
                  <a:pt x="259" y="205"/>
                </a:cubicBezTo>
                <a:cubicBezTo>
                  <a:pt x="260" y="205"/>
                  <a:pt x="261" y="206"/>
                  <a:pt x="261" y="206"/>
                </a:cubicBezTo>
                <a:cubicBezTo>
                  <a:pt x="261" y="206"/>
                  <a:pt x="262" y="208"/>
                  <a:pt x="262" y="208"/>
                </a:cubicBezTo>
                <a:cubicBezTo>
                  <a:pt x="262" y="208"/>
                  <a:pt x="262" y="209"/>
                  <a:pt x="262" y="209"/>
                </a:cubicBezTo>
                <a:cubicBezTo>
                  <a:pt x="261" y="210"/>
                  <a:pt x="261" y="210"/>
                  <a:pt x="261" y="210"/>
                </a:cubicBezTo>
                <a:cubicBezTo>
                  <a:pt x="260" y="211"/>
                  <a:pt x="260" y="211"/>
                  <a:pt x="260" y="212"/>
                </a:cubicBezTo>
                <a:cubicBezTo>
                  <a:pt x="260" y="212"/>
                  <a:pt x="261" y="213"/>
                  <a:pt x="261" y="213"/>
                </a:cubicBezTo>
                <a:cubicBezTo>
                  <a:pt x="261" y="213"/>
                  <a:pt x="262" y="213"/>
                  <a:pt x="262" y="212"/>
                </a:cubicBezTo>
                <a:cubicBezTo>
                  <a:pt x="262" y="212"/>
                  <a:pt x="263" y="211"/>
                  <a:pt x="263" y="211"/>
                </a:cubicBezTo>
                <a:cubicBezTo>
                  <a:pt x="263" y="211"/>
                  <a:pt x="263" y="211"/>
                  <a:pt x="264" y="212"/>
                </a:cubicBezTo>
                <a:cubicBezTo>
                  <a:pt x="264" y="212"/>
                  <a:pt x="265" y="212"/>
                  <a:pt x="265" y="213"/>
                </a:cubicBezTo>
                <a:cubicBezTo>
                  <a:pt x="264" y="214"/>
                  <a:pt x="264" y="214"/>
                  <a:pt x="264" y="214"/>
                </a:cubicBezTo>
                <a:cubicBezTo>
                  <a:pt x="265" y="215"/>
                  <a:pt x="265" y="214"/>
                  <a:pt x="265" y="214"/>
                </a:cubicBezTo>
                <a:cubicBezTo>
                  <a:pt x="265" y="214"/>
                  <a:pt x="266" y="214"/>
                  <a:pt x="266" y="215"/>
                </a:cubicBezTo>
                <a:cubicBezTo>
                  <a:pt x="266" y="215"/>
                  <a:pt x="267" y="215"/>
                  <a:pt x="267" y="215"/>
                </a:cubicBezTo>
                <a:cubicBezTo>
                  <a:pt x="267" y="215"/>
                  <a:pt x="267" y="215"/>
                  <a:pt x="268" y="215"/>
                </a:cubicBezTo>
                <a:cubicBezTo>
                  <a:pt x="269" y="215"/>
                  <a:pt x="269" y="215"/>
                  <a:pt x="269" y="215"/>
                </a:cubicBezTo>
                <a:cubicBezTo>
                  <a:pt x="270" y="215"/>
                  <a:pt x="270" y="215"/>
                  <a:pt x="271" y="216"/>
                </a:cubicBezTo>
                <a:cubicBezTo>
                  <a:pt x="271" y="217"/>
                  <a:pt x="272" y="217"/>
                  <a:pt x="272" y="218"/>
                </a:cubicBezTo>
                <a:cubicBezTo>
                  <a:pt x="272" y="219"/>
                  <a:pt x="272" y="220"/>
                  <a:pt x="272" y="220"/>
                </a:cubicBezTo>
                <a:cubicBezTo>
                  <a:pt x="272" y="220"/>
                  <a:pt x="271" y="221"/>
                  <a:pt x="270" y="222"/>
                </a:cubicBezTo>
                <a:cubicBezTo>
                  <a:pt x="270" y="222"/>
                  <a:pt x="269" y="223"/>
                  <a:pt x="269" y="223"/>
                </a:cubicBezTo>
                <a:cubicBezTo>
                  <a:pt x="269" y="223"/>
                  <a:pt x="268" y="224"/>
                  <a:pt x="268" y="225"/>
                </a:cubicBezTo>
                <a:cubicBezTo>
                  <a:pt x="268" y="225"/>
                  <a:pt x="267" y="225"/>
                  <a:pt x="267" y="225"/>
                </a:cubicBezTo>
                <a:cubicBezTo>
                  <a:pt x="266" y="225"/>
                  <a:pt x="265" y="225"/>
                  <a:pt x="265" y="225"/>
                </a:cubicBezTo>
                <a:cubicBezTo>
                  <a:pt x="265" y="225"/>
                  <a:pt x="265" y="225"/>
                  <a:pt x="265" y="226"/>
                </a:cubicBezTo>
                <a:cubicBezTo>
                  <a:pt x="265" y="226"/>
                  <a:pt x="264" y="226"/>
                  <a:pt x="264" y="226"/>
                </a:cubicBezTo>
                <a:cubicBezTo>
                  <a:pt x="266" y="225"/>
                  <a:pt x="266" y="225"/>
                  <a:pt x="266" y="225"/>
                </a:cubicBezTo>
                <a:cubicBezTo>
                  <a:pt x="266" y="225"/>
                  <a:pt x="267" y="225"/>
                  <a:pt x="267" y="225"/>
                </a:cubicBezTo>
                <a:cubicBezTo>
                  <a:pt x="267" y="226"/>
                  <a:pt x="268" y="226"/>
                  <a:pt x="268" y="226"/>
                </a:cubicBezTo>
                <a:cubicBezTo>
                  <a:pt x="268" y="226"/>
                  <a:pt x="268" y="226"/>
                  <a:pt x="269" y="226"/>
                </a:cubicBezTo>
                <a:cubicBezTo>
                  <a:pt x="269" y="226"/>
                  <a:pt x="271" y="225"/>
                  <a:pt x="271" y="225"/>
                </a:cubicBezTo>
                <a:cubicBezTo>
                  <a:pt x="271" y="225"/>
                  <a:pt x="271" y="223"/>
                  <a:pt x="271" y="223"/>
                </a:cubicBezTo>
                <a:cubicBezTo>
                  <a:pt x="271" y="223"/>
                  <a:pt x="271" y="223"/>
                  <a:pt x="271" y="223"/>
                </a:cubicBezTo>
                <a:cubicBezTo>
                  <a:pt x="271" y="223"/>
                  <a:pt x="273" y="223"/>
                  <a:pt x="273" y="223"/>
                </a:cubicBezTo>
                <a:cubicBezTo>
                  <a:pt x="273" y="223"/>
                  <a:pt x="272" y="224"/>
                  <a:pt x="273" y="224"/>
                </a:cubicBezTo>
                <a:cubicBezTo>
                  <a:pt x="273" y="224"/>
                  <a:pt x="273" y="225"/>
                  <a:pt x="273" y="225"/>
                </a:cubicBezTo>
                <a:cubicBezTo>
                  <a:pt x="273" y="225"/>
                  <a:pt x="273" y="226"/>
                  <a:pt x="273" y="226"/>
                </a:cubicBezTo>
                <a:cubicBezTo>
                  <a:pt x="273" y="226"/>
                  <a:pt x="274" y="225"/>
                  <a:pt x="274" y="225"/>
                </a:cubicBezTo>
                <a:cubicBezTo>
                  <a:pt x="274" y="225"/>
                  <a:pt x="275" y="224"/>
                  <a:pt x="275" y="224"/>
                </a:cubicBezTo>
                <a:cubicBezTo>
                  <a:pt x="275" y="224"/>
                  <a:pt x="276" y="225"/>
                  <a:pt x="276" y="225"/>
                </a:cubicBezTo>
                <a:cubicBezTo>
                  <a:pt x="276" y="226"/>
                  <a:pt x="276" y="226"/>
                  <a:pt x="276" y="226"/>
                </a:cubicBezTo>
                <a:cubicBezTo>
                  <a:pt x="277" y="226"/>
                  <a:pt x="277" y="226"/>
                  <a:pt x="277" y="226"/>
                </a:cubicBezTo>
                <a:cubicBezTo>
                  <a:pt x="277" y="226"/>
                  <a:pt x="277" y="225"/>
                  <a:pt x="278" y="225"/>
                </a:cubicBezTo>
                <a:cubicBezTo>
                  <a:pt x="278" y="225"/>
                  <a:pt x="278" y="226"/>
                  <a:pt x="278" y="226"/>
                </a:cubicBezTo>
                <a:cubicBezTo>
                  <a:pt x="278" y="226"/>
                  <a:pt x="279" y="226"/>
                  <a:pt x="279" y="225"/>
                </a:cubicBezTo>
                <a:cubicBezTo>
                  <a:pt x="279" y="225"/>
                  <a:pt x="280" y="224"/>
                  <a:pt x="280" y="224"/>
                </a:cubicBezTo>
                <a:cubicBezTo>
                  <a:pt x="280" y="224"/>
                  <a:pt x="281" y="224"/>
                  <a:pt x="281" y="224"/>
                </a:cubicBezTo>
                <a:cubicBezTo>
                  <a:pt x="281" y="224"/>
                  <a:pt x="282" y="225"/>
                  <a:pt x="282" y="225"/>
                </a:cubicBezTo>
                <a:cubicBezTo>
                  <a:pt x="282" y="225"/>
                  <a:pt x="284" y="225"/>
                  <a:pt x="284" y="225"/>
                </a:cubicBezTo>
                <a:cubicBezTo>
                  <a:pt x="284" y="225"/>
                  <a:pt x="287" y="226"/>
                  <a:pt x="287" y="226"/>
                </a:cubicBezTo>
                <a:cubicBezTo>
                  <a:pt x="287" y="226"/>
                  <a:pt x="289" y="226"/>
                  <a:pt x="290" y="226"/>
                </a:cubicBezTo>
                <a:cubicBezTo>
                  <a:pt x="290" y="226"/>
                  <a:pt x="291" y="227"/>
                  <a:pt x="291" y="227"/>
                </a:cubicBezTo>
                <a:cubicBezTo>
                  <a:pt x="292" y="226"/>
                  <a:pt x="292" y="226"/>
                  <a:pt x="292" y="226"/>
                </a:cubicBezTo>
                <a:cubicBezTo>
                  <a:pt x="292" y="226"/>
                  <a:pt x="293" y="226"/>
                  <a:pt x="293" y="226"/>
                </a:cubicBezTo>
                <a:cubicBezTo>
                  <a:pt x="293" y="227"/>
                  <a:pt x="293" y="228"/>
                  <a:pt x="293" y="228"/>
                </a:cubicBezTo>
                <a:cubicBezTo>
                  <a:pt x="292" y="228"/>
                  <a:pt x="292" y="228"/>
                  <a:pt x="292" y="229"/>
                </a:cubicBezTo>
                <a:cubicBezTo>
                  <a:pt x="292" y="230"/>
                  <a:pt x="291" y="233"/>
                  <a:pt x="295" y="234"/>
                </a:cubicBezTo>
                <a:cubicBezTo>
                  <a:pt x="296" y="234"/>
                  <a:pt x="297" y="234"/>
                  <a:pt x="297" y="234"/>
                </a:cubicBezTo>
                <a:cubicBezTo>
                  <a:pt x="297" y="234"/>
                  <a:pt x="297" y="234"/>
                  <a:pt x="297" y="234"/>
                </a:cubicBezTo>
                <a:cubicBezTo>
                  <a:pt x="297" y="235"/>
                  <a:pt x="298" y="236"/>
                  <a:pt x="297" y="237"/>
                </a:cubicBezTo>
                <a:cubicBezTo>
                  <a:pt x="297" y="237"/>
                  <a:pt x="297" y="238"/>
                  <a:pt x="297" y="239"/>
                </a:cubicBezTo>
                <a:cubicBezTo>
                  <a:pt x="297" y="239"/>
                  <a:pt x="298" y="241"/>
                  <a:pt x="299" y="241"/>
                </a:cubicBezTo>
                <a:cubicBezTo>
                  <a:pt x="299" y="242"/>
                  <a:pt x="300" y="242"/>
                  <a:pt x="300" y="242"/>
                </a:cubicBezTo>
                <a:cubicBezTo>
                  <a:pt x="300" y="242"/>
                  <a:pt x="301" y="242"/>
                  <a:pt x="302" y="242"/>
                </a:cubicBezTo>
                <a:cubicBezTo>
                  <a:pt x="302" y="241"/>
                  <a:pt x="302" y="241"/>
                  <a:pt x="303" y="242"/>
                </a:cubicBezTo>
                <a:cubicBezTo>
                  <a:pt x="303" y="242"/>
                  <a:pt x="304" y="242"/>
                  <a:pt x="304" y="242"/>
                </a:cubicBezTo>
                <a:cubicBezTo>
                  <a:pt x="304" y="242"/>
                  <a:pt x="305" y="242"/>
                  <a:pt x="305" y="243"/>
                </a:cubicBezTo>
                <a:cubicBezTo>
                  <a:pt x="305" y="244"/>
                  <a:pt x="305" y="244"/>
                  <a:pt x="305" y="245"/>
                </a:cubicBezTo>
                <a:cubicBezTo>
                  <a:pt x="305" y="246"/>
                  <a:pt x="305" y="247"/>
                  <a:pt x="305" y="248"/>
                </a:cubicBezTo>
                <a:cubicBezTo>
                  <a:pt x="305" y="248"/>
                  <a:pt x="306" y="249"/>
                  <a:pt x="306" y="249"/>
                </a:cubicBezTo>
                <a:cubicBezTo>
                  <a:pt x="306" y="249"/>
                  <a:pt x="306" y="250"/>
                  <a:pt x="306" y="250"/>
                </a:cubicBezTo>
                <a:cubicBezTo>
                  <a:pt x="306" y="251"/>
                  <a:pt x="300" y="252"/>
                  <a:pt x="300" y="256"/>
                </a:cubicBezTo>
                <a:cubicBezTo>
                  <a:pt x="299" y="257"/>
                  <a:pt x="298" y="259"/>
                  <a:pt x="298" y="259"/>
                </a:cubicBezTo>
                <a:cubicBezTo>
                  <a:pt x="298" y="259"/>
                  <a:pt x="298" y="260"/>
                  <a:pt x="298" y="261"/>
                </a:cubicBezTo>
                <a:cubicBezTo>
                  <a:pt x="298" y="261"/>
                  <a:pt x="298" y="262"/>
                  <a:pt x="299" y="263"/>
                </a:cubicBezTo>
                <a:cubicBezTo>
                  <a:pt x="299" y="264"/>
                  <a:pt x="300" y="264"/>
                  <a:pt x="301" y="265"/>
                </a:cubicBezTo>
                <a:cubicBezTo>
                  <a:pt x="301" y="265"/>
                  <a:pt x="302" y="266"/>
                  <a:pt x="302" y="266"/>
                </a:cubicBezTo>
                <a:cubicBezTo>
                  <a:pt x="302" y="266"/>
                  <a:pt x="302" y="268"/>
                  <a:pt x="301" y="268"/>
                </a:cubicBezTo>
                <a:cubicBezTo>
                  <a:pt x="301" y="268"/>
                  <a:pt x="300" y="270"/>
                  <a:pt x="300" y="271"/>
                </a:cubicBezTo>
                <a:cubicBezTo>
                  <a:pt x="300" y="271"/>
                  <a:pt x="299" y="272"/>
                  <a:pt x="299" y="273"/>
                </a:cubicBezTo>
                <a:cubicBezTo>
                  <a:pt x="299" y="274"/>
                  <a:pt x="299" y="275"/>
                  <a:pt x="299" y="275"/>
                </a:cubicBezTo>
                <a:cubicBezTo>
                  <a:pt x="299" y="275"/>
                  <a:pt x="299" y="275"/>
                  <a:pt x="299" y="275"/>
                </a:cubicBezTo>
                <a:cubicBezTo>
                  <a:pt x="299" y="276"/>
                  <a:pt x="298" y="276"/>
                  <a:pt x="298" y="276"/>
                </a:cubicBezTo>
                <a:cubicBezTo>
                  <a:pt x="298" y="276"/>
                  <a:pt x="298" y="276"/>
                  <a:pt x="298" y="277"/>
                </a:cubicBezTo>
                <a:cubicBezTo>
                  <a:pt x="298" y="278"/>
                  <a:pt x="298" y="279"/>
                  <a:pt x="298" y="280"/>
                </a:cubicBezTo>
                <a:cubicBezTo>
                  <a:pt x="298" y="281"/>
                  <a:pt x="299" y="281"/>
                  <a:pt x="299" y="282"/>
                </a:cubicBezTo>
                <a:cubicBezTo>
                  <a:pt x="299" y="282"/>
                  <a:pt x="299" y="283"/>
                  <a:pt x="300" y="283"/>
                </a:cubicBezTo>
                <a:cubicBezTo>
                  <a:pt x="300" y="283"/>
                  <a:pt x="301" y="283"/>
                  <a:pt x="301" y="284"/>
                </a:cubicBezTo>
                <a:cubicBezTo>
                  <a:pt x="301" y="284"/>
                  <a:pt x="301" y="285"/>
                  <a:pt x="301" y="285"/>
                </a:cubicBezTo>
                <a:cubicBezTo>
                  <a:pt x="301" y="286"/>
                  <a:pt x="300" y="286"/>
                  <a:pt x="301" y="287"/>
                </a:cubicBezTo>
                <a:cubicBezTo>
                  <a:pt x="301" y="287"/>
                  <a:pt x="300" y="287"/>
                  <a:pt x="300" y="287"/>
                </a:cubicBezTo>
                <a:cubicBezTo>
                  <a:pt x="300" y="288"/>
                  <a:pt x="301" y="289"/>
                  <a:pt x="301" y="289"/>
                </a:cubicBezTo>
                <a:cubicBezTo>
                  <a:pt x="301" y="290"/>
                  <a:pt x="301" y="289"/>
                  <a:pt x="301" y="290"/>
                </a:cubicBezTo>
                <a:cubicBezTo>
                  <a:pt x="300" y="291"/>
                  <a:pt x="300" y="291"/>
                  <a:pt x="300" y="292"/>
                </a:cubicBezTo>
                <a:cubicBezTo>
                  <a:pt x="299" y="292"/>
                  <a:pt x="299" y="293"/>
                  <a:pt x="299" y="294"/>
                </a:cubicBezTo>
                <a:cubicBezTo>
                  <a:pt x="299" y="295"/>
                  <a:pt x="299" y="295"/>
                  <a:pt x="299" y="296"/>
                </a:cubicBezTo>
                <a:cubicBezTo>
                  <a:pt x="300" y="296"/>
                  <a:pt x="300" y="297"/>
                  <a:pt x="300" y="297"/>
                </a:cubicBezTo>
                <a:cubicBezTo>
                  <a:pt x="300" y="298"/>
                  <a:pt x="299" y="298"/>
                  <a:pt x="299" y="299"/>
                </a:cubicBezTo>
                <a:cubicBezTo>
                  <a:pt x="299" y="300"/>
                  <a:pt x="299" y="302"/>
                  <a:pt x="299" y="302"/>
                </a:cubicBezTo>
                <a:cubicBezTo>
                  <a:pt x="299" y="303"/>
                  <a:pt x="299" y="304"/>
                  <a:pt x="299" y="305"/>
                </a:cubicBezTo>
                <a:cubicBezTo>
                  <a:pt x="299" y="306"/>
                  <a:pt x="299" y="307"/>
                  <a:pt x="299" y="307"/>
                </a:cubicBezTo>
                <a:cubicBezTo>
                  <a:pt x="299" y="307"/>
                  <a:pt x="299" y="308"/>
                  <a:pt x="298" y="308"/>
                </a:cubicBezTo>
                <a:cubicBezTo>
                  <a:pt x="298" y="309"/>
                  <a:pt x="298" y="311"/>
                  <a:pt x="298" y="312"/>
                </a:cubicBezTo>
                <a:cubicBezTo>
                  <a:pt x="298" y="312"/>
                  <a:pt x="298" y="313"/>
                  <a:pt x="298" y="315"/>
                </a:cubicBezTo>
                <a:cubicBezTo>
                  <a:pt x="298" y="316"/>
                  <a:pt x="298" y="316"/>
                  <a:pt x="298" y="316"/>
                </a:cubicBezTo>
                <a:cubicBezTo>
                  <a:pt x="298" y="316"/>
                  <a:pt x="298" y="316"/>
                  <a:pt x="298" y="317"/>
                </a:cubicBezTo>
                <a:cubicBezTo>
                  <a:pt x="298" y="318"/>
                  <a:pt x="298" y="318"/>
                  <a:pt x="298" y="319"/>
                </a:cubicBezTo>
                <a:cubicBezTo>
                  <a:pt x="297" y="320"/>
                  <a:pt x="297" y="320"/>
                  <a:pt x="297" y="322"/>
                </a:cubicBezTo>
                <a:cubicBezTo>
                  <a:pt x="297" y="323"/>
                  <a:pt x="297" y="324"/>
                  <a:pt x="296" y="324"/>
                </a:cubicBezTo>
                <a:cubicBezTo>
                  <a:pt x="296" y="324"/>
                  <a:pt x="296" y="324"/>
                  <a:pt x="296" y="324"/>
                </a:cubicBezTo>
                <a:cubicBezTo>
                  <a:pt x="296" y="324"/>
                  <a:pt x="295" y="323"/>
                  <a:pt x="295" y="323"/>
                </a:cubicBezTo>
                <a:cubicBezTo>
                  <a:pt x="294" y="323"/>
                  <a:pt x="293" y="323"/>
                  <a:pt x="292" y="322"/>
                </a:cubicBezTo>
                <a:cubicBezTo>
                  <a:pt x="292" y="322"/>
                  <a:pt x="292" y="322"/>
                  <a:pt x="292" y="322"/>
                </a:cubicBezTo>
                <a:cubicBezTo>
                  <a:pt x="292" y="321"/>
                  <a:pt x="292" y="320"/>
                  <a:pt x="291" y="320"/>
                </a:cubicBezTo>
                <a:cubicBezTo>
                  <a:pt x="291" y="319"/>
                  <a:pt x="290" y="319"/>
                  <a:pt x="289" y="318"/>
                </a:cubicBezTo>
                <a:cubicBezTo>
                  <a:pt x="288" y="318"/>
                  <a:pt x="286" y="316"/>
                  <a:pt x="286" y="315"/>
                </a:cubicBezTo>
                <a:cubicBezTo>
                  <a:pt x="285" y="314"/>
                  <a:pt x="285" y="314"/>
                  <a:pt x="284" y="313"/>
                </a:cubicBezTo>
                <a:cubicBezTo>
                  <a:pt x="284" y="312"/>
                  <a:pt x="284" y="312"/>
                  <a:pt x="283" y="312"/>
                </a:cubicBezTo>
                <a:cubicBezTo>
                  <a:pt x="283" y="312"/>
                  <a:pt x="283" y="312"/>
                  <a:pt x="282" y="313"/>
                </a:cubicBezTo>
                <a:cubicBezTo>
                  <a:pt x="282" y="313"/>
                  <a:pt x="282" y="313"/>
                  <a:pt x="282" y="314"/>
                </a:cubicBezTo>
                <a:cubicBezTo>
                  <a:pt x="282" y="315"/>
                  <a:pt x="283" y="315"/>
                  <a:pt x="282" y="315"/>
                </a:cubicBezTo>
                <a:cubicBezTo>
                  <a:pt x="282" y="316"/>
                  <a:pt x="281" y="316"/>
                  <a:pt x="281" y="316"/>
                </a:cubicBezTo>
                <a:cubicBezTo>
                  <a:pt x="281" y="316"/>
                  <a:pt x="280" y="316"/>
                  <a:pt x="280" y="316"/>
                </a:cubicBezTo>
                <a:cubicBezTo>
                  <a:pt x="280" y="317"/>
                  <a:pt x="280" y="317"/>
                  <a:pt x="280" y="318"/>
                </a:cubicBezTo>
                <a:cubicBezTo>
                  <a:pt x="280" y="318"/>
                  <a:pt x="280" y="319"/>
                  <a:pt x="280" y="319"/>
                </a:cubicBezTo>
                <a:cubicBezTo>
                  <a:pt x="280" y="319"/>
                  <a:pt x="281" y="319"/>
                  <a:pt x="281" y="319"/>
                </a:cubicBezTo>
                <a:cubicBezTo>
                  <a:pt x="280" y="319"/>
                  <a:pt x="280" y="320"/>
                  <a:pt x="280" y="320"/>
                </a:cubicBezTo>
                <a:cubicBezTo>
                  <a:pt x="280" y="320"/>
                  <a:pt x="280" y="320"/>
                  <a:pt x="280" y="321"/>
                </a:cubicBezTo>
                <a:cubicBezTo>
                  <a:pt x="280" y="321"/>
                  <a:pt x="280" y="321"/>
                  <a:pt x="280" y="321"/>
                </a:cubicBezTo>
                <a:cubicBezTo>
                  <a:pt x="280" y="321"/>
                  <a:pt x="281" y="321"/>
                  <a:pt x="281" y="321"/>
                </a:cubicBezTo>
                <a:cubicBezTo>
                  <a:pt x="281" y="321"/>
                  <a:pt x="281" y="323"/>
                  <a:pt x="280" y="322"/>
                </a:cubicBezTo>
                <a:cubicBezTo>
                  <a:pt x="279" y="322"/>
                  <a:pt x="278" y="322"/>
                  <a:pt x="278" y="321"/>
                </a:cubicBezTo>
                <a:close/>
                <a:moveTo>
                  <a:pt x="798" y="460"/>
                </a:moveTo>
                <a:cubicBezTo>
                  <a:pt x="798" y="460"/>
                  <a:pt x="798" y="460"/>
                  <a:pt x="798" y="460"/>
                </a:cubicBezTo>
                <a:cubicBezTo>
                  <a:pt x="798" y="460"/>
                  <a:pt x="797" y="459"/>
                  <a:pt x="797" y="459"/>
                </a:cubicBezTo>
                <a:cubicBezTo>
                  <a:pt x="798" y="459"/>
                  <a:pt x="798" y="458"/>
                  <a:pt x="798" y="458"/>
                </a:cubicBezTo>
                <a:cubicBezTo>
                  <a:pt x="799" y="458"/>
                  <a:pt x="799" y="457"/>
                  <a:pt x="799" y="457"/>
                </a:cubicBezTo>
                <a:cubicBezTo>
                  <a:pt x="799" y="457"/>
                  <a:pt x="798" y="457"/>
                  <a:pt x="798" y="457"/>
                </a:cubicBezTo>
                <a:cubicBezTo>
                  <a:pt x="798" y="457"/>
                  <a:pt x="798" y="458"/>
                  <a:pt x="798" y="458"/>
                </a:cubicBezTo>
                <a:cubicBezTo>
                  <a:pt x="797" y="458"/>
                  <a:pt x="797" y="458"/>
                  <a:pt x="797" y="457"/>
                </a:cubicBezTo>
                <a:cubicBezTo>
                  <a:pt x="797" y="457"/>
                  <a:pt x="798" y="457"/>
                  <a:pt x="798" y="456"/>
                </a:cubicBezTo>
                <a:cubicBezTo>
                  <a:pt x="798" y="456"/>
                  <a:pt x="798" y="456"/>
                  <a:pt x="797" y="456"/>
                </a:cubicBezTo>
                <a:cubicBezTo>
                  <a:pt x="797" y="456"/>
                  <a:pt x="797" y="457"/>
                  <a:pt x="796" y="457"/>
                </a:cubicBezTo>
                <a:cubicBezTo>
                  <a:pt x="796" y="457"/>
                  <a:pt x="795" y="457"/>
                  <a:pt x="795" y="458"/>
                </a:cubicBezTo>
                <a:cubicBezTo>
                  <a:pt x="794" y="458"/>
                  <a:pt x="794" y="459"/>
                  <a:pt x="794" y="459"/>
                </a:cubicBezTo>
                <a:cubicBezTo>
                  <a:pt x="793" y="459"/>
                  <a:pt x="794" y="460"/>
                  <a:pt x="794" y="460"/>
                </a:cubicBezTo>
                <a:cubicBezTo>
                  <a:pt x="793" y="460"/>
                  <a:pt x="793" y="460"/>
                  <a:pt x="793" y="460"/>
                </a:cubicBezTo>
                <a:cubicBezTo>
                  <a:pt x="793" y="460"/>
                  <a:pt x="793" y="460"/>
                  <a:pt x="793" y="460"/>
                </a:cubicBezTo>
                <a:cubicBezTo>
                  <a:pt x="793" y="460"/>
                  <a:pt x="792" y="460"/>
                  <a:pt x="792" y="461"/>
                </a:cubicBezTo>
                <a:cubicBezTo>
                  <a:pt x="792" y="461"/>
                  <a:pt x="790" y="462"/>
                  <a:pt x="790" y="462"/>
                </a:cubicBezTo>
                <a:cubicBezTo>
                  <a:pt x="789" y="463"/>
                  <a:pt x="788" y="463"/>
                  <a:pt x="787" y="464"/>
                </a:cubicBezTo>
                <a:cubicBezTo>
                  <a:pt x="787" y="464"/>
                  <a:pt x="785" y="464"/>
                  <a:pt x="785" y="464"/>
                </a:cubicBezTo>
                <a:cubicBezTo>
                  <a:pt x="784" y="464"/>
                  <a:pt x="783" y="465"/>
                  <a:pt x="782" y="465"/>
                </a:cubicBezTo>
                <a:cubicBezTo>
                  <a:pt x="782" y="465"/>
                  <a:pt x="782" y="466"/>
                  <a:pt x="781" y="466"/>
                </a:cubicBezTo>
                <a:cubicBezTo>
                  <a:pt x="781" y="466"/>
                  <a:pt x="782" y="467"/>
                  <a:pt x="782" y="467"/>
                </a:cubicBezTo>
                <a:cubicBezTo>
                  <a:pt x="782" y="468"/>
                  <a:pt x="782" y="468"/>
                  <a:pt x="782" y="469"/>
                </a:cubicBezTo>
                <a:cubicBezTo>
                  <a:pt x="782" y="469"/>
                  <a:pt x="782" y="469"/>
                  <a:pt x="782" y="469"/>
                </a:cubicBezTo>
                <a:cubicBezTo>
                  <a:pt x="782" y="469"/>
                  <a:pt x="782" y="469"/>
                  <a:pt x="782" y="469"/>
                </a:cubicBezTo>
                <a:cubicBezTo>
                  <a:pt x="782" y="469"/>
                  <a:pt x="782" y="470"/>
                  <a:pt x="782" y="470"/>
                </a:cubicBezTo>
                <a:cubicBezTo>
                  <a:pt x="783" y="470"/>
                  <a:pt x="783" y="470"/>
                  <a:pt x="783" y="470"/>
                </a:cubicBezTo>
                <a:cubicBezTo>
                  <a:pt x="783" y="470"/>
                  <a:pt x="783" y="469"/>
                  <a:pt x="783" y="469"/>
                </a:cubicBezTo>
                <a:cubicBezTo>
                  <a:pt x="783" y="469"/>
                  <a:pt x="784" y="469"/>
                  <a:pt x="784" y="469"/>
                </a:cubicBezTo>
                <a:cubicBezTo>
                  <a:pt x="784" y="469"/>
                  <a:pt x="784" y="469"/>
                  <a:pt x="785" y="469"/>
                </a:cubicBezTo>
                <a:cubicBezTo>
                  <a:pt x="785" y="469"/>
                  <a:pt x="785" y="469"/>
                  <a:pt x="785" y="469"/>
                </a:cubicBezTo>
                <a:cubicBezTo>
                  <a:pt x="785" y="468"/>
                  <a:pt x="785" y="468"/>
                  <a:pt x="786" y="468"/>
                </a:cubicBezTo>
                <a:cubicBezTo>
                  <a:pt x="786" y="468"/>
                  <a:pt x="786" y="468"/>
                  <a:pt x="786" y="468"/>
                </a:cubicBezTo>
                <a:cubicBezTo>
                  <a:pt x="786" y="468"/>
                  <a:pt x="788" y="467"/>
                  <a:pt x="788" y="467"/>
                </a:cubicBezTo>
                <a:cubicBezTo>
                  <a:pt x="788" y="467"/>
                  <a:pt x="788" y="467"/>
                  <a:pt x="789" y="467"/>
                </a:cubicBezTo>
                <a:cubicBezTo>
                  <a:pt x="790" y="467"/>
                  <a:pt x="790" y="467"/>
                  <a:pt x="790" y="467"/>
                </a:cubicBezTo>
                <a:cubicBezTo>
                  <a:pt x="791" y="467"/>
                  <a:pt x="791" y="467"/>
                  <a:pt x="791" y="466"/>
                </a:cubicBezTo>
                <a:cubicBezTo>
                  <a:pt x="792" y="466"/>
                  <a:pt x="791" y="466"/>
                  <a:pt x="791" y="466"/>
                </a:cubicBezTo>
                <a:cubicBezTo>
                  <a:pt x="791" y="467"/>
                  <a:pt x="792" y="467"/>
                  <a:pt x="792" y="467"/>
                </a:cubicBezTo>
                <a:cubicBezTo>
                  <a:pt x="793" y="467"/>
                  <a:pt x="793" y="467"/>
                  <a:pt x="793" y="466"/>
                </a:cubicBezTo>
                <a:cubicBezTo>
                  <a:pt x="793" y="466"/>
                  <a:pt x="793" y="466"/>
                  <a:pt x="793" y="466"/>
                </a:cubicBezTo>
                <a:cubicBezTo>
                  <a:pt x="793" y="466"/>
                  <a:pt x="793" y="465"/>
                  <a:pt x="793" y="465"/>
                </a:cubicBezTo>
                <a:cubicBezTo>
                  <a:pt x="793" y="465"/>
                  <a:pt x="793" y="464"/>
                  <a:pt x="794" y="464"/>
                </a:cubicBezTo>
                <a:cubicBezTo>
                  <a:pt x="794" y="464"/>
                  <a:pt x="794" y="464"/>
                  <a:pt x="794" y="464"/>
                </a:cubicBezTo>
                <a:cubicBezTo>
                  <a:pt x="794" y="464"/>
                  <a:pt x="795" y="463"/>
                  <a:pt x="795" y="463"/>
                </a:cubicBezTo>
                <a:cubicBezTo>
                  <a:pt x="795" y="463"/>
                  <a:pt x="796" y="462"/>
                  <a:pt x="796" y="462"/>
                </a:cubicBezTo>
                <a:cubicBezTo>
                  <a:pt x="796" y="462"/>
                  <a:pt x="796" y="462"/>
                  <a:pt x="796" y="462"/>
                </a:cubicBezTo>
                <a:cubicBezTo>
                  <a:pt x="796" y="462"/>
                  <a:pt x="798" y="462"/>
                  <a:pt x="798" y="462"/>
                </a:cubicBezTo>
                <a:cubicBezTo>
                  <a:pt x="799" y="462"/>
                  <a:pt x="799" y="462"/>
                  <a:pt x="799" y="462"/>
                </a:cubicBezTo>
                <a:cubicBezTo>
                  <a:pt x="799" y="462"/>
                  <a:pt x="799" y="461"/>
                  <a:pt x="799" y="461"/>
                </a:cubicBezTo>
                <a:cubicBezTo>
                  <a:pt x="799" y="460"/>
                  <a:pt x="798" y="460"/>
                  <a:pt x="798" y="460"/>
                </a:cubicBezTo>
                <a:close/>
                <a:moveTo>
                  <a:pt x="848" y="391"/>
                </a:moveTo>
                <a:cubicBezTo>
                  <a:pt x="847" y="391"/>
                  <a:pt x="847" y="391"/>
                  <a:pt x="847" y="390"/>
                </a:cubicBezTo>
                <a:cubicBezTo>
                  <a:pt x="847" y="390"/>
                  <a:pt x="847" y="390"/>
                  <a:pt x="847" y="389"/>
                </a:cubicBezTo>
                <a:cubicBezTo>
                  <a:pt x="846" y="389"/>
                  <a:pt x="845" y="389"/>
                  <a:pt x="845" y="389"/>
                </a:cubicBezTo>
                <a:cubicBezTo>
                  <a:pt x="844" y="389"/>
                  <a:pt x="844" y="389"/>
                  <a:pt x="844" y="389"/>
                </a:cubicBezTo>
                <a:cubicBezTo>
                  <a:pt x="843" y="389"/>
                  <a:pt x="843" y="389"/>
                  <a:pt x="843" y="389"/>
                </a:cubicBezTo>
                <a:cubicBezTo>
                  <a:pt x="842" y="389"/>
                  <a:pt x="840" y="390"/>
                  <a:pt x="839" y="389"/>
                </a:cubicBezTo>
                <a:cubicBezTo>
                  <a:pt x="838" y="389"/>
                  <a:pt x="838" y="389"/>
                  <a:pt x="837" y="389"/>
                </a:cubicBezTo>
                <a:cubicBezTo>
                  <a:pt x="836" y="389"/>
                  <a:pt x="836" y="389"/>
                  <a:pt x="836" y="389"/>
                </a:cubicBezTo>
                <a:cubicBezTo>
                  <a:pt x="836" y="389"/>
                  <a:pt x="835" y="389"/>
                  <a:pt x="835" y="389"/>
                </a:cubicBezTo>
                <a:cubicBezTo>
                  <a:pt x="835" y="389"/>
                  <a:pt x="834" y="389"/>
                  <a:pt x="834" y="390"/>
                </a:cubicBezTo>
                <a:cubicBezTo>
                  <a:pt x="834" y="390"/>
                  <a:pt x="834" y="390"/>
                  <a:pt x="834" y="390"/>
                </a:cubicBezTo>
                <a:cubicBezTo>
                  <a:pt x="833" y="390"/>
                  <a:pt x="833" y="390"/>
                  <a:pt x="832" y="390"/>
                </a:cubicBezTo>
                <a:cubicBezTo>
                  <a:pt x="832" y="389"/>
                  <a:pt x="832" y="389"/>
                  <a:pt x="832" y="389"/>
                </a:cubicBezTo>
                <a:cubicBezTo>
                  <a:pt x="832" y="388"/>
                  <a:pt x="832" y="388"/>
                  <a:pt x="831" y="388"/>
                </a:cubicBezTo>
                <a:cubicBezTo>
                  <a:pt x="831" y="388"/>
                  <a:pt x="830" y="388"/>
                  <a:pt x="829" y="388"/>
                </a:cubicBezTo>
                <a:cubicBezTo>
                  <a:pt x="829" y="389"/>
                  <a:pt x="829" y="389"/>
                  <a:pt x="828" y="389"/>
                </a:cubicBezTo>
                <a:cubicBezTo>
                  <a:pt x="828" y="390"/>
                  <a:pt x="827" y="390"/>
                  <a:pt x="827" y="391"/>
                </a:cubicBezTo>
                <a:cubicBezTo>
                  <a:pt x="827" y="392"/>
                  <a:pt x="827" y="392"/>
                  <a:pt x="827" y="392"/>
                </a:cubicBezTo>
                <a:cubicBezTo>
                  <a:pt x="827" y="392"/>
                  <a:pt x="828" y="392"/>
                  <a:pt x="828" y="392"/>
                </a:cubicBezTo>
                <a:cubicBezTo>
                  <a:pt x="829" y="392"/>
                  <a:pt x="829" y="391"/>
                  <a:pt x="830" y="391"/>
                </a:cubicBezTo>
                <a:cubicBezTo>
                  <a:pt x="830" y="391"/>
                  <a:pt x="831" y="391"/>
                  <a:pt x="831" y="391"/>
                </a:cubicBezTo>
                <a:cubicBezTo>
                  <a:pt x="831" y="392"/>
                  <a:pt x="830" y="392"/>
                  <a:pt x="830" y="392"/>
                </a:cubicBezTo>
                <a:cubicBezTo>
                  <a:pt x="830" y="392"/>
                  <a:pt x="830" y="392"/>
                  <a:pt x="829" y="392"/>
                </a:cubicBezTo>
                <a:cubicBezTo>
                  <a:pt x="829" y="392"/>
                  <a:pt x="829" y="392"/>
                  <a:pt x="828" y="393"/>
                </a:cubicBezTo>
                <a:cubicBezTo>
                  <a:pt x="828" y="393"/>
                  <a:pt x="827" y="393"/>
                  <a:pt x="827" y="394"/>
                </a:cubicBezTo>
                <a:cubicBezTo>
                  <a:pt x="827" y="394"/>
                  <a:pt x="827" y="395"/>
                  <a:pt x="826" y="395"/>
                </a:cubicBezTo>
                <a:cubicBezTo>
                  <a:pt x="826" y="395"/>
                  <a:pt x="825" y="396"/>
                  <a:pt x="825" y="397"/>
                </a:cubicBezTo>
                <a:cubicBezTo>
                  <a:pt x="825" y="397"/>
                  <a:pt x="825" y="397"/>
                  <a:pt x="826" y="398"/>
                </a:cubicBezTo>
                <a:cubicBezTo>
                  <a:pt x="826" y="398"/>
                  <a:pt x="827" y="398"/>
                  <a:pt x="827" y="398"/>
                </a:cubicBezTo>
                <a:cubicBezTo>
                  <a:pt x="827" y="398"/>
                  <a:pt x="828" y="398"/>
                  <a:pt x="828" y="398"/>
                </a:cubicBezTo>
                <a:cubicBezTo>
                  <a:pt x="828" y="398"/>
                  <a:pt x="829" y="397"/>
                  <a:pt x="829" y="397"/>
                </a:cubicBezTo>
                <a:cubicBezTo>
                  <a:pt x="829" y="397"/>
                  <a:pt x="829" y="397"/>
                  <a:pt x="830" y="397"/>
                </a:cubicBezTo>
                <a:cubicBezTo>
                  <a:pt x="830" y="397"/>
                  <a:pt x="830" y="398"/>
                  <a:pt x="831" y="398"/>
                </a:cubicBezTo>
                <a:cubicBezTo>
                  <a:pt x="832" y="397"/>
                  <a:pt x="832" y="397"/>
                  <a:pt x="832" y="397"/>
                </a:cubicBezTo>
                <a:cubicBezTo>
                  <a:pt x="832" y="397"/>
                  <a:pt x="833" y="397"/>
                  <a:pt x="833" y="397"/>
                </a:cubicBezTo>
                <a:cubicBezTo>
                  <a:pt x="833" y="396"/>
                  <a:pt x="833" y="396"/>
                  <a:pt x="834" y="396"/>
                </a:cubicBezTo>
                <a:cubicBezTo>
                  <a:pt x="834" y="396"/>
                  <a:pt x="835" y="396"/>
                  <a:pt x="835" y="396"/>
                </a:cubicBezTo>
                <a:cubicBezTo>
                  <a:pt x="836" y="396"/>
                  <a:pt x="837" y="396"/>
                  <a:pt x="838" y="396"/>
                </a:cubicBezTo>
                <a:cubicBezTo>
                  <a:pt x="838" y="396"/>
                  <a:pt x="839" y="396"/>
                  <a:pt x="839" y="396"/>
                </a:cubicBezTo>
                <a:cubicBezTo>
                  <a:pt x="840" y="396"/>
                  <a:pt x="840" y="396"/>
                  <a:pt x="841" y="396"/>
                </a:cubicBezTo>
                <a:cubicBezTo>
                  <a:pt x="842" y="395"/>
                  <a:pt x="843" y="395"/>
                  <a:pt x="844" y="395"/>
                </a:cubicBezTo>
                <a:cubicBezTo>
                  <a:pt x="845" y="395"/>
                  <a:pt x="846" y="395"/>
                  <a:pt x="847" y="395"/>
                </a:cubicBezTo>
                <a:cubicBezTo>
                  <a:pt x="848" y="394"/>
                  <a:pt x="847" y="394"/>
                  <a:pt x="848" y="393"/>
                </a:cubicBezTo>
                <a:cubicBezTo>
                  <a:pt x="848" y="392"/>
                  <a:pt x="848" y="392"/>
                  <a:pt x="848" y="391"/>
                </a:cubicBezTo>
                <a:close/>
                <a:moveTo>
                  <a:pt x="849" y="418"/>
                </a:moveTo>
                <a:cubicBezTo>
                  <a:pt x="848" y="417"/>
                  <a:pt x="849" y="417"/>
                  <a:pt x="849" y="416"/>
                </a:cubicBezTo>
                <a:cubicBezTo>
                  <a:pt x="849" y="416"/>
                  <a:pt x="849" y="415"/>
                  <a:pt x="849" y="415"/>
                </a:cubicBezTo>
                <a:cubicBezTo>
                  <a:pt x="849" y="415"/>
                  <a:pt x="849" y="415"/>
                  <a:pt x="849" y="414"/>
                </a:cubicBezTo>
                <a:cubicBezTo>
                  <a:pt x="849" y="414"/>
                  <a:pt x="848" y="414"/>
                  <a:pt x="848" y="414"/>
                </a:cubicBezTo>
                <a:cubicBezTo>
                  <a:pt x="848" y="414"/>
                  <a:pt x="848" y="414"/>
                  <a:pt x="848" y="413"/>
                </a:cubicBezTo>
                <a:cubicBezTo>
                  <a:pt x="848" y="413"/>
                  <a:pt x="847" y="413"/>
                  <a:pt x="847" y="413"/>
                </a:cubicBezTo>
                <a:cubicBezTo>
                  <a:pt x="846" y="413"/>
                  <a:pt x="846" y="414"/>
                  <a:pt x="846" y="414"/>
                </a:cubicBezTo>
                <a:cubicBezTo>
                  <a:pt x="846" y="414"/>
                  <a:pt x="846" y="414"/>
                  <a:pt x="845" y="415"/>
                </a:cubicBezTo>
                <a:cubicBezTo>
                  <a:pt x="845" y="415"/>
                  <a:pt x="845" y="415"/>
                  <a:pt x="844" y="415"/>
                </a:cubicBezTo>
                <a:cubicBezTo>
                  <a:pt x="844" y="415"/>
                  <a:pt x="843" y="415"/>
                  <a:pt x="843" y="415"/>
                </a:cubicBezTo>
                <a:cubicBezTo>
                  <a:pt x="843" y="415"/>
                  <a:pt x="842" y="415"/>
                  <a:pt x="842" y="415"/>
                </a:cubicBezTo>
                <a:cubicBezTo>
                  <a:pt x="841" y="415"/>
                  <a:pt x="842" y="414"/>
                  <a:pt x="842" y="413"/>
                </a:cubicBezTo>
                <a:cubicBezTo>
                  <a:pt x="842" y="413"/>
                  <a:pt x="842" y="413"/>
                  <a:pt x="842" y="412"/>
                </a:cubicBezTo>
                <a:cubicBezTo>
                  <a:pt x="842" y="413"/>
                  <a:pt x="842" y="413"/>
                  <a:pt x="842" y="413"/>
                </a:cubicBezTo>
                <a:cubicBezTo>
                  <a:pt x="841" y="413"/>
                  <a:pt x="841" y="413"/>
                  <a:pt x="841" y="413"/>
                </a:cubicBezTo>
                <a:cubicBezTo>
                  <a:pt x="841" y="413"/>
                  <a:pt x="840" y="413"/>
                  <a:pt x="840" y="413"/>
                </a:cubicBezTo>
                <a:cubicBezTo>
                  <a:pt x="840" y="414"/>
                  <a:pt x="840" y="414"/>
                  <a:pt x="839" y="414"/>
                </a:cubicBezTo>
                <a:cubicBezTo>
                  <a:pt x="838" y="414"/>
                  <a:pt x="838" y="414"/>
                  <a:pt x="838" y="414"/>
                </a:cubicBezTo>
                <a:cubicBezTo>
                  <a:pt x="838" y="414"/>
                  <a:pt x="837" y="415"/>
                  <a:pt x="837" y="415"/>
                </a:cubicBezTo>
                <a:cubicBezTo>
                  <a:pt x="837" y="415"/>
                  <a:pt x="836" y="415"/>
                  <a:pt x="836" y="415"/>
                </a:cubicBezTo>
                <a:cubicBezTo>
                  <a:pt x="835" y="415"/>
                  <a:pt x="835" y="415"/>
                  <a:pt x="835" y="415"/>
                </a:cubicBezTo>
                <a:cubicBezTo>
                  <a:pt x="835" y="415"/>
                  <a:pt x="835" y="417"/>
                  <a:pt x="835" y="417"/>
                </a:cubicBezTo>
                <a:cubicBezTo>
                  <a:pt x="835" y="417"/>
                  <a:pt x="834" y="418"/>
                  <a:pt x="833" y="418"/>
                </a:cubicBezTo>
                <a:cubicBezTo>
                  <a:pt x="833" y="418"/>
                  <a:pt x="833" y="418"/>
                  <a:pt x="832" y="418"/>
                </a:cubicBezTo>
                <a:cubicBezTo>
                  <a:pt x="832" y="418"/>
                  <a:pt x="831" y="419"/>
                  <a:pt x="831" y="419"/>
                </a:cubicBezTo>
                <a:cubicBezTo>
                  <a:pt x="831" y="419"/>
                  <a:pt x="830" y="419"/>
                  <a:pt x="830" y="419"/>
                </a:cubicBezTo>
                <a:cubicBezTo>
                  <a:pt x="830" y="419"/>
                  <a:pt x="829" y="419"/>
                  <a:pt x="829" y="419"/>
                </a:cubicBezTo>
                <a:cubicBezTo>
                  <a:pt x="829" y="419"/>
                  <a:pt x="829" y="419"/>
                  <a:pt x="829" y="419"/>
                </a:cubicBezTo>
                <a:cubicBezTo>
                  <a:pt x="829" y="419"/>
                  <a:pt x="829" y="419"/>
                  <a:pt x="829" y="419"/>
                </a:cubicBezTo>
                <a:cubicBezTo>
                  <a:pt x="829" y="420"/>
                  <a:pt x="829" y="421"/>
                  <a:pt x="829" y="422"/>
                </a:cubicBezTo>
                <a:cubicBezTo>
                  <a:pt x="829" y="422"/>
                  <a:pt x="829" y="422"/>
                  <a:pt x="828" y="422"/>
                </a:cubicBezTo>
                <a:cubicBezTo>
                  <a:pt x="828" y="423"/>
                  <a:pt x="828" y="423"/>
                  <a:pt x="828" y="423"/>
                </a:cubicBezTo>
                <a:cubicBezTo>
                  <a:pt x="828" y="423"/>
                  <a:pt x="827" y="423"/>
                  <a:pt x="827" y="423"/>
                </a:cubicBezTo>
                <a:cubicBezTo>
                  <a:pt x="827" y="424"/>
                  <a:pt x="826" y="424"/>
                  <a:pt x="826" y="424"/>
                </a:cubicBezTo>
                <a:cubicBezTo>
                  <a:pt x="826" y="424"/>
                  <a:pt x="826" y="424"/>
                  <a:pt x="826" y="424"/>
                </a:cubicBezTo>
                <a:cubicBezTo>
                  <a:pt x="826" y="425"/>
                  <a:pt x="826" y="425"/>
                  <a:pt x="826" y="425"/>
                </a:cubicBezTo>
                <a:cubicBezTo>
                  <a:pt x="826" y="426"/>
                  <a:pt x="825" y="426"/>
                  <a:pt x="825" y="426"/>
                </a:cubicBezTo>
                <a:cubicBezTo>
                  <a:pt x="825" y="427"/>
                  <a:pt x="826" y="427"/>
                  <a:pt x="826" y="427"/>
                </a:cubicBezTo>
                <a:cubicBezTo>
                  <a:pt x="825" y="428"/>
                  <a:pt x="825" y="428"/>
                  <a:pt x="825" y="428"/>
                </a:cubicBezTo>
                <a:cubicBezTo>
                  <a:pt x="824" y="428"/>
                  <a:pt x="824" y="428"/>
                  <a:pt x="823" y="428"/>
                </a:cubicBezTo>
                <a:cubicBezTo>
                  <a:pt x="823" y="428"/>
                  <a:pt x="823" y="428"/>
                  <a:pt x="823" y="427"/>
                </a:cubicBezTo>
                <a:cubicBezTo>
                  <a:pt x="823" y="427"/>
                  <a:pt x="823" y="427"/>
                  <a:pt x="823" y="426"/>
                </a:cubicBezTo>
                <a:cubicBezTo>
                  <a:pt x="823" y="426"/>
                  <a:pt x="823" y="426"/>
                  <a:pt x="823" y="425"/>
                </a:cubicBezTo>
                <a:cubicBezTo>
                  <a:pt x="822" y="425"/>
                  <a:pt x="822" y="425"/>
                  <a:pt x="822" y="424"/>
                </a:cubicBezTo>
                <a:cubicBezTo>
                  <a:pt x="821" y="424"/>
                  <a:pt x="821" y="424"/>
                  <a:pt x="821" y="425"/>
                </a:cubicBezTo>
                <a:cubicBezTo>
                  <a:pt x="821" y="425"/>
                  <a:pt x="820" y="425"/>
                  <a:pt x="820" y="425"/>
                </a:cubicBezTo>
                <a:cubicBezTo>
                  <a:pt x="820" y="425"/>
                  <a:pt x="820" y="426"/>
                  <a:pt x="819" y="426"/>
                </a:cubicBezTo>
                <a:cubicBezTo>
                  <a:pt x="819" y="426"/>
                  <a:pt x="819" y="426"/>
                  <a:pt x="818" y="426"/>
                </a:cubicBezTo>
                <a:cubicBezTo>
                  <a:pt x="818" y="425"/>
                  <a:pt x="817" y="425"/>
                  <a:pt x="817" y="424"/>
                </a:cubicBezTo>
                <a:cubicBezTo>
                  <a:pt x="817" y="424"/>
                  <a:pt x="816" y="424"/>
                  <a:pt x="816" y="423"/>
                </a:cubicBezTo>
                <a:cubicBezTo>
                  <a:pt x="816" y="423"/>
                  <a:pt x="816" y="423"/>
                  <a:pt x="816" y="423"/>
                </a:cubicBezTo>
                <a:cubicBezTo>
                  <a:pt x="816" y="423"/>
                  <a:pt x="815" y="424"/>
                  <a:pt x="815" y="424"/>
                </a:cubicBezTo>
                <a:cubicBezTo>
                  <a:pt x="815" y="424"/>
                  <a:pt x="814" y="424"/>
                  <a:pt x="814" y="425"/>
                </a:cubicBezTo>
                <a:cubicBezTo>
                  <a:pt x="814" y="425"/>
                  <a:pt x="812" y="426"/>
                  <a:pt x="812" y="427"/>
                </a:cubicBezTo>
                <a:cubicBezTo>
                  <a:pt x="812" y="427"/>
                  <a:pt x="812" y="427"/>
                  <a:pt x="812" y="427"/>
                </a:cubicBezTo>
                <a:cubicBezTo>
                  <a:pt x="811" y="428"/>
                  <a:pt x="811" y="427"/>
                  <a:pt x="811" y="427"/>
                </a:cubicBezTo>
                <a:cubicBezTo>
                  <a:pt x="810" y="427"/>
                  <a:pt x="810" y="428"/>
                  <a:pt x="810" y="428"/>
                </a:cubicBezTo>
                <a:cubicBezTo>
                  <a:pt x="810" y="428"/>
                  <a:pt x="809" y="428"/>
                  <a:pt x="809" y="428"/>
                </a:cubicBezTo>
                <a:cubicBezTo>
                  <a:pt x="809" y="428"/>
                  <a:pt x="809" y="429"/>
                  <a:pt x="809" y="429"/>
                </a:cubicBezTo>
                <a:cubicBezTo>
                  <a:pt x="809" y="429"/>
                  <a:pt x="809" y="429"/>
                  <a:pt x="809" y="429"/>
                </a:cubicBezTo>
                <a:cubicBezTo>
                  <a:pt x="808" y="430"/>
                  <a:pt x="808" y="430"/>
                  <a:pt x="808" y="430"/>
                </a:cubicBezTo>
                <a:cubicBezTo>
                  <a:pt x="807" y="430"/>
                  <a:pt x="807" y="431"/>
                  <a:pt x="807" y="431"/>
                </a:cubicBezTo>
                <a:cubicBezTo>
                  <a:pt x="806" y="432"/>
                  <a:pt x="806" y="432"/>
                  <a:pt x="806" y="432"/>
                </a:cubicBezTo>
                <a:cubicBezTo>
                  <a:pt x="806" y="432"/>
                  <a:pt x="806" y="432"/>
                  <a:pt x="806" y="433"/>
                </a:cubicBezTo>
                <a:cubicBezTo>
                  <a:pt x="806" y="433"/>
                  <a:pt x="806" y="434"/>
                  <a:pt x="806" y="434"/>
                </a:cubicBezTo>
                <a:cubicBezTo>
                  <a:pt x="806" y="435"/>
                  <a:pt x="806" y="435"/>
                  <a:pt x="806" y="435"/>
                </a:cubicBezTo>
                <a:cubicBezTo>
                  <a:pt x="806" y="436"/>
                  <a:pt x="806" y="436"/>
                  <a:pt x="806" y="436"/>
                </a:cubicBezTo>
                <a:cubicBezTo>
                  <a:pt x="806" y="436"/>
                  <a:pt x="806" y="437"/>
                  <a:pt x="806" y="437"/>
                </a:cubicBezTo>
                <a:cubicBezTo>
                  <a:pt x="806" y="437"/>
                  <a:pt x="806" y="438"/>
                  <a:pt x="806" y="438"/>
                </a:cubicBezTo>
                <a:cubicBezTo>
                  <a:pt x="806" y="438"/>
                  <a:pt x="805" y="439"/>
                  <a:pt x="805" y="439"/>
                </a:cubicBezTo>
                <a:cubicBezTo>
                  <a:pt x="805" y="439"/>
                  <a:pt x="804" y="440"/>
                  <a:pt x="804" y="440"/>
                </a:cubicBezTo>
                <a:cubicBezTo>
                  <a:pt x="804" y="440"/>
                  <a:pt x="804" y="440"/>
                  <a:pt x="804" y="441"/>
                </a:cubicBezTo>
                <a:cubicBezTo>
                  <a:pt x="804" y="441"/>
                  <a:pt x="803" y="444"/>
                  <a:pt x="804" y="444"/>
                </a:cubicBezTo>
                <a:cubicBezTo>
                  <a:pt x="804" y="444"/>
                  <a:pt x="804" y="443"/>
                  <a:pt x="805" y="443"/>
                </a:cubicBezTo>
                <a:cubicBezTo>
                  <a:pt x="806" y="443"/>
                  <a:pt x="806" y="443"/>
                  <a:pt x="806" y="443"/>
                </a:cubicBezTo>
                <a:cubicBezTo>
                  <a:pt x="807" y="443"/>
                  <a:pt x="808" y="443"/>
                  <a:pt x="808" y="444"/>
                </a:cubicBezTo>
                <a:cubicBezTo>
                  <a:pt x="808" y="444"/>
                  <a:pt x="809" y="445"/>
                  <a:pt x="808" y="445"/>
                </a:cubicBezTo>
                <a:cubicBezTo>
                  <a:pt x="808" y="445"/>
                  <a:pt x="807" y="445"/>
                  <a:pt x="807" y="446"/>
                </a:cubicBezTo>
                <a:cubicBezTo>
                  <a:pt x="806" y="446"/>
                  <a:pt x="806" y="446"/>
                  <a:pt x="805" y="446"/>
                </a:cubicBezTo>
                <a:cubicBezTo>
                  <a:pt x="805" y="447"/>
                  <a:pt x="803" y="447"/>
                  <a:pt x="803" y="447"/>
                </a:cubicBezTo>
                <a:cubicBezTo>
                  <a:pt x="802" y="447"/>
                  <a:pt x="802" y="448"/>
                  <a:pt x="802" y="448"/>
                </a:cubicBezTo>
                <a:cubicBezTo>
                  <a:pt x="802" y="448"/>
                  <a:pt x="802" y="449"/>
                  <a:pt x="801" y="449"/>
                </a:cubicBezTo>
                <a:cubicBezTo>
                  <a:pt x="800" y="449"/>
                  <a:pt x="801" y="450"/>
                  <a:pt x="801" y="450"/>
                </a:cubicBezTo>
                <a:cubicBezTo>
                  <a:pt x="801" y="451"/>
                  <a:pt x="801" y="451"/>
                  <a:pt x="800" y="452"/>
                </a:cubicBezTo>
                <a:cubicBezTo>
                  <a:pt x="800" y="453"/>
                  <a:pt x="800" y="453"/>
                  <a:pt x="800" y="453"/>
                </a:cubicBezTo>
                <a:cubicBezTo>
                  <a:pt x="800" y="453"/>
                  <a:pt x="802" y="452"/>
                  <a:pt x="802" y="452"/>
                </a:cubicBezTo>
                <a:cubicBezTo>
                  <a:pt x="803" y="452"/>
                  <a:pt x="803" y="452"/>
                  <a:pt x="803" y="453"/>
                </a:cubicBezTo>
                <a:cubicBezTo>
                  <a:pt x="804" y="453"/>
                  <a:pt x="804" y="453"/>
                  <a:pt x="804" y="453"/>
                </a:cubicBezTo>
                <a:cubicBezTo>
                  <a:pt x="805" y="453"/>
                  <a:pt x="805" y="453"/>
                  <a:pt x="806" y="453"/>
                </a:cubicBezTo>
                <a:cubicBezTo>
                  <a:pt x="806" y="453"/>
                  <a:pt x="806" y="453"/>
                  <a:pt x="806" y="453"/>
                </a:cubicBezTo>
                <a:cubicBezTo>
                  <a:pt x="806" y="453"/>
                  <a:pt x="807" y="453"/>
                  <a:pt x="807" y="453"/>
                </a:cubicBezTo>
                <a:cubicBezTo>
                  <a:pt x="808" y="453"/>
                  <a:pt x="810" y="453"/>
                  <a:pt x="811" y="452"/>
                </a:cubicBezTo>
                <a:cubicBezTo>
                  <a:pt x="812" y="452"/>
                  <a:pt x="813" y="451"/>
                  <a:pt x="814" y="451"/>
                </a:cubicBezTo>
                <a:cubicBezTo>
                  <a:pt x="814" y="451"/>
                  <a:pt x="815" y="451"/>
                  <a:pt x="816" y="451"/>
                </a:cubicBezTo>
                <a:cubicBezTo>
                  <a:pt x="817" y="450"/>
                  <a:pt x="816" y="450"/>
                  <a:pt x="816" y="450"/>
                </a:cubicBezTo>
                <a:cubicBezTo>
                  <a:pt x="817" y="449"/>
                  <a:pt x="817" y="449"/>
                  <a:pt x="817" y="448"/>
                </a:cubicBezTo>
                <a:cubicBezTo>
                  <a:pt x="818" y="448"/>
                  <a:pt x="818" y="448"/>
                  <a:pt x="819" y="448"/>
                </a:cubicBezTo>
                <a:cubicBezTo>
                  <a:pt x="819" y="447"/>
                  <a:pt x="822" y="447"/>
                  <a:pt x="823" y="447"/>
                </a:cubicBezTo>
                <a:cubicBezTo>
                  <a:pt x="824" y="447"/>
                  <a:pt x="826" y="447"/>
                  <a:pt x="826" y="447"/>
                </a:cubicBezTo>
                <a:cubicBezTo>
                  <a:pt x="827" y="447"/>
                  <a:pt x="828" y="447"/>
                  <a:pt x="829" y="446"/>
                </a:cubicBezTo>
                <a:cubicBezTo>
                  <a:pt x="830" y="445"/>
                  <a:pt x="830" y="444"/>
                  <a:pt x="830" y="443"/>
                </a:cubicBezTo>
                <a:cubicBezTo>
                  <a:pt x="831" y="443"/>
                  <a:pt x="831" y="443"/>
                  <a:pt x="832" y="442"/>
                </a:cubicBezTo>
                <a:cubicBezTo>
                  <a:pt x="832" y="442"/>
                  <a:pt x="832" y="442"/>
                  <a:pt x="833" y="441"/>
                </a:cubicBezTo>
                <a:cubicBezTo>
                  <a:pt x="834" y="441"/>
                  <a:pt x="834" y="441"/>
                  <a:pt x="834" y="441"/>
                </a:cubicBezTo>
                <a:cubicBezTo>
                  <a:pt x="834" y="441"/>
                  <a:pt x="836" y="440"/>
                  <a:pt x="836" y="439"/>
                </a:cubicBezTo>
                <a:cubicBezTo>
                  <a:pt x="837" y="439"/>
                  <a:pt x="837" y="438"/>
                  <a:pt x="838" y="438"/>
                </a:cubicBezTo>
                <a:cubicBezTo>
                  <a:pt x="838" y="437"/>
                  <a:pt x="839" y="436"/>
                  <a:pt x="839" y="436"/>
                </a:cubicBezTo>
                <a:cubicBezTo>
                  <a:pt x="839" y="435"/>
                  <a:pt x="840" y="434"/>
                  <a:pt x="841" y="434"/>
                </a:cubicBezTo>
                <a:cubicBezTo>
                  <a:pt x="842" y="434"/>
                  <a:pt x="843" y="433"/>
                  <a:pt x="843" y="433"/>
                </a:cubicBezTo>
                <a:cubicBezTo>
                  <a:pt x="843" y="433"/>
                  <a:pt x="843" y="432"/>
                  <a:pt x="843" y="431"/>
                </a:cubicBezTo>
                <a:cubicBezTo>
                  <a:pt x="843" y="431"/>
                  <a:pt x="843" y="430"/>
                  <a:pt x="843" y="430"/>
                </a:cubicBezTo>
                <a:cubicBezTo>
                  <a:pt x="843" y="429"/>
                  <a:pt x="844" y="429"/>
                  <a:pt x="844" y="428"/>
                </a:cubicBezTo>
                <a:cubicBezTo>
                  <a:pt x="844" y="428"/>
                  <a:pt x="846" y="428"/>
                  <a:pt x="846" y="427"/>
                </a:cubicBezTo>
                <a:cubicBezTo>
                  <a:pt x="846" y="427"/>
                  <a:pt x="846" y="427"/>
                  <a:pt x="846" y="427"/>
                </a:cubicBezTo>
                <a:cubicBezTo>
                  <a:pt x="846" y="426"/>
                  <a:pt x="846" y="426"/>
                  <a:pt x="846" y="426"/>
                </a:cubicBezTo>
                <a:cubicBezTo>
                  <a:pt x="846" y="425"/>
                  <a:pt x="846" y="425"/>
                  <a:pt x="846" y="424"/>
                </a:cubicBezTo>
                <a:cubicBezTo>
                  <a:pt x="846" y="424"/>
                  <a:pt x="845" y="424"/>
                  <a:pt x="845" y="424"/>
                </a:cubicBezTo>
                <a:cubicBezTo>
                  <a:pt x="845" y="424"/>
                  <a:pt x="845" y="424"/>
                  <a:pt x="845" y="424"/>
                </a:cubicBezTo>
                <a:cubicBezTo>
                  <a:pt x="845" y="423"/>
                  <a:pt x="845" y="423"/>
                  <a:pt x="845" y="423"/>
                </a:cubicBezTo>
                <a:cubicBezTo>
                  <a:pt x="845" y="422"/>
                  <a:pt x="844" y="423"/>
                  <a:pt x="844" y="422"/>
                </a:cubicBezTo>
                <a:cubicBezTo>
                  <a:pt x="844" y="422"/>
                  <a:pt x="844" y="422"/>
                  <a:pt x="844" y="421"/>
                </a:cubicBezTo>
                <a:cubicBezTo>
                  <a:pt x="843" y="421"/>
                  <a:pt x="843" y="421"/>
                  <a:pt x="843" y="420"/>
                </a:cubicBezTo>
                <a:cubicBezTo>
                  <a:pt x="843" y="420"/>
                  <a:pt x="843" y="419"/>
                  <a:pt x="843" y="419"/>
                </a:cubicBezTo>
                <a:cubicBezTo>
                  <a:pt x="843" y="419"/>
                  <a:pt x="844" y="419"/>
                  <a:pt x="844" y="419"/>
                </a:cubicBezTo>
                <a:cubicBezTo>
                  <a:pt x="844" y="419"/>
                  <a:pt x="845" y="419"/>
                  <a:pt x="845" y="419"/>
                </a:cubicBezTo>
                <a:cubicBezTo>
                  <a:pt x="845" y="419"/>
                  <a:pt x="846" y="419"/>
                  <a:pt x="846" y="419"/>
                </a:cubicBezTo>
                <a:cubicBezTo>
                  <a:pt x="846" y="419"/>
                  <a:pt x="846" y="419"/>
                  <a:pt x="846" y="419"/>
                </a:cubicBezTo>
                <a:cubicBezTo>
                  <a:pt x="847" y="419"/>
                  <a:pt x="847" y="419"/>
                  <a:pt x="847" y="419"/>
                </a:cubicBezTo>
                <a:cubicBezTo>
                  <a:pt x="847" y="419"/>
                  <a:pt x="847" y="419"/>
                  <a:pt x="848" y="419"/>
                </a:cubicBezTo>
                <a:cubicBezTo>
                  <a:pt x="848" y="419"/>
                  <a:pt x="849" y="419"/>
                  <a:pt x="849" y="418"/>
                </a:cubicBezTo>
                <a:cubicBezTo>
                  <a:pt x="849" y="418"/>
                  <a:pt x="849" y="418"/>
                  <a:pt x="849" y="418"/>
                </a:cubicBezTo>
                <a:close/>
                <a:moveTo>
                  <a:pt x="825" y="391"/>
                </a:moveTo>
                <a:cubicBezTo>
                  <a:pt x="825" y="391"/>
                  <a:pt x="824" y="391"/>
                  <a:pt x="824" y="390"/>
                </a:cubicBezTo>
                <a:cubicBezTo>
                  <a:pt x="824" y="390"/>
                  <a:pt x="824" y="390"/>
                  <a:pt x="824" y="390"/>
                </a:cubicBezTo>
                <a:cubicBezTo>
                  <a:pt x="824" y="390"/>
                  <a:pt x="823" y="390"/>
                  <a:pt x="823" y="390"/>
                </a:cubicBezTo>
                <a:cubicBezTo>
                  <a:pt x="823" y="390"/>
                  <a:pt x="823" y="390"/>
                  <a:pt x="822" y="390"/>
                </a:cubicBezTo>
                <a:cubicBezTo>
                  <a:pt x="822" y="390"/>
                  <a:pt x="822" y="391"/>
                  <a:pt x="822" y="391"/>
                </a:cubicBezTo>
                <a:cubicBezTo>
                  <a:pt x="822" y="391"/>
                  <a:pt x="822" y="391"/>
                  <a:pt x="822" y="391"/>
                </a:cubicBezTo>
                <a:cubicBezTo>
                  <a:pt x="822" y="392"/>
                  <a:pt x="822" y="392"/>
                  <a:pt x="822" y="392"/>
                </a:cubicBezTo>
                <a:cubicBezTo>
                  <a:pt x="821" y="392"/>
                  <a:pt x="821" y="392"/>
                  <a:pt x="821" y="392"/>
                </a:cubicBezTo>
                <a:cubicBezTo>
                  <a:pt x="821" y="392"/>
                  <a:pt x="821" y="392"/>
                  <a:pt x="821" y="393"/>
                </a:cubicBezTo>
                <a:cubicBezTo>
                  <a:pt x="821" y="393"/>
                  <a:pt x="821" y="393"/>
                  <a:pt x="821" y="393"/>
                </a:cubicBezTo>
                <a:cubicBezTo>
                  <a:pt x="821" y="393"/>
                  <a:pt x="820" y="393"/>
                  <a:pt x="820" y="393"/>
                </a:cubicBezTo>
                <a:cubicBezTo>
                  <a:pt x="820" y="393"/>
                  <a:pt x="820" y="393"/>
                  <a:pt x="820" y="394"/>
                </a:cubicBezTo>
                <a:cubicBezTo>
                  <a:pt x="820" y="394"/>
                  <a:pt x="820" y="394"/>
                  <a:pt x="819" y="394"/>
                </a:cubicBezTo>
                <a:cubicBezTo>
                  <a:pt x="819" y="394"/>
                  <a:pt x="819" y="395"/>
                  <a:pt x="819" y="395"/>
                </a:cubicBezTo>
                <a:cubicBezTo>
                  <a:pt x="818" y="395"/>
                  <a:pt x="819" y="395"/>
                  <a:pt x="818" y="396"/>
                </a:cubicBezTo>
                <a:cubicBezTo>
                  <a:pt x="818" y="396"/>
                  <a:pt x="818" y="396"/>
                  <a:pt x="818" y="396"/>
                </a:cubicBezTo>
                <a:cubicBezTo>
                  <a:pt x="818" y="396"/>
                  <a:pt x="818" y="396"/>
                  <a:pt x="818" y="395"/>
                </a:cubicBezTo>
                <a:cubicBezTo>
                  <a:pt x="818" y="395"/>
                  <a:pt x="818" y="395"/>
                  <a:pt x="817" y="395"/>
                </a:cubicBezTo>
                <a:cubicBezTo>
                  <a:pt x="817" y="394"/>
                  <a:pt x="818" y="394"/>
                  <a:pt x="817" y="394"/>
                </a:cubicBezTo>
                <a:cubicBezTo>
                  <a:pt x="817" y="393"/>
                  <a:pt x="816" y="394"/>
                  <a:pt x="816" y="394"/>
                </a:cubicBezTo>
                <a:cubicBezTo>
                  <a:pt x="816" y="394"/>
                  <a:pt x="815" y="394"/>
                  <a:pt x="815" y="395"/>
                </a:cubicBezTo>
                <a:cubicBezTo>
                  <a:pt x="814" y="395"/>
                  <a:pt x="814" y="395"/>
                  <a:pt x="814" y="396"/>
                </a:cubicBezTo>
                <a:cubicBezTo>
                  <a:pt x="814" y="396"/>
                  <a:pt x="814" y="396"/>
                  <a:pt x="814" y="396"/>
                </a:cubicBezTo>
                <a:cubicBezTo>
                  <a:pt x="814" y="397"/>
                  <a:pt x="814" y="397"/>
                  <a:pt x="813" y="397"/>
                </a:cubicBezTo>
                <a:cubicBezTo>
                  <a:pt x="813" y="397"/>
                  <a:pt x="813" y="397"/>
                  <a:pt x="813" y="398"/>
                </a:cubicBezTo>
                <a:cubicBezTo>
                  <a:pt x="814" y="398"/>
                  <a:pt x="814" y="398"/>
                  <a:pt x="814" y="398"/>
                </a:cubicBezTo>
                <a:cubicBezTo>
                  <a:pt x="814" y="397"/>
                  <a:pt x="815" y="397"/>
                  <a:pt x="815" y="397"/>
                </a:cubicBezTo>
                <a:cubicBezTo>
                  <a:pt x="815" y="397"/>
                  <a:pt x="816" y="397"/>
                  <a:pt x="816" y="397"/>
                </a:cubicBezTo>
                <a:cubicBezTo>
                  <a:pt x="816" y="397"/>
                  <a:pt x="816" y="398"/>
                  <a:pt x="816" y="398"/>
                </a:cubicBezTo>
                <a:cubicBezTo>
                  <a:pt x="817" y="398"/>
                  <a:pt x="817" y="398"/>
                  <a:pt x="817" y="398"/>
                </a:cubicBezTo>
                <a:cubicBezTo>
                  <a:pt x="817" y="399"/>
                  <a:pt x="817" y="399"/>
                  <a:pt x="817" y="399"/>
                </a:cubicBezTo>
                <a:cubicBezTo>
                  <a:pt x="817" y="399"/>
                  <a:pt x="817" y="399"/>
                  <a:pt x="817" y="400"/>
                </a:cubicBezTo>
                <a:cubicBezTo>
                  <a:pt x="817" y="400"/>
                  <a:pt x="817" y="400"/>
                  <a:pt x="817" y="401"/>
                </a:cubicBezTo>
                <a:cubicBezTo>
                  <a:pt x="817" y="401"/>
                  <a:pt x="818" y="401"/>
                  <a:pt x="818" y="401"/>
                </a:cubicBezTo>
                <a:cubicBezTo>
                  <a:pt x="818" y="401"/>
                  <a:pt x="819" y="401"/>
                  <a:pt x="819" y="401"/>
                </a:cubicBezTo>
                <a:cubicBezTo>
                  <a:pt x="819" y="401"/>
                  <a:pt x="820" y="400"/>
                  <a:pt x="820" y="400"/>
                </a:cubicBezTo>
                <a:cubicBezTo>
                  <a:pt x="820" y="399"/>
                  <a:pt x="821" y="399"/>
                  <a:pt x="821" y="399"/>
                </a:cubicBezTo>
                <a:cubicBezTo>
                  <a:pt x="821" y="398"/>
                  <a:pt x="821" y="398"/>
                  <a:pt x="821" y="397"/>
                </a:cubicBezTo>
                <a:cubicBezTo>
                  <a:pt x="821" y="397"/>
                  <a:pt x="822" y="397"/>
                  <a:pt x="822" y="396"/>
                </a:cubicBezTo>
                <a:cubicBezTo>
                  <a:pt x="822" y="396"/>
                  <a:pt x="823" y="395"/>
                  <a:pt x="823" y="395"/>
                </a:cubicBezTo>
                <a:cubicBezTo>
                  <a:pt x="824" y="394"/>
                  <a:pt x="824" y="394"/>
                  <a:pt x="824" y="394"/>
                </a:cubicBezTo>
                <a:cubicBezTo>
                  <a:pt x="824" y="394"/>
                  <a:pt x="824" y="393"/>
                  <a:pt x="824" y="393"/>
                </a:cubicBezTo>
                <a:cubicBezTo>
                  <a:pt x="824" y="393"/>
                  <a:pt x="824" y="393"/>
                  <a:pt x="824" y="393"/>
                </a:cubicBezTo>
                <a:cubicBezTo>
                  <a:pt x="824" y="392"/>
                  <a:pt x="824" y="392"/>
                  <a:pt x="824" y="391"/>
                </a:cubicBezTo>
                <a:cubicBezTo>
                  <a:pt x="825" y="391"/>
                  <a:pt x="825" y="391"/>
                  <a:pt x="825" y="391"/>
                </a:cubicBezTo>
                <a:close/>
                <a:moveTo>
                  <a:pt x="693" y="405"/>
                </a:moveTo>
                <a:cubicBezTo>
                  <a:pt x="694" y="405"/>
                  <a:pt x="694" y="405"/>
                  <a:pt x="694" y="405"/>
                </a:cubicBezTo>
                <a:cubicBezTo>
                  <a:pt x="694" y="405"/>
                  <a:pt x="695" y="404"/>
                  <a:pt x="695" y="404"/>
                </a:cubicBezTo>
                <a:cubicBezTo>
                  <a:pt x="695" y="404"/>
                  <a:pt x="695" y="404"/>
                  <a:pt x="695" y="404"/>
                </a:cubicBezTo>
                <a:cubicBezTo>
                  <a:pt x="696" y="403"/>
                  <a:pt x="696" y="403"/>
                  <a:pt x="696" y="403"/>
                </a:cubicBezTo>
                <a:cubicBezTo>
                  <a:pt x="696" y="403"/>
                  <a:pt x="695" y="403"/>
                  <a:pt x="695" y="403"/>
                </a:cubicBezTo>
                <a:cubicBezTo>
                  <a:pt x="695" y="403"/>
                  <a:pt x="694" y="403"/>
                  <a:pt x="694" y="403"/>
                </a:cubicBezTo>
                <a:cubicBezTo>
                  <a:pt x="694" y="403"/>
                  <a:pt x="693" y="403"/>
                  <a:pt x="693" y="403"/>
                </a:cubicBezTo>
                <a:cubicBezTo>
                  <a:pt x="693" y="403"/>
                  <a:pt x="693" y="404"/>
                  <a:pt x="693" y="404"/>
                </a:cubicBezTo>
                <a:cubicBezTo>
                  <a:pt x="693" y="404"/>
                  <a:pt x="692" y="404"/>
                  <a:pt x="692" y="404"/>
                </a:cubicBezTo>
                <a:cubicBezTo>
                  <a:pt x="692" y="404"/>
                  <a:pt x="692" y="404"/>
                  <a:pt x="692" y="404"/>
                </a:cubicBezTo>
                <a:cubicBezTo>
                  <a:pt x="692" y="404"/>
                  <a:pt x="692" y="403"/>
                  <a:pt x="692" y="403"/>
                </a:cubicBezTo>
                <a:cubicBezTo>
                  <a:pt x="692" y="403"/>
                  <a:pt x="691" y="403"/>
                  <a:pt x="691" y="403"/>
                </a:cubicBezTo>
                <a:cubicBezTo>
                  <a:pt x="691" y="403"/>
                  <a:pt x="691" y="403"/>
                  <a:pt x="691" y="403"/>
                </a:cubicBezTo>
                <a:cubicBezTo>
                  <a:pt x="691" y="403"/>
                  <a:pt x="691" y="403"/>
                  <a:pt x="691" y="404"/>
                </a:cubicBezTo>
                <a:cubicBezTo>
                  <a:pt x="691" y="404"/>
                  <a:pt x="691" y="404"/>
                  <a:pt x="691" y="405"/>
                </a:cubicBezTo>
                <a:cubicBezTo>
                  <a:pt x="691" y="405"/>
                  <a:pt x="691" y="405"/>
                  <a:pt x="691" y="405"/>
                </a:cubicBezTo>
                <a:cubicBezTo>
                  <a:pt x="691" y="405"/>
                  <a:pt x="691" y="405"/>
                  <a:pt x="691" y="405"/>
                </a:cubicBezTo>
                <a:cubicBezTo>
                  <a:pt x="691" y="406"/>
                  <a:pt x="691" y="406"/>
                  <a:pt x="691" y="406"/>
                </a:cubicBezTo>
                <a:cubicBezTo>
                  <a:pt x="691" y="407"/>
                  <a:pt x="690" y="407"/>
                  <a:pt x="690" y="407"/>
                </a:cubicBezTo>
                <a:cubicBezTo>
                  <a:pt x="690" y="407"/>
                  <a:pt x="691" y="407"/>
                  <a:pt x="691" y="407"/>
                </a:cubicBezTo>
                <a:cubicBezTo>
                  <a:pt x="692" y="407"/>
                  <a:pt x="692" y="408"/>
                  <a:pt x="692" y="408"/>
                </a:cubicBezTo>
                <a:cubicBezTo>
                  <a:pt x="692" y="408"/>
                  <a:pt x="693" y="408"/>
                  <a:pt x="693" y="408"/>
                </a:cubicBezTo>
                <a:cubicBezTo>
                  <a:pt x="693" y="408"/>
                  <a:pt x="693" y="407"/>
                  <a:pt x="693" y="407"/>
                </a:cubicBezTo>
                <a:cubicBezTo>
                  <a:pt x="693" y="407"/>
                  <a:pt x="693" y="406"/>
                  <a:pt x="693" y="406"/>
                </a:cubicBezTo>
                <a:cubicBezTo>
                  <a:pt x="693" y="406"/>
                  <a:pt x="693" y="406"/>
                  <a:pt x="693" y="405"/>
                </a:cubicBezTo>
                <a:cubicBezTo>
                  <a:pt x="692" y="405"/>
                  <a:pt x="693" y="405"/>
                  <a:pt x="693" y="405"/>
                </a:cubicBezTo>
                <a:close/>
                <a:moveTo>
                  <a:pt x="793" y="396"/>
                </a:moveTo>
                <a:cubicBezTo>
                  <a:pt x="794" y="396"/>
                  <a:pt x="795" y="396"/>
                  <a:pt x="795" y="396"/>
                </a:cubicBezTo>
                <a:cubicBezTo>
                  <a:pt x="795" y="395"/>
                  <a:pt x="795" y="394"/>
                  <a:pt x="795" y="394"/>
                </a:cubicBezTo>
                <a:cubicBezTo>
                  <a:pt x="796" y="393"/>
                  <a:pt x="797" y="393"/>
                  <a:pt x="796" y="392"/>
                </a:cubicBezTo>
                <a:cubicBezTo>
                  <a:pt x="795" y="392"/>
                  <a:pt x="795" y="392"/>
                  <a:pt x="795" y="392"/>
                </a:cubicBezTo>
                <a:cubicBezTo>
                  <a:pt x="794" y="392"/>
                  <a:pt x="794" y="391"/>
                  <a:pt x="794" y="391"/>
                </a:cubicBezTo>
                <a:cubicBezTo>
                  <a:pt x="793" y="391"/>
                  <a:pt x="793" y="392"/>
                  <a:pt x="793" y="392"/>
                </a:cubicBezTo>
                <a:cubicBezTo>
                  <a:pt x="793" y="391"/>
                  <a:pt x="793" y="391"/>
                  <a:pt x="792" y="391"/>
                </a:cubicBezTo>
                <a:cubicBezTo>
                  <a:pt x="792" y="391"/>
                  <a:pt x="792" y="391"/>
                  <a:pt x="792" y="391"/>
                </a:cubicBezTo>
                <a:cubicBezTo>
                  <a:pt x="792" y="392"/>
                  <a:pt x="791" y="392"/>
                  <a:pt x="791" y="392"/>
                </a:cubicBezTo>
                <a:cubicBezTo>
                  <a:pt x="790" y="392"/>
                  <a:pt x="790" y="392"/>
                  <a:pt x="790" y="393"/>
                </a:cubicBezTo>
                <a:cubicBezTo>
                  <a:pt x="789" y="393"/>
                  <a:pt x="788" y="393"/>
                  <a:pt x="788" y="394"/>
                </a:cubicBezTo>
                <a:cubicBezTo>
                  <a:pt x="787" y="395"/>
                  <a:pt x="787" y="395"/>
                  <a:pt x="787" y="396"/>
                </a:cubicBezTo>
                <a:cubicBezTo>
                  <a:pt x="787" y="397"/>
                  <a:pt x="788" y="396"/>
                  <a:pt x="788" y="397"/>
                </a:cubicBezTo>
                <a:cubicBezTo>
                  <a:pt x="789" y="397"/>
                  <a:pt x="789" y="397"/>
                  <a:pt x="789" y="397"/>
                </a:cubicBezTo>
                <a:cubicBezTo>
                  <a:pt x="789" y="397"/>
                  <a:pt x="790" y="396"/>
                  <a:pt x="790" y="396"/>
                </a:cubicBezTo>
                <a:cubicBezTo>
                  <a:pt x="790" y="396"/>
                  <a:pt x="791" y="396"/>
                  <a:pt x="792" y="396"/>
                </a:cubicBezTo>
                <a:cubicBezTo>
                  <a:pt x="792" y="396"/>
                  <a:pt x="793" y="396"/>
                  <a:pt x="793" y="396"/>
                </a:cubicBezTo>
                <a:close/>
                <a:moveTo>
                  <a:pt x="790" y="397"/>
                </a:moveTo>
                <a:cubicBezTo>
                  <a:pt x="790" y="397"/>
                  <a:pt x="790" y="397"/>
                  <a:pt x="790" y="397"/>
                </a:cubicBezTo>
                <a:cubicBezTo>
                  <a:pt x="789" y="397"/>
                  <a:pt x="789" y="397"/>
                  <a:pt x="789" y="397"/>
                </a:cubicBezTo>
                <a:cubicBezTo>
                  <a:pt x="788" y="397"/>
                  <a:pt x="788" y="397"/>
                  <a:pt x="788" y="397"/>
                </a:cubicBezTo>
                <a:cubicBezTo>
                  <a:pt x="787" y="398"/>
                  <a:pt x="787" y="398"/>
                  <a:pt x="787" y="398"/>
                </a:cubicBezTo>
                <a:cubicBezTo>
                  <a:pt x="787" y="398"/>
                  <a:pt x="787" y="398"/>
                  <a:pt x="786" y="397"/>
                </a:cubicBezTo>
                <a:cubicBezTo>
                  <a:pt x="786" y="397"/>
                  <a:pt x="786" y="398"/>
                  <a:pt x="785" y="398"/>
                </a:cubicBezTo>
                <a:cubicBezTo>
                  <a:pt x="785" y="399"/>
                  <a:pt x="785" y="399"/>
                  <a:pt x="785" y="399"/>
                </a:cubicBezTo>
                <a:cubicBezTo>
                  <a:pt x="785" y="399"/>
                  <a:pt x="785" y="399"/>
                  <a:pt x="784" y="399"/>
                </a:cubicBezTo>
                <a:cubicBezTo>
                  <a:pt x="784" y="400"/>
                  <a:pt x="784" y="400"/>
                  <a:pt x="783" y="401"/>
                </a:cubicBezTo>
                <a:cubicBezTo>
                  <a:pt x="783" y="401"/>
                  <a:pt x="783" y="402"/>
                  <a:pt x="783" y="402"/>
                </a:cubicBezTo>
                <a:cubicBezTo>
                  <a:pt x="784" y="402"/>
                  <a:pt x="784" y="402"/>
                  <a:pt x="784" y="402"/>
                </a:cubicBezTo>
                <a:cubicBezTo>
                  <a:pt x="784" y="403"/>
                  <a:pt x="784" y="402"/>
                  <a:pt x="785" y="402"/>
                </a:cubicBezTo>
                <a:cubicBezTo>
                  <a:pt x="785" y="402"/>
                  <a:pt x="785" y="402"/>
                  <a:pt x="785" y="402"/>
                </a:cubicBezTo>
                <a:cubicBezTo>
                  <a:pt x="785" y="401"/>
                  <a:pt x="786" y="401"/>
                  <a:pt x="786" y="401"/>
                </a:cubicBezTo>
                <a:cubicBezTo>
                  <a:pt x="786" y="400"/>
                  <a:pt x="786" y="400"/>
                  <a:pt x="786" y="400"/>
                </a:cubicBezTo>
                <a:cubicBezTo>
                  <a:pt x="787" y="399"/>
                  <a:pt x="787" y="399"/>
                  <a:pt x="787" y="399"/>
                </a:cubicBezTo>
                <a:cubicBezTo>
                  <a:pt x="787" y="399"/>
                  <a:pt x="788" y="399"/>
                  <a:pt x="788" y="399"/>
                </a:cubicBezTo>
                <a:cubicBezTo>
                  <a:pt x="788" y="399"/>
                  <a:pt x="789" y="399"/>
                  <a:pt x="789" y="399"/>
                </a:cubicBezTo>
                <a:cubicBezTo>
                  <a:pt x="790" y="399"/>
                  <a:pt x="790" y="399"/>
                  <a:pt x="791" y="398"/>
                </a:cubicBezTo>
                <a:cubicBezTo>
                  <a:pt x="791" y="398"/>
                  <a:pt x="791" y="398"/>
                  <a:pt x="791" y="397"/>
                </a:cubicBezTo>
                <a:cubicBezTo>
                  <a:pt x="791" y="397"/>
                  <a:pt x="791" y="397"/>
                  <a:pt x="791" y="397"/>
                </a:cubicBezTo>
                <a:cubicBezTo>
                  <a:pt x="791" y="397"/>
                  <a:pt x="791" y="397"/>
                  <a:pt x="790" y="397"/>
                </a:cubicBezTo>
                <a:close/>
                <a:moveTo>
                  <a:pt x="804" y="397"/>
                </a:moveTo>
                <a:cubicBezTo>
                  <a:pt x="804" y="397"/>
                  <a:pt x="805" y="397"/>
                  <a:pt x="805" y="397"/>
                </a:cubicBezTo>
                <a:cubicBezTo>
                  <a:pt x="805" y="397"/>
                  <a:pt x="805" y="397"/>
                  <a:pt x="806" y="397"/>
                </a:cubicBezTo>
                <a:cubicBezTo>
                  <a:pt x="806" y="397"/>
                  <a:pt x="806" y="397"/>
                  <a:pt x="806" y="397"/>
                </a:cubicBezTo>
                <a:cubicBezTo>
                  <a:pt x="806" y="397"/>
                  <a:pt x="806" y="397"/>
                  <a:pt x="807" y="397"/>
                </a:cubicBezTo>
                <a:cubicBezTo>
                  <a:pt x="807" y="396"/>
                  <a:pt x="807" y="396"/>
                  <a:pt x="807" y="396"/>
                </a:cubicBezTo>
                <a:cubicBezTo>
                  <a:pt x="807" y="396"/>
                  <a:pt x="807" y="396"/>
                  <a:pt x="807" y="396"/>
                </a:cubicBezTo>
                <a:cubicBezTo>
                  <a:pt x="807" y="395"/>
                  <a:pt x="807" y="395"/>
                  <a:pt x="807" y="395"/>
                </a:cubicBezTo>
                <a:cubicBezTo>
                  <a:pt x="808" y="394"/>
                  <a:pt x="808" y="394"/>
                  <a:pt x="808" y="394"/>
                </a:cubicBezTo>
                <a:cubicBezTo>
                  <a:pt x="808" y="393"/>
                  <a:pt x="809" y="393"/>
                  <a:pt x="809" y="393"/>
                </a:cubicBezTo>
                <a:cubicBezTo>
                  <a:pt x="809" y="393"/>
                  <a:pt x="809" y="393"/>
                  <a:pt x="809" y="393"/>
                </a:cubicBezTo>
                <a:cubicBezTo>
                  <a:pt x="810" y="393"/>
                  <a:pt x="811" y="393"/>
                  <a:pt x="811" y="393"/>
                </a:cubicBezTo>
                <a:cubicBezTo>
                  <a:pt x="812" y="393"/>
                  <a:pt x="812" y="393"/>
                  <a:pt x="813" y="392"/>
                </a:cubicBezTo>
                <a:cubicBezTo>
                  <a:pt x="813" y="392"/>
                  <a:pt x="813" y="392"/>
                  <a:pt x="813" y="392"/>
                </a:cubicBezTo>
                <a:cubicBezTo>
                  <a:pt x="813" y="392"/>
                  <a:pt x="813" y="392"/>
                  <a:pt x="813" y="391"/>
                </a:cubicBezTo>
                <a:cubicBezTo>
                  <a:pt x="813" y="391"/>
                  <a:pt x="813" y="391"/>
                  <a:pt x="812" y="391"/>
                </a:cubicBezTo>
                <a:cubicBezTo>
                  <a:pt x="812" y="391"/>
                  <a:pt x="812" y="391"/>
                  <a:pt x="812" y="391"/>
                </a:cubicBezTo>
                <a:cubicBezTo>
                  <a:pt x="811" y="391"/>
                  <a:pt x="811" y="391"/>
                  <a:pt x="811" y="391"/>
                </a:cubicBezTo>
                <a:cubicBezTo>
                  <a:pt x="811" y="391"/>
                  <a:pt x="811" y="391"/>
                  <a:pt x="810" y="391"/>
                </a:cubicBezTo>
                <a:cubicBezTo>
                  <a:pt x="810" y="391"/>
                  <a:pt x="810" y="390"/>
                  <a:pt x="810" y="390"/>
                </a:cubicBezTo>
                <a:cubicBezTo>
                  <a:pt x="810" y="390"/>
                  <a:pt x="809" y="390"/>
                  <a:pt x="809" y="390"/>
                </a:cubicBezTo>
                <a:cubicBezTo>
                  <a:pt x="808" y="390"/>
                  <a:pt x="808" y="390"/>
                  <a:pt x="808" y="391"/>
                </a:cubicBezTo>
                <a:cubicBezTo>
                  <a:pt x="807" y="391"/>
                  <a:pt x="807" y="391"/>
                  <a:pt x="807" y="392"/>
                </a:cubicBezTo>
                <a:cubicBezTo>
                  <a:pt x="807" y="392"/>
                  <a:pt x="806" y="392"/>
                  <a:pt x="806" y="392"/>
                </a:cubicBezTo>
                <a:cubicBezTo>
                  <a:pt x="805" y="392"/>
                  <a:pt x="805" y="392"/>
                  <a:pt x="805" y="392"/>
                </a:cubicBezTo>
                <a:cubicBezTo>
                  <a:pt x="805" y="391"/>
                  <a:pt x="805" y="391"/>
                  <a:pt x="805" y="391"/>
                </a:cubicBezTo>
                <a:cubicBezTo>
                  <a:pt x="805" y="391"/>
                  <a:pt x="804" y="391"/>
                  <a:pt x="804" y="391"/>
                </a:cubicBezTo>
                <a:cubicBezTo>
                  <a:pt x="804" y="391"/>
                  <a:pt x="804" y="391"/>
                  <a:pt x="804" y="392"/>
                </a:cubicBezTo>
                <a:cubicBezTo>
                  <a:pt x="805" y="392"/>
                  <a:pt x="805" y="393"/>
                  <a:pt x="805" y="393"/>
                </a:cubicBezTo>
                <a:cubicBezTo>
                  <a:pt x="804" y="394"/>
                  <a:pt x="804" y="394"/>
                  <a:pt x="804" y="394"/>
                </a:cubicBezTo>
                <a:cubicBezTo>
                  <a:pt x="804" y="394"/>
                  <a:pt x="804" y="394"/>
                  <a:pt x="804" y="394"/>
                </a:cubicBezTo>
                <a:cubicBezTo>
                  <a:pt x="804" y="393"/>
                  <a:pt x="804" y="393"/>
                  <a:pt x="803" y="393"/>
                </a:cubicBezTo>
                <a:cubicBezTo>
                  <a:pt x="803" y="394"/>
                  <a:pt x="803" y="394"/>
                  <a:pt x="803" y="394"/>
                </a:cubicBezTo>
                <a:cubicBezTo>
                  <a:pt x="803" y="394"/>
                  <a:pt x="804" y="394"/>
                  <a:pt x="804" y="395"/>
                </a:cubicBezTo>
                <a:cubicBezTo>
                  <a:pt x="803" y="395"/>
                  <a:pt x="802" y="395"/>
                  <a:pt x="802" y="395"/>
                </a:cubicBezTo>
                <a:cubicBezTo>
                  <a:pt x="802" y="395"/>
                  <a:pt x="801" y="395"/>
                  <a:pt x="801" y="395"/>
                </a:cubicBezTo>
                <a:cubicBezTo>
                  <a:pt x="801" y="395"/>
                  <a:pt x="801" y="394"/>
                  <a:pt x="801" y="394"/>
                </a:cubicBezTo>
                <a:cubicBezTo>
                  <a:pt x="801" y="394"/>
                  <a:pt x="802" y="393"/>
                  <a:pt x="802" y="392"/>
                </a:cubicBezTo>
                <a:cubicBezTo>
                  <a:pt x="802" y="392"/>
                  <a:pt x="803" y="392"/>
                  <a:pt x="802" y="392"/>
                </a:cubicBezTo>
                <a:cubicBezTo>
                  <a:pt x="802" y="392"/>
                  <a:pt x="802" y="392"/>
                  <a:pt x="802" y="392"/>
                </a:cubicBezTo>
                <a:cubicBezTo>
                  <a:pt x="802" y="392"/>
                  <a:pt x="801" y="392"/>
                  <a:pt x="801" y="392"/>
                </a:cubicBezTo>
                <a:cubicBezTo>
                  <a:pt x="801" y="392"/>
                  <a:pt x="801" y="392"/>
                  <a:pt x="800" y="392"/>
                </a:cubicBezTo>
                <a:cubicBezTo>
                  <a:pt x="800" y="393"/>
                  <a:pt x="800" y="393"/>
                  <a:pt x="799" y="392"/>
                </a:cubicBezTo>
                <a:cubicBezTo>
                  <a:pt x="799" y="392"/>
                  <a:pt x="799" y="392"/>
                  <a:pt x="799" y="392"/>
                </a:cubicBezTo>
                <a:cubicBezTo>
                  <a:pt x="798" y="392"/>
                  <a:pt x="798" y="392"/>
                  <a:pt x="798" y="392"/>
                </a:cubicBezTo>
                <a:cubicBezTo>
                  <a:pt x="798" y="393"/>
                  <a:pt x="797" y="393"/>
                  <a:pt x="797" y="393"/>
                </a:cubicBezTo>
                <a:cubicBezTo>
                  <a:pt x="797" y="393"/>
                  <a:pt x="797" y="393"/>
                  <a:pt x="797" y="394"/>
                </a:cubicBezTo>
                <a:cubicBezTo>
                  <a:pt x="797" y="394"/>
                  <a:pt x="797" y="394"/>
                  <a:pt x="798" y="394"/>
                </a:cubicBezTo>
                <a:cubicBezTo>
                  <a:pt x="798" y="394"/>
                  <a:pt x="799" y="394"/>
                  <a:pt x="799" y="394"/>
                </a:cubicBezTo>
                <a:cubicBezTo>
                  <a:pt x="799" y="394"/>
                  <a:pt x="800" y="394"/>
                  <a:pt x="800" y="394"/>
                </a:cubicBezTo>
                <a:cubicBezTo>
                  <a:pt x="800" y="395"/>
                  <a:pt x="800" y="395"/>
                  <a:pt x="800" y="395"/>
                </a:cubicBezTo>
                <a:cubicBezTo>
                  <a:pt x="800" y="395"/>
                  <a:pt x="800" y="395"/>
                  <a:pt x="800" y="395"/>
                </a:cubicBezTo>
                <a:cubicBezTo>
                  <a:pt x="799" y="395"/>
                  <a:pt x="799" y="395"/>
                  <a:pt x="798" y="395"/>
                </a:cubicBezTo>
                <a:cubicBezTo>
                  <a:pt x="798" y="396"/>
                  <a:pt x="798" y="396"/>
                  <a:pt x="797" y="396"/>
                </a:cubicBezTo>
                <a:cubicBezTo>
                  <a:pt x="797" y="396"/>
                  <a:pt x="797" y="396"/>
                  <a:pt x="796" y="396"/>
                </a:cubicBezTo>
                <a:cubicBezTo>
                  <a:pt x="796" y="397"/>
                  <a:pt x="796" y="397"/>
                  <a:pt x="795" y="398"/>
                </a:cubicBezTo>
                <a:cubicBezTo>
                  <a:pt x="795" y="398"/>
                  <a:pt x="794" y="399"/>
                  <a:pt x="794" y="399"/>
                </a:cubicBezTo>
                <a:cubicBezTo>
                  <a:pt x="793" y="399"/>
                  <a:pt x="793" y="399"/>
                  <a:pt x="793" y="399"/>
                </a:cubicBezTo>
                <a:cubicBezTo>
                  <a:pt x="793" y="400"/>
                  <a:pt x="793" y="400"/>
                  <a:pt x="793" y="400"/>
                </a:cubicBezTo>
                <a:cubicBezTo>
                  <a:pt x="793" y="400"/>
                  <a:pt x="793" y="400"/>
                  <a:pt x="794" y="400"/>
                </a:cubicBezTo>
                <a:cubicBezTo>
                  <a:pt x="794" y="400"/>
                  <a:pt x="794" y="400"/>
                  <a:pt x="795" y="400"/>
                </a:cubicBezTo>
                <a:cubicBezTo>
                  <a:pt x="795" y="400"/>
                  <a:pt x="795" y="400"/>
                  <a:pt x="795" y="400"/>
                </a:cubicBezTo>
                <a:cubicBezTo>
                  <a:pt x="796" y="400"/>
                  <a:pt x="796" y="400"/>
                  <a:pt x="796" y="400"/>
                </a:cubicBezTo>
                <a:cubicBezTo>
                  <a:pt x="796" y="400"/>
                  <a:pt x="797" y="401"/>
                  <a:pt x="797" y="401"/>
                </a:cubicBezTo>
                <a:cubicBezTo>
                  <a:pt x="797" y="401"/>
                  <a:pt x="797" y="401"/>
                  <a:pt x="797" y="401"/>
                </a:cubicBezTo>
                <a:cubicBezTo>
                  <a:pt x="797" y="401"/>
                  <a:pt x="798" y="401"/>
                  <a:pt x="798" y="401"/>
                </a:cubicBezTo>
                <a:cubicBezTo>
                  <a:pt x="798" y="401"/>
                  <a:pt x="799" y="402"/>
                  <a:pt x="799" y="401"/>
                </a:cubicBezTo>
                <a:cubicBezTo>
                  <a:pt x="799" y="401"/>
                  <a:pt x="799" y="401"/>
                  <a:pt x="799" y="401"/>
                </a:cubicBezTo>
                <a:cubicBezTo>
                  <a:pt x="799" y="401"/>
                  <a:pt x="799" y="401"/>
                  <a:pt x="799" y="401"/>
                </a:cubicBezTo>
                <a:cubicBezTo>
                  <a:pt x="799" y="401"/>
                  <a:pt x="799" y="401"/>
                  <a:pt x="799" y="401"/>
                </a:cubicBezTo>
                <a:cubicBezTo>
                  <a:pt x="799" y="401"/>
                  <a:pt x="799" y="400"/>
                  <a:pt x="799" y="400"/>
                </a:cubicBezTo>
                <a:cubicBezTo>
                  <a:pt x="800" y="400"/>
                  <a:pt x="800" y="400"/>
                  <a:pt x="800" y="400"/>
                </a:cubicBezTo>
                <a:cubicBezTo>
                  <a:pt x="800" y="400"/>
                  <a:pt x="800" y="400"/>
                  <a:pt x="800" y="400"/>
                </a:cubicBezTo>
                <a:cubicBezTo>
                  <a:pt x="800" y="400"/>
                  <a:pt x="800" y="400"/>
                  <a:pt x="800" y="400"/>
                </a:cubicBezTo>
                <a:cubicBezTo>
                  <a:pt x="801" y="400"/>
                  <a:pt x="801" y="400"/>
                  <a:pt x="801" y="400"/>
                </a:cubicBezTo>
                <a:cubicBezTo>
                  <a:pt x="801" y="400"/>
                  <a:pt x="801" y="400"/>
                  <a:pt x="801" y="400"/>
                </a:cubicBezTo>
                <a:cubicBezTo>
                  <a:pt x="801" y="401"/>
                  <a:pt x="801" y="401"/>
                  <a:pt x="802" y="401"/>
                </a:cubicBezTo>
                <a:cubicBezTo>
                  <a:pt x="802" y="401"/>
                  <a:pt x="802" y="401"/>
                  <a:pt x="802" y="401"/>
                </a:cubicBezTo>
                <a:cubicBezTo>
                  <a:pt x="802" y="401"/>
                  <a:pt x="803" y="401"/>
                  <a:pt x="803" y="401"/>
                </a:cubicBezTo>
                <a:cubicBezTo>
                  <a:pt x="803" y="401"/>
                  <a:pt x="803" y="401"/>
                  <a:pt x="803" y="400"/>
                </a:cubicBezTo>
                <a:cubicBezTo>
                  <a:pt x="804" y="400"/>
                  <a:pt x="803" y="400"/>
                  <a:pt x="803" y="399"/>
                </a:cubicBezTo>
                <a:cubicBezTo>
                  <a:pt x="803" y="399"/>
                  <a:pt x="803" y="399"/>
                  <a:pt x="803" y="398"/>
                </a:cubicBezTo>
                <a:cubicBezTo>
                  <a:pt x="803" y="398"/>
                  <a:pt x="803" y="397"/>
                  <a:pt x="804" y="397"/>
                </a:cubicBezTo>
                <a:close/>
                <a:moveTo>
                  <a:pt x="798" y="449"/>
                </a:moveTo>
                <a:cubicBezTo>
                  <a:pt x="798" y="449"/>
                  <a:pt x="800" y="448"/>
                  <a:pt x="800" y="448"/>
                </a:cubicBezTo>
                <a:cubicBezTo>
                  <a:pt x="800" y="448"/>
                  <a:pt x="800" y="448"/>
                  <a:pt x="801" y="447"/>
                </a:cubicBezTo>
                <a:cubicBezTo>
                  <a:pt x="801" y="447"/>
                  <a:pt x="800" y="447"/>
                  <a:pt x="800" y="447"/>
                </a:cubicBezTo>
                <a:cubicBezTo>
                  <a:pt x="800" y="447"/>
                  <a:pt x="800" y="447"/>
                  <a:pt x="800" y="446"/>
                </a:cubicBezTo>
                <a:cubicBezTo>
                  <a:pt x="800" y="446"/>
                  <a:pt x="800" y="446"/>
                  <a:pt x="800" y="446"/>
                </a:cubicBezTo>
                <a:cubicBezTo>
                  <a:pt x="799" y="446"/>
                  <a:pt x="799" y="446"/>
                  <a:pt x="799" y="446"/>
                </a:cubicBezTo>
                <a:cubicBezTo>
                  <a:pt x="798" y="446"/>
                  <a:pt x="798" y="447"/>
                  <a:pt x="798" y="447"/>
                </a:cubicBezTo>
                <a:cubicBezTo>
                  <a:pt x="798" y="447"/>
                  <a:pt x="798" y="448"/>
                  <a:pt x="797" y="448"/>
                </a:cubicBezTo>
                <a:cubicBezTo>
                  <a:pt x="797" y="449"/>
                  <a:pt x="797" y="449"/>
                  <a:pt x="796" y="450"/>
                </a:cubicBezTo>
                <a:cubicBezTo>
                  <a:pt x="796" y="450"/>
                  <a:pt x="796" y="450"/>
                  <a:pt x="796" y="450"/>
                </a:cubicBezTo>
                <a:cubicBezTo>
                  <a:pt x="795" y="451"/>
                  <a:pt x="796" y="451"/>
                  <a:pt x="796" y="451"/>
                </a:cubicBezTo>
                <a:cubicBezTo>
                  <a:pt x="796" y="452"/>
                  <a:pt x="796" y="452"/>
                  <a:pt x="796" y="452"/>
                </a:cubicBezTo>
                <a:cubicBezTo>
                  <a:pt x="796" y="452"/>
                  <a:pt x="796" y="452"/>
                  <a:pt x="796" y="452"/>
                </a:cubicBezTo>
                <a:cubicBezTo>
                  <a:pt x="796" y="452"/>
                  <a:pt x="796" y="452"/>
                  <a:pt x="796" y="452"/>
                </a:cubicBezTo>
                <a:cubicBezTo>
                  <a:pt x="797" y="451"/>
                  <a:pt x="797" y="451"/>
                  <a:pt x="797" y="451"/>
                </a:cubicBezTo>
                <a:cubicBezTo>
                  <a:pt x="797" y="451"/>
                  <a:pt x="798" y="452"/>
                  <a:pt x="798" y="452"/>
                </a:cubicBezTo>
                <a:cubicBezTo>
                  <a:pt x="798" y="452"/>
                  <a:pt x="798" y="452"/>
                  <a:pt x="798" y="452"/>
                </a:cubicBezTo>
                <a:cubicBezTo>
                  <a:pt x="798" y="452"/>
                  <a:pt x="798" y="451"/>
                  <a:pt x="798" y="451"/>
                </a:cubicBezTo>
                <a:cubicBezTo>
                  <a:pt x="798" y="451"/>
                  <a:pt x="798" y="450"/>
                  <a:pt x="798" y="450"/>
                </a:cubicBezTo>
                <a:cubicBezTo>
                  <a:pt x="798" y="450"/>
                  <a:pt x="798" y="450"/>
                  <a:pt x="798" y="449"/>
                </a:cubicBezTo>
                <a:cubicBezTo>
                  <a:pt x="798" y="449"/>
                  <a:pt x="798" y="449"/>
                  <a:pt x="798" y="449"/>
                </a:cubicBezTo>
                <a:close/>
                <a:moveTo>
                  <a:pt x="725" y="442"/>
                </a:moveTo>
                <a:cubicBezTo>
                  <a:pt x="724" y="442"/>
                  <a:pt x="723" y="441"/>
                  <a:pt x="723" y="440"/>
                </a:cubicBezTo>
                <a:cubicBezTo>
                  <a:pt x="722" y="440"/>
                  <a:pt x="722" y="440"/>
                  <a:pt x="722" y="440"/>
                </a:cubicBezTo>
                <a:cubicBezTo>
                  <a:pt x="721" y="440"/>
                  <a:pt x="721" y="440"/>
                  <a:pt x="720" y="440"/>
                </a:cubicBezTo>
                <a:cubicBezTo>
                  <a:pt x="720" y="439"/>
                  <a:pt x="720" y="438"/>
                  <a:pt x="720" y="438"/>
                </a:cubicBezTo>
                <a:cubicBezTo>
                  <a:pt x="720" y="438"/>
                  <a:pt x="719" y="437"/>
                  <a:pt x="719" y="437"/>
                </a:cubicBezTo>
                <a:cubicBezTo>
                  <a:pt x="719" y="436"/>
                  <a:pt x="719" y="436"/>
                  <a:pt x="719" y="436"/>
                </a:cubicBezTo>
                <a:cubicBezTo>
                  <a:pt x="719" y="436"/>
                  <a:pt x="718" y="435"/>
                  <a:pt x="718" y="435"/>
                </a:cubicBezTo>
                <a:cubicBezTo>
                  <a:pt x="718" y="435"/>
                  <a:pt x="718" y="434"/>
                  <a:pt x="718" y="434"/>
                </a:cubicBezTo>
                <a:cubicBezTo>
                  <a:pt x="718" y="434"/>
                  <a:pt x="717" y="434"/>
                  <a:pt x="717" y="434"/>
                </a:cubicBezTo>
                <a:cubicBezTo>
                  <a:pt x="717" y="434"/>
                  <a:pt x="716" y="434"/>
                  <a:pt x="716" y="433"/>
                </a:cubicBezTo>
                <a:cubicBezTo>
                  <a:pt x="716" y="433"/>
                  <a:pt x="715" y="433"/>
                  <a:pt x="715" y="432"/>
                </a:cubicBezTo>
                <a:cubicBezTo>
                  <a:pt x="715" y="432"/>
                  <a:pt x="715" y="432"/>
                  <a:pt x="715" y="431"/>
                </a:cubicBezTo>
                <a:cubicBezTo>
                  <a:pt x="714" y="431"/>
                  <a:pt x="714" y="432"/>
                  <a:pt x="714" y="432"/>
                </a:cubicBezTo>
                <a:cubicBezTo>
                  <a:pt x="713" y="432"/>
                  <a:pt x="712" y="432"/>
                  <a:pt x="711" y="433"/>
                </a:cubicBezTo>
                <a:cubicBezTo>
                  <a:pt x="711" y="433"/>
                  <a:pt x="710" y="433"/>
                  <a:pt x="710" y="433"/>
                </a:cubicBezTo>
                <a:cubicBezTo>
                  <a:pt x="710" y="432"/>
                  <a:pt x="710" y="432"/>
                  <a:pt x="710" y="432"/>
                </a:cubicBezTo>
                <a:cubicBezTo>
                  <a:pt x="710" y="432"/>
                  <a:pt x="709" y="432"/>
                  <a:pt x="708" y="432"/>
                </a:cubicBezTo>
                <a:cubicBezTo>
                  <a:pt x="708" y="432"/>
                  <a:pt x="708" y="431"/>
                  <a:pt x="708" y="431"/>
                </a:cubicBezTo>
                <a:cubicBezTo>
                  <a:pt x="708" y="431"/>
                  <a:pt x="708" y="430"/>
                  <a:pt x="708" y="430"/>
                </a:cubicBezTo>
                <a:cubicBezTo>
                  <a:pt x="708" y="430"/>
                  <a:pt x="708" y="428"/>
                  <a:pt x="707" y="428"/>
                </a:cubicBezTo>
                <a:cubicBezTo>
                  <a:pt x="707" y="428"/>
                  <a:pt x="707" y="427"/>
                  <a:pt x="707" y="427"/>
                </a:cubicBezTo>
                <a:cubicBezTo>
                  <a:pt x="707" y="427"/>
                  <a:pt x="706" y="427"/>
                  <a:pt x="706" y="428"/>
                </a:cubicBezTo>
                <a:cubicBezTo>
                  <a:pt x="705" y="428"/>
                  <a:pt x="704" y="427"/>
                  <a:pt x="704" y="427"/>
                </a:cubicBezTo>
                <a:cubicBezTo>
                  <a:pt x="704" y="427"/>
                  <a:pt x="703" y="426"/>
                  <a:pt x="703" y="426"/>
                </a:cubicBezTo>
                <a:cubicBezTo>
                  <a:pt x="703" y="426"/>
                  <a:pt x="700" y="423"/>
                  <a:pt x="700" y="423"/>
                </a:cubicBezTo>
                <a:cubicBezTo>
                  <a:pt x="700" y="422"/>
                  <a:pt x="699" y="422"/>
                  <a:pt x="699" y="422"/>
                </a:cubicBezTo>
                <a:cubicBezTo>
                  <a:pt x="699" y="422"/>
                  <a:pt x="695" y="425"/>
                  <a:pt x="695" y="425"/>
                </a:cubicBezTo>
                <a:cubicBezTo>
                  <a:pt x="695" y="425"/>
                  <a:pt x="694" y="425"/>
                  <a:pt x="694" y="425"/>
                </a:cubicBezTo>
                <a:cubicBezTo>
                  <a:pt x="694" y="425"/>
                  <a:pt x="693" y="425"/>
                  <a:pt x="693" y="425"/>
                </a:cubicBezTo>
                <a:cubicBezTo>
                  <a:pt x="692" y="425"/>
                  <a:pt x="692" y="424"/>
                  <a:pt x="692" y="424"/>
                </a:cubicBezTo>
                <a:cubicBezTo>
                  <a:pt x="692" y="424"/>
                  <a:pt x="691" y="424"/>
                  <a:pt x="690" y="424"/>
                </a:cubicBezTo>
                <a:cubicBezTo>
                  <a:pt x="690" y="424"/>
                  <a:pt x="690" y="424"/>
                  <a:pt x="689" y="424"/>
                </a:cubicBezTo>
                <a:cubicBezTo>
                  <a:pt x="689" y="424"/>
                  <a:pt x="688" y="424"/>
                  <a:pt x="688" y="424"/>
                </a:cubicBezTo>
                <a:cubicBezTo>
                  <a:pt x="688" y="424"/>
                  <a:pt x="687" y="424"/>
                  <a:pt x="687" y="424"/>
                </a:cubicBezTo>
                <a:cubicBezTo>
                  <a:pt x="687" y="424"/>
                  <a:pt x="687" y="424"/>
                  <a:pt x="686" y="424"/>
                </a:cubicBezTo>
                <a:cubicBezTo>
                  <a:pt x="686" y="424"/>
                  <a:pt x="686" y="424"/>
                  <a:pt x="686" y="424"/>
                </a:cubicBezTo>
                <a:cubicBezTo>
                  <a:pt x="686" y="424"/>
                  <a:pt x="685" y="424"/>
                  <a:pt x="685" y="425"/>
                </a:cubicBezTo>
                <a:cubicBezTo>
                  <a:pt x="684" y="425"/>
                  <a:pt x="684" y="425"/>
                  <a:pt x="684" y="425"/>
                </a:cubicBezTo>
                <a:cubicBezTo>
                  <a:pt x="684" y="425"/>
                  <a:pt x="683" y="425"/>
                  <a:pt x="683" y="425"/>
                </a:cubicBezTo>
                <a:cubicBezTo>
                  <a:pt x="683" y="425"/>
                  <a:pt x="682" y="424"/>
                  <a:pt x="682" y="424"/>
                </a:cubicBezTo>
                <a:cubicBezTo>
                  <a:pt x="682" y="424"/>
                  <a:pt x="681" y="424"/>
                  <a:pt x="680" y="424"/>
                </a:cubicBezTo>
                <a:cubicBezTo>
                  <a:pt x="680" y="424"/>
                  <a:pt x="679" y="425"/>
                  <a:pt x="679" y="425"/>
                </a:cubicBezTo>
                <a:cubicBezTo>
                  <a:pt x="679" y="425"/>
                  <a:pt x="679" y="425"/>
                  <a:pt x="679" y="425"/>
                </a:cubicBezTo>
                <a:cubicBezTo>
                  <a:pt x="678" y="425"/>
                  <a:pt x="678" y="424"/>
                  <a:pt x="678" y="424"/>
                </a:cubicBezTo>
                <a:cubicBezTo>
                  <a:pt x="678" y="424"/>
                  <a:pt x="677" y="425"/>
                  <a:pt x="677" y="425"/>
                </a:cubicBezTo>
                <a:cubicBezTo>
                  <a:pt x="676" y="425"/>
                  <a:pt x="676" y="426"/>
                  <a:pt x="676" y="426"/>
                </a:cubicBezTo>
                <a:cubicBezTo>
                  <a:pt x="675" y="426"/>
                  <a:pt x="675" y="426"/>
                  <a:pt x="675" y="426"/>
                </a:cubicBezTo>
                <a:cubicBezTo>
                  <a:pt x="674" y="426"/>
                  <a:pt x="673" y="426"/>
                  <a:pt x="673" y="426"/>
                </a:cubicBezTo>
                <a:cubicBezTo>
                  <a:pt x="673" y="426"/>
                  <a:pt x="672" y="427"/>
                  <a:pt x="672" y="427"/>
                </a:cubicBezTo>
                <a:cubicBezTo>
                  <a:pt x="672" y="428"/>
                  <a:pt x="671" y="428"/>
                  <a:pt x="671" y="428"/>
                </a:cubicBezTo>
                <a:cubicBezTo>
                  <a:pt x="671" y="429"/>
                  <a:pt x="671" y="429"/>
                  <a:pt x="671" y="429"/>
                </a:cubicBezTo>
                <a:cubicBezTo>
                  <a:pt x="671" y="429"/>
                  <a:pt x="671" y="431"/>
                  <a:pt x="672" y="431"/>
                </a:cubicBezTo>
                <a:cubicBezTo>
                  <a:pt x="672" y="431"/>
                  <a:pt x="673" y="432"/>
                  <a:pt x="673" y="432"/>
                </a:cubicBezTo>
                <a:cubicBezTo>
                  <a:pt x="673" y="433"/>
                  <a:pt x="673" y="433"/>
                  <a:pt x="674" y="433"/>
                </a:cubicBezTo>
                <a:cubicBezTo>
                  <a:pt x="675" y="434"/>
                  <a:pt x="676" y="434"/>
                  <a:pt x="677" y="435"/>
                </a:cubicBezTo>
                <a:cubicBezTo>
                  <a:pt x="677" y="435"/>
                  <a:pt x="679" y="435"/>
                  <a:pt x="679" y="435"/>
                </a:cubicBezTo>
                <a:cubicBezTo>
                  <a:pt x="680" y="435"/>
                  <a:pt x="681" y="435"/>
                  <a:pt x="681" y="435"/>
                </a:cubicBezTo>
                <a:cubicBezTo>
                  <a:pt x="682" y="435"/>
                  <a:pt x="681" y="436"/>
                  <a:pt x="681" y="436"/>
                </a:cubicBezTo>
                <a:cubicBezTo>
                  <a:pt x="681" y="436"/>
                  <a:pt x="682" y="436"/>
                  <a:pt x="682" y="436"/>
                </a:cubicBezTo>
                <a:cubicBezTo>
                  <a:pt x="683" y="436"/>
                  <a:pt x="683" y="436"/>
                  <a:pt x="683" y="436"/>
                </a:cubicBezTo>
                <a:cubicBezTo>
                  <a:pt x="683" y="436"/>
                  <a:pt x="683" y="436"/>
                  <a:pt x="683" y="436"/>
                </a:cubicBezTo>
                <a:cubicBezTo>
                  <a:pt x="684" y="436"/>
                  <a:pt x="684" y="437"/>
                  <a:pt x="684" y="437"/>
                </a:cubicBezTo>
                <a:cubicBezTo>
                  <a:pt x="684" y="437"/>
                  <a:pt x="685" y="436"/>
                  <a:pt x="685" y="436"/>
                </a:cubicBezTo>
                <a:cubicBezTo>
                  <a:pt x="685" y="436"/>
                  <a:pt x="686" y="435"/>
                  <a:pt x="686" y="435"/>
                </a:cubicBezTo>
                <a:cubicBezTo>
                  <a:pt x="686" y="435"/>
                  <a:pt x="687" y="435"/>
                  <a:pt x="687" y="435"/>
                </a:cubicBezTo>
                <a:cubicBezTo>
                  <a:pt x="687" y="435"/>
                  <a:pt x="688" y="436"/>
                  <a:pt x="688" y="436"/>
                </a:cubicBezTo>
                <a:cubicBezTo>
                  <a:pt x="688" y="436"/>
                  <a:pt x="688" y="436"/>
                  <a:pt x="689" y="436"/>
                </a:cubicBezTo>
                <a:cubicBezTo>
                  <a:pt x="689" y="436"/>
                  <a:pt x="690" y="436"/>
                  <a:pt x="690" y="436"/>
                </a:cubicBezTo>
                <a:cubicBezTo>
                  <a:pt x="691" y="436"/>
                  <a:pt x="690" y="437"/>
                  <a:pt x="690" y="437"/>
                </a:cubicBezTo>
                <a:cubicBezTo>
                  <a:pt x="691" y="437"/>
                  <a:pt x="691" y="437"/>
                  <a:pt x="691" y="436"/>
                </a:cubicBezTo>
                <a:cubicBezTo>
                  <a:pt x="691" y="436"/>
                  <a:pt x="691" y="436"/>
                  <a:pt x="692" y="436"/>
                </a:cubicBezTo>
                <a:cubicBezTo>
                  <a:pt x="692" y="436"/>
                  <a:pt x="692" y="437"/>
                  <a:pt x="692" y="437"/>
                </a:cubicBezTo>
                <a:cubicBezTo>
                  <a:pt x="692" y="438"/>
                  <a:pt x="692" y="438"/>
                  <a:pt x="693" y="438"/>
                </a:cubicBezTo>
                <a:cubicBezTo>
                  <a:pt x="693" y="439"/>
                  <a:pt x="694" y="439"/>
                  <a:pt x="695" y="440"/>
                </a:cubicBezTo>
                <a:cubicBezTo>
                  <a:pt x="695" y="440"/>
                  <a:pt x="696" y="440"/>
                  <a:pt x="697" y="440"/>
                </a:cubicBezTo>
                <a:cubicBezTo>
                  <a:pt x="697" y="440"/>
                  <a:pt x="697" y="440"/>
                  <a:pt x="697" y="440"/>
                </a:cubicBezTo>
                <a:cubicBezTo>
                  <a:pt x="697" y="440"/>
                  <a:pt x="698" y="441"/>
                  <a:pt x="698" y="441"/>
                </a:cubicBezTo>
                <a:cubicBezTo>
                  <a:pt x="698" y="441"/>
                  <a:pt x="699" y="442"/>
                  <a:pt x="699" y="442"/>
                </a:cubicBezTo>
                <a:cubicBezTo>
                  <a:pt x="699" y="442"/>
                  <a:pt x="700" y="442"/>
                  <a:pt x="700" y="442"/>
                </a:cubicBezTo>
                <a:cubicBezTo>
                  <a:pt x="700" y="442"/>
                  <a:pt x="700" y="442"/>
                  <a:pt x="700" y="442"/>
                </a:cubicBezTo>
                <a:cubicBezTo>
                  <a:pt x="700" y="442"/>
                  <a:pt x="700" y="443"/>
                  <a:pt x="701" y="443"/>
                </a:cubicBezTo>
                <a:cubicBezTo>
                  <a:pt x="701" y="443"/>
                  <a:pt x="702" y="444"/>
                  <a:pt x="702" y="445"/>
                </a:cubicBezTo>
                <a:cubicBezTo>
                  <a:pt x="702" y="445"/>
                  <a:pt x="702" y="445"/>
                  <a:pt x="702" y="445"/>
                </a:cubicBezTo>
                <a:cubicBezTo>
                  <a:pt x="701" y="445"/>
                  <a:pt x="701" y="446"/>
                  <a:pt x="701" y="446"/>
                </a:cubicBezTo>
                <a:cubicBezTo>
                  <a:pt x="701" y="446"/>
                  <a:pt x="702" y="446"/>
                  <a:pt x="702" y="446"/>
                </a:cubicBezTo>
                <a:cubicBezTo>
                  <a:pt x="703" y="446"/>
                  <a:pt x="703" y="447"/>
                  <a:pt x="703" y="447"/>
                </a:cubicBezTo>
                <a:cubicBezTo>
                  <a:pt x="703" y="447"/>
                  <a:pt x="704" y="448"/>
                  <a:pt x="705" y="448"/>
                </a:cubicBezTo>
                <a:cubicBezTo>
                  <a:pt x="705" y="448"/>
                  <a:pt x="706" y="449"/>
                  <a:pt x="706" y="449"/>
                </a:cubicBezTo>
                <a:cubicBezTo>
                  <a:pt x="706" y="449"/>
                  <a:pt x="708" y="450"/>
                  <a:pt x="708" y="450"/>
                </a:cubicBezTo>
                <a:cubicBezTo>
                  <a:pt x="708" y="450"/>
                  <a:pt x="708" y="450"/>
                  <a:pt x="709" y="450"/>
                </a:cubicBezTo>
                <a:cubicBezTo>
                  <a:pt x="709" y="450"/>
                  <a:pt x="710" y="450"/>
                  <a:pt x="711" y="450"/>
                </a:cubicBezTo>
                <a:cubicBezTo>
                  <a:pt x="711" y="450"/>
                  <a:pt x="712" y="450"/>
                  <a:pt x="712" y="450"/>
                </a:cubicBezTo>
                <a:cubicBezTo>
                  <a:pt x="712" y="450"/>
                  <a:pt x="713" y="451"/>
                  <a:pt x="713" y="451"/>
                </a:cubicBezTo>
                <a:cubicBezTo>
                  <a:pt x="713" y="451"/>
                  <a:pt x="715" y="451"/>
                  <a:pt x="715" y="451"/>
                </a:cubicBezTo>
                <a:cubicBezTo>
                  <a:pt x="715" y="451"/>
                  <a:pt x="715" y="451"/>
                  <a:pt x="715" y="451"/>
                </a:cubicBezTo>
                <a:cubicBezTo>
                  <a:pt x="715" y="451"/>
                  <a:pt x="715" y="450"/>
                  <a:pt x="715" y="450"/>
                </a:cubicBezTo>
                <a:cubicBezTo>
                  <a:pt x="715" y="450"/>
                  <a:pt x="716" y="450"/>
                  <a:pt x="716" y="450"/>
                </a:cubicBezTo>
                <a:cubicBezTo>
                  <a:pt x="716" y="450"/>
                  <a:pt x="716" y="450"/>
                  <a:pt x="716" y="449"/>
                </a:cubicBezTo>
                <a:cubicBezTo>
                  <a:pt x="716" y="449"/>
                  <a:pt x="717" y="449"/>
                  <a:pt x="717" y="450"/>
                </a:cubicBezTo>
                <a:cubicBezTo>
                  <a:pt x="718" y="450"/>
                  <a:pt x="718" y="450"/>
                  <a:pt x="718" y="450"/>
                </a:cubicBezTo>
                <a:cubicBezTo>
                  <a:pt x="718" y="450"/>
                  <a:pt x="719" y="450"/>
                  <a:pt x="719" y="450"/>
                </a:cubicBezTo>
                <a:cubicBezTo>
                  <a:pt x="719" y="450"/>
                  <a:pt x="720" y="449"/>
                  <a:pt x="720" y="449"/>
                </a:cubicBezTo>
                <a:cubicBezTo>
                  <a:pt x="721" y="449"/>
                  <a:pt x="721" y="449"/>
                  <a:pt x="722" y="449"/>
                </a:cubicBezTo>
                <a:cubicBezTo>
                  <a:pt x="722" y="449"/>
                  <a:pt x="722" y="448"/>
                  <a:pt x="722" y="448"/>
                </a:cubicBezTo>
                <a:cubicBezTo>
                  <a:pt x="723" y="447"/>
                  <a:pt x="723" y="447"/>
                  <a:pt x="723" y="447"/>
                </a:cubicBezTo>
                <a:cubicBezTo>
                  <a:pt x="723" y="447"/>
                  <a:pt x="724" y="446"/>
                  <a:pt x="724" y="446"/>
                </a:cubicBezTo>
                <a:cubicBezTo>
                  <a:pt x="724" y="446"/>
                  <a:pt x="725" y="446"/>
                  <a:pt x="725" y="446"/>
                </a:cubicBezTo>
                <a:cubicBezTo>
                  <a:pt x="725" y="446"/>
                  <a:pt x="725" y="445"/>
                  <a:pt x="725" y="445"/>
                </a:cubicBezTo>
                <a:cubicBezTo>
                  <a:pt x="725" y="445"/>
                  <a:pt x="725" y="443"/>
                  <a:pt x="725" y="443"/>
                </a:cubicBezTo>
                <a:cubicBezTo>
                  <a:pt x="725" y="443"/>
                  <a:pt x="725" y="442"/>
                  <a:pt x="725" y="442"/>
                </a:cubicBezTo>
                <a:close/>
                <a:moveTo>
                  <a:pt x="747" y="460"/>
                </a:moveTo>
                <a:cubicBezTo>
                  <a:pt x="747" y="460"/>
                  <a:pt x="746" y="460"/>
                  <a:pt x="746" y="460"/>
                </a:cubicBezTo>
                <a:cubicBezTo>
                  <a:pt x="746" y="460"/>
                  <a:pt x="745" y="460"/>
                  <a:pt x="745" y="461"/>
                </a:cubicBezTo>
                <a:cubicBezTo>
                  <a:pt x="746" y="461"/>
                  <a:pt x="746" y="461"/>
                  <a:pt x="746" y="461"/>
                </a:cubicBezTo>
                <a:cubicBezTo>
                  <a:pt x="746" y="461"/>
                  <a:pt x="748" y="461"/>
                  <a:pt x="748" y="460"/>
                </a:cubicBezTo>
                <a:cubicBezTo>
                  <a:pt x="748" y="460"/>
                  <a:pt x="747" y="460"/>
                  <a:pt x="747" y="460"/>
                </a:cubicBezTo>
                <a:close/>
                <a:moveTo>
                  <a:pt x="758" y="455"/>
                </a:moveTo>
                <a:cubicBezTo>
                  <a:pt x="758" y="455"/>
                  <a:pt x="757" y="455"/>
                  <a:pt x="757" y="455"/>
                </a:cubicBezTo>
                <a:cubicBezTo>
                  <a:pt x="757" y="455"/>
                  <a:pt x="756" y="455"/>
                  <a:pt x="756" y="455"/>
                </a:cubicBezTo>
                <a:cubicBezTo>
                  <a:pt x="756" y="455"/>
                  <a:pt x="755" y="455"/>
                  <a:pt x="755" y="455"/>
                </a:cubicBezTo>
                <a:cubicBezTo>
                  <a:pt x="754" y="456"/>
                  <a:pt x="754" y="456"/>
                  <a:pt x="754" y="456"/>
                </a:cubicBezTo>
                <a:cubicBezTo>
                  <a:pt x="753" y="457"/>
                  <a:pt x="753" y="457"/>
                  <a:pt x="753" y="457"/>
                </a:cubicBezTo>
                <a:cubicBezTo>
                  <a:pt x="753" y="457"/>
                  <a:pt x="752" y="458"/>
                  <a:pt x="752" y="458"/>
                </a:cubicBezTo>
                <a:cubicBezTo>
                  <a:pt x="752" y="458"/>
                  <a:pt x="751" y="458"/>
                  <a:pt x="751" y="458"/>
                </a:cubicBezTo>
                <a:cubicBezTo>
                  <a:pt x="750" y="459"/>
                  <a:pt x="750" y="459"/>
                  <a:pt x="750" y="459"/>
                </a:cubicBezTo>
                <a:cubicBezTo>
                  <a:pt x="751" y="461"/>
                  <a:pt x="751" y="461"/>
                  <a:pt x="751" y="461"/>
                </a:cubicBezTo>
                <a:cubicBezTo>
                  <a:pt x="751" y="461"/>
                  <a:pt x="752" y="460"/>
                  <a:pt x="752" y="460"/>
                </a:cubicBezTo>
                <a:cubicBezTo>
                  <a:pt x="752" y="460"/>
                  <a:pt x="752" y="460"/>
                  <a:pt x="753" y="461"/>
                </a:cubicBezTo>
                <a:cubicBezTo>
                  <a:pt x="753" y="461"/>
                  <a:pt x="753" y="461"/>
                  <a:pt x="754" y="461"/>
                </a:cubicBezTo>
                <a:cubicBezTo>
                  <a:pt x="754" y="461"/>
                  <a:pt x="754" y="461"/>
                  <a:pt x="755" y="460"/>
                </a:cubicBezTo>
                <a:cubicBezTo>
                  <a:pt x="755" y="460"/>
                  <a:pt x="756" y="460"/>
                  <a:pt x="756" y="459"/>
                </a:cubicBezTo>
                <a:cubicBezTo>
                  <a:pt x="757" y="459"/>
                  <a:pt x="757" y="458"/>
                  <a:pt x="757" y="458"/>
                </a:cubicBezTo>
                <a:cubicBezTo>
                  <a:pt x="757" y="458"/>
                  <a:pt x="758" y="459"/>
                  <a:pt x="758" y="459"/>
                </a:cubicBezTo>
                <a:cubicBezTo>
                  <a:pt x="758" y="458"/>
                  <a:pt x="758" y="458"/>
                  <a:pt x="758" y="458"/>
                </a:cubicBezTo>
                <a:cubicBezTo>
                  <a:pt x="758" y="458"/>
                  <a:pt x="758" y="456"/>
                  <a:pt x="758" y="456"/>
                </a:cubicBezTo>
                <a:cubicBezTo>
                  <a:pt x="758" y="455"/>
                  <a:pt x="758" y="455"/>
                  <a:pt x="758" y="455"/>
                </a:cubicBezTo>
                <a:close/>
                <a:moveTo>
                  <a:pt x="689" y="400"/>
                </a:moveTo>
                <a:cubicBezTo>
                  <a:pt x="689" y="400"/>
                  <a:pt x="689" y="399"/>
                  <a:pt x="688" y="399"/>
                </a:cubicBezTo>
                <a:cubicBezTo>
                  <a:pt x="688" y="399"/>
                  <a:pt x="688" y="399"/>
                  <a:pt x="688" y="399"/>
                </a:cubicBezTo>
                <a:cubicBezTo>
                  <a:pt x="687" y="399"/>
                  <a:pt x="686" y="399"/>
                  <a:pt x="686" y="399"/>
                </a:cubicBezTo>
                <a:cubicBezTo>
                  <a:pt x="686" y="399"/>
                  <a:pt x="686" y="398"/>
                  <a:pt x="686" y="398"/>
                </a:cubicBezTo>
                <a:cubicBezTo>
                  <a:pt x="686" y="398"/>
                  <a:pt x="685" y="398"/>
                  <a:pt x="685" y="398"/>
                </a:cubicBezTo>
                <a:cubicBezTo>
                  <a:pt x="685" y="398"/>
                  <a:pt x="685" y="398"/>
                  <a:pt x="685" y="398"/>
                </a:cubicBezTo>
                <a:cubicBezTo>
                  <a:pt x="686" y="399"/>
                  <a:pt x="685" y="399"/>
                  <a:pt x="685" y="399"/>
                </a:cubicBezTo>
                <a:cubicBezTo>
                  <a:pt x="685" y="399"/>
                  <a:pt x="685" y="400"/>
                  <a:pt x="685" y="400"/>
                </a:cubicBezTo>
                <a:cubicBezTo>
                  <a:pt x="685" y="400"/>
                  <a:pt x="684" y="401"/>
                  <a:pt x="684" y="401"/>
                </a:cubicBezTo>
                <a:cubicBezTo>
                  <a:pt x="684" y="401"/>
                  <a:pt x="684" y="402"/>
                  <a:pt x="684" y="402"/>
                </a:cubicBezTo>
                <a:cubicBezTo>
                  <a:pt x="684" y="402"/>
                  <a:pt x="684" y="402"/>
                  <a:pt x="684" y="402"/>
                </a:cubicBezTo>
                <a:cubicBezTo>
                  <a:pt x="684" y="402"/>
                  <a:pt x="684" y="403"/>
                  <a:pt x="684" y="403"/>
                </a:cubicBezTo>
                <a:cubicBezTo>
                  <a:pt x="684" y="403"/>
                  <a:pt x="684" y="403"/>
                  <a:pt x="684" y="404"/>
                </a:cubicBezTo>
                <a:cubicBezTo>
                  <a:pt x="684" y="404"/>
                  <a:pt x="684" y="404"/>
                  <a:pt x="684" y="404"/>
                </a:cubicBezTo>
                <a:cubicBezTo>
                  <a:pt x="684" y="404"/>
                  <a:pt x="684" y="405"/>
                  <a:pt x="684" y="405"/>
                </a:cubicBezTo>
                <a:cubicBezTo>
                  <a:pt x="684" y="405"/>
                  <a:pt x="684" y="405"/>
                  <a:pt x="684" y="405"/>
                </a:cubicBezTo>
                <a:cubicBezTo>
                  <a:pt x="685" y="406"/>
                  <a:pt x="685" y="406"/>
                  <a:pt x="685" y="406"/>
                </a:cubicBezTo>
                <a:cubicBezTo>
                  <a:pt x="686" y="406"/>
                  <a:pt x="686" y="406"/>
                  <a:pt x="686" y="406"/>
                </a:cubicBezTo>
                <a:cubicBezTo>
                  <a:pt x="686" y="406"/>
                  <a:pt x="686" y="405"/>
                  <a:pt x="686" y="405"/>
                </a:cubicBezTo>
                <a:cubicBezTo>
                  <a:pt x="686" y="405"/>
                  <a:pt x="685" y="405"/>
                  <a:pt x="685" y="404"/>
                </a:cubicBezTo>
                <a:cubicBezTo>
                  <a:pt x="685" y="404"/>
                  <a:pt x="685" y="404"/>
                  <a:pt x="685" y="404"/>
                </a:cubicBezTo>
                <a:cubicBezTo>
                  <a:pt x="686" y="404"/>
                  <a:pt x="686" y="404"/>
                  <a:pt x="686" y="403"/>
                </a:cubicBezTo>
                <a:cubicBezTo>
                  <a:pt x="686" y="403"/>
                  <a:pt x="687" y="403"/>
                  <a:pt x="687" y="403"/>
                </a:cubicBezTo>
                <a:cubicBezTo>
                  <a:pt x="686" y="403"/>
                  <a:pt x="686" y="403"/>
                  <a:pt x="686" y="403"/>
                </a:cubicBezTo>
                <a:cubicBezTo>
                  <a:pt x="686" y="402"/>
                  <a:pt x="686" y="402"/>
                  <a:pt x="686" y="402"/>
                </a:cubicBezTo>
                <a:cubicBezTo>
                  <a:pt x="686" y="402"/>
                  <a:pt x="687" y="402"/>
                  <a:pt x="687" y="402"/>
                </a:cubicBezTo>
                <a:cubicBezTo>
                  <a:pt x="687" y="402"/>
                  <a:pt x="687" y="402"/>
                  <a:pt x="687" y="402"/>
                </a:cubicBezTo>
                <a:cubicBezTo>
                  <a:pt x="687" y="402"/>
                  <a:pt x="688" y="401"/>
                  <a:pt x="688" y="401"/>
                </a:cubicBezTo>
                <a:cubicBezTo>
                  <a:pt x="688" y="401"/>
                  <a:pt x="688" y="402"/>
                  <a:pt x="688" y="402"/>
                </a:cubicBezTo>
                <a:cubicBezTo>
                  <a:pt x="689" y="402"/>
                  <a:pt x="689" y="402"/>
                  <a:pt x="689" y="402"/>
                </a:cubicBezTo>
                <a:cubicBezTo>
                  <a:pt x="689" y="402"/>
                  <a:pt x="689" y="402"/>
                  <a:pt x="689" y="402"/>
                </a:cubicBezTo>
                <a:cubicBezTo>
                  <a:pt x="689" y="401"/>
                  <a:pt x="689" y="401"/>
                  <a:pt x="689" y="401"/>
                </a:cubicBezTo>
                <a:cubicBezTo>
                  <a:pt x="689" y="400"/>
                  <a:pt x="689" y="400"/>
                  <a:pt x="689" y="400"/>
                </a:cubicBezTo>
                <a:close/>
                <a:moveTo>
                  <a:pt x="782" y="401"/>
                </a:moveTo>
                <a:cubicBezTo>
                  <a:pt x="782" y="400"/>
                  <a:pt x="782" y="400"/>
                  <a:pt x="782" y="400"/>
                </a:cubicBezTo>
                <a:cubicBezTo>
                  <a:pt x="782" y="400"/>
                  <a:pt x="782" y="399"/>
                  <a:pt x="781" y="399"/>
                </a:cubicBezTo>
                <a:cubicBezTo>
                  <a:pt x="781" y="399"/>
                  <a:pt x="781" y="399"/>
                  <a:pt x="781" y="399"/>
                </a:cubicBezTo>
                <a:cubicBezTo>
                  <a:pt x="781" y="399"/>
                  <a:pt x="781" y="397"/>
                  <a:pt x="781" y="397"/>
                </a:cubicBezTo>
                <a:cubicBezTo>
                  <a:pt x="781" y="397"/>
                  <a:pt x="781" y="397"/>
                  <a:pt x="781" y="397"/>
                </a:cubicBezTo>
                <a:cubicBezTo>
                  <a:pt x="781" y="397"/>
                  <a:pt x="782" y="397"/>
                  <a:pt x="782" y="397"/>
                </a:cubicBezTo>
                <a:cubicBezTo>
                  <a:pt x="782" y="397"/>
                  <a:pt x="783" y="398"/>
                  <a:pt x="783" y="398"/>
                </a:cubicBezTo>
                <a:cubicBezTo>
                  <a:pt x="784" y="398"/>
                  <a:pt x="784" y="397"/>
                  <a:pt x="784" y="397"/>
                </a:cubicBezTo>
                <a:cubicBezTo>
                  <a:pt x="784" y="397"/>
                  <a:pt x="783" y="397"/>
                  <a:pt x="783" y="396"/>
                </a:cubicBezTo>
                <a:cubicBezTo>
                  <a:pt x="783" y="396"/>
                  <a:pt x="783" y="396"/>
                  <a:pt x="783" y="396"/>
                </a:cubicBezTo>
                <a:cubicBezTo>
                  <a:pt x="783" y="396"/>
                  <a:pt x="783" y="395"/>
                  <a:pt x="783" y="395"/>
                </a:cubicBezTo>
                <a:cubicBezTo>
                  <a:pt x="784" y="395"/>
                  <a:pt x="784" y="395"/>
                  <a:pt x="784" y="394"/>
                </a:cubicBezTo>
                <a:cubicBezTo>
                  <a:pt x="784" y="394"/>
                  <a:pt x="785" y="395"/>
                  <a:pt x="785" y="395"/>
                </a:cubicBezTo>
                <a:cubicBezTo>
                  <a:pt x="786" y="395"/>
                  <a:pt x="786" y="395"/>
                  <a:pt x="786" y="395"/>
                </a:cubicBezTo>
                <a:cubicBezTo>
                  <a:pt x="786" y="395"/>
                  <a:pt x="787" y="394"/>
                  <a:pt x="787" y="394"/>
                </a:cubicBezTo>
                <a:cubicBezTo>
                  <a:pt x="787" y="394"/>
                  <a:pt x="787" y="393"/>
                  <a:pt x="787" y="393"/>
                </a:cubicBezTo>
                <a:cubicBezTo>
                  <a:pt x="787" y="393"/>
                  <a:pt x="787" y="393"/>
                  <a:pt x="787" y="392"/>
                </a:cubicBezTo>
                <a:cubicBezTo>
                  <a:pt x="787" y="392"/>
                  <a:pt x="786" y="392"/>
                  <a:pt x="786" y="392"/>
                </a:cubicBezTo>
                <a:cubicBezTo>
                  <a:pt x="786" y="392"/>
                  <a:pt x="786" y="391"/>
                  <a:pt x="786" y="391"/>
                </a:cubicBezTo>
                <a:cubicBezTo>
                  <a:pt x="786" y="391"/>
                  <a:pt x="786" y="391"/>
                  <a:pt x="786" y="391"/>
                </a:cubicBezTo>
                <a:cubicBezTo>
                  <a:pt x="786" y="391"/>
                  <a:pt x="786" y="391"/>
                  <a:pt x="786" y="390"/>
                </a:cubicBezTo>
                <a:cubicBezTo>
                  <a:pt x="786" y="390"/>
                  <a:pt x="786" y="390"/>
                  <a:pt x="786" y="390"/>
                </a:cubicBezTo>
                <a:cubicBezTo>
                  <a:pt x="786" y="390"/>
                  <a:pt x="786" y="388"/>
                  <a:pt x="786" y="388"/>
                </a:cubicBezTo>
                <a:cubicBezTo>
                  <a:pt x="786" y="388"/>
                  <a:pt x="786" y="388"/>
                  <a:pt x="786" y="388"/>
                </a:cubicBezTo>
                <a:cubicBezTo>
                  <a:pt x="786" y="388"/>
                  <a:pt x="785" y="388"/>
                  <a:pt x="785" y="388"/>
                </a:cubicBezTo>
                <a:cubicBezTo>
                  <a:pt x="785" y="388"/>
                  <a:pt x="784" y="388"/>
                  <a:pt x="784" y="388"/>
                </a:cubicBezTo>
                <a:cubicBezTo>
                  <a:pt x="784" y="388"/>
                  <a:pt x="784" y="387"/>
                  <a:pt x="783" y="387"/>
                </a:cubicBezTo>
                <a:cubicBezTo>
                  <a:pt x="783" y="387"/>
                  <a:pt x="783" y="387"/>
                  <a:pt x="783" y="387"/>
                </a:cubicBezTo>
                <a:cubicBezTo>
                  <a:pt x="782" y="387"/>
                  <a:pt x="782" y="388"/>
                  <a:pt x="782" y="388"/>
                </a:cubicBezTo>
                <a:cubicBezTo>
                  <a:pt x="782" y="388"/>
                  <a:pt x="780" y="388"/>
                  <a:pt x="780" y="388"/>
                </a:cubicBezTo>
                <a:cubicBezTo>
                  <a:pt x="780" y="388"/>
                  <a:pt x="781" y="389"/>
                  <a:pt x="781" y="389"/>
                </a:cubicBezTo>
                <a:cubicBezTo>
                  <a:pt x="781" y="389"/>
                  <a:pt x="780" y="390"/>
                  <a:pt x="780" y="390"/>
                </a:cubicBezTo>
                <a:cubicBezTo>
                  <a:pt x="780" y="390"/>
                  <a:pt x="779" y="391"/>
                  <a:pt x="779" y="391"/>
                </a:cubicBezTo>
                <a:cubicBezTo>
                  <a:pt x="779" y="391"/>
                  <a:pt x="781" y="392"/>
                  <a:pt x="781" y="391"/>
                </a:cubicBezTo>
                <a:cubicBezTo>
                  <a:pt x="781" y="391"/>
                  <a:pt x="781" y="391"/>
                  <a:pt x="782" y="390"/>
                </a:cubicBezTo>
                <a:cubicBezTo>
                  <a:pt x="782" y="390"/>
                  <a:pt x="782" y="390"/>
                  <a:pt x="782" y="390"/>
                </a:cubicBezTo>
                <a:cubicBezTo>
                  <a:pt x="783" y="390"/>
                  <a:pt x="784" y="390"/>
                  <a:pt x="784" y="390"/>
                </a:cubicBezTo>
                <a:cubicBezTo>
                  <a:pt x="784" y="390"/>
                  <a:pt x="785" y="391"/>
                  <a:pt x="785" y="391"/>
                </a:cubicBezTo>
                <a:cubicBezTo>
                  <a:pt x="785" y="391"/>
                  <a:pt x="784" y="391"/>
                  <a:pt x="784" y="391"/>
                </a:cubicBezTo>
                <a:cubicBezTo>
                  <a:pt x="784" y="392"/>
                  <a:pt x="784" y="392"/>
                  <a:pt x="784" y="392"/>
                </a:cubicBezTo>
                <a:cubicBezTo>
                  <a:pt x="784" y="393"/>
                  <a:pt x="784" y="393"/>
                  <a:pt x="783" y="393"/>
                </a:cubicBezTo>
                <a:cubicBezTo>
                  <a:pt x="783" y="393"/>
                  <a:pt x="783" y="393"/>
                  <a:pt x="782" y="393"/>
                </a:cubicBezTo>
                <a:cubicBezTo>
                  <a:pt x="782" y="393"/>
                  <a:pt x="782" y="394"/>
                  <a:pt x="782" y="394"/>
                </a:cubicBezTo>
                <a:cubicBezTo>
                  <a:pt x="782" y="394"/>
                  <a:pt x="780" y="395"/>
                  <a:pt x="780" y="395"/>
                </a:cubicBezTo>
                <a:cubicBezTo>
                  <a:pt x="780" y="395"/>
                  <a:pt x="779" y="396"/>
                  <a:pt x="779" y="396"/>
                </a:cubicBezTo>
                <a:cubicBezTo>
                  <a:pt x="779" y="396"/>
                  <a:pt x="778" y="396"/>
                  <a:pt x="778" y="396"/>
                </a:cubicBezTo>
                <a:cubicBezTo>
                  <a:pt x="778" y="396"/>
                  <a:pt x="777" y="396"/>
                  <a:pt x="776" y="396"/>
                </a:cubicBezTo>
                <a:cubicBezTo>
                  <a:pt x="776" y="396"/>
                  <a:pt x="776" y="396"/>
                  <a:pt x="776" y="397"/>
                </a:cubicBezTo>
                <a:cubicBezTo>
                  <a:pt x="775" y="397"/>
                  <a:pt x="775" y="397"/>
                  <a:pt x="774" y="398"/>
                </a:cubicBezTo>
                <a:cubicBezTo>
                  <a:pt x="774" y="398"/>
                  <a:pt x="774" y="398"/>
                  <a:pt x="774" y="398"/>
                </a:cubicBezTo>
                <a:cubicBezTo>
                  <a:pt x="773" y="399"/>
                  <a:pt x="773" y="399"/>
                  <a:pt x="773" y="399"/>
                </a:cubicBezTo>
                <a:cubicBezTo>
                  <a:pt x="772" y="399"/>
                  <a:pt x="772" y="399"/>
                  <a:pt x="772" y="399"/>
                </a:cubicBezTo>
                <a:cubicBezTo>
                  <a:pt x="772" y="399"/>
                  <a:pt x="772" y="400"/>
                  <a:pt x="772" y="400"/>
                </a:cubicBezTo>
                <a:cubicBezTo>
                  <a:pt x="772" y="400"/>
                  <a:pt x="773" y="400"/>
                  <a:pt x="773" y="400"/>
                </a:cubicBezTo>
                <a:cubicBezTo>
                  <a:pt x="773" y="401"/>
                  <a:pt x="773" y="401"/>
                  <a:pt x="772" y="401"/>
                </a:cubicBezTo>
                <a:cubicBezTo>
                  <a:pt x="772" y="402"/>
                  <a:pt x="772" y="402"/>
                  <a:pt x="772" y="402"/>
                </a:cubicBezTo>
                <a:cubicBezTo>
                  <a:pt x="772" y="402"/>
                  <a:pt x="770" y="402"/>
                  <a:pt x="770" y="402"/>
                </a:cubicBezTo>
                <a:cubicBezTo>
                  <a:pt x="770" y="402"/>
                  <a:pt x="768" y="403"/>
                  <a:pt x="768" y="403"/>
                </a:cubicBezTo>
                <a:cubicBezTo>
                  <a:pt x="768" y="403"/>
                  <a:pt x="768" y="403"/>
                  <a:pt x="768" y="403"/>
                </a:cubicBezTo>
                <a:cubicBezTo>
                  <a:pt x="768" y="403"/>
                  <a:pt x="767" y="403"/>
                  <a:pt x="767" y="403"/>
                </a:cubicBezTo>
                <a:cubicBezTo>
                  <a:pt x="767" y="403"/>
                  <a:pt x="766" y="403"/>
                  <a:pt x="766" y="403"/>
                </a:cubicBezTo>
                <a:cubicBezTo>
                  <a:pt x="765" y="403"/>
                  <a:pt x="765" y="403"/>
                  <a:pt x="765" y="403"/>
                </a:cubicBezTo>
                <a:cubicBezTo>
                  <a:pt x="765" y="403"/>
                  <a:pt x="761" y="400"/>
                  <a:pt x="761" y="400"/>
                </a:cubicBezTo>
                <a:cubicBezTo>
                  <a:pt x="761" y="400"/>
                  <a:pt x="760" y="400"/>
                  <a:pt x="760" y="400"/>
                </a:cubicBezTo>
                <a:cubicBezTo>
                  <a:pt x="760" y="400"/>
                  <a:pt x="760" y="400"/>
                  <a:pt x="760" y="400"/>
                </a:cubicBezTo>
                <a:cubicBezTo>
                  <a:pt x="760" y="400"/>
                  <a:pt x="759" y="400"/>
                  <a:pt x="759" y="400"/>
                </a:cubicBezTo>
                <a:cubicBezTo>
                  <a:pt x="759" y="400"/>
                  <a:pt x="758" y="400"/>
                  <a:pt x="758" y="400"/>
                </a:cubicBezTo>
                <a:cubicBezTo>
                  <a:pt x="758" y="399"/>
                  <a:pt x="758" y="399"/>
                  <a:pt x="758" y="399"/>
                </a:cubicBezTo>
                <a:cubicBezTo>
                  <a:pt x="759" y="399"/>
                  <a:pt x="759" y="398"/>
                  <a:pt x="759" y="398"/>
                </a:cubicBezTo>
                <a:cubicBezTo>
                  <a:pt x="759" y="398"/>
                  <a:pt x="759" y="397"/>
                  <a:pt x="759" y="397"/>
                </a:cubicBezTo>
                <a:cubicBezTo>
                  <a:pt x="759" y="397"/>
                  <a:pt x="759" y="398"/>
                  <a:pt x="758" y="398"/>
                </a:cubicBezTo>
                <a:cubicBezTo>
                  <a:pt x="758" y="398"/>
                  <a:pt x="757" y="398"/>
                  <a:pt x="757" y="398"/>
                </a:cubicBezTo>
                <a:cubicBezTo>
                  <a:pt x="757" y="399"/>
                  <a:pt x="756" y="399"/>
                  <a:pt x="756" y="399"/>
                </a:cubicBezTo>
                <a:cubicBezTo>
                  <a:pt x="755" y="399"/>
                  <a:pt x="755" y="399"/>
                  <a:pt x="755" y="399"/>
                </a:cubicBezTo>
                <a:cubicBezTo>
                  <a:pt x="754" y="399"/>
                  <a:pt x="754" y="399"/>
                  <a:pt x="754" y="399"/>
                </a:cubicBezTo>
                <a:cubicBezTo>
                  <a:pt x="754" y="399"/>
                  <a:pt x="753" y="399"/>
                  <a:pt x="753" y="399"/>
                </a:cubicBezTo>
                <a:cubicBezTo>
                  <a:pt x="753" y="399"/>
                  <a:pt x="752" y="399"/>
                  <a:pt x="752" y="399"/>
                </a:cubicBezTo>
                <a:cubicBezTo>
                  <a:pt x="752" y="399"/>
                  <a:pt x="751" y="399"/>
                  <a:pt x="750" y="399"/>
                </a:cubicBezTo>
                <a:cubicBezTo>
                  <a:pt x="750" y="399"/>
                  <a:pt x="750" y="399"/>
                  <a:pt x="750" y="399"/>
                </a:cubicBezTo>
                <a:cubicBezTo>
                  <a:pt x="749" y="400"/>
                  <a:pt x="749" y="399"/>
                  <a:pt x="749" y="399"/>
                </a:cubicBezTo>
                <a:cubicBezTo>
                  <a:pt x="749" y="399"/>
                  <a:pt x="749" y="399"/>
                  <a:pt x="748" y="399"/>
                </a:cubicBezTo>
                <a:cubicBezTo>
                  <a:pt x="748" y="399"/>
                  <a:pt x="748" y="399"/>
                  <a:pt x="748" y="399"/>
                </a:cubicBezTo>
                <a:cubicBezTo>
                  <a:pt x="748" y="398"/>
                  <a:pt x="748" y="398"/>
                  <a:pt x="748" y="398"/>
                </a:cubicBezTo>
                <a:cubicBezTo>
                  <a:pt x="748" y="398"/>
                  <a:pt x="747" y="399"/>
                  <a:pt x="747" y="399"/>
                </a:cubicBezTo>
                <a:cubicBezTo>
                  <a:pt x="747" y="399"/>
                  <a:pt x="747" y="399"/>
                  <a:pt x="747" y="400"/>
                </a:cubicBezTo>
                <a:cubicBezTo>
                  <a:pt x="747" y="400"/>
                  <a:pt x="747" y="400"/>
                  <a:pt x="747" y="400"/>
                </a:cubicBezTo>
                <a:cubicBezTo>
                  <a:pt x="747" y="400"/>
                  <a:pt x="747" y="401"/>
                  <a:pt x="747" y="401"/>
                </a:cubicBezTo>
                <a:cubicBezTo>
                  <a:pt x="747" y="401"/>
                  <a:pt x="747" y="401"/>
                  <a:pt x="747" y="401"/>
                </a:cubicBezTo>
                <a:cubicBezTo>
                  <a:pt x="746" y="401"/>
                  <a:pt x="746" y="402"/>
                  <a:pt x="746" y="402"/>
                </a:cubicBezTo>
                <a:cubicBezTo>
                  <a:pt x="746" y="402"/>
                  <a:pt x="746" y="402"/>
                  <a:pt x="745" y="402"/>
                </a:cubicBezTo>
                <a:cubicBezTo>
                  <a:pt x="745" y="402"/>
                  <a:pt x="744" y="403"/>
                  <a:pt x="744" y="402"/>
                </a:cubicBezTo>
                <a:cubicBezTo>
                  <a:pt x="744" y="402"/>
                  <a:pt x="744" y="402"/>
                  <a:pt x="744" y="402"/>
                </a:cubicBezTo>
                <a:cubicBezTo>
                  <a:pt x="744" y="402"/>
                  <a:pt x="743" y="401"/>
                  <a:pt x="743" y="401"/>
                </a:cubicBezTo>
                <a:cubicBezTo>
                  <a:pt x="743" y="401"/>
                  <a:pt x="743" y="401"/>
                  <a:pt x="743" y="401"/>
                </a:cubicBezTo>
                <a:cubicBezTo>
                  <a:pt x="742" y="402"/>
                  <a:pt x="742" y="402"/>
                  <a:pt x="741" y="402"/>
                </a:cubicBezTo>
                <a:cubicBezTo>
                  <a:pt x="741" y="402"/>
                  <a:pt x="741" y="402"/>
                  <a:pt x="741" y="401"/>
                </a:cubicBezTo>
                <a:cubicBezTo>
                  <a:pt x="741" y="401"/>
                  <a:pt x="740" y="401"/>
                  <a:pt x="740" y="401"/>
                </a:cubicBezTo>
                <a:cubicBezTo>
                  <a:pt x="740" y="401"/>
                  <a:pt x="740" y="400"/>
                  <a:pt x="739" y="400"/>
                </a:cubicBezTo>
                <a:cubicBezTo>
                  <a:pt x="739" y="400"/>
                  <a:pt x="739" y="400"/>
                  <a:pt x="739" y="399"/>
                </a:cubicBezTo>
                <a:cubicBezTo>
                  <a:pt x="739" y="399"/>
                  <a:pt x="738" y="399"/>
                  <a:pt x="738" y="399"/>
                </a:cubicBezTo>
                <a:cubicBezTo>
                  <a:pt x="738" y="398"/>
                  <a:pt x="737" y="398"/>
                  <a:pt x="737" y="398"/>
                </a:cubicBezTo>
                <a:cubicBezTo>
                  <a:pt x="737" y="398"/>
                  <a:pt x="736" y="398"/>
                  <a:pt x="736" y="398"/>
                </a:cubicBezTo>
                <a:cubicBezTo>
                  <a:pt x="736" y="398"/>
                  <a:pt x="735" y="397"/>
                  <a:pt x="735" y="397"/>
                </a:cubicBezTo>
                <a:cubicBezTo>
                  <a:pt x="735" y="397"/>
                  <a:pt x="734" y="397"/>
                  <a:pt x="734" y="397"/>
                </a:cubicBezTo>
                <a:cubicBezTo>
                  <a:pt x="733" y="397"/>
                  <a:pt x="732" y="397"/>
                  <a:pt x="732" y="397"/>
                </a:cubicBezTo>
                <a:cubicBezTo>
                  <a:pt x="731" y="397"/>
                  <a:pt x="731" y="397"/>
                  <a:pt x="731" y="397"/>
                </a:cubicBezTo>
                <a:cubicBezTo>
                  <a:pt x="731" y="397"/>
                  <a:pt x="730" y="396"/>
                  <a:pt x="730" y="396"/>
                </a:cubicBezTo>
                <a:cubicBezTo>
                  <a:pt x="729" y="396"/>
                  <a:pt x="729" y="395"/>
                  <a:pt x="729" y="395"/>
                </a:cubicBezTo>
                <a:cubicBezTo>
                  <a:pt x="729" y="395"/>
                  <a:pt x="729" y="395"/>
                  <a:pt x="729" y="395"/>
                </a:cubicBezTo>
                <a:cubicBezTo>
                  <a:pt x="728" y="395"/>
                  <a:pt x="728" y="395"/>
                  <a:pt x="728" y="395"/>
                </a:cubicBezTo>
                <a:cubicBezTo>
                  <a:pt x="728" y="395"/>
                  <a:pt x="726" y="395"/>
                  <a:pt x="726" y="395"/>
                </a:cubicBezTo>
                <a:cubicBezTo>
                  <a:pt x="725" y="395"/>
                  <a:pt x="725" y="395"/>
                  <a:pt x="725" y="395"/>
                </a:cubicBezTo>
                <a:cubicBezTo>
                  <a:pt x="725" y="395"/>
                  <a:pt x="723" y="395"/>
                  <a:pt x="723" y="395"/>
                </a:cubicBezTo>
                <a:cubicBezTo>
                  <a:pt x="722" y="395"/>
                  <a:pt x="722" y="395"/>
                  <a:pt x="721" y="394"/>
                </a:cubicBezTo>
                <a:cubicBezTo>
                  <a:pt x="721" y="394"/>
                  <a:pt x="721" y="394"/>
                  <a:pt x="720" y="394"/>
                </a:cubicBezTo>
                <a:cubicBezTo>
                  <a:pt x="720" y="393"/>
                  <a:pt x="719" y="392"/>
                  <a:pt x="719" y="392"/>
                </a:cubicBezTo>
                <a:cubicBezTo>
                  <a:pt x="719" y="392"/>
                  <a:pt x="718" y="392"/>
                  <a:pt x="718" y="393"/>
                </a:cubicBezTo>
                <a:cubicBezTo>
                  <a:pt x="718" y="394"/>
                  <a:pt x="718" y="393"/>
                  <a:pt x="717" y="393"/>
                </a:cubicBezTo>
                <a:cubicBezTo>
                  <a:pt x="717" y="394"/>
                  <a:pt x="717" y="393"/>
                  <a:pt x="717" y="393"/>
                </a:cubicBezTo>
                <a:cubicBezTo>
                  <a:pt x="717" y="393"/>
                  <a:pt x="716" y="393"/>
                  <a:pt x="716" y="393"/>
                </a:cubicBezTo>
                <a:cubicBezTo>
                  <a:pt x="716" y="393"/>
                  <a:pt x="716" y="393"/>
                  <a:pt x="716" y="393"/>
                </a:cubicBezTo>
                <a:cubicBezTo>
                  <a:pt x="716" y="393"/>
                  <a:pt x="715" y="393"/>
                  <a:pt x="715" y="393"/>
                </a:cubicBezTo>
                <a:cubicBezTo>
                  <a:pt x="715" y="393"/>
                  <a:pt x="714" y="393"/>
                  <a:pt x="714" y="393"/>
                </a:cubicBezTo>
                <a:cubicBezTo>
                  <a:pt x="714" y="392"/>
                  <a:pt x="714" y="392"/>
                  <a:pt x="714" y="392"/>
                </a:cubicBezTo>
                <a:cubicBezTo>
                  <a:pt x="714" y="392"/>
                  <a:pt x="713" y="392"/>
                  <a:pt x="713" y="392"/>
                </a:cubicBezTo>
                <a:cubicBezTo>
                  <a:pt x="713" y="392"/>
                  <a:pt x="713" y="393"/>
                  <a:pt x="713" y="393"/>
                </a:cubicBezTo>
                <a:cubicBezTo>
                  <a:pt x="713" y="393"/>
                  <a:pt x="712" y="393"/>
                  <a:pt x="712" y="393"/>
                </a:cubicBezTo>
                <a:cubicBezTo>
                  <a:pt x="712" y="393"/>
                  <a:pt x="712" y="393"/>
                  <a:pt x="712" y="393"/>
                </a:cubicBezTo>
                <a:cubicBezTo>
                  <a:pt x="711" y="393"/>
                  <a:pt x="711" y="393"/>
                  <a:pt x="711" y="393"/>
                </a:cubicBezTo>
                <a:cubicBezTo>
                  <a:pt x="711" y="393"/>
                  <a:pt x="709" y="393"/>
                  <a:pt x="709" y="393"/>
                </a:cubicBezTo>
                <a:cubicBezTo>
                  <a:pt x="709" y="393"/>
                  <a:pt x="708" y="393"/>
                  <a:pt x="708" y="393"/>
                </a:cubicBezTo>
                <a:cubicBezTo>
                  <a:pt x="708" y="393"/>
                  <a:pt x="707" y="394"/>
                  <a:pt x="707" y="394"/>
                </a:cubicBezTo>
                <a:cubicBezTo>
                  <a:pt x="707" y="394"/>
                  <a:pt x="707" y="394"/>
                  <a:pt x="707" y="394"/>
                </a:cubicBezTo>
                <a:cubicBezTo>
                  <a:pt x="707" y="394"/>
                  <a:pt x="707" y="395"/>
                  <a:pt x="707" y="395"/>
                </a:cubicBezTo>
                <a:cubicBezTo>
                  <a:pt x="707" y="395"/>
                  <a:pt x="706" y="396"/>
                  <a:pt x="706" y="396"/>
                </a:cubicBezTo>
                <a:cubicBezTo>
                  <a:pt x="706" y="396"/>
                  <a:pt x="706" y="396"/>
                  <a:pt x="706" y="396"/>
                </a:cubicBezTo>
                <a:cubicBezTo>
                  <a:pt x="706" y="396"/>
                  <a:pt x="706" y="396"/>
                  <a:pt x="705" y="395"/>
                </a:cubicBezTo>
                <a:cubicBezTo>
                  <a:pt x="705" y="395"/>
                  <a:pt x="705" y="395"/>
                  <a:pt x="705" y="395"/>
                </a:cubicBezTo>
                <a:cubicBezTo>
                  <a:pt x="705" y="395"/>
                  <a:pt x="705" y="395"/>
                  <a:pt x="705" y="396"/>
                </a:cubicBezTo>
                <a:cubicBezTo>
                  <a:pt x="705" y="396"/>
                  <a:pt x="705" y="396"/>
                  <a:pt x="705" y="396"/>
                </a:cubicBezTo>
                <a:cubicBezTo>
                  <a:pt x="705" y="397"/>
                  <a:pt x="704" y="397"/>
                  <a:pt x="704" y="397"/>
                </a:cubicBezTo>
                <a:cubicBezTo>
                  <a:pt x="704" y="397"/>
                  <a:pt x="704" y="397"/>
                  <a:pt x="704" y="397"/>
                </a:cubicBezTo>
                <a:cubicBezTo>
                  <a:pt x="704" y="397"/>
                  <a:pt x="704" y="397"/>
                  <a:pt x="703" y="397"/>
                </a:cubicBezTo>
                <a:cubicBezTo>
                  <a:pt x="703" y="397"/>
                  <a:pt x="703" y="396"/>
                  <a:pt x="703" y="396"/>
                </a:cubicBezTo>
                <a:cubicBezTo>
                  <a:pt x="703" y="396"/>
                  <a:pt x="702" y="396"/>
                  <a:pt x="702" y="396"/>
                </a:cubicBezTo>
                <a:cubicBezTo>
                  <a:pt x="702" y="396"/>
                  <a:pt x="702" y="396"/>
                  <a:pt x="702" y="396"/>
                </a:cubicBezTo>
                <a:cubicBezTo>
                  <a:pt x="701" y="397"/>
                  <a:pt x="701" y="397"/>
                  <a:pt x="702" y="397"/>
                </a:cubicBezTo>
                <a:cubicBezTo>
                  <a:pt x="702" y="397"/>
                  <a:pt x="702" y="398"/>
                  <a:pt x="701" y="398"/>
                </a:cubicBezTo>
                <a:cubicBezTo>
                  <a:pt x="701" y="398"/>
                  <a:pt x="701" y="398"/>
                  <a:pt x="701" y="398"/>
                </a:cubicBezTo>
                <a:cubicBezTo>
                  <a:pt x="701" y="398"/>
                  <a:pt x="700" y="397"/>
                  <a:pt x="700" y="397"/>
                </a:cubicBezTo>
                <a:cubicBezTo>
                  <a:pt x="700" y="397"/>
                  <a:pt x="699" y="398"/>
                  <a:pt x="699" y="398"/>
                </a:cubicBezTo>
                <a:cubicBezTo>
                  <a:pt x="699" y="398"/>
                  <a:pt x="699" y="398"/>
                  <a:pt x="698" y="398"/>
                </a:cubicBezTo>
                <a:cubicBezTo>
                  <a:pt x="698" y="398"/>
                  <a:pt x="698" y="398"/>
                  <a:pt x="698" y="398"/>
                </a:cubicBezTo>
                <a:cubicBezTo>
                  <a:pt x="698" y="397"/>
                  <a:pt x="697" y="398"/>
                  <a:pt x="697" y="398"/>
                </a:cubicBezTo>
                <a:cubicBezTo>
                  <a:pt x="697" y="398"/>
                  <a:pt x="697" y="398"/>
                  <a:pt x="698" y="399"/>
                </a:cubicBezTo>
                <a:cubicBezTo>
                  <a:pt x="698" y="399"/>
                  <a:pt x="698" y="399"/>
                  <a:pt x="698" y="400"/>
                </a:cubicBezTo>
                <a:cubicBezTo>
                  <a:pt x="697" y="400"/>
                  <a:pt x="697" y="400"/>
                  <a:pt x="697" y="400"/>
                </a:cubicBezTo>
                <a:cubicBezTo>
                  <a:pt x="697" y="401"/>
                  <a:pt x="696" y="401"/>
                  <a:pt x="696" y="401"/>
                </a:cubicBezTo>
                <a:cubicBezTo>
                  <a:pt x="696" y="401"/>
                  <a:pt x="696" y="403"/>
                  <a:pt x="696" y="403"/>
                </a:cubicBezTo>
                <a:cubicBezTo>
                  <a:pt x="696" y="403"/>
                  <a:pt x="696" y="404"/>
                  <a:pt x="696" y="404"/>
                </a:cubicBezTo>
                <a:cubicBezTo>
                  <a:pt x="696" y="404"/>
                  <a:pt x="696" y="406"/>
                  <a:pt x="696" y="406"/>
                </a:cubicBezTo>
                <a:cubicBezTo>
                  <a:pt x="696" y="406"/>
                  <a:pt x="696" y="407"/>
                  <a:pt x="696" y="408"/>
                </a:cubicBezTo>
                <a:cubicBezTo>
                  <a:pt x="696" y="408"/>
                  <a:pt x="697" y="408"/>
                  <a:pt x="698" y="408"/>
                </a:cubicBezTo>
                <a:cubicBezTo>
                  <a:pt x="698" y="408"/>
                  <a:pt x="698" y="409"/>
                  <a:pt x="698" y="409"/>
                </a:cubicBezTo>
                <a:cubicBezTo>
                  <a:pt x="698" y="409"/>
                  <a:pt x="698" y="409"/>
                  <a:pt x="698" y="409"/>
                </a:cubicBezTo>
                <a:cubicBezTo>
                  <a:pt x="698" y="409"/>
                  <a:pt x="698" y="409"/>
                  <a:pt x="699" y="409"/>
                </a:cubicBezTo>
                <a:cubicBezTo>
                  <a:pt x="699" y="409"/>
                  <a:pt x="699" y="409"/>
                  <a:pt x="699" y="409"/>
                </a:cubicBezTo>
                <a:cubicBezTo>
                  <a:pt x="699" y="409"/>
                  <a:pt x="700" y="409"/>
                  <a:pt x="700" y="408"/>
                </a:cubicBezTo>
                <a:cubicBezTo>
                  <a:pt x="700" y="408"/>
                  <a:pt x="702" y="408"/>
                  <a:pt x="702" y="408"/>
                </a:cubicBezTo>
                <a:cubicBezTo>
                  <a:pt x="702" y="408"/>
                  <a:pt x="704" y="408"/>
                  <a:pt x="704" y="408"/>
                </a:cubicBezTo>
                <a:cubicBezTo>
                  <a:pt x="704" y="408"/>
                  <a:pt x="705" y="408"/>
                  <a:pt x="705" y="408"/>
                </a:cubicBezTo>
                <a:cubicBezTo>
                  <a:pt x="706" y="407"/>
                  <a:pt x="706" y="408"/>
                  <a:pt x="706" y="408"/>
                </a:cubicBezTo>
                <a:cubicBezTo>
                  <a:pt x="706" y="408"/>
                  <a:pt x="707" y="409"/>
                  <a:pt x="707" y="409"/>
                </a:cubicBezTo>
                <a:cubicBezTo>
                  <a:pt x="707" y="409"/>
                  <a:pt x="708" y="409"/>
                  <a:pt x="708" y="409"/>
                </a:cubicBezTo>
                <a:cubicBezTo>
                  <a:pt x="711" y="409"/>
                  <a:pt x="711" y="409"/>
                  <a:pt x="711" y="409"/>
                </a:cubicBezTo>
                <a:cubicBezTo>
                  <a:pt x="711" y="409"/>
                  <a:pt x="711" y="409"/>
                  <a:pt x="711" y="409"/>
                </a:cubicBezTo>
                <a:cubicBezTo>
                  <a:pt x="711" y="409"/>
                  <a:pt x="712" y="408"/>
                  <a:pt x="712" y="408"/>
                </a:cubicBezTo>
                <a:cubicBezTo>
                  <a:pt x="718" y="408"/>
                  <a:pt x="718" y="408"/>
                  <a:pt x="718" y="408"/>
                </a:cubicBezTo>
                <a:cubicBezTo>
                  <a:pt x="718" y="408"/>
                  <a:pt x="719" y="409"/>
                  <a:pt x="719" y="409"/>
                </a:cubicBezTo>
                <a:cubicBezTo>
                  <a:pt x="719" y="409"/>
                  <a:pt x="719" y="410"/>
                  <a:pt x="719" y="410"/>
                </a:cubicBezTo>
                <a:cubicBezTo>
                  <a:pt x="720" y="410"/>
                  <a:pt x="721" y="410"/>
                  <a:pt x="721" y="410"/>
                </a:cubicBezTo>
                <a:cubicBezTo>
                  <a:pt x="721" y="411"/>
                  <a:pt x="723" y="411"/>
                  <a:pt x="723" y="410"/>
                </a:cubicBezTo>
                <a:cubicBezTo>
                  <a:pt x="723" y="410"/>
                  <a:pt x="724" y="410"/>
                  <a:pt x="724" y="410"/>
                </a:cubicBezTo>
                <a:cubicBezTo>
                  <a:pt x="724" y="409"/>
                  <a:pt x="724" y="409"/>
                  <a:pt x="724" y="409"/>
                </a:cubicBezTo>
                <a:cubicBezTo>
                  <a:pt x="724" y="409"/>
                  <a:pt x="725" y="409"/>
                  <a:pt x="725" y="409"/>
                </a:cubicBezTo>
                <a:cubicBezTo>
                  <a:pt x="725" y="409"/>
                  <a:pt x="726" y="409"/>
                  <a:pt x="726" y="410"/>
                </a:cubicBezTo>
                <a:cubicBezTo>
                  <a:pt x="726" y="410"/>
                  <a:pt x="726" y="410"/>
                  <a:pt x="727" y="411"/>
                </a:cubicBezTo>
                <a:cubicBezTo>
                  <a:pt x="727" y="411"/>
                  <a:pt x="728" y="412"/>
                  <a:pt x="728" y="412"/>
                </a:cubicBezTo>
                <a:cubicBezTo>
                  <a:pt x="728" y="412"/>
                  <a:pt x="729" y="412"/>
                  <a:pt x="729" y="412"/>
                </a:cubicBezTo>
                <a:cubicBezTo>
                  <a:pt x="729" y="412"/>
                  <a:pt x="731" y="412"/>
                  <a:pt x="731" y="412"/>
                </a:cubicBezTo>
                <a:cubicBezTo>
                  <a:pt x="731" y="412"/>
                  <a:pt x="732" y="412"/>
                  <a:pt x="732" y="412"/>
                </a:cubicBezTo>
                <a:cubicBezTo>
                  <a:pt x="732" y="411"/>
                  <a:pt x="733" y="411"/>
                  <a:pt x="733" y="411"/>
                </a:cubicBezTo>
                <a:cubicBezTo>
                  <a:pt x="733" y="411"/>
                  <a:pt x="734" y="411"/>
                  <a:pt x="734" y="411"/>
                </a:cubicBezTo>
                <a:cubicBezTo>
                  <a:pt x="734" y="410"/>
                  <a:pt x="736" y="410"/>
                  <a:pt x="736" y="410"/>
                </a:cubicBezTo>
                <a:cubicBezTo>
                  <a:pt x="736" y="410"/>
                  <a:pt x="738" y="411"/>
                  <a:pt x="738" y="411"/>
                </a:cubicBezTo>
                <a:cubicBezTo>
                  <a:pt x="738" y="411"/>
                  <a:pt x="739" y="411"/>
                  <a:pt x="739" y="411"/>
                </a:cubicBezTo>
                <a:cubicBezTo>
                  <a:pt x="739" y="411"/>
                  <a:pt x="740" y="411"/>
                  <a:pt x="740" y="410"/>
                </a:cubicBezTo>
                <a:cubicBezTo>
                  <a:pt x="740" y="410"/>
                  <a:pt x="740" y="410"/>
                  <a:pt x="740" y="410"/>
                </a:cubicBezTo>
                <a:cubicBezTo>
                  <a:pt x="740" y="410"/>
                  <a:pt x="740" y="409"/>
                  <a:pt x="740" y="409"/>
                </a:cubicBezTo>
                <a:cubicBezTo>
                  <a:pt x="741" y="408"/>
                  <a:pt x="741" y="408"/>
                  <a:pt x="741" y="408"/>
                </a:cubicBezTo>
                <a:cubicBezTo>
                  <a:pt x="741" y="408"/>
                  <a:pt x="741" y="408"/>
                  <a:pt x="741" y="408"/>
                </a:cubicBezTo>
                <a:cubicBezTo>
                  <a:pt x="741" y="408"/>
                  <a:pt x="743" y="408"/>
                  <a:pt x="743" y="408"/>
                </a:cubicBezTo>
                <a:cubicBezTo>
                  <a:pt x="743" y="408"/>
                  <a:pt x="747" y="408"/>
                  <a:pt x="747" y="408"/>
                </a:cubicBezTo>
                <a:cubicBezTo>
                  <a:pt x="747" y="408"/>
                  <a:pt x="747" y="409"/>
                  <a:pt x="747" y="409"/>
                </a:cubicBezTo>
                <a:cubicBezTo>
                  <a:pt x="748" y="409"/>
                  <a:pt x="748" y="409"/>
                  <a:pt x="748" y="409"/>
                </a:cubicBezTo>
                <a:cubicBezTo>
                  <a:pt x="748" y="409"/>
                  <a:pt x="748" y="410"/>
                  <a:pt x="748" y="410"/>
                </a:cubicBezTo>
                <a:cubicBezTo>
                  <a:pt x="748" y="410"/>
                  <a:pt x="748" y="411"/>
                  <a:pt x="748" y="411"/>
                </a:cubicBezTo>
                <a:cubicBezTo>
                  <a:pt x="748" y="411"/>
                  <a:pt x="748" y="411"/>
                  <a:pt x="748" y="411"/>
                </a:cubicBezTo>
                <a:cubicBezTo>
                  <a:pt x="748" y="411"/>
                  <a:pt x="749" y="410"/>
                  <a:pt x="749" y="410"/>
                </a:cubicBezTo>
                <a:cubicBezTo>
                  <a:pt x="749" y="410"/>
                  <a:pt x="749" y="409"/>
                  <a:pt x="749" y="409"/>
                </a:cubicBezTo>
                <a:cubicBezTo>
                  <a:pt x="749" y="409"/>
                  <a:pt x="750" y="410"/>
                  <a:pt x="750" y="410"/>
                </a:cubicBezTo>
                <a:cubicBezTo>
                  <a:pt x="750" y="410"/>
                  <a:pt x="751" y="410"/>
                  <a:pt x="751" y="410"/>
                </a:cubicBezTo>
                <a:cubicBezTo>
                  <a:pt x="751" y="410"/>
                  <a:pt x="752" y="410"/>
                  <a:pt x="752" y="410"/>
                </a:cubicBezTo>
                <a:cubicBezTo>
                  <a:pt x="753" y="410"/>
                  <a:pt x="753" y="409"/>
                  <a:pt x="754" y="409"/>
                </a:cubicBezTo>
                <a:cubicBezTo>
                  <a:pt x="754" y="409"/>
                  <a:pt x="755" y="409"/>
                  <a:pt x="755" y="409"/>
                </a:cubicBezTo>
                <a:cubicBezTo>
                  <a:pt x="755" y="409"/>
                  <a:pt x="756" y="409"/>
                  <a:pt x="756" y="409"/>
                </a:cubicBezTo>
                <a:cubicBezTo>
                  <a:pt x="757" y="409"/>
                  <a:pt x="757" y="408"/>
                  <a:pt x="757" y="408"/>
                </a:cubicBezTo>
                <a:cubicBezTo>
                  <a:pt x="757" y="408"/>
                  <a:pt x="758" y="408"/>
                  <a:pt x="758" y="408"/>
                </a:cubicBezTo>
                <a:cubicBezTo>
                  <a:pt x="759" y="408"/>
                  <a:pt x="760" y="406"/>
                  <a:pt x="761" y="406"/>
                </a:cubicBezTo>
                <a:cubicBezTo>
                  <a:pt x="761" y="406"/>
                  <a:pt x="761" y="406"/>
                  <a:pt x="762" y="406"/>
                </a:cubicBezTo>
                <a:cubicBezTo>
                  <a:pt x="762" y="406"/>
                  <a:pt x="763" y="406"/>
                  <a:pt x="763" y="406"/>
                </a:cubicBezTo>
                <a:cubicBezTo>
                  <a:pt x="763" y="406"/>
                  <a:pt x="764" y="406"/>
                  <a:pt x="764" y="406"/>
                </a:cubicBezTo>
                <a:cubicBezTo>
                  <a:pt x="764" y="406"/>
                  <a:pt x="765" y="406"/>
                  <a:pt x="766" y="406"/>
                </a:cubicBezTo>
                <a:cubicBezTo>
                  <a:pt x="766" y="406"/>
                  <a:pt x="767" y="406"/>
                  <a:pt x="767" y="406"/>
                </a:cubicBezTo>
                <a:cubicBezTo>
                  <a:pt x="768" y="406"/>
                  <a:pt x="769" y="406"/>
                  <a:pt x="769" y="406"/>
                </a:cubicBezTo>
                <a:cubicBezTo>
                  <a:pt x="770" y="406"/>
                  <a:pt x="770" y="406"/>
                  <a:pt x="770" y="406"/>
                </a:cubicBezTo>
                <a:cubicBezTo>
                  <a:pt x="771" y="406"/>
                  <a:pt x="772" y="406"/>
                  <a:pt x="772" y="406"/>
                </a:cubicBezTo>
                <a:cubicBezTo>
                  <a:pt x="773" y="405"/>
                  <a:pt x="773" y="405"/>
                  <a:pt x="774" y="404"/>
                </a:cubicBezTo>
                <a:cubicBezTo>
                  <a:pt x="774" y="404"/>
                  <a:pt x="775" y="403"/>
                  <a:pt x="776" y="403"/>
                </a:cubicBezTo>
                <a:cubicBezTo>
                  <a:pt x="776" y="403"/>
                  <a:pt x="777" y="403"/>
                  <a:pt x="777" y="403"/>
                </a:cubicBezTo>
                <a:cubicBezTo>
                  <a:pt x="778" y="403"/>
                  <a:pt x="780" y="402"/>
                  <a:pt x="780" y="402"/>
                </a:cubicBezTo>
                <a:cubicBezTo>
                  <a:pt x="781" y="402"/>
                  <a:pt x="782" y="402"/>
                  <a:pt x="782" y="402"/>
                </a:cubicBezTo>
                <a:cubicBezTo>
                  <a:pt x="782" y="402"/>
                  <a:pt x="782" y="401"/>
                  <a:pt x="782" y="401"/>
                </a:cubicBezTo>
                <a:close/>
                <a:moveTo>
                  <a:pt x="795" y="194"/>
                </a:moveTo>
                <a:cubicBezTo>
                  <a:pt x="796" y="194"/>
                  <a:pt x="796" y="194"/>
                  <a:pt x="795" y="193"/>
                </a:cubicBezTo>
                <a:cubicBezTo>
                  <a:pt x="795" y="192"/>
                  <a:pt x="794" y="190"/>
                  <a:pt x="794" y="192"/>
                </a:cubicBezTo>
                <a:cubicBezTo>
                  <a:pt x="793" y="192"/>
                  <a:pt x="794" y="192"/>
                  <a:pt x="793" y="192"/>
                </a:cubicBezTo>
                <a:cubicBezTo>
                  <a:pt x="792" y="192"/>
                  <a:pt x="792" y="191"/>
                  <a:pt x="791" y="192"/>
                </a:cubicBezTo>
                <a:cubicBezTo>
                  <a:pt x="790" y="192"/>
                  <a:pt x="790" y="192"/>
                  <a:pt x="789" y="192"/>
                </a:cubicBezTo>
                <a:cubicBezTo>
                  <a:pt x="789" y="192"/>
                  <a:pt x="788" y="193"/>
                  <a:pt x="788" y="192"/>
                </a:cubicBezTo>
                <a:cubicBezTo>
                  <a:pt x="787" y="192"/>
                  <a:pt x="787" y="192"/>
                  <a:pt x="787" y="192"/>
                </a:cubicBezTo>
                <a:cubicBezTo>
                  <a:pt x="786" y="192"/>
                  <a:pt x="786" y="193"/>
                  <a:pt x="786" y="193"/>
                </a:cubicBezTo>
                <a:cubicBezTo>
                  <a:pt x="785" y="194"/>
                  <a:pt x="784" y="194"/>
                  <a:pt x="784" y="195"/>
                </a:cubicBezTo>
                <a:cubicBezTo>
                  <a:pt x="783" y="196"/>
                  <a:pt x="783" y="197"/>
                  <a:pt x="783" y="198"/>
                </a:cubicBezTo>
                <a:cubicBezTo>
                  <a:pt x="783" y="198"/>
                  <a:pt x="783" y="199"/>
                  <a:pt x="783" y="200"/>
                </a:cubicBezTo>
                <a:cubicBezTo>
                  <a:pt x="783" y="201"/>
                  <a:pt x="784" y="201"/>
                  <a:pt x="784" y="202"/>
                </a:cubicBezTo>
                <a:cubicBezTo>
                  <a:pt x="785" y="202"/>
                  <a:pt x="785" y="203"/>
                  <a:pt x="785" y="203"/>
                </a:cubicBezTo>
                <a:cubicBezTo>
                  <a:pt x="787" y="204"/>
                  <a:pt x="787" y="203"/>
                  <a:pt x="788" y="202"/>
                </a:cubicBezTo>
                <a:cubicBezTo>
                  <a:pt x="788" y="202"/>
                  <a:pt x="789" y="201"/>
                  <a:pt x="789" y="201"/>
                </a:cubicBezTo>
                <a:cubicBezTo>
                  <a:pt x="790" y="200"/>
                  <a:pt x="790" y="199"/>
                  <a:pt x="790" y="199"/>
                </a:cubicBezTo>
                <a:cubicBezTo>
                  <a:pt x="790" y="198"/>
                  <a:pt x="791" y="198"/>
                  <a:pt x="791" y="197"/>
                </a:cubicBezTo>
                <a:cubicBezTo>
                  <a:pt x="791" y="197"/>
                  <a:pt x="792" y="196"/>
                  <a:pt x="792" y="195"/>
                </a:cubicBezTo>
                <a:cubicBezTo>
                  <a:pt x="793" y="195"/>
                  <a:pt x="793" y="196"/>
                  <a:pt x="793" y="196"/>
                </a:cubicBezTo>
                <a:cubicBezTo>
                  <a:pt x="793" y="197"/>
                  <a:pt x="794" y="198"/>
                  <a:pt x="794" y="199"/>
                </a:cubicBezTo>
                <a:cubicBezTo>
                  <a:pt x="794" y="200"/>
                  <a:pt x="794" y="201"/>
                  <a:pt x="793" y="202"/>
                </a:cubicBezTo>
                <a:cubicBezTo>
                  <a:pt x="792" y="202"/>
                  <a:pt x="791" y="203"/>
                  <a:pt x="792" y="204"/>
                </a:cubicBezTo>
                <a:cubicBezTo>
                  <a:pt x="792" y="204"/>
                  <a:pt x="793" y="204"/>
                  <a:pt x="793" y="204"/>
                </a:cubicBezTo>
                <a:cubicBezTo>
                  <a:pt x="793" y="204"/>
                  <a:pt x="793" y="205"/>
                  <a:pt x="794" y="205"/>
                </a:cubicBezTo>
                <a:cubicBezTo>
                  <a:pt x="794" y="205"/>
                  <a:pt x="794" y="204"/>
                  <a:pt x="794" y="204"/>
                </a:cubicBezTo>
                <a:cubicBezTo>
                  <a:pt x="794" y="204"/>
                  <a:pt x="795" y="204"/>
                  <a:pt x="795" y="204"/>
                </a:cubicBezTo>
                <a:cubicBezTo>
                  <a:pt x="795" y="204"/>
                  <a:pt x="795" y="205"/>
                  <a:pt x="796" y="205"/>
                </a:cubicBezTo>
                <a:cubicBezTo>
                  <a:pt x="796" y="204"/>
                  <a:pt x="796" y="203"/>
                  <a:pt x="796" y="203"/>
                </a:cubicBezTo>
                <a:cubicBezTo>
                  <a:pt x="796" y="202"/>
                  <a:pt x="796" y="202"/>
                  <a:pt x="796" y="201"/>
                </a:cubicBezTo>
                <a:cubicBezTo>
                  <a:pt x="796" y="201"/>
                  <a:pt x="796" y="200"/>
                  <a:pt x="796" y="200"/>
                </a:cubicBezTo>
                <a:cubicBezTo>
                  <a:pt x="796" y="199"/>
                  <a:pt x="796" y="199"/>
                  <a:pt x="797" y="199"/>
                </a:cubicBezTo>
                <a:cubicBezTo>
                  <a:pt x="797" y="199"/>
                  <a:pt x="797" y="199"/>
                  <a:pt x="797" y="198"/>
                </a:cubicBezTo>
                <a:cubicBezTo>
                  <a:pt x="799" y="199"/>
                  <a:pt x="799" y="201"/>
                  <a:pt x="800" y="201"/>
                </a:cubicBezTo>
                <a:cubicBezTo>
                  <a:pt x="801" y="202"/>
                  <a:pt x="801" y="201"/>
                  <a:pt x="802" y="201"/>
                </a:cubicBezTo>
                <a:cubicBezTo>
                  <a:pt x="802" y="201"/>
                  <a:pt x="802" y="200"/>
                  <a:pt x="802" y="200"/>
                </a:cubicBezTo>
                <a:cubicBezTo>
                  <a:pt x="803" y="200"/>
                  <a:pt x="803" y="200"/>
                  <a:pt x="803" y="199"/>
                </a:cubicBezTo>
                <a:cubicBezTo>
                  <a:pt x="804" y="199"/>
                  <a:pt x="804" y="197"/>
                  <a:pt x="804" y="196"/>
                </a:cubicBezTo>
                <a:cubicBezTo>
                  <a:pt x="805" y="196"/>
                  <a:pt x="805" y="195"/>
                  <a:pt x="805" y="195"/>
                </a:cubicBezTo>
                <a:cubicBezTo>
                  <a:pt x="805" y="194"/>
                  <a:pt x="804" y="195"/>
                  <a:pt x="804" y="195"/>
                </a:cubicBezTo>
                <a:cubicBezTo>
                  <a:pt x="803" y="195"/>
                  <a:pt x="803" y="194"/>
                  <a:pt x="802" y="194"/>
                </a:cubicBezTo>
                <a:cubicBezTo>
                  <a:pt x="802" y="193"/>
                  <a:pt x="802" y="193"/>
                  <a:pt x="801" y="194"/>
                </a:cubicBezTo>
                <a:cubicBezTo>
                  <a:pt x="801" y="194"/>
                  <a:pt x="801" y="194"/>
                  <a:pt x="801" y="194"/>
                </a:cubicBezTo>
                <a:cubicBezTo>
                  <a:pt x="801" y="194"/>
                  <a:pt x="801" y="194"/>
                  <a:pt x="801" y="194"/>
                </a:cubicBezTo>
                <a:cubicBezTo>
                  <a:pt x="800" y="193"/>
                  <a:pt x="801" y="193"/>
                  <a:pt x="800" y="193"/>
                </a:cubicBezTo>
                <a:cubicBezTo>
                  <a:pt x="800" y="193"/>
                  <a:pt x="800" y="193"/>
                  <a:pt x="799" y="193"/>
                </a:cubicBezTo>
                <a:cubicBezTo>
                  <a:pt x="799" y="194"/>
                  <a:pt x="799" y="195"/>
                  <a:pt x="798" y="195"/>
                </a:cubicBezTo>
                <a:cubicBezTo>
                  <a:pt x="797" y="195"/>
                  <a:pt x="797" y="195"/>
                  <a:pt x="797" y="196"/>
                </a:cubicBezTo>
                <a:cubicBezTo>
                  <a:pt x="797" y="196"/>
                  <a:pt x="797" y="197"/>
                  <a:pt x="797" y="197"/>
                </a:cubicBezTo>
                <a:cubicBezTo>
                  <a:pt x="797" y="197"/>
                  <a:pt x="797" y="197"/>
                  <a:pt x="796" y="197"/>
                </a:cubicBezTo>
                <a:cubicBezTo>
                  <a:pt x="796" y="197"/>
                  <a:pt x="796" y="198"/>
                  <a:pt x="796" y="198"/>
                </a:cubicBezTo>
                <a:cubicBezTo>
                  <a:pt x="796" y="198"/>
                  <a:pt x="796" y="198"/>
                  <a:pt x="796" y="197"/>
                </a:cubicBezTo>
                <a:cubicBezTo>
                  <a:pt x="795" y="197"/>
                  <a:pt x="795" y="196"/>
                  <a:pt x="794" y="196"/>
                </a:cubicBezTo>
                <a:cubicBezTo>
                  <a:pt x="794" y="195"/>
                  <a:pt x="794" y="195"/>
                  <a:pt x="795" y="195"/>
                </a:cubicBezTo>
                <a:cubicBezTo>
                  <a:pt x="795" y="194"/>
                  <a:pt x="794" y="195"/>
                  <a:pt x="795" y="194"/>
                </a:cubicBezTo>
                <a:close/>
                <a:moveTo>
                  <a:pt x="803" y="207"/>
                </a:moveTo>
                <a:cubicBezTo>
                  <a:pt x="804" y="208"/>
                  <a:pt x="805" y="207"/>
                  <a:pt x="805" y="207"/>
                </a:cubicBezTo>
                <a:cubicBezTo>
                  <a:pt x="806" y="206"/>
                  <a:pt x="806" y="207"/>
                  <a:pt x="806" y="206"/>
                </a:cubicBezTo>
                <a:cubicBezTo>
                  <a:pt x="806" y="206"/>
                  <a:pt x="806" y="205"/>
                  <a:pt x="806" y="205"/>
                </a:cubicBezTo>
                <a:cubicBezTo>
                  <a:pt x="806" y="204"/>
                  <a:pt x="806" y="204"/>
                  <a:pt x="805" y="204"/>
                </a:cubicBezTo>
                <a:cubicBezTo>
                  <a:pt x="805" y="204"/>
                  <a:pt x="805" y="204"/>
                  <a:pt x="804" y="203"/>
                </a:cubicBezTo>
                <a:cubicBezTo>
                  <a:pt x="804" y="203"/>
                  <a:pt x="804" y="203"/>
                  <a:pt x="804" y="202"/>
                </a:cubicBezTo>
                <a:cubicBezTo>
                  <a:pt x="804" y="202"/>
                  <a:pt x="804" y="201"/>
                  <a:pt x="804" y="201"/>
                </a:cubicBezTo>
                <a:cubicBezTo>
                  <a:pt x="804" y="200"/>
                  <a:pt x="803" y="201"/>
                  <a:pt x="803" y="201"/>
                </a:cubicBezTo>
                <a:cubicBezTo>
                  <a:pt x="803" y="201"/>
                  <a:pt x="803" y="202"/>
                  <a:pt x="803" y="202"/>
                </a:cubicBezTo>
                <a:cubicBezTo>
                  <a:pt x="803" y="203"/>
                  <a:pt x="803" y="203"/>
                  <a:pt x="803" y="204"/>
                </a:cubicBezTo>
                <a:cubicBezTo>
                  <a:pt x="803" y="205"/>
                  <a:pt x="802" y="206"/>
                  <a:pt x="803" y="207"/>
                </a:cubicBezTo>
                <a:close/>
                <a:moveTo>
                  <a:pt x="792" y="212"/>
                </a:moveTo>
                <a:cubicBezTo>
                  <a:pt x="792" y="212"/>
                  <a:pt x="792" y="211"/>
                  <a:pt x="793" y="211"/>
                </a:cubicBezTo>
                <a:cubicBezTo>
                  <a:pt x="793" y="211"/>
                  <a:pt x="793" y="210"/>
                  <a:pt x="793" y="209"/>
                </a:cubicBezTo>
                <a:cubicBezTo>
                  <a:pt x="793" y="209"/>
                  <a:pt x="793" y="208"/>
                  <a:pt x="792" y="208"/>
                </a:cubicBezTo>
                <a:cubicBezTo>
                  <a:pt x="791" y="208"/>
                  <a:pt x="791" y="209"/>
                  <a:pt x="791" y="210"/>
                </a:cubicBezTo>
                <a:cubicBezTo>
                  <a:pt x="791" y="211"/>
                  <a:pt x="790" y="212"/>
                  <a:pt x="791" y="212"/>
                </a:cubicBezTo>
                <a:cubicBezTo>
                  <a:pt x="791" y="213"/>
                  <a:pt x="791" y="212"/>
                  <a:pt x="792" y="212"/>
                </a:cubicBezTo>
                <a:close/>
                <a:moveTo>
                  <a:pt x="799" y="206"/>
                </a:moveTo>
                <a:cubicBezTo>
                  <a:pt x="798" y="206"/>
                  <a:pt x="798" y="207"/>
                  <a:pt x="798" y="207"/>
                </a:cubicBezTo>
                <a:cubicBezTo>
                  <a:pt x="797" y="208"/>
                  <a:pt x="797" y="208"/>
                  <a:pt x="797" y="209"/>
                </a:cubicBezTo>
                <a:cubicBezTo>
                  <a:pt x="798" y="209"/>
                  <a:pt x="798" y="208"/>
                  <a:pt x="798" y="208"/>
                </a:cubicBezTo>
                <a:cubicBezTo>
                  <a:pt x="798" y="208"/>
                  <a:pt x="799" y="208"/>
                  <a:pt x="799" y="208"/>
                </a:cubicBezTo>
                <a:cubicBezTo>
                  <a:pt x="800" y="207"/>
                  <a:pt x="799" y="206"/>
                  <a:pt x="799" y="206"/>
                </a:cubicBezTo>
                <a:cubicBezTo>
                  <a:pt x="799" y="206"/>
                  <a:pt x="799" y="206"/>
                  <a:pt x="799" y="206"/>
                </a:cubicBezTo>
                <a:close/>
                <a:moveTo>
                  <a:pt x="756" y="170"/>
                </a:moveTo>
                <a:cubicBezTo>
                  <a:pt x="756" y="170"/>
                  <a:pt x="756" y="171"/>
                  <a:pt x="756" y="171"/>
                </a:cubicBezTo>
                <a:cubicBezTo>
                  <a:pt x="755" y="171"/>
                  <a:pt x="755" y="171"/>
                  <a:pt x="755" y="171"/>
                </a:cubicBezTo>
                <a:cubicBezTo>
                  <a:pt x="755" y="171"/>
                  <a:pt x="755" y="171"/>
                  <a:pt x="755" y="170"/>
                </a:cubicBezTo>
                <a:cubicBezTo>
                  <a:pt x="754" y="171"/>
                  <a:pt x="755" y="171"/>
                  <a:pt x="754" y="171"/>
                </a:cubicBezTo>
                <a:cubicBezTo>
                  <a:pt x="754" y="172"/>
                  <a:pt x="754" y="171"/>
                  <a:pt x="753" y="171"/>
                </a:cubicBezTo>
                <a:cubicBezTo>
                  <a:pt x="753" y="171"/>
                  <a:pt x="752" y="172"/>
                  <a:pt x="752" y="172"/>
                </a:cubicBezTo>
                <a:cubicBezTo>
                  <a:pt x="752" y="173"/>
                  <a:pt x="751" y="174"/>
                  <a:pt x="751" y="175"/>
                </a:cubicBezTo>
                <a:cubicBezTo>
                  <a:pt x="752" y="175"/>
                  <a:pt x="752" y="174"/>
                  <a:pt x="752" y="175"/>
                </a:cubicBezTo>
                <a:cubicBezTo>
                  <a:pt x="753" y="174"/>
                  <a:pt x="753" y="173"/>
                  <a:pt x="754" y="173"/>
                </a:cubicBezTo>
                <a:cubicBezTo>
                  <a:pt x="754" y="173"/>
                  <a:pt x="755" y="173"/>
                  <a:pt x="755" y="174"/>
                </a:cubicBezTo>
                <a:cubicBezTo>
                  <a:pt x="756" y="174"/>
                  <a:pt x="756" y="174"/>
                  <a:pt x="756" y="174"/>
                </a:cubicBezTo>
                <a:cubicBezTo>
                  <a:pt x="756" y="174"/>
                  <a:pt x="757" y="173"/>
                  <a:pt x="757" y="173"/>
                </a:cubicBezTo>
                <a:cubicBezTo>
                  <a:pt x="757" y="173"/>
                  <a:pt x="757" y="173"/>
                  <a:pt x="757" y="174"/>
                </a:cubicBezTo>
                <a:cubicBezTo>
                  <a:pt x="758" y="174"/>
                  <a:pt x="758" y="172"/>
                  <a:pt x="759" y="172"/>
                </a:cubicBezTo>
                <a:cubicBezTo>
                  <a:pt x="759" y="170"/>
                  <a:pt x="760" y="171"/>
                  <a:pt x="761" y="171"/>
                </a:cubicBezTo>
                <a:cubicBezTo>
                  <a:pt x="762" y="171"/>
                  <a:pt x="762" y="170"/>
                  <a:pt x="762" y="170"/>
                </a:cubicBezTo>
                <a:cubicBezTo>
                  <a:pt x="762" y="170"/>
                  <a:pt x="762" y="170"/>
                  <a:pt x="763" y="170"/>
                </a:cubicBezTo>
                <a:cubicBezTo>
                  <a:pt x="763" y="170"/>
                  <a:pt x="763" y="171"/>
                  <a:pt x="763" y="171"/>
                </a:cubicBezTo>
                <a:cubicBezTo>
                  <a:pt x="764" y="171"/>
                  <a:pt x="764" y="171"/>
                  <a:pt x="764" y="170"/>
                </a:cubicBezTo>
                <a:cubicBezTo>
                  <a:pt x="764" y="170"/>
                  <a:pt x="765" y="170"/>
                  <a:pt x="765" y="169"/>
                </a:cubicBezTo>
                <a:cubicBezTo>
                  <a:pt x="765" y="169"/>
                  <a:pt x="765" y="168"/>
                  <a:pt x="765" y="168"/>
                </a:cubicBezTo>
                <a:cubicBezTo>
                  <a:pt x="764" y="168"/>
                  <a:pt x="764" y="168"/>
                  <a:pt x="764" y="168"/>
                </a:cubicBezTo>
                <a:cubicBezTo>
                  <a:pt x="764" y="168"/>
                  <a:pt x="764" y="167"/>
                  <a:pt x="764" y="167"/>
                </a:cubicBezTo>
                <a:cubicBezTo>
                  <a:pt x="763" y="167"/>
                  <a:pt x="763" y="168"/>
                  <a:pt x="763" y="168"/>
                </a:cubicBezTo>
                <a:cubicBezTo>
                  <a:pt x="763" y="168"/>
                  <a:pt x="762" y="169"/>
                  <a:pt x="762" y="169"/>
                </a:cubicBezTo>
                <a:cubicBezTo>
                  <a:pt x="761" y="169"/>
                  <a:pt x="760" y="168"/>
                  <a:pt x="760" y="168"/>
                </a:cubicBezTo>
                <a:cubicBezTo>
                  <a:pt x="759" y="168"/>
                  <a:pt x="760" y="169"/>
                  <a:pt x="760" y="169"/>
                </a:cubicBezTo>
                <a:cubicBezTo>
                  <a:pt x="759" y="169"/>
                  <a:pt x="759" y="169"/>
                  <a:pt x="759" y="169"/>
                </a:cubicBezTo>
                <a:cubicBezTo>
                  <a:pt x="758" y="168"/>
                  <a:pt x="758" y="168"/>
                  <a:pt x="757" y="169"/>
                </a:cubicBezTo>
                <a:cubicBezTo>
                  <a:pt x="757" y="169"/>
                  <a:pt x="757" y="170"/>
                  <a:pt x="757" y="170"/>
                </a:cubicBezTo>
                <a:cubicBezTo>
                  <a:pt x="757" y="170"/>
                  <a:pt x="756" y="170"/>
                  <a:pt x="756" y="170"/>
                </a:cubicBezTo>
                <a:close/>
                <a:moveTo>
                  <a:pt x="548" y="405"/>
                </a:moveTo>
                <a:cubicBezTo>
                  <a:pt x="547" y="406"/>
                  <a:pt x="548" y="406"/>
                  <a:pt x="547" y="407"/>
                </a:cubicBezTo>
                <a:cubicBezTo>
                  <a:pt x="547" y="407"/>
                  <a:pt x="546" y="407"/>
                  <a:pt x="545" y="407"/>
                </a:cubicBezTo>
                <a:cubicBezTo>
                  <a:pt x="545" y="407"/>
                  <a:pt x="544" y="407"/>
                  <a:pt x="544" y="407"/>
                </a:cubicBezTo>
                <a:cubicBezTo>
                  <a:pt x="543" y="407"/>
                  <a:pt x="544" y="406"/>
                  <a:pt x="542" y="406"/>
                </a:cubicBezTo>
                <a:cubicBezTo>
                  <a:pt x="541" y="406"/>
                  <a:pt x="540" y="407"/>
                  <a:pt x="540" y="406"/>
                </a:cubicBezTo>
                <a:cubicBezTo>
                  <a:pt x="540" y="406"/>
                  <a:pt x="541" y="406"/>
                  <a:pt x="541" y="405"/>
                </a:cubicBezTo>
                <a:cubicBezTo>
                  <a:pt x="541" y="405"/>
                  <a:pt x="541" y="404"/>
                  <a:pt x="540" y="404"/>
                </a:cubicBezTo>
                <a:cubicBezTo>
                  <a:pt x="540" y="403"/>
                  <a:pt x="539" y="402"/>
                  <a:pt x="538" y="402"/>
                </a:cubicBezTo>
                <a:cubicBezTo>
                  <a:pt x="537" y="402"/>
                  <a:pt x="537" y="402"/>
                  <a:pt x="537" y="403"/>
                </a:cubicBezTo>
                <a:cubicBezTo>
                  <a:pt x="537" y="403"/>
                  <a:pt x="537" y="404"/>
                  <a:pt x="536" y="404"/>
                </a:cubicBezTo>
                <a:cubicBezTo>
                  <a:pt x="535" y="403"/>
                  <a:pt x="535" y="403"/>
                  <a:pt x="534" y="402"/>
                </a:cubicBezTo>
                <a:cubicBezTo>
                  <a:pt x="533" y="402"/>
                  <a:pt x="533" y="403"/>
                  <a:pt x="532" y="403"/>
                </a:cubicBezTo>
                <a:cubicBezTo>
                  <a:pt x="532" y="403"/>
                  <a:pt x="531" y="403"/>
                  <a:pt x="531" y="403"/>
                </a:cubicBezTo>
                <a:cubicBezTo>
                  <a:pt x="531" y="402"/>
                  <a:pt x="530" y="401"/>
                  <a:pt x="530" y="402"/>
                </a:cubicBezTo>
                <a:cubicBezTo>
                  <a:pt x="530" y="402"/>
                  <a:pt x="531" y="403"/>
                  <a:pt x="530" y="402"/>
                </a:cubicBezTo>
                <a:cubicBezTo>
                  <a:pt x="529" y="402"/>
                  <a:pt x="529" y="402"/>
                  <a:pt x="529" y="402"/>
                </a:cubicBezTo>
                <a:cubicBezTo>
                  <a:pt x="529" y="402"/>
                  <a:pt x="529" y="401"/>
                  <a:pt x="529" y="401"/>
                </a:cubicBezTo>
                <a:cubicBezTo>
                  <a:pt x="528" y="401"/>
                  <a:pt x="529" y="402"/>
                  <a:pt x="528" y="401"/>
                </a:cubicBezTo>
                <a:cubicBezTo>
                  <a:pt x="527" y="401"/>
                  <a:pt x="527" y="401"/>
                  <a:pt x="527" y="401"/>
                </a:cubicBezTo>
                <a:cubicBezTo>
                  <a:pt x="526" y="401"/>
                  <a:pt x="526" y="401"/>
                  <a:pt x="525" y="401"/>
                </a:cubicBezTo>
                <a:cubicBezTo>
                  <a:pt x="525" y="401"/>
                  <a:pt x="525" y="399"/>
                  <a:pt x="525" y="399"/>
                </a:cubicBezTo>
                <a:cubicBezTo>
                  <a:pt x="525" y="399"/>
                  <a:pt x="525" y="399"/>
                  <a:pt x="524" y="399"/>
                </a:cubicBezTo>
                <a:cubicBezTo>
                  <a:pt x="523" y="400"/>
                  <a:pt x="523" y="400"/>
                  <a:pt x="522" y="400"/>
                </a:cubicBezTo>
                <a:cubicBezTo>
                  <a:pt x="522" y="400"/>
                  <a:pt x="522" y="399"/>
                  <a:pt x="522" y="399"/>
                </a:cubicBezTo>
                <a:cubicBezTo>
                  <a:pt x="522" y="399"/>
                  <a:pt x="522" y="399"/>
                  <a:pt x="521" y="399"/>
                </a:cubicBezTo>
                <a:cubicBezTo>
                  <a:pt x="520" y="399"/>
                  <a:pt x="520" y="398"/>
                  <a:pt x="520" y="398"/>
                </a:cubicBezTo>
                <a:cubicBezTo>
                  <a:pt x="519" y="398"/>
                  <a:pt x="518" y="397"/>
                  <a:pt x="517" y="397"/>
                </a:cubicBezTo>
                <a:cubicBezTo>
                  <a:pt x="516" y="397"/>
                  <a:pt x="516" y="396"/>
                  <a:pt x="515" y="396"/>
                </a:cubicBezTo>
                <a:cubicBezTo>
                  <a:pt x="515" y="396"/>
                  <a:pt x="514" y="395"/>
                  <a:pt x="514" y="396"/>
                </a:cubicBezTo>
                <a:cubicBezTo>
                  <a:pt x="513" y="396"/>
                  <a:pt x="513" y="396"/>
                  <a:pt x="513" y="396"/>
                </a:cubicBezTo>
                <a:cubicBezTo>
                  <a:pt x="512" y="395"/>
                  <a:pt x="511" y="394"/>
                  <a:pt x="510" y="393"/>
                </a:cubicBezTo>
                <a:cubicBezTo>
                  <a:pt x="510" y="393"/>
                  <a:pt x="508" y="393"/>
                  <a:pt x="507" y="393"/>
                </a:cubicBezTo>
                <a:cubicBezTo>
                  <a:pt x="505" y="393"/>
                  <a:pt x="504" y="393"/>
                  <a:pt x="503" y="393"/>
                </a:cubicBezTo>
                <a:cubicBezTo>
                  <a:pt x="502" y="394"/>
                  <a:pt x="501" y="394"/>
                  <a:pt x="501" y="395"/>
                </a:cubicBezTo>
                <a:cubicBezTo>
                  <a:pt x="500" y="395"/>
                  <a:pt x="500" y="396"/>
                  <a:pt x="500" y="396"/>
                </a:cubicBezTo>
                <a:cubicBezTo>
                  <a:pt x="500" y="396"/>
                  <a:pt x="499" y="396"/>
                  <a:pt x="499" y="396"/>
                </a:cubicBezTo>
                <a:cubicBezTo>
                  <a:pt x="499" y="396"/>
                  <a:pt x="499" y="396"/>
                  <a:pt x="499" y="396"/>
                </a:cubicBezTo>
                <a:cubicBezTo>
                  <a:pt x="499" y="396"/>
                  <a:pt x="498" y="396"/>
                  <a:pt x="498" y="396"/>
                </a:cubicBezTo>
                <a:cubicBezTo>
                  <a:pt x="497" y="396"/>
                  <a:pt x="497" y="396"/>
                  <a:pt x="497" y="396"/>
                </a:cubicBezTo>
                <a:cubicBezTo>
                  <a:pt x="496" y="396"/>
                  <a:pt x="496" y="396"/>
                  <a:pt x="496" y="396"/>
                </a:cubicBezTo>
                <a:cubicBezTo>
                  <a:pt x="496" y="396"/>
                  <a:pt x="496" y="396"/>
                  <a:pt x="495" y="396"/>
                </a:cubicBezTo>
                <a:cubicBezTo>
                  <a:pt x="495" y="396"/>
                  <a:pt x="495" y="396"/>
                  <a:pt x="495" y="397"/>
                </a:cubicBezTo>
                <a:cubicBezTo>
                  <a:pt x="494" y="397"/>
                  <a:pt x="494" y="396"/>
                  <a:pt x="494" y="397"/>
                </a:cubicBezTo>
                <a:cubicBezTo>
                  <a:pt x="493" y="397"/>
                  <a:pt x="493" y="398"/>
                  <a:pt x="493" y="398"/>
                </a:cubicBezTo>
                <a:cubicBezTo>
                  <a:pt x="493" y="398"/>
                  <a:pt x="492" y="397"/>
                  <a:pt x="491" y="397"/>
                </a:cubicBezTo>
                <a:cubicBezTo>
                  <a:pt x="490" y="397"/>
                  <a:pt x="490" y="396"/>
                  <a:pt x="489" y="396"/>
                </a:cubicBezTo>
                <a:cubicBezTo>
                  <a:pt x="488" y="396"/>
                  <a:pt x="487" y="397"/>
                  <a:pt x="486" y="396"/>
                </a:cubicBezTo>
                <a:cubicBezTo>
                  <a:pt x="485" y="396"/>
                  <a:pt x="484" y="396"/>
                  <a:pt x="483" y="395"/>
                </a:cubicBezTo>
                <a:cubicBezTo>
                  <a:pt x="483" y="394"/>
                  <a:pt x="483" y="394"/>
                  <a:pt x="482" y="394"/>
                </a:cubicBezTo>
                <a:cubicBezTo>
                  <a:pt x="482" y="394"/>
                  <a:pt x="481" y="395"/>
                  <a:pt x="481" y="395"/>
                </a:cubicBezTo>
                <a:cubicBezTo>
                  <a:pt x="481" y="395"/>
                  <a:pt x="480" y="395"/>
                  <a:pt x="480" y="394"/>
                </a:cubicBezTo>
                <a:cubicBezTo>
                  <a:pt x="480" y="394"/>
                  <a:pt x="479" y="394"/>
                  <a:pt x="479" y="394"/>
                </a:cubicBezTo>
                <a:cubicBezTo>
                  <a:pt x="478" y="394"/>
                  <a:pt x="477" y="394"/>
                  <a:pt x="477" y="394"/>
                </a:cubicBezTo>
                <a:cubicBezTo>
                  <a:pt x="477" y="394"/>
                  <a:pt x="476" y="394"/>
                  <a:pt x="475" y="394"/>
                </a:cubicBezTo>
                <a:cubicBezTo>
                  <a:pt x="474" y="394"/>
                  <a:pt x="474" y="394"/>
                  <a:pt x="474" y="393"/>
                </a:cubicBezTo>
                <a:cubicBezTo>
                  <a:pt x="473" y="393"/>
                  <a:pt x="472" y="393"/>
                  <a:pt x="472" y="393"/>
                </a:cubicBezTo>
                <a:cubicBezTo>
                  <a:pt x="472" y="393"/>
                  <a:pt x="471" y="393"/>
                  <a:pt x="471" y="393"/>
                </a:cubicBezTo>
                <a:cubicBezTo>
                  <a:pt x="471" y="393"/>
                  <a:pt x="471" y="393"/>
                  <a:pt x="470" y="393"/>
                </a:cubicBezTo>
                <a:cubicBezTo>
                  <a:pt x="470" y="393"/>
                  <a:pt x="469" y="392"/>
                  <a:pt x="469" y="392"/>
                </a:cubicBezTo>
                <a:cubicBezTo>
                  <a:pt x="469" y="392"/>
                  <a:pt x="467" y="392"/>
                  <a:pt x="467" y="392"/>
                </a:cubicBezTo>
                <a:cubicBezTo>
                  <a:pt x="467" y="392"/>
                  <a:pt x="467" y="393"/>
                  <a:pt x="467" y="393"/>
                </a:cubicBezTo>
                <a:cubicBezTo>
                  <a:pt x="467" y="393"/>
                  <a:pt x="467" y="394"/>
                  <a:pt x="467" y="394"/>
                </a:cubicBezTo>
                <a:cubicBezTo>
                  <a:pt x="467" y="394"/>
                  <a:pt x="466" y="394"/>
                  <a:pt x="466" y="394"/>
                </a:cubicBezTo>
                <a:cubicBezTo>
                  <a:pt x="466" y="394"/>
                  <a:pt x="466" y="393"/>
                  <a:pt x="465" y="393"/>
                </a:cubicBezTo>
                <a:cubicBezTo>
                  <a:pt x="465" y="393"/>
                  <a:pt x="465" y="393"/>
                  <a:pt x="465" y="394"/>
                </a:cubicBezTo>
                <a:cubicBezTo>
                  <a:pt x="465" y="394"/>
                  <a:pt x="465" y="394"/>
                  <a:pt x="465" y="395"/>
                </a:cubicBezTo>
                <a:cubicBezTo>
                  <a:pt x="465" y="395"/>
                  <a:pt x="466" y="395"/>
                  <a:pt x="465" y="395"/>
                </a:cubicBezTo>
                <a:cubicBezTo>
                  <a:pt x="465" y="395"/>
                  <a:pt x="464" y="395"/>
                  <a:pt x="463" y="395"/>
                </a:cubicBezTo>
                <a:cubicBezTo>
                  <a:pt x="463" y="395"/>
                  <a:pt x="463" y="395"/>
                  <a:pt x="463" y="394"/>
                </a:cubicBezTo>
                <a:cubicBezTo>
                  <a:pt x="462" y="394"/>
                  <a:pt x="461" y="394"/>
                  <a:pt x="461" y="394"/>
                </a:cubicBezTo>
                <a:cubicBezTo>
                  <a:pt x="461" y="394"/>
                  <a:pt x="461" y="394"/>
                  <a:pt x="461" y="394"/>
                </a:cubicBezTo>
                <a:cubicBezTo>
                  <a:pt x="461" y="394"/>
                  <a:pt x="460" y="394"/>
                  <a:pt x="460" y="394"/>
                </a:cubicBezTo>
                <a:cubicBezTo>
                  <a:pt x="460" y="394"/>
                  <a:pt x="459" y="394"/>
                  <a:pt x="459" y="394"/>
                </a:cubicBezTo>
                <a:cubicBezTo>
                  <a:pt x="459" y="394"/>
                  <a:pt x="458" y="394"/>
                  <a:pt x="458" y="394"/>
                </a:cubicBezTo>
                <a:cubicBezTo>
                  <a:pt x="458" y="394"/>
                  <a:pt x="458" y="393"/>
                  <a:pt x="458" y="393"/>
                </a:cubicBezTo>
                <a:cubicBezTo>
                  <a:pt x="457" y="392"/>
                  <a:pt x="457" y="392"/>
                  <a:pt x="457" y="392"/>
                </a:cubicBezTo>
                <a:cubicBezTo>
                  <a:pt x="456" y="393"/>
                  <a:pt x="456" y="393"/>
                  <a:pt x="456" y="393"/>
                </a:cubicBezTo>
                <a:cubicBezTo>
                  <a:pt x="456" y="393"/>
                  <a:pt x="456" y="392"/>
                  <a:pt x="455" y="392"/>
                </a:cubicBezTo>
                <a:cubicBezTo>
                  <a:pt x="455" y="392"/>
                  <a:pt x="455" y="393"/>
                  <a:pt x="454" y="393"/>
                </a:cubicBezTo>
                <a:cubicBezTo>
                  <a:pt x="454" y="393"/>
                  <a:pt x="453" y="392"/>
                  <a:pt x="453" y="392"/>
                </a:cubicBezTo>
                <a:cubicBezTo>
                  <a:pt x="453" y="392"/>
                  <a:pt x="453" y="392"/>
                  <a:pt x="452" y="392"/>
                </a:cubicBezTo>
                <a:cubicBezTo>
                  <a:pt x="451" y="392"/>
                  <a:pt x="451" y="393"/>
                  <a:pt x="450" y="393"/>
                </a:cubicBezTo>
                <a:cubicBezTo>
                  <a:pt x="449" y="393"/>
                  <a:pt x="448" y="391"/>
                  <a:pt x="447" y="391"/>
                </a:cubicBezTo>
                <a:cubicBezTo>
                  <a:pt x="447" y="391"/>
                  <a:pt x="447" y="391"/>
                  <a:pt x="447" y="391"/>
                </a:cubicBezTo>
                <a:cubicBezTo>
                  <a:pt x="447" y="392"/>
                  <a:pt x="447" y="392"/>
                  <a:pt x="446" y="392"/>
                </a:cubicBezTo>
                <a:cubicBezTo>
                  <a:pt x="445" y="392"/>
                  <a:pt x="444" y="392"/>
                  <a:pt x="443" y="391"/>
                </a:cubicBezTo>
                <a:cubicBezTo>
                  <a:pt x="443" y="391"/>
                  <a:pt x="443" y="391"/>
                  <a:pt x="442" y="391"/>
                </a:cubicBezTo>
                <a:cubicBezTo>
                  <a:pt x="442" y="391"/>
                  <a:pt x="441" y="391"/>
                  <a:pt x="440" y="391"/>
                </a:cubicBezTo>
                <a:cubicBezTo>
                  <a:pt x="440" y="391"/>
                  <a:pt x="440" y="391"/>
                  <a:pt x="440" y="391"/>
                </a:cubicBezTo>
                <a:cubicBezTo>
                  <a:pt x="439" y="391"/>
                  <a:pt x="439" y="390"/>
                  <a:pt x="438" y="390"/>
                </a:cubicBezTo>
                <a:cubicBezTo>
                  <a:pt x="436" y="390"/>
                  <a:pt x="437" y="391"/>
                  <a:pt x="436" y="390"/>
                </a:cubicBezTo>
                <a:cubicBezTo>
                  <a:pt x="434" y="389"/>
                  <a:pt x="431" y="388"/>
                  <a:pt x="430" y="388"/>
                </a:cubicBezTo>
                <a:cubicBezTo>
                  <a:pt x="428" y="388"/>
                  <a:pt x="427" y="386"/>
                  <a:pt x="426" y="386"/>
                </a:cubicBezTo>
                <a:cubicBezTo>
                  <a:pt x="425" y="385"/>
                  <a:pt x="424" y="385"/>
                  <a:pt x="424" y="385"/>
                </a:cubicBezTo>
                <a:cubicBezTo>
                  <a:pt x="423" y="385"/>
                  <a:pt x="421" y="384"/>
                  <a:pt x="421" y="384"/>
                </a:cubicBezTo>
                <a:cubicBezTo>
                  <a:pt x="420" y="383"/>
                  <a:pt x="419" y="382"/>
                  <a:pt x="417" y="382"/>
                </a:cubicBezTo>
                <a:cubicBezTo>
                  <a:pt x="417" y="382"/>
                  <a:pt x="417" y="382"/>
                  <a:pt x="417" y="382"/>
                </a:cubicBezTo>
                <a:cubicBezTo>
                  <a:pt x="415" y="381"/>
                  <a:pt x="413" y="380"/>
                  <a:pt x="411" y="380"/>
                </a:cubicBezTo>
                <a:cubicBezTo>
                  <a:pt x="410" y="379"/>
                  <a:pt x="408" y="379"/>
                  <a:pt x="407" y="379"/>
                </a:cubicBezTo>
                <a:cubicBezTo>
                  <a:pt x="405" y="378"/>
                  <a:pt x="405" y="379"/>
                  <a:pt x="404" y="378"/>
                </a:cubicBezTo>
                <a:cubicBezTo>
                  <a:pt x="402" y="378"/>
                  <a:pt x="401" y="378"/>
                  <a:pt x="400" y="378"/>
                </a:cubicBezTo>
                <a:cubicBezTo>
                  <a:pt x="400" y="378"/>
                  <a:pt x="400" y="378"/>
                  <a:pt x="399" y="378"/>
                </a:cubicBezTo>
                <a:cubicBezTo>
                  <a:pt x="399" y="377"/>
                  <a:pt x="399" y="377"/>
                  <a:pt x="398" y="376"/>
                </a:cubicBezTo>
                <a:cubicBezTo>
                  <a:pt x="396" y="376"/>
                  <a:pt x="394" y="376"/>
                  <a:pt x="393" y="376"/>
                </a:cubicBezTo>
                <a:cubicBezTo>
                  <a:pt x="392" y="376"/>
                  <a:pt x="390" y="376"/>
                  <a:pt x="390" y="376"/>
                </a:cubicBezTo>
                <a:cubicBezTo>
                  <a:pt x="389" y="376"/>
                  <a:pt x="389" y="377"/>
                  <a:pt x="389" y="377"/>
                </a:cubicBezTo>
                <a:cubicBezTo>
                  <a:pt x="388" y="377"/>
                  <a:pt x="388" y="377"/>
                  <a:pt x="387" y="377"/>
                </a:cubicBezTo>
                <a:cubicBezTo>
                  <a:pt x="387" y="377"/>
                  <a:pt x="387" y="377"/>
                  <a:pt x="387" y="377"/>
                </a:cubicBezTo>
                <a:cubicBezTo>
                  <a:pt x="387" y="378"/>
                  <a:pt x="389" y="378"/>
                  <a:pt x="389" y="378"/>
                </a:cubicBezTo>
                <a:cubicBezTo>
                  <a:pt x="388" y="379"/>
                  <a:pt x="387" y="378"/>
                  <a:pt x="387" y="378"/>
                </a:cubicBezTo>
                <a:cubicBezTo>
                  <a:pt x="386" y="378"/>
                  <a:pt x="385" y="378"/>
                  <a:pt x="384" y="377"/>
                </a:cubicBezTo>
                <a:cubicBezTo>
                  <a:pt x="383" y="377"/>
                  <a:pt x="382" y="377"/>
                  <a:pt x="382" y="377"/>
                </a:cubicBezTo>
                <a:cubicBezTo>
                  <a:pt x="382" y="377"/>
                  <a:pt x="382" y="377"/>
                  <a:pt x="382" y="377"/>
                </a:cubicBezTo>
                <a:cubicBezTo>
                  <a:pt x="382" y="377"/>
                  <a:pt x="382" y="377"/>
                  <a:pt x="382" y="377"/>
                </a:cubicBezTo>
                <a:cubicBezTo>
                  <a:pt x="382" y="376"/>
                  <a:pt x="381" y="376"/>
                  <a:pt x="381" y="376"/>
                </a:cubicBezTo>
                <a:cubicBezTo>
                  <a:pt x="380" y="376"/>
                  <a:pt x="379" y="376"/>
                  <a:pt x="379" y="376"/>
                </a:cubicBezTo>
                <a:cubicBezTo>
                  <a:pt x="379" y="376"/>
                  <a:pt x="377" y="376"/>
                  <a:pt x="377" y="376"/>
                </a:cubicBezTo>
                <a:cubicBezTo>
                  <a:pt x="377" y="376"/>
                  <a:pt x="376" y="376"/>
                  <a:pt x="375" y="376"/>
                </a:cubicBezTo>
                <a:cubicBezTo>
                  <a:pt x="375" y="376"/>
                  <a:pt x="374" y="376"/>
                  <a:pt x="374" y="377"/>
                </a:cubicBezTo>
                <a:cubicBezTo>
                  <a:pt x="374" y="378"/>
                  <a:pt x="374" y="379"/>
                  <a:pt x="374" y="379"/>
                </a:cubicBezTo>
                <a:cubicBezTo>
                  <a:pt x="373" y="379"/>
                  <a:pt x="374" y="379"/>
                  <a:pt x="372" y="380"/>
                </a:cubicBezTo>
                <a:cubicBezTo>
                  <a:pt x="369" y="380"/>
                  <a:pt x="368" y="379"/>
                  <a:pt x="366" y="379"/>
                </a:cubicBezTo>
                <a:cubicBezTo>
                  <a:pt x="365" y="379"/>
                  <a:pt x="362" y="378"/>
                  <a:pt x="361" y="378"/>
                </a:cubicBezTo>
                <a:cubicBezTo>
                  <a:pt x="361" y="378"/>
                  <a:pt x="361" y="378"/>
                  <a:pt x="360" y="378"/>
                </a:cubicBezTo>
                <a:cubicBezTo>
                  <a:pt x="359" y="378"/>
                  <a:pt x="358" y="377"/>
                  <a:pt x="357" y="377"/>
                </a:cubicBezTo>
                <a:cubicBezTo>
                  <a:pt x="356" y="377"/>
                  <a:pt x="355" y="378"/>
                  <a:pt x="355" y="377"/>
                </a:cubicBezTo>
                <a:cubicBezTo>
                  <a:pt x="355" y="377"/>
                  <a:pt x="355" y="376"/>
                  <a:pt x="354" y="376"/>
                </a:cubicBezTo>
                <a:cubicBezTo>
                  <a:pt x="353" y="376"/>
                  <a:pt x="352" y="376"/>
                  <a:pt x="351" y="375"/>
                </a:cubicBezTo>
                <a:cubicBezTo>
                  <a:pt x="351" y="375"/>
                  <a:pt x="351" y="375"/>
                  <a:pt x="350" y="375"/>
                </a:cubicBezTo>
                <a:cubicBezTo>
                  <a:pt x="350" y="374"/>
                  <a:pt x="347" y="372"/>
                  <a:pt x="347" y="372"/>
                </a:cubicBezTo>
                <a:cubicBezTo>
                  <a:pt x="347" y="372"/>
                  <a:pt x="346" y="372"/>
                  <a:pt x="345" y="372"/>
                </a:cubicBezTo>
                <a:cubicBezTo>
                  <a:pt x="345" y="371"/>
                  <a:pt x="345" y="371"/>
                  <a:pt x="345" y="371"/>
                </a:cubicBezTo>
                <a:cubicBezTo>
                  <a:pt x="345" y="371"/>
                  <a:pt x="345" y="371"/>
                  <a:pt x="344" y="371"/>
                </a:cubicBezTo>
                <a:cubicBezTo>
                  <a:pt x="343" y="370"/>
                  <a:pt x="343" y="370"/>
                  <a:pt x="341" y="370"/>
                </a:cubicBezTo>
                <a:cubicBezTo>
                  <a:pt x="339" y="370"/>
                  <a:pt x="339" y="370"/>
                  <a:pt x="338" y="370"/>
                </a:cubicBezTo>
                <a:cubicBezTo>
                  <a:pt x="337" y="370"/>
                  <a:pt x="336" y="369"/>
                  <a:pt x="335" y="369"/>
                </a:cubicBezTo>
                <a:cubicBezTo>
                  <a:pt x="334" y="369"/>
                  <a:pt x="334" y="369"/>
                  <a:pt x="332" y="369"/>
                </a:cubicBezTo>
                <a:cubicBezTo>
                  <a:pt x="331" y="369"/>
                  <a:pt x="327" y="368"/>
                  <a:pt x="326" y="368"/>
                </a:cubicBezTo>
                <a:cubicBezTo>
                  <a:pt x="324" y="368"/>
                  <a:pt x="322" y="368"/>
                  <a:pt x="320" y="368"/>
                </a:cubicBezTo>
                <a:cubicBezTo>
                  <a:pt x="319" y="368"/>
                  <a:pt x="318" y="368"/>
                  <a:pt x="317" y="368"/>
                </a:cubicBezTo>
                <a:cubicBezTo>
                  <a:pt x="317" y="367"/>
                  <a:pt x="317" y="367"/>
                  <a:pt x="316" y="367"/>
                </a:cubicBezTo>
                <a:cubicBezTo>
                  <a:pt x="314" y="366"/>
                  <a:pt x="315" y="367"/>
                  <a:pt x="314" y="367"/>
                </a:cubicBezTo>
                <a:cubicBezTo>
                  <a:pt x="313" y="367"/>
                  <a:pt x="313" y="366"/>
                  <a:pt x="313" y="366"/>
                </a:cubicBezTo>
                <a:cubicBezTo>
                  <a:pt x="313" y="366"/>
                  <a:pt x="313" y="365"/>
                  <a:pt x="313" y="364"/>
                </a:cubicBezTo>
                <a:cubicBezTo>
                  <a:pt x="313" y="363"/>
                  <a:pt x="313" y="363"/>
                  <a:pt x="313" y="363"/>
                </a:cubicBezTo>
                <a:cubicBezTo>
                  <a:pt x="314" y="362"/>
                  <a:pt x="314" y="362"/>
                  <a:pt x="314" y="361"/>
                </a:cubicBezTo>
                <a:cubicBezTo>
                  <a:pt x="315" y="361"/>
                  <a:pt x="315" y="361"/>
                  <a:pt x="315" y="360"/>
                </a:cubicBezTo>
                <a:cubicBezTo>
                  <a:pt x="315" y="360"/>
                  <a:pt x="315" y="360"/>
                  <a:pt x="316" y="360"/>
                </a:cubicBezTo>
                <a:cubicBezTo>
                  <a:pt x="316" y="359"/>
                  <a:pt x="318" y="358"/>
                  <a:pt x="318" y="358"/>
                </a:cubicBezTo>
                <a:cubicBezTo>
                  <a:pt x="318" y="358"/>
                  <a:pt x="318" y="357"/>
                  <a:pt x="318" y="356"/>
                </a:cubicBezTo>
                <a:cubicBezTo>
                  <a:pt x="318" y="356"/>
                  <a:pt x="316" y="355"/>
                  <a:pt x="315" y="355"/>
                </a:cubicBezTo>
                <a:cubicBezTo>
                  <a:pt x="315" y="355"/>
                  <a:pt x="315" y="355"/>
                  <a:pt x="314" y="355"/>
                </a:cubicBezTo>
                <a:cubicBezTo>
                  <a:pt x="314" y="355"/>
                  <a:pt x="314" y="355"/>
                  <a:pt x="314" y="355"/>
                </a:cubicBezTo>
                <a:cubicBezTo>
                  <a:pt x="314" y="356"/>
                  <a:pt x="314" y="356"/>
                  <a:pt x="313" y="356"/>
                </a:cubicBezTo>
                <a:cubicBezTo>
                  <a:pt x="312" y="356"/>
                  <a:pt x="310" y="356"/>
                  <a:pt x="310" y="355"/>
                </a:cubicBezTo>
                <a:cubicBezTo>
                  <a:pt x="309" y="354"/>
                  <a:pt x="309" y="354"/>
                  <a:pt x="308" y="354"/>
                </a:cubicBezTo>
                <a:cubicBezTo>
                  <a:pt x="307" y="353"/>
                  <a:pt x="305" y="353"/>
                  <a:pt x="304" y="352"/>
                </a:cubicBezTo>
                <a:cubicBezTo>
                  <a:pt x="304" y="351"/>
                  <a:pt x="303" y="351"/>
                  <a:pt x="302" y="351"/>
                </a:cubicBezTo>
                <a:cubicBezTo>
                  <a:pt x="301" y="351"/>
                  <a:pt x="300" y="351"/>
                  <a:pt x="300" y="351"/>
                </a:cubicBezTo>
                <a:cubicBezTo>
                  <a:pt x="299" y="351"/>
                  <a:pt x="299" y="352"/>
                  <a:pt x="298" y="352"/>
                </a:cubicBezTo>
                <a:cubicBezTo>
                  <a:pt x="297" y="351"/>
                  <a:pt x="296" y="351"/>
                  <a:pt x="296" y="351"/>
                </a:cubicBezTo>
                <a:cubicBezTo>
                  <a:pt x="295" y="352"/>
                  <a:pt x="295" y="352"/>
                  <a:pt x="294" y="351"/>
                </a:cubicBezTo>
                <a:cubicBezTo>
                  <a:pt x="293" y="351"/>
                  <a:pt x="293" y="351"/>
                  <a:pt x="292" y="351"/>
                </a:cubicBezTo>
                <a:cubicBezTo>
                  <a:pt x="291" y="352"/>
                  <a:pt x="291" y="352"/>
                  <a:pt x="290" y="352"/>
                </a:cubicBezTo>
                <a:cubicBezTo>
                  <a:pt x="289" y="352"/>
                  <a:pt x="289" y="352"/>
                  <a:pt x="288" y="352"/>
                </a:cubicBezTo>
                <a:cubicBezTo>
                  <a:pt x="287" y="352"/>
                  <a:pt x="287" y="351"/>
                  <a:pt x="287" y="351"/>
                </a:cubicBezTo>
                <a:cubicBezTo>
                  <a:pt x="286" y="351"/>
                  <a:pt x="286" y="352"/>
                  <a:pt x="285" y="351"/>
                </a:cubicBezTo>
                <a:cubicBezTo>
                  <a:pt x="284" y="350"/>
                  <a:pt x="283" y="350"/>
                  <a:pt x="283" y="350"/>
                </a:cubicBezTo>
                <a:cubicBezTo>
                  <a:pt x="282" y="351"/>
                  <a:pt x="282" y="352"/>
                  <a:pt x="281" y="352"/>
                </a:cubicBezTo>
                <a:cubicBezTo>
                  <a:pt x="281" y="352"/>
                  <a:pt x="281" y="352"/>
                  <a:pt x="281" y="351"/>
                </a:cubicBezTo>
                <a:cubicBezTo>
                  <a:pt x="281" y="351"/>
                  <a:pt x="281" y="351"/>
                  <a:pt x="280" y="350"/>
                </a:cubicBezTo>
                <a:cubicBezTo>
                  <a:pt x="280" y="350"/>
                  <a:pt x="280" y="349"/>
                  <a:pt x="281" y="349"/>
                </a:cubicBezTo>
                <a:cubicBezTo>
                  <a:pt x="281" y="349"/>
                  <a:pt x="281" y="349"/>
                  <a:pt x="281" y="349"/>
                </a:cubicBezTo>
                <a:cubicBezTo>
                  <a:pt x="282" y="349"/>
                  <a:pt x="282" y="348"/>
                  <a:pt x="283" y="348"/>
                </a:cubicBezTo>
                <a:cubicBezTo>
                  <a:pt x="283" y="348"/>
                  <a:pt x="284" y="348"/>
                  <a:pt x="284" y="347"/>
                </a:cubicBezTo>
                <a:cubicBezTo>
                  <a:pt x="283" y="347"/>
                  <a:pt x="283" y="347"/>
                  <a:pt x="284" y="347"/>
                </a:cubicBezTo>
                <a:cubicBezTo>
                  <a:pt x="284" y="346"/>
                  <a:pt x="285" y="346"/>
                  <a:pt x="285" y="346"/>
                </a:cubicBezTo>
                <a:cubicBezTo>
                  <a:pt x="285" y="347"/>
                  <a:pt x="285" y="348"/>
                  <a:pt x="285" y="348"/>
                </a:cubicBezTo>
                <a:cubicBezTo>
                  <a:pt x="285" y="348"/>
                  <a:pt x="285" y="348"/>
                  <a:pt x="286" y="349"/>
                </a:cubicBezTo>
                <a:cubicBezTo>
                  <a:pt x="286" y="349"/>
                  <a:pt x="286" y="349"/>
                  <a:pt x="286" y="350"/>
                </a:cubicBezTo>
                <a:cubicBezTo>
                  <a:pt x="287" y="351"/>
                  <a:pt x="288" y="351"/>
                  <a:pt x="288" y="350"/>
                </a:cubicBezTo>
                <a:cubicBezTo>
                  <a:pt x="288" y="349"/>
                  <a:pt x="288" y="348"/>
                  <a:pt x="289" y="348"/>
                </a:cubicBezTo>
                <a:cubicBezTo>
                  <a:pt x="289" y="347"/>
                  <a:pt x="291" y="347"/>
                  <a:pt x="291" y="346"/>
                </a:cubicBezTo>
                <a:cubicBezTo>
                  <a:pt x="291" y="346"/>
                  <a:pt x="291" y="346"/>
                  <a:pt x="291" y="345"/>
                </a:cubicBezTo>
                <a:cubicBezTo>
                  <a:pt x="292" y="344"/>
                  <a:pt x="291" y="344"/>
                  <a:pt x="292" y="344"/>
                </a:cubicBezTo>
                <a:cubicBezTo>
                  <a:pt x="292" y="343"/>
                  <a:pt x="292" y="343"/>
                  <a:pt x="292" y="342"/>
                </a:cubicBezTo>
                <a:cubicBezTo>
                  <a:pt x="292" y="342"/>
                  <a:pt x="292" y="341"/>
                  <a:pt x="293" y="342"/>
                </a:cubicBezTo>
                <a:cubicBezTo>
                  <a:pt x="293" y="342"/>
                  <a:pt x="294" y="343"/>
                  <a:pt x="295" y="342"/>
                </a:cubicBezTo>
                <a:cubicBezTo>
                  <a:pt x="295" y="342"/>
                  <a:pt x="296" y="342"/>
                  <a:pt x="296" y="341"/>
                </a:cubicBezTo>
                <a:cubicBezTo>
                  <a:pt x="297" y="340"/>
                  <a:pt x="297" y="340"/>
                  <a:pt x="297" y="339"/>
                </a:cubicBezTo>
                <a:cubicBezTo>
                  <a:pt x="297" y="338"/>
                  <a:pt x="297" y="337"/>
                  <a:pt x="297" y="336"/>
                </a:cubicBezTo>
                <a:cubicBezTo>
                  <a:pt x="297" y="334"/>
                  <a:pt x="297" y="334"/>
                  <a:pt x="298" y="332"/>
                </a:cubicBezTo>
                <a:cubicBezTo>
                  <a:pt x="299" y="330"/>
                  <a:pt x="298" y="330"/>
                  <a:pt x="299" y="329"/>
                </a:cubicBezTo>
                <a:cubicBezTo>
                  <a:pt x="300" y="328"/>
                  <a:pt x="300" y="328"/>
                  <a:pt x="301" y="328"/>
                </a:cubicBezTo>
                <a:cubicBezTo>
                  <a:pt x="302" y="327"/>
                  <a:pt x="302" y="327"/>
                  <a:pt x="302" y="327"/>
                </a:cubicBezTo>
                <a:cubicBezTo>
                  <a:pt x="302" y="326"/>
                  <a:pt x="302" y="326"/>
                  <a:pt x="302" y="325"/>
                </a:cubicBezTo>
                <a:cubicBezTo>
                  <a:pt x="303" y="324"/>
                  <a:pt x="303" y="324"/>
                  <a:pt x="304" y="324"/>
                </a:cubicBezTo>
                <a:cubicBezTo>
                  <a:pt x="305" y="324"/>
                  <a:pt x="305" y="325"/>
                  <a:pt x="305" y="325"/>
                </a:cubicBezTo>
                <a:cubicBezTo>
                  <a:pt x="305" y="326"/>
                  <a:pt x="305" y="326"/>
                  <a:pt x="305" y="327"/>
                </a:cubicBezTo>
                <a:cubicBezTo>
                  <a:pt x="306" y="327"/>
                  <a:pt x="306" y="328"/>
                  <a:pt x="306" y="328"/>
                </a:cubicBezTo>
                <a:cubicBezTo>
                  <a:pt x="306" y="328"/>
                  <a:pt x="308" y="329"/>
                  <a:pt x="308" y="328"/>
                </a:cubicBezTo>
                <a:cubicBezTo>
                  <a:pt x="309" y="328"/>
                  <a:pt x="309" y="327"/>
                  <a:pt x="309" y="327"/>
                </a:cubicBezTo>
                <a:cubicBezTo>
                  <a:pt x="309" y="327"/>
                  <a:pt x="310" y="326"/>
                  <a:pt x="310" y="326"/>
                </a:cubicBezTo>
                <a:cubicBezTo>
                  <a:pt x="310" y="326"/>
                  <a:pt x="311" y="327"/>
                  <a:pt x="311" y="327"/>
                </a:cubicBezTo>
                <a:cubicBezTo>
                  <a:pt x="312" y="327"/>
                  <a:pt x="312" y="326"/>
                  <a:pt x="313" y="326"/>
                </a:cubicBezTo>
                <a:cubicBezTo>
                  <a:pt x="313" y="326"/>
                  <a:pt x="314" y="327"/>
                  <a:pt x="314" y="327"/>
                </a:cubicBezTo>
                <a:cubicBezTo>
                  <a:pt x="315" y="328"/>
                  <a:pt x="315" y="328"/>
                  <a:pt x="316" y="328"/>
                </a:cubicBezTo>
                <a:cubicBezTo>
                  <a:pt x="317" y="328"/>
                  <a:pt x="317" y="328"/>
                  <a:pt x="318" y="328"/>
                </a:cubicBezTo>
                <a:cubicBezTo>
                  <a:pt x="318" y="328"/>
                  <a:pt x="318" y="328"/>
                  <a:pt x="319" y="328"/>
                </a:cubicBezTo>
                <a:cubicBezTo>
                  <a:pt x="320" y="328"/>
                  <a:pt x="320" y="328"/>
                  <a:pt x="320" y="328"/>
                </a:cubicBezTo>
                <a:cubicBezTo>
                  <a:pt x="321" y="327"/>
                  <a:pt x="321" y="328"/>
                  <a:pt x="322" y="328"/>
                </a:cubicBezTo>
                <a:cubicBezTo>
                  <a:pt x="322" y="328"/>
                  <a:pt x="323" y="329"/>
                  <a:pt x="323" y="329"/>
                </a:cubicBezTo>
                <a:cubicBezTo>
                  <a:pt x="323" y="329"/>
                  <a:pt x="323" y="329"/>
                  <a:pt x="323" y="329"/>
                </a:cubicBezTo>
                <a:cubicBezTo>
                  <a:pt x="323" y="329"/>
                  <a:pt x="323" y="329"/>
                  <a:pt x="323" y="330"/>
                </a:cubicBezTo>
                <a:cubicBezTo>
                  <a:pt x="323" y="330"/>
                  <a:pt x="324" y="330"/>
                  <a:pt x="324" y="330"/>
                </a:cubicBezTo>
                <a:cubicBezTo>
                  <a:pt x="324" y="330"/>
                  <a:pt x="325" y="330"/>
                  <a:pt x="325" y="330"/>
                </a:cubicBezTo>
                <a:cubicBezTo>
                  <a:pt x="325" y="330"/>
                  <a:pt x="327" y="331"/>
                  <a:pt x="327" y="331"/>
                </a:cubicBezTo>
                <a:cubicBezTo>
                  <a:pt x="327" y="331"/>
                  <a:pt x="328" y="330"/>
                  <a:pt x="328" y="330"/>
                </a:cubicBezTo>
                <a:cubicBezTo>
                  <a:pt x="328" y="330"/>
                  <a:pt x="330" y="330"/>
                  <a:pt x="330" y="330"/>
                </a:cubicBezTo>
                <a:cubicBezTo>
                  <a:pt x="330" y="330"/>
                  <a:pt x="330" y="330"/>
                  <a:pt x="330" y="330"/>
                </a:cubicBezTo>
                <a:cubicBezTo>
                  <a:pt x="330" y="329"/>
                  <a:pt x="330" y="329"/>
                  <a:pt x="330" y="329"/>
                </a:cubicBezTo>
                <a:cubicBezTo>
                  <a:pt x="331" y="329"/>
                  <a:pt x="331" y="329"/>
                  <a:pt x="331" y="329"/>
                </a:cubicBezTo>
                <a:cubicBezTo>
                  <a:pt x="331" y="327"/>
                  <a:pt x="331" y="327"/>
                  <a:pt x="331" y="327"/>
                </a:cubicBezTo>
                <a:cubicBezTo>
                  <a:pt x="331" y="327"/>
                  <a:pt x="332" y="327"/>
                  <a:pt x="331" y="327"/>
                </a:cubicBezTo>
                <a:cubicBezTo>
                  <a:pt x="331" y="327"/>
                  <a:pt x="330" y="326"/>
                  <a:pt x="331" y="326"/>
                </a:cubicBezTo>
                <a:cubicBezTo>
                  <a:pt x="331" y="325"/>
                  <a:pt x="332" y="325"/>
                  <a:pt x="332" y="325"/>
                </a:cubicBezTo>
                <a:cubicBezTo>
                  <a:pt x="332" y="325"/>
                  <a:pt x="333" y="325"/>
                  <a:pt x="334" y="326"/>
                </a:cubicBezTo>
                <a:cubicBezTo>
                  <a:pt x="334" y="326"/>
                  <a:pt x="334" y="326"/>
                  <a:pt x="335" y="327"/>
                </a:cubicBezTo>
                <a:cubicBezTo>
                  <a:pt x="335" y="327"/>
                  <a:pt x="335" y="327"/>
                  <a:pt x="336" y="327"/>
                </a:cubicBezTo>
                <a:cubicBezTo>
                  <a:pt x="338" y="327"/>
                  <a:pt x="336" y="326"/>
                  <a:pt x="338" y="326"/>
                </a:cubicBezTo>
                <a:cubicBezTo>
                  <a:pt x="340" y="326"/>
                  <a:pt x="341" y="327"/>
                  <a:pt x="341" y="327"/>
                </a:cubicBezTo>
                <a:cubicBezTo>
                  <a:pt x="342" y="327"/>
                  <a:pt x="343" y="329"/>
                  <a:pt x="343" y="329"/>
                </a:cubicBezTo>
                <a:cubicBezTo>
                  <a:pt x="343" y="330"/>
                  <a:pt x="343" y="331"/>
                  <a:pt x="344" y="332"/>
                </a:cubicBezTo>
                <a:cubicBezTo>
                  <a:pt x="345" y="332"/>
                  <a:pt x="348" y="333"/>
                  <a:pt x="348" y="333"/>
                </a:cubicBezTo>
                <a:cubicBezTo>
                  <a:pt x="348" y="333"/>
                  <a:pt x="350" y="334"/>
                  <a:pt x="350" y="334"/>
                </a:cubicBezTo>
                <a:cubicBezTo>
                  <a:pt x="350" y="334"/>
                  <a:pt x="351" y="334"/>
                  <a:pt x="352" y="334"/>
                </a:cubicBezTo>
                <a:cubicBezTo>
                  <a:pt x="353" y="334"/>
                  <a:pt x="353" y="333"/>
                  <a:pt x="354" y="333"/>
                </a:cubicBezTo>
                <a:cubicBezTo>
                  <a:pt x="355" y="333"/>
                  <a:pt x="355" y="334"/>
                  <a:pt x="355" y="333"/>
                </a:cubicBezTo>
                <a:cubicBezTo>
                  <a:pt x="356" y="333"/>
                  <a:pt x="356" y="332"/>
                  <a:pt x="356" y="332"/>
                </a:cubicBezTo>
                <a:cubicBezTo>
                  <a:pt x="357" y="333"/>
                  <a:pt x="357" y="333"/>
                  <a:pt x="357" y="333"/>
                </a:cubicBezTo>
                <a:cubicBezTo>
                  <a:pt x="357" y="334"/>
                  <a:pt x="356" y="334"/>
                  <a:pt x="357" y="334"/>
                </a:cubicBezTo>
                <a:cubicBezTo>
                  <a:pt x="358" y="335"/>
                  <a:pt x="360" y="337"/>
                  <a:pt x="362" y="337"/>
                </a:cubicBezTo>
                <a:cubicBezTo>
                  <a:pt x="363" y="337"/>
                  <a:pt x="364" y="337"/>
                  <a:pt x="365" y="336"/>
                </a:cubicBezTo>
                <a:cubicBezTo>
                  <a:pt x="366" y="335"/>
                  <a:pt x="365" y="335"/>
                  <a:pt x="365" y="334"/>
                </a:cubicBezTo>
                <a:cubicBezTo>
                  <a:pt x="365" y="334"/>
                  <a:pt x="366" y="334"/>
                  <a:pt x="366" y="334"/>
                </a:cubicBezTo>
                <a:cubicBezTo>
                  <a:pt x="366" y="335"/>
                  <a:pt x="366" y="334"/>
                  <a:pt x="366" y="335"/>
                </a:cubicBezTo>
                <a:cubicBezTo>
                  <a:pt x="367" y="336"/>
                  <a:pt x="367" y="336"/>
                  <a:pt x="367" y="336"/>
                </a:cubicBezTo>
                <a:cubicBezTo>
                  <a:pt x="368" y="336"/>
                  <a:pt x="369" y="337"/>
                  <a:pt x="368" y="336"/>
                </a:cubicBezTo>
                <a:cubicBezTo>
                  <a:pt x="368" y="335"/>
                  <a:pt x="368" y="334"/>
                  <a:pt x="368" y="335"/>
                </a:cubicBezTo>
                <a:cubicBezTo>
                  <a:pt x="369" y="335"/>
                  <a:pt x="369" y="335"/>
                  <a:pt x="370" y="336"/>
                </a:cubicBezTo>
                <a:cubicBezTo>
                  <a:pt x="370" y="337"/>
                  <a:pt x="371" y="339"/>
                  <a:pt x="372" y="340"/>
                </a:cubicBezTo>
                <a:cubicBezTo>
                  <a:pt x="373" y="341"/>
                  <a:pt x="373" y="341"/>
                  <a:pt x="374" y="341"/>
                </a:cubicBezTo>
                <a:cubicBezTo>
                  <a:pt x="375" y="341"/>
                  <a:pt x="375" y="341"/>
                  <a:pt x="375" y="341"/>
                </a:cubicBezTo>
                <a:cubicBezTo>
                  <a:pt x="375" y="341"/>
                  <a:pt x="375" y="344"/>
                  <a:pt x="375" y="346"/>
                </a:cubicBezTo>
                <a:cubicBezTo>
                  <a:pt x="376" y="348"/>
                  <a:pt x="376" y="348"/>
                  <a:pt x="376" y="349"/>
                </a:cubicBezTo>
                <a:cubicBezTo>
                  <a:pt x="377" y="349"/>
                  <a:pt x="377" y="350"/>
                  <a:pt x="378" y="349"/>
                </a:cubicBezTo>
                <a:cubicBezTo>
                  <a:pt x="378" y="349"/>
                  <a:pt x="378" y="348"/>
                  <a:pt x="378" y="349"/>
                </a:cubicBezTo>
                <a:cubicBezTo>
                  <a:pt x="379" y="350"/>
                  <a:pt x="378" y="350"/>
                  <a:pt x="379" y="350"/>
                </a:cubicBezTo>
                <a:cubicBezTo>
                  <a:pt x="381" y="351"/>
                  <a:pt x="381" y="351"/>
                  <a:pt x="382" y="350"/>
                </a:cubicBezTo>
                <a:cubicBezTo>
                  <a:pt x="383" y="350"/>
                  <a:pt x="382" y="349"/>
                  <a:pt x="383" y="349"/>
                </a:cubicBezTo>
                <a:cubicBezTo>
                  <a:pt x="383" y="349"/>
                  <a:pt x="383" y="349"/>
                  <a:pt x="383" y="349"/>
                </a:cubicBezTo>
                <a:cubicBezTo>
                  <a:pt x="384" y="349"/>
                  <a:pt x="384" y="350"/>
                  <a:pt x="384" y="350"/>
                </a:cubicBezTo>
                <a:cubicBezTo>
                  <a:pt x="384" y="350"/>
                  <a:pt x="384" y="351"/>
                  <a:pt x="385" y="351"/>
                </a:cubicBezTo>
                <a:cubicBezTo>
                  <a:pt x="386" y="351"/>
                  <a:pt x="387" y="351"/>
                  <a:pt x="388" y="351"/>
                </a:cubicBezTo>
                <a:cubicBezTo>
                  <a:pt x="389" y="350"/>
                  <a:pt x="389" y="350"/>
                  <a:pt x="390" y="349"/>
                </a:cubicBezTo>
                <a:cubicBezTo>
                  <a:pt x="390" y="349"/>
                  <a:pt x="390" y="350"/>
                  <a:pt x="390" y="350"/>
                </a:cubicBezTo>
                <a:cubicBezTo>
                  <a:pt x="390" y="350"/>
                  <a:pt x="390" y="353"/>
                  <a:pt x="397" y="352"/>
                </a:cubicBezTo>
                <a:cubicBezTo>
                  <a:pt x="401" y="351"/>
                  <a:pt x="403" y="350"/>
                  <a:pt x="403" y="350"/>
                </a:cubicBezTo>
                <a:cubicBezTo>
                  <a:pt x="403" y="350"/>
                  <a:pt x="403" y="350"/>
                  <a:pt x="403" y="351"/>
                </a:cubicBezTo>
                <a:cubicBezTo>
                  <a:pt x="404" y="351"/>
                  <a:pt x="407" y="352"/>
                  <a:pt x="409" y="353"/>
                </a:cubicBezTo>
                <a:cubicBezTo>
                  <a:pt x="411" y="353"/>
                  <a:pt x="413" y="354"/>
                  <a:pt x="415" y="354"/>
                </a:cubicBezTo>
                <a:cubicBezTo>
                  <a:pt x="417" y="354"/>
                  <a:pt x="417" y="354"/>
                  <a:pt x="418" y="353"/>
                </a:cubicBezTo>
                <a:cubicBezTo>
                  <a:pt x="419" y="353"/>
                  <a:pt x="421" y="352"/>
                  <a:pt x="422" y="352"/>
                </a:cubicBezTo>
                <a:cubicBezTo>
                  <a:pt x="422" y="352"/>
                  <a:pt x="422" y="352"/>
                  <a:pt x="423" y="352"/>
                </a:cubicBezTo>
                <a:cubicBezTo>
                  <a:pt x="423" y="353"/>
                  <a:pt x="424" y="353"/>
                  <a:pt x="424" y="354"/>
                </a:cubicBezTo>
                <a:cubicBezTo>
                  <a:pt x="425" y="354"/>
                  <a:pt x="425" y="354"/>
                  <a:pt x="426" y="355"/>
                </a:cubicBezTo>
                <a:cubicBezTo>
                  <a:pt x="426" y="355"/>
                  <a:pt x="426" y="355"/>
                  <a:pt x="426" y="355"/>
                </a:cubicBezTo>
                <a:cubicBezTo>
                  <a:pt x="427" y="355"/>
                  <a:pt x="427" y="355"/>
                  <a:pt x="428" y="355"/>
                </a:cubicBezTo>
                <a:cubicBezTo>
                  <a:pt x="428" y="355"/>
                  <a:pt x="429" y="355"/>
                  <a:pt x="430" y="354"/>
                </a:cubicBezTo>
                <a:cubicBezTo>
                  <a:pt x="431" y="354"/>
                  <a:pt x="431" y="352"/>
                  <a:pt x="432" y="352"/>
                </a:cubicBezTo>
                <a:cubicBezTo>
                  <a:pt x="432" y="351"/>
                  <a:pt x="433" y="350"/>
                  <a:pt x="432" y="350"/>
                </a:cubicBezTo>
                <a:cubicBezTo>
                  <a:pt x="432" y="349"/>
                  <a:pt x="432" y="349"/>
                  <a:pt x="432" y="349"/>
                </a:cubicBezTo>
                <a:cubicBezTo>
                  <a:pt x="432" y="348"/>
                  <a:pt x="433" y="348"/>
                  <a:pt x="433" y="348"/>
                </a:cubicBezTo>
                <a:cubicBezTo>
                  <a:pt x="433" y="348"/>
                  <a:pt x="434" y="348"/>
                  <a:pt x="434" y="347"/>
                </a:cubicBezTo>
                <a:cubicBezTo>
                  <a:pt x="435" y="346"/>
                  <a:pt x="435" y="344"/>
                  <a:pt x="435" y="343"/>
                </a:cubicBezTo>
                <a:cubicBezTo>
                  <a:pt x="436" y="343"/>
                  <a:pt x="436" y="342"/>
                  <a:pt x="437" y="341"/>
                </a:cubicBezTo>
                <a:cubicBezTo>
                  <a:pt x="437" y="341"/>
                  <a:pt x="439" y="340"/>
                  <a:pt x="439" y="340"/>
                </a:cubicBezTo>
                <a:cubicBezTo>
                  <a:pt x="440" y="339"/>
                  <a:pt x="441" y="339"/>
                  <a:pt x="442" y="339"/>
                </a:cubicBezTo>
                <a:cubicBezTo>
                  <a:pt x="442" y="339"/>
                  <a:pt x="444" y="339"/>
                  <a:pt x="444" y="339"/>
                </a:cubicBezTo>
                <a:cubicBezTo>
                  <a:pt x="445" y="339"/>
                  <a:pt x="446" y="339"/>
                  <a:pt x="446" y="340"/>
                </a:cubicBezTo>
                <a:cubicBezTo>
                  <a:pt x="446" y="340"/>
                  <a:pt x="446" y="342"/>
                  <a:pt x="446" y="342"/>
                </a:cubicBezTo>
                <a:cubicBezTo>
                  <a:pt x="447" y="342"/>
                  <a:pt x="447" y="343"/>
                  <a:pt x="447" y="344"/>
                </a:cubicBezTo>
                <a:cubicBezTo>
                  <a:pt x="448" y="345"/>
                  <a:pt x="449" y="346"/>
                  <a:pt x="450" y="346"/>
                </a:cubicBezTo>
                <a:cubicBezTo>
                  <a:pt x="451" y="347"/>
                  <a:pt x="452" y="347"/>
                  <a:pt x="453" y="348"/>
                </a:cubicBezTo>
                <a:cubicBezTo>
                  <a:pt x="454" y="348"/>
                  <a:pt x="457" y="347"/>
                  <a:pt x="457" y="347"/>
                </a:cubicBezTo>
                <a:cubicBezTo>
                  <a:pt x="458" y="346"/>
                  <a:pt x="459" y="345"/>
                  <a:pt x="459" y="345"/>
                </a:cubicBezTo>
                <a:cubicBezTo>
                  <a:pt x="460" y="345"/>
                  <a:pt x="461" y="345"/>
                  <a:pt x="462" y="346"/>
                </a:cubicBezTo>
                <a:cubicBezTo>
                  <a:pt x="462" y="347"/>
                  <a:pt x="462" y="348"/>
                  <a:pt x="463" y="348"/>
                </a:cubicBezTo>
                <a:cubicBezTo>
                  <a:pt x="464" y="349"/>
                  <a:pt x="464" y="349"/>
                  <a:pt x="464" y="349"/>
                </a:cubicBezTo>
                <a:cubicBezTo>
                  <a:pt x="465" y="349"/>
                  <a:pt x="466" y="349"/>
                  <a:pt x="466" y="350"/>
                </a:cubicBezTo>
                <a:cubicBezTo>
                  <a:pt x="467" y="350"/>
                  <a:pt x="468" y="350"/>
                  <a:pt x="469" y="350"/>
                </a:cubicBezTo>
                <a:cubicBezTo>
                  <a:pt x="471" y="350"/>
                  <a:pt x="471" y="350"/>
                  <a:pt x="472" y="350"/>
                </a:cubicBezTo>
                <a:cubicBezTo>
                  <a:pt x="472" y="349"/>
                  <a:pt x="472" y="349"/>
                  <a:pt x="473" y="349"/>
                </a:cubicBezTo>
                <a:cubicBezTo>
                  <a:pt x="473" y="350"/>
                  <a:pt x="473" y="350"/>
                  <a:pt x="474" y="351"/>
                </a:cubicBezTo>
                <a:cubicBezTo>
                  <a:pt x="474" y="352"/>
                  <a:pt x="475" y="352"/>
                  <a:pt x="475" y="353"/>
                </a:cubicBezTo>
                <a:cubicBezTo>
                  <a:pt x="476" y="353"/>
                  <a:pt x="478" y="353"/>
                  <a:pt x="479" y="353"/>
                </a:cubicBezTo>
                <a:cubicBezTo>
                  <a:pt x="480" y="353"/>
                  <a:pt x="480" y="353"/>
                  <a:pt x="481" y="353"/>
                </a:cubicBezTo>
                <a:cubicBezTo>
                  <a:pt x="482" y="352"/>
                  <a:pt x="483" y="352"/>
                  <a:pt x="484" y="352"/>
                </a:cubicBezTo>
                <a:cubicBezTo>
                  <a:pt x="485" y="352"/>
                  <a:pt x="485" y="352"/>
                  <a:pt x="486" y="352"/>
                </a:cubicBezTo>
                <a:cubicBezTo>
                  <a:pt x="487" y="353"/>
                  <a:pt x="487" y="353"/>
                  <a:pt x="488" y="353"/>
                </a:cubicBezTo>
                <a:cubicBezTo>
                  <a:pt x="488" y="353"/>
                  <a:pt x="488" y="353"/>
                  <a:pt x="488" y="353"/>
                </a:cubicBezTo>
                <a:cubicBezTo>
                  <a:pt x="488" y="352"/>
                  <a:pt x="488" y="352"/>
                  <a:pt x="489" y="352"/>
                </a:cubicBezTo>
                <a:cubicBezTo>
                  <a:pt x="490" y="352"/>
                  <a:pt x="490" y="352"/>
                  <a:pt x="490" y="352"/>
                </a:cubicBezTo>
                <a:cubicBezTo>
                  <a:pt x="490" y="353"/>
                  <a:pt x="491" y="353"/>
                  <a:pt x="491" y="353"/>
                </a:cubicBezTo>
                <a:cubicBezTo>
                  <a:pt x="491" y="353"/>
                  <a:pt x="491" y="353"/>
                  <a:pt x="491" y="354"/>
                </a:cubicBezTo>
                <a:cubicBezTo>
                  <a:pt x="491" y="354"/>
                  <a:pt x="491" y="354"/>
                  <a:pt x="491" y="355"/>
                </a:cubicBezTo>
                <a:cubicBezTo>
                  <a:pt x="491" y="356"/>
                  <a:pt x="492" y="356"/>
                  <a:pt x="492" y="356"/>
                </a:cubicBezTo>
                <a:cubicBezTo>
                  <a:pt x="492" y="357"/>
                  <a:pt x="490" y="357"/>
                  <a:pt x="491" y="357"/>
                </a:cubicBezTo>
                <a:cubicBezTo>
                  <a:pt x="491" y="357"/>
                  <a:pt x="492" y="358"/>
                  <a:pt x="492" y="358"/>
                </a:cubicBezTo>
                <a:cubicBezTo>
                  <a:pt x="492" y="358"/>
                  <a:pt x="491" y="359"/>
                  <a:pt x="491" y="359"/>
                </a:cubicBezTo>
                <a:cubicBezTo>
                  <a:pt x="491" y="359"/>
                  <a:pt x="491" y="359"/>
                  <a:pt x="491" y="360"/>
                </a:cubicBezTo>
                <a:cubicBezTo>
                  <a:pt x="492" y="360"/>
                  <a:pt x="492" y="360"/>
                  <a:pt x="492" y="360"/>
                </a:cubicBezTo>
                <a:cubicBezTo>
                  <a:pt x="492" y="361"/>
                  <a:pt x="492" y="362"/>
                  <a:pt x="492" y="362"/>
                </a:cubicBezTo>
                <a:cubicBezTo>
                  <a:pt x="493" y="362"/>
                  <a:pt x="493" y="363"/>
                  <a:pt x="493" y="362"/>
                </a:cubicBezTo>
                <a:cubicBezTo>
                  <a:pt x="494" y="362"/>
                  <a:pt x="494" y="362"/>
                  <a:pt x="495" y="362"/>
                </a:cubicBezTo>
                <a:cubicBezTo>
                  <a:pt x="495" y="362"/>
                  <a:pt x="497" y="363"/>
                  <a:pt x="497" y="363"/>
                </a:cubicBezTo>
                <a:cubicBezTo>
                  <a:pt x="497" y="364"/>
                  <a:pt x="497" y="365"/>
                  <a:pt x="497" y="365"/>
                </a:cubicBezTo>
                <a:cubicBezTo>
                  <a:pt x="497" y="365"/>
                  <a:pt x="497" y="366"/>
                  <a:pt x="497" y="366"/>
                </a:cubicBezTo>
                <a:cubicBezTo>
                  <a:pt x="497" y="367"/>
                  <a:pt x="497" y="367"/>
                  <a:pt x="497" y="368"/>
                </a:cubicBezTo>
                <a:cubicBezTo>
                  <a:pt x="497" y="368"/>
                  <a:pt x="497" y="369"/>
                  <a:pt x="497" y="369"/>
                </a:cubicBezTo>
                <a:cubicBezTo>
                  <a:pt x="497" y="370"/>
                  <a:pt x="498" y="371"/>
                  <a:pt x="498" y="371"/>
                </a:cubicBezTo>
                <a:cubicBezTo>
                  <a:pt x="498" y="371"/>
                  <a:pt x="498" y="371"/>
                  <a:pt x="498" y="371"/>
                </a:cubicBezTo>
                <a:cubicBezTo>
                  <a:pt x="498" y="371"/>
                  <a:pt x="498" y="372"/>
                  <a:pt x="498" y="372"/>
                </a:cubicBezTo>
                <a:cubicBezTo>
                  <a:pt x="498" y="373"/>
                  <a:pt x="498" y="373"/>
                  <a:pt x="498" y="373"/>
                </a:cubicBezTo>
                <a:cubicBezTo>
                  <a:pt x="499" y="374"/>
                  <a:pt x="500" y="374"/>
                  <a:pt x="500" y="374"/>
                </a:cubicBezTo>
                <a:cubicBezTo>
                  <a:pt x="500" y="374"/>
                  <a:pt x="500" y="374"/>
                  <a:pt x="500" y="374"/>
                </a:cubicBezTo>
                <a:cubicBezTo>
                  <a:pt x="501" y="374"/>
                  <a:pt x="501" y="375"/>
                  <a:pt x="502" y="375"/>
                </a:cubicBezTo>
                <a:cubicBezTo>
                  <a:pt x="502" y="375"/>
                  <a:pt x="503" y="375"/>
                  <a:pt x="503" y="375"/>
                </a:cubicBezTo>
                <a:cubicBezTo>
                  <a:pt x="503" y="375"/>
                  <a:pt x="505" y="376"/>
                  <a:pt x="505" y="376"/>
                </a:cubicBezTo>
                <a:cubicBezTo>
                  <a:pt x="505" y="376"/>
                  <a:pt x="505" y="377"/>
                  <a:pt x="505" y="377"/>
                </a:cubicBezTo>
                <a:cubicBezTo>
                  <a:pt x="506" y="377"/>
                  <a:pt x="507" y="377"/>
                  <a:pt x="507" y="377"/>
                </a:cubicBezTo>
                <a:cubicBezTo>
                  <a:pt x="507" y="377"/>
                  <a:pt x="507" y="377"/>
                  <a:pt x="507" y="377"/>
                </a:cubicBezTo>
                <a:cubicBezTo>
                  <a:pt x="507" y="377"/>
                  <a:pt x="507" y="377"/>
                  <a:pt x="508" y="377"/>
                </a:cubicBezTo>
                <a:cubicBezTo>
                  <a:pt x="508" y="377"/>
                  <a:pt x="509" y="378"/>
                  <a:pt x="509" y="378"/>
                </a:cubicBezTo>
                <a:cubicBezTo>
                  <a:pt x="510" y="378"/>
                  <a:pt x="510" y="379"/>
                  <a:pt x="510" y="379"/>
                </a:cubicBezTo>
                <a:cubicBezTo>
                  <a:pt x="511" y="379"/>
                  <a:pt x="512" y="378"/>
                  <a:pt x="512" y="378"/>
                </a:cubicBezTo>
                <a:cubicBezTo>
                  <a:pt x="513" y="378"/>
                  <a:pt x="514" y="377"/>
                  <a:pt x="514" y="377"/>
                </a:cubicBezTo>
                <a:cubicBezTo>
                  <a:pt x="515" y="377"/>
                  <a:pt x="514" y="376"/>
                  <a:pt x="516" y="376"/>
                </a:cubicBezTo>
                <a:cubicBezTo>
                  <a:pt x="518" y="377"/>
                  <a:pt x="520" y="377"/>
                  <a:pt x="520" y="377"/>
                </a:cubicBezTo>
                <a:cubicBezTo>
                  <a:pt x="520" y="377"/>
                  <a:pt x="522" y="377"/>
                  <a:pt x="522" y="377"/>
                </a:cubicBezTo>
                <a:cubicBezTo>
                  <a:pt x="523" y="377"/>
                  <a:pt x="524" y="377"/>
                  <a:pt x="524" y="377"/>
                </a:cubicBezTo>
                <a:cubicBezTo>
                  <a:pt x="525" y="376"/>
                  <a:pt x="525" y="376"/>
                  <a:pt x="526" y="376"/>
                </a:cubicBezTo>
                <a:cubicBezTo>
                  <a:pt x="527" y="376"/>
                  <a:pt x="528" y="376"/>
                  <a:pt x="528" y="376"/>
                </a:cubicBezTo>
                <a:cubicBezTo>
                  <a:pt x="528" y="376"/>
                  <a:pt x="528" y="376"/>
                  <a:pt x="529" y="375"/>
                </a:cubicBezTo>
                <a:cubicBezTo>
                  <a:pt x="530" y="375"/>
                  <a:pt x="531" y="374"/>
                  <a:pt x="531" y="374"/>
                </a:cubicBezTo>
                <a:cubicBezTo>
                  <a:pt x="531" y="373"/>
                  <a:pt x="532" y="373"/>
                  <a:pt x="532" y="374"/>
                </a:cubicBezTo>
                <a:cubicBezTo>
                  <a:pt x="532" y="374"/>
                  <a:pt x="533" y="375"/>
                  <a:pt x="533" y="376"/>
                </a:cubicBezTo>
                <a:cubicBezTo>
                  <a:pt x="533" y="376"/>
                  <a:pt x="534" y="376"/>
                  <a:pt x="535" y="376"/>
                </a:cubicBezTo>
                <a:cubicBezTo>
                  <a:pt x="536" y="376"/>
                  <a:pt x="536" y="376"/>
                  <a:pt x="537" y="376"/>
                </a:cubicBezTo>
                <a:cubicBezTo>
                  <a:pt x="538" y="376"/>
                  <a:pt x="538" y="376"/>
                  <a:pt x="538" y="377"/>
                </a:cubicBezTo>
                <a:cubicBezTo>
                  <a:pt x="538" y="377"/>
                  <a:pt x="538" y="378"/>
                  <a:pt x="539" y="378"/>
                </a:cubicBezTo>
                <a:cubicBezTo>
                  <a:pt x="540" y="378"/>
                  <a:pt x="540" y="377"/>
                  <a:pt x="542" y="378"/>
                </a:cubicBezTo>
                <a:cubicBezTo>
                  <a:pt x="543" y="379"/>
                  <a:pt x="543" y="380"/>
                  <a:pt x="543" y="381"/>
                </a:cubicBezTo>
                <a:cubicBezTo>
                  <a:pt x="543" y="382"/>
                  <a:pt x="542" y="382"/>
                  <a:pt x="542" y="383"/>
                </a:cubicBezTo>
                <a:cubicBezTo>
                  <a:pt x="543" y="383"/>
                  <a:pt x="543" y="384"/>
                  <a:pt x="543" y="385"/>
                </a:cubicBezTo>
                <a:cubicBezTo>
                  <a:pt x="543" y="386"/>
                  <a:pt x="542" y="388"/>
                  <a:pt x="542" y="388"/>
                </a:cubicBezTo>
                <a:cubicBezTo>
                  <a:pt x="542" y="389"/>
                  <a:pt x="542" y="390"/>
                  <a:pt x="542" y="390"/>
                </a:cubicBezTo>
                <a:cubicBezTo>
                  <a:pt x="541" y="391"/>
                  <a:pt x="541" y="391"/>
                  <a:pt x="541" y="391"/>
                </a:cubicBezTo>
                <a:cubicBezTo>
                  <a:pt x="541" y="392"/>
                  <a:pt x="541" y="392"/>
                  <a:pt x="541" y="393"/>
                </a:cubicBezTo>
                <a:cubicBezTo>
                  <a:pt x="541" y="393"/>
                  <a:pt x="540" y="395"/>
                  <a:pt x="540" y="395"/>
                </a:cubicBezTo>
                <a:cubicBezTo>
                  <a:pt x="540" y="396"/>
                  <a:pt x="540" y="396"/>
                  <a:pt x="540" y="397"/>
                </a:cubicBezTo>
                <a:cubicBezTo>
                  <a:pt x="540" y="397"/>
                  <a:pt x="540" y="397"/>
                  <a:pt x="541" y="398"/>
                </a:cubicBezTo>
                <a:cubicBezTo>
                  <a:pt x="541" y="398"/>
                  <a:pt x="541" y="399"/>
                  <a:pt x="541" y="399"/>
                </a:cubicBezTo>
                <a:cubicBezTo>
                  <a:pt x="541" y="399"/>
                  <a:pt x="541" y="400"/>
                  <a:pt x="541" y="400"/>
                </a:cubicBezTo>
                <a:cubicBezTo>
                  <a:pt x="541" y="400"/>
                  <a:pt x="541" y="398"/>
                  <a:pt x="542" y="398"/>
                </a:cubicBezTo>
                <a:cubicBezTo>
                  <a:pt x="542" y="398"/>
                  <a:pt x="542" y="398"/>
                  <a:pt x="542" y="398"/>
                </a:cubicBezTo>
                <a:cubicBezTo>
                  <a:pt x="542" y="399"/>
                  <a:pt x="542" y="401"/>
                  <a:pt x="542" y="402"/>
                </a:cubicBezTo>
                <a:cubicBezTo>
                  <a:pt x="543" y="402"/>
                  <a:pt x="543" y="403"/>
                  <a:pt x="543" y="403"/>
                </a:cubicBezTo>
                <a:cubicBezTo>
                  <a:pt x="544" y="403"/>
                  <a:pt x="544" y="402"/>
                  <a:pt x="544" y="403"/>
                </a:cubicBezTo>
                <a:cubicBezTo>
                  <a:pt x="544" y="403"/>
                  <a:pt x="545" y="404"/>
                  <a:pt x="545" y="404"/>
                </a:cubicBezTo>
                <a:cubicBezTo>
                  <a:pt x="546" y="404"/>
                  <a:pt x="546" y="403"/>
                  <a:pt x="547" y="404"/>
                </a:cubicBezTo>
                <a:cubicBezTo>
                  <a:pt x="547" y="404"/>
                  <a:pt x="547" y="405"/>
                  <a:pt x="547" y="405"/>
                </a:cubicBezTo>
                <a:cubicBezTo>
                  <a:pt x="548" y="405"/>
                  <a:pt x="548" y="405"/>
                  <a:pt x="548" y="405"/>
                </a:cubicBezTo>
                <a:close/>
                <a:moveTo>
                  <a:pt x="530" y="357"/>
                </a:moveTo>
                <a:cubicBezTo>
                  <a:pt x="531" y="356"/>
                  <a:pt x="531" y="357"/>
                  <a:pt x="532" y="356"/>
                </a:cubicBezTo>
                <a:cubicBezTo>
                  <a:pt x="532" y="356"/>
                  <a:pt x="532" y="356"/>
                  <a:pt x="533" y="356"/>
                </a:cubicBezTo>
                <a:cubicBezTo>
                  <a:pt x="533" y="356"/>
                  <a:pt x="533" y="355"/>
                  <a:pt x="533" y="355"/>
                </a:cubicBezTo>
                <a:cubicBezTo>
                  <a:pt x="534" y="355"/>
                  <a:pt x="533" y="354"/>
                  <a:pt x="533" y="354"/>
                </a:cubicBezTo>
                <a:cubicBezTo>
                  <a:pt x="532" y="354"/>
                  <a:pt x="532" y="354"/>
                  <a:pt x="531" y="353"/>
                </a:cubicBezTo>
                <a:cubicBezTo>
                  <a:pt x="530" y="353"/>
                  <a:pt x="530" y="352"/>
                  <a:pt x="529" y="352"/>
                </a:cubicBezTo>
                <a:cubicBezTo>
                  <a:pt x="528" y="352"/>
                  <a:pt x="526" y="353"/>
                  <a:pt x="525" y="353"/>
                </a:cubicBezTo>
                <a:cubicBezTo>
                  <a:pt x="523" y="353"/>
                  <a:pt x="521" y="353"/>
                  <a:pt x="519" y="353"/>
                </a:cubicBezTo>
                <a:cubicBezTo>
                  <a:pt x="517" y="353"/>
                  <a:pt x="514" y="353"/>
                  <a:pt x="511" y="353"/>
                </a:cubicBezTo>
                <a:cubicBezTo>
                  <a:pt x="510" y="353"/>
                  <a:pt x="508" y="353"/>
                  <a:pt x="506" y="353"/>
                </a:cubicBezTo>
                <a:cubicBezTo>
                  <a:pt x="505" y="353"/>
                  <a:pt x="503" y="353"/>
                  <a:pt x="501" y="353"/>
                </a:cubicBezTo>
                <a:cubicBezTo>
                  <a:pt x="500" y="353"/>
                  <a:pt x="499" y="353"/>
                  <a:pt x="497" y="354"/>
                </a:cubicBezTo>
                <a:cubicBezTo>
                  <a:pt x="497" y="354"/>
                  <a:pt x="497" y="354"/>
                  <a:pt x="497" y="355"/>
                </a:cubicBezTo>
                <a:cubicBezTo>
                  <a:pt x="496" y="355"/>
                  <a:pt x="496" y="355"/>
                  <a:pt x="496" y="356"/>
                </a:cubicBezTo>
                <a:cubicBezTo>
                  <a:pt x="495" y="356"/>
                  <a:pt x="495" y="357"/>
                  <a:pt x="495" y="357"/>
                </a:cubicBezTo>
                <a:cubicBezTo>
                  <a:pt x="494" y="357"/>
                  <a:pt x="494" y="357"/>
                  <a:pt x="494" y="357"/>
                </a:cubicBezTo>
                <a:cubicBezTo>
                  <a:pt x="493" y="358"/>
                  <a:pt x="493" y="358"/>
                  <a:pt x="493" y="358"/>
                </a:cubicBezTo>
                <a:cubicBezTo>
                  <a:pt x="493" y="358"/>
                  <a:pt x="493" y="359"/>
                  <a:pt x="493" y="359"/>
                </a:cubicBezTo>
                <a:cubicBezTo>
                  <a:pt x="493" y="359"/>
                  <a:pt x="493" y="359"/>
                  <a:pt x="493" y="360"/>
                </a:cubicBezTo>
                <a:cubicBezTo>
                  <a:pt x="493" y="360"/>
                  <a:pt x="493" y="360"/>
                  <a:pt x="493" y="361"/>
                </a:cubicBezTo>
                <a:cubicBezTo>
                  <a:pt x="494" y="362"/>
                  <a:pt x="495" y="361"/>
                  <a:pt x="496" y="361"/>
                </a:cubicBezTo>
                <a:cubicBezTo>
                  <a:pt x="497" y="360"/>
                  <a:pt x="497" y="361"/>
                  <a:pt x="498" y="361"/>
                </a:cubicBezTo>
                <a:cubicBezTo>
                  <a:pt x="499" y="361"/>
                  <a:pt x="500" y="362"/>
                  <a:pt x="500" y="362"/>
                </a:cubicBezTo>
                <a:cubicBezTo>
                  <a:pt x="501" y="362"/>
                  <a:pt x="502" y="362"/>
                  <a:pt x="503" y="362"/>
                </a:cubicBezTo>
                <a:cubicBezTo>
                  <a:pt x="504" y="363"/>
                  <a:pt x="505" y="363"/>
                  <a:pt x="506" y="363"/>
                </a:cubicBezTo>
                <a:cubicBezTo>
                  <a:pt x="507" y="363"/>
                  <a:pt x="508" y="363"/>
                  <a:pt x="509" y="363"/>
                </a:cubicBezTo>
                <a:cubicBezTo>
                  <a:pt x="510" y="363"/>
                  <a:pt x="511" y="363"/>
                  <a:pt x="512" y="363"/>
                </a:cubicBezTo>
                <a:cubicBezTo>
                  <a:pt x="513" y="363"/>
                  <a:pt x="515" y="362"/>
                  <a:pt x="516" y="363"/>
                </a:cubicBezTo>
                <a:cubicBezTo>
                  <a:pt x="516" y="364"/>
                  <a:pt x="516" y="363"/>
                  <a:pt x="517" y="363"/>
                </a:cubicBezTo>
                <a:cubicBezTo>
                  <a:pt x="517" y="363"/>
                  <a:pt x="517" y="362"/>
                  <a:pt x="518" y="362"/>
                </a:cubicBezTo>
                <a:cubicBezTo>
                  <a:pt x="518" y="361"/>
                  <a:pt x="519" y="360"/>
                  <a:pt x="519" y="360"/>
                </a:cubicBezTo>
                <a:cubicBezTo>
                  <a:pt x="520" y="360"/>
                  <a:pt x="520" y="360"/>
                  <a:pt x="520" y="360"/>
                </a:cubicBezTo>
                <a:cubicBezTo>
                  <a:pt x="521" y="360"/>
                  <a:pt x="521" y="359"/>
                  <a:pt x="522" y="360"/>
                </a:cubicBezTo>
                <a:cubicBezTo>
                  <a:pt x="523" y="360"/>
                  <a:pt x="523" y="360"/>
                  <a:pt x="524" y="360"/>
                </a:cubicBezTo>
                <a:cubicBezTo>
                  <a:pt x="525" y="360"/>
                  <a:pt x="525" y="360"/>
                  <a:pt x="525" y="360"/>
                </a:cubicBezTo>
                <a:cubicBezTo>
                  <a:pt x="526" y="360"/>
                  <a:pt x="526" y="360"/>
                  <a:pt x="527" y="360"/>
                </a:cubicBezTo>
                <a:cubicBezTo>
                  <a:pt x="527" y="360"/>
                  <a:pt x="527" y="360"/>
                  <a:pt x="527" y="359"/>
                </a:cubicBezTo>
                <a:cubicBezTo>
                  <a:pt x="527" y="359"/>
                  <a:pt x="527" y="359"/>
                  <a:pt x="527" y="359"/>
                </a:cubicBezTo>
                <a:cubicBezTo>
                  <a:pt x="527" y="358"/>
                  <a:pt x="527" y="358"/>
                  <a:pt x="528" y="358"/>
                </a:cubicBezTo>
                <a:cubicBezTo>
                  <a:pt x="528" y="357"/>
                  <a:pt x="528" y="358"/>
                  <a:pt x="529" y="358"/>
                </a:cubicBezTo>
                <a:cubicBezTo>
                  <a:pt x="529" y="358"/>
                  <a:pt x="529" y="358"/>
                  <a:pt x="529" y="359"/>
                </a:cubicBezTo>
                <a:cubicBezTo>
                  <a:pt x="530" y="359"/>
                  <a:pt x="531" y="360"/>
                  <a:pt x="532" y="359"/>
                </a:cubicBezTo>
                <a:cubicBezTo>
                  <a:pt x="532" y="359"/>
                  <a:pt x="532" y="359"/>
                  <a:pt x="532" y="359"/>
                </a:cubicBezTo>
                <a:cubicBezTo>
                  <a:pt x="532" y="358"/>
                  <a:pt x="532" y="358"/>
                  <a:pt x="531" y="358"/>
                </a:cubicBezTo>
                <a:cubicBezTo>
                  <a:pt x="531" y="358"/>
                  <a:pt x="530" y="358"/>
                  <a:pt x="529" y="358"/>
                </a:cubicBezTo>
                <a:cubicBezTo>
                  <a:pt x="529" y="357"/>
                  <a:pt x="530" y="357"/>
                  <a:pt x="530" y="357"/>
                </a:cubicBezTo>
                <a:close/>
                <a:moveTo>
                  <a:pt x="200" y="309"/>
                </a:moveTo>
                <a:cubicBezTo>
                  <a:pt x="199" y="309"/>
                  <a:pt x="199" y="310"/>
                  <a:pt x="199" y="309"/>
                </a:cubicBezTo>
                <a:cubicBezTo>
                  <a:pt x="198" y="309"/>
                  <a:pt x="198" y="309"/>
                  <a:pt x="198" y="309"/>
                </a:cubicBezTo>
                <a:cubicBezTo>
                  <a:pt x="197" y="309"/>
                  <a:pt x="197" y="309"/>
                  <a:pt x="197" y="308"/>
                </a:cubicBezTo>
                <a:cubicBezTo>
                  <a:pt x="196" y="308"/>
                  <a:pt x="196" y="308"/>
                  <a:pt x="196" y="308"/>
                </a:cubicBezTo>
                <a:cubicBezTo>
                  <a:pt x="195" y="307"/>
                  <a:pt x="195" y="308"/>
                  <a:pt x="195" y="308"/>
                </a:cubicBezTo>
                <a:cubicBezTo>
                  <a:pt x="195" y="308"/>
                  <a:pt x="195" y="308"/>
                  <a:pt x="194" y="308"/>
                </a:cubicBezTo>
                <a:cubicBezTo>
                  <a:pt x="194" y="308"/>
                  <a:pt x="194" y="308"/>
                  <a:pt x="194" y="308"/>
                </a:cubicBezTo>
                <a:cubicBezTo>
                  <a:pt x="193" y="309"/>
                  <a:pt x="193" y="309"/>
                  <a:pt x="193" y="309"/>
                </a:cubicBezTo>
                <a:cubicBezTo>
                  <a:pt x="193" y="309"/>
                  <a:pt x="193" y="310"/>
                  <a:pt x="194" y="310"/>
                </a:cubicBezTo>
                <a:cubicBezTo>
                  <a:pt x="195" y="310"/>
                  <a:pt x="195" y="311"/>
                  <a:pt x="196" y="311"/>
                </a:cubicBezTo>
                <a:cubicBezTo>
                  <a:pt x="197" y="311"/>
                  <a:pt x="197" y="312"/>
                  <a:pt x="197" y="313"/>
                </a:cubicBezTo>
                <a:cubicBezTo>
                  <a:pt x="198" y="313"/>
                  <a:pt x="198" y="313"/>
                  <a:pt x="198" y="313"/>
                </a:cubicBezTo>
                <a:cubicBezTo>
                  <a:pt x="199" y="313"/>
                  <a:pt x="199" y="313"/>
                  <a:pt x="199" y="313"/>
                </a:cubicBezTo>
                <a:cubicBezTo>
                  <a:pt x="200" y="313"/>
                  <a:pt x="200" y="313"/>
                  <a:pt x="200" y="314"/>
                </a:cubicBezTo>
                <a:cubicBezTo>
                  <a:pt x="201" y="314"/>
                  <a:pt x="201" y="313"/>
                  <a:pt x="201" y="313"/>
                </a:cubicBezTo>
                <a:cubicBezTo>
                  <a:pt x="201" y="313"/>
                  <a:pt x="200" y="312"/>
                  <a:pt x="201" y="312"/>
                </a:cubicBezTo>
                <a:cubicBezTo>
                  <a:pt x="201" y="312"/>
                  <a:pt x="201" y="312"/>
                  <a:pt x="201" y="312"/>
                </a:cubicBezTo>
                <a:cubicBezTo>
                  <a:pt x="201" y="312"/>
                  <a:pt x="201" y="311"/>
                  <a:pt x="202" y="311"/>
                </a:cubicBezTo>
                <a:cubicBezTo>
                  <a:pt x="202" y="310"/>
                  <a:pt x="201" y="310"/>
                  <a:pt x="201" y="310"/>
                </a:cubicBezTo>
                <a:cubicBezTo>
                  <a:pt x="201" y="310"/>
                  <a:pt x="200" y="309"/>
                  <a:pt x="200" y="309"/>
                </a:cubicBezTo>
                <a:close/>
                <a:moveTo>
                  <a:pt x="281" y="345"/>
                </a:moveTo>
                <a:cubicBezTo>
                  <a:pt x="281" y="345"/>
                  <a:pt x="281" y="344"/>
                  <a:pt x="281" y="344"/>
                </a:cubicBezTo>
                <a:cubicBezTo>
                  <a:pt x="281" y="343"/>
                  <a:pt x="281" y="343"/>
                  <a:pt x="281" y="343"/>
                </a:cubicBezTo>
                <a:cubicBezTo>
                  <a:pt x="282" y="342"/>
                  <a:pt x="281" y="342"/>
                  <a:pt x="281" y="343"/>
                </a:cubicBezTo>
                <a:cubicBezTo>
                  <a:pt x="281" y="343"/>
                  <a:pt x="280" y="343"/>
                  <a:pt x="280" y="343"/>
                </a:cubicBezTo>
                <a:cubicBezTo>
                  <a:pt x="280" y="343"/>
                  <a:pt x="279" y="343"/>
                  <a:pt x="279" y="343"/>
                </a:cubicBezTo>
                <a:cubicBezTo>
                  <a:pt x="279" y="343"/>
                  <a:pt x="278" y="344"/>
                  <a:pt x="278" y="344"/>
                </a:cubicBezTo>
                <a:cubicBezTo>
                  <a:pt x="278" y="344"/>
                  <a:pt x="277" y="345"/>
                  <a:pt x="277" y="345"/>
                </a:cubicBezTo>
                <a:cubicBezTo>
                  <a:pt x="277" y="345"/>
                  <a:pt x="278" y="345"/>
                  <a:pt x="278" y="345"/>
                </a:cubicBezTo>
                <a:cubicBezTo>
                  <a:pt x="278" y="345"/>
                  <a:pt x="279" y="344"/>
                  <a:pt x="279" y="344"/>
                </a:cubicBezTo>
                <a:cubicBezTo>
                  <a:pt x="279" y="344"/>
                  <a:pt x="279" y="344"/>
                  <a:pt x="279" y="344"/>
                </a:cubicBezTo>
                <a:cubicBezTo>
                  <a:pt x="279" y="344"/>
                  <a:pt x="279" y="345"/>
                  <a:pt x="279" y="345"/>
                </a:cubicBezTo>
                <a:cubicBezTo>
                  <a:pt x="279" y="346"/>
                  <a:pt x="280" y="346"/>
                  <a:pt x="280" y="346"/>
                </a:cubicBezTo>
                <a:cubicBezTo>
                  <a:pt x="281" y="346"/>
                  <a:pt x="281" y="345"/>
                  <a:pt x="281" y="345"/>
                </a:cubicBezTo>
                <a:close/>
                <a:moveTo>
                  <a:pt x="348" y="241"/>
                </a:moveTo>
                <a:cubicBezTo>
                  <a:pt x="349" y="241"/>
                  <a:pt x="347" y="242"/>
                  <a:pt x="347" y="243"/>
                </a:cubicBezTo>
                <a:cubicBezTo>
                  <a:pt x="347" y="244"/>
                  <a:pt x="347" y="244"/>
                  <a:pt x="348" y="245"/>
                </a:cubicBezTo>
                <a:cubicBezTo>
                  <a:pt x="348" y="246"/>
                  <a:pt x="349" y="247"/>
                  <a:pt x="348" y="248"/>
                </a:cubicBezTo>
                <a:cubicBezTo>
                  <a:pt x="348" y="248"/>
                  <a:pt x="347" y="249"/>
                  <a:pt x="348" y="249"/>
                </a:cubicBezTo>
                <a:cubicBezTo>
                  <a:pt x="348" y="250"/>
                  <a:pt x="349" y="250"/>
                  <a:pt x="349" y="250"/>
                </a:cubicBezTo>
                <a:cubicBezTo>
                  <a:pt x="350" y="249"/>
                  <a:pt x="351" y="249"/>
                  <a:pt x="351" y="249"/>
                </a:cubicBezTo>
                <a:cubicBezTo>
                  <a:pt x="352" y="248"/>
                  <a:pt x="353" y="249"/>
                  <a:pt x="354" y="248"/>
                </a:cubicBezTo>
                <a:cubicBezTo>
                  <a:pt x="354" y="248"/>
                  <a:pt x="355" y="247"/>
                  <a:pt x="355" y="247"/>
                </a:cubicBezTo>
                <a:cubicBezTo>
                  <a:pt x="355" y="247"/>
                  <a:pt x="355" y="247"/>
                  <a:pt x="355" y="246"/>
                </a:cubicBezTo>
                <a:cubicBezTo>
                  <a:pt x="354" y="246"/>
                  <a:pt x="354" y="246"/>
                  <a:pt x="354" y="245"/>
                </a:cubicBezTo>
                <a:cubicBezTo>
                  <a:pt x="354" y="245"/>
                  <a:pt x="355" y="245"/>
                  <a:pt x="356" y="245"/>
                </a:cubicBezTo>
                <a:cubicBezTo>
                  <a:pt x="356" y="245"/>
                  <a:pt x="356" y="246"/>
                  <a:pt x="356" y="246"/>
                </a:cubicBezTo>
                <a:cubicBezTo>
                  <a:pt x="356" y="247"/>
                  <a:pt x="357" y="247"/>
                  <a:pt x="357" y="247"/>
                </a:cubicBezTo>
                <a:cubicBezTo>
                  <a:pt x="358" y="247"/>
                  <a:pt x="359" y="248"/>
                  <a:pt x="359" y="249"/>
                </a:cubicBezTo>
                <a:cubicBezTo>
                  <a:pt x="359" y="249"/>
                  <a:pt x="358" y="249"/>
                  <a:pt x="359" y="250"/>
                </a:cubicBezTo>
                <a:cubicBezTo>
                  <a:pt x="359" y="251"/>
                  <a:pt x="359" y="250"/>
                  <a:pt x="360" y="250"/>
                </a:cubicBezTo>
                <a:cubicBezTo>
                  <a:pt x="360" y="250"/>
                  <a:pt x="360" y="250"/>
                  <a:pt x="361" y="250"/>
                </a:cubicBezTo>
                <a:cubicBezTo>
                  <a:pt x="361" y="250"/>
                  <a:pt x="362" y="250"/>
                  <a:pt x="362" y="250"/>
                </a:cubicBezTo>
                <a:cubicBezTo>
                  <a:pt x="362" y="249"/>
                  <a:pt x="361" y="249"/>
                  <a:pt x="361" y="249"/>
                </a:cubicBezTo>
                <a:cubicBezTo>
                  <a:pt x="361" y="249"/>
                  <a:pt x="361" y="249"/>
                  <a:pt x="361" y="249"/>
                </a:cubicBezTo>
                <a:cubicBezTo>
                  <a:pt x="361" y="248"/>
                  <a:pt x="362" y="248"/>
                  <a:pt x="362" y="248"/>
                </a:cubicBezTo>
                <a:cubicBezTo>
                  <a:pt x="363" y="248"/>
                  <a:pt x="363" y="248"/>
                  <a:pt x="363" y="248"/>
                </a:cubicBezTo>
                <a:cubicBezTo>
                  <a:pt x="364" y="248"/>
                  <a:pt x="364" y="248"/>
                  <a:pt x="365" y="248"/>
                </a:cubicBezTo>
                <a:cubicBezTo>
                  <a:pt x="365" y="247"/>
                  <a:pt x="365" y="246"/>
                  <a:pt x="365" y="246"/>
                </a:cubicBezTo>
                <a:cubicBezTo>
                  <a:pt x="365" y="245"/>
                  <a:pt x="365" y="244"/>
                  <a:pt x="365" y="244"/>
                </a:cubicBezTo>
                <a:cubicBezTo>
                  <a:pt x="366" y="243"/>
                  <a:pt x="366" y="242"/>
                  <a:pt x="366" y="242"/>
                </a:cubicBezTo>
                <a:cubicBezTo>
                  <a:pt x="366" y="241"/>
                  <a:pt x="367" y="241"/>
                  <a:pt x="367" y="240"/>
                </a:cubicBezTo>
                <a:cubicBezTo>
                  <a:pt x="368" y="239"/>
                  <a:pt x="367" y="238"/>
                  <a:pt x="367" y="238"/>
                </a:cubicBezTo>
                <a:cubicBezTo>
                  <a:pt x="367" y="237"/>
                  <a:pt x="367" y="236"/>
                  <a:pt x="366" y="236"/>
                </a:cubicBezTo>
                <a:cubicBezTo>
                  <a:pt x="366" y="235"/>
                  <a:pt x="365" y="234"/>
                  <a:pt x="364" y="234"/>
                </a:cubicBezTo>
                <a:cubicBezTo>
                  <a:pt x="364" y="234"/>
                  <a:pt x="364" y="234"/>
                  <a:pt x="363" y="234"/>
                </a:cubicBezTo>
                <a:cubicBezTo>
                  <a:pt x="363" y="234"/>
                  <a:pt x="363" y="233"/>
                  <a:pt x="363" y="233"/>
                </a:cubicBezTo>
                <a:cubicBezTo>
                  <a:pt x="363" y="233"/>
                  <a:pt x="362" y="232"/>
                  <a:pt x="362" y="232"/>
                </a:cubicBezTo>
                <a:cubicBezTo>
                  <a:pt x="362" y="232"/>
                  <a:pt x="361" y="232"/>
                  <a:pt x="361" y="232"/>
                </a:cubicBezTo>
                <a:cubicBezTo>
                  <a:pt x="361" y="232"/>
                  <a:pt x="360" y="232"/>
                  <a:pt x="360" y="232"/>
                </a:cubicBezTo>
                <a:cubicBezTo>
                  <a:pt x="360" y="232"/>
                  <a:pt x="360" y="232"/>
                  <a:pt x="360" y="232"/>
                </a:cubicBezTo>
                <a:cubicBezTo>
                  <a:pt x="359" y="232"/>
                  <a:pt x="359" y="232"/>
                  <a:pt x="359" y="231"/>
                </a:cubicBezTo>
                <a:cubicBezTo>
                  <a:pt x="358" y="231"/>
                  <a:pt x="358" y="231"/>
                  <a:pt x="358" y="231"/>
                </a:cubicBezTo>
                <a:cubicBezTo>
                  <a:pt x="357" y="231"/>
                  <a:pt x="357" y="231"/>
                  <a:pt x="357" y="231"/>
                </a:cubicBezTo>
                <a:cubicBezTo>
                  <a:pt x="356" y="231"/>
                  <a:pt x="357" y="231"/>
                  <a:pt x="356" y="231"/>
                </a:cubicBezTo>
                <a:cubicBezTo>
                  <a:pt x="356" y="231"/>
                  <a:pt x="356" y="231"/>
                  <a:pt x="355" y="231"/>
                </a:cubicBezTo>
                <a:cubicBezTo>
                  <a:pt x="355" y="231"/>
                  <a:pt x="355" y="231"/>
                  <a:pt x="355" y="230"/>
                </a:cubicBezTo>
                <a:cubicBezTo>
                  <a:pt x="354" y="230"/>
                  <a:pt x="354" y="230"/>
                  <a:pt x="353" y="230"/>
                </a:cubicBezTo>
                <a:cubicBezTo>
                  <a:pt x="353" y="231"/>
                  <a:pt x="352" y="231"/>
                  <a:pt x="352" y="231"/>
                </a:cubicBezTo>
                <a:cubicBezTo>
                  <a:pt x="351" y="231"/>
                  <a:pt x="350" y="231"/>
                  <a:pt x="350" y="231"/>
                </a:cubicBezTo>
                <a:cubicBezTo>
                  <a:pt x="350" y="231"/>
                  <a:pt x="349" y="232"/>
                  <a:pt x="349" y="232"/>
                </a:cubicBezTo>
                <a:cubicBezTo>
                  <a:pt x="349" y="232"/>
                  <a:pt x="349" y="233"/>
                  <a:pt x="349" y="233"/>
                </a:cubicBezTo>
                <a:cubicBezTo>
                  <a:pt x="349" y="233"/>
                  <a:pt x="349" y="234"/>
                  <a:pt x="349" y="234"/>
                </a:cubicBezTo>
                <a:cubicBezTo>
                  <a:pt x="349" y="234"/>
                  <a:pt x="349" y="234"/>
                  <a:pt x="349" y="234"/>
                </a:cubicBezTo>
                <a:cubicBezTo>
                  <a:pt x="349" y="235"/>
                  <a:pt x="349" y="235"/>
                  <a:pt x="349" y="236"/>
                </a:cubicBezTo>
                <a:cubicBezTo>
                  <a:pt x="349" y="236"/>
                  <a:pt x="348" y="236"/>
                  <a:pt x="348" y="237"/>
                </a:cubicBezTo>
                <a:cubicBezTo>
                  <a:pt x="348" y="237"/>
                  <a:pt x="348" y="237"/>
                  <a:pt x="348" y="238"/>
                </a:cubicBezTo>
                <a:cubicBezTo>
                  <a:pt x="348" y="238"/>
                  <a:pt x="348" y="239"/>
                  <a:pt x="348" y="239"/>
                </a:cubicBezTo>
                <a:cubicBezTo>
                  <a:pt x="348" y="240"/>
                  <a:pt x="347" y="240"/>
                  <a:pt x="347" y="240"/>
                </a:cubicBezTo>
                <a:cubicBezTo>
                  <a:pt x="347" y="240"/>
                  <a:pt x="346" y="241"/>
                  <a:pt x="347" y="241"/>
                </a:cubicBezTo>
                <a:cubicBezTo>
                  <a:pt x="347" y="241"/>
                  <a:pt x="347" y="241"/>
                  <a:pt x="348" y="241"/>
                </a:cubicBezTo>
                <a:close/>
                <a:moveTo>
                  <a:pt x="343" y="241"/>
                </a:moveTo>
                <a:cubicBezTo>
                  <a:pt x="343" y="241"/>
                  <a:pt x="343" y="241"/>
                  <a:pt x="343" y="241"/>
                </a:cubicBezTo>
                <a:cubicBezTo>
                  <a:pt x="343" y="242"/>
                  <a:pt x="343" y="242"/>
                  <a:pt x="344" y="242"/>
                </a:cubicBezTo>
                <a:cubicBezTo>
                  <a:pt x="344" y="243"/>
                  <a:pt x="344" y="242"/>
                  <a:pt x="344" y="242"/>
                </a:cubicBezTo>
                <a:cubicBezTo>
                  <a:pt x="344" y="242"/>
                  <a:pt x="344" y="241"/>
                  <a:pt x="344" y="241"/>
                </a:cubicBezTo>
                <a:cubicBezTo>
                  <a:pt x="344" y="241"/>
                  <a:pt x="344" y="241"/>
                  <a:pt x="344" y="241"/>
                </a:cubicBezTo>
                <a:cubicBezTo>
                  <a:pt x="343" y="241"/>
                  <a:pt x="344" y="241"/>
                  <a:pt x="344" y="241"/>
                </a:cubicBezTo>
                <a:cubicBezTo>
                  <a:pt x="344" y="240"/>
                  <a:pt x="345" y="240"/>
                  <a:pt x="345" y="239"/>
                </a:cubicBezTo>
                <a:cubicBezTo>
                  <a:pt x="345" y="239"/>
                  <a:pt x="345" y="239"/>
                  <a:pt x="344" y="238"/>
                </a:cubicBezTo>
                <a:cubicBezTo>
                  <a:pt x="344" y="238"/>
                  <a:pt x="344" y="238"/>
                  <a:pt x="344" y="238"/>
                </a:cubicBezTo>
                <a:cubicBezTo>
                  <a:pt x="344" y="238"/>
                  <a:pt x="343" y="238"/>
                  <a:pt x="343" y="238"/>
                </a:cubicBezTo>
                <a:cubicBezTo>
                  <a:pt x="343" y="238"/>
                  <a:pt x="343" y="238"/>
                  <a:pt x="343" y="238"/>
                </a:cubicBezTo>
                <a:cubicBezTo>
                  <a:pt x="343" y="237"/>
                  <a:pt x="342" y="237"/>
                  <a:pt x="342" y="238"/>
                </a:cubicBezTo>
                <a:cubicBezTo>
                  <a:pt x="342" y="238"/>
                  <a:pt x="343" y="238"/>
                  <a:pt x="342" y="239"/>
                </a:cubicBezTo>
                <a:cubicBezTo>
                  <a:pt x="342" y="239"/>
                  <a:pt x="342" y="239"/>
                  <a:pt x="342" y="239"/>
                </a:cubicBezTo>
                <a:cubicBezTo>
                  <a:pt x="342" y="239"/>
                  <a:pt x="342" y="239"/>
                  <a:pt x="342" y="239"/>
                </a:cubicBezTo>
                <a:cubicBezTo>
                  <a:pt x="342" y="240"/>
                  <a:pt x="341" y="240"/>
                  <a:pt x="341" y="240"/>
                </a:cubicBezTo>
                <a:cubicBezTo>
                  <a:pt x="341" y="240"/>
                  <a:pt x="341" y="240"/>
                  <a:pt x="342" y="240"/>
                </a:cubicBezTo>
                <a:cubicBezTo>
                  <a:pt x="342" y="241"/>
                  <a:pt x="342" y="241"/>
                  <a:pt x="343" y="241"/>
                </a:cubicBezTo>
                <a:close/>
                <a:moveTo>
                  <a:pt x="326" y="240"/>
                </a:moveTo>
                <a:cubicBezTo>
                  <a:pt x="326" y="240"/>
                  <a:pt x="326" y="240"/>
                  <a:pt x="326" y="240"/>
                </a:cubicBezTo>
                <a:cubicBezTo>
                  <a:pt x="325" y="240"/>
                  <a:pt x="325" y="241"/>
                  <a:pt x="325" y="241"/>
                </a:cubicBezTo>
                <a:cubicBezTo>
                  <a:pt x="325" y="241"/>
                  <a:pt x="324" y="241"/>
                  <a:pt x="324" y="241"/>
                </a:cubicBezTo>
                <a:cubicBezTo>
                  <a:pt x="324" y="241"/>
                  <a:pt x="324" y="241"/>
                  <a:pt x="324" y="242"/>
                </a:cubicBezTo>
                <a:cubicBezTo>
                  <a:pt x="323" y="242"/>
                  <a:pt x="323" y="242"/>
                  <a:pt x="323" y="242"/>
                </a:cubicBezTo>
                <a:cubicBezTo>
                  <a:pt x="323" y="242"/>
                  <a:pt x="323" y="242"/>
                  <a:pt x="324" y="243"/>
                </a:cubicBezTo>
                <a:cubicBezTo>
                  <a:pt x="324" y="243"/>
                  <a:pt x="324" y="243"/>
                  <a:pt x="324" y="243"/>
                </a:cubicBezTo>
                <a:cubicBezTo>
                  <a:pt x="325" y="243"/>
                  <a:pt x="325" y="243"/>
                  <a:pt x="326" y="244"/>
                </a:cubicBezTo>
                <a:cubicBezTo>
                  <a:pt x="326" y="244"/>
                  <a:pt x="326" y="244"/>
                  <a:pt x="326" y="244"/>
                </a:cubicBezTo>
                <a:cubicBezTo>
                  <a:pt x="326" y="244"/>
                  <a:pt x="326" y="244"/>
                  <a:pt x="326" y="244"/>
                </a:cubicBezTo>
                <a:cubicBezTo>
                  <a:pt x="327" y="244"/>
                  <a:pt x="327" y="244"/>
                  <a:pt x="327" y="244"/>
                </a:cubicBezTo>
                <a:cubicBezTo>
                  <a:pt x="328" y="244"/>
                  <a:pt x="328" y="243"/>
                  <a:pt x="328" y="243"/>
                </a:cubicBezTo>
                <a:cubicBezTo>
                  <a:pt x="328" y="243"/>
                  <a:pt x="328" y="242"/>
                  <a:pt x="328" y="242"/>
                </a:cubicBezTo>
                <a:cubicBezTo>
                  <a:pt x="328" y="242"/>
                  <a:pt x="329" y="242"/>
                  <a:pt x="329" y="242"/>
                </a:cubicBezTo>
                <a:cubicBezTo>
                  <a:pt x="329" y="242"/>
                  <a:pt x="329" y="241"/>
                  <a:pt x="329" y="241"/>
                </a:cubicBezTo>
                <a:cubicBezTo>
                  <a:pt x="328" y="241"/>
                  <a:pt x="328" y="241"/>
                  <a:pt x="328" y="241"/>
                </a:cubicBezTo>
                <a:cubicBezTo>
                  <a:pt x="328" y="241"/>
                  <a:pt x="327" y="241"/>
                  <a:pt x="327" y="241"/>
                </a:cubicBezTo>
                <a:cubicBezTo>
                  <a:pt x="327" y="241"/>
                  <a:pt x="327" y="240"/>
                  <a:pt x="326" y="240"/>
                </a:cubicBezTo>
                <a:cubicBezTo>
                  <a:pt x="326" y="240"/>
                  <a:pt x="326" y="240"/>
                  <a:pt x="326" y="240"/>
                </a:cubicBezTo>
                <a:close/>
                <a:moveTo>
                  <a:pt x="280" y="217"/>
                </a:moveTo>
                <a:cubicBezTo>
                  <a:pt x="280" y="217"/>
                  <a:pt x="281" y="217"/>
                  <a:pt x="282" y="217"/>
                </a:cubicBezTo>
                <a:cubicBezTo>
                  <a:pt x="282" y="217"/>
                  <a:pt x="282" y="217"/>
                  <a:pt x="282" y="218"/>
                </a:cubicBezTo>
                <a:cubicBezTo>
                  <a:pt x="283" y="218"/>
                  <a:pt x="283" y="218"/>
                  <a:pt x="283" y="219"/>
                </a:cubicBezTo>
                <a:cubicBezTo>
                  <a:pt x="283" y="219"/>
                  <a:pt x="284" y="219"/>
                  <a:pt x="284" y="219"/>
                </a:cubicBezTo>
                <a:cubicBezTo>
                  <a:pt x="285" y="218"/>
                  <a:pt x="285" y="219"/>
                  <a:pt x="286" y="219"/>
                </a:cubicBezTo>
                <a:cubicBezTo>
                  <a:pt x="286" y="219"/>
                  <a:pt x="287" y="218"/>
                  <a:pt x="287" y="218"/>
                </a:cubicBezTo>
                <a:cubicBezTo>
                  <a:pt x="287" y="218"/>
                  <a:pt x="287" y="219"/>
                  <a:pt x="287" y="219"/>
                </a:cubicBezTo>
                <a:cubicBezTo>
                  <a:pt x="287" y="219"/>
                  <a:pt x="288" y="219"/>
                  <a:pt x="288" y="218"/>
                </a:cubicBezTo>
                <a:cubicBezTo>
                  <a:pt x="288" y="218"/>
                  <a:pt x="288" y="218"/>
                  <a:pt x="288" y="218"/>
                </a:cubicBezTo>
                <a:cubicBezTo>
                  <a:pt x="289" y="218"/>
                  <a:pt x="289" y="217"/>
                  <a:pt x="289" y="217"/>
                </a:cubicBezTo>
                <a:cubicBezTo>
                  <a:pt x="290" y="217"/>
                  <a:pt x="291" y="217"/>
                  <a:pt x="291" y="218"/>
                </a:cubicBezTo>
                <a:cubicBezTo>
                  <a:pt x="291" y="218"/>
                  <a:pt x="291" y="218"/>
                  <a:pt x="292" y="218"/>
                </a:cubicBezTo>
                <a:cubicBezTo>
                  <a:pt x="292" y="219"/>
                  <a:pt x="292" y="218"/>
                  <a:pt x="293" y="218"/>
                </a:cubicBezTo>
                <a:cubicBezTo>
                  <a:pt x="293" y="218"/>
                  <a:pt x="293" y="219"/>
                  <a:pt x="294" y="218"/>
                </a:cubicBezTo>
                <a:cubicBezTo>
                  <a:pt x="294" y="218"/>
                  <a:pt x="294" y="218"/>
                  <a:pt x="295" y="218"/>
                </a:cubicBezTo>
                <a:cubicBezTo>
                  <a:pt x="295" y="218"/>
                  <a:pt x="296" y="219"/>
                  <a:pt x="296" y="219"/>
                </a:cubicBezTo>
                <a:cubicBezTo>
                  <a:pt x="296" y="219"/>
                  <a:pt x="297" y="220"/>
                  <a:pt x="297" y="220"/>
                </a:cubicBezTo>
                <a:cubicBezTo>
                  <a:pt x="297" y="221"/>
                  <a:pt x="297" y="221"/>
                  <a:pt x="297" y="221"/>
                </a:cubicBezTo>
                <a:cubicBezTo>
                  <a:pt x="297" y="222"/>
                  <a:pt x="297" y="222"/>
                  <a:pt x="297" y="222"/>
                </a:cubicBezTo>
                <a:cubicBezTo>
                  <a:pt x="298" y="223"/>
                  <a:pt x="298" y="223"/>
                  <a:pt x="298" y="224"/>
                </a:cubicBezTo>
                <a:cubicBezTo>
                  <a:pt x="298" y="224"/>
                  <a:pt x="298" y="225"/>
                  <a:pt x="298" y="225"/>
                </a:cubicBezTo>
                <a:cubicBezTo>
                  <a:pt x="298" y="225"/>
                  <a:pt x="298" y="226"/>
                  <a:pt x="298" y="226"/>
                </a:cubicBezTo>
                <a:cubicBezTo>
                  <a:pt x="299" y="227"/>
                  <a:pt x="301" y="227"/>
                  <a:pt x="301" y="228"/>
                </a:cubicBezTo>
                <a:cubicBezTo>
                  <a:pt x="301" y="229"/>
                  <a:pt x="301" y="229"/>
                  <a:pt x="301" y="230"/>
                </a:cubicBezTo>
                <a:cubicBezTo>
                  <a:pt x="301" y="231"/>
                  <a:pt x="300" y="231"/>
                  <a:pt x="300" y="232"/>
                </a:cubicBezTo>
                <a:cubicBezTo>
                  <a:pt x="300" y="232"/>
                  <a:pt x="300" y="233"/>
                  <a:pt x="300" y="233"/>
                </a:cubicBezTo>
                <a:cubicBezTo>
                  <a:pt x="300" y="233"/>
                  <a:pt x="300" y="234"/>
                  <a:pt x="301" y="234"/>
                </a:cubicBezTo>
                <a:cubicBezTo>
                  <a:pt x="301" y="235"/>
                  <a:pt x="301" y="236"/>
                  <a:pt x="301" y="236"/>
                </a:cubicBezTo>
                <a:cubicBezTo>
                  <a:pt x="301" y="237"/>
                  <a:pt x="302" y="237"/>
                  <a:pt x="302" y="237"/>
                </a:cubicBezTo>
                <a:cubicBezTo>
                  <a:pt x="302" y="238"/>
                  <a:pt x="302" y="238"/>
                  <a:pt x="302" y="238"/>
                </a:cubicBezTo>
                <a:cubicBezTo>
                  <a:pt x="303" y="238"/>
                  <a:pt x="304" y="238"/>
                  <a:pt x="304" y="238"/>
                </a:cubicBezTo>
                <a:cubicBezTo>
                  <a:pt x="305" y="238"/>
                  <a:pt x="306" y="239"/>
                  <a:pt x="306" y="239"/>
                </a:cubicBezTo>
                <a:cubicBezTo>
                  <a:pt x="307" y="239"/>
                  <a:pt x="307" y="239"/>
                  <a:pt x="307" y="239"/>
                </a:cubicBezTo>
                <a:cubicBezTo>
                  <a:pt x="307" y="240"/>
                  <a:pt x="308" y="240"/>
                  <a:pt x="308" y="240"/>
                </a:cubicBezTo>
                <a:cubicBezTo>
                  <a:pt x="309" y="240"/>
                  <a:pt x="309" y="240"/>
                  <a:pt x="309" y="240"/>
                </a:cubicBezTo>
                <a:cubicBezTo>
                  <a:pt x="310" y="240"/>
                  <a:pt x="310" y="240"/>
                  <a:pt x="311" y="240"/>
                </a:cubicBezTo>
                <a:cubicBezTo>
                  <a:pt x="311" y="240"/>
                  <a:pt x="311" y="241"/>
                  <a:pt x="311" y="241"/>
                </a:cubicBezTo>
                <a:cubicBezTo>
                  <a:pt x="312" y="241"/>
                  <a:pt x="312" y="241"/>
                  <a:pt x="312" y="241"/>
                </a:cubicBezTo>
                <a:cubicBezTo>
                  <a:pt x="312" y="242"/>
                  <a:pt x="312" y="242"/>
                  <a:pt x="313" y="242"/>
                </a:cubicBezTo>
                <a:cubicBezTo>
                  <a:pt x="313" y="242"/>
                  <a:pt x="313" y="242"/>
                  <a:pt x="313" y="242"/>
                </a:cubicBezTo>
                <a:cubicBezTo>
                  <a:pt x="314" y="242"/>
                  <a:pt x="315" y="242"/>
                  <a:pt x="315" y="243"/>
                </a:cubicBezTo>
                <a:cubicBezTo>
                  <a:pt x="316" y="243"/>
                  <a:pt x="316" y="244"/>
                  <a:pt x="317" y="244"/>
                </a:cubicBezTo>
                <a:cubicBezTo>
                  <a:pt x="317" y="245"/>
                  <a:pt x="317" y="245"/>
                  <a:pt x="317" y="245"/>
                </a:cubicBezTo>
                <a:cubicBezTo>
                  <a:pt x="317" y="245"/>
                  <a:pt x="317" y="245"/>
                  <a:pt x="317" y="246"/>
                </a:cubicBezTo>
                <a:cubicBezTo>
                  <a:pt x="318" y="247"/>
                  <a:pt x="319" y="246"/>
                  <a:pt x="320" y="246"/>
                </a:cubicBezTo>
                <a:cubicBezTo>
                  <a:pt x="321" y="245"/>
                  <a:pt x="322" y="246"/>
                  <a:pt x="322" y="246"/>
                </a:cubicBezTo>
                <a:cubicBezTo>
                  <a:pt x="323" y="246"/>
                  <a:pt x="323" y="246"/>
                  <a:pt x="324" y="246"/>
                </a:cubicBezTo>
                <a:cubicBezTo>
                  <a:pt x="324" y="245"/>
                  <a:pt x="324" y="245"/>
                  <a:pt x="324" y="244"/>
                </a:cubicBezTo>
                <a:cubicBezTo>
                  <a:pt x="324" y="244"/>
                  <a:pt x="324" y="244"/>
                  <a:pt x="324" y="244"/>
                </a:cubicBezTo>
                <a:cubicBezTo>
                  <a:pt x="324" y="243"/>
                  <a:pt x="324" y="244"/>
                  <a:pt x="324" y="243"/>
                </a:cubicBezTo>
                <a:cubicBezTo>
                  <a:pt x="323" y="243"/>
                  <a:pt x="323" y="243"/>
                  <a:pt x="323" y="243"/>
                </a:cubicBezTo>
                <a:cubicBezTo>
                  <a:pt x="322" y="243"/>
                  <a:pt x="322" y="243"/>
                  <a:pt x="322" y="242"/>
                </a:cubicBezTo>
                <a:cubicBezTo>
                  <a:pt x="322" y="242"/>
                  <a:pt x="321" y="242"/>
                  <a:pt x="321" y="242"/>
                </a:cubicBezTo>
                <a:cubicBezTo>
                  <a:pt x="320" y="242"/>
                  <a:pt x="320" y="241"/>
                  <a:pt x="320" y="241"/>
                </a:cubicBezTo>
                <a:cubicBezTo>
                  <a:pt x="320" y="240"/>
                  <a:pt x="320" y="239"/>
                  <a:pt x="320" y="238"/>
                </a:cubicBezTo>
                <a:cubicBezTo>
                  <a:pt x="321" y="237"/>
                  <a:pt x="321" y="236"/>
                  <a:pt x="322" y="236"/>
                </a:cubicBezTo>
                <a:cubicBezTo>
                  <a:pt x="322" y="235"/>
                  <a:pt x="322" y="234"/>
                  <a:pt x="323" y="233"/>
                </a:cubicBezTo>
                <a:cubicBezTo>
                  <a:pt x="324" y="233"/>
                  <a:pt x="324" y="232"/>
                  <a:pt x="325" y="232"/>
                </a:cubicBezTo>
                <a:cubicBezTo>
                  <a:pt x="326" y="232"/>
                  <a:pt x="326" y="232"/>
                  <a:pt x="327" y="231"/>
                </a:cubicBezTo>
                <a:cubicBezTo>
                  <a:pt x="327" y="231"/>
                  <a:pt x="326" y="231"/>
                  <a:pt x="326" y="231"/>
                </a:cubicBezTo>
                <a:cubicBezTo>
                  <a:pt x="325" y="230"/>
                  <a:pt x="324" y="231"/>
                  <a:pt x="322" y="230"/>
                </a:cubicBezTo>
                <a:cubicBezTo>
                  <a:pt x="321" y="230"/>
                  <a:pt x="320" y="230"/>
                  <a:pt x="318" y="229"/>
                </a:cubicBezTo>
                <a:cubicBezTo>
                  <a:pt x="317" y="229"/>
                  <a:pt x="317" y="229"/>
                  <a:pt x="316" y="228"/>
                </a:cubicBezTo>
                <a:cubicBezTo>
                  <a:pt x="315" y="228"/>
                  <a:pt x="314" y="228"/>
                  <a:pt x="313" y="228"/>
                </a:cubicBezTo>
                <a:cubicBezTo>
                  <a:pt x="313" y="228"/>
                  <a:pt x="312" y="227"/>
                  <a:pt x="312" y="227"/>
                </a:cubicBezTo>
                <a:cubicBezTo>
                  <a:pt x="311" y="227"/>
                  <a:pt x="311" y="226"/>
                  <a:pt x="311" y="226"/>
                </a:cubicBezTo>
                <a:cubicBezTo>
                  <a:pt x="311" y="226"/>
                  <a:pt x="311" y="225"/>
                  <a:pt x="310" y="225"/>
                </a:cubicBezTo>
                <a:cubicBezTo>
                  <a:pt x="310" y="224"/>
                  <a:pt x="310" y="224"/>
                  <a:pt x="310" y="223"/>
                </a:cubicBezTo>
                <a:cubicBezTo>
                  <a:pt x="309" y="223"/>
                  <a:pt x="309" y="222"/>
                  <a:pt x="309" y="221"/>
                </a:cubicBezTo>
                <a:cubicBezTo>
                  <a:pt x="309" y="220"/>
                  <a:pt x="309" y="220"/>
                  <a:pt x="308" y="219"/>
                </a:cubicBezTo>
                <a:cubicBezTo>
                  <a:pt x="308" y="218"/>
                  <a:pt x="308" y="218"/>
                  <a:pt x="308" y="217"/>
                </a:cubicBezTo>
                <a:cubicBezTo>
                  <a:pt x="307" y="216"/>
                  <a:pt x="308" y="215"/>
                  <a:pt x="308" y="215"/>
                </a:cubicBezTo>
                <a:cubicBezTo>
                  <a:pt x="308" y="214"/>
                  <a:pt x="308" y="213"/>
                  <a:pt x="308" y="212"/>
                </a:cubicBezTo>
                <a:cubicBezTo>
                  <a:pt x="308" y="212"/>
                  <a:pt x="308" y="212"/>
                  <a:pt x="307" y="211"/>
                </a:cubicBezTo>
                <a:cubicBezTo>
                  <a:pt x="307" y="211"/>
                  <a:pt x="307" y="211"/>
                  <a:pt x="307" y="211"/>
                </a:cubicBezTo>
                <a:cubicBezTo>
                  <a:pt x="307" y="210"/>
                  <a:pt x="307" y="209"/>
                  <a:pt x="306" y="209"/>
                </a:cubicBezTo>
                <a:cubicBezTo>
                  <a:pt x="306" y="209"/>
                  <a:pt x="306" y="209"/>
                  <a:pt x="306" y="208"/>
                </a:cubicBezTo>
                <a:cubicBezTo>
                  <a:pt x="305" y="208"/>
                  <a:pt x="305" y="208"/>
                  <a:pt x="305" y="208"/>
                </a:cubicBezTo>
                <a:cubicBezTo>
                  <a:pt x="305" y="207"/>
                  <a:pt x="304" y="207"/>
                  <a:pt x="304" y="207"/>
                </a:cubicBezTo>
                <a:cubicBezTo>
                  <a:pt x="303" y="206"/>
                  <a:pt x="305" y="205"/>
                  <a:pt x="304" y="204"/>
                </a:cubicBezTo>
                <a:cubicBezTo>
                  <a:pt x="304" y="203"/>
                  <a:pt x="303" y="203"/>
                  <a:pt x="303" y="203"/>
                </a:cubicBezTo>
                <a:cubicBezTo>
                  <a:pt x="303" y="202"/>
                  <a:pt x="302" y="203"/>
                  <a:pt x="302" y="202"/>
                </a:cubicBezTo>
                <a:cubicBezTo>
                  <a:pt x="301" y="202"/>
                  <a:pt x="301" y="202"/>
                  <a:pt x="301" y="202"/>
                </a:cubicBezTo>
                <a:cubicBezTo>
                  <a:pt x="301" y="202"/>
                  <a:pt x="301" y="201"/>
                  <a:pt x="301" y="201"/>
                </a:cubicBezTo>
                <a:cubicBezTo>
                  <a:pt x="300" y="201"/>
                  <a:pt x="299" y="202"/>
                  <a:pt x="299" y="202"/>
                </a:cubicBezTo>
                <a:cubicBezTo>
                  <a:pt x="298" y="202"/>
                  <a:pt x="297" y="202"/>
                  <a:pt x="296" y="202"/>
                </a:cubicBezTo>
                <a:cubicBezTo>
                  <a:pt x="296" y="202"/>
                  <a:pt x="296" y="202"/>
                  <a:pt x="295" y="202"/>
                </a:cubicBezTo>
                <a:cubicBezTo>
                  <a:pt x="295" y="202"/>
                  <a:pt x="295" y="203"/>
                  <a:pt x="295" y="203"/>
                </a:cubicBezTo>
                <a:cubicBezTo>
                  <a:pt x="295" y="203"/>
                  <a:pt x="296" y="204"/>
                  <a:pt x="296" y="204"/>
                </a:cubicBezTo>
                <a:cubicBezTo>
                  <a:pt x="296" y="204"/>
                  <a:pt x="295" y="204"/>
                  <a:pt x="296" y="205"/>
                </a:cubicBezTo>
                <a:cubicBezTo>
                  <a:pt x="296" y="205"/>
                  <a:pt x="296" y="205"/>
                  <a:pt x="296" y="205"/>
                </a:cubicBezTo>
                <a:cubicBezTo>
                  <a:pt x="297" y="206"/>
                  <a:pt x="296" y="206"/>
                  <a:pt x="296" y="207"/>
                </a:cubicBezTo>
                <a:cubicBezTo>
                  <a:pt x="297" y="208"/>
                  <a:pt x="298" y="209"/>
                  <a:pt x="298" y="209"/>
                </a:cubicBezTo>
                <a:cubicBezTo>
                  <a:pt x="297" y="210"/>
                  <a:pt x="297" y="209"/>
                  <a:pt x="297" y="209"/>
                </a:cubicBezTo>
                <a:cubicBezTo>
                  <a:pt x="296" y="208"/>
                  <a:pt x="296" y="209"/>
                  <a:pt x="295" y="209"/>
                </a:cubicBezTo>
                <a:cubicBezTo>
                  <a:pt x="294" y="208"/>
                  <a:pt x="294" y="208"/>
                  <a:pt x="294" y="207"/>
                </a:cubicBezTo>
                <a:cubicBezTo>
                  <a:pt x="293" y="207"/>
                  <a:pt x="294" y="206"/>
                  <a:pt x="295" y="206"/>
                </a:cubicBezTo>
                <a:cubicBezTo>
                  <a:pt x="295" y="205"/>
                  <a:pt x="295" y="205"/>
                  <a:pt x="294" y="205"/>
                </a:cubicBezTo>
                <a:cubicBezTo>
                  <a:pt x="292" y="204"/>
                  <a:pt x="292" y="203"/>
                  <a:pt x="291" y="202"/>
                </a:cubicBezTo>
                <a:cubicBezTo>
                  <a:pt x="291" y="202"/>
                  <a:pt x="291" y="203"/>
                  <a:pt x="290" y="203"/>
                </a:cubicBezTo>
                <a:cubicBezTo>
                  <a:pt x="289" y="203"/>
                  <a:pt x="289" y="203"/>
                  <a:pt x="288" y="203"/>
                </a:cubicBezTo>
                <a:cubicBezTo>
                  <a:pt x="288" y="203"/>
                  <a:pt x="287" y="204"/>
                  <a:pt x="287" y="204"/>
                </a:cubicBezTo>
                <a:cubicBezTo>
                  <a:pt x="286" y="204"/>
                  <a:pt x="286" y="204"/>
                  <a:pt x="286" y="205"/>
                </a:cubicBezTo>
                <a:cubicBezTo>
                  <a:pt x="285" y="205"/>
                  <a:pt x="284" y="206"/>
                  <a:pt x="285" y="207"/>
                </a:cubicBezTo>
                <a:cubicBezTo>
                  <a:pt x="285" y="207"/>
                  <a:pt x="286" y="207"/>
                  <a:pt x="286" y="208"/>
                </a:cubicBezTo>
                <a:cubicBezTo>
                  <a:pt x="286" y="208"/>
                  <a:pt x="286" y="208"/>
                  <a:pt x="286" y="209"/>
                </a:cubicBezTo>
                <a:cubicBezTo>
                  <a:pt x="287" y="210"/>
                  <a:pt x="284" y="212"/>
                  <a:pt x="283" y="212"/>
                </a:cubicBezTo>
                <a:cubicBezTo>
                  <a:pt x="282" y="212"/>
                  <a:pt x="281" y="213"/>
                  <a:pt x="280" y="213"/>
                </a:cubicBezTo>
                <a:cubicBezTo>
                  <a:pt x="279" y="213"/>
                  <a:pt x="279" y="213"/>
                  <a:pt x="279" y="214"/>
                </a:cubicBezTo>
                <a:cubicBezTo>
                  <a:pt x="278" y="214"/>
                  <a:pt x="279" y="214"/>
                  <a:pt x="279" y="215"/>
                </a:cubicBezTo>
                <a:cubicBezTo>
                  <a:pt x="279" y="215"/>
                  <a:pt x="278" y="215"/>
                  <a:pt x="278" y="216"/>
                </a:cubicBezTo>
                <a:cubicBezTo>
                  <a:pt x="278" y="216"/>
                  <a:pt x="278" y="216"/>
                  <a:pt x="278" y="216"/>
                </a:cubicBezTo>
                <a:cubicBezTo>
                  <a:pt x="279" y="217"/>
                  <a:pt x="279" y="217"/>
                  <a:pt x="280" y="217"/>
                </a:cubicBezTo>
                <a:close/>
                <a:moveTo>
                  <a:pt x="577" y="394"/>
                </a:moveTo>
                <a:cubicBezTo>
                  <a:pt x="576" y="394"/>
                  <a:pt x="576" y="393"/>
                  <a:pt x="575" y="392"/>
                </a:cubicBezTo>
                <a:cubicBezTo>
                  <a:pt x="574" y="392"/>
                  <a:pt x="574" y="391"/>
                  <a:pt x="573" y="391"/>
                </a:cubicBezTo>
                <a:cubicBezTo>
                  <a:pt x="572" y="390"/>
                  <a:pt x="572" y="390"/>
                  <a:pt x="572" y="389"/>
                </a:cubicBezTo>
                <a:cubicBezTo>
                  <a:pt x="571" y="389"/>
                  <a:pt x="570" y="389"/>
                  <a:pt x="570" y="389"/>
                </a:cubicBezTo>
                <a:cubicBezTo>
                  <a:pt x="569" y="388"/>
                  <a:pt x="568" y="388"/>
                  <a:pt x="567" y="388"/>
                </a:cubicBezTo>
                <a:cubicBezTo>
                  <a:pt x="567" y="388"/>
                  <a:pt x="566" y="387"/>
                  <a:pt x="565" y="387"/>
                </a:cubicBezTo>
                <a:cubicBezTo>
                  <a:pt x="564" y="387"/>
                  <a:pt x="564" y="387"/>
                  <a:pt x="563" y="387"/>
                </a:cubicBezTo>
                <a:cubicBezTo>
                  <a:pt x="562" y="387"/>
                  <a:pt x="562" y="388"/>
                  <a:pt x="561" y="388"/>
                </a:cubicBezTo>
                <a:cubicBezTo>
                  <a:pt x="561" y="389"/>
                  <a:pt x="560" y="390"/>
                  <a:pt x="559" y="390"/>
                </a:cubicBezTo>
                <a:cubicBezTo>
                  <a:pt x="559" y="390"/>
                  <a:pt x="558" y="390"/>
                  <a:pt x="557" y="390"/>
                </a:cubicBezTo>
                <a:cubicBezTo>
                  <a:pt x="555" y="390"/>
                  <a:pt x="555" y="390"/>
                  <a:pt x="554" y="390"/>
                </a:cubicBezTo>
                <a:cubicBezTo>
                  <a:pt x="554" y="390"/>
                  <a:pt x="552" y="390"/>
                  <a:pt x="551" y="389"/>
                </a:cubicBezTo>
                <a:cubicBezTo>
                  <a:pt x="550" y="389"/>
                  <a:pt x="549" y="389"/>
                  <a:pt x="548" y="389"/>
                </a:cubicBezTo>
                <a:cubicBezTo>
                  <a:pt x="547" y="388"/>
                  <a:pt x="547" y="388"/>
                  <a:pt x="546" y="389"/>
                </a:cubicBezTo>
                <a:cubicBezTo>
                  <a:pt x="546" y="389"/>
                  <a:pt x="546" y="389"/>
                  <a:pt x="546" y="389"/>
                </a:cubicBezTo>
                <a:cubicBezTo>
                  <a:pt x="546" y="389"/>
                  <a:pt x="545" y="389"/>
                  <a:pt x="545" y="389"/>
                </a:cubicBezTo>
                <a:cubicBezTo>
                  <a:pt x="545" y="388"/>
                  <a:pt x="544" y="388"/>
                  <a:pt x="544" y="387"/>
                </a:cubicBezTo>
                <a:cubicBezTo>
                  <a:pt x="544" y="387"/>
                  <a:pt x="543" y="388"/>
                  <a:pt x="543" y="388"/>
                </a:cubicBezTo>
                <a:cubicBezTo>
                  <a:pt x="543" y="389"/>
                  <a:pt x="543" y="390"/>
                  <a:pt x="543" y="390"/>
                </a:cubicBezTo>
                <a:cubicBezTo>
                  <a:pt x="543" y="391"/>
                  <a:pt x="544" y="392"/>
                  <a:pt x="544" y="393"/>
                </a:cubicBezTo>
                <a:cubicBezTo>
                  <a:pt x="544" y="393"/>
                  <a:pt x="544" y="393"/>
                  <a:pt x="545" y="394"/>
                </a:cubicBezTo>
                <a:cubicBezTo>
                  <a:pt x="545" y="394"/>
                  <a:pt x="546" y="395"/>
                  <a:pt x="546" y="395"/>
                </a:cubicBezTo>
                <a:cubicBezTo>
                  <a:pt x="546" y="396"/>
                  <a:pt x="547" y="396"/>
                  <a:pt x="547" y="396"/>
                </a:cubicBezTo>
                <a:cubicBezTo>
                  <a:pt x="548" y="397"/>
                  <a:pt x="549" y="396"/>
                  <a:pt x="550" y="396"/>
                </a:cubicBezTo>
                <a:cubicBezTo>
                  <a:pt x="551" y="396"/>
                  <a:pt x="552" y="396"/>
                  <a:pt x="552" y="396"/>
                </a:cubicBezTo>
                <a:cubicBezTo>
                  <a:pt x="553" y="397"/>
                  <a:pt x="554" y="397"/>
                  <a:pt x="554" y="397"/>
                </a:cubicBezTo>
                <a:cubicBezTo>
                  <a:pt x="554" y="397"/>
                  <a:pt x="556" y="398"/>
                  <a:pt x="556" y="398"/>
                </a:cubicBezTo>
                <a:cubicBezTo>
                  <a:pt x="557" y="399"/>
                  <a:pt x="558" y="400"/>
                  <a:pt x="559" y="400"/>
                </a:cubicBezTo>
                <a:cubicBezTo>
                  <a:pt x="559" y="400"/>
                  <a:pt x="560" y="402"/>
                  <a:pt x="560" y="402"/>
                </a:cubicBezTo>
                <a:cubicBezTo>
                  <a:pt x="561" y="402"/>
                  <a:pt x="563" y="404"/>
                  <a:pt x="563" y="404"/>
                </a:cubicBezTo>
                <a:cubicBezTo>
                  <a:pt x="563" y="404"/>
                  <a:pt x="564" y="405"/>
                  <a:pt x="564" y="406"/>
                </a:cubicBezTo>
                <a:cubicBezTo>
                  <a:pt x="564" y="406"/>
                  <a:pt x="564" y="407"/>
                  <a:pt x="563" y="407"/>
                </a:cubicBezTo>
                <a:cubicBezTo>
                  <a:pt x="563" y="407"/>
                  <a:pt x="563" y="408"/>
                  <a:pt x="562" y="408"/>
                </a:cubicBezTo>
                <a:cubicBezTo>
                  <a:pt x="562" y="409"/>
                  <a:pt x="561" y="409"/>
                  <a:pt x="562" y="409"/>
                </a:cubicBezTo>
                <a:cubicBezTo>
                  <a:pt x="562" y="409"/>
                  <a:pt x="563" y="409"/>
                  <a:pt x="564" y="409"/>
                </a:cubicBezTo>
                <a:cubicBezTo>
                  <a:pt x="565" y="410"/>
                  <a:pt x="565" y="409"/>
                  <a:pt x="566" y="408"/>
                </a:cubicBezTo>
                <a:cubicBezTo>
                  <a:pt x="566" y="408"/>
                  <a:pt x="565" y="407"/>
                  <a:pt x="565" y="407"/>
                </a:cubicBezTo>
                <a:cubicBezTo>
                  <a:pt x="565" y="407"/>
                  <a:pt x="565" y="407"/>
                  <a:pt x="566" y="406"/>
                </a:cubicBezTo>
                <a:cubicBezTo>
                  <a:pt x="566" y="406"/>
                  <a:pt x="566" y="405"/>
                  <a:pt x="567" y="405"/>
                </a:cubicBezTo>
                <a:cubicBezTo>
                  <a:pt x="567" y="404"/>
                  <a:pt x="566" y="404"/>
                  <a:pt x="566" y="404"/>
                </a:cubicBezTo>
                <a:cubicBezTo>
                  <a:pt x="566" y="404"/>
                  <a:pt x="566" y="403"/>
                  <a:pt x="567" y="403"/>
                </a:cubicBezTo>
                <a:cubicBezTo>
                  <a:pt x="568" y="403"/>
                  <a:pt x="568" y="402"/>
                  <a:pt x="569" y="402"/>
                </a:cubicBezTo>
                <a:cubicBezTo>
                  <a:pt x="569" y="401"/>
                  <a:pt x="570" y="401"/>
                  <a:pt x="571" y="402"/>
                </a:cubicBezTo>
                <a:cubicBezTo>
                  <a:pt x="572" y="402"/>
                  <a:pt x="572" y="401"/>
                  <a:pt x="572" y="401"/>
                </a:cubicBezTo>
                <a:cubicBezTo>
                  <a:pt x="573" y="400"/>
                  <a:pt x="573" y="400"/>
                  <a:pt x="573" y="399"/>
                </a:cubicBezTo>
                <a:cubicBezTo>
                  <a:pt x="574" y="399"/>
                  <a:pt x="575" y="400"/>
                  <a:pt x="575" y="400"/>
                </a:cubicBezTo>
                <a:cubicBezTo>
                  <a:pt x="576" y="400"/>
                  <a:pt x="577" y="399"/>
                  <a:pt x="577" y="398"/>
                </a:cubicBezTo>
                <a:cubicBezTo>
                  <a:pt x="577" y="398"/>
                  <a:pt x="578" y="398"/>
                  <a:pt x="579" y="397"/>
                </a:cubicBezTo>
                <a:cubicBezTo>
                  <a:pt x="579" y="397"/>
                  <a:pt x="579" y="397"/>
                  <a:pt x="579" y="396"/>
                </a:cubicBezTo>
                <a:cubicBezTo>
                  <a:pt x="580" y="395"/>
                  <a:pt x="579" y="395"/>
                  <a:pt x="578" y="395"/>
                </a:cubicBezTo>
                <a:cubicBezTo>
                  <a:pt x="577" y="394"/>
                  <a:pt x="577" y="394"/>
                  <a:pt x="577" y="394"/>
                </a:cubicBezTo>
                <a:close/>
                <a:moveTo>
                  <a:pt x="576" y="406"/>
                </a:moveTo>
                <a:cubicBezTo>
                  <a:pt x="575" y="406"/>
                  <a:pt x="575" y="405"/>
                  <a:pt x="575" y="405"/>
                </a:cubicBezTo>
                <a:cubicBezTo>
                  <a:pt x="575" y="404"/>
                  <a:pt x="575" y="404"/>
                  <a:pt x="575" y="404"/>
                </a:cubicBezTo>
                <a:cubicBezTo>
                  <a:pt x="575" y="404"/>
                  <a:pt x="574" y="404"/>
                  <a:pt x="573" y="404"/>
                </a:cubicBezTo>
                <a:cubicBezTo>
                  <a:pt x="573" y="404"/>
                  <a:pt x="573" y="405"/>
                  <a:pt x="572" y="405"/>
                </a:cubicBezTo>
                <a:cubicBezTo>
                  <a:pt x="572" y="405"/>
                  <a:pt x="572" y="405"/>
                  <a:pt x="572" y="406"/>
                </a:cubicBezTo>
                <a:cubicBezTo>
                  <a:pt x="571" y="406"/>
                  <a:pt x="572" y="406"/>
                  <a:pt x="572" y="406"/>
                </a:cubicBezTo>
                <a:cubicBezTo>
                  <a:pt x="572" y="407"/>
                  <a:pt x="573" y="407"/>
                  <a:pt x="574" y="408"/>
                </a:cubicBezTo>
                <a:cubicBezTo>
                  <a:pt x="574" y="408"/>
                  <a:pt x="575" y="409"/>
                  <a:pt x="576" y="408"/>
                </a:cubicBezTo>
                <a:cubicBezTo>
                  <a:pt x="576" y="408"/>
                  <a:pt x="577" y="408"/>
                  <a:pt x="577" y="407"/>
                </a:cubicBezTo>
                <a:cubicBezTo>
                  <a:pt x="577" y="407"/>
                  <a:pt x="576" y="406"/>
                  <a:pt x="576" y="406"/>
                </a:cubicBezTo>
                <a:close/>
                <a:moveTo>
                  <a:pt x="55" y="97"/>
                </a:moveTo>
                <a:cubicBezTo>
                  <a:pt x="55" y="97"/>
                  <a:pt x="56" y="97"/>
                  <a:pt x="56" y="97"/>
                </a:cubicBezTo>
                <a:cubicBezTo>
                  <a:pt x="56" y="98"/>
                  <a:pt x="57" y="98"/>
                  <a:pt x="57" y="98"/>
                </a:cubicBezTo>
                <a:cubicBezTo>
                  <a:pt x="58" y="98"/>
                  <a:pt x="58" y="99"/>
                  <a:pt x="58" y="99"/>
                </a:cubicBezTo>
                <a:cubicBezTo>
                  <a:pt x="59" y="100"/>
                  <a:pt x="59" y="100"/>
                  <a:pt x="59" y="101"/>
                </a:cubicBezTo>
                <a:cubicBezTo>
                  <a:pt x="60" y="101"/>
                  <a:pt x="60" y="102"/>
                  <a:pt x="60" y="101"/>
                </a:cubicBezTo>
                <a:cubicBezTo>
                  <a:pt x="61" y="101"/>
                  <a:pt x="61" y="99"/>
                  <a:pt x="60" y="99"/>
                </a:cubicBezTo>
                <a:cubicBezTo>
                  <a:pt x="60" y="98"/>
                  <a:pt x="59" y="98"/>
                  <a:pt x="59" y="97"/>
                </a:cubicBezTo>
                <a:cubicBezTo>
                  <a:pt x="59" y="96"/>
                  <a:pt x="59" y="96"/>
                  <a:pt x="58" y="96"/>
                </a:cubicBezTo>
                <a:cubicBezTo>
                  <a:pt x="57" y="96"/>
                  <a:pt x="57" y="96"/>
                  <a:pt x="57" y="97"/>
                </a:cubicBezTo>
                <a:cubicBezTo>
                  <a:pt x="57" y="97"/>
                  <a:pt x="56" y="97"/>
                  <a:pt x="56" y="97"/>
                </a:cubicBezTo>
                <a:cubicBezTo>
                  <a:pt x="55" y="96"/>
                  <a:pt x="55" y="96"/>
                  <a:pt x="55" y="96"/>
                </a:cubicBezTo>
                <a:cubicBezTo>
                  <a:pt x="54" y="96"/>
                  <a:pt x="54" y="96"/>
                  <a:pt x="54" y="97"/>
                </a:cubicBezTo>
                <a:cubicBezTo>
                  <a:pt x="54" y="97"/>
                  <a:pt x="54" y="97"/>
                  <a:pt x="54" y="97"/>
                </a:cubicBezTo>
                <a:cubicBezTo>
                  <a:pt x="55" y="97"/>
                  <a:pt x="55" y="97"/>
                  <a:pt x="55" y="97"/>
                </a:cubicBezTo>
                <a:close/>
                <a:moveTo>
                  <a:pt x="40" y="98"/>
                </a:moveTo>
                <a:cubicBezTo>
                  <a:pt x="40" y="98"/>
                  <a:pt x="40" y="98"/>
                  <a:pt x="40" y="98"/>
                </a:cubicBezTo>
                <a:cubicBezTo>
                  <a:pt x="41" y="98"/>
                  <a:pt x="41" y="98"/>
                  <a:pt x="41" y="98"/>
                </a:cubicBezTo>
                <a:cubicBezTo>
                  <a:pt x="41" y="98"/>
                  <a:pt x="41" y="98"/>
                  <a:pt x="41" y="98"/>
                </a:cubicBezTo>
                <a:cubicBezTo>
                  <a:pt x="41" y="98"/>
                  <a:pt x="41" y="98"/>
                  <a:pt x="41" y="98"/>
                </a:cubicBezTo>
                <a:cubicBezTo>
                  <a:pt x="40" y="98"/>
                  <a:pt x="40" y="98"/>
                  <a:pt x="40" y="98"/>
                </a:cubicBezTo>
                <a:close/>
                <a:moveTo>
                  <a:pt x="35" y="90"/>
                </a:moveTo>
                <a:cubicBezTo>
                  <a:pt x="35" y="89"/>
                  <a:pt x="35" y="89"/>
                  <a:pt x="35" y="89"/>
                </a:cubicBezTo>
                <a:cubicBezTo>
                  <a:pt x="34" y="89"/>
                  <a:pt x="34" y="89"/>
                  <a:pt x="34" y="89"/>
                </a:cubicBezTo>
                <a:cubicBezTo>
                  <a:pt x="34" y="90"/>
                  <a:pt x="34" y="90"/>
                  <a:pt x="33" y="90"/>
                </a:cubicBezTo>
                <a:cubicBezTo>
                  <a:pt x="33" y="89"/>
                  <a:pt x="33" y="89"/>
                  <a:pt x="33" y="88"/>
                </a:cubicBezTo>
                <a:cubicBezTo>
                  <a:pt x="32" y="88"/>
                  <a:pt x="32" y="87"/>
                  <a:pt x="32" y="87"/>
                </a:cubicBezTo>
                <a:cubicBezTo>
                  <a:pt x="32" y="87"/>
                  <a:pt x="31" y="87"/>
                  <a:pt x="31" y="87"/>
                </a:cubicBezTo>
                <a:cubicBezTo>
                  <a:pt x="30" y="86"/>
                  <a:pt x="29" y="86"/>
                  <a:pt x="29" y="85"/>
                </a:cubicBezTo>
                <a:cubicBezTo>
                  <a:pt x="29" y="85"/>
                  <a:pt x="28" y="85"/>
                  <a:pt x="28" y="84"/>
                </a:cubicBezTo>
                <a:cubicBezTo>
                  <a:pt x="28" y="86"/>
                  <a:pt x="27" y="85"/>
                  <a:pt x="26" y="84"/>
                </a:cubicBezTo>
                <a:cubicBezTo>
                  <a:pt x="26" y="84"/>
                  <a:pt x="26" y="85"/>
                  <a:pt x="25" y="84"/>
                </a:cubicBezTo>
                <a:cubicBezTo>
                  <a:pt x="25" y="84"/>
                  <a:pt x="25" y="84"/>
                  <a:pt x="25" y="83"/>
                </a:cubicBezTo>
                <a:cubicBezTo>
                  <a:pt x="25" y="83"/>
                  <a:pt x="26" y="83"/>
                  <a:pt x="26" y="83"/>
                </a:cubicBezTo>
                <a:cubicBezTo>
                  <a:pt x="26" y="82"/>
                  <a:pt x="25" y="82"/>
                  <a:pt x="25" y="82"/>
                </a:cubicBezTo>
                <a:cubicBezTo>
                  <a:pt x="24" y="82"/>
                  <a:pt x="24" y="82"/>
                  <a:pt x="23" y="81"/>
                </a:cubicBezTo>
                <a:cubicBezTo>
                  <a:pt x="22" y="81"/>
                  <a:pt x="22" y="80"/>
                  <a:pt x="21" y="80"/>
                </a:cubicBezTo>
                <a:cubicBezTo>
                  <a:pt x="21" y="80"/>
                  <a:pt x="21" y="80"/>
                  <a:pt x="20" y="80"/>
                </a:cubicBezTo>
                <a:cubicBezTo>
                  <a:pt x="20" y="80"/>
                  <a:pt x="20" y="79"/>
                  <a:pt x="19" y="79"/>
                </a:cubicBezTo>
                <a:cubicBezTo>
                  <a:pt x="20" y="79"/>
                  <a:pt x="20" y="78"/>
                  <a:pt x="20" y="77"/>
                </a:cubicBezTo>
                <a:cubicBezTo>
                  <a:pt x="19" y="77"/>
                  <a:pt x="18" y="77"/>
                  <a:pt x="18" y="77"/>
                </a:cubicBezTo>
                <a:cubicBezTo>
                  <a:pt x="17" y="77"/>
                  <a:pt x="16" y="77"/>
                  <a:pt x="16" y="78"/>
                </a:cubicBezTo>
                <a:cubicBezTo>
                  <a:pt x="16" y="79"/>
                  <a:pt x="17" y="79"/>
                  <a:pt x="16" y="79"/>
                </a:cubicBezTo>
                <a:cubicBezTo>
                  <a:pt x="16" y="80"/>
                  <a:pt x="15" y="79"/>
                  <a:pt x="14" y="80"/>
                </a:cubicBezTo>
                <a:cubicBezTo>
                  <a:pt x="14" y="80"/>
                  <a:pt x="14" y="81"/>
                  <a:pt x="14" y="81"/>
                </a:cubicBezTo>
                <a:cubicBezTo>
                  <a:pt x="14" y="82"/>
                  <a:pt x="15" y="82"/>
                  <a:pt x="15" y="82"/>
                </a:cubicBezTo>
                <a:cubicBezTo>
                  <a:pt x="16" y="83"/>
                  <a:pt x="16" y="83"/>
                  <a:pt x="16" y="83"/>
                </a:cubicBezTo>
                <a:cubicBezTo>
                  <a:pt x="16" y="84"/>
                  <a:pt x="16" y="84"/>
                  <a:pt x="17" y="85"/>
                </a:cubicBezTo>
                <a:cubicBezTo>
                  <a:pt x="17" y="85"/>
                  <a:pt x="18" y="85"/>
                  <a:pt x="18" y="85"/>
                </a:cubicBezTo>
                <a:cubicBezTo>
                  <a:pt x="19" y="85"/>
                  <a:pt x="20" y="86"/>
                  <a:pt x="21" y="86"/>
                </a:cubicBezTo>
                <a:cubicBezTo>
                  <a:pt x="21" y="87"/>
                  <a:pt x="22" y="87"/>
                  <a:pt x="22" y="87"/>
                </a:cubicBezTo>
                <a:cubicBezTo>
                  <a:pt x="22" y="87"/>
                  <a:pt x="22" y="87"/>
                  <a:pt x="23" y="87"/>
                </a:cubicBezTo>
                <a:cubicBezTo>
                  <a:pt x="23" y="86"/>
                  <a:pt x="23" y="86"/>
                  <a:pt x="23" y="86"/>
                </a:cubicBezTo>
                <a:cubicBezTo>
                  <a:pt x="24" y="86"/>
                  <a:pt x="25" y="87"/>
                  <a:pt x="25" y="88"/>
                </a:cubicBezTo>
                <a:cubicBezTo>
                  <a:pt x="26" y="88"/>
                  <a:pt x="27" y="88"/>
                  <a:pt x="27" y="89"/>
                </a:cubicBezTo>
                <a:cubicBezTo>
                  <a:pt x="28" y="89"/>
                  <a:pt x="28" y="90"/>
                  <a:pt x="29" y="90"/>
                </a:cubicBezTo>
                <a:cubicBezTo>
                  <a:pt x="30" y="90"/>
                  <a:pt x="30" y="91"/>
                  <a:pt x="31" y="91"/>
                </a:cubicBezTo>
                <a:cubicBezTo>
                  <a:pt x="32" y="92"/>
                  <a:pt x="31" y="92"/>
                  <a:pt x="32" y="93"/>
                </a:cubicBezTo>
                <a:cubicBezTo>
                  <a:pt x="33" y="93"/>
                  <a:pt x="33" y="93"/>
                  <a:pt x="34" y="93"/>
                </a:cubicBezTo>
                <a:cubicBezTo>
                  <a:pt x="35" y="93"/>
                  <a:pt x="36" y="93"/>
                  <a:pt x="36" y="92"/>
                </a:cubicBezTo>
                <a:cubicBezTo>
                  <a:pt x="36" y="91"/>
                  <a:pt x="36" y="90"/>
                  <a:pt x="35" y="90"/>
                </a:cubicBezTo>
                <a:close/>
                <a:moveTo>
                  <a:pt x="41" y="99"/>
                </a:moveTo>
                <a:cubicBezTo>
                  <a:pt x="41" y="99"/>
                  <a:pt x="40" y="100"/>
                  <a:pt x="40" y="100"/>
                </a:cubicBezTo>
                <a:cubicBezTo>
                  <a:pt x="40" y="100"/>
                  <a:pt x="40" y="99"/>
                  <a:pt x="40" y="99"/>
                </a:cubicBezTo>
                <a:cubicBezTo>
                  <a:pt x="39" y="100"/>
                  <a:pt x="40" y="101"/>
                  <a:pt x="41" y="101"/>
                </a:cubicBezTo>
                <a:cubicBezTo>
                  <a:pt x="41" y="101"/>
                  <a:pt x="42" y="100"/>
                  <a:pt x="42" y="100"/>
                </a:cubicBezTo>
                <a:cubicBezTo>
                  <a:pt x="42" y="99"/>
                  <a:pt x="41" y="99"/>
                  <a:pt x="41" y="99"/>
                </a:cubicBezTo>
                <a:close/>
                <a:moveTo>
                  <a:pt x="54" y="99"/>
                </a:moveTo>
                <a:cubicBezTo>
                  <a:pt x="53" y="100"/>
                  <a:pt x="53" y="101"/>
                  <a:pt x="53" y="101"/>
                </a:cubicBezTo>
                <a:cubicBezTo>
                  <a:pt x="53" y="101"/>
                  <a:pt x="53" y="102"/>
                  <a:pt x="54" y="102"/>
                </a:cubicBezTo>
                <a:cubicBezTo>
                  <a:pt x="54" y="102"/>
                  <a:pt x="54" y="102"/>
                  <a:pt x="54" y="101"/>
                </a:cubicBezTo>
                <a:cubicBezTo>
                  <a:pt x="54" y="101"/>
                  <a:pt x="55" y="101"/>
                  <a:pt x="55" y="101"/>
                </a:cubicBezTo>
                <a:cubicBezTo>
                  <a:pt x="55" y="100"/>
                  <a:pt x="54" y="100"/>
                  <a:pt x="54" y="99"/>
                </a:cubicBezTo>
                <a:close/>
                <a:moveTo>
                  <a:pt x="605" y="29"/>
                </a:moveTo>
                <a:cubicBezTo>
                  <a:pt x="601" y="29"/>
                  <a:pt x="588" y="27"/>
                  <a:pt x="585" y="27"/>
                </a:cubicBezTo>
                <a:cubicBezTo>
                  <a:pt x="582" y="27"/>
                  <a:pt x="581" y="30"/>
                  <a:pt x="581" y="33"/>
                </a:cubicBezTo>
                <a:cubicBezTo>
                  <a:pt x="580" y="35"/>
                  <a:pt x="573" y="56"/>
                  <a:pt x="573" y="62"/>
                </a:cubicBezTo>
                <a:cubicBezTo>
                  <a:pt x="572" y="67"/>
                  <a:pt x="570" y="73"/>
                  <a:pt x="564" y="79"/>
                </a:cubicBezTo>
                <a:cubicBezTo>
                  <a:pt x="558" y="85"/>
                  <a:pt x="562" y="86"/>
                  <a:pt x="560" y="90"/>
                </a:cubicBezTo>
                <a:cubicBezTo>
                  <a:pt x="559" y="95"/>
                  <a:pt x="551" y="101"/>
                  <a:pt x="549" y="105"/>
                </a:cubicBezTo>
                <a:cubicBezTo>
                  <a:pt x="547" y="110"/>
                  <a:pt x="551" y="115"/>
                  <a:pt x="551" y="116"/>
                </a:cubicBezTo>
                <a:cubicBezTo>
                  <a:pt x="550" y="117"/>
                  <a:pt x="540" y="116"/>
                  <a:pt x="536" y="117"/>
                </a:cubicBezTo>
                <a:cubicBezTo>
                  <a:pt x="532" y="117"/>
                  <a:pt x="527" y="122"/>
                  <a:pt x="522" y="124"/>
                </a:cubicBezTo>
                <a:cubicBezTo>
                  <a:pt x="516" y="126"/>
                  <a:pt x="510" y="119"/>
                  <a:pt x="505" y="117"/>
                </a:cubicBezTo>
                <a:cubicBezTo>
                  <a:pt x="499" y="114"/>
                  <a:pt x="493" y="120"/>
                  <a:pt x="490" y="122"/>
                </a:cubicBezTo>
                <a:cubicBezTo>
                  <a:pt x="486" y="124"/>
                  <a:pt x="476" y="130"/>
                  <a:pt x="471" y="132"/>
                </a:cubicBezTo>
                <a:cubicBezTo>
                  <a:pt x="467" y="134"/>
                  <a:pt x="455" y="132"/>
                  <a:pt x="452" y="132"/>
                </a:cubicBezTo>
                <a:cubicBezTo>
                  <a:pt x="448" y="132"/>
                  <a:pt x="441" y="136"/>
                  <a:pt x="437" y="136"/>
                </a:cubicBezTo>
                <a:cubicBezTo>
                  <a:pt x="434" y="136"/>
                  <a:pt x="431" y="133"/>
                  <a:pt x="430" y="132"/>
                </a:cubicBezTo>
                <a:cubicBezTo>
                  <a:pt x="428" y="131"/>
                  <a:pt x="424" y="123"/>
                  <a:pt x="423" y="122"/>
                </a:cubicBezTo>
                <a:cubicBezTo>
                  <a:pt x="422" y="121"/>
                  <a:pt x="420" y="118"/>
                  <a:pt x="417" y="115"/>
                </a:cubicBezTo>
                <a:cubicBezTo>
                  <a:pt x="417" y="115"/>
                  <a:pt x="417" y="115"/>
                  <a:pt x="416" y="115"/>
                </a:cubicBezTo>
                <a:cubicBezTo>
                  <a:pt x="416" y="115"/>
                  <a:pt x="415" y="115"/>
                  <a:pt x="414" y="115"/>
                </a:cubicBezTo>
                <a:cubicBezTo>
                  <a:pt x="414" y="115"/>
                  <a:pt x="413" y="115"/>
                  <a:pt x="413" y="115"/>
                </a:cubicBezTo>
                <a:cubicBezTo>
                  <a:pt x="413" y="115"/>
                  <a:pt x="413" y="114"/>
                  <a:pt x="413" y="114"/>
                </a:cubicBezTo>
                <a:cubicBezTo>
                  <a:pt x="413" y="113"/>
                  <a:pt x="412" y="113"/>
                  <a:pt x="412" y="113"/>
                </a:cubicBezTo>
                <a:cubicBezTo>
                  <a:pt x="412" y="112"/>
                  <a:pt x="411" y="112"/>
                  <a:pt x="410" y="112"/>
                </a:cubicBezTo>
                <a:cubicBezTo>
                  <a:pt x="410" y="112"/>
                  <a:pt x="409" y="112"/>
                  <a:pt x="409" y="112"/>
                </a:cubicBezTo>
                <a:cubicBezTo>
                  <a:pt x="408" y="112"/>
                  <a:pt x="408" y="112"/>
                  <a:pt x="407" y="111"/>
                </a:cubicBezTo>
                <a:cubicBezTo>
                  <a:pt x="407" y="111"/>
                  <a:pt x="407" y="110"/>
                  <a:pt x="407" y="110"/>
                </a:cubicBezTo>
                <a:cubicBezTo>
                  <a:pt x="406" y="109"/>
                  <a:pt x="406" y="108"/>
                  <a:pt x="406" y="108"/>
                </a:cubicBezTo>
                <a:cubicBezTo>
                  <a:pt x="407" y="107"/>
                  <a:pt x="406" y="106"/>
                  <a:pt x="406" y="106"/>
                </a:cubicBezTo>
                <a:cubicBezTo>
                  <a:pt x="406" y="106"/>
                  <a:pt x="406" y="106"/>
                  <a:pt x="406" y="106"/>
                </a:cubicBezTo>
                <a:cubicBezTo>
                  <a:pt x="406" y="106"/>
                  <a:pt x="406" y="106"/>
                  <a:pt x="406" y="106"/>
                </a:cubicBezTo>
                <a:cubicBezTo>
                  <a:pt x="405" y="107"/>
                  <a:pt x="404" y="107"/>
                  <a:pt x="404" y="107"/>
                </a:cubicBezTo>
                <a:cubicBezTo>
                  <a:pt x="403" y="108"/>
                  <a:pt x="403" y="108"/>
                  <a:pt x="402" y="108"/>
                </a:cubicBezTo>
                <a:cubicBezTo>
                  <a:pt x="402" y="108"/>
                  <a:pt x="401" y="108"/>
                  <a:pt x="400" y="108"/>
                </a:cubicBezTo>
                <a:cubicBezTo>
                  <a:pt x="400" y="109"/>
                  <a:pt x="399" y="109"/>
                  <a:pt x="398" y="109"/>
                </a:cubicBezTo>
                <a:cubicBezTo>
                  <a:pt x="398" y="109"/>
                  <a:pt x="397" y="109"/>
                  <a:pt x="397" y="109"/>
                </a:cubicBezTo>
                <a:cubicBezTo>
                  <a:pt x="397" y="110"/>
                  <a:pt x="398" y="110"/>
                  <a:pt x="398" y="110"/>
                </a:cubicBezTo>
                <a:cubicBezTo>
                  <a:pt x="397" y="111"/>
                  <a:pt x="397" y="111"/>
                  <a:pt x="397" y="111"/>
                </a:cubicBezTo>
                <a:cubicBezTo>
                  <a:pt x="397" y="112"/>
                  <a:pt x="397" y="112"/>
                  <a:pt x="397" y="112"/>
                </a:cubicBezTo>
                <a:cubicBezTo>
                  <a:pt x="397" y="112"/>
                  <a:pt x="398" y="112"/>
                  <a:pt x="398" y="113"/>
                </a:cubicBezTo>
                <a:cubicBezTo>
                  <a:pt x="398" y="113"/>
                  <a:pt x="397" y="113"/>
                  <a:pt x="397" y="114"/>
                </a:cubicBezTo>
                <a:cubicBezTo>
                  <a:pt x="396" y="114"/>
                  <a:pt x="396" y="115"/>
                  <a:pt x="395" y="116"/>
                </a:cubicBezTo>
                <a:cubicBezTo>
                  <a:pt x="395" y="117"/>
                  <a:pt x="395" y="118"/>
                  <a:pt x="394" y="118"/>
                </a:cubicBezTo>
                <a:cubicBezTo>
                  <a:pt x="394" y="118"/>
                  <a:pt x="393" y="118"/>
                  <a:pt x="393" y="119"/>
                </a:cubicBezTo>
                <a:cubicBezTo>
                  <a:pt x="392" y="119"/>
                  <a:pt x="391" y="119"/>
                  <a:pt x="391" y="120"/>
                </a:cubicBezTo>
                <a:cubicBezTo>
                  <a:pt x="390" y="121"/>
                  <a:pt x="390" y="121"/>
                  <a:pt x="390" y="123"/>
                </a:cubicBezTo>
                <a:cubicBezTo>
                  <a:pt x="390" y="124"/>
                  <a:pt x="390" y="124"/>
                  <a:pt x="390" y="125"/>
                </a:cubicBezTo>
                <a:cubicBezTo>
                  <a:pt x="389" y="126"/>
                  <a:pt x="389" y="126"/>
                  <a:pt x="389" y="127"/>
                </a:cubicBezTo>
                <a:cubicBezTo>
                  <a:pt x="389" y="127"/>
                  <a:pt x="389" y="128"/>
                  <a:pt x="389" y="128"/>
                </a:cubicBezTo>
                <a:cubicBezTo>
                  <a:pt x="389" y="129"/>
                  <a:pt x="388" y="129"/>
                  <a:pt x="388" y="129"/>
                </a:cubicBezTo>
                <a:cubicBezTo>
                  <a:pt x="388" y="130"/>
                  <a:pt x="389" y="130"/>
                  <a:pt x="389" y="130"/>
                </a:cubicBezTo>
                <a:cubicBezTo>
                  <a:pt x="389" y="131"/>
                  <a:pt x="388" y="131"/>
                  <a:pt x="388" y="131"/>
                </a:cubicBezTo>
                <a:cubicBezTo>
                  <a:pt x="387" y="131"/>
                  <a:pt x="387" y="130"/>
                  <a:pt x="386" y="131"/>
                </a:cubicBezTo>
                <a:cubicBezTo>
                  <a:pt x="386" y="132"/>
                  <a:pt x="387" y="133"/>
                  <a:pt x="387" y="134"/>
                </a:cubicBezTo>
                <a:cubicBezTo>
                  <a:pt x="387" y="134"/>
                  <a:pt x="388" y="135"/>
                  <a:pt x="388" y="136"/>
                </a:cubicBezTo>
                <a:cubicBezTo>
                  <a:pt x="388" y="136"/>
                  <a:pt x="388" y="137"/>
                  <a:pt x="388" y="137"/>
                </a:cubicBezTo>
                <a:cubicBezTo>
                  <a:pt x="388" y="138"/>
                  <a:pt x="388" y="138"/>
                  <a:pt x="387" y="139"/>
                </a:cubicBezTo>
                <a:cubicBezTo>
                  <a:pt x="387" y="139"/>
                  <a:pt x="387" y="139"/>
                  <a:pt x="387" y="140"/>
                </a:cubicBezTo>
                <a:cubicBezTo>
                  <a:pt x="386" y="140"/>
                  <a:pt x="385" y="140"/>
                  <a:pt x="385" y="142"/>
                </a:cubicBezTo>
                <a:cubicBezTo>
                  <a:pt x="385" y="142"/>
                  <a:pt x="386" y="142"/>
                  <a:pt x="386" y="143"/>
                </a:cubicBezTo>
                <a:cubicBezTo>
                  <a:pt x="386" y="143"/>
                  <a:pt x="386" y="144"/>
                  <a:pt x="386" y="144"/>
                </a:cubicBezTo>
                <a:cubicBezTo>
                  <a:pt x="386" y="145"/>
                  <a:pt x="387" y="145"/>
                  <a:pt x="387" y="146"/>
                </a:cubicBezTo>
                <a:cubicBezTo>
                  <a:pt x="388" y="147"/>
                  <a:pt x="386" y="148"/>
                  <a:pt x="387" y="150"/>
                </a:cubicBezTo>
                <a:cubicBezTo>
                  <a:pt x="387" y="150"/>
                  <a:pt x="387" y="151"/>
                  <a:pt x="387" y="151"/>
                </a:cubicBezTo>
                <a:cubicBezTo>
                  <a:pt x="387" y="151"/>
                  <a:pt x="388" y="152"/>
                  <a:pt x="388" y="152"/>
                </a:cubicBezTo>
                <a:cubicBezTo>
                  <a:pt x="388" y="153"/>
                  <a:pt x="387" y="154"/>
                  <a:pt x="388" y="155"/>
                </a:cubicBezTo>
                <a:cubicBezTo>
                  <a:pt x="388" y="155"/>
                  <a:pt x="390" y="155"/>
                  <a:pt x="390" y="155"/>
                </a:cubicBezTo>
                <a:cubicBezTo>
                  <a:pt x="391" y="156"/>
                  <a:pt x="392" y="156"/>
                  <a:pt x="393" y="157"/>
                </a:cubicBezTo>
                <a:cubicBezTo>
                  <a:pt x="393" y="158"/>
                  <a:pt x="393" y="159"/>
                  <a:pt x="394" y="159"/>
                </a:cubicBezTo>
                <a:cubicBezTo>
                  <a:pt x="394" y="160"/>
                  <a:pt x="394" y="161"/>
                  <a:pt x="394" y="162"/>
                </a:cubicBezTo>
                <a:cubicBezTo>
                  <a:pt x="395" y="162"/>
                  <a:pt x="396" y="162"/>
                  <a:pt x="397" y="162"/>
                </a:cubicBezTo>
                <a:cubicBezTo>
                  <a:pt x="397" y="162"/>
                  <a:pt x="398" y="163"/>
                  <a:pt x="397" y="163"/>
                </a:cubicBezTo>
                <a:cubicBezTo>
                  <a:pt x="397" y="163"/>
                  <a:pt x="397" y="163"/>
                  <a:pt x="397" y="163"/>
                </a:cubicBezTo>
                <a:cubicBezTo>
                  <a:pt x="396" y="163"/>
                  <a:pt x="396" y="163"/>
                  <a:pt x="395" y="163"/>
                </a:cubicBezTo>
                <a:cubicBezTo>
                  <a:pt x="395" y="163"/>
                  <a:pt x="394" y="163"/>
                  <a:pt x="394" y="164"/>
                </a:cubicBezTo>
                <a:cubicBezTo>
                  <a:pt x="394" y="164"/>
                  <a:pt x="394" y="165"/>
                  <a:pt x="395" y="165"/>
                </a:cubicBezTo>
                <a:cubicBezTo>
                  <a:pt x="395" y="165"/>
                  <a:pt x="395" y="166"/>
                  <a:pt x="395" y="166"/>
                </a:cubicBezTo>
                <a:cubicBezTo>
                  <a:pt x="395" y="167"/>
                  <a:pt x="395" y="168"/>
                  <a:pt x="394" y="169"/>
                </a:cubicBezTo>
                <a:cubicBezTo>
                  <a:pt x="394" y="169"/>
                  <a:pt x="391" y="169"/>
                  <a:pt x="392" y="170"/>
                </a:cubicBezTo>
                <a:cubicBezTo>
                  <a:pt x="392" y="171"/>
                  <a:pt x="393" y="171"/>
                  <a:pt x="393" y="171"/>
                </a:cubicBezTo>
                <a:cubicBezTo>
                  <a:pt x="393" y="172"/>
                  <a:pt x="393" y="172"/>
                  <a:pt x="394" y="172"/>
                </a:cubicBezTo>
                <a:cubicBezTo>
                  <a:pt x="394" y="173"/>
                  <a:pt x="394" y="173"/>
                  <a:pt x="394" y="173"/>
                </a:cubicBezTo>
                <a:cubicBezTo>
                  <a:pt x="394" y="174"/>
                  <a:pt x="394" y="174"/>
                  <a:pt x="394" y="174"/>
                </a:cubicBezTo>
                <a:cubicBezTo>
                  <a:pt x="393" y="174"/>
                  <a:pt x="394" y="176"/>
                  <a:pt x="394" y="177"/>
                </a:cubicBezTo>
                <a:cubicBezTo>
                  <a:pt x="394" y="177"/>
                  <a:pt x="394" y="179"/>
                  <a:pt x="395" y="179"/>
                </a:cubicBezTo>
                <a:cubicBezTo>
                  <a:pt x="396" y="180"/>
                  <a:pt x="395" y="179"/>
                  <a:pt x="396" y="179"/>
                </a:cubicBezTo>
                <a:cubicBezTo>
                  <a:pt x="397" y="179"/>
                  <a:pt x="397" y="180"/>
                  <a:pt x="398" y="180"/>
                </a:cubicBezTo>
                <a:cubicBezTo>
                  <a:pt x="399" y="181"/>
                  <a:pt x="400" y="180"/>
                  <a:pt x="400" y="180"/>
                </a:cubicBezTo>
                <a:cubicBezTo>
                  <a:pt x="401" y="180"/>
                  <a:pt x="402" y="180"/>
                  <a:pt x="403" y="181"/>
                </a:cubicBezTo>
                <a:cubicBezTo>
                  <a:pt x="404" y="181"/>
                  <a:pt x="405" y="182"/>
                  <a:pt x="406" y="183"/>
                </a:cubicBezTo>
                <a:cubicBezTo>
                  <a:pt x="407" y="184"/>
                  <a:pt x="405" y="184"/>
                  <a:pt x="404" y="185"/>
                </a:cubicBezTo>
                <a:cubicBezTo>
                  <a:pt x="403" y="185"/>
                  <a:pt x="402" y="184"/>
                  <a:pt x="401" y="184"/>
                </a:cubicBezTo>
                <a:cubicBezTo>
                  <a:pt x="401" y="184"/>
                  <a:pt x="400" y="184"/>
                  <a:pt x="400" y="184"/>
                </a:cubicBezTo>
                <a:cubicBezTo>
                  <a:pt x="399" y="184"/>
                  <a:pt x="399" y="183"/>
                  <a:pt x="399" y="183"/>
                </a:cubicBezTo>
                <a:cubicBezTo>
                  <a:pt x="398" y="182"/>
                  <a:pt x="398" y="182"/>
                  <a:pt x="398" y="182"/>
                </a:cubicBezTo>
                <a:cubicBezTo>
                  <a:pt x="397" y="183"/>
                  <a:pt x="397" y="184"/>
                  <a:pt x="398" y="185"/>
                </a:cubicBezTo>
                <a:cubicBezTo>
                  <a:pt x="398" y="185"/>
                  <a:pt x="398" y="187"/>
                  <a:pt x="399" y="188"/>
                </a:cubicBezTo>
                <a:cubicBezTo>
                  <a:pt x="399" y="189"/>
                  <a:pt x="400" y="188"/>
                  <a:pt x="401" y="189"/>
                </a:cubicBezTo>
                <a:cubicBezTo>
                  <a:pt x="401" y="189"/>
                  <a:pt x="402" y="190"/>
                  <a:pt x="403" y="189"/>
                </a:cubicBezTo>
                <a:cubicBezTo>
                  <a:pt x="403" y="189"/>
                  <a:pt x="403" y="188"/>
                  <a:pt x="403" y="188"/>
                </a:cubicBezTo>
                <a:cubicBezTo>
                  <a:pt x="404" y="188"/>
                  <a:pt x="405" y="188"/>
                  <a:pt x="406" y="188"/>
                </a:cubicBezTo>
                <a:cubicBezTo>
                  <a:pt x="406" y="188"/>
                  <a:pt x="407" y="188"/>
                  <a:pt x="408" y="189"/>
                </a:cubicBezTo>
                <a:cubicBezTo>
                  <a:pt x="408" y="189"/>
                  <a:pt x="408" y="190"/>
                  <a:pt x="408" y="190"/>
                </a:cubicBezTo>
                <a:cubicBezTo>
                  <a:pt x="409" y="190"/>
                  <a:pt x="410" y="191"/>
                  <a:pt x="410" y="192"/>
                </a:cubicBezTo>
                <a:cubicBezTo>
                  <a:pt x="409" y="192"/>
                  <a:pt x="409" y="192"/>
                  <a:pt x="408" y="191"/>
                </a:cubicBezTo>
                <a:cubicBezTo>
                  <a:pt x="407" y="191"/>
                  <a:pt x="408" y="191"/>
                  <a:pt x="407" y="191"/>
                </a:cubicBezTo>
                <a:cubicBezTo>
                  <a:pt x="406" y="192"/>
                  <a:pt x="406" y="192"/>
                  <a:pt x="405" y="191"/>
                </a:cubicBezTo>
                <a:cubicBezTo>
                  <a:pt x="405" y="191"/>
                  <a:pt x="404" y="191"/>
                  <a:pt x="404" y="191"/>
                </a:cubicBezTo>
                <a:cubicBezTo>
                  <a:pt x="404" y="192"/>
                  <a:pt x="404" y="194"/>
                  <a:pt x="404" y="194"/>
                </a:cubicBezTo>
                <a:cubicBezTo>
                  <a:pt x="403" y="195"/>
                  <a:pt x="403" y="197"/>
                  <a:pt x="403" y="198"/>
                </a:cubicBezTo>
                <a:cubicBezTo>
                  <a:pt x="403" y="198"/>
                  <a:pt x="402" y="198"/>
                  <a:pt x="403" y="199"/>
                </a:cubicBezTo>
                <a:cubicBezTo>
                  <a:pt x="403" y="199"/>
                  <a:pt x="404" y="200"/>
                  <a:pt x="404" y="200"/>
                </a:cubicBezTo>
                <a:cubicBezTo>
                  <a:pt x="405" y="200"/>
                  <a:pt x="406" y="200"/>
                  <a:pt x="406" y="199"/>
                </a:cubicBezTo>
                <a:cubicBezTo>
                  <a:pt x="407" y="199"/>
                  <a:pt x="408" y="198"/>
                  <a:pt x="409" y="198"/>
                </a:cubicBezTo>
                <a:cubicBezTo>
                  <a:pt x="410" y="198"/>
                  <a:pt x="410" y="198"/>
                  <a:pt x="410" y="197"/>
                </a:cubicBezTo>
                <a:cubicBezTo>
                  <a:pt x="411" y="197"/>
                  <a:pt x="411" y="197"/>
                  <a:pt x="411" y="197"/>
                </a:cubicBezTo>
                <a:cubicBezTo>
                  <a:pt x="412" y="196"/>
                  <a:pt x="413" y="196"/>
                  <a:pt x="413" y="195"/>
                </a:cubicBezTo>
                <a:cubicBezTo>
                  <a:pt x="413" y="195"/>
                  <a:pt x="413" y="193"/>
                  <a:pt x="413" y="193"/>
                </a:cubicBezTo>
                <a:cubicBezTo>
                  <a:pt x="413" y="192"/>
                  <a:pt x="412" y="192"/>
                  <a:pt x="413" y="192"/>
                </a:cubicBezTo>
                <a:cubicBezTo>
                  <a:pt x="413" y="192"/>
                  <a:pt x="414" y="192"/>
                  <a:pt x="414" y="193"/>
                </a:cubicBezTo>
                <a:cubicBezTo>
                  <a:pt x="414" y="193"/>
                  <a:pt x="414" y="193"/>
                  <a:pt x="414" y="193"/>
                </a:cubicBezTo>
                <a:cubicBezTo>
                  <a:pt x="415" y="194"/>
                  <a:pt x="415" y="194"/>
                  <a:pt x="415" y="194"/>
                </a:cubicBezTo>
                <a:cubicBezTo>
                  <a:pt x="416" y="194"/>
                  <a:pt x="417" y="194"/>
                  <a:pt x="418" y="195"/>
                </a:cubicBezTo>
                <a:cubicBezTo>
                  <a:pt x="418" y="195"/>
                  <a:pt x="417" y="196"/>
                  <a:pt x="417" y="196"/>
                </a:cubicBezTo>
                <a:cubicBezTo>
                  <a:pt x="417" y="196"/>
                  <a:pt x="417" y="197"/>
                  <a:pt x="417" y="197"/>
                </a:cubicBezTo>
                <a:cubicBezTo>
                  <a:pt x="417" y="197"/>
                  <a:pt x="417" y="197"/>
                  <a:pt x="417" y="197"/>
                </a:cubicBezTo>
                <a:cubicBezTo>
                  <a:pt x="418" y="198"/>
                  <a:pt x="418" y="198"/>
                  <a:pt x="418" y="198"/>
                </a:cubicBezTo>
                <a:cubicBezTo>
                  <a:pt x="419" y="199"/>
                  <a:pt x="420" y="199"/>
                  <a:pt x="420" y="199"/>
                </a:cubicBezTo>
                <a:cubicBezTo>
                  <a:pt x="421" y="200"/>
                  <a:pt x="421" y="200"/>
                  <a:pt x="421" y="201"/>
                </a:cubicBezTo>
                <a:cubicBezTo>
                  <a:pt x="421" y="202"/>
                  <a:pt x="421" y="203"/>
                  <a:pt x="421" y="204"/>
                </a:cubicBezTo>
                <a:cubicBezTo>
                  <a:pt x="421" y="205"/>
                  <a:pt x="421" y="205"/>
                  <a:pt x="421" y="206"/>
                </a:cubicBezTo>
                <a:cubicBezTo>
                  <a:pt x="421" y="206"/>
                  <a:pt x="421" y="207"/>
                  <a:pt x="421" y="207"/>
                </a:cubicBezTo>
                <a:cubicBezTo>
                  <a:pt x="421" y="208"/>
                  <a:pt x="421" y="209"/>
                  <a:pt x="420" y="210"/>
                </a:cubicBezTo>
                <a:cubicBezTo>
                  <a:pt x="420" y="211"/>
                  <a:pt x="420" y="211"/>
                  <a:pt x="419" y="212"/>
                </a:cubicBezTo>
                <a:cubicBezTo>
                  <a:pt x="418" y="212"/>
                  <a:pt x="418" y="213"/>
                  <a:pt x="417" y="213"/>
                </a:cubicBezTo>
                <a:cubicBezTo>
                  <a:pt x="417" y="214"/>
                  <a:pt x="417" y="215"/>
                  <a:pt x="418" y="215"/>
                </a:cubicBezTo>
                <a:cubicBezTo>
                  <a:pt x="419" y="216"/>
                  <a:pt x="421" y="216"/>
                  <a:pt x="422" y="218"/>
                </a:cubicBezTo>
                <a:cubicBezTo>
                  <a:pt x="423" y="219"/>
                  <a:pt x="423" y="220"/>
                  <a:pt x="423" y="221"/>
                </a:cubicBezTo>
                <a:cubicBezTo>
                  <a:pt x="423" y="222"/>
                  <a:pt x="423" y="224"/>
                  <a:pt x="423" y="225"/>
                </a:cubicBezTo>
                <a:cubicBezTo>
                  <a:pt x="423" y="225"/>
                  <a:pt x="422" y="225"/>
                  <a:pt x="422" y="226"/>
                </a:cubicBezTo>
                <a:cubicBezTo>
                  <a:pt x="423" y="226"/>
                  <a:pt x="423" y="226"/>
                  <a:pt x="424" y="226"/>
                </a:cubicBezTo>
                <a:cubicBezTo>
                  <a:pt x="424" y="227"/>
                  <a:pt x="425" y="228"/>
                  <a:pt x="425" y="228"/>
                </a:cubicBezTo>
                <a:cubicBezTo>
                  <a:pt x="425" y="229"/>
                  <a:pt x="425" y="229"/>
                  <a:pt x="425" y="230"/>
                </a:cubicBezTo>
                <a:cubicBezTo>
                  <a:pt x="425" y="230"/>
                  <a:pt x="425" y="231"/>
                  <a:pt x="425" y="231"/>
                </a:cubicBezTo>
                <a:cubicBezTo>
                  <a:pt x="425" y="231"/>
                  <a:pt x="426" y="231"/>
                  <a:pt x="426" y="232"/>
                </a:cubicBezTo>
                <a:cubicBezTo>
                  <a:pt x="426" y="232"/>
                  <a:pt x="426" y="232"/>
                  <a:pt x="426" y="232"/>
                </a:cubicBezTo>
                <a:cubicBezTo>
                  <a:pt x="426" y="233"/>
                  <a:pt x="426" y="234"/>
                  <a:pt x="426" y="234"/>
                </a:cubicBezTo>
                <a:cubicBezTo>
                  <a:pt x="426" y="235"/>
                  <a:pt x="426" y="235"/>
                  <a:pt x="426" y="236"/>
                </a:cubicBezTo>
                <a:cubicBezTo>
                  <a:pt x="426" y="237"/>
                  <a:pt x="426" y="237"/>
                  <a:pt x="427" y="237"/>
                </a:cubicBezTo>
                <a:cubicBezTo>
                  <a:pt x="427" y="238"/>
                  <a:pt x="427" y="238"/>
                  <a:pt x="427" y="239"/>
                </a:cubicBezTo>
                <a:cubicBezTo>
                  <a:pt x="427" y="240"/>
                  <a:pt x="428" y="240"/>
                  <a:pt x="428" y="240"/>
                </a:cubicBezTo>
                <a:cubicBezTo>
                  <a:pt x="428" y="241"/>
                  <a:pt x="428" y="241"/>
                  <a:pt x="428" y="242"/>
                </a:cubicBezTo>
                <a:cubicBezTo>
                  <a:pt x="428" y="242"/>
                  <a:pt x="428" y="242"/>
                  <a:pt x="428" y="243"/>
                </a:cubicBezTo>
                <a:cubicBezTo>
                  <a:pt x="428" y="243"/>
                  <a:pt x="427" y="243"/>
                  <a:pt x="428" y="244"/>
                </a:cubicBezTo>
                <a:cubicBezTo>
                  <a:pt x="428" y="244"/>
                  <a:pt x="428" y="244"/>
                  <a:pt x="428" y="244"/>
                </a:cubicBezTo>
                <a:cubicBezTo>
                  <a:pt x="428" y="244"/>
                  <a:pt x="428" y="245"/>
                  <a:pt x="428" y="245"/>
                </a:cubicBezTo>
                <a:cubicBezTo>
                  <a:pt x="429" y="245"/>
                  <a:pt x="429" y="245"/>
                  <a:pt x="429" y="246"/>
                </a:cubicBezTo>
                <a:cubicBezTo>
                  <a:pt x="429" y="246"/>
                  <a:pt x="429" y="246"/>
                  <a:pt x="429" y="246"/>
                </a:cubicBezTo>
                <a:cubicBezTo>
                  <a:pt x="430" y="247"/>
                  <a:pt x="432" y="245"/>
                  <a:pt x="432" y="245"/>
                </a:cubicBezTo>
                <a:cubicBezTo>
                  <a:pt x="433" y="244"/>
                  <a:pt x="434" y="243"/>
                  <a:pt x="436" y="243"/>
                </a:cubicBezTo>
                <a:cubicBezTo>
                  <a:pt x="436" y="242"/>
                  <a:pt x="437" y="242"/>
                  <a:pt x="437" y="243"/>
                </a:cubicBezTo>
                <a:cubicBezTo>
                  <a:pt x="437" y="243"/>
                  <a:pt x="438" y="243"/>
                  <a:pt x="438" y="243"/>
                </a:cubicBezTo>
                <a:cubicBezTo>
                  <a:pt x="438" y="244"/>
                  <a:pt x="439" y="245"/>
                  <a:pt x="439" y="246"/>
                </a:cubicBezTo>
                <a:cubicBezTo>
                  <a:pt x="439" y="246"/>
                  <a:pt x="439" y="247"/>
                  <a:pt x="439" y="247"/>
                </a:cubicBezTo>
                <a:cubicBezTo>
                  <a:pt x="439" y="247"/>
                  <a:pt x="440" y="247"/>
                  <a:pt x="440" y="247"/>
                </a:cubicBezTo>
                <a:cubicBezTo>
                  <a:pt x="441" y="247"/>
                  <a:pt x="441" y="246"/>
                  <a:pt x="442" y="246"/>
                </a:cubicBezTo>
                <a:cubicBezTo>
                  <a:pt x="442" y="246"/>
                  <a:pt x="442" y="246"/>
                  <a:pt x="442" y="246"/>
                </a:cubicBezTo>
                <a:cubicBezTo>
                  <a:pt x="443" y="245"/>
                  <a:pt x="444" y="246"/>
                  <a:pt x="444" y="246"/>
                </a:cubicBezTo>
                <a:cubicBezTo>
                  <a:pt x="446" y="246"/>
                  <a:pt x="447" y="247"/>
                  <a:pt x="448" y="247"/>
                </a:cubicBezTo>
                <a:cubicBezTo>
                  <a:pt x="448" y="248"/>
                  <a:pt x="448" y="248"/>
                  <a:pt x="449" y="248"/>
                </a:cubicBezTo>
                <a:cubicBezTo>
                  <a:pt x="450" y="248"/>
                  <a:pt x="450" y="248"/>
                  <a:pt x="451" y="248"/>
                </a:cubicBezTo>
                <a:cubicBezTo>
                  <a:pt x="451" y="247"/>
                  <a:pt x="452" y="247"/>
                  <a:pt x="453" y="246"/>
                </a:cubicBezTo>
                <a:cubicBezTo>
                  <a:pt x="454" y="246"/>
                  <a:pt x="455" y="245"/>
                  <a:pt x="456" y="245"/>
                </a:cubicBezTo>
                <a:cubicBezTo>
                  <a:pt x="456" y="244"/>
                  <a:pt x="457" y="244"/>
                  <a:pt x="457" y="244"/>
                </a:cubicBezTo>
                <a:cubicBezTo>
                  <a:pt x="458" y="244"/>
                  <a:pt x="458" y="243"/>
                  <a:pt x="458" y="243"/>
                </a:cubicBezTo>
                <a:cubicBezTo>
                  <a:pt x="459" y="243"/>
                  <a:pt x="459" y="243"/>
                  <a:pt x="460" y="243"/>
                </a:cubicBezTo>
                <a:cubicBezTo>
                  <a:pt x="461" y="243"/>
                  <a:pt x="461" y="242"/>
                  <a:pt x="462" y="242"/>
                </a:cubicBezTo>
                <a:cubicBezTo>
                  <a:pt x="462" y="243"/>
                  <a:pt x="462" y="243"/>
                  <a:pt x="462" y="243"/>
                </a:cubicBezTo>
                <a:cubicBezTo>
                  <a:pt x="462" y="244"/>
                  <a:pt x="462" y="244"/>
                  <a:pt x="463" y="244"/>
                </a:cubicBezTo>
                <a:cubicBezTo>
                  <a:pt x="463" y="244"/>
                  <a:pt x="464" y="245"/>
                  <a:pt x="464" y="245"/>
                </a:cubicBezTo>
                <a:cubicBezTo>
                  <a:pt x="464" y="246"/>
                  <a:pt x="464" y="246"/>
                  <a:pt x="465" y="245"/>
                </a:cubicBezTo>
                <a:cubicBezTo>
                  <a:pt x="466" y="245"/>
                  <a:pt x="466" y="244"/>
                  <a:pt x="467" y="244"/>
                </a:cubicBezTo>
                <a:cubicBezTo>
                  <a:pt x="467" y="244"/>
                  <a:pt x="468" y="244"/>
                  <a:pt x="468" y="244"/>
                </a:cubicBezTo>
                <a:cubicBezTo>
                  <a:pt x="469" y="244"/>
                  <a:pt x="469" y="243"/>
                  <a:pt x="468" y="243"/>
                </a:cubicBezTo>
                <a:cubicBezTo>
                  <a:pt x="468" y="243"/>
                  <a:pt x="468" y="242"/>
                  <a:pt x="468" y="242"/>
                </a:cubicBezTo>
                <a:cubicBezTo>
                  <a:pt x="468" y="242"/>
                  <a:pt x="469" y="242"/>
                  <a:pt x="469" y="241"/>
                </a:cubicBezTo>
                <a:cubicBezTo>
                  <a:pt x="469" y="241"/>
                  <a:pt x="469" y="240"/>
                  <a:pt x="469" y="240"/>
                </a:cubicBezTo>
                <a:cubicBezTo>
                  <a:pt x="470" y="240"/>
                  <a:pt x="470" y="240"/>
                  <a:pt x="470" y="241"/>
                </a:cubicBezTo>
                <a:cubicBezTo>
                  <a:pt x="470" y="242"/>
                  <a:pt x="470" y="243"/>
                  <a:pt x="471" y="244"/>
                </a:cubicBezTo>
                <a:cubicBezTo>
                  <a:pt x="471" y="244"/>
                  <a:pt x="472" y="245"/>
                  <a:pt x="472" y="246"/>
                </a:cubicBezTo>
                <a:cubicBezTo>
                  <a:pt x="473" y="246"/>
                  <a:pt x="473" y="247"/>
                  <a:pt x="472" y="248"/>
                </a:cubicBezTo>
                <a:cubicBezTo>
                  <a:pt x="472" y="249"/>
                  <a:pt x="472" y="249"/>
                  <a:pt x="472" y="250"/>
                </a:cubicBezTo>
                <a:cubicBezTo>
                  <a:pt x="472" y="251"/>
                  <a:pt x="472" y="252"/>
                  <a:pt x="472" y="253"/>
                </a:cubicBezTo>
                <a:cubicBezTo>
                  <a:pt x="473" y="254"/>
                  <a:pt x="473" y="255"/>
                  <a:pt x="473" y="257"/>
                </a:cubicBezTo>
                <a:cubicBezTo>
                  <a:pt x="473" y="258"/>
                  <a:pt x="472" y="259"/>
                  <a:pt x="472" y="260"/>
                </a:cubicBezTo>
                <a:cubicBezTo>
                  <a:pt x="472" y="260"/>
                  <a:pt x="473" y="260"/>
                  <a:pt x="473" y="260"/>
                </a:cubicBezTo>
                <a:cubicBezTo>
                  <a:pt x="473" y="261"/>
                  <a:pt x="474" y="261"/>
                  <a:pt x="474" y="260"/>
                </a:cubicBezTo>
                <a:cubicBezTo>
                  <a:pt x="475" y="260"/>
                  <a:pt x="476" y="260"/>
                  <a:pt x="476" y="259"/>
                </a:cubicBezTo>
                <a:cubicBezTo>
                  <a:pt x="478" y="258"/>
                  <a:pt x="479" y="257"/>
                  <a:pt x="480" y="256"/>
                </a:cubicBezTo>
                <a:cubicBezTo>
                  <a:pt x="481" y="255"/>
                  <a:pt x="482" y="254"/>
                  <a:pt x="483" y="254"/>
                </a:cubicBezTo>
                <a:cubicBezTo>
                  <a:pt x="484" y="253"/>
                  <a:pt x="485" y="253"/>
                  <a:pt x="486" y="253"/>
                </a:cubicBezTo>
                <a:cubicBezTo>
                  <a:pt x="487" y="253"/>
                  <a:pt x="488" y="254"/>
                  <a:pt x="489" y="255"/>
                </a:cubicBezTo>
                <a:cubicBezTo>
                  <a:pt x="490" y="255"/>
                  <a:pt x="491" y="255"/>
                  <a:pt x="491" y="256"/>
                </a:cubicBezTo>
                <a:cubicBezTo>
                  <a:pt x="491" y="256"/>
                  <a:pt x="492" y="256"/>
                  <a:pt x="492" y="256"/>
                </a:cubicBezTo>
                <a:cubicBezTo>
                  <a:pt x="493" y="256"/>
                  <a:pt x="493" y="257"/>
                  <a:pt x="493" y="257"/>
                </a:cubicBezTo>
                <a:cubicBezTo>
                  <a:pt x="493" y="257"/>
                  <a:pt x="494" y="257"/>
                  <a:pt x="494" y="256"/>
                </a:cubicBezTo>
                <a:cubicBezTo>
                  <a:pt x="494" y="256"/>
                  <a:pt x="495" y="255"/>
                  <a:pt x="495" y="255"/>
                </a:cubicBezTo>
                <a:cubicBezTo>
                  <a:pt x="497" y="254"/>
                  <a:pt x="498" y="253"/>
                  <a:pt x="500" y="253"/>
                </a:cubicBezTo>
                <a:cubicBezTo>
                  <a:pt x="501" y="252"/>
                  <a:pt x="502" y="252"/>
                  <a:pt x="503" y="251"/>
                </a:cubicBezTo>
                <a:cubicBezTo>
                  <a:pt x="503" y="251"/>
                  <a:pt x="504" y="250"/>
                  <a:pt x="504" y="250"/>
                </a:cubicBezTo>
                <a:cubicBezTo>
                  <a:pt x="505" y="250"/>
                  <a:pt x="505" y="249"/>
                  <a:pt x="505" y="249"/>
                </a:cubicBezTo>
                <a:cubicBezTo>
                  <a:pt x="506" y="248"/>
                  <a:pt x="504" y="248"/>
                  <a:pt x="504" y="248"/>
                </a:cubicBezTo>
                <a:cubicBezTo>
                  <a:pt x="504" y="247"/>
                  <a:pt x="504" y="246"/>
                  <a:pt x="505" y="246"/>
                </a:cubicBezTo>
                <a:cubicBezTo>
                  <a:pt x="505" y="245"/>
                  <a:pt x="506" y="245"/>
                  <a:pt x="506" y="244"/>
                </a:cubicBezTo>
                <a:cubicBezTo>
                  <a:pt x="506" y="243"/>
                  <a:pt x="506" y="243"/>
                  <a:pt x="506" y="242"/>
                </a:cubicBezTo>
                <a:cubicBezTo>
                  <a:pt x="506" y="241"/>
                  <a:pt x="505" y="241"/>
                  <a:pt x="505" y="240"/>
                </a:cubicBezTo>
                <a:cubicBezTo>
                  <a:pt x="505" y="240"/>
                  <a:pt x="504" y="239"/>
                  <a:pt x="504" y="239"/>
                </a:cubicBezTo>
                <a:cubicBezTo>
                  <a:pt x="505" y="239"/>
                  <a:pt x="506" y="241"/>
                  <a:pt x="506" y="241"/>
                </a:cubicBezTo>
                <a:cubicBezTo>
                  <a:pt x="506" y="242"/>
                  <a:pt x="507" y="243"/>
                  <a:pt x="507" y="243"/>
                </a:cubicBezTo>
                <a:cubicBezTo>
                  <a:pt x="508" y="244"/>
                  <a:pt x="508" y="244"/>
                  <a:pt x="508" y="244"/>
                </a:cubicBezTo>
                <a:cubicBezTo>
                  <a:pt x="508" y="244"/>
                  <a:pt x="509" y="244"/>
                  <a:pt x="509" y="245"/>
                </a:cubicBezTo>
                <a:cubicBezTo>
                  <a:pt x="509" y="245"/>
                  <a:pt x="510" y="245"/>
                  <a:pt x="510" y="245"/>
                </a:cubicBezTo>
                <a:cubicBezTo>
                  <a:pt x="510" y="246"/>
                  <a:pt x="511" y="246"/>
                  <a:pt x="511" y="247"/>
                </a:cubicBezTo>
                <a:cubicBezTo>
                  <a:pt x="511" y="247"/>
                  <a:pt x="511" y="247"/>
                  <a:pt x="512" y="248"/>
                </a:cubicBezTo>
                <a:cubicBezTo>
                  <a:pt x="512" y="248"/>
                  <a:pt x="513" y="248"/>
                  <a:pt x="513" y="248"/>
                </a:cubicBezTo>
                <a:cubicBezTo>
                  <a:pt x="513" y="248"/>
                  <a:pt x="513" y="248"/>
                  <a:pt x="513" y="249"/>
                </a:cubicBezTo>
                <a:cubicBezTo>
                  <a:pt x="514" y="249"/>
                  <a:pt x="514" y="249"/>
                  <a:pt x="514" y="249"/>
                </a:cubicBezTo>
                <a:cubicBezTo>
                  <a:pt x="514" y="250"/>
                  <a:pt x="514" y="250"/>
                  <a:pt x="515" y="250"/>
                </a:cubicBezTo>
                <a:cubicBezTo>
                  <a:pt x="515" y="250"/>
                  <a:pt x="515" y="250"/>
                  <a:pt x="515" y="250"/>
                </a:cubicBezTo>
                <a:cubicBezTo>
                  <a:pt x="515" y="250"/>
                  <a:pt x="515" y="251"/>
                  <a:pt x="516" y="251"/>
                </a:cubicBezTo>
                <a:cubicBezTo>
                  <a:pt x="516" y="251"/>
                  <a:pt x="516" y="251"/>
                  <a:pt x="516" y="251"/>
                </a:cubicBezTo>
                <a:cubicBezTo>
                  <a:pt x="516" y="251"/>
                  <a:pt x="516" y="252"/>
                  <a:pt x="516" y="252"/>
                </a:cubicBezTo>
                <a:cubicBezTo>
                  <a:pt x="517" y="252"/>
                  <a:pt x="517" y="251"/>
                  <a:pt x="517" y="251"/>
                </a:cubicBezTo>
                <a:cubicBezTo>
                  <a:pt x="517" y="250"/>
                  <a:pt x="517" y="250"/>
                  <a:pt x="518" y="250"/>
                </a:cubicBezTo>
                <a:cubicBezTo>
                  <a:pt x="518" y="250"/>
                  <a:pt x="518" y="249"/>
                  <a:pt x="518" y="249"/>
                </a:cubicBezTo>
                <a:cubicBezTo>
                  <a:pt x="519" y="248"/>
                  <a:pt x="520" y="248"/>
                  <a:pt x="521" y="248"/>
                </a:cubicBezTo>
                <a:cubicBezTo>
                  <a:pt x="521" y="248"/>
                  <a:pt x="522" y="248"/>
                  <a:pt x="522" y="248"/>
                </a:cubicBezTo>
                <a:cubicBezTo>
                  <a:pt x="523" y="248"/>
                  <a:pt x="523" y="249"/>
                  <a:pt x="523" y="249"/>
                </a:cubicBezTo>
                <a:cubicBezTo>
                  <a:pt x="523" y="250"/>
                  <a:pt x="523" y="251"/>
                  <a:pt x="523" y="251"/>
                </a:cubicBezTo>
                <a:cubicBezTo>
                  <a:pt x="523" y="252"/>
                  <a:pt x="523" y="252"/>
                  <a:pt x="523" y="253"/>
                </a:cubicBezTo>
                <a:cubicBezTo>
                  <a:pt x="523" y="253"/>
                  <a:pt x="523" y="254"/>
                  <a:pt x="523" y="255"/>
                </a:cubicBezTo>
                <a:cubicBezTo>
                  <a:pt x="523" y="255"/>
                  <a:pt x="522" y="255"/>
                  <a:pt x="523" y="256"/>
                </a:cubicBezTo>
                <a:cubicBezTo>
                  <a:pt x="523" y="256"/>
                  <a:pt x="524" y="256"/>
                  <a:pt x="525" y="256"/>
                </a:cubicBezTo>
                <a:cubicBezTo>
                  <a:pt x="526" y="256"/>
                  <a:pt x="527" y="256"/>
                  <a:pt x="528" y="256"/>
                </a:cubicBezTo>
                <a:cubicBezTo>
                  <a:pt x="529" y="256"/>
                  <a:pt x="530" y="255"/>
                  <a:pt x="532" y="254"/>
                </a:cubicBezTo>
                <a:cubicBezTo>
                  <a:pt x="533" y="253"/>
                  <a:pt x="534" y="253"/>
                  <a:pt x="535" y="252"/>
                </a:cubicBezTo>
                <a:cubicBezTo>
                  <a:pt x="535" y="252"/>
                  <a:pt x="536" y="251"/>
                  <a:pt x="536" y="251"/>
                </a:cubicBezTo>
                <a:cubicBezTo>
                  <a:pt x="537" y="250"/>
                  <a:pt x="536" y="249"/>
                  <a:pt x="537" y="248"/>
                </a:cubicBezTo>
                <a:cubicBezTo>
                  <a:pt x="537" y="248"/>
                  <a:pt x="537" y="245"/>
                  <a:pt x="538" y="246"/>
                </a:cubicBezTo>
                <a:cubicBezTo>
                  <a:pt x="538" y="246"/>
                  <a:pt x="537" y="247"/>
                  <a:pt x="537" y="248"/>
                </a:cubicBezTo>
                <a:cubicBezTo>
                  <a:pt x="537" y="248"/>
                  <a:pt x="537" y="249"/>
                  <a:pt x="537" y="249"/>
                </a:cubicBezTo>
                <a:cubicBezTo>
                  <a:pt x="537" y="250"/>
                  <a:pt x="537" y="250"/>
                  <a:pt x="537" y="251"/>
                </a:cubicBezTo>
                <a:cubicBezTo>
                  <a:pt x="536" y="251"/>
                  <a:pt x="536" y="251"/>
                  <a:pt x="536" y="252"/>
                </a:cubicBezTo>
                <a:cubicBezTo>
                  <a:pt x="536" y="253"/>
                  <a:pt x="538" y="254"/>
                  <a:pt x="538" y="254"/>
                </a:cubicBezTo>
                <a:cubicBezTo>
                  <a:pt x="539" y="254"/>
                  <a:pt x="540" y="254"/>
                  <a:pt x="540" y="253"/>
                </a:cubicBezTo>
                <a:cubicBezTo>
                  <a:pt x="540" y="253"/>
                  <a:pt x="541" y="252"/>
                  <a:pt x="541" y="252"/>
                </a:cubicBezTo>
                <a:cubicBezTo>
                  <a:pt x="541" y="251"/>
                  <a:pt x="542" y="250"/>
                  <a:pt x="542" y="250"/>
                </a:cubicBezTo>
                <a:cubicBezTo>
                  <a:pt x="542" y="251"/>
                  <a:pt x="542" y="251"/>
                  <a:pt x="542" y="252"/>
                </a:cubicBezTo>
                <a:cubicBezTo>
                  <a:pt x="542" y="252"/>
                  <a:pt x="541" y="253"/>
                  <a:pt x="541" y="253"/>
                </a:cubicBezTo>
                <a:cubicBezTo>
                  <a:pt x="541" y="253"/>
                  <a:pt x="541" y="253"/>
                  <a:pt x="541" y="253"/>
                </a:cubicBezTo>
                <a:cubicBezTo>
                  <a:pt x="542" y="254"/>
                  <a:pt x="542" y="254"/>
                  <a:pt x="542" y="254"/>
                </a:cubicBezTo>
                <a:cubicBezTo>
                  <a:pt x="543" y="254"/>
                  <a:pt x="543" y="254"/>
                  <a:pt x="544" y="255"/>
                </a:cubicBezTo>
                <a:cubicBezTo>
                  <a:pt x="544" y="255"/>
                  <a:pt x="544" y="255"/>
                  <a:pt x="544" y="255"/>
                </a:cubicBezTo>
                <a:cubicBezTo>
                  <a:pt x="544" y="255"/>
                  <a:pt x="545" y="255"/>
                  <a:pt x="545" y="256"/>
                </a:cubicBezTo>
                <a:cubicBezTo>
                  <a:pt x="545" y="256"/>
                  <a:pt x="547" y="257"/>
                  <a:pt x="547" y="256"/>
                </a:cubicBezTo>
                <a:cubicBezTo>
                  <a:pt x="548" y="256"/>
                  <a:pt x="547" y="255"/>
                  <a:pt x="547" y="255"/>
                </a:cubicBezTo>
                <a:cubicBezTo>
                  <a:pt x="547" y="255"/>
                  <a:pt x="548" y="254"/>
                  <a:pt x="548" y="254"/>
                </a:cubicBezTo>
                <a:cubicBezTo>
                  <a:pt x="548" y="253"/>
                  <a:pt x="548" y="253"/>
                  <a:pt x="548" y="252"/>
                </a:cubicBezTo>
                <a:cubicBezTo>
                  <a:pt x="548" y="252"/>
                  <a:pt x="548" y="251"/>
                  <a:pt x="548" y="250"/>
                </a:cubicBezTo>
                <a:cubicBezTo>
                  <a:pt x="548" y="250"/>
                  <a:pt x="549" y="249"/>
                  <a:pt x="550" y="249"/>
                </a:cubicBezTo>
                <a:cubicBezTo>
                  <a:pt x="550" y="249"/>
                  <a:pt x="549" y="251"/>
                  <a:pt x="549" y="251"/>
                </a:cubicBezTo>
                <a:cubicBezTo>
                  <a:pt x="549" y="252"/>
                  <a:pt x="549" y="252"/>
                  <a:pt x="549" y="253"/>
                </a:cubicBezTo>
                <a:cubicBezTo>
                  <a:pt x="548" y="254"/>
                  <a:pt x="549" y="255"/>
                  <a:pt x="549" y="256"/>
                </a:cubicBezTo>
                <a:cubicBezTo>
                  <a:pt x="549" y="257"/>
                  <a:pt x="549" y="257"/>
                  <a:pt x="549" y="258"/>
                </a:cubicBezTo>
                <a:cubicBezTo>
                  <a:pt x="550" y="258"/>
                  <a:pt x="550" y="258"/>
                  <a:pt x="551" y="259"/>
                </a:cubicBezTo>
                <a:cubicBezTo>
                  <a:pt x="552" y="260"/>
                  <a:pt x="552" y="261"/>
                  <a:pt x="552" y="262"/>
                </a:cubicBezTo>
                <a:cubicBezTo>
                  <a:pt x="552" y="263"/>
                  <a:pt x="551" y="264"/>
                  <a:pt x="551" y="265"/>
                </a:cubicBezTo>
                <a:cubicBezTo>
                  <a:pt x="551" y="266"/>
                  <a:pt x="552" y="268"/>
                  <a:pt x="552" y="269"/>
                </a:cubicBezTo>
                <a:cubicBezTo>
                  <a:pt x="552" y="270"/>
                  <a:pt x="552" y="271"/>
                  <a:pt x="552" y="272"/>
                </a:cubicBezTo>
                <a:cubicBezTo>
                  <a:pt x="553" y="272"/>
                  <a:pt x="553" y="273"/>
                  <a:pt x="553" y="274"/>
                </a:cubicBezTo>
                <a:cubicBezTo>
                  <a:pt x="553" y="274"/>
                  <a:pt x="553" y="275"/>
                  <a:pt x="553" y="275"/>
                </a:cubicBezTo>
                <a:cubicBezTo>
                  <a:pt x="553" y="275"/>
                  <a:pt x="553" y="275"/>
                  <a:pt x="553" y="275"/>
                </a:cubicBezTo>
                <a:cubicBezTo>
                  <a:pt x="554" y="275"/>
                  <a:pt x="555" y="275"/>
                  <a:pt x="555" y="274"/>
                </a:cubicBezTo>
                <a:cubicBezTo>
                  <a:pt x="556" y="274"/>
                  <a:pt x="557" y="273"/>
                  <a:pt x="558" y="273"/>
                </a:cubicBezTo>
                <a:cubicBezTo>
                  <a:pt x="559" y="272"/>
                  <a:pt x="560" y="271"/>
                  <a:pt x="561" y="271"/>
                </a:cubicBezTo>
                <a:cubicBezTo>
                  <a:pt x="562" y="271"/>
                  <a:pt x="562" y="270"/>
                  <a:pt x="563" y="270"/>
                </a:cubicBezTo>
                <a:cubicBezTo>
                  <a:pt x="565" y="269"/>
                  <a:pt x="566" y="269"/>
                  <a:pt x="568" y="268"/>
                </a:cubicBezTo>
                <a:cubicBezTo>
                  <a:pt x="569" y="267"/>
                  <a:pt x="570" y="267"/>
                  <a:pt x="571" y="267"/>
                </a:cubicBezTo>
                <a:cubicBezTo>
                  <a:pt x="571" y="266"/>
                  <a:pt x="573" y="266"/>
                  <a:pt x="573" y="265"/>
                </a:cubicBezTo>
                <a:cubicBezTo>
                  <a:pt x="574" y="265"/>
                  <a:pt x="575" y="264"/>
                  <a:pt x="576" y="264"/>
                </a:cubicBezTo>
                <a:cubicBezTo>
                  <a:pt x="578" y="263"/>
                  <a:pt x="581" y="262"/>
                  <a:pt x="583" y="261"/>
                </a:cubicBezTo>
                <a:cubicBezTo>
                  <a:pt x="584" y="260"/>
                  <a:pt x="585" y="258"/>
                  <a:pt x="587" y="258"/>
                </a:cubicBezTo>
                <a:cubicBezTo>
                  <a:pt x="588" y="258"/>
                  <a:pt x="588" y="258"/>
                  <a:pt x="589" y="258"/>
                </a:cubicBezTo>
                <a:cubicBezTo>
                  <a:pt x="590" y="258"/>
                  <a:pt x="590" y="257"/>
                  <a:pt x="590" y="257"/>
                </a:cubicBezTo>
                <a:cubicBezTo>
                  <a:pt x="590" y="256"/>
                  <a:pt x="590" y="256"/>
                  <a:pt x="590" y="255"/>
                </a:cubicBezTo>
                <a:cubicBezTo>
                  <a:pt x="590" y="254"/>
                  <a:pt x="590" y="254"/>
                  <a:pt x="590" y="253"/>
                </a:cubicBezTo>
                <a:cubicBezTo>
                  <a:pt x="591" y="252"/>
                  <a:pt x="591" y="251"/>
                  <a:pt x="592" y="250"/>
                </a:cubicBezTo>
                <a:cubicBezTo>
                  <a:pt x="592" y="249"/>
                  <a:pt x="593" y="248"/>
                  <a:pt x="594" y="248"/>
                </a:cubicBezTo>
                <a:cubicBezTo>
                  <a:pt x="595" y="247"/>
                  <a:pt x="595" y="247"/>
                  <a:pt x="595" y="247"/>
                </a:cubicBezTo>
                <a:cubicBezTo>
                  <a:pt x="595" y="247"/>
                  <a:pt x="595" y="246"/>
                  <a:pt x="595" y="246"/>
                </a:cubicBezTo>
                <a:cubicBezTo>
                  <a:pt x="595" y="246"/>
                  <a:pt x="594" y="245"/>
                  <a:pt x="594" y="245"/>
                </a:cubicBezTo>
                <a:cubicBezTo>
                  <a:pt x="594" y="245"/>
                  <a:pt x="593" y="245"/>
                  <a:pt x="593" y="245"/>
                </a:cubicBezTo>
                <a:cubicBezTo>
                  <a:pt x="593" y="245"/>
                  <a:pt x="593" y="245"/>
                  <a:pt x="592" y="245"/>
                </a:cubicBezTo>
                <a:cubicBezTo>
                  <a:pt x="593" y="244"/>
                  <a:pt x="594" y="244"/>
                  <a:pt x="595" y="244"/>
                </a:cubicBezTo>
                <a:cubicBezTo>
                  <a:pt x="595" y="245"/>
                  <a:pt x="595" y="244"/>
                  <a:pt x="596" y="244"/>
                </a:cubicBezTo>
                <a:cubicBezTo>
                  <a:pt x="596" y="244"/>
                  <a:pt x="597" y="244"/>
                  <a:pt x="597" y="244"/>
                </a:cubicBezTo>
                <a:cubicBezTo>
                  <a:pt x="597" y="243"/>
                  <a:pt x="597" y="243"/>
                  <a:pt x="597" y="243"/>
                </a:cubicBezTo>
                <a:cubicBezTo>
                  <a:pt x="596" y="243"/>
                  <a:pt x="596" y="243"/>
                  <a:pt x="595" y="242"/>
                </a:cubicBezTo>
                <a:cubicBezTo>
                  <a:pt x="595" y="242"/>
                  <a:pt x="595" y="242"/>
                  <a:pt x="595" y="242"/>
                </a:cubicBezTo>
                <a:cubicBezTo>
                  <a:pt x="595" y="241"/>
                  <a:pt x="595" y="241"/>
                  <a:pt x="594" y="241"/>
                </a:cubicBezTo>
                <a:cubicBezTo>
                  <a:pt x="594" y="241"/>
                  <a:pt x="594" y="241"/>
                  <a:pt x="594" y="240"/>
                </a:cubicBezTo>
                <a:cubicBezTo>
                  <a:pt x="594" y="240"/>
                  <a:pt x="594" y="240"/>
                  <a:pt x="593" y="240"/>
                </a:cubicBezTo>
                <a:cubicBezTo>
                  <a:pt x="593" y="240"/>
                  <a:pt x="593" y="240"/>
                  <a:pt x="592" y="240"/>
                </a:cubicBezTo>
                <a:cubicBezTo>
                  <a:pt x="592" y="239"/>
                  <a:pt x="593" y="240"/>
                  <a:pt x="593" y="239"/>
                </a:cubicBezTo>
                <a:cubicBezTo>
                  <a:pt x="592" y="238"/>
                  <a:pt x="593" y="238"/>
                  <a:pt x="593" y="238"/>
                </a:cubicBezTo>
                <a:cubicBezTo>
                  <a:pt x="593" y="237"/>
                  <a:pt x="592" y="235"/>
                  <a:pt x="593" y="235"/>
                </a:cubicBezTo>
                <a:cubicBezTo>
                  <a:pt x="594" y="236"/>
                  <a:pt x="594" y="237"/>
                  <a:pt x="594" y="238"/>
                </a:cubicBezTo>
                <a:cubicBezTo>
                  <a:pt x="594" y="238"/>
                  <a:pt x="594" y="238"/>
                  <a:pt x="594" y="238"/>
                </a:cubicBezTo>
                <a:cubicBezTo>
                  <a:pt x="594" y="239"/>
                  <a:pt x="594" y="239"/>
                  <a:pt x="595" y="239"/>
                </a:cubicBezTo>
                <a:cubicBezTo>
                  <a:pt x="595" y="239"/>
                  <a:pt x="595" y="239"/>
                  <a:pt x="595" y="238"/>
                </a:cubicBezTo>
                <a:cubicBezTo>
                  <a:pt x="596" y="238"/>
                  <a:pt x="596" y="239"/>
                  <a:pt x="596" y="240"/>
                </a:cubicBezTo>
                <a:cubicBezTo>
                  <a:pt x="596" y="240"/>
                  <a:pt x="597" y="240"/>
                  <a:pt x="597" y="240"/>
                </a:cubicBezTo>
                <a:cubicBezTo>
                  <a:pt x="598" y="239"/>
                  <a:pt x="599" y="238"/>
                  <a:pt x="599" y="237"/>
                </a:cubicBezTo>
                <a:cubicBezTo>
                  <a:pt x="599" y="237"/>
                  <a:pt x="600" y="236"/>
                  <a:pt x="600" y="236"/>
                </a:cubicBezTo>
                <a:cubicBezTo>
                  <a:pt x="600" y="235"/>
                  <a:pt x="600" y="235"/>
                  <a:pt x="600" y="234"/>
                </a:cubicBezTo>
                <a:cubicBezTo>
                  <a:pt x="599" y="233"/>
                  <a:pt x="599" y="231"/>
                  <a:pt x="600" y="230"/>
                </a:cubicBezTo>
                <a:cubicBezTo>
                  <a:pt x="600" y="230"/>
                  <a:pt x="601" y="229"/>
                  <a:pt x="600" y="228"/>
                </a:cubicBezTo>
                <a:cubicBezTo>
                  <a:pt x="600" y="228"/>
                  <a:pt x="600" y="228"/>
                  <a:pt x="600" y="228"/>
                </a:cubicBezTo>
                <a:cubicBezTo>
                  <a:pt x="600" y="228"/>
                  <a:pt x="600" y="228"/>
                  <a:pt x="599" y="228"/>
                </a:cubicBezTo>
                <a:cubicBezTo>
                  <a:pt x="599" y="228"/>
                  <a:pt x="599" y="228"/>
                  <a:pt x="599" y="228"/>
                </a:cubicBezTo>
                <a:cubicBezTo>
                  <a:pt x="599" y="228"/>
                  <a:pt x="598" y="228"/>
                  <a:pt x="598" y="228"/>
                </a:cubicBezTo>
                <a:cubicBezTo>
                  <a:pt x="598" y="229"/>
                  <a:pt x="598" y="229"/>
                  <a:pt x="598" y="229"/>
                </a:cubicBezTo>
                <a:cubicBezTo>
                  <a:pt x="598" y="229"/>
                  <a:pt x="598" y="229"/>
                  <a:pt x="598" y="229"/>
                </a:cubicBezTo>
                <a:cubicBezTo>
                  <a:pt x="598" y="229"/>
                  <a:pt x="598" y="229"/>
                  <a:pt x="598" y="229"/>
                </a:cubicBezTo>
                <a:cubicBezTo>
                  <a:pt x="598" y="229"/>
                  <a:pt x="598" y="229"/>
                  <a:pt x="598" y="228"/>
                </a:cubicBezTo>
                <a:cubicBezTo>
                  <a:pt x="598" y="228"/>
                  <a:pt x="598" y="228"/>
                  <a:pt x="598" y="228"/>
                </a:cubicBezTo>
                <a:cubicBezTo>
                  <a:pt x="598" y="228"/>
                  <a:pt x="598" y="228"/>
                  <a:pt x="598" y="227"/>
                </a:cubicBezTo>
                <a:cubicBezTo>
                  <a:pt x="598" y="227"/>
                  <a:pt x="598" y="227"/>
                  <a:pt x="598" y="227"/>
                </a:cubicBezTo>
                <a:cubicBezTo>
                  <a:pt x="599" y="227"/>
                  <a:pt x="599" y="227"/>
                  <a:pt x="599" y="227"/>
                </a:cubicBezTo>
                <a:cubicBezTo>
                  <a:pt x="599" y="227"/>
                  <a:pt x="599" y="227"/>
                  <a:pt x="599" y="227"/>
                </a:cubicBezTo>
                <a:cubicBezTo>
                  <a:pt x="600" y="227"/>
                  <a:pt x="600" y="227"/>
                  <a:pt x="600" y="227"/>
                </a:cubicBezTo>
                <a:cubicBezTo>
                  <a:pt x="601" y="227"/>
                  <a:pt x="601" y="227"/>
                  <a:pt x="601" y="226"/>
                </a:cubicBezTo>
                <a:cubicBezTo>
                  <a:pt x="601" y="226"/>
                  <a:pt x="601" y="226"/>
                  <a:pt x="601" y="226"/>
                </a:cubicBezTo>
                <a:cubicBezTo>
                  <a:pt x="601" y="226"/>
                  <a:pt x="601" y="226"/>
                  <a:pt x="602" y="226"/>
                </a:cubicBezTo>
                <a:cubicBezTo>
                  <a:pt x="602" y="226"/>
                  <a:pt x="602" y="226"/>
                  <a:pt x="602" y="226"/>
                </a:cubicBezTo>
                <a:cubicBezTo>
                  <a:pt x="602" y="226"/>
                  <a:pt x="603" y="227"/>
                  <a:pt x="603" y="227"/>
                </a:cubicBezTo>
                <a:cubicBezTo>
                  <a:pt x="603" y="227"/>
                  <a:pt x="603" y="228"/>
                  <a:pt x="603" y="228"/>
                </a:cubicBezTo>
                <a:cubicBezTo>
                  <a:pt x="603" y="228"/>
                  <a:pt x="603" y="228"/>
                  <a:pt x="603" y="228"/>
                </a:cubicBezTo>
                <a:cubicBezTo>
                  <a:pt x="604" y="228"/>
                  <a:pt x="604" y="227"/>
                  <a:pt x="604" y="227"/>
                </a:cubicBezTo>
                <a:cubicBezTo>
                  <a:pt x="604" y="227"/>
                  <a:pt x="604" y="227"/>
                  <a:pt x="604" y="227"/>
                </a:cubicBezTo>
                <a:cubicBezTo>
                  <a:pt x="604" y="226"/>
                  <a:pt x="604" y="226"/>
                  <a:pt x="604" y="225"/>
                </a:cubicBezTo>
                <a:cubicBezTo>
                  <a:pt x="604" y="225"/>
                  <a:pt x="604" y="224"/>
                  <a:pt x="605" y="224"/>
                </a:cubicBezTo>
                <a:cubicBezTo>
                  <a:pt x="605" y="224"/>
                  <a:pt x="605" y="223"/>
                  <a:pt x="605" y="223"/>
                </a:cubicBezTo>
                <a:cubicBezTo>
                  <a:pt x="605" y="223"/>
                  <a:pt x="605" y="223"/>
                  <a:pt x="605" y="223"/>
                </a:cubicBezTo>
                <a:cubicBezTo>
                  <a:pt x="605" y="223"/>
                  <a:pt x="605" y="222"/>
                  <a:pt x="605" y="222"/>
                </a:cubicBezTo>
                <a:cubicBezTo>
                  <a:pt x="605" y="222"/>
                  <a:pt x="605" y="221"/>
                  <a:pt x="605" y="221"/>
                </a:cubicBezTo>
                <a:cubicBezTo>
                  <a:pt x="605" y="221"/>
                  <a:pt x="605" y="220"/>
                  <a:pt x="605" y="220"/>
                </a:cubicBezTo>
                <a:cubicBezTo>
                  <a:pt x="605" y="219"/>
                  <a:pt x="605" y="219"/>
                  <a:pt x="605" y="218"/>
                </a:cubicBezTo>
                <a:cubicBezTo>
                  <a:pt x="605" y="218"/>
                  <a:pt x="605" y="218"/>
                  <a:pt x="605" y="217"/>
                </a:cubicBezTo>
                <a:cubicBezTo>
                  <a:pt x="605" y="217"/>
                  <a:pt x="606" y="217"/>
                  <a:pt x="605" y="217"/>
                </a:cubicBezTo>
                <a:cubicBezTo>
                  <a:pt x="605" y="216"/>
                  <a:pt x="605" y="217"/>
                  <a:pt x="604" y="217"/>
                </a:cubicBezTo>
                <a:cubicBezTo>
                  <a:pt x="604" y="217"/>
                  <a:pt x="604" y="217"/>
                  <a:pt x="604" y="217"/>
                </a:cubicBezTo>
                <a:cubicBezTo>
                  <a:pt x="604" y="217"/>
                  <a:pt x="603" y="217"/>
                  <a:pt x="603" y="217"/>
                </a:cubicBezTo>
                <a:cubicBezTo>
                  <a:pt x="603" y="216"/>
                  <a:pt x="603" y="216"/>
                  <a:pt x="603" y="216"/>
                </a:cubicBezTo>
                <a:cubicBezTo>
                  <a:pt x="603" y="216"/>
                  <a:pt x="603" y="216"/>
                  <a:pt x="603" y="216"/>
                </a:cubicBezTo>
                <a:cubicBezTo>
                  <a:pt x="603" y="215"/>
                  <a:pt x="603" y="215"/>
                  <a:pt x="603" y="215"/>
                </a:cubicBezTo>
                <a:cubicBezTo>
                  <a:pt x="602" y="215"/>
                  <a:pt x="602" y="215"/>
                  <a:pt x="602" y="215"/>
                </a:cubicBezTo>
                <a:cubicBezTo>
                  <a:pt x="602" y="215"/>
                  <a:pt x="602" y="215"/>
                  <a:pt x="602" y="215"/>
                </a:cubicBezTo>
                <a:cubicBezTo>
                  <a:pt x="601" y="216"/>
                  <a:pt x="601" y="216"/>
                  <a:pt x="601" y="216"/>
                </a:cubicBezTo>
                <a:cubicBezTo>
                  <a:pt x="601" y="216"/>
                  <a:pt x="601" y="215"/>
                  <a:pt x="600" y="215"/>
                </a:cubicBezTo>
                <a:cubicBezTo>
                  <a:pt x="600" y="215"/>
                  <a:pt x="600" y="215"/>
                  <a:pt x="600" y="215"/>
                </a:cubicBezTo>
                <a:cubicBezTo>
                  <a:pt x="600" y="215"/>
                  <a:pt x="599" y="215"/>
                  <a:pt x="599" y="214"/>
                </a:cubicBezTo>
                <a:cubicBezTo>
                  <a:pt x="599" y="214"/>
                  <a:pt x="600" y="214"/>
                  <a:pt x="600" y="214"/>
                </a:cubicBezTo>
                <a:cubicBezTo>
                  <a:pt x="600" y="214"/>
                  <a:pt x="600" y="214"/>
                  <a:pt x="600" y="214"/>
                </a:cubicBezTo>
                <a:cubicBezTo>
                  <a:pt x="600" y="214"/>
                  <a:pt x="601" y="213"/>
                  <a:pt x="601" y="213"/>
                </a:cubicBezTo>
                <a:cubicBezTo>
                  <a:pt x="601" y="213"/>
                  <a:pt x="601" y="213"/>
                  <a:pt x="601" y="213"/>
                </a:cubicBezTo>
                <a:cubicBezTo>
                  <a:pt x="601" y="213"/>
                  <a:pt x="601" y="213"/>
                  <a:pt x="601" y="213"/>
                </a:cubicBezTo>
                <a:cubicBezTo>
                  <a:pt x="601" y="213"/>
                  <a:pt x="601" y="212"/>
                  <a:pt x="601" y="212"/>
                </a:cubicBezTo>
                <a:cubicBezTo>
                  <a:pt x="601" y="212"/>
                  <a:pt x="601" y="212"/>
                  <a:pt x="601" y="211"/>
                </a:cubicBezTo>
                <a:cubicBezTo>
                  <a:pt x="601" y="211"/>
                  <a:pt x="601" y="211"/>
                  <a:pt x="601" y="211"/>
                </a:cubicBezTo>
                <a:cubicBezTo>
                  <a:pt x="601" y="210"/>
                  <a:pt x="601" y="209"/>
                  <a:pt x="601" y="209"/>
                </a:cubicBezTo>
                <a:cubicBezTo>
                  <a:pt x="601" y="208"/>
                  <a:pt x="600" y="208"/>
                  <a:pt x="600" y="209"/>
                </a:cubicBezTo>
                <a:cubicBezTo>
                  <a:pt x="599" y="209"/>
                  <a:pt x="599" y="209"/>
                  <a:pt x="598" y="209"/>
                </a:cubicBezTo>
                <a:cubicBezTo>
                  <a:pt x="598" y="208"/>
                  <a:pt x="599" y="208"/>
                  <a:pt x="600" y="208"/>
                </a:cubicBezTo>
                <a:cubicBezTo>
                  <a:pt x="600" y="208"/>
                  <a:pt x="601" y="208"/>
                  <a:pt x="601" y="207"/>
                </a:cubicBezTo>
                <a:cubicBezTo>
                  <a:pt x="601" y="207"/>
                  <a:pt x="601" y="206"/>
                  <a:pt x="601" y="206"/>
                </a:cubicBezTo>
                <a:cubicBezTo>
                  <a:pt x="600" y="205"/>
                  <a:pt x="600" y="205"/>
                  <a:pt x="600" y="205"/>
                </a:cubicBezTo>
                <a:cubicBezTo>
                  <a:pt x="599" y="206"/>
                  <a:pt x="598" y="206"/>
                  <a:pt x="597" y="206"/>
                </a:cubicBezTo>
                <a:cubicBezTo>
                  <a:pt x="597" y="206"/>
                  <a:pt x="596" y="206"/>
                  <a:pt x="596" y="207"/>
                </a:cubicBezTo>
                <a:cubicBezTo>
                  <a:pt x="596" y="207"/>
                  <a:pt x="596" y="207"/>
                  <a:pt x="595" y="207"/>
                </a:cubicBezTo>
                <a:cubicBezTo>
                  <a:pt x="595" y="207"/>
                  <a:pt x="594" y="206"/>
                  <a:pt x="593" y="206"/>
                </a:cubicBezTo>
                <a:cubicBezTo>
                  <a:pt x="593" y="206"/>
                  <a:pt x="593" y="207"/>
                  <a:pt x="593" y="206"/>
                </a:cubicBezTo>
                <a:cubicBezTo>
                  <a:pt x="593" y="206"/>
                  <a:pt x="593" y="206"/>
                  <a:pt x="593" y="206"/>
                </a:cubicBezTo>
                <a:cubicBezTo>
                  <a:pt x="594" y="206"/>
                  <a:pt x="595" y="206"/>
                  <a:pt x="595" y="206"/>
                </a:cubicBezTo>
                <a:cubicBezTo>
                  <a:pt x="595" y="205"/>
                  <a:pt x="596" y="205"/>
                  <a:pt x="596" y="205"/>
                </a:cubicBezTo>
                <a:cubicBezTo>
                  <a:pt x="596" y="205"/>
                  <a:pt x="596" y="205"/>
                  <a:pt x="596" y="204"/>
                </a:cubicBezTo>
                <a:cubicBezTo>
                  <a:pt x="597" y="204"/>
                  <a:pt x="597" y="204"/>
                  <a:pt x="597" y="204"/>
                </a:cubicBezTo>
                <a:cubicBezTo>
                  <a:pt x="597" y="204"/>
                  <a:pt x="598" y="204"/>
                  <a:pt x="598" y="203"/>
                </a:cubicBezTo>
                <a:cubicBezTo>
                  <a:pt x="598" y="203"/>
                  <a:pt x="598" y="203"/>
                  <a:pt x="599" y="203"/>
                </a:cubicBezTo>
                <a:cubicBezTo>
                  <a:pt x="599" y="203"/>
                  <a:pt x="599" y="203"/>
                  <a:pt x="599" y="202"/>
                </a:cubicBezTo>
                <a:cubicBezTo>
                  <a:pt x="600" y="202"/>
                  <a:pt x="600" y="202"/>
                  <a:pt x="600" y="202"/>
                </a:cubicBezTo>
                <a:cubicBezTo>
                  <a:pt x="601" y="202"/>
                  <a:pt x="601" y="202"/>
                  <a:pt x="602" y="202"/>
                </a:cubicBezTo>
                <a:cubicBezTo>
                  <a:pt x="602" y="202"/>
                  <a:pt x="602" y="201"/>
                  <a:pt x="603" y="201"/>
                </a:cubicBezTo>
                <a:cubicBezTo>
                  <a:pt x="603" y="201"/>
                  <a:pt x="603" y="201"/>
                  <a:pt x="604" y="201"/>
                </a:cubicBezTo>
                <a:cubicBezTo>
                  <a:pt x="604" y="200"/>
                  <a:pt x="604" y="199"/>
                  <a:pt x="603" y="199"/>
                </a:cubicBezTo>
                <a:cubicBezTo>
                  <a:pt x="603" y="198"/>
                  <a:pt x="603" y="198"/>
                  <a:pt x="603" y="197"/>
                </a:cubicBezTo>
                <a:cubicBezTo>
                  <a:pt x="603" y="197"/>
                  <a:pt x="604" y="196"/>
                  <a:pt x="604" y="196"/>
                </a:cubicBezTo>
                <a:cubicBezTo>
                  <a:pt x="605" y="196"/>
                  <a:pt x="605" y="196"/>
                  <a:pt x="606" y="195"/>
                </a:cubicBezTo>
                <a:cubicBezTo>
                  <a:pt x="606" y="195"/>
                  <a:pt x="607" y="195"/>
                  <a:pt x="608" y="195"/>
                </a:cubicBezTo>
                <a:cubicBezTo>
                  <a:pt x="608" y="194"/>
                  <a:pt x="609" y="194"/>
                  <a:pt x="609" y="194"/>
                </a:cubicBezTo>
                <a:cubicBezTo>
                  <a:pt x="609" y="193"/>
                  <a:pt x="609" y="193"/>
                  <a:pt x="609" y="193"/>
                </a:cubicBezTo>
                <a:cubicBezTo>
                  <a:pt x="609" y="192"/>
                  <a:pt x="609" y="192"/>
                  <a:pt x="609" y="192"/>
                </a:cubicBezTo>
                <a:cubicBezTo>
                  <a:pt x="609" y="191"/>
                  <a:pt x="610" y="191"/>
                  <a:pt x="610" y="191"/>
                </a:cubicBezTo>
                <a:cubicBezTo>
                  <a:pt x="610" y="191"/>
                  <a:pt x="609" y="190"/>
                  <a:pt x="609" y="190"/>
                </a:cubicBezTo>
                <a:cubicBezTo>
                  <a:pt x="609" y="190"/>
                  <a:pt x="609" y="190"/>
                  <a:pt x="609" y="190"/>
                </a:cubicBezTo>
                <a:cubicBezTo>
                  <a:pt x="608" y="190"/>
                  <a:pt x="608" y="190"/>
                  <a:pt x="608" y="189"/>
                </a:cubicBezTo>
                <a:cubicBezTo>
                  <a:pt x="607" y="189"/>
                  <a:pt x="607" y="189"/>
                  <a:pt x="607" y="189"/>
                </a:cubicBezTo>
                <a:cubicBezTo>
                  <a:pt x="608" y="189"/>
                  <a:pt x="608" y="189"/>
                  <a:pt x="608" y="189"/>
                </a:cubicBezTo>
                <a:cubicBezTo>
                  <a:pt x="609" y="189"/>
                  <a:pt x="609" y="189"/>
                  <a:pt x="609" y="189"/>
                </a:cubicBezTo>
                <a:cubicBezTo>
                  <a:pt x="609" y="189"/>
                  <a:pt x="609" y="189"/>
                  <a:pt x="609" y="188"/>
                </a:cubicBezTo>
                <a:cubicBezTo>
                  <a:pt x="609" y="188"/>
                  <a:pt x="609" y="188"/>
                  <a:pt x="608" y="188"/>
                </a:cubicBezTo>
                <a:cubicBezTo>
                  <a:pt x="608" y="188"/>
                  <a:pt x="608" y="188"/>
                  <a:pt x="608" y="188"/>
                </a:cubicBezTo>
                <a:cubicBezTo>
                  <a:pt x="608" y="188"/>
                  <a:pt x="607" y="188"/>
                  <a:pt x="607" y="187"/>
                </a:cubicBezTo>
                <a:cubicBezTo>
                  <a:pt x="607" y="187"/>
                  <a:pt x="608" y="187"/>
                  <a:pt x="608" y="186"/>
                </a:cubicBezTo>
                <a:cubicBezTo>
                  <a:pt x="608" y="186"/>
                  <a:pt x="608" y="185"/>
                  <a:pt x="608" y="185"/>
                </a:cubicBezTo>
                <a:cubicBezTo>
                  <a:pt x="608" y="184"/>
                  <a:pt x="608" y="184"/>
                  <a:pt x="609" y="184"/>
                </a:cubicBezTo>
                <a:cubicBezTo>
                  <a:pt x="609" y="184"/>
                  <a:pt x="609" y="185"/>
                  <a:pt x="609" y="185"/>
                </a:cubicBezTo>
                <a:cubicBezTo>
                  <a:pt x="609" y="185"/>
                  <a:pt x="608" y="185"/>
                  <a:pt x="608" y="186"/>
                </a:cubicBezTo>
                <a:cubicBezTo>
                  <a:pt x="608" y="187"/>
                  <a:pt x="609" y="187"/>
                  <a:pt x="610" y="188"/>
                </a:cubicBezTo>
                <a:cubicBezTo>
                  <a:pt x="610" y="188"/>
                  <a:pt x="610" y="189"/>
                  <a:pt x="610" y="189"/>
                </a:cubicBezTo>
                <a:cubicBezTo>
                  <a:pt x="610" y="189"/>
                  <a:pt x="610" y="189"/>
                  <a:pt x="610" y="190"/>
                </a:cubicBezTo>
                <a:cubicBezTo>
                  <a:pt x="610" y="190"/>
                  <a:pt x="610" y="190"/>
                  <a:pt x="611" y="189"/>
                </a:cubicBezTo>
                <a:cubicBezTo>
                  <a:pt x="611" y="190"/>
                  <a:pt x="611" y="190"/>
                  <a:pt x="611" y="190"/>
                </a:cubicBezTo>
                <a:cubicBezTo>
                  <a:pt x="610" y="190"/>
                  <a:pt x="610" y="191"/>
                  <a:pt x="610" y="191"/>
                </a:cubicBezTo>
                <a:cubicBezTo>
                  <a:pt x="611" y="191"/>
                  <a:pt x="611" y="191"/>
                  <a:pt x="611" y="191"/>
                </a:cubicBezTo>
                <a:cubicBezTo>
                  <a:pt x="612" y="191"/>
                  <a:pt x="612" y="191"/>
                  <a:pt x="613" y="191"/>
                </a:cubicBezTo>
                <a:cubicBezTo>
                  <a:pt x="613" y="191"/>
                  <a:pt x="613" y="191"/>
                  <a:pt x="613" y="191"/>
                </a:cubicBezTo>
                <a:cubicBezTo>
                  <a:pt x="614" y="191"/>
                  <a:pt x="614" y="190"/>
                  <a:pt x="614" y="190"/>
                </a:cubicBezTo>
                <a:cubicBezTo>
                  <a:pt x="615" y="190"/>
                  <a:pt x="615" y="189"/>
                  <a:pt x="616" y="189"/>
                </a:cubicBezTo>
                <a:cubicBezTo>
                  <a:pt x="616" y="189"/>
                  <a:pt x="616" y="188"/>
                  <a:pt x="616" y="188"/>
                </a:cubicBezTo>
                <a:cubicBezTo>
                  <a:pt x="616" y="187"/>
                  <a:pt x="616" y="187"/>
                  <a:pt x="616" y="187"/>
                </a:cubicBezTo>
                <a:cubicBezTo>
                  <a:pt x="617" y="187"/>
                  <a:pt x="617" y="187"/>
                  <a:pt x="617" y="186"/>
                </a:cubicBezTo>
                <a:cubicBezTo>
                  <a:pt x="617" y="186"/>
                  <a:pt x="618" y="185"/>
                  <a:pt x="618" y="185"/>
                </a:cubicBezTo>
                <a:cubicBezTo>
                  <a:pt x="618" y="185"/>
                  <a:pt x="618" y="184"/>
                  <a:pt x="619" y="184"/>
                </a:cubicBezTo>
                <a:cubicBezTo>
                  <a:pt x="619" y="183"/>
                  <a:pt x="619" y="183"/>
                  <a:pt x="620" y="183"/>
                </a:cubicBezTo>
                <a:cubicBezTo>
                  <a:pt x="620" y="182"/>
                  <a:pt x="620" y="182"/>
                  <a:pt x="620" y="182"/>
                </a:cubicBezTo>
                <a:cubicBezTo>
                  <a:pt x="620" y="182"/>
                  <a:pt x="621" y="181"/>
                  <a:pt x="621" y="181"/>
                </a:cubicBezTo>
                <a:cubicBezTo>
                  <a:pt x="621" y="181"/>
                  <a:pt x="622" y="181"/>
                  <a:pt x="622" y="180"/>
                </a:cubicBezTo>
                <a:cubicBezTo>
                  <a:pt x="622" y="180"/>
                  <a:pt x="622" y="180"/>
                  <a:pt x="622" y="180"/>
                </a:cubicBezTo>
                <a:cubicBezTo>
                  <a:pt x="622" y="180"/>
                  <a:pt x="622" y="180"/>
                  <a:pt x="622" y="179"/>
                </a:cubicBezTo>
                <a:cubicBezTo>
                  <a:pt x="622" y="179"/>
                  <a:pt x="622" y="178"/>
                  <a:pt x="623" y="178"/>
                </a:cubicBezTo>
                <a:cubicBezTo>
                  <a:pt x="623" y="178"/>
                  <a:pt x="623" y="179"/>
                  <a:pt x="623" y="179"/>
                </a:cubicBezTo>
                <a:cubicBezTo>
                  <a:pt x="623" y="179"/>
                  <a:pt x="623" y="179"/>
                  <a:pt x="624" y="179"/>
                </a:cubicBezTo>
                <a:cubicBezTo>
                  <a:pt x="624" y="179"/>
                  <a:pt x="623" y="179"/>
                  <a:pt x="623" y="179"/>
                </a:cubicBezTo>
                <a:cubicBezTo>
                  <a:pt x="623" y="178"/>
                  <a:pt x="623" y="178"/>
                  <a:pt x="623" y="178"/>
                </a:cubicBezTo>
                <a:cubicBezTo>
                  <a:pt x="623" y="177"/>
                  <a:pt x="623" y="177"/>
                  <a:pt x="623" y="176"/>
                </a:cubicBezTo>
                <a:cubicBezTo>
                  <a:pt x="624" y="176"/>
                  <a:pt x="623" y="177"/>
                  <a:pt x="624" y="177"/>
                </a:cubicBezTo>
                <a:cubicBezTo>
                  <a:pt x="624" y="177"/>
                  <a:pt x="624" y="177"/>
                  <a:pt x="624" y="178"/>
                </a:cubicBezTo>
                <a:cubicBezTo>
                  <a:pt x="624" y="178"/>
                  <a:pt x="624" y="178"/>
                  <a:pt x="624" y="178"/>
                </a:cubicBezTo>
                <a:cubicBezTo>
                  <a:pt x="624" y="179"/>
                  <a:pt x="624" y="179"/>
                  <a:pt x="624" y="179"/>
                </a:cubicBezTo>
                <a:cubicBezTo>
                  <a:pt x="624" y="179"/>
                  <a:pt x="624" y="180"/>
                  <a:pt x="624" y="180"/>
                </a:cubicBezTo>
                <a:cubicBezTo>
                  <a:pt x="625" y="180"/>
                  <a:pt x="625" y="180"/>
                  <a:pt x="625" y="180"/>
                </a:cubicBezTo>
                <a:cubicBezTo>
                  <a:pt x="625" y="180"/>
                  <a:pt x="625" y="180"/>
                  <a:pt x="625" y="179"/>
                </a:cubicBezTo>
                <a:cubicBezTo>
                  <a:pt x="626" y="179"/>
                  <a:pt x="626" y="180"/>
                  <a:pt x="626" y="179"/>
                </a:cubicBezTo>
                <a:cubicBezTo>
                  <a:pt x="626" y="179"/>
                  <a:pt x="626" y="179"/>
                  <a:pt x="626" y="179"/>
                </a:cubicBezTo>
                <a:cubicBezTo>
                  <a:pt x="626" y="179"/>
                  <a:pt x="626" y="179"/>
                  <a:pt x="626" y="179"/>
                </a:cubicBezTo>
                <a:cubicBezTo>
                  <a:pt x="625" y="179"/>
                  <a:pt x="625" y="178"/>
                  <a:pt x="625" y="178"/>
                </a:cubicBezTo>
                <a:cubicBezTo>
                  <a:pt x="625" y="178"/>
                  <a:pt x="625" y="178"/>
                  <a:pt x="626" y="178"/>
                </a:cubicBezTo>
                <a:cubicBezTo>
                  <a:pt x="626" y="178"/>
                  <a:pt x="626" y="178"/>
                  <a:pt x="626" y="178"/>
                </a:cubicBezTo>
                <a:cubicBezTo>
                  <a:pt x="627" y="179"/>
                  <a:pt x="627" y="179"/>
                  <a:pt x="627" y="179"/>
                </a:cubicBezTo>
                <a:cubicBezTo>
                  <a:pt x="627" y="180"/>
                  <a:pt x="627" y="179"/>
                  <a:pt x="628" y="180"/>
                </a:cubicBezTo>
                <a:cubicBezTo>
                  <a:pt x="628" y="179"/>
                  <a:pt x="627" y="179"/>
                  <a:pt x="627" y="178"/>
                </a:cubicBezTo>
                <a:cubicBezTo>
                  <a:pt x="627" y="178"/>
                  <a:pt x="626" y="178"/>
                  <a:pt x="626" y="177"/>
                </a:cubicBezTo>
                <a:cubicBezTo>
                  <a:pt x="627" y="178"/>
                  <a:pt x="627" y="178"/>
                  <a:pt x="627" y="178"/>
                </a:cubicBezTo>
                <a:cubicBezTo>
                  <a:pt x="627" y="178"/>
                  <a:pt x="627" y="177"/>
                  <a:pt x="627" y="177"/>
                </a:cubicBezTo>
                <a:cubicBezTo>
                  <a:pt x="627" y="177"/>
                  <a:pt x="627" y="177"/>
                  <a:pt x="627" y="176"/>
                </a:cubicBezTo>
                <a:cubicBezTo>
                  <a:pt x="627" y="176"/>
                  <a:pt x="627" y="176"/>
                  <a:pt x="627" y="176"/>
                </a:cubicBezTo>
                <a:cubicBezTo>
                  <a:pt x="627" y="176"/>
                  <a:pt x="627" y="176"/>
                  <a:pt x="628" y="177"/>
                </a:cubicBezTo>
                <a:cubicBezTo>
                  <a:pt x="628" y="177"/>
                  <a:pt x="628" y="177"/>
                  <a:pt x="628" y="177"/>
                </a:cubicBezTo>
                <a:cubicBezTo>
                  <a:pt x="628" y="177"/>
                  <a:pt x="628" y="177"/>
                  <a:pt x="629" y="177"/>
                </a:cubicBezTo>
                <a:cubicBezTo>
                  <a:pt x="629" y="177"/>
                  <a:pt x="629" y="177"/>
                  <a:pt x="629" y="177"/>
                </a:cubicBezTo>
                <a:cubicBezTo>
                  <a:pt x="630" y="177"/>
                  <a:pt x="630" y="177"/>
                  <a:pt x="630" y="177"/>
                </a:cubicBezTo>
                <a:cubicBezTo>
                  <a:pt x="631" y="177"/>
                  <a:pt x="631" y="177"/>
                  <a:pt x="631" y="177"/>
                </a:cubicBezTo>
                <a:cubicBezTo>
                  <a:pt x="631" y="177"/>
                  <a:pt x="631" y="176"/>
                  <a:pt x="631" y="176"/>
                </a:cubicBezTo>
                <a:cubicBezTo>
                  <a:pt x="631" y="176"/>
                  <a:pt x="632" y="176"/>
                  <a:pt x="632" y="176"/>
                </a:cubicBezTo>
                <a:cubicBezTo>
                  <a:pt x="632" y="176"/>
                  <a:pt x="633" y="176"/>
                  <a:pt x="633" y="176"/>
                </a:cubicBezTo>
                <a:cubicBezTo>
                  <a:pt x="633" y="176"/>
                  <a:pt x="632" y="175"/>
                  <a:pt x="632" y="175"/>
                </a:cubicBezTo>
                <a:cubicBezTo>
                  <a:pt x="632" y="175"/>
                  <a:pt x="632" y="175"/>
                  <a:pt x="632" y="175"/>
                </a:cubicBezTo>
                <a:cubicBezTo>
                  <a:pt x="632" y="175"/>
                  <a:pt x="631" y="175"/>
                  <a:pt x="631" y="175"/>
                </a:cubicBezTo>
                <a:cubicBezTo>
                  <a:pt x="630" y="175"/>
                  <a:pt x="630" y="175"/>
                  <a:pt x="630" y="175"/>
                </a:cubicBezTo>
                <a:cubicBezTo>
                  <a:pt x="630" y="175"/>
                  <a:pt x="630" y="175"/>
                  <a:pt x="629" y="175"/>
                </a:cubicBezTo>
                <a:cubicBezTo>
                  <a:pt x="629" y="175"/>
                  <a:pt x="629" y="175"/>
                  <a:pt x="629" y="175"/>
                </a:cubicBezTo>
                <a:cubicBezTo>
                  <a:pt x="628" y="174"/>
                  <a:pt x="628" y="174"/>
                  <a:pt x="628" y="174"/>
                </a:cubicBezTo>
                <a:cubicBezTo>
                  <a:pt x="628" y="173"/>
                  <a:pt x="627" y="173"/>
                  <a:pt x="627" y="173"/>
                </a:cubicBezTo>
                <a:cubicBezTo>
                  <a:pt x="628" y="173"/>
                  <a:pt x="628" y="173"/>
                  <a:pt x="628" y="173"/>
                </a:cubicBezTo>
                <a:cubicBezTo>
                  <a:pt x="628" y="173"/>
                  <a:pt x="628" y="173"/>
                  <a:pt x="628" y="174"/>
                </a:cubicBezTo>
                <a:cubicBezTo>
                  <a:pt x="628" y="174"/>
                  <a:pt x="629" y="174"/>
                  <a:pt x="629" y="174"/>
                </a:cubicBezTo>
                <a:cubicBezTo>
                  <a:pt x="629" y="174"/>
                  <a:pt x="630" y="174"/>
                  <a:pt x="630" y="174"/>
                </a:cubicBezTo>
                <a:cubicBezTo>
                  <a:pt x="630" y="174"/>
                  <a:pt x="630" y="174"/>
                  <a:pt x="630" y="173"/>
                </a:cubicBezTo>
                <a:cubicBezTo>
                  <a:pt x="630" y="173"/>
                  <a:pt x="629" y="173"/>
                  <a:pt x="629" y="173"/>
                </a:cubicBezTo>
                <a:cubicBezTo>
                  <a:pt x="629" y="172"/>
                  <a:pt x="630" y="172"/>
                  <a:pt x="630" y="173"/>
                </a:cubicBezTo>
                <a:cubicBezTo>
                  <a:pt x="630" y="173"/>
                  <a:pt x="630" y="173"/>
                  <a:pt x="631" y="173"/>
                </a:cubicBezTo>
                <a:cubicBezTo>
                  <a:pt x="631" y="173"/>
                  <a:pt x="631" y="173"/>
                  <a:pt x="631" y="172"/>
                </a:cubicBezTo>
                <a:cubicBezTo>
                  <a:pt x="631" y="172"/>
                  <a:pt x="630" y="172"/>
                  <a:pt x="629" y="172"/>
                </a:cubicBezTo>
                <a:cubicBezTo>
                  <a:pt x="629" y="171"/>
                  <a:pt x="629" y="171"/>
                  <a:pt x="629" y="171"/>
                </a:cubicBezTo>
                <a:cubicBezTo>
                  <a:pt x="630" y="171"/>
                  <a:pt x="630" y="171"/>
                  <a:pt x="630" y="171"/>
                </a:cubicBezTo>
                <a:cubicBezTo>
                  <a:pt x="630" y="171"/>
                  <a:pt x="630" y="171"/>
                  <a:pt x="631" y="171"/>
                </a:cubicBezTo>
                <a:cubicBezTo>
                  <a:pt x="631" y="171"/>
                  <a:pt x="631" y="171"/>
                  <a:pt x="631" y="171"/>
                </a:cubicBezTo>
                <a:cubicBezTo>
                  <a:pt x="631" y="170"/>
                  <a:pt x="631" y="170"/>
                  <a:pt x="631" y="169"/>
                </a:cubicBezTo>
                <a:cubicBezTo>
                  <a:pt x="631" y="169"/>
                  <a:pt x="631" y="169"/>
                  <a:pt x="631" y="169"/>
                </a:cubicBezTo>
                <a:cubicBezTo>
                  <a:pt x="631" y="169"/>
                  <a:pt x="631" y="169"/>
                  <a:pt x="630" y="169"/>
                </a:cubicBezTo>
                <a:cubicBezTo>
                  <a:pt x="630" y="168"/>
                  <a:pt x="631" y="168"/>
                  <a:pt x="631" y="168"/>
                </a:cubicBezTo>
                <a:cubicBezTo>
                  <a:pt x="631" y="168"/>
                  <a:pt x="632" y="168"/>
                  <a:pt x="632" y="167"/>
                </a:cubicBezTo>
                <a:cubicBezTo>
                  <a:pt x="632" y="167"/>
                  <a:pt x="632" y="167"/>
                  <a:pt x="632" y="167"/>
                </a:cubicBezTo>
                <a:cubicBezTo>
                  <a:pt x="632" y="166"/>
                  <a:pt x="632" y="166"/>
                  <a:pt x="632" y="166"/>
                </a:cubicBezTo>
                <a:cubicBezTo>
                  <a:pt x="631" y="166"/>
                  <a:pt x="631" y="166"/>
                  <a:pt x="631" y="166"/>
                </a:cubicBezTo>
                <a:cubicBezTo>
                  <a:pt x="631" y="166"/>
                  <a:pt x="631" y="167"/>
                  <a:pt x="630" y="167"/>
                </a:cubicBezTo>
                <a:cubicBezTo>
                  <a:pt x="630" y="167"/>
                  <a:pt x="629" y="168"/>
                  <a:pt x="629" y="168"/>
                </a:cubicBezTo>
                <a:cubicBezTo>
                  <a:pt x="629" y="168"/>
                  <a:pt x="628" y="168"/>
                  <a:pt x="628" y="169"/>
                </a:cubicBezTo>
                <a:cubicBezTo>
                  <a:pt x="628" y="169"/>
                  <a:pt x="628" y="169"/>
                  <a:pt x="628" y="169"/>
                </a:cubicBezTo>
                <a:cubicBezTo>
                  <a:pt x="627" y="168"/>
                  <a:pt x="628" y="168"/>
                  <a:pt x="628" y="168"/>
                </a:cubicBezTo>
                <a:cubicBezTo>
                  <a:pt x="629" y="168"/>
                  <a:pt x="629" y="167"/>
                  <a:pt x="629" y="167"/>
                </a:cubicBezTo>
                <a:cubicBezTo>
                  <a:pt x="630" y="166"/>
                  <a:pt x="630" y="165"/>
                  <a:pt x="630" y="165"/>
                </a:cubicBezTo>
                <a:cubicBezTo>
                  <a:pt x="630" y="165"/>
                  <a:pt x="630" y="165"/>
                  <a:pt x="630" y="165"/>
                </a:cubicBezTo>
                <a:cubicBezTo>
                  <a:pt x="630" y="165"/>
                  <a:pt x="630" y="165"/>
                  <a:pt x="630" y="165"/>
                </a:cubicBezTo>
                <a:cubicBezTo>
                  <a:pt x="629" y="164"/>
                  <a:pt x="629" y="165"/>
                  <a:pt x="629" y="165"/>
                </a:cubicBezTo>
                <a:cubicBezTo>
                  <a:pt x="629" y="165"/>
                  <a:pt x="629" y="164"/>
                  <a:pt x="628" y="164"/>
                </a:cubicBezTo>
                <a:cubicBezTo>
                  <a:pt x="628" y="164"/>
                  <a:pt x="628" y="164"/>
                  <a:pt x="628" y="164"/>
                </a:cubicBezTo>
                <a:cubicBezTo>
                  <a:pt x="627" y="164"/>
                  <a:pt x="627" y="164"/>
                  <a:pt x="627" y="164"/>
                </a:cubicBezTo>
                <a:cubicBezTo>
                  <a:pt x="627" y="163"/>
                  <a:pt x="627" y="163"/>
                  <a:pt x="627" y="163"/>
                </a:cubicBezTo>
                <a:cubicBezTo>
                  <a:pt x="627" y="162"/>
                  <a:pt x="626" y="162"/>
                  <a:pt x="627" y="162"/>
                </a:cubicBezTo>
                <a:cubicBezTo>
                  <a:pt x="627" y="161"/>
                  <a:pt x="627" y="161"/>
                  <a:pt x="627" y="160"/>
                </a:cubicBezTo>
                <a:cubicBezTo>
                  <a:pt x="627" y="160"/>
                  <a:pt x="628" y="159"/>
                  <a:pt x="628" y="159"/>
                </a:cubicBezTo>
                <a:cubicBezTo>
                  <a:pt x="628" y="158"/>
                  <a:pt x="628" y="158"/>
                  <a:pt x="628" y="157"/>
                </a:cubicBezTo>
                <a:cubicBezTo>
                  <a:pt x="628" y="156"/>
                  <a:pt x="629" y="156"/>
                  <a:pt x="629" y="155"/>
                </a:cubicBezTo>
                <a:cubicBezTo>
                  <a:pt x="629" y="155"/>
                  <a:pt x="629" y="155"/>
                  <a:pt x="629" y="154"/>
                </a:cubicBezTo>
                <a:cubicBezTo>
                  <a:pt x="629" y="154"/>
                  <a:pt x="629" y="154"/>
                  <a:pt x="628" y="153"/>
                </a:cubicBezTo>
                <a:cubicBezTo>
                  <a:pt x="628" y="153"/>
                  <a:pt x="627" y="153"/>
                  <a:pt x="628" y="152"/>
                </a:cubicBezTo>
                <a:cubicBezTo>
                  <a:pt x="628" y="152"/>
                  <a:pt x="628" y="152"/>
                  <a:pt x="628" y="152"/>
                </a:cubicBezTo>
                <a:cubicBezTo>
                  <a:pt x="628" y="152"/>
                  <a:pt x="628" y="152"/>
                  <a:pt x="628" y="151"/>
                </a:cubicBezTo>
                <a:cubicBezTo>
                  <a:pt x="629" y="151"/>
                  <a:pt x="628" y="151"/>
                  <a:pt x="628" y="151"/>
                </a:cubicBezTo>
                <a:cubicBezTo>
                  <a:pt x="628" y="150"/>
                  <a:pt x="628" y="150"/>
                  <a:pt x="628" y="150"/>
                </a:cubicBezTo>
                <a:cubicBezTo>
                  <a:pt x="628" y="149"/>
                  <a:pt x="628" y="149"/>
                  <a:pt x="628" y="149"/>
                </a:cubicBezTo>
                <a:cubicBezTo>
                  <a:pt x="629" y="149"/>
                  <a:pt x="629" y="148"/>
                  <a:pt x="629" y="147"/>
                </a:cubicBezTo>
                <a:cubicBezTo>
                  <a:pt x="629" y="147"/>
                  <a:pt x="629" y="146"/>
                  <a:pt x="629" y="145"/>
                </a:cubicBezTo>
                <a:cubicBezTo>
                  <a:pt x="630" y="145"/>
                  <a:pt x="630" y="144"/>
                  <a:pt x="630" y="144"/>
                </a:cubicBezTo>
                <a:cubicBezTo>
                  <a:pt x="630" y="143"/>
                  <a:pt x="630" y="143"/>
                  <a:pt x="630" y="143"/>
                </a:cubicBezTo>
                <a:cubicBezTo>
                  <a:pt x="630" y="143"/>
                  <a:pt x="630" y="143"/>
                  <a:pt x="631" y="143"/>
                </a:cubicBezTo>
                <a:cubicBezTo>
                  <a:pt x="631" y="142"/>
                  <a:pt x="631" y="142"/>
                  <a:pt x="631" y="142"/>
                </a:cubicBezTo>
                <a:cubicBezTo>
                  <a:pt x="631" y="141"/>
                  <a:pt x="632" y="140"/>
                  <a:pt x="632" y="139"/>
                </a:cubicBezTo>
                <a:cubicBezTo>
                  <a:pt x="632" y="139"/>
                  <a:pt x="632" y="138"/>
                  <a:pt x="633" y="138"/>
                </a:cubicBezTo>
                <a:cubicBezTo>
                  <a:pt x="633" y="138"/>
                  <a:pt x="633" y="138"/>
                  <a:pt x="633" y="137"/>
                </a:cubicBezTo>
                <a:cubicBezTo>
                  <a:pt x="633" y="137"/>
                  <a:pt x="633" y="137"/>
                  <a:pt x="634" y="137"/>
                </a:cubicBezTo>
                <a:cubicBezTo>
                  <a:pt x="634" y="137"/>
                  <a:pt x="634" y="136"/>
                  <a:pt x="634" y="136"/>
                </a:cubicBezTo>
                <a:cubicBezTo>
                  <a:pt x="634" y="135"/>
                  <a:pt x="634" y="134"/>
                  <a:pt x="634" y="134"/>
                </a:cubicBezTo>
                <a:cubicBezTo>
                  <a:pt x="635" y="133"/>
                  <a:pt x="635" y="133"/>
                  <a:pt x="636" y="132"/>
                </a:cubicBezTo>
                <a:cubicBezTo>
                  <a:pt x="636" y="132"/>
                  <a:pt x="636" y="132"/>
                  <a:pt x="637" y="132"/>
                </a:cubicBezTo>
                <a:cubicBezTo>
                  <a:pt x="637" y="132"/>
                  <a:pt x="637" y="132"/>
                  <a:pt x="637" y="132"/>
                </a:cubicBezTo>
                <a:cubicBezTo>
                  <a:pt x="637" y="132"/>
                  <a:pt x="638" y="132"/>
                  <a:pt x="638" y="132"/>
                </a:cubicBezTo>
                <a:cubicBezTo>
                  <a:pt x="638" y="131"/>
                  <a:pt x="638" y="131"/>
                  <a:pt x="638" y="131"/>
                </a:cubicBezTo>
                <a:cubicBezTo>
                  <a:pt x="639" y="131"/>
                  <a:pt x="639" y="131"/>
                  <a:pt x="639" y="131"/>
                </a:cubicBezTo>
                <a:cubicBezTo>
                  <a:pt x="640" y="132"/>
                  <a:pt x="640" y="132"/>
                  <a:pt x="640" y="132"/>
                </a:cubicBezTo>
                <a:cubicBezTo>
                  <a:pt x="640" y="132"/>
                  <a:pt x="640" y="132"/>
                  <a:pt x="640" y="132"/>
                </a:cubicBezTo>
                <a:cubicBezTo>
                  <a:pt x="641" y="132"/>
                  <a:pt x="642" y="133"/>
                  <a:pt x="643" y="132"/>
                </a:cubicBezTo>
                <a:cubicBezTo>
                  <a:pt x="643" y="132"/>
                  <a:pt x="643" y="131"/>
                  <a:pt x="642" y="131"/>
                </a:cubicBezTo>
                <a:cubicBezTo>
                  <a:pt x="642" y="131"/>
                  <a:pt x="642" y="130"/>
                  <a:pt x="642" y="130"/>
                </a:cubicBezTo>
                <a:cubicBezTo>
                  <a:pt x="642" y="130"/>
                  <a:pt x="642" y="129"/>
                  <a:pt x="642" y="129"/>
                </a:cubicBezTo>
                <a:cubicBezTo>
                  <a:pt x="641" y="129"/>
                  <a:pt x="641" y="129"/>
                  <a:pt x="641" y="128"/>
                </a:cubicBezTo>
                <a:cubicBezTo>
                  <a:pt x="641" y="128"/>
                  <a:pt x="641" y="127"/>
                  <a:pt x="641" y="126"/>
                </a:cubicBezTo>
                <a:cubicBezTo>
                  <a:pt x="641" y="126"/>
                  <a:pt x="640" y="125"/>
                  <a:pt x="640" y="125"/>
                </a:cubicBezTo>
                <a:cubicBezTo>
                  <a:pt x="640" y="124"/>
                  <a:pt x="639" y="124"/>
                  <a:pt x="639" y="124"/>
                </a:cubicBezTo>
                <a:cubicBezTo>
                  <a:pt x="638" y="124"/>
                  <a:pt x="638" y="123"/>
                  <a:pt x="638" y="123"/>
                </a:cubicBezTo>
                <a:cubicBezTo>
                  <a:pt x="639" y="123"/>
                  <a:pt x="639" y="123"/>
                  <a:pt x="639" y="123"/>
                </a:cubicBezTo>
                <a:cubicBezTo>
                  <a:pt x="640" y="124"/>
                  <a:pt x="640" y="124"/>
                  <a:pt x="640" y="124"/>
                </a:cubicBezTo>
                <a:cubicBezTo>
                  <a:pt x="640" y="124"/>
                  <a:pt x="641" y="124"/>
                  <a:pt x="641" y="124"/>
                </a:cubicBezTo>
                <a:cubicBezTo>
                  <a:pt x="641" y="124"/>
                  <a:pt x="641" y="125"/>
                  <a:pt x="641" y="126"/>
                </a:cubicBezTo>
                <a:cubicBezTo>
                  <a:pt x="641" y="127"/>
                  <a:pt x="643" y="127"/>
                  <a:pt x="643" y="128"/>
                </a:cubicBezTo>
                <a:cubicBezTo>
                  <a:pt x="643" y="128"/>
                  <a:pt x="643" y="129"/>
                  <a:pt x="644" y="129"/>
                </a:cubicBezTo>
                <a:cubicBezTo>
                  <a:pt x="644" y="129"/>
                  <a:pt x="644" y="129"/>
                  <a:pt x="645" y="129"/>
                </a:cubicBezTo>
                <a:cubicBezTo>
                  <a:pt x="645" y="129"/>
                  <a:pt x="646" y="129"/>
                  <a:pt x="647" y="129"/>
                </a:cubicBezTo>
                <a:cubicBezTo>
                  <a:pt x="647" y="130"/>
                  <a:pt x="648" y="130"/>
                  <a:pt x="649" y="130"/>
                </a:cubicBezTo>
                <a:cubicBezTo>
                  <a:pt x="649" y="130"/>
                  <a:pt x="650" y="130"/>
                  <a:pt x="650" y="130"/>
                </a:cubicBezTo>
                <a:cubicBezTo>
                  <a:pt x="650" y="130"/>
                  <a:pt x="651" y="130"/>
                  <a:pt x="651" y="130"/>
                </a:cubicBezTo>
                <a:cubicBezTo>
                  <a:pt x="651" y="130"/>
                  <a:pt x="651" y="131"/>
                  <a:pt x="651" y="131"/>
                </a:cubicBezTo>
                <a:cubicBezTo>
                  <a:pt x="652" y="131"/>
                  <a:pt x="652" y="131"/>
                  <a:pt x="653" y="131"/>
                </a:cubicBezTo>
                <a:cubicBezTo>
                  <a:pt x="653" y="131"/>
                  <a:pt x="653" y="130"/>
                  <a:pt x="654" y="130"/>
                </a:cubicBezTo>
                <a:cubicBezTo>
                  <a:pt x="654" y="130"/>
                  <a:pt x="654" y="130"/>
                  <a:pt x="655" y="130"/>
                </a:cubicBezTo>
                <a:cubicBezTo>
                  <a:pt x="655" y="131"/>
                  <a:pt x="655" y="131"/>
                  <a:pt x="656" y="131"/>
                </a:cubicBezTo>
                <a:cubicBezTo>
                  <a:pt x="656" y="130"/>
                  <a:pt x="657" y="131"/>
                  <a:pt x="658" y="130"/>
                </a:cubicBezTo>
                <a:cubicBezTo>
                  <a:pt x="658" y="130"/>
                  <a:pt x="658" y="130"/>
                  <a:pt x="659" y="130"/>
                </a:cubicBezTo>
                <a:cubicBezTo>
                  <a:pt x="659" y="130"/>
                  <a:pt x="659" y="130"/>
                  <a:pt x="659" y="130"/>
                </a:cubicBezTo>
                <a:cubicBezTo>
                  <a:pt x="659" y="130"/>
                  <a:pt x="660" y="130"/>
                  <a:pt x="660" y="129"/>
                </a:cubicBezTo>
                <a:cubicBezTo>
                  <a:pt x="661" y="129"/>
                  <a:pt x="661" y="130"/>
                  <a:pt x="661" y="130"/>
                </a:cubicBezTo>
                <a:cubicBezTo>
                  <a:pt x="661" y="130"/>
                  <a:pt x="662" y="130"/>
                  <a:pt x="662" y="130"/>
                </a:cubicBezTo>
                <a:cubicBezTo>
                  <a:pt x="663" y="130"/>
                  <a:pt x="663" y="131"/>
                  <a:pt x="664" y="131"/>
                </a:cubicBezTo>
                <a:cubicBezTo>
                  <a:pt x="665" y="131"/>
                  <a:pt x="665" y="130"/>
                  <a:pt x="665" y="129"/>
                </a:cubicBezTo>
                <a:cubicBezTo>
                  <a:pt x="665" y="129"/>
                  <a:pt x="666" y="129"/>
                  <a:pt x="666" y="128"/>
                </a:cubicBezTo>
                <a:cubicBezTo>
                  <a:pt x="666" y="128"/>
                  <a:pt x="667" y="128"/>
                  <a:pt x="667" y="128"/>
                </a:cubicBezTo>
                <a:cubicBezTo>
                  <a:pt x="667" y="128"/>
                  <a:pt x="667" y="128"/>
                  <a:pt x="667" y="128"/>
                </a:cubicBezTo>
                <a:cubicBezTo>
                  <a:pt x="667" y="127"/>
                  <a:pt x="667" y="127"/>
                  <a:pt x="667" y="127"/>
                </a:cubicBezTo>
                <a:cubicBezTo>
                  <a:pt x="668" y="127"/>
                  <a:pt x="668" y="127"/>
                  <a:pt x="668" y="127"/>
                </a:cubicBezTo>
                <a:cubicBezTo>
                  <a:pt x="668" y="127"/>
                  <a:pt x="668" y="126"/>
                  <a:pt x="669" y="126"/>
                </a:cubicBezTo>
                <a:cubicBezTo>
                  <a:pt x="669" y="126"/>
                  <a:pt x="669" y="126"/>
                  <a:pt x="669" y="126"/>
                </a:cubicBezTo>
                <a:cubicBezTo>
                  <a:pt x="669" y="125"/>
                  <a:pt x="669" y="125"/>
                  <a:pt x="669" y="125"/>
                </a:cubicBezTo>
                <a:cubicBezTo>
                  <a:pt x="669" y="124"/>
                  <a:pt x="669" y="124"/>
                  <a:pt x="669" y="124"/>
                </a:cubicBezTo>
                <a:cubicBezTo>
                  <a:pt x="668" y="124"/>
                  <a:pt x="668" y="123"/>
                  <a:pt x="668" y="123"/>
                </a:cubicBezTo>
                <a:cubicBezTo>
                  <a:pt x="668" y="123"/>
                  <a:pt x="668" y="123"/>
                  <a:pt x="667" y="123"/>
                </a:cubicBezTo>
                <a:cubicBezTo>
                  <a:pt x="667" y="123"/>
                  <a:pt x="667" y="123"/>
                  <a:pt x="666" y="123"/>
                </a:cubicBezTo>
                <a:cubicBezTo>
                  <a:pt x="666" y="123"/>
                  <a:pt x="665" y="123"/>
                  <a:pt x="665" y="123"/>
                </a:cubicBezTo>
                <a:cubicBezTo>
                  <a:pt x="665" y="123"/>
                  <a:pt x="665" y="124"/>
                  <a:pt x="665" y="124"/>
                </a:cubicBezTo>
                <a:cubicBezTo>
                  <a:pt x="665" y="124"/>
                  <a:pt x="665" y="124"/>
                  <a:pt x="665" y="123"/>
                </a:cubicBezTo>
                <a:cubicBezTo>
                  <a:pt x="665" y="123"/>
                  <a:pt x="665" y="123"/>
                  <a:pt x="664" y="122"/>
                </a:cubicBezTo>
                <a:cubicBezTo>
                  <a:pt x="664" y="122"/>
                  <a:pt x="664" y="122"/>
                  <a:pt x="664" y="122"/>
                </a:cubicBezTo>
                <a:cubicBezTo>
                  <a:pt x="664" y="122"/>
                  <a:pt x="664" y="122"/>
                  <a:pt x="664" y="122"/>
                </a:cubicBezTo>
                <a:cubicBezTo>
                  <a:pt x="664" y="122"/>
                  <a:pt x="663" y="122"/>
                  <a:pt x="663" y="122"/>
                </a:cubicBezTo>
                <a:cubicBezTo>
                  <a:pt x="663" y="121"/>
                  <a:pt x="663" y="121"/>
                  <a:pt x="663" y="121"/>
                </a:cubicBezTo>
                <a:cubicBezTo>
                  <a:pt x="662" y="121"/>
                  <a:pt x="662" y="121"/>
                  <a:pt x="662" y="121"/>
                </a:cubicBezTo>
                <a:cubicBezTo>
                  <a:pt x="662" y="121"/>
                  <a:pt x="662" y="120"/>
                  <a:pt x="662" y="120"/>
                </a:cubicBezTo>
                <a:cubicBezTo>
                  <a:pt x="663" y="120"/>
                  <a:pt x="663" y="120"/>
                  <a:pt x="663" y="120"/>
                </a:cubicBezTo>
                <a:cubicBezTo>
                  <a:pt x="663" y="120"/>
                  <a:pt x="663" y="120"/>
                  <a:pt x="663" y="119"/>
                </a:cubicBezTo>
                <a:cubicBezTo>
                  <a:pt x="662" y="119"/>
                  <a:pt x="662" y="119"/>
                  <a:pt x="661" y="118"/>
                </a:cubicBezTo>
                <a:cubicBezTo>
                  <a:pt x="660" y="118"/>
                  <a:pt x="659" y="117"/>
                  <a:pt x="658" y="116"/>
                </a:cubicBezTo>
                <a:cubicBezTo>
                  <a:pt x="658" y="116"/>
                  <a:pt x="657" y="115"/>
                  <a:pt x="657" y="115"/>
                </a:cubicBezTo>
                <a:cubicBezTo>
                  <a:pt x="656" y="115"/>
                  <a:pt x="656" y="115"/>
                  <a:pt x="655" y="115"/>
                </a:cubicBezTo>
                <a:cubicBezTo>
                  <a:pt x="655" y="115"/>
                  <a:pt x="655" y="115"/>
                  <a:pt x="655" y="115"/>
                </a:cubicBezTo>
                <a:cubicBezTo>
                  <a:pt x="654" y="115"/>
                  <a:pt x="654" y="115"/>
                  <a:pt x="654" y="115"/>
                </a:cubicBezTo>
                <a:cubicBezTo>
                  <a:pt x="653" y="114"/>
                  <a:pt x="653" y="114"/>
                  <a:pt x="652" y="114"/>
                </a:cubicBezTo>
                <a:cubicBezTo>
                  <a:pt x="652" y="114"/>
                  <a:pt x="652" y="114"/>
                  <a:pt x="652" y="113"/>
                </a:cubicBezTo>
                <a:cubicBezTo>
                  <a:pt x="652" y="113"/>
                  <a:pt x="652" y="113"/>
                  <a:pt x="653" y="113"/>
                </a:cubicBezTo>
                <a:cubicBezTo>
                  <a:pt x="653" y="113"/>
                  <a:pt x="652" y="112"/>
                  <a:pt x="652" y="112"/>
                </a:cubicBezTo>
                <a:cubicBezTo>
                  <a:pt x="652" y="112"/>
                  <a:pt x="651" y="112"/>
                  <a:pt x="651" y="111"/>
                </a:cubicBezTo>
                <a:cubicBezTo>
                  <a:pt x="650" y="111"/>
                  <a:pt x="650" y="111"/>
                  <a:pt x="650" y="111"/>
                </a:cubicBezTo>
                <a:cubicBezTo>
                  <a:pt x="649" y="111"/>
                  <a:pt x="649" y="111"/>
                  <a:pt x="649" y="111"/>
                </a:cubicBezTo>
                <a:cubicBezTo>
                  <a:pt x="648" y="110"/>
                  <a:pt x="647" y="110"/>
                  <a:pt x="647" y="110"/>
                </a:cubicBezTo>
                <a:cubicBezTo>
                  <a:pt x="646" y="109"/>
                  <a:pt x="646" y="109"/>
                  <a:pt x="646" y="109"/>
                </a:cubicBezTo>
                <a:cubicBezTo>
                  <a:pt x="646" y="109"/>
                  <a:pt x="645" y="108"/>
                  <a:pt x="645" y="108"/>
                </a:cubicBezTo>
                <a:cubicBezTo>
                  <a:pt x="645" y="108"/>
                  <a:pt x="645" y="108"/>
                  <a:pt x="645" y="108"/>
                </a:cubicBezTo>
                <a:cubicBezTo>
                  <a:pt x="644" y="108"/>
                  <a:pt x="643" y="107"/>
                  <a:pt x="643" y="107"/>
                </a:cubicBezTo>
                <a:cubicBezTo>
                  <a:pt x="643" y="106"/>
                  <a:pt x="642" y="106"/>
                  <a:pt x="642" y="106"/>
                </a:cubicBezTo>
                <a:cubicBezTo>
                  <a:pt x="642" y="105"/>
                  <a:pt x="642" y="105"/>
                  <a:pt x="642" y="105"/>
                </a:cubicBezTo>
                <a:cubicBezTo>
                  <a:pt x="642" y="104"/>
                  <a:pt x="642" y="104"/>
                  <a:pt x="642" y="104"/>
                </a:cubicBezTo>
                <a:cubicBezTo>
                  <a:pt x="641" y="104"/>
                  <a:pt x="641" y="104"/>
                  <a:pt x="641" y="104"/>
                </a:cubicBezTo>
                <a:cubicBezTo>
                  <a:pt x="640" y="104"/>
                  <a:pt x="640" y="104"/>
                  <a:pt x="640" y="104"/>
                </a:cubicBezTo>
                <a:cubicBezTo>
                  <a:pt x="639" y="104"/>
                  <a:pt x="638" y="103"/>
                  <a:pt x="637" y="103"/>
                </a:cubicBezTo>
                <a:cubicBezTo>
                  <a:pt x="637" y="102"/>
                  <a:pt x="637" y="102"/>
                  <a:pt x="637" y="102"/>
                </a:cubicBezTo>
                <a:cubicBezTo>
                  <a:pt x="637" y="102"/>
                  <a:pt x="637" y="102"/>
                  <a:pt x="637" y="102"/>
                </a:cubicBezTo>
                <a:cubicBezTo>
                  <a:pt x="637" y="101"/>
                  <a:pt x="637" y="101"/>
                  <a:pt x="637" y="101"/>
                </a:cubicBezTo>
                <a:cubicBezTo>
                  <a:pt x="636" y="101"/>
                  <a:pt x="637" y="101"/>
                  <a:pt x="637" y="101"/>
                </a:cubicBezTo>
                <a:cubicBezTo>
                  <a:pt x="637" y="100"/>
                  <a:pt x="637" y="100"/>
                  <a:pt x="637" y="100"/>
                </a:cubicBezTo>
                <a:cubicBezTo>
                  <a:pt x="637" y="99"/>
                  <a:pt x="637" y="99"/>
                  <a:pt x="636" y="99"/>
                </a:cubicBezTo>
                <a:cubicBezTo>
                  <a:pt x="636" y="99"/>
                  <a:pt x="636" y="99"/>
                  <a:pt x="636" y="98"/>
                </a:cubicBezTo>
                <a:cubicBezTo>
                  <a:pt x="636" y="98"/>
                  <a:pt x="635" y="98"/>
                  <a:pt x="635" y="98"/>
                </a:cubicBezTo>
                <a:cubicBezTo>
                  <a:pt x="634" y="98"/>
                  <a:pt x="634" y="98"/>
                  <a:pt x="633" y="98"/>
                </a:cubicBezTo>
                <a:cubicBezTo>
                  <a:pt x="633" y="98"/>
                  <a:pt x="632" y="98"/>
                  <a:pt x="632" y="97"/>
                </a:cubicBezTo>
                <a:cubicBezTo>
                  <a:pt x="632" y="97"/>
                  <a:pt x="631" y="97"/>
                  <a:pt x="631" y="97"/>
                </a:cubicBezTo>
                <a:cubicBezTo>
                  <a:pt x="631" y="97"/>
                  <a:pt x="631" y="96"/>
                  <a:pt x="631" y="96"/>
                </a:cubicBezTo>
                <a:cubicBezTo>
                  <a:pt x="631" y="96"/>
                  <a:pt x="631" y="96"/>
                  <a:pt x="632" y="96"/>
                </a:cubicBezTo>
                <a:cubicBezTo>
                  <a:pt x="632" y="96"/>
                  <a:pt x="632" y="96"/>
                  <a:pt x="632" y="97"/>
                </a:cubicBezTo>
                <a:cubicBezTo>
                  <a:pt x="633" y="97"/>
                  <a:pt x="633" y="97"/>
                  <a:pt x="633" y="97"/>
                </a:cubicBezTo>
                <a:cubicBezTo>
                  <a:pt x="634" y="97"/>
                  <a:pt x="634" y="97"/>
                  <a:pt x="634" y="97"/>
                </a:cubicBezTo>
                <a:cubicBezTo>
                  <a:pt x="634" y="97"/>
                  <a:pt x="635" y="97"/>
                  <a:pt x="635" y="97"/>
                </a:cubicBezTo>
                <a:cubicBezTo>
                  <a:pt x="635" y="97"/>
                  <a:pt x="635" y="97"/>
                  <a:pt x="636" y="97"/>
                </a:cubicBezTo>
                <a:cubicBezTo>
                  <a:pt x="636" y="97"/>
                  <a:pt x="636" y="97"/>
                  <a:pt x="636" y="97"/>
                </a:cubicBezTo>
                <a:cubicBezTo>
                  <a:pt x="637" y="97"/>
                  <a:pt x="637" y="97"/>
                  <a:pt x="637" y="97"/>
                </a:cubicBezTo>
                <a:cubicBezTo>
                  <a:pt x="638" y="97"/>
                  <a:pt x="637" y="96"/>
                  <a:pt x="637" y="96"/>
                </a:cubicBezTo>
                <a:cubicBezTo>
                  <a:pt x="637" y="96"/>
                  <a:pt x="636" y="96"/>
                  <a:pt x="636" y="95"/>
                </a:cubicBezTo>
                <a:cubicBezTo>
                  <a:pt x="635" y="95"/>
                  <a:pt x="635" y="95"/>
                  <a:pt x="634" y="95"/>
                </a:cubicBezTo>
                <a:cubicBezTo>
                  <a:pt x="634" y="95"/>
                  <a:pt x="634" y="95"/>
                  <a:pt x="634" y="94"/>
                </a:cubicBezTo>
                <a:cubicBezTo>
                  <a:pt x="634" y="94"/>
                  <a:pt x="634" y="94"/>
                  <a:pt x="634" y="93"/>
                </a:cubicBezTo>
                <a:cubicBezTo>
                  <a:pt x="634" y="93"/>
                  <a:pt x="634" y="93"/>
                  <a:pt x="635" y="93"/>
                </a:cubicBezTo>
                <a:cubicBezTo>
                  <a:pt x="635" y="93"/>
                  <a:pt x="635" y="94"/>
                  <a:pt x="635" y="94"/>
                </a:cubicBezTo>
                <a:cubicBezTo>
                  <a:pt x="635" y="95"/>
                  <a:pt x="636" y="95"/>
                  <a:pt x="636" y="95"/>
                </a:cubicBezTo>
                <a:cubicBezTo>
                  <a:pt x="637" y="96"/>
                  <a:pt x="637" y="96"/>
                  <a:pt x="637" y="96"/>
                </a:cubicBezTo>
                <a:cubicBezTo>
                  <a:pt x="638" y="96"/>
                  <a:pt x="638" y="95"/>
                  <a:pt x="638" y="95"/>
                </a:cubicBezTo>
                <a:cubicBezTo>
                  <a:pt x="638" y="95"/>
                  <a:pt x="638" y="95"/>
                  <a:pt x="638" y="94"/>
                </a:cubicBezTo>
                <a:cubicBezTo>
                  <a:pt x="638" y="94"/>
                  <a:pt x="638" y="94"/>
                  <a:pt x="638" y="94"/>
                </a:cubicBezTo>
                <a:cubicBezTo>
                  <a:pt x="637" y="94"/>
                  <a:pt x="637" y="94"/>
                  <a:pt x="637" y="94"/>
                </a:cubicBezTo>
                <a:cubicBezTo>
                  <a:pt x="637" y="93"/>
                  <a:pt x="636" y="93"/>
                  <a:pt x="636" y="93"/>
                </a:cubicBezTo>
                <a:cubicBezTo>
                  <a:pt x="636" y="93"/>
                  <a:pt x="636" y="93"/>
                  <a:pt x="636" y="93"/>
                </a:cubicBezTo>
                <a:cubicBezTo>
                  <a:pt x="636" y="93"/>
                  <a:pt x="635" y="93"/>
                  <a:pt x="636" y="93"/>
                </a:cubicBezTo>
                <a:cubicBezTo>
                  <a:pt x="636" y="92"/>
                  <a:pt x="636" y="93"/>
                  <a:pt x="637" y="93"/>
                </a:cubicBezTo>
                <a:cubicBezTo>
                  <a:pt x="637" y="93"/>
                  <a:pt x="637" y="92"/>
                  <a:pt x="638" y="92"/>
                </a:cubicBezTo>
                <a:cubicBezTo>
                  <a:pt x="638" y="93"/>
                  <a:pt x="638" y="93"/>
                  <a:pt x="639" y="93"/>
                </a:cubicBezTo>
                <a:cubicBezTo>
                  <a:pt x="639" y="93"/>
                  <a:pt x="639" y="93"/>
                  <a:pt x="639" y="93"/>
                </a:cubicBezTo>
                <a:cubicBezTo>
                  <a:pt x="639" y="92"/>
                  <a:pt x="640" y="92"/>
                  <a:pt x="640" y="92"/>
                </a:cubicBezTo>
                <a:cubicBezTo>
                  <a:pt x="640" y="92"/>
                  <a:pt x="641" y="92"/>
                  <a:pt x="641" y="92"/>
                </a:cubicBezTo>
                <a:cubicBezTo>
                  <a:pt x="641" y="92"/>
                  <a:pt x="641" y="92"/>
                  <a:pt x="641" y="92"/>
                </a:cubicBezTo>
                <a:cubicBezTo>
                  <a:pt x="641" y="92"/>
                  <a:pt x="642" y="91"/>
                  <a:pt x="642" y="91"/>
                </a:cubicBezTo>
                <a:cubicBezTo>
                  <a:pt x="642" y="91"/>
                  <a:pt x="643" y="90"/>
                  <a:pt x="643" y="90"/>
                </a:cubicBezTo>
                <a:cubicBezTo>
                  <a:pt x="643" y="90"/>
                  <a:pt x="642" y="90"/>
                  <a:pt x="642" y="89"/>
                </a:cubicBezTo>
                <a:cubicBezTo>
                  <a:pt x="642" y="89"/>
                  <a:pt x="641" y="88"/>
                  <a:pt x="640" y="87"/>
                </a:cubicBezTo>
                <a:cubicBezTo>
                  <a:pt x="640" y="87"/>
                  <a:pt x="639" y="86"/>
                  <a:pt x="639" y="86"/>
                </a:cubicBezTo>
                <a:cubicBezTo>
                  <a:pt x="639" y="85"/>
                  <a:pt x="638" y="85"/>
                  <a:pt x="638" y="84"/>
                </a:cubicBezTo>
                <a:cubicBezTo>
                  <a:pt x="637" y="84"/>
                  <a:pt x="636" y="83"/>
                  <a:pt x="635" y="83"/>
                </a:cubicBezTo>
                <a:cubicBezTo>
                  <a:pt x="635" y="82"/>
                  <a:pt x="635" y="82"/>
                  <a:pt x="635" y="82"/>
                </a:cubicBezTo>
                <a:cubicBezTo>
                  <a:pt x="634" y="82"/>
                  <a:pt x="634" y="81"/>
                  <a:pt x="634" y="81"/>
                </a:cubicBezTo>
                <a:cubicBezTo>
                  <a:pt x="634" y="81"/>
                  <a:pt x="634" y="81"/>
                  <a:pt x="634" y="81"/>
                </a:cubicBezTo>
                <a:cubicBezTo>
                  <a:pt x="634" y="80"/>
                  <a:pt x="634" y="80"/>
                  <a:pt x="634" y="80"/>
                </a:cubicBezTo>
                <a:cubicBezTo>
                  <a:pt x="633" y="79"/>
                  <a:pt x="634" y="78"/>
                  <a:pt x="633" y="78"/>
                </a:cubicBezTo>
                <a:cubicBezTo>
                  <a:pt x="633" y="77"/>
                  <a:pt x="632" y="77"/>
                  <a:pt x="631" y="77"/>
                </a:cubicBezTo>
                <a:cubicBezTo>
                  <a:pt x="630" y="76"/>
                  <a:pt x="629" y="77"/>
                  <a:pt x="628" y="76"/>
                </a:cubicBezTo>
                <a:cubicBezTo>
                  <a:pt x="629" y="76"/>
                  <a:pt x="629" y="76"/>
                  <a:pt x="629" y="76"/>
                </a:cubicBezTo>
                <a:cubicBezTo>
                  <a:pt x="630" y="76"/>
                  <a:pt x="631" y="76"/>
                  <a:pt x="631" y="76"/>
                </a:cubicBezTo>
                <a:cubicBezTo>
                  <a:pt x="631" y="75"/>
                  <a:pt x="630" y="76"/>
                  <a:pt x="630" y="75"/>
                </a:cubicBezTo>
                <a:cubicBezTo>
                  <a:pt x="630" y="75"/>
                  <a:pt x="630" y="75"/>
                  <a:pt x="630" y="75"/>
                </a:cubicBezTo>
                <a:cubicBezTo>
                  <a:pt x="630" y="75"/>
                  <a:pt x="629" y="75"/>
                  <a:pt x="629" y="75"/>
                </a:cubicBezTo>
                <a:cubicBezTo>
                  <a:pt x="630" y="74"/>
                  <a:pt x="630" y="74"/>
                  <a:pt x="631" y="74"/>
                </a:cubicBezTo>
                <a:cubicBezTo>
                  <a:pt x="631" y="74"/>
                  <a:pt x="632" y="74"/>
                  <a:pt x="631" y="74"/>
                </a:cubicBezTo>
                <a:cubicBezTo>
                  <a:pt x="631" y="73"/>
                  <a:pt x="629" y="73"/>
                  <a:pt x="628" y="73"/>
                </a:cubicBezTo>
                <a:cubicBezTo>
                  <a:pt x="628" y="73"/>
                  <a:pt x="627" y="74"/>
                  <a:pt x="627" y="73"/>
                </a:cubicBezTo>
                <a:cubicBezTo>
                  <a:pt x="627" y="73"/>
                  <a:pt x="627" y="73"/>
                  <a:pt x="627" y="73"/>
                </a:cubicBezTo>
                <a:cubicBezTo>
                  <a:pt x="628" y="73"/>
                  <a:pt x="628" y="73"/>
                  <a:pt x="628" y="72"/>
                </a:cubicBezTo>
                <a:cubicBezTo>
                  <a:pt x="628" y="72"/>
                  <a:pt x="628" y="72"/>
                  <a:pt x="628" y="72"/>
                </a:cubicBezTo>
                <a:cubicBezTo>
                  <a:pt x="629" y="72"/>
                  <a:pt x="630" y="72"/>
                  <a:pt x="630" y="72"/>
                </a:cubicBezTo>
                <a:cubicBezTo>
                  <a:pt x="630" y="72"/>
                  <a:pt x="630" y="72"/>
                  <a:pt x="630" y="71"/>
                </a:cubicBezTo>
                <a:cubicBezTo>
                  <a:pt x="630" y="71"/>
                  <a:pt x="630" y="71"/>
                  <a:pt x="629" y="71"/>
                </a:cubicBezTo>
                <a:cubicBezTo>
                  <a:pt x="629" y="71"/>
                  <a:pt x="628" y="71"/>
                  <a:pt x="628" y="71"/>
                </a:cubicBezTo>
                <a:cubicBezTo>
                  <a:pt x="628" y="71"/>
                  <a:pt x="628" y="71"/>
                  <a:pt x="628" y="72"/>
                </a:cubicBezTo>
                <a:cubicBezTo>
                  <a:pt x="627" y="72"/>
                  <a:pt x="627" y="72"/>
                  <a:pt x="626" y="72"/>
                </a:cubicBezTo>
                <a:cubicBezTo>
                  <a:pt x="626" y="72"/>
                  <a:pt x="627" y="71"/>
                  <a:pt x="627" y="71"/>
                </a:cubicBezTo>
                <a:cubicBezTo>
                  <a:pt x="627" y="71"/>
                  <a:pt x="626" y="71"/>
                  <a:pt x="626" y="71"/>
                </a:cubicBezTo>
                <a:cubicBezTo>
                  <a:pt x="626" y="70"/>
                  <a:pt x="627" y="70"/>
                  <a:pt x="627" y="70"/>
                </a:cubicBezTo>
                <a:cubicBezTo>
                  <a:pt x="627" y="71"/>
                  <a:pt x="627" y="71"/>
                  <a:pt x="628" y="70"/>
                </a:cubicBezTo>
                <a:cubicBezTo>
                  <a:pt x="628" y="70"/>
                  <a:pt x="628" y="69"/>
                  <a:pt x="628" y="69"/>
                </a:cubicBezTo>
                <a:cubicBezTo>
                  <a:pt x="627" y="68"/>
                  <a:pt x="627" y="68"/>
                  <a:pt x="627" y="68"/>
                </a:cubicBezTo>
                <a:cubicBezTo>
                  <a:pt x="626" y="68"/>
                  <a:pt x="626" y="68"/>
                  <a:pt x="626" y="69"/>
                </a:cubicBezTo>
                <a:cubicBezTo>
                  <a:pt x="626" y="68"/>
                  <a:pt x="626" y="68"/>
                  <a:pt x="625" y="68"/>
                </a:cubicBezTo>
                <a:cubicBezTo>
                  <a:pt x="625" y="68"/>
                  <a:pt x="625" y="69"/>
                  <a:pt x="625" y="68"/>
                </a:cubicBezTo>
                <a:cubicBezTo>
                  <a:pt x="625" y="68"/>
                  <a:pt x="625" y="68"/>
                  <a:pt x="625" y="68"/>
                </a:cubicBezTo>
                <a:cubicBezTo>
                  <a:pt x="624" y="67"/>
                  <a:pt x="624" y="67"/>
                  <a:pt x="624" y="68"/>
                </a:cubicBezTo>
                <a:cubicBezTo>
                  <a:pt x="623" y="68"/>
                  <a:pt x="622" y="68"/>
                  <a:pt x="622" y="68"/>
                </a:cubicBezTo>
                <a:cubicBezTo>
                  <a:pt x="622" y="67"/>
                  <a:pt x="622" y="67"/>
                  <a:pt x="622" y="67"/>
                </a:cubicBezTo>
                <a:cubicBezTo>
                  <a:pt x="623" y="67"/>
                  <a:pt x="623" y="67"/>
                  <a:pt x="623" y="66"/>
                </a:cubicBezTo>
                <a:cubicBezTo>
                  <a:pt x="623" y="66"/>
                  <a:pt x="622" y="66"/>
                  <a:pt x="622" y="66"/>
                </a:cubicBezTo>
                <a:cubicBezTo>
                  <a:pt x="621" y="66"/>
                  <a:pt x="621" y="66"/>
                  <a:pt x="620" y="66"/>
                </a:cubicBezTo>
                <a:cubicBezTo>
                  <a:pt x="620" y="66"/>
                  <a:pt x="620" y="65"/>
                  <a:pt x="620" y="65"/>
                </a:cubicBezTo>
                <a:cubicBezTo>
                  <a:pt x="619" y="65"/>
                  <a:pt x="619" y="66"/>
                  <a:pt x="619" y="66"/>
                </a:cubicBezTo>
                <a:cubicBezTo>
                  <a:pt x="619" y="66"/>
                  <a:pt x="618" y="66"/>
                  <a:pt x="618" y="65"/>
                </a:cubicBezTo>
                <a:cubicBezTo>
                  <a:pt x="618" y="65"/>
                  <a:pt x="618" y="65"/>
                  <a:pt x="618" y="64"/>
                </a:cubicBezTo>
                <a:cubicBezTo>
                  <a:pt x="617" y="64"/>
                  <a:pt x="617" y="64"/>
                  <a:pt x="616" y="64"/>
                </a:cubicBezTo>
                <a:cubicBezTo>
                  <a:pt x="617" y="64"/>
                  <a:pt x="618" y="64"/>
                  <a:pt x="618" y="64"/>
                </a:cubicBezTo>
                <a:cubicBezTo>
                  <a:pt x="619" y="64"/>
                  <a:pt x="620" y="65"/>
                  <a:pt x="621" y="64"/>
                </a:cubicBezTo>
                <a:cubicBezTo>
                  <a:pt x="621" y="64"/>
                  <a:pt x="622" y="64"/>
                  <a:pt x="623" y="63"/>
                </a:cubicBezTo>
                <a:cubicBezTo>
                  <a:pt x="623" y="63"/>
                  <a:pt x="624" y="63"/>
                  <a:pt x="625" y="63"/>
                </a:cubicBezTo>
                <a:cubicBezTo>
                  <a:pt x="625" y="63"/>
                  <a:pt x="625" y="62"/>
                  <a:pt x="625" y="62"/>
                </a:cubicBezTo>
                <a:cubicBezTo>
                  <a:pt x="625" y="61"/>
                  <a:pt x="625" y="61"/>
                  <a:pt x="624" y="61"/>
                </a:cubicBezTo>
                <a:cubicBezTo>
                  <a:pt x="624" y="61"/>
                  <a:pt x="623" y="61"/>
                  <a:pt x="623" y="62"/>
                </a:cubicBezTo>
                <a:cubicBezTo>
                  <a:pt x="622" y="62"/>
                  <a:pt x="622" y="62"/>
                  <a:pt x="621" y="62"/>
                </a:cubicBezTo>
                <a:cubicBezTo>
                  <a:pt x="621" y="61"/>
                  <a:pt x="622" y="61"/>
                  <a:pt x="623" y="60"/>
                </a:cubicBezTo>
                <a:cubicBezTo>
                  <a:pt x="623" y="59"/>
                  <a:pt x="623" y="59"/>
                  <a:pt x="622" y="59"/>
                </a:cubicBezTo>
                <a:cubicBezTo>
                  <a:pt x="621" y="59"/>
                  <a:pt x="621" y="59"/>
                  <a:pt x="620" y="58"/>
                </a:cubicBezTo>
                <a:cubicBezTo>
                  <a:pt x="619" y="58"/>
                  <a:pt x="619" y="57"/>
                  <a:pt x="618" y="57"/>
                </a:cubicBezTo>
                <a:cubicBezTo>
                  <a:pt x="617" y="57"/>
                  <a:pt x="616" y="57"/>
                  <a:pt x="616" y="55"/>
                </a:cubicBezTo>
                <a:cubicBezTo>
                  <a:pt x="616" y="55"/>
                  <a:pt x="617" y="54"/>
                  <a:pt x="616" y="54"/>
                </a:cubicBezTo>
                <a:cubicBezTo>
                  <a:pt x="615" y="54"/>
                  <a:pt x="614" y="54"/>
                  <a:pt x="614" y="54"/>
                </a:cubicBezTo>
                <a:cubicBezTo>
                  <a:pt x="613" y="54"/>
                  <a:pt x="612" y="54"/>
                  <a:pt x="611" y="54"/>
                </a:cubicBezTo>
                <a:cubicBezTo>
                  <a:pt x="611" y="53"/>
                  <a:pt x="612" y="53"/>
                  <a:pt x="613" y="53"/>
                </a:cubicBezTo>
                <a:cubicBezTo>
                  <a:pt x="613" y="53"/>
                  <a:pt x="614" y="53"/>
                  <a:pt x="615" y="53"/>
                </a:cubicBezTo>
                <a:cubicBezTo>
                  <a:pt x="616" y="53"/>
                  <a:pt x="617" y="53"/>
                  <a:pt x="619" y="53"/>
                </a:cubicBezTo>
                <a:cubicBezTo>
                  <a:pt x="620" y="53"/>
                  <a:pt x="621" y="53"/>
                  <a:pt x="622" y="53"/>
                </a:cubicBezTo>
                <a:cubicBezTo>
                  <a:pt x="622" y="53"/>
                  <a:pt x="622" y="53"/>
                  <a:pt x="623" y="53"/>
                </a:cubicBezTo>
                <a:cubicBezTo>
                  <a:pt x="623" y="54"/>
                  <a:pt x="625" y="54"/>
                  <a:pt x="625" y="52"/>
                </a:cubicBezTo>
                <a:cubicBezTo>
                  <a:pt x="625" y="52"/>
                  <a:pt x="623" y="52"/>
                  <a:pt x="623" y="52"/>
                </a:cubicBezTo>
                <a:cubicBezTo>
                  <a:pt x="623" y="52"/>
                  <a:pt x="624" y="51"/>
                  <a:pt x="624" y="51"/>
                </a:cubicBezTo>
                <a:cubicBezTo>
                  <a:pt x="624" y="51"/>
                  <a:pt x="624" y="51"/>
                  <a:pt x="624" y="51"/>
                </a:cubicBezTo>
                <a:cubicBezTo>
                  <a:pt x="625" y="51"/>
                  <a:pt x="625" y="51"/>
                  <a:pt x="625" y="51"/>
                </a:cubicBezTo>
                <a:cubicBezTo>
                  <a:pt x="626" y="52"/>
                  <a:pt x="626" y="52"/>
                  <a:pt x="627" y="53"/>
                </a:cubicBezTo>
                <a:cubicBezTo>
                  <a:pt x="628" y="53"/>
                  <a:pt x="629" y="53"/>
                  <a:pt x="629" y="53"/>
                </a:cubicBezTo>
                <a:cubicBezTo>
                  <a:pt x="630" y="53"/>
                  <a:pt x="631" y="52"/>
                  <a:pt x="631" y="52"/>
                </a:cubicBezTo>
                <a:cubicBezTo>
                  <a:pt x="632" y="51"/>
                  <a:pt x="632" y="51"/>
                  <a:pt x="633" y="51"/>
                </a:cubicBezTo>
                <a:cubicBezTo>
                  <a:pt x="634" y="50"/>
                  <a:pt x="632" y="50"/>
                  <a:pt x="631" y="49"/>
                </a:cubicBezTo>
                <a:cubicBezTo>
                  <a:pt x="630" y="49"/>
                  <a:pt x="627" y="50"/>
                  <a:pt x="628" y="48"/>
                </a:cubicBezTo>
                <a:cubicBezTo>
                  <a:pt x="629" y="48"/>
                  <a:pt x="629" y="48"/>
                  <a:pt x="630" y="48"/>
                </a:cubicBezTo>
                <a:cubicBezTo>
                  <a:pt x="631" y="48"/>
                  <a:pt x="631" y="49"/>
                  <a:pt x="632" y="49"/>
                </a:cubicBezTo>
                <a:cubicBezTo>
                  <a:pt x="632" y="49"/>
                  <a:pt x="633" y="49"/>
                  <a:pt x="633" y="49"/>
                </a:cubicBezTo>
                <a:cubicBezTo>
                  <a:pt x="633" y="48"/>
                  <a:pt x="632" y="48"/>
                  <a:pt x="632" y="48"/>
                </a:cubicBezTo>
                <a:cubicBezTo>
                  <a:pt x="633" y="48"/>
                  <a:pt x="633" y="48"/>
                  <a:pt x="634" y="48"/>
                </a:cubicBezTo>
                <a:cubicBezTo>
                  <a:pt x="634" y="47"/>
                  <a:pt x="632" y="47"/>
                  <a:pt x="632" y="46"/>
                </a:cubicBezTo>
                <a:cubicBezTo>
                  <a:pt x="632" y="46"/>
                  <a:pt x="631" y="46"/>
                  <a:pt x="631" y="46"/>
                </a:cubicBezTo>
                <a:cubicBezTo>
                  <a:pt x="631" y="46"/>
                  <a:pt x="631" y="46"/>
                  <a:pt x="630" y="46"/>
                </a:cubicBezTo>
                <a:cubicBezTo>
                  <a:pt x="629" y="46"/>
                  <a:pt x="629" y="45"/>
                  <a:pt x="629" y="45"/>
                </a:cubicBezTo>
                <a:cubicBezTo>
                  <a:pt x="628" y="44"/>
                  <a:pt x="628" y="44"/>
                  <a:pt x="627" y="44"/>
                </a:cubicBezTo>
                <a:cubicBezTo>
                  <a:pt x="627" y="44"/>
                  <a:pt x="626" y="43"/>
                  <a:pt x="626" y="43"/>
                </a:cubicBezTo>
                <a:cubicBezTo>
                  <a:pt x="626" y="43"/>
                  <a:pt x="626" y="42"/>
                  <a:pt x="625" y="42"/>
                </a:cubicBezTo>
                <a:cubicBezTo>
                  <a:pt x="625" y="42"/>
                  <a:pt x="625" y="42"/>
                  <a:pt x="625" y="41"/>
                </a:cubicBezTo>
                <a:cubicBezTo>
                  <a:pt x="625" y="41"/>
                  <a:pt x="625" y="41"/>
                  <a:pt x="624" y="41"/>
                </a:cubicBezTo>
                <a:cubicBezTo>
                  <a:pt x="624" y="41"/>
                  <a:pt x="624" y="41"/>
                  <a:pt x="624" y="41"/>
                </a:cubicBezTo>
                <a:cubicBezTo>
                  <a:pt x="623" y="41"/>
                  <a:pt x="623" y="42"/>
                  <a:pt x="623" y="42"/>
                </a:cubicBezTo>
                <a:cubicBezTo>
                  <a:pt x="623" y="42"/>
                  <a:pt x="623" y="42"/>
                  <a:pt x="623" y="42"/>
                </a:cubicBezTo>
                <a:cubicBezTo>
                  <a:pt x="622" y="42"/>
                  <a:pt x="622" y="42"/>
                  <a:pt x="622" y="42"/>
                </a:cubicBezTo>
                <a:cubicBezTo>
                  <a:pt x="623" y="41"/>
                  <a:pt x="623" y="41"/>
                  <a:pt x="623" y="41"/>
                </a:cubicBezTo>
                <a:cubicBezTo>
                  <a:pt x="623" y="40"/>
                  <a:pt x="623" y="40"/>
                  <a:pt x="623" y="40"/>
                </a:cubicBezTo>
                <a:cubicBezTo>
                  <a:pt x="622" y="40"/>
                  <a:pt x="622" y="40"/>
                  <a:pt x="622" y="40"/>
                </a:cubicBezTo>
                <a:cubicBezTo>
                  <a:pt x="621" y="40"/>
                  <a:pt x="622" y="40"/>
                  <a:pt x="621" y="39"/>
                </a:cubicBezTo>
                <a:cubicBezTo>
                  <a:pt x="621" y="39"/>
                  <a:pt x="621" y="39"/>
                  <a:pt x="621" y="39"/>
                </a:cubicBezTo>
                <a:cubicBezTo>
                  <a:pt x="620" y="39"/>
                  <a:pt x="620" y="39"/>
                  <a:pt x="619" y="38"/>
                </a:cubicBezTo>
                <a:cubicBezTo>
                  <a:pt x="619" y="38"/>
                  <a:pt x="620" y="38"/>
                  <a:pt x="620" y="38"/>
                </a:cubicBezTo>
                <a:cubicBezTo>
                  <a:pt x="620" y="38"/>
                  <a:pt x="621" y="38"/>
                  <a:pt x="621" y="38"/>
                </a:cubicBezTo>
                <a:cubicBezTo>
                  <a:pt x="621" y="38"/>
                  <a:pt x="622" y="38"/>
                  <a:pt x="622" y="38"/>
                </a:cubicBezTo>
                <a:cubicBezTo>
                  <a:pt x="622" y="38"/>
                  <a:pt x="622" y="39"/>
                  <a:pt x="622" y="39"/>
                </a:cubicBezTo>
                <a:cubicBezTo>
                  <a:pt x="622" y="39"/>
                  <a:pt x="622" y="39"/>
                  <a:pt x="623" y="39"/>
                </a:cubicBezTo>
                <a:cubicBezTo>
                  <a:pt x="623" y="39"/>
                  <a:pt x="623" y="39"/>
                  <a:pt x="624" y="39"/>
                </a:cubicBezTo>
                <a:cubicBezTo>
                  <a:pt x="624" y="39"/>
                  <a:pt x="624" y="39"/>
                  <a:pt x="625" y="39"/>
                </a:cubicBezTo>
                <a:cubicBezTo>
                  <a:pt x="625" y="39"/>
                  <a:pt x="625" y="39"/>
                  <a:pt x="626" y="39"/>
                </a:cubicBezTo>
                <a:cubicBezTo>
                  <a:pt x="626" y="39"/>
                  <a:pt x="625" y="38"/>
                  <a:pt x="626" y="38"/>
                </a:cubicBezTo>
                <a:cubicBezTo>
                  <a:pt x="627" y="38"/>
                  <a:pt x="627" y="38"/>
                  <a:pt x="627" y="38"/>
                </a:cubicBezTo>
                <a:cubicBezTo>
                  <a:pt x="627" y="38"/>
                  <a:pt x="627" y="38"/>
                  <a:pt x="627" y="37"/>
                </a:cubicBezTo>
                <a:cubicBezTo>
                  <a:pt x="627" y="38"/>
                  <a:pt x="627" y="38"/>
                  <a:pt x="627" y="38"/>
                </a:cubicBezTo>
                <a:cubicBezTo>
                  <a:pt x="627" y="38"/>
                  <a:pt x="627" y="38"/>
                  <a:pt x="627" y="38"/>
                </a:cubicBezTo>
                <a:cubicBezTo>
                  <a:pt x="627" y="38"/>
                  <a:pt x="627" y="37"/>
                  <a:pt x="627" y="37"/>
                </a:cubicBezTo>
                <a:cubicBezTo>
                  <a:pt x="627" y="36"/>
                  <a:pt x="627" y="36"/>
                  <a:pt x="627" y="36"/>
                </a:cubicBezTo>
                <a:cubicBezTo>
                  <a:pt x="628" y="36"/>
                  <a:pt x="628" y="36"/>
                  <a:pt x="628" y="35"/>
                </a:cubicBezTo>
                <a:cubicBezTo>
                  <a:pt x="628" y="35"/>
                  <a:pt x="628" y="35"/>
                  <a:pt x="627" y="34"/>
                </a:cubicBezTo>
                <a:cubicBezTo>
                  <a:pt x="627" y="34"/>
                  <a:pt x="627" y="34"/>
                  <a:pt x="627" y="34"/>
                </a:cubicBezTo>
                <a:cubicBezTo>
                  <a:pt x="627" y="33"/>
                  <a:pt x="627" y="32"/>
                  <a:pt x="627" y="33"/>
                </a:cubicBezTo>
                <a:cubicBezTo>
                  <a:pt x="627" y="32"/>
                  <a:pt x="626" y="32"/>
                  <a:pt x="626" y="32"/>
                </a:cubicBezTo>
                <a:cubicBezTo>
                  <a:pt x="627" y="31"/>
                  <a:pt x="627" y="30"/>
                  <a:pt x="628" y="31"/>
                </a:cubicBezTo>
                <a:cubicBezTo>
                  <a:pt x="628" y="31"/>
                  <a:pt x="621" y="27"/>
                  <a:pt x="620" y="27"/>
                </a:cubicBezTo>
                <a:cubicBezTo>
                  <a:pt x="619" y="27"/>
                  <a:pt x="609" y="28"/>
                  <a:pt x="605" y="29"/>
                </a:cubicBezTo>
                <a:close/>
              </a:path>
            </a:pathLst>
          </a:custGeom>
          <a:solidFill>
            <a:schemeClr val="accent4"/>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 name="Freeform 22"/>
          <p:cNvSpPr>
            <a:spLocks/>
          </p:cNvSpPr>
          <p:nvPr/>
        </p:nvSpPr>
        <p:spPr bwMode="auto">
          <a:xfrm>
            <a:off x="2435225" y="3076575"/>
            <a:ext cx="563563" cy="492125"/>
          </a:xfrm>
          <a:custGeom>
            <a:avLst/>
            <a:gdLst>
              <a:gd name="T0" fmla="*/ 148 w 148"/>
              <a:gd name="T1" fmla="*/ 33 h 129"/>
              <a:gd name="T2" fmla="*/ 140 w 148"/>
              <a:gd name="T3" fmla="*/ 18 h 129"/>
              <a:gd name="T4" fmla="*/ 136 w 148"/>
              <a:gd name="T5" fmla="*/ 10 h 129"/>
              <a:gd name="T6" fmla="*/ 121 w 148"/>
              <a:gd name="T7" fmla="*/ 3 h 129"/>
              <a:gd name="T8" fmla="*/ 106 w 148"/>
              <a:gd name="T9" fmla="*/ 4 h 129"/>
              <a:gd name="T10" fmla="*/ 109 w 148"/>
              <a:gd name="T11" fmla="*/ 21 h 129"/>
              <a:gd name="T12" fmla="*/ 96 w 148"/>
              <a:gd name="T13" fmla="*/ 18 h 129"/>
              <a:gd name="T14" fmla="*/ 81 w 148"/>
              <a:gd name="T15" fmla="*/ 9 h 129"/>
              <a:gd name="T16" fmla="*/ 68 w 148"/>
              <a:gd name="T17" fmla="*/ 3 h 129"/>
              <a:gd name="T18" fmla="*/ 51 w 148"/>
              <a:gd name="T19" fmla="*/ 4 h 129"/>
              <a:gd name="T20" fmla="*/ 34 w 148"/>
              <a:gd name="T21" fmla="*/ 3 h 129"/>
              <a:gd name="T22" fmla="*/ 15 w 148"/>
              <a:gd name="T23" fmla="*/ 8 h 129"/>
              <a:gd name="T24" fmla="*/ 3 w 148"/>
              <a:gd name="T25" fmla="*/ 27 h 129"/>
              <a:gd name="T26" fmla="*/ 0 w 148"/>
              <a:gd name="T27" fmla="*/ 48 h 129"/>
              <a:gd name="T28" fmla="*/ 9 w 148"/>
              <a:gd name="T29" fmla="*/ 69 h 129"/>
              <a:gd name="T30" fmla="*/ 10 w 148"/>
              <a:gd name="T31" fmla="*/ 83 h 129"/>
              <a:gd name="T32" fmla="*/ 14 w 148"/>
              <a:gd name="T33" fmla="*/ 90 h 129"/>
              <a:gd name="T34" fmla="*/ 19 w 148"/>
              <a:gd name="T35" fmla="*/ 98 h 129"/>
              <a:gd name="T36" fmla="*/ 23 w 148"/>
              <a:gd name="T37" fmla="*/ 110 h 129"/>
              <a:gd name="T38" fmla="*/ 31 w 148"/>
              <a:gd name="T39" fmla="*/ 117 h 129"/>
              <a:gd name="T40" fmla="*/ 34 w 148"/>
              <a:gd name="T41" fmla="*/ 111 h 129"/>
              <a:gd name="T42" fmla="*/ 40 w 148"/>
              <a:gd name="T43" fmla="*/ 110 h 129"/>
              <a:gd name="T44" fmla="*/ 41 w 148"/>
              <a:gd name="T45" fmla="*/ 118 h 129"/>
              <a:gd name="T46" fmla="*/ 40 w 148"/>
              <a:gd name="T47" fmla="*/ 125 h 129"/>
              <a:gd name="T48" fmla="*/ 47 w 148"/>
              <a:gd name="T49" fmla="*/ 124 h 129"/>
              <a:gd name="T50" fmla="*/ 55 w 148"/>
              <a:gd name="T51" fmla="*/ 124 h 129"/>
              <a:gd name="T52" fmla="*/ 64 w 148"/>
              <a:gd name="T53" fmla="*/ 129 h 129"/>
              <a:gd name="T54" fmla="*/ 74 w 148"/>
              <a:gd name="T55" fmla="*/ 120 h 129"/>
              <a:gd name="T56" fmla="*/ 82 w 148"/>
              <a:gd name="T57" fmla="*/ 112 h 129"/>
              <a:gd name="T58" fmla="*/ 95 w 148"/>
              <a:gd name="T59" fmla="*/ 112 h 129"/>
              <a:gd name="T60" fmla="*/ 108 w 148"/>
              <a:gd name="T61" fmla="*/ 115 h 129"/>
              <a:gd name="T62" fmla="*/ 116 w 148"/>
              <a:gd name="T63" fmla="*/ 110 h 129"/>
              <a:gd name="T64" fmla="*/ 104 w 148"/>
              <a:gd name="T65" fmla="*/ 99 h 129"/>
              <a:gd name="T66" fmla="*/ 111 w 148"/>
              <a:gd name="T67" fmla="*/ 87 h 129"/>
              <a:gd name="T68" fmla="*/ 125 w 148"/>
              <a:gd name="T69" fmla="*/ 81 h 129"/>
              <a:gd name="T70" fmla="*/ 143 w 148"/>
              <a:gd name="T71" fmla="*/ 68 h 129"/>
              <a:gd name="T72" fmla="*/ 148 w 148"/>
              <a:gd name="T73" fmla="*/ 4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8" h="129">
                <a:moveTo>
                  <a:pt x="148" y="46"/>
                </a:moveTo>
                <a:cubicBezTo>
                  <a:pt x="148" y="42"/>
                  <a:pt x="148" y="37"/>
                  <a:pt x="148" y="33"/>
                </a:cubicBezTo>
                <a:cubicBezTo>
                  <a:pt x="148" y="30"/>
                  <a:pt x="147" y="27"/>
                  <a:pt x="146" y="25"/>
                </a:cubicBezTo>
                <a:cubicBezTo>
                  <a:pt x="144" y="23"/>
                  <a:pt x="141" y="19"/>
                  <a:pt x="140" y="18"/>
                </a:cubicBezTo>
                <a:cubicBezTo>
                  <a:pt x="139" y="17"/>
                  <a:pt x="137" y="14"/>
                  <a:pt x="136" y="13"/>
                </a:cubicBezTo>
                <a:cubicBezTo>
                  <a:pt x="136" y="12"/>
                  <a:pt x="136" y="11"/>
                  <a:pt x="136" y="10"/>
                </a:cubicBezTo>
                <a:cubicBezTo>
                  <a:pt x="135" y="9"/>
                  <a:pt x="130" y="8"/>
                  <a:pt x="127" y="7"/>
                </a:cubicBezTo>
                <a:cubicBezTo>
                  <a:pt x="123" y="7"/>
                  <a:pt x="124" y="6"/>
                  <a:pt x="121" y="3"/>
                </a:cubicBezTo>
                <a:cubicBezTo>
                  <a:pt x="118" y="1"/>
                  <a:pt x="117" y="0"/>
                  <a:pt x="113" y="1"/>
                </a:cubicBezTo>
                <a:cubicBezTo>
                  <a:pt x="109" y="2"/>
                  <a:pt x="109" y="2"/>
                  <a:pt x="106" y="4"/>
                </a:cubicBezTo>
                <a:cubicBezTo>
                  <a:pt x="103" y="6"/>
                  <a:pt x="105" y="7"/>
                  <a:pt x="108" y="11"/>
                </a:cubicBezTo>
                <a:cubicBezTo>
                  <a:pt x="110" y="14"/>
                  <a:pt x="109" y="18"/>
                  <a:pt x="109" y="21"/>
                </a:cubicBezTo>
                <a:cubicBezTo>
                  <a:pt x="109" y="24"/>
                  <a:pt x="108" y="26"/>
                  <a:pt x="105" y="26"/>
                </a:cubicBezTo>
                <a:cubicBezTo>
                  <a:pt x="102" y="25"/>
                  <a:pt x="99" y="21"/>
                  <a:pt x="96" y="18"/>
                </a:cubicBezTo>
                <a:cubicBezTo>
                  <a:pt x="94" y="16"/>
                  <a:pt x="90" y="17"/>
                  <a:pt x="87" y="16"/>
                </a:cubicBezTo>
                <a:cubicBezTo>
                  <a:pt x="83" y="15"/>
                  <a:pt x="83" y="12"/>
                  <a:pt x="81" y="9"/>
                </a:cubicBezTo>
                <a:cubicBezTo>
                  <a:pt x="79" y="6"/>
                  <a:pt x="76" y="8"/>
                  <a:pt x="73" y="8"/>
                </a:cubicBezTo>
                <a:cubicBezTo>
                  <a:pt x="71" y="8"/>
                  <a:pt x="69" y="4"/>
                  <a:pt x="68" y="3"/>
                </a:cubicBezTo>
                <a:cubicBezTo>
                  <a:pt x="66" y="2"/>
                  <a:pt x="63" y="5"/>
                  <a:pt x="60" y="5"/>
                </a:cubicBezTo>
                <a:cubicBezTo>
                  <a:pt x="57" y="6"/>
                  <a:pt x="53" y="4"/>
                  <a:pt x="51" y="4"/>
                </a:cubicBezTo>
                <a:cubicBezTo>
                  <a:pt x="49" y="4"/>
                  <a:pt x="46" y="5"/>
                  <a:pt x="43" y="6"/>
                </a:cubicBezTo>
                <a:cubicBezTo>
                  <a:pt x="40" y="6"/>
                  <a:pt x="36" y="3"/>
                  <a:pt x="34" y="3"/>
                </a:cubicBezTo>
                <a:cubicBezTo>
                  <a:pt x="31" y="3"/>
                  <a:pt x="28" y="5"/>
                  <a:pt x="25" y="6"/>
                </a:cubicBezTo>
                <a:cubicBezTo>
                  <a:pt x="22" y="8"/>
                  <a:pt x="18" y="7"/>
                  <a:pt x="15" y="8"/>
                </a:cubicBezTo>
                <a:cubicBezTo>
                  <a:pt x="12" y="8"/>
                  <a:pt x="8" y="10"/>
                  <a:pt x="7" y="14"/>
                </a:cubicBezTo>
                <a:cubicBezTo>
                  <a:pt x="6" y="18"/>
                  <a:pt x="5" y="24"/>
                  <a:pt x="3" y="27"/>
                </a:cubicBezTo>
                <a:cubicBezTo>
                  <a:pt x="0" y="30"/>
                  <a:pt x="0" y="31"/>
                  <a:pt x="0" y="34"/>
                </a:cubicBezTo>
                <a:cubicBezTo>
                  <a:pt x="0" y="37"/>
                  <a:pt x="0" y="46"/>
                  <a:pt x="0" y="48"/>
                </a:cubicBezTo>
                <a:cubicBezTo>
                  <a:pt x="0" y="50"/>
                  <a:pt x="5" y="53"/>
                  <a:pt x="6" y="55"/>
                </a:cubicBezTo>
                <a:cubicBezTo>
                  <a:pt x="7" y="57"/>
                  <a:pt x="8" y="67"/>
                  <a:pt x="9" y="69"/>
                </a:cubicBezTo>
                <a:cubicBezTo>
                  <a:pt x="9" y="72"/>
                  <a:pt x="6" y="77"/>
                  <a:pt x="6" y="77"/>
                </a:cubicBezTo>
                <a:cubicBezTo>
                  <a:pt x="7" y="77"/>
                  <a:pt x="10" y="80"/>
                  <a:pt x="10" y="83"/>
                </a:cubicBezTo>
                <a:cubicBezTo>
                  <a:pt x="10" y="85"/>
                  <a:pt x="10" y="85"/>
                  <a:pt x="12" y="87"/>
                </a:cubicBezTo>
                <a:cubicBezTo>
                  <a:pt x="13" y="88"/>
                  <a:pt x="14" y="88"/>
                  <a:pt x="14" y="90"/>
                </a:cubicBezTo>
                <a:cubicBezTo>
                  <a:pt x="15" y="91"/>
                  <a:pt x="15" y="93"/>
                  <a:pt x="16" y="95"/>
                </a:cubicBezTo>
                <a:cubicBezTo>
                  <a:pt x="17" y="97"/>
                  <a:pt x="18" y="97"/>
                  <a:pt x="19" y="98"/>
                </a:cubicBezTo>
                <a:cubicBezTo>
                  <a:pt x="20" y="100"/>
                  <a:pt x="22" y="101"/>
                  <a:pt x="22" y="102"/>
                </a:cubicBezTo>
                <a:cubicBezTo>
                  <a:pt x="22" y="103"/>
                  <a:pt x="23" y="107"/>
                  <a:pt x="23" y="110"/>
                </a:cubicBezTo>
                <a:cubicBezTo>
                  <a:pt x="24" y="113"/>
                  <a:pt x="24" y="113"/>
                  <a:pt x="25" y="115"/>
                </a:cubicBezTo>
                <a:cubicBezTo>
                  <a:pt x="27" y="117"/>
                  <a:pt x="29" y="117"/>
                  <a:pt x="31" y="117"/>
                </a:cubicBezTo>
                <a:cubicBezTo>
                  <a:pt x="33" y="117"/>
                  <a:pt x="33" y="116"/>
                  <a:pt x="34" y="115"/>
                </a:cubicBezTo>
                <a:cubicBezTo>
                  <a:pt x="34" y="114"/>
                  <a:pt x="34" y="113"/>
                  <a:pt x="34" y="111"/>
                </a:cubicBezTo>
                <a:cubicBezTo>
                  <a:pt x="35" y="110"/>
                  <a:pt x="35" y="109"/>
                  <a:pt x="37" y="108"/>
                </a:cubicBezTo>
                <a:cubicBezTo>
                  <a:pt x="38" y="107"/>
                  <a:pt x="40" y="109"/>
                  <a:pt x="40" y="110"/>
                </a:cubicBezTo>
                <a:cubicBezTo>
                  <a:pt x="41" y="111"/>
                  <a:pt x="42" y="113"/>
                  <a:pt x="42" y="115"/>
                </a:cubicBezTo>
                <a:cubicBezTo>
                  <a:pt x="42" y="117"/>
                  <a:pt x="41" y="117"/>
                  <a:pt x="41" y="118"/>
                </a:cubicBezTo>
                <a:cubicBezTo>
                  <a:pt x="40" y="120"/>
                  <a:pt x="39" y="120"/>
                  <a:pt x="39" y="122"/>
                </a:cubicBezTo>
                <a:cubicBezTo>
                  <a:pt x="38" y="124"/>
                  <a:pt x="39" y="124"/>
                  <a:pt x="40" y="125"/>
                </a:cubicBezTo>
                <a:cubicBezTo>
                  <a:pt x="41" y="127"/>
                  <a:pt x="42" y="127"/>
                  <a:pt x="44" y="127"/>
                </a:cubicBezTo>
                <a:cubicBezTo>
                  <a:pt x="46" y="126"/>
                  <a:pt x="47" y="124"/>
                  <a:pt x="47" y="124"/>
                </a:cubicBezTo>
                <a:cubicBezTo>
                  <a:pt x="48" y="123"/>
                  <a:pt x="50" y="122"/>
                  <a:pt x="51" y="122"/>
                </a:cubicBezTo>
                <a:cubicBezTo>
                  <a:pt x="51" y="122"/>
                  <a:pt x="55" y="124"/>
                  <a:pt x="55" y="124"/>
                </a:cubicBezTo>
                <a:cubicBezTo>
                  <a:pt x="56" y="124"/>
                  <a:pt x="61" y="126"/>
                  <a:pt x="63" y="127"/>
                </a:cubicBezTo>
                <a:cubicBezTo>
                  <a:pt x="63" y="127"/>
                  <a:pt x="64" y="128"/>
                  <a:pt x="64" y="129"/>
                </a:cubicBezTo>
                <a:cubicBezTo>
                  <a:pt x="66" y="126"/>
                  <a:pt x="69" y="122"/>
                  <a:pt x="70" y="122"/>
                </a:cubicBezTo>
                <a:cubicBezTo>
                  <a:pt x="70" y="122"/>
                  <a:pt x="72" y="121"/>
                  <a:pt x="74" y="120"/>
                </a:cubicBezTo>
                <a:cubicBezTo>
                  <a:pt x="76" y="119"/>
                  <a:pt x="77" y="117"/>
                  <a:pt x="78" y="116"/>
                </a:cubicBezTo>
                <a:cubicBezTo>
                  <a:pt x="79" y="114"/>
                  <a:pt x="79" y="112"/>
                  <a:pt x="82" y="112"/>
                </a:cubicBezTo>
                <a:cubicBezTo>
                  <a:pt x="84" y="112"/>
                  <a:pt x="86" y="114"/>
                  <a:pt x="88" y="114"/>
                </a:cubicBezTo>
                <a:cubicBezTo>
                  <a:pt x="90" y="113"/>
                  <a:pt x="93" y="113"/>
                  <a:pt x="95" y="112"/>
                </a:cubicBezTo>
                <a:cubicBezTo>
                  <a:pt x="98" y="112"/>
                  <a:pt x="99" y="110"/>
                  <a:pt x="102" y="111"/>
                </a:cubicBezTo>
                <a:cubicBezTo>
                  <a:pt x="104" y="112"/>
                  <a:pt x="106" y="114"/>
                  <a:pt x="108" y="115"/>
                </a:cubicBezTo>
                <a:cubicBezTo>
                  <a:pt x="109" y="116"/>
                  <a:pt x="113" y="118"/>
                  <a:pt x="114" y="117"/>
                </a:cubicBezTo>
                <a:cubicBezTo>
                  <a:pt x="116" y="116"/>
                  <a:pt x="116" y="112"/>
                  <a:pt x="116" y="110"/>
                </a:cubicBezTo>
                <a:cubicBezTo>
                  <a:pt x="116" y="108"/>
                  <a:pt x="114" y="105"/>
                  <a:pt x="112" y="103"/>
                </a:cubicBezTo>
                <a:cubicBezTo>
                  <a:pt x="110" y="101"/>
                  <a:pt x="104" y="101"/>
                  <a:pt x="104" y="99"/>
                </a:cubicBezTo>
                <a:cubicBezTo>
                  <a:pt x="104" y="96"/>
                  <a:pt x="104" y="92"/>
                  <a:pt x="105" y="91"/>
                </a:cubicBezTo>
                <a:cubicBezTo>
                  <a:pt x="106" y="89"/>
                  <a:pt x="107" y="87"/>
                  <a:pt x="111" y="87"/>
                </a:cubicBezTo>
                <a:cubicBezTo>
                  <a:pt x="114" y="86"/>
                  <a:pt x="116" y="86"/>
                  <a:pt x="119" y="85"/>
                </a:cubicBezTo>
                <a:cubicBezTo>
                  <a:pt x="121" y="85"/>
                  <a:pt x="122" y="83"/>
                  <a:pt x="125" y="81"/>
                </a:cubicBezTo>
                <a:cubicBezTo>
                  <a:pt x="128" y="79"/>
                  <a:pt x="130" y="78"/>
                  <a:pt x="133" y="75"/>
                </a:cubicBezTo>
                <a:cubicBezTo>
                  <a:pt x="137" y="73"/>
                  <a:pt x="142" y="70"/>
                  <a:pt x="143" y="68"/>
                </a:cubicBezTo>
                <a:cubicBezTo>
                  <a:pt x="145" y="65"/>
                  <a:pt x="147" y="63"/>
                  <a:pt x="148" y="58"/>
                </a:cubicBezTo>
                <a:cubicBezTo>
                  <a:pt x="148" y="54"/>
                  <a:pt x="147" y="50"/>
                  <a:pt x="148" y="46"/>
                </a:cubicBezTo>
                <a:close/>
              </a:path>
            </a:pathLst>
          </a:custGeom>
          <a:solidFill>
            <a:schemeClr val="accent3"/>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 name="Freeform 23"/>
          <p:cNvSpPr>
            <a:spLocks noEditPoints="1"/>
          </p:cNvSpPr>
          <p:nvPr/>
        </p:nvSpPr>
        <p:spPr bwMode="auto">
          <a:xfrm>
            <a:off x="3771900" y="4210050"/>
            <a:ext cx="111125" cy="106363"/>
          </a:xfrm>
          <a:custGeom>
            <a:avLst/>
            <a:gdLst>
              <a:gd name="T0" fmla="*/ 22 w 29"/>
              <a:gd name="T1" fmla="*/ 9 h 28"/>
              <a:gd name="T2" fmla="*/ 21 w 29"/>
              <a:gd name="T3" fmla="*/ 1 h 28"/>
              <a:gd name="T4" fmla="*/ 22 w 29"/>
              <a:gd name="T5" fmla="*/ 2 h 28"/>
              <a:gd name="T6" fmla="*/ 25 w 29"/>
              <a:gd name="T7" fmla="*/ 3 h 28"/>
              <a:gd name="T8" fmla="*/ 26 w 29"/>
              <a:gd name="T9" fmla="*/ 1 h 28"/>
              <a:gd name="T10" fmla="*/ 27 w 29"/>
              <a:gd name="T11" fmla="*/ 1 h 28"/>
              <a:gd name="T12" fmla="*/ 28 w 29"/>
              <a:gd name="T13" fmla="*/ 3 h 28"/>
              <a:gd name="T14" fmla="*/ 29 w 29"/>
              <a:gd name="T15" fmla="*/ 11 h 28"/>
              <a:gd name="T16" fmla="*/ 24 w 29"/>
              <a:gd name="T17" fmla="*/ 14 h 28"/>
              <a:gd name="T18" fmla="*/ 22 w 29"/>
              <a:gd name="T19" fmla="*/ 9 h 28"/>
              <a:gd name="T20" fmla="*/ 5 w 29"/>
              <a:gd name="T21" fmla="*/ 22 h 28"/>
              <a:gd name="T22" fmla="*/ 8 w 29"/>
              <a:gd name="T23" fmla="*/ 27 h 28"/>
              <a:gd name="T24" fmla="*/ 14 w 29"/>
              <a:gd name="T25" fmla="*/ 19 h 28"/>
              <a:gd name="T26" fmla="*/ 14 w 29"/>
              <a:gd name="T27" fmla="*/ 11 h 28"/>
              <a:gd name="T28" fmla="*/ 13 w 29"/>
              <a:gd name="T29" fmla="*/ 0 h 28"/>
              <a:gd name="T30" fmla="*/ 12 w 29"/>
              <a:gd name="T31" fmla="*/ 0 h 28"/>
              <a:gd name="T32" fmla="*/ 10 w 29"/>
              <a:gd name="T33" fmla="*/ 1 h 28"/>
              <a:gd name="T34" fmla="*/ 9 w 29"/>
              <a:gd name="T35" fmla="*/ 2 h 28"/>
              <a:gd name="T36" fmla="*/ 7 w 29"/>
              <a:gd name="T37" fmla="*/ 3 h 28"/>
              <a:gd name="T38" fmla="*/ 0 w 29"/>
              <a:gd name="T39" fmla="*/ 9 h 28"/>
              <a:gd name="T40" fmla="*/ 2 w 29"/>
              <a:gd name="T41" fmla="*/ 13 h 28"/>
              <a:gd name="T42" fmla="*/ 5 w 29"/>
              <a:gd name="T43"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28">
                <a:moveTo>
                  <a:pt x="22" y="9"/>
                </a:moveTo>
                <a:cubicBezTo>
                  <a:pt x="22" y="8"/>
                  <a:pt x="21" y="4"/>
                  <a:pt x="21" y="1"/>
                </a:cubicBezTo>
                <a:cubicBezTo>
                  <a:pt x="22" y="1"/>
                  <a:pt x="22" y="2"/>
                  <a:pt x="22" y="2"/>
                </a:cubicBezTo>
                <a:cubicBezTo>
                  <a:pt x="23" y="3"/>
                  <a:pt x="24" y="3"/>
                  <a:pt x="25" y="3"/>
                </a:cubicBezTo>
                <a:cubicBezTo>
                  <a:pt x="26" y="2"/>
                  <a:pt x="26" y="2"/>
                  <a:pt x="26" y="1"/>
                </a:cubicBezTo>
                <a:cubicBezTo>
                  <a:pt x="26" y="0"/>
                  <a:pt x="26" y="0"/>
                  <a:pt x="27" y="1"/>
                </a:cubicBezTo>
                <a:cubicBezTo>
                  <a:pt x="27" y="1"/>
                  <a:pt x="28" y="2"/>
                  <a:pt x="28" y="3"/>
                </a:cubicBezTo>
                <a:cubicBezTo>
                  <a:pt x="29" y="5"/>
                  <a:pt x="29" y="9"/>
                  <a:pt x="29" y="11"/>
                </a:cubicBezTo>
                <a:cubicBezTo>
                  <a:pt x="29" y="12"/>
                  <a:pt x="25" y="15"/>
                  <a:pt x="24" y="14"/>
                </a:cubicBezTo>
                <a:cubicBezTo>
                  <a:pt x="23" y="14"/>
                  <a:pt x="22" y="9"/>
                  <a:pt x="22" y="9"/>
                </a:cubicBezTo>
                <a:close/>
                <a:moveTo>
                  <a:pt x="5" y="22"/>
                </a:moveTo>
                <a:cubicBezTo>
                  <a:pt x="5" y="24"/>
                  <a:pt x="6" y="28"/>
                  <a:pt x="8" y="27"/>
                </a:cubicBezTo>
                <a:cubicBezTo>
                  <a:pt x="10" y="26"/>
                  <a:pt x="14" y="21"/>
                  <a:pt x="14" y="19"/>
                </a:cubicBezTo>
                <a:cubicBezTo>
                  <a:pt x="14" y="17"/>
                  <a:pt x="14" y="13"/>
                  <a:pt x="14" y="11"/>
                </a:cubicBezTo>
                <a:cubicBezTo>
                  <a:pt x="14" y="10"/>
                  <a:pt x="14" y="5"/>
                  <a:pt x="13" y="0"/>
                </a:cubicBezTo>
                <a:cubicBezTo>
                  <a:pt x="13" y="0"/>
                  <a:pt x="13" y="0"/>
                  <a:pt x="12" y="0"/>
                </a:cubicBezTo>
                <a:cubicBezTo>
                  <a:pt x="12" y="0"/>
                  <a:pt x="11" y="1"/>
                  <a:pt x="10" y="1"/>
                </a:cubicBezTo>
                <a:cubicBezTo>
                  <a:pt x="10" y="1"/>
                  <a:pt x="9" y="2"/>
                  <a:pt x="9" y="2"/>
                </a:cubicBezTo>
                <a:cubicBezTo>
                  <a:pt x="8" y="2"/>
                  <a:pt x="8" y="3"/>
                  <a:pt x="7" y="3"/>
                </a:cubicBezTo>
                <a:cubicBezTo>
                  <a:pt x="5" y="5"/>
                  <a:pt x="3" y="7"/>
                  <a:pt x="0" y="9"/>
                </a:cubicBezTo>
                <a:cubicBezTo>
                  <a:pt x="1" y="10"/>
                  <a:pt x="2" y="11"/>
                  <a:pt x="2" y="13"/>
                </a:cubicBezTo>
                <a:cubicBezTo>
                  <a:pt x="3" y="15"/>
                  <a:pt x="4" y="20"/>
                  <a:pt x="5" y="22"/>
                </a:cubicBezTo>
                <a:close/>
              </a:path>
            </a:pathLst>
          </a:custGeom>
          <a:solidFill>
            <a:schemeClr val="accent3"/>
          </a:solidFill>
          <a:ln w="6350"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25" name="Countries"/>
          <p:cNvGrpSpPr/>
          <p:nvPr/>
        </p:nvGrpSpPr>
        <p:grpSpPr>
          <a:xfrm>
            <a:off x="584200" y="2571750"/>
            <a:ext cx="5433340" cy="3569832"/>
            <a:chOff x="584200" y="2571750"/>
            <a:chExt cx="5433340" cy="3569832"/>
          </a:xfrm>
        </p:grpSpPr>
        <p:sp>
          <p:nvSpPr>
            <p:cNvPr id="10" name="Rectangle 10"/>
            <p:cNvSpPr>
              <a:spLocks noChangeArrowheads="1"/>
            </p:cNvSpPr>
            <p:nvPr/>
          </p:nvSpPr>
          <p:spPr bwMode="auto">
            <a:xfrm>
              <a:off x="4068763" y="5926138"/>
              <a:ext cx="8207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Indonesia</a:t>
              </a:r>
              <a:endParaRPr kumimoji="0" lang="ru-RU" altLang="ru-RU" sz="1800" b="0" i="0" u="none" strike="noStrike" cap="none" normalizeH="0" baseline="0" smtClean="0">
                <a:ln>
                  <a:noFill/>
                </a:ln>
                <a:effectLst/>
              </a:endParaRPr>
            </a:p>
          </p:txBody>
        </p:sp>
        <p:sp>
          <p:nvSpPr>
            <p:cNvPr id="11" name="Rectangle 11"/>
            <p:cNvSpPr>
              <a:spLocks noChangeArrowheads="1"/>
            </p:cNvSpPr>
            <p:nvPr/>
          </p:nvSpPr>
          <p:spPr bwMode="auto">
            <a:xfrm>
              <a:off x="584200" y="2752725"/>
              <a:ext cx="8015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Myanmar</a:t>
              </a:r>
              <a:endParaRPr kumimoji="0" lang="ru-RU" altLang="ru-RU" sz="1800" b="0" i="0" u="none" strike="noStrike" cap="none" normalizeH="0" baseline="0" smtClean="0">
                <a:ln>
                  <a:noFill/>
                </a:ln>
                <a:effectLst/>
              </a:endParaRPr>
            </a:p>
          </p:txBody>
        </p:sp>
        <p:sp>
          <p:nvSpPr>
            <p:cNvPr id="12" name="Rectangle 12"/>
            <p:cNvSpPr>
              <a:spLocks noChangeArrowheads="1"/>
            </p:cNvSpPr>
            <p:nvPr/>
          </p:nvSpPr>
          <p:spPr bwMode="auto">
            <a:xfrm>
              <a:off x="5102225" y="3238500"/>
              <a:ext cx="9153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dirty="0" smtClean="0">
                  <a:ln>
                    <a:noFill/>
                  </a:ln>
                  <a:effectLst/>
                  <a:latin typeface="Open Sans" panose="020B0606030504020204" pitchFamily="34" charset="0"/>
                </a:rPr>
                <a:t>Philippines</a:t>
              </a:r>
              <a:endParaRPr kumimoji="0" lang="ru-RU" altLang="ru-RU" sz="1800" b="0" i="0" u="none" strike="noStrike" cap="none" normalizeH="0" baseline="0" dirty="0" smtClean="0">
                <a:ln>
                  <a:noFill/>
                </a:ln>
                <a:effectLst/>
              </a:endParaRPr>
            </a:p>
          </p:txBody>
        </p:sp>
        <p:sp>
          <p:nvSpPr>
            <p:cNvPr id="13" name="Rectangle 13"/>
            <p:cNvSpPr>
              <a:spLocks noChangeArrowheads="1"/>
            </p:cNvSpPr>
            <p:nvPr/>
          </p:nvSpPr>
          <p:spPr bwMode="auto">
            <a:xfrm>
              <a:off x="3038475" y="2571750"/>
              <a:ext cx="6941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dirty="0" smtClean="0">
                  <a:ln>
                    <a:noFill/>
                  </a:ln>
                  <a:effectLst/>
                  <a:latin typeface="Open Sans" panose="020B0606030504020204" pitchFamily="34" charset="0"/>
                </a:rPr>
                <a:t>Vietnam</a:t>
              </a:r>
              <a:endParaRPr kumimoji="0" lang="ru-RU" altLang="ru-RU" sz="1800" b="0" i="0" u="none" strike="noStrike" cap="none" normalizeH="0" baseline="0" dirty="0" smtClean="0">
                <a:ln>
                  <a:noFill/>
                </a:ln>
                <a:effectLst/>
              </a:endParaRPr>
            </a:p>
          </p:txBody>
        </p:sp>
        <p:sp>
          <p:nvSpPr>
            <p:cNvPr id="14" name="Rectangle 14"/>
            <p:cNvSpPr>
              <a:spLocks noChangeArrowheads="1"/>
            </p:cNvSpPr>
            <p:nvPr/>
          </p:nvSpPr>
          <p:spPr bwMode="auto">
            <a:xfrm>
              <a:off x="2725738" y="4110038"/>
              <a:ext cx="77905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500" b="0" i="0" u="none" strike="noStrike" cap="none" normalizeH="0" baseline="0" smtClean="0">
                  <a:ln>
                    <a:noFill/>
                  </a:ln>
                  <a:effectLst/>
                  <a:latin typeface="Open Sans" panose="020B0606030504020204" pitchFamily="34" charset="0"/>
                </a:rPr>
                <a:t>Malaysia</a:t>
              </a:r>
              <a:endParaRPr kumimoji="0" lang="ru-RU" altLang="ru-RU" sz="1800" b="0" i="0" u="none" strike="noStrike" cap="none" normalizeH="0" baseline="0" smtClean="0">
                <a:ln>
                  <a:noFill/>
                </a:ln>
                <a:effectLst/>
              </a:endParaRPr>
            </a:p>
          </p:txBody>
        </p:sp>
      </p:grpSp>
      <p:sp>
        <p:nvSpPr>
          <p:cNvPr id="36" name="Text Placeholder 35"/>
          <p:cNvSpPr>
            <a:spLocks noGrp="1"/>
          </p:cNvSpPr>
          <p:nvPr>
            <p:ph type="body" sz="quarter" idx="10"/>
          </p:nvPr>
        </p:nvSpPr>
        <p:spPr/>
        <p:txBody>
          <a:bodyPr>
            <a:normAutofit fontScale="92500" lnSpcReduction="10000"/>
          </a:bodyPr>
          <a:lstStyle/>
          <a:p>
            <a:pPr lvl="0">
              <a:lnSpc>
                <a:spcPct val="100000"/>
              </a:lnSpc>
              <a:spcBef>
                <a:spcPct val="0"/>
              </a:spcBef>
            </a:pPr>
            <a:r>
              <a:rPr lang="ru-RU" altLang="ru-RU" b="1" dirty="0"/>
              <a:t>Indonesia</a:t>
            </a:r>
            <a:endParaRPr lang="ru-RU" altLang="ru-RU" sz="1800" dirty="0">
              <a:latin typeface="Arial" panose="020B0604020202020204" pitchFamily="34" charset="0"/>
            </a:endParaRPr>
          </a:p>
        </p:txBody>
      </p:sp>
      <p:sp>
        <p:nvSpPr>
          <p:cNvPr id="37" name="Text Placeholder 36"/>
          <p:cNvSpPr>
            <a:spLocks noGrp="1"/>
          </p:cNvSpPr>
          <p:nvPr>
            <p:ph type="body" sz="quarter" idx="11"/>
          </p:nvPr>
        </p:nvSpPr>
        <p:spPr/>
        <p:txBody>
          <a:bodyPr>
            <a:normAutofit fontScale="92500" lnSpcReduction="10000"/>
          </a:bodyPr>
          <a:lstStyle/>
          <a:p>
            <a:pPr lvl="0">
              <a:lnSpc>
                <a:spcPct val="100000"/>
              </a:lnSpc>
              <a:spcBef>
                <a:spcPct val="0"/>
              </a:spcBef>
            </a:pPr>
            <a:r>
              <a:rPr lang="ru-RU" altLang="ru-RU" b="1" dirty="0"/>
              <a:t>Philippines</a:t>
            </a:r>
            <a:endParaRPr lang="ru-RU" altLang="ru-RU" sz="1800" dirty="0">
              <a:latin typeface="Arial" panose="020B0604020202020204" pitchFamily="34" charset="0"/>
            </a:endParaRPr>
          </a:p>
        </p:txBody>
      </p:sp>
      <p:sp>
        <p:nvSpPr>
          <p:cNvPr id="38" name="Text Placeholder 37"/>
          <p:cNvSpPr>
            <a:spLocks noGrp="1"/>
          </p:cNvSpPr>
          <p:nvPr>
            <p:ph type="body" sz="quarter" idx="12"/>
          </p:nvPr>
        </p:nvSpPr>
        <p:spPr/>
        <p:txBody>
          <a:bodyPr>
            <a:normAutofit fontScale="92500" lnSpcReduction="10000"/>
          </a:bodyPr>
          <a:lstStyle/>
          <a:p>
            <a:pPr lvl="0">
              <a:lnSpc>
                <a:spcPct val="100000"/>
              </a:lnSpc>
              <a:spcBef>
                <a:spcPct val="0"/>
              </a:spcBef>
            </a:pPr>
            <a:r>
              <a:rPr lang="ru-RU" altLang="ru-RU" b="1" dirty="0"/>
              <a:t>Malaysia</a:t>
            </a:r>
            <a:endParaRPr lang="ru-RU" altLang="ru-RU" sz="1800" dirty="0">
              <a:latin typeface="Arial" panose="020B0604020202020204" pitchFamily="34" charset="0"/>
            </a:endParaRPr>
          </a:p>
        </p:txBody>
      </p:sp>
      <p:sp>
        <p:nvSpPr>
          <p:cNvPr id="39" name="Text Placeholder 38"/>
          <p:cNvSpPr>
            <a:spLocks noGrp="1"/>
          </p:cNvSpPr>
          <p:nvPr>
            <p:ph type="body" sz="quarter" idx="14"/>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40" name="Text Placeholder 39"/>
          <p:cNvSpPr>
            <a:spLocks noGrp="1"/>
          </p:cNvSpPr>
          <p:nvPr>
            <p:ph type="body" sz="quarter" idx="15"/>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altLang="ru-RU" dirty="0">
              <a:latin typeface="Open Sans" panose="020B0606030504020204" pitchFamily="34" charset="0"/>
              <a:cs typeface="Open Sans" panose="020B0606030504020204" pitchFamily="34" charset="0"/>
            </a:endParaRPr>
          </a:p>
        </p:txBody>
      </p:sp>
      <p:sp>
        <p:nvSpPr>
          <p:cNvPr id="41" name="Text Placeholder 40"/>
          <p:cNvSpPr>
            <a:spLocks noGrp="1"/>
          </p:cNvSpPr>
          <p:nvPr>
            <p:ph type="body" sz="quarter" idx="18"/>
          </p:nvPr>
        </p:nvSpPr>
        <p:spPr>
          <a:xfrm>
            <a:off x="4481830" y="349250"/>
            <a:ext cx="3694430" cy="540067"/>
          </a:xfrm>
        </p:spPr>
        <p:txBody>
          <a:bodyPr/>
          <a:lstStyle/>
          <a:p>
            <a:pPr lvl="0">
              <a:lnSpc>
                <a:spcPct val="100000"/>
              </a:lnSpc>
              <a:spcBef>
                <a:spcPct val="0"/>
              </a:spcBef>
            </a:pPr>
            <a:r>
              <a:rPr lang="ru-RU" altLang="ru-RU" dirty="0"/>
              <a:t>SOUTHEAST ASIA</a:t>
            </a:r>
            <a:endParaRPr lang="ru-RU" altLang="ru-RU" sz="1800" b="0" dirty="0">
              <a:latin typeface="Arial" panose="020B0604020202020204" pitchFamily="34" charset="0"/>
            </a:endParaRPr>
          </a:p>
        </p:txBody>
      </p:sp>
      <p:sp>
        <p:nvSpPr>
          <p:cNvPr id="42" name="Text Placeholder 41"/>
          <p:cNvSpPr>
            <a:spLocks noGrp="1"/>
          </p:cNvSpPr>
          <p:nvPr>
            <p:ph type="body" sz="quarter" idx="19"/>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38198263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7000">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14:bounceEnd="67000">
                                          <p:cBhvr additive="base">
                                            <p:cTn id="7" dur="1000" fill="hold"/>
                                            <p:tgtEl>
                                              <p:spTgt spid="21"/>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1"/>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7000">
                                      <p:stCondLst>
                                        <p:cond delay="100"/>
                                      </p:stCondLst>
                                      <p:childTnLst>
                                        <p:set>
                                          <p:cBhvr>
                                            <p:cTn id="10" dur="1" fill="hold">
                                              <p:stCondLst>
                                                <p:cond delay="0"/>
                                              </p:stCondLst>
                                            </p:cTn>
                                            <p:tgtEl>
                                              <p:spTgt spid="19"/>
                                            </p:tgtEl>
                                            <p:attrNameLst>
                                              <p:attrName>style.visibility</p:attrName>
                                            </p:attrNameLst>
                                          </p:cBhvr>
                                          <p:to>
                                            <p:strVal val="visible"/>
                                          </p:to>
                                        </p:set>
                                        <p:anim calcmode="lin" valueType="num" p14:bounceEnd="67000">
                                          <p:cBhvr additive="base">
                                            <p:cTn id="11" dur="1000" fill="hold"/>
                                            <p:tgtEl>
                                              <p:spTgt spid="19"/>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7000">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14:bounceEnd="67000">
                                          <p:cBhvr additive="base">
                                            <p:cTn id="15" dur="1000" fill="hold"/>
                                            <p:tgtEl>
                                              <p:spTgt spid="23"/>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23"/>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7000">
                                      <p:stCondLst>
                                        <p:cond delay="300"/>
                                      </p:stCondLst>
                                      <p:childTnLst>
                                        <p:set>
                                          <p:cBhvr>
                                            <p:cTn id="18" dur="1" fill="hold">
                                              <p:stCondLst>
                                                <p:cond delay="0"/>
                                              </p:stCondLst>
                                            </p:cTn>
                                            <p:tgtEl>
                                              <p:spTgt spid="17"/>
                                            </p:tgtEl>
                                            <p:attrNameLst>
                                              <p:attrName>style.visibility</p:attrName>
                                            </p:attrNameLst>
                                          </p:cBhvr>
                                          <p:to>
                                            <p:strVal val="visible"/>
                                          </p:to>
                                        </p:set>
                                        <p:anim calcmode="lin" valueType="num" p14:bounceEnd="67000">
                                          <p:cBhvr additive="base">
                                            <p:cTn id="19" dur="1000" fill="hold"/>
                                            <p:tgtEl>
                                              <p:spTgt spid="17"/>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7"/>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14:presetBounceEnd="67000">
                                      <p:stCondLst>
                                        <p:cond delay="400"/>
                                      </p:stCondLst>
                                      <p:childTnLst>
                                        <p:set>
                                          <p:cBhvr>
                                            <p:cTn id="22" dur="1" fill="hold">
                                              <p:stCondLst>
                                                <p:cond delay="0"/>
                                              </p:stCondLst>
                                            </p:cTn>
                                            <p:tgtEl>
                                              <p:spTgt spid="22"/>
                                            </p:tgtEl>
                                            <p:attrNameLst>
                                              <p:attrName>style.visibility</p:attrName>
                                            </p:attrNameLst>
                                          </p:cBhvr>
                                          <p:to>
                                            <p:strVal val="visible"/>
                                          </p:to>
                                        </p:set>
                                        <p:anim calcmode="lin" valueType="num" p14:bounceEnd="67000">
                                          <p:cBhvr additive="base">
                                            <p:cTn id="23" dur="1000" fill="hold"/>
                                            <p:tgtEl>
                                              <p:spTgt spid="22"/>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22"/>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14:presetBounceEnd="67000">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14:bounceEnd="67000">
                                          <p:cBhvr additive="base">
                                            <p:cTn id="27" dur="1000" fill="hold"/>
                                            <p:tgtEl>
                                              <p:spTgt spid="15"/>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15"/>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14:presetBounceEnd="67000">
                                      <p:stCondLst>
                                        <p:cond delay="600"/>
                                      </p:stCondLst>
                                      <p:childTnLst>
                                        <p:set>
                                          <p:cBhvr>
                                            <p:cTn id="30" dur="1" fill="hold">
                                              <p:stCondLst>
                                                <p:cond delay="0"/>
                                              </p:stCondLst>
                                            </p:cTn>
                                            <p:tgtEl>
                                              <p:spTgt spid="16"/>
                                            </p:tgtEl>
                                            <p:attrNameLst>
                                              <p:attrName>style.visibility</p:attrName>
                                            </p:attrNameLst>
                                          </p:cBhvr>
                                          <p:to>
                                            <p:strVal val="visible"/>
                                          </p:to>
                                        </p:set>
                                        <p:anim calcmode="lin" valueType="num" p14:bounceEnd="67000">
                                          <p:cBhvr additive="base">
                                            <p:cTn id="31" dur="1000" fill="hold"/>
                                            <p:tgtEl>
                                              <p:spTgt spid="16"/>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16"/>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14:presetBounceEnd="67000">
                                      <p:stCondLst>
                                        <p:cond delay="700"/>
                                      </p:stCondLst>
                                      <p:childTnLst>
                                        <p:set>
                                          <p:cBhvr>
                                            <p:cTn id="34" dur="1" fill="hold">
                                              <p:stCondLst>
                                                <p:cond delay="0"/>
                                              </p:stCondLst>
                                            </p:cTn>
                                            <p:tgtEl>
                                              <p:spTgt spid="20"/>
                                            </p:tgtEl>
                                            <p:attrNameLst>
                                              <p:attrName>style.visibility</p:attrName>
                                            </p:attrNameLst>
                                          </p:cBhvr>
                                          <p:to>
                                            <p:strVal val="visible"/>
                                          </p:to>
                                        </p:set>
                                        <p:anim calcmode="lin" valueType="num" p14:bounceEnd="67000">
                                          <p:cBhvr additive="base">
                                            <p:cTn id="35" dur="1000" fill="hold"/>
                                            <p:tgtEl>
                                              <p:spTgt spid="20"/>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20"/>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14:presetBounceEnd="67000">
                                      <p:stCondLst>
                                        <p:cond delay="800"/>
                                      </p:stCondLst>
                                      <p:childTnLst>
                                        <p:set>
                                          <p:cBhvr>
                                            <p:cTn id="38" dur="1" fill="hold">
                                              <p:stCondLst>
                                                <p:cond delay="0"/>
                                              </p:stCondLst>
                                            </p:cTn>
                                            <p:tgtEl>
                                              <p:spTgt spid="18"/>
                                            </p:tgtEl>
                                            <p:attrNameLst>
                                              <p:attrName>style.visibility</p:attrName>
                                            </p:attrNameLst>
                                          </p:cBhvr>
                                          <p:to>
                                            <p:strVal val="visible"/>
                                          </p:to>
                                        </p:set>
                                        <p:anim calcmode="lin" valueType="num" p14:bounceEnd="67000">
                                          <p:cBhvr additive="base">
                                            <p:cTn id="39" dur="1000" fill="hold"/>
                                            <p:tgtEl>
                                              <p:spTgt spid="18"/>
                                            </p:tgtEl>
                                            <p:attrNameLst>
                                              <p:attrName>ppt_x</p:attrName>
                                            </p:attrNameLst>
                                          </p:cBhvr>
                                          <p:tavLst>
                                            <p:tav tm="0">
                                              <p:val>
                                                <p:strVal val="#ppt_x"/>
                                              </p:val>
                                            </p:tav>
                                            <p:tav tm="100000">
                                              <p:val>
                                                <p:strVal val="#ppt_x"/>
                                              </p:val>
                                            </p:tav>
                                          </p:tavLst>
                                        </p:anim>
                                        <p:anim calcmode="lin" valueType="num" p14:bounceEnd="67000">
                                          <p:cBhvr additive="base">
                                            <p:cTn id="40" dur="1000" fill="hold"/>
                                            <p:tgtEl>
                                              <p:spTgt spid="18"/>
                                            </p:tgtEl>
                                            <p:attrNameLst>
                                              <p:attrName>ppt_y</p:attrName>
                                            </p:attrNameLst>
                                          </p:cBhvr>
                                          <p:tavLst>
                                            <p:tav tm="0">
                                              <p:val>
                                                <p:strVal val="0-#ppt_h/2"/>
                                              </p:val>
                                            </p:tav>
                                            <p:tav tm="100000">
                                              <p:val>
                                                <p:strVal val="#ppt_y"/>
                                              </p:val>
                                            </p:tav>
                                          </p:tavLst>
                                        </p:anim>
                                      </p:childTnLst>
                                    </p:cTn>
                                  </p:par>
                                  <p:par>
                                    <p:cTn id="41" presetID="53" presetClass="entr" presetSubtype="16" fill="hold" nodeType="withEffect">
                                      <p:stCondLst>
                                        <p:cond delay="150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par>
                                    <p:cTn id="46" presetID="2" presetClass="entr" presetSubtype="2" fill="hold" grpId="0" nodeType="withEffect" p14:presetBounceEnd="70000">
                                      <p:stCondLst>
                                        <p:cond delay="1750"/>
                                      </p:stCondLst>
                                      <p:childTnLst>
                                        <p:set>
                                          <p:cBhvr>
                                            <p:cTn id="47" dur="1" fill="hold">
                                              <p:stCondLst>
                                                <p:cond delay="0"/>
                                              </p:stCondLst>
                                            </p:cTn>
                                            <p:tgtEl>
                                              <p:spTgt spid="36">
                                                <p:txEl>
                                                  <p:pRg st="0" end="0"/>
                                                </p:txEl>
                                              </p:spTgt>
                                            </p:tgtEl>
                                            <p:attrNameLst>
                                              <p:attrName>style.visibility</p:attrName>
                                            </p:attrNameLst>
                                          </p:cBhvr>
                                          <p:to>
                                            <p:strVal val="visible"/>
                                          </p:to>
                                        </p:set>
                                        <p:anim calcmode="lin" valueType="num" p14:bounceEnd="70000">
                                          <p:cBhvr additive="base">
                                            <p:cTn id="48" dur="1000" fill="hold"/>
                                            <p:tgtEl>
                                              <p:spTgt spid="36">
                                                <p:txEl>
                                                  <p:pRg st="0" end="0"/>
                                                </p:txEl>
                                              </p:spTgt>
                                            </p:tgtEl>
                                            <p:attrNameLst>
                                              <p:attrName>ppt_x</p:attrName>
                                            </p:attrNameLst>
                                          </p:cBhvr>
                                          <p:tavLst>
                                            <p:tav tm="0">
                                              <p:val>
                                                <p:strVal val="1+#ppt_w/2"/>
                                              </p:val>
                                            </p:tav>
                                            <p:tav tm="100000">
                                              <p:val>
                                                <p:strVal val="#ppt_x"/>
                                              </p:val>
                                            </p:tav>
                                          </p:tavLst>
                                        </p:anim>
                                        <p:anim calcmode="lin" valueType="num" p14:bounceEnd="70000">
                                          <p:cBhvr additive="base">
                                            <p:cTn id="49" dur="1000" fill="hold"/>
                                            <p:tgtEl>
                                              <p:spTgt spid="36">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2" fill="hold" grpId="0" nodeType="withEffect" p14:presetBounceEnd="70000">
                                      <p:stCondLst>
                                        <p:cond delay="1750"/>
                                      </p:stCondLst>
                                      <p:childTnLst>
                                        <p:set>
                                          <p:cBhvr>
                                            <p:cTn id="51" dur="1" fill="hold">
                                              <p:stCondLst>
                                                <p:cond delay="0"/>
                                              </p:stCondLst>
                                            </p:cTn>
                                            <p:tgtEl>
                                              <p:spTgt spid="37">
                                                <p:txEl>
                                                  <p:pRg st="0" end="0"/>
                                                </p:txEl>
                                              </p:spTgt>
                                            </p:tgtEl>
                                            <p:attrNameLst>
                                              <p:attrName>style.visibility</p:attrName>
                                            </p:attrNameLst>
                                          </p:cBhvr>
                                          <p:to>
                                            <p:strVal val="visible"/>
                                          </p:to>
                                        </p:set>
                                        <p:anim calcmode="lin" valueType="num" p14:bounceEnd="70000">
                                          <p:cBhvr additive="base">
                                            <p:cTn id="52" dur="1000" fill="hold"/>
                                            <p:tgtEl>
                                              <p:spTgt spid="37">
                                                <p:txEl>
                                                  <p:pRg st="0" end="0"/>
                                                </p:txEl>
                                              </p:spTgt>
                                            </p:tgtEl>
                                            <p:attrNameLst>
                                              <p:attrName>ppt_x</p:attrName>
                                            </p:attrNameLst>
                                          </p:cBhvr>
                                          <p:tavLst>
                                            <p:tav tm="0">
                                              <p:val>
                                                <p:strVal val="1+#ppt_w/2"/>
                                              </p:val>
                                            </p:tav>
                                            <p:tav tm="100000">
                                              <p:val>
                                                <p:strVal val="#ppt_x"/>
                                              </p:val>
                                            </p:tav>
                                          </p:tavLst>
                                        </p:anim>
                                        <p:anim calcmode="lin" valueType="num" p14:bounceEnd="70000">
                                          <p:cBhvr additive="base">
                                            <p:cTn id="53" dur="1000" fill="hold"/>
                                            <p:tgtEl>
                                              <p:spTgt spid="37">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14:presetBounceEnd="70000">
                                      <p:stCondLst>
                                        <p:cond delay="1750"/>
                                      </p:stCondLst>
                                      <p:childTnLst>
                                        <p:set>
                                          <p:cBhvr>
                                            <p:cTn id="55" dur="1" fill="hold">
                                              <p:stCondLst>
                                                <p:cond delay="0"/>
                                              </p:stCondLst>
                                            </p:cTn>
                                            <p:tgtEl>
                                              <p:spTgt spid="38">
                                                <p:txEl>
                                                  <p:pRg st="0" end="0"/>
                                                </p:txEl>
                                              </p:spTgt>
                                            </p:tgtEl>
                                            <p:attrNameLst>
                                              <p:attrName>style.visibility</p:attrName>
                                            </p:attrNameLst>
                                          </p:cBhvr>
                                          <p:to>
                                            <p:strVal val="visible"/>
                                          </p:to>
                                        </p:set>
                                        <p:anim calcmode="lin" valueType="num" p14:bounceEnd="70000">
                                          <p:cBhvr additive="base">
                                            <p:cTn id="56" dur="1000" fill="hold"/>
                                            <p:tgtEl>
                                              <p:spTgt spid="38">
                                                <p:txEl>
                                                  <p:pRg st="0" end="0"/>
                                                </p:txEl>
                                              </p:spTgt>
                                            </p:tgtEl>
                                            <p:attrNameLst>
                                              <p:attrName>ppt_x</p:attrName>
                                            </p:attrNameLst>
                                          </p:cBhvr>
                                          <p:tavLst>
                                            <p:tav tm="0">
                                              <p:val>
                                                <p:strVal val="1+#ppt_w/2"/>
                                              </p:val>
                                            </p:tav>
                                            <p:tav tm="100000">
                                              <p:val>
                                                <p:strVal val="#ppt_x"/>
                                              </p:val>
                                            </p:tav>
                                          </p:tavLst>
                                        </p:anim>
                                        <p:anim calcmode="lin" valueType="num" p14:bounceEnd="70000">
                                          <p:cBhvr additive="base">
                                            <p:cTn id="57" dur="1000" fill="hold"/>
                                            <p:tgtEl>
                                              <p:spTgt spid="38">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14:presetBounceEnd="70000">
                                      <p:stCondLst>
                                        <p:cond delay="1750"/>
                                      </p:stCondLst>
                                      <p:childTnLst>
                                        <p:set>
                                          <p:cBhvr>
                                            <p:cTn id="59" dur="1" fill="hold">
                                              <p:stCondLst>
                                                <p:cond delay="0"/>
                                              </p:stCondLst>
                                            </p:cTn>
                                            <p:tgtEl>
                                              <p:spTgt spid="39">
                                                <p:txEl>
                                                  <p:pRg st="0" end="0"/>
                                                </p:txEl>
                                              </p:spTgt>
                                            </p:tgtEl>
                                            <p:attrNameLst>
                                              <p:attrName>style.visibility</p:attrName>
                                            </p:attrNameLst>
                                          </p:cBhvr>
                                          <p:to>
                                            <p:strVal val="visible"/>
                                          </p:to>
                                        </p:set>
                                        <p:anim calcmode="lin" valueType="num" p14:bounceEnd="70000">
                                          <p:cBhvr additive="base">
                                            <p:cTn id="60" dur="1000" fill="hold"/>
                                            <p:tgtEl>
                                              <p:spTgt spid="39">
                                                <p:txEl>
                                                  <p:pRg st="0" end="0"/>
                                                </p:txEl>
                                              </p:spTgt>
                                            </p:tgtEl>
                                            <p:attrNameLst>
                                              <p:attrName>ppt_x</p:attrName>
                                            </p:attrNameLst>
                                          </p:cBhvr>
                                          <p:tavLst>
                                            <p:tav tm="0">
                                              <p:val>
                                                <p:strVal val="1+#ppt_w/2"/>
                                              </p:val>
                                            </p:tav>
                                            <p:tav tm="100000">
                                              <p:val>
                                                <p:strVal val="#ppt_x"/>
                                              </p:val>
                                            </p:tav>
                                          </p:tavLst>
                                        </p:anim>
                                        <p:anim calcmode="lin" valueType="num" p14:bounceEnd="70000">
                                          <p:cBhvr additive="base">
                                            <p:cTn id="61" dur="1000" fill="hold"/>
                                            <p:tgtEl>
                                              <p:spTgt spid="39">
                                                <p:txEl>
                                                  <p:pRg st="0" end="0"/>
                                                </p:txEl>
                                              </p:spTgt>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14:presetBounceEnd="70000">
                                      <p:stCondLst>
                                        <p:cond delay="1750"/>
                                      </p:stCondLst>
                                      <p:childTnLst>
                                        <p:set>
                                          <p:cBhvr>
                                            <p:cTn id="63" dur="1" fill="hold">
                                              <p:stCondLst>
                                                <p:cond delay="0"/>
                                              </p:stCondLst>
                                            </p:cTn>
                                            <p:tgtEl>
                                              <p:spTgt spid="40">
                                                <p:txEl>
                                                  <p:pRg st="0" end="0"/>
                                                </p:txEl>
                                              </p:spTgt>
                                            </p:tgtEl>
                                            <p:attrNameLst>
                                              <p:attrName>style.visibility</p:attrName>
                                            </p:attrNameLst>
                                          </p:cBhvr>
                                          <p:to>
                                            <p:strVal val="visible"/>
                                          </p:to>
                                        </p:set>
                                        <p:anim calcmode="lin" valueType="num" p14:bounceEnd="70000">
                                          <p:cBhvr additive="base">
                                            <p:cTn id="6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14:bounceEnd="70000">
                                          <p:cBhvr additive="base">
                                            <p:cTn id="6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66" presetID="2" presetClass="entr" presetSubtype="2" fill="hold" grpId="0" nodeType="withEffect" p14:presetBounceEnd="70000">
                                      <p:stCondLst>
                                        <p:cond delay="1750"/>
                                      </p:stCondLst>
                                      <p:childTnLst>
                                        <p:set>
                                          <p:cBhvr>
                                            <p:cTn id="67" dur="1" fill="hold">
                                              <p:stCondLst>
                                                <p:cond delay="0"/>
                                              </p:stCondLst>
                                            </p:cTn>
                                            <p:tgtEl>
                                              <p:spTgt spid="42">
                                                <p:txEl>
                                                  <p:pRg st="0" end="0"/>
                                                </p:txEl>
                                              </p:spTgt>
                                            </p:tgtEl>
                                            <p:attrNameLst>
                                              <p:attrName>style.visibility</p:attrName>
                                            </p:attrNameLst>
                                          </p:cBhvr>
                                          <p:to>
                                            <p:strVal val="visible"/>
                                          </p:to>
                                        </p:set>
                                        <p:anim calcmode="lin" valueType="num" p14:bounceEnd="70000">
                                          <p:cBhvr additive="base">
                                            <p:cTn id="68" dur="1000" fill="hold"/>
                                            <p:tgtEl>
                                              <p:spTgt spid="42">
                                                <p:txEl>
                                                  <p:pRg st="0" end="0"/>
                                                </p:txEl>
                                              </p:spTgt>
                                            </p:tgtEl>
                                            <p:attrNameLst>
                                              <p:attrName>ppt_x</p:attrName>
                                            </p:attrNameLst>
                                          </p:cBhvr>
                                          <p:tavLst>
                                            <p:tav tm="0">
                                              <p:val>
                                                <p:strVal val="1+#ppt_w/2"/>
                                              </p:val>
                                            </p:tav>
                                            <p:tav tm="100000">
                                              <p:val>
                                                <p:strVal val="#ppt_x"/>
                                              </p:val>
                                            </p:tav>
                                          </p:tavLst>
                                        </p:anim>
                                        <p:anim calcmode="lin" valueType="num" p14:bounceEnd="70000">
                                          <p:cBhvr additive="base">
                                            <p:cTn id="69" dur="1000" fill="hold"/>
                                            <p:tgtEl>
                                              <p:spTgt spid="42">
                                                <p:txEl>
                                                  <p:pRg st="0" end="0"/>
                                                </p:txEl>
                                              </p:spTgt>
                                            </p:tgtEl>
                                            <p:attrNameLst>
                                              <p:attrName>ppt_y</p:attrName>
                                            </p:attrNameLst>
                                          </p:cBhvr>
                                          <p:tavLst>
                                            <p:tav tm="0">
                                              <p:val>
                                                <p:strVal val="#ppt_y"/>
                                              </p:val>
                                            </p:tav>
                                            <p:tav tm="100000">
                                              <p:val>
                                                <p:strVal val="#ppt_y"/>
                                              </p:val>
                                            </p:tav>
                                          </p:tavLst>
                                        </p:anim>
                                      </p:childTnLst>
                                    </p:cTn>
                                  </p:par>
                                  <p:par>
                                    <p:cTn id="70" presetID="47" presetClass="entr" presetSubtype="0" fill="hold" grpId="0" nodeType="withEffect">
                                      <p:stCondLst>
                                        <p:cond delay="2000"/>
                                      </p:stCondLst>
                                      <p:childTnLst>
                                        <p:set>
                                          <p:cBhvr>
                                            <p:cTn id="71" dur="1" fill="hold">
                                              <p:stCondLst>
                                                <p:cond delay="0"/>
                                              </p:stCondLst>
                                            </p:cTn>
                                            <p:tgtEl>
                                              <p:spTgt spid="41">
                                                <p:txEl>
                                                  <p:pRg st="0" end="0"/>
                                                </p:txEl>
                                              </p:spTgt>
                                            </p:tgtEl>
                                            <p:attrNameLst>
                                              <p:attrName>style.visibility</p:attrName>
                                            </p:attrNameLst>
                                          </p:cBhvr>
                                          <p:to>
                                            <p:strVal val="visible"/>
                                          </p:to>
                                        </p:set>
                                        <p:animEffect transition="in" filter="fade">
                                          <p:cBhvr>
                                            <p:cTn id="72" dur="1000"/>
                                            <p:tgtEl>
                                              <p:spTgt spid="41">
                                                <p:txEl>
                                                  <p:pRg st="0" end="0"/>
                                                </p:txEl>
                                              </p:spTgt>
                                            </p:tgtEl>
                                          </p:cBhvr>
                                        </p:animEffect>
                                        <p:anim calcmode="lin" valueType="num">
                                          <p:cBhvr>
                                            <p:cTn id="73" dur="10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4" dur="100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1" grpId="0" animBg="1"/>
          <p:bldP spid="22" grpId="0" animBg="1"/>
          <p:bldP spid="23" grpId="0" animBg="1"/>
          <p:bldP spid="36" grpId="0" build="p"/>
          <p:bldP spid="37" grpId="0" build="p"/>
          <p:bldP spid="38" grpId="0" build="p"/>
          <p:bldP spid="39" grpId="0" build="p"/>
          <p:bldP spid="40" grpId="0" build="p"/>
          <p:bldP spid="41" grpId="0" build="p"/>
          <p:bldP spid="42"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ppt_x"/>
                                              </p:val>
                                            </p:tav>
                                            <p:tav tm="100000">
                                              <p:val>
                                                <p:strVal val="#ppt_x"/>
                                              </p:val>
                                            </p:tav>
                                          </p:tavLst>
                                        </p:anim>
                                        <p:anim calcmode="lin" valueType="num">
                                          <p:cBhvr additive="base">
                                            <p:cTn id="8" dur="1000" fill="hold"/>
                                            <p:tgtEl>
                                              <p:spTgt spid="21"/>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000" fill="hold"/>
                                            <p:tgtEl>
                                              <p:spTgt spid="19"/>
                                            </p:tgtEl>
                                            <p:attrNameLst>
                                              <p:attrName>ppt_x</p:attrName>
                                            </p:attrNameLst>
                                          </p:cBhvr>
                                          <p:tavLst>
                                            <p:tav tm="0">
                                              <p:val>
                                                <p:strVal val="#ppt_x"/>
                                              </p:val>
                                            </p:tav>
                                            <p:tav tm="100000">
                                              <p:val>
                                                <p:strVal val="#ppt_x"/>
                                              </p:val>
                                            </p:tav>
                                          </p:tavLst>
                                        </p:anim>
                                        <p:anim calcmode="lin" valueType="num">
                                          <p:cBhvr additive="base">
                                            <p:cTn id="12" dur="100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ppt_x"/>
                                              </p:val>
                                            </p:tav>
                                            <p:tav tm="100000">
                                              <p:val>
                                                <p:strVal val="#ppt_x"/>
                                              </p:val>
                                            </p:tav>
                                          </p:tavLst>
                                        </p:anim>
                                        <p:anim calcmode="lin" valueType="num">
                                          <p:cBhvr additive="base">
                                            <p:cTn id="16" dur="1000" fill="hold"/>
                                            <p:tgtEl>
                                              <p:spTgt spid="23"/>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000" fill="hold"/>
                                            <p:tgtEl>
                                              <p:spTgt spid="17"/>
                                            </p:tgtEl>
                                            <p:attrNameLst>
                                              <p:attrName>ppt_x</p:attrName>
                                            </p:attrNameLst>
                                          </p:cBhvr>
                                          <p:tavLst>
                                            <p:tav tm="0">
                                              <p:val>
                                                <p:strVal val="#ppt_x"/>
                                              </p:val>
                                            </p:tav>
                                            <p:tav tm="100000">
                                              <p:val>
                                                <p:strVal val="#ppt_x"/>
                                              </p:val>
                                            </p:tav>
                                          </p:tavLst>
                                        </p:anim>
                                        <p:anim calcmode="lin" valueType="num">
                                          <p:cBhvr additive="base">
                                            <p:cTn id="20" dur="1000" fill="hold"/>
                                            <p:tgtEl>
                                              <p:spTgt spid="17"/>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40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1000" fill="hold"/>
                                            <p:tgtEl>
                                              <p:spTgt spid="22"/>
                                            </p:tgtEl>
                                            <p:attrNameLst>
                                              <p:attrName>ppt_x</p:attrName>
                                            </p:attrNameLst>
                                          </p:cBhvr>
                                          <p:tavLst>
                                            <p:tav tm="0">
                                              <p:val>
                                                <p:strVal val="#ppt_x"/>
                                              </p:val>
                                            </p:tav>
                                            <p:tav tm="100000">
                                              <p:val>
                                                <p:strVal val="#ppt_x"/>
                                              </p:val>
                                            </p:tav>
                                          </p:tavLst>
                                        </p:anim>
                                        <p:anim calcmode="lin" valueType="num">
                                          <p:cBhvr additive="base">
                                            <p:cTn id="24" dur="1000" fill="hold"/>
                                            <p:tgtEl>
                                              <p:spTgt spid="22"/>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000" fill="hold"/>
                                            <p:tgtEl>
                                              <p:spTgt spid="15"/>
                                            </p:tgtEl>
                                            <p:attrNameLst>
                                              <p:attrName>ppt_x</p:attrName>
                                            </p:attrNameLst>
                                          </p:cBhvr>
                                          <p:tavLst>
                                            <p:tav tm="0">
                                              <p:val>
                                                <p:strVal val="#ppt_x"/>
                                              </p:val>
                                            </p:tav>
                                            <p:tav tm="100000">
                                              <p:val>
                                                <p:strVal val="#ppt_x"/>
                                              </p:val>
                                            </p:tav>
                                          </p:tavLst>
                                        </p:anim>
                                        <p:anim calcmode="lin" valueType="num">
                                          <p:cBhvr additive="base">
                                            <p:cTn id="28" dur="1000" fill="hold"/>
                                            <p:tgtEl>
                                              <p:spTgt spid="15"/>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6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000" fill="hold"/>
                                            <p:tgtEl>
                                              <p:spTgt spid="16"/>
                                            </p:tgtEl>
                                            <p:attrNameLst>
                                              <p:attrName>ppt_x</p:attrName>
                                            </p:attrNameLst>
                                          </p:cBhvr>
                                          <p:tavLst>
                                            <p:tav tm="0">
                                              <p:val>
                                                <p:strVal val="#ppt_x"/>
                                              </p:val>
                                            </p:tav>
                                            <p:tav tm="100000">
                                              <p:val>
                                                <p:strVal val="#ppt_x"/>
                                              </p:val>
                                            </p:tav>
                                          </p:tavLst>
                                        </p:anim>
                                        <p:anim calcmode="lin" valueType="num">
                                          <p:cBhvr additive="base">
                                            <p:cTn id="32" dur="1000" fill="hold"/>
                                            <p:tgtEl>
                                              <p:spTgt spid="16"/>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70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1000" fill="hold"/>
                                            <p:tgtEl>
                                              <p:spTgt spid="20"/>
                                            </p:tgtEl>
                                            <p:attrNameLst>
                                              <p:attrName>ppt_x</p:attrName>
                                            </p:attrNameLst>
                                          </p:cBhvr>
                                          <p:tavLst>
                                            <p:tav tm="0">
                                              <p:val>
                                                <p:strVal val="#ppt_x"/>
                                              </p:val>
                                            </p:tav>
                                            <p:tav tm="100000">
                                              <p:val>
                                                <p:strVal val="#ppt_x"/>
                                              </p:val>
                                            </p:tav>
                                          </p:tavLst>
                                        </p:anim>
                                        <p:anim calcmode="lin" valueType="num">
                                          <p:cBhvr additive="base">
                                            <p:cTn id="36" dur="1000" fill="hold"/>
                                            <p:tgtEl>
                                              <p:spTgt spid="20"/>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stCondLst>
                                        <p:cond delay="800"/>
                                      </p:stCondLst>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1000" fill="hold"/>
                                            <p:tgtEl>
                                              <p:spTgt spid="18"/>
                                            </p:tgtEl>
                                            <p:attrNameLst>
                                              <p:attrName>ppt_x</p:attrName>
                                            </p:attrNameLst>
                                          </p:cBhvr>
                                          <p:tavLst>
                                            <p:tav tm="0">
                                              <p:val>
                                                <p:strVal val="#ppt_x"/>
                                              </p:val>
                                            </p:tav>
                                            <p:tav tm="100000">
                                              <p:val>
                                                <p:strVal val="#ppt_x"/>
                                              </p:val>
                                            </p:tav>
                                          </p:tavLst>
                                        </p:anim>
                                        <p:anim calcmode="lin" valueType="num">
                                          <p:cBhvr additive="base">
                                            <p:cTn id="40" dur="1000" fill="hold"/>
                                            <p:tgtEl>
                                              <p:spTgt spid="18"/>
                                            </p:tgtEl>
                                            <p:attrNameLst>
                                              <p:attrName>ppt_y</p:attrName>
                                            </p:attrNameLst>
                                          </p:cBhvr>
                                          <p:tavLst>
                                            <p:tav tm="0">
                                              <p:val>
                                                <p:strVal val="0-#ppt_h/2"/>
                                              </p:val>
                                            </p:tav>
                                            <p:tav tm="100000">
                                              <p:val>
                                                <p:strVal val="#ppt_y"/>
                                              </p:val>
                                            </p:tav>
                                          </p:tavLst>
                                        </p:anim>
                                      </p:childTnLst>
                                    </p:cTn>
                                  </p:par>
                                  <p:par>
                                    <p:cTn id="41" presetID="53" presetClass="entr" presetSubtype="16" fill="hold" nodeType="withEffect">
                                      <p:stCondLst>
                                        <p:cond delay="150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par>
                                    <p:cTn id="46" presetID="2" presetClass="entr" presetSubtype="2" fill="hold" grpId="0" nodeType="withEffect">
                                      <p:stCondLst>
                                        <p:cond delay="1750"/>
                                      </p:stCondLst>
                                      <p:childTnLst>
                                        <p:set>
                                          <p:cBhvr>
                                            <p:cTn id="47" dur="1" fill="hold">
                                              <p:stCondLst>
                                                <p:cond delay="0"/>
                                              </p:stCondLst>
                                            </p:cTn>
                                            <p:tgtEl>
                                              <p:spTgt spid="36">
                                                <p:txEl>
                                                  <p:pRg st="0" end="0"/>
                                                </p:txEl>
                                              </p:spTgt>
                                            </p:tgtEl>
                                            <p:attrNameLst>
                                              <p:attrName>style.visibility</p:attrName>
                                            </p:attrNameLst>
                                          </p:cBhvr>
                                          <p:to>
                                            <p:strVal val="visible"/>
                                          </p:to>
                                        </p:set>
                                        <p:anim calcmode="lin" valueType="num">
                                          <p:cBhvr additive="base">
                                            <p:cTn id="48" dur="1000" fill="hold"/>
                                            <p:tgtEl>
                                              <p:spTgt spid="36">
                                                <p:txEl>
                                                  <p:pRg st="0" end="0"/>
                                                </p:txEl>
                                              </p:spTgt>
                                            </p:tgtEl>
                                            <p:attrNameLst>
                                              <p:attrName>ppt_x</p:attrName>
                                            </p:attrNameLst>
                                          </p:cBhvr>
                                          <p:tavLst>
                                            <p:tav tm="0">
                                              <p:val>
                                                <p:strVal val="1+#ppt_w/2"/>
                                              </p:val>
                                            </p:tav>
                                            <p:tav tm="100000">
                                              <p:val>
                                                <p:strVal val="#ppt_x"/>
                                              </p:val>
                                            </p:tav>
                                          </p:tavLst>
                                        </p:anim>
                                        <p:anim calcmode="lin" valueType="num">
                                          <p:cBhvr additive="base">
                                            <p:cTn id="49" dur="1000" fill="hold"/>
                                            <p:tgtEl>
                                              <p:spTgt spid="36">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2" fill="hold" grpId="0" nodeType="withEffect">
                                      <p:stCondLst>
                                        <p:cond delay="1750"/>
                                      </p:stCondLst>
                                      <p:childTnLst>
                                        <p:set>
                                          <p:cBhvr>
                                            <p:cTn id="51" dur="1" fill="hold">
                                              <p:stCondLst>
                                                <p:cond delay="0"/>
                                              </p:stCondLst>
                                            </p:cTn>
                                            <p:tgtEl>
                                              <p:spTgt spid="37">
                                                <p:txEl>
                                                  <p:pRg st="0" end="0"/>
                                                </p:txEl>
                                              </p:spTgt>
                                            </p:tgtEl>
                                            <p:attrNameLst>
                                              <p:attrName>style.visibility</p:attrName>
                                            </p:attrNameLst>
                                          </p:cBhvr>
                                          <p:to>
                                            <p:strVal val="visible"/>
                                          </p:to>
                                        </p:set>
                                        <p:anim calcmode="lin" valueType="num">
                                          <p:cBhvr additive="base">
                                            <p:cTn id="52" dur="10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53" dur="1000" fill="hold"/>
                                            <p:tgtEl>
                                              <p:spTgt spid="37">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stCondLst>
                                        <p:cond delay="1750"/>
                                      </p:stCondLst>
                                      <p:childTnLst>
                                        <p:set>
                                          <p:cBhvr>
                                            <p:cTn id="55" dur="1" fill="hold">
                                              <p:stCondLst>
                                                <p:cond delay="0"/>
                                              </p:stCondLst>
                                            </p:cTn>
                                            <p:tgtEl>
                                              <p:spTgt spid="38">
                                                <p:txEl>
                                                  <p:pRg st="0" end="0"/>
                                                </p:txEl>
                                              </p:spTgt>
                                            </p:tgtEl>
                                            <p:attrNameLst>
                                              <p:attrName>style.visibility</p:attrName>
                                            </p:attrNameLst>
                                          </p:cBhvr>
                                          <p:to>
                                            <p:strVal val="visible"/>
                                          </p:to>
                                        </p:set>
                                        <p:anim calcmode="lin" valueType="num">
                                          <p:cBhvr additive="base">
                                            <p:cTn id="56" dur="10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57" dur="1000" fill="hold"/>
                                            <p:tgtEl>
                                              <p:spTgt spid="38">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2" fill="hold" grpId="0" nodeType="withEffect">
                                      <p:stCondLst>
                                        <p:cond delay="1750"/>
                                      </p:stCondLst>
                                      <p:childTnLst>
                                        <p:set>
                                          <p:cBhvr>
                                            <p:cTn id="59" dur="1" fill="hold">
                                              <p:stCondLst>
                                                <p:cond delay="0"/>
                                              </p:stCondLst>
                                            </p:cTn>
                                            <p:tgtEl>
                                              <p:spTgt spid="39">
                                                <p:txEl>
                                                  <p:pRg st="0" end="0"/>
                                                </p:txEl>
                                              </p:spTgt>
                                            </p:tgtEl>
                                            <p:attrNameLst>
                                              <p:attrName>style.visibility</p:attrName>
                                            </p:attrNameLst>
                                          </p:cBhvr>
                                          <p:to>
                                            <p:strVal val="visible"/>
                                          </p:to>
                                        </p:set>
                                        <p:anim calcmode="lin" valueType="num">
                                          <p:cBhvr additive="base">
                                            <p:cTn id="60" dur="1000" fill="hold"/>
                                            <p:tgtEl>
                                              <p:spTgt spid="39">
                                                <p:txEl>
                                                  <p:pRg st="0" end="0"/>
                                                </p:txEl>
                                              </p:spTgt>
                                            </p:tgtEl>
                                            <p:attrNameLst>
                                              <p:attrName>ppt_x</p:attrName>
                                            </p:attrNameLst>
                                          </p:cBhvr>
                                          <p:tavLst>
                                            <p:tav tm="0">
                                              <p:val>
                                                <p:strVal val="1+#ppt_w/2"/>
                                              </p:val>
                                            </p:tav>
                                            <p:tav tm="100000">
                                              <p:val>
                                                <p:strVal val="#ppt_x"/>
                                              </p:val>
                                            </p:tav>
                                          </p:tavLst>
                                        </p:anim>
                                        <p:anim calcmode="lin" valueType="num">
                                          <p:cBhvr additive="base">
                                            <p:cTn id="61" dur="1000" fill="hold"/>
                                            <p:tgtEl>
                                              <p:spTgt spid="39">
                                                <p:txEl>
                                                  <p:pRg st="0" end="0"/>
                                                </p:txEl>
                                              </p:spTgt>
                                            </p:tgtEl>
                                            <p:attrNameLst>
                                              <p:attrName>ppt_y</p:attrName>
                                            </p:attrNameLst>
                                          </p:cBhvr>
                                          <p:tavLst>
                                            <p:tav tm="0">
                                              <p:val>
                                                <p:strVal val="#ppt_y"/>
                                              </p:val>
                                            </p:tav>
                                            <p:tav tm="100000">
                                              <p:val>
                                                <p:strVal val="#ppt_y"/>
                                              </p:val>
                                            </p:tav>
                                          </p:tavLst>
                                        </p:anim>
                                      </p:childTnLst>
                                    </p:cTn>
                                  </p:par>
                                  <p:par>
                                    <p:cTn id="62" presetID="2" presetClass="entr" presetSubtype="2" fill="hold" grpId="0" nodeType="withEffect">
                                      <p:stCondLst>
                                        <p:cond delay="1750"/>
                                      </p:stCondLst>
                                      <p:childTnLst>
                                        <p:set>
                                          <p:cBhvr>
                                            <p:cTn id="63" dur="1" fill="hold">
                                              <p:stCondLst>
                                                <p:cond delay="0"/>
                                              </p:stCondLst>
                                            </p:cTn>
                                            <p:tgtEl>
                                              <p:spTgt spid="40">
                                                <p:txEl>
                                                  <p:pRg st="0" end="0"/>
                                                </p:txEl>
                                              </p:spTgt>
                                            </p:tgtEl>
                                            <p:attrNameLst>
                                              <p:attrName>style.visibility</p:attrName>
                                            </p:attrNameLst>
                                          </p:cBhvr>
                                          <p:to>
                                            <p:strVal val="visible"/>
                                          </p:to>
                                        </p:set>
                                        <p:anim calcmode="lin" valueType="num">
                                          <p:cBhvr additive="base">
                                            <p:cTn id="6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6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66" presetID="2" presetClass="entr" presetSubtype="2" fill="hold" grpId="0" nodeType="withEffect">
                                      <p:stCondLst>
                                        <p:cond delay="1750"/>
                                      </p:stCondLst>
                                      <p:childTnLst>
                                        <p:set>
                                          <p:cBhvr>
                                            <p:cTn id="67" dur="1" fill="hold">
                                              <p:stCondLst>
                                                <p:cond delay="0"/>
                                              </p:stCondLst>
                                            </p:cTn>
                                            <p:tgtEl>
                                              <p:spTgt spid="42">
                                                <p:txEl>
                                                  <p:pRg st="0" end="0"/>
                                                </p:txEl>
                                              </p:spTgt>
                                            </p:tgtEl>
                                            <p:attrNameLst>
                                              <p:attrName>style.visibility</p:attrName>
                                            </p:attrNameLst>
                                          </p:cBhvr>
                                          <p:to>
                                            <p:strVal val="visible"/>
                                          </p:to>
                                        </p:set>
                                        <p:anim calcmode="lin" valueType="num">
                                          <p:cBhvr additive="base">
                                            <p:cTn id="68"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69" dur="1000" fill="hold"/>
                                            <p:tgtEl>
                                              <p:spTgt spid="42">
                                                <p:txEl>
                                                  <p:pRg st="0" end="0"/>
                                                </p:txEl>
                                              </p:spTgt>
                                            </p:tgtEl>
                                            <p:attrNameLst>
                                              <p:attrName>ppt_y</p:attrName>
                                            </p:attrNameLst>
                                          </p:cBhvr>
                                          <p:tavLst>
                                            <p:tav tm="0">
                                              <p:val>
                                                <p:strVal val="#ppt_y"/>
                                              </p:val>
                                            </p:tav>
                                            <p:tav tm="100000">
                                              <p:val>
                                                <p:strVal val="#ppt_y"/>
                                              </p:val>
                                            </p:tav>
                                          </p:tavLst>
                                        </p:anim>
                                      </p:childTnLst>
                                    </p:cTn>
                                  </p:par>
                                  <p:par>
                                    <p:cTn id="70" presetID="47" presetClass="entr" presetSubtype="0" fill="hold" grpId="0" nodeType="withEffect">
                                      <p:stCondLst>
                                        <p:cond delay="2000"/>
                                      </p:stCondLst>
                                      <p:childTnLst>
                                        <p:set>
                                          <p:cBhvr>
                                            <p:cTn id="71" dur="1" fill="hold">
                                              <p:stCondLst>
                                                <p:cond delay="0"/>
                                              </p:stCondLst>
                                            </p:cTn>
                                            <p:tgtEl>
                                              <p:spTgt spid="41">
                                                <p:txEl>
                                                  <p:pRg st="0" end="0"/>
                                                </p:txEl>
                                              </p:spTgt>
                                            </p:tgtEl>
                                            <p:attrNameLst>
                                              <p:attrName>style.visibility</p:attrName>
                                            </p:attrNameLst>
                                          </p:cBhvr>
                                          <p:to>
                                            <p:strVal val="visible"/>
                                          </p:to>
                                        </p:set>
                                        <p:animEffect transition="in" filter="fade">
                                          <p:cBhvr>
                                            <p:cTn id="72" dur="1000"/>
                                            <p:tgtEl>
                                              <p:spTgt spid="41">
                                                <p:txEl>
                                                  <p:pRg st="0" end="0"/>
                                                </p:txEl>
                                              </p:spTgt>
                                            </p:tgtEl>
                                          </p:cBhvr>
                                        </p:animEffect>
                                        <p:anim calcmode="lin" valueType="num">
                                          <p:cBhvr>
                                            <p:cTn id="73" dur="10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4" dur="100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1" grpId="0" animBg="1"/>
          <p:bldP spid="22" grpId="0" animBg="1"/>
          <p:bldP spid="23" grpId="0" animBg="1"/>
          <p:bldP spid="36" grpId="0" build="p"/>
          <p:bldP spid="37" grpId="0" build="p"/>
          <p:bldP spid="38" grpId="0" build="p"/>
          <p:bldP spid="39" grpId="0" build="p"/>
          <p:bldP spid="40" grpId="0" build="p"/>
          <p:bldP spid="41" grpId="0" build="p"/>
          <p:bldP spid="42" grpId="0" build="p"/>
        </p:bldLst>
      </p:timing>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11"/>
          <p:cNvSpPr>
            <a:spLocks noEditPoints="1"/>
          </p:cNvSpPr>
          <p:nvPr/>
        </p:nvSpPr>
        <p:spPr bwMode="auto">
          <a:xfrm>
            <a:off x="6046788" y="1338263"/>
            <a:ext cx="2219325" cy="2400300"/>
          </a:xfrm>
          <a:custGeom>
            <a:avLst/>
            <a:gdLst>
              <a:gd name="T0" fmla="*/ 557 w 583"/>
              <a:gd name="T1" fmla="*/ 67 h 630"/>
              <a:gd name="T2" fmla="*/ 526 w 583"/>
              <a:gd name="T3" fmla="*/ 23 h 630"/>
              <a:gd name="T4" fmla="*/ 500 w 583"/>
              <a:gd name="T5" fmla="*/ 9 h 630"/>
              <a:gd name="T6" fmla="*/ 472 w 583"/>
              <a:gd name="T7" fmla="*/ 9 h 630"/>
              <a:gd name="T8" fmla="*/ 434 w 583"/>
              <a:gd name="T9" fmla="*/ 34 h 630"/>
              <a:gd name="T10" fmla="*/ 390 w 583"/>
              <a:gd name="T11" fmla="*/ 39 h 630"/>
              <a:gd name="T12" fmla="*/ 358 w 583"/>
              <a:gd name="T13" fmla="*/ 69 h 630"/>
              <a:gd name="T14" fmla="*/ 358 w 583"/>
              <a:gd name="T15" fmla="*/ 124 h 630"/>
              <a:gd name="T16" fmla="*/ 346 w 583"/>
              <a:gd name="T17" fmla="*/ 165 h 630"/>
              <a:gd name="T18" fmla="*/ 330 w 583"/>
              <a:gd name="T19" fmla="*/ 186 h 630"/>
              <a:gd name="T20" fmla="*/ 307 w 583"/>
              <a:gd name="T21" fmla="*/ 222 h 630"/>
              <a:gd name="T22" fmla="*/ 297 w 583"/>
              <a:gd name="T23" fmla="*/ 268 h 630"/>
              <a:gd name="T24" fmla="*/ 268 w 583"/>
              <a:gd name="T25" fmla="*/ 262 h 630"/>
              <a:gd name="T26" fmla="*/ 237 w 583"/>
              <a:gd name="T27" fmla="*/ 293 h 630"/>
              <a:gd name="T28" fmla="*/ 204 w 583"/>
              <a:gd name="T29" fmla="*/ 308 h 630"/>
              <a:gd name="T30" fmla="*/ 203 w 583"/>
              <a:gd name="T31" fmla="*/ 359 h 630"/>
              <a:gd name="T32" fmla="*/ 125 w 583"/>
              <a:gd name="T33" fmla="*/ 373 h 630"/>
              <a:gd name="T34" fmla="*/ 0 w 583"/>
              <a:gd name="T35" fmla="*/ 365 h 630"/>
              <a:gd name="T36" fmla="*/ 48 w 583"/>
              <a:gd name="T37" fmla="*/ 421 h 630"/>
              <a:gd name="T38" fmla="*/ 83 w 583"/>
              <a:gd name="T39" fmla="*/ 463 h 630"/>
              <a:gd name="T40" fmla="*/ 107 w 583"/>
              <a:gd name="T41" fmla="*/ 493 h 630"/>
              <a:gd name="T42" fmla="*/ 62 w 583"/>
              <a:gd name="T43" fmla="*/ 506 h 630"/>
              <a:gd name="T44" fmla="*/ 50 w 583"/>
              <a:gd name="T45" fmla="*/ 538 h 630"/>
              <a:gd name="T46" fmla="*/ 57 w 583"/>
              <a:gd name="T47" fmla="*/ 567 h 630"/>
              <a:gd name="T48" fmla="*/ 84 w 583"/>
              <a:gd name="T49" fmla="*/ 563 h 630"/>
              <a:gd name="T50" fmla="*/ 117 w 583"/>
              <a:gd name="T51" fmla="*/ 554 h 630"/>
              <a:gd name="T52" fmla="*/ 135 w 583"/>
              <a:gd name="T53" fmla="*/ 553 h 630"/>
              <a:gd name="T54" fmla="*/ 157 w 583"/>
              <a:gd name="T55" fmla="*/ 562 h 630"/>
              <a:gd name="T56" fmla="*/ 187 w 583"/>
              <a:gd name="T57" fmla="*/ 553 h 630"/>
              <a:gd name="T58" fmla="*/ 217 w 583"/>
              <a:gd name="T59" fmla="*/ 551 h 630"/>
              <a:gd name="T60" fmla="*/ 242 w 583"/>
              <a:gd name="T61" fmla="*/ 568 h 630"/>
              <a:gd name="T62" fmla="*/ 260 w 583"/>
              <a:gd name="T63" fmla="*/ 577 h 630"/>
              <a:gd name="T64" fmla="*/ 269 w 583"/>
              <a:gd name="T65" fmla="*/ 609 h 630"/>
              <a:gd name="T66" fmla="*/ 297 w 583"/>
              <a:gd name="T67" fmla="*/ 619 h 630"/>
              <a:gd name="T68" fmla="*/ 322 w 583"/>
              <a:gd name="T69" fmla="*/ 611 h 630"/>
              <a:gd name="T70" fmla="*/ 374 w 583"/>
              <a:gd name="T71" fmla="*/ 597 h 630"/>
              <a:gd name="T72" fmla="*/ 406 w 583"/>
              <a:gd name="T73" fmla="*/ 592 h 630"/>
              <a:gd name="T74" fmla="*/ 399 w 583"/>
              <a:gd name="T75" fmla="*/ 548 h 630"/>
              <a:gd name="T76" fmla="*/ 377 w 583"/>
              <a:gd name="T77" fmla="*/ 530 h 630"/>
              <a:gd name="T78" fmla="*/ 361 w 583"/>
              <a:gd name="T79" fmla="*/ 491 h 630"/>
              <a:gd name="T80" fmla="*/ 346 w 583"/>
              <a:gd name="T81" fmla="*/ 464 h 630"/>
              <a:gd name="T82" fmla="*/ 381 w 583"/>
              <a:gd name="T83" fmla="*/ 435 h 630"/>
              <a:gd name="T84" fmla="*/ 409 w 583"/>
              <a:gd name="T85" fmla="*/ 437 h 630"/>
              <a:gd name="T86" fmla="*/ 461 w 583"/>
              <a:gd name="T87" fmla="*/ 391 h 630"/>
              <a:gd name="T88" fmla="*/ 496 w 583"/>
              <a:gd name="T89" fmla="*/ 339 h 630"/>
              <a:gd name="T90" fmla="*/ 508 w 583"/>
              <a:gd name="T91" fmla="*/ 308 h 630"/>
              <a:gd name="T92" fmla="*/ 515 w 583"/>
              <a:gd name="T93" fmla="*/ 253 h 630"/>
              <a:gd name="T94" fmla="*/ 545 w 583"/>
              <a:gd name="T95" fmla="*/ 229 h 630"/>
              <a:gd name="T96" fmla="*/ 508 w 583"/>
              <a:gd name="T97" fmla="*/ 220 h 630"/>
              <a:gd name="T98" fmla="*/ 475 w 583"/>
              <a:gd name="T99" fmla="*/ 189 h 630"/>
              <a:gd name="T100" fmla="*/ 467 w 583"/>
              <a:gd name="T101" fmla="*/ 144 h 630"/>
              <a:gd name="T102" fmla="*/ 532 w 583"/>
              <a:gd name="T103" fmla="*/ 123 h 630"/>
              <a:gd name="T104" fmla="*/ 484 w 583"/>
              <a:gd name="T105" fmla="*/ 208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3" h="630">
                <a:moveTo>
                  <a:pt x="582" y="89"/>
                </a:moveTo>
                <a:cubicBezTo>
                  <a:pt x="581" y="84"/>
                  <a:pt x="579" y="79"/>
                  <a:pt x="576" y="75"/>
                </a:cubicBezTo>
                <a:cubicBezTo>
                  <a:pt x="571" y="75"/>
                  <a:pt x="564" y="75"/>
                  <a:pt x="564" y="75"/>
                </a:cubicBezTo>
                <a:cubicBezTo>
                  <a:pt x="563" y="75"/>
                  <a:pt x="560" y="69"/>
                  <a:pt x="557" y="67"/>
                </a:cubicBezTo>
                <a:cubicBezTo>
                  <a:pt x="554" y="65"/>
                  <a:pt x="553" y="64"/>
                  <a:pt x="552" y="60"/>
                </a:cubicBezTo>
                <a:cubicBezTo>
                  <a:pt x="551" y="56"/>
                  <a:pt x="552" y="53"/>
                  <a:pt x="548" y="50"/>
                </a:cubicBezTo>
                <a:cubicBezTo>
                  <a:pt x="545" y="47"/>
                  <a:pt x="540" y="41"/>
                  <a:pt x="537" y="38"/>
                </a:cubicBezTo>
                <a:cubicBezTo>
                  <a:pt x="534" y="35"/>
                  <a:pt x="527" y="25"/>
                  <a:pt x="526" y="23"/>
                </a:cubicBezTo>
                <a:cubicBezTo>
                  <a:pt x="525" y="21"/>
                  <a:pt x="522" y="18"/>
                  <a:pt x="521" y="13"/>
                </a:cubicBezTo>
                <a:cubicBezTo>
                  <a:pt x="519" y="9"/>
                  <a:pt x="516" y="5"/>
                  <a:pt x="515" y="4"/>
                </a:cubicBezTo>
                <a:cubicBezTo>
                  <a:pt x="514" y="2"/>
                  <a:pt x="510" y="0"/>
                  <a:pt x="508" y="2"/>
                </a:cubicBezTo>
                <a:cubicBezTo>
                  <a:pt x="505" y="4"/>
                  <a:pt x="503" y="8"/>
                  <a:pt x="500" y="9"/>
                </a:cubicBezTo>
                <a:cubicBezTo>
                  <a:pt x="497" y="10"/>
                  <a:pt x="490" y="10"/>
                  <a:pt x="489" y="10"/>
                </a:cubicBezTo>
                <a:cubicBezTo>
                  <a:pt x="488" y="9"/>
                  <a:pt x="486" y="7"/>
                  <a:pt x="485" y="6"/>
                </a:cubicBezTo>
                <a:cubicBezTo>
                  <a:pt x="483" y="5"/>
                  <a:pt x="481" y="3"/>
                  <a:pt x="479" y="4"/>
                </a:cubicBezTo>
                <a:cubicBezTo>
                  <a:pt x="477" y="6"/>
                  <a:pt x="472" y="9"/>
                  <a:pt x="472" y="9"/>
                </a:cubicBezTo>
                <a:cubicBezTo>
                  <a:pt x="472" y="9"/>
                  <a:pt x="471" y="15"/>
                  <a:pt x="471" y="15"/>
                </a:cubicBezTo>
                <a:cubicBezTo>
                  <a:pt x="470" y="16"/>
                  <a:pt x="468" y="20"/>
                  <a:pt x="465" y="22"/>
                </a:cubicBezTo>
                <a:cubicBezTo>
                  <a:pt x="463" y="24"/>
                  <a:pt x="452" y="29"/>
                  <a:pt x="449" y="29"/>
                </a:cubicBezTo>
                <a:cubicBezTo>
                  <a:pt x="447" y="30"/>
                  <a:pt x="436" y="33"/>
                  <a:pt x="434" y="34"/>
                </a:cubicBezTo>
                <a:cubicBezTo>
                  <a:pt x="432" y="34"/>
                  <a:pt x="423" y="35"/>
                  <a:pt x="423" y="35"/>
                </a:cubicBezTo>
                <a:cubicBezTo>
                  <a:pt x="411" y="38"/>
                  <a:pt x="411" y="38"/>
                  <a:pt x="411" y="38"/>
                </a:cubicBezTo>
                <a:cubicBezTo>
                  <a:pt x="400" y="33"/>
                  <a:pt x="400" y="33"/>
                  <a:pt x="400" y="33"/>
                </a:cubicBezTo>
                <a:cubicBezTo>
                  <a:pt x="400" y="33"/>
                  <a:pt x="390" y="38"/>
                  <a:pt x="390" y="39"/>
                </a:cubicBezTo>
                <a:cubicBezTo>
                  <a:pt x="389" y="39"/>
                  <a:pt x="381" y="45"/>
                  <a:pt x="380" y="46"/>
                </a:cubicBezTo>
                <a:cubicBezTo>
                  <a:pt x="378" y="46"/>
                  <a:pt x="372" y="47"/>
                  <a:pt x="370" y="48"/>
                </a:cubicBezTo>
                <a:cubicBezTo>
                  <a:pt x="369" y="49"/>
                  <a:pt x="359" y="60"/>
                  <a:pt x="357" y="62"/>
                </a:cubicBezTo>
                <a:cubicBezTo>
                  <a:pt x="355" y="64"/>
                  <a:pt x="355" y="66"/>
                  <a:pt x="358" y="69"/>
                </a:cubicBezTo>
                <a:cubicBezTo>
                  <a:pt x="361" y="73"/>
                  <a:pt x="367" y="81"/>
                  <a:pt x="368" y="83"/>
                </a:cubicBezTo>
                <a:cubicBezTo>
                  <a:pt x="370" y="85"/>
                  <a:pt x="373" y="95"/>
                  <a:pt x="372" y="99"/>
                </a:cubicBezTo>
                <a:cubicBezTo>
                  <a:pt x="371" y="102"/>
                  <a:pt x="370" y="109"/>
                  <a:pt x="367" y="113"/>
                </a:cubicBezTo>
                <a:cubicBezTo>
                  <a:pt x="364" y="116"/>
                  <a:pt x="359" y="121"/>
                  <a:pt x="358" y="124"/>
                </a:cubicBezTo>
                <a:cubicBezTo>
                  <a:pt x="356" y="126"/>
                  <a:pt x="354" y="129"/>
                  <a:pt x="356" y="131"/>
                </a:cubicBezTo>
                <a:cubicBezTo>
                  <a:pt x="357" y="134"/>
                  <a:pt x="362" y="134"/>
                  <a:pt x="362" y="137"/>
                </a:cubicBezTo>
                <a:cubicBezTo>
                  <a:pt x="363" y="140"/>
                  <a:pt x="363" y="152"/>
                  <a:pt x="360" y="157"/>
                </a:cubicBezTo>
                <a:cubicBezTo>
                  <a:pt x="357" y="161"/>
                  <a:pt x="354" y="166"/>
                  <a:pt x="346" y="165"/>
                </a:cubicBezTo>
                <a:cubicBezTo>
                  <a:pt x="338" y="165"/>
                  <a:pt x="334" y="160"/>
                  <a:pt x="329" y="160"/>
                </a:cubicBezTo>
                <a:cubicBezTo>
                  <a:pt x="325" y="159"/>
                  <a:pt x="318" y="161"/>
                  <a:pt x="317" y="165"/>
                </a:cubicBezTo>
                <a:cubicBezTo>
                  <a:pt x="317" y="169"/>
                  <a:pt x="316" y="173"/>
                  <a:pt x="321" y="177"/>
                </a:cubicBezTo>
                <a:cubicBezTo>
                  <a:pt x="325" y="181"/>
                  <a:pt x="329" y="183"/>
                  <a:pt x="330" y="186"/>
                </a:cubicBezTo>
                <a:cubicBezTo>
                  <a:pt x="331" y="189"/>
                  <a:pt x="332" y="192"/>
                  <a:pt x="331" y="194"/>
                </a:cubicBezTo>
                <a:cubicBezTo>
                  <a:pt x="330" y="197"/>
                  <a:pt x="325" y="199"/>
                  <a:pt x="320" y="201"/>
                </a:cubicBezTo>
                <a:cubicBezTo>
                  <a:pt x="316" y="203"/>
                  <a:pt x="311" y="205"/>
                  <a:pt x="310" y="208"/>
                </a:cubicBezTo>
                <a:cubicBezTo>
                  <a:pt x="309" y="212"/>
                  <a:pt x="307" y="219"/>
                  <a:pt x="307" y="222"/>
                </a:cubicBezTo>
                <a:cubicBezTo>
                  <a:pt x="307" y="225"/>
                  <a:pt x="304" y="234"/>
                  <a:pt x="303" y="237"/>
                </a:cubicBezTo>
                <a:cubicBezTo>
                  <a:pt x="302" y="240"/>
                  <a:pt x="303" y="250"/>
                  <a:pt x="303" y="252"/>
                </a:cubicBezTo>
                <a:cubicBezTo>
                  <a:pt x="303" y="254"/>
                  <a:pt x="304" y="258"/>
                  <a:pt x="303" y="261"/>
                </a:cubicBezTo>
                <a:cubicBezTo>
                  <a:pt x="301" y="264"/>
                  <a:pt x="300" y="268"/>
                  <a:pt x="297" y="268"/>
                </a:cubicBezTo>
                <a:cubicBezTo>
                  <a:pt x="294" y="267"/>
                  <a:pt x="292" y="263"/>
                  <a:pt x="290" y="262"/>
                </a:cubicBezTo>
                <a:cubicBezTo>
                  <a:pt x="288" y="262"/>
                  <a:pt x="284" y="261"/>
                  <a:pt x="284" y="262"/>
                </a:cubicBezTo>
                <a:cubicBezTo>
                  <a:pt x="284" y="264"/>
                  <a:pt x="280" y="265"/>
                  <a:pt x="278" y="265"/>
                </a:cubicBezTo>
                <a:cubicBezTo>
                  <a:pt x="276" y="264"/>
                  <a:pt x="271" y="262"/>
                  <a:pt x="268" y="262"/>
                </a:cubicBezTo>
                <a:cubicBezTo>
                  <a:pt x="264" y="263"/>
                  <a:pt x="259" y="266"/>
                  <a:pt x="256" y="269"/>
                </a:cubicBezTo>
                <a:cubicBezTo>
                  <a:pt x="253" y="272"/>
                  <a:pt x="246" y="276"/>
                  <a:pt x="246" y="277"/>
                </a:cubicBezTo>
                <a:cubicBezTo>
                  <a:pt x="246" y="278"/>
                  <a:pt x="248" y="280"/>
                  <a:pt x="249" y="282"/>
                </a:cubicBezTo>
                <a:cubicBezTo>
                  <a:pt x="249" y="283"/>
                  <a:pt x="243" y="292"/>
                  <a:pt x="237" y="293"/>
                </a:cubicBezTo>
                <a:cubicBezTo>
                  <a:pt x="232" y="294"/>
                  <a:pt x="225" y="293"/>
                  <a:pt x="223" y="292"/>
                </a:cubicBezTo>
                <a:cubicBezTo>
                  <a:pt x="220" y="292"/>
                  <a:pt x="216" y="290"/>
                  <a:pt x="215" y="293"/>
                </a:cubicBezTo>
                <a:cubicBezTo>
                  <a:pt x="214" y="295"/>
                  <a:pt x="212" y="302"/>
                  <a:pt x="211" y="304"/>
                </a:cubicBezTo>
                <a:cubicBezTo>
                  <a:pt x="210" y="305"/>
                  <a:pt x="206" y="307"/>
                  <a:pt x="204" y="308"/>
                </a:cubicBezTo>
                <a:cubicBezTo>
                  <a:pt x="202" y="310"/>
                  <a:pt x="202" y="311"/>
                  <a:pt x="202" y="319"/>
                </a:cubicBezTo>
                <a:cubicBezTo>
                  <a:pt x="201" y="326"/>
                  <a:pt x="203" y="336"/>
                  <a:pt x="203" y="338"/>
                </a:cubicBezTo>
                <a:cubicBezTo>
                  <a:pt x="204" y="340"/>
                  <a:pt x="204" y="344"/>
                  <a:pt x="204" y="347"/>
                </a:cubicBezTo>
                <a:cubicBezTo>
                  <a:pt x="204" y="351"/>
                  <a:pt x="204" y="357"/>
                  <a:pt x="203" y="359"/>
                </a:cubicBezTo>
                <a:cubicBezTo>
                  <a:pt x="202" y="361"/>
                  <a:pt x="196" y="365"/>
                  <a:pt x="193" y="365"/>
                </a:cubicBezTo>
                <a:cubicBezTo>
                  <a:pt x="190" y="366"/>
                  <a:pt x="178" y="366"/>
                  <a:pt x="171" y="366"/>
                </a:cubicBezTo>
                <a:cubicBezTo>
                  <a:pt x="165" y="367"/>
                  <a:pt x="151" y="367"/>
                  <a:pt x="142" y="369"/>
                </a:cubicBezTo>
                <a:cubicBezTo>
                  <a:pt x="134" y="370"/>
                  <a:pt x="128" y="373"/>
                  <a:pt x="125" y="373"/>
                </a:cubicBezTo>
                <a:cubicBezTo>
                  <a:pt x="123" y="374"/>
                  <a:pt x="112" y="375"/>
                  <a:pt x="107" y="376"/>
                </a:cubicBezTo>
                <a:cubicBezTo>
                  <a:pt x="103" y="377"/>
                  <a:pt x="82" y="379"/>
                  <a:pt x="77" y="380"/>
                </a:cubicBezTo>
                <a:cubicBezTo>
                  <a:pt x="72" y="380"/>
                  <a:pt x="57" y="380"/>
                  <a:pt x="51" y="379"/>
                </a:cubicBezTo>
                <a:cubicBezTo>
                  <a:pt x="44" y="378"/>
                  <a:pt x="12" y="371"/>
                  <a:pt x="0" y="365"/>
                </a:cubicBezTo>
                <a:cubicBezTo>
                  <a:pt x="0" y="365"/>
                  <a:pt x="16" y="386"/>
                  <a:pt x="18" y="388"/>
                </a:cubicBezTo>
                <a:cubicBezTo>
                  <a:pt x="20" y="390"/>
                  <a:pt x="23" y="396"/>
                  <a:pt x="24" y="400"/>
                </a:cubicBezTo>
                <a:cubicBezTo>
                  <a:pt x="25" y="403"/>
                  <a:pt x="29" y="408"/>
                  <a:pt x="32" y="410"/>
                </a:cubicBezTo>
                <a:cubicBezTo>
                  <a:pt x="35" y="413"/>
                  <a:pt x="43" y="419"/>
                  <a:pt x="48" y="421"/>
                </a:cubicBezTo>
                <a:cubicBezTo>
                  <a:pt x="53" y="423"/>
                  <a:pt x="57" y="423"/>
                  <a:pt x="65" y="425"/>
                </a:cubicBezTo>
                <a:cubicBezTo>
                  <a:pt x="73" y="427"/>
                  <a:pt x="70" y="428"/>
                  <a:pt x="74" y="431"/>
                </a:cubicBezTo>
                <a:cubicBezTo>
                  <a:pt x="78" y="434"/>
                  <a:pt x="78" y="436"/>
                  <a:pt x="78" y="441"/>
                </a:cubicBezTo>
                <a:cubicBezTo>
                  <a:pt x="79" y="446"/>
                  <a:pt x="82" y="457"/>
                  <a:pt x="83" y="463"/>
                </a:cubicBezTo>
                <a:cubicBezTo>
                  <a:pt x="84" y="470"/>
                  <a:pt x="86" y="470"/>
                  <a:pt x="88" y="471"/>
                </a:cubicBezTo>
                <a:cubicBezTo>
                  <a:pt x="90" y="472"/>
                  <a:pt x="97" y="472"/>
                  <a:pt x="101" y="474"/>
                </a:cubicBezTo>
                <a:cubicBezTo>
                  <a:pt x="106" y="475"/>
                  <a:pt x="105" y="481"/>
                  <a:pt x="106" y="484"/>
                </a:cubicBezTo>
                <a:cubicBezTo>
                  <a:pt x="107" y="487"/>
                  <a:pt x="107" y="492"/>
                  <a:pt x="107" y="493"/>
                </a:cubicBezTo>
                <a:cubicBezTo>
                  <a:pt x="107" y="495"/>
                  <a:pt x="100" y="496"/>
                  <a:pt x="97" y="496"/>
                </a:cubicBezTo>
                <a:cubicBezTo>
                  <a:pt x="93" y="495"/>
                  <a:pt x="87" y="495"/>
                  <a:pt x="84" y="496"/>
                </a:cubicBezTo>
                <a:cubicBezTo>
                  <a:pt x="80" y="496"/>
                  <a:pt x="76" y="498"/>
                  <a:pt x="73" y="500"/>
                </a:cubicBezTo>
                <a:cubicBezTo>
                  <a:pt x="70" y="501"/>
                  <a:pt x="66" y="504"/>
                  <a:pt x="62" y="506"/>
                </a:cubicBezTo>
                <a:cubicBezTo>
                  <a:pt x="58" y="507"/>
                  <a:pt x="55" y="510"/>
                  <a:pt x="54" y="511"/>
                </a:cubicBezTo>
                <a:cubicBezTo>
                  <a:pt x="53" y="512"/>
                  <a:pt x="53" y="520"/>
                  <a:pt x="53" y="523"/>
                </a:cubicBezTo>
                <a:cubicBezTo>
                  <a:pt x="52" y="526"/>
                  <a:pt x="50" y="528"/>
                  <a:pt x="50" y="530"/>
                </a:cubicBezTo>
                <a:cubicBezTo>
                  <a:pt x="49" y="533"/>
                  <a:pt x="50" y="536"/>
                  <a:pt x="50" y="538"/>
                </a:cubicBezTo>
                <a:cubicBezTo>
                  <a:pt x="50" y="539"/>
                  <a:pt x="51" y="547"/>
                  <a:pt x="51" y="549"/>
                </a:cubicBezTo>
                <a:cubicBezTo>
                  <a:pt x="51" y="550"/>
                  <a:pt x="50" y="557"/>
                  <a:pt x="50" y="561"/>
                </a:cubicBezTo>
                <a:cubicBezTo>
                  <a:pt x="51" y="561"/>
                  <a:pt x="52" y="562"/>
                  <a:pt x="52" y="562"/>
                </a:cubicBezTo>
                <a:cubicBezTo>
                  <a:pt x="52" y="562"/>
                  <a:pt x="55" y="566"/>
                  <a:pt x="57" y="567"/>
                </a:cubicBezTo>
                <a:cubicBezTo>
                  <a:pt x="60" y="568"/>
                  <a:pt x="61" y="567"/>
                  <a:pt x="63" y="566"/>
                </a:cubicBezTo>
                <a:cubicBezTo>
                  <a:pt x="65" y="565"/>
                  <a:pt x="68" y="562"/>
                  <a:pt x="71" y="560"/>
                </a:cubicBezTo>
                <a:cubicBezTo>
                  <a:pt x="74" y="559"/>
                  <a:pt x="75" y="562"/>
                  <a:pt x="76" y="563"/>
                </a:cubicBezTo>
                <a:cubicBezTo>
                  <a:pt x="76" y="564"/>
                  <a:pt x="84" y="563"/>
                  <a:pt x="84" y="563"/>
                </a:cubicBezTo>
                <a:cubicBezTo>
                  <a:pt x="84" y="562"/>
                  <a:pt x="85" y="560"/>
                  <a:pt x="87" y="559"/>
                </a:cubicBezTo>
                <a:cubicBezTo>
                  <a:pt x="88" y="559"/>
                  <a:pt x="96" y="559"/>
                  <a:pt x="103" y="559"/>
                </a:cubicBezTo>
                <a:cubicBezTo>
                  <a:pt x="110" y="560"/>
                  <a:pt x="110" y="559"/>
                  <a:pt x="115" y="559"/>
                </a:cubicBezTo>
                <a:cubicBezTo>
                  <a:pt x="120" y="558"/>
                  <a:pt x="117" y="556"/>
                  <a:pt x="117" y="554"/>
                </a:cubicBezTo>
                <a:cubicBezTo>
                  <a:pt x="118" y="553"/>
                  <a:pt x="119" y="552"/>
                  <a:pt x="121" y="551"/>
                </a:cubicBezTo>
                <a:cubicBezTo>
                  <a:pt x="122" y="551"/>
                  <a:pt x="125" y="554"/>
                  <a:pt x="126" y="554"/>
                </a:cubicBezTo>
                <a:cubicBezTo>
                  <a:pt x="126" y="555"/>
                  <a:pt x="130" y="555"/>
                  <a:pt x="132" y="555"/>
                </a:cubicBezTo>
                <a:cubicBezTo>
                  <a:pt x="134" y="555"/>
                  <a:pt x="134" y="553"/>
                  <a:pt x="135" y="553"/>
                </a:cubicBezTo>
                <a:cubicBezTo>
                  <a:pt x="136" y="553"/>
                  <a:pt x="139" y="554"/>
                  <a:pt x="140" y="555"/>
                </a:cubicBezTo>
                <a:cubicBezTo>
                  <a:pt x="141" y="557"/>
                  <a:pt x="142" y="557"/>
                  <a:pt x="144" y="558"/>
                </a:cubicBezTo>
                <a:cubicBezTo>
                  <a:pt x="147" y="559"/>
                  <a:pt x="149" y="561"/>
                  <a:pt x="150" y="561"/>
                </a:cubicBezTo>
                <a:cubicBezTo>
                  <a:pt x="151" y="562"/>
                  <a:pt x="155" y="563"/>
                  <a:pt x="157" y="562"/>
                </a:cubicBezTo>
                <a:cubicBezTo>
                  <a:pt x="159" y="562"/>
                  <a:pt x="164" y="555"/>
                  <a:pt x="165" y="554"/>
                </a:cubicBezTo>
                <a:cubicBezTo>
                  <a:pt x="165" y="553"/>
                  <a:pt x="167" y="552"/>
                  <a:pt x="170" y="551"/>
                </a:cubicBezTo>
                <a:cubicBezTo>
                  <a:pt x="174" y="550"/>
                  <a:pt x="178" y="554"/>
                  <a:pt x="181" y="554"/>
                </a:cubicBezTo>
                <a:cubicBezTo>
                  <a:pt x="183" y="554"/>
                  <a:pt x="185" y="554"/>
                  <a:pt x="187" y="553"/>
                </a:cubicBezTo>
                <a:cubicBezTo>
                  <a:pt x="188" y="553"/>
                  <a:pt x="191" y="550"/>
                  <a:pt x="192" y="549"/>
                </a:cubicBezTo>
                <a:cubicBezTo>
                  <a:pt x="194" y="548"/>
                  <a:pt x="197" y="548"/>
                  <a:pt x="199" y="548"/>
                </a:cubicBezTo>
                <a:cubicBezTo>
                  <a:pt x="200" y="548"/>
                  <a:pt x="207" y="551"/>
                  <a:pt x="209" y="551"/>
                </a:cubicBezTo>
                <a:cubicBezTo>
                  <a:pt x="210" y="551"/>
                  <a:pt x="215" y="551"/>
                  <a:pt x="217" y="551"/>
                </a:cubicBezTo>
                <a:cubicBezTo>
                  <a:pt x="219" y="550"/>
                  <a:pt x="222" y="548"/>
                  <a:pt x="223" y="548"/>
                </a:cubicBezTo>
                <a:cubicBezTo>
                  <a:pt x="223" y="548"/>
                  <a:pt x="233" y="550"/>
                  <a:pt x="236" y="551"/>
                </a:cubicBezTo>
                <a:cubicBezTo>
                  <a:pt x="240" y="552"/>
                  <a:pt x="241" y="556"/>
                  <a:pt x="242" y="559"/>
                </a:cubicBezTo>
                <a:cubicBezTo>
                  <a:pt x="243" y="562"/>
                  <a:pt x="242" y="565"/>
                  <a:pt x="242" y="568"/>
                </a:cubicBezTo>
                <a:cubicBezTo>
                  <a:pt x="241" y="572"/>
                  <a:pt x="241" y="573"/>
                  <a:pt x="242" y="574"/>
                </a:cubicBezTo>
                <a:cubicBezTo>
                  <a:pt x="242" y="575"/>
                  <a:pt x="245" y="575"/>
                  <a:pt x="250" y="574"/>
                </a:cubicBezTo>
                <a:cubicBezTo>
                  <a:pt x="254" y="573"/>
                  <a:pt x="257" y="571"/>
                  <a:pt x="258" y="571"/>
                </a:cubicBezTo>
                <a:cubicBezTo>
                  <a:pt x="260" y="571"/>
                  <a:pt x="259" y="574"/>
                  <a:pt x="260" y="577"/>
                </a:cubicBezTo>
                <a:cubicBezTo>
                  <a:pt x="260" y="580"/>
                  <a:pt x="262" y="582"/>
                  <a:pt x="263" y="583"/>
                </a:cubicBezTo>
                <a:cubicBezTo>
                  <a:pt x="264" y="585"/>
                  <a:pt x="267" y="590"/>
                  <a:pt x="268" y="592"/>
                </a:cubicBezTo>
                <a:cubicBezTo>
                  <a:pt x="269" y="594"/>
                  <a:pt x="271" y="602"/>
                  <a:pt x="271" y="603"/>
                </a:cubicBezTo>
                <a:cubicBezTo>
                  <a:pt x="271" y="605"/>
                  <a:pt x="269" y="607"/>
                  <a:pt x="269" y="609"/>
                </a:cubicBezTo>
                <a:cubicBezTo>
                  <a:pt x="269" y="610"/>
                  <a:pt x="272" y="611"/>
                  <a:pt x="274" y="612"/>
                </a:cubicBezTo>
                <a:cubicBezTo>
                  <a:pt x="277" y="614"/>
                  <a:pt x="274" y="616"/>
                  <a:pt x="276" y="618"/>
                </a:cubicBezTo>
                <a:cubicBezTo>
                  <a:pt x="277" y="619"/>
                  <a:pt x="280" y="619"/>
                  <a:pt x="284" y="619"/>
                </a:cubicBezTo>
                <a:cubicBezTo>
                  <a:pt x="288" y="619"/>
                  <a:pt x="294" y="618"/>
                  <a:pt x="297" y="619"/>
                </a:cubicBezTo>
                <a:cubicBezTo>
                  <a:pt x="301" y="620"/>
                  <a:pt x="304" y="624"/>
                  <a:pt x="309" y="627"/>
                </a:cubicBezTo>
                <a:cubicBezTo>
                  <a:pt x="312" y="630"/>
                  <a:pt x="312" y="630"/>
                  <a:pt x="313" y="630"/>
                </a:cubicBezTo>
                <a:cubicBezTo>
                  <a:pt x="313" y="615"/>
                  <a:pt x="313" y="615"/>
                  <a:pt x="313" y="615"/>
                </a:cubicBezTo>
                <a:cubicBezTo>
                  <a:pt x="313" y="615"/>
                  <a:pt x="321" y="611"/>
                  <a:pt x="322" y="611"/>
                </a:cubicBezTo>
                <a:cubicBezTo>
                  <a:pt x="323" y="610"/>
                  <a:pt x="332" y="603"/>
                  <a:pt x="333" y="602"/>
                </a:cubicBezTo>
                <a:cubicBezTo>
                  <a:pt x="333" y="601"/>
                  <a:pt x="340" y="597"/>
                  <a:pt x="341" y="597"/>
                </a:cubicBezTo>
                <a:cubicBezTo>
                  <a:pt x="342" y="597"/>
                  <a:pt x="361" y="597"/>
                  <a:pt x="361" y="597"/>
                </a:cubicBezTo>
                <a:cubicBezTo>
                  <a:pt x="361" y="597"/>
                  <a:pt x="371" y="598"/>
                  <a:pt x="374" y="597"/>
                </a:cubicBezTo>
                <a:cubicBezTo>
                  <a:pt x="378" y="595"/>
                  <a:pt x="389" y="590"/>
                  <a:pt x="391" y="589"/>
                </a:cubicBezTo>
                <a:cubicBezTo>
                  <a:pt x="392" y="588"/>
                  <a:pt x="400" y="586"/>
                  <a:pt x="399" y="587"/>
                </a:cubicBezTo>
                <a:cubicBezTo>
                  <a:pt x="399" y="587"/>
                  <a:pt x="394" y="593"/>
                  <a:pt x="396" y="593"/>
                </a:cubicBezTo>
                <a:cubicBezTo>
                  <a:pt x="399" y="594"/>
                  <a:pt x="403" y="594"/>
                  <a:pt x="406" y="592"/>
                </a:cubicBezTo>
                <a:cubicBezTo>
                  <a:pt x="409" y="590"/>
                  <a:pt x="413" y="589"/>
                  <a:pt x="413" y="586"/>
                </a:cubicBezTo>
                <a:cubicBezTo>
                  <a:pt x="413" y="584"/>
                  <a:pt x="413" y="578"/>
                  <a:pt x="411" y="573"/>
                </a:cubicBezTo>
                <a:cubicBezTo>
                  <a:pt x="409" y="568"/>
                  <a:pt x="407" y="562"/>
                  <a:pt x="406" y="560"/>
                </a:cubicBezTo>
                <a:cubicBezTo>
                  <a:pt x="405" y="559"/>
                  <a:pt x="399" y="550"/>
                  <a:pt x="399" y="548"/>
                </a:cubicBezTo>
                <a:cubicBezTo>
                  <a:pt x="398" y="547"/>
                  <a:pt x="396" y="546"/>
                  <a:pt x="396" y="544"/>
                </a:cubicBezTo>
                <a:cubicBezTo>
                  <a:pt x="397" y="542"/>
                  <a:pt x="398" y="541"/>
                  <a:pt x="398" y="540"/>
                </a:cubicBezTo>
                <a:cubicBezTo>
                  <a:pt x="397" y="539"/>
                  <a:pt x="395" y="535"/>
                  <a:pt x="390" y="535"/>
                </a:cubicBezTo>
                <a:cubicBezTo>
                  <a:pt x="386" y="534"/>
                  <a:pt x="381" y="533"/>
                  <a:pt x="377" y="530"/>
                </a:cubicBezTo>
                <a:cubicBezTo>
                  <a:pt x="372" y="527"/>
                  <a:pt x="372" y="526"/>
                  <a:pt x="372" y="522"/>
                </a:cubicBezTo>
                <a:cubicBezTo>
                  <a:pt x="371" y="519"/>
                  <a:pt x="372" y="509"/>
                  <a:pt x="371" y="505"/>
                </a:cubicBezTo>
                <a:cubicBezTo>
                  <a:pt x="371" y="501"/>
                  <a:pt x="370" y="498"/>
                  <a:pt x="369" y="496"/>
                </a:cubicBezTo>
                <a:cubicBezTo>
                  <a:pt x="367" y="493"/>
                  <a:pt x="362" y="491"/>
                  <a:pt x="361" y="491"/>
                </a:cubicBezTo>
                <a:cubicBezTo>
                  <a:pt x="359" y="491"/>
                  <a:pt x="358" y="491"/>
                  <a:pt x="351" y="491"/>
                </a:cubicBezTo>
                <a:cubicBezTo>
                  <a:pt x="345" y="490"/>
                  <a:pt x="341" y="493"/>
                  <a:pt x="340" y="489"/>
                </a:cubicBezTo>
                <a:cubicBezTo>
                  <a:pt x="339" y="485"/>
                  <a:pt x="337" y="486"/>
                  <a:pt x="338" y="481"/>
                </a:cubicBezTo>
                <a:cubicBezTo>
                  <a:pt x="339" y="477"/>
                  <a:pt x="340" y="467"/>
                  <a:pt x="346" y="464"/>
                </a:cubicBezTo>
                <a:cubicBezTo>
                  <a:pt x="353" y="461"/>
                  <a:pt x="357" y="454"/>
                  <a:pt x="358" y="450"/>
                </a:cubicBezTo>
                <a:cubicBezTo>
                  <a:pt x="360" y="447"/>
                  <a:pt x="360" y="444"/>
                  <a:pt x="363" y="441"/>
                </a:cubicBezTo>
                <a:cubicBezTo>
                  <a:pt x="366" y="438"/>
                  <a:pt x="370" y="436"/>
                  <a:pt x="372" y="435"/>
                </a:cubicBezTo>
                <a:cubicBezTo>
                  <a:pt x="375" y="435"/>
                  <a:pt x="380" y="432"/>
                  <a:pt x="381" y="435"/>
                </a:cubicBezTo>
                <a:cubicBezTo>
                  <a:pt x="383" y="438"/>
                  <a:pt x="384" y="441"/>
                  <a:pt x="385" y="443"/>
                </a:cubicBezTo>
                <a:cubicBezTo>
                  <a:pt x="386" y="445"/>
                  <a:pt x="388" y="446"/>
                  <a:pt x="390" y="446"/>
                </a:cubicBezTo>
                <a:cubicBezTo>
                  <a:pt x="392" y="445"/>
                  <a:pt x="397" y="444"/>
                  <a:pt x="399" y="442"/>
                </a:cubicBezTo>
                <a:cubicBezTo>
                  <a:pt x="402" y="440"/>
                  <a:pt x="403" y="438"/>
                  <a:pt x="409" y="437"/>
                </a:cubicBezTo>
                <a:cubicBezTo>
                  <a:pt x="414" y="437"/>
                  <a:pt x="421" y="437"/>
                  <a:pt x="422" y="437"/>
                </a:cubicBezTo>
                <a:cubicBezTo>
                  <a:pt x="424" y="437"/>
                  <a:pt x="427" y="437"/>
                  <a:pt x="430" y="433"/>
                </a:cubicBezTo>
                <a:cubicBezTo>
                  <a:pt x="434" y="429"/>
                  <a:pt x="442" y="418"/>
                  <a:pt x="444" y="409"/>
                </a:cubicBezTo>
                <a:cubicBezTo>
                  <a:pt x="446" y="401"/>
                  <a:pt x="450" y="396"/>
                  <a:pt x="461" y="391"/>
                </a:cubicBezTo>
                <a:cubicBezTo>
                  <a:pt x="469" y="385"/>
                  <a:pt x="468" y="377"/>
                  <a:pt x="469" y="374"/>
                </a:cubicBezTo>
                <a:cubicBezTo>
                  <a:pt x="469" y="371"/>
                  <a:pt x="467" y="368"/>
                  <a:pt x="472" y="364"/>
                </a:cubicBezTo>
                <a:cubicBezTo>
                  <a:pt x="476" y="359"/>
                  <a:pt x="483" y="353"/>
                  <a:pt x="487" y="351"/>
                </a:cubicBezTo>
                <a:cubicBezTo>
                  <a:pt x="491" y="348"/>
                  <a:pt x="496" y="342"/>
                  <a:pt x="496" y="339"/>
                </a:cubicBezTo>
                <a:cubicBezTo>
                  <a:pt x="496" y="335"/>
                  <a:pt x="496" y="334"/>
                  <a:pt x="495" y="331"/>
                </a:cubicBezTo>
                <a:cubicBezTo>
                  <a:pt x="494" y="329"/>
                  <a:pt x="491" y="330"/>
                  <a:pt x="492" y="326"/>
                </a:cubicBezTo>
                <a:cubicBezTo>
                  <a:pt x="493" y="322"/>
                  <a:pt x="496" y="322"/>
                  <a:pt x="500" y="318"/>
                </a:cubicBezTo>
                <a:cubicBezTo>
                  <a:pt x="504" y="314"/>
                  <a:pt x="508" y="311"/>
                  <a:pt x="508" y="308"/>
                </a:cubicBezTo>
                <a:cubicBezTo>
                  <a:pt x="509" y="305"/>
                  <a:pt x="511" y="287"/>
                  <a:pt x="510" y="283"/>
                </a:cubicBezTo>
                <a:cubicBezTo>
                  <a:pt x="510" y="278"/>
                  <a:pt x="510" y="277"/>
                  <a:pt x="508" y="272"/>
                </a:cubicBezTo>
                <a:cubicBezTo>
                  <a:pt x="507" y="268"/>
                  <a:pt x="505" y="268"/>
                  <a:pt x="506" y="264"/>
                </a:cubicBezTo>
                <a:cubicBezTo>
                  <a:pt x="508" y="260"/>
                  <a:pt x="512" y="255"/>
                  <a:pt x="515" y="253"/>
                </a:cubicBezTo>
                <a:cubicBezTo>
                  <a:pt x="519" y="252"/>
                  <a:pt x="520" y="251"/>
                  <a:pt x="524" y="249"/>
                </a:cubicBezTo>
                <a:cubicBezTo>
                  <a:pt x="528" y="248"/>
                  <a:pt x="529" y="245"/>
                  <a:pt x="532" y="246"/>
                </a:cubicBezTo>
                <a:cubicBezTo>
                  <a:pt x="535" y="246"/>
                  <a:pt x="542" y="241"/>
                  <a:pt x="546" y="236"/>
                </a:cubicBezTo>
                <a:cubicBezTo>
                  <a:pt x="545" y="233"/>
                  <a:pt x="545" y="230"/>
                  <a:pt x="545" y="229"/>
                </a:cubicBezTo>
                <a:cubicBezTo>
                  <a:pt x="545" y="228"/>
                  <a:pt x="540" y="226"/>
                  <a:pt x="538" y="226"/>
                </a:cubicBezTo>
                <a:cubicBezTo>
                  <a:pt x="536" y="226"/>
                  <a:pt x="526" y="229"/>
                  <a:pt x="525" y="229"/>
                </a:cubicBezTo>
                <a:cubicBezTo>
                  <a:pt x="524" y="230"/>
                  <a:pt x="518" y="229"/>
                  <a:pt x="514" y="227"/>
                </a:cubicBezTo>
                <a:cubicBezTo>
                  <a:pt x="510" y="226"/>
                  <a:pt x="511" y="223"/>
                  <a:pt x="508" y="220"/>
                </a:cubicBezTo>
                <a:cubicBezTo>
                  <a:pt x="505" y="216"/>
                  <a:pt x="499" y="211"/>
                  <a:pt x="496" y="210"/>
                </a:cubicBezTo>
                <a:cubicBezTo>
                  <a:pt x="493" y="209"/>
                  <a:pt x="488" y="209"/>
                  <a:pt x="484" y="208"/>
                </a:cubicBezTo>
                <a:cubicBezTo>
                  <a:pt x="485" y="208"/>
                  <a:pt x="485" y="208"/>
                  <a:pt x="486" y="208"/>
                </a:cubicBezTo>
                <a:cubicBezTo>
                  <a:pt x="484" y="202"/>
                  <a:pt x="478" y="195"/>
                  <a:pt x="475" y="189"/>
                </a:cubicBezTo>
                <a:cubicBezTo>
                  <a:pt x="473" y="185"/>
                  <a:pt x="474" y="180"/>
                  <a:pt x="473" y="175"/>
                </a:cubicBezTo>
                <a:cubicBezTo>
                  <a:pt x="473" y="173"/>
                  <a:pt x="471" y="171"/>
                  <a:pt x="471" y="169"/>
                </a:cubicBezTo>
                <a:cubicBezTo>
                  <a:pt x="471" y="166"/>
                  <a:pt x="473" y="164"/>
                  <a:pt x="473" y="162"/>
                </a:cubicBezTo>
                <a:cubicBezTo>
                  <a:pt x="474" y="154"/>
                  <a:pt x="470" y="151"/>
                  <a:pt x="467" y="144"/>
                </a:cubicBezTo>
                <a:cubicBezTo>
                  <a:pt x="464" y="136"/>
                  <a:pt x="466" y="129"/>
                  <a:pt x="472" y="124"/>
                </a:cubicBezTo>
                <a:cubicBezTo>
                  <a:pt x="476" y="120"/>
                  <a:pt x="481" y="120"/>
                  <a:pt x="486" y="119"/>
                </a:cubicBezTo>
                <a:cubicBezTo>
                  <a:pt x="491" y="118"/>
                  <a:pt x="496" y="117"/>
                  <a:pt x="502" y="118"/>
                </a:cubicBezTo>
                <a:cubicBezTo>
                  <a:pt x="512" y="119"/>
                  <a:pt x="522" y="124"/>
                  <a:pt x="532" y="123"/>
                </a:cubicBezTo>
                <a:cubicBezTo>
                  <a:pt x="539" y="122"/>
                  <a:pt x="546" y="120"/>
                  <a:pt x="552" y="117"/>
                </a:cubicBezTo>
                <a:cubicBezTo>
                  <a:pt x="559" y="114"/>
                  <a:pt x="569" y="114"/>
                  <a:pt x="575" y="110"/>
                </a:cubicBezTo>
                <a:cubicBezTo>
                  <a:pt x="583" y="105"/>
                  <a:pt x="583" y="98"/>
                  <a:pt x="582" y="89"/>
                </a:cubicBezTo>
                <a:close/>
                <a:moveTo>
                  <a:pt x="484" y="208"/>
                </a:moveTo>
                <a:cubicBezTo>
                  <a:pt x="484" y="208"/>
                  <a:pt x="483" y="208"/>
                  <a:pt x="482" y="208"/>
                </a:cubicBezTo>
                <a:cubicBezTo>
                  <a:pt x="483" y="208"/>
                  <a:pt x="484" y="208"/>
                  <a:pt x="484" y="208"/>
                </a:cubicBezTo>
                <a:close/>
              </a:path>
            </a:pathLst>
          </a:custGeom>
          <a:solidFill>
            <a:schemeClr val="accent4"/>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a:off x="8874125" y="2573338"/>
            <a:ext cx="1241425" cy="650875"/>
          </a:xfrm>
          <a:custGeom>
            <a:avLst/>
            <a:gdLst>
              <a:gd name="T0" fmla="*/ 8 w 326"/>
              <a:gd name="T1" fmla="*/ 48 h 171"/>
              <a:gd name="T2" fmla="*/ 1 w 326"/>
              <a:gd name="T3" fmla="*/ 65 h 171"/>
              <a:gd name="T4" fmla="*/ 20 w 326"/>
              <a:gd name="T5" fmla="*/ 78 h 171"/>
              <a:gd name="T6" fmla="*/ 64 w 326"/>
              <a:gd name="T7" fmla="*/ 102 h 171"/>
              <a:gd name="T8" fmla="*/ 93 w 326"/>
              <a:gd name="T9" fmla="*/ 119 h 171"/>
              <a:gd name="T10" fmla="*/ 120 w 326"/>
              <a:gd name="T11" fmla="*/ 129 h 171"/>
              <a:gd name="T12" fmla="*/ 149 w 326"/>
              <a:gd name="T13" fmla="*/ 133 h 171"/>
              <a:gd name="T14" fmla="*/ 183 w 326"/>
              <a:gd name="T15" fmla="*/ 134 h 171"/>
              <a:gd name="T16" fmla="*/ 202 w 326"/>
              <a:gd name="T17" fmla="*/ 155 h 171"/>
              <a:gd name="T18" fmla="*/ 236 w 326"/>
              <a:gd name="T19" fmla="*/ 154 h 171"/>
              <a:gd name="T20" fmla="*/ 272 w 326"/>
              <a:gd name="T21" fmla="*/ 166 h 171"/>
              <a:gd name="T22" fmla="*/ 297 w 326"/>
              <a:gd name="T23" fmla="*/ 171 h 171"/>
              <a:gd name="T24" fmla="*/ 323 w 326"/>
              <a:gd name="T25" fmla="*/ 163 h 171"/>
              <a:gd name="T26" fmla="*/ 324 w 326"/>
              <a:gd name="T27" fmla="*/ 143 h 171"/>
              <a:gd name="T28" fmla="*/ 319 w 326"/>
              <a:gd name="T29" fmla="*/ 123 h 171"/>
              <a:gd name="T30" fmla="*/ 321 w 326"/>
              <a:gd name="T31" fmla="*/ 102 h 171"/>
              <a:gd name="T32" fmla="*/ 300 w 326"/>
              <a:gd name="T33" fmla="*/ 106 h 171"/>
              <a:gd name="T34" fmla="*/ 274 w 326"/>
              <a:gd name="T35" fmla="*/ 102 h 171"/>
              <a:gd name="T36" fmla="*/ 259 w 326"/>
              <a:gd name="T37" fmla="*/ 91 h 171"/>
              <a:gd name="T38" fmla="*/ 239 w 326"/>
              <a:gd name="T39" fmla="*/ 78 h 171"/>
              <a:gd name="T40" fmla="*/ 219 w 326"/>
              <a:gd name="T41" fmla="*/ 88 h 171"/>
              <a:gd name="T42" fmla="*/ 194 w 326"/>
              <a:gd name="T43" fmla="*/ 85 h 171"/>
              <a:gd name="T44" fmla="*/ 183 w 326"/>
              <a:gd name="T45" fmla="*/ 61 h 171"/>
              <a:gd name="T46" fmla="*/ 163 w 326"/>
              <a:gd name="T47" fmla="*/ 60 h 171"/>
              <a:gd name="T48" fmla="*/ 152 w 326"/>
              <a:gd name="T49" fmla="*/ 42 h 171"/>
              <a:gd name="T50" fmla="*/ 137 w 326"/>
              <a:gd name="T51" fmla="*/ 49 h 171"/>
              <a:gd name="T52" fmla="*/ 123 w 326"/>
              <a:gd name="T53" fmla="*/ 41 h 171"/>
              <a:gd name="T54" fmla="*/ 103 w 326"/>
              <a:gd name="T55" fmla="*/ 29 h 171"/>
              <a:gd name="T56" fmla="*/ 75 w 326"/>
              <a:gd name="T57" fmla="*/ 12 h 171"/>
              <a:gd name="T58" fmla="*/ 52 w 326"/>
              <a:gd name="T59" fmla="*/ 2 h 171"/>
              <a:gd name="T60" fmla="*/ 26 w 326"/>
              <a:gd name="T61" fmla="*/ 7 h 171"/>
              <a:gd name="T62" fmla="*/ 13 w 326"/>
              <a:gd name="T63" fmla="*/ 2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6" h="171">
                <a:moveTo>
                  <a:pt x="9" y="35"/>
                </a:moveTo>
                <a:cubicBezTo>
                  <a:pt x="7" y="39"/>
                  <a:pt x="9" y="43"/>
                  <a:pt x="8" y="48"/>
                </a:cubicBezTo>
                <a:cubicBezTo>
                  <a:pt x="6" y="53"/>
                  <a:pt x="4" y="53"/>
                  <a:pt x="2" y="55"/>
                </a:cubicBezTo>
                <a:cubicBezTo>
                  <a:pt x="0" y="57"/>
                  <a:pt x="1" y="62"/>
                  <a:pt x="1" y="65"/>
                </a:cubicBezTo>
                <a:cubicBezTo>
                  <a:pt x="1" y="68"/>
                  <a:pt x="3" y="71"/>
                  <a:pt x="8" y="73"/>
                </a:cubicBezTo>
                <a:cubicBezTo>
                  <a:pt x="12" y="75"/>
                  <a:pt x="16" y="77"/>
                  <a:pt x="20" y="78"/>
                </a:cubicBezTo>
                <a:cubicBezTo>
                  <a:pt x="25" y="80"/>
                  <a:pt x="39" y="85"/>
                  <a:pt x="43" y="88"/>
                </a:cubicBezTo>
                <a:cubicBezTo>
                  <a:pt x="48" y="91"/>
                  <a:pt x="59" y="97"/>
                  <a:pt x="64" y="102"/>
                </a:cubicBezTo>
                <a:cubicBezTo>
                  <a:pt x="69" y="106"/>
                  <a:pt x="69" y="109"/>
                  <a:pt x="71" y="111"/>
                </a:cubicBezTo>
                <a:cubicBezTo>
                  <a:pt x="74" y="112"/>
                  <a:pt x="90" y="117"/>
                  <a:pt x="93" y="119"/>
                </a:cubicBezTo>
                <a:cubicBezTo>
                  <a:pt x="95" y="121"/>
                  <a:pt x="99" y="121"/>
                  <a:pt x="108" y="123"/>
                </a:cubicBezTo>
                <a:cubicBezTo>
                  <a:pt x="116" y="126"/>
                  <a:pt x="115" y="127"/>
                  <a:pt x="120" y="129"/>
                </a:cubicBezTo>
                <a:cubicBezTo>
                  <a:pt x="124" y="130"/>
                  <a:pt x="133" y="130"/>
                  <a:pt x="137" y="131"/>
                </a:cubicBezTo>
                <a:cubicBezTo>
                  <a:pt x="142" y="133"/>
                  <a:pt x="144" y="133"/>
                  <a:pt x="149" y="133"/>
                </a:cubicBezTo>
                <a:cubicBezTo>
                  <a:pt x="154" y="134"/>
                  <a:pt x="160" y="130"/>
                  <a:pt x="165" y="130"/>
                </a:cubicBezTo>
                <a:cubicBezTo>
                  <a:pt x="171" y="130"/>
                  <a:pt x="176" y="131"/>
                  <a:pt x="183" y="134"/>
                </a:cubicBezTo>
                <a:cubicBezTo>
                  <a:pt x="190" y="137"/>
                  <a:pt x="187" y="142"/>
                  <a:pt x="189" y="146"/>
                </a:cubicBezTo>
                <a:cubicBezTo>
                  <a:pt x="191" y="150"/>
                  <a:pt x="199" y="153"/>
                  <a:pt x="202" y="155"/>
                </a:cubicBezTo>
                <a:cubicBezTo>
                  <a:pt x="206" y="157"/>
                  <a:pt x="214" y="157"/>
                  <a:pt x="220" y="157"/>
                </a:cubicBezTo>
                <a:cubicBezTo>
                  <a:pt x="226" y="158"/>
                  <a:pt x="230" y="154"/>
                  <a:pt x="236" y="154"/>
                </a:cubicBezTo>
                <a:cubicBezTo>
                  <a:pt x="243" y="155"/>
                  <a:pt x="247" y="157"/>
                  <a:pt x="251" y="159"/>
                </a:cubicBezTo>
                <a:cubicBezTo>
                  <a:pt x="256" y="161"/>
                  <a:pt x="268" y="165"/>
                  <a:pt x="272" y="166"/>
                </a:cubicBezTo>
                <a:cubicBezTo>
                  <a:pt x="276" y="166"/>
                  <a:pt x="281" y="164"/>
                  <a:pt x="286" y="166"/>
                </a:cubicBezTo>
                <a:cubicBezTo>
                  <a:pt x="291" y="167"/>
                  <a:pt x="294" y="170"/>
                  <a:pt x="297" y="171"/>
                </a:cubicBezTo>
                <a:cubicBezTo>
                  <a:pt x="300" y="171"/>
                  <a:pt x="307" y="169"/>
                  <a:pt x="311" y="167"/>
                </a:cubicBezTo>
                <a:cubicBezTo>
                  <a:pt x="316" y="166"/>
                  <a:pt x="321" y="165"/>
                  <a:pt x="323" y="163"/>
                </a:cubicBezTo>
                <a:cubicBezTo>
                  <a:pt x="324" y="162"/>
                  <a:pt x="324" y="156"/>
                  <a:pt x="325" y="153"/>
                </a:cubicBezTo>
                <a:cubicBezTo>
                  <a:pt x="326" y="150"/>
                  <a:pt x="325" y="145"/>
                  <a:pt x="324" y="143"/>
                </a:cubicBezTo>
                <a:cubicBezTo>
                  <a:pt x="323" y="142"/>
                  <a:pt x="319" y="135"/>
                  <a:pt x="318" y="131"/>
                </a:cubicBezTo>
                <a:cubicBezTo>
                  <a:pt x="317" y="128"/>
                  <a:pt x="319" y="126"/>
                  <a:pt x="319" y="123"/>
                </a:cubicBezTo>
                <a:cubicBezTo>
                  <a:pt x="320" y="121"/>
                  <a:pt x="320" y="113"/>
                  <a:pt x="321" y="109"/>
                </a:cubicBezTo>
                <a:cubicBezTo>
                  <a:pt x="321" y="107"/>
                  <a:pt x="321" y="105"/>
                  <a:pt x="321" y="102"/>
                </a:cubicBezTo>
                <a:cubicBezTo>
                  <a:pt x="316" y="103"/>
                  <a:pt x="310" y="103"/>
                  <a:pt x="308" y="104"/>
                </a:cubicBezTo>
                <a:cubicBezTo>
                  <a:pt x="306" y="104"/>
                  <a:pt x="305" y="105"/>
                  <a:pt x="300" y="106"/>
                </a:cubicBezTo>
                <a:cubicBezTo>
                  <a:pt x="294" y="106"/>
                  <a:pt x="287" y="108"/>
                  <a:pt x="283" y="108"/>
                </a:cubicBezTo>
                <a:cubicBezTo>
                  <a:pt x="279" y="108"/>
                  <a:pt x="276" y="104"/>
                  <a:pt x="274" y="102"/>
                </a:cubicBezTo>
                <a:cubicBezTo>
                  <a:pt x="272" y="100"/>
                  <a:pt x="271" y="98"/>
                  <a:pt x="267" y="95"/>
                </a:cubicBezTo>
                <a:cubicBezTo>
                  <a:pt x="263" y="93"/>
                  <a:pt x="260" y="93"/>
                  <a:pt x="259" y="91"/>
                </a:cubicBezTo>
                <a:cubicBezTo>
                  <a:pt x="258" y="89"/>
                  <a:pt x="256" y="83"/>
                  <a:pt x="253" y="82"/>
                </a:cubicBezTo>
                <a:cubicBezTo>
                  <a:pt x="250" y="81"/>
                  <a:pt x="241" y="77"/>
                  <a:pt x="239" y="78"/>
                </a:cubicBezTo>
                <a:cubicBezTo>
                  <a:pt x="236" y="78"/>
                  <a:pt x="232" y="79"/>
                  <a:pt x="230" y="82"/>
                </a:cubicBezTo>
                <a:cubicBezTo>
                  <a:pt x="227" y="84"/>
                  <a:pt x="222" y="86"/>
                  <a:pt x="219" y="88"/>
                </a:cubicBezTo>
                <a:cubicBezTo>
                  <a:pt x="216" y="90"/>
                  <a:pt x="215" y="91"/>
                  <a:pt x="208" y="90"/>
                </a:cubicBezTo>
                <a:cubicBezTo>
                  <a:pt x="201" y="89"/>
                  <a:pt x="196" y="91"/>
                  <a:pt x="194" y="85"/>
                </a:cubicBezTo>
                <a:cubicBezTo>
                  <a:pt x="192" y="80"/>
                  <a:pt x="194" y="70"/>
                  <a:pt x="193" y="66"/>
                </a:cubicBezTo>
                <a:cubicBezTo>
                  <a:pt x="192" y="63"/>
                  <a:pt x="186" y="60"/>
                  <a:pt x="183" y="61"/>
                </a:cubicBezTo>
                <a:cubicBezTo>
                  <a:pt x="180" y="62"/>
                  <a:pt x="178" y="64"/>
                  <a:pt x="175" y="64"/>
                </a:cubicBezTo>
                <a:cubicBezTo>
                  <a:pt x="171" y="64"/>
                  <a:pt x="164" y="65"/>
                  <a:pt x="163" y="60"/>
                </a:cubicBezTo>
                <a:cubicBezTo>
                  <a:pt x="162" y="55"/>
                  <a:pt x="162" y="50"/>
                  <a:pt x="161" y="48"/>
                </a:cubicBezTo>
                <a:cubicBezTo>
                  <a:pt x="160" y="45"/>
                  <a:pt x="155" y="43"/>
                  <a:pt x="152" y="42"/>
                </a:cubicBezTo>
                <a:cubicBezTo>
                  <a:pt x="149" y="40"/>
                  <a:pt x="143" y="38"/>
                  <a:pt x="141" y="39"/>
                </a:cubicBezTo>
                <a:cubicBezTo>
                  <a:pt x="140" y="41"/>
                  <a:pt x="137" y="47"/>
                  <a:pt x="137" y="49"/>
                </a:cubicBezTo>
                <a:cubicBezTo>
                  <a:pt x="137" y="51"/>
                  <a:pt x="135" y="53"/>
                  <a:pt x="133" y="52"/>
                </a:cubicBezTo>
                <a:cubicBezTo>
                  <a:pt x="130" y="52"/>
                  <a:pt x="124" y="44"/>
                  <a:pt x="123" y="41"/>
                </a:cubicBezTo>
                <a:cubicBezTo>
                  <a:pt x="121" y="38"/>
                  <a:pt x="118" y="32"/>
                  <a:pt x="116" y="31"/>
                </a:cubicBezTo>
                <a:cubicBezTo>
                  <a:pt x="114" y="30"/>
                  <a:pt x="105" y="29"/>
                  <a:pt x="103" y="29"/>
                </a:cubicBezTo>
                <a:cubicBezTo>
                  <a:pt x="102" y="28"/>
                  <a:pt x="95" y="19"/>
                  <a:pt x="92" y="18"/>
                </a:cubicBezTo>
                <a:cubicBezTo>
                  <a:pt x="89" y="16"/>
                  <a:pt x="78" y="14"/>
                  <a:pt x="75" y="12"/>
                </a:cubicBezTo>
                <a:cubicBezTo>
                  <a:pt x="73" y="11"/>
                  <a:pt x="68" y="7"/>
                  <a:pt x="65" y="5"/>
                </a:cubicBezTo>
                <a:cubicBezTo>
                  <a:pt x="62" y="4"/>
                  <a:pt x="53" y="2"/>
                  <a:pt x="52" y="2"/>
                </a:cubicBezTo>
                <a:cubicBezTo>
                  <a:pt x="50" y="2"/>
                  <a:pt x="50" y="6"/>
                  <a:pt x="43" y="7"/>
                </a:cubicBezTo>
                <a:cubicBezTo>
                  <a:pt x="35" y="8"/>
                  <a:pt x="29" y="8"/>
                  <a:pt x="26" y="7"/>
                </a:cubicBezTo>
                <a:cubicBezTo>
                  <a:pt x="23" y="5"/>
                  <a:pt x="18" y="3"/>
                  <a:pt x="14" y="0"/>
                </a:cubicBezTo>
                <a:cubicBezTo>
                  <a:pt x="14" y="9"/>
                  <a:pt x="14" y="21"/>
                  <a:pt x="13" y="24"/>
                </a:cubicBezTo>
                <a:cubicBezTo>
                  <a:pt x="11" y="29"/>
                  <a:pt x="11" y="30"/>
                  <a:pt x="9" y="35"/>
                </a:cubicBezTo>
                <a:close/>
              </a:path>
            </a:pathLst>
          </a:custGeom>
          <a:solidFill>
            <a:schemeClr val="accent4"/>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10183813" y="2900363"/>
            <a:ext cx="463550" cy="282575"/>
          </a:xfrm>
          <a:custGeom>
            <a:avLst/>
            <a:gdLst>
              <a:gd name="T0" fmla="*/ 5 w 122"/>
              <a:gd name="T1" fmla="*/ 35 h 74"/>
              <a:gd name="T2" fmla="*/ 3 w 122"/>
              <a:gd name="T3" fmla="*/ 44 h 74"/>
              <a:gd name="T4" fmla="*/ 0 w 122"/>
              <a:gd name="T5" fmla="*/ 50 h 74"/>
              <a:gd name="T6" fmla="*/ 4 w 122"/>
              <a:gd name="T7" fmla="*/ 56 h 74"/>
              <a:gd name="T8" fmla="*/ 8 w 122"/>
              <a:gd name="T9" fmla="*/ 61 h 74"/>
              <a:gd name="T10" fmla="*/ 20 w 122"/>
              <a:gd name="T11" fmla="*/ 65 h 74"/>
              <a:gd name="T12" fmla="*/ 27 w 122"/>
              <a:gd name="T13" fmla="*/ 63 h 74"/>
              <a:gd name="T14" fmla="*/ 38 w 122"/>
              <a:gd name="T15" fmla="*/ 69 h 74"/>
              <a:gd name="T16" fmla="*/ 48 w 122"/>
              <a:gd name="T17" fmla="*/ 74 h 74"/>
              <a:gd name="T18" fmla="*/ 58 w 122"/>
              <a:gd name="T19" fmla="*/ 72 h 74"/>
              <a:gd name="T20" fmla="*/ 65 w 122"/>
              <a:gd name="T21" fmla="*/ 65 h 74"/>
              <a:gd name="T22" fmla="*/ 71 w 122"/>
              <a:gd name="T23" fmla="*/ 63 h 74"/>
              <a:gd name="T24" fmla="*/ 82 w 122"/>
              <a:gd name="T25" fmla="*/ 67 h 74"/>
              <a:gd name="T26" fmla="*/ 90 w 122"/>
              <a:gd name="T27" fmla="*/ 63 h 74"/>
              <a:gd name="T28" fmla="*/ 103 w 122"/>
              <a:gd name="T29" fmla="*/ 62 h 74"/>
              <a:gd name="T30" fmla="*/ 114 w 122"/>
              <a:gd name="T31" fmla="*/ 60 h 74"/>
              <a:gd name="T32" fmla="*/ 121 w 122"/>
              <a:gd name="T33" fmla="*/ 55 h 74"/>
              <a:gd name="T34" fmla="*/ 122 w 122"/>
              <a:gd name="T35" fmla="*/ 45 h 74"/>
              <a:gd name="T36" fmla="*/ 118 w 122"/>
              <a:gd name="T37" fmla="*/ 39 h 74"/>
              <a:gd name="T38" fmla="*/ 110 w 122"/>
              <a:gd name="T39" fmla="*/ 32 h 74"/>
              <a:gd name="T40" fmla="*/ 108 w 122"/>
              <a:gd name="T41" fmla="*/ 24 h 74"/>
              <a:gd name="T42" fmla="*/ 112 w 122"/>
              <a:gd name="T43" fmla="*/ 16 h 74"/>
              <a:gd name="T44" fmla="*/ 109 w 122"/>
              <a:gd name="T45" fmla="*/ 16 h 74"/>
              <a:gd name="T46" fmla="*/ 104 w 122"/>
              <a:gd name="T47" fmla="*/ 11 h 74"/>
              <a:gd name="T48" fmla="*/ 92 w 122"/>
              <a:gd name="T49" fmla="*/ 8 h 74"/>
              <a:gd name="T50" fmla="*/ 82 w 122"/>
              <a:gd name="T51" fmla="*/ 11 h 74"/>
              <a:gd name="T52" fmla="*/ 56 w 122"/>
              <a:gd name="T53" fmla="*/ 5 h 74"/>
              <a:gd name="T54" fmla="*/ 46 w 122"/>
              <a:gd name="T55" fmla="*/ 1 h 74"/>
              <a:gd name="T56" fmla="*/ 33 w 122"/>
              <a:gd name="T57" fmla="*/ 5 h 74"/>
              <a:gd name="T58" fmla="*/ 20 w 122"/>
              <a:gd name="T59" fmla="*/ 17 h 74"/>
              <a:gd name="T60" fmla="*/ 14 w 122"/>
              <a:gd name="T61" fmla="*/ 27 h 74"/>
              <a:gd name="T62" fmla="*/ 5 w 122"/>
              <a:gd name="T63" fmla="*/ 32 h 74"/>
              <a:gd name="T64" fmla="*/ 5 w 122"/>
              <a:gd name="T65" fmla="*/ 3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74">
                <a:moveTo>
                  <a:pt x="5" y="35"/>
                </a:moveTo>
                <a:cubicBezTo>
                  <a:pt x="5" y="37"/>
                  <a:pt x="4" y="42"/>
                  <a:pt x="3" y="44"/>
                </a:cubicBezTo>
                <a:cubicBezTo>
                  <a:pt x="2" y="46"/>
                  <a:pt x="0" y="48"/>
                  <a:pt x="0" y="50"/>
                </a:cubicBezTo>
                <a:cubicBezTo>
                  <a:pt x="1" y="52"/>
                  <a:pt x="3" y="54"/>
                  <a:pt x="4" y="56"/>
                </a:cubicBezTo>
                <a:cubicBezTo>
                  <a:pt x="6" y="57"/>
                  <a:pt x="5" y="59"/>
                  <a:pt x="8" y="61"/>
                </a:cubicBezTo>
                <a:cubicBezTo>
                  <a:pt x="11" y="63"/>
                  <a:pt x="16" y="65"/>
                  <a:pt x="20" y="65"/>
                </a:cubicBezTo>
                <a:cubicBezTo>
                  <a:pt x="23" y="64"/>
                  <a:pt x="23" y="62"/>
                  <a:pt x="27" y="63"/>
                </a:cubicBezTo>
                <a:cubicBezTo>
                  <a:pt x="31" y="63"/>
                  <a:pt x="37" y="67"/>
                  <a:pt x="38" y="69"/>
                </a:cubicBezTo>
                <a:cubicBezTo>
                  <a:pt x="40" y="70"/>
                  <a:pt x="45" y="74"/>
                  <a:pt x="48" y="74"/>
                </a:cubicBezTo>
                <a:cubicBezTo>
                  <a:pt x="52" y="73"/>
                  <a:pt x="56" y="74"/>
                  <a:pt x="58" y="72"/>
                </a:cubicBezTo>
                <a:cubicBezTo>
                  <a:pt x="60" y="70"/>
                  <a:pt x="62" y="66"/>
                  <a:pt x="65" y="65"/>
                </a:cubicBezTo>
                <a:cubicBezTo>
                  <a:pt x="67" y="63"/>
                  <a:pt x="67" y="62"/>
                  <a:pt x="71" y="63"/>
                </a:cubicBezTo>
                <a:cubicBezTo>
                  <a:pt x="75" y="65"/>
                  <a:pt x="78" y="67"/>
                  <a:pt x="82" y="67"/>
                </a:cubicBezTo>
                <a:cubicBezTo>
                  <a:pt x="85" y="66"/>
                  <a:pt x="86" y="64"/>
                  <a:pt x="90" y="63"/>
                </a:cubicBezTo>
                <a:cubicBezTo>
                  <a:pt x="95" y="62"/>
                  <a:pt x="100" y="62"/>
                  <a:pt x="103" y="62"/>
                </a:cubicBezTo>
                <a:cubicBezTo>
                  <a:pt x="106" y="62"/>
                  <a:pt x="111" y="62"/>
                  <a:pt x="114" y="60"/>
                </a:cubicBezTo>
                <a:cubicBezTo>
                  <a:pt x="117" y="59"/>
                  <a:pt x="120" y="58"/>
                  <a:pt x="121" y="55"/>
                </a:cubicBezTo>
                <a:cubicBezTo>
                  <a:pt x="121" y="52"/>
                  <a:pt x="122" y="48"/>
                  <a:pt x="122" y="45"/>
                </a:cubicBezTo>
                <a:cubicBezTo>
                  <a:pt x="121" y="43"/>
                  <a:pt x="122" y="41"/>
                  <a:pt x="118" y="39"/>
                </a:cubicBezTo>
                <a:cubicBezTo>
                  <a:pt x="114" y="37"/>
                  <a:pt x="111" y="35"/>
                  <a:pt x="110" y="32"/>
                </a:cubicBezTo>
                <a:cubicBezTo>
                  <a:pt x="108" y="29"/>
                  <a:pt x="108" y="26"/>
                  <a:pt x="108" y="24"/>
                </a:cubicBezTo>
                <a:cubicBezTo>
                  <a:pt x="109" y="24"/>
                  <a:pt x="111" y="20"/>
                  <a:pt x="112" y="16"/>
                </a:cubicBezTo>
                <a:cubicBezTo>
                  <a:pt x="110" y="16"/>
                  <a:pt x="109" y="16"/>
                  <a:pt x="109" y="16"/>
                </a:cubicBezTo>
                <a:cubicBezTo>
                  <a:pt x="107" y="15"/>
                  <a:pt x="107" y="13"/>
                  <a:pt x="104" y="11"/>
                </a:cubicBezTo>
                <a:cubicBezTo>
                  <a:pt x="102" y="8"/>
                  <a:pt x="96" y="6"/>
                  <a:pt x="92" y="8"/>
                </a:cubicBezTo>
                <a:cubicBezTo>
                  <a:pt x="89" y="9"/>
                  <a:pt x="86" y="11"/>
                  <a:pt x="82" y="11"/>
                </a:cubicBezTo>
                <a:cubicBezTo>
                  <a:pt x="78" y="10"/>
                  <a:pt x="58" y="6"/>
                  <a:pt x="56" y="5"/>
                </a:cubicBezTo>
                <a:cubicBezTo>
                  <a:pt x="54" y="4"/>
                  <a:pt x="50" y="0"/>
                  <a:pt x="46" y="1"/>
                </a:cubicBezTo>
                <a:cubicBezTo>
                  <a:pt x="42" y="2"/>
                  <a:pt x="37" y="3"/>
                  <a:pt x="33" y="5"/>
                </a:cubicBezTo>
                <a:cubicBezTo>
                  <a:pt x="28" y="8"/>
                  <a:pt x="21" y="14"/>
                  <a:pt x="20" y="17"/>
                </a:cubicBezTo>
                <a:cubicBezTo>
                  <a:pt x="18" y="19"/>
                  <a:pt x="16" y="26"/>
                  <a:pt x="14" y="27"/>
                </a:cubicBezTo>
                <a:cubicBezTo>
                  <a:pt x="13" y="28"/>
                  <a:pt x="8" y="31"/>
                  <a:pt x="5" y="32"/>
                </a:cubicBezTo>
                <a:cubicBezTo>
                  <a:pt x="5" y="33"/>
                  <a:pt x="5" y="34"/>
                  <a:pt x="5" y="35"/>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noEditPoints="1"/>
          </p:cNvSpPr>
          <p:nvPr/>
        </p:nvSpPr>
        <p:spPr bwMode="auto">
          <a:xfrm>
            <a:off x="10115550" y="3171825"/>
            <a:ext cx="765175" cy="974725"/>
          </a:xfrm>
          <a:custGeom>
            <a:avLst/>
            <a:gdLst>
              <a:gd name="T0" fmla="*/ 115 w 201"/>
              <a:gd name="T1" fmla="*/ 176 h 256"/>
              <a:gd name="T2" fmla="*/ 122 w 201"/>
              <a:gd name="T3" fmla="*/ 190 h 256"/>
              <a:gd name="T4" fmla="*/ 131 w 201"/>
              <a:gd name="T5" fmla="*/ 194 h 256"/>
              <a:gd name="T6" fmla="*/ 136 w 201"/>
              <a:gd name="T7" fmla="*/ 192 h 256"/>
              <a:gd name="T8" fmla="*/ 128 w 201"/>
              <a:gd name="T9" fmla="*/ 178 h 256"/>
              <a:gd name="T10" fmla="*/ 144 w 201"/>
              <a:gd name="T11" fmla="*/ 187 h 256"/>
              <a:gd name="T12" fmla="*/ 142 w 201"/>
              <a:gd name="T13" fmla="*/ 181 h 256"/>
              <a:gd name="T14" fmla="*/ 181 w 201"/>
              <a:gd name="T15" fmla="*/ 145 h 256"/>
              <a:gd name="T16" fmla="*/ 161 w 201"/>
              <a:gd name="T17" fmla="*/ 143 h 256"/>
              <a:gd name="T18" fmla="*/ 138 w 201"/>
              <a:gd name="T19" fmla="*/ 141 h 256"/>
              <a:gd name="T20" fmla="*/ 145 w 201"/>
              <a:gd name="T21" fmla="*/ 112 h 256"/>
              <a:gd name="T22" fmla="*/ 163 w 201"/>
              <a:gd name="T23" fmla="*/ 92 h 256"/>
              <a:gd name="T24" fmla="*/ 143 w 201"/>
              <a:gd name="T25" fmla="*/ 63 h 256"/>
              <a:gd name="T26" fmla="*/ 83 w 201"/>
              <a:gd name="T27" fmla="*/ 59 h 256"/>
              <a:gd name="T28" fmla="*/ 57 w 201"/>
              <a:gd name="T29" fmla="*/ 22 h 256"/>
              <a:gd name="T30" fmla="*/ 35 w 201"/>
              <a:gd name="T31" fmla="*/ 14 h 256"/>
              <a:gd name="T32" fmla="*/ 22 w 201"/>
              <a:gd name="T33" fmla="*/ 13 h 256"/>
              <a:gd name="T34" fmla="*/ 8 w 201"/>
              <a:gd name="T35" fmla="*/ 15 h 256"/>
              <a:gd name="T36" fmla="*/ 0 w 201"/>
              <a:gd name="T37" fmla="*/ 38 h 256"/>
              <a:gd name="T38" fmla="*/ 29 w 201"/>
              <a:gd name="T39" fmla="*/ 46 h 256"/>
              <a:gd name="T40" fmla="*/ 33 w 201"/>
              <a:gd name="T41" fmla="*/ 63 h 256"/>
              <a:gd name="T42" fmla="*/ 14 w 201"/>
              <a:gd name="T43" fmla="*/ 78 h 256"/>
              <a:gd name="T44" fmla="*/ 26 w 201"/>
              <a:gd name="T45" fmla="*/ 108 h 256"/>
              <a:gd name="T46" fmla="*/ 41 w 201"/>
              <a:gd name="T47" fmla="*/ 137 h 256"/>
              <a:gd name="T48" fmla="*/ 46 w 201"/>
              <a:gd name="T49" fmla="*/ 166 h 256"/>
              <a:gd name="T50" fmla="*/ 57 w 201"/>
              <a:gd name="T51" fmla="*/ 207 h 256"/>
              <a:gd name="T52" fmla="*/ 70 w 201"/>
              <a:gd name="T53" fmla="*/ 219 h 256"/>
              <a:gd name="T54" fmla="*/ 82 w 201"/>
              <a:gd name="T55" fmla="*/ 215 h 256"/>
              <a:gd name="T56" fmla="*/ 83 w 201"/>
              <a:gd name="T57" fmla="*/ 199 h 256"/>
              <a:gd name="T58" fmla="*/ 90 w 201"/>
              <a:gd name="T59" fmla="*/ 185 h 256"/>
              <a:gd name="T60" fmla="*/ 90 w 201"/>
              <a:gd name="T61" fmla="*/ 201 h 256"/>
              <a:gd name="T62" fmla="*/ 92 w 201"/>
              <a:gd name="T63" fmla="*/ 205 h 256"/>
              <a:gd name="T64" fmla="*/ 101 w 201"/>
              <a:gd name="T65" fmla="*/ 206 h 256"/>
              <a:gd name="T66" fmla="*/ 111 w 201"/>
              <a:gd name="T67" fmla="*/ 192 h 256"/>
              <a:gd name="T68" fmla="*/ 107 w 201"/>
              <a:gd name="T69" fmla="*/ 173 h 256"/>
              <a:gd name="T70" fmla="*/ 103 w 201"/>
              <a:gd name="T71" fmla="*/ 155 h 256"/>
              <a:gd name="T72" fmla="*/ 111 w 201"/>
              <a:gd name="T73" fmla="*/ 162 h 256"/>
              <a:gd name="T74" fmla="*/ 134 w 201"/>
              <a:gd name="T75" fmla="*/ 173 h 256"/>
              <a:gd name="T76" fmla="*/ 153 w 201"/>
              <a:gd name="T77" fmla="*/ 181 h 256"/>
              <a:gd name="T78" fmla="*/ 163 w 201"/>
              <a:gd name="T79" fmla="*/ 209 h 256"/>
              <a:gd name="T80" fmla="*/ 169 w 201"/>
              <a:gd name="T81" fmla="*/ 225 h 256"/>
              <a:gd name="T82" fmla="*/ 178 w 201"/>
              <a:gd name="T83" fmla="*/ 244 h 256"/>
              <a:gd name="T84" fmla="*/ 185 w 201"/>
              <a:gd name="T85" fmla="*/ 251 h 256"/>
              <a:gd name="T86" fmla="*/ 201 w 201"/>
              <a:gd name="T87" fmla="*/ 22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1" h="256">
                <a:moveTo>
                  <a:pt x="116" y="188"/>
                </a:moveTo>
                <a:cubicBezTo>
                  <a:pt x="115" y="186"/>
                  <a:pt x="114" y="185"/>
                  <a:pt x="114" y="184"/>
                </a:cubicBezTo>
                <a:cubicBezTo>
                  <a:pt x="113" y="181"/>
                  <a:pt x="112" y="177"/>
                  <a:pt x="115" y="176"/>
                </a:cubicBezTo>
                <a:cubicBezTo>
                  <a:pt x="117" y="174"/>
                  <a:pt x="119" y="178"/>
                  <a:pt x="120" y="179"/>
                </a:cubicBezTo>
                <a:cubicBezTo>
                  <a:pt x="122" y="181"/>
                  <a:pt x="123" y="184"/>
                  <a:pt x="123" y="187"/>
                </a:cubicBezTo>
                <a:cubicBezTo>
                  <a:pt x="122" y="188"/>
                  <a:pt x="122" y="189"/>
                  <a:pt x="122" y="190"/>
                </a:cubicBezTo>
                <a:cubicBezTo>
                  <a:pt x="121" y="191"/>
                  <a:pt x="116" y="189"/>
                  <a:pt x="116" y="188"/>
                </a:cubicBezTo>
                <a:close/>
                <a:moveTo>
                  <a:pt x="131" y="189"/>
                </a:moveTo>
                <a:cubicBezTo>
                  <a:pt x="132" y="191"/>
                  <a:pt x="131" y="192"/>
                  <a:pt x="131" y="194"/>
                </a:cubicBezTo>
                <a:cubicBezTo>
                  <a:pt x="131" y="195"/>
                  <a:pt x="131" y="197"/>
                  <a:pt x="133" y="197"/>
                </a:cubicBezTo>
                <a:cubicBezTo>
                  <a:pt x="134" y="198"/>
                  <a:pt x="136" y="198"/>
                  <a:pt x="136" y="197"/>
                </a:cubicBezTo>
                <a:cubicBezTo>
                  <a:pt x="137" y="196"/>
                  <a:pt x="136" y="194"/>
                  <a:pt x="136" y="192"/>
                </a:cubicBezTo>
                <a:cubicBezTo>
                  <a:pt x="136" y="191"/>
                  <a:pt x="137" y="189"/>
                  <a:pt x="138" y="188"/>
                </a:cubicBezTo>
                <a:cubicBezTo>
                  <a:pt x="138" y="185"/>
                  <a:pt x="137" y="183"/>
                  <a:pt x="136" y="181"/>
                </a:cubicBezTo>
                <a:cubicBezTo>
                  <a:pt x="134" y="180"/>
                  <a:pt x="130" y="178"/>
                  <a:pt x="128" y="178"/>
                </a:cubicBezTo>
                <a:cubicBezTo>
                  <a:pt x="123" y="179"/>
                  <a:pt x="131" y="187"/>
                  <a:pt x="131" y="189"/>
                </a:cubicBezTo>
                <a:close/>
                <a:moveTo>
                  <a:pt x="142" y="181"/>
                </a:moveTo>
                <a:cubicBezTo>
                  <a:pt x="142" y="183"/>
                  <a:pt x="140" y="187"/>
                  <a:pt x="144" y="187"/>
                </a:cubicBezTo>
                <a:cubicBezTo>
                  <a:pt x="146" y="187"/>
                  <a:pt x="146" y="186"/>
                  <a:pt x="146" y="184"/>
                </a:cubicBezTo>
                <a:cubicBezTo>
                  <a:pt x="146" y="183"/>
                  <a:pt x="147" y="181"/>
                  <a:pt x="145" y="180"/>
                </a:cubicBezTo>
                <a:cubicBezTo>
                  <a:pt x="145" y="179"/>
                  <a:pt x="142" y="178"/>
                  <a:pt x="142" y="181"/>
                </a:cubicBezTo>
                <a:close/>
                <a:moveTo>
                  <a:pt x="187" y="178"/>
                </a:moveTo>
                <a:cubicBezTo>
                  <a:pt x="186" y="173"/>
                  <a:pt x="185" y="164"/>
                  <a:pt x="185" y="161"/>
                </a:cubicBezTo>
                <a:cubicBezTo>
                  <a:pt x="184" y="158"/>
                  <a:pt x="182" y="149"/>
                  <a:pt x="181" y="145"/>
                </a:cubicBezTo>
                <a:cubicBezTo>
                  <a:pt x="179" y="142"/>
                  <a:pt x="176" y="138"/>
                  <a:pt x="174" y="137"/>
                </a:cubicBezTo>
                <a:cubicBezTo>
                  <a:pt x="172" y="136"/>
                  <a:pt x="166" y="132"/>
                  <a:pt x="165" y="134"/>
                </a:cubicBezTo>
                <a:cubicBezTo>
                  <a:pt x="163" y="136"/>
                  <a:pt x="162" y="139"/>
                  <a:pt x="161" y="143"/>
                </a:cubicBezTo>
                <a:cubicBezTo>
                  <a:pt x="160" y="148"/>
                  <a:pt x="159" y="155"/>
                  <a:pt x="158" y="156"/>
                </a:cubicBezTo>
                <a:cubicBezTo>
                  <a:pt x="156" y="157"/>
                  <a:pt x="154" y="162"/>
                  <a:pt x="150" y="156"/>
                </a:cubicBezTo>
                <a:cubicBezTo>
                  <a:pt x="146" y="151"/>
                  <a:pt x="139" y="144"/>
                  <a:pt x="138" y="141"/>
                </a:cubicBezTo>
                <a:cubicBezTo>
                  <a:pt x="136" y="137"/>
                  <a:pt x="133" y="132"/>
                  <a:pt x="134" y="127"/>
                </a:cubicBezTo>
                <a:cubicBezTo>
                  <a:pt x="134" y="123"/>
                  <a:pt x="135" y="117"/>
                  <a:pt x="138" y="116"/>
                </a:cubicBezTo>
                <a:cubicBezTo>
                  <a:pt x="141" y="114"/>
                  <a:pt x="140" y="112"/>
                  <a:pt x="145" y="112"/>
                </a:cubicBezTo>
                <a:cubicBezTo>
                  <a:pt x="150" y="113"/>
                  <a:pt x="155" y="114"/>
                  <a:pt x="156" y="111"/>
                </a:cubicBezTo>
                <a:cubicBezTo>
                  <a:pt x="156" y="109"/>
                  <a:pt x="155" y="106"/>
                  <a:pt x="157" y="103"/>
                </a:cubicBezTo>
                <a:cubicBezTo>
                  <a:pt x="159" y="101"/>
                  <a:pt x="162" y="95"/>
                  <a:pt x="163" y="92"/>
                </a:cubicBezTo>
                <a:cubicBezTo>
                  <a:pt x="164" y="89"/>
                  <a:pt x="166" y="80"/>
                  <a:pt x="167" y="77"/>
                </a:cubicBezTo>
                <a:cubicBezTo>
                  <a:pt x="167" y="74"/>
                  <a:pt x="168" y="72"/>
                  <a:pt x="164" y="68"/>
                </a:cubicBezTo>
                <a:cubicBezTo>
                  <a:pt x="159" y="64"/>
                  <a:pt x="148" y="63"/>
                  <a:pt x="143" y="63"/>
                </a:cubicBezTo>
                <a:cubicBezTo>
                  <a:pt x="138" y="63"/>
                  <a:pt x="119" y="64"/>
                  <a:pt x="113" y="63"/>
                </a:cubicBezTo>
                <a:cubicBezTo>
                  <a:pt x="106" y="63"/>
                  <a:pt x="102" y="64"/>
                  <a:pt x="96" y="62"/>
                </a:cubicBezTo>
                <a:cubicBezTo>
                  <a:pt x="91" y="60"/>
                  <a:pt x="90" y="60"/>
                  <a:pt x="83" y="59"/>
                </a:cubicBezTo>
                <a:cubicBezTo>
                  <a:pt x="76" y="57"/>
                  <a:pt x="71" y="58"/>
                  <a:pt x="70" y="51"/>
                </a:cubicBezTo>
                <a:cubicBezTo>
                  <a:pt x="69" y="45"/>
                  <a:pt x="68" y="39"/>
                  <a:pt x="67" y="33"/>
                </a:cubicBezTo>
                <a:cubicBezTo>
                  <a:pt x="65" y="26"/>
                  <a:pt x="63" y="22"/>
                  <a:pt x="57" y="22"/>
                </a:cubicBezTo>
                <a:cubicBezTo>
                  <a:pt x="52" y="21"/>
                  <a:pt x="48" y="23"/>
                  <a:pt x="46" y="20"/>
                </a:cubicBezTo>
                <a:cubicBezTo>
                  <a:pt x="44" y="17"/>
                  <a:pt x="41" y="13"/>
                  <a:pt x="39" y="12"/>
                </a:cubicBezTo>
                <a:cubicBezTo>
                  <a:pt x="37" y="12"/>
                  <a:pt x="35" y="12"/>
                  <a:pt x="35" y="14"/>
                </a:cubicBezTo>
                <a:cubicBezTo>
                  <a:pt x="36" y="17"/>
                  <a:pt x="39" y="21"/>
                  <a:pt x="37" y="22"/>
                </a:cubicBezTo>
                <a:cubicBezTo>
                  <a:pt x="35" y="22"/>
                  <a:pt x="27" y="23"/>
                  <a:pt x="26" y="21"/>
                </a:cubicBezTo>
                <a:cubicBezTo>
                  <a:pt x="25" y="19"/>
                  <a:pt x="22" y="15"/>
                  <a:pt x="22" y="13"/>
                </a:cubicBezTo>
                <a:cubicBezTo>
                  <a:pt x="21" y="10"/>
                  <a:pt x="18" y="2"/>
                  <a:pt x="16" y="2"/>
                </a:cubicBezTo>
                <a:cubicBezTo>
                  <a:pt x="14" y="1"/>
                  <a:pt x="8" y="0"/>
                  <a:pt x="8" y="6"/>
                </a:cubicBezTo>
                <a:cubicBezTo>
                  <a:pt x="8" y="12"/>
                  <a:pt x="7" y="10"/>
                  <a:pt x="8" y="15"/>
                </a:cubicBezTo>
                <a:cubicBezTo>
                  <a:pt x="9" y="19"/>
                  <a:pt x="11" y="19"/>
                  <a:pt x="9" y="23"/>
                </a:cubicBezTo>
                <a:cubicBezTo>
                  <a:pt x="6" y="27"/>
                  <a:pt x="5" y="27"/>
                  <a:pt x="3" y="30"/>
                </a:cubicBezTo>
                <a:cubicBezTo>
                  <a:pt x="2" y="33"/>
                  <a:pt x="0" y="36"/>
                  <a:pt x="0" y="38"/>
                </a:cubicBezTo>
                <a:cubicBezTo>
                  <a:pt x="1" y="40"/>
                  <a:pt x="1" y="42"/>
                  <a:pt x="6" y="43"/>
                </a:cubicBezTo>
                <a:cubicBezTo>
                  <a:pt x="11" y="45"/>
                  <a:pt x="14" y="48"/>
                  <a:pt x="18" y="47"/>
                </a:cubicBezTo>
                <a:cubicBezTo>
                  <a:pt x="23" y="46"/>
                  <a:pt x="27" y="45"/>
                  <a:pt x="29" y="46"/>
                </a:cubicBezTo>
                <a:cubicBezTo>
                  <a:pt x="32" y="46"/>
                  <a:pt x="34" y="47"/>
                  <a:pt x="35" y="49"/>
                </a:cubicBezTo>
                <a:cubicBezTo>
                  <a:pt x="35" y="51"/>
                  <a:pt x="36" y="55"/>
                  <a:pt x="36" y="57"/>
                </a:cubicBezTo>
                <a:cubicBezTo>
                  <a:pt x="35" y="60"/>
                  <a:pt x="35" y="63"/>
                  <a:pt x="33" y="63"/>
                </a:cubicBezTo>
                <a:cubicBezTo>
                  <a:pt x="30" y="64"/>
                  <a:pt x="23" y="64"/>
                  <a:pt x="22" y="65"/>
                </a:cubicBezTo>
                <a:cubicBezTo>
                  <a:pt x="21" y="67"/>
                  <a:pt x="19" y="72"/>
                  <a:pt x="19" y="74"/>
                </a:cubicBezTo>
                <a:cubicBezTo>
                  <a:pt x="18" y="75"/>
                  <a:pt x="16" y="77"/>
                  <a:pt x="14" y="78"/>
                </a:cubicBezTo>
                <a:cubicBezTo>
                  <a:pt x="13" y="79"/>
                  <a:pt x="9" y="79"/>
                  <a:pt x="9" y="82"/>
                </a:cubicBezTo>
                <a:cubicBezTo>
                  <a:pt x="9" y="85"/>
                  <a:pt x="12" y="99"/>
                  <a:pt x="14" y="102"/>
                </a:cubicBezTo>
                <a:cubicBezTo>
                  <a:pt x="17" y="104"/>
                  <a:pt x="21" y="105"/>
                  <a:pt x="26" y="108"/>
                </a:cubicBezTo>
                <a:cubicBezTo>
                  <a:pt x="31" y="111"/>
                  <a:pt x="33" y="113"/>
                  <a:pt x="34" y="116"/>
                </a:cubicBezTo>
                <a:cubicBezTo>
                  <a:pt x="36" y="118"/>
                  <a:pt x="37" y="122"/>
                  <a:pt x="37" y="125"/>
                </a:cubicBezTo>
                <a:cubicBezTo>
                  <a:pt x="37" y="128"/>
                  <a:pt x="40" y="134"/>
                  <a:pt x="41" y="137"/>
                </a:cubicBezTo>
                <a:cubicBezTo>
                  <a:pt x="42" y="140"/>
                  <a:pt x="42" y="143"/>
                  <a:pt x="42" y="146"/>
                </a:cubicBezTo>
                <a:cubicBezTo>
                  <a:pt x="41" y="148"/>
                  <a:pt x="38" y="145"/>
                  <a:pt x="41" y="153"/>
                </a:cubicBezTo>
                <a:cubicBezTo>
                  <a:pt x="44" y="161"/>
                  <a:pt x="43" y="163"/>
                  <a:pt x="46" y="166"/>
                </a:cubicBezTo>
                <a:cubicBezTo>
                  <a:pt x="49" y="169"/>
                  <a:pt x="55" y="177"/>
                  <a:pt x="55" y="182"/>
                </a:cubicBezTo>
                <a:cubicBezTo>
                  <a:pt x="55" y="186"/>
                  <a:pt x="54" y="188"/>
                  <a:pt x="54" y="193"/>
                </a:cubicBezTo>
                <a:cubicBezTo>
                  <a:pt x="54" y="197"/>
                  <a:pt x="57" y="207"/>
                  <a:pt x="57" y="207"/>
                </a:cubicBezTo>
                <a:cubicBezTo>
                  <a:pt x="58" y="206"/>
                  <a:pt x="61" y="210"/>
                  <a:pt x="62" y="212"/>
                </a:cubicBezTo>
                <a:cubicBezTo>
                  <a:pt x="62" y="214"/>
                  <a:pt x="64" y="216"/>
                  <a:pt x="65" y="218"/>
                </a:cubicBezTo>
                <a:cubicBezTo>
                  <a:pt x="66" y="219"/>
                  <a:pt x="68" y="219"/>
                  <a:pt x="70" y="219"/>
                </a:cubicBezTo>
                <a:cubicBezTo>
                  <a:pt x="72" y="219"/>
                  <a:pt x="70" y="218"/>
                  <a:pt x="71" y="211"/>
                </a:cubicBezTo>
                <a:cubicBezTo>
                  <a:pt x="72" y="205"/>
                  <a:pt x="71" y="211"/>
                  <a:pt x="76" y="212"/>
                </a:cubicBezTo>
                <a:cubicBezTo>
                  <a:pt x="80" y="213"/>
                  <a:pt x="79" y="214"/>
                  <a:pt x="82" y="215"/>
                </a:cubicBezTo>
                <a:cubicBezTo>
                  <a:pt x="86" y="216"/>
                  <a:pt x="85" y="214"/>
                  <a:pt x="86" y="212"/>
                </a:cubicBezTo>
                <a:cubicBezTo>
                  <a:pt x="86" y="211"/>
                  <a:pt x="85" y="208"/>
                  <a:pt x="85" y="205"/>
                </a:cubicBezTo>
                <a:cubicBezTo>
                  <a:pt x="84" y="202"/>
                  <a:pt x="84" y="201"/>
                  <a:pt x="83" y="199"/>
                </a:cubicBezTo>
                <a:cubicBezTo>
                  <a:pt x="82" y="198"/>
                  <a:pt x="81" y="195"/>
                  <a:pt x="82" y="189"/>
                </a:cubicBezTo>
                <a:cubicBezTo>
                  <a:pt x="82" y="184"/>
                  <a:pt x="84" y="185"/>
                  <a:pt x="86" y="182"/>
                </a:cubicBezTo>
                <a:cubicBezTo>
                  <a:pt x="88" y="179"/>
                  <a:pt x="89" y="184"/>
                  <a:pt x="90" y="185"/>
                </a:cubicBezTo>
                <a:cubicBezTo>
                  <a:pt x="90" y="187"/>
                  <a:pt x="88" y="189"/>
                  <a:pt x="87" y="192"/>
                </a:cubicBezTo>
                <a:cubicBezTo>
                  <a:pt x="86" y="195"/>
                  <a:pt x="86" y="195"/>
                  <a:pt x="86" y="198"/>
                </a:cubicBezTo>
                <a:cubicBezTo>
                  <a:pt x="85" y="200"/>
                  <a:pt x="88" y="203"/>
                  <a:pt x="90" y="201"/>
                </a:cubicBezTo>
                <a:cubicBezTo>
                  <a:pt x="93" y="199"/>
                  <a:pt x="93" y="197"/>
                  <a:pt x="94" y="195"/>
                </a:cubicBezTo>
                <a:cubicBezTo>
                  <a:pt x="96" y="193"/>
                  <a:pt x="99" y="198"/>
                  <a:pt x="99" y="198"/>
                </a:cubicBezTo>
                <a:cubicBezTo>
                  <a:pt x="99" y="198"/>
                  <a:pt x="94" y="203"/>
                  <a:pt x="92" y="205"/>
                </a:cubicBezTo>
                <a:cubicBezTo>
                  <a:pt x="90" y="207"/>
                  <a:pt x="91" y="209"/>
                  <a:pt x="91" y="210"/>
                </a:cubicBezTo>
                <a:cubicBezTo>
                  <a:pt x="91" y="212"/>
                  <a:pt x="94" y="212"/>
                  <a:pt x="96" y="212"/>
                </a:cubicBezTo>
                <a:cubicBezTo>
                  <a:pt x="98" y="211"/>
                  <a:pt x="101" y="209"/>
                  <a:pt x="101" y="206"/>
                </a:cubicBezTo>
                <a:cubicBezTo>
                  <a:pt x="102" y="204"/>
                  <a:pt x="103" y="202"/>
                  <a:pt x="105" y="200"/>
                </a:cubicBezTo>
                <a:cubicBezTo>
                  <a:pt x="107" y="198"/>
                  <a:pt x="108" y="199"/>
                  <a:pt x="110" y="197"/>
                </a:cubicBezTo>
                <a:cubicBezTo>
                  <a:pt x="112" y="195"/>
                  <a:pt x="111" y="195"/>
                  <a:pt x="111" y="192"/>
                </a:cubicBezTo>
                <a:cubicBezTo>
                  <a:pt x="111" y="190"/>
                  <a:pt x="111" y="187"/>
                  <a:pt x="111" y="185"/>
                </a:cubicBezTo>
                <a:cubicBezTo>
                  <a:pt x="110" y="184"/>
                  <a:pt x="104" y="179"/>
                  <a:pt x="103" y="177"/>
                </a:cubicBezTo>
                <a:cubicBezTo>
                  <a:pt x="102" y="176"/>
                  <a:pt x="106" y="174"/>
                  <a:pt x="107" y="173"/>
                </a:cubicBezTo>
                <a:cubicBezTo>
                  <a:pt x="109" y="172"/>
                  <a:pt x="109" y="170"/>
                  <a:pt x="109" y="169"/>
                </a:cubicBezTo>
                <a:cubicBezTo>
                  <a:pt x="109" y="167"/>
                  <a:pt x="107" y="165"/>
                  <a:pt x="105" y="163"/>
                </a:cubicBezTo>
                <a:cubicBezTo>
                  <a:pt x="104" y="161"/>
                  <a:pt x="103" y="158"/>
                  <a:pt x="103" y="155"/>
                </a:cubicBezTo>
                <a:cubicBezTo>
                  <a:pt x="103" y="152"/>
                  <a:pt x="105" y="147"/>
                  <a:pt x="105" y="147"/>
                </a:cubicBezTo>
                <a:cubicBezTo>
                  <a:pt x="105" y="148"/>
                  <a:pt x="107" y="152"/>
                  <a:pt x="107" y="154"/>
                </a:cubicBezTo>
                <a:cubicBezTo>
                  <a:pt x="108" y="156"/>
                  <a:pt x="109" y="159"/>
                  <a:pt x="111" y="162"/>
                </a:cubicBezTo>
                <a:cubicBezTo>
                  <a:pt x="113" y="165"/>
                  <a:pt x="115" y="165"/>
                  <a:pt x="118" y="167"/>
                </a:cubicBezTo>
                <a:cubicBezTo>
                  <a:pt x="120" y="169"/>
                  <a:pt x="124" y="170"/>
                  <a:pt x="126" y="170"/>
                </a:cubicBezTo>
                <a:cubicBezTo>
                  <a:pt x="128" y="171"/>
                  <a:pt x="132" y="174"/>
                  <a:pt x="134" y="173"/>
                </a:cubicBezTo>
                <a:cubicBezTo>
                  <a:pt x="137" y="172"/>
                  <a:pt x="139" y="171"/>
                  <a:pt x="142" y="169"/>
                </a:cubicBezTo>
                <a:cubicBezTo>
                  <a:pt x="145" y="168"/>
                  <a:pt x="146" y="171"/>
                  <a:pt x="147" y="173"/>
                </a:cubicBezTo>
                <a:cubicBezTo>
                  <a:pt x="148" y="174"/>
                  <a:pt x="151" y="178"/>
                  <a:pt x="153" y="181"/>
                </a:cubicBezTo>
                <a:cubicBezTo>
                  <a:pt x="155" y="184"/>
                  <a:pt x="155" y="188"/>
                  <a:pt x="158" y="191"/>
                </a:cubicBezTo>
                <a:cubicBezTo>
                  <a:pt x="160" y="195"/>
                  <a:pt x="164" y="200"/>
                  <a:pt x="164" y="200"/>
                </a:cubicBezTo>
                <a:cubicBezTo>
                  <a:pt x="165" y="202"/>
                  <a:pt x="165" y="205"/>
                  <a:pt x="163" y="209"/>
                </a:cubicBezTo>
                <a:cubicBezTo>
                  <a:pt x="162" y="213"/>
                  <a:pt x="162" y="215"/>
                  <a:pt x="162" y="218"/>
                </a:cubicBezTo>
                <a:cubicBezTo>
                  <a:pt x="161" y="221"/>
                  <a:pt x="163" y="223"/>
                  <a:pt x="165" y="222"/>
                </a:cubicBezTo>
                <a:cubicBezTo>
                  <a:pt x="168" y="222"/>
                  <a:pt x="169" y="223"/>
                  <a:pt x="169" y="225"/>
                </a:cubicBezTo>
                <a:cubicBezTo>
                  <a:pt x="169" y="227"/>
                  <a:pt x="169" y="232"/>
                  <a:pt x="170" y="235"/>
                </a:cubicBezTo>
                <a:cubicBezTo>
                  <a:pt x="172" y="237"/>
                  <a:pt x="172" y="239"/>
                  <a:pt x="172" y="240"/>
                </a:cubicBezTo>
                <a:cubicBezTo>
                  <a:pt x="173" y="242"/>
                  <a:pt x="175" y="242"/>
                  <a:pt x="178" y="244"/>
                </a:cubicBezTo>
                <a:cubicBezTo>
                  <a:pt x="180" y="245"/>
                  <a:pt x="178" y="247"/>
                  <a:pt x="178" y="250"/>
                </a:cubicBezTo>
                <a:cubicBezTo>
                  <a:pt x="178" y="253"/>
                  <a:pt x="181" y="256"/>
                  <a:pt x="182" y="255"/>
                </a:cubicBezTo>
                <a:cubicBezTo>
                  <a:pt x="183" y="254"/>
                  <a:pt x="185" y="251"/>
                  <a:pt x="185" y="251"/>
                </a:cubicBezTo>
                <a:cubicBezTo>
                  <a:pt x="185" y="251"/>
                  <a:pt x="184" y="242"/>
                  <a:pt x="185" y="241"/>
                </a:cubicBezTo>
                <a:cubicBezTo>
                  <a:pt x="185" y="239"/>
                  <a:pt x="186" y="233"/>
                  <a:pt x="190" y="232"/>
                </a:cubicBezTo>
                <a:cubicBezTo>
                  <a:pt x="193" y="230"/>
                  <a:pt x="199" y="226"/>
                  <a:pt x="201" y="222"/>
                </a:cubicBezTo>
                <a:cubicBezTo>
                  <a:pt x="198" y="216"/>
                  <a:pt x="194" y="209"/>
                  <a:pt x="193" y="204"/>
                </a:cubicBezTo>
                <a:cubicBezTo>
                  <a:pt x="190" y="197"/>
                  <a:pt x="188" y="183"/>
                  <a:pt x="187" y="178"/>
                </a:cubicBezTo>
                <a:close/>
              </a:path>
            </a:pathLst>
          </a:custGeom>
          <a:solidFill>
            <a:schemeClr val="accent4"/>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noEditPoints="1"/>
          </p:cNvSpPr>
          <p:nvPr/>
        </p:nvSpPr>
        <p:spPr bwMode="auto">
          <a:xfrm>
            <a:off x="7237413" y="1624013"/>
            <a:ext cx="4183063" cy="4749800"/>
          </a:xfrm>
          <a:custGeom>
            <a:avLst/>
            <a:gdLst>
              <a:gd name="T0" fmla="*/ 992 w 1099"/>
              <a:gd name="T1" fmla="*/ 989 h 1247"/>
              <a:gd name="T2" fmla="*/ 1001 w 1099"/>
              <a:gd name="T3" fmla="*/ 1019 h 1247"/>
              <a:gd name="T4" fmla="*/ 1001 w 1099"/>
              <a:gd name="T5" fmla="*/ 1011 h 1247"/>
              <a:gd name="T6" fmla="*/ 1000 w 1099"/>
              <a:gd name="T7" fmla="*/ 991 h 1247"/>
              <a:gd name="T8" fmla="*/ 996 w 1099"/>
              <a:gd name="T9" fmla="*/ 1000 h 1247"/>
              <a:gd name="T10" fmla="*/ 994 w 1099"/>
              <a:gd name="T11" fmla="*/ 1019 h 1247"/>
              <a:gd name="T12" fmla="*/ 987 w 1099"/>
              <a:gd name="T13" fmla="*/ 1033 h 1247"/>
              <a:gd name="T14" fmla="*/ 987 w 1099"/>
              <a:gd name="T15" fmla="*/ 1047 h 1247"/>
              <a:gd name="T16" fmla="*/ 994 w 1099"/>
              <a:gd name="T17" fmla="*/ 1041 h 1247"/>
              <a:gd name="T18" fmla="*/ 994 w 1099"/>
              <a:gd name="T19" fmla="*/ 1029 h 1247"/>
              <a:gd name="T20" fmla="*/ 1000 w 1099"/>
              <a:gd name="T21" fmla="*/ 1019 h 1247"/>
              <a:gd name="T22" fmla="*/ 1000 w 1099"/>
              <a:gd name="T23" fmla="*/ 987 h 1247"/>
              <a:gd name="T24" fmla="*/ 1006 w 1099"/>
              <a:gd name="T25" fmla="*/ 978 h 1247"/>
              <a:gd name="T26" fmla="*/ 1007 w 1099"/>
              <a:gd name="T27" fmla="*/ 972 h 1247"/>
              <a:gd name="T28" fmla="*/ 1001 w 1099"/>
              <a:gd name="T29" fmla="*/ 964 h 1247"/>
              <a:gd name="T30" fmla="*/ 997 w 1099"/>
              <a:gd name="T31" fmla="*/ 982 h 1247"/>
              <a:gd name="T32" fmla="*/ 989 w 1099"/>
              <a:gd name="T33" fmla="*/ 1074 h 1247"/>
              <a:gd name="T34" fmla="*/ 980 w 1099"/>
              <a:gd name="T35" fmla="*/ 1086 h 1247"/>
              <a:gd name="T36" fmla="*/ 972 w 1099"/>
              <a:gd name="T37" fmla="*/ 1072 h 1247"/>
              <a:gd name="T38" fmla="*/ 988 w 1099"/>
              <a:gd name="T39" fmla="*/ 1057 h 1247"/>
              <a:gd name="T40" fmla="*/ 995 w 1099"/>
              <a:gd name="T41" fmla="*/ 1149 h 1247"/>
              <a:gd name="T42" fmla="*/ 1008 w 1099"/>
              <a:gd name="T43" fmla="*/ 1021 h 1247"/>
              <a:gd name="T44" fmla="*/ 1003 w 1099"/>
              <a:gd name="T45" fmla="*/ 1025 h 1247"/>
              <a:gd name="T46" fmla="*/ 1008 w 1099"/>
              <a:gd name="T47" fmla="*/ 1025 h 1247"/>
              <a:gd name="T48" fmla="*/ 1022 w 1099"/>
              <a:gd name="T49" fmla="*/ 1200 h 1247"/>
              <a:gd name="T50" fmla="*/ 1030 w 1099"/>
              <a:gd name="T51" fmla="*/ 1175 h 1247"/>
              <a:gd name="T52" fmla="*/ 1025 w 1099"/>
              <a:gd name="T53" fmla="*/ 1194 h 1247"/>
              <a:gd name="T54" fmla="*/ 1035 w 1099"/>
              <a:gd name="T55" fmla="*/ 1223 h 1247"/>
              <a:gd name="T56" fmla="*/ 1092 w 1099"/>
              <a:gd name="T57" fmla="*/ 336 h 1247"/>
              <a:gd name="T58" fmla="*/ 980 w 1099"/>
              <a:gd name="T59" fmla="*/ 286 h 1247"/>
              <a:gd name="T60" fmla="*/ 888 w 1099"/>
              <a:gd name="T61" fmla="*/ 395 h 1247"/>
              <a:gd name="T62" fmla="*/ 776 w 1099"/>
              <a:gd name="T63" fmla="*/ 367 h 1247"/>
              <a:gd name="T64" fmla="*/ 666 w 1099"/>
              <a:gd name="T65" fmla="*/ 403 h 1247"/>
              <a:gd name="T66" fmla="*/ 432 w 1099"/>
              <a:gd name="T67" fmla="*/ 304 h 1247"/>
              <a:gd name="T68" fmla="*/ 354 w 1099"/>
              <a:gd name="T69" fmla="*/ 151 h 1247"/>
              <a:gd name="T70" fmla="*/ 324 w 1099"/>
              <a:gd name="T71" fmla="*/ 39 h 1247"/>
              <a:gd name="T72" fmla="*/ 158 w 1099"/>
              <a:gd name="T73" fmla="*/ 94 h 1247"/>
              <a:gd name="T74" fmla="*/ 195 w 1099"/>
              <a:gd name="T75" fmla="*/ 233 h 1247"/>
              <a:gd name="T76" fmla="*/ 59 w 1099"/>
              <a:gd name="T77" fmla="*/ 360 h 1247"/>
              <a:gd name="T78" fmla="*/ 98 w 1099"/>
              <a:gd name="T79" fmla="*/ 498 h 1247"/>
              <a:gd name="T80" fmla="*/ 11 w 1099"/>
              <a:gd name="T81" fmla="*/ 550 h 1247"/>
              <a:gd name="T82" fmla="*/ 29 w 1099"/>
              <a:gd name="T83" fmla="*/ 608 h 1247"/>
              <a:gd name="T84" fmla="*/ 161 w 1099"/>
              <a:gd name="T85" fmla="*/ 597 h 1247"/>
              <a:gd name="T86" fmla="*/ 185 w 1099"/>
              <a:gd name="T87" fmla="*/ 690 h 1247"/>
              <a:gd name="T88" fmla="*/ 214 w 1099"/>
              <a:gd name="T89" fmla="*/ 817 h 1247"/>
              <a:gd name="T90" fmla="*/ 357 w 1099"/>
              <a:gd name="T91" fmla="*/ 1137 h 1247"/>
              <a:gd name="T92" fmla="*/ 468 w 1099"/>
              <a:gd name="T93" fmla="*/ 1114 h 1247"/>
              <a:gd name="T94" fmla="*/ 491 w 1099"/>
              <a:gd name="T95" fmla="*/ 938 h 1247"/>
              <a:gd name="T96" fmla="*/ 560 w 1099"/>
              <a:gd name="T97" fmla="*/ 851 h 1247"/>
              <a:gd name="T98" fmla="*/ 670 w 1099"/>
              <a:gd name="T99" fmla="*/ 711 h 1247"/>
              <a:gd name="T100" fmla="*/ 768 w 1099"/>
              <a:gd name="T101" fmla="*/ 617 h 1247"/>
              <a:gd name="T102" fmla="*/ 812 w 1099"/>
              <a:gd name="T103" fmla="*/ 617 h 1247"/>
              <a:gd name="T104" fmla="*/ 792 w 1099"/>
              <a:gd name="T105" fmla="*/ 463 h 1247"/>
              <a:gd name="T106" fmla="*/ 813 w 1099"/>
              <a:gd name="T107" fmla="*/ 428 h 1247"/>
              <a:gd name="T108" fmla="*/ 914 w 1099"/>
              <a:gd name="T109" fmla="*/ 562 h 1247"/>
              <a:gd name="T110" fmla="*/ 974 w 1099"/>
              <a:gd name="T111" fmla="*/ 526 h 1247"/>
              <a:gd name="T112" fmla="*/ 1085 w 1099"/>
              <a:gd name="T113" fmla="*/ 365 h 1247"/>
              <a:gd name="T114" fmla="*/ 1031 w 1099"/>
              <a:gd name="T115" fmla="*/ 1232 h 1247"/>
              <a:gd name="T116" fmla="*/ 1042 w 1099"/>
              <a:gd name="T117" fmla="*/ 1240 h 1247"/>
              <a:gd name="T118" fmla="*/ 1004 w 1099"/>
              <a:gd name="T119" fmla="*/ 1032 h 1247"/>
              <a:gd name="T120" fmla="*/ 1007 w 1099"/>
              <a:gd name="T121" fmla="*/ 1018 h 1247"/>
              <a:gd name="T122" fmla="*/ 1006 w 1099"/>
              <a:gd name="T123" fmla="*/ 1036 h 1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99" h="1247">
                <a:moveTo>
                  <a:pt x="992" y="983"/>
                </a:moveTo>
                <a:cubicBezTo>
                  <a:pt x="992" y="984"/>
                  <a:pt x="992" y="984"/>
                  <a:pt x="991" y="983"/>
                </a:cubicBezTo>
                <a:cubicBezTo>
                  <a:pt x="991" y="983"/>
                  <a:pt x="992" y="983"/>
                  <a:pt x="992" y="982"/>
                </a:cubicBezTo>
                <a:cubicBezTo>
                  <a:pt x="992" y="982"/>
                  <a:pt x="993" y="982"/>
                  <a:pt x="993" y="983"/>
                </a:cubicBezTo>
                <a:cubicBezTo>
                  <a:pt x="993" y="983"/>
                  <a:pt x="993" y="983"/>
                  <a:pt x="993" y="983"/>
                </a:cubicBezTo>
                <a:cubicBezTo>
                  <a:pt x="992" y="983"/>
                  <a:pt x="992" y="983"/>
                  <a:pt x="992" y="983"/>
                </a:cubicBezTo>
                <a:close/>
                <a:moveTo>
                  <a:pt x="990" y="992"/>
                </a:moveTo>
                <a:cubicBezTo>
                  <a:pt x="990" y="992"/>
                  <a:pt x="990" y="992"/>
                  <a:pt x="990" y="993"/>
                </a:cubicBezTo>
                <a:cubicBezTo>
                  <a:pt x="990" y="993"/>
                  <a:pt x="990" y="993"/>
                  <a:pt x="990" y="994"/>
                </a:cubicBezTo>
                <a:cubicBezTo>
                  <a:pt x="990" y="994"/>
                  <a:pt x="990" y="995"/>
                  <a:pt x="990" y="995"/>
                </a:cubicBezTo>
                <a:cubicBezTo>
                  <a:pt x="990" y="995"/>
                  <a:pt x="990" y="996"/>
                  <a:pt x="990" y="996"/>
                </a:cubicBezTo>
                <a:cubicBezTo>
                  <a:pt x="991" y="995"/>
                  <a:pt x="991" y="995"/>
                  <a:pt x="991" y="995"/>
                </a:cubicBezTo>
                <a:cubicBezTo>
                  <a:pt x="991" y="995"/>
                  <a:pt x="991" y="994"/>
                  <a:pt x="991" y="994"/>
                </a:cubicBezTo>
                <a:cubicBezTo>
                  <a:pt x="991" y="994"/>
                  <a:pt x="992" y="994"/>
                  <a:pt x="992" y="993"/>
                </a:cubicBezTo>
                <a:cubicBezTo>
                  <a:pt x="992" y="993"/>
                  <a:pt x="992" y="992"/>
                  <a:pt x="993" y="992"/>
                </a:cubicBezTo>
                <a:cubicBezTo>
                  <a:pt x="993" y="991"/>
                  <a:pt x="993" y="991"/>
                  <a:pt x="993" y="991"/>
                </a:cubicBezTo>
                <a:cubicBezTo>
                  <a:pt x="992" y="990"/>
                  <a:pt x="992" y="989"/>
                  <a:pt x="992" y="989"/>
                </a:cubicBezTo>
                <a:cubicBezTo>
                  <a:pt x="993" y="988"/>
                  <a:pt x="993" y="988"/>
                  <a:pt x="992" y="987"/>
                </a:cubicBezTo>
                <a:cubicBezTo>
                  <a:pt x="992" y="986"/>
                  <a:pt x="991" y="987"/>
                  <a:pt x="990" y="988"/>
                </a:cubicBezTo>
                <a:cubicBezTo>
                  <a:pt x="990" y="988"/>
                  <a:pt x="990" y="989"/>
                  <a:pt x="990" y="989"/>
                </a:cubicBezTo>
                <a:cubicBezTo>
                  <a:pt x="990" y="989"/>
                  <a:pt x="991" y="989"/>
                  <a:pt x="991" y="990"/>
                </a:cubicBezTo>
                <a:cubicBezTo>
                  <a:pt x="991" y="990"/>
                  <a:pt x="991" y="991"/>
                  <a:pt x="990" y="991"/>
                </a:cubicBezTo>
                <a:cubicBezTo>
                  <a:pt x="990" y="992"/>
                  <a:pt x="990" y="992"/>
                  <a:pt x="990" y="992"/>
                </a:cubicBezTo>
                <a:close/>
                <a:moveTo>
                  <a:pt x="998" y="1162"/>
                </a:moveTo>
                <a:cubicBezTo>
                  <a:pt x="999" y="1162"/>
                  <a:pt x="999" y="1161"/>
                  <a:pt x="999" y="1161"/>
                </a:cubicBezTo>
                <a:cubicBezTo>
                  <a:pt x="999" y="1161"/>
                  <a:pt x="999" y="1161"/>
                  <a:pt x="998" y="1161"/>
                </a:cubicBezTo>
                <a:cubicBezTo>
                  <a:pt x="998" y="1161"/>
                  <a:pt x="998" y="1162"/>
                  <a:pt x="998" y="1162"/>
                </a:cubicBezTo>
                <a:close/>
                <a:moveTo>
                  <a:pt x="999" y="989"/>
                </a:moveTo>
                <a:cubicBezTo>
                  <a:pt x="999" y="989"/>
                  <a:pt x="999" y="989"/>
                  <a:pt x="999" y="989"/>
                </a:cubicBezTo>
                <a:cubicBezTo>
                  <a:pt x="999" y="989"/>
                  <a:pt x="999" y="989"/>
                  <a:pt x="999" y="989"/>
                </a:cubicBezTo>
                <a:cubicBezTo>
                  <a:pt x="999" y="989"/>
                  <a:pt x="999" y="989"/>
                  <a:pt x="999" y="989"/>
                </a:cubicBezTo>
                <a:cubicBezTo>
                  <a:pt x="999" y="989"/>
                  <a:pt x="999" y="989"/>
                  <a:pt x="999" y="989"/>
                </a:cubicBezTo>
                <a:close/>
                <a:moveTo>
                  <a:pt x="1001" y="1019"/>
                </a:moveTo>
                <a:cubicBezTo>
                  <a:pt x="1001" y="1019"/>
                  <a:pt x="1001" y="1019"/>
                  <a:pt x="1001" y="1019"/>
                </a:cubicBezTo>
                <a:cubicBezTo>
                  <a:pt x="1002" y="1018"/>
                  <a:pt x="1002" y="1018"/>
                  <a:pt x="1002" y="1018"/>
                </a:cubicBezTo>
                <a:cubicBezTo>
                  <a:pt x="1002" y="1018"/>
                  <a:pt x="1002" y="1017"/>
                  <a:pt x="1002" y="1017"/>
                </a:cubicBezTo>
                <a:cubicBezTo>
                  <a:pt x="1002" y="1017"/>
                  <a:pt x="1000" y="1017"/>
                  <a:pt x="1000" y="1017"/>
                </a:cubicBezTo>
                <a:cubicBezTo>
                  <a:pt x="1000" y="1017"/>
                  <a:pt x="1000" y="1017"/>
                  <a:pt x="1000" y="1018"/>
                </a:cubicBezTo>
                <a:cubicBezTo>
                  <a:pt x="1001" y="1018"/>
                  <a:pt x="1000" y="1018"/>
                  <a:pt x="1000" y="1018"/>
                </a:cubicBezTo>
                <a:cubicBezTo>
                  <a:pt x="1000" y="1018"/>
                  <a:pt x="1000" y="1018"/>
                  <a:pt x="1000" y="1018"/>
                </a:cubicBezTo>
                <a:cubicBezTo>
                  <a:pt x="1000" y="1018"/>
                  <a:pt x="1000" y="1018"/>
                  <a:pt x="1000" y="1018"/>
                </a:cubicBezTo>
                <a:cubicBezTo>
                  <a:pt x="1000" y="1018"/>
                  <a:pt x="1000" y="1018"/>
                  <a:pt x="1000" y="1018"/>
                </a:cubicBezTo>
                <a:cubicBezTo>
                  <a:pt x="1000" y="1018"/>
                  <a:pt x="999" y="1018"/>
                  <a:pt x="999" y="1018"/>
                </a:cubicBezTo>
                <a:cubicBezTo>
                  <a:pt x="999" y="1017"/>
                  <a:pt x="999" y="1017"/>
                  <a:pt x="999" y="1017"/>
                </a:cubicBezTo>
                <a:cubicBezTo>
                  <a:pt x="999" y="1017"/>
                  <a:pt x="999" y="1017"/>
                  <a:pt x="999" y="1017"/>
                </a:cubicBezTo>
                <a:cubicBezTo>
                  <a:pt x="999" y="1016"/>
                  <a:pt x="999" y="1016"/>
                  <a:pt x="999" y="1016"/>
                </a:cubicBezTo>
                <a:cubicBezTo>
                  <a:pt x="1000" y="1015"/>
                  <a:pt x="1000" y="1015"/>
                  <a:pt x="999" y="1014"/>
                </a:cubicBezTo>
                <a:cubicBezTo>
                  <a:pt x="999" y="1014"/>
                  <a:pt x="998" y="1014"/>
                  <a:pt x="999" y="1013"/>
                </a:cubicBezTo>
                <a:cubicBezTo>
                  <a:pt x="999" y="1012"/>
                  <a:pt x="998" y="1012"/>
                  <a:pt x="998" y="1012"/>
                </a:cubicBezTo>
                <a:cubicBezTo>
                  <a:pt x="998" y="1011"/>
                  <a:pt x="998" y="1011"/>
                  <a:pt x="999" y="1011"/>
                </a:cubicBezTo>
                <a:cubicBezTo>
                  <a:pt x="999" y="1011"/>
                  <a:pt x="1001" y="1012"/>
                  <a:pt x="1001" y="1011"/>
                </a:cubicBezTo>
                <a:cubicBezTo>
                  <a:pt x="1001" y="1010"/>
                  <a:pt x="1001" y="1010"/>
                  <a:pt x="1001" y="1010"/>
                </a:cubicBezTo>
                <a:cubicBezTo>
                  <a:pt x="1002" y="1010"/>
                  <a:pt x="1002" y="1010"/>
                  <a:pt x="1002" y="1009"/>
                </a:cubicBezTo>
                <a:cubicBezTo>
                  <a:pt x="1002" y="1009"/>
                  <a:pt x="1002" y="1009"/>
                  <a:pt x="1002" y="1008"/>
                </a:cubicBezTo>
                <a:cubicBezTo>
                  <a:pt x="1002" y="1008"/>
                  <a:pt x="1002" y="1008"/>
                  <a:pt x="1002" y="1008"/>
                </a:cubicBezTo>
                <a:cubicBezTo>
                  <a:pt x="1003" y="1007"/>
                  <a:pt x="1003" y="1007"/>
                  <a:pt x="1003" y="1006"/>
                </a:cubicBezTo>
                <a:cubicBezTo>
                  <a:pt x="1003" y="1005"/>
                  <a:pt x="1002" y="1004"/>
                  <a:pt x="1002" y="1003"/>
                </a:cubicBezTo>
                <a:cubicBezTo>
                  <a:pt x="1002" y="1003"/>
                  <a:pt x="1002" y="1002"/>
                  <a:pt x="1002" y="1001"/>
                </a:cubicBezTo>
                <a:cubicBezTo>
                  <a:pt x="1003" y="1000"/>
                  <a:pt x="1002" y="1000"/>
                  <a:pt x="1003" y="999"/>
                </a:cubicBezTo>
                <a:cubicBezTo>
                  <a:pt x="1003" y="999"/>
                  <a:pt x="1003" y="999"/>
                  <a:pt x="1003" y="998"/>
                </a:cubicBezTo>
                <a:cubicBezTo>
                  <a:pt x="1002" y="998"/>
                  <a:pt x="1002" y="998"/>
                  <a:pt x="1002" y="997"/>
                </a:cubicBezTo>
                <a:cubicBezTo>
                  <a:pt x="1002" y="997"/>
                  <a:pt x="1002" y="997"/>
                  <a:pt x="1001" y="997"/>
                </a:cubicBezTo>
                <a:cubicBezTo>
                  <a:pt x="1001" y="996"/>
                  <a:pt x="1001" y="996"/>
                  <a:pt x="1001" y="996"/>
                </a:cubicBezTo>
                <a:cubicBezTo>
                  <a:pt x="1002" y="995"/>
                  <a:pt x="1002" y="994"/>
                  <a:pt x="1002" y="994"/>
                </a:cubicBezTo>
                <a:cubicBezTo>
                  <a:pt x="1001" y="993"/>
                  <a:pt x="1001" y="992"/>
                  <a:pt x="1001" y="992"/>
                </a:cubicBezTo>
                <a:cubicBezTo>
                  <a:pt x="1001" y="992"/>
                  <a:pt x="1001" y="991"/>
                  <a:pt x="1000" y="991"/>
                </a:cubicBezTo>
                <a:cubicBezTo>
                  <a:pt x="1000" y="991"/>
                  <a:pt x="1000" y="991"/>
                  <a:pt x="1000" y="991"/>
                </a:cubicBezTo>
                <a:cubicBezTo>
                  <a:pt x="1000" y="991"/>
                  <a:pt x="1000" y="991"/>
                  <a:pt x="1000" y="991"/>
                </a:cubicBezTo>
                <a:cubicBezTo>
                  <a:pt x="999" y="991"/>
                  <a:pt x="999" y="990"/>
                  <a:pt x="999" y="990"/>
                </a:cubicBezTo>
                <a:cubicBezTo>
                  <a:pt x="999" y="990"/>
                  <a:pt x="999" y="991"/>
                  <a:pt x="999" y="991"/>
                </a:cubicBezTo>
                <a:cubicBezTo>
                  <a:pt x="998" y="992"/>
                  <a:pt x="998" y="991"/>
                  <a:pt x="997" y="991"/>
                </a:cubicBezTo>
                <a:cubicBezTo>
                  <a:pt x="997" y="991"/>
                  <a:pt x="997" y="990"/>
                  <a:pt x="997" y="990"/>
                </a:cubicBezTo>
                <a:cubicBezTo>
                  <a:pt x="996" y="990"/>
                  <a:pt x="996" y="990"/>
                  <a:pt x="996" y="990"/>
                </a:cubicBezTo>
                <a:cubicBezTo>
                  <a:pt x="996" y="990"/>
                  <a:pt x="995" y="990"/>
                  <a:pt x="995" y="990"/>
                </a:cubicBezTo>
                <a:cubicBezTo>
                  <a:pt x="995" y="991"/>
                  <a:pt x="996" y="991"/>
                  <a:pt x="996" y="992"/>
                </a:cubicBezTo>
                <a:cubicBezTo>
                  <a:pt x="996" y="992"/>
                  <a:pt x="994" y="992"/>
                  <a:pt x="995" y="993"/>
                </a:cubicBezTo>
                <a:cubicBezTo>
                  <a:pt x="994" y="993"/>
                  <a:pt x="994" y="994"/>
                  <a:pt x="993" y="994"/>
                </a:cubicBezTo>
                <a:cubicBezTo>
                  <a:pt x="993" y="995"/>
                  <a:pt x="992" y="995"/>
                  <a:pt x="992" y="996"/>
                </a:cubicBezTo>
                <a:cubicBezTo>
                  <a:pt x="992" y="996"/>
                  <a:pt x="992" y="997"/>
                  <a:pt x="992" y="998"/>
                </a:cubicBezTo>
                <a:cubicBezTo>
                  <a:pt x="993" y="998"/>
                  <a:pt x="993" y="998"/>
                  <a:pt x="994" y="999"/>
                </a:cubicBezTo>
                <a:cubicBezTo>
                  <a:pt x="994" y="999"/>
                  <a:pt x="993" y="999"/>
                  <a:pt x="993" y="1000"/>
                </a:cubicBezTo>
                <a:cubicBezTo>
                  <a:pt x="993" y="1000"/>
                  <a:pt x="994" y="1000"/>
                  <a:pt x="994" y="1000"/>
                </a:cubicBezTo>
                <a:cubicBezTo>
                  <a:pt x="994" y="1000"/>
                  <a:pt x="994" y="1001"/>
                  <a:pt x="995" y="1001"/>
                </a:cubicBezTo>
                <a:cubicBezTo>
                  <a:pt x="995" y="1001"/>
                  <a:pt x="995" y="999"/>
                  <a:pt x="996" y="999"/>
                </a:cubicBezTo>
                <a:cubicBezTo>
                  <a:pt x="996" y="999"/>
                  <a:pt x="996" y="1000"/>
                  <a:pt x="996" y="1000"/>
                </a:cubicBezTo>
                <a:cubicBezTo>
                  <a:pt x="996" y="1001"/>
                  <a:pt x="996" y="1001"/>
                  <a:pt x="996" y="1002"/>
                </a:cubicBezTo>
                <a:cubicBezTo>
                  <a:pt x="996" y="1002"/>
                  <a:pt x="995" y="1002"/>
                  <a:pt x="995" y="1002"/>
                </a:cubicBezTo>
                <a:cubicBezTo>
                  <a:pt x="995" y="1002"/>
                  <a:pt x="995" y="1001"/>
                  <a:pt x="995" y="1001"/>
                </a:cubicBezTo>
                <a:cubicBezTo>
                  <a:pt x="995" y="1001"/>
                  <a:pt x="994" y="1001"/>
                  <a:pt x="993" y="1001"/>
                </a:cubicBezTo>
                <a:cubicBezTo>
                  <a:pt x="993" y="1002"/>
                  <a:pt x="993" y="1002"/>
                  <a:pt x="993" y="1002"/>
                </a:cubicBezTo>
                <a:cubicBezTo>
                  <a:pt x="992" y="1003"/>
                  <a:pt x="992" y="1002"/>
                  <a:pt x="992" y="1003"/>
                </a:cubicBezTo>
                <a:cubicBezTo>
                  <a:pt x="992" y="1003"/>
                  <a:pt x="992" y="1003"/>
                  <a:pt x="992" y="1003"/>
                </a:cubicBezTo>
                <a:cubicBezTo>
                  <a:pt x="992" y="1004"/>
                  <a:pt x="992" y="1004"/>
                  <a:pt x="992" y="1004"/>
                </a:cubicBezTo>
                <a:cubicBezTo>
                  <a:pt x="992" y="1005"/>
                  <a:pt x="992" y="1006"/>
                  <a:pt x="992" y="1008"/>
                </a:cubicBezTo>
                <a:cubicBezTo>
                  <a:pt x="992" y="1008"/>
                  <a:pt x="992" y="1009"/>
                  <a:pt x="992" y="1009"/>
                </a:cubicBezTo>
                <a:cubicBezTo>
                  <a:pt x="992" y="1010"/>
                  <a:pt x="992" y="1010"/>
                  <a:pt x="992" y="1011"/>
                </a:cubicBezTo>
                <a:cubicBezTo>
                  <a:pt x="992" y="1011"/>
                  <a:pt x="992" y="1012"/>
                  <a:pt x="992" y="1013"/>
                </a:cubicBezTo>
                <a:cubicBezTo>
                  <a:pt x="992" y="1013"/>
                  <a:pt x="992" y="1013"/>
                  <a:pt x="992" y="1014"/>
                </a:cubicBezTo>
                <a:cubicBezTo>
                  <a:pt x="992" y="1014"/>
                  <a:pt x="992" y="1015"/>
                  <a:pt x="992" y="1015"/>
                </a:cubicBezTo>
                <a:cubicBezTo>
                  <a:pt x="992" y="1016"/>
                  <a:pt x="993" y="1016"/>
                  <a:pt x="993" y="1017"/>
                </a:cubicBezTo>
                <a:cubicBezTo>
                  <a:pt x="993" y="1018"/>
                  <a:pt x="993" y="1018"/>
                  <a:pt x="993" y="1019"/>
                </a:cubicBezTo>
                <a:cubicBezTo>
                  <a:pt x="994" y="1019"/>
                  <a:pt x="994" y="1019"/>
                  <a:pt x="994" y="1019"/>
                </a:cubicBezTo>
                <a:cubicBezTo>
                  <a:pt x="994" y="1019"/>
                  <a:pt x="995" y="1019"/>
                  <a:pt x="995" y="1019"/>
                </a:cubicBezTo>
                <a:cubicBezTo>
                  <a:pt x="995" y="1020"/>
                  <a:pt x="995" y="1020"/>
                  <a:pt x="995" y="1021"/>
                </a:cubicBezTo>
                <a:cubicBezTo>
                  <a:pt x="995" y="1021"/>
                  <a:pt x="994" y="1022"/>
                  <a:pt x="994" y="1022"/>
                </a:cubicBezTo>
                <a:cubicBezTo>
                  <a:pt x="994" y="1021"/>
                  <a:pt x="993" y="1021"/>
                  <a:pt x="993" y="1021"/>
                </a:cubicBezTo>
                <a:cubicBezTo>
                  <a:pt x="993" y="1021"/>
                  <a:pt x="993" y="1021"/>
                  <a:pt x="992" y="1021"/>
                </a:cubicBezTo>
                <a:cubicBezTo>
                  <a:pt x="992" y="1021"/>
                  <a:pt x="992" y="1021"/>
                  <a:pt x="992" y="1020"/>
                </a:cubicBezTo>
                <a:cubicBezTo>
                  <a:pt x="992" y="1020"/>
                  <a:pt x="992" y="1020"/>
                  <a:pt x="992" y="1019"/>
                </a:cubicBezTo>
                <a:cubicBezTo>
                  <a:pt x="992" y="1019"/>
                  <a:pt x="992" y="1019"/>
                  <a:pt x="992" y="1018"/>
                </a:cubicBezTo>
                <a:cubicBezTo>
                  <a:pt x="991" y="1018"/>
                  <a:pt x="991" y="1019"/>
                  <a:pt x="991" y="1019"/>
                </a:cubicBezTo>
                <a:cubicBezTo>
                  <a:pt x="991" y="1020"/>
                  <a:pt x="990" y="1020"/>
                  <a:pt x="990" y="1020"/>
                </a:cubicBezTo>
                <a:cubicBezTo>
                  <a:pt x="990" y="1021"/>
                  <a:pt x="989" y="1022"/>
                  <a:pt x="989" y="1023"/>
                </a:cubicBezTo>
                <a:cubicBezTo>
                  <a:pt x="989" y="1024"/>
                  <a:pt x="989" y="1025"/>
                  <a:pt x="989" y="1026"/>
                </a:cubicBezTo>
                <a:cubicBezTo>
                  <a:pt x="989" y="1027"/>
                  <a:pt x="989" y="1027"/>
                  <a:pt x="988" y="1028"/>
                </a:cubicBezTo>
                <a:cubicBezTo>
                  <a:pt x="988" y="1029"/>
                  <a:pt x="988" y="1029"/>
                  <a:pt x="988" y="1030"/>
                </a:cubicBezTo>
                <a:cubicBezTo>
                  <a:pt x="988" y="1031"/>
                  <a:pt x="989" y="1032"/>
                  <a:pt x="988" y="1033"/>
                </a:cubicBezTo>
                <a:cubicBezTo>
                  <a:pt x="988" y="1033"/>
                  <a:pt x="988" y="1034"/>
                  <a:pt x="988" y="1034"/>
                </a:cubicBezTo>
                <a:cubicBezTo>
                  <a:pt x="987" y="1034"/>
                  <a:pt x="987" y="1034"/>
                  <a:pt x="987" y="1033"/>
                </a:cubicBezTo>
                <a:cubicBezTo>
                  <a:pt x="987" y="1033"/>
                  <a:pt x="987" y="1033"/>
                  <a:pt x="987" y="1032"/>
                </a:cubicBezTo>
                <a:cubicBezTo>
                  <a:pt x="987" y="1032"/>
                  <a:pt x="987" y="1032"/>
                  <a:pt x="986" y="1032"/>
                </a:cubicBezTo>
                <a:cubicBezTo>
                  <a:pt x="986" y="1031"/>
                  <a:pt x="986" y="1032"/>
                  <a:pt x="985" y="1032"/>
                </a:cubicBezTo>
                <a:cubicBezTo>
                  <a:pt x="985" y="1032"/>
                  <a:pt x="985" y="1033"/>
                  <a:pt x="985" y="1033"/>
                </a:cubicBezTo>
                <a:cubicBezTo>
                  <a:pt x="985" y="1034"/>
                  <a:pt x="984" y="1034"/>
                  <a:pt x="984" y="1035"/>
                </a:cubicBezTo>
                <a:cubicBezTo>
                  <a:pt x="984" y="1035"/>
                  <a:pt x="984" y="1035"/>
                  <a:pt x="984" y="1035"/>
                </a:cubicBezTo>
                <a:cubicBezTo>
                  <a:pt x="985" y="1035"/>
                  <a:pt x="985" y="1036"/>
                  <a:pt x="985" y="1036"/>
                </a:cubicBezTo>
                <a:cubicBezTo>
                  <a:pt x="985" y="1036"/>
                  <a:pt x="985" y="1036"/>
                  <a:pt x="985" y="1036"/>
                </a:cubicBezTo>
                <a:cubicBezTo>
                  <a:pt x="985" y="1036"/>
                  <a:pt x="986" y="1035"/>
                  <a:pt x="986" y="1036"/>
                </a:cubicBezTo>
                <a:cubicBezTo>
                  <a:pt x="986" y="1036"/>
                  <a:pt x="986" y="1037"/>
                  <a:pt x="986" y="1037"/>
                </a:cubicBezTo>
                <a:cubicBezTo>
                  <a:pt x="985" y="1038"/>
                  <a:pt x="986" y="1039"/>
                  <a:pt x="986" y="1040"/>
                </a:cubicBezTo>
                <a:cubicBezTo>
                  <a:pt x="986" y="1040"/>
                  <a:pt x="986" y="1041"/>
                  <a:pt x="986" y="1042"/>
                </a:cubicBezTo>
                <a:cubicBezTo>
                  <a:pt x="987" y="1041"/>
                  <a:pt x="987" y="1041"/>
                  <a:pt x="987" y="1041"/>
                </a:cubicBezTo>
                <a:cubicBezTo>
                  <a:pt x="987" y="1041"/>
                  <a:pt x="987" y="1041"/>
                  <a:pt x="988" y="1041"/>
                </a:cubicBezTo>
                <a:cubicBezTo>
                  <a:pt x="988" y="1042"/>
                  <a:pt x="988" y="1042"/>
                  <a:pt x="988" y="1043"/>
                </a:cubicBezTo>
                <a:cubicBezTo>
                  <a:pt x="988" y="1043"/>
                  <a:pt x="988" y="1044"/>
                  <a:pt x="988" y="1044"/>
                </a:cubicBezTo>
                <a:cubicBezTo>
                  <a:pt x="988" y="1045"/>
                  <a:pt x="988" y="1046"/>
                  <a:pt x="987" y="1047"/>
                </a:cubicBezTo>
                <a:cubicBezTo>
                  <a:pt x="987" y="1047"/>
                  <a:pt x="987" y="1048"/>
                  <a:pt x="987" y="1048"/>
                </a:cubicBezTo>
                <a:cubicBezTo>
                  <a:pt x="987" y="1048"/>
                  <a:pt x="988" y="1048"/>
                  <a:pt x="988" y="1048"/>
                </a:cubicBezTo>
                <a:cubicBezTo>
                  <a:pt x="988" y="1047"/>
                  <a:pt x="988" y="1046"/>
                  <a:pt x="989" y="1046"/>
                </a:cubicBezTo>
                <a:cubicBezTo>
                  <a:pt x="989" y="1047"/>
                  <a:pt x="989" y="1047"/>
                  <a:pt x="989" y="1047"/>
                </a:cubicBezTo>
                <a:cubicBezTo>
                  <a:pt x="990" y="1047"/>
                  <a:pt x="990" y="1048"/>
                  <a:pt x="990" y="1048"/>
                </a:cubicBezTo>
                <a:cubicBezTo>
                  <a:pt x="991" y="1048"/>
                  <a:pt x="991" y="1049"/>
                  <a:pt x="992" y="1049"/>
                </a:cubicBezTo>
                <a:cubicBezTo>
                  <a:pt x="993" y="1051"/>
                  <a:pt x="993" y="1048"/>
                  <a:pt x="993" y="1048"/>
                </a:cubicBezTo>
                <a:cubicBezTo>
                  <a:pt x="993" y="1047"/>
                  <a:pt x="993" y="1047"/>
                  <a:pt x="993" y="1046"/>
                </a:cubicBezTo>
                <a:cubicBezTo>
                  <a:pt x="994" y="1046"/>
                  <a:pt x="994" y="1046"/>
                  <a:pt x="994" y="1045"/>
                </a:cubicBezTo>
                <a:cubicBezTo>
                  <a:pt x="994" y="1045"/>
                  <a:pt x="994" y="1044"/>
                  <a:pt x="994" y="1044"/>
                </a:cubicBezTo>
                <a:cubicBezTo>
                  <a:pt x="994" y="1044"/>
                  <a:pt x="994" y="1043"/>
                  <a:pt x="994" y="1043"/>
                </a:cubicBezTo>
                <a:cubicBezTo>
                  <a:pt x="994" y="1043"/>
                  <a:pt x="994" y="1043"/>
                  <a:pt x="993" y="1043"/>
                </a:cubicBezTo>
                <a:cubicBezTo>
                  <a:pt x="993" y="1043"/>
                  <a:pt x="993" y="1043"/>
                  <a:pt x="993" y="1043"/>
                </a:cubicBezTo>
                <a:cubicBezTo>
                  <a:pt x="993" y="1042"/>
                  <a:pt x="993" y="1042"/>
                  <a:pt x="992" y="1042"/>
                </a:cubicBezTo>
                <a:cubicBezTo>
                  <a:pt x="992" y="1042"/>
                  <a:pt x="992" y="1042"/>
                  <a:pt x="992" y="1042"/>
                </a:cubicBezTo>
                <a:cubicBezTo>
                  <a:pt x="992" y="1042"/>
                  <a:pt x="993" y="1042"/>
                  <a:pt x="993" y="1041"/>
                </a:cubicBezTo>
                <a:cubicBezTo>
                  <a:pt x="993" y="1041"/>
                  <a:pt x="994" y="1041"/>
                  <a:pt x="994" y="1041"/>
                </a:cubicBezTo>
                <a:cubicBezTo>
                  <a:pt x="994" y="1041"/>
                  <a:pt x="994" y="1041"/>
                  <a:pt x="994" y="1040"/>
                </a:cubicBezTo>
                <a:cubicBezTo>
                  <a:pt x="994" y="1040"/>
                  <a:pt x="994" y="1040"/>
                  <a:pt x="994" y="1039"/>
                </a:cubicBezTo>
                <a:cubicBezTo>
                  <a:pt x="994" y="1038"/>
                  <a:pt x="994" y="1037"/>
                  <a:pt x="995" y="1037"/>
                </a:cubicBezTo>
                <a:cubicBezTo>
                  <a:pt x="995" y="1036"/>
                  <a:pt x="995" y="1035"/>
                  <a:pt x="995" y="1035"/>
                </a:cubicBezTo>
                <a:cubicBezTo>
                  <a:pt x="995" y="1034"/>
                  <a:pt x="995" y="1034"/>
                  <a:pt x="995" y="1033"/>
                </a:cubicBezTo>
                <a:cubicBezTo>
                  <a:pt x="996" y="1033"/>
                  <a:pt x="995" y="1032"/>
                  <a:pt x="995" y="1032"/>
                </a:cubicBezTo>
                <a:cubicBezTo>
                  <a:pt x="995" y="1032"/>
                  <a:pt x="994" y="1032"/>
                  <a:pt x="994" y="1032"/>
                </a:cubicBezTo>
                <a:cubicBezTo>
                  <a:pt x="993" y="1032"/>
                  <a:pt x="993" y="1032"/>
                  <a:pt x="994" y="1033"/>
                </a:cubicBezTo>
                <a:cubicBezTo>
                  <a:pt x="994" y="1033"/>
                  <a:pt x="994" y="1034"/>
                  <a:pt x="993" y="1034"/>
                </a:cubicBezTo>
                <a:cubicBezTo>
                  <a:pt x="993" y="1034"/>
                  <a:pt x="993" y="1033"/>
                  <a:pt x="993" y="1033"/>
                </a:cubicBezTo>
                <a:cubicBezTo>
                  <a:pt x="993" y="1033"/>
                  <a:pt x="993" y="1032"/>
                  <a:pt x="993" y="1032"/>
                </a:cubicBezTo>
                <a:cubicBezTo>
                  <a:pt x="993" y="1031"/>
                  <a:pt x="993" y="1031"/>
                  <a:pt x="993" y="1031"/>
                </a:cubicBezTo>
                <a:cubicBezTo>
                  <a:pt x="993" y="1031"/>
                  <a:pt x="993" y="1031"/>
                  <a:pt x="993" y="1030"/>
                </a:cubicBezTo>
                <a:cubicBezTo>
                  <a:pt x="993" y="1030"/>
                  <a:pt x="994" y="1030"/>
                  <a:pt x="994" y="1030"/>
                </a:cubicBezTo>
                <a:cubicBezTo>
                  <a:pt x="993" y="1030"/>
                  <a:pt x="993" y="1030"/>
                  <a:pt x="993" y="1029"/>
                </a:cubicBezTo>
                <a:cubicBezTo>
                  <a:pt x="993" y="1029"/>
                  <a:pt x="994" y="1029"/>
                  <a:pt x="994" y="1029"/>
                </a:cubicBezTo>
                <a:cubicBezTo>
                  <a:pt x="994" y="1029"/>
                  <a:pt x="994" y="1029"/>
                  <a:pt x="994" y="1029"/>
                </a:cubicBezTo>
                <a:cubicBezTo>
                  <a:pt x="994" y="1029"/>
                  <a:pt x="993" y="1029"/>
                  <a:pt x="993" y="1028"/>
                </a:cubicBezTo>
                <a:cubicBezTo>
                  <a:pt x="993" y="1028"/>
                  <a:pt x="993" y="1028"/>
                  <a:pt x="994" y="1028"/>
                </a:cubicBezTo>
                <a:cubicBezTo>
                  <a:pt x="994" y="1028"/>
                  <a:pt x="994" y="1028"/>
                  <a:pt x="994" y="1028"/>
                </a:cubicBezTo>
                <a:cubicBezTo>
                  <a:pt x="995" y="1028"/>
                  <a:pt x="995" y="1028"/>
                  <a:pt x="995" y="1027"/>
                </a:cubicBezTo>
                <a:cubicBezTo>
                  <a:pt x="995" y="1027"/>
                  <a:pt x="995" y="1027"/>
                  <a:pt x="994" y="1027"/>
                </a:cubicBezTo>
                <a:cubicBezTo>
                  <a:pt x="994" y="1027"/>
                  <a:pt x="994" y="1027"/>
                  <a:pt x="994" y="1026"/>
                </a:cubicBezTo>
                <a:cubicBezTo>
                  <a:pt x="994" y="1026"/>
                  <a:pt x="995" y="1026"/>
                  <a:pt x="995" y="1026"/>
                </a:cubicBezTo>
                <a:cubicBezTo>
                  <a:pt x="995" y="1026"/>
                  <a:pt x="995" y="1025"/>
                  <a:pt x="995" y="1025"/>
                </a:cubicBezTo>
                <a:cubicBezTo>
                  <a:pt x="996" y="1025"/>
                  <a:pt x="996" y="1025"/>
                  <a:pt x="996" y="1024"/>
                </a:cubicBezTo>
                <a:cubicBezTo>
                  <a:pt x="996" y="1024"/>
                  <a:pt x="996" y="1024"/>
                  <a:pt x="996" y="1024"/>
                </a:cubicBezTo>
                <a:cubicBezTo>
                  <a:pt x="996" y="1024"/>
                  <a:pt x="996" y="1023"/>
                  <a:pt x="997" y="1023"/>
                </a:cubicBezTo>
                <a:cubicBezTo>
                  <a:pt x="997" y="1022"/>
                  <a:pt x="997" y="1022"/>
                  <a:pt x="998" y="1022"/>
                </a:cubicBezTo>
                <a:cubicBezTo>
                  <a:pt x="998" y="1022"/>
                  <a:pt x="998" y="1021"/>
                  <a:pt x="998" y="1021"/>
                </a:cubicBezTo>
                <a:cubicBezTo>
                  <a:pt x="998" y="1021"/>
                  <a:pt x="999" y="1021"/>
                  <a:pt x="999" y="1020"/>
                </a:cubicBezTo>
                <a:cubicBezTo>
                  <a:pt x="1000" y="1020"/>
                  <a:pt x="999" y="1020"/>
                  <a:pt x="999" y="1020"/>
                </a:cubicBezTo>
                <a:cubicBezTo>
                  <a:pt x="999" y="1020"/>
                  <a:pt x="999" y="1020"/>
                  <a:pt x="999" y="1019"/>
                </a:cubicBezTo>
                <a:cubicBezTo>
                  <a:pt x="1000" y="1019"/>
                  <a:pt x="1000" y="1019"/>
                  <a:pt x="1000" y="1019"/>
                </a:cubicBezTo>
                <a:cubicBezTo>
                  <a:pt x="1000" y="1019"/>
                  <a:pt x="1000" y="1019"/>
                  <a:pt x="1001" y="1020"/>
                </a:cubicBezTo>
                <a:cubicBezTo>
                  <a:pt x="1001" y="1020"/>
                  <a:pt x="1001" y="1020"/>
                  <a:pt x="1001" y="1020"/>
                </a:cubicBezTo>
                <a:cubicBezTo>
                  <a:pt x="1002" y="1020"/>
                  <a:pt x="1001" y="1019"/>
                  <a:pt x="1001" y="1019"/>
                </a:cubicBezTo>
                <a:close/>
                <a:moveTo>
                  <a:pt x="999" y="962"/>
                </a:moveTo>
                <a:cubicBezTo>
                  <a:pt x="1000" y="962"/>
                  <a:pt x="1000" y="962"/>
                  <a:pt x="1000" y="962"/>
                </a:cubicBezTo>
                <a:cubicBezTo>
                  <a:pt x="1000" y="962"/>
                  <a:pt x="1000" y="961"/>
                  <a:pt x="999" y="961"/>
                </a:cubicBezTo>
                <a:cubicBezTo>
                  <a:pt x="999" y="961"/>
                  <a:pt x="999" y="961"/>
                  <a:pt x="999" y="961"/>
                </a:cubicBezTo>
                <a:cubicBezTo>
                  <a:pt x="999" y="962"/>
                  <a:pt x="999" y="962"/>
                  <a:pt x="999" y="962"/>
                </a:cubicBezTo>
                <a:close/>
                <a:moveTo>
                  <a:pt x="996" y="986"/>
                </a:moveTo>
                <a:cubicBezTo>
                  <a:pt x="996" y="986"/>
                  <a:pt x="996" y="987"/>
                  <a:pt x="997" y="987"/>
                </a:cubicBezTo>
                <a:cubicBezTo>
                  <a:pt x="997" y="987"/>
                  <a:pt x="997" y="987"/>
                  <a:pt x="997" y="988"/>
                </a:cubicBezTo>
                <a:cubicBezTo>
                  <a:pt x="997" y="988"/>
                  <a:pt x="996" y="989"/>
                  <a:pt x="996" y="989"/>
                </a:cubicBezTo>
                <a:cubicBezTo>
                  <a:pt x="996" y="990"/>
                  <a:pt x="997" y="990"/>
                  <a:pt x="997" y="990"/>
                </a:cubicBezTo>
                <a:cubicBezTo>
                  <a:pt x="998" y="991"/>
                  <a:pt x="998" y="991"/>
                  <a:pt x="998" y="990"/>
                </a:cubicBezTo>
                <a:cubicBezTo>
                  <a:pt x="998" y="990"/>
                  <a:pt x="998" y="989"/>
                  <a:pt x="999" y="989"/>
                </a:cubicBezTo>
                <a:cubicBezTo>
                  <a:pt x="999" y="989"/>
                  <a:pt x="999" y="988"/>
                  <a:pt x="999" y="988"/>
                </a:cubicBezTo>
                <a:cubicBezTo>
                  <a:pt x="999" y="988"/>
                  <a:pt x="999" y="988"/>
                  <a:pt x="1000" y="987"/>
                </a:cubicBezTo>
                <a:cubicBezTo>
                  <a:pt x="1000" y="987"/>
                  <a:pt x="1000" y="987"/>
                  <a:pt x="1000" y="987"/>
                </a:cubicBezTo>
                <a:cubicBezTo>
                  <a:pt x="1001" y="987"/>
                  <a:pt x="1002" y="987"/>
                  <a:pt x="1002" y="986"/>
                </a:cubicBezTo>
                <a:cubicBezTo>
                  <a:pt x="1001" y="986"/>
                  <a:pt x="1001" y="986"/>
                  <a:pt x="1001" y="986"/>
                </a:cubicBezTo>
                <a:cubicBezTo>
                  <a:pt x="1001" y="986"/>
                  <a:pt x="1001" y="986"/>
                  <a:pt x="1001" y="987"/>
                </a:cubicBezTo>
                <a:cubicBezTo>
                  <a:pt x="1000" y="987"/>
                  <a:pt x="1000" y="987"/>
                  <a:pt x="1000" y="986"/>
                </a:cubicBezTo>
                <a:cubicBezTo>
                  <a:pt x="1000" y="986"/>
                  <a:pt x="1000" y="986"/>
                  <a:pt x="1000" y="985"/>
                </a:cubicBezTo>
                <a:cubicBezTo>
                  <a:pt x="1000" y="985"/>
                  <a:pt x="1000" y="985"/>
                  <a:pt x="1000" y="985"/>
                </a:cubicBezTo>
                <a:cubicBezTo>
                  <a:pt x="1000" y="984"/>
                  <a:pt x="1001" y="985"/>
                  <a:pt x="1001" y="985"/>
                </a:cubicBezTo>
                <a:cubicBezTo>
                  <a:pt x="1001" y="985"/>
                  <a:pt x="1001" y="985"/>
                  <a:pt x="1002" y="985"/>
                </a:cubicBezTo>
                <a:cubicBezTo>
                  <a:pt x="1002" y="985"/>
                  <a:pt x="1002" y="984"/>
                  <a:pt x="1002" y="984"/>
                </a:cubicBezTo>
                <a:cubicBezTo>
                  <a:pt x="1003" y="984"/>
                  <a:pt x="1003" y="985"/>
                  <a:pt x="1004" y="985"/>
                </a:cubicBezTo>
                <a:cubicBezTo>
                  <a:pt x="1004" y="985"/>
                  <a:pt x="1004" y="985"/>
                  <a:pt x="1005" y="984"/>
                </a:cubicBezTo>
                <a:cubicBezTo>
                  <a:pt x="1005" y="984"/>
                  <a:pt x="1005" y="984"/>
                  <a:pt x="1005" y="984"/>
                </a:cubicBezTo>
                <a:cubicBezTo>
                  <a:pt x="1005" y="983"/>
                  <a:pt x="1005" y="983"/>
                  <a:pt x="1005" y="983"/>
                </a:cubicBezTo>
                <a:cubicBezTo>
                  <a:pt x="1006" y="982"/>
                  <a:pt x="1006" y="982"/>
                  <a:pt x="1006" y="982"/>
                </a:cubicBezTo>
                <a:cubicBezTo>
                  <a:pt x="1006" y="981"/>
                  <a:pt x="1006" y="980"/>
                  <a:pt x="1006" y="980"/>
                </a:cubicBezTo>
                <a:cubicBezTo>
                  <a:pt x="1006" y="979"/>
                  <a:pt x="1006" y="979"/>
                  <a:pt x="1006" y="978"/>
                </a:cubicBezTo>
                <a:cubicBezTo>
                  <a:pt x="1006" y="978"/>
                  <a:pt x="1006" y="977"/>
                  <a:pt x="1006" y="977"/>
                </a:cubicBezTo>
                <a:cubicBezTo>
                  <a:pt x="1006" y="977"/>
                  <a:pt x="1007" y="976"/>
                  <a:pt x="1006" y="976"/>
                </a:cubicBezTo>
                <a:cubicBezTo>
                  <a:pt x="1006" y="976"/>
                  <a:pt x="1006" y="976"/>
                  <a:pt x="1006" y="976"/>
                </a:cubicBezTo>
                <a:cubicBezTo>
                  <a:pt x="1005" y="976"/>
                  <a:pt x="1006" y="976"/>
                  <a:pt x="1006" y="975"/>
                </a:cubicBezTo>
                <a:cubicBezTo>
                  <a:pt x="1006" y="975"/>
                  <a:pt x="1006" y="975"/>
                  <a:pt x="1005" y="975"/>
                </a:cubicBezTo>
                <a:cubicBezTo>
                  <a:pt x="1005" y="975"/>
                  <a:pt x="1005" y="975"/>
                  <a:pt x="1005" y="975"/>
                </a:cubicBezTo>
                <a:cubicBezTo>
                  <a:pt x="1005" y="975"/>
                  <a:pt x="1005" y="974"/>
                  <a:pt x="1005" y="974"/>
                </a:cubicBezTo>
                <a:cubicBezTo>
                  <a:pt x="1005" y="974"/>
                  <a:pt x="1005" y="973"/>
                  <a:pt x="1005" y="973"/>
                </a:cubicBezTo>
                <a:cubicBezTo>
                  <a:pt x="1005" y="973"/>
                  <a:pt x="1004" y="974"/>
                  <a:pt x="1004" y="974"/>
                </a:cubicBezTo>
                <a:cubicBezTo>
                  <a:pt x="1003" y="974"/>
                  <a:pt x="1002" y="973"/>
                  <a:pt x="1002" y="972"/>
                </a:cubicBezTo>
                <a:cubicBezTo>
                  <a:pt x="1003" y="972"/>
                  <a:pt x="1003" y="972"/>
                  <a:pt x="1004" y="972"/>
                </a:cubicBezTo>
                <a:cubicBezTo>
                  <a:pt x="1004" y="972"/>
                  <a:pt x="1005" y="972"/>
                  <a:pt x="1005" y="972"/>
                </a:cubicBezTo>
                <a:cubicBezTo>
                  <a:pt x="1005" y="972"/>
                  <a:pt x="1005" y="972"/>
                  <a:pt x="1005" y="972"/>
                </a:cubicBezTo>
                <a:cubicBezTo>
                  <a:pt x="1005" y="972"/>
                  <a:pt x="1005" y="972"/>
                  <a:pt x="1005" y="973"/>
                </a:cubicBezTo>
                <a:cubicBezTo>
                  <a:pt x="1006" y="973"/>
                  <a:pt x="1006" y="973"/>
                  <a:pt x="1006" y="973"/>
                </a:cubicBezTo>
                <a:cubicBezTo>
                  <a:pt x="1006" y="973"/>
                  <a:pt x="1007" y="973"/>
                  <a:pt x="1007" y="973"/>
                </a:cubicBezTo>
                <a:cubicBezTo>
                  <a:pt x="1007" y="973"/>
                  <a:pt x="1008" y="973"/>
                  <a:pt x="1007" y="972"/>
                </a:cubicBezTo>
                <a:cubicBezTo>
                  <a:pt x="1007" y="971"/>
                  <a:pt x="1006" y="971"/>
                  <a:pt x="1007" y="970"/>
                </a:cubicBezTo>
                <a:cubicBezTo>
                  <a:pt x="1007" y="970"/>
                  <a:pt x="1007" y="970"/>
                  <a:pt x="1007" y="970"/>
                </a:cubicBezTo>
                <a:cubicBezTo>
                  <a:pt x="1007" y="970"/>
                  <a:pt x="1007" y="969"/>
                  <a:pt x="1007" y="969"/>
                </a:cubicBezTo>
                <a:cubicBezTo>
                  <a:pt x="1007" y="969"/>
                  <a:pt x="1007" y="970"/>
                  <a:pt x="1006" y="970"/>
                </a:cubicBezTo>
                <a:cubicBezTo>
                  <a:pt x="1006" y="970"/>
                  <a:pt x="1005" y="969"/>
                  <a:pt x="1005" y="969"/>
                </a:cubicBezTo>
                <a:cubicBezTo>
                  <a:pt x="1005" y="969"/>
                  <a:pt x="1005" y="968"/>
                  <a:pt x="1005" y="968"/>
                </a:cubicBezTo>
                <a:cubicBezTo>
                  <a:pt x="1005" y="968"/>
                  <a:pt x="1005" y="968"/>
                  <a:pt x="1005" y="967"/>
                </a:cubicBezTo>
                <a:cubicBezTo>
                  <a:pt x="1006" y="966"/>
                  <a:pt x="1006" y="966"/>
                  <a:pt x="1006" y="965"/>
                </a:cubicBezTo>
                <a:cubicBezTo>
                  <a:pt x="1006" y="964"/>
                  <a:pt x="1005" y="964"/>
                  <a:pt x="1005" y="964"/>
                </a:cubicBezTo>
                <a:cubicBezTo>
                  <a:pt x="1005" y="963"/>
                  <a:pt x="1005" y="963"/>
                  <a:pt x="1005" y="962"/>
                </a:cubicBezTo>
                <a:cubicBezTo>
                  <a:pt x="1005" y="962"/>
                  <a:pt x="1005" y="963"/>
                  <a:pt x="1005" y="963"/>
                </a:cubicBezTo>
                <a:cubicBezTo>
                  <a:pt x="1004" y="963"/>
                  <a:pt x="1004" y="963"/>
                  <a:pt x="1004" y="963"/>
                </a:cubicBezTo>
                <a:cubicBezTo>
                  <a:pt x="1004" y="963"/>
                  <a:pt x="1004" y="963"/>
                  <a:pt x="1004" y="964"/>
                </a:cubicBezTo>
                <a:cubicBezTo>
                  <a:pt x="1003" y="964"/>
                  <a:pt x="1003" y="964"/>
                  <a:pt x="1003" y="964"/>
                </a:cubicBezTo>
                <a:cubicBezTo>
                  <a:pt x="1003" y="964"/>
                  <a:pt x="1002" y="964"/>
                  <a:pt x="1002" y="964"/>
                </a:cubicBezTo>
                <a:cubicBezTo>
                  <a:pt x="1002" y="964"/>
                  <a:pt x="1002" y="964"/>
                  <a:pt x="1001" y="964"/>
                </a:cubicBezTo>
                <a:cubicBezTo>
                  <a:pt x="1001" y="964"/>
                  <a:pt x="1001" y="964"/>
                  <a:pt x="1001" y="964"/>
                </a:cubicBezTo>
                <a:cubicBezTo>
                  <a:pt x="1001" y="964"/>
                  <a:pt x="1001" y="964"/>
                  <a:pt x="1001" y="965"/>
                </a:cubicBezTo>
                <a:cubicBezTo>
                  <a:pt x="1000" y="965"/>
                  <a:pt x="1000" y="966"/>
                  <a:pt x="1000" y="966"/>
                </a:cubicBezTo>
                <a:cubicBezTo>
                  <a:pt x="999" y="966"/>
                  <a:pt x="999" y="966"/>
                  <a:pt x="999" y="966"/>
                </a:cubicBezTo>
                <a:cubicBezTo>
                  <a:pt x="999" y="967"/>
                  <a:pt x="999" y="967"/>
                  <a:pt x="999" y="967"/>
                </a:cubicBezTo>
                <a:cubicBezTo>
                  <a:pt x="999" y="968"/>
                  <a:pt x="999" y="968"/>
                  <a:pt x="999" y="968"/>
                </a:cubicBezTo>
                <a:cubicBezTo>
                  <a:pt x="999" y="969"/>
                  <a:pt x="998" y="969"/>
                  <a:pt x="998" y="969"/>
                </a:cubicBezTo>
                <a:cubicBezTo>
                  <a:pt x="997" y="970"/>
                  <a:pt x="998" y="970"/>
                  <a:pt x="998" y="971"/>
                </a:cubicBezTo>
                <a:cubicBezTo>
                  <a:pt x="998" y="971"/>
                  <a:pt x="997" y="972"/>
                  <a:pt x="997" y="972"/>
                </a:cubicBezTo>
                <a:cubicBezTo>
                  <a:pt x="997" y="973"/>
                  <a:pt x="997" y="974"/>
                  <a:pt x="997" y="975"/>
                </a:cubicBezTo>
                <a:cubicBezTo>
                  <a:pt x="997" y="975"/>
                  <a:pt x="999" y="977"/>
                  <a:pt x="998" y="977"/>
                </a:cubicBezTo>
                <a:cubicBezTo>
                  <a:pt x="998" y="977"/>
                  <a:pt x="997" y="976"/>
                  <a:pt x="997" y="977"/>
                </a:cubicBezTo>
                <a:cubicBezTo>
                  <a:pt x="997" y="978"/>
                  <a:pt x="997" y="978"/>
                  <a:pt x="997" y="979"/>
                </a:cubicBezTo>
                <a:cubicBezTo>
                  <a:pt x="997" y="979"/>
                  <a:pt x="996" y="979"/>
                  <a:pt x="997" y="980"/>
                </a:cubicBezTo>
                <a:cubicBezTo>
                  <a:pt x="997" y="980"/>
                  <a:pt x="997" y="980"/>
                  <a:pt x="998" y="980"/>
                </a:cubicBezTo>
                <a:cubicBezTo>
                  <a:pt x="998" y="981"/>
                  <a:pt x="998" y="981"/>
                  <a:pt x="998" y="981"/>
                </a:cubicBezTo>
                <a:cubicBezTo>
                  <a:pt x="997" y="982"/>
                  <a:pt x="997" y="982"/>
                  <a:pt x="997" y="982"/>
                </a:cubicBezTo>
                <a:cubicBezTo>
                  <a:pt x="997" y="982"/>
                  <a:pt x="997" y="982"/>
                  <a:pt x="997" y="982"/>
                </a:cubicBezTo>
                <a:cubicBezTo>
                  <a:pt x="997" y="983"/>
                  <a:pt x="997" y="983"/>
                  <a:pt x="996" y="983"/>
                </a:cubicBezTo>
                <a:cubicBezTo>
                  <a:pt x="996" y="983"/>
                  <a:pt x="996" y="984"/>
                  <a:pt x="996" y="984"/>
                </a:cubicBezTo>
                <a:cubicBezTo>
                  <a:pt x="995" y="985"/>
                  <a:pt x="996" y="986"/>
                  <a:pt x="996" y="986"/>
                </a:cubicBezTo>
                <a:close/>
                <a:moveTo>
                  <a:pt x="997" y="968"/>
                </a:moveTo>
                <a:cubicBezTo>
                  <a:pt x="996" y="967"/>
                  <a:pt x="996" y="968"/>
                  <a:pt x="996" y="968"/>
                </a:cubicBezTo>
                <a:cubicBezTo>
                  <a:pt x="996" y="969"/>
                  <a:pt x="996" y="969"/>
                  <a:pt x="997" y="969"/>
                </a:cubicBezTo>
                <a:cubicBezTo>
                  <a:pt x="997" y="969"/>
                  <a:pt x="997" y="968"/>
                  <a:pt x="997" y="968"/>
                </a:cubicBezTo>
                <a:close/>
                <a:moveTo>
                  <a:pt x="991" y="1053"/>
                </a:moveTo>
                <a:cubicBezTo>
                  <a:pt x="991" y="1052"/>
                  <a:pt x="991" y="1052"/>
                  <a:pt x="991" y="1052"/>
                </a:cubicBezTo>
                <a:cubicBezTo>
                  <a:pt x="991" y="1051"/>
                  <a:pt x="991" y="1051"/>
                  <a:pt x="990" y="1051"/>
                </a:cubicBezTo>
                <a:cubicBezTo>
                  <a:pt x="990" y="1050"/>
                  <a:pt x="990" y="1049"/>
                  <a:pt x="989" y="1050"/>
                </a:cubicBezTo>
                <a:cubicBezTo>
                  <a:pt x="988" y="1050"/>
                  <a:pt x="988" y="1051"/>
                  <a:pt x="988" y="1051"/>
                </a:cubicBezTo>
                <a:cubicBezTo>
                  <a:pt x="988" y="1052"/>
                  <a:pt x="989" y="1052"/>
                  <a:pt x="989" y="1053"/>
                </a:cubicBezTo>
                <a:cubicBezTo>
                  <a:pt x="990" y="1054"/>
                  <a:pt x="991" y="1053"/>
                  <a:pt x="991" y="1053"/>
                </a:cubicBezTo>
                <a:close/>
                <a:moveTo>
                  <a:pt x="989" y="1073"/>
                </a:moveTo>
                <a:cubicBezTo>
                  <a:pt x="989" y="1074"/>
                  <a:pt x="988" y="1074"/>
                  <a:pt x="988" y="1074"/>
                </a:cubicBezTo>
                <a:cubicBezTo>
                  <a:pt x="989" y="1075"/>
                  <a:pt x="989" y="1074"/>
                  <a:pt x="989" y="1074"/>
                </a:cubicBezTo>
                <a:cubicBezTo>
                  <a:pt x="989" y="1074"/>
                  <a:pt x="989" y="1074"/>
                  <a:pt x="989" y="1073"/>
                </a:cubicBezTo>
                <a:close/>
                <a:moveTo>
                  <a:pt x="987" y="1081"/>
                </a:moveTo>
                <a:cubicBezTo>
                  <a:pt x="987" y="1080"/>
                  <a:pt x="987" y="1080"/>
                  <a:pt x="987" y="1080"/>
                </a:cubicBezTo>
                <a:cubicBezTo>
                  <a:pt x="987" y="1079"/>
                  <a:pt x="987" y="1079"/>
                  <a:pt x="986" y="1078"/>
                </a:cubicBezTo>
                <a:cubicBezTo>
                  <a:pt x="986" y="1078"/>
                  <a:pt x="986" y="1077"/>
                  <a:pt x="986" y="1076"/>
                </a:cubicBezTo>
                <a:cubicBezTo>
                  <a:pt x="986" y="1077"/>
                  <a:pt x="985" y="1076"/>
                  <a:pt x="985" y="1075"/>
                </a:cubicBezTo>
                <a:cubicBezTo>
                  <a:pt x="984" y="1075"/>
                  <a:pt x="984" y="1076"/>
                  <a:pt x="984" y="1076"/>
                </a:cubicBezTo>
                <a:cubicBezTo>
                  <a:pt x="983" y="1076"/>
                  <a:pt x="983" y="1076"/>
                  <a:pt x="983" y="1076"/>
                </a:cubicBezTo>
                <a:cubicBezTo>
                  <a:pt x="982" y="1076"/>
                  <a:pt x="982" y="1076"/>
                  <a:pt x="982" y="1076"/>
                </a:cubicBezTo>
                <a:cubicBezTo>
                  <a:pt x="982" y="1077"/>
                  <a:pt x="982" y="1077"/>
                  <a:pt x="981" y="1078"/>
                </a:cubicBezTo>
                <a:cubicBezTo>
                  <a:pt x="981" y="1078"/>
                  <a:pt x="981" y="1078"/>
                  <a:pt x="980" y="1079"/>
                </a:cubicBezTo>
                <a:cubicBezTo>
                  <a:pt x="980" y="1079"/>
                  <a:pt x="980" y="1080"/>
                  <a:pt x="979" y="1080"/>
                </a:cubicBezTo>
                <a:cubicBezTo>
                  <a:pt x="979" y="1080"/>
                  <a:pt x="979" y="1080"/>
                  <a:pt x="979" y="1080"/>
                </a:cubicBezTo>
                <a:cubicBezTo>
                  <a:pt x="979" y="1080"/>
                  <a:pt x="979" y="1080"/>
                  <a:pt x="979" y="1080"/>
                </a:cubicBezTo>
                <a:cubicBezTo>
                  <a:pt x="979" y="1081"/>
                  <a:pt x="979" y="1081"/>
                  <a:pt x="979" y="1082"/>
                </a:cubicBezTo>
                <a:cubicBezTo>
                  <a:pt x="979" y="1083"/>
                  <a:pt x="979" y="1084"/>
                  <a:pt x="979" y="1085"/>
                </a:cubicBezTo>
                <a:cubicBezTo>
                  <a:pt x="980" y="1085"/>
                  <a:pt x="980" y="1086"/>
                  <a:pt x="980" y="1086"/>
                </a:cubicBezTo>
                <a:cubicBezTo>
                  <a:pt x="980" y="1087"/>
                  <a:pt x="980" y="1088"/>
                  <a:pt x="980" y="1089"/>
                </a:cubicBezTo>
                <a:cubicBezTo>
                  <a:pt x="979" y="1089"/>
                  <a:pt x="979" y="1090"/>
                  <a:pt x="979" y="1090"/>
                </a:cubicBezTo>
                <a:cubicBezTo>
                  <a:pt x="980" y="1090"/>
                  <a:pt x="980" y="1090"/>
                  <a:pt x="980" y="1090"/>
                </a:cubicBezTo>
                <a:cubicBezTo>
                  <a:pt x="981" y="1089"/>
                  <a:pt x="982" y="1090"/>
                  <a:pt x="982" y="1090"/>
                </a:cubicBezTo>
                <a:cubicBezTo>
                  <a:pt x="983" y="1091"/>
                  <a:pt x="984" y="1092"/>
                  <a:pt x="985" y="1091"/>
                </a:cubicBezTo>
                <a:cubicBezTo>
                  <a:pt x="985" y="1091"/>
                  <a:pt x="985" y="1090"/>
                  <a:pt x="985" y="1090"/>
                </a:cubicBezTo>
                <a:cubicBezTo>
                  <a:pt x="986" y="1090"/>
                  <a:pt x="986" y="1089"/>
                  <a:pt x="986" y="1089"/>
                </a:cubicBezTo>
                <a:cubicBezTo>
                  <a:pt x="987" y="1088"/>
                  <a:pt x="985" y="1088"/>
                  <a:pt x="985" y="1087"/>
                </a:cubicBezTo>
                <a:cubicBezTo>
                  <a:pt x="985" y="1086"/>
                  <a:pt x="986" y="1086"/>
                  <a:pt x="987" y="1085"/>
                </a:cubicBezTo>
                <a:cubicBezTo>
                  <a:pt x="987" y="1084"/>
                  <a:pt x="988" y="1084"/>
                  <a:pt x="988" y="1083"/>
                </a:cubicBezTo>
                <a:cubicBezTo>
                  <a:pt x="988" y="1083"/>
                  <a:pt x="987" y="1082"/>
                  <a:pt x="987" y="1082"/>
                </a:cubicBezTo>
                <a:cubicBezTo>
                  <a:pt x="987" y="1081"/>
                  <a:pt x="987" y="1081"/>
                  <a:pt x="987" y="1081"/>
                </a:cubicBezTo>
                <a:close/>
                <a:moveTo>
                  <a:pt x="993" y="1057"/>
                </a:moveTo>
                <a:cubicBezTo>
                  <a:pt x="992" y="1057"/>
                  <a:pt x="992" y="1058"/>
                  <a:pt x="992" y="1058"/>
                </a:cubicBezTo>
                <a:cubicBezTo>
                  <a:pt x="992" y="1058"/>
                  <a:pt x="993" y="1058"/>
                  <a:pt x="993" y="1058"/>
                </a:cubicBezTo>
                <a:lnTo>
                  <a:pt x="993" y="1057"/>
                </a:lnTo>
                <a:close/>
                <a:moveTo>
                  <a:pt x="972" y="1072"/>
                </a:moveTo>
                <a:cubicBezTo>
                  <a:pt x="973" y="1072"/>
                  <a:pt x="973" y="1072"/>
                  <a:pt x="973" y="1071"/>
                </a:cubicBezTo>
                <a:cubicBezTo>
                  <a:pt x="973" y="1071"/>
                  <a:pt x="973" y="1071"/>
                  <a:pt x="973" y="1071"/>
                </a:cubicBezTo>
                <a:cubicBezTo>
                  <a:pt x="973" y="1071"/>
                  <a:pt x="972" y="1072"/>
                  <a:pt x="972" y="1072"/>
                </a:cubicBezTo>
                <a:close/>
                <a:moveTo>
                  <a:pt x="974" y="1047"/>
                </a:moveTo>
                <a:cubicBezTo>
                  <a:pt x="974" y="1046"/>
                  <a:pt x="973" y="1046"/>
                  <a:pt x="972" y="1046"/>
                </a:cubicBezTo>
                <a:cubicBezTo>
                  <a:pt x="972" y="1047"/>
                  <a:pt x="971" y="1047"/>
                  <a:pt x="972" y="1048"/>
                </a:cubicBezTo>
                <a:cubicBezTo>
                  <a:pt x="972" y="1049"/>
                  <a:pt x="973" y="1048"/>
                  <a:pt x="973" y="1049"/>
                </a:cubicBezTo>
                <a:cubicBezTo>
                  <a:pt x="974" y="1049"/>
                  <a:pt x="974" y="1049"/>
                  <a:pt x="974" y="1048"/>
                </a:cubicBezTo>
                <a:cubicBezTo>
                  <a:pt x="974" y="1048"/>
                  <a:pt x="974" y="1048"/>
                  <a:pt x="974" y="1048"/>
                </a:cubicBezTo>
                <a:cubicBezTo>
                  <a:pt x="974" y="1047"/>
                  <a:pt x="974" y="1047"/>
                  <a:pt x="974" y="1047"/>
                </a:cubicBezTo>
                <a:close/>
                <a:moveTo>
                  <a:pt x="990" y="1054"/>
                </a:moveTo>
                <a:cubicBezTo>
                  <a:pt x="990" y="1054"/>
                  <a:pt x="990" y="1054"/>
                  <a:pt x="990" y="1054"/>
                </a:cubicBezTo>
                <a:cubicBezTo>
                  <a:pt x="990" y="1054"/>
                  <a:pt x="990" y="1054"/>
                  <a:pt x="989" y="1054"/>
                </a:cubicBezTo>
                <a:cubicBezTo>
                  <a:pt x="989" y="1054"/>
                  <a:pt x="989" y="1054"/>
                  <a:pt x="988" y="1054"/>
                </a:cubicBezTo>
                <a:cubicBezTo>
                  <a:pt x="988" y="1054"/>
                  <a:pt x="988" y="1055"/>
                  <a:pt x="987" y="1055"/>
                </a:cubicBezTo>
                <a:cubicBezTo>
                  <a:pt x="987" y="1056"/>
                  <a:pt x="987" y="1056"/>
                  <a:pt x="987" y="1057"/>
                </a:cubicBezTo>
                <a:cubicBezTo>
                  <a:pt x="988" y="1057"/>
                  <a:pt x="988" y="1057"/>
                  <a:pt x="988" y="1057"/>
                </a:cubicBezTo>
                <a:cubicBezTo>
                  <a:pt x="989" y="1056"/>
                  <a:pt x="989" y="1057"/>
                  <a:pt x="989" y="1056"/>
                </a:cubicBezTo>
                <a:cubicBezTo>
                  <a:pt x="990" y="1056"/>
                  <a:pt x="992" y="1056"/>
                  <a:pt x="991" y="1055"/>
                </a:cubicBezTo>
                <a:cubicBezTo>
                  <a:pt x="991" y="1054"/>
                  <a:pt x="991" y="1054"/>
                  <a:pt x="991" y="1054"/>
                </a:cubicBezTo>
                <a:cubicBezTo>
                  <a:pt x="991" y="1054"/>
                  <a:pt x="990" y="1054"/>
                  <a:pt x="990" y="1054"/>
                </a:cubicBezTo>
                <a:close/>
                <a:moveTo>
                  <a:pt x="991" y="1061"/>
                </a:moveTo>
                <a:cubicBezTo>
                  <a:pt x="992" y="1061"/>
                  <a:pt x="992" y="1059"/>
                  <a:pt x="992" y="1059"/>
                </a:cubicBezTo>
                <a:cubicBezTo>
                  <a:pt x="992" y="1059"/>
                  <a:pt x="992" y="1059"/>
                  <a:pt x="992" y="1059"/>
                </a:cubicBezTo>
                <a:cubicBezTo>
                  <a:pt x="991" y="1059"/>
                  <a:pt x="991" y="1060"/>
                  <a:pt x="991" y="1061"/>
                </a:cubicBezTo>
                <a:close/>
                <a:moveTo>
                  <a:pt x="997" y="1145"/>
                </a:moveTo>
                <a:cubicBezTo>
                  <a:pt x="997" y="1145"/>
                  <a:pt x="996" y="1145"/>
                  <a:pt x="996" y="1144"/>
                </a:cubicBezTo>
                <a:cubicBezTo>
                  <a:pt x="995" y="1144"/>
                  <a:pt x="995" y="1144"/>
                  <a:pt x="995" y="1143"/>
                </a:cubicBezTo>
                <a:cubicBezTo>
                  <a:pt x="995" y="1143"/>
                  <a:pt x="994" y="1145"/>
                  <a:pt x="994" y="1145"/>
                </a:cubicBezTo>
                <a:cubicBezTo>
                  <a:pt x="994" y="1146"/>
                  <a:pt x="993" y="1146"/>
                  <a:pt x="993" y="1146"/>
                </a:cubicBezTo>
                <a:cubicBezTo>
                  <a:pt x="992" y="1146"/>
                  <a:pt x="992" y="1146"/>
                  <a:pt x="992" y="1147"/>
                </a:cubicBezTo>
                <a:cubicBezTo>
                  <a:pt x="992" y="1147"/>
                  <a:pt x="993" y="1148"/>
                  <a:pt x="993" y="1148"/>
                </a:cubicBezTo>
                <a:cubicBezTo>
                  <a:pt x="993" y="1149"/>
                  <a:pt x="994" y="1149"/>
                  <a:pt x="995" y="1149"/>
                </a:cubicBezTo>
                <a:cubicBezTo>
                  <a:pt x="995" y="1149"/>
                  <a:pt x="995" y="1149"/>
                  <a:pt x="995" y="1149"/>
                </a:cubicBezTo>
                <a:cubicBezTo>
                  <a:pt x="996" y="1149"/>
                  <a:pt x="996" y="1149"/>
                  <a:pt x="996" y="1149"/>
                </a:cubicBezTo>
                <a:cubicBezTo>
                  <a:pt x="997" y="1150"/>
                  <a:pt x="997" y="1149"/>
                  <a:pt x="998" y="1148"/>
                </a:cubicBezTo>
                <a:cubicBezTo>
                  <a:pt x="998" y="1148"/>
                  <a:pt x="997" y="1147"/>
                  <a:pt x="997" y="1147"/>
                </a:cubicBezTo>
                <a:cubicBezTo>
                  <a:pt x="997" y="1146"/>
                  <a:pt x="997" y="1146"/>
                  <a:pt x="997" y="1145"/>
                </a:cubicBezTo>
                <a:close/>
                <a:moveTo>
                  <a:pt x="1004" y="960"/>
                </a:moveTo>
                <a:cubicBezTo>
                  <a:pt x="1005" y="960"/>
                  <a:pt x="1005" y="960"/>
                  <a:pt x="1006" y="960"/>
                </a:cubicBezTo>
                <a:cubicBezTo>
                  <a:pt x="1006" y="960"/>
                  <a:pt x="1006" y="960"/>
                  <a:pt x="1006" y="960"/>
                </a:cubicBezTo>
                <a:cubicBezTo>
                  <a:pt x="1007" y="960"/>
                  <a:pt x="1007" y="959"/>
                  <a:pt x="1007" y="959"/>
                </a:cubicBezTo>
                <a:cubicBezTo>
                  <a:pt x="1007" y="958"/>
                  <a:pt x="1006" y="959"/>
                  <a:pt x="1005" y="959"/>
                </a:cubicBezTo>
                <a:cubicBezTo>
                  <a:pt x="1005" y="959"/>
                  <a:pt x="1005" y="959"/>
                  <a:pt x="1005" y="959"/>
                </a:cubicBezTo>
                <a:cubicBezTo>
                  <a:pt x="1005" y="959"/>
                  <a:pt x="1005" y="957"/>
                  <a:pt x="1004" y="958"/>
                </a:cubicBezTo>
                <a:cubicBezTo>
                  <a:pt x="1004" y="958"/>
                  <a:pt x="1003" y="958"/>
                  <a:pt x="1003" y="959"/>
                </a:cubicBezTo>
                <a:cubicBezTo>
                  <a:pt x="1003" y="959"/>
                  <a:pt x="1003" y="959"/>
                  <a:pt x="1004" y="959"/>
                </a:cubicBezTo>
                <a:cubicBezTo>
                  <a:pt x="1004" y="960"/>
                  <a:pt x="1004" y="960"/>
                  <a:pt x="1004" y="960"/>
                </a:cubicBezTo>
                <a:close/>
                <a:moveTo>
                  <a:pt x="1008" y="1023"/>
                </a:moveTo>
                <a:cubicBezTo>
                  <a:pt x="1008" y="1022"/>
                  <a:pt x="1008" y="1022"/>
                  <a:pt x="1008" y="1022"/>
                </a:cubicBezTo>
                <a:cubicBezTo>
                  <a:pt x="1008" y="1022"/>
                  <a:pt x="1008" y="1021"/>
                  <a:pt x="1008" y="1021"/>
                </a:cubicBezTo>
                <a:cubicBezTo>
                  <a:pt x="1007" y="1020"/>
                  <a:pt x="1007" y="1020"/>
                  <a:pt x="1007" y="1020"/>
                </a:cubicBezTo>
                <a:cubicBezTo>
                  <a:pt x="1007" y="1020"/>
                  <a:pt x="1006" y="1021"/>
                  <a:pt x="1006" y="1021"/>
                </a:cubicBezTo>
                <a:cubicBezTo>
                  <a:pt x="1006" y="1021"/>
                  <a:pt x="1006" y="1022"/>
                  <a:pt x="1006" y="1022"/>
                </a:cubicBezTo>
                <a:cubicBezTo>
                  <a:pt x="1006" y="1022"/>
                  <a:pt x="1006" y="1023"/>
                  <a:pt x="1006" y="1023"/>
                </a:cubicBezTo>
                <a:cubicBezTo>
                  <a:pt x="1005" y="1023"/>
                  <a:pt x="1005" y="1023"/>
                  <a:pt x="1005" y="1022"/>
                </a:cubicBezTo>
                <a:cubicBezTo>
                  <a:pt x="1005" y="1022"/>
                  <a:pt x="1005" y="1022"/>
                  <a:pt x="1005" y="1022"/>
                </a:cubicBezTo>
                <a:cubicBezTo>
                  <a:pt x="1005" y="1022"/>
                  <a:pt x="1005" y="1022"/>
                  <a:pt x="1005" y="1023"/>
                </a:cubicBezTo>
                <a:cubicBezTo>
                  <a:pt x="1005" y="1023"/>
                  <a:pt x="1005" y="1023"/>
                  <a:pt x="1004" y="1023"/>
                </a:cubicBezTo>
                <a:cubicBezTo>
                  <a:pt x="1004" y="1023"/>
                  <a:pt x="1004" y="1024"/>
                  <a:pt x="1004" y="1024"/>
                </a:cubicBezTo>
                <a:cubicBezTo>
                  <a:pt x="1003" y="1023"/>
                  <a:pt x="1003" y="1023"/>
                  <a:pt x="1003" y="1023"/>
                </a:cubicBezTo>
                <a:cubicBezTo>
                  <a:pt x="1003" y="1023"/>
                  <a:pt x="1002" y="1022"/>
                  <a:pt x="1002" y="1023"/>
                </a:cubicBezTo>
                <a:cubicBezTo>
                  <a:pt x="1002" y="1023"/>
                  <a:pt x="1003" y="1023"/>
                  <a:pt x="1003" y="1023"/>
                </a:cubicBezTo>
                <a:cubicBezTo>
                  <a:pt x="1003" y="1024"/>
                  <a:pt x="1003" y="1024"/>
                  <a:pt x="1003" y="1024"/>
                </a:cubicBezTo>
                <a:cubicBezTo>
                  <a:pt x="1003" y="1024"/>
                  <a:pt x="1003" y="1024"/>
                  <a:pt x="1002" y="1024"/>
                </a:cubicBezTo>
                <a:cubicBezTo>
                  <a:pt x="1002" y="1025"/>
                  <a:pt x="1002" y="1025"/>
                  <a:pt x="1003" y="1025"/>
                </a:cubicBezTo>
                <a:cubicBezTo>
                  <a:pt x="1003" y="1025"/>
                  <a:pt x="1003" y="1025"/>
                  <a:pt x="1003" y="1025"/>
                </a:cubicBezTo>
                <a:cubicBezTo>
                  <a:pt x="1003" y="1025"/>
                  <a:pt x="1003" y="1025"/>
                  <a:pt x="1003" y="1025"/>
                </a:cubicBezTo>
                <a:cubicBezTo>
                  <a:pt x="1003" y="1025"/>
                  <a:pt x="1004" y="1026"/>
                  <a:pt x="1003" y="1026"/>
                </a:cubicBezTo>
                <a:cubicBezTo>
                  <a:pt x="1003" y="1026"/>
                  <a:pt x="1003" y="1026"/>
                  <a:pt x="1003" y="1026"/>
                </a:cubicBezTo>
                <a:cubicBezTo>
                  <a:pt x="1003" y="1026"/>
                  <a:pt x="1003" y="1026"/>
                  <a:pt x="1003" y="1026"/>
                </a:cubicBezTo>
                <a:cubicBezTo>
                  <a:pt x="1003" y="1026"/>
                  <a:pt x="1004" y="1027"/>
                  <a:pt x="1004" y="1027"/>
                </a:cubicBezTo>
                <a:cubicBezTo>
                  <a:pt x="1004" y="1026"/>
                  <a:pt x="1004" y="1026"/>
                  <a:pt x="1004" y="1026"/>
                </a:cubicBezTo>
                <a:cubicBezTo>
                  <a:pt x="1004" y="1025"/>
                  <a:pt x="1004" y="1025"/>
                  <a:pt x="1004" y="1025"/>
                </a:cubicBezTo>
                <a:cubicBezTo>
                  <a:pt x="1004" y="1025"/>
                  <a:pt x="1004" y="1025"/>
                  <a:pt x="1004" y="1025"/>
                </a:cubicBezTo>
                <a:cubicBezTo>
                  <a:pt x="1004" y="1025"/>
                  <a:pt x="1004" y="1025"/>
                  <a:pt x="1004" y="1025"/>
                </a:cubicBezTo>
                <a:cubicBezTo>
                  <a:pt x="1005" y="1026"/>
                  <a:pt x="1005" y="1026"/>
                  <a:pt x="1005" y="1026"/>
                </a:cubicBezTo>
                <a:cubicBezTo>
                  <a:pt x="1005" y="1026"/>
                  <a:pt x="1006" y="1027"/>
                  <a:pt x="1006" y="1027"/>
                </a:cubicBezTo>
                <a:cubicBezTo>
                  <a:pt x="1006" y="1027"/>
                  <a:pt x="1006" y="1026"/>
                  <a:pt x="1006" y="1026"/>
                </a:cubicBezTo>
                <a:cubicBezTo>
                  <a:pt x="1006" y="1026"/>
                  <a:pt x="1006" y="1025"/>
                  <a:pt x="1006" y="1025"/>
                </a:cubicBezTo>
                <a:cubicBezTo>
                  <a:pt x="1006" y="1025"/>
                  <a:pt x="1006" y="1025"/>
                  <a:pt x="1005" y="1025"/>
                </a:cubicBezTo>
                <a:cubicBezTo>
                  <a:pt x="1005" y="1024"/>
                  <a:pt x="1005" y="1024"/>
                  <a:pt x="1006" y="1024"/>
                </a:cubicBezTo>
                <a:cubicBezTo>
                  <a:pt x="1006" y="1023"/>
                  <a:pt x="1006" y="1023"/>
                  <a:pt x="1007" y="1024"/>
                </a:cubicBezTo>
                <a:cubicBezTo>
                  <a:pt x="1007" y="1024"/>
                  <a:pt x="1007" y="1025"/>
                  <a:pt x="1007" y="1025"/>
                </a:cubicBezTo>
                <a:cubicBezTo>
                  <a:pt x="1007" y="1025"/>
                  <a:pt x="1008" y="1025"/>
                  <a:pt x="1008" y="1025"/>
                </a:cubicBezTo>
                <a:cubicBezTo>
                  <a:pt x="1008" y="1025"/>
                  <a:pt x="1008" y="1025"/>
                  <a:pt x="1008" y="1025"/>
                </a:cubicBezTo>
                <a:cubicBezTo>
                  <a:pt x="1008" y="1025"/>
                  <a:pt x="1008" y="1024"/>
                  <a:pt x="1008" y="1024"/>
                </a:cubicBezTo>
                <a:cubicBezTo>
                  <a:pt x="1008" y="1024"/>
                  <a:pt x="1008" y="1024"/>
                  <a:pt x="1008" y="1023"/>
                </a:cubicBezTo>
                <a:cubicBezTo>
                  <a:pt x="1008" y="1023"/>
                  <a:pt x="1008" y="1023"/>
                  <a:pt x="1008" y="1023"/>
                </a:cubicBezTo>
                <a:close/>
                <a:moveTo>
                  <a:pt x="1023" y="1198"/>
                </a:moveTo>
                <a:cubicBezTo>
                  <a:pt x="1022" y="1197"/>
                  <a:pt x="1022" y="1198"/>
                  <a:pt x="1022" y="1197"/>
                </a:cubicBezTo>
                <a:cubicBezTo>
                  <a:pt x="1021" y="1197"/>
                  <a:pt x="1021" y="1196"/>
                  <a:pt x="1021" y="1195"/>
                </a:cubicBezTo>
                <a:cubicBezTo>
                  <a:pt x="1020" y="1195"/>
                  <a:pt x="1019" y="1195"/>
                  <a:pt x="1018" y="1195"/>
                </a:cubicBezTo>
                <a:cubicBezTo>
                  <a:pt x="1018" y="1196"/>
                  <a:pt x="1018" y="1196"/>
                  <a:pt x="1018" y="1197"/>
                </a:cubicBezTo>
                <a:cubicBezTo>
                  <a:pt x="1018" y="1197"/>
                  <a:pt x="1017" y="1198"/>
                  <a:pt x="1017" y="1199"/>
                </a:cubicBezTo>
                <a:cubicBezTo>
                  <a:pt x="1017" y="1199"/>
                  <a:pt x="1018" y="1199"/>
                  <a:pt x="1018" y="1199"/>
                </a:cubicBezTo>
                <a:cubicBezTo>
                  <a:pt x="1018" y="1199"/>
                  <a:pt x="1019" y="1198"/>
                  <a:pt x="1019" y="1198"/>
                </a:cubicBezTo>
                <a:cubicBezTo>
                  <a:pt x="1019" y="1198"/>
                  <a:pt x="1019" y="1199"/>
                  <a:pt x="1019" y="1199"/>
                </a:cubicBezTo>
                <a:cubicBezTo>
                  <a:pt x="1019" y="1200"/>
                  <a:pt x="1019" y="1200"/>
                  <a:pt x="1019" y="1200"/>
                </a:cubicBezTo>
                <a:cubicBezTo>
                  <a:pt x="1020" y="1201"/>
                  <a:pt x="1020" y="1200"/>
                  <a:pt x="1021" y="1200"/>
                </a:cubicBezTo>
                <a:cubicBezTo>
                  <a:pt x="1021" y="1200"/>
                  <a:pt x="1022" y="1200"/>
                  <a:pt x="1022" y="1200"/>
                </a:cubicBezTo>
                <a:cubicBezTo>
                  <a:pt x="1022" y="1200"/>
                  <a:pt x="1022" y="1200"/>
                  <a:pt x="1022" y="1200"/>
                </a:cubicBezTo>
                <a:cubicBezTo>
                  <a:pt x="1022" y="1200"/>
                  <a:pt x="1023" y="1201"/>
                  <a:pt x="1023" y="1201"/>
                </a:cubicBezTo>
                <a:cubicBezTo>
                  <a:pt x="1023" y="1201"/>
                  <a:pt x="1024" y="1201"/>
                  <a:pt x="1024" y="1200"/>
                </a:cubicBezTo>
                <a:cubicBezTo>
                  <a:pt x="1024" y="1200"/>
                  <a:pt x="1024" y="1199"/>
                  <a:pt x="1023" y="1198"/>
                </a:cubicBezTo>
                <a:cubicBezTo>
                  <a:pt x="1023" y="1198"/>
                  <a:pt x="1023" y="1198"/>
                  <a:pt x="1023" y="1198"/>
                </a:cubicBezTo>
                <a:close/>
                <a:moveTo>
                  <a:pt x="1029" y="1192"/>
                </a:moveTo>
                <a:cubicBezTo>
                  <a:pt x="1029" y="1191"/>
                  <a:pt x="1028" y="1191"/>
                  <a:pt x="1028" y="1191"/>
                </a:cubicBezTo>
                <a:cubicBezTo>
                  <a:pt x="1028" y="1191"/>
                  <a:pt x="1028" y="1192"/>
                  <a:pt x="1028" y="1192"/>
                </a:cubicBezTo>
                <a:cubicBezTo>
                  <a:pt x="1028" y="1193"/>
                  <a:pt x="1028" y="1193"/>
                  <a:pt x="1028" y="1193"/>
                </a:cubicBezTo>
                <a:cubicBezTo>
                  <a:pt x="1028" y="1194"/>
                  <a:pt x="1028" y="1194"/>
                  <a:pt x="1029" y="1194"/>
                </a:cubicBezTo>
                <a:cubicBezTo>
                  <a:pt x="1029" y="1194"/>
                  <a:pt x="1029" y="1193"/>
                  <a:pt x="1029" y="1193"/>
                </a:cubicBezTo>
                <a:cubicBezTo>
                  <a:pt x="1029" y="1192"/>
                  <a:pt x="1029" y="1192"/>
                  <a:pt x="1029" y="1192"/>
                </a:cubicBezTo>
                <a:close/>
                <a:moveTo>
                  <a:pt x="1030" y="1178"/>
                </a:moveTo>
                <a:cubicBezTo>
                  <a:pt x="1031" y="1177"/>
                  <a:pt x="1031" y="1176"/>
                  <a:pt x="1031" y="1175"/>
                </a:cubicBezTo>
                <a:cubicBezTo>
                  <a:pt x="1031" y="1174"/>
                  <a:pt x="1030" y="1174"/>
                  <a:pt x="1030" y="1173"/>
                </a:cubicBezTo>
                <a:cubicBezTo>
                  <a:pt x="1030" y="1172"/>
                  <a:pt x="1030" y="1172"/>
                  <a:pt x="1029" y="1172"/>
                </a:cubicBezTo>
                <a:cubicBezTo>
                  <a:pt x="1029" y="1172"/>
                  <a:pt x="1029" y="1173"/>
                  <a:pt x="1029" y="1173"/>
                </a:cubicBezTo>
                <a:cubicBezTo>
                  <a:pt x="1029" y="1174"/>
                  <a:pt x="1030" y="1174"/>
                  <a:pt x="1030" y="1175"/>
                </a:cubicBezTo>
                <a:cubicBezTo>
                  <a:pt x="1030" y="1175"/>
                  <a:pt x="1030" y="1176"/>
                  <a:pt x="1030" y="1176"/>
                </a:cubicBezTo>
                <a:cubicBezTo>
                  <a:pt x="1030" y="1177"/>
                  <a:pt x="1030" y="1177"/>
                  <a:pt x="1030" y="1178"/>
                </a:cubicBezTo>
                <a:close/>
                <a:moveTo>
                  <a:pt x="1027" y="1193"/>
                </a:moveTo>
                <a:cubicBezTo>
                  <a:pt x="1027" y="1192"/>
                  <a:pt x="1027" y="1192"/>
                  <a:pt x="1027" y="1192"/>
                </a:cubicBezTo>
                <a:cubicBezTo>
                  <a:pt x="1027" y="1191"/>
                  <a:pt x="1026" y="1191"/>
                  <a:pt x="1026" y="1191"/>
                </a:cubicBezTo>
                <a:cubicBezTo>
                  <a:pt x="1026" y="1191"/>
                  <a:pt x="1025" y="1190"/>
                  <a:pt x="1025" y="1190"/>
                </a:cubicBezTo>
                <a:cubicBezTo>
                  <a:pt x="1025" y="1189"/>
                  <a:pt x="1025" y="1189"/>
                  <a:pt x="1026" y="1189"/>
                </a:cubicBezTo>
                <a:cubicBezTo>
                  <a:pt x="1026" y="1188"/>
                  <a:pt x="1027" y="1188"/>
                  <a:pt x="1027" y="1187"/>
                </a:cubicBezTo>
                <a:cubicBezTo>
                  <a:pt x="1027" y="1186"/>
                  <a:pt x="1026" y="1186"/>
                  <a:pt x="1025" y="1186"/>
                </a:cubicBezTo>
                <a:cubicBezTo>
                  <a:pt x="1024" y="1187"/>
                  <a:pt x="1025" y="1187"/>
                  <a:pt x="1024" y="1188"/>
                </a:cubicBezTo>
                <a:cubicBezTo>
                  <a:pt x="1024" y="1188"/>
                  <a:pt x="1024" y="1188"/>
                  <a:pt x="1023" y="1188"/>
                </a:cubicBezTo>
                <a:cubicBezTo>
                  <a:pt x="1023" y="1188"/>
                  <a:pt x="1023" y="1189"/>
                  <a:pt x="1023" y="1189"/>
                </a:cubicBezTo>
                <a:cubicBezTo>
                  <a:pt x="1023" y="1190"/>
                  <a:pt x="1023" y="1190"/>
                  <a:pt x="1023" y="1190"/>
                </a:cubicBezTo>
                <a:cubicBezTo>
                  <a:pt x="1024" y="1191"/>
                  <a:pt x="1024" y="1193"/>
                  <a:pt x="1025" y="1193"/>
                </a:cubicBezTo>
                <a:cubicBezTo>
                  <a:pt x="1025" y="1193"/>
                  <a:pt x="1024" y="1194"/>
                  <a:pt x="1024" y="1194"/>
                </a:cubicBezTo>
                <a:cubicBezTo>
                  <a:pt x="1024" y="1195"/>
                  <a:pt x="1024" y="1196"/>
                  <a:pt x="1025" y="1196"/>
                </a:cubicBezTo>
                <a:cubicBezTo>
                  <a:pt x="1025" y="1195"/>
                  <a:pt x="1025" y="1195"/>
                  <a:pt x="1025" y="1194"/>
                </a:cubicBezTo>
                <a:cubicBezTo>
                  <a:pt x="1025" y="1196"/>
                  <a:pt x="1025" y="1196"/>
                  <a:pt x="1025" y="1196"/>
                </a:cubicBezTo>
                <a:cubicBezTo>
                  <a:pt x="1025" y="1196"/>
                  <a:pt x="1025" y="1195"/>
                  <a:pt x="1025" y="1195"/>
                </a:cubicBezTo>
                <a:cubicBezTo>
                  <a:pt x="1026" y="1194"/>
                  <a:pt x="1026" y="1194"/>
                  <a:pt x="1026" y="1194"/>
                </a:cubicBezTo>
                <a:cubicBezTo>
                  <a:pt x="1027" y="1194"/>
                  <a:pt x="1027" y="1193"/>
                  <a:pt x="1027" y="1193"/>
                </a:cubicBezTo>
                <a:close/>
                <a:moveTo>
                  <a:pt x="1027" y="1195"/>
                </a:moveTo>
                <a:cubicBezTo>
                  <a:pt x="1026" y="1195"/>
                  <a:pt x="1026" y="1195"/>
                  <a:pt x="1026" y="1195"/>
                </a:cubicBezTo>
                <a:cubicBezTo>
                  <a:pt x="1026" y="1196"/>
                  <a:pt x="1026" y="1196"/>
                  <a:pt x="1026" y="1196"/>
                </a:cubicBezTo>
                <a:cubicBezTo>
                  <a:pt x="1025" y="1197"/>
                  <a:pt x="1025" y="1197"/>
                  <a:pt x="1026" y="1197"/>
                </a:cubicBezTo>
                <a:cubicBezTo>
                  <a:pt x="1026" y="1197"/>
                  <a:pt x="1027" y="1198"/>
                  <a:pt x="1027" y="1198"/>
                </a:cubicBezTo>
                <a:cubicBezTo>
                  <a:pt x="1027" y="1198"/>
                  <a:pt x="1028" y="1199"/>
                  <a:pt x="1028" y="1199"/>
                </a:cubicBezTo>
                <a:cubicBezTo>
                  <a:pt x="1028" y="1198"/>
                  <a:pt x="1028" y="1198"/>
                  <a:pt x="1028" y="1197"/>
                </a:cubicBezTo>
                <a:cubicBezTo>
                  <a:pt x="1028" y="1197"/>
                  <a:pt x="1028" y="1196"/>
                  <a:pt x="1028" y="1195"/>
                </a:cubicBezTo>
                <a:cubicBezTo>
                  <a:pt x="1028" y="1194"/>
                  <a:pt x="1027" y="1195"/>
                  <a:pt x="1027" y="1195"/>
                </a:cubicBezTo>
                <a:close/>
                <a:moveTo>
                  <a:pt x="1033" y="1226"/>
                </a:moveTo>
                <a:cubicBezTo>
                  <a:pt x="1033" y="1226"/>
                  <a:pt x="1033" y="1225"/>
                  <a:pt x="1033" y="1225"/>
                </a:cubicBezTo>
                <a:cubicBezTo>
                  <a:pt x="1033" y="1225"/>
                  <a:pt x="1034" y="1225"/>
                  <a:pt x="1034" y="1224"/>
                </a:cubicBezTo>
                <a:cubicBezTo>
                  <a:pt x="1034" y="1224"/>
                  <a:pt x="1034" y="1224"/>
                  <a:pt x="1035" y="1223"/>
                </a:cubicBezTo>
                <a:cubicBezTo>
                  <a:pt x="1035" y="1223"/>
                  <a:pt x="1035" y="1223"/>
                  <a:pt x="1035" y="1223"/>
                </a:cubicBezTo>
                <a:cubicBezTo>
                  <a:pt x="1036" y="1223"/>
                  <a:pt x="1035" y="1222"/>
                  <a:pt x="1035" y="1221"/>
                </a:cubicBezTo>
                <a:cubicBezTo>
                  <a:pt x="1035" y="1221"/>
                  <a:pt x="1034" y="1221"/>
                  <a:pt x="1034" y="1221"/>
                </a:cubicBezTo>
                <a:cubicBezTo>
                  <a:pt x="1034" y="1221"/>
                  <a:pt x="1034" y="1221"/>
                  <a:pt x="1034" y="1220"/>
                </a:cubicBezTo>
                <a:cubicBezTo>
                  <a:pt x="1034" y="1220"/>
                  <a:pt x="1034" y="1220"/>
                  <a:pt x="1034" y="1219"/>
                </a:cubicBezTo>
                <a:cubicBezTo>
                  <a:pt x="1033" y="1219"/>
                  <a:pt x="1033" y="1219"/>
                  <a:pt x="1033" y="1219"/>
                </a:cubicBezTo>
                <a:cubicBezTo>
                  <a:pt x="1033" y="1220"/>
                  <a:pt x="1033" y="1221"/>
                  <a:pt x="1033" y="1221"/>
                </a:cubicBezTo>
                <a:cubicBezTo>
                  <a:pt x="1032" y="1222"/>
                  <a:pt x="1032" y="1222"/>
                  <a:pt x="1031" y="1222"/>
                </a:cubicBezTo>
                <a:cubicBezTo>
                  <a:pt x="1031" y="1222"/>
                  <a:pt x="1030" y="1222"/>
                  <a:pt x="1030" y="1223"/>
                </a:cubicBezTo>
                <a:cubicBezTo>
                  <a:pt x="1030" y="1223"/>
                  <a:pt x="1031" y="1223"/>
                  <a:pt x="1031" y="1224"/>
                </a:cubicBezTo>
                <a:cubicBezTo>
                  <a:pt x="1030" y="1224"/>
                  <a:pt x="1030" y="1224"/>
                  <a:pt x="1030" y="1225"/>
                </a:cubicBezTo>
                <a:cubicBezTo>
                  <a:pt x="1030" y="1225"/>
                  <a:pt x="1030" y="1225"/>
                  <a:pt x="1030" y="1225"/>
                </a:cubicBezTo>
                <a:cubicBezTo>
                  <a:pt x="1030" y="1226"/>
                  <a:pt x="1030" y="1226"/>
                  <a:pt x="1030" y="1226"/>
                </a:cubicBezTo>
                <a:cubicBezTo>
                  <a:pt x="1030" y="1227"/>
                  <a:pt x="1031" y="1228"/>
                  <a:pt x="1032" y="1227"/>
                </a:cubicBezTo>
                <a:cubicBezTo>
                  <a:pt x="1032" y="1226"/>
                  <a:pt x="1032" y="1226"/>
                  <a:pt x="1033" y="1226"/>
                </a:cubicBezTo>
                <a:close/>
                <a:moveTo>
                  <a:pt x="1097" y="337"/>
                </a:moveTo>
                <a:cubicBezTo>
                  <a:pt x="1095" y="337"/>
                  <a:pt x="1093" y="337"/>
                  <a:pt x="1092" y="336"/>
                </a:cubicBezTo>
                <a:cubicBezTo>
                  <a:pt x="1091" y="334"/>
                  <a:pt x="1092" y="331"/>
                  <a:pt x="1087" y="330"/>
                </a:cubicBezTo>
                <a:cubicBezTo>
                  <a:pt x="1082" y="329"/>
                  <a:pt x="1075" y="333"/>
                  <a:pt x="1072" y="330"/>
                </a:cubicBezTo>
                <a:cubicBezTo>
                  <a:pt x="1068" y="327"/>
                  <a:pt x="1068" y="321"/>
                  <a:pt x="1069" y="320"/>
                </a:cubicBezTo>
                <a:cubicBezTo>
                  <a:pt x="1070" y="318"/>
                  <a:pt x="1073" y="316"/>
                  <a:pt x="1072" y="313"/>
                </a:cubicBezTo>
                <a:cubicBezTo>
                  <a:pt x="1072" y="310"/>
                  <a:pt x="1067" y="301"/>
                  <a:pt x="1066" y="299"/>
                </a:cubicBezTo>
                <a:cubicBezTo>
                  <a:pt x="1065" y="296"/>
                  <a:pt x="1060" y="301"/>
                  <a:pt x="1057" y="299"/>
                </a:cubicBezTo>
                <a:cubicBezTo>
                  <a:pt x="1055" y="296"/>
                  <a:pt x="1053" y="292"/>
                  <a:pt x="1054" y="290"/>
                </a:cubicBezTo>
                <a:cubicBezTo>
                  <a:pt x="1055" y="288"/>
                  <a:pt x="1059" y="285"/>
                  <a:pt x="1057" y="282"/>
                </a:cubicBezTo>
                <a:cubicBezTo>
                  <a:pt x="1056" y="279"/>
                  <a:pt x="1050" y="278"/>
                  <a:pt x="1047" y="276"/>
                </a:cubicBezTo>
                <a:cubicBezTo>
                  <a:pt x="1045" y="273"/>
                  <a:pt x="1041" y="272"/>
                  <a:pt x="1036" y="276"/>
                </a:cubicBezTo>
                <a:cubicBezTo>
                  <a:pt x="1030" y="279"/>
                  <a:pt x="1025" y="278"/>
                  <a:pt x="1025" y="282"/>
                </a:cubicBezTo>
                <a:cubicBezTo>
                  <a:pt x="1025" y="286"/>
                  <a:pt x="1028" y="290"/>
                  <a:pt x="1023" y="291"/>
                </a:cubicBezTo>
                <a:cubicBezTo>
                  <a:pt x="1018" y="293"/>
                  <a:pt x="1015" y="293"/>
                  <a:pt x="1012" y="291"/>
                </a:cubicBezTo>
                <a:cubicBezTo>
                  <a:pt x="1010" y="289"/>
                  <a:pt x="1005" y="288"/>
                  <a:pt x="1000" y="289"/>
                </a:cubicBezTo>
                <a:cubicBezTo>
                  <a:pt x="996" y="291"/>
                  <a:pt x="995" y="291"/>
                  <a:pt x="993" y="288"/>
                </a:cubicBezTo>
                <a:cubicBezTo>
                  <a:pt x="992" y="285"/>
                  <a:pt x="993" y="279"/>
                  <a:pt x="987" y="282"/>
                </a:cubicBezTo>
                <a:cubicBezTo>
                  <a:pt x="982" y="285"/>
                  <a:pt x="983" y="285"/>
                  <a:pt x="980" y="286"/>
                </a:cubicBezTo>
                <a:cubicBezTo>
                  <a:pt x="977" y="287"/>
                  <a:pt x="974" y="290"/>
                  <a:pt x="974" y="293"/>
                </a:cubicBezTo>
                <a:cubicBezTo>
                  <a:pt x="975" y="296"/>
                  <a:pt x="973" y="301"/>
                  <a:pt x="970" y="303"/>
                </a:cubicBezTo>
                <a:cubicBezTo>
                  <a:pt x="967" y="306"/>
                  <a:pt x="956" y="309"/>
                  <a:pt x="951" y="310"/>
                </a:cubicBezTo>
                <a:cubicBezTo>
                  <a:pt x="947" y="310"/>
                  <a:pt x="942" y="309"/>
                  <a:pt x="940" y="313"/>
                </a:cubicBezTo>
                <a:cubicBezTo>
                  <a:pt x="938" y="317"/>
                  <a:pt x="934" y="327"/>
                  <a:pt x="933" y="328"/>
                </a:cubicBezTo>
                <a:cubicBezTo>
                  <a:pt x="933" y="329"/>
                  <a:pt x="926" y="332"/>
                  <a:pt x="926" y="332"/>
                </a:cubicBezTo>
                <a:cubicBezTo>
                  <a:pt x="926" y="332"/>
                  <a:pt x="925" y="336"/>
                  <a:pt x="923" y="336"/>
                </a:cubicBezTo>
                <a:cubicBezTo>
                  <a:pt x="921" y="336"/>
                  <a:pt x="916" y="335"/>
                  <a:pt x="913" y="338"/>
                </a:cubicBezTo>
                <a:cubicBezTo>
                  <a:pt x="911" y="340"/>
                  <a:pt x="912" y="345"/>
                  <a:pt x="910" y="347"/>
                </a:cubicBezTo>
                <a:cubicBezTo>
                  <a:pt x="908" y="349"/>
                  <a:pt x="902" y="349"/>
                  <a:pt x="897" y="349"/>
                </a:cubicBezTo>
                <a:cubicBezTo>
                  <a:pt x="894" y="350"/>
                  <a:pt x="889" y="351"/>
                  <a:pt x="886" y="351"/>
                </a:cubicBezTo>
                <a:cubicBezTo>
                  <a:pt x="885" y="355"/>
                  <a:pt x="883" y="359"/>
                  <a:pt x="882" y="360"/>
                </a:cubicBezTo>
                <a:cubicBezTo>
                  <a:pt x="882" y="361"/>
                  <a:pt x="882" y="364"/>
                  <a:pt x="883" y="367"/>
                </a:cubicBezTo>
                <a:cubicBezTo>
                  <a:pt x="885" y="370"/>
                  <a:pt x="888" y="372"/>
                  <a:pt x="892" y="374"/>
                </a:cubicBezTo>
                <a:cubicBezTo>
                  <a:pt x="896" y="376"/>
                  <a:pt x="896" y="378"/>
                  <a:pt x="896" y="380"/>
                </a:cubicBezTo>
                <a:cubicBezTo>
                  <a:pt x="896" y="383"/>
                  <a:pt x="896" y="387"/>
                  <a:pt x="895" y="390"/>
                </a:cubicBezTo>
                <a:cubicBezTo>
                  <a:pt x="894" y="393"/>
                  <a:pt x="891" y="394"/>
                  <a:pt x="888" y="395"/>
                </a:cubicBezTo>
                <a:cubicBezTo>
                  <a:pt x="885" y="396"/>
                  <a:pt x="880" y="397"/>
                  <a:pt x="877" y="397"/>
                </a:cubicBezTo>
                <a:cubicBezTo>
                  <a:pt x="874" y="397"/>
                  <a:pt x="869" y="397"/>
                  <a:pt x="864" y="398"/>
                </a:cubicBezTo>
                <a:cubicBezTo>
                  <a:pt x="860" y="400"/>
                  <a:pt x="859" y="401"/>
                  <a:pt x="856" y="402"/>
                </a:cubicBezTo>
                <a:cubicBezTo>
                  <a:pt x="852" y="402"/>
                  <a:pt x="849" y="400"/>
                  <a:pt x="845" y="398"/>
                </a:cubicBezTo>
                <a:cubicBezTo>
                  <a:pt x="842" y="396"/>
                  <a:pt x="841" y="398"/>
                  <a:pt x="838" y="400"/>
                </a:cubicBezTo>
                <a:cubicBezTo>
                  <a:pt x="836" y="401"/>
                  <a:pt x="834" y="405"/>
                  <a:pt x="832" y="407"/>
                </a:cubicBezTo>
                <a:cubicBezTo>
                  <a:pt x="829" y="409"/>
                  <a:pt x="826" y="408"/>
                  <a:pt x="822" y="409"/>
                </a:cubicBezTo>
                <a:cubicBezTo>
                  <a:pt x="819" y="409"/>
                  <a:pt x="814" y="405"/>
                  <a:pt x="812" y="404"/>
                </a:cubicBezTo>
                <a:cubicBezTo>
                  <a:pt x="811" y="402"/>
                  <a:pt x="805" y="398"/>
                  <a:pt x="801" y="398"/>
                </a:cubicBezTo>
                <a:cubicBezTo>
                  <a:pt x="797" y="397"/>
                  <a:pt x="797" y="399"/>
                  <a:pt x="794" y="400"/>
                </a:cubicBezTo>
                <a:cubicBezTo>
                  <a:pt x="790" y="400"/>
                  <a:pt x="785" y="398"/>
                  <a:pt x="782" y="396"/>
                </a:cubicBezTo>
                <a:cubicBezTo>
                  <a:pt x="779" y="394"/>
                  <a:pt x="780" y="392"/>
                  <a:pt x="778" y="391"/>
                </a:cubicBezTo>
                <a:cubicBezTo>
                  <a:pt x="777" y="389"/>
                  <a:pt x="775" y="387"/>
                  <a:pt x="774" y="385"/>
                </a:cubicBezTo>
                <a:cubicBezTo>
                  <a:pt x="774" y="383"/>
                  <a:pt x="776" y="381"/>
                  <a:pt x="777" y="379"/>
                </a:cubicBezTo>
                <a:cubicBezTo>
                  <a:pt x="778" y="377"/>
                  <a:pt x="779" y="372"/>
                  <a:pt x="779" y="370"/>
                </a:cubicBezTo>
                <a:cubicBezTo>
                  <a:pt x="779" y="369"/>
                  <a:pt x="779" y="368"/>
                  <a:pt x="779" y="367"/>
                </a:cubicBezTo>
                <a:cubicBezTo>
                  <a:pt x="778" y="367"/>
                  <a:pt x="777" y="368"/>
                  <a:pt x="776" y="367"/>
                </a:cubicBezTo>
                <a:cubicBezTo>
                  <a:pt x="774" y="367"/>
                  <a:pt x="770" y="360"/>
                  <a:pt x="770" y="359"/>
                </a:cubicBezTo>
                <a:cubicBezTo>
                  <a:pt x="770" y="357"/>
                  <a:pt x="768" y="352"/>
                  <a:pt x="767" y="350"/>
                </a:cubicBezTo>
                <a:cubicBezTo>
                  <a:pt x="765" y="348"/>
                  <a:pt x="761" y="346"/>
                  <a:pt x="758" y="347"/>
                </a:cubicBezTo>
                <a:cubicBezTo>
                  <a:pt x="755" y="348"/>
                  <a:pt x="757" y="349"/>
                  <a:pt x="751" y="351"/>
                </a:cubicBezTo>
                <a:cubicBezTo>
                  <a:pt x="751" y="351"/>
                  <a:pt x="751" y="351"/>
                  <a:pt x="751" y="351"/>
                </a:cubicBezTo>
                <a:cubicBezTo>
                  <a:pt x="751" y="354"/>
                  <a:pt x="751" y="356"/>
                  <a:pt x="751" y="358"/>
                </a:cubicBezTo>
                <a:cubicBezTo>
                  <a:pt x="750" y="362"/>
                  <a:pt x="750" y="370"/>
                  <a:pt x="749" y="372"/>
                </a:cubicBezTo>
                <a:cubicBezTo>
                  <a:pt x="749" y="375"/>
                  <a:pt x="747" y="377"/>
                  <a:pt x="748" y="380"/>
                </a:cubicBezTo>
                <a:cubicBezTo>
                  <a:pt x="749" y="384"/>
                  <a:pt x="753" y="391"/>
                  <a:pt x="754" y="392"/>
                </a:cubicBezTo>
                <a:cubicBezTo>
                  <a:pt x="755" y="394"/>
                  <a:pt x="756" y="399"/>
                  <a:pt x="755" y="402"/>
                </a:cubicBezTo>
                <a:cubicBezTo>
                  <a:pt x="754" y="405"/>
                  <a:pt x="754" y="411"/>
                  <a:pt x="753" y="412"/>
                </a:cubicBezTo>
                <a:cubicBezTo>
                  <a:pt x="751" y="414"/>
                  <a:pt x="746" y="415"/>
                  <a:pt x="741" y="416"/>
                </a:cubicBezTo>
                <a:cubicBezTo>
                  <a:pt x="737" y="418"/>
                  <a:pt x="730" y="420"/>
                  <a:pt x="727" y="419"/>
                </a:cubicBezTo>
                <a:cubicBezTo>
                  <a:pt x="724" y="419"/>
                  <a:pt x="721" y="416"/>
                  <a:pt x="716" y="415"/>
                </a:cubicBezTo>
                <a:cubicBezTo>
                  <a:pt x="711" y="414"/>
                  <a:pt x="706" y="415"/>
                  <a:pt x="702" y="415"/>
                </a:cubicBezTo>
                <a:cubicBezTo>
                  <a:pt x="698" y="414"/>
                  <a:pt x="686" y="410"/>
                  <a:pt x="681" y="408"/>
                </a:cubicBezTo>
                <a:cubicBezTo>
                  <a:pt x="677" y="406"/>
                  <a:pt x="673" y="404"/>
                  <a:pt x="666" y="403"/>
                </a:cubicBezTo>
                <a:cubicBezTo>
                  <a:pt x="660" y="403"/>
                  <a:pt x="656" y="407"/>
                  <a:pt x="650" y="406"/>
                </a:cubicBezTo>
                <a:cubicBezTo>
                  <a:pt x="644" y="406"/>
                  <a:pt x="635" y="406"/>
                  <a:pt x="632" y="404"/>
                </a:cubicBezTo>
                <a:cubicBezTo>
                  <a:pt x="629" y="402"/>
                  <a:pt x="621" y="399"/>
                  <a:pt x="619" y="395"/>
                </a:cubicBezTo>
                <a:cubicBezTo>
                  <a:pt x="617" y="391"/>
                  <a:pt x="620" y="386"/>
                  <a:pt x="613" y="383"/>
                </a:cubicBezTo>
                <a:cubicBezTo>
                  <a:pt x="606" y="380"/>
                  <a:pt x="601" y="379"/>
                  <a:pt x="596" y="379"/>
                </a:cubicBezTo>
                <a:cubicBezTo>
                  <a:pt x="590" y="379"/>
                  <a:pt x="584" y="383"/>
                  <a:pt x="579" y="383"/>
                </a:cubicBezTo>
                <a:cubicBezTo>
                  <a:pt x="574" y="382"/>
                  <a:pt x="572" y="382"/>
                  <a:pt x="568" y="380"/>
                </a:cubicBezTo>
                <a:cubicBezTo>
                  <a:pt x="563" y="379"/>
                  <a:pt x="554" y="379"/>
                  <a:pt x="550" y="378"/>
                </a:cubicBezTo>
                <a:cubicBezTo>
                  <a:pt x="545" y="376"/>
                  <a:pt x="546" y="375"/>
                  <a:pt x="538" y="372"/>
                </a:cubicBezTo>
                <a:cubicBezTo>
                  <a:pt x="529" y="370"/>
                  <a:pt x="525" y="370"/>
                  <a:pt x="523" y="368"/>
                </a:cubicBezTo>
                <a:cubicBezTo>
                  <a:pt x="520" y="366"/>
                  <a:pt x="503" y="361"/>
                  <a:pt x="501" y="360"/>
                </a:cubicBezTo>
                <a:cubicBezTo>
                  <a:pt x="499" y="358"/>
                  <a:pt x="499" y="355"/>
                  <a:pt x="494" y="351"/>
                </a:cubicBezTo>
                <a:cubicBezTo>
                  <a:pt x="489" y="346"/>
                  <a:pt x="478" y="340"/>
                  <a:pt x="473" y="337"/>
                </a:cubicBezTo>
                <a:cubicBezTo>
                  <a:pt x="469" y="334"/>
                  <a:pt x="454" y="329"/>
                  <a:pt x="450" y="327"/>
                </a:cubicBezTo>
                <a:cubicBezTo>
                  <a:pt x="446" y="326"/>
                  <a:pt x="442" y="324"/>
                  <a:pt x="438" y="322"/>
                </a:cubicBezTo>
                <a:cubicBezTo>
                  <a:pt x="433" y="320"/>
                  <a:pt x="431" y="317"/>
                  <a:pt x="431" y="314"/>
                </a:cubicBezTo>
                <a:cubicBezTo>
                  <a:pt x="431" y="311"/>
                  <a:pt x="430" y="306"/>
                  <a:pt x="432" y="304"/>
                </a:cubicBezTo>
                <a:cubicBezTo>
                  <a:pt x="434" y="302"/>
                  <a:pt x="436" y="302"/>
                  <a:pt x="438" y="297"/>
                </a:cubicBezTo>
                <a:cubicBezTo>
                  <a:pt x="439" y="292"/>
                  <a:pt x="437" y="288"/>
                  <a:pt x="439" y="284"/>
                </a:cubicBezTo>
                <a:cubicBezTo>
                  <a:pt x="441" y="279"/>
                  <a:pt x="441" y="278"/>
                  <a:pt x="443" y="272"/>
                </a:cubicBezTo>
                <a:cubicBezTo>
                  <a:pt x="444" y="270"/>
                  <a:pt x="444" y="259"/>
                  <a:pt x="444" y="249"/>
                </a:cubicBezTo>
                <a:cubicBezTo>
                  <a:pt x="444" y="249"/>
                  <a:pt x="443" y="248"/>
                  <a:pt x="442" y="247"/>
                </a:cubicBezTo>
                <a:cubicBezTo>
                  <a:pt x="438" y="243"/>
                  <a:pt x="433" y="243"/>
                  <a:pt x="429" y="237"/>
                </a:cubicBezTo>
                <a:cubicBezTo>
                  <a:pt x="425" y="230"/>
                  <a:pt x="419" y="224"/>
                  <a:pt x="415" y="223"/>
                </a:cubicBezTo>
                <a:cubicBezTo>
                  <a:pt x="410" y="222"/>
                  <a:pt x="406" y="221"/>
                  <a:pt x="404" y="220"/>
                </a:cubicBezTo>
                <a:cubicBezTo>
                  <a:pt x="403" y="219"/>
                  <a:pt x="395" y="217"/>
                  <a:pt x="393" y="218"/>
                </a:cubicBezTo>
                <a:cubicBezTo>
                  <a:pt x="392" y="220"/>
                  <a:pt x="389" y="223"/>
                  <a:pt x="386" y="222"/>
                </a:cubicBezTo>
                <a:cubicBezTo>
                  <a:pt x="384" y="221"/>
                  <a:pt x="376" y="211"/>
                  <a:pt x="374" y="208"/>
                </a:cubicBezTo>
                <a:cubicBezTo>
                  <a:pt x="373" y="206"/>
                  <a:pt x="368" y="200"/>
                  <a:pt x="367" y="197"/>
                </a:cubicBezTo>
                <a:cubicBezTo>
                  <a:pt x="367" y="195"/>
                  <a:pt x="366" y="193"/>
                  <a:pt x="366" y="189"/>
                </a:cubicBezTo>
                <a:cubicBezTo>
                  <a:pt x="365" y="185"/>
                  <a:pt x="365" y="180"/>
                  <a:pt x="365" y="177"/>
                </a:cubicBezTo>
                <a:cubicBezTo>
                  <a:pt x="364" y="174"/>
                  <a:pt x="366" y="168"/>
                  <a:pt x="362" y="165"/>
                </a:cubicBezTo>
                <a:cubicBezTo>
                  <a:pt x="358" y="163"/>
                  <a:pt x="357" y="163"/>
                  <a:pt x="356" y="161"/>
                </a:cubicBezTo>
                <a:cubicBezTo>
                  <a:pt x="354" y="158"/>
                  <a:pt x="353" y="153"/>
                  <a:pt x="354" y="151"/>
                </a:cubicBezTo>
                <a:cubicBezTo>
                  <a:pt x="355" y="149"/>
                  <a:pt x="356" y="146"/>
                  <a:pt x="359" y="144"/>
                </a:cubicBezTo>
                <a:cubicBezTo>
                  <a:pt x="362" y="143"/>
                  <a:pt x="367" y="140"/>
                  <a:pt x="369" y="141"/>
                </a:cubicBezTo>
                <a:cubicBezTo>
                  <a:pt x="371" y="142"/>
                  <a:pt x="372" y="146"/>
                  <a:pt x="373" y="146"/>
                </a:cubicBezTo>
                <a:cubicBezTo>
                  <a:pt x="374" y="146"/>
                  <a:pt x="376" y="140"/>
                  <a:pt x="377" y="137"/>
                </a:cubicBezTo>
                <a:cubicBezTo>
                  <a:pt x="377" y="135"/>
                  <a:pt x="376" y="128"/>
                  <a:pt x="375" y="125"/>
                </a:cubicBezTo>
                <a:cubicBezTo>
                  <a:pt x="375" y="122"/>
                  <a:pt x="376" y="118"/>
                  <a:pt x="375" y="116"/>
                </a:cubicBezTo>
                <a:cubicBezTo>
                  <a:pt x="375" y="115"/>
                  <a:pt x="374" y="113"/>
                  <a:pt x="373" y="112"/>
                </a:cubicBezTo>
                <a:cubicBezTo>
                  <a:pt x="375" y="111"/>
                  <a:pt x="377" y="110"/>
                  <a:pt x="378" y="109"/>
                </a:cubicBezTo>
                <a:cubicBezTo>
                  <a:pt x="382" y="105"/>
                  <a:pt x="378" y="103"/>
                  <a:pt x="379" y="100"/>
                </a:cubicBezTo>
                <a:cubicBezTo>
                  <a:pt x="380" y="96"/>
                  <a:pt x="383" y="96"/>
                  <a:pt x="385" y="93"/>
                </a:cubicBezTo>
                <a:cubicBezTo>
                  <a:pt x="392" y="86"/>
                  <a:pt x="395" y="75"/>
                  <a:pt x="397" y="65"/>
                </a:cubicBezTo>
                <a:cubicBezTo>
                  <a:pt x="400" y="55"/>
                  <a:pt x="393" y="44"/>
                  <a:pt x="382" y="44"/>
                </a:cubicBezTo>
                <a:cubicBezTo>
                  <a:pt x="372" y="44"/>
                  <a:pt x="360" y="51"/>
                  <a:pt x="351" y="56"/>
                </a:cubicBezTo>
                <a:cubicBezTo>
                  <a:pt x="349" y="57"/>
                  <a:pt x="348" y="58"/>
                  <a:pt x="346" y="59"/>
                </a:cubicBezTo>
                <a:cubicBezTo>
                  <a:pt x="346" y="59"/>
                  <a:pt x="346" y="59"/>
                  <a:pt x="346" y="59"/>
                </a:cubicBezTo>
                <a:cubicBezTo>
                  <a:pt x="342" y="56"/>
                  <a:pt x="338" y="54"/>
                  <a:pt x="335" y="52"/>
                </a:cubicBezTo>
                <a:cubicBezTo>
                  <a:pt x="330" y="48"/>
                  <a:pt x="326" y="43"/>
                  <a:pt x="324" y="39"/>
                </a:cubicBezTo>
                <a:cubicBezTo>
                  <a:pt x="323" y="35"/>
                  <a:pt x="322" y="28"/>
                  <a:pt x="320" y="26"/>
                </a:cubicBezTo>
                <a:cubicBezTo>
                  <a:pt x="319" y="24"/>
                  <a:pt x="318" y="21"/>
                  <a:pt x="312" y="19"/>
                </a:cubicBezTo>
                <a:cubicBezTo>
                  <a:pt x="306" y="17"/>
                  <a:pt x="296" y="14"/>
                  <a:pt x="294" y="13"/>
                </a:cubicBezTo>
                <a:cubicBezTo>
                  <a:pt x="293" y="13"/>
                  <a:pt x="287" y="12"/>
                  <a:pt x="287" y="9"/>
                </a:cubicBezTo>
                <a:cubicBezTo>
                  <a:pt x="287" y="6"/>
                  <a:pt x="292" y="3"/>
                  <a:pt x="287" y="1"/>
                </a:cubicBezTo>
                <a:cubicBezTo>
                  <a:pt x="283" y="0"/>
                  <a:pt x="269" y="0"/>
                  <a:pt x="264" y="0"/>
                </a:cubicBezTo>
                <a:cubicBezTo>
                  <a:pt x="264" y="0"/>
                  <a:pt x="263" y="0"/>
                  <a:pt x="263" y="0"/>
                </a:cubicBezTo>
                <a:cubicBezTo>
                  <a:pt x="266" y="4"/>
                  <a:pt x="268" y="9"/>
                  <a:pt x="269" y="14"/>
                </a:cubicBezTo>
                <a:cubicBezTo>
                  <a:pt x="270" y="23"/>
                  <a:pt x="270" y="30"/>
                  <a:pt x="262" y="35"/>
                </a:cubicBezTo>
                <a:cubicBezTo>
                  <a:pt x="256" y="39"/>
                  <a:pt x="246" y="39"/>
                  <a:pt x="239" y="42"/>
                </a:cubicBezTo>
                <a:cubicBezTo>
                  <a:pt x="233" y="45"/>
                  <a:pt x="226" y="47"/>
                  <a:pt x="219" y="47"/>
                </a:cubicBezTo>
                <a:cubicBezTo>
                  <a:pt x="209" y="49"/>
                  <a:pt x="199" y="44"/>
                  <a:pt x="189" y="43"/>
                </a:cubicBezTo>
                <a:cubicBezTo>
                  <a:pt x="184" y="42"/>
                  <a:pt x="178" y="43"/>
                  <a:pt x="173" y="44"/>
                </a:cubicBezTo>
                <a:cubicBezTo>
                  <a:pt x="168" y="45"/>
                  <a:pt x="163" y="45"/>
                  <a:pt x="159" y="49"/>
                </a:cubicBezTo>
                <a:cubicBezTo>
                  <a:pt x="153" y="54"/>
                  <a:pt x="151" y="61"/>
                  <a:pt x="154" y="69"/>
                </a:cubicBezTo>
                <a:cubicBezTo>
                  <a:pt x="157" y="76"/>
                  <a:pt x="161" y="79"/>
                  <a:pt x="160" y="87"/>
                </a:cubicBezTo>
                <a:cubicBezTo>
                  <a:pt x="160" y="89"/>
                  <a:pt x="158" y="91"/>
                  <a:pt x="158" y="94"/>
                </a:cubicBezTo>
                <a:cubicBezTo>
                  <a:pt x="158" y="96"/>
                  <a:pt x="159" y="98"/>
                  <a:pt x="160" y="100"/>
                </a:cubicBezTo>
                <a:cubicBezTo>
                  <a:pt x="161" y="105"/>
                  <a:pt x="160" y="110"/>
                  <a:pt x="163" y="114"/>
                </a:cubicBezTo>
                <a:cubicBezTo>
                  <a:pt x="165" y="120"/>
                  <a:pt x="171" y="127"/>
                  <a:pt x="173" y="133"/>
                </a:cubicBezTo>
                <a:cubicBezTo>
                  <a:pt x="176" y="134"/>
                  <a:pt x="181" y="135"/>
                  <a:pt x="183" y="135"/>
                </a:cubicBezTo>
                <a:cubicBezTo>
                  <a:pt x="186" y="136"/>
                  <a:pt x="192" y="141"/>
                  <a:pt x="195" y="144"/>
                </a:cubicBezTo>
                <a:cubicBezTo>
                  <a:pt x="198" y="148"/>
                  <a:pt x="197" y="151"/>
                  <a:pt x="201" y="152"/>
                </a:cubicBezTo>
                <a:cubicBezTo>
                  <a:pt x="205" y="154"/>
                  <a:pt x="211" y="155"/>
                  <a:pt x="212" y="154"/>
                </a:cubicBezTo>
                <a:cubicBezTo>
                  <a:pt x="213" y="154"/>
                  <a:pt x="223" y="151"/>
                  <a:pt x="225" y="151"/>
                </a:cubicBezTo>
                <a:cubicBezTo>
                  <a:pt x="227" y="151"/>
                  <a:pt x="232" y="153"/>
                  <a:pt x="232" y="154"/>
                </a:cubicBezTo>
                <a:cubicBezTo>
                  <a:pt x="232" y="155"/>
                  <a:pt x="232" y="158"/>
                  <a:pt x="233" y="161"/>
                </a:cubicBezTo>
                <a:cubicBezTo>
                  <a:pt x="229" y="166"/>
                  <a:pt x="222" y="171"/>
                  <a:pt x="219" y="171"/>
                </a:cubicBezTo>
                <a:cubicBezTo>
                  <a:pt x="216" y="171"/>
                  <a:pt x="215" y="173"/>
                  <a:pt x="211" y="174"/>
                </a:cubicBezTo>
                <a:cubicBezTo>
                  <a:pt x="207" y="176"/>
                  <a:pt x="206" y="177"/>
                  <a:pt x="203" y="178"/>
                </a:cubicBezTo>
                <a:cubicBezTo>
                  <a:pt x="199" y="180"/>
                  <a:pt x="195" y="185"/>
                  <a:pt x="193" y="189"/>
                </a:cubicBezTo>
                <a:cubicBezTo>
                  <a:pt x="192" y="193"/>
                  <a:pt x="194" y="193"/>
                  <a:pt x="195" y="197"/>
                </a:cubicBezTo>
                <a:cubicBezTo>
                  <a:pt x="197" y="202"/>
                  <a:pt x="197" y="203"/>
                  <a:pt x="197" y="208"/>
                </a:cubicBezTo>
                <a:cubicBezTo>
                  <a:pt x="198" y="212"/>
                  <a:pt x="196" y="230"/>
                  <a:pt x="195" y="233"/>
                </a:cubicBezTo>
                <a:cubicBezTo>
                  <a:pt x="195" y="236"/>
                  <a:pt x="191" y="239"/>
                  <a:pt x="187" y="243"/>
                </a:cubicBezTo>
                <a:cubicBezTo>
                  <a:pt x="183" y="247"/>
                  <a:pt x="180" y="247"/>
                  <a:pt x="179" y="251"/>
                </a:cubicBezTo>
                <a:cubicBezTo>
                  <a:pt x="178" y="255"/>
                  <a:pt x="181" y="254"/>
                  <a:pt x="182" y="256"/>
                </a:cubicBezTo>
                <a:cubicBezTo>
                  <a:pt x="183" y="259"/>
                  <a:pt x="183" y="260"/>
                  <a:pt x="183" y="264"/>
                </a:cubicBezTo>
                <a:cubicBezTo>
                  <a:pt x="183" y="268"/>
                  <a:pt x="178" y="273"/>
                  <a:pt x="174" y="276"/>
                </a:cubicBezTo>
                <a:cubicBezTo>
                  <a:pt x="171" y="278"/>
                  <a:pt x="163" y="284"/>
                  <a:pt x="159" y="289"/>
                </a:cubicBezTo>
                <a:cubicBezTo>
                  <a:pt x="154" y="293"/>
                  <a:pt x="156" y="296"/>
                  <a:pt x="155" y="299"/>
                </a:cubicBezTo>
                <a:cubicBezTo>
                  <a:pt x="155" y="302"/>
                  <a:pt x="156" y="310"/>
                  <a:pt x="148" y="316"/>
                </a:cubicBezTo>
                <a:cubicBezTo>
                  <a:pt x="137" y="321"/>
                  <a:pt x="133" y="326"/>
                  <a:pt x="131" y="334"/>
                </a:cubicBezTo>
                <a:cubicBezTo>
                  <a:pt x="129" y="343"/>
                  <a:pt x="121" y="354"/>
                  <a:pt x="117" y="358"/>
                </a:cubicBezTo>
                <a:cubicBezTo>
                  <a:pt x="114" y="362"/>
                  <a:pt x="111" y="362"/>
                  <a:pt x="109" y="362"/>
                </a:cubicBezTo>
                <a:cubicBezTo>
                  <a:pt x="108" y="362"/>
                  <a:pt x="101" y="362"/>
                  <a:pt x="96" y="362"/>
                </a:cubicBezTo>
                <a:cubicBezTo>
                  <a:pt x="90" y="363"/>
                  <a:pt x="89" y="365"/>
                  <a:pt x="86" y="367"/>
                </a:cubicBezTo>
                <a:cubicBezTo>
                  <a:pt x="84" y="369"/>
                  <a:pt x="79" y="370"/>
                  <a:pt x="77" y="371"/>
                </a:cubicBezTo>
                <a:cubicBezTo>
                  <a:pt x="75" y="371"/>
                  <a:pt x="73" y="370"/>
                  <a:pt x="72" y="368"/>
                </a:cubicBezTo>
                <a:cubicBezTo>
                  <a:pt x="71" y="366"/>
                  <a:pt x="70" y="363"/>
                  <a:pt x="68" y="360"/>
                </a:cubicBezTo>
                <a:cubicBezTo>
                  <a:pt x="67" y="357"/>
                  <a:pt x="62" y="360"/>
                  <a:pt x="59" y="360"/>
                </a:cubicBezTo>
                <a:cubicBezTo>
                  <a:pt x="57" y="361"/>
                  <a:pt x="53" y="363"/>
                  <a:pt x="50" y="366"/>
                </a:cubicBezTo>
                <a:cubicBezTo>
                  <a:pt x="47" y="369"/>
                  <a:pt x="47" y="372"/>
                  <a:pt x="45" y="375"/>
                </a:cubicBezTo>
                <a:cubicBezTo>
                  <a:pt x="44" y="379"/>
                  <a:pt x="40" y="386"/>
                  <a:pt x="33" y="389"/>
                </a:cubicBezTo>
                <a:cubicBezTo>
                  <a:pt x="27" y="392"/>
                  <a:pt x="26" y="402"/>
                  <a:pt x="25" y="406"/>
                </a:cubicBezTo>
                <a:cubicBezTo>
                  <a:pt x="24" y="411"/>
                  <a:pt x="26" y="410"/>
                  <a:pt x="27" y="414"/>
                </a:cubicBezTo>
                <a:cubicBezTo>
                  <a:pt x="28" y="418"/>
                  <a:pt x="32" y="415"/>
                  <a:pt x="39" y="416"/>
                </a:cubicBezTo>
                <a:cubicBezTo>
                  <a:pt x="44" y="416"/>
                  <a:pt x="46" y="416"/>
                  <a:pt x="48" y="416"/>
                </a:cubicBezTo>
                <a:cubicBezTo>
                  <a:pt x="49" y="416"/>
                  <a:pt x="54" y="418"/>
                  <a:pt x="56" y="421"/>
                </a:cubicBezTo>
                <a:cubicBezTo>
                  <a:pt x="57" y="423"/>
                  <a:pt x="57" y="426"/>
                  <a:pt x="58" y="430"/>
                </a:cubicBezTo>
                <a:cubicBezTo>
                  <a:pt x="59" y="435"/>
                  <a:pt x="58" y="444"/>
                  <a:pt x="59" y="447"/>
                </a:cubicBezTo>
                <a:cubicBezTo>
                  <a:pt x="59" y="451"/>
                  <a:pt x="59" y="452"/>
                  <a:pt x="64" y="455"/>
                </a:cubicBezTo>
                <a:cubicBezTo>
                  <a:pt x="68" y="458"/>
                  <a:pt x="73" y="459"/>
                  <a:pt x="77" y="460"/>
                </a:cubicBezTo>
                <a:cubicBezTo>
                  <a:pt x="82" y="460"/>
                  <a:pt x="84" y="464"/>
                  <a:pt x="85" y="465"/>
                </a:cubicBezTo>
                <a:cubicBezTo>
                  <a:pt x="85" y="466"/>
                  <a:pt x="84" y="467"/>
                  <a:pt x="84" y="469"/>
                </a:cubicBezTo>
                <a:cubicBezTo>
                  <a:pt x="83" y="471"/>
                  <a:pt x="85" y="472"/>
                  <a:pt x="86" y="473"/>
                </a:cubicBezTo>
                <a:cubicBezTo>
                  <a:pt x="87" y="475"/>
                  <a:pt x="92" y="484"/>
                  <a:pt x="93" y="485"/>
                </a:cubicBezTo>
                <a:cubicBezTo>
                  <a:pt x="94" y="487"/>
                  <a:pt x="96" y="493"/>
                  <a:pt x="98" y="498"/>
                </a:cubicBezTo>
                <a:cubicBezTo>
                  <a:pt x="100" y="502"/>
                  <a:pt x="100" y="509"/>
                  <a:pt x="100" y="511"/>
                </a:cubicBezTo>
                <a:cubicBezTo>
                  <a:pt x="100" y="514"/>
                  <a:pt x="96" y="515"/>
                  <a:pt x="93" y="517"/>
                </a:cubicBezTo>
                <a:cubicBezTo>
                  <a:pt x="90" y="520"/>
                  <a:pt x="86" y="519"/>
                  <a:pt x="84" y="518"/>
                </a:cubicBezTo>
                <a:cubicBezTo>
                  <a:pt x="81" y="518"/>
                  <a:pt x="86" y="512"/>
                  <a:pt x="87" y="512"/>
                </a:cubicBezTo>
                <a:cubicBezTo>
                  <a:pt x="87" y="511"/>
                  <a:pt x="79" y="513"/>
                  <a:pt x="78" y="514"/>
                </a:cubicBezTo>
                <a:cubicBezTo>
                  <a:pt x="76" y="515"/>
                  <a:pt x="65" y="520"/>
                  <a:pt x="62" y="522"/>
                </a:cubicBezTo>
                <a:cubicBezTo>
                  <a:pt x="58" y="524"/>
                  <a:pt x="48" y="522"/>
                  <a:pt x="48" y="522"/>
                </a:cubicBezTo>
                <a:cubicBezTo>
                  <a:pt x="48" y="522"/>
                  <a:pt x="29" y="522"/>
                  <a:pt x="28" y="522"/>
                </a:cubicBezTo>
                <a:cubicBezTo>
                  <a:pt x="27" y="522"/>
                  <a:pt x="20" y="526"/>
                  <a:pt x="20" y="527"/>
                </a:cubicBezTo>
                <a:cubicBezTo>
                  <a:pt x="19" y="528"/>
                  <a:pt x="10" y="535"/>
                  <a:pt x="9" y="536"/>
                </a:cubicBezTo>
                <a:cubicBezTo>
                  <a:pt x="8" y="536"/>
                  <a:pt x="0" y="540"/>
                  <a:pt x="0" y="540"/>
                </a:cubicBezTo>
                <a:cubicBezTo>
                  <a:pt x="0" y="555"/>
                  <a:pt x="0" y="555"/>
                  <a:pt x="0" y="555"/>
                </a:cubicBezTo>
                <a:cubicBezTo>
                  <a:pt x="0" y="554"/>
                  <a:pt x="1" y="554"/>
                  <a:pt x="2" y="554"/>
                </a:cubicBezTo>
                <a:cubicBezTo>
                  <a:pt x="4" y="554"/>
                  <a:pt x="4" y="550"/>
                  <a:pt x="6" y="546"/>
                </a:cubicBezTo>
                <a:cubicBezTo>
                  <a:pt x="8" y="542"/>
                  <a:pt x="11" y="541"/>
                  <a:pt x="13" y="540"/>
                </a:cubicBezTo>
                <a:cubicBezTo>
                  <a:pt x="15" y="540"/>
                  <a:pt x="20" y="543"/>
                  <a:pt x="20" y="544"/>
                </a:cubicBezTo>
                <a:cubicBezTo>
                  <a:pt x="19" y="545"/>
                  <a:pt x="14" y="548"/>
                  <a:pt x="11" y="550"/>
                </a:cubicBezTo>
                <a:cubicBezTo>
                  <a:pt x="8" y="552"/>
                  <a:pt x="7" y="555"/>
                  <a:pt x="7" y="557"/>
                </a:cubicBezTo>
                <a:cubicBezTo>
                  <a:pt x="7" y="560"/>
                  <a:pt x="9" y="565"/>
                  <a:pt x="10" y="567"/>
                </a:cubicBezTo>
                <a:cubicBezTo>
                  <a:pt x="12" y="569"/>
                  <a:pt x="15" y="574"/>
                  <a:pt x="19" y="577"/>
                </a:cubicBezTo>
                <a:cubicBezTo>
                  <a:pt x="22" y="580"/>
                  <a:pt x="35" y="584"/>
                  <a:pt x="39" y="585"/>
                </a:cubicBezTo>
                <a:cubicBezTo>
                  <a:pt x="44" y="586"/>
                  <a:pt x="56" y="586"/>
                  <a:pt x="61" y="585"/>
                </a:cubicBezTo>
                <a:cubicBezTo>
                  <a:pt x="65" y="585"/>
                  <a:pt x="71" y="584"/>
                  <a:pt x="74" y="583"/>
                </a:cubicBezTo>
                <a:cubicBezTo>
                  <a:pt x="77" y="582"/>
                  <a:pt x="79" y="579"/>
                  <a:pt x="83" y="575"/>
                </a:cubicBezTo>
                <a:cubicBezTo>
                  <a:pt x="86" y="571"/>
                  <a:pt x="87" y="574"/>
                  <a:pt x="89" y="574"/>
                </a:cubicBezTo>
                <a:cubicBezTo>
                  <a:pt x="91" y="575"/>
                  <a:pt x="89" y="579"/>
                  <a:pt x="88" y="581"/>
                </a:cubicBezTo>
                <a:cubicBezTo>
                  <a:pt x="88" y="584"/>
                  <a:pt x="84" y="586"/>
                  <a:pt x="82" y="589"/>
                </a:cubicBezTo>
                <a:cubicBezTo>
                  <a:pt x="80" y="591"/>
                  <a:pt x="75" y="593"/>
                  <a:pt x="72" y="595"/>
                </a:cubicBezTo>
                <a:cubicBezTo>
                  <a:pt x="69" y="597"/>
                  <a:pt x="63" y="602"/>
                  <a:pt x="60" y="605"/>
                </a:cubicBezTo>
                <a:cubicBezTo>
                  <a:pt x="57" y="608"/>
                  <a:pt x="54" y="606"/>
                  <a:pt x="52" y="606"/>
                </a:cubicBezTo>
                <a:cubicBezTo>
                  <a:pt x="51" y="606"/>
                  <a:pt x="46" y="609"/>
                  <a:pt x="44" y="610"/>
                </a:cubicBezTo>
                <a:cubicBezTo>
                  <a:pt x="42" y="611"/>
                  <a:pt x="40" y="608"/>
                  <a:pt x="39" y="605"/>
                </a:cubicBezTo>
                <a:cubicBezTo>
                  <a:pt x="37" y="603"/>
                  <a:pt x="34" y="600"/>
                  <a:pt x="32" y="600"/>
                </a:cubicBezTo>
                <a:cubicBezTo>
                  <a:pt x="31" y="600"/>
                  <a:pt x="29" y="605"/>
                  <a:pt x="29" y="608"/>
                </a:cubicBezTo>
                <a:cubicBezTo>
                  <a:pt x="29" y="611"/>
                  <a:pt x="32" y="613"/>
                  <a:pt x="35" y="616"/>
                </a:cubicBezTo>
                <a:cubicBezTo>
                  <a:pt x="39" y="620"/>
                  <a:pt x="44" y="626"/>
                  <a:pt x="49" y="629"/>
                </a:cubicBezTo>
                <a:cubicBezTo>
                  <a:pt x="54" y="632"/>
                  <a:pt x="54" y="632"/>
                  <a:pt x="58" y="638"/>
                </a:cubicBezTo>
                <a:cubicBezTo>
                  <a:pt x="62" y="644"/>
                  <a:pt x="62" y="643"/>
                  <a:pt x="66" y="646"/>
                </a:cubicBezTo>
                <a:cubicBezTo>
                  <a:pt x="70" y="649"/>
                  <a:pt x="81" y="659"/>
                  <a:pt x="86" y="664"/>
                </a:cubicBezTo>
                <a:cubicBezTo>
                  <a:pt x="91" y="668"/>
                  <a:pt x="93" y="671"/>
                  <a:pt x="96" y="672"/>
                </a:cubicBezTo>
                <a:cubicBezTo>
                  <a:pt x="99" y="674"/>
                  <a:pt x="114" y="675"/>
                  <a:pt x="120" y="672"/>
                </a:cubicBezTo>
                <a:cubicBezTo>
                  <a:pt x="126" y="669"/>
                  <a:pt x="131" y="667"/>
                  <a:pt x="137" y="662"/>
                </a:cubicBezTo>
                <a:cubicBezTo>
                  <a:pt x="144" y="657"/>
                  <a:pt x="151" y="655"/>
                  <a:pt x="153" y="652"/>
                </a:cubicBezTo>
                <a:cubicBezTo>
                  <a:pt x="156" y="650"/>
                  <a:pt x="156" y="648"/>
                  <a:pt x="158" y="645"/>
                </a:cubicBezTo>
                <a:cubicBezTo>
                  <a:pt x="160" y="642"/>
                  <a:pt x="162" y="639"/>
                  <a:pt x="162" y="637"/>
                </a:cubicBezTo>
                <a:cubicBezTo>
                  <a:pt x="163" y="635"/>
                  <a:pt x="163" y="632"/>
                  <a:pt x="163" y="630"/>
                </a:cubicBezTo>
                <a:cubicBezTo>
                  <a:pt x="163" y="628"/>
                  <a:pt x="161" y="627"/>
                  <a:pt x="159" y="625"/>
                </a:cubicBezTo>
                <a:cubicBezTo>
                  <a:pt x="157" y="624"/>
                  <a:pt x="157" y="621"/>
                  <a:pt x="157" y="620"/>
                </a:cubicBezTo>
                <a:cubicBezTo>
                  <a:pt x="157" y="618"/>
                  <a:pt x="159" y="617"/>
                  <a:pt x="159" y="615"/>
                </a:cubicBezTo>
                <a:cubicBezTo>
                  <a:pt x="160" y="613"/>
                  <a:pt x="162" y="609"/>
                  <a:pt x="161" y="608"/>
                </a:cubicBezTo>
                <a:cubicBezTo>
                  <a:pt x="161" y="607"/>
                  <a:pt x="161" y="600"/>
                  <a:pt x="161" y="597"/>
                </a:cubicBezTo>
                <a:cubicBezTo>
                  <a:pt x="161" y="595"/>
                  <a:pt x="162" y="594"/>
                  <a:pt x="164" y="595"/>
                </a:cubicBezTo>
                <a:cubicBezTo>
                  <a:pt x="165" y="596"/>
                  <a:pt x="170" y="599"/>
                  <a:pt x="173" y="600"/>
                </a:cubicBezTo>
                <a:cubicBezTo>
                  <a:pt x="176" y="602"/>
                  <a:pt x="179" y="600"/>
                  <a:pt x="181" y="600"/>
                </a:cubicBezTo>
                <a:cubicBezTo>
                  <a:pt x="183" y="599"/>
                  <a:pt x="187" y="598"/>
                  <a:pt x="187" y="598"/>
                </a:cubicBezTo>
                <a:cubicBezTo>
                  <a:pt x="187" y="598"/>
                  <a:pt x="185" y="604"/>
                  <a:pt x="184" y="605"/>
                </a:cubicBezTo>
                <a:cubicBezTo>
                  <a:pt x="183" y="607"/>
                  <a:pt x="177" y="608"/>
                  <a:pt x="173" y="608"/>
                </a:cubicBezTo>
                <a:cubicBezTo>
                  <a:pt x="170" y="608"/>
                  <a:pt x="168" y="609"/>
                  <a:pt x="167" y="611"/>
                </a:cubicBezTo>
                <a:cubicBezTo>
                  <a:pt x="167" y="613"/>
                  <a:pt x="169" y="617"/>
                  <a:pt x="170" y="619"/>
                </a:cubicBezTo>
                <a:cubicBezTo>
                  <a:pt x="171" y="620"/>
                  <a:pt x="172" y="630"/>
                  <a:pt x="172" y="630"/>
                </a:cubicBezTo>
                <a:cubicBezTo>
                  <a:pt x="172" y="630"/>
                  <a:pt x="189" y="632"/>
                  <a:pt x="189" y="633"/>
                </a:cubicBezTo>
                <a:cubicBezTo>
                  <a:pt x="189" y="634"/>
                  <a:pt x="185" y="636"/>
                  <a:pt x="181" y="638"/>
                </a:cubicBezTo>
                <a:cubicBezTo>
                  <a:pt x="178" y="639"/>
                  <a:pt x="177" y="640"/>
                  <a:pt x="176" y="642"/>
                </a:cubicBezTo>
                <a:cubicBezTo>
                  <a:pt x="176" y="644"/>
                  <a:pt x="176" y="647"/>
                  <a:pt x="176" y="650"/>
                </a:cubicBezTo>
                <a:cubicBezTo>
                  <a:pt x="176" y="652"/>
                  <a:pt x="178" y="658"/>
                  <a:pt x="180" y="660"/>
                </a:cubicBezTo>
                <a:cubicBezTo>
                  <a:pt x="183" y="663"/>
                  <a:pt x="186" y="668"/>
                  <a:pt x="186" y="670"/>
                </a:cubicBezTo>
                <a:cubicBezTo>
                  <a:pt x="186" y="672"/>
                  <a:pt x="188" y="682"/>
                  <a:pt x="188" y="684"/>
                </a:cubicBezTo>
                <a:cubicBezTo>
                  <a:pt x="188" y="687"/>
                  <a:pt x="186" y="688"/>
                  <a:pt x="185" y="690"/>
                </a:cubicBezTo>
                <a:cubicBezTo>
                  <a:pt x="183" y="692"/>
                  <a:pt x="183" y="695"/>
                  <a:pt x="184" y="697"/>
                </a:cubicBezTo>
                <a:cubicBezTo>
                  <a:pt x="184" y="698"/>
                  <a:pt x="187" y="702"/>
                  <a:pt x="187" y="703"/>
                </a:cubicBezTo>
                <a:cubicBezTo>
                  <a:pt x="188" y="704"/>
                  <a:pt x="184" y="707"/>
                  <a:pt x="184" y="707"/>
                </a:cubicBezTo>
                <a:cubicBezTo>
                  <a:pt x="184" y="707"/>
                  <a:pt x="184" y="714"/>
                  <a:pt x="184" y="714"/>
                </a:cubicBezTo>
                <a:cubicBezTo>
                  <a:pt x="184" y="714"/>
                  <a:pt x="184" y="722"/>
                  <a:pt x="185" y="724"/>
                </a:cubicBezTo>
                <a:cubicBezTo>
                  <a:pt x="185" y="726"/>
                  <a:pt x="189" y="731"/>
                  <a:pt x="191" y="734"/>
                </a:cubicBezTo>
                <a:cubicBezTo>
                  <a:pt x="193" y="737"/>
                  <a:pt x="196" y="741"/>
                  <a:pt x="196" y="744"/>
                </a:cubicBezTo>
                <a:cubicBezTo>
                  <a:pt x="196" y="747"/>
                  <a:pt x="197" y="749"/>
                  <a:pt x="198" y="750"/>
                </a:cubicBezTo>
                <a:cubicBezTo>
                  <a:pt x="199" y="751"/>
                  <a:pt x="199" y="754"/>
                  <a:pt x="199" y="755"/>
                </a:cubicBezTo>
                <a:cubicBezTo>
                  <a:pt x="198" y="756"/>
                  <a:pt x="196" y="758"/>
                  <a:pt x="195" y="759"/>
                </a:cubicBezTo>
                <a:cubicBezTo>
                  <a:pt x="195" y="760"/>
                  <a:pt x="196" y="765"/>
                  <a:pt x="197" y="766"/>
                </a:cubicBezTo>
                <a:cubicBezTo>
                  <a:pt x="197" y="768"/>
                  <a:pt x="204" y="773"/>
                  <a:pt x="206" y="775"/>
                </a:cubicBezTo>
                <a:cubicBezTo>
                  <a:pt x="208" y="777"/>
                  <a:pt x="207" y="779"/>
                  <a:pt x="207" y="779"/>
                </a:cubicBezTo>
                <a:cubicBezTo>
                  <a:pt x="207" y="779"/>
                  <a:pt x="202" y="778"/>
                  <a:pt x="200" y="779"/>
                </a:cubicBezTo>
                <a:cubicBezTo>
                  <a:pt x="199" y="780"/>
                  <a:pt x="202" y="783"/>
                  <a:pt x="204" y="786"/>
                </a:cubicBezTo>
                <a:cubicBezTo>
                  <a:pt x="206" y="789"/>
                  <a:pt x="205" y="796"/>
                  <a:pt x="205" y="803"/>
                </a:cubicBezTo>
                <a:cubicBezTo>
                  <a:pt x="205" y="810"/>
                  <a:pt x="211" y="813"/>
                  <a:pt x="214" y="817"/>
                </a:cubicBezTo>
                <a:cubicBezTo>
                  <a:pt x="217" y="821"/>
                  <a:pt x="220" y="830"/>
                  <a:pt x="220" y="834"/>
                </a:cubicBezTo>
                <a:cubicBezTo>
                  <a:pt x="221" y="838"/>
                  <a:pt x="222" y="857"/>
                  <a:pt x="225" y="862"/>
                </a:cubicBezTo>
                <a:cubicBezTo>
                  <a:pt x="227" y="868"/>
                  <a:pt x="237" y="879"/>
                  <a:pt x="239" y="885"/>
                </a:cubicBezTo>
                <a:cubicBezTo>
                  <a:pt x="241" y="890"/>
                  <a:pt x="244" y="897"/>
                  <a:pt x="246" y="901"/>
                </a:cubicBezTo>
                <a:cubicBezTo>
                  <a:pt x="248" y="906"/>
                  <a:pt x="255" y="915"/>
                  <a:pt x="257" y="918"/>
                </a:cubicBezTo>
                <a:cubicBezTo>
                  <a:pt x="260" y="922"/>
                  <a:pt x="268" y="930"/>
                  <a:pt x="269" y="935"/>
                </a:cubicBezTo>
                <a:cubicBezTo>
                  <a:pt x="270" y="940"/>
                  <a:pt x="270" y="944"/>
                  <a:pt x="271" y="946"/>
                </a:cubicBezTo>
                <a:cubicBezTo>
                  <a:pt x="272" y="948"/>
                  <a:pt x="275" y="955"/>
                  <a:pt x="276" y="957"/>
                </a:cubicBezTo>
                <a:cubicBezTo>
                  <a:pt x="276" y="960"/>
                  <a:pt x="278" y="969"/>
                  <a:pt x="280" y="973"/>
                </a:cubicBezTo>
                <a:cubicBezTo>
                  <a:pt x="281" y="976"/>
                  <a:pt x="286" y="984"/>
                  <a:pt x="287" y="988"/>
                </a:cubicBezTo>
                <a:cubicBezTo>
                  <a:pt x="288" y="991"/>
                  <a:pt x="289" y="1003"/>
                  <a:pt x="290" y="1010"/>
                </a:cubicBezTo>
                <a:cubicBezTo>
                  <a:pt x="291" y="1016"/>
                  <a:pt x="301" y="1028"/>
                  <a:pt x="305" y="1031"/>
                </a:cubicBezTo>
                <a:cubicBezTo>
                  <a:pt x="308" y="1035"/>
                  <a:pt x="321" y="1046"/>
                  <a:pt x="325" y="1052"/>
                </a:cubicBezTo>
                <a:cubicBezTo>
                  <a:pt x="330" y="1057"/>
                  <a:pt x="333" y="1063"/>
                  <a:pt x="334" y="1069"/>
                </a:cubicBezTo>
                <a:cubicBezTo>
                  <a:pt x="335" y="1075"/>
                  <a:pt x="340" y="1081"/>
                  <a:pt x="341" y="1085"/>
                </a:cubicBezTo>
                <a:cubicBezTo>
                  <a:pt x="343" y="1089"/>
                  <a:pt x="347" y="1098"/>
                  <a:pt x="349" y="1104"/>
                </a:cubicBezTo>
                <a:cubicBezTo>
                  <a:pt x="352" y="1110"/>
                  <a:pt x="357" y="1132"/>
                  <a:pt x="357" y="1137"/>
                </a:cubicBezTo>
                <a:cubicBezTo>
                  <a:pt x="357" y="1142"/>
                  <a:pt x="359" y="1146"/>
                  <a:pt x="361" y="1152"/>
                </a:cubicBezTo>
                <a:cubicBezTo>
                  <a:pt x="363" y="1159"/>
                  <a:pt x="374" y="1175"/>
                  <a:pt x="381" y="1181"/>
                </a:cubicBezTo>
                <a:cubicBezTo>
                  <a:pt x="388" y="1188"/>
                  <a:pt x="391" y="1188"/>
                  <a:pt x="399" y="1190"/>
                </a:cubicBezTo>
                <a:cubicBezTo>
                  <a:pt x="407" y="1193"/>
                  <a:pt x="407" y="1191"/>
                  <a:pt x="413" y="1189"/>
                </a:cubicBezTo>
                <a:cubicBezTo>
                  <a:pt x="418" y="1186"/>
                  <a:pt x="419" y="1185"/>
                  <a:pt x="421" y="1182"/>
                </a:cubicBezTo>
                <a:cubicBezTo>
                  <a:pt x="423" y="1179"/>
                  <a:pt x="424" y="1172"/>
                  <a:pt x="424" y="1168"/>
                </a:cubicBezTo>
                <a:cubicBezTo>
                  <a:pt x="424" y="1163"/>
                  <a:pt x="426" y="1157"/>
                  <a:pt x="430" y="1155"/>
                </a:cubicBezTo>
                <a:cubicBezTo>
                  <a:pt x="434" y="1152"/>
                  <a:pt x="436" y="1152"/>
                  <a:pt x="441" y="1150"/>
                </a:cubicBezTo>
                <a:cubicBezTo>
                  <a:pt x="445" y="1149"/>
                  <a:pt x="447" y="1149"/>
                  <a:pt x="453" y="1147"/>
                </a:cubicBezTo>
                <a:cubicBezTo>
                  <a:pt x="459" y="1146"/>
                  <a:pt x="459" y="1147"/>
                  <a:pt x="463" y="1147"/>
                </a:cubicBezTo>
                <a:cubicBezTo>
                  <a:pt x="468" y="1148"/>
                  <a:pt x="471" y="1149"/>
                  <a:pt x="471" y="1148"/>
                </a:cubicBezTo>
                <a:cubicBezTo>
                  <a:pt x="471" y="1147"/>
                  <a:pt x="468" y="1145"/>
                  <a:pt x="466" y="1145"/>
                </a:cubicBezTo>
                <a:cubicBezTo>
                  <a:pt x="463" y="1144"/>
                  <a:pt x="461" y="1142"/>
                  <a:pt x="457" y="1140"/>
                </a:cubicBezTo>
                <a:cubicBezTo>
                  <a:pt x="452" y="1137"/>
                  <a:pt x="454" y="1136"/>
                  <a:pt x="455" y="1134"/>
                </a:cubicBezTo>
                <a:cubicBezTo>
                  <a:pt x="455" y="1132"/>
                  <a:pt x="456" y="1131"/>
                  <a:pt x="459" y="1128"/>
                </a:cubicBezTo>
                <a:cubicBezTo>
                  <a:pt x="461" y="1124"/>
                  <a:pt x="463" y="1123"/>
                  <a:pt x="465" y="1120"/>
                </a:cubicBezTo>
                <a:cubicBezTo>
                  <a:pt x="466" y="1118"/>
                  <a:pt x="467" y="1116"/>
                  <a:pt x="468" y="1114"/>
                </a:cubicBezTo>
                <a:cubicBezTo>
                  <a:pt x="469" y="1112"/>
                  <a:pt x="469" y="1109"/>
                  <a:pt x="470" y="1107"/>
                </a:cubicBezTo>
                <a:cubicBezTo>
                  <a:pt x="470" y="1106"/>
                  <a:pt x="472" y="1104"/>
                  <a:pt x="472" y="1104"/>
                </a:cubicBezTo>
                <a:cubicBezTo>
                  <a:pt x="473" y="1103"/>
                  <a:pt x="481" y="1105"/>
                  <a:pt x="483" y="1105"/>
                </a:cubicBezTo>
                <a:cubicBezTo>
                  <a:pt x="485" y="1105"/>
                  <a:pt x="490" y="1103"/>
                  <a:pt x="491" y="1103"/>
                </a:cubicBezTo>
                <a:cubicBezTo>
                  <a:pt x="491" y="1102"/>
                  <a:pt x="491" y="1098"/>
                  <a:pt x="492" y="1097"/>
                </a:cubicBezTo>
                <a:cubicBezTo>
                  <a:pt x="492" y="1096"/>
                  <a:pt x="491" y="1070"/>
                  <a:pt x="491" y="1067"/>
                </a:cubicBezTo>
                <a:cubicBezTo>
                  <a:pt x="491" y="1065"/>
                  <a:pt x="489" y="1062"/>
                  <a:pt x="487" y="1058"/>
                </a:cubicBezTo>
                <a:cubicBezTo>
                  <a:pt x="485" y="1055"/>
                  <a:pt x="485" y="1055"/>
                  <a:pt x="485" y="1050"/>
                </a:cubicBezTo>
                <a:cubicBezTo>
                  <a:pt x="484" y="1046"/>
                  <a:pt x="485" y="1043"/>
                  <a:pt x="486" y="1041"/>
                </a:cubicBezTo>
                <a:cubicBezTo>
                  <a:pt x="486" y="1038"/>
                  <a:pt x="488" y="1035"/>
                  <a:pt x="490" y="1032"/>
                </a:cubicBezTo>
                <a:cubicBezTo>
                  <a:pt x="492" y="1028"/>
                  <a:pt x="496" y="1023"/>
                  <a:pt x="497" y="1020"/>
                </a:cubicBezTo>
                <a:cubicBezTo>
                  <a:pt x="499" y="1017"/>
                  <a:pt x="500" y="1010"/>
                  <a:pt x="501" y="1007"/>
                </a:cubicBezTo>
                <a:cubicBezTo>
                  <a:pt x="502" y="1005"/>
                  <a:pt x="502" y="1000"/>
                  <a:pt x="502" y="1000"/>
                </a:cubicBezTo>
                <a:cubicBezTo>
                  <a:pt x="502" y="1000"/>
                  <a:pt x="503" y="981"/>
                  <a:pt x="502" y="979"/>
                </a:cubicBezTo>
                <a:cubicBezTo>
                  <a:pt x="502" y="976"/>
                  <a:pt x="499" y="977"/>
                  <a:pt x="497" y="976"/>
                </a:cubicBezTo>
                <a:cubicBezTo>
                  <a:pt x="495" y="975"/>
                  <a:pt x="491" y="974"/>
                  <a:pt x="491" y="974"/>
                </a:cubicBezTo>
                <a:cubicBezTo>
                  <a:pt x="491" y="974"/>
                  <a:pt x="491" y="939"/>
                  <a:pt x="491" y="938"/>
                </a:cubicBezTo>
                <a:cubicBezTo>
                  <a:pt x="491" y="936"/>
                  <a:pt x="494" y="933"/>
                  <a:pt x="495" y="930"/>
                </a:cubicBezTo>
                <a:cubicBezTo>
                  <a:pt x="497" y="928"/>
                  <a:pt x="497" y="924"/>
                  <a:pt x="497" y="922"/>
                </a:cubicBezTo>
                <a:cubicBezTo>
                  <a:pt x="497" y="921"/>
                  <a:pt x="496" y="919"/>
                  <a:pt x="495" y="916"/>
                </a:cubicBezTo>
                <a:cubicBezTo>
                  <a:pt x="495" y="914"/>
                  <a:pt x="493" y="913"/>
                  <a:pt x="492" y="911"/>
                </a:cubicBezTo>
                <a:cubicBezTo>
                  <a:pt x="492" y="909"/>
                  <a:pt x="492" y="904"/>
                  <a:pt x="492" y="900"/>
                </a:cubicBezTo>
                <a:cubicBezTo>
                  <a:pt x="492" y="896"/>
                  <a:pt x="492" y="893"/>
                  <a:pt x="493" y="890"/>
                </a:cubicBezTo>
                <a:cubicBezTo>
                  <a:pt x="494" y="887"/>
                  <a:pt x="499" y="882"/>
                  <a:pt x="501" y="880"/>
                </a:cubicBezTo>
                <a:cubicBezTo>
                  <a:pt x="503" y="878"/>
                  <a:pt x="506" y="875"/>
                  <a:pt x="508" y="874"/>
                </a:cubicBezTo>
                <a:cubicBezTo>
                  <a:pt x="510" y="872"/>
                  <a:pt x="510" y="873"/>
                  <a:pt x="512" y="874"/>
                </a:cubicBezTo>
                <a:cubicBezTo>
                  <a:pt x="514" y="875"/>
                  <a:pt x="516" y="880"/>
                  <a:pt x="518" y="881"/>
                </a:cubicBezTo>
                <a:cubicBezTo>
                  <a:pt x="521" y="881"/>
                  <a:pt x="524" y="877"/>
                  <a:pt x="525" y="876"/>
                </a:cubicBezTo>
                <a:cubicBezTo>
                  <a:pt x="525" y="875"/>
                  <a:pt x="525" y="874"/>
                  <a:pt x="526" y="872"/>
                </a:cubicBezTo>
                <a:cubicBezTo>
                  <a:pt x="527" y="871"/>
                  <a:pt x="529" y="872"/>
                  <a:pt x="530" y="870"/>
                </a:cubicBezTo>
                <a:cubicBezTo>
                  <a:pt x="531" y="869"/>
                  <a:pt x="531" y="861"/>
                  <a:pt x="531" y="857"/>
                </a:cubicBezTo>
                <a:cubicBezTo>
                  <a:pt x="532" y="854"/>
                  <a:pt x="534" y="853"/>
                  <a:pt x="536" y="852"/>
                </a:cubicBezTo>
                <a:cubicBezTo>
                  <a:pt x="539" y="851"/>
                  <a:pt x="543" y="851"/>
                  <a:pt x="549" y="851"/>
                </a:cubicBezTo>
                <a:cubicBezTo>
                  <a:pt x="556" y="851"/>
                  <a:pt x="558" y="852"/>
                  <a:pt x="560" y="851"/>
                </a:cubicBezTo>
                <a:cubicBezTo>
                  <a:pt x="563" y="851"/>
                  <a:pt x="566" y="847"/>
                  <a:pt x="569" y="845"/>
                </a:cubicBezTo>
                <a:cubicBezTo>
                  <a:pt x="571" y="842"/>
                  <a:pt x="571" y="840"/>
                  <a:pt x="572" y="837"/>
                </a:cubicBezTo>
                <a:cubicBezTo>
                  <a:pt x="572" y="835"/>
                  <a:pt x="572" y="828"/>
                  <a:pt x="572" y="825"/>
                </a:cubicBezTo>
                <a:cubicBezTo>
                  <a:pt x="572" y="823"/>
                  <a:pt x="573" y="821"/>
                  <a:pt x="574" y="819"/>
                </a:cubicBezTo>
                <a:cubicBezTo>
                  <a:pt x="576" y="817"/>
                  <a:pt x="582" y="813"/>
                  <a:pt x="585" y="812"/>
                </a:cubicBezTo>
                <a:cubicBezTo>
                  <a:pt x="588" y="811"/>
                  <a:pt x="596" y="809"/>
                  <a:pt x="599" y="808"/>
                </a:cubicBezTo>
                <a:cubicBezTo>
                  <a:pt x="602" y="806"/>
                  <a:pt x="603" y="802"/>
                  <a:pt x="606" y="796"/>
                </a:cubicBezTo>
                <a:cubicBezTo>
                  <a:pt x="609" y="790"/>
                  <a:pt x="609" y="790"/>
                  <a:pt x="612" y="787"/>
                </a:cubicBezTo>
                <a:cubicBezTo>
                  <a:pt x="615" y="784"/>
                  <a:pt x="623" y="778"/>
                  <a:pt x="627" y="776"/>
                </a:cubicBezTo>
                <a:cubicBezTo>
                  <a:pt x="630" y="774"/>
                  <a:pt x="637" y="769"/>
                  <a:pt x="641" y="766"/>
                </a:cubicBezTo>
                <a:cubicBezTo>
                  <a:pt x="645" y="762"/>
                  <a:pt x="648" y="757"/>
                  <a:pt x="649" y="755"/>
                </a:cubicBezTo>
                <a:cubicBezTo>
                  <a:pt x="649" y="753"/>
                  <a:pt x="651" y="748"/>
                  <a:pt x="652" y="744"/>
                </a:cubicBezTo>
                <a:cubicBezTo>
                  <a:pt x="654" y="740"/>
                  <a:pt x="656" y="739"/>
                  <a:pt x="659" y="737"/>
                </a:cubicBezTo>
                <a:cubicBezTo>
                  <a:pt x="662" y="734"/>
                  <a:pt x="674" y="727"/>
                  <a:pt x="675" y="724"/>
                </a:cubicBezTo>
                <a:cubicBezTo>
                  <a:pt x="677" y="722"/>
                  <a:pt x="676" y="720"/>
                  <a:pt x="675" y="720"/>
                </a:cubicBezTo>
                <a:cubicBezTo>
                  <a:pt x="675" y="719"/>
                  <a:pt x="670" y="718"/>
                  <a:pt x="669" y="717"/>
                </a:cubicBezTo>
                <a:cubicBezTo>
                  <a:pt x="668" y="715"/>
                  <a:pt x="669" y="713"/>
                  <a:pt x="670" y="711"/>
                </a:cubicBezTo>
                <a:cubicBezTo>
                  <a:pt x="670" y="709"/>
                  <a:pt x="674" y="707"/>
                  <a:pt x="677" y="706"/>
                </a:cubicBezTo>
                <a:cubicBezTo>
                  <a:pt x="679" y="705"/>
                  <a:pt x="684" y="709"/>
                  <a:pt x="685" y="710"/>
                </a:cubicBezTo>
                <a:cubicBezTo>
                  <a:pt x="686" y="711"/>
                  <a:pt x="687" y="714"/>
                  <a:pt x="689" y="714"/>
                </a:cubicBezTo>
                <a:cubicBezTo>
                  <a:pt x="691" y="714"/>
                  <a:pt x="696" y="712"/>
                  <a:pt x="698" y="710"/>
                </a:cubicBezTo>
                <a:cubicBezTo>
                  <a:pt x="701" y="708"/>
                  <a:pt x="703" y="707"/>
                  <a:pt x="706" y="705"/>
                </a:cubicBezTo>
                <a:cubicBezTo>
                  <a:pt x="709" y="704"/>
                  <a:pt x="710" y="701"/>
                  <a:pt x="711" y="700"/>
                </a:cubicBezTo>
                <a:cubicBezTo>
                  <a:pt x="711" y="698"/>
                  <a:pt x="716" y="695"/>
                  <a:pt x="719" y="693"/>
                </a:cubicBezTo>
                <a:cubicBezTo>
                  <a:pt x="722" y="691"/>
                  <a:pt x="724" y="688"/>
                  <a:pt x="725" y="685"/>
                </a:cubicBezTo>
                <a:cubicBezTo>
                  <a:pt x="726" y="683"/>
                  <a:pt x="727" y="681"/>
                  <a:pt x="728" y="678"/>
                </a:cubicBezTo>
                <a:cubicBezTo>
                  <a:pt x="730" y="674"/>
                  <a:pt x="733" y="672"/>
                  <a:pt x="734" y="669"/>
                </a:cubicBezTo>
                <a:cubicBezTo>
                  <a:pt x="736" y="667"/>
                  <a:pt x="736" y="667"/>
                  <a:pt x="735" y="666"/>
                </a:cubicBezTo>
                <a:cubicBezTo>
                  <a:pt x="735" y="665"/>
                  <a:pt x="734" y="663"/>
                  <a:pt x="731" y="660"/>
                </a:cubicBezTo>
                <a:cubicBezTo>
                  <a:pt x="728" y="656"/>
                  <a:pt x="730" y="654"/>
                  <a:pt x="730" y="649"/>
                </a:cubicBezTo>
                <a:cubicBezTo>
                  <a:pt x="729" y="644"/>
                  <a:pt x="732" y="642"/>
                  <a:pt x="736" y="638"/>
                </a:cubicBezTo>
                <a:cubicBezTo>
                  <a:pt x="739" y="634"/>
                  <a:pt x="742" y="633"/>
                  <a:pt x="749" y="631"/>
                </a:cubicBezTo>
                <a:cubicBezTo>
                  <a:pt x="755" y="629"/>
                  <a:pt x="759" y="628"/>
                  <a:pt x="764" y="625"/>
                </a:cubicBezTo>
                <a:cubicBezTo>
                  <a:pt x="768" y="622"/>
                  <a:pt x="768" y="620"/>
                  <a:pt x="768" y="617"/>
                </a:cubicBezTo>
                <a:cubicBezTo>
                  <a:pt x="769" y="614"/>
                  <a:pt x="770" y="614"/>
                  <a:pt x="771" y="611"/>
                </a:cubicBezTo>
                <a:cubicBezTo>
                  <a:pt x="772" y="609"/>
                  <a:pt x="771" y="608"/>
                  <a:pt x="771" y="606"/>
                </a:cubicBezTo>
                <a:cubicBezTo>
                  <a:pt x="771" y="605"/>
                  <a:pt x="768" y="603"/>
                  <a:pt x="765" y="602"/>
                </a:cubicBezTo>
                <a:cubicBezTo>
                  <a:pt x="762" y="600"/>
                  <a:pt x="764" y="598"/>
                  <a:pt x="765" y="598"/>
                </a:cubicBezTo>
                <a:cubicBezTo>
                  <a:pt x="765" y="597"/>
                  <a:pt x="769" y="598"/>
                  <a:pt x="770" y="598"/>
                </a:cubicBezTo>
                <a:cubicBezTo>
                  <a:pt x="771" y="599"/>
                  <a:pt x="776" y="602"/>
                  <a:pt x="776" y="603"/>
                </a:cubicBezTo>
                <a:cubicBezTo>
                  <a:pt x="777" y="604"/>
                  <a:pt x="779" y="608"/>
                  <a:pt x="779" y="611"/>
                </a:cubicBezTo>
                <a:cubicBezTo>
                  <a:pt x="778" y="613"/>
                  <a:pt x="778" y="616"/>
                  <a:pt x="779" y="617"/>
                </a:cubicBezTo>
                <a:cubicBezTo>
                  <a:pt x="779" y="619"/>
                  <a:pt x="781" y="621"/>
                  <a:pt x="782" y="621"/>
                </a:cubicBezTo>
                <a:cubicBezTo>
                  <a:pt x="782" y="622"/>
                  <a:pt x="788" y="623"/>
                  <a:pt x="791" y="622"/>
                </a:cubicBezTo>
                <a:cubicBezTo>
                  <a:pt x="794" y="622"/>
                  <a:pt x="797" y="615"/>
                  <a:pt x="797" y="615"/>
                </a:cubicBezTo>
                <a:cubicBezTo>
                  <a:pt x="797" y="615"/>
                  <a:pt x="799" y="622"/>
                  <a:pt x="799" y="624"/>
                </a:cubicBezTo>
                <a:cubicBezTo>
                  <a:pt x="800" y="626"/>
                  <a:pt x="803" y="627"/>
                  <a:pt x="804" y="627"/>
                </a:cubicBezTo>
                <a:cubicBezTo>
                  <a:pt x="806" y="627"/>
                  <a:pt x="808" y="628"/>
                  <a:pt x="809" y="629"/>
                </a:cubicBezTo>
                <a:cubicBezTo>
                  <a:pt x="809" y="629"/>
                  <a:pt x="813" y="630"/>
                  <a:pt x="814" y="628"/>
                </a:cubicBezTo>
                <a:cubicBezTo>
                  <a:pt x="815" y="626"/>
                  <a:pt x="814" y="624"/>
                  <a:pt x="813" y="622"/>
                </a:cubicBezTo>
                <a:cubicBezTo>
                  <a:pt x="813" y="619"/>
                  <a:pt x="812" y="618"/>
                  <a:pt x="812" y="617"/>
                </a:cubicBezTo>
                <a:cubicBezTo>
                  <a:pt x="811" y="616"/>
                  <a:pt x="812" y="613"/>
                  <a:pt x="813" y="613"/>
                </a:cubicBezTo>
                <a:cubicBezTo>
                  <a:pt x="813" y="613"/>
                  <a:pt x="810" y="603"/>
                  <a:pt x="810" y="599"/>
                </a:cubicBezTo>
                <a:cubicBezTo>
                  <a:pt x="810" y="595"/>
                  <a:pt x="811" y="592"/>
                  <a:pt x="811" y="588"/>
                </a:cubicBezTo>
                <a:cubicBezTo>
                  <a:pt x="811" y="583"/>
                  <a:pt x="805" y="575"/>
                  <a:pt x="802" y="572"/>
                </a:cubicBezTo>
                <a:cubicBezTo>
                  <a:pt x="799" y="569"/>
                  <a:pt x="800" y="567"/>
                  <a:pt x="797" y="559"/>
                </a:cubicBezTo>
                <a:cubicBezTo>
                  <a:pt x="794" y="551"/>
                  <a:pt x="797" y="554"/>
                  <a:pt x="798" y="552"/>
                </a:cubicBezTo>
                <a:cubicBezTo>
                  <a:pt x="798" y="549"/>
                  <a:pt x="798" y="546"/>
                  <a:pt x="797" y="543"/>
                </a:cubicBezTo>
                <a:cubicBezTo>
                  <a:pt x="796" y="540"/>
                  <a:pt x="793" y="534"/>
                  <a:pt x="793" y="531"/>
                </a:cubicBezTo>
                <a:cubicBezTo>
                  <a:pt x="793" y="528"/>
                  <a:pt x="792" y="524"/>
                  <a:pt x="790" y="522"/>
                </a:cubicBezTo>
                <a:cubicBezTo>
                  <a:pt x="789" y="519"/>
                  <a:pt x="787" y="517"/>
                  <a:pt x="782" y="514"/>
                </a:cubicBezTo>
                <a:cubicBezTo>
                  <a:pt x="777" y="511"/>
                  <a:pt x="773" y="510"/>
                  <a:pt x="770" y="508"/>
                </a:cubicBezTo>
                <a:cubicBezTo>
                  <a:pt x="768" y="505"/>
                  <a:pt x="765" y="491"/>
                  <a:pt x="765" y="488"/>
                </a:cubicBezTo>
                <a:cubicBezTo>
                  <a:pt x="765" y="485"/>
                  <a:pt x="769" y="485"/>
                  <a:pt x="770" y="484"/>
                </a:cubicBezTo>
                <a:cubicBezTo>
                  <a:pt x="772" y="483"/>
                  <a:pt x="774" y="481"/>
                  <a:pt x="775" y="480"/>
                </a:cubicBezTo>
                <a:cubicBezTo>
                  <a:pt x="775" y="478"/>
                  <a:pt x="777" y="473"/>
                  <a:pt x="778" y="471"/>
                </a:cubicBezTo>
                <a:cubicBezTo>
                  <a:pt x="779" y="470"/>
                  <a:pt x="786" y="470"/>
                  <a:pt x="789" y="469"/>
                </a:cubicBezTo>
                <a:cubicBezTo>
                  <a:pt x="791" y="469"/>
                  <a:pt x="791" y="466"/>
                  <a:pt x="792" y="463"/>
                </a:cubicBezTo>
                <a:cubicBezTo>
                  <a:pt x="792" y="461"/>
                  <a:pt x="791" y="457"/>
                  <a:pt x="791" y="455"/>
                </a:cubicBezTo>
                <a:cubicBezTo>
                  <a:pt x="790" y="453"/>
                  <a:pt x="788" y="452"/>
                  <a:pt x="785" y="452"/>
                </a:cubicBezTo>
                <a:cubicBezTo>
                  <a:pt x="783" y="451"/>
                  <a:pt x="779" y="452"/>
                  <a:pt x="774" y="453"/>
                </a:cubicBezTo>
                <a:cubicBezTo>
                  <a:pt x="770" y="453"/>
                  <a:pt x="767" y="451"/>
                  <a:pt x="762" y="449"/>
                </a:cubicBezTo>
                <a:cubicBezTo>
                  <a:pt x="757" y="448"/>
                  <a:pt x="757" y="446"/>
                  <a:pt x="756" y="444"/>
                </a:cubicBezTo>
                <a:cubicBezTo>
                  <a:pt x="756" y="442"/>
                  <a:pt x="758" y="439"/>
                  <a:pt x="759" y="436"/>
                </a:cubicBezTo>
                <a:cubicBezTo>
                  <a:pt x="761" y="433"/>
                  <a:pt x="762" y="433"/>
                  <a:pt x="765" y="429"/>
                </a:cubicBezTo>
                <a:cubicBezTo>
                  <a:pt x="767" y="425"/>
                  <a:pt x="765" y="425"/>
                  <a:pt x="764" y="421"/>
                </a:cubicBezTo>
                <a:cubicBezTo>
                  <a:pt x="763" y="416"/>
                  <a:pt x="764" y="418"/>
                  <a:pt x="764" y="412"/>
                </a:cubicBezTo>
                <a:cubicBezTo>
                  <a:pt x="764" y="406"/>
                  <a:pt x="770" y="407"/>
                  <a:pt x="772" y="408"/>
                </a:cubicBezTo>
                <a:cubicBezTo>
                  <a:pt x="774" y="408"/>
                  <a:pt x="777" y="416"/>
                  <a:pt x="778" y="419"/>
                </a:cubicBezTo>
                <a:cubicBezTo>
                  <a:pt x="778" y="421"/>
                  <a:pt x="781" y="425"/>
                  <a:pt x="782" y="427"/>
                </a:cubicBezTo>
                <a:cubicBezTo>
                  <a:pt x="783" y="429"/>
                  <a:pt x="791" y="428"/>
                  <a:pt x="793" y="428"/>
                </a:cubicBezTo>
                <a:cubicBezTo>
                  <a:pt x="795" y="427"/>
                  <a:pt x="792" y="423"/>
                  <a:pt x="791" y="420"/>
                </a:cubicBezTo>
                <a:cubicBezTo>
                  <a:pt x="791" y="418"/>
                  <a:pt x="793" y="418"/>
                  <a:pt x="795" y="418"/>
                </a:cubicBezTo>
                <a:cubicBezTo>
                  <a:pt x="797" y="419"/>
                  <a:pt x="800" y="423"/>
                  <a:pt x="802" y="426"/>
                </a:cubicBezTo>
                <a:cubicBezTo>
                  <a:pt x="804" y="429"/>
                  <a:pt x="808" y="427"/>
                  <a:pt x="813" y="428"/>
                </a:cubicBezTo>
                <a:cubicBezTo>
                  <a:pt x="819" y="428"/>
                  <a:pt x="821" y="432"/>
                  <a:pt x="823" y="439"/>
                </a:cubicBezTo>
                <a:cubicBezTo>
                  <a:pt x="824" y="445"/>
                  <a:pt x="825" y="451"/>
                  <a:pt x="826" y="457"/>
                </a:cubicBezTo>
                <a:cubicBezTo>
                  <a:pt x="827" y="464"/>
                  <a:pt x="832" y="463"/>
                  <a:pt x="839" y="465"/>
                </a:cubicBezTo>
                <a:cubicBezTo>
                  <a:pt x="847" y="467"/>
                  <a:pt x="847" y="467"/>
                  <a:pt x="852" y="468"/>
                </a:cubicBezTo>
                <a:cubicBezTo>
                  <a:pt x="858" y="470"/>
                  <a:pt x="862" y="469"/>
                  <a:pt x="869" y="469"/>
                </a:cubicBezTo>
                <a:cubicBezTo>
                  <a:pt x="875" y="470"/>
                  <a:pt x="894" y="469"/>
                  <a:pt x="899" y="469"/>
                </a:cubicBezTo>
                <a:cubicBezTo>
                  <a:pt x="904" y="469"/>
                  <a:pt x="915" y="470"/>
                  <a:pt x="920" y="474"/>
                </a:cubicBezTo>
                <a:cubicBezTo>
                  <a:pt x="924" y="478"/>
                  <a:pt x="923" y="480"/>
                  <a:pt x="922" y="483"/>
                </a:cubicBezTo>
                <a:cubicBezTo>
                  <a:pt x="922" y="486"/>
                  <a:pt x="920" y="495"/>
                  <a:pt x="919" y="498"/>
                </a:cubicBezTo>
                <a:cubicBezTo>
                  <a:pt x="918" y="502"/>
                  <a:pt x="915" y="507"/>
                  <a:pt x="913" y="509"/>
                </a:cubicBezTo>
                <a:cubicBezTo>
                  <a:pt x="911" y="512"/>
                  <a:pt x="913" y="515"/>
                  <a:pt x="912" y="517"/>
                </a:cubicBezTo>
                <a:cubicBezTo>
                  <a:pt x="911" y="520"/>
                  <a:pt x="906" y="519"/>
                  <a:pt x="901" y="518"/>
                </a:cubicBezTo>
                <a:cubicBezTo>
                  <a:pt x="896" y="518"/>
                  <a:pt x="897" y="520"/>
                  <a:pt x="894" y="522"/>
                </a:cubicBezTo>
                <a:cubicBezTo>
                  <a:pt x="891" y="523"/>
                  <a:pt x="890" y="529"/>
                  <a:pt x="890" y="533"/>
                </a:cubicBezTo>
                <a:cubicBezTo>
                  <a:pt x="889" y="538"/>
                  <a:pt x="892" y="543"/>
                  <a:pt x="894" y="547"/>
                </a:cubicBezTo>
                <a:cubicBezTo>
                  <a:pt x="896" y="550"/>
                  <a:pt x="902" y="557"/>
                  <a:pt x="906" y="562"/>
                </a:cubicBezTo>
                <a:cubicBezTo>
                  <a:pt x="910" y="568"/>
                  <a:pt x="912" y="563"/>
                  <a:pt x="914" y="562"/>
                </a:cubicBezTo>
                <a:cubicBezTo>
                  <a:pt x="915" y="561"/>
                  <a:pt x="916" y="554"/>
                  <a:pt x="917" y="550"/>
                </a:cubicBezTo>
                <a:cubicBezTo>
                  <a:pt x="918" y="546"/>
                  <a:pt x="919" y="542"/>
                  <a:pt x="921" y="540"/>
                </a:cubicBezTo>
                <a:cubicBezTo>
                  <a:pt x="922" y="537"/>
                  <a:pt x="928" y="542"/>
                  <a:pt x="930" y="543"/>
                </a:cubicBezTo>
                <a:cubicBezTo>
                  <a:pt x="932" y="544"/>
                  <a:pt x="935" y="548"/>
                  <a:pt x="936" y="551"/>
                </a:cubicBezTo>
                <a:cubicBezTo>
                  <a:pt x="938" y="555"/>
                  <a:pt x="940" y="564"/>
                  <a:pt x="941" y="567"/>
                </a:cubicBezTo>
                <a:cubicBezTo>
                  <a:pt x="941" y="570"/>
                  <a:pt x="942" y="579"/>
                  <a:pt x="943" y="584"/>
                </a:cubicBezTo>
                <a:cubicBezTo>
                  <a:pt x="944" y="589"/>
                  <a:pt x="946" y="603"/>
                  <a:pt x="949" y="610"/>
                </a:cubicBezTo>
                <a:cubicBezTo>
                  <a:pt x="950" y="615"/>
                  <a:pt x="954" y="622"/>
                  <a:pt x="957" y="628"/>
                </a:cubicBezTo>
                <a:cubicBezTo>
                  <a:pt x="957" y="628"/>
                  <a:pt x="957" y="627"/>
                  <a:pt x="957" y="626"/>
                </a:cubicBezTo>
                <a:cubicBezTo>
                  <a:pt x="957" y="622"/>
                  <a:pt x="957" y="618"/>
                  <a:pt x="957" y="615"/>
                </a:cubicBezTo>
                <a:cubicBezTo>
                  <a:pt x="957" y="612"/>
                  <a:pt x="958" y="611"/>
                  <a:pt x="963" y="606"/>
                </a:cubicBezTo>
                <a:cubicBezTo>
                  <a:pt x="968" y="601"/>
                  <a:pt x="971" y="593"/>
                  <a:pt x="970" y="588"/>
                </a:cubicBezTo>
                <a:cubicBezTo>
                  <a:pt x="969" y="583"/>
                  <a:pt x="970" y="572"/>
                  <a:pt x="970" y="570"/>
                </a:cubicBezTo>
                <a:cubicBezTo>
                  <a:pt x="970" y="568"/>
                  <a:pt x="972" y="567"/>
                  <a:pt x="974" y="565"/>
                </a:cubicBezTo>
                <a:cubicBezTo>
                  <a:pt x="976" y="563"/>
                  <a:pt x="977" y="557"/>
                  <a:pt x="977" y="554"/>
                </a:cubicBezTo>
                <a:cubicBezTo>
                  <a:pt x="977" y="550"/>
                  <a:pt x="979" y="544"/>
                  <a:pt x="977" y="540"/>
                </a:cubicBezTo>
                <a:cubicBezTo>
                  <a:pt x="976" y="535"/>
                  <a:pt x="973" y="527"/>
                  <a:pt x="974" y="526"/>
                </a:cubicBezTo>
                <a:cubicBezTo>
                  <a:pt x="976" y="525"/>
                  <a:pt x="979" y="526"/>
                  <a:pt x="982" y="526"/>
                </a:cubicBezTo>
                <a:cubicBezTo>
                  <a:pt x="985" y="526"/>
                  <a:pt x="1000" y="524"/>
                  <a:pt x="1002" y="518"/>
                </a:cubicBezTo>
                <a:cubicBezTo>
                  <a:pt x="1003" y="512"/>
                  <a:pt x="1008" y="502"/>
                  <a:pt x="1010" y="496"/>
                </a:cubicBezTo>
                <a:cubicBezTo>
                  <a:pt x="1012" y="490"/>
                  <a:pt x="1015" y="481"/>
                  <a:pt x="1014" y="478"/>
                </a:cubicBezTo>
                <a:cubicBezTo>
                  <a:pt x="1014" y="475"/>
                  <a:pt x="1009" y="472"/>
                  <a:pt x="1008" y="469"/>
                </a:cubicBezTo>
                <a:cubicBezTo>
                  <a:pt x="1007" y="465"/>
                  <a:pt x="1005" y="465"/>
                  <a:pt x="1007" y="462"/>
                </a:cubicBezTo>
                <a:cubicBezTo>
                  <a:pt x="1010" y="458"/>
                  <a:pt x="1015" y="452"/>
                  <a:pt x="1017" y="448"/>
                </a:cubicBezTo>
                <a:cubicBezTo>
                  <a:pt x="1019" y="444"/>
                  <a:pt x="1022" y="431"/>
                  <a:pt x="1021" y="428"/>
                </a:cubicBezTo>
                <a:cubicBezTo>
                  <a:pt x="1020" y="425"/>
                  <a:pt x="1016" y="426"/>
                  <a:pt x="1018" y="420"/>
                </a:cubicBezTo>
                <a:cubicBezTo>
                  <a:pt x="1020" y="415"/>
                  <a:pt x="1025" y="407"/>
                  <a:pt x="1027" y="404"/>
                </a:cubicBezTo>
                <a:cubicBezTo>
                  <a:pt x="1030" y="400"/>
                  <a:pt x="1031" y="399"/>
                  <a:pt x="1035" y="397"/>
                </a:cubicBezTo>
                <a:cubicBezTo>
                  <a:pt x="1038" y="395"/>
                  <a:pt x="1039" y="396"/>
                  <a:pt x="1043" y="393"/>
                </a:cubicBezTo>
                <a:cubicBezTo>
                  <a:pt x="1046" y="390"/>
                  <a:pt x="1048" y="387"/>
                  <a:pt x="1050" y="384"/>
                </a:cubicBezTo>
                <a:cubicBezTo>
                  <a:pt x="1052" y="380"/>
                  <a:pt x="1053" y="377"/>
                  <a:pt x="1055" y="374"/>
                </a:cubicBezTo>
                <a:cubicBezTo>
                  <a:pt x="1058" y="371"/>
                  <a:pt x="1064" y="371"/>
                  <a:pt x="1068" y="369"/>
                </a:cubicBezTo>
                <a:cubicBezTo>
                  <a:pt x="1071" y="367"/>
                  <a:pt x="1078" y="361"/>
                  <a:pt x="1079" y="361"/>
                </a:cubicBezTo>
                <a:cubicBezTo>
                  <a:pt x="1080" y="362"/>
                  <a:pt x="1080" y="364"/>
                  <a:pt x="1085" y="365"/>
                </a:cubicBezTo>
                <a:cubicBezTo>
                  <a:pt x="1091" y="367"/>
                  <a:pt x="1093" y="368"/>
                  <a:pt x="1093" y="366"/>
                </a:cubicBezTo>
                <a:cubicBezTo>
                  <a:pt x="1092" y="363"/>
                  <a:pt x="1091" y="359"/>
                  <a:pt x="1091" y="356"/>
                </a:cubicBezTo>
                <a:cubicBezTo>
                  <a:pt x="1091" y="353"/>
                  <a:pt x="1089" y="352"/>
                  <a:pt x="1093" y="350"/>
                </a:cubicBezTo>
                <a:cubicBezTo>
                  <a:pt x="1096" y="348"/>
                  <a:pt x="1099" y="347"/>
                  <a:pt x="1098" y="345"/>
                </a:cubicBezTo>
                <a:cubicBezTo>
                  <a:pt x="1098" y="344"/>
                  <a:pt x="1098" y="340"/>
                  <a:pt x="1097" y="337"/>
                </a:cubicBezTo>
                <a:close/>
                <a:moveTo>
                  <a:pt x="1043" y="1236"/>
                </a:moveTo>
                <a:cubicBezTo>
                  <a:pt x="1042" y="1236"/>
                  <a:pt x="1042" y="1235"/>
                  <a:pt x="1042" y="1235"/>
                </a:cubicBezTo>
                <a:cubicBezTo>
                  <a:pt x="1041" y="1234"/>
                  <a:pt x="1041" y="1234"/>
                  <a:pt x="1041" y="1233"/>
                </a:cubicBezTo>
                <a:cubicBezTo>
                  <a:pt x="1041" y="1232"/>
                  <a:pt x="1041" y="1232"/>
                  <a:pt x="1040" y="1231"/>
                </a:cubicBezTo>
                <a:cubicBezTo>
                  <a:pt x="1040" y="1231"/>
                  <a:pt x="1040" y="1230"/>
                  <a:pt x="1040" y="1229"/>
                </a:cubicBezTo>
                <a:cubicBezTo>
                  <a:pt x="1040" y="1228"/>
                  <a:pt x="1040" y="1229"/>
                  <a:pt x="1039" y="1229"/>
                </a:cubicBezTo>
                <a:cubicBezTo>
                  <a:pt x="1039" y="1228"/>
                  <a:pt x="1039" y="1227"/>
                  <a:pt x="1038" y="1228"/>
                </a:cubicBezTo>
                <a:cubicBezTo>
                  <a:pt x="1038" y="1228"/>
                  <a:pt x="1038" y="1229"/>
                  <a:pt x="1037" y="1229"/>
                </a:cubicBezTo>
                <a:cubicBezTo>
                  <a:pt x="1037" y="1229"/>
                  <a:pt x="1037" y="1229"/>
                  <a:pt x="1036" y="1229"/>
                </a:cubicBezTo>
                <a:cubicBezTo>
                  <a:pt x="1036" y="1229"/>
                  <a:pt x="1036" y="1229"/>
                  <a:pt x="1036" y="1229"/>
                </a:cubicBezTo>
                <a:cubicBezTo>
                  <a:pt x="1035" y="1229"/>
                  <a:pt x="1035" y="1229"/>
                  <a:pt x="1034" y="1229"/>
                </a:cubicBezTo>
                <a:cubicBezTo>
                  <a:pt x="1033" y="1229"/>
                  <a:pt x="1031" y="1231"/>
                  <a:pt x="1031" y="1232"/>
                </a:cubicBezTo>
                <a:cubicBezTo>
                  <a:pt x="1031" y="1232"/>
                  <a:pt x="1032" y="1233"/>
                  <a:pt x="1032" y="1233"/>
                </a:cubicBezTo>
                <a:cubicBezTo>
                  <a:pt x="1031" y="1234"/>
                  <a:pt x="1031" y="1235"/>
                  <a:pt x="1031" y="1235"/>
                </a:cubicBezTo>
                <a:cubicBezTo>
                  <a:pt x="1031" y="1236"/>
                  <a:pt x="1032" y="1237"/>
                  <a:pt x="1033" y="1237"/>
                </a:cubicBezTo>
                <a:cubicBezTo>
                  <a:pt x="1034" y="1238"/>
                  <a:pt x="1034" y="1238"/>
                  <a:pt x="1035" y="1239"/>
                </a:cubicBezTo>
                <a:cubicBezTo>
                  <a:pt x="1035" y="1239"/>
                  <a:pt x="1035" y="1239"/>
                  <a:pt x="1035" y="1240"/>
                </a:cubicBezTo>
                <a:cubicBezTo>
                  <a:pt x="1035" y="1240"/>
                  <a:pt x="1034" y="1241"/>
                  <a:pt x="1035" y="1241"/>
                </a:cubicBezTo>
                <a:cubicBezTo>
                  <a:pt x="1036" y="1241"/>
                  <a:pt x="1036" y="1241"/>
                  <a:pt x="1036" y="1242"/>
                </a:cubicBezTo>
                <a:cubicBezTo>
                  <a:pt x="1036" y="1242"/>
                  <a:pt x="1036" y="1244"/>
                  <a:pt x="1036" y="1244"/>
                </a:cubicBezTo>
                <a:cubicBezTo>
                  <a:pt x="1037" y="1245"/>
                  <a:pt x="1037" y="1245"/>
                  <a:pt x="1037" y="1246"/>
                </a:cubicBezTo>
                <a:cubicBezTo>
                  <a:pt x="1037" y="1246"/>
                  <a:pt x="1037" y="1246"/>
                  <a:pt x="1038" y="1247"/>
                </a:cubicBezTo>
                <a:cubicBezTo>
                  <a:pt x="1038" y="1247"/>
                  <a:pt x="1038" y="1247"/>
                  <a:pt x="1039" y="1247"/>
                </a:cubicBezTo>
                <a:cubicBezTo>
                  <a:pt x="1039" y="1247"/>
                  <a:pt x="1039" y="1246"/>
                  <a:pt x="1039" y="1246"/>
                </a:cubicBezTo>
                <a:cubicBezTo>
                  <a:pt x="1039" y="1246"/>
                  <a:pt x="1040" y="1245"/>
                  <a:pt x="1040" y="1245"/>
                </a:cubicBezTo>
                <a:cubicBezTo>
                  <a:pt x="1041" y="1246"/>
                  <a:pt x="1042" y="1244"/>
                  <a:pt x="1041" y="1243"/>
                </a:cubicBezTo>
                <a:cubicBezTo>
                  <a:pt x="1041" y="1243"/>
                  <a:pt x="1041" y="1242"/>
                  <a:pt x="1041" y="1241"/>
                </a:cubicBezTo>
                <a:cubicBezTo>
                  <a:pt x="1041" y="1241"/>
                  <a:pt x="1042" y="1241"/>
                  <a:pt x="1042" y="1241"/>
                </a:cubicBezTo>
                <a:cubicBezTo>
                  <a:pt x="1042" y="1241"/>
                  <a:pt x="1042" y="1240"/>
                  <a:pt x="1042" y="1240"/>
                </a:cubicBezTo>
                <a:cubicBezTo>
                  <a:pt x="1042" y="1239"/>
                  <a:pt x="1043" y="1240"/>
                  <a:pt x="1042" y="1239"/>
                </a:cubicBezTo>
                <a:cubicBezTo>
                  <a:pt x="1042" y="1238"/>
                  <a:pt x="1042" y="1238"/>
                  <a:pt x="1042" y="1237"/>
                </a:cubicBezTo>
                <a:cubicBezTo>
                  <a:pt x="1043" y="1238"/>
                  <a:pt x="1043" y="1237"/>
                  <a:pt x="1043" y="1236"/>
                </a:cubicBezTo>
                <a:close/>
                <a:moveTo>
                  <a:pt x="1006" y="1033"/>
                </a:moveTo>
                <a:cubicBezTo>
                  <a:pt x="1006" y="1033"/>
                  <a:pt x="1006" y="1034"/>
                  <a:pt x="1006" y="1033"/>
                </a:cubicBezTo>
                <a:cubicBezTo>
                  <a:pt x="1006" y="1033"/>
                  <a:pt x="1006" y="1032"/>
                  <a:pt x="1006" y="1031"/>
                </a:cubicBezTo>
                <a:cubicBezTo>
                  <a:pt x="1005" y="1030"/>
                  <a:pt x="1005" y="1030"/>
                  <a:pt x="1005" y="1029"/>
                </a:cubicBezTo>
                <a:cubicBezTo>
                  <a:pt x="1004" y="1029"/>
                  <a:pt x="1004" y="1029"/>
                  <a:pt x="1004" y="1028"/>
                </a:cubicBezTo>
                <a:cubicBezTo>
                  <a:pt x="1004" y="1028"/>
                  <a:pt x="1004" y="1028"/>
                  <a:pt x="1004" y="1028"/>
                </a:cubicBezTo>
                <a:cubicBezTo>
                  <a:pt x="1003" y="1027"/>
                  <a:pt x="1003" y="1027"/>
                  <a:pt x="1003" y="1027"/>
                </a:cubicBezTo>
                <a:cubicBezTo>
                  <a:pt x="1002" y="1028"/>
                  <a:pt x="1002" y="1028"/>
                  <a:pt x="1002" y="1029"/>
                </a:cubicBezTo>
                <a:cubicBezTo>
                  <a:pt x="1002" y="1029"/>
                  <a:pt x="1001" y="1029"/>
                  <a:pt x="1001" y="1029"/>
                </a:cubicBezTo>
                <a:cubicBezTo>
                  <a:pt x="1001" y="1029"/>
                  <a:pt x="1001" y="1029"/>
                  <a:pt x="1001" y="1029"/>
                </a:cubicBezTo>
                <a:cubicBezTo>
                  <a:pt x="1002" y="1030"/>
                  <a:pt x="1002" y="1029"/>
                  <a:pt x="1003" y="1030"/>
                </a:cubicBezTo>
                <a:cubicBezTo>
                  <a:pt x="1003" y="1030"/>
                  <a:pt x="1003" y="1031"/>
                  <a:pt x="1003" y="1031"/>
                </a:cubicBezTo>
                <a:cubicBezTo>
                  <a:pt x="1003" y="1031"/>
                  <a:pt x="1004" y="1031"/>
                  <a:pt x="1004" y="1031"/>
                </a:cubicBezTo>
                <a:cubicBezTo>
                  <a:pt x="1004" y="1031"/>
                  <a:pt x="1004" y="1031"/>
                  <a:pt x="1004" y="1032"/>
                </a:cubicBezTo>
                <a:cubicBezTo>
                  <a:pt x="1005" y="1032"/>
                  <a:pt x="1005" y="1032"/>
                  <a:pt x="1005" y="1033"/>
                </a:cubicBezTo>
                <a:cubicBezTo>
                  <a:pt x="1005" y="1033"/>
                  <a:pt x="1005" y="1033"/>
                  <a:pt x="1006" y="1033"/>
                </a:cubicBezTo>
                <a:close/>
                <a:moveTo>
                  <a:pt x="1014" y="1185"/>
                </a:moveTo>
                <a:cubicBezTo>
                  <a:pt x="1014" y="1185"/>
                  <a:pt x="1013" y="1187"/>
                  <a:pt x="1014" y="1186"/>
                </a:cubicBezTo>
                <a:cubicBezTo>
                  <a:pt x="1014" y="1186"/>
                  <a:pt x="1014" y="1185"/>
                  <a:pt x="1014" y="1185"/>
                </a:cubicBezTo>
                <a:close/>
                <a:moveTo>
                  <a:pt x="1003" y="987"/>
                </a:moveTo>
                <a:cubicBezTo>
                  <a:pt x="1003" y="987"/>
                  <a:pt x="1003" y="987"/>
                  <a:pt x="1003" y="987"/>
                </a:cubicBezTo>
                <a:cubicBezTo>
                  <a:pt x="1002" y="988"/>
                  <a:pt x="1001" y="989"/>
                  <a:pt x="1003" y="989"/>
                </a:cubicBezTo>
                <a:cubicBezTo>
                  <a:pt x="1003" y="989"/>
                  <a:pt x="1003" y="989"/>
                  <a:pt x="1004" y="989"/>
                </a:cubicBezTo>
                <a:cubicBezTo>
                  <a:pt x="1004" y="988"/>
                  <a:pt x="1004" y="988"/>
                  <a:pt x="1004" y="987"/>
                </a:cubicBezTo>
                <a:cubicBezTo>
                  <a:pt x="1004" y="987"/>
                  <a:pt x="1004" y="987"/>
                  <a:pt x="1003" y="987"/>
                </a:cubicBezTo>
                <a:close/>
                <a:moveTo>
                  <a:pt x="1006" y="1177"/>
                </a:moveTo>
                <a:cubicBezTo>
                  <a:pt x="1007" y="1177"/>
                  <a:pt x="1007" y="1176"/>
                  <a:pt x="1006" y="1176"/>
                </a:cubicBezTo>
                <a:cubicBezTo>
                  <a:pt x="1006" y="1176"/>
                  <a:pt x="1005" y="1178"/>
                  <a:pt x="1006" y="1177"/>
                </a:cubicBezTo>
                <a:close/>
                <a:moveTo>
                  <a:pt x="1008" y="1019"/>
                </a:moveTo>
                <a:cubicBezTo>
                  <a:pt x="1008" y="1019"/>
                  <a:pt x="1008" y="1019"/>
                  <a:pt x="1008" y="1019"/>
                </a:cubicBezTo>
                <a:cubicBezTo>
                  <a:pt x="1008" y="1018"/>
                  <a:pt x="1008" y="1018"/>
                  <a:pt x="1007" y="1018"/>
                </a:cubicBezTo>
                <a:cubicBezTo>
                  <a:pt x="1007" y="1018"/>
                  <a:pt x="1007" y="1019"/>
                  <a:pt x="1007" y="1019"/>
                </a:cubicBezTo>
                <a:cubicBezTo>
                  <a:pt x="1007" y="1019"/>
                  <a:pt x="1008" y="1019"/>
                  <a:pt x="1008" y="1019"/>
                </a:cubicBezTo>
                <a:cubicBezTo>
                  <a:pt x="1008" y="1019"/>
                  <a:pt x="1008" y="1019"/>
                  <a:pt x="1008" y="1019"/>
                </a:cubicBezTo>
                <a:cubicBezTo>
                  <a:pt x="1008" y="1019"/>
                  <a:pt x="1008" y="1019"/>
                  <a:pt x="1008" y="1019"/>
                </a:cubicBezTo>
                <a:close/>
                <a:moveTo>
                  <a:pt x="1006" y="1176"/>
                </a:moveTo>
                <a:cubicBezTo>
                  <a:pt x="1006" y="1176"/>
                  <a:pt x="1006" y="1176"/>
                  <a:pt x="1006" y="1176"/>
                </a:cubicBezTo>
                <a:cubicBezTo>
                  <a:pt x="1006" y="1176"/>
                  <a:pt x="1006" y="1176"/>
                  <a:pt x="1006" y="1176"/>
                </a:cubicBezTo>
                <a:close/>
                <a:moveTo>
                  <a:pt x="1009" y="1023"/>
                </a:moveTo>
                <a:cubicBezTo>
                  <a:pt x="1010" y="1023"/>
                  <a:pt x="1009" y="1023"/>
                  <a:pt x="1009" y="1023"/>
                </a:cubicBezTo>
                <a:cubicBezTo>
                  <a:pt x="1009" y="1023"/>
                  <a:pt x="1009" y="1023"/>
                  <a:pt x="1009" y="1023"/>
                </a:cubicBezTo>
                <a:cubicBezTo>
                  <a:pt x="1009" y="1023"/>
                  <a:pt x="1009" y="1023"/>
                  <a:pt x="1009" y="1023"/>
                </a:cubicBezTo>
                <a:cubicBezTo>
                  <a:pt x="1009" y="1023"/>
                  <a:pt x="1009" y="1023"/>
                  <a:pt x="1009" y="1023"/>
                </a:cubicBezTo>
                <a:cubicBezTo>
                  <a:pt x="1009" y="1024"/>
                  <a:pt x="1009" y="1023"/>
                  <a:pt x="1009" y="1023"/>
                </a:cubicBezTo>
                <a:close/>
                <a:moveTo>
                  <a:pt x="1007" y="1035"/>
                </a:moveTo>
                <a:cubicBezTo>
                  <a:pt x="1006" y="1036"/>
                  <a:pt x="1006" y="1036"/>
                  <a:pt x="1006" y="1036"/>
                </a:cubicBezTo>
                <a:cubicBezTo>
                  <a:pt x="1006" y="1036"/>
                  <a:pt x="1006" y="1036"/>
                  <a:pt x="1006" y="1036"/>
                </a:cubicBezTo>
                <a:cubicBezTo>
                  <a:pt x="1006" y="1036"/>
                  <a:pt x="1006" y="1036"/>
                  <a:pt x="1006" y="1036"/>
                </a:cubicBezTo>
                <a:cubicBezTo>
                  <a:pt x="1005" y="1035"/>
                  <a:pt x="1005" y="1035"/>
                  <a:pt x="1005" y="1035"/>
                </a:cubicBezTo>
                <a:cubicBezTo>
                  <a:pt x="1005" y="1035"/>
                  <a:pt x="1005" y="1036"/>
                  <a:pt x="1005" y="1036"/>
                </a:cubicBezTo>
                <a:cubicBezTo>
                  <a:pt x="1005" y="1036"/>
                  <a:pt x="1005" y="1036"/>
                  <a:pt x="1005" y="1036"/>
                </a:cubicBezTo>
                <a:cubicBezTo>
                  <a:pt x="1006" y="1036"/>
                  <a:pt x="1006" y="1036"/>
                  <a:pt x="1006" y="1037"/>
                </a:cubicBezTo>
                <a:cubicBezTo>
                  <a:pt x="1006" y="1037"/>
                  <a:pt x="1006" y="1037"/>
                  <a:pt x="1007" y="1036"/>
                </a:cubicBezTo>
                <a:cubicBezTo>
                  <a:pt x="1007" y="1036"/>
                  <a:pt x="1007" y="1036"/>
                  <a:pt x="1007" y="1035"/>
                </a:cubicBezTo>
                <a:cubicBezTo>
                  <a:pt x="1007" y="1035"/>
                  <a:pt x="1007" y="1035"/>
                  <a:pt x="1007" y="1035"/>
                </a:cubicBezTo>
                <a:close/>
                <a:moveTo>
                  <a:pt x="1010" y="1184"/>
                </a:moveTo>
                <a:cubicBezTo>
                  <a:pt x="1010" y="1183"/>
                  <a:pt x="1010" y="1183"/>
                  <a:pt x="1010" y="1182"/>
                </a:cubicBezTo>
                <a:cubicBezTo>
                  <a:pt x="1010" y="1181"/>
                  <a:pt x="1009" y="1182"/>
                  <a:pt x="1008" y="1182"/>
                </a:cubicBezTo>
                <a:cubicBezTo>
                  <a:pt x="1008" y="1183"/>
                  <a:pt x="1008" y="1183"/>
                  <a:pt x="1008" y="1184"/>
                </a:cubicBezTo>
                <a:cubicBezTo>
                  <a:pt x="1008" y="1185"/>
                  <a:pt x="1009" y="1186"/>
                  <a:pt x="1010" y="1187"/>
                </a:cubicBezTo>
                <a:cubicBezTo>
                  <a:pt x="1011" y="1188"/>
                  <a:pt x="1011" y="1188"/>
                  <a:pt x="1012" y="1188"/>
                </a:cubicBezTo>
                <a:cubicBezTo>
                  <a:pt x="1012" y="1188"/>
                  <a:pt x="1013" y="1187"/>
                  <a:pt x="1013" y="1187"/>
                </a:cubicBezTo>
                <a:cubicBezTo>
                  <a:pt x="1012" y="1186"/>
                  <a:pt x="1011" y="1186"/>
                  <a:pt x="1010" y="1185"/>
                </a:cubicBezTo>
                <a:cubicBezTo>
                  <a:pt x="1010" y="1185"/>
                  <a:pt x="1010" y="1184"/>
                  <a:pt x="1010" y="1184"/>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22" name="Countries"/>
          <p:cNvGrpSpPr/>
          <p:nvPr/>
        </p:nvGrpSpPr>
        <p:grpSpPr>
          <a:xfrm>
            <a:off x="6145213" y="1955800"/>
            <a:ext cx="4796215" cy="2354163"/>
            <a:chOff x="6145213" y="1955800"/>
            <a:chExt cx="4796215" cy="2354163"/>
          </a:xfrm>
        </p:grpSpPr>
        <p:sp>
          <p:nvSpPr>
            <p:cNvPr id="16" name="Rectangle 16"/>
            <p:cNvSpPr>
              <a:spLocks noChangeArrowheads="1"/>
            </p:cNvSpPr>
            <p:nvPr/>
          </p:nvSpPr>
          <p:spPr bwMode="auto">
            <a:xfrm>
              <a:off x="8496300" y="3527425"/>
              <a:ext cx="777457" cy="384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500" b="1" i="0" u="none" strike="noStrike" cap="none" normalizeH="0" baseline="0" smtClean="0">
                  <a:ln>
                    <a:noFill/>
                  </a:ln>
                  <a:effectLst/>
                  <a:latin typeface="Open Sans Semibold" panose="020B0706030804020204" pitchFamily="34" charset="0"/>
                </a:rPr>
                <a:t>India</a:t>
              </a:r>
              <a:endParaRPr kumimoji="0" lang="ru-RU" altLang="ru-RU" sz="1800" b="0" i="0" u="none" strike="noStrike" cap="none" normalizeH="0" baseline="0" smtClean="0">
                <a:ln>
                  <a:noFill/>
                </a:ln>
                <a:effectLst/>
              </a:endParaRPr>
            </a:p>
          </p:txBody>
        </p:sp>
        <p:sp>
          <p:nvSpPr>
            <p:cNvPr id="17" name="Rectangle 17"/>
            <p:cNvSpPr>
              <a:spLocks noChangeArrowheads="1"/>
            </p:cNvSpPr>
            <p:nvPr/>
          </p:nvSpPr>
          <p:spPr bwMode="auto">
            <a:xfrm>
              <a:off x="6145213" y="1955800"/>
              <a:ext cx="8063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600" b="0" i="0" u="none" strike="noStrike" cap="none" normalizeH="0" baseline="0" dirty="0" smtClean="0">
                  <a:ln>
                    <a:noFill/>
                  </a:ln>
                  <a:effectLst/>
                  <a:latin typeface="Open Sans" panose="020B0606030504020204" pitchFamily="34" charset="0"/>
                </a:rPr>
                <a:t>Pakistan</a:t>
              </a:r>
              <a:endParaRPr kumimoji="0" lang="ru-RU" altLang="ru-RU" sz="1800" b="0" i="0" u="none" strike="noStrike" cap="none" normalizeH="0" baseline="0" dirty="0" smtClean="0">
                <a:ln>
                  <a:noFill/>
                </a:ln>
                <a:effectLst/>
              </a:endParaRPr>
            </a:p>
          </p:txBody>
        </p:sp>
        <p:sp>
          <p:nvSpPr>
            <p:cNvPr id="18" name="Rectangle 18"/>
            <p:cNvSpPr>
              <a:spLocks noChangeArrowheads="1"/>
            </p:cNvSpPr>
            <p:nvPr/>
          </p:nvSpPr>
          <p:spPr bwMode="auto">
            <a:xfrm>
              <a:off x="10245725" y="4156075"/>
              <a:ext cx="695703"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000" b="0" i="0" u="none" strike="noStrike" cap="none" normalizeH="0" baseline="0" dirty="0" smtClean="0">
                  <a:ln>
                    <a:noFill/>
                  </a:ln>
                  <a:effectLst/>
                  <a:latin typeface="Open Sans" panose="020B0606030504020204" pitchFamily="34" charset="0"/>
                </a:rPr>
                <a:t>Bangladesh</a:t>
              </a:r>
              <a:endParaRPr kumimoji="0" lang="ru-RU" altLang="ru-RU" sz="1800" b="0" i="0" u="none" strike="noStrike" cap="none" normalizeH="0" baseline="0" dirty="0" smtClean="0">
                <a:ln>
                  <a:noFill/>
                </a:ln>
                <a:effectLst/>
              </a:endParaRPr>
            </a:p>
          </p:txBody>
        </p:sp>
        <p:sp>
          <p:nvSpPr>
            <p:cNvPr id="19" name="Rectangle 19"/>
            <p:cNvSpPr>
              <a:spLocks noChangeArrowheads="1"/>
            </p:cNvSpPr>
            <p:nvPr/>
          </p:nvSpPr>
          <p:spPr bwMode="auto">
            <a:xfrm>
              <a:off x="9421813" y="2419350"/>
              <a:ext cx="45525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300" b="0" i="0" u="none" strike="noStrike" cap="none" normalizeH="0" baseline="0" smtClean="0">
                  <a:ln>
                    <a:noFill/>
                  </a:ln>
                  <a:effectLst/>
                  <a:latin typeface="Open Sans" panose="020B0606030504020204" pitchFamily="34" charset="0"/>
                </a:rPr>
                <a:t>Nepal</a:t>
              </a:r>
              <a:endParaRPr kumimoji="0" lang="ru-RU" altLang="ru-RU" sz="1800" b="0" i="0" u="none" strike="noStrike" cap="none" normalizeH="0" baseline="0" smtClean="0">
                <a:ln>
                  <a:noFill/>
                </a:ln>
                <a:effectLst/>
              </a:endParaRPr>
            </a:p>
          </p:txBody>
        </p:sp>
        <p:sp>
          <p:nvSpPr>
            <p:cNvPr id="20" name="Rectangle 20"/>
            <p:cNvSpPr>
              <a:spLocks noChangeArrowheads="1"/>
            </p:cNvSpPr>
            <p:nvPr/>
          </p:nvSpPr>
          <p:spPr bwMode="auto">
            <a:xfrm>
              <a:off x="10253663" y="2720975"/>
              <a:ext cx="34785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800" b="0" i="0" u="none" strike="noStrike" cap="none" normalizeH="0" baseline="0" smtClean="0">
                  <a:ln>
                    <a:noFill/>
                  </a:ln>
                  <a:effectLst/>
                  <a:latin typeface="Open Sans" panose="020B0606030504020204" pitchFamily="34" charset="0"/>
                </a:rPr>
                <a:t>Bhutan</a:t>
              </a:r>
              <a:endParaRPr kumimoji="0" lang="ru-RU" altLang="ru-RU" sz="1800" b="0" i="0" u="none" strike="noStrike" cap="none" normalizeH="0" baseline="0" smtClean="0">
                <a:ln>
                  <a:noFill/>
                </a:ln>
                <a:effectLst/>
              </a:endParaRPr>
            </a:p>
          </p:txBody>
        </p:sp>
      </p:grpSp>
      <p:sp>
        <p:nvSpPr>
          <p:cNvPr id="2" name="Text Placeholder 1"/>
          <p:cNvSpPr>
            <a:spLocks noGrp="1"/>
          </p:cNvSpPr>
          <p:nvPr>
            <p:ph type="body" sz="quarter" idx="10"/>
          </p:nvPr>
        </p:nvSpPr>
        <p:spPr/>
        <p:txBody>
          <a:bodyPr>
            <a:normAutofit fontScale="92500" lnSpcReduction="10000"/>
          </a:bodyPr>
          <a:lstStyle/>
          <a:p>
            <a:pPr lvl="0">
              <a:lnSpc>
                <a:spcPct val="100000"/>
              </a:lnSpc>
              <a:spcBef>
                <a:spcPct val="0"/>
              </a:spcBef>
            </a:pPr>
            <a:r>
              <a:rPr lang="ru-RU" altLang="ru-RU" b="1" dirty="0"/>
              <a:t>India</a:t>
            </a:r>
            <a:endParaRPr lang="ru-RU" altLang="ru-RU" sz="1800" dirty="0">
              <a:latin typeface="Arial" panose="020B0604020202020204" pitchFamily="34" charset="0"/>
            </a:endParaRPr>
          </a:p>
        </p:txBody>
      </p:sp>
      <p:sp>
        <p:nvSpPr>
          <p:cNvPr id="3" name="Text Placeholder 2"/>
          <p:cNvSpPr>
            <a:spLocks noGrp="1"/>
          </p:cNvSpPr>
          <p:nvPr>
            <p:ph type="body" sz="quarter" idx="11"/>
          </p:nvPr>
        </p:nvSpPr>
        <p:spPr/>
        <p:txBody>
          <a:bodyPr>
            <a:normAutofit fontScale="92500" lnSpcReduction="10000"/>
          </a:bodyPr>
          <a:lstStyle/>
          <a:p>
            <a:pPr lvl="0">
              <a:lnSpc>
                <a:spcPct val="100000"/>
              </a:lnSpc>
              <a:spcBef>
                <a:spcPct val="0"/>
              </a:spcBef>
            </a:pPr>
            <a:r>
              <a:rPr lang="ru-RU" altLang="ru-RU" b="1" dirty="0"/>
              <a:t>Pakistan</a:t>
            </a:r>
            <a:endParaRPr lang="ru-RU" altLang="ru-RU" sz="1800" dirty="0">
              <a:latin typeface="Arial" panose="020B0604020202020204" pitchFamily="34" charset="0"/>
            </a:endParaRPr>
          </a:p>
        </p:txBody>
      </p:sp>
      <p:sp>
        <p:nvSpPr>
          <p:cNvPr id="4" name="Text Placeholder 3"/>
          <p:cNvSpPr>
            <a:spLocks noGrp="1"/>
          </p:cNvSpPr>
          <p:nvPr>
            <p:ph type="body" sz="quarter" idx="12"/>
          </p:nvPr>
        </p:nvSpPr>
        <p:spPr/>
        <p:txBody>
          <a:bodyPr>
            <a:normAutofit fontScale="92500" lnSpcReduction="10000"/>
          </a:bodyPr>
          <a:lstStyle/>
          <a:p>
            <a:pPr lvl="0">
              <a:lnSpc>
                <a:spcPct val="100000"/>
              </a:lnSpc>
              <a:spcBef>
                <a:spcPct val="0"/>
              </a:spcBef>
            </a:pPr>
            <a:r>
              <a:rPr lang="ru-RU" altLang="ru-RU" b="1" dirty="0"/>
              <a:t>Bangladesh</a:t>
            </a:r>
            <a:endParaRPr lang="ru-RU" altLang="ru-RU" sz="1800" dirty="0">
              <a:latin typeface="Arial" panose="020B0604020202020204" pitchFamily="34" charset="0"/>
            </a:endParaRPr>
          </a:p>
        </p:txBody>
      </p:sp>
      <p:sp>
        <p:nvSpPr>
          <p:cNvPr id="5" name="Text Placeholder 4"/>
          <p:cNvSpPr>
            <a:spLocks noGrp="1"/>
          </p:cNvSpPr>
          <p:nvPr>
            <p:ph type="body" sz="quarter" idx="13"/>
          </p:nvPr>
        </p:nvSpPr>
        <p:spPr/>
        <p:txBody>
          <a:bodyPr>
            <a:normAutofit fontScale="92500" lnSpcReduction="10000"/>
          </a:bodyPr>
          <a:lstStyle/>
          <a:p>
            <a:pPr lvl="0">
              <a:lnSpc>
                <a:spcPct val="100000"/>
              </a:lnSpc>
              <a:spcBef>
                <a:spcPct val="0"/>
              </a:spcBef>
            </a:pPr>
            <a:r>
              <a:rPr lang="ru-RU" altLang="ru-RU" b="1" dirty="0"/>
              <a:t>Nepal</a:t>
            </a:r>
            <a:endParaRPr lang="ru-RU" altLang="ru-RU" sz="1800" dirty="0">
              <a:latin typeface="Arial" panose="020B0604020202020204" pitchFamily="34" charset="0"/>
            </a:endParaRPr>
          </a:p>
        </p:txBody>
      </p:sp>
      <p:sp>
        <p:nvSpPr>
          <p:cNvPr id="29" name="Text Placeholder 28"/>
          <p:cNvSpPr>
            <a:spLocks noGrp="1"/>
          </p:cNvSpPr>
          <p:nvPr>
            <p:ph type="body" sz="quarter" idx="14"/>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30" name="Text Placeholder 29"/>
          <p:cNvSpPr>
            <a:spLocks noGrp="1"/>
          </p:cNvSpPr>
          <p:nvPr>
            <p:ph type="body" sz="quarter" idx="15"/>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31" name="Text Placeholder 30"/>
          <p:cNvSpPr>
            <a:spLocks noGrp="1"/>
          </p:cNvSpPr>
          <p:nvPr>
            <p:ph type="body" sz="quarter" idx="16"/>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32" name="Text Placeholder 31"/>
          <p:cNvSpPr>
            <a:spLocks noGrp="1"/>
          </p:cNvSpPr>
          <p:nvPr>
            <p:ph type="body" sz="quarter" idx="17"/>
          </p:nvPr>
        </p:nvSpPr>
        <p:spPr/>
        <p:txBody>
          <a:bodyPr/>
          <a:lstStyle/>
          <a:p>
            <a:pPr>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altLang="ru-RU" dirty="0">
              <a:latin typeface="Open Sans" panose="020B0606030504020204" pitchFamily="34" charset="0"/>
              <a:cs typeface="Open Sans" panose="020B0606030504020204" pitchFamily="34" charset="0"/>
            </a:endParaRPr>
          </a:p>
        </p:txBody>
      </p:sp>
      <p:sp>
        <p:nvSpPr>
          <p:cNvPr id="33" name="Text Placeholder 32"/>
          <p:cNvSpPr>
            <a:spLocks noGrp="1"/>
          </p:cNvSpPr>
          <p:nvPr>
            <p:ph type="body" sz="quarter" idx="18"/>
          </p:nvPr>
        </p:nvSpPr>
        <p:spPr>
          <a:xfrm>
            <a:off x="4702810" y="349250"/>
            <a:ext cx="3252470" cy="540067"/>
          </a:xfrm>
        </p:spPr>
        <p:txBody>
          <a:bodyPr/>
          <a:lstStyle/>
          <a:p>
            <a:pPr lvl="0"/>
            <a:r>
              <a:rPr lang="ru-RU" altLang="ru-RU" dirty="0"/>
              <a:t>SOUTH </a:t>
            </a:r>
            <a:r>
              <a:rPr lang="ru-RU" altLang="ru-RU" dirty="0" smtClean="0"/>
              <a:t>ASIA</a:t>
            </a:r>
            <a:endParaRPr lang="ru-RU" altLang="ru-RU" sz="1800" b="0" dirty="0">
              <a:latin typeface="Arial" panose="020B0604020202020204" pitchFamily="34" charset="0"/>
            </a:endParaRPr>
          </a:p>
        </p:txBody>
      </p:sp>
    </p:spTree>
    <p:extLst>
      <p:ext uri="{BB962C8B-B14F-4D97-AF65-F5344CB8AC3E}">
        <p14:creationId xmlns:p14="http://schemas.microsoft.com/office/powerpoint/2010/main" val="415339137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0000">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14:bounceEnd="70000">
                                          <p:cBhvr additive="base">
                                            <p:cTn id="7" dur="1000" fill="hold"/>
                                            <p:tgtEl>
                                              <p:spTgt spid="15"/>
                                            </p:tgtEl>
                                            <p:attrNameLst>
                                              <p:attrName>ppt_x</p:attrName>
                                            </p:attrNameLst>
                                          </p:cBhvr>
                                          <p:tavLst>
                                            <p:tav tm="0">
                                              <p:val>
                                                <p:strVal val="#ppt_x"/>
                                              </p:val>
                                            </p:tav>
                                            <p:tav tm="100000">
                                              <p:val>
                                                <p:strVal val="#ppt_x"/>
                                              </p:val>
                                            </p:tav>
                                          </p:tavLst>
                                        </p:anim>
                                        <p:anim calcmode="lin" valueType="num" p14:bounceEnd="70000">
                                          <p:cBhvr additive="base">
                                            <p:cTn id="8" dur="10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14:presetBounceEnd="70000">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14:bounceEnd="70000">
                                          <p:cBhvr additive="base">
                                            <p:cTn id="11" dur="1000" fill="hold"/>
                                            <p:tgtEl>
                                              <p:spTgt spid="14"/>
                                            </p:tgtEl>
                                            <p:attrNameLst>
                                              <p:attrName>ppt_x</p:attrName>
                                            </p:attrNameLst>
                                          </p:cBhvr>
                                          <p:tavLst>
                                            <p:tav tm="0">
                                              <p:val>
                                                <p:strVal val="#ppt_x"/>
                                              </p:val>
                                            </p:tav>
                                            <p:tav tm="100000">
                                              <p:val>
                                                <p:strVal val="#ppt_x"/>
                                              </p:val>
                                            </p:tav>
                                          </p:tavLst>
                                        </p:anim>
                                        <p:anim calcmode="lin" valueType="num" p14:bounceEnd="70000">
                                          <p:cBhvr additive="base">
                                            <p:cTn id="12" dur="10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14:presetBounceEnd="70000">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14:bounceEnd="70000">
                                          <p:cBhvr additive="base">
                                            <p:cTn id="15" dur="1000" fill="hold"/>
                                            <p:tgtEl>
                                              <p:spTgt spid="13"/>
                                            </p:tgtEl>
                                            <p:attrNameLst>
                                              <p:attrName>ppt_x</p:attrName>
                                            </p:attrNameLst>
                                          </p:cBhvr>
                                          <p:tavLst>
                                            <p:tav tm="0">
                                              <p:val>
                                                <p:strVal val="#ppt_x"/>
                                              </p:val>
                                            </p:tav>
                                            <p:tav tm="100000">
                                              <p:val>
                                                <p:strVal val="#ppt_x"/>
                                              </p:val>
                                            </p:tav>
                                          </p:tavLst>
                                        </p:anim>
                                        <p:anim calcmode="lin" valueType="num" p14:bounceEnd="70000">
                                          <p:cBhvr additive="base">
                                            <p:cTn id="16" dur="1000" fill="hold"/>
                                            <p:tgtEl>
                                              <p:spTgt spid="13"/>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70000">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14:bounceEnd="70000">
                                          <p:cBhvr additive="base">
                                            <p:cTn id="19" dur="1000" fill="hold"/>
                                            <p:tgtEl>
                                              <p:spTgt spid="12"/>
                                            </p:tgtEl>
                                            <p:attrNameLst>
                                              <p:attrName>ppt_x</p:attrName>
                                            </p:attrNameLst>
                                          </p:cBhvr>
                                          <p:tavLst>
                                            <p:tav tm="0">
                                              <p:val>
                                                <p:strVal val="#ppt_x"/>
                                              </p:val>
                                            </p:tav>
                                            <p:tav tm="100000">
                                              <p:val>
                                                <p:strVal val="#ppt_x"/>
                                              </p:val>
                                            </p:tav>
                                          </p:tavLst>
                                        </p:anim>
                                        <p:anim calcmode="lin" valueType="num" p14:bounceEnd="70000">
                                          <p:cBhvr additive="base">
                                            <p:cTn id="20" dur="1000" fill="hold"/>
                                            <p:tgtEl>
                                              <p:spTgt spid="12"/>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14:presetBounceEnd="70000">
                                      <p:stCondLst>
                                        <p:cond delay="400"/>
                                      </p:stCondLst>
                                      <p:childTnLst>
                                        <p:set>
                                          <p:cBhvr>
                                            <p:cTn id="22" dur="1" fill="hold">
                                              <p:stCondLst>
                                                <p:cond delay="0"/>
                                              </p:stCondLst>
                                            </p:cTn>
                                            <p:tgtEl>
                                              <p:spTgt spid="11"/>
                                            </p:tgtEl>
                                            <p:attrNameLst>
                                              <p:attrName>style.visibility</p:attrName>
                                            </p:attrNameLst>
                                          </p:cBhvr>
                                          <p:to>
                                            <p:strVal val="visible"/>
                                          </p:to>
                                        </p:set>
                                        <p:anim calcmode="lin" valueType="num" p14:bounceEnd="70000">
                                          <p:cBhvr additive="base">
                                            <p:cTn id="23" dur="1000" fill="hold"/>
                                            <p:tgtEl>
                                              <p:spTgt spid="11"/>
                                            </p:tgtEl>
                                            <p:attrNameLst>
                                              <p:attrName>ppt_x</p:attrName>
                                            </p:attrNameLst>
                                          </p:cBhvr>
                                          <p:tavLst>
                                            <p:tav tm="0">
                                              <p:val>
                                                <p:strVal val="#ppt_x"/>
                                              </p:val>
                                            </p:tav>
                                            <p:tav tm="100000">
                                              <p:val>
                                                <p:strVal val="#ppt_x"/>
                                              </p:val>
                                            </p:tav>
                                          </p:tavLst>
                                        </p:anim>
                                        <p:anim calcmode="lin" valueType="num" p14:bounceEnd="70000">
                                          <p:cBhvr additive="base">
                                            <p:cTn id="24" dur="1000" fill="hold"/>
                                            <p:tgtEl>
                                              <p:spTgt spid="11"/>
                                            </p:tgtEl>
                                            <p:attrNameLst>
                                              <p:attrName>ppt_y</p:attrName>
                                            </p:attrNameLst>
                                          </p:cBhvr>
                                          <p:tavLst>
                                            <p:tav tm="0">
                                              <p:val>
                                                <p:strVal val="0-#ppt_h/2"/>
                                              </p:val>
                                            </p:tav>
                                            <p:tav tm="100000">
                                              <p:val>
                                                <p:strVal val="#ppt_y"/>
                                              </p:val>
                                            </p:tav>
                                          </p:tavLst>
                                        </p:anim>
                                      </p:childTnLst>
                                    </p:cTn>
                                  </p:par>
                                  <p:par>
                                    <p:cTn id="25" presetID="53" presetClass="entr" presetSubtype="16" fill="hold" nodeType="withEffect">
                                      <p:stCondLst>
                                        <p:cond delay="1250"/>
                                      </p:stCondLst>
                                      <p:childTnLst>
                                        <p:set>
                                          <p:cBhvr>
                                            <p:cTn id="26" dur="1" fill="hold">
                                              <p:stCondLst>
                                                <p:cond delay="0"/>
                                              </p:stCondLst>
                                            </p:cTn>
                                            <p:tgtEl>
                                              <p:spTgt spid="22"/>
                                            </p:tgtEl>
                                            <p:attrNameLst>
                                              <p:attrName>style.visibility</p:attrName>
                                            </p:attrNameLst>
                                          </p:cBhvr>
                                          <p:to>
                                            <p:strVal val="visible"/>
                                          </p:to>
                                        </p:set>
                                        <p:anim calcmode="lin" valueType="num">
                                          <p:cBhvr>
                                            <p:cTn id="27" dur="500" fill="hold"/>
                                            <p:tgtEl>
                                              <p:spTgt spid="22"/>
                                            </p:tgtEl>
                                            <p:attrNameLst>
                                              <p:attrName>ppt_w</p:attrName>
                                            </p:attrNameLst>
                                          </p:cBhvr>
                                          <p:tavLst>
                                            <p:tav tm="0">
                                              <p:val>
                                                <p:fltVal val="0"/>
                                              </p:val>
                                            </p:tav>
                                            <p:tav tm="100000">
                                              <p:val>
                                                <p:strVal val="#ppt_w"/>
                                              </p:val>
                                            </p:tav>
                                          </p:tavLst>
                                        </p:anim>
                                        <p:anim calcmode="lin" valueType="num">
                                          <p:cBhvr>
                                            <p:cTn id="28" dur="500" fill="hold"/>
                                            <p:tgtEl>
                                              <p:spTgt spid="22"/>
                                            </p:tgtEl>
                                            <p:attrNameLst>
                                              <p:attrName>ppt_h</p:attrName>
                                            </p:attrNameLst>
                                          </p:cBhvr>
                                          <p:tavLst>
                                            <p:tav tm="0">
                                              <p:val>
                                                <p:fltVal val="0"/>
                                              </p:val>
                                            </p:tav>
                                            <p:tav tm="100000">
                                              <p:val>
                                                <p:strVal val="#ppt_h"/>
                                              </p:val>
                                            </p:tav>
                                          </p:tavLst>
                                        </p:anim>
                                        <p:animEffect transition="in" filter="fade">
                                          <p:cBhvr>
                                            <p:cTn id="29" dur="500"/>
                                            <p:tgtEl>
                                              <p:spTgt spid="22"/>
                                            </p:tgtEl>
                                          </p:cBhvr>
                                        </p:animEffect>
                                      </p:childTnLst>
                                    </p:cTn>
                                  </p:par>
                                  <p:par>
                                    <p:cTn id="30" presetID="2" presetClass="entr" presetSubtype="8" fill="hold" grpId="0" nodeType="withEffect" p14:presetBounceEnd="67000">
                                      <p:stCondLst>
                                        <p:cond delay="1500"/>
                                      </p:stCondLst>
                                      <p:childTnLst>
                                        <p:set>
                                          <p:cBhvr>
                                            <p:cTn id="31"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32" dur="1000" fill="hold"/>
                                            <p:tgtEl>
                                              <p:spTgt spid="2">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33" dur="1000" fill="hold"/>
                                            <p:tgtEl>
                                              <p:spTgt spid="2">
                                                <p:txEl>
                                                  <p:pRg st="0" end="0"/>
                                                </p:txEl>
                                              </p:spTgt>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14:presetBounceEnd="67000">
                                      <p:stCondLst>
                                        <p:cond delay="1500"/>
                                      </p:stCondLst>
                                      <p:childTnLst>
                                        <p:set>
                                          <p:cBhvr>
                                            <p:cTn id="35"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36" dur="1000" fill="hold"/>
                                            <p:tgtEl>
                                              <p:spTgt spid="3">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37" dur="1000" fill="hold"/>
                                            <p:tgtEl>
                                              <p:spTgt spid="3">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14:presetBounceEnd="67000">
                                      <p:stCondLst>
                                        <p:cond delay="1500"/>
                                      </p:stCondLst>
                                      <p:childTnLst>
                                        <p:set>
                                          <p:cBhvr>
                                            <p:cTn id="39"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40" dur="1000" fill="hold"/>
                                            <p:tgtEl>
                                              <p:spTgt spid="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41" dur="1000" fill="hold"/>
                                            <p:tgtEl>
                                              <p:spTgt spid="4">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14:presetBounceEnd="67000">
                                      <p:stCondLst>
                                        <p:cond delay="1500"/>
                                      </p:stCondLst>
                                      <p:childTnLst>
                                        <p:set>
                                          <p:cBhvr>
                                            <p:cTn id="43" dur="1" fill="hold">
                                              <p:stCondLst>
                                                <p:cond delay="0"/>
                                              </p:stCondLst>
                                            </p:cTn>
                                            <p:tgtEl>
                                              <p:spTgt spid="5">
                                                <p:txEl>
                                                  <p:pRg st="0" end="0"/>
                                                </p:txEl>
                                              </p:spTgt>
                                            </p:tgtEl>
                                            <p:attrNameLst>
                                              <p:attrName>style.visibility</p:attrName>
                                            </p:attrNameLst>
                                          </p:cBhvr>
                                          <p:to>
                                            <p:strVal val="visible"/>
                                          </p:to>
                                        </p:set>
                                        <p:anim calcmode="lin" valueType="num" p14:bounceEnd="67000">
                                          <p:cBhvr additive="base">
                                            <p:cTn id="44" dur="1000" fill="hold"/>
                                            <p:tgtEl>
                                              <p:spTgt spid="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45" dur="1000" fill="hold"/>
                                            <p:tgtEl>
                                              <p:spTgt spid="5">
                                                <p:txEl>
                                                  <p:pRg st="0" end="0"/>
                                                </p:txEl>
                                              </p:spTgt>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14:presetBounceEnd="67000">
                                      <p:stCondLst>
                                        <p:cond delay="1500"/>
                                      </p:stCondLst>
                                      <p:childTnLst>
                                        <p:set>
                                          <p:cBhvr>
                                            <p:cTn id="47" dur="1" fill="hold">
                                              <p:stCondLst>
                                                <p:cond delay="0"/>
                                              </p:stCondLst>
                                            </p:cTn>
                                            <p:tgtEl>
                                              <p:spTgt spid="29">
                                                <p:txEl>
                                                  <p:pRg st="0" end="0"/>
                                                </p:txEl>
                                              </p:spTgt>
                                            </p:tgtEl>
                                            <p:attrNameLst>
                                              <p:attrName>style.visibility</p:attrName>
                                            </p:attrNameLst>
                                          </p:cBhvr>
                                          <p:to>
                                            <p:strVal val="visible"/>
                                          </p:to>
                                        </p:set>
                                        <p:anim calcmode="lin" valueType="num" p14:bounceEnd="67000">
                                          <p:cBhvr additive="base">
                                            <p:cTn id="48" dur="1000" fill="hold"/>
                                            <p:tgtEl>
                                              <p:spTgt spid="29">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49" dur="1000" fill="hold"/>
                                            <p:tgtEl>
                                              <p:spTgt spid="29">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14:presetBounceEnd="67000">
                                      <p:stCondLst>
                                        <p:cond delay="1500"/>
                                      </p:stCondLst>
                                      <p:childTnLst>
                                        <p:set>
                                          <p:cBhvr>
                                            <p:cTn id="51" dur="1" fill="hold">
                                              <p:stCondLst>
                                                <p:cond delay="0"/>
                                              </p:stCondLst>
                                            </p:cTn>
                                            <p:tgtEl>
                                              <p:spTgt spid="30">
                                                <p:txEl>
                                                  <p:pRg st="0" end="0"/>
                                                </p:txEl>
                                              </p:spTgt>
                                            </p:tgtEl>
                                            <p:attrNameLst>
                                              <p:attrName>style.visibility</p:attrName>
                                            </p:attrNameLst>
                                          </p:cBhvr>
                                          <p:to>
                                            <p:strVal val="visible"/>
                                          </p:to>
                                        </p:set>
                                        <p:anim calcmode="lin" valueType="num" p14:bounceEnd="67000">
                                          <p:cBhvr additive="base">
                                            <p:cTn id="52" dur="1000" fill="hold"/>
                                            <p:tgtEl>
                                              <p:spTgt spid="30">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53" dur="1000" fill="hold"/>
                                            <p:tgtEl>
                                              <p:spTgt spid="30">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14:presetBounceEnd="67000">
                                      <p:stCondLst>
                                        <p:cond delay="1500"/>
                                      </p:stCondLst>
                                      <p:childTnLst>
                                        <p:set>
                                          <p:cBhvr>
                                            <p:cTn id="55" dur="1" fill="hold">
                                              <p:stCondLst>
                                                <p:cond delay="0"/>
                                              </p:stCondLst>
                                            </p:cTn>
                                            <p:tgtEl>
                                              <p:spTgt spid="31">
                                                <p:txEl>
                                                  <p:pRg st="0" end="0"/>
                                                </p:txEl>
                                              </p:spTgt>
                                            </p:tgtEl>
                                            <p:attrNameLst>
                                              <p:attrName>style.visibility</p:attrName>
                                            </p:attrNameLst>
                                          </p:cBhvr>
                                          <p:to>
                                            <p:strVal val="visible"/>
                                          </p:to>
                                        </p:set>
                                        <p:anim calcmode="lin" valueType="num" p14:bounceEnd="67000">
                                          <p:cBhvr additive="base">
                                            <p:cTn id="56" dur="1000" fill="hold"/>
                                            <p:tgtEl>
                                              <p:spTgt spid="31">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57" dur="1000" fill="hold"/>
                                            <p:tgtEl>
                                              <p:spTgt spid="31">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14:presetBounceEnd="67000">
                                      <p:stCondLst>
                                        <p:cond delay="1500"/>
                                      </p:stCondLst>
                                      <p:childTnLst>
                                        <p:set>
                                          <p:cBhvr>
                                            <p:cTn id="59" dur="1" fill="hold">
                                              <p:stCondLst>
                                                <p:cond delay="0"/>
                                              </p:stCondLst>
                                            </p:cTn>
                                            <p:tgtEl>
                                              <p:spTgt spid="32">
                                                <p:txEl>
                                                  <p:pRg st="0" end="0"/>
                                                </p:txEl>
                                              </p:spTgt>
                                            </p:tgtEl>
                                            <p:attrNameLst>
                                              <p:attrName>style.visibility</p:attrName>
                                            </p:attrNameLst>
                                          </p:cBhvr>
                                          <p:to>
                                            <p:strVal val="visible"/>
                                          </p:to>
                                        </p:set>
                                        <p:anim calcmode="lin" valueType="num" p14:bounceEnd="67000">
                                          <p:cBhvr additive="base">
                                            <p:cTn id="60" dur="1000" fill="hold"/>
                                            <p:tgtEl>
                                              <p:spTgt spid="32">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61" dur="1000" fill="hold"/>
                                            <p:tgtEl>
                                              <p:spTgt spid="32">
                                                <p:txEl>
                                                  <p:pRg st="0" end="0"/>
                                                </p:txEl>
                                              </p:spTgt>
                                            </p:tgtEl>
                                            <p:attrNameLst>
                                              <p:attrName>ppt_y</p:attrName>
                                            </p:attrNameLst>
                                          </p:cBhvr>
                                          <p:tavLst>
                                            <p:tav tm="0">
                                              <p:val>
                                                <p:strVal val="#ppt_y"/>
                                              </p:val>
                                            </p:tav>
                                            <p:tav tm="100000">
                                              <p:val>
                                                <p:strVal val="#ppt_y"/>
                                              </p:val>
                                            </p:tav>
                                          </p:tavLst>
                                        </p:anim>
                                      </p:childTnLst>
                                    </p:cTn>
                                  </p:par>
                                  <p:par>
                                    <p:cTn id="62" presetID="47" presetClass="entr" presetSubtype="0" fill="hold" grpId="0" nodeType="withEffect">
                                      <p:stCondLst>
                                        <p:cond delay="1500"/>
                                      </p:stCondLst>
                                      <p:childTnLst>
                                        <p:set>
                                          <p:cBhvr>
                                            <p:cTn id="63" dur="1" fill="hold">
                                              <p:stCondLst>
                                                <p:cond delay="0"/>
                                              </p:stCondLst>
                                            </p:cTn>
                                            <p:tgtEl>
                                              <p:spTgt spid="33">
                                                <p:txEl>
                                                  <p:pRg st="0" end="0"/>
                                                </p:txEl>
                                              </p:spTgt>
                                            </p:tgtEl>
                                            <p:attrNameLst>
                                              <p:attrName>style.visibility</p:attrName>
                                            </p:attrNameLst>
                                          </p:cBhvr>
                                          <p:to>
                                            <p:strVal val="visible"/>
                                          </p:to>
                                        </p:set>
                                        <p:animEffect transition="in" filter="fade">
                                          <p:cBhvr>
                                            <p:cTn id="64" dur="1000"/>
                                            <p:tgtEl>
                                              <p:spTgt spid="33">
                                                <p:txEl>
                                                  <p:pRg st="0" end="0"/>
                                                </p:txEl>
                                              </p:spTgt>
                                            </p:tgtEl>
                                          </p:cBhvr>
                                        </p:animEffect>
                                        <p:anim calcmode="lin" valueType="num">
                                          <p:cBhvr>
                                            <p:cTn id="65" dur="100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66" dur="1000" fill="hold"/>
                                            <p:tgtEl>
                                              <p:spTgt spid="3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2" grpId="0" build="p"/>
          <p:bldP spid="3" grpId="0" build="p"/>
          <p:bldP spid="4" grpId="0" build="p"/>
          <p:bldP spid="5" grpId="0" build="p"/>
          <p:bldP spid="29" grpId="0" build="p"/>
          <p:bldP spid="30" grpId="0" build="p"/>
          <p:bldP spid="31" grpId="0" build="p"/>
          <p:bldP spid="32" grpId="0" build="p"/>
          <p:bldP spid="33"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ppt_x"/>
                                              </p:val>
                                            </p:tav>
                                            <p:tav tm="100000">
                                              <p:val>
                                                <p:strVal val="#ppt_x"/>
                                              </p:val>
                                            </p:tav>
                                          </p:tavLst>
                                        </p:anim>
                                        <p:anim calcmode="lin" valueType="num">
                                          <p:cBhvr additive="base">
                                            <p:cTn id="8" dur="10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000" fill="hold"/>
                                            <p:tgtEl>
                                              <p:spTgt spid="14"/>
                                            </p:tgtEl>
                                            <p:attrNameLst>
                                              <p:attrName>ppt_x</p:attrName>
                                            </p:attrNameLst>
                                          </p:cBhvr>
                                          <p:tavLst>
                                            <p:tav tm="0">
                                              <p:val>
                                                <p:strVal val="#ppt_x"/>
                                              </p:val>
                                            </p:tav>
                                            <p:tav tm="100000">
                                              <p:val>
                                                <p:strVal val="#ppt_x"/>
                                              </p:val>
                                            </p:tav>
                                          </p:tavLst>
                                        </p:anim>
                                        <p:anim calcmode="lin" valueType="num">
                                          <p:cBhvr additive="base">
                                            <p:cTn id="12" dur="10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000" fill="hold"/>
                                            <p:tgtEl>
                                              <p:spTgt spid="13"/>
                                            </p:tgtEl>
                                            <p:attrNameLst>
                                              <p:attrName>ppt_x</p:attrName>
                                            </p:attrNameLst>
                                          </p:cBhvr>
                                          <p:tavLst>
                                            <p:tav tm="0">
                                              <p:val>
                                                <p:strVal val="#ppt_x"/>
                                              </p:val>
                                            </p:tav>
                                            <p:tav tm="100000">
                                              <p:val>
                                                <p:strVal val="#ppt_x"/>
                                              </p:val>
                                            </p:tav>
                                          </p:tavLst>
                                        </p:anim>
                                        <p:anim calcmode="lin" valueType="num">
                                          <p:cBhvr additive="base">
                                            <p:cTn id="16" dur="1000" fill="hold"/>
                                            <p:tgtEl>
                                              <p:spTgt spid="13"/>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ppt_x"/>
                                              </p:val>
                                            </p:tav>
                                            <p:tav tm="100000">
                                              <p:val>
                                                <p:strVal val="#ppt_x"/>
                                              </p:val>
                                            </p:tav>
                                          </p:tavLst>
                                        </p:anim>
                                        <p:anim calcmode="lin" valueType="num">
                                          <p:cBhvr additive="base">
                                            <p:cTn id="20" dur="1000" fill="hold"/>
                                            <p:tgtEl>
                                              <p:spTgt spid="12"/>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4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000" fill="hold"/>
                                            <p:tgtEl>
                                              <p:spTgt spid="11"/>
                                            </p:tgtEl>
                                            <p:attrNameLst>
                                              <p:attrName>ppt_x</p:attrName>
                                            </p:attrNameLst>
                                          </p:cBhvr>
                                          <p:tavLst>
                                            <p:tav tm="0">
                                              <p:val>
                                                <p:strVal val="#ppt_x"/>
                                              </p:val>
                                            </p:tav>
                                            <p:tav tm="100000">
                                              <p:val>
                                                <p:strVal val="#ppt_x"/>
                                              </p:val>
                                            </p:tav>
                                          </p:tavLst>
                                        </p:anim>
                                        <p:anim calcmode="lin" valueType="num">
                                          <p:cBhvr additive="base">
                                            <p:cTn id="24" dur="1000" fill="hold"/>
                                            <p:tgtEl>
                                              <p:spTgt spid="11"/>
                                            </p:tgtEl>
                                            <p:attrNameLst>
                                              <p:attrName>ppt_y</p:attrName>
                                            </p:attrNameLst>
                                          </p:cBhvr>
                                          <p:tavLst>
                                            <p:tav tm="0">
                                              <p:val>
                                                <p:strVal val="0-#ppt_h/2"/>
                                              </p:val>
                                            </p:tav>
                                            <p:tav tm="100000">
                                              <p:val>
                                                <p:strVal val="#ppt_y"/>
                                              </p:val>
                                            </p:tav>
                                          </p:tavLst>
                                        </p:anim>
                                      </p:childTnLst>
                                    </p:cTn>
                                  </p:par>
                                  <p:par>
                                    <p:cTn id="25" presetID="53" presetClass="entr" presetSubtype="16" fill="hold" nodeType="withEffect">
                                      <p:stCondLst>
                                        <p:cond delay="1250"/>
                                      </p:stCondLst>
                                      <p:childTnLst>
                                        <p:set>
                                          <p:cBhvr>
                                            <p:cTn id="26" dur="1" fill="hold">
                                              <p:stCondLst>
                                                <p:cond delay="0"/>
                                              </p:stCondLst>
                                            </p:cTn>
                                            <p:tgtEl>
                                              <p:spTgt spid="22"/>
                                            </p:tgtEl>
                                            <p:attrNameLst>
                                              <p:attrName>style.visibility</p:attrName>
                                            </p:attrNameLst>
                                          </p:cBhvr>
                                          <p:to>
                                            <p:strVal val="visible"/>
                                          </p:to>
                                        </p:set>
                                        <p:anim calcmode="lin" valueType="num">
                                          <p:cBhvr>
                                            <p:cTn id="27" dur="500" fill="hold"/>
                                            <p:tgtEl>
                                              <p:spTgt spid="22"/>
                                            </p:tgtEl>
                                            <p:attrNameLst>
                                              <p:attrName>ppt_w</p:attrName>
                                            </p:attrNameLst>
                                          </p:cBhvr>
                                          <p:tavLst>
                                            <p:tav tm="0">
                                              <p:val>
                                                <p:fltVal val="0"/>
                                              </p:val>
                                            </p:tav>
                                            <p:tav tm="100000">
                                              <p:val>
                                                <p:strVal val="#ppt_w"/>
                                              </p:val>
                                            </p:tav>
                                          </p:tavLst>
                                        </p:anim>
                                        <p:anim calcmode="lin" valueType="num">
                                          <p:cBhvr>
                                            <p:cTn id="28" dur="500" fill="hold"/>
                                            <p:tgtEl>
                                              <p:spTgt spid="22"/>
                                            </p:tgtEl>
                                            <p:attrNameLst>
                                              <p:attrName>ppt_h</p:attrName>
                                            </p:attrNameLst>
                                          </p:cBhvr>
                                          <p:tavLst>
                                            <p:tav tm="0">
                                              <p:val>
                                                <p:fltVal val="0"/>
                                              </p:val>
                                            </p:tav>
                                            <p:tav tm="100000">
                                              <p:val>
                                                <p:strVal val="#ppt_h"/>
                                              </p:val>
                                            </p:tav>
                                          </p:tavLst>
                                        </p:anim>
                                        <p:animEffect transition="in" filter="fade">
                                          <p:cBhvr>
                                            <p:cTn id="29" dur="500"/>
                                            <p:tgtEl>
                                              <p:spTgt spid="22"/>
                                            </p:tgtEl>
                                          </p:cBhvr>
                                        </p:animEffect>
                                      </p:childTnLst>
                                    </p:cTn>
                                  </p:par>
                                  <p:par>
                                    <p:cTn id="30" presetID="2" presetClass="entr" presetSubtype="8" fill="hold" grpId="0" nodeType="withEffect">
                                      <p:stCondLst>
                                        <p:cond delay="1500"/>
                                      </p:stCondLst>
                                      <p:childTnLst>
                                        <p:set>
                                          <p:cBhvr>
                                            <p:cTn id="31" dur="1" fill="hold">
                                              <p:stCondLst>
                                                <p:cond delay="0"/>
                                              </p:stCondLst>
                                            </p:cTn>
                                            <p:tgtEl>
                                              <p:spTgt spid="2">
                                                <p:txEl>
                                                  <p:pRg st="0" end="0"/>
                                                </p:txEl>
                                              </p:spTgt>
                                            </p:tgtEl>
                                            <p:attrNameLst>
                                              <p:attrName>style.visibility</p:attrName>
                                            </p:attrNameLst>
                                          </p:cBhvr>
                                          <p:to>
                                            <p:strVal val="visible"/>
                                          </p:to>
                                        </p:set>
                                        <p:anim calcmode="lin" valueType="num">
                                          <p:cBhvr additive="base">
                                            <p:cTn id="32" dur="10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33" dur="1000" fill="hold"/>
                                            <p:tgtEl>
                                              <p:spTgt spid="2">
                                                <p:txEl>
                                                  <p:pRg st="0" end="0"/>
                                                </p:txEl>
                                              </p:spTgt>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1500"/>
                                      </p:stCondLst>
                                      <p:childTnLst>
                                        <p:set>
                                          <p:cBhvr>
                                            <p:cTn id="35" dur="1" fill="hold">
                                              <p:stCondLst>
                                                <p:cond delay="0"/>
                                              </p:stCondLst>
                                            </p:cTn>
                                            <p:tgtEl>
                                              <p:spTgt spid="3">
                                                <p:txEl>
                                                  <p:pRg st="0" end="0"/>
                                                </p:txEl>
                                              </p:spTgt>
                                            </p:tgtEl>
                                            <p:attrNameLst>
                                              <p:attrName>style.visibility</p:attrName>
                                            </p:attrNameLst>
                                          </p:cBhvr>
                                          <p:to>
                                            <p:strVal val="visible"/>
                                          </p:to>
                                        </p:set>
                                        <p:anim calcmode="lin" valueType="num">
                                          <p:cBhvr additive="base">
                                            <p:cTn id="36" dur="10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37" dur="1000" fill="hold"/>
                                            <p:tgtEl>
                                              <p:spTgt spid="3">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stCondLst>
                                        <p:cond delay="1500"/>
                                      </p:stCondLst>
                                      <p:childTnLst>
                                        <p:set>
                                          <p:cBhvr>
                                            <p:cTn id="39" dur="1" fill="hold">
                                              <p:stCondLst>
                                                <p:cond delay="0"/>
                                              </p:stCondLst>
                                            </p:cTn>
                                            <p:tgtEl>
                                              <p:spTgt spid="4">
                                                <p:txEl>
                                                  <p:pRg st="0" end="0"/>
                                                </p:txEl>
                                              </p:spTgt>
                                            </p:tgtEl>
                                            <p:attrNameLst>
                                              <p:attrName>style.visibility</p:attrName>
                                            </p:attrNameLst>
                                          </p:cBhvr>
                                          <p:to>
                                            <p:strVal val="visible"/>
                                          </p:to>
                                        </p:set>
                                        <p:anim calcmode="lin" valueType="num">
                                          <p:cBhvr additive="base">
                                            <p:cTn id="40"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41" dur="1000" fill="hold"/>
                                            <p:tgtEl>
                                              <p:spTgt spid="4">
                                                <p:txEl>
                                                  <p:pRg st="0" end="0"/>
                                                </p:txEl>
                                              </p:spTgt>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stCondLst>
                                        <p:cond delay="1500"/>
                                      </p:stCondLst>
                                      <p:childTnLst>
                                        <p:set>
                                          <p:cBhvr>
                                            <p:cTn id="43" dur="1" fill="hold">
                                              <p:stCondLst>
                                                <p:cond delay="0"/>
                                              </p:stCondLst>
                                            </p:cTn>
                                            <p:tgtEl>
                                              <p:spTgt spid="5">
                                                <p:txEl>
                                                  <p:pRg st="0" end="0"/>
                                                </p:txEl>
                                              </p:spTgt>
                                            </p:tgtEl>
                                            <p:attrNameLst>
                                              <p:attrName>style.visibility</p:attrName>
                                            </p:attrNameLst>
                                          </p:cBhvr>
                                          <p:to>
                                            <p:strVal val="visible"/>
                                          </p:to>
                                        </p:set>
                                        <p:anim calcmode="lin" valueType="num">
                                          <p:cBhvr additive="base">
                                            <p:cTn id="44" dur="10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45" dur="1000" fill="hold"/>
                                            <p:tgtEl>
                                              <p:spTgt spid="5">
                                                <p:txEl>
                                                  <p:pRg st="0" end="0"/>
                                                </p:txEl>
                                              </p:spTgt>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stCondLst>
                                        <p:cond delay="1500"/>
                                      </p:stCondLst>
                                      <p:childTnLst>
                                        <p:set>
                                          <p:cBhvr>
                                            <p:cTn id="47" dur="1" fill="hold">
                                              <p:stCondLst>
                                                <p:cond delay="0"/>
                                              </p:stCondLst>
                                            </p:cTn>
                                            <p:tgtEl>
                                              <p:spTgt spid="29">
                                                <p:txEl>
                                                  <p:pRg st="0" end="0"/>
                                                </p:txEl>
                                              </p:spTgt>
                                            </p:tgtEl>
                                            <p:attrNameLst>
                                              <p:attrName>style.visibility</p:attrName>
                                            </p:attrNameLst>
                                          </p:cBhvr>
                                          <p:to>
                                            <p:strVal val="visible"/>
                                          </p:to>
                                        </p:set>
                                        <p:anim calcmode="lin" valueType="num">
                                          <p:cBhvr additive="base">
                                            <p:cTn id="48" dur="10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49" dur="1000" fill="hold"/>
                                            <p:tgtEl>
                                              <p:spTgt spid="29">
                                                <p:txEl>
                                                  <p:pRg st="0" end="0"/>
                                                </p:txEl>
                                              </p:spTgt>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stCondLst>
                                        <p:cond delay="1500"/>
                                      </p:stCondLst>
                                      <p:childTnLst>
                                        <p:set>
                                          <p:cBhvr>
                                            <p:cTn id="51" dur="1" fill="hold">
                                              <p:stCondLst>
                                                <p:cond delay="0"/>
                                              </p:stCondLst>
                                            </p:cTn>
                                            <p:tgtEl>
                                              <p:spTgt spid="30">
                                                <p:txEl>
                                                  <p:pRg st="0" end="0"/>
                                                </p:txEl>
                                              </p:spTgt>
                                            </p:tgtEl>
                                            <p:attrNameLst>
                                              <p:attrName>style.visibility</p:attrName>
                                            </p:attrNameLst>
                                          </p:cBhvr>
                                          <p:to>
                                            <p:strVal val="visible"/>
                                          </p:to>
                                        </p:set>
                                        <p:anim calcmode="lin" valueType="num">
                                          <p:cBhvr additive="base">
                                            <p:cTn id="52" dur="10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53" dur="1000" fill="hold"/>
                                            <p:tgtEl>
                                              <p:spTgt spid="30">
                                                <p:txEl>
                                                  <p:pRg st="0" end="0"/>
                                                </p:txEl>
                                              </p:spTgt>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stCondLst>
                                        <p:cond delay="1500"/>
                                      </p:stCondLst>
                                      <p:childTnLst>
                                        <p:set>
                                          <p:cBhvr>
                                            <p:cTn id="55" dur="1" fill="hold">
                                              <p:stCondLst>
                                                <p:cond delay="0"/>
                                              </p:stCondLst>
                                            </p:cTn>
                                            <p:tgtEl>
                                              <p:spTgt spid="31">
                                                <p:txEl>
                                                  <p:pRg st="0" end="0"/>
                                                </p:txEl>
                                              </p:spTgt>
                                            </p:tgtEl>
                                            <p:attrNameLst>
                                              <p:attrName>style.visibility</p:attrName>
                                            </p:attrNameLst>
                                          </p:cBhvr>
                                          <p:to>
                                            <p:strVal val="visible"/>
                                          </p:to>
                                        </p:set>
                                        <p:anim calcmode="lin" valueType="num">
                                          <p:cBhvr additive="base">
                                            <p:cTn id="56" dur="10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57" dur="1000" fill="hold"/>
                                            <p:tgtEl>
                                              <p:spTgt spid="31">
                                                <p:txEl>
                                                  <p:pRg st="0" end="0"/>
                                                </p:txEl>
                                              </p:spTgt>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stCondLst>
                                        <p:cond delay="1500"/>
                                      </p:stCondLst>
                                      <p:childTnLst>
                                        <p:set>
                                          <p:cBhvr>
                                            <p:cTn id="59" dur="1" fill="hold">
                                              <p:stCondLst>
                                                <p:cond delay="0"/>
                                              </p:stCondLst>
                                            </p:cTn>
                                            <p:tgtEl>
                                              <p:spTgt spid="32">
                                                <p:txEl>
                                                  <p:pRg st="0" end="0"/>
                                                </p:txEl>
                                              </p:spTgt>
                                            </p:tgtEl>
                                            <p:attrNameLst>
                                              <p:attrName>style.visibility</p:attrName>
                                            </p:attrNameLst>
                                          </p:cBhvr>
                                          <p:to>
                                            <p:strVal val="visible"/>
                                          </p:to>
                                        </p:set>
                                        <p:anim calcmode="lin" valueType="num">
                                          <p:cBhvr additive="base">
                                            <p:cTn id="60" dur="10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61" dur="1000" fill="hold"/>
                                            <p:tgtEl>
                                              <p:spTgt spid="32">
                                                <p:txEl>
                                                  <p:pRg st="0" end="0"/>
                                                </p:txEl>
                                              </p:spTgt>
                                            </p:tgtEl>
                                            <p:attrNameLst>
                                              <p:attrName>ppt_y</p:attrName>
                                            </p:attrNameLst>
                                          </p:cBhvr>
                                          <p:tavLst>
                                            <p:tav tm="0">
                                              <p:val>
                                                <p:strVal val="#ppt_y"/>
                                              </p:val>
                                            </p:tav>
                                            <p:tav tm="100000">
                                              <p:val>
                                                <p:strVal val="#ppt_y"/>
                                              </p:val>
                                            </p:tav>
                                          </p:tavLst>
                                        </p:anim>
                                      </p:childTnLst>
                                    </p:cTn>
                                  </p:par>
                                  <p:par>
                                    <p:cTn id="62" presetID="47" presetClass="entr" presetSubtype="0" fill="hold" grpId="0" nodeType="withEffect">
                                      <p:stCondLst>
                                        <p:cond delay="1500"/>
                                      </p:stCondLst>
                                      <p:childTnLst>
                                        <p:set>
                                          <p:cBhvr>
                                            <p:cTn id="63" dur="1" fill="hold">
                                              <p:stCondLst>
                                                <p:cond delay="0"/>
                                              </p:stCondLst>
                                            </p:cTn>
                                            <p:tgtEl>
                                              <p:spTgt spid="33">
                                                <p:txEl>
                                                  <p:pRg st="0" end="0"/>
                                                </p:txEl>
                                              </p:spTgt>
                                            </p:tgtEl>
                                            <p:attrNameLst>
                                              <p:attrName>style.visibility</p:attrName>
                                            </p:attrNameLst>
                                          </p:cBhvr>
                                          <p:to>
                                            <p:strVal val="visible"/>
                                          </p:to>
                                        </p:set>
                                        <p:animEffect transition="in" filter="fade">
                                          <p:cBhvr>
                                            <p:cTn id="64" dur="1000"/>
                                            <p:tgtEl>
                                              <p:spTgt spid="33">
                                                <p:txEl>
                                                  <p:pRg st="0" end="0"/>
                                                </p:txEl>
                                              </p:spTgt>
                                            </p:tgtEl>
                                          </p:cBhvr>
                                        </p:animEffect>
                                        <p:anim calcmode="lin" valueType="num">
                                          <p:cBhvr>
                                            <p:cTn id="65" dur="100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66" dur="1000" fill="hold"/>
                                            <p:tgtEl>
                                              <p:spTgt spid="3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2" grpId="0" build="p"/>
          <p:bldP spid="3" grpId="0" build="p"/>
          <p:bldP spid="4" grpId="0" build="p"/>
          <p:bldP spid="5" grpId="0" build="p"/>
          <p:bldP spid="29" grpId="0" build="p"/>
          <p:bldP spid="30" grpId="0" build="p"/>
          <p:bldP spid="31" grpId="0" build="p"/>
          <p:bldP spid="32" grpId="0" build="p"/>
          <p:bldP spid="33" grpId="0" build="p"/>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0"/>
          <p:cNvSpPr>
            <a:spLocks/>
          </p:cNvSpPr>
          <p:nvPr/>
        </p:nvSpPr>
        <p:spPr bwMode="auto">
          <a:xfrm>
            <a:off x="3535363" y="5297488"/>
            <a:ext cx="1479550" cy="966788"/>
          </a:xfrm>
          <a:custGeom>
            <a:avLst/>
            <a:gdLst>
              <a:gd name="T0" fmla="*/ 138 w 389"/>
              <a:gd name="T1" fmla="*/ 130 h 254"/>
              <a:gd name="T2" fmla="*/ 74 w 389"/>
              <a:gd name="T3" fmla="*/ 69 h 254"/>
              <a:gd name="T4" fmla="*/ 45 w 389"/>
              <a:gd name="T5" fmla="*/ 63 h 254"/>
              <a:gd name="T6" fmla="*/ 32 w 389"/>
              <a:gd name="T7" fmla="*/ 65 h 254"/>
              <a:gd name="T8" fmla="*/ 26 w 389"/>
              <a:gd name="T9" fmla="*/ 76 h 254"/>
              <a:gd name="T10" fmla="*/ 25 w 389"/>
              <a:gd name="T11" fmla="*/ 84 h 254"/>
              <a:gd name="T12" fmla="*/ 20 w 389"/>
              <a:gd name="T13" fmla="*/ 101 h 254"/>
              <a:gd name="T14" fmla="*/ 6 w 389"/>
              <a:gd name="T15" fmla="*/ 105 h 254"/>
              <a:gd name="T16" fmla="*/ 8 w 389"/>
              <a:gd name="T17" fmla="*/ 141 h 254"/>
              <a:gd name="T18" fmla="*/ 4 w 389"/>
              <a:gd name="T19" fmla="*/ 148 h 254"/>
              <a:gd name="T20" fmla="*/ 14 w 389"/>
              <a:gd name="T21" fmla="*/ 161 h 254"/>
              <a:gd name="T22" fmla="*/ 19 w 389"/>
              <a:gd name="T23" fmla="*/ 197 h 254"/>
              <a:gd name="T24" fmla="*/ 27 w 389"/>
              <a:gd name="T25" fmla="*/ 221 h 254"/>
              <a:gd name="T26" fmla="*/ 39 w 389"/>
              <a:gd name="T27" fmla="*/ 241 h 254"/>
              <a:gd name="T28" fmla="*/ 42 w 389"/>
              <a:gd name="T29" fmla="*/ 253 h 254"/>
              <a:gd name="T30" fmla="*/ 61 w 389"/>
              <a:gd name="T31" fmla="*/ 253 h 254"/>
              <a:gd name="T32" fmla="*/ 78 w 389"/>
              <a:gd name="T33" fmla="*/ 246 h 254"/>
              <a:gd name="T34" fmla="*/ 92 w 389"/>
              <a:gd name="T35" fmla="*/ 248 h 254"/>
              <a:gd name="T36" fmla="*/ 103 w 389"/>
              <a:gd name="T37" fmla="*/ 236 h 254"/>
              <a:gd name="T38" fmla="*/ 118 w 389"/>
              <a:gd name="T39" fmla="*/ 221 h 254"/>
              <a:gd name="T40" fmla="*/ 140 w 389"/>
              <a:gd name="T41" fmla="*/ 223 h 254"/>
              <a:gd name="T42" fmla="*/ 161 w 389"/>
              <a:gd name="T43" fmla="*/ 221 h 254"/>
              <a:gd name="T44" fmla="*/ 182 w 389"/>
              <a:gd name="T45" fmla="*/ 217 h 254"/>
              <a:gd name="T46" fmla="*/ 192 w 389"/>
              <a:gd name="T47" fmla="*/ 204 h 254"/>
              <a:gd name="T48" fmla="*/ 206 w 389"/>
              <a:gd name="T49" fmla="*/ 203 h 254"/>
              <a:gd name="T50" fmla="*/ 217 w 389"/>
              <a:gd name="T51" fmla="*/ 200 h 254"/>
              <a:gd name="T52" fmla="*/ 236 w 389"/>
              <a:gd name="T53" fmla="*/ 192 h 254"/>
              <a:gd name="T54" fmla="*/ 256 w 389"/>
              <a:gd name="T55" fmla="*/ 177 h 254"/>
              <a:gd name="T56" fmla="*/ 287 w 389"/>
              <a:gd name="T57" fmla="*/ 168 h 254"/>
              <a:gd name="T58" fmla="*/ 307 w 389"/>
              <a:gd name="T59" fmla="*/ 159 h 254"/>
              <a:gd name="T60" fmla="*/ 332 w 389"/>
              <a:gd name="T61" fmla="*/ 152 h 254"/>
              <a:gd name="T62" fmla="*/ 354 w 389"/>
              <a:gd name="T63" fmla="*/ 142 h 254"/>
              <a:gd name="T64" fmla="*/ 355 w 389"/>
              <a:gd name="T65" fmla="*/ 132 h 254"/>
              <a:gd name="T66" fmla="*/ 367 w 389"/>
              <a:gd name="T67" fmla="*/ 107 h 254"/>
              <a:gd name="T68" fmla="*/ 389 w 389"/>
              <a:gd name="T69" fmla="*/ 102 h 254"/>
              <a:gd name="T70" fmla="*/ 373 w 389"/>
              <a:gd name="T71" fmla="*/ 59 h 254"/>
              <a:gd name="T72" fmla="*/ 341 w 389"/>
              <a:gd name="T73"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9" h="254">
                <a:moveTo>
                  <a:pt x="205" y="42"/>
                </a:moveTo>
                <a:cubicBezTo>
                  <a:pt x="138" y="130"/>
                  <a:pt x="138" y="130"/>
                  <a:pt x="138" y="130"/>
                </a:cubicBezTo>
                <a:cubicBezTo>
                  <a:pt x="136" y="98"/>
                  <a:pt x="136" y="98"/>
                  <a:pt x="136" y="98"/>
                </a:cubicBezTo>
                <a:cubicBezTo>
                  <a:pt x="136" y="98"/>
                  <a:pt x="75" y="70"/>
                  <a:pt x="74" y="69"/>
                </a:cubicBezTo>
                <a:cubicBezTo>
                  <a:pt x="74" y="69"/>
                  <a:pt x="51" y="70"/>
                  <a:pt x="49" y="70"/>
                </a:cubicBezTo>
                <a:cubicBezTo>
                  <a:pt x="47" y="69"/>
                  <a:pt x="45" y="65"/>
                  <a:pt x="45" y="63"/>
                </a:cubicBezTo>
                <a:cubicBezTo>
                  <a:pt x="44" y="62"/>
                  <a:pt x="39" y="61"/>
                  <a:pt x="37" y="62"/>
                </a:cubicBezTo>
                <a:cubicBezTo>
                  <a:pt x="36" y="62"/>
                  <a:pt x="32" y="64"/>
                  <a:pt x="32" y="65"/>
                </a:cubicBezTo>
                <a:cubicBezTo>
                  <a:pt x="31" y="66"/>
                  <a:pt x="28" y="68"/>
                  <a:pt x="28" y="69"/>
                </a:cubicBezTo>
                <a:cubicBezTo>
                  <a:pt x="27" y="70"/>
                  <a:pt x="26" y="76"/>
                  <a:pt x="26" y="76"/>
                </a:cubicBezTo>
                <a:cubicBezTo>
                  <a:pt x="26" y="76"/>
                  <a:pt x="24" y="78"/>
                  <a:pt x="24" y="79"/>
                </a:cubicBezTo>
                <a:cubicBezTo>
                  <a:pt x="23" y="80"/>
                  <a:pt x="25" y="84"/>
                  <a:pt x="25" y="84"/>
                </a:cubicBezTo>
                <a:cubicBezTo>
                  <a:pt x="26" y="85"/>
                  <a:pt x="32" y="94"/>
                  <a:pt x="32" y="94"/>
                </a:cubicBezTo>
                <a:cubicBezTo>
                  <a:pt x="20" y="101"/>
                  <a:pt x="20" y="101"/>
                  <a:pt x="20" y="101"/>
                </a:cubicBezTo>
                <a:cubicBezTo>
                  <a:pt x="16" y="107"/>
                  <a:pt x="16" y="107"/>
                  <a:pt x="16" y="107"/>
                </a:cubicBezTo>
                <a:cubicBezTo>
                  <a:pt x="6" y="105"/>
                  <a:pt x="6" y="105"/>
                  <a:pt x="6" y="105"/>
                </a:cubicBezTo>
                <a:cubicBezTo>
                  <a:pt x="8" y="110"/>
                  <a:pt x="9" y="114"/>
                  <a:pt x="10" y="116"/>
                </a:cubicBezTo>
                <a:cubicBezTo>
                  <a:pt x="11" y="121"/>
                  <a:pt x="10" y="139"/>
                  <a:pt x="8" y="141"/>
                </a:cubicBezTo>
                <a:cubicBezTo>
                  <a:pt x="7" y="142"/>
                  <a:pt x="3" y="143"/>
                  <a:pt x="1" y="143"/>
                </a:cubicBezTo>
                <a:cubicBezTo>
                  <a:pt x="0" y="143"/>
                  <a:pt x="2" y="147"/>
                  <a:pt x="4" y="148"/>
                </a:cubicBezTo>
                <a:cubicBezTo>
                  <a:pt x="6" y="149"/>
                  <a:pt x="6" y="151"/>
                  <a:pt x="7" y="153"/>
                </a:cubicBezTo>
                <a:cubicBezTo>
                  <a:pt x="7" y="155"/>
                  <a:pt x="10" y="157"/>
                  <a:pt x="14" y="161"/>
                </a:cubicBezTo>
                <a:cubicBezTo>
                  <a:pt x="18" y="165"/>
                  <a:pt x="17" y="169"/>
                  <a:pt x="18" y="173"/>
                </a:cubicBezTo>
                <a:cubicBezTo>
                  <a:pt x="18" y="178"/>
                  <a:pt x="17" y="193"/>
                  <a:pt x="19" y="197"/>
                </a:cubicBezTo>
                <a:cubicBezTo>
                  <a:pt x="20" y="201"/>
                  <a:pt x="29" y="208"/>
                  <a:pt x="30" y="213"/>
                </a:cubicBezTo>
                <a:cubicBezTo>
                  <a:pt x="31" y="218"/>
                  <a:pt x="28" y="219"/>
                  <a:pt x="27" y="221"/>
                </a:cubicBezTo>
                <a:cubicBezTo>
                  <a:pt x="26" y="223"/>
                  <a:pt x="27" y="225"/>
                  <a:pt x="30" y="229"/>
                </a:cubicBezTo>
                <a:cubicBezTo>
                  <a:pt x="32" y="234"/>
                  <a:pt x="36" y="237"/>
                  <a:pt x="39" y="241"/>
                </a:cubicBezTo>
                <a:cubicBezTo>
                  <a:pt x="42" y="245"/>
                  <a:pt x="39" y="247"/>
                  <a:pt x="39" y="248"/>
                </a:cubicBezTo>
                <a:cubicBezTo>
                  <a:pt x="39" y="250"/>
                  <a:pt x="42" y="253"/>
                  <a:pt x="42" y="253"/>
                </a:cubicBezTo>
                <a:cubicBezTo>
                  <a:pt x="42" y="254"/>
                  <a:pt x="49" y="252"/>
                  <a:pt x="53" y="251"/>
                </a:cubicBezTo>
                <a:cubicBezTo>
                  <a:pt x="57" y="250"/>
                  <a:pt x="58" y="253"/>
                  <a:pt x="61" y="253"/>
                </a:cubicBezTo>
                <a:cubicBezTo>
                  <a:pt x="63" y="254"/>
                  <a:pt x="68" y="252"/>
                  <a:pt x="70" y="250"/>
                </a:cubicBezTo>
                <a:cubicBezTo>
                  <a:pt x="72" y="248"/>
                  <a:pt x="75" y="247"/>
                  <a:pt x="78" y="246"/>
                </a:cubicBezTo>
                <a:cubicBezTo>
                  <a:pt x="80" y="245"/>
                  <a:pt x="82" y="248"/>
                  <a:pt x="83" y="249"/>
                </a:cubicBezTo>
                <a:cubicBezTo>
                  <a:pt x="83" y="249"/>
                  <a:pt x="90" y="250"/>
                  <a:pt x="92" y="248"/>
                </a:cubicBezTo>
                <a:cubicBezTo>
                  <a:pt x="95" y="246"/>
                  <a:pt x="97" y="242"/>
                  <a:pt x="98" y="240"/>
                </a:cubicBezTo>
                <a:cubicBezTo>
                  <a:pt x="99" y="238"/>
                  <a:pt x="101" y="238"/>
                  <a:pt x="103" y="236"/>
                </a:cubicBezTo>
                <a:cubicBezTo>
                  <a:pt x="105" y="235"/>
                  <a:pt x="106" y="231"/>
                  <a:pt x="107" y="229"/>
                </a:cubicBezTo>
                <a:cubicBezTo>
                  <a:pt x="108" y="227"/>
                  <a:pt x="115" y="223"/>
                  <a:pt x="118" y="221"/>
                </a:cubicBezTo>
                <a:cubicBezTo>
                  <a:pt x="121" y="219"/>
                  <a:pt x="126" y="221"/>
                  <a:pt x="130" y="220"/>
                </a:cubicBezTo>
                <a:cubicBezTo>
                  <a:pt x="134" y="220"/>
                  <a:pt x="137" y="221"/>
                  <a:pt x="140" y="223"/>
                </a:cubicBezTo>
                <a:cubicBezTo>
                  <a:pt x="142" y="225"/>
                  <a:pt x="148" y="227"/>
                  <a:pt x="151" y="226"/>
                </a:cubicBezTo>
                <a:cubicBezTo>
                  <a:pt x="154" y="226"/>
                  <a:pt x="157" y="224"/>
                  <a:pt x="161" y="221"/>
                </a:cubicBezTo>
                <a:cubicBezTo>
                  <a:pt x="166" y="218"/>
                  <a:pt x="167" y="220"/>
                  <a:pt x="170" y="219"/>
                </a:cubicBezTo>
                <a:cubicBezTo>
                  <a:pt x="172" y="219"/>
                  <a:pt x="181" y="217"/>
                  <a:pt x="182" y="217"/>
                </a:cubicBezTo>
                <a:cubicBezTo>
                  <a:pt x="184" y="216"/>
                  <a:pt x="184" y="213"/>
                  <a:pt x="185" y="211"/>
                </a:cubicBezTo>
                <a:cubicBezTo>
                  <a:pt x="185" y="209"/>
                  <a:pt x="189" y="206"/>
                  <a:pt x="192" y="204"/>
                </a:cubicBezTo>
                <a:cubicBezTo>
                  <a:pt x="196" y="202"/>
                  <a:pt x="199" y="199"/>
                  <a:pt x="202" y="198"/>
                </a:cubicBezTo>
                <a:cubicBezTo>
                  <a:pt x="205" y="198"/>
                  <a:pt x="205" y="201"/>
                  <a:pt x="206" y="203"/>
                </a:cubicBezTo>
                <a:cubicBezTo>
                  <a:pt x="207" y="205"/>
                  <a:pt x="212" y="204"/>
                  <a:pt x="212" y="203"/>
                </a:cubicBezTo>
                <a:cubicBezTo>
                  <a:pt x="213" y="202"/>
                  <a:pt x="216" y="201"/>
                  <a:pt x="217" y="200"/>
                </a:cubicBezTo>
                <a:cubicBezTo>
                  <a:pt x="218" y="199"/>
                  <a:pt x="220" y="203"/>
                  <a:pt x="226" y="201"/>
                </a:cubicBezTo>
                <a:cubicBezTo>
                  <a:pt x="231" y="198"/>
                  <a:pt x="234" y="195"/>
                  <a:pt x="236" y="192"/>
                </a:cubicBezTo>
                <a:cubicBezTo>
                  <a:pt x="238" y="188"/>
                  <a:pt x="243" y="179"/>
                  <a:pt x="245" y="177"/>
                </a:cubicBezTo>
                <a:cubicBezTo>
                  <a:pt x="246" y="175"/>
                  <a:pt x="252" y="177"/>
                  <a:pt x="256" y="177"/>
                </a:cubicBezTo>
                <a:cubicBezTo>
                  <a:pt x="260" y="177"/>
                  <a:pt x="263" y="176"/>
                  <a:pt x="267" y="174"/>
                </a:cubicBezTo>
                <a:cubicBezTo>
                  <a:pt x="270" y="173"/>
                  <a:pt x="283" y="169"/>
                  <a:pt x="287" y="168"/>
                </a:cubicBezTo>
                <a:cubicBezTo>
                  <a:pt x="290" y="166"/>
                  <a:pt x="293" y="165"/>
                  <a:pt x="295" y="163"/>
                </a:cubicBezTo>
                <a:cubicBezTo>
                  <a:pt x="297" y="162"/>
                  <a:pt x="302" y="161"/>
                  <a:pt x="307" y="159"/>
                </a:cubicBezTo>
                <a:cubicBezTo>
                  <a:pt x="312" y="158"/>
                  <a:pt x="316" y="159"/>
                  <a:pt x="319" y="158"/>
                </a:cubicBezTo>
                <a:cubicBezTo>
                  <a:pt x="322" y="157"/>
                  <a:pt x="330" y="154"/>
                  <a:pt x="332" y="152"/>
                </a:cubicBezTo>
                <a:cubicBezTo>
                  <a:pt x="335" y="149"/>
                  <a:pt x="339" y="145"/>
                  <a:pt x="342" y="143"/>
                </a:cubicBezTo>
                <a:cubicBezTo>
                  <a:pt x="345" y="141"/>
                  <a:pt x="351" y="144"/>
                  <a:pt x="354" y="142"/>
                </a:cubicBezTo>
                <a:cubicBezTo>
                  <a:pt x="357" y="141"/>
                  <a:pt x="356" y="137"/>
                  <a:pt x="357" y="136"/>
                </a:cubicBezTo>
                <a:cubicBezTo>
                  <a:pt x="358" y="134"/>
                  <a:pt x="356" y="132"/>
                  <a:pt x="355" y="132"/>
                </a:cubicBezTo>
                <a:cubicBezTo>
                  <a:pt x="355" y="131"/>
                  <a:pt x="354" y="127"/>
                  <a:pt x="355" y="122"/>
                </a:cubicBezTo>
                <a:cubicBezTo>
                  <a:pt x="355" y="118"/>
                  <a:pt x="364" y="109"/>
                  <a:pt x="367" y="107"/>
                </a:cubicBezTo>
                <a:cubicBezTo>
                  <a:pt x="369" y="105"/>
                  <a:pt x="383" y="102"/>
                  <a:pt x="387" y="102"/>
                </a:cubicBezTo>
                <a:cubicBezTo>
                  <a:pt x="387" y="102"/>
                  <a:pt x="388" y="102"/>
                  <a:pt x="389" y="102"/>
                </a:cubicBezTo>
                <a:cubicBezTo>
                  <a:pt x="368" y="76"/>
                  <a:pt x="368" y="76"/>
                  <a:pt x="368" y="76"/>
                </a:cubicBezTo>
                <a:cubicBezTo>
                  <a:pt x="373" y="59"/>
                  <a:pt x="373" y="59"/>
                  <a:pt x="373" y="59"/>
                </a:cubicBezTo>
                <a:cubicBezTo>
                  <a:pt x="340" y="19"/>
                  <a:pt x="340" y="19"/>
                  <a:pt x="340" y="19"/>
                </a:cubicBezTo>
                <a:cubicBezTo>
                  <a:pt x="341" y="0"/>
                  <a:pt x="341" y="0"/>
                  <a:pt x="341" y="0"/>
                </a:cubicBezTo>
                <a:lnTo>
                  <a:pt x="205" y="42"/>
                </a:ln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a:off x="4699000" y="4279900"/>
            <a:ext cx="669925" cy="525463"/>
          </a:xfrm>
          <a:custGeom>
            <a:avLst/>
            <a:gdLst>
              <a:gd name="T0" fmla="*/ 176 w 176"/>
              <a:gd name="T1" fmla="*/ 29 h 138"/>
              <a:gd name="T2" fmla="*/ 176 w 176"/>
              <a:gd name="T3" fmla="*/ 22 h 138"/>
              <a:gd name="T4" fmla="*/ 172 w 176"/>
              <a:gd name="T5" fmla="*/ 17 h 138"/>
              <a:gd name="T6" fmla="*/ 169 w 176"/>
              <a:gd name="T7" fmla="*/ 14 h 138"/>
              <a:gd name="T8" fmla="*/ 164 w 176"/>
              <a:gd name="T9" fmla="*/ 14 h 138"/>
              <a:gd name="T10" fmla="*/ 164 w 176"/>
              <a:gd name="T11" fmla="*/ 4 h 138"/>
              <a:gd name="T12" fmla="*/ 162 w 176"/>
              <a:gd name="T13" fmla="*/ 1 h 138"/>
              <a:gd name="T14" fmla="*/ 159 w 176"/>
              <a:gd name="T15" fmla="*/ 0 h 138"/>
              <a:gd name="T16" fmla="*/ 159 w 176"/>
              <a:gd name="T17" fmla="*/ 4 h 138"/>
              <a:gd name="T18" fmla="*/ 155 w 176"/>
              <a:gd name="T19" fmla="*/ 9 h 138"/>
              <a:gd name="T20" fmla="*/ 145 w 176"/>
              <a:gd name="T21" fmla="*/ 15 h 138"/>
              <a:gd name="T22" fmla="*/ 136 w 176"/>
              <a:gd name="T23" fmla="*/ 22 h 138"/>
              <a:gd name="T24" fmla="*/ 134 w 176"/>
              <a:gd name="T25" fmla="*/ 29 h 138"/>
              <a:gd name="T26" fmla="*/ 131 w 176"/>
              <a:gd name="T27" fmla="*/ 37 h 138"/>
              <a:gd name="T28" fmla="*/ 121 w 176"/>
              <a:gd name="T29" fmla="*/ 45 h 138"/>
              <a:gd name="T30" fmla="*/ 110 w 176"/>
              <a:gd name="T31" fmla="*/ 52 h 138"/>
              <a:gd name="T32" fmla="*/ 111 w 176"/>
              <a:gd name="T33" fmla="*/ 55 h 138"/>
              <a:gd name="T34" fmla="*/ 114 w 176"/>
              <a:gd name="T35" fmla="*/ 58 h 138"/>
              <a:gd name="T36" fmla="*/ 115 w 176"/>
              <a:gd name="T37" fmla="*/ 65 h 138"/>
              <a:gd name="T38" fmla="*/ 108 w 176"/>
              <a:gd name="T39" fmla="*/ 69 h 138"/>
              <a:gd name="T40" fmla="*/ 104 w 176"/>
              <a:gd name="T41" fmla="*/ 68 h 138"/>
              <a:gd name="T42" fmla="*/ 96 w 176"/>
              <a:gd name="T43" fmla="*/ 69 h 138"/>
              <a:gd name="T44" fmla="*/ 94 w 176"/>
              <a:gd name="T45" fmla="*/ 74 h 138"/>
              <a:gd name="T46" fmla="*/ 89 w 176"/>
              <a:gd name="T47" fmla="*/ 79 h 138"/>
              <a:gd name="T48" fmla="*/ 72 w 176"/>
              <a:gd name="T49" fmla="*/ 79 h 138"/>
              <a:gd name="T50" fmla="*/ 64 w 176"/>
              <a:gd name="T51" fmla="*/ 79 h 138"/>
              <a:gd name="T52" fmla="*/ 53 w 176"/>
              <a:gd name="T53" fmla="*/ 75 h 138"/>
              <a:gd name="T54" fmla="*/ 41 w 176"/>
              <a:gd name="T55" fmla="*/ 76 h 138"/>
              <a:gd name="T56" fmla="*/ 31 w 176"/>
              <a:gd name="T57" fmla="*/ 82 h 138"/>
              <a:gd name="T58" fmla="*/ 23 w 176"/>
              <a:gd name="T59" fmla="*/ 86 h 138"/>
              <a:gd name="T60" fmla="*/ 11 w 176"/>
              <a:gd name="T61" fmla="*/ 83 h 138"/>
              <a:gd name="T62" fmla="*/ 9 w 176"/>
              <a:gd name="T63" fmla="*/ 71 h 138"/>
              <a:gd name="T64" fmla="*/ 2 w 176"/>
              <a:gd name="T65" fmla="*/ 72 h 138"/>
              <a:gd name="T66" fmla="*/ 0 w 176"/>
              <a:gd name="T67" fmla="*/ 71 h 138"/>
              <a:gd name="T68" fmla="*/ 0 w 176"/>
              <a:gd name="T69" fmla="*/ 82 h 138"/>
              <a:gd name="T70" fmla="*/ 4 w 176"/>
              <a:gd name="T71" fmla="*/ 86 h 138"/>
              <a:gd name="T72" fmla="*/ 9 w 176"/>
              <a:gd name="T73" fmla="*/ 92 h 138"/>
              <a:gd name="T74" fmla="*/ 17 w 176"/>
              <a:gd name="T75" fmla="*/ 122 h 138"/>
              <a:gd name="T76" fmla="*/ 124 w 176"/>
              <a:gd name="T77" fmla="*/ 138 h 138"/>
              <a:gd name="T78" fmla="*/ 138 w 176"/>
              <a:gd name="T79" fmla="*/ 124 h 138"/>
              <a:gd name="T80" fmla="*/ 166 w 176"/>
              <a:gd name="T81" fmla="*/ 32 h 138"/>
              <a:gd name="T82" fmla="*/ 176 w 176"/>
              <a:gd name="T83" fmla="*/ 2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6" h="138">
                <a:moveTo>
                  <a:pt x="176" y="29"/>
                </a:moveTo>
                <a:cubicBezTo>
                  <a:pt x="176" y="26"/>
                  <a:pt x="176" y="23"/>
                  <a:pt x="176" y="22"/>
                </a:cubicBezTo>
                <a:cubicBezTo>
                  <a:pt x="175" y="21"/>
                  <a:pt x="174" y="18"/>
                  <a:pt x="172" y="17"/>
                </a:cubicBezTo>
                <a:cubicBezTo>
                  <a:pt x="171" y="16"/>
                  <a:pt x="169" y="16"/>
                  <a:pt x="169" y="14"/>
                </a:cubicBezTo>
                <a:cubicBezTo>
                  <a:pt x="166" y="14"/>
                  <a:pt x="164" y="14"/>
                  <a:pt x="164" y="14"/>
                </a:cubicBezTo>
                <a:cubicBezTo>
                  <a:pt x="164" y="14"/>
                  <a:pt x="164" y="6"/>
                  <a:pt x="164" y="4"/>
                </a:cubicBezTo>
                <a:cubicBezTo>
                  <a:pt x="164" y="3"/>
                  <a:pt x="162" y="1"/>
                  <a:pt x="162" y="1"/>
                </a:cubicBezTo>
                <a:cubicBezTo>
                  <a:pt x="162" y="0"/>
                  <a:pt x="160" y="0"/>
                  <a:pt x="159" y="0"/>
                </a:cubicBezTo>
                <a:cubicBezTo>
                  <a:pt x="159" y="1"/>
                  <a:pt x="159" y="3"/>
                  <a:pt x="159" y="4"/>
                </a:cubicBezTo>
                <a:cubicBezTo>
                  <a:pt x="159" y="5"/>
                  <a:pt x="158" y="7"/>
                  <a:pt x="155" y="9"/>
                </a:cubicBezTo>
                <a:cubicBezTo>
                  <a:pt x="152" y="11"/>
                  <a:pt x="149" y="13"/>
                  <a:pt x="145" y="15"/>
                </a:cubicBezTo>
                <a:cubicBezTo>
                  <a:pt x="142" y="17"/>
                  <a:pt x="138" y="20"/>
                  <a:pt x="136" y="22"/>
                </a:cubicBezTo>
                <a:cubicBezTo>
                  <a:pt x="135" y="24"/>
                  <a:pt x="136" y="25"/>
                  <a:pt x="134" y="29"/>
                </a:cubicBezTo>
                <a:cubicBezTo>
                  <a:pt x="133" y="33"/>
                  <a:pt x="132" y="35"/>
                  <a:pt x="131" y="37"/>
                </a:cubicBezTo>
                <a:cubicBezTo>
                  <a:pt x="129" y="39"/>
                  <a:pt x="124" y="44"/>
                  <a:pt x="121" y="45"/>
                </a:cubicBezTo>
                <a:cubicBezTo>
                  <a:pt x="119" y="46"/>
                  <a:pt x="112" y="49"/>
                  <a:pt x="110" y="52"/>
                </a:cubicBezTo>
                <a:cubicBezTo>
                  <a:pt x="107" y="54"/>
                  <a:pt x="110" y="54"/>
                  <a:pt x="111" y="55"/>
                </a:cubicBezTo>
                <a:cubicBezTo>
                  <a:pt x="112" y="57"/>
                  <a:pt x="113" y="57"/>
                  <a:pt x="114" y="58"/>
                </a:cubicBezTo>
                <a:cubicBezTo>
                  <a:pt x="114" y="58"/>
                  <a:pt x="115" y="64"/>
                  <a:pt x="115" y="65"/>
                </a:cubicBezTo>
                <a:cubicBezTo>
                  <a:pt x="115" y="65"/>
                  <a:pt x="109" y="68"/>
                  <a:pt x="108" y="69"/>
                </a:cubicBezTo>
                <a:cubicBezTo>
                  <a:pt x="107" y="70"/>
                  <a:pt x="105" y="69"/>
                  <a:pt x="104" y="68"/>
                </a:cubicBezTo>
                <a:cubicBezTo>
                  <a:pt x="103" y="67"/>
                  <a:pt x="97" y="69"/>
                  <a:pt x="96" y="69"/>
                </a:cubicBezTo>
                <a:cubicBezTo>
                  <a:pt x="95" y="70"/>
                  <a:pt x="95" y="72"/>
                  <a:pt x="94" y="74"/>
                </a:cubicBezTo>
                <a:cubicBezTo>
                  <a:pt x="93" y="75"/>
                  <a:pt x="89" y="79"/>
                  <a:pt x="89" y="79"/>
                </a:cubicBezTo>
                <a:cubicBezTo>
                  <a:pt x="88" y="79"/>
                  <a:pt x="79" y="80"/>
                  <a:pt x="72" y="79"/>
                </a:cubicBezTo>
                <a:cubicBezTo>
                  <a:pt x="66" y="79"/>
                  <a:pt x="69" y="79"/>
                  <a:pt x="64" y="79"/>
                </a:cubicBezTo>
                <a:cubicBezTo>
                  <a:pt x="59" y="78"/>
                  <a:pt x="59" y="77"/>
                  <a:pt x="53" y="75"/>
                </a:cubicBezTo>
                <a:cubicBezTo>
                  <a:pt x="47" y="74"/>
                  <a:pt x="45" y="75"/>
                  <a:pt x="41" y="76"/>
                </a:cubicBezTo>
                <a:cubicBezTo>
                  <a:pt x="36" y="77"/>
                  <a:pt x="34" y="80"/>
                  <a:pt x="31" y="82"/>
                </a:cubicBezTo>
                <a:cubicBezTo>
                  <a:pt x="29" y="84"/>
                  <a:pt x="26" y="85"/>
                  <a:pt x="23" y="86"/>
                </a:cubicBezTo>
                <a:cubicBezTo>
                  <a:pt x="21" y="86"/>
                  <a:pt x="13" y="85"/>
                  <a:pt x="11" y="83"/>
                </a:cubicBezTo>
                <a:cubicBezTo>
                  <a:pt x="9" y="81"/>
                  <a:pt x="9" y="72"/>
                  <a:pt x="9" y="71"/>
                </a:cubicBezTo>
                <a:cubicBezTo>
                  <a:pt x="8" y="70"/>
                  <a:pt x="5" y="71"/>
                  <a:pt x="2" y="72"/>
                </a:cubicBezTo>
                <a:cubicBezTo>
                  <a:pt x="1" y="72"/>
                  <a:pt x="1" y="72"/>
                  <a:pt x="0" y="71"/>
                </a:cubicBezTo>
                <a:cubicBezTo>
                  <a:pt x="0" y="76"/>
                  <a:pt x="0" y="81"/>
                  <a:pt x="0" y="82"/>
                </a:cubicBezTo>
                <a:cubicBezTo>
                  <a:pt x="0" y="83"/>
                  <a:pt x="3" y="85"/>
                  <a:pt x="4" y="86"/>
                </a:cubicBezTo>
                <a:cubicBezTo>
                  <a:pt x="5" y="88"/>
                  <a:pt x="9" y="90"/>
                  <a:pt x="9" y="92"/>
                </a:cubicBezTo>
                <a:cubicBezTo>
                  <a:pt x="10" y="93"/>
                  <a:pt x="17" y="122"/>
                  <a:pt x="17" y="122"/>
                </a:cubicBezTo>
                <a:cubicBezTo>
                  <a:pt x="124" y="138"/>
                  <a:pt x="124" y="138"/>
                  <a:pt x="124" y="138"/>
                </a:cubicBezTo>
                <a:cubicBezTo>
                  <a:pt x="138" y="124"/>
                  <a:pt x="138" y="124"/>
                  <a:pt x="138" y="124"/>
                </a:cubicBezTo>
                <a:cubicBezTo>
                  <a:pt x="166" y="32"/>
                  <a:pt x="166" y="32"/>
                  <a:pt x="166" y="32"/>
                </a:cubicBezTo>
                <a:lnTo>
                  <a:pt x="176" y="29"/>
                </a:ln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a:off x="1076325" y="1747838"/>
            <a:ext cx="2508250" cy="1039813"/>
          </a:xfrm>
          <a:custGeom>
            <a:avLst/>
            <a:gdLst>
              <a:gd name="T0" fmla="*/ 384 w 659"/>
              <a:gd name="T1" fmla="*/ 244 h 273"/>
              <a:gd name="T2" fmla="*/ 436 w 659"/>
              <a:gd name="T3" fmla="*/ 231 h 273"/>
              <a:gd name="T4" fmla="*/ 506 w 659"/>
              <a:gd name="T5" fmla="*/ 227 h 273"/>
              <a:gd name="T6" fmla="*/ 581 w 659"/>
              <a:gd name="T7" fmla="*/ 218 h 273"/>
              <a:gd name="T8" fmla="*/ 643 w 659"/>
              <a:gd name="T9" fmla="*/ 211 h 273"/>
              <a:gd name="T10" fmla="*/ 651 w 659"/>
              <a:gd name="T11" fmla="*/ 195 h 273"/>
              <a:gd name="T12" fmla="*/ 642 w 659"/>
              <a:gd name="T13" fmla="*/ 161 h 273"/>
              <a:gd name="T14" fmla="*/ 631 w 659"/>
              <a:gd name="T15" fmla="*/ 130 h 273"/>
              <a:gd name="T16" fmla="*/ 637 w 659"/>
              <a:gd name="T17" fmla="*/ 109 h 273"/>
              <a:gd name="T18" fmla="*/ 618 w 659"/>
              <a:gd name="T19" fmla="*/ 89 h 273"/>
              <a:gd name="T20" fmla="*/ 602 w 659"/>
              <a:gd name="T21" fmla="*/ 51 h 273"/>
              <a:gd name="T22" fmla="*/ 582 w 659"/>
              <a:gd name="T23" fmla="*/ 33 h 273"/>
              <a:gd name="T24" fmla="*/ 554 w 659"/>
              <a:gd name="T25" fmla="*/ 23 h 273"/>
              <a:gd name="T26" fmla="*/ 534 w 659"/>
              <a:gd name="T27" fmla="*/ 22 h 273"/>
              <a:gd name="T28" fmla="*/ 505 w 659"/>
              <a:gd name="T29" fmla="*/ 39 h 273"/>
              <a:gd name="T30" fmla="*/ 460 w 659"/>
              <a:gd name="T31" fmla="*/ 43 h 273"/>
              <a:gd name="T32" fmla="*/ 409 w 659"/>
              <a:gd name="T33" fmla="*/ 50 h 273"/>
              <a:gd name="T34" fmla="*/ 379 w 659"/>
              <a:gd name="T35" fmla="*/ 39 h 273"/>
              <a:gd name="T36" fmla="*/ 347 w 659"/>
              <a:gd name="T37" fmla="*/ 33 h 273"/>
              <a:gd name="T38" fmla="*/ 327 w 659"/>
              <a:gd name="T39" fmla="*/ 15 h 273"/>
              <a:gd name="T40" fmla="*/ 301 w 659"/>
              <a:gd name="T41" fmla="*/ 1 h 273"/>
              <a:gd name="T42" fmla="*/ 238 w 659"/>
              <a:gd name="T43" fmla="*/ 6 h 273"/>
              <a:gd name="T44" fmla="*/ 184 w 659"/>
              <a:gd name="T45" fmla="*/ 29 h 273"/>
              <a:gd name="T46" fmla="*/ 144 w 659"/>
              <a:gd name="T47" fmla="*/ 45 h 273"/>
              <a:gd name="T48" fmla="*/ 96 w 659"/>
              <a:gd name="T49" fmla="*/ 55 h 273"/>
              <a:gd name="T50" fmla="*/ 99 w 659"/>
              <a:gd name="T51" fmla="*/ 69 h 273"/>
              <a:gd name="T52" fmla="*/ 98 w 659"/>
              <a:gd name="T53" fmla="*/ 83 h 273"/>
              <a:gd name="T54" fmla="*/ 68 w 659"/>
              <a:gd name="T55" fmla="*/ 82 h 273"/>
              <a:gd name="T56" fmla="*/ 52 w 659"/>
              <a:gd name="T57" fmla="*/ 81 h 273"/>
              <a:gd name="T58" fmla="*/ 23 w 659"/>
              <a:gd name="T59" fmla="*/ 80 h 273"/>
              <a:gd name="T60" fmla="*/ 3 w 659"/>
              <a:gd name="T61" fmla="*/ 109 h 273"/>
              <a:gd name="T62" fmla="*/ 13 w 659"/>
              <a:gd name="T63" fmla="*/ 123 h 273"/>
              <a:gd name="T64" fmla="*/ 28 w 659"/>
              <a:gd name="T65" fmla="*/ 140 h 273"/>
              <a:gd name="T66" fmla="*/ 36 w 659"/>
              <a:gd name="T67" fmla="*/ 153 h 273"/>
              <a:gd name="T68" fmla="*/ 26 w 659"/>
              <a:gd name="T69" fmla="*/ 168 h 273"/>
              <a:gd name="T70" fmla="*/ 12 w 659"/>
              <a:gd name="T71" fmla="*/ 169 h 273"/>
              <a:gd name="T72" fmla="*/ 22 w 659"/>
              <a:gd name="T73" fmla="*/ 187 h 273"/>
              <a:gd name="T74" fmla="*/ 37 w 659"/>
              <a:gd name="T75" fmla="*/ 210 h 273"/>
              <a:gd name="T76" fmla="*/ 52 w 659"/>
              <a:gd name="T77" fmla="*/ 228 h 273"/>
              <a:gd name="T78" fmla="*/ 75 w 659"/>
              <a:gd name="T79" fmla="*/ 234 h 273"/>
              <a:gd name="T80" fmla="*/ 56 w 659"/>
              <a:gd name="T81" fmla="*/ 248 h 273"/>
              <a:gd name="T82" fmla="*/ 86 w 659"/>
              <a:gd name="T83" fmla="*/ 241 h 273"/>
              <a:gd name="T84" fmla="*/ 110 w 659"/>
              <a:gd name="T85" fmla="*/ 246 h 273"/>
              <a:gd name="T86" fmla="*/ 128 w 659"/>
              <a:gd name="T87" fmla="*/ 268 h 273"/>
              <a:gd name="T88" fmla="*/ 159 w 659"/>
              <a:gd name="T89" fmla="*/ 264 h 273"/>
              <a:gd name="T90" fmla="*/ 204 w 659"/>
              <a:gd name="T91" fmla="*/ 246 h 273"/>
              <a:gd name="T92" fmla="*/ 252 w 659"/>
              <a:gd name="T93" fmla="*/ 269 h 273"/>
              <a:gd name="T94" fmla="*/ 293 w 659"/>
              <a:gd name="T95" fmla="*/ 258 h 273"/>
              <a:gd name="T96" fmla="*/ 332 w 659"/>
              <a:gd name="T97" fmla="*/ 243 h 273"/>
              <a:gd name="T98" fmla="*/ 364 w 659"/>
              <a:gd name="T99" fmla="*/ 240 h 273"/>
              <a:gd name="T100" fmla="*/ 358 w 659"/>
              <a:gd name="T101" fmla="*/ 271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9" h="273">
                <a:moveTo>
                  <a:pt x="379" y="267"/>
                </a:moveTo>
                <a:cubicBezTo>
                  <a:pt x="379" y="265"/>
                  <a:pt x="379" y="262"/>
                  <a:pt x="380" y="260"/>
                </a:cubicBezTo>
                <a:cubicBezTo>
                  <a:pt x="381" y="259"/>
                  <a:pt x="382" y="257"/>
                  <a:pt x="383" y="253"/>
                </a:cubicBezTo>
                <a:cubicBezTo>
                  <a:pt x="383" y="250"/>
                  <a:pt x="383" y="246"/>
                  <a:pt x="384" y="244"/>
                </a:cubicBezTo>
                <a:cubicBezTo>
                  <a:pt x="385" y="242"/>
                  <a:pt x="386" y="238"/>
                  <a:pt x="390" y="239"/>
                </a:cubicBezTo>
                <a:cubicBezTo>
                  <a:pt x="394" y="240"/>
                  <a:pt x="400" y="244"/>
                  <a:pt x="405" y="242"/>
                </a:cubicBezTo>
                <a:cubicBezTo>
                  <a:pt x="411" y="240"/>
                  <a:pt x="415" y="238"/>
                  <a:pt x="419" y="236"/>
                </a:cubicBezTo>
                <a:cubicBezTo>
                  <a:pt x="423" y="234"/>
                  <a:pt x="433" y="231"/>
                  <a:pt x="436" y="231"/>
                </a:cubicBezTo>
                <a:cubicBezTo>
                  <a:pt x="439" y="231"/>
                  <a:pt x="448" y="229"/>
                  <a:pt x="453" y="231"/>
                </a:cubicBezTo>
                <a:cubicBezTo>
                  <a:pt x="457" y="233"/>
                  <a:pt x="462" y="237"/>
                  <a:pt x="469" y="237"/>
                </a:cubicBezTo>
                <a:cubicBezTo>
                  <a:pt x="477" y="237"/>
                  <a:pt x="485" y="239"/>
                  <a:pt x="493" y="236"/>
                </a:cubicBezTo>
                <a:cubicBezTo>
                  <a:pt x="500" y="233"/>
                  <a:pt x="502" y="230"/>
                  <a:pt x="506" y="227"/>
                </a:cubicBezTo>
                <a:cubicBezTo>
                  <a:pt x="509" y="225"/>
                  <a:pt x="511" y="223"/>
                  <a:pt x="521" y="222"/>
                </a:cubicBezTo>
                <a:cubicBezTo>
                  <a:pt x="532" y="222"/>
                  <a:pt x="541" y="225"/>
                  <a:pt x="546" y="222"/>
                </a:cubicBezTo>
                <a:cubicBezTo>
                  <a:pt x="552" y="220"/>
                  <a:pt x="558" y="218"/>
                  <a:pt x="562" y="218"/>
                </a:cubicBezTo>
                <a:cubicBezTo>
                  <a:pt x="565" y="217"/>
                  <a:pt x="570" y="214"/>
                  <a:pt x="581" y="218"/>
                </a:cubicBezTo>
                <a:cubicBezTo>
                  <a:pt x="586" y="213"/>
                  <a:pt x="588" y="210"/>
                  <a:pt x="591" y="210"/>
                </a:cubicBezTo>
                <a:cubicBezTo>
                  <a:pt x="595" y="210"/>
                  <a:pt x="602" y="208"/>
                  <a:pt x="606" y="208"/>
                </a:cubicBezTo>
                <a:cubicBezTo>
                  <a:pt x="610" y="208"/>
                  <a:pt x="627" y="207"/>
                  <a:pt x="628" y="208"/>
                </a:cubicBezTo>
                <a:cubicBezTo>
                  <a:pt x="629" y="209"/>
                  <a:pt x="643" y="208"/>
                  <a:pt x="643" y="211"/>
                </a:cubicBezTo>
                <a:cubicBezTo>
                  <a:pt x="643" y="213"/>
                  <a:pt x="644" y="220"/>
                  <a:pt x="646" y="221"/>
                </a:cubicBezTo>
                <a:cubicBezTo>
                  <a:pt x="649" y="222"/>
                  <a:pt x="658" y="218"/>
                  <a:pt x="658" y="218"/>
                </a:cubicBezTo>
                <a:cubicBezTo>
                  <a:pt x="658" y="218"/>
                  <a:pt x="659" y="212"/>
                  <a:pt x="658" y="209"/>
                </a:cubicBezTo>
                <a:cubicBezTo>
                  <a:pt x="656" y="205"/>
                  <a:pt x="652" y="197"/>
                  <a:pt x="651" y="195"/>
                </a:cubicBezTo>
                <a:cubicBezTo>
                  <a:pt x="649" y="193"/>
                  <a:pt x="644" y="190"/>
                  <a:pt x="642" y="189"/>
                </a:cubicBezTo>
                <a:cubicBezTo>
                  <a:pt x="640" y="187"/>
                  <a:pt x="638" y="186"/>
                  <a:pt x="638" y="183"/>
                </a:cubicBezTo>
                <a:cubicBezTo>
                  <a:pt x="638" y="181"/>
                  <a:pt x="638" y="174"/>
                  <a:pt x="639" y="172"/>
                </a:cubicBezTo>
                <a:cubicBezTo>
                  <a:pt x="640" y="170"/>
                  <a:pt x="642" y="163"/>
                  <a:pt x="642" y="161"/>
                </a:cubicBezTo>
                <a:cubicBezTo>
                  <a:pt x="642" y="159"/>
                  <a:pt x="639" y="157"/>
                  <a:pt x="637" y="156"/>
                </a:cubicBezTo>
                <a:cubicBezTo>
                  <a:pt x="635" y="156"/>
                  <a:pt x="632" y="155"/>
                  <a:pt x="632" y="152"/>
                </a:cubicBezTo>
                <a:cubicBezTo>
                  <a:pt x="632" y="150"/>
                  <a:pt x="632" y="141"/>
                  <a:pt x="632" y="139"/>
                </a:cubicBezTo>
                <a:cubicBezTo>
                  <a:pt x="632" y="136"/>
                  <a:pt x="632" y="132"/>
                  <a:pt x="631" y="130"/>
                </a:cubicBezTo>
                <a:cubicBezTo>
                  <a:pt x="630" y="128"/>
                  <a:pt x="627" y="122"/>
                  <a:pt x="626" y="119"/>
                </a:cubicBezTo>
                <a:cubicBezTo>
                  <a:pt x="625" y="117"/>
                  <a:pt x="626" y="116"/>
                  <a:pt x="626" y="115"/>
                </a:cubicBezTo>
                <a:cubicBezTo>
                  <a:pt x="626" y="115"/>
                  <a:pt x="634" y="114"/>
                  <a:pt x="635" y="114"/>
                </a:cubicBezTo>
                <a:cubicBezTo>
                  <a:pt x="635" y="113"/>
                  <a:pt x="637" y="111"/>
                  <a:pt x="637" y="109"/>
                </a:cubicBezTo>
                <a:cubicBezTo>
                  <a:pt x="638" y="107"/>
                  <a:pt x="643" y="100"/>
                  <a:pt x="643" y="100"/>
                </a:cubicBezTo>
                <a:cubicBezTo>
                  <a:pt x="643" y="100"/>
                  <a:pt x="640" y="97"/>
                  <a:pt x="639" y="96"/>
                </a:cubicBezTo>
                <a:cubicBezTo>
                  <a:pt x="638" y="95"/>
                  <a:pt x="634" y="89"/>
                  <a:pt x="633" y="89"/>
                </a:cubicBezTo>
                <a:cubicBezTo>
                  <a:pt x="632" y="88"/>
                  <a:pt x="621" y="90"/>
                  <a:pt x="618" y="89"/>
                </a:cubicBezTo>
                <a:cubicBezTo>
                  <a:pt x="615" y="87"/>
                  <a:pt x="606" y="85"/>
                  <a:pt x="605" y="84"/>
                </a:cubicBezTo>
                <a:cubicBezTo>
                  <a:pt x="604" y="82"/>
                  <a:pt x="601" y="78"/>
                  <a:pt x="602" y="75"/>
                </a:cubicBezTo>
                <a:cubicBezTo>
                  <a:pt x="604" y="71"/>
                  <a:pt x="606" y="67"/>
                  <a:pt x="606" y="64"/>
                </a:cubicBezTo>
                <a:cubicBezTo>
                  <a:pt x="606" y="61"/>
                  <a:pt x="602" y="53"/>
                  <a:pt x="602" y="51"/>
                </a:cubicBezTo>
                <a:cubicBezTo>
                  <a:pt x="602" y="50"/>
                  <a:pt x="595" y="45"/>
                  <a:pt x="594" y="44"/>
                </a:cubicBezTo>
                <a:cubicBezTo>
                  <a:pt x="593" y="43"/>
                  <a:pt x="591" y="38"/>
                  <a:pt x="590" y="34"/>
                </a:cubicBezTo>
                <a:cubicBezTo>
                  <a:pt x="590" y="34"/>
                  <a:pt x="590" y="34"/>
                  <a:pt x="590" y="34"/>
                </a:cubicBezTo>
                <a:cubicBezTo>
                  <a:pt x="588" y="34"/>
                  <a:pt x="584" y="34"/>
                  <a:pt x="582" y="33"/>
                </a:cubicBezTo>
                <a:cubicBezTo>
                  <a:pt x="580" y="33"/>
                  <a:pt x="573" y="28"/>
                  <a:pt x="572" y="27"/>
                </a:cubicBezTo>
                <a:cubicBezTo>
                  <a:pt x="571" y="25"/>
                  <a:pt x="568" y="21"/>
                  <a:pt x="567" y="20"/>
                </a:cubicBezTo>
                <a:cubicBezTo>
                  <a:pt x="566" y="19"/>
                  <a:pt x="561" y="19"/>
                  <a:pt x="559" y="19"/>
                </a:cubicBezTo>
                <a:cubicBezTo>
                  <a:pt x="558" y="20"/>
                  <a:pt x="556" y="22"/>
                  <a:pt x="554" y="23"/>
                </a:cubicBezTo>
                <a:cubicBezTo>
                  <a:pt x="552" y="24"/>
                  <a:pt x="552" y="25"/>
                  <a:pt x="550" y="24"/>
                </a:cubicBezTo>
                <a:cubicBezTo>
                  <a:pt x="547" y="23"/>
                  <a:pt x="546" y="23"/>
                  <a:pt x="546" y="23"/>
                </a:cubicBezTo>
                <a:cubicBezTo>
                  <a:pt x="539" y="21"/>
                  <a:pt x="539" y="21"/>
                  <a:pt x="539" y="21"/>
                </a:cubicBezTo>
                <a:cubicBezTo>
                  <a:pt x="539" y="21"/>
                  <a:pt x="534" y="22"/>
                  <a:pt x="534" y="22"/>
                </a:cubicBezTo>
                <a:cubicBezTo>
                  <a:pt x="533" y="22"/>
                  <a:pt x="530" y="20"/>
                  <a:pt x="530" y="19"/>
                </a:cubicBezTo>
                <a:cubicBezTo>
                  <a:pt x="530" y="18"/>
                  <a:pt x="528" y="17"/>
                  <a:pt x="526" y="15"/>
                </a:cubicBezTo>
                <a:cubicBezTo>
                  <a:pt x="525" y="19"/>
                  <a:pt x="523" y="24"/>
                  <a:pt x="521" y="27"/>
                </a:cubicBezTo>
                <a:cubicBezTo>
                  <a:pt x="518" y="31"/>
                  <a:pt x="509" y="37"/>
                  <a:pt x="505" y="39"/>
                </a:cubicBezTo>
                <a:cubicBezTo>
                  <a:pt x="502" y="41"/>
                  <a:pt x="496" y="45"/>
                  <a:pt x="493" y="46"/>
                </a:cubicBezTo>
                <a:cubicBezTo>
                  <a:pt x="490" y="48"/>
                  <a:pt x="485" y="48"/>
                  <a:pt x="480" y="48"/>
                </a:cubicBezTo>
                <a:cubicBezTo>
                  <a:pt x="475" y="49"/>
                  <a:pt x="473" y="48"/>
                  <a:pt x="470" y="47"/>
                </a:cubicBezTo>
                <a:cubicBezTo>
                  <a:pt x="466" y="45"/>
                  <a:pt x="463" y="43"/>
                  <a:pt x="460" y="43"/>
                </a:cubicBezTo>
                <a:cubicBezTo>
                  <a:pt x="456" y="43"/>
                  <a:pt x="448" y="43"/>
                  <a:pt x="442" y="43"/>
                </a:cubicBezTo>
                <a:cubicBezTo>
                  <a:pt x="437" y="42"/>
                  <a:pt x="434" y="45"/>
                  <a:pt x="430" y="47"/>
                </a:cubicBezTo>
                <a:cubicBezTo>
                  <a:pt x="427" y="49"/>
                  <a:pt x="425" y="50"/>
                  <a:pt x="420" y="51"/>
                </a:cubicBezTo>
                <a:cubicBezTo>
                  <a:pt x="415" y="52"/>
                  <a:pt x="411" y="51"/>
                  <a:pt x="409" y="50"/>
                </a:cubicBezTo>
                <a:cubicBezTo>
                  <a:pt x="407" y="49"/>
                  <a:pt x="403" y="44"/>
                  <a:pt x="401" y="43"/>
                </a:cubicBezTo>
                <a:cubicBezTo>
                  <a:pt x="398" y="41"/>
                  <a:pt x="396" y="44"/>
                  <a:pt x="393" y="45"/>
                </a:cubicBezTo>
                <a:cubicBezTo>
                  <a:pt x="390" y="46"/>
                  <a:pt x="389" y="43"/>
                  <a:pt x="387" y="41"/>
                </a:cubicBezTo>
                <a:cubicBezTo>
                  <a:pt x="385" y="40"/>
                  <a:pt x="382" y="40"/>
                  <a:pt x="379" y="39"/>
                </a:cubicBezTo>
                <a:cubicBezTo>
                  <a:pt x="376" y="38"/>
                  <a:pt x="372" y="37"/>
                  <a:pt x="369" y="35"/>
                </a:cubicBezTo>
                <a:cubicBezTo>
                  <a:pt x="366" y="33"/>
                  <a:pt x="364" y="30"/>
                  <a:pt x="360" y="29"/>
                </a:cubicBezTo>
                <a:cubicBezTo>
                  <a:pt x="356" y="29"/>
                  <a:pt x="356" y="32"/>
                  <a:pt x="353" y="34"/>
                </a:cubicBezTo>
                <a:cubicBezTo>
                  <a:pt x="351" y="36"/>
                  <a:pt x="350" y="34"/>
                  <a:pt x="347" y="33"/>
                </a:cubicBezTo>
                <a:cubicBezTo>
                  <a:pt x="344" y="31"/>
                  <a:pt x="344" y="29"/>
                  <a:pt x="342" y="26"/>
                </a:cubicBezTo>
                <a:cubicBezTo>
                  <a:pt x="341" y="24"/>
                  <a:pt x="341" y="18"/>
                  <a:pt x="340" y="14"/>
                </a:cubicBezTo>
                <a:cubicBezTo>
                  <a:pt x="338" y="11"/>
                  <a:pt x="336" y="11"/>
                  <a:pt x="334" y="11"/>
                </a:cubicBezTo>
                <a:cubicBezTo>
                  <a:pt x="331" y="10"/>
                  <a:pt x="329" y="13"/>
                  <a:pt x="327" y="15"/>
                </a:cubicBezTo>
                <a:cubicBezTo>
                  <a:pt x="324" y="17"/>
                  <a:pt x="320" y="19"/>
                  <a:pt x="318" y="19"/>
                </a:cubicBezTo>
                <a:cubicBezTo>
                  <a:pt x="316" y="20"/>
                  <a:pt x="312" y="18"/>
                  <a:pt x="310" y="17"/>
                </a:cubicBezTo>
                <a:cubicBezTo>
                  <a:pt x="307" y="16"/>
                  <a:pt x="304" y="10"/>
                  <a:pt x="302" y="8"/>
                </a:cubicBezTo>
                <a:cubicBezTo>
                  <a:pt x="300" y="5"/>
                  <a:pt x="301" y="3"/>
                  <a:pt x="301" y="1"/>
                </a:cubicBezTo>
                <a:cubicBezTo>
                  <a:pt x="300" y="0"/>
                  <a:pt x="299" y="1"/>
                  <a:pt x="297" y="1"/>
                </a:cubicBezTo>
                <a:cubicBezTo>
                  <a:pt x="295" y="2"/>
                  <a:pt x="293" y="4"/>
                  <a:pt x="289" y="5"/>
                </a:cubicBezTo>
                <a:cubicBezTo>
                  <a:pt x="285" y="6"/>
                  <a:pt x="265" y="5"/>
                  <a:pt x="263" y="5"/>
                </a:cubicBezTo>
                <a:cubicBezTo>
                  <a:pt x="260" y="6"/>
                  <a:pt x="240" y="6"/>
                  <a:pt x="238" y="6"/>
                </a:cubicBezTo>
                <a:cubicBezTo>
                  <a:pt x="236" y="7"/>
                  <a:pt x="227" y="13"/>
                  <a:pt x="226" y="14"/>
                </a:cubicBezTo>
                <a:cubicBezTo>
                  <a:pt x="224" y="14"/>
                  <a:pt x="206" y="15"/>
                  <a:pt x="204" y="16"/>
                </a:cubicBezTo>
                <a:cubicBezTo>
                  <a:pt x="202" y="17"/>
                  <a:pt x="197" y="21"/>
                  <a:pt x="194" y="23"/>
                </a:cubicBezTo>
                <a:cubicBezTo>
                  <a:pt x="192" y="24"/>
                  <a:pt x="188" y="27"/>
                  <a:pt x="184" y="29"/>
                </a:cubicBezTo>
                <a:cubicBezTo>
                  <a:pt x="180" y="31"/>
                  <a:pt x="180" y="34"/>
                  <a:pt x="179" y="37"/>
                </a:cubicBezTo>
                <a:cubicBezTo>
                  <a:pt x="179" y="39"/>
                  <a:pt x="175" y="46"/>
                  <a:pt x="174" y="48"/>
                </a:cubicBezTo>
                <a:cubicBezTo>
                  <a:pt x="172" y="49"/>
                  <a:pt x="159" y="49"/>
                  <a:pt x="159" y="48"/>
                </a:cubicBezTo>
                <a:cubicBezTo>
                  <a:pt x="158" y="48"/>
                  <a:pt x="148" y="44"/>
                  <a:pt x="144" y="45"/>
                </a:cubicBezTo>
                <a:cubicBezTo>
                  <a:pt x="141" y="45"/>
                  <a:pt x="124" y="44"/>
                  <a:pt x="120" y="45"/>
                </a:cubicBezTo>
                <a:cubicBezTo>
                  <a:pt x="116" y="45"/>
                  <a:pt x="106" y="44"/>
                  <a:pt x="102" y="44"/>
                </a:cubicBezTo>
                <a:cubicBezTo>
                  <a:pt x="99" y="44"/>
                  <a:pt x="97" y="47"/>
                  <a:pt x="96" y="49"/>
                </a:cubicBezTo>
                <a:cubicBezTo>
                  <a:pt x="95" y="50"/>
                  <a:pt x="96" y="53"/>
                  <a:pt x="96" y="55"/>
                </a:cubicBezTo>
                <a:cubicBezTo>
                  <a:pt x="97" y="57"/>
                  <a:pt x="102" y="61"/>
                  <a:pt x="102" y="62"/>
                </a:cubicBezTo>
                <a:cubicBezTo>
                  <a:pt x="103" y="62"/>
                  <a:pt x="122" y="62"/>
                  <a:pt x="122" y="62"/>
                </a:cubicBezTo>
                <a:cubicBezTo>
                  <a:pt x="122" y="69"/>
                  <a:pt x="122" y="69"/>
                  <a:pt x="122" y="69"/>
                </a:cubicBezTo>
                <a:cubicBezTo>
                  <a:pt x="122" y="69"/>
                  <a:pt x="102" y="69"/>
                  <a:pt x="99" y="69"/>
                </a:cubicBezTo>
                <a:cubicBezTo>
                  <a:pt x="97" y="70"/>
                  <a:pt x="93" y="72"/>
                  <a:pt x="91" y="74"/>
                </a:cubicBezTo>
                <a:cubicBezTo>
                  <a:pt x="88" y="75"/>
                  <a:pt x="88" y="80"/>
                  <a:pt x="89" y="81"/>
                </a:cubicBezTo>
                <a:cubicBezTo>
                  <a:pt x="89" y="82"/>
                  <a:pt x="92" y="82"/>
                  <a:pt x="95" y="81"/>
                </a:cubicBezTo>
                <a:cubicBezTo>
                  <a:pt x="97" y="80"/>
                  <a:pt x="98" y="82"/>
                  <a:pt x="98" y="83"/>
                </a:cubicBezTo>
                <a:cubicBezTo>
                  <a:pt x="98" y="84"/>
                  <a:pt x="97" y="86"/>
                  <a:pt x="95" y="87"/>
                </a:cubicBezTo>
                <a:cubicBezTo>
                  <a:pt x="94" y="87"/>
                  <a:pt x="77" y="87"/>
                  <a:pt x="76" y="86"/>
                </a:cubicBezTo>
                <a:cubicBezTo>
                  <a:pt x="75" y="86"/>
                  <a:pt x="74" y="83"/>
                  <a:pt x="72" y="81"/>
                </a:cubicBezTo>
                <a:cubicBezTo>
                  <a:pt x="70" y="80"/>
                  <a:pt x="70" y="81"/>
                  <a:pt x="68" y="82"/>
                </a:cubicBezTo>
                <a:cubicBezTo>
                  <a:pt x="66" y="84"/>
                  <a:pt x="65" y="85"/>
                  <a:pt x="63" y="86"/>
                </a:cubicBezTo>
                <a:cubicBezTo>
                  <a:pt x="62" y="86"/>
                  <a:pt x="61" y="84"/>
                  <a:pt x="60" y="82"/>
                </a:cubicBezTo>
                <a:cubicBezTo>
                  <a:pt x="58" y="80"/>
                  <a:pt x="58" y="80"/>
                  <a:pt x="57" y="80"/>
                </a:cubicBezTo>
                <a:cubicBezTo>
                  <a:pt x="55" y="79"/>
                  <a:pt x="53" y="80"/>
                  <a:pt x="52" y="81"/>
                </a:cubicBezTo>
                <a:cubicBezTo>
                  <a:pt x="51" y="82"/>
                  <a:pt x="49" y="85"/>
                  <a:pt x="47" y="86"/>
                </a:cubicBezTo>
                <a:cubicBezTo>
                  <a:pt x="45" y="87"/>
                  <a:pt x="44" y="87"/>
                  <a:pt x="43" y="87"/>
                </a:cubicBezTo>
                <a:cubicBezTo>
                  <a:pt x="41" y="87"/>
                  <a:pt x="36" y="82"/>
                  <a:pt x="34" y="81"/>
                </a:cubicBezTo>
                <a:cubicBezTo>
                  <a:pt x="32" y="79"/>
                  <a:pt x="27" y="80"/>
                  <a:pt x="23" y="80"/>
                </a:cubicBezTo>
                <a:cubicBezTo>
                  <a:pt x="19" y="80"/>
                  <a:pt x="17" y="84"/>
                  <a:pt x="16" y="85"/>
                </a:cubicBezTo>
                <a:cubicBezTo>
                  <a:pt x="14" y="87"/>
                  <a:pt x="9" y="91"/>
                  <a:pt x="8" y="94"/>
                </a:cubicBezTo>
                <a:cubicBezTo>
                  <a:pt x="6" y="96"/>
                  <a:pt x="1" y="102"/>
                  <a:pt x="1" y="104"/>
                </a:cubicBezTo>
                <a:cubicBezTo>
                  <a:pt x="0" y="106"/>
                  <a:pt x="2" y="108"/>
                  <a:pt x="3" y="109"/>
                </a:cubicBezTo>
                <a:cubicBezTo>
                  <a:pt x="4" y="110"/>
                  <a:pt x="4" y="115"/>
                  <a:pt x="4" y="117"/>
                </a:cubicBezTo>
                <a:cubicBezTo>
                  <a:pt x="3" y="119"/>
                  <a:pt x="1" y="122"/>
                  <a:pt x="2" y="123"/>
                </a:cubicBezTo>
                <a:cubicBezTo>
                  <a:pt x="2" y="124"/>
                  <a:pt x="4" y="125"/>
                  <a:pt x="6" y="125"/>
                </a:cubicBezTo>
                <a:cubicBezTo>
                  <a:pt x="9" y="125"/>
                  <a:pt x="10" y="124"/>
                  <a:pt x="13" y="123"/>
                </a:cubicBezTo>
                <a:cubicBezTo>
                  <a:pt x="15" y="122"/>
                  <a:pt x="29" y="123"/>
                  <a:pt x="30" y="123"/>
                </a:cubicBezTo>
                <a:cubicBezTo>
                  <a:pt x="31" y="123"/>
                  <a:pt x="29" y="126"/>
                  <a:pt x="27" y="127"/>
                </a:cubicBezTo>
                <a:cubicBezTo>
                  <a:pt x="26" y="128"/>
                  <a:pt x="24" y="131"/>
                  <a:pt x="24" y="132"/>
                </a:cubicBezTo>
                <a:cubicBezTo>
                  <a:pt x="24" y="134"/>
                  <a:pt x="26" y="139"/>
                  <a:pt x="28" y="140"/>
                </a:cubicBezTo>
                <a:cubicBezTo>
                  <a:pt x="30" y="140"/>
                  <a:pt x="28" y="143"/>
                  <a:pt x="27" y="146"/>
                </a:cubicBezTo>
                <a:cubicBezTo>
                  <a:pt x="26" y="149"/>
                  <a:pt x="26" y="149"/>
                  <a:pt x="29" y="150"/>
                </a:cubicBezTo>
                <a:cubicBezTo>
                  <a:pt x="32" y="152"/>
                  <a:pt x="35" y="148"/>
                  <a:pt x="37" y="147"/>
                </a:cubicBezTo>
                <a:cubicBezTo>
                  <a:pt x="39" y="145"/>
                  <a:pt x="37" y="150"/>
                  <a:pt x="36" y="153"/>
                </a:cubicBezTo>
                <a:cubicBezTo>
                  <a:pt x="35" y="155"/>
                  <a:pt x="32" y="155"/>
                  <a:pt x="29" y="157"/>
                </a:cubicBezTo>
                <a:cubicBezTo>
                  <a:pt x="25" y="158"/>
                  <a:pt x="24" y="159"/>
                  <a:pt x="24" y="160"/>
                </a:cubicBezTo>
                <a:cubicBezTo>
                  <a:pt x="24" y="161"/>
                  <a:pt x="28" y="163"/>
                  <a:pt x="29" y="163"/>
                </a:cubicBezTo>
                <a:cubicBezTo>
                  <a:pt x="31" y="164"/>
                  <a:pt x="28" y="165"/>
                  <a:pt x="26" y="168"/>
                </a:cubicBezTo>
                <a:cubicBezTo>
                  <a:pt x="24" y="171"/>
                  <a:pt x="24" y="171"/>
                  <a:pt x="23" y="172"/>
                </a:cubicBezTo>
                <a:cubicBezTo>
                  <a:pt x="21" y="173"/>
                  <a:pt x="19" y="169"/>
                  <a:pt x="19" y="165"/>
                </a:cubicBezTo>
                <a:cubicBezTo>
                  <a:pt x="18" y="161"/>
                  <a:pt x="16" y="162"/>
                  <a:pt x="13" y="162"/>
                </a:cubicBezTo>
                <a:cubicBezTo>
                  <a:pt x="11" y="162"/>
                  <a:pt x="12" y="166"/>
                  <a:pt x="12" y="169"/>
                </a:cubicBezTo>
                <a:cubicBezTo>
                  <a:pt x="13" y="172"/>
                  <a:pt x="13" y="172"/>
                  <a:pt x="13" y="174"/>
                </a:cubicBezTo>
                <a:cubicBezTo>
                  <a:pt x="13" y="177"/>
                  <a:pt x="11" y="177"/>
                  <a:pt x="11" y="178"/>
                </a:cubicBezTo>
                <a:cubicBezTo>
                  <a:pt x="11" y="180"/>
                  <a:pt x="12" y="183"/>
                  <a:pt x="13" y="184"/>
                </a:cubicBezTo>
                <a:cubicBezTo>
                  <a:pt x="14" y="185"/>
                  <a:pt x="19" y="186"/>
                  <a:pt x="22" y="187"/>
                </a:cubicBezTo>
                <a:cubicBezTo>
                  <a:pt x="25" y="187"/>
                  <a:pt x="31" y="189"/>
                  <a:pt x="35" y="190"/>
                </a:cubicBezTo>
                <a:cubicBezTo>
                  <a:pt x="38" y="192"/>
                  <a:pt x="41" y="195"/>
                  <a:pt x="42" y="198"/>
                </a:cubicBezTo>
                <a:cubicBezTo>
                  <a:pt x="43" y="200"/>
                  <a:pt x="41" y="204"/>
                  <a:pt x="38" y="206"/>
                </a:cubicBezTo>
                <a:cubicBezTo>
                  <a:pt x="35" y="207"/>
                  <a:pt x="37" y="209"/>
                  <a:pt x="37" y="210"/>
                </a:cubicBezTo>
                <a:cubicBezTo>
                  <a:pt x="37" y="210"/>
                  <a:pt x="40" y="211"/>
                  <a:pt x="40" y="211"/>
                </a:cubicBezTo>
                <a:cubicBezTo>
                  <a:pt x="41" y="212"/>
                  <a:pt x="40" y="215"/>
                  <a:pt x="43" y="216"/>
                </a:cubicBezTo>
                <a:cubicBezTo>
                  <a:pt x="46" y="217"/>
                  <a:pt x="49" y="219"/>
                  <a:pt x="52" y="221"/>
                </a:cubicBezTo>
                <a:cubicBezTo>
                  <a:pt x="55" y="223"/>
                  <a:pt x="56" y="226"/>
                  <a:pt x="52" y="228"/>
                </a:cubicBezTo>
                <a:cubicBezTo>
                  <a:pt x="48" y="229"/>
                  <a:pt x="47" y="230"/>
                  <a:pt x="45" y="232"/>
                </a:cubicBezTo>
                <a:cubicBezTo>
                  <a:pt x="43" y="235"/>
                  <a:pt x="46" y="236"/>
                  <a:pt x="51" y="237"/>
                </a:cubicBezTo>
                <a:cubicBezTo>
                  <a:pt x="57" y="238"/>
                  <a:pt x="57" y="235"/>
                  <a:pt x="60" y="234"/>
                </a:cubicBezTo>
                <a:cubicBezTo>
                  <a:pt x="63" y="233"/>
                  <a:pt x="72" y="233"/>
                  <a:pt x="75" y="234"/>
                </a:cubicBezTo>
                <a:cubicBezTo>
                  <a:pt x="78" y="235"/>
                  <a:pt x="75" y="240"/>
                  <a:pt x="72" y="241"/>
                </a:cubicBezTo>
                <a:cubicBezTo>
                  <a:pt x="70" y="243"/>
                  <a:pt x="63" y="243"/>
                  <a:pt x="56" y="243"/>
                </a:cubicBezTo>
                <a:cubicBezTo>
                  <a:pt x="49" y="243"/>
                  <a:pt x="50" y="244"/>
                  <a:pt x="49" y="246"/>
                </a:cubicBezTo>
                <a:cubicBezTo>
                  <a:pt x="48" y="247"/>
                  <a:pt x="52" y="248"/>
                  <a:pt x="56" y="248"/>
                </a:cubicBezTo>
                <a:cubicBezTo>
                  <a:pt x="61" y="249"/>
                  <a:pt x="60" y="247"/>
                  <a:pt x="62" y="246"/>
                </a:cubicBezTo>
                <a:cubicBezTo>
                  <a:pt x="64" y="246"/>
                  <a:pt x="70" y="249"/>
                  <a:pt x="71" y="251"/>
                </a:cubicBezTo>
                <a:cubicBezTo>
                  <a:pt x="71" y="253"/>
                  <a:pt x="73" y="252"/>
                  <a:pt x="77" y="249"/>
                </a:cubicBezTo>
                <a:cubicBezTo>
                  <a:pt x="80" y="246"/>
                  <a:pt x="83" y="243"/>
                  <a:pt x="86" y="241"/>
                </a:cubicBezTo>
                <a:cubicBezTo>
                  <a:pt x="89" y="240"/>
                  <a:pt x="89" y="243"/>
                  <a:pt x="93" y="245"/>
                </a:cubicBezTo>
                <a:cubicBezTo>
                  <a:pt x="97" y="247"/>
                  <a:pt x="98" y="247"/>
                  <a:pt x="99" y="248"/>
                </a:cubicBezTo>
                <a:cubicBezTo>
                  <a:pt x="100" y="249"/>
                  <a:pt x="104" y="249"/>
                  <a:pt x="104" y="246"/>
                </a:cubicBezTo>
                <a:cubicBezTo>
                  <a:pt x="105" y="244"/>
                  <a:pt x="108" y="245"/>
                  <a:pt x="110" y="246"/>
                </a:cubicBezTo>
                <a:cubicBezTo>
                  <a:pt x="112" y="248"/>
                  <a:pt x="110" y="248"/>
                  <a:pt x="109" y="250"/>
                </a:cubicBezTo>
                <a:cubicBezTo>
                  <a:pt x="108" y="251"/>
                  <a:pt x="110" y="255"/>
                  <a:pt x="110" y="257"/>
                </a:cubicBezTo>
                <a:cubicBezTo>
                  <a:pt x="110" y="259"/>
                  <a:pt x="114" y="263"/>
                  <a:pt x="117" y="265"/>
                </a:cubicBezTo>
                <a:cubicBezTo>
                  <a:pt x="121" y="267"/>
                  <a:pt x="124" y="267"/>
                  <a:pt x="128" y="268"/>
                </a:cubicBezTo>
                <a:cubicBezTo>
                  <a:pt x="133" y="269"/>
                  <a:pt x="137" y="268"/>
                  <a:pt x="139" y="268"/>
                </a:cubicBezTo>
                <a:cubicBezTo>
                  <a:pt x="141" y="267"/>
                  <a:pt x="142" y="265"/>
                  <a:pt x="144" y="264"/>
                </a:cubicBezTo>
                <a:cubicBezTo>
                  <a:pt x="147" y="263"/>
                  <a:pt x="152" y="262"/>
                  <a:pt x="153" y="261"/>
                </a:cubicBezTo>
                <a:cubicBezTo>
                  <a:pt x="154" y="260"/>
                  <a:pt x="157" y="263"/>
                  <a:pt x="159" y="264"/>
                </a:cubicBezTo>
                <a:cubicBezTo>
                  <a:pt x="161" y="266"/>
                  <a:pt x="165" y="262"/>
                  <a:pt x="165" y="261"/>
                </a:cubicBezTo>
                <a:cubicBezTo>
                  <a:pt x="166" y="260"/>
                  <a:pt x="165" y="240"/>
                  <a:pt x="165" y="240"/>
                </a:cubicBezTo>
                <a:cubicBezTo>
                  <a:pt x="194" y="240"/>
                  <a:pt x="194" y="240"/>
                  <a:pt x="194" y="240"/>
                </a:cubicBezTo>
                <a:cubicBezTo>
                  <a:pt x="194" y="240"/>
                  <a:pt x="201" y="244"/>
                  <a:pt x="204" y="246"/>
                </a:cubicBezTo>
                <a:cubicBezTo>
                  <a:pt x="207" y="248"/>
                  <a:pt x="208" y="248"/>
                  <a:pt x="215" y="249"/>
                </a:cubicBezTo>
                <a:cubicBezTo>
                  <a:pt x="221" y="251"/>
                  <a:pt x="220" y="254"/>
                  <a:pt x="222" y="256"/>
                </a:cubicBezTo>
                <a:cubicBezTo>
                  <a:pt x="225" y="259"/>
                  <a:pt x="233" y="268"/>
                  <a:pt x="237" y="270"/>
                </a:cubicBezTo>
                <a:cubicBezTo>
                  <a:pt x="242" y="273"/>
                  <a:pt x="247" y="270"/>
                  <a:pt x="252" y="269"/>
                </a:cubicBezTo>
                <a:cubicBezTo>
                  <a:pt x="257" y="267"/>
                  <a:pt x="259" y="269"/>
                  <a:pt x="265" y="268"/>
                </a:cubicBezTo>
                <a:cubicBezTo>
                  <a:pt x="272" y="267"/>
                  <a:pt x="274" y="265"/>
                  <a:pt x="277" y="263"/>
                </a:cubicBezTo>
                <a:cubicBezTo>
                  <a:pt x="280" y="262"/>
                  <a:pt x="285" y="263"/>
                  <a:pt x="289" y="263"/>
                </a:cubicBezTo>
                <a:cubicBezTo>
                  <a:pt x="292" y="263"/>
                  <a:pt x="292" y="260"/>
                  <a:pt x="293" y="258"/>
                </a:cubicBezTo>
                <a:cubicBezTo>
                  <a:pt x="294" y="255"/>
                  <a:pt x="296" y="253"/>
                  <a:pt x="298" y="250"/>
                </a:cubicBezTo>
                <a:cubicBezTo>
                  <a:pt x="300" y="246"/>
                  <a:pt x="306" y="240"/>
                  <a:pt x="310" y="237"/>
                </a:cubicBezTo>
                <a:cubicBezTo>
                  <a:pt x="313" y="234"/>
                  <a:pt x="316" y="237"/>
                  <a:pt x="319" y="238"/>
                </a:cubicBezTo>
                <a:cubicBezTo>
                  <a:pt x="322" y="238"/>
                  <a:pt x="327" y="241"/>
                  <a:pt x="332" y="243"/>
                </a:cubicBezTo>
                <a:cubicBezTo>
                  <a:pt x="337" y="245"/>
                  <a:pt x="340" y="246"/>
                  <a:pt x="345" y="245"/>
                </a:cubicBezTo>
                <a:cubicBezTo>
                  <a:pt x="349" y="245"/>
                  <a:pt x="350" y="241"/>
                  <a:pt x="351" y="238"/>
                </a:cubicBezTo>
                <a:cubicBezTo>
                  <a:pt x="353" y="234"/>
                  <a:pt x="357" y="235"/>
                  <a:pt x="359" y="234"/>
                </a:cubicBezTo>
                <a:cubicBezTo>
                  <a:pt x="362" y="233"/>
                  <a:pt x="364" y="237"/>
                  <a:pt x="364" y="240"/>
                </a:cubicBezTo>
                <a:cubicBezTo>
                  <a:pt x="364" y="243"/>
                  <a:pt x="361" y="247"/>
                  <a:pt x="360" y="249"/>
                </a:cubicBezTo>
                <a:cubicBezTo>
                  <a:pt x="358" y="251"/>
                  <a:pt x="353" y="253"/>
                  <a:pt x="352" y="256"/>
                </a:cubicBezTo>
                <a:cubicBezTo>
                  <a:pt x="351" y="259"/>
                  <a:pt x="354" y="263"/>
                  <a:pt x="356" y="264"/>
                </a:cubicBezTo>
                <a:cubicBezTo>
                  <a:pt x="357" y="265"/>
                  <a:pt x="358" y="270"/>
                  <a:pt x="358" y="271"/>
                </a:cubicBezTo>
                <a:cubicBezTo>
                  <a:pt x="370" y="271"/>
                  <a:pt x="370" y="271"/>
                  <a:pt x="370" y="271"/>
                </a:cubicBezTo>
                <a:cubicBezTo>
                  <a:pt x="370" y="271"/>
                  <a:pt x="378" y="269"/>
                  <a:pt x="379" y="267"/>
                </a:cubicBezTo>
                <a:close/>
              </a:path>
            </a:pathLst>
          </a:custGeom>
          <a:solidFill>
            <a:schemeClr val="accent4"/>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2408238" y="2562225"/>
            <a:ext cx="879475" cy="788988"/>
          </a:xfrm>
          <a:custGeom>
            <a:avLst/>
            <a:gdLst>
              <a:gd name="T0" fmla="*/ 27 w 231"/>
              <a:gd name="T1" fmla="*/ 117 h 207"/>
              <a:gd name="T2" fmla="*/ 28 w 231"/>
              <a:gd name="T3" fmla="*/ 123 h 207"/>
              <a:gd name="T4" fmla="*/ 35 w 231"/>
              <a:gd name="T5" fmla="*/ 127 h 207"/>
              <a:gd name="T6" fmla="*/ 36 w 231"/>
              <a:gd name="T7" fmla="*/ 137 h 207"/>
              <a:gd name="T8" fmla="*/ 33 w 231"/>
              <a:gd name="T9" fmla="*/ 144 h 207"/>
              <a:gd name="T10" fmla="*/ 26 w 231"/>
              <a:gd name="T11" fmla="*/ 146 h 207"/>
              <a:gd name="T12" fmla="*/ 23 w 231"/>
              <a:gd name="T13" fmla="*/ 152 h 207"/>
              <a:gd name="T14" fmla="*/ 18 w 231"/>
              <a:gd name="T15" fmla="*/ 159 h 207"/>
              <a:gd name="T16" fmla="*/ 14 w 231"/>
              <a:gd name="T17" fmla="*/ 166 h 207"/>
              <a:gd name="T18" fmla="*/ 14 w 231"/>
              <a:gd name="T19" fmla="*/ 169 h 207"/>
              <a:gd name="T20" fmla="*/ 17 w 231"/>
              <a:gd name="T21" fmla="*/ 173 h 207"/>
              <a:gd name="T22" fmla="*/ 20 w 231"/>
              <a:gd name="T23" fmla="*/ 178 h 207"/>
              <a:gd name="T24" fmla="*/ 20 w 231"/>
              <a:gd name="T25" fmla="*/ 186 h 207"/>
              <a:gd name="T26" fmla="*/ 19 w 231"/>
              <a:gd name="T27" fmla="*/ 192 h 207"/>
              <a:gd name="T28" fmla="*/ 30 w 231"/>
              <a:gd name="T29" fmla="*/ 198 h 207"/>
              <a:gd name="T30" fmla="*/ 39 w 231"/>
              <a:gd name="T31" fmla="*/ 202 h 207"/>
              <a:gd name="T32" fmla="*/ 49 w 231"/>
              <a:gd name="T33" fmla="*/ 207 h 207"/>
              <a:gd name="T34" fmla="*/ 121 w 231"/>
              <a:gd name="T35" fmla="*/ 163 h 207"/>
              <a:gd name="T36" fmla="*/ 176 w 231"/>
              <a:gd name="T37" fmla="*/ 124 h 207"/>
              <a:gd name="T38" fmla="*/ 194 w 231"/>
              <a:gd name="T39" fmla="*/ 106 h 207"/>
              <a:gd name="T40" fmla="*/ 195 w 231"/>
              <a:gd name="T41" fmla="*/ 92 h 207"/>
              <a:gd name="T42" fmla="*/ 196 w 231"/>
              <a:gd name="T43" fmla="*/ 83 h 207"/>
              <a:gd name="T44" fmla="*/ 201 w 231"/>
              <a:gd name="T45" fmla="*/ 72 h 207"/>
              <a:gd name="T46" fmla="*/ 199 w 231"/>
              <a:gd name="T47" fmla="*/ 60 h 207"/>
              <a:gd name="T48" fmla="*/ 193 w 231"/>
              <a:gd name="T49" fmla="*/ 49 h 207"/>
              <a:gd name="T50" fmla="*/ 193 w 231"/>
              <a:gd name="T51" fmla="*/ 37 h 207"/>
              <a:gd name="T52" fmla="*/ 201 w 231"/>
              <a:gd name="T53" fmla="*/ 26 h 207"/>
              <a:gd name="T54" fmla="*/ 214 w 231"/>
              <a:gd name="T55" fmla="*/ 23 h 207"/>
              <a:gd name="T56" fmla="*/ 228 w 231"/>
              <a:gd name="T57" fmla="*/ 14 h 207"/>
              <a:gd name="T58" fmla="*/ 231 w 231"/>
              <a:gd name="T59" fmla="*/ 4 h 207"/>
              <a:gd name="T60" fmla="*/ 212 w 231"/>
              <a:gd name="T61" fmla="*/ 4 h 207"/>
              <a:gd name="T62" fmla="*/ 196 w 231"/>
              <a:gd name="T63" fmla="*/ 8 h 207"/>
              <a:gd name="T64" fmla="*/ 171 w 231"/>
              <a:gd name="T65" fmla="*/ 8 h 207"/>
              <a:gd name="T66" fmla="*/ 156 w 231"/>
              <a:gd name="T67" fmla="*/ 13 h 207"/>
              <a:gd name="T68" fmla="*/ 143 w 231"/>
              <a:gd name="T69" fmla="*/ 22 h 207"/>
              <a:gd name="T70" fmla="*/ 119 w 231"/>
              <a:gd name="T71" fmla="*/ 23 h 207"/>
              <a:gd name="T72" fmla="*/ 103 w 231"/>
              <a:gd name="T73" fmla="*/ 17 h 207"/>
              <a:gd name="T74" fmla="*/ 86 w 231"/>
              <a:gd name="T75" fmla="*/ 17 h 207"/>
              <a:gd name="T76" fmla="*/ 69 w 231"/>
              <a:gd name="T77" fmla="*/ 22 h 207"/>
              <a:gd name="T78" fmla="*/ 55 w 231"/>
              <a:gd name="T79" fmla="*/ 28 h 207"/>
              <a:gd name="T80" fmla="*/ 40 w 231"/>
              <a:gd name="T81" fmla="*/ 25 h 207"/>
              <a:gd name="T82" fmla="*/ 34 w 231"/>
              <a:gd name="T83" fmla="*/ 30 h 207"/>
              <a:gd name="T84" fmla="*/ 33 w 231"/>
              <a:gd name="T85" fmla="*/ 39 h 207"/>
              <a:gd name="T86" fmla="*/ 30 w 231"/>
              <a:gd name="T87" fmla="*/ 46 h 207"/>
              <a:gd name="T88" fmla="*/ 29 w 231"/>
              <a:gd name="T89" fmla="*/ 53 h 207"/>
              <a:gd name="T90" fmla="*/ 20 w 231"/>
              <a:gd name="T91" fmla="*/ 57 h 207"/>
              <a:gd name="T92" fmla="*/ 8 w 231"/>
              <a:gd name="T93" fmla="*/ 57 h 207"/>
              <a:gd name="T94" fmla="*/ 2 w 231"/>
              <a:gd name="T95" fmla="*/ 60 h 207"/>
              <a:gd name="T96" fmla="*/ 2 w 231"/>
              <a:gd name="T97" fmla="*/ 69 h 207"/>
              <a:gd name="T98" fmla="*/ 7 w 231"/>
              <a:gd name="T99" fmla="*/ 80 h 207"/>
              <a:gd name="T100" fmla="*/ 11 w 231"/>
              <a:gd name="T101" fmla="*/ 97 h 207"/>
              <a:gd name="T102" fmla="*/ 9 w 231"/>
              <a:gd name="T103" fmla="*/ 112 h 207"/>
              <a:gd name="T104" fmla="*/ 8 w 231"/>
              <a:gd name="T105" fmla="*/ 115 h 207"/>
              <a:gd name="T106" fmla="*/ 18 w 231"/>
              <a:gd name="T107" fmla="*/ 116 h 207"/>
              <a:gd name="T108" fmla="*/ 27 w 231"/>
              <a:gd name="T109" fmla="*/ 11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1" h="207">
                <a:moveTo>
                  <a:pt x="27" y="117"/>
                </a:moveTo>
                <a:cubicBezTo>
                  <a:pt x="28" y="118"/>
                  <a:pt x="27" y="121"/>
                  <a:pt x="28" y="123"/>
                </a:cubicBezTo>
                <a:cubicBezTo>
                  <a:pt x="29" y="124"/>
                  <a:pt x="33" y="125"/>
                  <a:pt x="35" y="127"/>
                </a:cubicBezTo>
                <a:cubicBezTo>
                  <a:pt x="36" y="128"/>
                  <a:pt x="35" y="135"/>
                  <a:pt x="36" y="137"/>
                </a:cubicBezTo>
                <a:cubicBezTo>
                  <a:pt x="36" y="138"/>
                  <a:pt x="36" y="143"/>
                  <a:pt x="33" y="144"/>
                </a:cubicBezTo>
                <a:cubicBezTo>
                  <a:pt x="31" y="145"/>
                  <a:pt x="28" y="145"/>
                  <a:pt x="26" y="146"/>
                </a:cubicBezTo>
                <a:cubicBezTo>
                  <a:pt x="24" y="146"/>
                  <a:pt x="23" y="150"/>
                  <a:pt x="23" y="152"/>
                </a:cubicBezTo>
                <a:cubicBezTo>
                  <a:pt x="22" y="153"/>
                  <a:pt x="19" y="158"/>
                  <a:pt x="18" y="159"/>
                </a:cubicBezTo>
                <a:cubicBezTo>
                  <a:pt x="16" y="161"/>
                  <a:pt x="14" y="165"/>
                  <a:pt x="14" y="166"/>
                </a:cubicBezTo>
                <a:cubicBezTo>
                  <a:pt x="14" y="167"/>
                  <a:pt x="14" y="169"/>
                  <a:pt x="14" y="169"/>
                </a:cubicBezTo>
                <a:cubicBezTo>
                  <a:pt x="14" y="169"/>
                  <a:pt x="16" y="172"/>
                  <a:pt x="17" y="173"/>
                </a:cubicBezTo>
                <a:cubicBezTo>
                  <a:pt x="18" y="174"/>
                  <a:pt x="20" y="178"/>
                  <a:pt x="20" y="178"/>
                </a:cubicBezTo>
                <a:cubicBezTo>
                  <a:pt x="21" y="179"/>
                  <a:pt x="21" y="184"/>
                  <a:pt x="20" y="186"/>
                </a:cubicBezTo>
                <a:cubicBezTo>
                  <a:pt x="20" y="188"/>
                  <a:pt x="18" y="191"/>
                  <a:pt x="19" y="192"/>
                </a:cubicBezTo>
                <a:cubicBezTo>
                  <a:pt x="19" y="192"/>
                  <a:pt x="28" y="196"/>
                  <a:pt x="30" y="198"/>
                </a:cubicBezTo>
                <a:cubicBezTo>
                  <a:pt x="32" y="199"/>
                  <a:pt x="37" y="201"/>
                  <a:pt x="39" y="202"/>
                </a:cubicBezTo>
                <a:cubicBezTo>
                  <a:pt x="41" y="203"/>
                  <a:pt x="49" y="207"/>
                  <a:pt x="49" y="207"/>
                </a:cubicBezTo>
                <a:cubicBezTo>
                  <a:pt x="121" y="163"/>
                  <a:pt x="121" y="163"/>
                  <a:pt x="121" y="163"/>
                </a:cubicBezTo>
                <a:cubicBezTo>
                  <a:pt x="121" y="163"/>
                  <a:pt x="170" y="127"/>
                  <a:pt x="176" y="124"/>
                </a:cubicBezTo>
                <a:cubicBezTo>
                  <a:pt x="181" y="121"/>
                  <a:pt x="194" y="106"/>
                  <a:pt x="194" y="106"/>
                </a:cubicBezTo>
                <a:cubicBezTo>
                  <a:pt x="194" y="106"/>
                  <a:pt x="195" y="95"/>
                  <a:pt x="195" y="92"/>
                </a:cubicBezTo>
                <a:cubicBezTo>
                  <a:pt x="195" y="89"/>
                  <a:pt x="195" y="85"/>
                  <a:pt x="196" y="83"/>
                </a:cubicBezTo>
                <a:cubicBezTo>
                  <a:pt x="197" y="80"/>
                  <a:pt x="200" y="76"/>
                  <a:pt x="201" y="72"/>
                </a:cubicBezTo>
                <a:cubicBezTo>
                  <a:pt x="202" y="68"/>
                  <a:pt x="200" y="63"/>
                  <a:pt x="199" y="60"/>
                </a:cubicBezTo>
                <a:cubicBezTo>
                  <a:pt x="197" y="57"/>
                  <a:pt x="195" y="53"/>
                  <a:pt x="193" y="49"/>
                </a:cubicBezTo>
                <a:cubicBezTo>
                  <a:pt x="191" y="45"/>
                  <a:pt x="193" y="42"/>
                  <a:pt x="193" y="37"/>
                </a:cubicBezTo>
                <a:cubicBezTo>
                  <a:pt x="193" y="32"/>
                  <a:pt x="199" y="27"/>
                  <a:pt x="201" y="26"/>
                </a:cubicBezTo>
                <a:cubicBezTo>
                  <a:pt x="204" y="25"/>
                  <a:pt x="210" y="24"/>
                  <a:pt x="214" y="23"/>
                </a:cubicBezTo>
                <a:cubicBezTo>
                  <a:pt x="218" y="22"/>
                  <a:pt x="226" y="16"/>
                  <a:pt x="228" y="14"/>
                </a:cubicBezTo>
                <a:cubicBezTo>
                  <a:pt x="229" y="12"/>
                  <a:pt x="231" y="4"/>
                  <a:pt x="231" y="4"/>
                </a:cubicBezTo>
                <a:cubicBezTo>
                  <a:pt x="220" y="0"/>
                  <a:pt x="215" y="3"/>
                  <a:pt x="212" y="4"/>
                </a:cubicBezTo>
                <a:cubicBezTo>
                  <a:pt x="208" y="4"/>
                  <a:pt x="202" y="6"/>
                  <a:pt x="196" y="8"/>
                </a:cubicBezTo>
                <a:cubicBezTo>
                  <a:pt x="191" y="11"/>
                  <a:pt x="182" y="8"/>
                  <a:pt x="171" y="8"/>
                </a:cubicBezTo>
                <a:cubicBezTo>
                  <a:pt x="161" y="9"/>
                  <a:pt x="159" y="11"/>
                  <a:pt x="156" y="13"/>
                </a:cubicBezTo>
                <a:cubicBezTo>
                  <a:pt x="152" y="16"/>
                  <a:pt x="150" y="19"/>
                  <a:pt x="143" y="22"/>
                </a:cubicBezTo>
                <a:cubicBezTo>
                  <a:pt x="135" y="25"/>
                  <a:pt x="127" y="23"/>
                  <a:pt x="119" y="23"/>
                </a:cubicBezTo>
                <a:cubicBezTo>
                  <a:pt x="112" y="23"/>
                  <a:pt x="107" y="19"/>
                  <a:pt x="103" y="17"/>
                </a:cubicBezTo>
                <a:cubicBezTo>
                  <a:pt x="98" y="15"/>
                  <a:pt x="89" y="17"/>
                  <a:pt x="86" y="17"/>
                </a:cubicBezTo>
                <a:cubicBezTo>
                  <a:pt x="83" y="17"/>
                  <a:pt x="73" y="20"/>
                  <a:pt x="69" y="22"/>
                </a:cubicBezTo>
                <a:cubicBezTo>
                  <a:pt x="65" y="24"/>
                  <a:pt x="61" y="26"/>
                  <a:pt x="55" y="28"/>
                </a:cubicBezTo>
                <a:cubicBezTo>
                  <a:pt x="50" y="30"/>
                  <a:pt x="44" y="26"/>
                  <a:pt x="40" y="25"/>
                </a:cubicBezTo>
                <a:cubicBezTo>
                  <a:pt x="36" y="24"/>
                  <a:pt x="35" y="28"/>
                  <a:pt x="34" y="30"/>
                </a:cubicBezTo>
                <a:cubicBezTo>
                  <a:pt x="33" y="32"/>
                  <a:pt x="33" y="36"/>
                  <a:pt x="33" y="39"/>
                </a:cubicBezTo>
                <a:cubicBezTo>
                  <a:pt x="32" y="43"/>
                  <a:pt x="31" y="45"/>
                  <a:pt x="30" y="46"/>
                </a:cubicBezTo>
                <a:cubicBezTo>
                  <a:pt x="29" y="48"/>
                  <a:pt x="29" y="51"/>
                  <a:pt x="29" y="53"/>
                </a:cubicBezTo>
                <a:cubicBezTo>
                  <a:pt x="28" y="55"/>
                  <a:pt x="20" y="57"/>
                  <a:pt x="20" y="57"/>
                </a:cubicBezTo>
                <a:cubicBezTo>
                  <a:pt x="8" y="57"/>
                  <a:pt x="8" y="57"/>
                  <a:pt x="8" y="57"/>
                </a:cubicBezTo>
                <a:cubicBezTo>
                  <a:pt x="7" y="59"/>
                  <a:pt x="4" y="59"/>
                  <a:pt x="2" y="60"/>
                </a:cubicBezTo>
                <a:cubicBezTo>
                  <a:pt x="0" y="61"/>
                  <a:pt x="2" y="66"/>
                  <a:pt x="2" y="69"/>
                </a:cubicBezTo>
                <a:cubicBezTo>
                  <a:pt x="3" y="72"/>
                  <a:pt x="6" y="76"/>
                  <a:pt x="7" y="80"/>
                </a:cubicBezTo>
                <a:cubicBezTo>
                  <a:pt x="9" y="84"/>
                  <a:pt x="11" y="93"/>
                  <a:pt x="11" y="97"/>
                </a:cubicBezTo>
                <a:cubicBezTo>
                  <a:pt x="12" y="102"/>
                  <a:pt x="10" y="108"/>
                  <a:pt x="9" y="112"/>
                </a:cubicBezTo>
                <a:cubicBezTo>
                  <a:pt x="9" y="113"/>
                  <a:pt x="8" y="114"/>
                  <a:pt x="8" y="115"/>
                </a:cubicBezTo>
                <a:cubicBezTo>
                  <a:pt x="12" y="116"/>
                  <a:pt x="17" y="116"/>
                  <a:pt x="18" y="116"/>
                </a:cubicBezTo>
                <a:cubicBezTo>
                  <a:pt x="21" y="116"/>
                  <a:pt x="26" y="116"/>
                  <a:pt x="27" y="117"/>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2359025" y="3359150"/>
            <a:ext cx="2892425" cy="2432050"/>
          </a:xfrm>
          <a:custGeom>
            <a:avLst/>
            <a:gdLst>
              <a:gd name="T0" fmla="*/ 341 w 760"/>
              <a:gd name="T1" fmla="*/ 603 h 639"/>
              <a:gd name="T2" fmla="*/ 333 w 760"/>
              <a:gd name="T3" fmla="*/ 588 h 639"/>
              <a:gd name="T4" fmla="*/ 337 w 760"/>
              <a:gd name="T5" fmla="*/ 578 h 639"/>
              <a:gd name="T6" fmla="*/ 346 w 760"/>
              <a:gd name="T7" fmla="*/ 571 h 639"/>
              <a:gd name="T8" fmla="*/ 358 w 760"/>
              <a:gd name="T9" fmla="*/ 579 h 639"/>
              <a:gd name="T10" fmla="*/ 445 w 760"/>
              <a:gd name="T11" fmla="*/ 607 h 639"/>
              <a:gd name="T12" fmla="*/ 514 w 760"/>
              <a:gd name="T13" fmla="*/ 551 h 639"/>
              <a:gd name="T14" fmla="*/ 755 w 760"/>
              <a:gd name="T15" fmla="*/ 478 h 639"/>
              <a:gd name="T16" fmla="*/ 753 w 760"/>
              <a:gd name="T17" fmla="*/ 366 h 639"/>
              <a:gd name="T18" fmla="*/ 632 w 760"/>
              <a:gd name="T19" fmla="*/ 364 h 639"/>
              <a:gd name="T20" fmla="*/ 619 w 760"/>
              <a:gd name="T21" fmla="*/ 328 h 639"/>
              <a:gd name="T22" fmla="*/ 615 w 760"/>
              <a:gd name="T23" fmla="*/ 313 h 639"/>
              <a:gd name="T24" fmla="*/ 611 w 760"/>
              <a:gd name="T25" fmla="*/ 298 h 639"/>
              <a:gd name="T26" fmla="*/ 601 w 760"/>
              <a:gd name="T27" fmla="*/ 299 h 639"/>
              <a:gd name="T28" fmla="*/ 582 w 760"/>
              <a:gd name="T29" fmla="*/ 284 h 639"/>
              <a:gd name="T30" fmla="*/ 574 w 760"/>
              <a:gd name="T31" fmla="*/ 268 h 639"/>
              <a:gd name="T32" fmla="*/ 566 w 760"/>
              <a:gd name="T33" fmla="*/ 257 h 639"/>
              <a:gd name="T34" fmla="*/ 558 w 760"/>
              <a:gd name="T35" fmla="*/ 242 h 639"/>
              <a:gd name="T36" fmla="*/ 559 w 760"/>
              <a:gd name="T37" fmla="*/ 234 h 639"/>
              <a:gd name="T38" fmla="*/ 554 w 760"/>
              <a:gd name="T39" fmla="*/ 223 h 639"/>
              <a:gd name="T40" fmla="*/ 546 w 760"/>
              <a:gd name="T41" fmla="*/ 207 h 639"/>
              <a:gd name="T42" fmla="*/ 536 w 760"/>
              <a:gd name="T43" fmla="*/ 195 h 639"/>
              <a:gd name="T44" fmla="*/ 525 w 760"/>
              <a:gd name="T45" fmla="*/ 187 h 639"/>
              <a:gd name="T46" fmla="*/ 526 w 760"/>
              <a:gd name="T47" fmla="*/ 179 h 639"/>
              <a:gd name="T48" fmla="*/ 508 w 760"/>
              <a:gd name="T49" fmla="*/ 175 h 639"/>
              <a:gd name="T50" fmla="*/ 502 w 760"/>
              <a:gd name="T51" fmla="*/ 161 h 639"/>
              <a:gd name="T52" fmla="*/ 497 w 760"/>
              <a:gd name="T53" fmla="*/ 149 h 639"/>
              <a:gd name="T54" fmla="*/ 492 w 760"/>
              <a:gd name="T55" fmla="*/ 141 h 639"/>
              <a:gd name="T56" fmla="*/ 464 w 760"/>
              <a:gd name="T57" fmla="*/ 146 h 639"/>
              <a:gd name="T58" fmla="*/ 425 w 760"/>
              <a:gd name="T59" fmla="*/ 123 h 639"/>
              <a:gd name="T60" fmla="*/ 184 w 760"/>
              <a:gd name="T61" fmla="*/ 5 h 639"/>
              <a:gd name="T62" fmla="*/ 141 w 760"/>
              <a:gd name="T63" fmla="*/ 14 h 639"/>
              <a:gd name="T64" fmla="*/ 125 w 760"/>
              <a:gd name="T65" fmla="*/ 74 h 639"/>
              <a:gd name="T66" fmla="*/ 109 w 760"/>
              <a:gd name="T67" fmla="*/ 105 h 639"/>
              <a:gd name="T68" fmla="*/ 54 w 760"/>
              <a:gd name="T69" fmla="*/ 134 h 639"/>
              <a:gd name="T70" fmla="*/ 6 w 760"/>
              <a:gd name="T71" fmla="*/ 124 h 639"/>
              <a:gd name="T72" fmla="*/ 5 w 760"/>
              <a:gd name="T73" fmla="*/ 154 h 639"/>
              <a:gd name="T74" fmla="*/ 9 w 760"/>
              <a:gd name="T75" fmla="*/ 168 h 639"/>
              <a:gd name="T76" fmla="*/ 26 w 760"/>
              <a:gd name="T77" fmla="*/ 179 h 639"/>
              <a:gd name="T78" fmla="*/ 39 w 760"/>
              <a:gd name="T79" fmla="*/ 197 h 639"/>
              <a:gd name="T80" fmla="*/ 51 w 760"/>
              <a:gd name="T81" fmla="*/ 213 h 639"/>
              <a:gd name="T82" fmla="*/ 65 w 760"/>
              <a:gd name="T83" fmla="*/ 235 h 639"/>
              <a:gd name="T84" fmla="*/ 75 w 760"/>
              <a:gd name="T85" fmla="*/ 254 h 639"/>
              <a:gd name="T86" fmla="*/ 91 w 760"/>
              <a:gd name="T87" fmla="*/ 275 h 639"/>
              <a:gd name="T88" fmla="*/ 97 w 760"/>
              <a:gd name="T89" fmla="*/ 299 h 639"/>
              <a:gd name="T90" fmla="*/ 110 w 760"/>
              <a:gd name="T91" fmla="*/ 320 h 639"/>
              <a:gd name="T92" fmla="*/ 130 w 760"/>
              <a:gd name="T93" fmla="*/ 321 h 639"/>
              <a:gd name="T94" fmla="*/ 155 w 760"/>
              <a:gd name="T95" fmla="*/ 353 h 639"/>
              <a:gd name="T96" fmla="*/ 169 w 760"/>
              <a:gd name="T97" fmla="*/ 390 h 639"/>
              <a:gd name="T98" fmla="*/ 168 w 760"/>
              <a:gd name="T99" fmla="*/ 412 h 639"/>
              <a:gd name="T100" fmla="*/ 174 w 760"/>
              <a:gd name="T101" fmla="*/ 439 h 639"/>
              <a:gd name="T102" fmla="*/ 196 w 760"/>
              <a:gd name="T103" fmla="*/ 466 h 639"/>
              <a:gd name="T104" fmla="*/ 219 w 760"/>
              <a:gd name="T105" fmla="*/ 477 h 639"/>
              <a:gd name="T106" fmla="*/ 235 w 760"/>
              <a:gd name="T107" fmla="*/ 492 h 639"/>
              <a:gd name="T108" fmla="*/ 249 w 760"/>
              <a:gd name="T109" fmla="*/ 517 h 639"/>
              <a:gd name="T110" fmla="*/ 260 w 760"/>
              <a:gd name="T111" fmla="*/ 541 h 639"/>
              <a:gd name="T112" fmla="*/ 277 w 760"/>
              <a:gd name="T113" fmla="*/ 564 h 639"/>
              <a:gd name="T114" fmla="*/ 295 w 760"/>
              <a:gd name="T115" fmla="*/ 588 h 639"/>
              <a:gd name="T116" fmla="*/ 309 w 760"/>
              <a:gd name="T117" fmla="*/ 597 h 639"/>
              <a:gd name="T118" fmla="*/ 325 w 760"/>
              <a:gd name="T119" fmla="*/ 616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0" h="639">
                <a:moveTo>
                  <a:pt x="329" y="610"/>
                </a:moveTo>
                <a:cubicBezTo>
                  <a:pt x="341" y="603"/>
                  <a:pt x="341" y="603"/>
                  <a:pt x="341" y="603"/>
                </a:cubicBezTo>
                <a:cubicBezTo>
                  <a:pt x="341" y="603"/>
                  <a:pt x="335" y="594"/>
                  <a:pt x="334" y="593"/>
                </a:cubicBezTo>
                <a:cubicBezTo>
                  <a:pt x="334" y="593"/>
                  <a:pt x="332" y="589"/>
                  <a:pt x="333" y="588"/>
                </a:cubicBezTo>
                <a:cubicBezTo>
                  <a:pt x="333" y="587"/>
                  <a:pt x="335" y="585"/>
                  <a:pt x="335" y="585"/>
                </a:cubicBezTo>
                <a:cubicBezTo>
                  <a:pt x="335" y="585"/>
                  <a:pt x="336" y="579"/>
                  <a:pt x="337" y="578"/>
                </a:cubicBezTo>
                <a:cubicBezTo>
                  <a:pt x="337" y="577"/>
                  <a:pt x="340" y="575"/>
                  <a:pt x="341" y="574"/>
                </a:cubicBezTo>
                <a:cubicBezTo>
                  <a:pt x="341" y="573"/>
                  <a:pt x="345" y="571"/>
                  <a:pt x="346" y="571"/>
                </a:cubicBezTo>
                <a:cubicBezTo>
                  <a:pt x="348" y="570"/>
                  <a:pt x="353" y="571"/>
                  <a:pt x="354" y="572"/>
                </a:cubicBezTo>
                <a:cubicBezTo>
                  <a:pt x="354" y="574"/>
                  <a:pt x="356" y="578"/>
                  <a:pt x="358" y="579"/>
                </a:cubicBezTo>
                <a:cubicBezTo>
                  <a:pt x="360" y="579"/>
                  <a:pt x="383" y="578"/>
                  <a:pt x="383" y="578"/>
                </a:cubicBezTo>
                <a:cubicBezTo>
                  <a:pt x="384" y="579"/>
                  <a:pt x="445" y="607"/>
                  <a:pt x="445" y="607"/>
                </a:cubicBezTo>
                <a:cubicBezTo>
                  <a:pt x="447" y="639"/>
                  <a:pt x="447" y="639"/>
                  <a:pt x="447" y="639"/>
                </a:cubicBezTo>
                <a:cubicBezTo>
                  <a:pt x="514" y="551"/>
                  <a:pt x="514" y="551"/>
                  <a:pt x="514" y="551"/>
                </a:cubicBezTo>
                <a:cubicBezTo>
                  <a:pt x="650" y="509"/>
                  <a:pt x="650" y="509"/>
                  <a:pt x="650" y="509"/>
                </a:cubicBezTo>
                <a:cubicBezTo>
                  <a:pt x="755" y="478"/>
                  <a:pt x="755" y="478"/>
                  <a:pt x="755" y="478"/>
                </a:cubicBezTo>
                <a:cubicBezTo>
                  <a:pt x="760" y="395"/>
                  <a:pt x="760" y="395"/>
                  <a:pt x="760" y="395"/>
                </a:cubicBezTo>
                <a:cubicBezTo>
                  <a:pt x="753" y="366"/>
                  <a:pt x="753" y="366"/>
                  <a:pt x="753" y="366"/>
                </a:cubicBezTo>
                <a:cubicBezTo>
                  <a:pt x="739" y="380"/>
                  <a:pt x="739" y="380"/>
                  <a:pt x="739" y="380"/>
                </a:cubicBezTo>
                <a:cubicBezTo>
                  <a:pt x="632" y="364"/>
                  <a:pt x="632" y="364"/>
                  <a:pt x="632" y="364"/>
                </a:cubicBezTo>
                <a:cubicBezTo>
                  <a:pt x="632" y="364"/>
                  <a:pt x="625" y="335"/>
                  <a:pt x="624" y="334"/>
                </a:cubicBezTo>
                <a:cubicBezTo>
                  <a:pt x="624" y="332"/>
                  <a:pt x="620" y="330"/>
                  <a:pt x="619" y="328"/>
                </a:cubicBezTo>
                <a:cubicBezTo>
                  <a:pt x="618" y="327"/>
                  <a:pt x="615" y="325"/>
                  <a:pt x="615" y="324"/>
                </a:cubicBezTo>
                <a:cubicBezTo>
                  <a:pt x="615" y="323"/>
                  <a:pt x="615" y="318"/>
                  <a:pt x="615" y="313"/>
                </a:cubicBezTo>
                <a:cubicBezTo>
                  <a:pt x="613" y="311"/>
                  <a:pt x="610" y="306"/>
                  <a:pt x="610" y="304"/>
                </a:cubicBezTo>
                <a:cubicBezTo>
                  <a:pt x="610" y="302"/>
                  <a:pt x="610" y="300"/>
                  <a:pt x="611" y="298"/>
                </a:cubicBezTo>
                <a:cubicBezTo>
                  <a:pt x="611" y="298"/>
                  <a:pt x="611" y="298"/>
                  <a:pt x="611" y="298"/>
                </a:cubicBezTo>
                <a:cubicBezTo>
                  <a:pt x="608" y="299"/>
                  <a:pt x="603" y="299"/>
                  <a:pt x="601" y="299"/>
                </a:cubicBezTo>
                <a:cubicBezTo>
                  <a:pt x="599" y="299"/>
                  <a:pt x="589" y="291"/>
                  <a:pt x="586" y="289"/>
                </a:cubicBezTo>
                <a:cubicBezTo>
                  <a:pt x="585" y="289"/>
                  <a:pt x="582" y="285"/>
                  <a:pt x="582" y="284"/>
                </a:cubicBezTo>
                <a:cubicBezTo>
                  <a:pt x="581" y="284"/>
                  <a:pt x="582" y="278"/>
                  <a:pt x="579" y="274"/>
                </a:cubicBezTo>
                <a:cubicBezTo>
                  <a:pt x="576" y="269"/>
                  <a:pt x="576" y="270"/>
                  <a:pt x="574" y="268"/>
                </a:cubicBezTo>
                <a:cubicBezTo>
                  <a:pt x="573" y="267"/>
                  <a:pt x="571" y="266"/>
                  <a:pt x="570" y="264"/>
                </a:cubicBezTo>
                <a:cubicBezTo>
                  <a:pt x="569" y="262"/>
                  <a:pt x="567" y="259"/>
                  <a:pt x="566" y="257"/>
                </a:cubicBezTo>
                <a:cubicBezTo>
                  <a:pt x="565" y="256"/>
                  <a:pt x="562" y="252"/>
                  <a:pt x="559" y="249"/>
                </a:cubicBezTo>
                <a:cubicBezTo>
                  <a:pt x="557" y="246"/>
                  <a:pt x="558" y="244"/>
                  <a:pt x="558" y="242"/>
                </a:cubicBezTo>
                <a:cubicBezTo>
                  <a:pt x="559" y="241"/>
                  <a:pt x="560" y="240"/>
                  <a:pt x="561" y="239"/>
                </a:cubicBezTo>
                <a:cubicBezTo>
                  <a:pt x="561" y="237"/>
                  <a:pt x="560" y="236"/>
                  <a:pt x="559" y="234"/>
                </a:cubicBezTo>
                <a:cubicBezTo>
                  <a:pt x="559" y="231"/>
                  <a:pt x="558" y="231"/>
                  <a:pt x="557" y="228"/>
                </a:cubicBezTo>
                <a:cubicBezTo>
                  <a:pt x="555" y="225"/>
                  <a:pt x="555" y="225"/>
                  <a:pt x="554" y="223"/>
                </a:cubicBezTo>
                <a:cubicBezTo>
                  <a:pt x="553" y="221"/>
                  <a:pt x="554" y="212"/>
                  <a:pt x="552" y="210"/>
                </a:cubicBezTo>
                <a:cubicBezTo>
                  <a:pt x="551" y="208"/>
                  <a:pt x="548" y="209"/>
                  <a:pt x="546" y="207"/>
                </a:cubicBezTo>
                <a:cubicBezTo>
                  <a:pt x="544" y="206"/>
                  <a:pt x="541" y="204"/>
                  <a:pt x="540" y="202"/>
                </a:cubicBezTo>
                <a:cubicBezTo>
                  <a:pt x="539" y="200"/>
                  <a:pt x="538" y="198"/>
                  <a:pt x="536" y="195"/>
                </a:cubicBezTo>
                <a:cubicBezTo>
                  <a:pt x="534" y="193"/>
                  <a:pt x="532" y="194"/>
                  <a:pt x="529" y="192"/>
                </a:cubicBezTo>
                <a:cubicBezTo>
                  <a:pt x="526" y="190"/>
                  <a:pt x="526" y="188"/>
                  <a:pt x="525" y="187"/>
                </a:cubicBezTo>
                <a:cubicBezTo>
                  <a:pt x="525" y="185"/>
                  <a:pt x="527" y="185"/>
                  <a:pt x="528" y="183"/>
                </a:cubicBezTo>
                <a:cubicBezTo>
                  <a:pt x="528" y="182"/>
                  <a:pt x="527" y="181"/>
                  <a:pt x="526" y="179"/>
                </a:cubicBezTo>
                <a:cubicBezTo>
                  <a:pt x="526" y="178"/>
                  <a:pt x="520" y="178"/>
                  <a:pt x="516" y="178"/>
                </a:cubicBezTo>
                <a:cubicBezTo>
                  <a:pt x="512" y="177"/>
                  <a:pt x="512" y="176"/>
                  <a:pt x="508" y="175"/>
                </a:cubicBezTo>
                <a:cubicBezTo>
                  <a:pt x="505" y="174"/>
                  <a:pt x="506" y="171"/>
                  <a:pt x="506" y="170"/>
                </a:cubicBezTo>
                <a:cubicBezTo>
                  <a:pt x="505" y="169"/>
                  <a:pt x="503" y="163"/>
                  <a:pt x="502" y="161"/>
                </a:cubicBezTo>
                <a:cubicBezTo>
                  <a:pt x="502" y="159"/>
                  <a:pt x="501" y="158"/>
                  <a:pt x="500" y="156"/>
                </a:cubicBezTo>
                <a:cubicBezTo>
                  <a:pt x="498" y="154"/>
                  <a:pt x="497" y="151"/>
                  <a:pt x="497" y="149"/>
                </a:cubicBezTo>
                <a:cubicBezTo>
                  <a:pt x="496" y="147"/>
                  <a:pt x="496" y="148"/>
                  <a:pt x="493" y="146"/>
                </a:cubicBezTo>
                <a:cubicBezTo>
                  <a:pt x="491" y="144"/>
                  <a:pt x="492" y="143"/>
                  <a:pt x="492" y="141"/>
                </a:cubicBezTo>
                <a:cubicBezTo>
                  <a:pt x="491" y="139"/>
                  <a:pt x="490" y="139"/>
                  <a:pt x="488" y="138"/>
                </a:cubicBezTo>
                <a:cubicBezTo>
                  <a:pt x="464" y="146"/>
                  <a:pt x="464" y="146"/>
                  <a:pt x="464" y="146"/>
                </a:cubicBezTo>
                <a:cubicBezTo>
                  <a:pt x="464" y="146"/>
                  <a:pt x="463" y="135"/>
                  <a:pt x="462" y="134"/>
                </a:cubicBezTo>
                <a:cubicBezTo>
                  <a:pt x="461" y="132"/>
                  <a:pt x="425" y="123"/>
                  <a:pt x="425" y="123"/>
                </a:cubicBezTo>
                <a:cubicBezTo>
                  <a:pt x="355" y="123"/>
                  <a:pt x="355" y="123"/>
                  <a:pt x="355" y="123"/>
                </a:cubicBezTo>
                <a:cubicBezTo>
                  <a:pt x="184" y="5"/>
                  <a:pt x="184" y="5"/>
                  <a:pt x="184" y="5"/>
                </a:cubicBezTo>
                <a:cubicBezTo>
                  <a:pt x="152" y="0"/>
                  <a:pt x="152" y="0"/>
                  <a:pt x="152" y="0"/>
                </a:cubicBezTo>
                <a:cubicBezTo>
                  <a:pt x="141" y="14"/>
                  <a:pt x="141" y="14"/>
                  <a:pt x="141" y="14"/>
                </a:cubicBezTo>
                <a:cubicBezTo>
                  <a:pt x="86" y="29"/>
                  <a:pt x="86" y="29"/>
                  <a:pt x="86" y="29"/>
                </a:cubicBezTo>
                <a:cubicBezTo>
                  <a:pt x="125" y="74"/>
                  <a:pt x="125" y="74"/>
                  <a:pt x="125" y="74"/>
                </a:cubicBezTo>
                <a:cubicBezTo>
                  <a:pt x="125" y="74"/>
                  <a:pt x="110" y="94"/>
                  <a:pt x="110" y="95"/>
                </a:cubicBezTo>
                <a:cubicBezTo>
                  <a:pt x="109" y="96"/>
                  <a:pt x="109" y="105"/>
                  <a:pt x="109" y="105"/>
                </a:cubicBezTo>
                <a:cubicBezTo>
                  <a:pt x="81" y="110"/>
                  <a:pt x="81" y="110"/>
                  <a:pt x="81" y="110"/>
                </a:cubicBezTo>
                <a:cubicBezTo>
                  <a:pt x="54" y="134"/>
                  <a:pt x="54" y="134"/>
                  <a:pt x="54" y="134"/>
                </a:cubicBezTo>
                <a:cubicBezTo>
                  <a:pt x="54" y="134"/>
                  <a:pt x="24" y="125"/>
                  <a:pt x="22" y="124"/>
                </a:cubicBezTo>
                <a:cubicBezTo>
                  <a:pt x="20" y="123"/>
                  <a:pt x="10" y="123"/>
                  <a:pt x="6" y="124"/>
                </a:cubicBezTo>
                <a:cubicBezTo>
                  <a:pt x="6" y="128"/>
                  <a:pt x="6" y="135"/>
                  <a:pt x="6" y="137"/>
                </a:cubicBezTo>
                <a:cubicBezTo>
                  <a:pt x="7" y="141"/>
                  <a:pt x="6" y="152"/>
                  <a:pt x="5" y="154"/>
                </a:cubicBezTo>
                <a:cubicBezTo>
                  <a:pt x="4" y="156"/>
                  <a:pt x="0" y="164"/>
                  <a:pt x="1" y="167"/>
                </a:cubicBezTo>
                <a:cubicBezTo>
                  <a:pt x="2" y="169"/>
                  <a:pt x="5" y="168"/>
                  <a:pt x="9" y="168"/>
                </a:cubicBezTo>
                <a:cubicBezTo>
                  <a:pt x="13" y="168"/>
                  <a:pt x="20" y="169"/>
                  <a:pt x="21" y="171"/>
                </a:cubicBezTo>
                <a:cubicBezTo>
                  <a:pt x="22" y="173"/>
                  <a:pt x="23" y="175"/>
                  <a:pt x="26" y="179"/>
                </a:cubicBezTo>
                <a:cubicBezTo>
                  <a:pt x="29" y="183"/>
                  <a:pt x="33" y="185"/>
                  <a:pt x="35" y="189"/>
                </a:cubicBezTo>
                <a:cubicBezTo>
                  <a:pt x="37" y="193"/>
                  <a:pt x="36" y="195"/>
                  <a:pt x="39" y="197"/>
                </a:cubicBezTo>
                <a:cubicBezTo>
                  <a:pt x="41" y="199"/>
                  <a:pt x="41" y="202"/>
                  <a:pt x="42" y="204"/>
                </a:cubicBezTo>
                <a:cubicBezTo>
                  <a:pt x="42" y="207"/>
                  <a:pt x="47" y="211"/>
                  <a:pt x="51" y="213"/>
                </a:cubicBezTo>
                <a:cubicBezTo>
                  <a:pt x="54" y="215"/>
                  <a:pt x="56" y="219"/>
                  <a:pt x="59" y="223"/>
                </a:cubicBezTo>
                <a:cubicBezTo>
                  <a:pt x="61" y="226"/>
                  <a:pt x="64" y="231"/>
                  <a:pt x="65" y="235"/>
                </a:cubicBezTo>
                <a:cubicBezTo>
                  <a:pt x="65" y="238"/>
                  <a:pt x="70" y="242"/>
                  <a:pt x="72" y="244"/>
                </a:cubicBezTo>
                <a:cubicBezTo>
                  <a:pt x="74" y="245"/>
                  <a:pt x="75" y="252"/>
                  <a:pt x="75" y="254"/>
                </a:cubicBezTo>
                <a:cubicBezTo>
                  <a:pt x="75" y="256"/>
                  <a:pt x="84" y="261"/>
                  <a:pt x="87" y="264"/>
                </a:cubicBezTo>
                <a:cubicBezTo>
                  <a:pt x="89" y="267"/>
                  <a:pt x="89" y="271"/>
                  <a:pt x="91" y="275"/>
                </a:cubicBezTo>
                <a:cubicBezTo>
                  <a:pt x="92" y="280"/>
                  <a:pt x="97" y="280"/>
                  <a:pt x="100" y="287"/>
                </a:cubicBezTo>
                <a:cubicBezTo>
                  <a:pt x="103" y="293"/>
                  <a:pt x="100" y="294"/>
                  <a:pt x="97" y="299"/>
                </a:cubicBezTo>
                <a:cubicBezTo>
                  <a:pt x="95" y="303"/>
                  <a:pt x="102" y="306"/>
                  <a:pt x="105" y="309"/>
                </a:cubicBezTo>
                <a:cubicBezTo>
                  <a:pt x="107" y="312"/>
                  <a:pt x="108" y="319"/>
                  <a:pt x="110" y="320"/>
                </a:cubicBezTo>
                <a:cubicBezTo>
                  <a:pt x="111" y="322"/>
                  <a:pt x="117" y="318"/>
                  <a:pt x="119" y="316"/>
                </a:cubicBezTo>
                <a:cubicBezTo>
                  <a:pt x="120" y="313"/>
                  <a:pt x="125" y="319"/>
                  <a:pt x="130" y="321"/>
                </a:cubicBezTo>
                <a:cubicBezTo>
                  <a:pt x="135" y="324"/>
                  <a:pt x="141" y="329"/>
                  <a:pt x="145" y="335"/>
                </a:cubicBezTo>
                <a:cubicBezTo>
                  <a:pt x="149" y="340"/>
                  <a:pt x="154" y="350"/>
                  <a:pt x="155" y="353"/>
                </a:cubicBezTo>
                <a:cubicBezTo>
                  <a:pt x="155" y="356"/>
                  <a:pt x="160" y="368"/>
                  <a:pt x="164" y="374"/>
                </a:cubicBezTo>
                <a:cubicBezTo>
                  <a:pt x="167" y="380"/>
                  <a:pt x="168" y="386"/>
                  <a:pt x="169" y="390"/>
                </a:cubicBezTo>
                <a:cubicBezTo>
                  <a:pt x="170" y="395"/>
                  <a:pt x="168" y="397"/>
                  <a:pt x="168" y="400"/>
                </a:cubicBezTo>
                <a:cubicBezTo>
                  <a:pt x="167" y="402"/>
                  <a:pt x="168" y="407"/>
                  <a:pt x="168" y="412"/>
                </a:cubicBezTo>
                <a:cubicBezTo>
                  <a:pt x="168" y="417"/>
                  <a:pt x="170" y="422"/>
                  <a:pt x="170" y="426"/>
                </a:cubicBezTo>
                <a:cubicBezTo>
                  <a:pt x="171" y="431"/>
                  <a:pt x="174" y="437"/>
                  <a:pt x="174" y="439"/>
                </a:cubicBezTo>
                <a:cubicBezTo>
                  <a:pt x="175" y="440"/>
                  <a:pt x="182" y="449"/>
                  <a:pt x="185" y="454"/>
                </a:cubicBezTo>
                <a:cubicBezTo>
                  <a:pt x="189" y="459"/>
                  <a:pt x="192" y="461"/>
                  <a:pt x="196" y="466"/>
                </a:cubicBezTo>
                <a:cubicBezTo>
                  <a:pt x="199" y="471"/>
                  <a:pt x="203" y="469"/>
                  <a:pt x="210" y="471"/>
                </a:cubicBezTo>
                <a:cubicBezTo>
                  <a:pt x="216" y="473"/>
                  <a:pt x="214" y="476"/>
                  <a:pt x="219" y="477"/>
                </a:cubicBezTo>
                <a:cubicBezTo>
                  <a:pt x="224" y="478"/>
                  <a:pt x="228" y="484"/>
                  <a:pt x="229" y="486"/>
                </a:cubicBezTo>
                <a:cubicBezTo>
                  <a:pt x="230" y="488"/>
                  <a:pt x="233" y="493"/>
                  <a:pt x="235" y="492"/>
                </a:cubicBezTo>
                <a:cubicBezTo>
                  <a:pt x="237" y="492"/>
                  <a:pt x="241" y="498"/>
                  <a:pt x="245" y="501"/>
                </a:cubicBezTo>
                <a:cubicBezTo>
                  <a:pt x="248" y="505"/>
                  <a:pt x="249" y="513"/>
                  <a:pt x="249" y="517"/>
                </a:cubicBezTo>
                <a:cubicBezTo>
                  <a:pt x="249" y="521"/>
                  <a:pt x="252" y="530"/>
                  <a:pt x="253" y="532"/>
                </a:cubicBezTo>
                <a:cubicBezTo>
                  <a:pt x="254" y="534"/>
                  <a:pt x="259" y="539"/>
                  <a:pt x="260" y="541"/>
                </a:cubicBezTo>
                <a:cubicBezTo>
                  <a:pt x="260" y="543"/>
                  <a:pt x="261" y="546"/>
                  <a:pt x="262" y="548"/>
                </a:cubicBezTo>
                <a:cubicBezTo>
                  <a:pt x="263" y="551"/>
                  <a:pt x="273" y="560"/>
                  <a:pt x="277" y="564"/>
                </a:cubicBezTo>
                <a:cubicBezTo>
                  <a:pt x="281" y="568"/>
                  <a:pt x="290" y="573"/>
                  <a:pt x="292" y="576"/>
                </a:cubicBezTo>
                <a:cubicBezTo>
                  <a:pt x="295" y="579"/>
                  <a:pt x="295" y="586"/>
                  <a:pt x="295" y="588"/>
                </a:cubicBezTo>
                <a:cubicBezTo>
                  <a:pt x="296" y="590"/>
                  <a:pt x="297" y="591"/>
                  <a:pt x="301" y="591"/>
                </a:cubicBezTo>
                <a:cubicBezTo>
                  <a:pt x="306" y="592"/>
                  <a:pt x="309" y="597"/>
                  <a:pt x="309" y="597"/>
                </a:cubicBezTo>
                <a:cubicBezTo>
                  <a:pt x="309" y="597"/>
                  <a:pt x="312" y="606"/>
                  <a:pt x="315" y="614"/>
                </a:cubicBezTo>
                <a:cubicBezTo>
                  <a:pt x="325" y="616"/>
                  <a:pt x="325" y="616"/>
                  <a:pt x="325" y="616"/>
                </a:cubicBezTo>
                <a:lnTo>
                  <a:pt x="329" y="610"/>
                </a:ln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4589463" y="4252913"/>
            <a:ext cx="106363" cy="244475"/>
          </a:xfrm>
          <a:custGeom>
            <a:avLst/>
            <a:gdLst>
              <a:gd name="T0" fmla="*/ 25 w 28"/>
              <a:gd name="T1" fmla="*/ 63 h 64"/>
              <a:gd name="T2" fmla="*/ 25 w 28"/>
              <a:gd name="T3" fmla="*/ 63 h 64"/>
              <a:gd name="T4" fmla="*/ 25 w 28"/>
              <a:gd name="T5" fmla="*/ 62 h 64"/>
              <a:gd name="T6" fmla="*/ 28 w 28"/>
              <a:gd name="T7" fmla="*/ 54 h 64"/>
              <a:gd name="T8" fmla="*/ 28 w 28"/>
              <a:gd name="T9" fmla="*/ 46 h 64"/>
              <a:gd name="T10" fmla="*/ 27 w 28"/>
              <a:gd name="T11" fmla="*/ 40 h 64"/>
              <a:gd name="T12" fmla="*/ 22 w 28"/>
              <a:gd name="T13" fmla="*/ 36 h 64"/>
              <a:gd name="T14" fmla="*/ 21 w 28"/>
              <a:gd name="T15" fmla="*/ 28 h 64"/>
              <a:gd name="T16" fmla="*/ 25 w 28"/>
              <a:gd name="T17" fmla="*/ 22 h 64"/>
              <a:gd name="T18" fmla="*/ 24 w 28"/>
              <a:gd name="T19" fmla="*/ 12 h 64"/>
              <a:gd name="T20" fmla="*/ 19 w 28"/>
              <a:gd name="T21" fmla="*/ 8 h 64"/>
              <a:gd name="T22" fmla="*/ 13 w 28"/>
              <a:gd name="T23" fmla="*/ 2 h 64"/>
              <a:gd name="T24" fmla="*/ 10 w 28"/>
              <a:gd name="T25" fmla="*/ 3 h 64"/>
              <a:gd name="T26" fmla="*/ 5 w 28"/>
              <a:gd name="T27" fmla="*/ 9 h 64"/>
              <a:gd name="T28" fmla="*/ 3 w 28"/>
              <a:gd name="T29" fmla="*/ 16 h 64"/>
              <a:gd name="T30" fmla="*/ 4 w 28"/>
              <a:gd name="T31" fmla="*/ 23 h 64"/>
              <a:gd name="T32" fmla="*/ 3 w 28"/>
              <a:gd name="T33" fmla="*/ 27 h 64"/>
              <a:gd name="T34" fmla="*/ 0 w 28"/>
              <a:gd name="T35" fmla="*/ 32 h 64"/>
              <a:gd name="T36" fmla="*/ 0 w 28"/>
              <a:gd name="T37" fmla="*/ 39 h 64"/>
              <a:gd name="T38" fmla="*/ 3 w 28"/>
              <a:gd name="T39" fmla="*/ 45 h 64"/>
              <a:gd name="T40" fmla="*/ 1 w 28"/>
              <a:gd name="T41" fmla="*/ 53 h 64"/>
              <a:gd name="T42" fmla="*/ 0 w 28"/>
              <a:gd name="T43" fmla="*/ 54 h 64"/>
              <a:gd name="T44" fmla="*/ 15 w 28"/>
              <a:gd name="T45" fmla="*/ 64 h 64"/>
              <a:gd name="T46" fmla="*/ 25 w 28"/>
              <a:gd name="T47" fmla="*/ 6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64">
                <a:moveTo>
                  <a:pt x="25" y="63"/>
                </a:moveTo>
                <a:cubicBezTo>
                  <a:pt x="25" y="63"/>
                  <a:pt x="25" y="63"/>
                  <a:pt x="25" y="63"/>
                </a:cubicBezTo>
                <a:cubicBezTo>
                  <a:pt x="25" y="63"/>
                  <a:pt x="25" y="63"/>
                  <a:pt x="25" y="62"/>
                </a:cubicBezTo>
                <a:cubicBezTo>
                  <a:pt x="26" y="61"/>
                  <a:pt x="27" y="57"/>
                  <a:pt x="28" y="54"/>
                </a:cubicBezTo>
                <a:cubicBezTo>
                  <a:pt x="28" y="52"/>
                  <a:pt x="28" y="48"/>
                  <a:pt x="28" y="46"/>
                </a:cubicBezTo>
                <a:cubicBezTo>
                  <a:pt x="28" y="43"/>
                  <a:pt x="27" y="41"/>
                  <a:pt x="27" y="40"/>
                </a:cubicBezTo>
                <a:cubicBezTo>
                  <a:pt x="26" y="39"/>
                  <a:pt x="23" y="37"/>
                  <a:pt x="22" y="36"/>
                </a:cubicBezTo>
                <a:cubicBezTo>
                  <a:pt x="20" y="35"/>
                  <a:pt x="20" y="31"/>
                  <a:pt x="21" y="28"/>
                </a:cubicBezTo>
                <a:cubicBezTo>
                  <a:pt x="22" y="25"/>
                  <a:pt x="25" y="24"/>
                  <a:pt x="25" y="22"/>
                </a:cubicBezTo>
                <a:cubicBezTo>
                  <a:pt x="26" y="20"/>
                  <a:pt x="25" y="14"/>
                  <a:pt x="24" y="12"/>
                </a:cubicBezTo>
                <a:cubicBezTo>
                  <a:pt x="23" y="10"/>
                  <a:pt x="22" y="11"/>
                  <a:pt x="19" y="8"/>
                </a:cubicBezTo>
                <a:cubicBezTo>
                  <a:pt x="17" y="5"/>
                  <a:pt x="16" y="5"/>
                  <a:pt x="13" y="2"/>
                </a:cubicBezTo>
                <a:cubicBezTo>
                  <a:pt x="10" y="0"/>
                  <a:pt x="11" y="2"/>
                  <a:pt x="10" y="3"/>
                </a:cubicBezTo>
                <a:cubicBezTo>
                  <a:pt x="9" y="3"/>
                  <a:pt x="7" y="7"/>
                  <a:pt x="5" y="9"/>
                </a:cubicBezTo>
                <a:cubicBezTo>
                  <a:pt x="4" y="10"/>
                  <a:pt x="4" y="14"/>
                  <a:pt x="3" y="16"/>
                </a:cubicBezTo>
                <a:cubicBezTo>
                  <a:pt x="3" y="18"/>
                  <a:pt x="3" y="22"/>
                  <a:pt x="4" y="23"/>
                </a:cubicBezTo>
                <a:cubicBezTo>
                  <a:pt x="4" y="25"/>
                  <a:pt x="4" y="26"/>
                  <a:pt x="3" y="27"/>
                </a:cubicBezTo>
                <a:cubicBezTo>
                  <a:pt x="2" y="29"/>
                  <a:pt x="0" y="30"/>
                  <a:pt x="0" y="32"/>
                </a:cubicBezTo>
                <a:cubicBezTo>
                  <a:pt x="0" y="34"/>
                  <a:pt x="0" y="37"/>
                  <a:pt x="0" y="39"/>
                </a:cubicBezTo>
                <a:cubicBezTo>
                  <a:pt x="1" y="41"/>
                  <a:pt x="2" y="43"/>
                  <a:pt x="3" y="45"/>
                </a:cubicBezTo>
                <a:cubicBezTo>
                  <a:pt x="4" y="48"/>
                  <a:pt x="2" y="51"/>
                  <a:pt x="1" y="53"/>
                </a:cubicBezTo>
                <a:cubicBezTo>
                  <a:pt x="1" y="53"/>
                  <a:pt x="1" y="54"/>
                  <a:pt x="0" y="54"/>
                </a:cubicBezTo>
                <a:cubicBezTo>
                  <a:pt x="3" y="56"/>
                  <a:pt x="13" y="64"/>
                  <a:pt x="15" y="64"/>
                </a:cubicBezTo>
                <a:cubicBezTo>
                  <a:pt x="17" y="64"/>
                  <a:pt x="22" y="64"/>
                  <a:pt x="25" y="63"/>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noEditPoints="1"/>
          </p:cNvSpPr>
          <p:nvPr/>
        </p:nvSpPr>
        <p:spPr bwMode="auto">
          <a:xfrm>
            <a:off x="2370138" y="3194050"/>
            <a:ext cx="119063" cy="301625"/>
          </a:xfrm>
          <a:custGeom>
            <a:avLst/>
            <a:gdLst>
              <a:gd name="T0" fmla="*/ 18 w 31"/>
              <a:gd name="T1" fmla="*/ 62 h 79"/>
              <a:gd name="T2" fmla="*/ 14 w 31"/>
              <a:gd name="T3" fmla="*/ 64 h 79"/>
              <a:gd name="T4" fmla="*/ 13 w 31"/>
              <a:gd name="T5" fmla="*/ 70 h 79"/>
              <a:gd name="T6" fmla="*/ 10 w 31"/>
              <a:gd name="T7" fmla="*/ 78 h 79"/>
              <a:gd name="T8" fmla="*/ 4 w 31"/>
              <a:gd name="T9" fmla="*/ 79 h 79"/>
              <a:gd name="T10" fmla="*/ 2 w 31"/>
              <a:gd name="T11" fmla="*/ 77 h 79"/>
              <a:gd name="T12" fmla="*/ 2 w 31"/>
              <a:gd name="T13" fmla="*/ 67 h 79"/>
              <a:gd name="T14" fmla="*/ 2 w 31"/>
              <a:gd name="T15" fmla="*/ 60 h 79"/>
              <a:gd name="T16" fmla="*/ 2 w 31"/>
              <a:gd name="T17" fmla="*/ 52 h 79"/>
              <a:gd name="T18" fmla="*/ 0 w 31"/>
              <a:gd name="T19" fmla="*/ 49 h 79"/>
              <a:gd name="T20" fmla="*/ 0 w 31"/>
              <a:gd name="T21" fmla="*/ 42 h 79"/>
              <a:gd name="T22" fmla="*/ 2 w 31"/>
              <a:gd name="T23" fmla="*/ 37 h 79"/>
              <a:gd name="T24" fmla="*/ 6 w 31"/>
              <a:gd name="T25" fmla="*/ 36 h 79"/>
              <a:gd name="T26" fmla="*/ 11 w 31"/>
              <a:gd name="T27" fmla="*/ 38 h 79"/>
              <a:gd name="T28" fmla="*/ 11 w 31"/>
              <a:gd name="T29" fmla="*/ 42 h 79"/>
              <a:gd name="T30" fmla="*/ 16 w 31"/>
              <a:gd name="T31" fmla="*/ 41 h 79"/>
              <a:gd name="T32" fmla="*/ 21 w 31"/>
              <a:gd name="T33" fmla="*/ 38 h 79"/>
              <a:gd name="T34" fmla="*/ 19 w 31"/>
              <a:gd name="T35" fmla="*/ 45 h 79"/>
              <a:gd name="T36" fmla="*/ 18 w 31"/>
              <a:gd name="T37" fmla="*/ 58 h 79"/>
              <a:gd name="T38" fmla="*/ 18 w 31"/>
              <a:gd name="T39" fmla="*/ 62 h 79"/>
              <a:gd name="T40" fmla="*/ 25 w 31"/>
              <a:gd name="T41" fmla="*/ 29 h 79"/>
              <a:gd name="T42" fmla="*/ 29 w 31"/>
              <a:gd name="T43" fmla="*/ 26 h 79"/>
              <a:gd name="T44" fmla="*/ 30 w 31"/>
              <a:gd name="T45" fmla="*/ 20 h 79"/>
              <a:gd name="T46" fmla="*/ 30 w 31"/>
              <a:gd name="T47" fmla="*/ 12 h 79"/>
              <a:gd name="T48" fmla="*/ 27 w 31"/>
              <a:gd name="T49" fmla="*/ 7 h 79"/>
              <a:gd name="T50" fmla="*/ 24 w 31"/>
              <a:gd name="T51" fmla="*/ 3 h 79"/>
              <a:gd name="T52" fmla="*/ 24 w 31"/>
              <a:gd name="T53" fmla="*/ 0 h 79"/>
              <a:gd name="T54" fmla="*/ 24 w 31"/>
              <a:gd name="T55" fmla="*/ 0 h 79"/>
              <a:gd name="T56" fmla="*/ 21 w 31"/>
              <a:gd name="T57" fmla="*/ 14 h 79"/>
              <a:gd name="T58" fmla="*/ 20 w 31"/>
              <a:gd name="T59" fmla="*/ 29 h 79"/>
              <a:gd name="T60" fmla="*/ 20 w 31"/>
              <a:gd name="T61" fmla="*/ 33 h 79"/>
              <a:gd name="T62" fmla="*/ 22 w 31"/>
              <a:gd name="T63" fmla="*/ 32 h 79"/>
              <a:gd name="T64" fmla="*/ 25 w 31"/>
              <a:gd name="T65"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79">
                <a:moveTo>
                  <a:pt x="18" y="62"/>
                </a:moveTo>
                <a:cubicBezTo>
                  <a:pt x="16" y="63"/>
                  <a:pt x="14" y="64"/>
                  <a:pt x="14" y="64"/>
                </a:cubicBezTo>
                <a:cubicBezTo>
                  <a:pt x="14" y="65"/>
                  <a:pt x="13" y="67"/>
                  <a:pt x="13" y="70"/>
                </a:cubicBezTo>
                <a:cubicBezTo>
                  <a:pt x="13" y="72"/>
                  <a:pt x="11" y="76"/>
                  <a:pt x="10" y="78"/>
                </a:cubicBezTo>
                <a:cubicBezTo>
                  <a:pt x="9" y="79"/>
                  <a:pt x="5" y="79"/>
                  <a:pt x="4" y="79"/>
                </a:cubicBezTo>
                <a:cubicBezTo>
                  <a:pt x="2" y="79"/>
                  <a:pt x="2" y="78"/>
                  <a:pt x="2" y="77"/>
                </a:cubicBezTo>
                <a:cubicBezTo>
                  <a:pt x="2" y="76"/>
                  <a:pt x="2" y="69"/>
                  <a:pt x="2" y="67"/>
                </a:cubicBezTo>
                <a:cubicBezTo>
                  <a:pt x="2" y="65"/>
                  <a:pt x="2" y="61"/>
                  <a:pt x="2" y="60"/>
                </a:cubicBezTo>
                <a:cubicBezTo>
                  <a:pt x="3" y="58"/>
                  <a:pt x="2" y="53"/>
                  <a:pt x="2" y="52"/>
                </a:cubicBezTo>
                <a:cubicBezTo>
                  <a:pt x="2" y="51"/>
                  <a:pt x="0" y="49"/>
                  <a:pt x="0" y="49"/>
                </a:cubicBezTo>
                <a:cubicBezTo>
                  <a:pt x="0" y="48"/>
                  <a:pt x="0" y="44"/>
                  <a:pt x="0" y="42"/>
                </a:cubicBezTo>
                <a:cubicBezTo>
                  <a:pt x="0" y="41"/>
                  <a:pt x="2" y="37"/>
                  <a:pt x="2" y="37"/>
                </a:cubicBezTo>
                <a:cubicBezTo>
                  <a:pt x="2" y="36"/>
                  <a:pt x="5" y="36"/>
                  <a:pt x="6" y="36"/>
                </a:cubicBezTo>
                <a:cubicBezTo>
                  <a:pt x="7" y="36"/>
                  <a:pt x="11" y="38"/>
                  <a:pt x="11" y="38"/>
                </a:cubicBezTo>
                <a:cubicBezTo>
                  <a:pt x="12" y="38"/>
                  <a:pt x="11" y="42"/>
                  <a:pt x="11" y="42"/>
                </a:cubicBezTo>
                <a:cubicBezTo>
                  <a:pt x="16" y="41"/>
                  <a:pt x="16" y="41"/>
                  <a:pt x="16" y="41"/>
                </a:cubicBezTo>
                <a:cubicBezTo>
                  <a:pt x="21" y="38"/>
                  <a:pt x="21" y="38"/>
                  <a:pt x="21" y="38"/>
                </a:cubicBezTo>
                <a:cubicBezTo>
                  <a:pt x="21" y="40"/>
                  <a:pt x="20" y="43"/>
                  <a:pt x="19" y="45"/>
                </a:cubicBezTo>
                <a:cubicBezTo>
                  <a:pt x="19" y="46"/>
                  <a:pt x="19" y="55"/>
                  <a:pt x="18" y="58"/>
                </a:cubicBezTo>
                <a:cubicBezTo>
                  <a:pt x="18" y="60"/>
                  <a:pt x="18" y="61"/>
                  <a:pt x="18" y="62"/>
                </a:cubicBezTo>
                <a:close/>
                <a:moveTo>
                  <a:pt x="25" y="29"/>
                </a:moveTo>
                <a:cubicBezTo>
                  <a:pt x="26" y="29"/>
                  <a:pt x="29" y="26"/>
                  <a:pt x="29" y="26"/>
                </a:cubicBezTo>
                <a:cubicBezTo>
                  <a:pt x="28" y="25"/>
                  <a:pt x="30" y="22"/>
                  <a:pt x="30" y="20"/>
                </a:cubicBezTo>
                <a:cubicBezTo>
                  <a:pt x="31" y="18"/>
                  <a:pt x="31" y="13"/>
                  <a:pt x="30" y="12"/>
                </a:cubicBezTo>
                <a:cubicBezTo>
                  <a:pt x="30" y="12"/>
                  <a:pt x="28" y="8"/>
                  <a:pt x="27" y="7"/>
                </a:cubicBezTo>
                <a:cubicBezTo>
                  <a:pt x="26" y="6"/>
                  <a:pt x="24" y="3"/>
                  <a:pt x="24" y="3"/>
                </a:cubicBezTo>
                <a:cubicBezTo>
                  <a:pt x="24" y="3"/>
                  <a:pt x="24" y="1"/>
                  <a:pt x="24" y="0"/>
                </a:cubicBezTo>
                <a:cubicBezTo>
                  <a:pt x="24" y="0"/>
                  <a:pt x="24" y="0"/>
                  <a:pt x="24" y="0"/>
                </a:cubicBezTo>
                <a:cubicBezTo>
                  <a:pt x="20" y="4"/>
                  <a:pt x="20" y="12"/>
                  <a:pt x="21" y="14"/>
                </a:cubicBezTo>
                <a:cubicBezTo>
                  <a:pt x="21" y="15"/>
                  <a:pt x="20" y="27"/>
                  <a:pt x="20" y="29"/>
                </a:cubicBezTo>
                <a:cubicBezTo>
                  <a:pt x="20" y="30"/>
                  <a:pt x="20" y="31"/>
                  <a:pt x="20" y="33"/>
                </a:cubicBezTo>
                <a:cubicBezTo>
                  <a:pt x="21" y="33"/>
                  <a:pt x="22" y="32"/>
                  <a:pt x="22" y="32"/>
                </a:cubicBezTo>
                <a:cubicBezTo>
                  <a:pt x="23" y="32"/>
                  <a:pt x="24" y="30"/>
                  <a:pt x="25" y="29"/>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noEditPoints="1"/>
          </p:cNvSpPr>
          <p:nvPr/>
        </p:nvSpPr>
        <p:spPr bwMode="auto">
          <a:xfrm>
            <a:off x="4829175" y="4195763"/>
            <a:ext cx="1046163" cy="1489075"/>
          </a:xfrm>
          <a:custGeom>
            <a:avLst/>
            <a:gdLst>
              <a:gd name="T0" fmla="*/ 125 w 275"/>
              <a:gd name="T1" fmla="*/ 22 h 391"/>
              <a:gd name="T2" fmla="*/ 126 w 275"/>
              <a:gd name="T3" fmla="*/ 16 h 391"/>
              <a:gd name="T4" fmla="*/ 131 w 275"/>
              <a:gd name="T5" fmla="*/ 5 h 391"/>
              <a:gd name="T6" fmla="*/ 138 w 275"/>
              <a:gd name="T7" fmla="*/ 10 h 391"/>
              <a:gd name="T8" fmla="*/ 138 w 275"/>
              <a:gd name="T9" fmla="*/ 23 h 391"/>
              <a:gd name="T10" fmla="*/ 135 w 275"/>
              <a:gd name="T11" fmla="*/ 36 h 391"/>
              <a:gd name="T12" fmla="*/ 130 w 275"/>
              <a:gd name="T13" fmla="*/ 36 h 391"/>
              <a:gd name="T14" fmla="*/ 128 w 275"/>
              <a:gd name="T15" fmla="*/ 23 h 391"/>
              <a:gd name="T16" fmla="*/ 262 w 275"/>
              <a:gd name="T17" fmla="*/ 157 h 391"/>
              <a:gd name="T18" fmla="*/ 239 w 275"/>
              <a:gd name="T19" fmla="*/ 134 h 391"/>
              <a:gd name="T20" fmla="*/ 229 w 275"/>
              <a:gd name="T21" fmla="*/ 113 h 391"/>
              <a:gd name="T22" fmla="*/ 209 w 275"/>
              <a:gd name="T23" fmla="*/ 114 h 391"/>
              <a:gd name="T24" fmla="*/ 181 w 275"/>
              <a:gd name="T25" fmla="*/ 112 h 391"/>
              <a:gd name="T26" fmla="*/ 158 w 275"/>
              <a:gd name="T27" fmla="*/ 95 h 391"/>
              <a:gd name="T28" fmla="*/ 149 w 275"/>
              <a:gd name="T29" fmla="*/ 80 h 391"/>
              <a:gd name="T30" fmla="*/ 142 w 275"/>
              <a:gd name="T31" fmla="*/ 51 h 391"/>
              <a:gd name="T32" fmla="*/ 104 w 275"/>
              <a:gd name="T33" fmla="*/ 146 h 391"/>
              <a:gd name="T34" fmla="*/ 106 w 275"/>
              <a:gd name="T35" fmla="*/ 258 h 391"/>
              <a:gd name="T36" fmla="*/ 0 w 275"/>
              <a:gd name="T37" fmla="*/ 308 h 391"/>
              <a:gd name="T38" fmla="*/ 28 w 275"/>
              <a:gd name="T39" fmla="*/ 365 h 391"/>
              <a:gd name="T40" fmla="*/ 63 w 275"/>
              <a:gd name="T41" fmla="*/ 391 h 391"/>
              <a:gd name="T42" fmla="*/ 78 w 275"/>
              <a:gd name="T43" fmla="*/ 383 h 391"/>
              <a:gd name="T44" fmla="*/ 102 w 275"/>
              <a:gd name="T45" fmla="*/ 377 h 391"/>
              <a:gd name="T46" fmla="*/ 118 w 275"/>
              <a:gd name="T47" fmla="*/ 369 h 391"/>
              <a:gd name="T48" fmla="*/ 120 w 275"/>
              <a:gd name="T49" fmla="*/ 354 h 391"/>
              <a:gd name="T50" fmla="*/ 130 w 275"/>
              <a:gd name="T51" fmla="*/ 340 h 391"/>
              <a:gd name="T52" fmla="*/ 157 w 275"/>
              <a:gd name="T53" fmla="*/ 337 h 391"/>
              <a:gd name="T54" fmla="*/ 165 w 275"/>
              <a:gd name="T55" fmla="*/ 317 h 391"/>
              <a:gd name="T56" fmla="*/ 188 w 275"/>
              <a:gd name="T57" fmla="*/ 304 h 391"/>
              <a:gd name="T58" fmla="*/ 214 w 275"/>
              <a:gd name="T59" fmla="*/ 299 h 391"/>
              <a:gd name="T60" fmla="*/ 208 w 275"/>
              <a:gd name="T61" fmla="*/ 283 h 391"/>
              <a:gd name="T62" fmla="*/ 205 w 275"/>
              <a:gd name="T63" fmla="*/ 265 h 391"/>
              <a:gd name="T64" fmla="*/ 216 w 275"/>
              <a:gd name="T65" fmla="*/ 240 h 391"/>
              <a:gd name="T66" fmla="*/ 224 w 275"/>
              <a:gd name="T67" fmla="*/ 243 h 391"/>
              <a:gd name="T68" fmla="*/ 235 w 275"/>
              <a:gd name="T69" fmla="*/ 231 h 391"/>
              <a:gd name="T70" fmla="*/ 266 w 275"/>
              <a:gd name="T71" fmla="*/ 191 h 391"/>
              <a:gd name="T72" fmla="*/ 272 w 275"/>
              <a:gd name="T73" fmla="*/ 17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5" h="391">
                <a:moveTo>
                  <a:pt x="128" y="23"/>
                </a:moveTo>
                <a:cubicBezTo>
                  <a:pt x="128" y="22"/>
                  <a:pt x="126" y="22"/>
                  <a:pt x="125" y="22"/>
                </a:cubicBezTo>
                <a:cubicBezTo>
                  <a:pt x="125" y="21"/>
                  <a:pt x="125" y="20"/>
                  <a:pt x="125" y="20"/>
                </a:cubicBezTo>
                <a:cubicBezTo>
                  <a:pt x="125" y="18"/>
                  <a:pt x="124" y="16"/>
                  <a:pt x="126" y="16"/>
                </a:cubicBezTo>
                <a:cubicBezTo>
                  <a:pt x="127" y="15"/>
                  <a:pt x="129" y="13"/>
                  <a:pt x="129" y="12"/>
                </a:cubicBezTo>
                <a:cubicBezTo>
                  <a:pt x="129" y="11"/>
                  <a:pt x="130" y="7"/>
                  <a:pt x="131" y="5"/>
                </a:cubicBezTo>
                <a:cubicBezTo>
                  <a:pt x="132" y="4"/>
                  <a:pt x="134" y="0"/>
                  <a:pt x="135" y="2"/>
                </a:cubicBezTo>
                <a:cubicBezTo>
                  <a:pt x="136" y="5"/>
                  <a:pt x="138" y="7"/>
                  <a:pt x="138" y="10"/>
                </a:cubicBezTo>
                <a:cubicBezTo>
                  <a:pt x="138" y="12"/>
                  <a:pt x="137" y="15"/>
                  <a:pt x="137" y="17"/>
                </a:cubicBezTo>
                <a:cubicBezTo>
                  <a:pt x="138" y="19"/>
                  <a:pt x="139" y="20"/>
                  <a:pt x="138" y="23"/>
                </a:cubicBezTo>
                <a:cubicBezTo>
                  <a:pt x="138" y="26"/>
                  <a:pt x="138" y="28"/>
                  <a:pt x="137" y="30"/>
                </a:cubicBezTo>
                <a:cubicBezTo>
                  <a:pt x="136" y="32"/>
                  <a:pt x="134" y="34"/>
                  <a:pt x="135" y="36"/>
                </a:cubicBezTo>
                <a:cubicBezTo>
                  <a:pt x="135" y="36"/>
                  <a:pt x="135" y="36"/>
                  <a:pt x="135" y="36"/>
                </a:cubicBezTo>
                <a:cubicBezTo>
                  <a:pt x="132" y="36"/>
                  <a:pt x="130" y="36"/>
                  <a:pt x="130" y="36"/>
                </a:cubicBezTo>
                <a:cubicBezTo>
                  <a:pt x="130" y="36"/>
                  <a:pt x="130" y="28"/>
                  <a:pt x="130" y="26"/>
                </a:cubicBezTo>
                <a:cubicBezTo>
                  <a:pt x="130" y="25"/>
                  <a:pt x="128" y="23"/>
                  <a:pt x="128" y="23"/>
                </a:cubicBezTo>
                <a:close/>
                <a:moveTo>
                  <a:pt x="271" y="159"/>
                </a:moveTo>
                <a:cubicBezTo>
                  <a:pt x="267" y="155"/>
                  <a:pt x="268" y="159"/>
                  <a:pt x="262" y="157"/>
                </a:cubicBezTo>
                <a:cubicBezTo>
                  <a:pt x="257" y="154"/>
                  <a:pt x="254" y="149"/>
                  <a:pt x="250" y="146"/>
                </a:cubicBezTo>
                <a:cubicBezTo>
                  <a:pt x="247" y="143"/>
                  <a:pt x="241" y="136"/>
                  <a:pt x="239" y="134"/>
                </a:cubicBezTo>
                <a:cubicBezTo>
                  <a:pt x="237" y="132"/>
                  <a:pt x="239" y="126"/>
                  <a:pt x="236" y="123"/>
                </a:cubicBezTo>
                <a:cubicBezTo>
                  <a:pt x="232" y="121"/>
                  <a:pt x="233" y="121"/>
                  <a:pt x="229" y="113"/>
                </a:cubicBezTo>
                <a:cubicBezTo>
                  <a:pt x="229" y="113"/>
                  <a:pt x="226" y="113"/>
                  <a:pt x="224" y="114"/>
                </a:cubicBezTo>
                <a:cubicBezTo>
                  <a:pt x="222" y="114"/>
                  <a:pt x="215" y="114"/>
                  <a:pt x="209" y="114"/>
                </a:cubicBezTo>
                <a:cubicBezTo>
                  <a:pt x="203" y="113"/>
                  <a:pt x="195" y="111"/>
                  <a:pt x="191" y="111"/>
                </a:cubicBezTo>
                <a:cubicBezTo>
                  <a:pt x="186" y="112"/>
                  <a:pt x="184" y="113"/>
                  <a:pt x="181" y="112"/>
                </a:cubicBezTo>
                <a:cubicBezTo>
                  <a:pt x="178" y="111"/>
                  <a:pt x="172" y="107"/>
                  <a:pt x="169" y="104"/>
                </a:cubicBezTo>
                <a:cubicBezTo>
                  <a:pt x="166" y="102"/>
                  <a:pt x="160" y="97"/>
                  <a:pt x="158" y="95"/>
                </a:cubicBezTo>
                <a:cubicBezTo>
                  <a:pt x="156" y="93"/>
                  <a:pt x="155" y="90"/>
                  <a:pt x="154" y="87"/>
                </a:cubicBezTo>
                <a:cubicBezTo>
                  <a:pt x="152" y="85"/>
                  <a:pt x="150" y="82"/>
                  <a:pt x="149" y="80"/>
                </a:cubicBezTo>
                <a:cubicBezTo>
                  <a:pt x="148" y="78"/>
                  <a:pt x="143" y="74"/>
                  <a:pt x="143" y="72"/>
                </a:cubicBezTo>
                <a:cubicBezTo>
                  <a:pt x="142" y="71"/>
                  <a:pt x="142" y="59"/>
                  <a:pt x="142" y="51"/>
                </a:cubicBezTo>
                <a:cubicBezTo>
                  <a:pt x="132" y="54"/>
                  <a:pt x="132" y="54"/>
                  <a:pt x="132" y="54"/>
                </a:cubicBezTo>
                <a:cubicBezTo>
                  <a:pt x="104" y="146"/>
                  <a:pt x="104" y="146"/>
                  <a:pt x="104" y="146"/>
                </a:cubicBezTo>
                <a:cubicBezTo>
                  <a:pt x="111" y="175"/>
                  <a:pt x="111" y="175"/>
                  <a:pt x="111" y="175"/>
                </a:cubicBezTo>
                <a:cubicBezTo>
                  <a:pt x="106" y="258"/>
                  <a:pt x="106" y="258"/>
                  <a:pt x="106" y="258"/>
                </a:cubicBezTo>
                <a:cubicBezTo>
                  <a:pt x="1" y="289"/>
                  <a:pt x="1" y="289"/>
                  <a:pt x="1" y="289"/>
                </a:cubicBezTo>
                <a:cubicBezTo>
                  <a:pt x="0" y="308"/>
                  <a:pt x="0" y="308"/>
                  <a:pt x="0" y="308"/>
                </a:cubicBezTo>
                <a:cubicBezTo>
                  <a:pt x="33" y="348"/>
                  <a:pt x="33" y="348"/>
                  <a:pt x="33" y="348"/>
                </a:cubicBezTo>
                <a:cubicBezTo>
                  <a:pt x="28" y="365"/>
                  <a:pt x="28" y="365"/>
                  <a:pt x="28" y="365"/>
                </a:cubicBezTo>
                <a:cubicBezTo>
                  <a:pt x="49" y="391"/>
                  <a:pt x="49" y="391"/>
                  <a:pt x="49" y="391"/>
                </a:cubicBezTo>
                <a:cubicBezTo>
                  <a:pt x="54" y="391"/>
                  <a:pt x="61" y="391"/>
                  <a:pt x="63" y="391"/>
                </a:cubicBezTo>
                <a:cubicBezTo>
                  <a:pt x="65" y="391"/>
                  <a:pt x="66" y="386"/>
                  <a:pt x="68" y="384"/>
                </a:cubicBezTo>
                <a:cubicBezTo>
                  <a:pt x="69" y="382"/>
                  <a:pt x="75" y="384"/>
                  <a:pt x="78" y="383"/>
                </a:cubicBezTo>
                <a:cubicBezTo>
                  <a:pt x="82" y="382"/>
                  <a:pt x="84" y="378"/>
                  <a:pt x="88" y="376"/>
                </a:cubicBezTo>
                <a:cubicBezTo>
                  <a:pt x="92" y="375"/>
                  <a:pt x="99" y="377"/>
                  <a:pt x="102" y="377"/>
                </a:cubicBezTo>
                <a:cubicBezTo>
                  <a:pt x="105" y="378"/>
                  <a:pt x="110" y="380"/>
                  <a:pt x="112" y="379"/>
                </a:cubicBezTo>
                <a:cubicBezTo>
                  <a:pt x="115" y="378"/>
                  <a:pt x="115" y="373"/>
                  <a:pt x="118" y="369"/>
                </a:cubicBezTo>
                <a:cubicBezTo>
                  <a:pt x="121" y="366"/>
                  <a:pt x="124" y="360"/>
                  <a:pt x="124" y="359"/>
                </a:cubicBezTo>
                <a:cubicBezTo>
                  <a:pt x="124" y="357"/>
                  <a:pt x="121" y="357"/>
                  <a:pt x="120" y="354"/>
                </a:cubicBezTo>
                <a:cubicBezTo>
                  <a:pt x="119" y="351"/>
                  <a:pt x="121" y="347"/>
                  <a:pt x="123" y="345"/>
                </a:cubicBezTo>
                <a:cubicBezTo>
                  <a:pt x="124" y="343"/>
                  <a:pt x="125" y="342"/>
                  <a:pt x="130" y="340"/>
                </a:cubicBezTo>
                <a:cubicBezTo>
                  <a:pt x="135" y="339"/>
                  <a:pt x="143" y="340"/>
                  <a:pt x="150" y="340"/>
                </a:cubicBezTo>
                <a:cubicBezTo>
                  <a:pt x="156" y="341"/>
                  <a:pt x="155" y="340"/>
                  <a:pt x="157" y="337"/>
                </a:cubicBezTo>
                <a:cubicBezTo>
                  <a:pt x="159" y="335"/>
                  <a:pt x="162" y="334"/>
                  <a:pt x="163" y="331"/>
                </a:cubicBezTo>
                <a:cubicBezTo>
                  <a:pt x="165" y="327"/>
                  <a:pt x="164" y="321"/>
                  <a:pt x="165" y="317"/>
                </a:cubicBezTo>
                <a:cubicBezTo>
                  <a:pt x="166" y="312"/>
                  <a:pt x="176" y="305"/>
                  <a:pt x="180" y="302"/>
                </a:cubicBezTo>
                <a:cubicBezTo>
                  <a:pt x="184" y="299"/>
                  <a:pt x="186" y="303"/>
                  <a:pt x="188" y="304"/>
                </a:cubicBezTo>
                <a:cubicBezTo>
                  <a:pt x="190" y="305"/>
                  <a:pt x="194" y="303"/>
                  <a:pt x="195" y="301"/>
                </a:cubicBezTo>
                <a:cubicBezTo>
                  <a:pt x="195" y="300"/>
                  <a:pt x="209" y="302"/>
                  <a:pt x="214" y="299"/>
                </a:cubicBezTo>
                <a:cubicBezTo>
                  <a:pt x="218" y="295"/>
                  <a:pt x="213" y="296"/>
                  <a:pt x="210" y="292"/>
                </a:cubicBezTo>
                <a:cubicBezTo>
                  <a:pt x="207" y="289"/>
                  <a:pt x="208" y="287"/>
                  <a:pt x="208" y="283"/>
                </a:cubicBezTo>
                <a:cubicBezTo>
                  <a:pt x="209" y="279"/>
                  <a:pt x="207" y="278"/>
                  <a:pt x="205" y="275"/>
                </a:cubicBezTo>
                <a:cubicBezTo>
                  <a:pt x="203" y="272"/>
                  <a:pt x="205" y="269"/>
                  <a:pt x="205" y="265"/>
                </a:cubicBezTo>
                <a:cubicBezTo>
                  <a:pt x="205" y="262"/>
                  <a:pt x="208" y="258"/>
                  <a:pt x="211" y="254"/>
                </a:cubicBezTo>
                <a:cubicBezTo>
                  <a:pt x="213" y="250"/>
                  <a:pt x="215" y="243"/>
                  <a:pt x="216" y="240"/>
                </a:cubicBezTo>
                <a:cubicBezTo>
                  <a:pt x="217" y="237"/>
                  <a:pt x="224" y="233"/>
                  <a:pt x="224" y="233"/>
                </a:cubicBezTo>
                <a:cubicBezTo>
                  <a:pt x="224" y="233"/>
                  <a:pt x="224" y="240"/>
                  <a:pt x="224" y="243"/>
                </a:cubicBezTo>
                <a:cubicBezTo>
                  <a:pt x="225" y="245"/>
                  <a:pt x="233" y="244"/>
                  <a:pt x="233" y="243"/>
                </a:cubicBezTo>
                <a:cubicBezTo>
                  <a:pt x="234" y="241"/>
                  <a:pt x="234" y="236"/>
                  <a:pt x="235" y="231"/>
                </a:cubicBezTo>
                <a:cubicBezTo>
                  <a:pt x="236" y="227"/>
                  <a:pt x="245" y="219"/>
                  <a:pt x="249" y="214"/>
                </a:cubicBezTo>
                <a:cubicBezTo>
                  <a:pt x="253" y="209"/>
                  <a:pt x="263" y="195"/>
                  <a:pt x="266" y="191"/>
                </a:cubicBezTo>
                <a:cubicBezTo>
                  <a:pt x="269" y="187"/>
                  <a:pt x="268" y="185"/>
                  <a:pt x="268" y="180"/>
                </a:cubicBezTo>
                <a:cubicBezTo>
                  <a:pt x="267" y="174"/>
                  <a:pt x="269" y="174"/>
                  <a:pt x="272" y="170"/>
                </a:cubicBezTo>
                <a:cubicBezTo>
                  <a:pt x="275" y="166"/>
                  <a:pt x="275" y="163"/>
                  <a:pt x="271" y="159"/>
                </a:cubicBezTo>
                <a:close/>
              </a:path>
            </a:pathLst>
          </a:custGeom>
          <a:solidFill>
            <a:schemeClr val="accent4"/>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p:cNvSpPr>
          <p:nvPr/>
        </p:nvSpPr>
        <p:spPr bwMode="auto">
          <a:xfrm>
            <a:off x="2366963" y="3000375"/>
            <a:ext cx="177800" cy="225425"/>
          </a:xfrm>
          <a:custGeom>
            <a:avLst/>
            <a:gdLst>
              <a:gd name="T0" fmla="*/ 16 w 47"/>
              <a:gd name="T1" fmla="*/ 58 h 59"/>
              <a:gd name="T2" fmla="*/ 19 w 47"/>
              <a:gd name="T3" fmla="*/ 53 h 59"/>
              <a:gd name="T4" fmla="*/ 23 w 47"/>
              <a:gd name="T5" fmla="*/ 51 h 59"/>
              <a:gd name="T6" fmla="*/ 25 w 47"/>
              <a:gd name="T7" fmla="*/ 51 h 59"/>
              <a:gd name="T8" fmla="*/ 25 w 47"/>
              <a:gd name="T9" fmla="*/ 51 h 59"/>
              <a:gd name="T10" fmla="*/ 29 w 47"/>
              <a:gd name="T11" fmla="*/ 44 h 59"/>
              <a:gd name="T12" fmla="*/ 34 w 47"/>
              <a:gd name="T13" fmla="*/ 37 h 59"/>
              <a:gd name="T14" fmla="*/ 37 w 47"/>
              <a:gd name="T15" fmla="*/ 31 h 59"/>
              <a:gd name="T16" fmla="*/ 44 w 47"/>
              <a:gd name="T17" fmla="*/ 29 h 59"/>
              <a:gd name="T18" fmla="*/ 47 w 47"/>
              <a:gd name="T19" fmla="*/ 22 h 59"/>
              <a:gd name="T20" fmla="*/ 46 w 47"/>
              <a:gd name="T21" fmla="*/ 12 h 59"/>
              <a:gd name="T22" fmla="*/ 39 w 47"/>
              <a:gd name="T23" fmla="*/ 8 h 59"/>
              <a:gd name="T24" fmla="*/ 38 w 47"/>
              <a:gd name="T25" fmla="*/ 2 h 59"/>
              <a:gd name="T26" fmla="*/ 29 w 47"/>
              <a:gd name="T27" fmla="*/ 1 h 59"/>
              <a:gd name="T28" fmla="*/ 19 w 47"/>
              <a:gd name="T29" fmla="*/ 0 h 59"/>
              <a:gd name="T30" fmla="*/ 16 w 47"/>
              <a:gd name="T31" fmla="*/ 4 h 59"/>
              <a:gd name="T32" fmla="*/ 14 w 47"/>
              <a:gd name="T33" fmla="*/ 12 h 59"/>
              <a:gd name="T34" fmla="*/ 14 w 47"/>
              <a:gd name="T35" fmla="*/ 25 h 59"/>
              <a:gd name="T36" fmla="*/ 9 w 47"/>
              <a:gd name="T37" fmla="*/ 36 h 59"/>
              <a:gd name="T38" fmla="*/ 1 w 47"/>
              <a:gd name="T39" fmla="*/ 47 h 59"/>
              <a:gd name="T40" fmla="*/ 1 w 47"/>
              <a:gd name="T41" fmla="*/ 55 h 59"/>
              <a:gd name="T42" fmla="*/ 0 w 47"/>
              <a:gd name="T43" fmla="*/ 58 h 59"/>
              <a:gd name="T44" fmla="*/ 7 w 47"/>
              <a:gd name="T45" fmla="*/ 59 h 59"/>
              <a:gd name="T46" fmla="*/ 16 w 47"/>
              <a:gd name="T4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16" y="58"/>
                </a:moveTo>
                <a:cubicBezTo>
                  <a:pt x="17" y="57"/>
                  <a:pt x="19" y="53"/>
                  <a:pt x="19" y="53"/>
                </a:cubicBezTo>
                <a:cubicBezTo>
                  <a:pt x="23" y="51"/>
                  <a:pt x="23" y="51"/>
                  <a:pt x="23" y="51"/>
                </a:cubicBezTo>
                <a:cubicBezTo>
                  <a:pt x="25" y="51"/>
                  <a:pt x="25" y="51"/>
                  <a:pt x="25" y="51"/>
                </a:cubicBezTo>
                <a:cubicBezTo>
                  <a:pt x="25" y="51"/>
                  <a:pt x="25" y="51"/>
                  <a:pt x="25" y="51"/>
                </a:cubicBezTo>
                <a:cubicBezTo>
                  <a:pt x="25" y="50"/>
                  <a:pt x="27" y="46"/>
                  <a:pt x="29" y="44"/>
                </a:cubicBezTo>
                <a:cubicBezTo>
                  <a:pt x="30" y="43"/>
                  <a:pt x="33" y="38"/>
                  <a:pt x="34" y="37"/>
                </a:cubicBezTo>
                <a:cubicBezTo>
                  <a:pt x="34" y="35"/>
                  <a:pt x="35" y="31"/>
                  <a:pt x="37" y="31"/>
                </a:cubicBezTo>
                <a:cubicBezTo>
                  <a:pt x="39" y="30"/>
                  <a:pt x="42" y="30"/>
                  <a:pt x="44" y="29"/>
                </a:cubicBezTo>
                <a:cubicBezTo>
                  <a:pt x="47" y="28"/>
                  <a:pt x="47" y="23"/>
                  <a:pt x="47" y="22"/>
                </a:cubicBezTo>
                <a:cubicBezTo>
                  <a:pt x="46" y="20"/>
                  <a:pt x="47" y="13"/>
                  <a:pt x="46" y="12"/>
                </a:cubicBezTo>
                <a:cubicBezTo>
                  <a:pt x="44" y="10"/>
                  <a:pt x="40" y="9"/>
                  <a:pt x="39" y="8"/>
                </a:cubicBezTo>
                <a:cubicBezTo>
                  <a:pt x="38" y="6"/>
                  <a:pt x="39" y="3"/>
                  <a:pt x="38" y="2"/>
                </a:cubicBezTo>
                <a:cubicBezTo>
                  <a:pt x="37" y="1"/>
                  <a:pt x="32" y="1"/>
                  <a:pt x="29" y="1"/>
                </a:cubicBezTo>
                <a:cubicBezTo>
                  <a:pt x="28" y="1"/>
                  <a:pt x="23" y="1"/>
                  <a:pt x="19" y="0"/>
                </a:cubicBezTo>
                <a:cubicBezTo>
                  <a:pt x="18" y="2"/>
                  <a:pt x="17" y="3"/>
                  <a:pt x="16" y="4"/>
                </a:cubicBezTo>
                <a:cubicBezTo>
                  <a:pt x="14" y="6"/>
                  <a:pt x="15" y="9"/>
                  <a:pt x="14" y="12"/>
                </a:cubicBezTo>
                <a:cubicBezTo>
                  <a:pt x="14" y="16"/>
                  <a:pt x="15" y="21"/>
                  <a:pt x="14" y="25"/>
                </a:cubicBezTo>
                <a:cubicBezTo>
                  <a:pt x="13" y="29"/>
                  <a:pt x="12" y="33"/>
                  <a:pt x="9" y="36"/>
                </a:cubicBezTo>
                <a:cubicBezTo>
                  <a:pt x="7" y="39"/>
                  <a:pt x="3" y="44"/>
                  <a:pt x="1" y="47"/>
                </a:cubicBezTo>
                <a:cubicBezTo>
                  <a:pt x="0" y="50"/>
                  <a:pt x="1" y="51"/>
                  <a:pt x="1" y="55"/>
                </a:cubicBezTo>
                <a:cubicBezTo>
                  <a:pt x="1" y="56"/>
                  <a:pt x="1" y="57"/>
                  <a:pt x="0" y="58"/>
                </a:cubicBezTo>
                <a:cubicBezTo>
                  <a:pt x="4" y="58"/>
                  <a:pt x="7" y="59"/>
                  <a:pt x="7" y="59"/>
                </a:cubicBezTo>
                <a:cubicBezTo>
                  <a:pt x="8" y="59"/>
                  <a:pt x="16" y="58"/>
                  <a:pt x="16" y="58"/>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p:cNvSpPr>
          <p:nvPr/>
        </p:nvSpPr>
        <p:spPr bwMode="auto">
          <a:xfrm>
            <a:off x="3976688" y="3678238"/>
            <a:ext cx="239713" cy="236538"/>
          </a:xfrm>
          <a:custGeom>
            <a:avLst/>
            <a:gdLst>
              <a:gd name="T0" fmla="*/ 49 w 63"/>
              <a:gd name="T1" fmla="*/ 3 h 62"/>
              <a:gd name="T2" fmla="*/ 36 w 63"/>
              <a:gd name="T3" fmla="*/ 1 h 62"/>
              <a:gd name="T4" fmla="*/ 27 w 63"/>
              <a:gd name="T5" fmla="*/ 1 h 62"/>
              <a:gd name="T6" fmla="*/ 19 w 63"/>
              <a:gd name="T7" fmla="*/ 7 h 62"/>
              <a:gd name="T8" fmla="*/ 14 w 63"/>
              <a:gd name="T9" fmla="*/ 9 h 62"/>
              <a:gd name="T10" fmla="*/ 0 w 63"/>
              <a:gd name="T11" fmla="*/ 39 h 62"/>
              <a:gd name="T12" fmla="*/ 37 w 63"/>
              <a:gd name="T13" fmla="*/ 50 h 62"/>
              <a:gd name="T14" fmla="*/ 39 w 63"/>
              <a:gd name="T15" fmla="*/ 62 h 62"/>
              <a:gd name="T16" fmla="*/ 63 w 63"/>
              <a:gd name="T17" fmla="*/ 54 h 62"/>
              <a:gd name="T18" fmla="*/ 63 w 63"/>
              <a:gd name="T19" fmla="*/ 54 h 62"/>
              <a:gd name="T20" fmla="*/ 60 w 63"/>
              <a:gd name="T21" fmla="*/ 49 h 62"/>
              <a:gd name="T22" fmla="*/ 57 w 63"/>
              <a:gd name="T23" fmla="*/ 43 h 62"/>
              <a:gd name="T24" fmla="*/ 57 w 63"/>
              <a:gd name="T25" fmla="*/ 37 h 62"/>
              <a:gd name="T26" fmla="*/ 54 w 63"/>
              <a:gd name="T27" fmla="*/ 32 h 62"/>
              <a:gd name="T28" fmla="*/ 42 w 63"/>
              <a:gd name="T29" fmla="*/ 29 h 62"/>
              <a:gd name="T30" fmla="*/ 40 w 63"/>
              <a:gd name="T31" fmla="*/ 25 h 62"/>
              <a:gd name="T32" fmla="*/ 50 w 63"/>
              <a:gd name="T33" fmla="*/ 22 h 62"/>
              <a:gd name="T34" fmla="*/ 59 w 63"/>
              <a:gd name="T35" fmla="*/ 17 h 62"/>
              <a:gd name="T36" fmla="*/ 56 w 63"/>
              <a:gd name="T37" fmla="*/ 7 h 62"/>
              <a:gd name="T38" fmla="*/ 55 w 63"/>
              <a:gd name="T39" fmla="*/ 3 h 62"/>
              <a:gd name="T40" fmla="*/ 49 w 63"/>
              <a:gd name="T41" fmla="*/ 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62">
                <a:moveTo>
                  <a:pt x="49" y="3"/>
                </a:moveTo>
                <a:cubicBezTo>
                  <a:pt x="47" y="4"/>
                  <a:pt x="37" y="1"/>
                  <a:pt x="36" y="1"/>
                </a:cubicBezTo>
                <a:cubicBezTo>
                  <a:pt x="36" y="1"/>
                  <a:pt x="29" y="0"/>
                  <a:pt x="27" y="1"/>
                </a:cubicBezTo>
                <a:cubicBezTo>
                  <a:pt x="25" y="2"/>
                  <a:pt x="21" y="6"/>
                  <a:pt x="19" y="7"/>
                </a:cubicBezTo>
                <a:cubicBezTo>
                  <a:pt x="17" y="8"/>
                  <a:pt x="15" y="8"/>
                  <a:pt x="14" y="9"/>
                </a:cubicBezTo>
                <a:cubicBezTo>
                  <a:pt x="14" y="10"/>
                  <a:pt x="0" y="39"/>
                  <a:pt x="0" y="39"/>
                </a:cubicBezTo>
                <a:cubicBezTo>
                  <a:pt x="0" y="39"/>
                  <a:pt x="36" y="48"/>
                  <a:pt x="37" y="50"/>
                </a:cubicBezTo>
                <a:cubicBezTo>
                  <a:pt x="38" y="51"/>
                  <a:pt x="39" y="62"/>
                  <a:pt x="39" y="62"/>
                </a:cubicBezTo>
                <a:cubicBezTo>
                  <a:pt x="63" y="54"/>
                  <a:pt x="63" y="54"/>
                  <a:pt x="63" y="54"/>
                </a:cubicBezTo>
                <a:cubicBezTo>
                  <a:pt x="63" y="54"/>
                  <a:pt x="63" y="54"/>
                  <a:pt x="63" y="54"/>
                </a:cubicBezTo>
                <a:cubicBezTo>
                  <a:pt x="62" y="53"/>
                  <a:pt x="61" y="50"/>
                  <a:pt x="60" y="49"/>
                </a:cubicBezTo>
                <a:cubicBezTo>
                  <a:pt x="60" y="48"/>
                  <a:pt x="58" y="44"/>
                  <a:pt x="57" y="43"/>
                </a:cubicBezTo>
                <a:cubicBezTo>
                  <a:pt x="57" y="42"/>
                  <a:pt x="57" y="38"/>
                  <a:pt x="57" y="37"/>
                </a:cubicBezTo>
                <a:cubicBezTo>
                  <a:pt x="57" y="35"/>
                  <a:pt x="56" y="33"/>
                  <a:pt x="54" y="32"/>
                </a:cubicBezTo>
                <a:cubicBezTo>
                  <a:pt x="53" y="32"/>
                  <a:pt x="45" y="31"/>
                  <a:pt x="42" y="29"/>
                </a:cubicBezTo>
                <a:cubicBezTo>
                  <a:pt x="38" y="26"/>
                  <a:pt x="40" y="25"/>
                  <a:pt x="40" y="25"/>
                </a:cubicBezTo>
                <a:cubicBezTo>
                  <a:pt x="40" y="24"/>
                  <a:pt x="46" y="23"/>
                  <a:pt x="50" y="22"/>
                </a:cubicBezTo>
                <a:cubicBezTo>
                  <a:pt x="54" y="22"/>
                  <a:pt x="59" y="20"/>
                  <a:pt x="59" y="17"/>
                </a:cubicBezTo>
                <a:cubicBezTo>
                  <a:pt x="59" y="15"/>
                  <a:pt x="58" y="11"/>
                  <a:pt x="56" y="7"/>
                </a:cubicBezTo>
                <a:cubicBezTo>
                  <a:pt x="55" y="5"/>
                  <a:pt x="55" y="4"/>
                  <a:pt x="55" y="3"/>
                </a:cubicBezTo>
                <a:cubicBezTo>
                  <a:pt x="53" y="3"/>
                  <a:pt x="50" y="3"/>
                  <a:pt x="49" y="3"/>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20"/>
          <p:cNvSpPr>
            <a:spLocks/>
          </p:cNvSpPr>
          <p:nvPr/>
        </p:nvSpPr>
        <p:spPr bwMode="auto">
          <a:xfrm>
            <a:off x="2378075" y="3175000"/>
            <a:ext cx="558800" cy="693738"/>
          </a:xfrm>
          <a:custGeom>
            <a:avLst/>
            <a:gdLst>
              <a:gd name="T0" fmla="*/ 17 w 147"/>
              <a:gd name="T1" fmla="*/ 172 h 182"/>
              <a:gd name="T2" fmla="*/ 49 w 147"/>
              <a:gd name="T3" fmla="*/ 182 h 182"/>
              <a:gd name="T4" fmla="*/ 76 w 147"/>
              <a:gd name="T5" fmla="*/ 158 h 182"/>
              <a:gd name="T6" fmla="*/ 104 w 147"/>
              <a:gd name="T7" fmla="*/ 153 h 182"/>
              <a:gd name="T8" fmla="*/ 105 w 147"/>
              <a:gd name="T9" fmla="*/ 143 h 182"/>
              <a:gd name="T10" fmla="*/ 120 w 147"/>
              <a:gd name="T11" fmla="*/ 122 h 182"/>
              <a:gd name="T12" fmla="*/ 81 w 147"/>
              <a:gd name="T13" fmla="*/ 77 h 182"/>
              <a:gd name="T14" fmla="*/ 136 w 147"/>
              <a:gd name="T15" fmla="*/ 62 h 182"/>
              <a:gd name="T16" fmla="*/ 147 w 147"/>
              <a:gd name="T17" fmla="*/ 48 h 182"/>
              <a:gd name="T18" fmla="*/ 131 w 147"/>
              <a:gd name="T19" fmla="*/ 0 h 182"/>
              <a:gd name="T20" fmla="*/ 129 w 147"/>
              <a:gd name="T21" fmla="*/ 2 h 182"/>
              <a:gd name="T22" fmla="*/ 57 w 147"/>
              <a:gd name="T23" fmla="*/ 46 h 182"/>
              <a:gd name="T24" fmla="*/ 47 w 147"/>
              <a:gd name="T25" fmla="*/ 41 h 182"/>
              <a:gd name="T26" fmla="*/ 38 w 147"/>
              <a:gd name="T27" fmla="*/ 37 h 182"/>
              <a:gd name="T28" fmla="*/ 27 w 147"/>
              <a:gd name="T29" fmla="*/ 31 h 182"/>
              <a:gd name="T30" fmla="*/ 23 w 147"/>
              <a:gd name="T31" fmla="*/ 34 h 182"/>
              <a:gd name="T32" fmla="*/ 20 w 147"/>
              <a:gd name="T33" fmla="*/ 37 h 182"/>
              <a:gd name="T34" fmla="*/ 18 w 147"/>
              <a:gd name="T35" fmla="*/ 38 h 182"/>
              <a:gd name="T36" fmla="*/ 19 w 147"/>
              <a:gd name="T37" fmla="*/ 43 h 182"/>
              <a:gd name="T38" fmla="*/ 17 w 147"/>
              <a:gd name="T39" fmla="*/ 50 h 182"/>
              <a:gd name="T40" fmla="*/ 16 w 147"/>
              <a:gd name="T41" fmla="*/ 63 h 182"/>
              <a:gd name="T42" fmla="*/ 16 w 147"/>
              <a:gd name="T43" fmla="*/ 72 h 182"/>
              <a:gd name="T44" fmla="*/ 16 w 147"/>
              <a:gd name="T45" fmla="*/ 83 h 182"/>
              <a:gd name="T46" fmla="*/ 14 w 147"/>
              <a:gd name="T47" fmla="*/ 100 h 182"/>
              <a:gd name="T48" fmla="*/ 13 w 147"/>
              <a:gd name="T49" fmla="*/ 113 h 182"/>
              <a:gd name="T50" fmla="*/ 10 w 147"/>
              <a:gd name="T51" fmla="*/ 130 h 182"/>
              <a:gd name="T52" fmla="*/ 7 w 147"/>
              <a:gd name="T53" fmla="*/ 149 h 182"/>
              <a:gd name="T54" fmla="*/ 3 w 147"/>
              <a:gd name="T55" fmla="*/ 159 h 182"/>
              <a:gd name="T56" fmla="*/ 0 w 147"/>
              <a:gd name="T57" fmla="*/ 165 h 182"/>
              <a:gd name="T58" fmla="*/ 0 w 147"/>
              <a:gd name="T59" fmla="*/ 165 h 182"/>
              <a:gd name="T60" fmla="*/ 1 w 147"/>
              <a:gd name="T61" fmla="*/ 172 h 182"/>
              <a:gd name="T62" fmla="*/ 17 w 147"/>
              <a:gd name="T63" fmla="*/ 17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7" h="182">
                <a:moveTo>
                  <a:pt x="17" y="172"/>
                </a:moveTo>
                <a:cubicBezTo>
                  <a:pt x="19" y="173"/>
                  <a:pt x="49" y="182"/>
                  <a:pt x="49" y="182"/>
                </a:cubicBezTo>
                <a:cubicBezTo>
                  <a:pt x="76" y="158"/>
                  <a:pt x="76" y="158"/>
                  <a:pt x="76" y="158"/>
                </a:cubicBezTo>
                <a:cubicBezTo>
                  <a:pt x="104" y="153"/>
                  <a:pt x="104" y="153"/>
                  <a:pt x="104" y="153"/>
                </a:cubicBezTo>
                <a:cubicBezTo>
                  <a:pt x="104" y="153"/>
                  <a:pt x="104" y="144"/>
                  <a:pt x="105" y="143"/>
                </a:cubicBezTo>
                <a:cubicBezTo>
                  <a:pt x="105" y="142"/>
                  <a:pt x="120" y="122"/>
                  <a:pt x="120" y="122"/>
                </a:cubicBezTo>
                <a:cubicBezTo>
                  <a:pt x="81" y="77"/>
                  <a:pt x="81" y="77"/>
                  <a:pt x="81" y="77"/>
                </a:cubicBezTo>
                <a:cubicBezTo>
                  <a:pt x="136" y="62"/>
                  <a:pt x="136" y="62"/>
                  <a:pt x="136" y="62"/>
                </a:cubicBezTo>
                <a:cubicBezTo>
                  <a:pt x="147" y="48"/>
                  <a:pt x="147" y="48"/>
                  <a:pt x="147" y="48"/>
                </a:cubicBezTo>
                <a:cubicBezTo>
                  <a:pt x="131" y="0"/>
                  <a:pt x="131" y="0"/>
                  <a:pt x="131" y="0"/>
                </a:cubicBezTo>
                <a:cubicBezTo>
                  <a:pt x="130" y="1"/>
                  <a:pt x="129" y="2"/>
                  <a:pt x="129" y="2"/>
                </a:cubicBezTo>
                <a:cubicBezTo>
                  <a:pt x="57" y="46"/>
                  <a:pt x="57" y="46"/>
                  <a:pt x="57" y="46"/>
                </a:cubicBezTo>
                <a:cubicBezTo>
                  <a:pt x="57" y="46"/>
                  <a:pt x="49" y="42"/>
                  <a:pt x="47" y="41"/>
                </a:cubicBezTo>
                <a:cubicBezTo>
                  <a:pt x="45" y="40"/>
                  <a:pt x="40" y="38"/>
                  <a:pt x="38" y="37"/>
                </a:cubicBezTo>
                <a:cubicBezTo>
                  <a:pt x="36" y="35"/>
                  <a:pt x="27" y="31"/>
                  <a:pt x="27" y="31"/>
                </a:cubicBezTo>
                <a:cubicBezTo>
                  <a:pt x="27" y="31"/>
                  <a:pt x="24" y="34"/>
                  <a:pt x="23" y="34"/>
                </a:cubicBezTo>
                <a:cubicBezTo>
                  <a:pt x="22" y="35"/>
                  <a:pt x="21" y="37"/>
                  <a:pt x="20" y="37"/>
                </a:cubicBezTo>
                <a:cubicBezTo>
                  <a:pt x="20" y="37"/>
                  <a:pt x="19" y="38"/>
                  <a:pt x="18" y="38"/>
                </a:cubicBezTo>
                <a:cubicBezTo>
                  <a:pt x="18" y="40"/>
                  <a:pt x="19" y="43"/>
                  <a:pt x="19" y="43"/>
                </a:cubicBezTo>
                <a:cubicBezTo>
                  <a:pt x="19" y="45"/>
                  <a:pt x="18" y="48"/>
                  <a:pt x="17" y="50"/>
                </a:cubicBezTo>
                <a:cubicBezTo>
                  <a:pt x="17" y="51"/>
                  <a:pt x="17" y="60"/>
                  <a:pt x="16" y="63"/>
                </a:cubicBezTo>
                <a:cubicBezTo>
                  <a:pt x="16" y="66"/>
                  <a:pt x="17" y="70"/>
                  <a:pt x="16" y="72"/>
                </a:cubicBezTo>
                <a:cubicBezTo>
                  <a:pt x="15" y="73"/>
                  <a:pt x="16" y="82"/>
                  <a:pt x="16" y="83"/>
                </a:cubicBezTo>
                <a:cubicBezTo>
                  <a:pt x="16" y="84"/>
                  <a:pt x="14" y="99"/>
                  <a:pt x="14" y="100"/>
                </a:cubicBezTo>
                <a:cubicBezTo>
                  <a:pt x="14" y="101"/>
                  <a:pt x="13" y="111"/>
                  <a:pt x="13" y="113"/>
                </a:cubicBezTo>
                <a:cubicBezTo>
                  <a:pt x="13" y="115"/>
                  <a:pt x="11" y="128"/>
                  <a:pt x="10" y="130"/>
                </a:cubicBezTo>
                <a:cubicBezTo>
                  <a:pt x="10" y="132"/>
                  <a:pt x="7" y="146"/>
                  <a:pt x="7" y="149"/>
                </a:cubicBezTo>
                <a:cubicBezTo>
                  <a:pt x="7" y="152"/>
                  <a:pt x="3" y="158"/>
                  <a:pt x="3" y="159"/>
                </a:cubicBezTo>
                <a:cubicBezTo>
                  <a:pt x="3" y="160"/>
                  <a:pt x="1" y="162"/>
                  <a:pt x="0" y="165"/>
                </a:cubicBezTo>
                <a:cubicBezTo>
                  <a:pt x="0" y="165"/>
                  <a:pt x="0" y="165"/>
                  <a:pt x="0" y="165"/>
                </a:cubicBezTo>
                <a:cubicBezTo>
                  <a:pt x="0" y="165"/>
                  <a:pt x="0" y="168"/>
                  <a:pt x="1" y="172"/>
                </a:cubicBezTo>
                <a:cubicBezTo>
                  <a:pt x="5" y="171"/>
                  <a:pt x="15" y="171"/>
                  <a:pt x="17" y="172"/>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 name="Freeform 21"/>
          <p:cNvSpPr>
            <a:spLocks/>
          </p:cNvSpPr>
          <p:nvPr/>
        </p:nvSpPr>
        <p:spPr bwMode="auto">
          <a:xfrm>
            <a:off x="2252663" y="3194050"/>
            <a:ext cx="209550" cy="609600"/>
          </a:xfrm>
          <a:custGeom>
            <a:avLst/>
            <a:gdLst>
              <a:gd name="T0" fmla="*/ 44 w 55"/>
              <a:gd name="T1" fmla="*/ 70 h 160"/>
              <a:gd name="T2" fmla="*/ 41 w 55"/>
              <a:gd name="T3" fmla="*/ 78 h 160"/>
              <a:gd name="T4" fmla="*/ 35 w 55"/>
              <a:gd name="T5" fmla="*/ 79 h 160"/>
              <a:gd name="T6" fmla="*/ 33 w 55"/>
              <a:gd name="T7" fmla="*/ 77 h 160"/>
              <a:gd name="T8" fmla="*/ 33 w 55"/>
              <a:gd name="T9" fmla="*/ 67 h 160"/>
              <a:gd name="T10" fmla="*/ 33 w 55"/>
              <a:gd name="T11" fmla="*/ 60 h 160"/>
              <a:gd name="T12" fmla="*/ 33 w 55"/>
              <a:gd name="T13" fmla="*/ 52 h 160"/>
              <a:gd name="T14" fmla="*/ 31 w 55"/>
              <a:gd name="T15" fmla="*/ 49 h 160"/>
              <a:gd name="T16" fmla="*/ 31 w 55"/>
              <a:gd name="T17" fmla="*/ 42 h 160"/>
              <a:gd name="T18" fmla="*/ 33 w 55"/>
              <a:gd name="T19" fmla="*/ 37 h 160"/>
              <a:gd name="T20" fmla="*/ 37 w 55"/>
              <a:gd name="T21" fmla="*/ 36 h 160"/>
              <a:gd name="T22" fmla="*/ 42 w 55"/>
              <a:gd name="T23" fmla="*/ 38 h 160"/>
              <a:gd name="T24" fmla="*/ 42 w 55"/>
              <a:gd name="T25" fmla="*/ 42 h 160"/>
              <a:gd name="T26" fmla="*/ 47 w 55"/>
              <a:gd name="T27" fmla="*/ 41 h 160"/>
              <a:gd name="T28" fmla="*/ 52 w 55"/>
              <a:gd name="T29" fmla="*/ 38 h 160"/>
              <a:gd name="T30" fmla="*/ 51 w 55"/>
              <a:gd name="T31" fmla="*/ 29 h 160"/>
              <a:gd name="T32" fmla="*/ 52 w 55"/>
              <a:gd name="T33" fmla="*/ 14 h 160"/>
              <a:gd name="T34" fmla="*/ 55 w 55"/>
              <a:gd name="T35" fmla="*/ 0 h 160"/>
              <a:gd name="T36" fmla="*/ 53 w 55"/>
              <a:gd name="T37" fmla="*/ 0 h 160"/>
              <a:gd name="T38" fmla="*/ 49 w 55"/>
              <a:gd name="T39" fmla="*/ 2 h 160"/>
              <a:gd name="T40" fmla="*/ 46 w 55"/>
              <a:gd name="T41" fmla="*/ 7 h 160"/>
              <a:gd name="T42" fmla="*/ 37 w 55"/>
              <a:gd name="T43" fmla="*/ 8 h 160"/>
              <a:gd name="T44" fmla="*/ 30 w 55"/>
              <a:gd name="T45" fmla="*/ 7 h 160"/>
              <a:gd name="T46" fmla="*/ 26 w 55"/>
              <a:gd name="T47" fmla="*/ 12 h 160"/>
              <a:gd name="T48" fmla="*/ 21 w 55"/>
              <a:gd name="T49" fmla="*/ 17 h 160"/>
              <a:gd name="T50" fmla="*/ 20 w 55"/>
              <a:gd name="T51" fmla="*/ 28 h 160"/>
              <a:gd name="T52" fmla="*/ 19 w 55"/>
              <a:gd name="T53" fmla="*/ 41 h 160"/>
              <a:gd name="T54" fmla="*/ 14 w 55"/>
              <a:gd name="T55" fmla="*/ 53 h 160"/>
              <a:gd name="T56" fmla="*/ 7 w 55"/>
              <a:gd name="T57" fmla="*/ 66 h 160"/>
              <a:gd name="T58" fmla="*/ 0 w 55"/>
              <a:gd name="T59" fmla="*/ 77 h 160"/>
              <a:gd name="T60" fmla="*/ 6 w 55"/>
              <a:gd name="T61" fmla="*/ 88 h 160"/>
              <a:gd name="T62" fmla="*/ 11 w 55"/>
              <a:gd name="T63" fmla="*/ 98 h 160"/>
              <a:gd name="T64" fmla="*/ 13 w 55"/>
              <a:gd name="T65" fmla="*/ 106 h 160"/>
              <a:gd name="T66" fmla="*/ 21 w 55"/>
              <a:gd name="T67" fmla="*/ 117 h 160"/>
              <a:gd name="T68" fmla="*/ 30 w 55"/>
              <a:gd name="T69" fmla="*/ 135 h 160"/>
              <a:gd name="T70" fmla="*/ 30 w 55"/>
              <a:gd name="T71" fmla="*/ 144 h 160"/>
              <a:gd name="T72" fmla="*/ 30 w 55"/>
              <a:gd name="T73" fmla="*/ 151 h 160"/>
              <a:gd name="T74" fmla="*/ 33 w 55"/>
              <a:gd name="T75" fmla="*/ 160 h 160"/>
              <a:gd name="T76" fmla="*/ 36 w 55"/>
              <a:gd name="T77" fmla="*/ 154 h 160"/>
              <a:gd name="T78" fmla="*/ 40 w 55"/>
              <a:gd name="T79" fmla="*/ 144 h 160"/>
              <a:gd name="T80" fmla="*/ 43 w 55"/>
              <a:gd name="T81" fmla="*/ 125 h 160"/>
              <a:gd name="T82" fmla="*/ 46 w 55"/>
              <a:gd name="T83" fmla="*/ 108 h 160"/>
              <a:gd name="T84" fmla="*/ 47 w 55"/>
              <a:gd name="T85" fmla="*/ 95 h 160"/>
              <a:gd name="T86" fmla="*/ 49 w 55"/>
              <a:gd name="T87" fmla="*/ 78 h 160"/>
              <a:gd name="T88" fmla="*/ 49 w 55"/>
              <a:gd name="T89" fmla="*/ 67 h 160"/>
              <a:gd name="T90" fmla="*/ 49 w 55"/>
              <a:gd name="T91" fmla="*/ 62 h 160"/>
              <a:gd name="T92" fmla="*/ 45 w 55"/>
              <a:gd name="T93" fmla="*/ 64 h 160"/>
              <a:gd name="T94" fmla="*/ 44 w 55"/>
              <a:gd name="T95" fmla="*/ 7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5" h="160">
                <a:moveTo>
                  <a:pt x="44" y="70"/>
                </a:moveTo>
                <a:cubicBezTo>
                  <a:pt x="44" y="72"/>
                  <a:pt x="42" y="76"/>
                  <a:pt x="41" y="78"/>
                </a:cubicBezTo>
                <a:cubicBezTo>
                  <a:pt x="40" y="79"/>
                  <a:pt x="36" y="79"/>
                  <a:pt x="35" y="79"/>
                </a:cubicBezTo>
                <a:cubicBezTo>
                  <a:pt x="33" y="79"/>
                  <a:pt x="33" y="78"/>
                  <a:pt x="33" y="77"/>
                </a:cubicBezTo>
                <a:cubicBezTo>
                  <a:pt x="33" y="76"/>
                  <a:pt x="33" y="69"/>
                  <a:pt x="33" y="67"/>
                </a:cubicBezTo>
                <a:cubicBezTo>
                  <a:pt x="33" y="65"/>
                  <a:pt x="33" y="61"/>
                  <a:pt x="33" y="60"/>
                </a:cubicBezTo>
                <a:cubicBezTo>
                  <a:pt x="34" y="58"/>
                  <a:pt x="33" y="53"/>
                  <a:pt x="33" y="52"/>
                </a:cubicBezTo>
                <a:cubicBezTo>
                  <a:pt x="33" y="51"/>
                  <a:pt x="31" y="49"/>
                  <a:pt x="31" y="49"/>
                </a:cubicBezTo>
                <a:cubicBezTo>
                  <a:pt x="31" y="48"/>
                  <a:pt x="31" y="44"/>
                  <a:pt x="31" y="42"/>
                </a:cubicBezTo>
                <a:cubicBezTo>
                  <a:pt x="31" y="41"/>
                  <a:pt x="33" y="37"/>
                  <a:pt x="33" y="37"/>
                </a:cubicBezTo>
                <a:cubicBezTo>
                  <a:pt x="33" y="36"/>
                  <a:pt x="36" y="36"/>
                  <a:pt x="37" y="36"/>
                </a:cubicBezTo>
                <a:cubicBezTo>
                  <a:pt x="38" y="36"/>
                  <a:pt x="42" y="38"/>
                  <a:pt x="42" y="38"/>
                </a:cubicBezTo>
                <a:cubicBezTo>
                  <a:pt x="43" y="38"/>
                  <a:pt x="42" y="42"/>
                  <a:pt x="42" y="42"/>
                </a:cubicBezTo>
                <a:cubicBezTo>
                  <a:pt x="47" y="41"/>
                  <a:pt x="47" y="41"/>
                  <a:pt x="47" y="41"/>
                </a:cubicBezTo>
                <a:cubicBezTo>
                  <a:pt x="52" y="38"/>
                  <a:pt x="52" y="38"/>
                  <a:pt x="52" y="38"/>
                </a:cubicBezTo>
                <a:cubicBezTo>
                  <a:pt x="51" y="37"/>
                  <a:pt x="51" y="31"/>
                  <a:pt x="51" y="29"/>
                </a:cubicBezTo>
                <a:cubicBezTo>
                  <a:pt x="51" y="27"/>
                  <a:pt x="52" y="15"/>
                  <a:pt x="52" y="14"/>
                </a:cubicBezTo>
                <a:cubicBezTo>
                  <a:pt x="51" y="12"/>
                  <a:pt x="51" y="4"/>
                  <a:pt x="55" y="0"/>
                </a:cubicBezTo>
                <a:cubicBezTo>
                  <a:pt x="53" y="0"/>
                  <a:pt x="53" y="0"/>
                  <a:pt x="53" y="0"/>
                </a:cubicBezTo>
                <a:cubicBezTo>
                  <a:pt x="49" y="2"/>
                  <a:pt x="49" y="2"/>
                  <a:pt x="49" y="2"/>
                </a:cubicBezTo>
                <a:cubicBezTo>
                  <a:pt x="49" y="2"/>
                  <a:pt x="47" y="6"/>
                  <a:pt x="46" y="7"/>
                </a:cubicBezTo>
                <a:cubicBezTo>
                  <a:pt x="46" y="7"/>
                  <a:pt x="38" y="8"/>
                  <a:pt x="37" y="8"/>
                </a:cubicBezTo>
                <a:cubicBezTo>
                  <a:pt x="37" y="8"/>
                  <a:pt x="34" y="7"/>
                  <a:pt x="30" y="7"/>
                </a:cubicBezTo>
                <a:cubicBezTo>
                  <a:pt x="29" y="9"/>
                  <a:pt x="27" y="11"/>
                  <a:pt x="26" y="12"/>
                </a:cubicBezTo>
                <a:cubicBezTo>
                  <a:pt x="25" y="13"/>
                  <a:pt x="22" y="16"/>
                  <a:pt x="21" y="17"/>
                </a:cubicBezTo>
                <a:cubicBezTo>
                  <a:pt x="19" y="18"/>
                  <a:pt x="20" y="24"/>
                  <a:pt x="20" y="28"/>
                </a:cubicBezTo>
                <a:cubicBezTo>
                  <a:pt x="20" y="31"/>
                  <a:pt x="20" y="39"/>
                  <a:pt x="19" y="41"/>
                </a:cubicBezTo>
                <a:cubicBezTo>
                  <a:pt x="19" y="43"/>
                  <a:pt x="16" y="49"/>
                  <a:pt x="14" y="53"/>
                </a:cubicBezTo>
                <a:cubicBezTo>
                  <a:pt x="12" y="56"/>
                  <a:pt x="9" y="63"/>
                  <a:pt x="7" y="66"/>
                </a:cubicBezTo>
                <a:cubicBezTo>
                  <a:pt x="6" y="68"/>
                  <a:pt x="0" y="77"/>
                  <a:pt x="0" y="77"/>
                </a:cubicBezTo>
                <a:cubicBezTo>
                  <a:pt x="0" y="78"/>
                  <a:pt x="2" y="82"/>
                  <a:pt x="6" y="88"/>
                </a:cubicBezTo>
                <a:cubicBezTo>
                  <a:pt x="9" y="94"/>
                  <a:pt x="10" y="95"/>
                  <a:pt x="11" y="98"/>
                </a:cubicBezTo>
                <a:cubicBezTo>
                  <a:pt x="11" y="100"/>
                  <a:pt x="12" y="104"/>
                  <a:pt x="13" y="106"/>
                </a:cubicBezTo>
                <a:cubicBezTo>
                  <a:pt x="14" y="108"/>
                  <a:pt x="19" y="114"/>
                  <a:pt x="21" y="117"/>
                </a:cubicBezTo>
                <a:cubicBezTo>
                  <a:pt x="23" y="120"/>
                  <a:pt x="28" y="131"/>
                  <a:pt x="30" y="135"/>
                </a:cubicBezTo>
                <a:cubicBezTo>
                  <a:pt x="31" y="140"/>
                  <a:pt x="30" y="141"/>
                  <a:pt x="30" y="144"/>
                </a:cubicBezTo>
                <a:cubicBezTo>
                  <a:pt x="30" y="147"/>
                  <a:pt x="30" y="148"/>
                  <a:pt x="30" y="151"/>
                </a:cubicBezTo>
                <a:cubicBezTo>
                  <a:pt x="30" y="154"/>
                  <a:pt x="32" y="158"/>
                  <a:pt x="33" y="160"/>
                </a:cubicBezTo>
                <a:cubicBezTo>
                  <a:pt x="34" y="157"/>
                  <a:pt x="36" y="155"/>
                  <a:pt x="36" y="154"/>
                </a:cubicBezTo>
                <a:cubicBezTo>
                  <a:pt x="36" y="153"/>
                  <a:pt x="40" y="147"/>
                  <a:pt x="40" y="144"/>
                </a:cubicBezTo>
                <a:cubicBezTo>
                  <a:pt x="40" y="141"/>
                  <a:pt x="43" y="127"/>
                  <a:pt x="43" y="125"/>
                </a:cubicBezTo>
                <a:cubicBezTo>
                  <a:pt x="44" y="123"/>
                  <a:pt x="46" y="110"/>
                  <a:pt x="46" y="108"/>
                </a:cubicBezTo>
                <a:cubicBezTo>
                  <a:pt x="46" y="106"/>
                  <a:pt x="47" y="96"/>
                  <a:pt x="47" y="95"/>
                </a:cubicBezTo>
                <a:cubicBezTo>
                  <a:pt x="47" y="94"/>
                  <a:pt x="49" y="79"/>
                  <a:pt x="49" y="78"/>
                </a:cubicBezTo>
                <a:cubicBezTo>
                  <a:pt x="49" y="77"/>
                  <a:pt x="48" y="68"/>
                  <a:pt x="49" y="67"/>
                </a:cubicBezTo>
                <a:cubicBezTo>
                  <a:pt x="50" y="66"/>
                  <a:pt x="49" y="64"/>
                  <a:pt x="49" y="62"/>
                </a:cubicBezTo>
                <a:cubicBezTo>
                  <a:pt x="47" y="63"/>
                  <a:pt x="45" y="64"/>
                  <a:pt x="45" y="64"/>
                </a:cubicBezTo>
                <a:cubicBezTo>
                  <a:pt x="45" y="65"/>
                  <a:pt x="44" y="67"/>
                  <a:pt x="44" y="70"/>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 name="Freeform 22"/>
          <p:cNvSpPr>
            <a:spLocks/>
          </p:cNvSpPr>
          <p:nvPr/>
        </p:nvSpPr>
        <p:spPr bwMode="auto">
          <a:xfrm>
            <a:off x="3454400" y="2128838"/>
            <a:ext cx="2843213" cy="2295525"/>
          </a:xfrm>
          <a:custGeom>
            <a:avLst/>
            <a:gdLst>
              <a:gd name="T0" fmla="*/ 720 w 747"/>
              <a:gd name="T1" fmla="*/ 484 h 603"/>
              <a:gd name="T2" fmla="*/ 669 w 747"/>
              <a:gd name="T3" fmla="*/ 445 h 603"/>
              <a:gd name="T4" fmla="*/ 675 w 747"/>
              <a:gd name="T5" fmla="*/ 360 h 603"/>
              <a:gd name="T6" fmla="*/ 632 w 747"/>
              <a:gd name="T7" fmla="*/ 313 h 603"/>
              <a:gd name="T8" fmla="*/ 629 w 747"/>
              <a:gd name="T9" fmla="*/ 258 h 603"/>
              <a:gd name="T10" fmla="*/ 617 w 747"/>
              <a:gd name="T11" fmla="*/ 218 h 603"/>
              <a:gd name="T12" fmla="*/ 629 w 747"/>
              <a:gd name="T13" fmla="*/ 196 h 603"/>
              <a:gd name="T14" fmla="*/ 622 w 747"/>
              <a:gd name="T15" fmla="*/ 145 h 603"/>
              <a:gd name="T16" fmla="*/ 585 w 747"/>
              <a:gd name="T17" fmla="*/ 112 h 603"/>
              <a:gd name="T18" fmla="*/ 543 w 747"/>
              <a:gd name="T19" fmla="*/ 86 h 603"/>
              <a:gd name="T20" fmla="*/ 482 w 747"/>
              <a:gd name="T21" fmla="*/ 66 h 603"/>
              <a:gd name="T22" fmla="*/ 445 w 747"/>
              <a:gd name="T23" fmla="*/ 63 h 603"/>
              <a:gd name="T24" fmla="*/ 397 w 747"/>
              <a:gd name="T25" fmla="*/ 78 h 603"/>
              <a:gd name="T26" fmla="*/ 365 w 747"/>
              <a:gd name="T27" fmla="*/ 99 h 603"/>
              <a:gd name="T28" fmla="*/ 313 w 747"/>
              <a:gd name="T29" fmla="*/ 128 h 603"/>
              <a:gd name="T30" fmla="*/ 222 w 747"/>
              <a:gd name="T31" fmla="*/ 100 h 603"/>
              <a:gd name="T32" fmla="*/ 178 w 747"/>
              <a:gd name="T33" fmla="*/ 81 h 603"/>
              <a:gd name="T34" fmla="*/ 144 w 747"/>
              <a:gd name="T35" fmla="*/ 39 h 603"/>
              <a:gd name="T36" fmla="*/ 148 w 747"/>
              <a:gd name="T37" fmla="*/ 17 h 603"/>
              <a:gd name="T38" fmla="*/ 102 w 747"/>
              <a:gd name="T39" fmla="*/ 31 h 603"/>
              <a:gd name="T40" fmla="*/ 71 w 747"/>
              <a:gd name="T41" fmla="*/ 41 h 603"/>
              <a:gd name="T42" fmla="*/ 33 w 747"/>
              <a:gd name="T43" fmla="*/ 19 h 603"/>
              <a:gd name="T44" fmla="*/ 12 w 747"/>
              <a:gd name="T45" fmla="*/ 9 h 603"/>
              <a:gd name="T46" fmla="*/ 7 w 747"/>
              <a:gd name="T47" fmla="*/ 39 h 603"/>
              <a:gd name="T48" fmla="*/ 13 w 747"/>
              <a:gd name="T49" fmla="*/ 83 h 603"/>
              <a:gd name="T50" fmla="*/ 40 w 747"/>
              <a:gd name="T51" fmla="*/ 120 h 603"/>
              <a:gd name="T52" fmla="*/ 67 w 747"/>
              <a:gd name="T53" fmla="*/ 162 h 603"/>
              <a:gd name="T54" fmla="*/ 91 w 747"/>
              <a:gd name="T55" fmla="*/ 182 h 603"/>
              <a:gd name="T56" fmla="*/ 83 w 747"/>
              <a:gd name="T57" fmla="*/ 216 h 603"/>
              <a:gd name="T58" fmla="*/ 85 w 747"/>
              <a:gd name="T59" fmla="*/ 256 h 603"/>
              <a:gd name="T60" fmla="*/ 109 w 747"/>
              <a:gd name="T61" fmla="*/ 290 h 603"/>
              <a:gd name="T62" fmla="*/ 155 w 747"/>
              <a:gd name="T63" fmla="*/ 310 h 603"/>
              <a:gd name="T64" fmla="*/ 169 w 747"/>
              <a:gd name="T65" fmla="*/ 366 h 603"/>
              <a:gd name="T66" fmla="*/ 199 w 747"/>
              <a:gd name="T67" fmla="*/ 401 h 603"/>
              <a:gd name="T68" fmla="*/ 218 w 747"/>
              <a:gd name="T69" fmla="*/ 399 h 603"/>
              <a:gd name="T70" fmla="*/ 238 w 747"/>
              <a:gd name="T71" fmla="*/ 410 h 603"/>
              <a:gd name="T72" fmla="*/ 269 w 747"/>
              <a:gd name="T73" fmla="*/ 424 h 603"/>
              <a:gd name="T74" fmla="*/ 288 w 747"/>
              <a:gd name="T75" fmla="*/ 454 h 603"/>
              <a:gd name="T76" fmla="*/ 318 w 747"/>
              <a:gd name="T77" fmla="*/ 493 h 603"/>
              <a:gd name="T78" fmla="*/ 358 w 747"/>
              <a:gd name="T79" fmla="*/ 502 h 603"/>
              <a:gd name="T80" fmla="*/ 375 w 747"/>
              <a:gd name="T81" fmla="*/ 523 h 603"/>
              <a:gd name="T82" fmla="*/ 418 w 747"/>
              <a:gd name="T83" fmla="*/ 537 h 603"/>
              <a:gd name="T84" fmla="*/ 464 w 747"/>
              <a:gd name="T85" fmla="*/ 530 h 603"/>
              <a:gd name="T86" fmla="*/ 517 w 747"/>
              <a:gd name="T87" fmla="*/ 538 h 603"/>
              <a:gd name="T88" fmla="*/ 557 w 747"/>
              <a:gd name="T89" fmla="*/ 577 h 603"/>
              <a:gd name="T90" fmla="*/ 584 w 747"/>
              <a:gd name="T91" fmla="*/ 580 h 603"/>
              <a:gd name="T92" fmla="*/ 640 w 747"/>
              <a:gd name="T93" fmla="*/ 590 h 603"/>
              <a:gd name="T94" fmla="*/ 662 w 747"/>
              <a:gd name="T95" fmla="*/ 592 h 603"/>
              <a:gd name="T96" fmla="*/ 694 w 747"/>
              <a:gd name="T97" fmla="*/ 596 h 603"/>
              <a:gd name="T98" fmla="*/ 698 w 747"/>
              <a:gd name="T99" fmla="*/ 549 h 603"/>
              <a:gd name="T100" fmla="*/ 747 w 747"/>
              <a:gd name="T101" fmla="*/ 5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7" h="603">
                <a:moveTo>
                  <a:pt x="746" y="524"/>
                </a:moveTo>
                <a:cubicBezTo>
                  <a:pt x="746" y="521"/>
                  <a:pt x="746" y="516"/>
                  <a:pt x="742" y="515"/>
                </a:cubicBezTo>
                <a:cubicBezTo>
                  <a:pt x="737" y="513"/>
                  <a:pt x="732" y="513"/>
                  <a:pt x="730" y="512"/>
                </a:cubicBezTo>
                <a:cubicBezTo>
                  <a:pt x="728" y="511"/>
                  <a:pt x="726" y="511"/>
                  <a:pt x="725" y="505"/>
                </a:cubicBezTo>
                <a:cubicBezTo>
                  <a:pt x="724" y="499"/>
                  <a:pt x="721" y="489"/>
                  <a:pt x="720" y="484"/>
                </a:cubicBezTo>
                <a:cubicBezTo>
                  <a:pt x="720" y="479"/>
                  <a:pt x="720" y="477"/>
                  <a:pt x="716" y="474"/>
                </a:cubicBezTo>
                <a:cubicBezTo>
                  <a:pt x="712" y="472"/>
                  <a:pt x="716" y="471"/>
                  <a:pt x="708" y="469"/>
                </a:cubicBezTo>
                <a:cubicBezTo>
                  <a:pt x="701" y="467"/>
                  <a:pt x="696" y="467"/>
                  <a:pt x="692" y="465"/>
                </a:cubicBezTo>
                <a:cubicBezTo>
                  <a:pt x="688" y="463"/>
                  <a:pt x="680" y="458"/>
                  <a:pt x="677" y="455"/>
                </a:cubicBezTo>
                <a:cubicBezTo>
                  <a:pt x="674" y="453"/>
                  <a:pt x="670" y="449"/>
                  <a:pt x="669" y="445"/>
                </a:cubicBezTo>
                <a:cubicBezTo>
                  <a:pt x="668" y="442"/>
                  <a:pt x="666" y="436"/>
                  <a:pt x="664" y="434"/>
                </a:cubicBezTo>
                <a:cubicBezTo>
                  <a:pt x="662" y="433"/>
                  <a:pt x="647" y="413"/>
                  <a:pt x="647" y="413"/>
                </a:cubicBezTo>
                <a:cubicBezTo>
                  <a:pt x="659" y="400"/>
                  <a:pt x="675" y="375"/>
                  <a:pt x="676" y="375"/>
                </a:cubicBezTo>
                <a:cubicBezTo>
                  <a:pt x="676" y="374"/>
                  <a:pt x="678" y="370"/>
                  <a:pt x="677" y="368"/>
                </a:cubicBezTo>
                <a:cubicBezTo>
                  <a:pt x="677" y="366"/>
                  <a:pt x="675" y="363"/>
                  <a:pt x="675" y="360"/>
                </a:cubicBezTo>
                <a:cubicBezTo>
                  <a:pt x="675" y="356"/>
                  <a:pt x="675" y="349"/>
                  <a:pt x="674" y="346"/>
                </a:cubicBezTo>
                <a:cubicBezTo>
                  <a:pt x="672" y="344"/>
                  <a:pt x="669" y="335"/>
                  <a:pt x="669" y="335"/>
                </a:cubicBezTo>
                <a:cubicBezTo>
                  <a:pt x="669" y="334"/>
                  <a:pt x="636" y="334"/>
                  <a:pt x="636" y="334"/>
                </a:cubicBezTo>
                <a:cubicBezTo>
                  <a:pt x="636" y="334"/>
                  <a:pt x="636" y="324"/>
                  <a:pt x="635" y="321"/>
                </a:cubicBezTo>
                <a:cubicBezTo>
                  <a:pt x="634" y="319"/>
                  <a:pt x="632" y="316"/>
                  <a:pt x="632" y="313"/>
                </a:cubicBezTo>
                <a:cubicBezTo>
                  <a:pt x="632" y="310"/>
                  <a:pt x="632" y="306"/>
                  <a:pt x="632" y="303"/>
                </a:cubicBezTo>
                <a:cubicBezTo>
                  <a:pt x="632" y="301"/>
                  <a:pt x="630" y="293"/>
                  <a:pt x="628" y="289"/>
                </a:cubicBezTo>
                <a:cubicBezTo>
                  <a:pt x="626" y="286"/>
                  <a:pt x="622" y="280"/>
                  <a:pt x="621" y="277"/>
                </a:cubicBezTo>
                <a:cubicBezTo>
                  <a:pt x="621" y="273"/>
                  <a:pt x="619" y="268"/>
                  <a:pt x="620" y="266"/>
                </a:cubicBezTo>
                <a:cubicBezTo>
                  <a:pt x="621" y="264"/>
                  <a:pt x="627" y="260"/>
                  <a:pt x="629" y="258"/>
                </a:cubicBezTo>
                <a:cubicBezTo>
                  <a:pt x="631" y="256"/>
                  <a:pt x="630" y="248"/>
                  <a:pt x="630" y="248"/>
                </a:cubicBezTo>
                <a:cubicBezTo>
                  <a:pt x="617" y="248"/>
                  <a:pt x="617" y="248"/>
                  <a:pt x="617" y="248"/>
                </a:cubicBezTo>
                <a:cubicBezTo>
                  <a:pt x="617" y="248"/>
                  <a:pt x="618" y="238"/>
                  <a:pt x="617" y="237"/>
                </a:cubicBezTo>
                <a:cubicBezTo>
                  <a:pt x="617" y="235"/>
                  <a:pt x="614" y="226"/>
                  <a:pt x="614" y="224"/>
                </a:cubicBezTo>
                <a:cubicBezTo>
                  <a:pt x="613" y="223"/>
                  <a:pt x="616" y="219"/>
                  <a:pt x="617" y="218"/>
                </a:cubicBezTo>
                <a:cubicBezTo>
                  <a:pt x="618" y="217"/>
                  <a:pt x="620" y="215"/>
                  <a:pt x="618" y="214"/>
                </a:cubicBezTo>
                <a:cubicBezTo>
                  <a:pt x="616" y="213"/>
                  <a:pt x="613" y="211"/>
                  <a:pt x="612" y="210"/>
                </a:cubicBezTo>
                <a:cubicBezTo>
                  <a:pt x="612" y="208"/>
                  <a:pt x="611" y="206"/>
                  <a:pt x="612" y="205"/>
                </a:cubicBezTo>
                <a:cubicBezTo>
                  <a:pt x="614" y="205"/>
                  <a:pt x="618" y="204"/>
                  <a:pt x="619" y="203"/>
                </a:cubicBezTo>
                <a:cubicBezTo>
                  <a:pt x="621" y="203"/>
                  <a:pt x="629" y="198"/>
                  <a:pt x="629" y="196"/>
                </a:cubicBezTo>
                <a:cubicBezTo>
                  <a:pt x="629" y="195"/>
                  <a:pt x="629" y="190"/>
                  <a:pt x="627" y="188"/>
                </a:cubicBezTo>
                <a:cubicBezTo>
                  <a:pt x="626" y="186"/>
                  <a:pt x="624" y="185"/>
                  <a:pt x="625" y="184"/>
                </a:cubicBezTo>
                <a:cubicBezTo>
                  <a:pt x="626" y="182"/>
                  <a:pt x="628" y="179"/>
                  <a:pt x="628" y="177"/>
                </a:cubicBezTo>
                <a:cubicBezTo>
                  <a:pt x="628" y="175"/>
                  <a:pt x="627" y="162"/>
                  <a:pt x="627" y="162"/>
                </a:cubicBezTo>
                <a:cubicBezTo>
                  <a:pt x="624" y="158"/>
                  <a:pt x="622" y="148"/>
                  <a:pt x="622" y="145"/>
                </a:cubicBezTo>
                <a:cubicBezTo>
                  <a:pt x="623" y="143"/>
                  <a:pt x="624" y="139"/>
                  <a:pt x="623" y="137"/>
                </a:cubicBezTo>
                <a:cubicBezTo>
                  <a:pt x="623" y="135"/>
                  <a:pt x="623" y="134"/>
                  <a:pt x="620" y="129"/>
                </a:cubicBezTo>
                <a:cubicBezTo>
                  <a:pt x="616" y="124"/>
                  <a:pt x="615" y="126"/>
                  <a:pt x="612" y="125"/>
                </a:cubicBezTo>
                <a:cubicBezTo>
                  <a:pt x="608" y="124"/>
                  <a:pt x="602" y="124"/>
                  <a:pt x="597" y="123"/>
                </a:cubicBezTo>
                <a:cubicBezTo>
                  <a:pt x="593" y="123"/>
                  <a:pt x="587" y="114"/>
                  <a:pt x="585" y="112"/>
                </a:cubicBezTo>
                <a:cubicBezTo>
                  <a:pt x="583" y="109"/>
                  <a:pt x="580" y="104"/>
                  <a:pt x="578" y="101"/>
                </a:cubicBezTo>
                <a:cubicBezTo>
                  <a:pt x="577" y="99"/>
                  <a:pt x="569" y="99"/>
                  <a:pt x="565" y="99"/>
                </a:cubicBezTo>
                <a:cubicBezTo>
                  <a:pt x="560" y="99"/>
                  <a:pt x="554" y="99"/>
                  <a:pt x="553" y="98"/>
                </a:cubicBezTo>
                <a:cubicBezTo>
                  <a:pt x="552" y="97"/>
                  <a:pt x="552" y="91"/>
                  <a:pt x="552" y="89"/>
                </a:cubicBezTo>
                <a:cubicBezTo>
                  <a:pt x="552" y="87"/>
                  <a:pt x="546" y="86"/>
                  <a:pt x="543" y="86"/>
                </a:cubicBezTo>
                <a:cubicBezTo>
                  <a:pt x="540" y="85"/>
                  <a:pt x="534" y="81"/>
                  <a:pt x="531" y="81"/>
                </a:cubicBezTo>
                <a:cubicBezTo>
                  <a:pt x="529" y="80"/>
                  <a:pt x="523" y="82"/>
                  <a:pt x="519" y="83"/>
                </a:cubicBezTo>
                <a:cubicBezTo>
                  <a:pt x="515" y="84"/>
                  <a:pt x="512" y="81"/>
                  <a:pt x="510" y="79"/>
                </a:cubicBezTo>
                <a:cubicBezTo>
                  <a:pt x="508" y="78"/>
                  <a:pt x="496" y="71"/>
                  <a:pt x="494" y="70"/>
                </a:cubicBezTo>
                <a:cubicBezTo>
                  <a:pt x="491" y="69"/>
                  <a:pt x="485" y="67"/>
                  <a:pt x="482" y="66"/>
                </a:cubicBezTo>
                <a:cubicBezTo>
                  <a:pt x="480" y="64"/>
                  <a:pt x="476" y="60"/>
                  <a:pt x="473" y="57"/>
                </a:cubicBezTo>
                <a:cubicBezTo>
                  <a:pt x="470" y="54"/>
                  <a:pt x="468" y="57"/>
                  <a:pt x="465" y="57"/>
                </a:cubicBezTo>
                <a:cubicBezTo>
                  <a:pt x="462" y="57"/>
                  <a:pt x="459" y="55"/>
                  <a:pt x="457" y="54"/>
                </a:cubicBezTo>
                <a:cubicBezTo>
                  <a:pt x="456" y="53"/>
                  <a:pt x="452" y="56"/>
                  <a:pt x="451" y="57"/>
                </a:cubicBezTo>
                <a:cubicBezTo>
                  <a:pt x="449" y="58"/>
                  <a:pt x="447" y="61"/>
                  <a:pt x="445" y="63"/>
                </a:cubicBezTo>
                <a:cubicBezTo>
                  <a:pt x="442" y="65"/>
                  <a:pt x="434" y="63"/>
                  <a:pt x="431" y="63"/>
                </a:cubicBezTo>
                <a:cubicBezTo>
                  <a:pt x="429" y="63"/>
                  <a:pt x="421" y="64"/>
                  <a:pt x="418" y="65"/>
                </a:cubicBezTo>
                <a:cubicBezTo>
                  <a:pt x="416" y="65"/>
                  <a:pt x="412" y="68"/>
                  <a:pt x="410" y="70"/>
                </a:cubicBezTo>
                <a:cubicBezTo>
                  <a:pt x="408" y="72"/>
                  <a:pt x="405" y="75"/>
                  <a:pt x="404" y="76"/>
                </a:cubicBezTo>
                <a:cubicBezTo>
                  <a:pt x="402" y="77"/>
                  <a:pt x="400" y="77"/>
                  <a:pt x="397" y="78"/>
                </a:cubicBezTo>
                <a:cubicBezTo>
                  <a:pt x="394" y="79"/>
                  <a:pt x="393" y="82"/>
                  <a:pt x="392" y="83"/>
                </a:cubicBezTo>
                <a:cubicBezTo>
                  <a:pt x="391" y="85"/>
                  <a:pt x="388" y="91"/>
                  <a:pt x="388" y="92"/>
                </a:cubicBezTo>
                <a:cubicBezTo>
                  <a:pt x="387" y="93"/>
                  <a:pt x="384" y="94"/>
                  <a:pt x="383" y="95"/>
                </a:cubicBezTo>
                <a:cubicBezTo>
                  <a:pt x="383" y="95"/>
                  <a:pt x="372" y="95"/>
                  <a:pt x="371" y="96"/>
                </a:cubicBezTo>
                <a:cubicBezTo>
                  <a:pt x="370" y="96"/>
                  <a:pt x="366" y="98"/>
                  <a:pt x="365" y="99"/>
                </a:cubicBezTo>
                <a:cubicBezTo>
                  <a:pt x="365" y="99"/>
                  <a:pt x="364" y="99"/>
                  <a:pt x="363" y="99"/>
                </a:cubicBezTo>
                <a:cubicBezTo>
                  <a:pt x="366" y="105"/>
                  <a:pt x="369" y="111"/>
                  <a:pt x="370" y="114"/>
                </a:cubicBezTo>
                <a:cubicBezTo>
                  <a:pt x="371" y="118"/>
                  <a:pt x="372" y="126"/>
                  <a:pt x="366" y="125"/>
                </a:cubicBezTo>
                <a:cubicBezTo>
                  <a:pt x="361" y="124"/>
                  <a:pt x="342" y="122"/>
                  <a:pt x="336" y="123"/>
                </a:cubicBezTo>
                <a:cubicBezTo>
                  <a:pt x="331" y="124"/>
                  <a:pt x="318" y="126"/>
                  <a:pt x="313" y="128"/>
                </a:cubicBezTo>
                <a:cubicBezTo>
                  <a:pt x="307" y="129"/>
                  <a:pt x="297" y="132"/>
                  <a:pt x="288" y="131"/>
                </a:cubicBezTo>
                <a:cubicBezTo>
                  <a:pt x="280" y="129"/>
                  <a:pt x="271" y="126"/>
                  <a:pt x="264" y="125"/>
                </a:cubicBezTo>
                <a:cubicBezTo>
                  <a:pt x="257" y="125"/>
                  <a:pt x="242" y="121"/>
                  <a:pt x="239" y="118"/>
                </a:cubicBezTo>
                <a:cubicBezTo>
                  <a:pt x="235" y="116"/>
                  <a:pt x="233" y="112"/>
                  <a:pt x="232" y="109"/>
                </a:cubicBezTo>
                <a:cubicBezTo>
                  <a:pt x="230" y="106"/>
                  <a:pt x="223" y="101"/>
                  <a:pt x="222" y="100"/>
                </a:cubicBezTo>
                <a:cubicBezTo>
                  <a:pt x="220" y="99"/>
                  <a:pt x="219" y="97"/>
                  <a:pt x="215" y="96"/>
                </a:cubicBezTo>
                <a:cubicBezTo>
                  <a:pt x="211" y="96"/>
                  <a:pt x="206" y="100"/>
                  <a:pt x="202" y="99"/>
                </a:cubicBezTo>
                <a:cubicBezTo>
                  <a:pt x="199" y="99"/>
                  <a:pt x="187" y="93"/>
                  <a:pt x="187" y="92"/>
                </a:cubicBezTo>
                <a:cubicBezTo>
                  <a:pt x="186" y="91"/>
                  <a:pt x="180" y="88"/>
                  <a:pt x="180" y="88"/>
                </a:cubicBezTo>
                <a:cubicBezTo>
                  <a:pt x="180" y="88"/>
                  <a:pt x="177" y="87"/>
                  <a:pt x="178" y="81"/>
                </a:cubicBezTo>
                <a:cubicBezTo>
                  <a:pt x="179" y="76"/>
                  <a:pt x="179" y="72"/>
                  <a:pt x="178" y="69"/>
                </a:cubicBezTo>
                <a:cubicBezTo>
                  <a:pt x="176" y="65"/>
                  <a:pt x="172" y="70"/>
                  <a:pt x="172" y="61"/>
                </a:cubicBezTo>
                <a:cubicBezTo>
                  <a:pt x="168" y="60"/>
                  <a:pt x="164" y="59"/>
                  <a:pt x="164" y="59"/>
                </a:cubicBezTo>
                <a:cubicBezTo>
                  <a:pt x="162" y="58"/>
                  <a:pt x="155" y="50"/>
                  <a:pt x="153" y="48"/>
                </a:cubicBezTo>
                <a:cubicBezTo>
                  <a:pt x="150" y="47"/>
                  <a:pt x="144" y="40"/>
                  <a:pt x="144" y="39"/>
                </a:cubicBezTo>
                <a:cubicBezTo>
                  <a:pt x="145" y="38"/>
                  <a:pt x="150" y="36"/>
                  <a:pt x="153" y="35"/>
                </a:cubicBezTo>
                <a:cubicBezTo>
                  <a:pt x="155" y="34"/>
                  <a:pt x="154" y="31"/>
                  <a:pt x="153" y="30"/>
                </a:cubicBezTo>
                <a:cubicBezTo>
                  <a:pt x="152" y="28"/>
                  <a:pt x="147" y="27"/>
                  <a:pt x="146" y="25"/>
                </a:cubicBezTo>
                <a:cubicBezTo>
                  <a:pt x="145" y="23"/>
                  <a:pt x="147" y="22"/>
                  <a:pt x="148" y="20"/>
                </a:cubicBezTo>
                <a:cubicBezTo>
                  <a:pt x="149" y="18"/>
                  <a:pt x="148" y="18"/>
                  <a:pt x="148" y="17"/>
                </a:cubicBezTo>
                <a:cubicBezTo>
                  <a:pt x="147" y="15"/>
                  <a:pt x="145" y="12"/>
                  <a:pt x="144" y="11"/>
                </a:cubicBezTo>
                <a:cubicBezTo>
                  <a:pt x="143" y="10"/>
                  <a:pt x="138" y="7"/>
                  <a:pt x="135" y="6"/>
                </a:cubicBezTo>
                <a:cubicBezTo>
                  <a:pt x="132" y="6"/>
                  <a:pt x="124" y="13"/>
                  <a:pt x="121" y="15"/>
                </a:cubicBezTo>
                <a:cubicBezTo>
                  <a:pt x="118" y="17"/>
                  <a:pt x="113" y="21"/>
                  <a:pt x="111" y="24"/>
                </a:cubicBezTo>
                <a:cubicBezTo>
                  <a:pt x="109" y="27"/>
                  <a:pt x="105" y="29"/>
                  <a:pt x="102" y="31"/>
                </a:cubicBezTo>
                <a:cubicBezTo>
                  <a:pt x="99" y="33"/>
                  <a:pt x="99" y="36"/>
                  <a:pt x="99" y="38"/>
                </a:cubicBezTo>
                <a:cubicBezTo>
                  <a:pt x="98" y="39"/>
                  <a:pt x="92" y="40"/>
                  <a:pt x="88" y="39"/>
                </a:cubicBezTo>
                <a:cubicBezTo>
                  <a:pt x="85" y="39"/>
                  <a:pt x="83" y="40"/>
                  <a:pt x="81" y="41"/>
                </a:cubicBezTo>
                <a:cubicBezTo>
                  <a:pt x="79" y="43"/>
                  <a:pt x="79" y="45"/>
                  <a:pt x="77" y="46"/>
                </a:cubicBezTo>
                <a:cubicBezTo>
                  <a:pt x="76" y="46"/>
                  <a:pt x="73" y="42"/>
                  <a:pt x="71" y="41"/>
                </a:cubicBezTo>
                <a:cubicBezTo>
                  <a:pt x="69" y="40"/>
                  <a:pt x="65" y="40"/>
                  <a:pt x="63" y="40"/>
                </a:cubicBezTo>
                <a:cubicBezTo>
                  <a:pt x="60" y="40"/>
                  <a:pt x="51" y="36"/>
                  <a:pt x="49" y="34"/>
                </a:cubicBezTo>
                <a:cubicBezTo>
                  <a:pt x="47" y="33"/>
                  <a:pt x="48" y="31"/>
                  <a:pt x="48" y="29"/>
                </a:cubicBezTo>
                <a:cubicBezTo>
                  <a:pt x="48" y="27"/>
                  <a:pt x="46" y="25"/>
                  <a:pt x="43" y="24"/>
                </a:cubicBezTo>
                <a:cubicBezTo>
                  <a:pt x="40" y="22"/>
                  <a:pt x="36" y="20"/>
                  <a:pt x="33" y="19"/>
                </a:cubicBezTo>
                <a:cubicBezTo>
                  <a:pt x="31" y="18"/>
                  <a:pt x="32" y="15"/>
                  <a:pt x="32" y="13"/>
                </a:cubicBezTo>
                <a:cubicBezTo>
                  <a:pt x="32" y="12"/>
                  <a:pt x="30" y="8"/>
                  <a:pt x="29" y="8"/>
                </a:cubicBezTo>
                <a:cubicBezTo>
                  <a:pt x="29" y="7"/>
                  <a:pt x="25" y="7"/>
                  <a:pt x="24" y="6"/>
                </a:cubicBezTo>
                <a:cubicBezTo>
                  <a:pt x="23" y="5"/>
                  <a:pt x="18" y="0"/>
                  <a:pt x="18" y="0"/>
                </a:cubicBezTo>
                <a:cubicBezTo>
                  <a:pt x="18" y="0"/>
                  <a:pt x="13" y="7"/>
                  <a:pt x="12" y="9"/>
                </a:cubicBezTo>
                <a:cubicBezTo>
                  <a:pt x="12" y="11"/>
                  <a:pt x="10" y="13"/>
                  <a:pt x="10" y="14"/>
                </a:cubicBezTo>
                <a:cubicBezTo>
                  <a:pt x="9" y="14"/>
                  <a:pt x="1" y="15"/>
                  <a:pt x="1" y="15"/>
                </a:cubicBezTo>
                <a:cubicBezTo>
                  <a:pt x="1" y="16"/>
                  <a:pt x="0" y="17"/>
                  <a:pt x="1" y="19"/>
                </a:cubicBezTo>
                <a:cubicBezTo>
                  <a:pt x="2" y="22"/>
                  <a:pt x="5" y="28"/>
                  <a:pt x="6" y="30"/>
                </a:cubicBezTo>
                <a:cubicBezTo>
                  <a:pt x="7" y="32"/>
                  <a:pt x="7" y="36"/>
                  <a:pt x="7" y="39"/>
                </a:cubicBezTo>
                <a:cubicBezTo>
                  <a:pt x="7" y="41"/>
                  <a:pt x="7" y="50"/>
                  <a:pt x="7" y="52"/>
                </a:cubicBezTo>
                <a:cubicBezTo>
                  <a:pt x="7" y="55"/>
                  <a:pt x="10" y="56"/>
                  <a:pt x="12" y="56"/>
                </a:cubicBezTo>
                <a:cubicBezTo>
                  <a:pt x="14" y="57"/>
                  <a:pt x="17" y="59"/>
                  <a:pt x="17" y="61"/>
                </a:cubicBezTo>
                <a:cubicBezTo>
                  <a:pt x="17" y="63"/>
                  <a:pt x="15" y="70"/>
                  <a:pt x="14" y="72"/>
                </a:cubicBezTo>
                <a:cubicBezTo>
                  <a:pt x="13" y="74"/>
                  <a:pt x="13" y="81"/>
                  <a:pt x="13" y="83"/>
                </a:cubicBezTo>
                <a:cubicBezTo>
                  <a:pt x="13" y="86"/>
                  <a:pt x="15" y="87"/>
                  <a:pt x="17" y="89"/>
                </a:cubicBezTo>
                <a:cubicBezTo>
                  <a:pt x="19" y="90"/>
                  <a:pt x="24" y="93"/>
                  <a:pt x="26" y="95"/>
                </a:cubicBezTo>
                <a:cubicBezTo>
                  <a:pt x="27" y="97"/>
                  <a:pt x="31" y="105"/>
                  <a:pt x="33" y="109"/>
                </a:cubicBezTo>
                <a:cubicBezTo>
                  <a:pt x="34" y="112"/>
                  <a:pt x="33" y="118"/>
                  <a:pt x="33" y="118"/>
                </a:cubicBezTo>
                <a:cubicBezTo>
                  <a:pt x="33" y="118"/>
                  <a:pt x="38" y="119"/>
                  <a:pt x="40" y="120"/>
                </a:cubicBezTo>
                <a:cubicBezTo>
                  <a:pt x="41" y="121"/>
                  <a:pt x="42" y="128"/>
                  <a:pt x="42" y="130"/>
                </a:cubicBezTo>
                <a:cubicBezTo>
                  <a:pt x="42" y="132"/>
                  <a:pt x="43" y="136"/>
                  <a:pt x="44" y="138"/>
                </a:cubicBezTo>
                <a:cubicBezTo>
                  <a:pt x="44" y="141"/>
                  <a:pt x="48" y="143"/>
                  <a:pt x="52" y="144"/>
                </a:cubicBezTo>
                <a:cubicBezTo>
                  <a:pt x="56" y="146"/>
                  <a:pt x="56" y="153"/>
                  <a:pt x="58" y="155"/>
                </a:cubicBezTo>
                <a:cubicBezTo>
                  <a:pt x="59" y="157"/>
                  <a:pt x="62" y="159"/>
                  <a:pt x="67" y="162"/>
                </a:cubicBezTo>
                <a:cubicBezTo>
                  <a:pt x="72" y="164"/>
                  <a:pt x="79" y="168"/>
                  <a:pt x="82" y="169"/>
                </a:cubicBezTo>
                <a:cubicBezTo>
                  <a:pt x="85" y="170"/>
                  <a:pt x="94" y="170"/>
                  <a:pt x="99" y="171"/>
                </a:cubicBezTo>
                <a:cubicBezTo>
                  <a:pt x="103" y="171"/>
                  <a:pt x="104" y="173"/>
                  <a:pt x="103" y="176"/>
                </a:cubicBezTo>
                <a:cubicBezTo>
                  <a:pt x="102" y="179"/>
                  <a:pt x="98" y="178"/>
                  <a:pt x="97" y="178"/>
                </a:cubicBezTo>
                <a:cubicBezTo>
                  <a:pt x="95" y="179"/>
                  <a:pt x="92" y="181"/>
                  <a:pt x="91" y="182"/>
                </a:cubicBezTo>
                <a:cubicBezTo>
                  <a:pt x="90" y="183"/>
                  <a:pt x="92" y="188"/>
                  <a:pt x="93" y="191"/>
                </a:cubicBezTo>
                <a:cubicBezTo>
                  <a:pt x="94" y="194"/>
                  <a:pt x="95" y="196"/>
                  <a:pt x="95" y="198"/>
                </a:cubicBezTo>
                <a:cubicBezTo>
                  <a:pt x="95" y="200"/>
                  <a:pt x="95" y="204"/>
                  <a:pt x="95" y="206"/>
                </a:cubicBezTo>
                <a:cubicBezTo>
                  <a:pt x="95" y="208"/>
                  <a:pt x="86" y="207"/>
                  <a:pt x="85" y="208"/>
                </a:cubicBezTo>
                <a:cubicBezTo>
                  <a:pt x="85" y="208"/>
                  <a:pt x="84" y="214"/>
                  <a:pt x="83" y="216"/>
                </a:cubicBezTo>
                <a:cubicBezTo>
                  <a:pt x="83" y="218"/>
                  <a:pt x="80" y="221"/>
                  <a:pt x="80" y="222"/>
                </a:cubicBezTo>
                <a:cubicBezTo>
                  <a:pt x="79" y="223"/>
                  <a:pt x="79" y="227"/>
                  <a:pt x="79" y="229"/>
                </a:cubicBezTo>
                <a:cubicBezTo>
                  <a:pt x="79" y="231"/>
                  <a:pt x="79" y="236"/>
                  <a:pt x="79" y="238"/>
                </a:cubicBezTo>
                <a:cubicBezTo>
                  <a:pt x="79" y="239"/>
                  <a:pt x="77" y="248"/>
                  <a:pt x="78" y="250"/>
                </a:cubicBezTo>
                <a:cubicBezTo>
                  <a:pt x="79" y="252"/>
                  <a:pt x="85" y="256"/>
                  <a:pt x="85" y="256"/>
                </a:cubicBezTo>
                <a:cubicBezTo>
                  <a:pt x="86" y="257"/>
                  <a:pt x="92" y="259"/>
                  <a:pt x="94" y="260"/>
                </a:cubicBezTo>
                <a:cubicBezTo>
                  <a:pt x="97" y="261"/>
                  <a:pt x="99" y="266"/>
                  <a:pt x="102" y="268"/>
                </a:cubicBezTo>
                <a:cubicBezTo>
                  <a:pt x="104" y="271"/>
                  <a:pt x="102" y="273"/>
                  <a:pt x="100" y="276"/>
                </a:cubicBezTo>
                <a:cubicBezTo>
                  <a:pt x="99" y="279"/>
                  <a:pt x="101" y="283"/>
                  <a:pt x="102" y="285"/>
                </a:cubicBezTo>
                <a:cubicBezTo>
                  <a:pt x="103" y="287"/>
                  <a:pt x="108" y="290"/>
                  <a:pt x="109" y="290"/>
                </a:cubicBezTo>
                <a:cubicBezTo>
                  <a:pt x="111" y="290"/>
                  <a:pt x="115" y="288"/>
                  <a:pt x="117" y="288"/>
                </a:cubicBezTo>
                <a:cubicBezTo>
                  <a:pt x="119" y="288"/>
                  <a:pt x="123" y="290"/>
                  <a:pt x="125" y="292"/>
                </a:cubicBezTo>
                <a:cubicBezTo>
                  <a:pt x="127" y="293"/>
                  <a:pt x="139" y="302"/>
                  <a:pt x="140" y="303"/>
                </a:cubicBezTo>
                <a:cubicBezTo>
                  <a:pt x="142" y="304"/>
                  <a:pt x="144" y="304"/>
                  <a:pt x="147" y="304"/>
                </a:cubicBezTo>
                <a:cubicBezTo>
                  <a:pt x="151" y="304"/>
                  <a:pt x="155" y="309"/>
                  <a:pt x="155" y="310"/>
                </a:cubicBezTo>
                <a:cubicBezTo>
                  <a:pt x="155" y="312"/>
                  <a:pt x="158" y="317"/>
                  <a:pt x="159" y="319"/>
                </a:cubicBezTo>
                <a:cubicBezTo>
                  <a:pt x="161" y="321"/>
                  <a:pt x="169" y="327"/>
                  <a:pt x="171" y="329"/>
                </a:cubicBezTo>
                <a:cubicBezTo>
                  <a:pt x="173" y="332"/>
                  <a:pt x="174" y="343"/>
                  <a:pt x="173" y="345"/>
                </a:cubicBezTo>
                <a:cubicBezTo>
                  <a:pt x="172" y="346"/>
                  <a:pt x="169" y="349"/>
                  <a:pt x="168" y="351"/>
                </a:cubicBezTo>
                <a:cubicBezTo>
                  <a:pt x="167" y="353"/>
                  <a:pt x="169" y="365"/>
                  <a:pt x="169" y="366"/>
                </a:cubicBezTo>
                <a:cubicBezTo>
                  <a:pt x="170" y="367"/>
                  <a:pt x="180" y="367"/>
                  <a:pt x="182" y="368"/>
                </a:cubicBezTo>
                <a:cubicBezTo>
                  <a:pt x="183" y="369"/>
                  <a:pt x="183" y="374"/>
                  <a:pt x="183" y="376"/>
                </a:cubicBezTo>
                <a:cubicBezTo>
                  <a:pt x="183" y="378"/>
                  <a:pt x="184" y="387"/>
                  <a:pt x="185" y="389"/>
                </a:cubicBezTo>
                <a:cubicBezTo>
                  <a:pt x="185" y="391"/>
                  <a:pt x="192" y="396"/>
                  <a:pt x="193" y="397"/>
                </a:cubicBezTo>
                <a:cubicBezTo>
                  <a:pt x="194" y="397"/>
                  <a:pt x="197" y="399"/>
                  <a:pt x="199" y="401"/>
                </a:cubicBezTo>
                <a:cubicBezTo>
                  <a:pt x="200" y="400"/>
                  <a:pt x="200" y="400"/>
                  <a:pt x="200" y="400"/>
                </a:cubicBezTo>
                <a:cubicBezTo>
                  <a:pt x="202" y="399"/>
                  <a:pt x="204" y="402"/>
                  <a:pt x="205" y="403"/>
                </a:cubicBezTo>
                <a:cubicBezTo>
                  <a:pt x="207" y="404"/>
                  <a:pt x="207" y="407"/>
                  <a:pt x="209" y="408"/>
                </a:cubicBezTo>
                <a:cubicBezTo>
                  <a:pt x="211" y="409"/>
                  <a:pt x="216" y="407"/>
                  <a:pt x="217" y="406"/>
                </a:cubicBezTo>
                <a:cubicBezTo>
                  <a:pt x="218" y="405"/>
                  <a:pt x="218" y="401"/>
                  <a:pt x="218" y="399"/>
                </a:cubicBezTo>
                <a:cubicBezTo>
                  <a:pt x="218" y="397"/>
                  <a:pt x="214" y="395"/>
                  <a:pt x="213" y="394"/>
                </a:cubicBezTo>
                <a:cubicBezTo>
                  <a:pt x="213" y="393"/>
                  <a:pt x="214" y="392"/>
                  <a:pt x="221" y="393"/>
                </a:cubicBezTo>
                <a:cubicBezTo>
                  <a:pt x="227" y="393"/>
                  <a:pt x="223" y="399"/>
                  <a:pt x="223" y="400"/>
                </a:cubicBezTo>
                <a:cubicBezTo>
                  <a:pt x="224" y="401"/>
                  <a:pt x="231" y="402"/>
                  <a:pt x="232" y="403"/>
                </a:cubicBezTo>
                <a:cubicBezTo>
                  <a:pt x="233" y="404"/>
                  <a:pt x="235" y="408"/>
                  <a:pt x="238" y="410"/>
                </a:cubicBezTo>
                <a:cubicBezTo>
                  <a:pt x="242" y="412"/>
                  <a:pt x="243" y="409"/>
                  <a:pt x="245" y="407"/>
                </a:cubicBezTo>
                <a:cubicBezTo>
                  <a:pt x="247" y="405"/>
                  <a:pt x="250" y="400"/>
                  <a:pt x="252" y="399"/>
                </a:cubicBezTo>
                <a:cubicBezTo>
                  <a:pt x="254" y="398"/>
                  <a:pt x="257" y="403"/>
                  <a:pt x="259" y="407"/>
                </a:cubicBezTo>
                <a:cubicBezTo>
                  <a:pt x="261" y="410"/>
                  <a:pt x="261" y="415"/>
                  <a:pt x="262" y="417"/>
                </a:cubicBezTo>
                <a:cubicBezTo>
                  <a:pt x="263" y="419"/>
                  <a:pt x="267" y="423"/>
                  <a:pt x="269" y="424"/>
                </a:cubicBezTo>
                <a:cubicBezTo>
                  <a:pt x="270" y="426"/>
                  <a:pt x="275" y="430"/>
                  <a:pt x="276" y="431"/>
                </a:cubicBezTo>
                <a:cubicBezTo>
                  <a:pt x="277" y="433"/>
                  <a:pt x="277" y="442"/>
                  <a:pt x="277" y="444"/>
                </a:cubicBezTo>
                <a:cubicBezTo>
                  <a:pt x="277" y="446"/>
                  <a:pt x="282" y="447"/>
                  <a:pt x="285" y="448"/>
                </a:cubicBezTo>
                <a:cubicBezTo>
                  <a:pt x="289" y="448"/>
                  <a:pt x="289" y="451"/>
                  <a:pt x="289" y="452"/>
                </a:cubicBezTo>
                <a:cubicBezTo>
                  <a:pt x="290" y="452"/>
                  <a:pt x="288" y="453"/>
                  <a:pt x="288" y="454"/>
                </a:cubicBezTo>
                <a:cubicBezTo>
                  <a:pt x="287" y="455"/>
                  <a:pt x="287" y="456"/>
                  <a:pt x="288" y="458"/>
                </a:cubicBezTo>
                <a:cubicBezTo>
                  <a:pt x="288" y="460"/>
                  <a:pt x="292" y="460"/>
                  <a:pt x="295" y="462"/>
                </a:cubicBezTo>
                <a:cubicBezTo>
                  <a:pt x="298" y="464"/>
                  <a:pt x="299" y="472"/>
                  <a:pt x="300" y="476"/>
                </a:cubicBezTo>
                <a:cubicBezTo>
                  <a:pt x="301" y="479"/>
                  <a:pt x="304" y="485"/>
                  <a:pt x="307" y="489"/>
                </a:cubicBezTo>
                <a:cubicBezTo>
                  <a:pt x="310" y="492"/>
                  <a:pt x="313" y="493"/>
                  <a:pt x="318" y="493"/>
                </a:cubicBezTo>
                <a:cubicBezTo>
                  <a:pt x="322" y="493"/>
                  <a:pt x="324" y="493"/>
                  <a:pt x="327" y="493"/>
                </a:cubicBezTo>
                <a:cubicBezTo>
                  <a:pt x="331" y="493"/>
                  <a:pt x="334" y="495"/>
                  <a:pt x="336" y="496"/>
                </a:cubicBezTo>
                <a:cubicBezTo>
                  <a:pt x="338" y="497"/>
                  <a:pt x="339" y="499"/>
                  <a:pt x="342" y="500"/>
                </a:cubicBezTo>
                <a:cubicBezTo>
                  <a:pt x="346" y="501"/>
                  <a:pt x="349" y="500"/>
                  <a:pt x="352" y="501"/>
                </a:cubicBezTo>
                <a:cubicBezTo>
                  <a:pt x="356" y="503"/>
                  <a:pt x="354" y="502"/>
                  <a:pt x="358" y="502"/>
                </a:cubicBezTo>
                <a:cubicBezTo>
                  <a:pt x="362" y="502"/>
                  <a:pt x="362" y="504"/>
                  <a:pt x="362" y="505"/>
                </a:cubicBezTo>
                <a:cubicBezTo>
                  <a:pt x="362" y="506"/>
                  <a:pt x="359" y="508"/>
                  <a:pt x="358" y="509"/>
                </a:cubicBezTo>
                <a:cubicBezTo>
                  <a:pt x="357" y="510"/>
                  <a:pt x="359" y="512"/>
                  <a:pt x="359" y="512"/>
                </a:cubicBezTo>
                <a:cubicBezTo>
                  <a:pt x="360" y="512"/>
                  <a:pt x="364" y="517"/>
                  <a:pt x="366" y="519"/>
                </a:cubicBezTo>
                <a:cubicBezTo>
                  <a:pt x="369" y="521"/>
                  <a:pt x="372" y="523"/>
                  <a:pt x="375" y="523"/>
                </a:cubicBezTo>
                <a:cubicBezTo>
                  <a:pt x="378" y="524"/>
                  <a:pt x="382" y="525"/>
                  <a:pt x="386" y="527"/>
                </a:cubicBezTo>
                <a:cubicBezTo>
                  <a:pt x="390" y="528"/>
                  <a:pt x="394" y="533"/>
                  <a:pt x="395" y="535"/>
                </a:cubicBezTo>
                <a:cubicBezTo>
                  <a:pt x="396" y="537"/>
                  <a:pt x="400" y="539"/>
                  <a:pt x="401" y="539"/>
                </a:cubicBezTo>
                <a:cubicBezTo>
                  <a:pt x="403" y="539"/>
                  <a:pt x="404" y="537"/>
                  <a:pt x="407" y="537"/>
                </a:cubicBezTo>
                <a:cubicBezTo>
                  <a:pt x="409" y="536"/>
                  <a:pt x="413" y="536"/>
                  <a:pt x="418" y="537"/>
                </a:cubicBezTo>
                <a:cubicBezTo>
                  <a:pt x="422" y="537"/>
                  <a:pt x="424" y="539"/>
                  <a:pt x="427" y="541"/>
                </a:cubicBezTo>
                <a:cubicBezTo>
                  <a:pt x="431" y="542"/>
                  <a:pt x="435" y="546"/>
                  <a:pt x="437" y="548"/>
                </a:cubicBezTo>
                <a:cubicBezTo>
                  <a:pt x="438" y="549"/>
                  <a:pt x="442" y="548"/>
                  <a:pt x="444" y="547"/>
                </a:cubicBezTo>
                <a:cubicBezTo>
                  <a:pt x="446" y="545"/>
                  <a:pt x="449" y="542"/>
                  <a:pt x="451" y="539"/>
                </a:cubicBezTo>
                <a:cubicBezTo>
                  <a:pt x="453" y="537"/>
                  <a:pt x="461" y="532"/>
                  <a:pt x="464" y="530"/>
                </a:cubicBezTo>
                <a:cubicBezTo>
                  <a:pt x="466" y="529"/>
                  <a:pt x="470" y="530"/>
                  <a:pt x="471" y="530"/>
                </a:cubicBezTo>
                <a:cubicBezTo>
                  <a:pt x="473" y="530"/>
                  <a:pt x="479" y="529"/>
                  <a:pt x="481" y="526"/>
                </a:cubicBezTo>
                <a:cubicBezTo>
                  <a:pt x="484" y="524"/>
                  <a:pt x="489" y="519"/>
                  <a:pt x="492" y="519"/>
                </a:cubicBezTo>
                <a:cubicBezTo>
                  <a:pt x="495" y="518"/>
                  <a:pt x="504" y="520"/>
                  <a:pt x="509" y="523"/>
                </a:cubicBezTo>
                <a:cubicBezTo>
                  <a:pt x="513" y="526"/>
                  <a:pt x="515" y="532"/>
                  <a:pt x="517" y="538"/>
                </a:cubicBezTo>
                <a:cubicBezTo>
                  <a:pt x="519" y="543"/>
                  <a:pt x="522" y="550"/>
                  <a:pt x="523" y="553"/>
                </a:cubicBezTo>
                <a:cubicBezTo>
                  <a:pt x="524" y="556"/>
                  <a:pt x="527" y="565"/>
                  <a:pt x="527" y="567"/>
                </a:cubicBezTo>
                <a:cubicBezTo>
                  <a:pt x="528" y="569"/>
                  <a:pt x="531" y="575"/>
                  <a:pt x="532" y="576"/>
                </a:cubicBezTo>
                <a:cubicBezTo>
                  <a:pt x="533" y="577"/>
                  <a:pt x="539" y="577"/>
                  <a:pt x="542" y="578"/>
                </a:cubicBezTo>
                <a:cubicBezTo>
                  <a:pt x="544" y="578"/>
                  <a:pt x="557" y="577"/>
                  <a:pt x="557" y="577"/>
                </a:cubicBezTo>
                <a:cubicBezTo>
                  <a:pt x="559" y="578"/>
                  <a:pt x="562" y="581"/>
                  <a:pt x="564" y="582"/>
                </a:cubicBezTo>
                <a:cubicBezTo>
                  <a:pt x="566" y="584"/>
                  <a:pt x="566" y="583"/>
                  <a:pt x="570" y="583"/>
                </a:cubicBezTo>
                <a:cubicBezTo>
                  <a:pt x="574" y="583"/>
                  <a:pt x="572" y="581"/>
                  <a:pt x="573" y="579"/>
                </a:cubicBezTo>
                <a:cubicBezTo>
                  <a:pt x="574" y="577"/>
                  <a:pt x="575" y="576"/>
                  <a:pt x="578" y="576"/>
                </a:cubicBezTo>
                <a:cubicBezTo>
                  <a:pt x="580" y="576"/>
                  <a:pt x="583" y="578"/>
                  <a:pt x="584" y="580"/>
                </a:cubicBezTo>
                <a:cubicBezTo>
                  <a:pt x="585" y="581"/>
                  <a:pt x="587" y="584"/>
                  <a:pt x="590" y="585"/>
                </a:cubicBezTo>
                <a:cubicBezTo>
                  <a:pt x="593" y="586"/>
                  <a:pt x="592" y="585"/>
                  <a:pt x="595" y="584"/>
                </a:cubicBezTo>
                <a:cubicBezTo>
                  <a:pt x="599" y="584"/>
                  <a:pt x="605" y="584"/>
                  <a:pt x="609" y="584"/>
                </a:cubicBezTo>
                <a:cubicBezTo>
                  <a:pt x="613" y="585"/>
                  <a:pt x="616" y="587"/>
                  <a:pt x="619" y="588"/>
                </a:cubicBezTo>
                <a:cubicBezTo>
                  <a:pt x="621" y="589"/>
                  <a:pt x="632" y="588"/>
                  <a:pt x="640" y="590"/>
                </a:cubicBezTo>
                <a:cubicBezTo>
                  <a:pt x="647" y="591"/>
                  <a:pt x="644" y="592"/>
                  <a:pt x="646" y="593"/>
                </a:cubicBezTo>
                <a:cubicBezTo>
                  <a:pt x="647" y="595"/>
                  <a:pt x="650" y="596"/>
                  <a:pt x="653" y="596"/>
                </a:cubicBezTo>
                <a:cubicBezTo>
                  <a:pt x="655" y="596"/>
                  <a:pt x="654" y="594"/>
                  <a:pt x="655" y="592"/>
                </a:cubicBezTo>
                <a:cubicBezTo>
                  <a:pt x="656" y="589"/>
                  <a:pt x="657" y="589"/>
                  <a:pt x="658" y="588"/>
                </a:cubicBezTo>
                <a:cubicBezTo>
                  <a:pt x="659" y="588"/>
                  <a:pt x="661" y="591"/>
                  <a:pt x="662" y="592"/>
                </a:cubicBezTo>
                <a:cubicBezTo>
                  <a:pt x="663" y="593"/>
                  <a:pt x="667" y="594"/>
                  <a:pt x="670" y="596"/>
                </a:cubicBezTo>
                <a:cubicBezTo>
                  <a:pt x="672" y="598"/>
                  <a:pt x="676" y="600"/>
                  <a:pt x="679" y="601"/>
                </a:cubicBezTo>
                <a:cubicBezTo>
                  <a:pt x="682" y="602"/>
                  <a:pt x="684" y="603"/>
                  <a:pt x="685" y="602"/>
                </a:cubicBezTo>
                <a:cubicBezTo>
                  <a:pt x="686" y="602"/>
                  <a:pt x="689" y="598"/>
                  <a:pt x="691" y="597"/>
                </a:cubicBezTo>
                <a:cubicBezTo>
                  <a:pt x="692" y="596"/>
                  <a:pt x="693" y="596"/>
                  <a:pt x="694" y="596"/>
                </a:cubicBezTo>
                <a:cubicBezTo>
                  <a:pt x="694" y="592"/>
                  <a:pt x="694" y="586"/>
                  <a:pt x="695" y="584"/>
                </a:cubicBezTo>
                <a:cubicBezTo>
                  <a:pt x="695" y="582"/>
                  <a:pt x="694" y="576"/>
                  <a:pt x="694" y="574"/>
                </a:cubicBezTo>
                <a:cubicBezTo>
                  <a:pt x="694" y="573"/>
                  <a:pt x="693" y="570"/>
                  <a:pt x="694" y="567"/>
                </a:cubicBezTo>
                <a:cubicBezTo>
                  <a:pt x="694" y="565"/>
                  <a:pt x="696" y="563"/>
                  <a:pt x="697" y="560"/>
                </a:cubicBezTo>
                <a:cubicBezTo>
                  <a:pt x="697" y="558"/>
                  <a:pt x="697" y="550"/>
                  <a:pt x="698" y="549"/>
                </a:cubicBezTo>
                <a:cubicBezTo>
                  <a:pt x="698" y="548"/>
                  <a:pt x="702" y="546"/>
                  <a:pt x="705" y="544"/>
                </a:cubicBezTo>
                <a:cubicBezTo>
                  <a:pt x="709" y="543"/>
                  <a:pt x="713" y="540"/>
                  <a:pt x="716" y="539"/>
                </a:cubicBezTo>
                <a:cubicBezTo>
                  <a:pt x="719" y="537"/>
                  <a:pt x="722" y="536"/>
                  <a:pt x="725" y="535"/>
                </a:cubicBezTo>
                <a:cubicBezTo>
                  <a:pt x="728" y="534"/>
                  <a:pt x="734" y="534"/>
                  <a:pt x="738" y="535"/>
                </a:cubicBezTo>
                <a:cubicBezTo>
                  <a:pt x="741" y="536"/>
                  <a:pt x="747" y="534"/>
                  <a:pt x="747" y="533"/>
                </a:cubicBezTo>
                <a:cubicBezTo>
                  <a:pt x="747" y="532"/>
                  <a:pt x="747" y="526"/>
                  <a:pt x="746" y="524"/>
                </a:cubicBezTo>
                <a:close/>
              </a:path>
            </a:pathLst>
          </a:custGeom>
          <a:solidFill>
            <a:schemeClr val="accent4"/>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 name="Freeform 23"/>
          <p:cNvSpPr>
            <a:spLocks/>
          </p:cNvSpPr>
          <p:nvPr/>
        </p:nvSpPr>
        <p:spPr bwMode="auto">
          <a:xfrm>
            <a:off x="2876550" y="2535238"/>
            <a:ext cx="1336675" cy="1292225"/>
          </a:xfrm>
          <a:custGeom>
            <a:avLst/>
            <a:gdLst>
              <a:gd name="T0" fmla="*/ 289 w 351"/>
              <a:gd name="T1" fmla="*/ 339 h 339"/>
              <a:gd name="T2" fmla="*/ 308 w 351"/>
              <a:gd name="T3" fmla="*/ 307 h 339"/>
              <a:gd name="T4" fmla="*/ 325 w 351"/>
              <a:gd name="T5" fmla="*/ 301 h 339"/>
              <a:gd name="T6" fmla="*/ 344 w 351"/>
              <a:gd name="T7" fmla="*/ 303 h 339"/>
              <a:gd name="T8" fmla="*/ 349 w 351"/>
              <a:gd name="T9" fmla="*/ 297 h 339"/>
              <a:gd name="T10" fmla="*/ 345 w 351"/>
              <a:gd name="T11" fmla="*/ 290 h 339"/>
              <a:gd name="T12" fmla="*/ 335 w 351"/>
              <a:gd name="T13" fmla="*/ 269 h 339"/>
              <a:gd name="T14" fmla="*/ 321 w 351"/>
              <a:gd name="T15" fmla="*/ 259 h 339"/>
              <a:gd name="T16" fmla="*/ 325 w 351"/>
              <a:gd name="T17" fmla="*/ 238 h 339"/>
              <a:gd name="T18" fmla="*/ 311 w 351"/>
              <a:gd name="T19" fmla="*/ 212 h 339"/>
              <a:gd name="T20" fmla="*/ 299 w 351"/>
              <a:gd name="T21" fmla="*/ 197 h 339"/>
              <a:gd name="T22" fmla="*/ 277 w 351"/>
              <a:gd name="T23" fmla="*/ 185 h 339"/>
              <a:gd name="T24" fmla="*/ 261 w 351"/>
              <a:gd name="T25" fmla="*/ 183 h 339"/>
              <a:gd name="T26" fmla="*/ 252 w 351"/>
              <a:gd name="T27" fmla="*/ 169 h 339"/>
              <a:gd name="T28" fmla="*/ 246 w 351"/>
              <a:gd name="T29" fmla="*/ 153 h 339"/>
              <a:gd name="T30" fmla="*/ 230 w 351"/>
              <a:gd name="T31" fmla="*/ 143 h 339"/>
              <a:gd name="T32" fmla="*/ 231 w 351"/>
              <a:gd name="T33" fmla="*/ 122 h 339"/>
              <a:gd name="T34" fmla="*/ 235 w 351"/>
              <a:gd name="T35" fmla="*/ 109 h 339"/>
              <a:gd name="T36" fmla="*/ 247 w 351"/>
              <a:gd name="T37" fmla="*/ 99 h 339"/>
              <a:gd name="T38" fmla="*/ 245 w 351"/>
              <a:gd name="T39" fmla="*/ 84 h 339"/>
              <a:gd name="T40" fmla="*/ 249 w 351"/>
              <a:gd name="T41" fmla="*/ 71 h 339"/>
              <a:gd name="T42" fmla="*/ 251 w 351"/>
              <a:gd name="T43" fmla="*/ 64 h 339"/>
              <a:gd name="T44" fmla="*/ 219 w 351"/>
              <a:gd name="T45" fmla="*/ 55 h 339"/>
              <a:gd name="T46" fmla="*/ 204 w 351"/>
              <a:gd name="T47" fmla="*/ 37 h 339"/>
              <a:gd name="T48" fmla="*/ 194 w 351"/>
              <a:gd name="T49" fmla="*/ 23 h 339"/>
              <a:gd name="T50" fmla="*/ 185 w 351"/>
              <a:gd name="T51" fmla="*/ 11 h 339"/>
              <a:gd name="T52" fmla="*/ 170 w 351"/>
              <a:gd name="T53" fmla="*/ 4 h 339"/>
              <a:gd name="T54" fmla="*/ 133 w 351"/>
              <a:gd name="T55" fmla="*/ 1 h 339"/>
              <a:gd name="T56" fmla="*/ 108 w 351"/>
              <a:gd name="T57" fmla="*/ 11 h 339"/>
              <a:gd name="T58" fmla="*/ 91 w 351"/>
              <a:gd name="T59" fmla="*/ 30 h 339"/>
              <a:gd name="T60" fmla="*/ 70 w 351"/>
              <a:gd name="T61" fmla="*/ 44 h 339"/>
              <a:gd name="T62" fmla="*/ 76 w 351"/>
              <a:gd name="T63" fmla="*/ 67 h 339"/>
              <a:gd name="T64" fmla="*/ 73 w 351"/>
              <a:gd name="T65" fmla="*/ 90 h 339"/>
              <a:gd name="T66" fmla="*/ 71 w 351"/>
              <a:gd name="T67" fmla="*/ 113 h 339"/>
              <a:gd name="T68" fmla="*/ 0 w 351"/>
              <a:gd name="T69" fmla="*/ 168 h 339"/>
              <a:gd name="T70" fmla="*/ 48 w 351"/>
              <a:gd name="T71" fmla="*/ 221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39">
                <a:moveTo>
                  <a:pt x="219" y="339"/>
                </a:moveTo>
                <a:cubicBezTo>
                  <a:pt x="289" y="339"/>
                  <a:pt x="289" y="339"/>
                  <a:pt x="289" y="339"/>
                </a:cubicBezTo>
                <a:cubicBezTo>
                  <a:pt x="289" y="339"/>
                  <a:pt x="303" y="310"/>
                  <a:pt x="303" y="309"/>
                </a:cubicBezTo>
                <a:cubicBezTo>
                  <a:pt x="304" y="308"/>
                  <a:pt x="306" y="308"/>
                  <a:pt x="308" y="307"/>
                </a:cubicBezTo>
                <a:cubicBezTo>
                  <a:pt x="310" y="306"/>
                  <a:pt x="314" y="302"/>
                  <a:pt x="316" y="301"/>
                </a:cubicBezTo>
                <a:cubicBezTo>
                  <a:pt x="318" y="300"/>
                  <a:pt x="325" y="301"/>
                  <a:pt x="325" y="301"/>
                </a:cubicBezTo>
                <a:cubicBezTo>
                  <a:pt x="326" y="301"/>
                  <a:pt x="336" y="304"/>
                  <a:pt x="338" y="303"/>
                </a:cubicBezTo>
                <a:cubicBezTo>
                  <a:pt x="339" y="303"/>
                  <a:pt x="342" y="303"/>
                  <a:pt x="344" y="303"/>
                </a:cubicBezTo>
                <a:cubicBezTo>
                  <a:pt x="344" y="302"/>
                  <a:pt x="345" y="302"/>
                  <a:pt x="345" y="301"/>
                </a:cubicBezTo>
                <a:cubicBezTo>
                  <a:pt x="345" y="299"/>
                  <a:pt x="348" y="298"/>
                  <a:pt x="349" y="297"/>
                </a:cubicBezTo>
                <a:cubicBezTo>
                  <a:pt x="350" y="296"/>
                  <a:pt x="351" y="295"/>
                  <a:pt x="351" y="294"/>
                </a:cubicBezTo>
                <a:cubicBezTo>
                  <a:pt x="349" y="292"/>
                  <a:pt x="346" y="290"/>
                  <a:pt x="345" y="290"/>
                </a:cubicBezTo>
                <a:cubicBezTo>
                  <a:pt x="344" y="289"/>
                  <a:pt x="337" y="284"/>
                  <a:pt x="337" y="282"/>
                </a:cubicBezTo>
                <a:cubicBezTo>
                  <a:pt x="336" y="280"/>
                  <a:pt x="335" y="271"/>
                  <a:pt x="335" y="269"/>
                </a:cubicBezTo>
                <a:cubicBezTo>
                  <a:pt x="335" y="267"/>
                  <a:pt x="335" y="262"/>
                  <a:pt x="334" y="261"/>
                </a:cubicBezTo>
                <a:cubicBezTo>
                  <a:pt x="332" y="260"/>
                  <a:pt x="322" y="260"/>
                  <a:pt x="321" y="259"/>
                </a:cubicBezTo>
                <a:cubicBezTo>
                  <a:pt x="321" y="258"/>
                  <a:pt x="319" y="246"/>
                  <a:pt x="320" y="244"/>
                </a:cubicBezTo>
                <a:cubicBezTo>
                  <a:pt x="321" y="242"/>
                  <a:pt x="324" y="239"/>
                  <a:pt x="325" y="238"/>
                </a:cubicBezTo>
                <a:cubicBezTo>
                  <a:pt x="326" y="236"/>
                  <a:pt x="325" y="225"/>
                  <a:pt x="323" y="222"/>
                </a:cubicBezTo>
                <a:cubicBezTo>
                  <a:pt x="321" y="220"/>
                  <a:pt x="313" y="214"/>
                  <a:pt x="311" y="212"/>
                </a:cubicBezTo>
                <a:cubicBezTo>
                  <a:pt x="310" y="210"/>
                  <a:pt x="307" y="205"/>
                  <a:pt x="307" y="203"/>
                </a:cubicBezTo>
                <a:cubicBezTo>
                  <a:pt x="307" y="202"/>
                  <a:pt x="303" y="197"/>
                  <a:pt x="299" y="197"/>
                </a:cubicBezTo>
                <a:cubicBezTo>
                  <a:pt x="296" y="197"/>
                  <a:pt x="294" y="197"/>
                  <a:pt x="292" y="196"/>
                </a:cubicBezTo>
                <a:cubicBezTo>
                  <a:pt x="291" y="195"/>
                  <a:pt x="279" y="186"/>
                  <a:pt x="277" y="185"/>
                </a:cubicBezTo>
                <a:cubicBezTo>
                  <a:pt x="275" y="183"/>
                  <a:pt x="271" y="181"/>
                  <a:pt x="269" y="181"/>
                </a:cubicBezTo>
                <a:cubicBezTo>
                  <a:pt x="267" y="181"/>
                  <a:pt x="263" y="183"/>
                  <a:pt x="261" y="183"/>
                </a:cubicBezTo>
                <a:cubicBezTo>
                  <a:pt x="260" y="183"/>
                  <a:pt x="255" y="180"/>
                  <a:pt x="254" y="178"/>
                </a:cubicBezTo>
                <a:cubicBezTo>
                  <a:pt x="253" y="176"/>
                  <a:pt x="251" y="172"/>
                  <a:pt x="252" y="169"/>
                </a:cubicBezTo>
                <a:cubicBezTo>
                  <a:pt x="254" y="166"/>
                  <a:pt x="256" y="164"/>
                  <a:pt x="254" y="161"/>
                </a:cubicBezTo>
                <a:cubicBezTo>
                  <a:pt x="251" y="159"/>
                  <a:pt x="249" y="154"/>
                  <a:pt x="246" y="153"/>
                </a:cubicBezTo>
                <a:cubicBezTo>
                  <a:pt x="244" y="152"/>
                  <a:pt x="238" y="150"/>
                  <a:pt x="237" y="149"/>
                </a:cubicBezTo>
                <a:cubicBezTo>
                  <a:pt x="237" y="149"/>
                  <a:pt x="231" y="145"/>
                  <a:pt x="230" y="143"/>
                </a:cubicBezTo>
                <a:cubicBezTo>
                  <a:pt x="229" y="141"/>
                  <a:pt x="231" y="132"/>
                  <a:pt x="231" y="131"/>
                </a:cubicBezTo>
                <a:cubicBezTo>
                  <a:pt x="231" y="129"/>
                  <a:pt x="231" y="124"/>
                  <a:pt x="231" y="122"/>
                </a:cubicBezTo>
                <a:cubicBezTo>
                  <a:pt x="231" y="120"/>
                  <a:pt x="231" y="116"/>
                  <a:pt x="232" y="115"/>
                </a:cubicBezTo>
                <a:cubicBezTo>
                  <a:pt x="232" y="114"/>
                  <a:pt x="235" y="111"/>
                  <a:pt x="235" y="109"/>
                </a:cubicBezTo>
                <a:cubicBezTo>
                  <a:pt x="236" y="107"/>
                  <a:pt x="237" y="101"/>
                  <a:pt x="237" y="101"/>
                </a:cubicBezTo>
                <a:cubicBezTo>
                  <a:pt x="238" y="100"/>
                  <a:pt x="247" y="101"/>
                  <a:pt x="247" y="99"/>
                </a:cubicBezTo>
                <a:cubicBezTo>
                  <a:pt x="247" y="97"/>
                  <a:pt x="247" y="93"/>
                  <a:pt x="247" y="91"/>
                </a:cubicBezTo>
                <a:cubicBezTo>
                  <a:pt x="247" y="89"/>
                  <a:pt x="246" y="87"/>
                  <a:pt x="245" y="84"/>
                </a:cubicBezTo>
                <a:cubicBezTo>
                  <a:pt x="244" y="81"/>
                  <a:pt x="242" y="76"/>
                  <a:pt x="243" y="75"/>
                </a:cubicBezTo>
                <a:cubicBezTo>
                  <a:pt x="244" y="74"/>
                  <a:pt x="247" y="72"/>
                  <a:pt x="249" y="71"/>
                </a:cubicBezTo>
                <a:cubicBezTo>
                  <a:pt x="250" y="71"/>
                  <a:pt x="254" y="72"/>
                  <a:pt x="255" y="69"/>
                </a:cubicBezTo>
                <a:cubicBezTo>
                  <a:pt x="256" y="66"/>
                  <a:pt x="255" y="64"/>
                  <a:pt x="251" y="64"/>
                </a:cubicBezTo>
                <a:cubicBezTo>
                  <a:pt x="246" y="63"/>
                  <a:pt x="237" y="63"/>
                  <a:pt x="234" y="62"/>
                </a:cubicBezTo>
                <a:cubicBezTo>
                  <a:pt x="231" y="61"/>
                  <a:pt x="224" y="57"/>
                  <a:pt x="219" y="55"/>
                </a:cubicBezTo>
                <a:cubicBezTo>
                  <a:pt x="214" y="52"/>
                  <a:pt x="211" y="50"/>
                  <a:pt x="210" y="48"/>
                </a:cubicBezTo>
                <a:cubicBezTo>
                  <a:pt x="208" y="46"/>
                  <a:pt x="208" y="39"/>
                  <a:pt x="204" y="37"/>
                </a:cubicBezTo>
                <a:cubicBezTo>
                  <a:pt x="200" y="36"/>
                  <a:pt x="196" y="34"/>
                  <a:pt x="196" y="31"/>
                </a:cubicBezTo>
                <a:cubicBezTo>
                  <a:pt x="195" y="29"/>
                  <a:pt x="194" y="25"/>
                  <a:pt x="194" y="23"/>
                </a:cubicBezTo>
                <a:cubicBezTo>
                  <a:pt x="194" y="21"/>
                  <a:pt x="193" y="14"/>
                  <a:pt x="192" y="13"/>
                </a:cubicBezTo>
                <a:cubicBezTo>
                  <a:pt x="190" y="12"/>
                  <a:pt x="185" y="11"/>
                  <a:pt x="185" y="11"/>
                </a:cubicBezTo>
                <a:cubicBezTo>
                  <a:pt x="185" y="11"/>
                  <a:pt x="176" y="15"/>
                  <a:pt x="173" y="14"/>
                </a:cubicBezTo>
                <a:cubicBezTo>
                  <a:pt x="171" y="13"/>
                  <a:pt x="170" y="6"/>
                  <a:pt x="170" y="4"/>
                </a:cubicBezTo>
                <a:cubicBezTo>
                  <a:pt x="170" y="1"/>
                  <a:pt x="156" y="2"/>
                  <a:pt x="155" y="1"/>
                </a:cubicBezTo>
                <a:cubicBezTo>
                  <a:pt x="154" y="0"/>
                  <a:pt x="137" y="1"/>
                  <a:pt x="133" y="1"/>
                </a:cubicBezTo>
                <a:cubicBezTo>
                  <a:pt x="129" y="1"/>
                  <a:pt x="122" y="3"/>
                  <a:pt x="118" y="3"/>
                </a:cubicBezTo>
                <a:cubicBezTo>
                  <a:pt x="115" y="3"/>
                  <a:pt x="113" y="6"/>
                  <a:pt x="108" y="11"/>
                </a:cubicBezTo>
                <a:cubicBezTo>
                  <a:pt x="108" y="11"/>
                  <a:pt x="106" y="19"/>
                  <a:pt x="105" y="21"/>
                </a:cubicBezTo>
                <a:cubicBezTo>
                  <a:pt x="103" y="23"/>
                  <a:pt x="95" y="29"/>
                  <a:pt x="91" y="30"/>
                </a:cubicBezTo>
                <a:cubicBezTo>
                  <a:pt x="87" y="31"/>
                  <a:pt x="81" y="32"/>
                  <a:pt x="78" y="33"/>
                </a:cubicBezTo>
                <a:cubicBezTo>
                  <a:pt x="76" y="34"/>
                  <a:pt x="70" y="39"/>
                  <a:pt x="70" y="44"/>
                </a:cubicBezTo>
                <a:cubicBezTo>
                  <a:pt x="70" y="49"/>
                  <a:pt x="68" y="52"/>
                  <a:pt x="70" y="56"/>
                </a:cubicBezTo>
                <a:cubicBezTo>
                  <a:pt x="72" y="60"/>
                  <a:pt x="74" y="64"/>
                  <a:pt x="76" y="67"/>
                </a:cubicBezTo>
                <a:cubicBezTo>
                  <a:pt x="77" y="70"/>
                  <a:pt x="79" y="75"/>
                  <a:pt x="78" y="79"/>
                </a:cubicBezTo>
                <a:cubicBezTo>
                  <a:pt x="77" y="83"/>
                  <a:pt x="74" y="87"/>
                  <a:pt x="73" y="90"/>
                </a:cubicBezTo>
                <a:cubicBezTo>
                  <a:pt x="72" y="92"/>
                  <a:pt x="72" y="96"/>
                  <a:pt x="72" y="99"/>
                </a:cubicBezTo>
                <a:cubicBezTo>
                  <a:pt x="72" y="102"/>
                  <a:pt x="71" y="113"/>
                  <a:pt x="71" y="113"/>
                </a:cubicBezTo>
                <a:cubicBezTo>
                  <a:pt x="71" y="113"/>
                  <a:pt x="58" y="128"/>
                  <a:pt x="53" y="131"/>
                </a:cubicBezTo>
                <a:cubicBezTo>
                  <a:pt x="48" y="133"/>
                  <a:pt x="9" y="161"/>
                  <a:pt x="0" y="168"/>
                </a:cubicBezTo>
                <a:cubicBezTo>
                  <a:pt x="16" y="216"/>
                  <a:pt x="16" y="216"/>
                  <a:pt x="16" y="216"/>
                </a:cubicBezTo>
                <a:cubicBezTo>
                  <a:pt x="48" y="221"/>
                  <a:pt x="48" y="221"/>
                  <a:pt x="48" y="221"/>
                </a:cubicBezTo>
                <a:lnTo>
                  <a:pt x="219" y="339"/>
                </a:ln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 name="Freeform 24"/>
          <p:cNvSpPr>
            <a:spLocks/>
          </p:cNvSpPr>
          <p:nvPr/>
        </p:nvSpPr>
        <p:spPr bwMode="auto">
          <a:xfrm>
            <a:off x="2800350" y="1435100"/>
            <a:ext cx="966788" cy="454025"/>
          </a:xfrm>
          <a:custGeom>
            <a:avLst/>
            <a:gdLst>
              <a:gd name="T0" fmla="*/ 241 w 254"/>
              <a:gd name="T1" fmla="*/ 71 h 119"/>
              <a:gd name="T2" fmla="*/ 226 w 254"/>
              <a:gd name="T3" fmla="*/ 65 h 119"/>
              <a:gd name="T4" fmla="*/ 220 w 254"/>
              <a:gd name="T5" fmla="*/ 54 h 119"/>
              <a:gd name="T6" fmla="*/ 211 w 254"/>
              <a:gd name="T7" fmla="*/ 45 h 119"/>
              <a:gd name="T8" fmla="*/ 194 w 254"/>
              <a:gd name="T9" fmla="*/ 36 h 119"/>
              <a:gd name="T10" fmla="*/ 184 w 254"/>
              <a:gd name="T11" fmla="*/ 39 h 119"/>
              <a:gd name="T12" fmla="*/ 175 w 254"/>
              <a:gd name="T13" fmla="*/ 35 h 119"/>
              <a:gd name="T14" fmla="*/ 158 w 254"/>
              <a:gd name="T15" fmla="*/ 41 h 119"/>
              <a:gd name="T16" fmla="*/ 141 w 254"/>
              <a:gd name="T17" fmla="*/ 45 h 119"/>
              <a:gd name="T18" fmla="*/ 133 w 254"/>
              <a:gd name="T19" fmla="*/ 33 h 119"/>
              <a:gd name="T20" fmla="*/ 115 w 254"/>
              <a:gd name="T21" fmla="*/ 24 h 119"/>
              <a:gd name="T22" fmla="*/ 106 w 254"/>
              <a:gd name="T23" fmla="*/ 16 h 119"/>
              <a:gd name="T24" fmla="*/ 92 w 254"/>
              <a:gd name="T25" fmla="*/ 15 h 119"/>
              <a:gd name="T26" fmla="*/ 79 w 254"/>
              <a:gd name="T27" fmla="*/ 16 h 119"/>
              <a:gd name="T28" fmla="*/ 64 w 254"/>
              <a:gd name="T29" fmla="*/ 17 h 119"/>
              <a:gd name="T30" fmla="*/ 54 w 254"/>
              <a:gd name="T31" fmla="*/ 13 h 119"/>
              <a:gd name="T32" fmla="*/ 38 w 254"/>
              <a:gd name="T33" fmla="*/ 9 h 119"/>
              <a:gd name="T34" fmla="*/ 23 w 254"/>
              <a:gd name="T35" fmla="*/ 2 h 119"/>
              <a:gd name="T36" fmla="*/ 11 w 254"/>
              <a:gd name="T37" fmla="*/ 2 h 119"/>
              <a:gd name="T38" fmla="*/ 1 w 254"/>
              <a:gd name="T39" fmla="*/ 8 h 119"/>
              <a:gd name="T40" fmla="*/ 1 w 254"/>
              <a:gd name="T41" fmla="*/ 11 h 119"/>
              <a:gd name="T42" fmla="*/ 14 w 254"/>
              <a:gd name="T43" fmla="*/ 21 h 119"/>
              <a:gd name="T44" fmla="*/ 29 w 254"/>
              <a:gd name="T45" fmla="*/ 31 h 119"/>
              <a:gd name="T46" fmla="*/ 42 w 254"/>
              <a:gd name="T47" fmla="*/ 35 h 119"/>
              <a:gd name="T48" fmla="*/ 56 w 254"/>
              <a:gd name="T49" fmla="*/ 45 h 119"/>
              <a:gd name="T50" fmla="*/ 64 w 254"/>
              <a:gd name="T51" fmla="*/ 56 h 119"/>
              <a:gd name="T52" fmla="*/ 69 w 254"/>
              <a:gd name="T53" fmla="*/ 73 h 119"/>
              <a:gd name="T54" fmla="*/ 74 w 254"/>
              <a:gd name="T55" fmla="*/ 94 h 119"/>
              <a:gd name="T56" fmla="*/ 77 w 254"/>
              <a:gd name="T57" fmla="*/ 101 h 119"/>
              <a:gd name="T58" fmla="*/ 86 w 254"/>
              <a:gd name="T59" fmla="*/ 103 h 119"/>
              <a:gd name="T60" fmla="*/ 97 w 254"/>
              <a:gd name="T61" fmla="*/ 106 h 119"/>
              <a:gd name="T62" fmla="*/ 106 w 254"/>
              <a:gd name="T63" fmla="*/ 101 h 119"/>
              <a:gd name="T64" fmla="*/ 119 w 254"/>
              <a:gd name="T65" fmla="*/ 109 h 119"/>
              <a:gd name="T66" fmla="*/ 137 w 254"/>
              <a:gd name="T67" fmla="*/ 116 h 119"/>
              <a:gd name="T68" fmla="*/ 157 w 254"/>
              <a:gd name="T69" fmla="*/ 111 h 119"/>
              <a:gd name="T70" fmla="*/ 190 w 254"/>
              <a:gd name="T71" fmla="*/ 111 h 119"/>
              <a:gd name="T72" fmla="*/ 204 w 254"/>
              <a:gd name="T73" fmla="*/ 101 h 119"/>
              <a:gd name="T74" fmla="*/ 217 w 254"/>
              <a:gd name="T75" fmla="*/ 107 h 119"/>
              <a:gd name="T76" fmla="*/ 237 w 254"/>
              <a:gd name="T77" fmla="*/ 112 h 119"/>
              <a:gd name="T78" fmla="*/ 252 w 254"/>
              <a:gd name="T79" fmla="*/ 119 h 119"/>
              <a:gd name="T80" fmla="*/ 254 w 254"/>
              <a:gd name="T81" fmla="*/ 106 h 119"/>
              <a:gd name="T82" fmla="*/ 244 w 254"/>
              <a:gd name="T83" fmla="*/ 98 h 119"/>
              <a:gd name="T84" fmla="*/ 240 w 254"/>
              <a:gd name="T85" fmla="*/ 86 h 119"/>
              <a:gd name="T86" fmla="*/ 247 w 254"/>
              <a:gd name="T87" fmla="*/ 8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4" h="119">
                <a:moveTo>
                  <a:pt x="248" y="75"/>
                </a:moveTo>
                <a:cubicBezTo>
                  <a:pt x="247" y="74"/>
                  <a:pt x="244" y="72"/>
                  <a:pt x="241" y="71"/>
                </a:cubicBezTo>
                <a:cubicBezTo>
                  <a:pt x="238" y="70"/>
                  <a:pt x="234" y="69"/>
                  <a:pt x="233" y="69"/>
                </a:cubicBezTo>
                <a:cubicBezTo>
                  <a:pt x="231" y="68"/>
                  <a:pt x="235" y="68"/>
                  <a:pt x="226" y="65"/>
                </a:cubicBezTo>
                <a:cubicBezTo>
                  <a:pt x="218" y="61"/>
                  <a:pt x="217" y="64"/>
                  <a:pt x="217" y="60"/>
                </a:cubicBezTo>
                <a:cubicBezTo>
                  <a:pt x="216" y="57"/>
                  <a:pt x="220" y="56"/>
                  <a:pt x="220" y="54"/>
                </a:cubicBezTo>
                <a:cubicBezTo>
                  <a:pt x="220" y="51"/>
                  <a:pt x="221" y="48"/>
                  <a:pt x="221" y="47"/>
                </a:cubicBezTo>
                <a:cubicBezTo>
                  <a:pt x="220" y="46"/>
                  <a:pt x="211" y="45"/>
                  <a:pt x="211" y="45"/>
                </a:cubicBezTo>
                <a:cubicBezTo>
                  <a:pt x="210" y="45"/>
                  <a:pt x="202" y="45"/>
                  <a:pt x="201" y="44"/>
                </a:cubicBezTo>
                <a:cubicBezTo>
                  <a:pt x="200" y="42"/>
                  <a:pt x="195" y="36"/>
                  <a:pt x="194" y="36"/>
                </a:cubicBezTo>
                <a:cubicBezTo>
                  <a:pt x="194" y="36"/>
                  <a:pt x="192" y="34"/>
                  <a:pt x="189" y="34"/>
                </a:cubicBezTo>
                <a:cubicBezTo>
                  <a:pt x="186" y="34"/>
                  <a:pt x="186" y="37"/>
                  <a:pt x="184" y="39"/>
                </a:cubicBezTo>
                <a:cubicBezTo>
                  <a:pt x="183" y="40"/>
                  <a:pt x="181" y="39"/>
                  <a:pt x="180" y="39"/>
                </a:cubicBezTo>
                <a:cubicBezTo>
                  <a:pt x="180" y="38"/>
                  <a:pt x="176" y="36"/>
                  <a:pt x="175" y="35"/>
                </a:cubicBezTo>
                <a:cubicBezTo>
                  <a:pt x="173" y="34"/>
                  <a:pt x="173" y="36"/>
                  <a:pt x="169" y="37"/>
                </a:cubicBezTo>
                <a:cubicBezTo>
                  <a:pt x="164" y="38"/>
                  <a:pt x="161" y="38"/>
                  <a:pt x="158" y="41"/>
                </a:cubicBezTo>
                <a:cubicBezTo>
                  <a:pt x="156" y="43"/>
                  <a:pt x="150" y="45"/>
                  <a:pt x="150" y="45"/>
                </a:cubicBezTo>
                <a:cubicBezTo>
                  <a:pt x="150" y="45"/>
                  <a:pt x="141" y="46"/>
                  <a:pt x="141" y="45"/>
                </a:cubicBezTo>
                <a:cubicBezTo>
                  <a:pt x="141" y="44"/>
                  <a:pt x="147" y="40"/>
                  <a:pt x="145" y="38"/>
                </a:cubicBezTo>
                <a:cubicBezTo>
                  <a:pt x="144" y="36"/>
                  <a:pt x="133" y="33"/>
                  <a:pt x="133" y="33"/>
                </a:cubicBezTo>
                <a:cubicBezTo>
                  <a:pt x="133" y="33"/>
                  <a:pt x="130" y="31"/>
                  <a:pt x="125" y="29"/>
                </a:cubicBezTo>
                <a:cubicBezTo>
                  <a:pt x="121" y="27"/>
                  <a:pt x="116" y="25"/>
                  <a:pt x="115" y="24"/>
                </a:cubicBezTo>
                <a:cubicBezTo>
                  <a:pt x="114" y="22"/>
                  <a:pt x="112" y="19"/>
                  <a:pt x="111" y="18"/>
                </a:cubicBezTo>
                <a:cubicBezTo>
                  <a:pt x="109" y="17"/>
                  <a:pt x="109" y="16"/>
                  <a:pt x="106" y="16"/>
                </a:cubicBezTo>
                <a:cubicBezTo>
                  <a:pt x="103" y="17"/>
                  <a:pt x="102" y="18"/>
                  <a:pt x="99" y="18"/>
                </a:cubicBezTo>
                <a:cubicBezTo>
                  <a:pt x="96" y="17"/>
                  <a:pt x="93" y="17"/>
                  <a:pt x="92" y="15"/>
                </a:cubicBezTo>
                <a:cubicBezTo>
                  <a:pt x="92" y="14"/>
                  <a:pt x="92" y="11"/>
                  <a:pt x="88" y="13"/>
                </a:cubicBezTo>
                <a:cubicBezTo>
                  <a:pt x="83" y="15"/>
                  <a:pt x="80" y="16"/>
                  <a:pt x="79" y="16"/>
                </a:cubicBezTo>
                <a:cubicBezTo>
                  <a:pt x="78" y="17"/>
                  <a:pt x="70" y="16"/>
                  <a:pt x="70" y="16"/>
                </a:cubicBezTo>
                <a:cubicBezTo>
                  <a:pt x="70" y="16"/>
                  <a:pt x="67" y="17"/>
                  <a:pt x="64" y="17"/>
                </a:cubicBezTo>
                <a:cubicBezTo>
                  <a:pt x="61" y="17"/>
                  <a:pt x="59" y="17"/>
                  <a:pt x="57" y="16"/>
                </a:cubicBezTo>
                <a:cubicBezTo>
                  <a:pt x="55" y="15"/>
                  <a:pt x="55" y="14"/>
                  <a:pt x="54" y="13"/>
                </a:cubicBezTo>
                <a:cubicBezTo>
                  <a:pt x="53" y="11"/>
                  <a:pt x="44" y="11"/>
                  <a:pt x="44" y="11"/>
                </a:cubicBezTo>
                <a:cubicBezTo>
                  <a:pt x="44" y="11"/>
                  <a:pt x="40" y="9"/>
                  <a:pt x="38" y="9"/>
                </a:cubicBezTo>
                <a:cubicBezTo>
                  <a:pt x="37" y="9"/>
                  <a:pt x="34" y="5"/>
                  <a:pt x="32" y="5"/>
                </a:cubicBezTo>
                <a:cubicBezTo>
                  <a:pt x="30" y="5"/>
                  <a:pt x="26" y="0"/>
                  <a:pt x="23" y="2"/>
                </a:cubicBezTo>
                <a:cubicBezTo>
                  <a:pt x="19" y="3"/>
                  <a:pt x="21" y="5"/>
                  <a:pt x="18" y="3"/>
                </a:cubicBezTo>
                <a:cubicBezTo>
                  <a:pt x="15" y="2"/>
                  <a:pt x="15" y="3"/>
                  <a:pt x="11" y="2"/>
                </a:cubicBezTo>
                <a:cubicBezTo>
                  <a:pt x="8" y="1"/>
                  <a:pt x="2" y="3"/>
                  <a:pt x="2" y="3"/>
                </a:cubicBezTo>
                <a:cubicBezTo>
                  <a:pt x="2" y="3"/>
                  <a:pt x="1" y="7"/>
                  <a:pt x="1" y="8"/>
                </a:cubicBezTo>
                <a:cubicBezTo>
                  <a:pt x="0" y="8"/>
                  <a:pt x="0" y="9"/>
                  <a:pt x="0" y="10"/>
                </a:cubicBezTo>
                <a:cubicBezTo>
                  <a:pt x="0" y="10"/>
                  <a:pt x="1" y="10"/>
                  <a:pt x="1" y="11"/>
                </a:cubicBezTo>
                <a:cubicBezTo>
                  <a:pt x="5" y="12"/>
                  <a:pt x="5" y="16"/>
                  <a:pt x="6" y="17"/>
                </a:cubicBezTo>
                <a:cubicBezTo>
                  <a:pt x="6" y="18"/>
                  <a:pt x="10" y="19"/>
                  <a:pt x="14" y="21"/>
                </a:cubicBezTo>
                <a:cubicBezTo>
                  <a:pt x="19" y="23"/>
                  <a:pt x="19" y="27"/>
                  <a:pt x="20" y="29"/>
                </a:cubicBezTo>
                <a:cubicBezTo>
                  <a:pt x="22" y="31"/>
                  <a:pt x="26" y="31"/>
                  <a:pt x="29" y="31"/>
                </a:cubicBezTo>
                <a:cubicBezTo>
                  <a:pt x="32" y="31"/>
                  <a:pt x="33" y="31"/>
                  <a:pt x="34" y="31"/>
                </a:cubicBezTo>
                <a:cubicBezTo>
                  <a:pt x="36" y="30"/>
                  <a:pt x="41" y="33"/>
                  <a:pt x="42" y="35"/>
                </a:cubicBezTo>
                <a:cubicBezTo>
                  <a:pt x="43" y="36"/>
                  <a:pt x="45" y="40"/>
                  <a:pt x="48" y="41"/>
                </a:cubicBezTo>
                <a:cubicBezTo>
                  <a:pt x="50" y="43"/>
                  <a:pt x="56" y="44"/>
                  <a:pt x="56" y="45"/>
                </a:cubicBezTo>
                <a:cubicBezTo>
                  <a:pt x="57" y="47"/>
                  <a:pt x="57" y="49"/>
                  <a:pt x="59" y="51"/>
                </a:cubicBezTo>
                <a:cubicBezTo>
                  <a:pt x="61" y="53"/>
                  <a:pt x="63" y="55"/>
                  <a:pt x="64" y="56"/>
                </a:cubicBezTo>
                <a:cubicBezTo>
                  <a:pt x="66" y="57"/>
                  <a:pt x="69" y="61"/>
                  <a:pt x="69" y="63"/>
                </a:cubicBezTo>
                <a:cubicBezTo>
                  <a:pt x="69" y="65"/>
                  <a:pt x="69" y="70"/>
                  <a:pt x="69" y="73"/>
                </a:cubicBezTo>
                <a:cubicBezTo>
                  <a:pt x="69" y="75"/>
                  <a:pt x="71" y="77"/>
                  <a:pt x="72" y="78"/>
                </a:cubicBezTo>
                <a:cubicBezTo>
                  <a:pt x="72" y="80"/>
                  <a:pt x="75" y="91"/>
                  <a:pt x="74" y="94"/>
                </a:cubicBezTo>
                <a:cubicBezTo>
                  <a:pt x="74" y="95"/>
                  <a:pt x="74" y="96"/>
                  <a:pt x="73" y="97"/>
                </a:cubicBezTo>
                <a:cubicBezTo>
                  <a:pt x="75" y="99"/>
                  <a:pt x="77" y="100"/>
                  <a:pt x="77" y="101"/>
                </a:cubicBezTo>
                <a:cubicBezTo>
                  <a:pt x="77" y="102"/>
                  <a:pt x="80" y="104"/>
                  <a:pt x="81" y="104"/>
                </a:cubicBezTo>
                <a:cubicBezTo>
                  <a:pt x="81" y="104"/>
                  <a:pt x="86" y="103"/>
                  <a:pt x="86" y="103"/>
                </a:cubicBezTo>
                <a:cubicBezTo>
                  <a:pt x="93" y="105"/>
                  <a:pt x="93" y="105"/>
                  <a:pt x="93" y="105"/>
                </a:cubicBezTo>
                <a:cubicBezTo>
                  <a:pt x="93" y="105"/>
                  <a:pt x="94" y="105"/>
                  <a:pt x="97" y="106"/>
                </a:cubicBezTo>
                <a:cubicBezTo>
                  <a:pt x="99" y="107"/>
                  <a:pt x="99" y="106"/>
                  <a:pt x="101" y="105"/>
                </a:cubicBezTo>
                <a:cubicBezTo>
                  <a:pt x="103" y="104"/>
                  <a:pt x="105" y="102"/>
                  <a:pt x="106" y="101"/>
                </a:cubicBezTo>
                <a:cubicBezTo>
                  <a:pt x="108" y="101"/>
                  <a:pt x="113" y="101"/>
                  <a:pt x="114" y="102"/>
                </a:cubicBezTo>
                <a:cubicBezTo>
                  <a:pt x="115" y="103"/>
                  <a:pt x="118" y="107"/>
                  <a:pt x="119" y="109"/>
                </a:cubicBezTo>
                <a:cubicBezTo>
                  <a:pt x="120" y="110"/>
                  <a:pt x="127" y="115"/>
                  <a:pt x="129" y="115"/>
                </a:cubicBezTo>
                <a:cubicBezTo>
                  <a:pt x="131" y="116"/>
                  <a:pt x="135" y="116"/>
                  <a:pt x="137" y="116"/>
                </a:cubicBezTo>
                <a:cubicBezTo>
                  <a:pt x="139" y="116"/>
                  <a:pt x="145" y="113"/>
                  <a:pt x="147" y="113"/>
                </a:cubicBezTo>
                <a:cubicBezTo>
                  <a:pt x="149" y="112"/>
                  <a:pt x="155" y="111"/>
                  <a:pt x="157" y="111"/>
                </a:cubicBezTo>
                <a:cubicBezTo>
                  <a:pt x="160" y="111"/>
                  <a:pt x="165" y="110"/>
                  <a:pt x="168" y="111"/>
                </a:cubicBezTo>
                <a:cubicBezTo>
                  <a:pt x="171" y="111"/>
                  <a:pt x="190" y="111"/>
                  <a:pt x="190" y="111"/>
                </a:cubicBezTo>
                <a:cubicBezTo>
                  <a:pt x="190" y="111"/>
                  <a:pt x="193" y="104"/>
                  <a:pt x="194" y="103"/>
                </a:cubicBezTo>
                <a:cubicBezTo>
                  <a:pt x="195" y="103"/>
                  <a:pt x="198" y="102"/>
                  <a:pt x="204" y="101"/>
                </a:cubicBezTo>
                <a:cubicBezTo>
                  <a:pt x="209" y="100"/>
                  <a:pt x="207" y="101"/>
                  <a:pt x="209" y="102"/>
                </a:cubicBezTo>
                <a:cubicBezTo>
                  <a:pt x="210" y="103"/>
                  <a:pt x="215" y="105"/>
                  <a:pt x="217" y="107"/>
                </a:cubicBezTo>
                <a:cubicBezTo>
                  <a:pt x="219" y="109"/>
                  <a:pt x="223" y="112"/>
                  <a:pt x="223" y="112"/>
                </a:cubicBezTo>
                <a:cubicBezTo>
                  <a:pt x="223" y="112"/>
                  <a:pt x="235" y="111"/>
                  <a:pt x="237" y="112"/>
                </a:cubicBezTo>
                <a:cubicBezTo>
                  <a:pt x="240" y="112"/>
                  <a:pt x="242" y="115"/>
                  <a:pt x="244" y="116"/>
                </a:cubicBezTo>
                <a:cubicBezTo>
                  <a:pt x="246" y="118"/>
                  <a:pt x="252" y="119"/>
                  <a:pt x="252" y="119"/>
                </a:cubicBezTo>
                <a:cubicBezTo>
                  <a:pt x="252" y="119"/>
                  <a:pt x="253" y="115"/>
                  <a:pt x="254" y="114"/>
                </a:cubicBezTo>
                <a:cubicBezTo>
                  <a:pt x="254" y="113"/>
                  <a:pt x="254" y="108"/>
                  <a:pt x="254" y="106"/>
                </a:cubicBezTo>
                <a:cubicBezTo>
                  <a:pt x="254" y="105"/>
                  <a:pt x="253" y="104"/>
                  <a:pt x="251" y="102"/>
                </a:cubicBezTo>
                <a:cubicBezTo>
                  <a:pt x="250" y="99"/>
                  <a:pt x="246" y="99"/>
                  <a:pt x="244" y="98"/>
                </a:cubicBezTo>
                <a:cubicBezTo>
                  <a:pt x="243" y="97"/>
                  <a:pt x="241" y="94"/>
                  <a:pt x="240" y="93"/>
                </a:cubicBezTo>
                <a:cubicBezTo>
                  <a:pt x="240" y="91"/>
                  <a:pt x="240" y="86"/>
                  <a:pt x="240" y="86"/>
                </a:cubicBezTo>
                <a:cubicBezTo>
                  <a:pt x="240" y="85"/>
                  <a:pt x="242" y="82"/>
                  <a:pt x="243" y="82"/>
                </a:cubicBezTo>
                <a:cubicBezTo>
                  <a:pt x="243" y="82"/>
                  <a:pt x="245" y="81"/>
                  <a:pt x="247" y="81"/>
                </a:cubicBezTo>
                <a:cubicBezTo>
                  <a:pt x="248" y="78"/>
                  <a:pt x="249" y="76"/>
                  <a:pt x="248" y="75"/>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26"/>
          <p:cNvSpPr>
            <a:spLocks/>
          </p:cNvSpPr>
          <p:nvPr/>
        </p:nvSpPr>
        <p:spPr bwMode="auto">
          <a:xfrm>
            <a:off x="1944688" y="2820988"/>
            <a:ext cx="354013" cy="214313"/>
          </a:xfrm>
          <a:custGeom>
            <a:avLst/>
            <a:gdLst>
              <a:gd name="T0" fmla="*/ 15 w 93"/>
              <a:gd name="T1" fmla="*/ 25 h 56"/>
              <a:gd name="T2" fmla="*/ 19 w 93"/>
              <a:gd name="T3" fmla="*/ 25 h 56"/>
              <a:gd name="T4" fmla="*/ 25 w 93"/>
              <a:gd name="T5" fmla="*/ 26 h 56"/>
              <a:gd name="T6" fmla="*/ 26 w 93"/>
              <a:gd name="T7" fmla="*/ 17 h 56"/>
              <a:gd name="T8" fmla="*/ 30 w 93"/>
              <a:gd name="T9" fmla="*/ 16 h 56"/>
              <a:gd name="T10" fmla="*/ 33 w 93"/>
              <a:gd name="T11" fmla="*/ 17 h 56"/>
              <a:gd name="T12" fmla="*/ 40 w 93"/>
              <a:gd name="T13" fmla="*/ 17 h 56"/>
              <a:gd name="T14" fmla="*/ 48 w 93"/>
              <a:gd name="T15" fmla="*/ 18 h 56"/>
              <a:gd name="T16" fmla="*/ 57 w 93"/>
              <a:gd name="T17" fmla="*/ 16 h 56"/>
              <a:gd name="T18" fmla="*/ 67 w 93"/>
              <a:gd name="T19" fmla="*/ 13 h 56"/>
              <a:gd name="T20" fmla="*/ 71 w 93"/>
              <a:gd name="T21" fmla="*/ 11 h 56"/>
              <a:gd name="T22" fmla="*/ 75 w 93"/>
              <a:gd name="T23" fmla="*/ 9 h 56"/>
              <a:gd name="T24" fmla="*/ 79 w 93"/>
              <a:gd name="T25" fmla="*/ 6 h 56"/>
              <a:gd name="T26" fmla="*/ 83 w 93"/>
              <a:gd name="T27" fmla="*/ 4 h 56"/>
              <a:gd name="T28" fmla="*/ 88 w 93"/>
              <a:gd name="T29" fmla="*/ 2 h 56"/>
              <a:gd name="T30" fmla="*/ 93 w 93"/>
              <a:gd name="T31" fmla="*/ 0 h 56"/>
              <a:gd name="T32" fmla="*/ 91 w 93"/>
              <a:gd name="T33" fmla="*/ 2 h 56"/>
              <a:gd name="T34" fmla="*/ 84 w 93"/>
              <a:gd name="T35" fmla="*/ 8 h 56"/>
              <a:gd name="T36" fmla="*/ 80 w 93"/>
              <a:gd name="T37" fmla="*/ 11 h 56"/>
              <a:gd name="T38" fmla="*/ 77 w 93"/>
              <a:gd name="T39" fmla="*/ 12 h 56"/>
              <a:gd name="T40" fmla="*/ 72 w 93"/>
              <a:gd name="T41" fmla="*/ 18 h 56"/>
              <a:gd name="T42" fmla="*/ 69 w 93"/>
              <a:gd name="T43" fmla="*/ 18 h 56"/>
              <a:gd name="T44" fmla="*/ 65 w 93"/>
              <a:gd name="T45" fmla="*/ 23 h 56"/>
              <a:gd name="T46" fmla="*/ 70 w 93"/>
              <a:gd name="T47" fmla="*/ 31 h 56"/>
              <a:gd name="T48" fmla="*/ 72 w 93"/>
              <a:gd name="T49" fmla="*/ 36 h 56"/>
              <a:gd name="T50" fmla="*/ 63 w 93"/>
              <a:gd name="T51" fmla="*/ 37 h 56"/>
              <a:gd name="T52" fmla="*/ 56 w 93"/>
              <a:gd name="T53" fmla="*/ 36 h 56"/>
              <a:gd name="T54" fmla="*/ 54 w 93"/>
              <a:gd name="T55" fmla="*/ 42 h 56"/>
              <a:gd name="T56" fmla="*/ 50 w 93"/>
              <a:gd name="T57" fmla="*/ 44 h 56"/>
              <a:gd name="T58" fmla="*/ 46 w 93"/>
              <a:gd name="T59" fmla="*/ 47 h 56"/>
              <a:gd name="T60" fmla="*/ 40 w 93"/>
              <a:gd name="T61" fmla="*/ 48 h 56"/>
              <a:gd name="T62" fmla="*/ 37 w 93"/>
              <a:gd name="T63" fmla="*/ 49 h 56"/>
              <a:gd name="T64" fmla="*/ 30 w 93"/>
              <a:gd name="T65" fmla="*/ 51 h 56"/>
              <a:gd name="T66" fmla="*/ 28 w 93"/>
              <a:gd name="T67" fmla="*/ 56 h 56"/>
              <a:gd name="T68" fmla="*/ 25 w 93"/>
              <a:gd name="T69" fmla="*/ 52 h 56"/>
              <a:gd name="T70" fmla="*/ 18 w 93"/>
              <a:gd name="T71" fmla="*/ 52 h 56"/>
              <a:gd name="T72" fmla="*/ 12 w 93"/>
              <a:gd name="T73" fmla="*/ 50 h 56"/>
              <a:gd name="T74" fmla="*/ 7 w 93"/>
              <a:gd name="T75" fmla="*/ 47 h 56"/>
              <a:gd name="T76" fmla="*/ 5 w 93"/>
              <a:gd name="T77" fmla="*/ 46 h 56"/>
              <a:gd name="T78" fmla="*/ 3 w 93"/>
              <a:gd name="T79" fmla="*/ 41 h 56"/>
              <a:gd name="T80" fmla="*/ 2 w 93"/>
              <a:gd name="T81" fmla="*/ 39 h 56"/>
              <a:gd name="T82" fmla="*/ 2 w 93"/>
              <a:gd name="T83" fmla="*/ 35 h 56"/>
              <a:gd name="T84" fmla="*/ 2 w 93"/>
              <a:gd name="T85" fmla="*/ 30 h 56"/>
              <a:gd name="T86" fmla="*/ 4 w 93"/>
              <a:gd name="T87" fmla="*/ 32 h 56"/>
              <a:gd name="T88" fmla="*/ 8 w 93"/>
              <a:gd name="T89" fmla="*/ 3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3" h="56">
                <a:moveTo>
                  <a:pt x="8" y="31"/>
                </a:moveTo>
                <a:cubicBezTo>
                  <a:pt x="9" y="30"/>
                  <a:pt x="10" y="26"/>
                  <a:pt x="12" y="26"/>
                </a:cubicBezTo>
                <a:cubicBezTo>
                  <a:pt x="12" y="25"/>
                  <a:pt x="15" y="25"/>
                  <a:pt x="15" y="25"/>
                </a:cubicBezTo>
                <a:cubicBezTo>
                  <a:pt x="16" y="25"/>
                  <a:pt x="16" y="25"/>
                  <a:pt x="16" y="25"/>
                </a:cubicBezTo>
                <a:cubicBezTo>
                  <a:pt x="17" y="25"/>
                  <a:pt x="18" y="25"/>
                  <a:pt x="18" y="25"/>
                </a:cubicBezTo>
                <a:cubicBezTo>
                  <a:pt x="18" y="26"/>
                  <a:pt x="19" y="25"/>
                  <a:pt x="19" y="25"/>
                </a:cubicBezTo>
                <a:cubicBezTo>
                  <a:pt x="19" y="26"/>
                  <a:pt x="20" y="26"/>
                  <a:pt x="20" y="26"/>
                </a:cubicBezTo>
                <a:cubicBezTo>
                  <a:pt x="20" y="27"/>
                  <a:pt x="21" y="27"/>
                  <a:pt x="22" y="27"/>
                </a:cubicBezTo>
                <a:cubicBezTo>
                  <a:pt x="23" y="27"/>
                  <a:pt x="24" y="27"/>
                  <a:pt x="25" y="26"/>
                </a:cubicBezTo>
                <a:cubicBezTo>
                  <a:pt x="26" y="26"/>
                  <a:pt x="26" y="25"/>
                  <a:pt x="26" y="24"/>
                </a:cubicBezTo>
                <a:cubicBezTo>
                  <a:pt x="26" y="23"/>
                  <a:pt x="27" y="21"/>
                  <a:pt x="27" y="19"/>
                </a:cubicBezTo>
                <a:cubicBezTo>
                  <a:pt x="27" y="19"/>
                  <a:pt x="27" y="18"/>
                  <a:pt x="26" y="17"/>
                </a:cubicBezTo>
                <a:cubicBezTo>
                  <a:pt x="26" y="17"/>
                  <a:pt x="26" y="15"/>
                  <a:pt x="26" y="15"/>
                </a:cubicBezTo>
                <a:cubicBezTo>
                  <a:pt x="26" y="15"/>
                  <a:pt x="27" y="15"/>
                  <a:pt x="28" y="15"/>
                </a:cubicBezTo>
                <a:cubicBezTo>
                  <a:pt x="28" y="16"/>
                  <a:pt x="29" y="17"/>
                  <a:pt x="30" y="16"/>
                </a:cubicBezTo>
                <a:cubicBezTo>
                  <a:pt x="30" y="16"/>
                  <a:pt x="30" y="17"/>
                  <a:pt x="30" y="17"/>
                </a:cubicBezTo>
                <a:cubicBezTo>
                  <a:pt x="31" y="16"/>
                  <a:pt x="31" y="17"/>
                  <a:pt x="32" y="17"/>
                </a:cubicBezTo>
                <a:cubicBezTo>
                  <a:pt x="32" y="17"/>
                  <a:pt x="33" y="17"/>
                  <a:pt x="33" y="17"/>
                </a:cubicBezTo>
                <a:cubicBezTo>
                  <a:pt x="34" y="17"/>
                  <a:pt x="34" y="17"/>
                  <a:pt x="35" y="17"/>
                </a:cubicBezTo>
                <a:cubicBezTo>
                  <a:pt x="36" y="17"/>
                  <a:pt x="38" y="17"/>
                  <a:pt x="39" y="17"/>
                </a:cubicBezTo>
                <a:cubicBezTo>
                  <a:pt x="39" y="17"/>
                  <a:pt x="39" y="17"/>
                  <a:pt x="40" y="17"/>
                </a:cubicBezTo>
                <a:cubicBezTo>
                  <a:pt x="40" y="17"/>
                  <a:pt x="40" y="17"/>
                  <a:pt x="41" y="17"/>
                </a:cubicBezTo>
                <a:cubicBezTo>
                  <a:pt x="42" y="18"/>
                  <a:pt x="43" y="18"/>
                  <a:pt x="44" y="18"/>
                </a:cubicBezTo>
                <a:cubicBezTo>
                  <a:pt x="45" y="18"/>
                  <a:pt x="47" y="18"/>
                  <a:pt x="48" y="18"/>
                </a:cubicBezTo>
                <a:cubicBezTo>
                  <a:pt x="49" y="18"/>
                  <a:pt x="50" y="18"/>
                  <a:pt x="51" y="17"/>
                </a:cubicBezTo>
                <a:cubicBezTo>
                  <a:pt x="52" y="17"/>
                  <a:pt x="53" y="17"/>
                  <a:pt x="54" y="17"/>
                </a:cubicBezTo>
                <a:cubicBezTo>
                  <a:pt x="55" y="17"/>
                  <a:pt x="56" y="17"/>
                  <a:pt x="57" y="16"/>
                </a:cubicBezTo>
                <a:cubicBezTo>
                  <a:pt x="58" y="15"/>
                  <a:pt x="59" y="15"/>
                  <a:pt x="59" y="14"/>
                </a:cubicBezTo>
                <a:cubicBezTo>
                  <a:pt x="60" y="14"/>
                  <a:pt x="62" y="14"/>
                  <a:pt x="63" y="14"/>
                </a:cubicBezTo>
                <a:cubicBezTo>
                  <a:pt x="64" y="14"/>
                  <a:pt x="66" y="13"/>
                  <a:pt x="67" y="13"/>
                </a:cubicBezTo>
                <a:cubicBezTo>
                  <a:pt x="68" y="13"/>
                  <a:pt x="68" y="13"/>
                  <a:pt x="69" y="12"/>
                </a:cubicBezTo>
                <a:cubicBezTo>
                  <a:pt x="69" y="12"/>
                  <a:pt x="70" y="12"/>
                  <a:pt x="70" y="12"/>
                </a:cubicBezTo>
                <a:cubicBezTo>
                  <a:pt x="70" y="11"/>
                  <a:pt x="71" y="11"/>
                  <a:pt x="71" y="11"/>
                </a:cubicBezTo>
                <a:cubicBezTo>
                  <a:pt x="72" y="11"/>
                  <a:pt x="72" y="10"/>
                  <a:pt x="72" y="10"/>
                </a:cubicBezTo>
                <a:cubicBezTo>
                  <a:pt x="73" y="10"/>
                  <a:pt x="74" y="10"/>
                  <a:pt x="74" y="10"/>
                </a:cubicBezTo>
                <a:cubicBezTo>
                  <a:pt x="74" y="10"/>
                  <a:pt x="75" y="9"/>
                  <a:pt x="75" y="9"/>
                </a:cubicBezTo>
                <a:cubicBezTo>
                  <a:pt x="75" y="8"/>
                  <a:pt x="76" y="8"/>
                  <a:pt x="76" y="7"/>
                </a:cubicBezTo>
                <a:cubicBezTo>
                  <a:pt x="77" y="6"/>
                  <a:pt x="77" y="7"/>
                  <a:pt x="78" y="7"/>
                </a:cubicBezTo>
                <a:cubicBezTo>
                  <a:pt x="78" y="7"/>
                  <a:pt x="79" y="7"/>
                  <a:pt x="79" y="6"/>
                </a:cubicBezTo>
                <a:cubicBezTo>
                  <a:pt x="80" y="6"/>
                  <a:pt x="81" y="6"/>
                  <a:pt x="81" y="6"/>
                </a:cubicBezTo>
                <a:cubicBezTo>
                  <a:pt x="82" y="5"/>
                  <a:pt x="82" y="5"/>
                  <a:pt x="83" y="5"/>
                </a:cubicBezTo>
                <a:cubicBezTo>
                  <a:pt x="83" y="5"/>
                  <a:pt x="83" y="4"/>
                  <a:pt x="83" y="4"/>
                </a:cubicBezTo>
                <a:cubicBezTo>
                  <a:pt x="84" y="4"/>
                  <a:pt x="84" y="3"/>
                  <a:pt x="84" y="3"/>
                </a:cubicBezTo>
                <a:cubicBezTo>
                  <a:pt x="85" y="3"/>
                  <a:pt x="86" y="2"/>
                  <a:pt x="87" y="2"/>
                </a:cubicBezTo>
                <a:cubicBezTo>
                  <a:pt x="87" y="2"/>
                  <a:pt x="88" y="2"/>
                  <a:pt x="88" y="2"/>
                </a:cubicBezTo>
                <a:cubicBezTo>
                  <a:pt x="89" y="2"/>
                  <a:pt x="89" y="1"/>
                  <a:pt x="90" y="1"/>
                </a:cubicBezTo>
                <a:cubicBezTo>
                  <a:pt x="91" y="1"/>
                  <a:pt x="91" y="0"/>
                  <a:pt x="92" y="0"/>
                </a:cubicBezTo>
                <a:cubicBezTo>
                  <a:pt x="92" y="0"/>
                  <a:pt x="93" y="0"/>
                  <a:pt x="93" y="0"/>
                </a:cubicBezTo>
                <a:cubicBezTo>
                  <a:pt x="93" y="0"/>
                  <a:pt x="93" y="1"/>
                  <a:pt x="93" y="1"/>
                </a:cubicBezTo>
                <a:cubicBezTo>
                  <a:pt x="92" y="2"/>
                  <a:pt x="93" y="2"/>
                  <a:pt x="92" y="2"/>
                </a:cubicBezTo>
                <a:cubicBezTo>
                  <a:pt x="92" y="3"/>
                  <a:pt x="92" y="2"/>
                  <a:pt x="91" y="2"/>
                </a:cubicBezTo>
                <a:cubicBezTo>
                  <a:pt x="91" y="2"/>
                  <a:pt x="91" y="3"/>
                  <a:pt x="90" y="3"/>
                </a:cubicBezTo>
                <a:cubicBezTo>
                  <a:pt x="89" y="3"/>
                  <a:pt x="88" y="4"/>
                  <a:pt x="87" y="4"/>
                </a:cubicBezTo>
                <a:cubicBezTo>
                  <a:pt x="86" y="5"/>
                  <a:pt x="86" y="7"/>
                  <a:pt x="84" y="8"/>
                </a:cubicBezTo>
                <a:cubicBezTo>
                  <a:pt x="84" y="8"/>
                  <a:pt x="83" y="8"/>
                  <a:pt x="83" y="9"/>
                </a:cubicBezTo>
                <a:cubicBezTo>
                  <a:pt x="82" y="9"/>
                  <a:pt x="82" y="10"/>
                  <a:pt x="82" y="10"/>
                </a:cubicBezTo>
                <a:cubicBezTo>
                  <a:pt x="81" y="11"/>
                  <a:pt x="81" y="10"/>
                  <a:pt x="80" y="11"/>
                </a:cubicBezTo>
                <a:cubicBezTo>
                  <a:pt x="80" y="11"/>
                  <a:pt x="79" y="11"/>
                  <a:pt x="79" y="11"/>
                </a:cubicBezTo>
                <a:cubicBezTo>
                  <a:pt x="79" y="12"/>
                  <a:pt x="78" y="12"/>
                  <a:pt x="78" y="12"/>
                </a:cubicBezTo>
                <a:cubicBezTo>
                  <a:pt x="78" y="12"/>
                  <a:pt x="77" y="12"/>
                  <a:pt x="77" y="12"/>
                </a:cubicBezTo>
                <a:cubicBezTo>
                  <a:pt x="77" y="13"/>
                  <a:pt x="76" y="13"/>
                  <a:pt x="75" y="14"/>
                </a:cubicBezTo>
                <a:cubicBezTo>
                  <a:pt x="75" y="14"/>
                  <a:pt x="74" y="14"/>
                  <a:pt x="74" y="15"/>
                </a:cubicBezTo>
                <a:cubicBezTo>
                  <a:pt x="73" y="16"/>
                  <a:pt x="73" y="16"/>
                  <a:pt x="72" y="18"/>
                </a:cubicBezTo>
                <a:cubicBezTo>
                  <a:pt x="72" y="18"/>
                  <a:pt x="72" y="18"/>
                  <a:pt x="72" y="18"/>
                </a:cubicBezTo>
                <a:cubicBezTo>
                  <a:pt x="72" y="19"/>
                  <a:pt x="72" y="18"/>
                  <a:pt x="71" y="18"/>
                </a:cubicBezTo>
                <a:cubicBezTo>
                  <a:pt x="70" y="19"/>
                  <a:pt x="70" y="18"/>
                  <a:pt x="69" y="18"/>
                </a:cubicBezTo>
                <a:cubicBezTo>
                  <a:pt x="69" y="18"/>
                  <a:pt x="68" y="19"/>
                  <a:pt x="68" y="19"/>
                </a:cubicBezTo>
                <a:cubicBezTo>
                  <a:pt x="68" y="19"/>
                  <a:pt x="67" y="21"/>
                  <a:pt x="66" y="21"/>
                </a:cubicBezTo>
                <a:cubicBezTo>
                  <a:pt x="66" y="22"/>
                  <a:pt x="66" y="22"/>
                  <a:pt x="65" y="23"/>
                </a:cubicBezTo>
                <a:cubicBezTo>
                  <a:pt x="65" y="24"/>
                  <a:pt x="65" y="25"/>
                  <a:pt x="66" y="26"/>
                </a:cubicBezTo>
                <a:cubicBezTo>
                  <a:pt x="67" y="27"/>
                  <a:pt x="67" y="28"/>
                  <a:pt x="68" y="30"/>
                </a:cubicBezTo>
                <a:cubicBezTo>
                  <a:pt x="69" y="30"/>
                  <a:pt x="69" y="31"/>
                  <a:pt x="70" y="31"/>
                </a:cubicBezTo>
                <a:cubicBezTo>
                  <a:pt x="70" y="32"/>
                  <a:pt x="71" y="32"/>
                  <a:pt x="71" y="33"/>
                </a:cubicBezTo>
                <a:cubicBezTo>
                  <a:pt x="72" y="33"/>
                  <a:pt x="73" y="37"/>
                  <a:pt x="73" y="37"/>
                </a:cubicBezTo>
                <a:cubicBezTo>
                  <a:pt x="72" y="37"/>
                  <a:pt x="73" y="36"/>
                  <a:pt x="72" y="36"/>
                </a:cubicBezTo>
                <a:cubicBezTo>
                  <a:pt x="72" y="36"/>
                  <a:pt x="70" y="35"/>
                  <a:pt x="69" y="35"/>
                </a:cubicBezTo>
                <a:cubicBezTo>
                  <a:pt x="68" y="35"/>
                  <a:pt x="67" y="35"/>
                  <a:pt x="66" y="36"/>
                </a:cubicBezTo>
                <a:cubicBezTo>
                  <a:pt x="65" y="36"/>
                  <a:pt x="65" y="38"/>
                  <a:pt x="63" y="37"/>
                </a:cubicBezTo>
                <a:cubicBezTo>
                  <a:pt x="62" y="37"/>
                  <a:pt x="62" y="36"/>
                  <a:pt x="61" y="36"/>
                </a:cubicBezTo>
                <a:cubicBezTo>
                  <a:pt x="61" y="36"/>
                  <a:pt x="60" y="36"/>
                  <a:pt x="60" y="36"/>
                </a:cubicBezTo>
                <a:cubicBezTo>
                  <a:pt x="59" y="35"/>
                  <a:pt x="57" y="35"/>
                  <a:pt x="56" y="36"/>
                </a:cubicBezTo>
                <a:cubicBezTo>
                  <a:pt x="55" y="37"/>
                  <a:pt x="55" y="38"/>
                  <a:pt x="55" y="38"/>
                </a:cubicBezTo>
                <a:cubicBezTo>
                  <a:pt x="54" y="39"/>
                  <a:pt x="55" y="39"/>
                  <a:pt x="55" y="40"/>
                </a:cubicBezTo>
                <a:cubicBezTo>
                  <a:pt x="55" y="41"/>
                  <a:pt x="54" y="41"/>
                  <a:pt x="54" y="42"/>
                </a:cubicBezTo>
                <a:cubicBezTo>
                  <a:pt x="54" y="42"/>
                  <a:pt x="53" y="43"/>
                  <a:pt x="53" y="44"/>
                </a:cubicBezTo>
                <a:cubicBezTo>
                  <a:pt x="52" y="43"/>
                  <a:pt x="53" y="43"/>
                  <a:pt x="52" y="43"/>
                </a:cubicBezTo>
                <a:cubicBezTo>
                  <a:pt x="51" y="44"/>
                  <a:pt x="51" y="44"/>
                  <a:pt x="50" y="44"/>
                </a:cubicBezTo>
                <a:cubicBezTo>
                  <a:pt x="50" y="45"/>
                  <a:pt x="49" y="46"/>
                  <a:pt x="48" y="46"/>
                </a:cubicBezTo>
                <a:cubicBezTo>
                  <a:pt x="47" y="46"/>
                  <a:pt x="47" y="46"/>
                  <a:pt x="46" y="46"/>
                </a:cubicBezTo>
                <a:cubicBezTo>
                  <a:pt x="46" y="46"/>
                  <a:pt x="46" y="47"/>
                  <a:pt x="46" y="47"/>
                </a:cubicBezTo>
                <a:cubicBezTo>
                  <a:pt x="46" y="47"/>
                  <a:pt x="45" y="47"/>
                  <a:pt x="45" y="47"/>
                </a:cubicBezTo>
                <a:cubicBezTo>
                  <a:pt x="44" y="47"/>
                  <a:pt x="42" y="49"/>
                  <a:pt x="42" y="48"/>
                </a:cubicBezTo>
                <a:cubicBezTo>
                  <a:pt x="41" y="48"/>
                  <a:pt x="41" y="48"/>
                  <a:pt x="40" y="48"/>
                </a:cubicBezTo>
                <a:cubicBezTo>
                  <a:pt x="40" y="49"/>
                  <a:pt x="40" y="49"/>
                  <a:pt x="39" y="49"/>
                </a:cubicBezTo>
                <a:cubicBezTo>
                  <a:pt x="39" y="49"/>
                  <a:pt x="39" y="49"/>
                  <a:pt x="38" y="49"/>
                </a:cubicBezTo>
                <a:cubicBezTo>
                  <a:pt x="38" y="49"/>
                  <a:pt x="37" y="49"/>
                  <a:pt x="37" y="49"/>
                </a:cubicBezTo>
                <a:cubicBezTo>
                  <a:pt x="37" y="49"/>
                  <a:pt x="36" y="49"/>
                  <a:pt x="36" y="49"/>
                </a:cubicBezTo>
                <a:cubicBezTo>
                  <a:pt x="35" y="49"/>
                  <a:pt x="34" y="49"/>
                  <a:pt x="34" y="49"/>
                </a:cubicBezTo>
                <a:cubicBezTo>
                  <a:pt x="33" y="49"/>
                  <a:pt x="31" y="50"/>
                  <a:pt x="30" y="51"/>
                </a:cubicBezTo>
                <a:cubicBezTo>
                  <a:pt x="29" y="52"/>
                  <a:pt x="29" y="53"/>
                  <a:pt x="30" y="54"/>
                </a:cubicBezTo>
                <a:cubicBezTo>
                  <a:pt x="30" y="55"/>
                  <a:pt x="31" y="56"/>
                  <a:pt x="30" y="56"/>
                </a:cubicBezTo>
                <a:cubicBezTo>
                  <a:pt x="30" y="56"/>
                  <a:pt x="28" y="56"/>
                  <a:pt x="28" y="56"/>
                </a:cubicBezTo>
                <a:cubicBezTo>
                  <a:pt x="28" y="56"/>
                  <a:pt x="27" y="56"/>
                  <a:pt x="27" y="56"/>
                </a:cubicBezTo>
                <a:cubicBezTo>
                  <a:pt x="26" y="56"/>
                  <a:pt x="26" y="54"/>
                  <a:pt x="26" y="54"/>
                </a:cubicBezTo>
                <a:cubicBezTo>
                  <a:pt x="26" y="53"/>
                  <a:pt x="26" y="53"/>
                  <a:pt x="25" y="52"/>
                </a:cubicBezTo>
                <a:cubicBezTo>
                  <a:pt x="24" y="51"/>
                  <a:pt x="24" y="51"/>
                  <a:pt x="23" y="51"/>
                </a:cubicBezTo>
                <a:cubicBezTo>
                  <a:pt x="22" y="51"/>
                  <a:pt x="22" y="51"/>
                  <a:pt x="21" y="51"/>
                </a:cubicBezTo>
                <a:cubicBezTo>
                  <a:pt x="20" y="51"/>
                  <a:pt x="19" y="52"/>
                  <a:pt x="18" y="52"/>
                </a:cubicBezTo>
                <a:cubicBezTo>
                  <a:pt x="17" y="52"/>
                  <a:pt x="17" y="52"/>
                  <a:pt x="17" y="52"/>
                </a:cubicBezTo>
                <a:cubicBezTo>
                  <a:pt x="16" y="52"/>
                  <a:pt x="15" y="51"/>
                  <a:pt x="15" y="51"/>
                </a:cubicBezTo>
                <a:cubicBezTo>
                  <a:pt x="13" y="51"/>
                  <a:pt x="13" y="50"/>
                  <a:pt x="12" y="50"/>
                </a:cubicBezTo>
                <a:cubicBezTo>
                  <a:pt x="11" y="49"/>
                  <a:pt x="11" y="49"/>
                  <a:pt x="10" y="49"/>
                </a:cubicBezTo>
                <a:cubicBezTo>
                  <a:pt x="9" y="49"/>
                  <a:pt x="9" y="48"/>
                  <a:pt x="9" y="49"/>
                </a:cubicBezTo>
                <a:cubicBezTo>
                  <a:pt x="8" y="48"/>
                  <a:pt x="7" y="48"/>
                  <a:pt x="7" y="47"/>
                </a:cubicBezTo>
                <a:cubicBezTo>
                  <a:pt x="6" y="47"/>
                  <a:pt x="6" y="47"/>
                  <a:pt x="6" y="47"/>
                </a:cubicBezTo>
                <a:cubicBezTo>
                  <a:pt x="6" y="47"/>
                  <a:pt x="6" y="47"/>
                  <a:pt x="6" y="47"/>
                </a:cubicBezTo>
                <a:cubicBezTo>
                  <a:pt x="5" y="46"/>
                  <a:pt x="6" y="46"/>
                  <a:pt x="5" y="46"/>
                </a:cubicBezTo>
                <a:cubicBezTo>
                  <a:pt x="5" y="46"/>
                  <a:pt x="5" y="45"/>
                  <a:pt x="5" y="45"/>
                </a:cubicBezTo>
                <a:cubicBezTo>
                  <a:pt x="5" y="44"/>
                  <a:pt x="5" y="44"/>
                  <a:pt x="5" y="43"/>
                </a:cubicBezTo>
                <a:cubicBezTo>
                  <a:pt x="5" y="43"/>
                  <a:pt x="4" y="41"/>
                  <a:pt x="3" y="41"/>
                </a:cubicBezTo>
                <a:cubicBezTo>
                  <a:pt x="3" y="41"/>
                  <a:pt x="3" y="41"/>
                  <a:pt x="3" y="41"/>
                </a:cubicBezTo>
                <a:cubicBezTo>
                  <a:pt x="3" y="41"/>
                  <a:pt x="3" y="41"/>
                  <a:pt x="3" y="40"/>
                </a:cubicBezTo>
                <a:cubicBezTo>
                  <a:pt x="2" y="40"/>
                  <a:pt x="2" y="40"/>
                  <a:pt x="2" y="39"/>
                </a:cubicBezTo>
                <a:cubicBezTo>
                  <a:pt x="2" y="39"/>
                  <a:pt x="2" y="39"/>
                  <a:pt x="2" y="38"/>
                </a:cubicBezTo>
                <a:cubicBezTo>
                  <a:pt x="2" y="38"/>
                  <a:pt x="2" y="38"/>
                  <a:pt x="2" y="37"/>
                </a:cubicBezTo>
                <a:cubicBezTo>
                  <a:pt x="1" y="37"/>
                  <a:pt x="2" y="35"/>
                  <a:pt x="2" y="35"/>
                </a:cubicBezTo>
                <a:cubicBezTo>
                  <a:pt x="2" y="34"/>
                  <a:pt x="1" y="33"/>
                  <a:pt x="0" y="32"/>
                </a:cubicBezTo>
                <a:cubicBezTo>
                  <a:pt x="0" y="32"/>
                  <a:pt x="0" y="30"/>
                  <a:pt x="1" y="29"/>
                </a:cubicBezTo>
                <a:cubicBezTo>
                  <a:pt x="1" y="29"/>
                  <a:pt x="1" y="30"/>
                  <a:pt x="2" y="30"/>
                </a:cubicBezTo>
                <a:cubicBezTo>
                  <a:pt x="2" y="30"/>
                  <a:pt x="3" y="31"/>
                  <a:pt x="3" y="31"/>
                </a:cubicBezTo>
                <a:cubicBezTo>
                  <a:pt x="3" y="31"/>
                  <a:pt x="3" y="32"/>
                  <a:pt x="4" y="32"/>
                </a:cubicBezTo>
                <a:cubicBezTo>
                  <a:pt x="4" y="32"/>
                  <a:pt x="4" y="32"/>
                  <a:pt x="4" y="32"/>
                </a:cubicBezTo>
                <a:cubicBezTo>
                  <a:pt x="4" y="32"/>
                  <a:pt x="5" y="32"/>
                  <a:pt x="5" y="32"/>
                </a:cubicBezTo>
                <a:cubicBezTo>
                  <a:pt x="5" y="32"/>
                  <a:pt x="6" y="32"/>
                  <a:pt x="7" y="32"/>
                </a:cubicBezTo>
                <a:cubicBezTo>
                  <a:pt x="7" y="32"/>
                  <a:pt x="7" y="31"/>
                  <a:pt x="8" y="31"/>
                </a:cubicBezTo>
              </a:path>
            </a:pathLst>
          </a:custGeom>
          <a:solidFill>
            <a:schemeClr val="accent3"/>
          </a:solidFill>
          <a:ln w="11113" cap="rnd">
            <a:solidFill>
              <a:schemeClr val="bg2"/>
            </a:solidFill>
            <a:prstDash val="solid"/>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27" name="Freeform 27"/>
          <p:cNvSpPr>
            <a:spLocks noEditPoints="1"/>
          </p:cNvSpPr>
          <p:nvPr/>
        </p:nvSpPr>
        <p:spPr bwMode="auto">
          <a:xfrm>
            <a:off x="3524250" y="1736725"/>
            <a:ext cx="757238" cy="623888"/>
          </a:xfrm>
          <a:custGeom>
            <a:avLst/>
            <a:gdLst>
              <a:gd name="T0" fmla="*/ 64 w 199"/>
              <a:gd name="T1" fmla="*/ 144 h 164"/>
              <a:gd name="T2" fmla="*/ 59 w 199"/>
              <a:gd name="T3" fmla="*/ 149 h 164"/>
              <a:gd name="T4" fmla="*/ 45 w 199"/>
              <a:gd name="T5" fmla="*/ 143 h 164"/>
              <a:gd name="T6" fmla="*/ 30 w 199"/>
              <a:gd name="T7" fmla="*/ 132 h 164"/>
              <a:gd name="T8" fmla="*/ 15 w 199"/>
              <a:gd name="T9" fmla="*/ 122 h 164"/>
              <a:gd name="T10" fmla="*/ 11 w 199"/>
              <a:gd name="T11" fmla="*/ 111 h 164"/>
              <a:gd name="T12" fmla="*/ 0 w 199"/>
              <a:gd name="T13" fmla="*/ 103 h 164"/>
              <a:gd name="T14" fmla="*/ 12 w 199"/>
              <a:gd name="T15" fmla="*/ 98 h 164"/>
              <a:gd name="T16" fmla="*/ 21 w 199"/>
              <a:gd name="T17" fmla="*/ 106 h 164"/>
              <a:gd name="T18" fmla="*/ 31 w 199"/>
              <a:gd name="T19" fmla="*/ 104 h 164"/>
              <a:gd name="T20" fmla="*/ 37 w 199"/>
              <a:gd name="T21" fmla="*/ 115 h 164"/>
              <a:gd name="T22" fmla="*/ 49 w 199"/>
              <a:gd name="T23" fmla="*/ 120 h 164"/>
              <a:gd name="T24" fmla="*/ 59 w 199"/>
              <a:gd name="T25" fmla="*/ 138 h 164"/>
              <a:gd name="T26" fmla="*/ 154 w 199"/>
              <a:gd name="T27" fmla="*/ 143 h 164"/>
              <a:gd name="T28" fmla="*/ 160 w 199"/>
              <a:gd name="T29" fmla="*/ 124 h 164"/>
              <a:gd name="T30" fmla="*/ 165 w 199"/>
              <a:gd name="T31" fmla="*/ 133 h 164"/>
              <a:gd name="T32" fmla="*/ 168 w 199"/>
              <a:gd name="T33" fmla="*/ 114 h 164"/>
              <a:gd name="T34" fmla="*/ 169 w 199"/>
              <a:gd name="T35" fmla="*/ 96 h 164"/>
              <a:gd name="T36" fmla="*/ 179 w 199"/>
              <a:gd name="T37" fmla="*/ 74 h 164"/>
              <a:gd name="T38" fmla="*/ 194 w 199"/>
              <a:gd name="T39" fmla="*/ 60 h 164"/>
              <a:gd name="T40" fmla="*/ 167 w 199"/>
              <a:gd name="T41" fmla="*/ 52 h 164"/>
              <a:gd name="T42" fmla="*/ 148 w 199"/>
              <a:gd name="T43" fmla="*/ 28 h 164"/>
              <a:gd name="T44" fmla="*/ 129 w 199"/>
              <a:gd name="T45" fmla="*/ 0 h 164"/>
              <a:gd name="T46" fmla="*/ 118 w 199"/>
              <a:gd name="T47" fmla="*/ 11 h 164"/>
              <a:gd name="T48" fmla="*/ 104 w 199"/>
              <a:gd name="T49" fmla="*/ 21 h 164"/>
              <a:gd name="T50" fmla="*/ 88 w 199"/>
              <a:gd name="T51" fmla="*/ 26 h 164"/>
              <a:gd name="T52" fmla="*/ 75 w 199"/>
              <a:gd name="T53" fmla="*/ 11 h 164"/>
              <a:gd name="T54" fmla="*/ 61 w 199"/>
              <a:gd name="T55" fmla="*/ 1 h 164"/>
              <a:gd name="T56" fmla="*/ 50 w 199"/>
              <a:gd name="T57" fmla="*/ 7 h 164"/>
              <a:gd name="T58" fmla="*/ 54 w 199"/>
              <a:gd name="T59" fmla="*/ 19 h 164"/>
              <a:gd name="T60" fmla="*/ 64 w 199"/>
              <a:gd name="T61" fmla="*/ 27 h 164"/>
              <a:gd name="T62" fmla="*/ 62 w 199"/>
              <a:gd name="T63" fmla="*/ 40 h 164"/>
              <a:gd name="T64" fmla="*/ 47 w 199"/>
              <a:gd name="T65" fmla="*/ 33 h 164"/>
              <a:gd name="T66" fmla="*/ 27 w 199"/>
              <a:gd name="T67" fmla="*/ 28 h 164"/>
              <a:gd name="T68" fmla="*/ 14 w 199"/>
              <a:gd name="T69" fmla="*/ 22 h 164"/>
              <a:gd name="T70" fmla="*/ 0 w 199"/>
              <a:gd name="T71" fmla="*/ 32 h 164"/>
              <a:gd name="T72" fmla="*/ 16 w 199"/>
              <a:gd name="T73" fmla="*/ 41 h 164"/>
              <a:gd name="T74" fmla="*/ 27 w 199"/>
              <a:gd name="T75" fmla="*/ 50 h 164"/>
              <a:gd name="T76" fmla="*/ 27 w 199"/>
              <a:gd name="T77" fmla="*/ 67 h 164"/>
              <a:gd name="T78" fmla="*/ 43 w 199"/>
              <a:gd name="T79" fmla="*/ 78 h 164"/>
              <a:gd name="T80" fmla="*/ 39 w 199"/>
              <a:gd name="T81" fmla="*/ 95 h 164"/>
              <a:gd name="T82" fmla="*/ 54 w 199"/>
              <a:gd name="T83" fmla="*/ 108 h 164"/>
              <a:gd name="T84" fmla="*/ 75 w 199"/>
              <a:gd name="T85" fmla="*/ 116 h 164"/>
              <a:gd name="T86" fmla="*/ 69 w 199"/>
              <a:gd name="T87" fmla="*/ 120 h 164"/>
              <a:gd name="T88" fmla="*/ 72 w 199"/>
              <a:gd name="T89" fmla="*/ 127 h 164"/>
              <a:gd name="T90" fmla="*/ 68 w 199"/>
              <a:gd name="T91" fmla="*/ 134 h 164"/>
              <a:gd name="T92" fmla="*/ 81 w 199"/>
              <a:gd name="T93" fmla="*/ 141 h 164"/>
              <a:gd name="T94" fmla="*/ 93 w 199"/>
              <a:gd name="T95" fmla="*/ 127 h 164"/>
              <a:gd name="T96" fmla="*/ 117 w 199"/>
              <a:gd name="T97" fmla="*/ 109 h 164"/>
              <a:gd name="T98" fmla="*/ 130 w 199"/>
              <a:gd name="T99" fmla="*/ 120 h 164"/>
              <a:gd name="T100" fmla="*/ 128 w 199"/>
              <a:gd name="T101" fmla="*/ 128 h 164"/>
              <a:gd name="T102" fmla="*/ 135 w 199"/>
              <a:gd name="T103" fmla="*/ 138 h 164"/>
              <a:gd name="T104" fmla="*/ 135 w 199"/>
              <a:gd name="T105" fmla="*/ 151 h 164"/>
              <a:gd name="T106" fmla="*/ 154 w 199"/>
              <a:gd name="T10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9" h="164">
                <a:moveTo>
                  <a:pt x="59" y="138"/>
                </a:moveTo>
                <a:cubicBezTo>
                  <a:pt x="59" y="139"/>
                  <a:pt x="62" y="142"/>
                  <a:pt x="64" y="144"/>
                </a:cubicBezTo>
                <a:cubicBezTo>
                  <a:pt x="63" y="144"/>
                  <a:pt x="63" y="144"/>
                  <a:pt x="63" y="144"/>
                </a:cubicBezTo>
                <a:cubicBezTo>
                  <a:pt x="61" y="146"/>
                  <a:pt x="61" y="148"/>
                  <a:pt x="59" y="149"/>
                </a:cubicBezTo>
                <a:cubicBezTo>
                  <a:pt x="58" y="149"/>
                  <a:pt x="55" y="145"/>
                  <a:pt x="53" y="144"/>
                </a:cubicBezTo>
                <a:cubicBezTo>
                  <a:pt x="51" y="143"/>
                  <a:pt x="47" y="143"/>
                  <a:pt x="45" y="143"/>
                </a:cubicBezTo>
                <a:cubicBezTo>
                  <a:pt x="42" y="143"/>
                  <a:pt x="33" y="139"/>
                  <a:pt x="31" y="137"/>
                </a:cubicBezTo>
                <a:cubicBezTo>
                  <a:pt x="29" y="136"/>
                  <a:pt x="30" y="134"/>
                  <a:pt x="30" y="132"/>
                </a:cubicBezTo>
                <a:cubicBezTo>
                  <a:pt x="30" y="130"/>
                  <a:pt x="28" y="128"/>
                  <a:pt x="25" y="127"/>
                </a:cubicBezTo>
                <a:cubicBezTo>
                  <a:pt x="22" y="125"/>
                  <a:pt x="18" y="123"/>
                  <a:pt x="15" y="122"/>
                </a:cubicBezTo>
                <a:cubicBezTo>
                  <a:pt x="13" y="121"/>
                  <a:pt x="14" y="118"/>
                  <a:pt x="14" y="116"/>
                </a:cubicBezTo>
                <a:cubicBezTo>
                  <a:pt x="14" y="115"/>
                  <a:pt x="12" y="111"/>
                  <a:pt x="11" y="111"/>
                </a:cubicBezTo>
                <a:cubicBezTo>
                  <a:pt x="11" y="110"/>
                  <a:pt x="7" y="110"/>
                  <a:pt x="6" y="109"/>
                </a:cubicBezTo>
                <a:cubicBezTo>
                  <a:pt x="5" y="108"/>
                  <a:pt x="0" y="103"/>
                  <a:pt x="0" y="103"/>
                </a:cubicBezTo>
                <a:cubicBezTo>
                  <a:pt x="0" y="103"/>
                  <a:pt x="4" y="100"/>
                  <a:pt x="5" y="99"/>
                </a:cubicBezTo>
                <a:cubicBezTo>
                  <a:pt x="5" y="99"/>
                  <a:pt x="10" y="98"/>
                  <a:pt x="12" y="98"/>
                </a:cubicBezTo>
                <a:cubicBezTo>
                  <a:pt x="14" y="99"/>
                  <a:pt x="14" y="103"/>
                  <a:pt x="15" y="104"/>
                </a:cubicBezTo>
                <a:cubicBezTo>
                  <a:pt x="16" y="105"/>
                  <a:pt x="18" y="106"/>
                  <a:pt x="21" y="106"/>
                </a:cubicBezTo>
                <a:cubicBezTo>
                  <a:pt x="24" y="106"/>
                  <a:pt x="24" y="103"/>
                  <a:pt x="26" y="103"/>
                </a:cubicBezTo>
                <a:cubicBezTo>
                  <a:pt x="28" y="102"/>
                  <a:pt x="30" y="102"/>
                  <a:pt x="31" y="104"/>
                </a:cubicBezTo>
                <a:cubicBezTo>
                  <a:pt x="33" y="105"/>
                  <a:pt x="33" y="107"/>
                  <a:pt x="35" y="110"/>
                </a:cubicBezTo>
                <a:cubicBezTo>
                  <a:pt x="36" y="112"/>
                  <a:pt x="37" y="115"/>
                  <a:pt x="37" y="115"/>
                </a:cubicBezTo>
                <a:cubicBezTo>
                  <a:pt x="37" y="115"/>
                  <a:pt x="44" y="116"/>
                  <a:pt x="45" y="117"/>
                </a:cubicBezTo>
                <a:cubicBezTo>
                  <a:pt x="47" y="118"/>
                  <a:pt x="49" y="120"/>
                  <a:pt x="49" y="120"/>
                </a:cubicBezTo>
                <a:cubicBezTo>
                  <a:pt x="50" y="121"/>
                  <a:pt x="54" y="129"/>
                  <a:pt x="55" y="131"/>
                </a:cubicBezTo>
                <a:cubicBezTo>
                  <a:pt x="56" y="133"/>
                  <a:pt x="58" y="137"/>
                  <a:pt x="59" y="138"/>
                </a:cubicBezTo>
                <a:close/>
                <a:moveTo>
                  <a:pt x="154" y="163"/>
                </a:moveTo>
                <a:cubicBezTo>
                  <a:pt x="155" y="152"/>
                  <a:pt x="155" y="146"/>
                  <a:pt x="154" y="143"/>
                </a:cubicBezTo>
                <a:cubicBezTo>
                  <a:pt x="154" y="139"/>
                  <a:pt x="153" y="132"/>
                  <a:pt x="154" y="128"/>
                </a:cubicBezTo>
                <a:cubicBezTo>
                  <a:pt x="156" y="124"/>
                  <a:pt x="159" y="121"/>
                  <a:pt x="160" y="124"/>
                </a:cubicBezTo>
                <a:cubicBezTo>
                  <a:pt x="160" y="126"/>
                  <a:pt x="162" y="138"/>
                  <a:pt x="162" y="138"/>
                </a:cubicBezTo>
                <a:cubicBezTo>
                  <a:pt x="162" y="138"/>
                  <a:pt x="165" y="135"/>
                  <a:pt x="165" y="133"/>
                </a:cubicBezTo>
                <a:cubicBezTo>
                  <a:pt x="165" y="130"/>
                  <a:pt x="164" y="121"/>
                  <a:pt x="165" y="120"/>
                </a:cubicBezTo>
                <a:cubicBezTo>
                  <a:pt x="165" y="119"/>
                  <a:pt x="168" y="118"/>
                  <a:pt x="168" y="114"/>
                </a:cubicBezTo>
                <a:cubicBezTo>
                  <a:pt x="169" y="111"/>
                  <a:pt x="166" y="106"/>
                  <a:pt x="167" y="104"/>
                </a:cubicBezTo>
                <a:cubicBezTo>
                  <a:pt x="167" y="102"/>
                  <a:pt x="169" y="99"/>
                  <a:pt x="169" y="96"/>
                </a:cubicBezTo>
                <a:cubicBezTo>
                  <a:pt x="169" y="94"/>
                  <a:pt x="168" y="86"/>
                  <a:pt x="169" y="83"/>
                </a:cubicBezTo>
                <a:cubicBezTo>
                  <a:pt x="170" y="80"/>
                  <a:pt x="174" y="76"/>
                  <a:pt x="179" y="74"/>
                </a:cubicBezTo>
                <a:cubicBezTo>
                  <a:pt x="183" y="73"/>
                  <a:pt x="188" y="72"/>
                  <a:pt x="193" y="70"/>
                </a:cubicBezTo>
                <a:cubicBezTo>
                  <a:pt x="198" y="68"/>
                  <a:pt x="199" y="62"/>
                  <a:pt x="194" y="60"/>
                </a:cubicBezTo>
                <a:cubicBezTo>
                  <a:pt x="190" y="58"/>
                  <a:pt x="175" y="59"/>
                  <a:pt x="173" y="58"/>
                </a:cubicBezTo>
                <a:cubicBezTo>
                  <a:pt x="171" y="57"/>
                  <a:pt x="168" y="53"/>
                  <a:pt x="167" y="52"/>
                </a:cubicBezTo>
                <a:cubicBezTo>
                  <a:pt x="166" y="51"/>
                  <a:pt x="168" y="44"/>
                  <a:pt x="162" y="40"/>
                </a:cubicBezTo>
                <a:cubicBezTo>
                  <a:pt x="155" y="36"/>
                  <a:pt x="149" y="33"/>
                  <a:pt x="148" y="28"/>
                </a:cubicBezTo>
                <a:cubicBezTo>
                  <a:pt x="147" y="24"/>
                  <a:pt x="149" y="18"/>
                  <a:pt x="143" y="13"/>
                </a:cubicBezTo>
                <a:cubicBezTo>
                  <a:pt x="139" y="10"/>
                  <a:pt x="134" y="5"/>
                  <a:pt x="129" y="0"/>
                </a:cubicBezTo>
                <a:cubicBezTo>
                  <a:pt x="125" y="4"/>
                  <a:pt x="125" y="4"/>
                  <a:pt x="125" y="4"/>
                </a:cubicBezTo>
                <a:cubicBezTo>
                  <a:pt x="125" y="4"/>
                  <a:pt x="118" y="11"/>
                  <a:pt x="118" y="11"/>
                </a:cubicBezTo>
                <a:cubicBezTo>
                  <a:pt x="117" y="12"/>
                  <a:pt x="111" y="17"/>
                  <a:pt x="109" y="18"/>
                </a:cubicBezTo>
                <a:cubicBezTo>
                  <a:pt x="108" y="19"/>
                  <a:pt x="105" y="20"/>
                  <a:pt x="104" y="21"/>
                </a:cubicBezTo>
                <a:cubicBezTo>
                  <a:pt x="103" y="23"/>
                  <a:pt x="104" y="26"/>
                  <a:pt x="104" y="26"/>
                </a:cubicBezTo>
                <a:cubicBezTo>
                  <a:pt x="88" y="26"/>
                  <a:pt x="88" y="26"/>
                  <a:pt x="88" y="26"/>
                </a:cubicBezTo>
                <a:cubicBezTo>
                  <a:pt x="88" y="26"/>
                  <a:pt x="84" y="22"/>
                  <a:pt x="82" y="20"/>
                </a:cubicBezTo>
                <a:cubicBezTo>
                  <a:pt x="80" y="17"/>
                  <a:pt x="78" y="14"/>
                  <a:pt x="75" y="11"/>
                </a:cubicBezTo>
                <a:cubicBezTo>
                  <a:pt x="72" y="8"/>
                  <a:pt x="68" y="5"/>
                  <a:pt x="66" y="4"/>
                </a:cubicBezTo>
                <a:cubicBezTo>
                  <a:pt x="65" y="3"/>
                  <a:pt x="63" y="2"/>
                  <a:pt x="61" y="1"/>
                </a:cubicBezTo>
                <a:cubicBezTo>
                  <a:pt x="59" y="1"/>
                  <a:pt x="53" y="2"/>
                  <a:pt x="53" y="3"/>
                </a:cubicBezTo>
                <a:cubicBezTo>
                  <a:pt x="52" y="3"/>
                  <a:pt x="50" y="6"/>
                  <a:pt x="50" y="7"/>
                </a:cubicBezTo>
                <a:cubicBezTo>
                  <a:pt x="50" y="7"/>
                  <a:pt x="50" y="12"/>
                  <a:pt x="50" y="14"/>
                </a:cubicBezTo>
                <a:cubicBezTo>
                  <a:pt x="51" y="15"/>
                  <a:pt x="53" y="18"/>
                  <a:pt x="54" y="19"/>
                </a:cubicBezTo>
                <a:cubicBezTo>
                  <a:pt x="56" y="20"/>
                  <a:pt x="60" y="20"/>
                  <a:pt x="61" y="23"/>
                </a:cubicBezTo>
                <a:cubicBezTo>
                  <a:pt x="63" y="25"/>
                  <a:pt x="64" y="26"/>
                  <a:pt x="64" y="27"/>
                </a:cubicBezTo>
                <a:cubicBezTo>
                  <a:pt x="64" y="29"/>
                  <a:pt x="64" y="34"/>
                  <a:pt x="64" y="35"/>
                </a:cubicBezTo>
                <a:cubicBezTo>
                  <a:pt x="63" y="36"/>
                  <a:pt x="62" y="40"/>
                  <a:pt x="62" y="40"/>
                </a:cubicBezTo>
                <a:cubicBezTo>
                  <a:pt x="62" y="40"/>
                  <a:pt x="56" y="39"/>
                  <a:pt x="54" y="37"/>
                </a:cubicBezTo>
                <a:cubicBezTo>
                  <a:pt x="52" y="36"/>
                  <a:pt x="50" y="33"/>
                  <a:pt x="47" y="33"/>
                </a:cubicBezTo>
                <a:cubicBezTo>
                  <a:pt x="45" y="32"/>
                  <a:pt x="33" y="33"/>
                  <a:pt x="33" y="33"/>
                </a:cubicBezTo>
                <a:cubicBezTo>
                  <a:pt x="33" y="33"/>
                  <a:pt x="29" y="30"/>
                  <a:pt x="27" y="28"/>
                </a:cubicBezTo>
                <a:cubicBezTo>
                  <a:pt x="25" y="26"/>
                  <a:pt x="20" y="24"/>
                  <a:pt x="19" y="23"/>
                </a:cubicBezTo>
                <a:cubicBezTo>
                  <a:pt x="17" y="22"/>
                  <a:pt x="19" y="21"/>
                  <a:pt x="14" y="22"/>
                </a:cubicBezTo>
                <a:cubicBezTo>
                  <a:pt x="8" y="23"/>
                  <a:pt x="5" y="24"/>
                  <a:pt x="4" y="24"/>
                </a:cubicBezTo>
                <a:cubicBezTo>
                  <a:pt x="3" y="25"/>
                  <a:pt x="0" y="32"/>
                  <a:pt x="0" y="32"/>
                </a:cubicBezTo>
                <a:cubicBezTo>
                  <a:pt x="0" y="34"/>
                  <a:pt x="5" y="39"/>
                  <a:pt x="6" y="40"/>
                </a:cubicBezTo>
                <a:cubicBezTo>
                  <a:pt x="8" y="41"/>
                  <a:pt x="12" y="41"/>
                  <a:pt x="16" y="41"/>
                </a:cubicBezTo>
                <a:cubicBezTo>
                  <a:pt x="20" y="42"/>
                  <a:pt x="22" y="43"/>
                  <a:pt x="24" y="44"/>
                </a:cubicBezTo>
                <a:cubicBezTo>
                  <a:pt x="25" y="46"/>
                  <a:pt x="27" y="48"/>
                  <a:pt x="27" y="50"/>
                </a:cubicBezTo>
                <a:cubicBezTo>
                  <a:pt x="27" y="52"/>
                  <a:pt x="25" y="59"/>
                  <a:pt x="25" y="61"/>
                </a:cubicBezTo>
                <a:cubicBezTo>
                  <a:pt x="25" y="64"/>
                  <a:pt x="25" y="66"/>
                  <a:pt x="27" y="67"/>
                </a:cubicBezTo>
                <a:cubicBezTo>
                  <a:pt x="29" y="68"/>
                  <a:pt x="35" y="72"/>
                  <a:pt x="37" y="73"/>
                </a:cubicBezTo>
                <a:cubicBezTo>
                  <a:pt x="38" y="74"/>
                  <a:pt x="44" y="76"/>
                  <a:pt x="43" y="78"/>
                </a:cubicBezTo>
                <a:cubicBezTo>
                  <a:pt x="42" y="80"/>
                  <a:pt x="40" y="86"/>
                  <a:pt x="39" y="88"/>
                </a:cubicBezTo>
                <a:cubicBezTo>
                  <a:pt x="39" y="91"/>
                  <a:pt x="38" y="92"/>
                  <a:pt x="39" y="95"/>
                </a:cubicBezTo>
                <a:cubicBezTo>
                  <a:pt x="40" y="97"/>
                  <a:pt x="44" y="102"/>
                  <a:pt x="46" y="103"/>
                </a:cubicBezTo>
                <a:cubicBezTo>
                  <a:pt x="48" y="104"/>
                  <a:pt x="50" y="107"/>
                  <a:pt x="54" y="108"/>
                </a:cubicBezTo>
                <a:cubicBezTo>
                  <a:pt x="58" y="109"/>
                  <a:pt x="64" y="111"/>
                  <a:pt x="67" y="112"/>
                </a:cubicBezTo>
                <a:cubicBezTo>
                  <a:pt x="70" y="113"/>
                  <a:pt x="75" y="116"/>
                  <a:pt x="75" y="116"/>
                </a:cubicBezTo>
                <a:cubicBezTo>
                  <a:pt x="75" y="116"/>
                  <a:pt x="76" y="118"/>
                  <a:pt x="76" y="119"/>
                </a:cubicBezTo>
                <a:cubicBezTo>
                  <a:pt x="76" y="119"/>
                  <a:pt x="69" y="120"/>
                  <a:pt x="69" y="120"/>
                </a:cubicBezTo>
                <a:cubicBezTo>
                  <a:pt x="69" y="120"/>
                  <a:pt x="68" y="123"/>
                  <a:pt x="68" y="123"/>
                </a:cubicBezTo>
                <a:cubicBezTo>
                  <a:pt x="68" y="123"/>
                  <a:pt x="71" y="126"/>
                  <a:pt x="72" y="127"/>
                </a:cubicBezTo>
                <a:cubicBezTo>
                  <a:pt x="72" y="128"/>
                  <a:pt x="72" y="131"/>
                  <a:pt x="72" y="131"/>
                </a:cubicBezTo>
                <a:cubicBezTo>
                  <a:pt x="72" y="132"/>
                  <a:pt x="68" y="134"/>
                  <a:pt x="68" y="134"/>
                </a:cubicBezTo>
                <a:cubicBezTo>
                  <a:pt x="68" y="135"/>
                  <a:pt x="70" y="140"/>
                  <a:pt x="71" y="142"/>
                </a:cubicBezTo>
                <a:cubicBezTo>
                  <a:pt x="75" y="143"/>
                  <a:pt x="80" y="142"/>
                  <a:pt x="81" y="141"/>
                </a:cubicBezTo>
                <a:cubicBezTo>
                  <a:pt x="81" y="139"/>
                  <a:pt x="81" y="136"/>
                  <a:pt x="84" y="134"/>
                </a:cubicBezTo>
                <a:cubicBezTo>
                  <a:pt x="87" y="132"/>
                  <a:pt x="91" y="130"/>
                  <a:pt x="93" y="127"/>
                </a:cubicBezTo>
                <a:cubicBezTo>
                  <a:pt x="95" y="124"/>
                  <a:pt x="100" y="120"/>
                  <a:pt x="103" y="118"/>
                </a:cubicBezTo>
                <a:cubicBezTo>
                  <a:pt x="106" y="116"/>
                  <a:pt x="114" y="109"/>
                  <a:pt x="117" y="109"/>
                </a:cubicBezTo>
                <a:cubicBezTo>
                  <a:pt x="120" y="110"/>
                  <a:pt x="125" y="113"/>
                  <a:pt x="126" y="114"/>
                </a:cubicBezTo>
                <a:cubicBezTo>
                  <a:pt x="127" y="115"/>
                  <a:pt x="129" y="118"/>
                  <a:pt x="130" y="120"/>
                </a:cubicBezTo>
                <a:cubicBezTo>
                  <a:pt x="130" y="121"/>
                  <a:pt x="131" y="121"/>
                  <a:pt x="130" y="123"/>
                </a:cubicBezTo>
                <a:cubicBezTo>
                  <a:pt x="129" y="125"/>
                  <a:pt x="127" y="126"/>
                  <a:pt x="128" y="128"/>
                </a:cubicBezTo>
                <a:cubicBezTo>
                  <a:pt x="129" y="130"/>
                  <a:pt x="134" y="131"/>
                  <a:pt x="135" y="133"/>
                </a:cubicBezTo>
                <a:cubicBezTo>
                  <a:pt x="136" y="134"/>
                  <a:pt x="137" y="137"/>
                  <a:pt x="135" y="138"/>
                </a:cubicBezTo>
                <a:cubicBezTo>
                  <a:pt x="132" y="139"/>
                  <a:pt x="127" y="141"/>
                  <a:pt x="126" y="142"/>
                </a:cubicBezTo>
                <a:cubicBezTo>
                  <a:pt x="126" y="143"/>
                  <a:pt x="132" y="150"/>
                  <a:pt x="135" y="151"/>
                </a:cubicBezTo>
                <a:cubicBezTo>
                  <a:pt x="137" y="153"/>
                  <a:pt x="144" y="161"/>
                  <a:pt x="146" y="162"/>
                </a:cubicBezTo>
                <a:cubicBezTo>
                  <a:pt x="146" y="162"/>
                  <a:pt x="150" y="163"/>
                  <a:pt x="154" y="164"/>
                </a:cubicBezTo>
                <a:cubicBezTo>
                  <a:pt x="154" y="164"/>
                  <a:pt x="154" y="163"/>
                  <a:pt x="154" y="163"/>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28"/>
          <p:cNvSpPr>
            <a:spLocks/>
          </p:cNvSpPr>
          <p:nvPr/>
        </p:nvSpPr>
        <p:spPr bwMode="auto">
          <a:xfrm>
            <a:off x="3322638" y="1854200"/>
            <a:ext cx="490538" cy="430213"/>
          </a:xfrm>
          <a:custGeom>
            <a:avLst/>
            <a:gdLst>
              <a:gd name="T0" fmla="*/ 125 w 129"/>
              <a:gd name="T1" fmla="*/ 100 h 113"/>
              <a:gd name="T2" fmla="*/ 125 w 129"/>
              <a:gd name="T3" fmla="*/ 96 h 113"/>
              <a:gd name="T4" fmla="*/ 121 w 129"/>
              <a:gd name="T5" fmla="*/ 92 h 113"/>
              <a:gd name="T6" fmla="*/ 122 w 129"/>
              <a:gd name="T7" fmla="*/ 89 h 113"/>
              <a:gd name="T8" fmla="*/ 129 w 129"/>
              <a:gd name="T9" fmla="*/ 88 h 113"/>
              <a:gd name="T10" fmla="*/ 128 w 129"/>
              <a:gd name="T11" fmla="*/ 85 h 113"/>
              <a:gd name="T12" fmla="*/ 120 w 129"/>
              <a:gd name="T13" fmla="*/ 81 h 113"/>
              <a:gd name="T14" fmla="*/ 107 w 129"/>
              <a:gd name="T15" fmla="*/ 77 h 113"/>
              <a:gd name="T16" fmla="*/ 99 w 129"/>
              <a:gd name="T17" fmla="*/ 72 h 113"/>
              <a:gd name="T18" fmla="*/ 92 w 129"/>
              <a:gd name="T19" fmla="*/ 64 h 113"/>
              <a:gd name="T20" fmla="*/ 92 w 129"/>
              <a:gd name="T21" fmla="*/ 57 h 113"/>
              <a:gd name="T22" fmla="*/ 96 w 129"/>
              <a:gd name="T23" fmla="*/ 47 h 113"/>
              <a:gd name="T24" fmla="*/ 90 w 129"/>
              <a:gd name="T25" fmla="*/ 42 h 113"/>
              <a:gd name="T26" fmla="*/ 80 w 129"/>
              <a:gd name="T27" fmla="*/ 36 h 113"/>
              <a:gd name="T28" fmla="*/ 78 w 129"/>
              <a:gd name="T29" fmla="*/ 30 h 113"/>
              <a:gd name="T30" fmla="*/ 80 w 129"/>
              <a:gd name="T31" fmla="*/ 19 h 113"/>
              <a:gd name="T32" fmla="*/ 77 w 129"/>
              <a:gd name="T33" fmla="*/ 13 h 113"/>
              <a:gd name="T34" fmla="*/ 69 w 129"/>
              <a:gd name="T35" fmla="*/ 10 h 113"/>
              <a:gd name="T36" fmla="*/ 59 w 129"/>
              <a:gd name="T37" fmla="*/ 9 h 113"/>
              <a:gd name="T38" fmla="*/ 53 w 129"/>
              <a:gd name="T39" fmla="*/ 1 h 113"/>
              <a:gd name="T40" fmla="*/ 31 w 129"/>
              <a:gd name="T41" fmla="*/ 1 h 113"/>
              <a:gd name="T42" fmla="*/ 20 w 129"/>
              <a:gd name="T43" fmla="*/ 1 h 113"/>
              <a:gd name="T44" fmla="*/ 10 w 129"/>
              <a:gd name="T45" fmla="*/ 3 h 113"/>
              <a:gd name="T46" fmla="*/ 0 w 129"/>
              <a:gd name="T47" fmla="*/ 6 h 113"/>
              <a:gd name="T48" fmla="*/ 4 w 129"/>
              <a:gd name="T49" fmla="*/ 16 h 113"/>
              <a:gd name="T50" fmla="*/ 12 w 129"/>
              <a:gd name="T51" fmla="*/ 23 h 113"/>
              <a:gd name="T52" fmla="*/ 16 w 129"/>
              <a:gd name="T53" fmla="*/ 36 h 113"/>
              <a:gd name="T54" fmla="*/ 12 w 129"/>
              <a:gd name="T55" fmla="*/ 47 h 113"/>
              <a:gd name="T56" fmla="*/ 15 w 129"/>
              <a:gd name="T57" fmla="*/ 56 h 113"/>
              <a:gd name="T58" fmla="*/ 28 w 129"/>
              <a:gd name="T59" fmla="*/ 61 h 113"/>
              <a:gd name="T60" fmla="*/ 43 w 129"/>
              <a:gd name="T61" fmla="*/ 61 h 113"/>
              <a:gd name="T62" fmla="*/ 49 w 129"/>
              <a:gd name="T63" fmla="*/ 68 h 113"/>
              <a:gd name="T64" fmla="*/ 53 w 129"/>
              <a:gd name="T65" fmla="*/ 72 h 113"/>
              <a:gd name="T66" fmla="*/ 58 w 129"/>
              <a:gd name="T67" fmla="*/ 68 h 113"/>
              <a:gd name="T68" fmla="*/ 65 w 129"/>
              <a:gd name="T69" fmla="*/ 67 h 113"/>
              <a:gd name="T70" fmla="*/ 68 w 129"/>
              <a:gd name="T71" fmla="*/ 73 h 113"/>
              <a:gd name="T72" fmla="*/ 74 w 129"/>
              <a:gd name="T73" fmla="*/ 75 h 113"/>
              <a:gd name="T74" fmla="*/ 79 w 129"/>
              <a:gd name="T75" fmla="*/ 72 h 113"/>
              <a:gd name="T76" fmla="*/ 84 w 129"/>
              <a:gd name="T77" fmla="*/ 73 h 113"/>
              <a:gd name="T78" fmla="*/ 88 w 129"/>
              <a:gd name="T79" fmla="*/ 79 h 113"/>
              <a:gd name="T80" fmla="*/ 90 w 129"/>
              <a:gd name="T81" fmla="*/ 84 h 113"/>
              <a:gd name="T82" fmla="*/ 98 w 129"/>
              <a:gd name="T83" fmla="*/ 86 h 113"/>
              <a:gd name="T84" fmla="*/ 102 w 129"/>
              <a:gd name="T85" fmla="*/ 89 h 113"/>
              <a:gd name="T86" fmla="*/ 108 w 129"/>
              <a:gd name="T87" fmla="*/ 100 h 113"/>
              <a:gd name="T88" fmla="*/ 112 w 129"/>
              <a:gd name="T89" fmla="*/ 107 h 113"/>
              <a:gd name="T90" fmla="*/ 117 w 129"/>
              <a:gd name="T91" fmla="*/ 113 h 113"/>
              <a:gd name="T92" fmla="*/ 123 w 129"/>
              <a:gd name="T93" fmla="*/ 111 h 113"/>
              <a:gd name="T94" fmla="*/ 124 w 129"/>
              <a:gd name="T95" fmla="*/ 111 h 113"/>
              <a:gd name="T96" fmla="*/ 121 w 129"/>
              <a:gd name="T97" fmla="*/ 103 h 113"/>
              <a:gd name="T98" fmla="*/ 125 w 129"/>
              <a:gd name="T99" fmla="*/ 10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9" h="113">
                <a:moveTo>
                  <a:pt x="125" y="100"/>
                </a:moveTo>
                <a:cubicBezTo>
                  <a:pt x="125" y="100"/>
                  <a:pt x="125" y="97"/>
                  <a:pt x="125" y="96"/>
                </a:cubicBezTo>
                <a:cubicBezTo>
                  <a:pt x="124" y="95"/>
                  <a:pt x="121" y="92"/>
                  <a:pt x="121" y="92"/>
                </a:cubicBezTo>
                <a:cubicBezTo>
                  <a:pt x="121" y="92"/>
                  <a:pt x="122" y="89"/>
                  <a:pt x="122" y="89"/>
                </a:cubicBezTo>
                <a:cubicBezTo>
                  <a:pt x="122" y="89"/>
                  <a:pt x="129" y="88"/>
                  <a:pt x="129" y="88"/>
                </a:cubicBezTo>
                <a:cubicBezTo>
                  <a:pt x="129" y="87"/>
                  <a:pt x="128" y="85"/>
                  <a:pt x="128" y="85"/>
                </a:cubicBezTo>
                <a:cubicBezTo>
                  <a:pt x="128" y="85"/>
                  <a:pt x="123" y="82"/>
                  <a:pt x="120" y="81"/>
                </a:cubicBezTo>
                <a:cubicBezTo>
                  <a:pt x="117" y="80"/>
                  <a:pt x="111" y="78"/>
                  <a:pt x="107" y="77"/>
                </a:cubicBezTo>
                <a:cubicBezTo>
                  <a:pt x="103" y="76"/>
                  <a:pt x="101" y="73"/>
                  <a:pt x="99" y="72"/>
                </a:cubicBezTo>
                <a:cubicBezTo>
                  <a:pt x="97" y="71"/>
                  <a:pt x="93" y="66"/>
                  <a:pt x="92" y="64"/>
                </a:cubicBezTo>
                <a:cubicBezTo>
                  <a:pt x="91" y="61"/>
                  <a:pt x="92" y="60"/>
                  <a:pt x="92" y="57"/>
                </a:cubicBezTo>
                <a:cubicBezTo>
                  <a:pt x="93" y="55"/>
                  <a:pt x="95" y="49"/>
                  <a:pt x="96" y="47"/>
                </a:cubicBezTo>
                <a:cubicBezTo>
                  <a:pt x="97" y="45"/>
                  <a:pt x="91" y="43"/>
                  <a:pt x="90" y="42"/>
                </a:cubicBezTo>
                <a:cubicBezTo>
                  <a:pt x="88" y="41"/>
                  <a:pt x="82" y="37"/>
                  <a:pt x="80" y="36"/>
                </a:cubicBezTo>
                <a:cubicBezTo>
                  <a:pt x="78" y="35"/>
                  <a:pt x="78" y="33"/>
                  <a:pt x="78" y="30"/>
                </a:cubicBezTo>
                <a:cubicBezTo>
                  <a:pt x="78" y="28"/>
                  <a:pt x="80" y="21"/>
                  <a:pt x="80" y="19"/>
                </a:cubicBezTo>
                <a:cubicBezTo>
                  <a:pt x="80" y="17"/>
                  <a:pt x="78" y="15"/>
                  <a:pt x="77" y="13"/>
                </a:cubicBezTo>
                <a:cubicBezTo>
                  <a:pt x="75" y="12"/>
                  <a:pt x="73" y="11"/>
                  <a:pt x="69" y="10"/>
                </a:cubicBezTo>
                <a:cubicBezTo>
                  <a:pt x="65" y="10"/>
                  <a:pt x="61" y="10"/>
                  <a:pt x="59" y="9"/>
                </a:cubicBezTo>
                <a:cubicBezTo>
                  <a:pt x="58" y="8"/>
                  <a:pt x="53" y="3"/>
                  <a:pt x="53" y="1"/>
                </a:cubicBezTo>
                <a:cubicBezTo>
                  <a:pt x="53" y="1"/>
                  <a:pt x="34" y="1"/>
                  <a:pt x="31" y="1"/>
                </a:cubicBezTo>
                <a:cubicBezTo>
                  <a:pt x="28" y="0"/>
                  <a:pt x="23" y="1"/>
                  <a:pt x="20" y="1"/>
                </a:cubicBezTo>
                <a:cubicBezTo>
                  <a:pt x="18" y="1"/>
                  <a:pt x="12" y="2"/>
                  <a:pt x="10" y="3"/>
                </a:cubicBezTo>
                <a:cubicBezTo>
                  <a:pt x="8" y="3"/>
                  <a:pt x="2" y="6"/>
                  <a:pt x="0" y="6"/>
                </a:cubicBezTo>
                <a:cubicBezTo>
                  <a:pt x="1" y="10"/>
                  <a:pt x="3" y="15"/>
                  <a:pt x="4" y="16"/>
                </a:cubicBezTo>
                <a:cubicBezTo>
                  <a:pt x="5" y="17"/>
                  <a:pt x="12" y="22"/>
                  <a:pt x="12" y="23"/>
                </a:cubicBezTo>
                <a:cubicBezTo>
                  <a:pt x="12" y="25"/>
                  <a:pt x="16" y="33"/>
                  <a:pt x="16" y="36"/>
                </a:cubicBezTo>
                <a:cubicBezTo>
                  <a:pt x="16" y="39"/>
                  <a:pt x="14" y="43"/>
                  <a:pt x="12" y="47"/>
                </a:cubicBezTo>
                <a:cubicBezTo>
                  <a:pt x="11" y="50"/>
                  <a:pt x="14" y="54"/>
                  <a:pt x="15" y="56"/>
                </a:cubicBezTo>
                <a:cubicBezTo>
                  <a:pt x="16" y="57"/>
                  <a:pt x="25" y="59"/>
                  <a:pt x="28" y="61"/>
                </a:cubicBezTo>
                <a:cubicBezTo>
                  <a:pt x="31" y="62"/>
                  <a:pt x="42" y="60"/>
                  <a:pt x="43" y="61"/>
                </a:cubicBezTo>
                <a:cubicBezTo>
                  <a:pt x="44" y="61"/>
                  <a:pt x="48" y="67"/>
                  <a:pt x="49" y="68"/>
                </a:cubicBezTo>
                <a:cubicBezTo>
                  <a:pt x="50" y="69"/>
                  <a:pt x="53" y="72"/>
                  <a:pt x="53" y="72"/>
                </a:cubicBezTo>
                <a:cubicBezTo>
                  <a:pt x="53" y="72"/>
                  <a:pt x="57" y="69"/>
                  <a:pt x="58" y="68"/>
                </a:cubicBezTo>
                <a:cubicBezTo>
                  <a:pt x="58" y="68"/>
                  <a:pt x="63" y="67"/>
                  <a:pt x="65" y="67"/>
                </a:cubicBezTo>
                <a:cubicBezTo>
                  <a:pt x="67" y="68"/>
                  <a:pt x="67" y="72"/>
                  <a:pt x="68" y="73"/>
                </a:cubicBezTo>
                <a:cubicBezTo>
                  <a:pt x="69" y="74"/>
                  <a:pt x="71" y="75"/>
                  <a:pt x="74" y="75"/>
                </a:cubicBezTo>
                <a:cubicBezTo>
                  <a:pt x="77" y="75"/>
                  <a:pt x="77" y="72"/>
                  <a:pt x="79" y="72"/>
                </a:cubicBezTo>
                <a:cubicBezTo>
                  <a:pt x="81" y="71"/>
                  <a:pt x="83" y="71"/>
                  <a:pt x="84" y="73"/>
                </a:cubicBezTo>
                <a:cubicBezTo>
                  <a:pt x="86" y="74"/>
                  <a:pt x="86" y="76"/>
                  <a:pt x="88" y="79"/>
                </a:cubicBezTo>
                <a:cubicBezTo>
                  <a:pt x="89" y="81"/>
                  <a:pt x="90" y="84"/>
                  <a:pt x="90" y="84"/>
                </a:cubicBezTo>
                <a:cubicBezTo>
                  <a:pt x="90" y="84"/>
                  <a:pt x="97" y="85"/>
                  <a:pt x="98" y="86"/>
                </a:cubicBezTo>
                <a:cubicBezTo>
                  <a:pt x="100" y="87"/>
                  <a:pt x="102" y="89"/>
                  <a:pt x="102" y="89"/>
                </a:cubicBezTo>
                <a:cubicBezTo>
                  <a:pt x="103" y="90"/>
                  <a:pt x="107" y="98"/>
                  <a:pt x="108" y="100"/>
                </a:cubicBezTo>
                <a:cubicBezTo>
                  <a:pt x="109" y="102"/>
                  <a:pt x="111" y="106"/>
                  <a:pt x="112" y="107"/>
                </a:cubicBezTo>
                <a:cubicBezTo>
                  <a:pt x="112" y="108"/>
                  <a:pt x="115" y="111"/>
                  <a:pt x="117" y="113"/>
                </a:cubicBezTo>
                <a:cubicBezTo>
                  <a:pt x="118" y="112"/>
                  <a:pt x="120" y="111"/>
                  <a:pt x="123" y="111"/>
                </a:cubicBezTo>
                <a:cubicBezTo>
                  <a:pt x="124" y="111"/>
                  <a:pt x="124" y="111"/>
                  <a:pt x="124" y="111"/>
                </a:cubicBezTo>
                <a:cubicBezTo>
                  <a:pt x="123" y="109"/>
                  <a:pt x="121" y="104"/>
                  <a:pt x="121" y="103"/>
                </a:cubicBezTo>
                <a:cubicBezTo>
                  <a:pt x="121" y="103"/>
                  <a:pt x="125" y="101"/>
                  <a:pt x="125" y="100"/>
                </a:cubicBezTo>
                <a:close/>
              </a:path>
            </a:pathLst>
          </a:custGeom>
          <a:solidFill>
            <a:schemeClr val="accent3"/>
          </a:solidFill>
          <a:ln w="11113"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38" name="Countries"/>
          <p:cNvGrpSpPr/>
          <p:nvPr/>
        </p:nvGrpSpPr>
        <p:grpSpPr>
          <a:xfrm>
            <a:off x="911225" y="1317625"/>
            <a:ext cx="5239126" cy="4862413"/>
            <a:chOff x="911225" y="1317625"/>
            <a:chExt cx="5239126" cy="4862413"/>
          </a:xfrm>
        </p:grpSpPr>
        <p:sp>
          <p:nvSpPr>
            <p:cNvPr id="29" name="Rectangle 29"/>
            <p:cNvSpPr>
              <a:spLocks noChangeArrowheads="1"/>
            </p:cNvSpPr>
            <p:nvPr/>
          </p:nvSpPr>
          <p:spPr bwMode="auto">
            <a:xfrm>
              <a:off x="1219200" y="4821238"/>
              <a:ext cx="1723742"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0" i="0" u="none" strike="noStrike" cap="none" normalizeH="0" baseline="0" dirty="0" smtClean="0">
                  <a:ln>
                    <a:noFill/>
                  </a:ln>
                  <a:effectLst/>
                  <a:latin typeface="Open Sans" panose="020B0606030504020204" pitchFamily="34" charset="0"/>
                </a:rPr>
                <a:t>Saudi Arabia</a:t>
              </a:r>
              <a:endParaRPr kumimoji="0" lang="ru-RU" altLang="ru-RU" sz="1800" b="0" i="0" u="none" strike="noStrike" cap="none" normalizeH="0" baseline="0" dirty="0" smtClean="0">
                <a:ln>
                  <a:noFill/>
                </a:ln>
                <a:effectLst/>
              </a:endParaRPr>
            </a:p>
          </p:txBody>
        </p:sp>
        <p:sp>
          <p:nvSpPr>
            <p:cNvPr id="30" name="Rectangle 30"/>
            <p:cNvSpPr>
              <a:spLocks noChangeArrowheads="1"/>
            </p:cNvSpPr>
            <p:nvPr/>
          </p:nvSpPr>
          <p:spPr bwMode="auto">
            <a:xfrm>
              <a:off x="911225" y="1317625"/>
              <a:ext cx="90806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0" i="0" u="none" strike="noStrike" cap="none" normalizeH="0" baseline="0" smtClean="0">
                  <a:ln>
                    <a:noFill/>
                  </a:ln>
                  <a:effectLst/>
                  <a:latin typeface="Open Sans" panose="020B0606030504020204" pitchFamily="34" charset="0"/>
                </a:rPr>
                <a:t>Turkey</a:t>
              </a:r>
              <a:endParaRPr kumimoji="0" lang="ru-RU" altLang="ru-RU" sz="1800" b="0" i="0" u="none" strike="noStrike" cap="none" normalizeH="0" baseline="0" smtClean="0">
                <a:ln>
                  <a:noFill/>
                </a:ln>
                <a:effectLst/>
              </a:endParaRPr>
            </a:p>
          </p:txBody>
        </p:sp>
        <p:sp>
          <p:nvSpPr>
            <p:cNvPr id="31" name="Rectangle 31"/>
            <p:cNvSpPr>
              <a:spLocks noChangeArrowheads="1"/>
            </p:cNvSpPr>
            <p:nvPr/>
          </p:nvSpPr>
          <p:spPr bwMode="auto">
            <a:xfrm>
              <a:off x="4306888" y="1947863"/>
              <a:ext cx="81913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300" b="0" i="0" u="none" strike="noStrike" cap="none" normalizeH="0" baseline="0" dirty="0" smtClean="0">
                  <a:ln>
                    <a:noFill/>
                  </a:ln>
                  <a:effectLst/>
                  <a:latin typeface="Open Sans" panose="020B0606030504020204" pitchFamily="34" charset="0"/>
                </a:rPr>
                <a:t>Azerbaijan</a:t>
              </a:r>
              <a:endParaRPr kumimoji="0" lang="ru-RU" altLang="ru-RU" sz="1800" b="0" i="0" u="none" strike="noStrike" cap="none" normalizeH="0" baseline="0" dirty="0" smtClean="0">
                <a:ln>
                  <a:noFill/>
                </a:ln>
                <a:effectLst/>
              </a:endParaRPr>
            </a:p>
          </p:txBody>
        </p:sp>
        <p:sp>
          <p:nvSpPr>
            <p:cNvPr id="32" name="Rectangle 32"/>
            <p:cNvSpPr>
              <a:spLocks noChangeArrowheads="1"/>
            </p:cNvSpPr>
            <p:nvPr/>
          </p:nvSpPr>
          <p:spPr bwMode="auto">
            <a:xfrm>
              <a:off x="5783263" y="5170488"/>
              <a:ext cx="36708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000" b="0" i="0" u="none" strike="noStrike" cap="none" normalizeH="0" baseline="0" dirty="0" smtClean="0">
                  <a:ln>
                    <a:noFill/>
                  </a:ln>
                  <a:effectLst/>
                  <a:latin typeface="Open Sans" panose="020B0606030504020204" pitchFamily="34" charset="0"/>
                </a:rPr>
                <a:t>Oman</a:t>
              </a:r>
              <a:endParaRPr kumimoji="0" lang="ru-RU" altLang="ru-RU" sz="1800" b="0" i="0" u="none" strike="noStrike" cap="none" normalizeH="0" baseline="0" dirty="0" smtClean="0">
                <a:ln>
                  <a:noFill/>
                </a:ln>
                <a:effectLst/>
              </a:endParaRPr>
            </a:p>
          </p:txBody>
        </p:sp>
        <p:sp>
          <p:nvSpPr>
            <p:cNvPr id="33" name="Rectangle 33"/>
            <p:cNvSpPr>
              <a:spLocks noChangeArrowheads="1"/>
            </p:cNvSpPr>
            <p:nvPr/>
          </p:nvSpPr>
          <p:spPr bwMode="auto">
            <a:xfrm>
              <a:off x="4494213" y="6026150"/>
              <a:ext cx="413575"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000" b="0" i="0" u="none" strike="noStrike" cap="none" normalizeH="0" baseline="0" smtClean="0">
                  <a:ln>
                    <a:noFill/>
                  </a:ln>
                  <a:effectLst/>
                  <a:latin typeface="Open Sans" panose="020B0606030504020204" pitchFamily="34" charset="0"/>
                </a:rPr>
                <a:t>Yemen</a:t>
              </a:r>
              <a:endParaRPr kumimoji="0" lang="ru-RU" altLang="ru-RU" sz="1800" b="0" i="0" u="none" strike="noStrike" cap="none" normalizeH="0" baseline="0" smtClean="0">
                <a:ln>
                  <a:noFill/>
                </a:ln>
                <a:effectLst/>
              </a:endParaRPr>
            </a:p>
          </p:txBody>
        </p:sp>
        <p:sp>
          <p:nvSpPr>
            <p:cNvPr id="34" name="Rectangle 34"/>
            <p:cNvSpPr>
              <a:spLocks noChangeArrowheads="1"/>
            </p:cNvSpPr>
            <p:nvPr/>
          </p:nvSpPr>
          <p:spPr bwMode="auto">
            <a:xfrm>
              <a:off x="4705350" y="2967038"/>
              <a:ext cx="540725"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300" b="0" i="0" u="none" strike="noStrike" cap="none" normalizeH="0" baseline="0" smtClean="0">
                  <a:ln>
                    <a:noFill/>
                  </a:ln>
                  <a:effectLst/>
                  <a:latin typeface="Open Sans" panose="020B0606030504020204" pitchFamily="34" charset="0"/>
                </a:rPr>
                <a:t>Iran</a:t>
              </a:r>
              <a:endParaRPr kumimoji="0" lang="ru-RU" altLang="ru-RU" sz="1800" b="0" i="0" u="none" strike="noStrike" cap="none" normalizeH="0" baseline="0" smtClean="0">
                <a:ln>
                  <a:noFill/>
                </a:ln>
                <a:effectLst/>
              </a:endParaRPr>
            </a:p>
          </p:txBody>
        </p:sp>
        <p:sp>
          <p:nvSpPr>
            <p:cNvPr id="35" name="Rectangle 35"/>
            <p:cNvSpPr>
              <a:spLocks noChangeArrowheads="1"/>
            </p:cNvSpPr>
            <p:nvPr/>
          </p:nvSpPr>
          <p:spPr bwMode="auto">
            <a:xfrm>
              <a:off x="3292475" y="3095625"/>
              <a:ext cx="3758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600" b="0" i="0" u="none" strike="noStrike" cap="none" normalizeH="0" baseline="0" smtClean="0">
                  <a:ln>
                    <a:noFill/>
                  </a:ln>
                  <a:effectLst/>
                  <a:latin typeface="Open Sans" panose="020B0606030504020204" pitchFamily="34" charset="0"/>
                </a:rPr>
                <a:t>Iraq</a:t>
              </a:r>
              <a:endParaRPr kumimoji="0" lang="ru-RU" altLang="ru-RU" sz="1800" b="0" i="0" u="none" strike="noStrike" cap="none" normalizeH="0" baseline="0" smtClean="0">
                <a:ln>
                  <a:noFill/>
                </a:ln>
                <a:effectLst/>
              </a:endParaRPr>
            </a:p>
          </p:txBody>
        </p:sp>
      </p:grpSp>
      <p:sp>
        <p:nvSpPr>
          <p:cNvPr id="2" name="Text Placeholder 1"/>
          <p:cNvSpPr>
            <a:spLocks noGrp="1"/>
          </p:cNvSpPr>
          <p:nvPr>
            <p:ph type="body" sz="quarter" idx="10"/>
          </p:nvPr>
        </p:nvSpPr>
        <p:spPr/>
        <p:txBody>
          <a:bodyPr>
            <a:normAutofit fontScale="92500" lnSpcReduction="10000"/>
          </a:bodyPr>
          <a:lstStyle/>
          <a:p>
            <a:pPr lvl="0">
              <a:lnSpc>
                <a:spcPct val="100000"/>
              </a:lnSpc>
              <a:spcBef>
                <a:spcPct val="0"/>
              </a:spcBef>
            </a:pPr>
            <a:r>
              <a:rPr lang="ru-RU" altLang="ru-RU" b="1" dirty="0"/>
              <a:t>Saudi Arabia</a:t>
            </a:r>
            <a:endParaRPr lang="ru-RU" altLang="ru-RU" sz="1800" dirty="0">
              <a:latin typeface="Arial" panose="020B0604020202020204" pitchFamily="34" charset="0"/>
            </a:endParaRPr>
          </a:p>
        </p:txBody>
      </p:sp>
      <p:sp>
        <p:nvSpPr>
          <p:cNvPr id="3" name="Text Placeholder 2"/>
          <p:cNvSpPr>
            <a:spLocks noGrp="1"/>
          </p:cNvSpPr>
          <p:nvPr>
            <p:ph type="body" sz="quarter" idx="11"/>
          </p:nvPr>
        </p:nvSpPr>
        <p:spPr/>
        <p:txBody>
          <a:bodyPr>
            <a:normAutofit fontScale="92500" lnSpcReduction="10000"/>
          </a:bodyPr>
          <a:lstStyle/>
          <a:p>
            <a:pPr lvl="0">
              <a:lnSpc>
                <a:spcPct val="100000"/>
              </a:lnSpc>
              <a:spcBef>
                <a:spcPct val="0"/>
              </a:spcBef>
            </a:pPr>
            <a:r>
              <a:rPr lang="ru-RU" altLang="ru-RU" b="1" dirty="0"/>
              <a:t>Turkey</a:t>
            </a:r>
            <a:endParaRPr lang="ru-RU" altLang="ru-RU" sz="1800" dirty="0">
              <a:latin typeface="Arial" panose="020B0604020202020204" pitchFamily="34" charset="0"/>
            </a:endParaRPr>
          </a:p>
        </p:txBody>
      </p:sp>
      <p:sp>
        <p:nvSpPr>
          <p:cNvPr id="4" name="Text Placeholder 3"/>
          <p:cNvSpPr>
            <a:spLocks noGrp="1"/>
          </p:cNvSpPr>
          <p:nvPr>
            <p:ph type="body" sz="quarter" idx="12"/>
          </p:nvPr>
        </p:nvSpPr>
        <p:spPr/>
        <p:txBody>
          <a:bodyPr>
            <a:normAutofit fontScale="92500" lnSpcReduction="10000"/>
          </a:bodyPr>
          <a:lstStyle/>
          <a:p>
            <a:pPr lvl="0">
              <a:lnSpc>
                <a:spcPct val="100000"/>
              </a:lnSpc>
              <a:spcBef>
                <a:spcPct val="0"/>
              </a:spcBef>
            </a:pPr>
            <a:r>
              <a:rPr lang="ru-RU" altLang="ru-RU" b="1" dirty="0"/>
              <a:t>Iran</a:t>
            </a:r>
            <a:endParaRPr lang="ru-RU" altLang="ru-RU" sz="1800" dirty="0">
              <a:latin typeface="Arial" panose="020B0604020202020204" pitchFamily="34" charset="0"/>
            </a:endParaRPr>
          </a:p>
        </p:txBody>
      </p:sp>
      <p:sp>
        <p:nvSpPr>
          <p:cNvPr id="5" name="Text Placeholder 4"/>
          <p:cNvSpPr>
            <a:spLocks noGrp="1"/>
          </p:cNvSpPr>
          <p:nvPr>
            <p:ph type="body" sz="quarter" idx="14"/>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36" name="Text Placeholder 35"/>
          <p:cNvSpPr>
            <a:spLocks noGrp="1"/>
          </p:cNvSpPr>
          <p:nvPr>
            <p:ph type="body" sz="quarter" idx="15"/>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
        <p:nvSpPr>
          <p:cNvPr id="44" name="Text Placeholder 43"/>
          <p:cNvSpPr>
            <a:spLocks noGrp="1"/>
          </p:cNvSpPr>
          <p:nvPr>
            <p:ph type="body" sz="quarter" idx="18"/>
          </p:nvPr>
        </p:nvSpPr>
        <p:spPr>
          <a:xfrm>
            <a:off x="3902710" y="349250"/>
            <a:ext cx="4852670" cy="540067"/>
          </a:xfrm>
        </p:spPr>
        <p:txBody>
          <a:bodyPr/>
          <a:lstStyle/>
          <a:p>
            <a:pPr lvl="0">
              <a:lnSpc>
                <a:spcPct val="100000"/>
              </a:lnSpc>
              <a:spcBef>
                <a:spcPct val="0"/>
              </a:spcBef>
            </a:pPr>
            <a:r>
              <a:rPr lang="ru-RU" altLang="ru-RU" dirty="0"/>
              <a:t>WESTERN ASIA</a:t>
            </a:r>
            <a:endParaRPr lang="ru-RU" altLang="ru-RU" sz="1800" b="0" dirty="0">
              <a:latin typeface="Arial" panose="020B0604020202020204" pitchFamily="34" charset="0"/>
            </a:endParaRPr>
          </a:p>
        </p:txBody>
      </p:sp>
      <p:sp>
        <p:nvSpPr>
          <p:cNvPr id="45" name="Text Placeholder 44"/>
          <p:cNvSpPr>
            <a:spLocks noGrp="1"/>
          </p:cNvSpPr>
          <p:nvPr>
            <p:ph type="body" sz="quarter" idx="19"/>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a:t>
            </a:r>
            <a:r>
              <a:rPr lang="en-US" altLang="ru-RU" dirty="0" smtClean="0">
                <a:latin typeface="Open Sans" panose="020B0606030504020204" pitchFamily="34" charset="0"/>
                <a:cs typeface="Open Sans" panose="020B0606030504020204" pitchFamily="34" charset="0"/>
              </a:rPr>
              <a:t>dolor</a:t>
            </a:r>
            <a:endParaRPr lang="ru-RU" altLang="ru-RU" dirty="0">
              <a:latin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58828145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7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7000">
                                          <p:cBhvr additive="base">
                                            <p:cTn id="7" dur="1000" fill="hold"/>
                                            <p:tgtEl>
                                              <p:spTgt spid="10"/>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7000">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14:bounceEnd="67000">
                                          <p:cBhvr additive="base">
                                            <p:cTn id="11" dur="1000" fill="hold"/>
                                            <p:tgtEl>
                                              <p:spTgt spid="17"/>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7000">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14:bounceEnd="67000">
                                          <p:cBhvr additive="base">
                                            <p:cTn id="15" dur="1000" fill="hold"/>
                                            <p:tgtEl>
                                              <p:spTgt spid="14"/>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7000">
                                      <p:stCondLst>
                                        <p:cond delay="300"/>
                                      </p:stCondLst>
                                      <p:childTnLst>
                                        <p:set>
                                          <p:cBhvr>
                                            <p:cTn id="18" dur="1" fill="hold">
                                              <p:stCondLst>
                                                <p:cond delay="0"/>
                                              </p:stCondLst>
                                            </p:cTn>
                                            <p:tgtEl>
                                              <p:spTgt spid="11"/>
                                            </p:tgtEl>
                                            <p:attrNameLst>
                                              <p:attrName>style.visibility</p:attrName>
                                            </p:attrNameLst>
                                          </p:cBhvr>
                                          <p:to>
                                            <p:strVal val="visible"/>
                                          </p:to>
                                        </p:set>
                                        <p:anim calcmode="lin" valueType="num" p14:bounceEnd="67000">
                                          <p:cBhvr additive="base">
                                            <p:cTn id="19"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1"/>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14:presetBounceEnd="67000">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14:bounceEnd="67000">
                                          <p:cBhvr additive="base">
                                            <p:cTn id="23" dur="1000" fill="hold"/>
                                            <p:tgtEl>
                                              <p:spTgt spid="15"/>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14:presetBounceEnd="67000">
                                      <p:stCondLst>
                                        <p:cond delay="500"/>
                                      </p:stCondLst>
                                      <p:childTnLst>
                                        <p:set>
                                          <p:cBhvr>
                                            <p:cTn id="26" dur="1" fill="hold">
                                              <p:stCondLst>
                                                <p:cond delay="0"/>
                                              </p:stCondLst>
                                            </p:cTn>
                                            <p:tgtEl>
                                              <p:spTgt spid="20"/>
                                            </p:tgtEl>
                                            <p:attrNameLst>
                                              <p:attrName>style.visibility</p:attrName>
                                            </p:attrNameLst>
                                          </p:cBhvr>
                                          <p:to>
                                            <p:strVal val="visible"/>
                                          </p:to>
                                        </p:set>
                                        <p:anim calcmode="lin" valueType="num" p14:bounceEnd="67000">
                                          <p:cBhvr additive="base">
                                            <p:cTn id="27" dur="1000" fill="hold"/>
                                            <p:tgtEl>
                                              <p:spTgt spid="20"/>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20"/>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14:presetBounceEnd="67000">
                                      <p:stCondLst>
                                        <p:cond delay="600"/>
                                      </p:stCondLst>
                                      <p:childTnLst>
                                        <p:set>
                                          <p:cBhvr>
                                            <p:cTn id="30" dur="1" fill="hold">
                                              <p:stCondLst>
                                                <p:cond delay="0"/>
                                              </p:stCondLst>
                                            </p:cTn>
                                            <p:tgtEl>
                                              <p:spTgt spid="21"/>
                                            </p:tgtEl>
                                            <p:attrNameLst>
                                              <p:attrName>style.visibility</p:attrName>
                                            </p:attrNameLst>
                                          </p:cBhvr>
                                          <p:to>
                                            <p:strVal val="visible"/>
                                          </p:to>
                                        </p:set>
                                        <p:anim calcmode="lin" valueType="num" p14:bounceEnd="67000">
                                          <p:cBhvr additive="base">
                                            <p:cTn id="31" dur="1000" fill="hold"/>
                                            <p:tgtEl>
                                              <p:spTgt spid="21"/>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21"/>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14:presetBounceEnd="67000">
                                      <p:stCondLst>
                                        <p:cond delay="700"/>
                                      </p:stCondLst>
                                      <p:childTnLst>
                                        <p:set>
                                          <p:cBhvr>
                                            <p:cTn id="34" dur="1" fill="hold">
                                              <p:stCondLst>
                                                <p:cond delay="0"/>
                                              </p:stCondLst>
                                            </p:cTn>
                                            <p:tgtEl>
                                              <p:spTgt spid="16"/>
                                            </p:tgtEl>
                                            <p:attrNameLst>
                                              <p:attrName>style.visibility</p:attrName>
                                            </p:attrNameLst>
                                          </p:cBhvr>
                                          <p:to>
                                            <p:strVal val="visible"/>
                                          </p:to>
                                        </p:set>
                                        <p:anim calcmode="lin" valueType="num" p14:bounceEnd="67000">
                                          <p:cBhvr additive="base">
                                            <p:cTn id="35" dur="1000" fill="hold"/>
                                            <p:tgtEl>
                                              <p:spTgt spid="16"/>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16"/>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14:presetBounceEnd="67000">
                                      <p:stCondLst>
                                        <p:cond delay="800"/>
                                      </p:stCondLst>
                                      <p:childTnLst>
                                        <p:set>
                                          <p:cBhvr>
                                            <p:cTn id="38" dur="1" fill="hold">
                                              <p:stCondLst>
                                                <p:cond delay="0"/>
                                              </p:stCondLst>
                                            </p:cTn>
                                            <p:tgtEl>
                                              <p:spTgt spid="26"/>
                                            </p:tgtEl>
                                            <p:attrNameLst>
                                              <p:attrName>style.visibility</p:attrName>
                                            </p:attrNameLst>
                                          </p:cBhvr>
                                          <p:to>
                                            <p:strVal val="visible"/>
                                          </p:to>
                                        </p:set>
                                        <p:anim calcmode="lin" valueType="num" p14:bounceEnd="67000">
                                          <p:cBhvr additive="base">
                                            <p:cTn id="39" dur="1000" fill="hold"/>
                                            <p:tgtEl>
                                              <p:spTgt spid="26"/>
                                            </p:tgtEl>
                                            <p:attrNameLst>
                                              <p:attrName>ppt_x</p:attrName>
                                            </p:attrNameLst>
                                          </p:cBhvr>
                                          <p:tavLst>
                                            <p:tav tm="0">
                                              <p:val>
                                                <p:strVal val="#ppt_x"/>
                                              </p:val>
                                            </p:tav>
                                            <p:tav tm="100000">
                                              <p:val>
                                                <p:strVal val="#ppt_x"/>
                                              </p:val>
                                            </p:tav>
                                          </p:tavLst>
                                        </p:anim>
                                        <p:anim calcmode="lin" valueType="num" p14:bounceEnd="67000">
                                          <p:cBhvr additive="base">
                                            <p:cTn id="40" dur="1000" fill="hold"/>
                                            <p:tgtEl>
                                              <p:spTgt spid="26"/>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14:presetBounceEnd="67000">
                                      <p:stCondLst>
                                        <p:cond delay="900"/>
                                      </p:stCondLst>
                                      <p:childTnLst>
                                        <p:set>
                                          <p:cBhvr>
                                            <p:cTn id="42" dur="1" fill="hold">
                                              <p:stCondLst>
                                                <p:cond delay="0"/>
                                              </p:stCondLst>
                                            </p:cTn>
                                            <p:tgtEl>
                                              <p:spTgt spid="23"/>
                                            </p:tgtEl>
                                            <p:attrNameLst>
                                              <p:attrName>style.visibility</p:attrName>
                                            </p:attrNameLst>
                                          </p:cBhvr>
                                          <p:to>
                                            <p:strVal val="visible"/>
                                          </p:to>
                                        </p:set>
                                        <p:anim calcmode="lin" valueType="num" p14:bounceEnd="67000">
                                          <p:cBhvr additive="base">
                                            <p:cTn id="43" dur="1000" fill="hold"/>
                                            <p:tgtEl>
                                              <p:spTgt spid="23"/>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23"/>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14:presetBounceEnd="67000">
                                      <p:stCondLst>
                                        <p:cond delay="1000"/>
                                      </p:stCondLst>
                                      <p:childTnLst>
                                        <p:set>
                                          <p:cBhvr>
                                            <p:cTn id="46" dur="1" fill="hold">
                                              <p:stCondLst>
                                                <p:cond delay="0"/>
                                              </p:stCondLst>
                                            </p:cTn>
                                            <p:tgtEl>
                                              <p:spTgt spid="19"/>
                                            </p:tgtEl>
                                            <p:attrNameLst>
                                              <p:attrName>style.visibility</p:attrName>
                                            </p:attrNameLst>
                                          </p:cBhvr>
                                          <p:to>
                                            <p:strVal val="visible"/>
                                          </p:to>
                                        </p:set>
                                        <p:anim calcmode="lin" valueType="num" p14:bounceEnd="67000">
                                          <p:cBhvr additive="base">
                                            <p:cTn id="47" dur="1000" fill="hold"/>
                                            <p:tgtEl>
                                              <p:spTgt spid="19"/>
                                            </p:tgtEl>
                                            <p:attrNameLst>
                                              <p:attrName>ppt_x</p:attrName>
                                            </p:attrNameLst>
                                          </p:cBhvr>
                                          <p:tavLst>
                                            <p:tav tm="0">
                                              <p:val>
                                                <p:strVal val="#ppt_x"/>
                                              </p:val>
                                            </p:tav>
                                            <p:tav tm="100000">
                                              <p:val>
                                                <p:strVal val="#ppt_x"/>
                                              </p:val>
                                            </p:tav>
                                          </p:tavLst>
                                        </p:anim>
                                        <p:anim calcmode="lin" valueType="num" p14:bounceEnd="67000">
                                          <p:cBhvr additive="base">
                                            <p:cTn id="48" dur="1000" fill="hold"/>
                                            <p:tgtEl>
                                              <p:spTgt spid="19"/>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14:presetBounceEnd="67000">
                                      <p:stCondLst>
                                        <p:cond delay="1100"/>
                                      </p:stCondLst>
                                      <p:childTnLst>
                                        <p:set>
                                          <p:cBhvr>
                                            <p:cTn id="50" dur="1" fill="hold">
                                              <p:stCondLst>
                                                <p:cond delay="0"/>
                                              </p:stCondLst>
                                            </p:cTn>
                                            <p:tgtEl>
                                              <p:spTgt spid="22"/>
                                            </p:tgtEl>
                                            <p:attrNameLst>
                                              <p:attrName>style.visibility</p:attrName>
                                            </p:attrNameLst>
                                          </p:cBhvr>
                                          <p:to>
                                            <p:strVal val="visible"/>
                                          </p:to>
                                        </p:set>
                                        <p:anim calcmode="lin" valueType="num" p14:bounceEnd="67000">
                                          <p:cBhvr additive="base">
                                            <p:cTn id="51" dur="1000" fill="hold"/>
                                            <p:tgtEl>
                                              <p:spTgt spid="22"/>
                                            </p:tgtEl>
                                            <p:attrNameLst>
                                              <p:attrName>ppt_x</p:attrName>
                                            </p:attrNameLst>
                                          </p:cBhvr>
                                          <p:tavLst>
                                            <p:tav tm="0">
                                              <p:val>
                                                <p:strVal val="#ppt_x"/>
                                              </p:val>
                                            </p:tav>
                                            <p:tav tm="100000">
                                              <p:val>
                                                <p:strVal val="#ppt_x"/>
                                              </p:val>
                                            </p:tav>
                                          </p:tavLst>
                                        </p:anim>
                                        <p:anim calcmode="lin" valueType="num" p14:bounceEnd="67000">
                                          <p:cBhvr additive="base">
                                            <p:cTn id="52" dur="1000" fill="hold"/>
                                            <p:tgtEl>
                                              <p:spTgt spid="22"/>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14:presetBounceEnd="67000">
                                      <p:stCondLst>
                                        <p:cond delay="1200"/>
                                      </p:stCondLst>
                                      <p:childTnLst>
                                        <p:set>
                                          <p:cBhvr>
                                            <p:cTn id="54" dur="1" fill="hold">
                                              <p:stCondLst>
                                                <p:cond delay="0"/>
                                              </p:stCondLst>
                                            </p:cTn>
                                            <p:tgtEl>
                                              <p:spTgt spid="18"/>
                                            </p:tgtEl>
                                            <p:attrNameLst>
                                              <p:attrName>style.visibility</p:attrName>
                                            </p:attrNameLst>
                                          </p:cBhvr>
                                          <p:to>
                                            <p:strVal val="visible"/>
                                          </p:to>
                                        </p:set>
                                        <p:anim calcmode="lin" valueType="num" p14:bounceEnd="67000">
                                          <p:cBhvr additive="base">
                                            <p:cTn id="55" dur="1000" fill="hold"/>
                                            <p:tgtEl>
                                              <p:spTgt spid="18"/>
                                            </p:tgtEl>
                                            <p:attrNameLst>
                                              <p:attrName>ppt_x</p:attrName>
                                            </p:attrNameLst>
                                          </p:cBhvr>
                                          <p:tavLst>
                                            <p:tav tm="0">
                                              <p:val>
                                                <p:strVal val="#ppt_x"/>
                                              </p:val>
                                            </p:tav>
                                            <p:tav tm="100000">
                                              <p:val>
                                                <p:strVal val="#ppt_x"/>
                                              </p:val>
                                            </p:tav>
                                          </p:tavLst>
                                        </p:anim>
                                        <p:anim calcmode="lin" valueType="num" p14:bounceEnd="67000">
                                          <p:cBhvr additive="base">
                                            <p:cTn id="56" dur="1000" fill="hold"/>
                                            <p:tgtEl>
                                              <p:spTgt spid="18"/>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14:presetBounceEnd="67000">
                                      <p:stCondLst>
                                        <p:cond delay="1300"/>
                                      </p:stCondLst>
                                      <p:childTnLst>
                                        <p:set>
                                          <p:cBhvr>
                                            <p:cTn id="58" dur="1" fill="hold">
                                              <p:stCondLst>
                                                <p:cond delay="0"/>
                                              </p:stCondLst>
                                            </p:cTn>
                                            <p:tgtEl>
                                              <p:spTgt spid="13"/>
                                            </p:tgtEl>
                                            <p:attrNameLst>
                                              <p:attrName>style.visibility</p:attrName>
                                            </p:attrNameLst>
                                          </p:cBhvr>
                                          <p:to>
                                            <p:strVal val="visible"/>
                                          </p:to>
                                        </p:set>
                                        <p:anim calcmode="lin" valueType="num" p14:bounceEnd="67000">
                                          <p:cBhvr additive="base">
                                            <p:cTn id="59" dur="1000" fill="hold"/>
                                            <p:tgtEl>
                                              <p:spTgt spid="13"/>
                                            </p:tgtEl>
                                            <p:attrNameLst>
                                              <p:attrName>ppt_x</p:attrName>
                                            </p:attrNameLst>
                                          </p:cBhvr>
                                          <p:tavLst>
                                            <p:tav tm="0">
                                              <p:val>
                                                <p:strVal val="#ppt_x"/>
                                              </p:val>
                                            </p:tav>
                                            <p:tav tm="100000">
                                              <p:val>
                                                <p:strVal val="#ppt_x"/>
                                              </p:val>
                                            </p:tav>
                                          </p:tavLst>
                                        </p:anim>
                                        <p:anim calcmode="lin" valueType="num" p14:bounceEnd="67000">
                                          <p:cBhvr additive="base">
                                            <p:cTn id="60" dur="1000" fill="hold"/>
                                            <p:tgtEl>
                                              <p:spTgt spid="13"/>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14:presetBounceEnd="67000">
                                      <p:stCondLst>
                                        <p:cond delay="1400"/>
                                      </p:stCondLst>
                                      <p:childTnLst>
                                        <p:set>
                                          <p:cBhvr>
                                            <p:cTn id="62" dur="1" fill="hold">
                                              <p:stCondLst>
                                                <p:cond delay="0"/>
                                              </p:stCondLst>
                                            </p:cTn>
                                            <p:tgtEl>
                                              <p:spTgt spid="12"/>
                                            </p:tgtEl>
                                            <p:attrNameLst>
                                              <p:attrName>style.visibility</p:attrName>
                                            </p:attrNameLst>
                                          </p:cBhvr>
                                          <p:to>
                                            <p:strVal val="visible"/>
                                          </p:to>
                                        </p:set>
                                        <p:anim calcmode="lin" valueType="num" p14:bounceEnd="67000">
                                          <p:cBhvr additive="base">
                                            <p:cTn id="63" dur="1000" fill="hold"/>
                                            <p:tgtEl>
                                              <p:spTgt spid="12"/>
                                            </p:tgtEl>
                                            <p:attrNameLst>
                                              <p:attrName>ppt_x</p:attrName>
                                            </p:attrNameLst>
                                          </p:cBhvr>
                                          <p:tavLst>
                                            <p:tav tm="0">
                                              <p:val>
                                                <p:strVal val="#ppt_x"/>
                                              </p:val>
                                            </p:tav>
                                            <p:tav tm="100000">
                                              <p:val>
                                                <p:strVal val="#ppt_x"/>
                                              </p:val>
                                            </p:tav>
                                          </p:tavLst>
                                        </p:anim>
                                        <p:anim calcmode="lin" valueType="num" p14:bounceEnd="67000">
                                          <p:cBhvr additive="base">
                                            <p:cTn id="64" dur="1000" fill="hold"/>
                                            <p:tgtEl>
                                              <p:spTgt spid="12"/>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14:presetBounceEnd="67000">
                                      <p:stCondLst>
                                        <p:cond delay="1500"/>
                                      </p:stCondLst>
                                      <p:childTnLst>
                                        <p:set>
                                          <p:cBhvr>
                                            <p:cTn id="66" dur="1" fill="hold">
                                              <p:stCondLst>
                                                <p:cond delay="0"/>
                                              </p:stCondLst>
                                            </p:cTn>
                                            <p:tgtEl>
                                              <p:spTgt spid="27"/>
                                            </p:tgtEl>
                                            <p:attrNameLst>
                                              <p:attrName>style.visibility</p:attrName>
                                            </p:attrNameLst>
                                          </p:cBhvr>
                                          <p:to>
                                            <p:strVal val="visible"/>
                                          </p:to>
                                        </p:set>
                                        <p:anim calcmode="lin" valueType="num" p14:bounceEnd="67000">
                                          <p:cBhvr additive="base">
                                            <p:cTn id="67" dur="1000" fill="hold"/>
                                            <p:tgtEl>
                                              <p:spTgt spid="27"/>
                                            </p:tgtEl>
                                            <p:attrNameLst>
                                              <p:attrName>ppt_x</p:attrName>
                                            </p:attrNameLst>
                                          </p:cBhvr>
                                          <p:tavLst>
                                            <p:tav tm="0">
                                              <p:val>
                                                <p:strVal val="#ppt_x"/>
                                              </p:val>
                                            </p:tav>
                                            <p:tav tm="100000">
                                              <p:val>
                                                <p:strVal val="#ppt_x"/>
                                              </p:val>
                                            </p:tav>
                                          </p:tavLst>
                                        </p:anim>
                                        <p:anim calcmode="lin" valueType="num" p14:bounceEnd="67000">
                                          <p:cBhvr additive="base">
                                            <p:cTn id="68" dur="1000" fill="hold"/>
                                            <p:tgtEl>
                                              <p:spTgt spid="2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14:presetBounceEnd="67000">
                                      <p:stCondLst>
                                        <p:cond delay="1600"/>
                                      </p:stCondLst>
                                      <p:childTnLst>
                                        <p:set>
                                          <p:cBhvr>
                                            <p:cTn id="70" dur="1" fill="hold">
                                              <p:stCondLst>
                                                <p:cond delay="0"/>
                                              </p:stCondLst>
                                            </p:cTn>
                                            <p:tgtEl>
                                              <p:spTgt spid="28"/>
                                            </p:tgtEl>
                                            <p:attrNameLst>
                                              <p:attrName>style.visibility</p:attrName>
                                            </p:attrNameLst>
                                          </p:cBhvr>
                                          <p:to>
                                            <p:strVal val="visible"/>
                                          </p:to>
                                        </p:set>
                                        <p:anim calcmode="lin" valueType="num" p14:bounceEnd="67000">
                                          <p:cBhvr additive="base">
                                            <p:cTn id="71" dur="1000" fill="hold"/>
                                            <p:tgtEl>
                                              <p:spTgt spid="28"/>
                                            </p:tgtEl>
                                            <p:attrNameLst>
                                              <p:attrName>ppt_x</p:attrName>
                                            </p:attrNameLst>
                                          </p:cBhvr>
                                          <p:tavLst>
                                            <p:tav tm="0">
                                              <p:val>
                                                <p:strVal val="#ppt_x"/>
                                              </p:val>
                                            </p:tav>
                                            <p:tav tm="100000">
                                              <p:val>
                                                <p:strVal val="#ppt_x"/>
                                              </p:val>
                                            </p:tav>
                                          </p:tavLst>
                                        </p:anim>
                                        <p:anim calcmode="lin" valueType="num" p14:bounceEnd="67000">
                                          <p:cBhvr additive="base">
                                            <p:cTn id="72" dur="1000" fill="hold"/>
                                            <p:tgtEl>
                                              <p:spTgt spid="2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14:presetBounceEnd="67000">
                                      <p:stCondLst>
                                        <p:cond delay="1700"/>
                                      </p:stCondLst>
                                      <p:childTnLst>
                                        <p:set>
                                          <p:cBhvr>
                                            <p:cTn id="74" dur="1" fill="hold">
                                              <p:stCondLst>
                                                <p:cond delay="0"/>
                                              </p:stCondLst>
                                            </p:cTn>
                                            <p:tgtEl>
                                              <p:spTgt spid="24"/>
                                            </p:tgtEl>
                                            <p:attrNameLst>
                                              <p:attrName>style.visibility</p:attrName>
                                            </p:attrNameLst>
                                          </p:cBhvr>
                                          <p:to>
                                            <p:strVal val="visible"/>
                                          </p:to>
                                        </p:set>
                                        <p:anim calcmode="lin" valueType="num" p14:bounceEnd="67000">
                                          <p:cBhvr additive="base">
                                            <p:cTn id="75" dur="1000" fill="hold"/>
                                            <p:tgtEl>
                                              <p:spTgt spid="24"/>
                                            </p:tgtEl>
                                            <p:attrNameLst>
                                              <p:attrName>ppt_x</p:attrName>
                                            </p:attrNameLst>
                                          </p:cBhvr>
                                          <p:tavLst>
                                            <p:tav tm="0">
                                              <p:val>
                                                <p:strVal val="#ppt_x"/>
                                              </p:val>
                                            </p:tav>
                                            <p:tav tm="100000">
                                              <p:val>
                                                <p:strVal val="#ppt_x"/>
                                              </p:val>
                                            </p:tav>
                                          </p:tavLst>
                                        </p:anim>
                                        <p:anim calcmode="lin" valueType="num" p14:bounceEnd="67000">
                                          <p:cBhvr additive="base">
                                            <p:cTn id="76" dur="1000" fill="hold"/>
                                            <p:tgtEl>
                                              <p:spTgt spid="24"/>
                                            </p:tgtEl>
                                            <p:attrNameLst>
                                              <p:attrName>ppt_y</p:attrName>
                                            </p:attrNameLst>
                                          </p:cBhvr>
                                          <p:tavLst>
                                            <p:tav tm="0">
                                              <p:val>
                                                <p:strVal val="0-#ppt_h/2"/>
                                              </p:val>
                                            </p:tav>
                                            <p:tav tm="100000">
                                              <p:val>
                                                <p:strVal val="#ppt_y"/>
                                              </p:val>
                                            </p:tav>
                                          </p:tavLst>
                                        </p:anim>
                                      </p:childTnLst>
                                    </p:cTn>
                                  </p:par>
                                  <p:par>
                                    <p:cTn id="77" presetID="53" presetClass="entr" presetSubtype="16" fill="hold" nodeType="withEffect">
                                      <p:stCondLst>
                                        <p:cond delay="2500"/>
                                      </p:stCondLst>
                                      <p:childTnLst>
                                        <p:set>
                                          <p:cBhvr>
                                            <p:cTn id="78" dur="1" fill="hold">
                                              <p:stCondLst>
                                                <p:cond delay="0"/>
                                              </p:stCondLst>
                                            </p:cTn>
                                            <p:tgtEl>
                                              <p:spTgt spid="38"/>
                                            </p:tgtEl>
                                            <p:attrNameLst>
                                              <p:attrName>style.visibility</p:attrName>
                                            </p:attrNameLst>
                                          </p:cBhvr>
                                          <p:to>
                                            <p:strVal val="visible"/>
                                          </p:to>
                                        </p:set>
                                        <p:anim calcmode="lin" valueType="num">
                                          <p:cBhvr>
                                            <p:cTn id="79" dur="500" fill="hold"/>
                                            <p:tgtEl>
                                              <p:spTgt spid="38"/>
                                            </p:tgtEl>
                                            <p:attrNameLst>
                                              <p:attrName>ppt_w</p:attrName>
                                            </p:attrNameLst>
                                          </p:cBhvr>
                                          <p:tavLst>
                                            <p:tav tm="0">
                                              <p:val>
                                                <p:fltVal val="0"/>
                                              </p:val>
                                            </p:tav>
                                            <p:tav tm="100000">
                                              <p:val>
                                                <p:strVal val="#ppt_w"/>
                                              </p:val>
                                            </p:tav>
                                          </p:tavLst>
                                        </p:anim>
                                        <p:anim calcmode="lin" valueType="num">
                                          <p:cBhvr>
                                            <p:cTn id="80" dur="500" fill="hold"/>
                                            <p:tgtEl>
                                              <p:spTgt spid="38"/>
                                            </p:tgtEl>
                                            <p:attrNameLst>
                                              <p:attrName>ppt_h</p:attrName>
                                            </p:attrNameLst>
                                          </p:cBhvr>
                                          <p:tavLst>
                                            <p:tav tm="0">
                                              <p:val>
                                                <p:fltVal val="0"/>
                                              </p:val>
                                            </p:tav>
                                            <p:tav tm="100000">
                                              <p:val>
                                                <p:strVal val="#ppt_h"/>
                                              </p:val>
                                            </p:tav>
                                          </p:tavLst>
                                        </p:anim>
                                        <p:animEffect transition="in" filter="fade">
                                          <p:cBhvr>
                                            <p:cTn id="81" dur="500"/>
                                            <p:tgtEl>
                                              <p:spTgt spid="38"/>
                                            </p:tgtEl>
                                          </p:cBhvr>
                                        </p:animEffect>
                                      </p:childTnLst>
                                    </p:cTn>
                                  </p:par>
                                  <p:par>
                                    <p:cTn id="82" presetID="2" presetClass="entr" presetSubtype="2" fill="hold" grpId="0" nodeType="withEffect" p14:presetBounceEnd="67000">
                                      <p:stCondLst>
                                        <p:cond delay="2750"/>
                                      </p:stCondLst>
                                      <p:childTnLst>
                                        <p:set>
                                          <p:cBhvr>
                                            <p:cTn id="83"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84" dur="1000" fill="hold"/>
                                            <p:tgtEl>
                                              <p:spTgt spid="2">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85" dur="1000" fill="hold"/>
                                            <p:tgtEl>
                                              <p:spTgt spid="2">
                                                <p:txEl>
                                                  <p:pRg st="0" end="0"/>
                                                </p:txEl>
                                              </p:spTgt>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14:presetBounceEnd="67000">
                                      <p:stCondLst>
                                        <p:cond delay="2750"/>
                                      </p:stCondLst>
                                      <p:childTnLst>
                                        <p:set>
                                          <p:cBhvr>
                                            <p:cTn id="87"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88" dur="1000" fill="hold"/>
                                            <p:tgtEl>
                                              <p:spTgt spid="3">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89" dur="1000" fill="hold"/>
                                            <p:tgtEl>
                                              <p:spTgt spid="3">
                                                <p:txEl>
                                                  <p:pRg st="0" end="0"/>
                                                </p:txEl>
                                              </p:spTgt>
                                            </p:tgtEl>
                                            <p:attrNameLst>
                                              <p:attrName>ppt_y</p:attrName>
                                            </p:attrNameLst>
                                          </p:cBhvr>
                                          <p:tavLst>
                                            <p:tav tm="0">
                                              <p:val>
                                                <p:strVal val="#ppt_y"/>
                                              </p:val>
                                            </p:tav>
                                            <p:tav tm="100000">
                                              <p:val>
                                                <p:strVal val="#ppt_y"/>
                                              </p:val>
                                            </p:tav>
                                          </p:tavLst>
                                        </p:anim>
                                      </p:childTnLst>
                                    </p:cTn>
                                  </p:par>
                                  <p:par>
                                    <p:cTn id="90" presetID="2" presetClass="entr" presetSubtype="2" fill="hold" grpId="0" nodeType="withEffect" p14:presetBounceEnd="67000">
                                      <p:stCondLst>
                                        <p:cond delay="2750"/>
                                      </p:stCondLst>
                                      <p:childTnLst>
                                        <p:set>
                                          <p:cBhvr>
                                            <p:cTn id="91"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92" dur="1000" fill="hold"/>
                                            <p:tgtEl>
                                              <p:spTgt spid="4">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93" dur="1000" fill="hold"/>
                                            <p:tgtEl>
                                              <p:spTgt spid="4">
                                                <p:txEl>
                                                  <p:pRg st="0" end="0"/>
                                                </p:txEl>
                                              </p:spTgt>
                                            </p:tgtEl>
                                            <p:attrNameLst>
                                              <p:attrName>ppt_y</p:attrName>
                                            </p:attrNameLst>
                                          </p:cBhvr>
                                          <p:tavLst>
                                            <p:tav tm="0">
                                              <p:val>
                                                <p:strVal val="#ppt_y"/>
                                              </p:val>
                                            </p:tav>
                                            <p:tav tm="100000">
                                              <p:val>
                                                <p:strVal val="#ppt_y"/>
                                              </p:val>
                                            </p:tav>
                                          </p:tavLst>
                                        </p:anim>
                                      </p:childTnLst>
                                    </p:cTn>
                                  </p:par>
                                  <p:par>
                                    <p:cTn id="94" presetID="2" presetClass="entr" presetSubtype="2" fill="hold" grpId="0" nodeType="withEffect" p14:presetBounceEnd="67000">
                                      <p:stCondLst>
                                        <p:cond delay="2750"/>
                                      </p:stCondLst>
                                      <p:childTnLst>
                                        <p:set>
                                          <p:cBhvr>
                                            <p:cTn id="95" dur="1" fill="hold">
                                              <p:stCondLst>
                                                <p:cond delay="0"/>
                                              </p:stCondLst>
                                            </p:cTn>
                                            <p:tgtEl>
                                              <p:spTgt spid="5">
                                                <p:txEl>
                                                  <p:pRg st="0" end="0"/>
                                                </p:txEl>
                                              </p:spTgt>
                                            </p:tgtEl>
                                            <p:attrNameLst>
                                              <p:attrName>style.visibility</p:attrName>
                                            </p:attrNameLst>
                                          </p:cBhvr>
                                          <p:to>
                                            <p:strVal val="visible"/>
                                          </p:to>
                                        </p:set>
                                        <p:anim calcmode="lin" valueType="num" p14:bounceEnd="67000">
                                          <p:cBhvr additive="base">
                                            <p:cTn id="96" dur="1000" fill="hold"/>
                                            <p:tgtEl>
                                              <p:spTgt spid="5">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97" dur="1000" fill="hold"/>
                                            <p:tgtEl>
                                              <p:spTgt spid="5">
                                                <p:txEl>
                                                  <p:pRg st="0" end="0"/>
                                                </p:txEl>
                                              </p:spTgt>
                                            </p:tgtEl>
                                            <p:attrNameLst>
                                              <p:attrName>ppt_y</p:attrName>
                                            </p:attrNameLst>
                                          </p:cBhvr>
                                          <p:tavLst>
                                            <p:tav tm="0">
                                              <p:val>
                                                <p:strVal val="#ppt_y"/>
                                              </p:val>
                                            </p:tav>
                                            <p:tav tm="100000">
                                              <p:val>
                                                <p:strVal val="#ppt_y"/>
                                              </p:val>
                                            </p:tav>
                                          </p:tavLst>
                                        </p:anim>
                                      </p:childTnLst>
                                    </p:cTn>
                                  </p:par>
                                  <p:par>
                                    <p:cTn id="98" presetID="2" presetClass="entr" presetSubtype="2" fill="hold" grpId="0" nodeType="withEffect" p14:presetBounceEnd="67000">
                                      <p:stCondLst>
                                        <p:cond delay="2750"/>
                                      </p:stCondLst>
                                      <p:childTnLst>
                                        <p:set>
                                          <p:cBhvr>
                                            <p:cTn id="99" dur="1" fill="hold">
                                              <p:stCondLst>
                                                <p:cond delay="0"/>
                                              </p:stCondLst>
                                            </p:cTn>
                                            <p:tgtEl>
                                              <p:spTgt spid="36">
                                                <p:txEl>
                                                  <p:pRg st="0" end="0"/>
                                                </p:txEl>
                                              </p:spTgt>
                                            </p:tgtEl>
                                            <p:attrNameLst>
                                              <p:attrName>style.visibility</p:attrName>
                                            </p:attrNameLst>
                                          </p:cBhvr>
                                          <p:to>
                                            <p:strVal val="visible"/>
                                          </p:to>
                                        </p:set>
                                        <p:anim calcmode="lin" valueType="num" p14:bounceEnd="67000">
                                          <p:cBhvr additive="base">
                                            <p:cTn id="100" dur="1000" fill="hold"/>
                                            <p:tgtEl>
                                              <p:spTgt spid="36">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101" dur="1000" fill="hold"/>
                                            <p:tgtEl>
                                              <p:spTgt spid="36">
                                                <p:txEl>
                                                  <p:pRg st="0" end="0"/>
                                                </p:txEl>
                                              </p:spTgt>
                                            </p:tgtEl>
                                            <p:attrNameLst>
                                              <p:attrName>ppt_y</p:attrName>
                                            </p:attrNameLst>
                                          </p:cBhvr>
                                          <p:tavLst>
                                            <p:tav tm="0">
                                              <p:val>
                                                <p:strVal val="#ppt_y"/>
                                              </p:val>
                                            </p:tav>
                                            <p:tav tm="100000">
                                              <p:val>
                                                <p:strVal val="#ppt_y"/>
                                              </p:val>
                                            </p:tav>
                                          </p:tavLst>
                                        </p:anim>
                                      </p:childTnLst>
                                    </p:cTn>
                                  </p:par>
                                  <p:par>
                                    <p:cTn id="102" presetID="2" presetClass="entr" presetSubtype="2" fill="hold" grpId="0" nodeType="withEffect" p14:presetBounceEnd="67000">
                                      <p:stCondLst>
                                        <p:cond delay="2750"/>
                                      </p:stCondLst>
                                      <p:childTnLst>
                                        <p:set>
                                          <p:cBhvr>
                                            <p:cTn id="103" dur="1" fill="hold">
                                              <p:stCondLst>
                                                <p:cond delay="0"/>
                                              </p:stCondLst>
                                            </p:cTn>
                                            <p:tgtEl>
                                              <p:spTgt spid="45">
                                                <p:txEl>
                                                  <p:pRg st="0" end="0"/>
                                                </p:txEl>
                                              </p:spTgt>
                                            </p:tgtEl>
                                            <p:attrNameLst>
                                              <p:attrName>style.visibility</p:attrName>
                                            </p:attrNameLst>
                                          </p:cBhvr>
                                          <p:to>
                                            <p:strVal val="visible"/>
                                          </p:to>
                                        </p:set>
                                        <p:anim calcmode="lin" valueType="num" p14:bounceEnd="67000">
                                          <p:cBhvr additive="base">
                                            <p:cTn id="104" dur="1000" fill="hold"/>
                                            <p:tgtEl>
                                              <p:spTgt spid="45">
                                                <p:txEl>
                                                  <p:pRg st="0" end="0"/>
                                                </p:txEl>
                                              </p:spTgt>
                                            </p:tgtEl>
                                            <p:attrNameLst>
                                              <p:attrName>ppt_x</p:attrName>
                                            </p:attrNameLst>
                                          </p:cBhvr>
                                          <p:tavLst>
                                            <p:tav tm="0">
                                              <p:val>
                                                <p:strVal val="1+#ppt_w/2"/>
                                              </p:val>
                                            </p:tav>
                                            <p:tav tm="100000">
                                              <p:val>
                                                <p:strVal val="#ppt_x"/>
                                              </p:val>
                                            </p:tav>
                                          </p:tavLst>
                                        </p:anim>
                                        <p:anim calcmode="lin" valueType="num" p14:bounceEnd="67000">
                                          <p:cBhvr additive="base">
                                            <p:cTn id="105" dur="1000" fill="hold"/>
                                            <p:tgtEl>
                                              <p:spTgt spid="45">
                                                <p:txEl>
                                                  <p:pRg st="0" end="0"/>
                                                </p:txEl>
                                              </p:spTgt>
                                            </p:tgtEl>
                                            <p:attrNameLst>
                                              <p:attrName>ppt_y</p:attrName>
                                            </p:attrNameLst>
                                          </p:cBhvr>
                                          <p:tavLst>
                                            <p:tav tm="0">
                                              <p:val>
                                                <p:strVal val="#ppt_y"/>
                                              </p:val>
                                            </p:tav>
                                            <p:tav tm="100000">
                                              <p:val>
                                                <p:strVal val="#ppt_y"/>
                                              </p:val>
                                            </p:tav>
                                          </p:tavLst>
                                        </p:anim>
                                      </p:childTnLst>
                                    </p:cTn>
                                  </p:par>
                                  <p:par>
                                    <p:cTn id="106" presetID="47" presetClass="entr" presetSubtype="0" fill="hold" grpId="0" nodeType="withEffect">
                                      <p:stCondLst>
                                        <p:cond delay="2750"/>
                                      </p:stCondLst>
                                      <p:childTnLst>
                                        <p:set>
                                          <p:cBhvr>
                                            <p:cTn id="107" dur="1" fill="hold">
                                              <p:stCondLst>
                                                <p:cond delay="0"/>
                                              </p:stCondLst>
                                            </p:cTn>
                                            <p:tgtEl>
                                              <p:spTgt spid="44">
                                                <p:txEl>
                                                  <p:pRg st="0" end="0"/>
                                                </p:txEl>
                                              </p:spTgt>
                                            </p:tgtEl>
                                            <p:attrNameLst>
                                              <p:attrName>style.visibility</p:attrName>
                                            </p:attrNameLst>
                                          </p:cBhvr>
                                          <p:to>
                                            <p:strVal val="visible"/>
                                          </p:to>
                                        </p:set>
                                        <p:animEffect transition="in" filter="fade">
                                          <p:cBhvr>
                                            <p:cTn id="108" dur="1000"/>
                                            <p:tgtEl>
                                              <p:spTgt spid="44">
                                                <p:txEl>
                                                  <p:pRg st="0" end="0"/>
                                                </p:txEl>
                                              </p:spTgt>
                                            </p:tgtEl>
                                          </p:cBhvr>
                                        </p:animEffect>
                                        <p:anim calcmode="lin" valueType="num">
                                          <p:cBhvr>
                                            <p:cTn id="109" dur="100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10" dur="1000" fill="hold"/>
                                            <p:tgtEl>
                                              <p:spTgt spid="4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6" grpId="0" animBg="1"/>
          <p:bldP spid="27" grpId="0" animBg="1"/>
          <p:bldP spid="28" grpId="0" animBg="1"/>
          <p:bldP spid="2" grpId="0" build="p"/>
          <p:bldP spid="3" grpId="0" build="p"/>
          <p:bldP spid="4" grpId="0" build="p"/>
          <p:bldP spid="5" grpId="0" build="p"/>
          <p:bldP spid="36" grpId="0" build="p"/>
          <p:bldP spid="44" grpId="0" build="p"/>
          <p:bldP spid="45"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000" fill="hold"/>
                                            <p:tgtEl>
                                              <p:spTgt spid="14"/>
                                            </p:tgtEl>
                                            <p:attrNameLst>
                                              <p:attrName>ppt_x</p:attrName>
                                            </p:attrNameLst>
                                          </p:cBhvr>
                                          <p:tavLst>
                                            <p:tav tm="0">
                                              <p:val>
                                                <p:strVal val="#ppt_x"/>
                                              </p:val>
                                            </p:tav>
                                            <p:tav tm="100000">
                                              <p:val>
                                                <p:strVal val="#ppt_x"/>
                                              </p:val>
                                            </p:tav>
                                          </p:tavLst>
                                        </p:anim>
                                        <p:anim calcmode="lin" valueType="num">
                                          <p:cBhvr additive="base">
                                            <p:cTn id="16" dur="10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000" fill="hold"/>
                                            <p:tgtEl>
                                              <p:spTgt spid="11"/>
                                            </p:tgtEl>
                                            <p:attrNameLst>
                                              <p:attrName>ppt_x</p:attrName>
                                            </p:attrNameLst>
                                          </p:cBhvr>
                                          <p:tavLst>
                                            <p:tav tm="0">
                                              <p:val>
                                                <p:strVal val="#ppt_x"/>
                                              </p:val>
                                            </p:tav>
                                            <p:tav tm="100000">
                                              <p:val>
                                                <p:strVal val="#ppt_x"/>
                                              </p:val>
                                            </p:tav>
                                          </p:tavLst>
                                        </p:anim>
                                        <p:anim calcmode="lin" valueType="num">
                                          <p:cBhvr additive="base">
                                            <p:cTn id="20" dur="1000" fill="hold"/>
                                            <p:tgtEl>
                                              <p:spTgt spid="11"/>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000" fill="hold"/>
                                            <p:tgtEl>
                                              <p:spTgt spid="15"/>
                                            </p:tgtEl>
                                            <p:attrNameLst>
                                              <p:attrName>ppt_x</p:attrName>
                                            </p:attrNameLst>
                                          </p:cBhvr>
                                          <p:tavLst>
                                            <p:tav tm="0">
                                              <p:val>
                                                <p:strVal val="#ppt_x"/>
                                              </p:val>
                                            </p:tav>
                                            <p:tav tm="100000">
                                              <p:val>
                                                <p:strVal val="#ppt_x"/>
                                              </p:val>
                                            </p:tav>
                                          </p:tavLst>
                                        </p:anim>
                                        <p:anim calcmode="lin" valueType="num">
                                          <p:cBhvr additive="base">
                                            <p:cTn id="24" dur="10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500"/>
                                      </p:st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1000" fill="hold"/>
                                            <p:tgtEl>
                                              <p:spTgt spid="20"/>
                                            </p:tgtEl>
                                            <p:attrNameLst>
                                              <p:attrName>ppt_x</p:attrName>
                                            </p:attrNameLst>
                                          </p:cBhvr>
                                          <p:tavLst>
                                            <p:tav tm="0">
                                              <p:val>
                                                <p:strVal val="#ppt_x"/>
                                              </p:val>
                                            </p:tav>
                                            <p:tav tm="100000">
                                              <p:val>
                                                <p:strVal val="#ppt_x"/>
                                              </p:val>
                                            </p:tav>
                                          </p:tavLst>
                                        </p:anim>
                                        <p:anim calcmode="lin" valueType="num">
                                          <p:cBhvr additive="base">
                                            <p:cTn id="28" dur="1000" fill="hold"/>
                                            <p:tgtEl>
                                              <p:spTgt spid="20"/>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60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1000" fill="hold"/>
                                            <p:tgtEl>
                                              <p:spTgt spid="21"/>
                                            </p:tgtEl>
                                            <p:attrNameLst>
                                              <p:attrName>ppt_x</p:attrName>
                                            </p:attrNameLst>
                                          </p:cBhvr>
                                          <p:tavLst>
                                            <p:tav tm="0">
                                              <p:val>
                                                <p:strVal val="#ppt_x"/>
                                              </p:val>
                                            </p:tav>
                                            <p:tav tm="100000">
                                              <p:val>
                                                <p:strVal val="#ppt_x"/>
                                              </p:val>
                                            </p:tav>
                                          </p:tavLst>
                                        </p:anim>
                                        <p:anim calcmode="lin" valueType="num">
                                          <p:cBhvr additive="base">
                                            <p:cTn id="32" dur="1000" fill="hold"/>
                                            <p:tgtEl>
                                              <p:spTgt spid="21"/>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70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000" fill="hold"/>
                                            <p:tgtEl>
                                              <p:spTgt spid="16"/>
                                            </p:tgtEl>
                                            <p:attrNameLst>
                                              <p:attrName>ppt_x</p:attrName>
                                            </p:attrNameLst>
                                          </p:cBhvr>
                                          <p:tavLst>
                                            <p:tav tm="0">
                                              <p:val>
                                                <p:strVal val="#ppt_x"/>
                                              </p:val>
                                            </p:tav>
                                            <p:tav tm="100000">
                                              <p:val>
                                                <p:strVal val="#ppt_x"/>
                                              </p:val>
                                            </p:tav>
                                          </p:tavLst>
                                        </p:anim>
                                        <p:anim calcmode="lin" valueType="num">
                                          <p:cBhvr additive="base">
                                            <p:cTn id="36" dur="1000" fill="hold"/>
                                            <p:tgtEl>
                                              <p:spTgt spid="16"/>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stCondLst>
                                        <p:cond delay="8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000" fill="hold"/>
                                            <p:tgtEl>
                                              <p:spTgt spid="26"/>
                                            </p:tgtEl>
                                            <p:attrNameLst>
                                              <p:attrName>ppt_x</p:attrName>
                                            </p:attrNameLst>
                                          </p:cBhvr>
                                          <p:tavLst>
                                            <p:tav tm="0">
                                              <p:val>
                                                <p:strVal val="#ppt_x"/>
                                              </p:val>
                                            </p:tav>
                                            <p:tav tm="100000">
                                              <p:val>
                                                <p:strVal val="#ppt_x"/>
                                              </p:val>
                                            </p:tav>
                                          </p:tavLst>
                                        </p:anim>
                                        <p:anim calcmode="lin" valueType="num">
                                          <p:cBhvr additive="base">
                                            <p:cTn id="40" dur="1000" fill="hold"/>
                                            <p:tgtEl>
                                              <p:spTgt spid="26"/>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90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1000" fill="hold"/>
                                            <p:tgtEl>
                                              <p:spTgt spid="23"/>
                                            </p:tgtEl>
                                            <p:attrNameLst>
                                              <p:attrName>ppt_x</p:attrName>
                                            </p:attrNameLst>
                                          </p:cBhvr>
                                          <p:tavLst>
                                            <p:tav tm="0">
                                              <p:val>
                                                <p:strVal val="#ppt_x"/>
                                              </p:val>
                                            </p:tav>
                                            <p:tav tm="100000">
                                              <p:val>
                                                <p:strVal val="#ppt_x"/>
                                              </p:val>
                                            </p:tav>
                                          </p:tavLst>
                                        </p:anim>
                                        <p:anim calcmode="lin" valueType="num">
                                          <p:cBhvr additive="base">
                                            <p:cTn id="44" dur="1000" fill="hold"/>
                                            <p:tgtEl>
                                              <p:spTgt spid="23"/>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100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1000" fill="hold"/>
                                            <p:tgtEl>
                                              <p:spTgt spid="19"/>
                                            </p:tgtEl>
                                            <p:attrNameLst>
                                              <p:attrName>ppt_x</p:attrName>
                                            </p:attrNameLst>
                                          </p:cBhvr>
                                          <p:tavLst>
                                            <p:tav tm="0">
                                              <p:val>
                                                <p:strVal val="#ppt_x"/>
                                              </p:val>
                                            </p:tav>
                                            <p:tav tm="100000">
                                              <p:val>
                                                <p:strVal val="#ppt_x"/>
                                              </p:val>
                                            </p:tav>
                                          </p:tavLst>
                                        </p:anim>
                                        <p:anim calcmode="lin" valueType="num">
                                          <p:cBhvr additive="base">
                                            <p:cTn id="48" dur="1000" fill="hold"/>
                                            <p:tgtEl>
                                              <p:spTgt spid="19"/>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stCondLst>
                                        <p:cond delay="110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1000" fill="hold"/>
                                            <p:tgtEl>
                                              <p:spTgt spid="22"/>
                                            </p:tgtEl>
                                            <p:attrNameLst>
                                              <p:attrName>ppt_x</p:attrName>
                                            </p:attrNameLst>
                                          </p:cBhvr>
                                          <p:tavLst>
                                            <p:tav tm="0">
                                              <p:val>
                                                <p:strVal val="#ppt_x"/>
                                              </p:val>
                                            </p:tav>
                                            <p:tav tm="100000">
                                              <p:val>
                                                <p:strVal val="#ppt_x"/>
                                              </p:val>
                                            </p:tav>
                                          </p:tavLst>
                                        </p:anim>
                                        <p:anim calcmode="lin" valueType="num">
                                          <p:cBhvr additive="base">
                                            <p:cTn id="52" dur="1000" fill="hold"/>
                                            <p:tgtEl>
                                              <p:spTgt spid="22"/>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120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1000" fill="hold"/>
                                            <p:tgtEl>
                                              <p:spTgt spid="18"/>
                                            </p:tgtEl>
                                            <p:attrNameLst>
                                              <p:attrName>ppt_x</p:attrName>
                                            </p:attrNameLst>
                                          </p:cBhvr>
                                          <p:tavLst>
                                            <p:tav tm="0">
                                              <p:val>
                                                <p:strVal val="#ppt_x"/>
                                              </p:val>
                                            </p:tav>
                                            <p:tav tm="100000">
                                              <p:val>
                                                <p:strVal val="#ppt_x"/>
                                              </p:val>
                                            </p:tav>
                                          </p:tavLst>
                                        </p:anim>
                                        <p:anim calcmode="lin" valueType="num">
                                          <p:cBhvr additive="base">
                                            <p:cTn id="56" dur="1000" fill="hold"/>
                                            <p:tgtEl>
                                              <p:spTgt spid="18"/>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130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1000" fill="hold"/>
                                            <p:tgtEl>
                                              <p:spTgt spid="13"/>
                                            </p:tgtEl>
                                            <p:attrNameLst>
                                              <p:attrName>ppt_x</p:attrName>
                                            </p:attrNameLst>
                                          </p:cBhvr>
                                          <p:tavLst>
                                            <p:tav tm="0">
                                              <p:val>
                                                <p:strVal val="#ppt_x"/>
                                              </p:val>
                                            </p:tav>
                                            <p:tav tm="100000">
                                              <p:val>
                                                <p:strVal val="#ppt_x"/>
                                              </p:val>
                                            </p:tav>
                                          </p:tavLst>
                                        </p:anim>
                                        <p:anim calcmode="lin" valueType="num">
                                          <p:cBhvr additive="base">
                                            <p:cTn id="60" dur="1000" fill="hold"/>
                                            <p:tgtEl>
                                              <p:spTgt spid="13"/>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140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1000" fill="hold"/>
                                            <p:tgtEl>
                                              <p:spTgt spid="12"/>
                                            </p:tgtEl>
                                            <p:attrNameLst>
                                              <p:attrName>ppt_x</p:attrName>
                                            </p:attrNameLst>
                                          </p:cBhvr>
                                          <p:tavLst>
                                            <p:tav tm="0">
                                              <p:val>
                                                <p:strVal val="#ppt_x"/>
                                              </p:val>
                                            </p:tav>
                                            <p:tav tm="100000">
                                              <p:val>
                                                <p:strVal val="#ppt_x"/>
                                              </p:val>
                                            </p:tav>
                                          </p:tavLst>
                                        </p:anim>
                                        <p:anim calcmode="lin" valueType="num">
                                          <p:cBhvr additive="base">
                                            <p:cTn id="64" dur="1000" fill="hold"/>
                                            <p:tgtEl>
                                              <p:spTgt spid="12"/>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150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1000" fill="hold"/>
                                            <p:tgtEl>
                                              <p:spTgt spid="27"/>
                                            </p:tgtEl>
                                            <p:attrNameLst>
                                              <p:attrName>ppt_x</p:attrName>
                                            </p:attrNameLst>
                                          </p:cBhvr>
                                          <p:tavLst>
                                            <p:tav tm="0">
                                              <p:val>
                                                <p:strVal val="#ppt_x"/>
                                              </p:val>
                                            </p:tav>
                                            <p:tav tm="100000">
                                              <p:val>
                                                <p:strVal val="#ppt_x"/>
                                              </p:val>
                                            </p:tav>
                                          </p:tavLst>
                                        </p:anim>
                                        <p:anim calcmode="lin" valueType="num">
                                          <p:cBhvr additive="base">
                                            <p:cTn id="68" dur="1000" fill="hold"/>
                                            <p:tgtEl>
                                              <p:spTgt spid="2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160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1000" fill="hold"/>
                                            <p:tgtEl>
                                              <p:spTgt spid="28"/>
                                            </p:tgtEl>
                                            <p:attrNameLst>
                                              <p:attrName>ppt_x</p:attrName>
                                            </p:attrNameLst>
                                          </p:cBhvr>
                                          <p:tavLst>
                                            <p:tav tm="0">
                                              <p:val>
                                                <p:strVal val="#ppt_x"/>
                                              </p:val>
                                            </p:tav>
                                            <p:tav tm="100000">
                                              <p:val>
                                                <p:strVal val="#ppt_x"/>
                                              </p:val>
                                            </p:tav>
                                          </p:tavLst>
                                        </p:anim>
                                        <p:anim calcmode="lin" valueType="num">
                                          <p:cBhvr additive="base">
                                            <p:cTn id="72" dur="1000" fill="hold"/>
                                            <p:tgtEl>
                                              <p:spTgt spid="2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1700"/>
                                      </p:stCondLst>
                                      <p:childTnLst>
                                        <p:set>
                                          <p:cBhvr>
                                            <p:cTn id="74" dur="1" fill="hold">
                                              <p:stCondLst>
                                                <p:cond delay="0"/>
                                              </p:stCondLst>
                                            </p:cTn>
                                            <p:tgtEl>
                                              <p:spTgt spid="24"/>
                                            </p:tgtEl>
                                            <p:attrNameLst>
                                              <p:attrName>style.visibility</p:attrName>
                                            </p:attrNameLst>
                                          </p:cBhvr>
                                          <p:to>
                                            <p:strVal val="visible"/>
                                          </p:to>
                                        </p:set>
                                        <p:anim calcmode="lin" valueType="num">
                                          <p:cBhvr additive="base">
                                            <p:cTn id="75" dur="1000" fill="hold"/>
                                            <p:tgtEl>
                                              <p:spTgt spid="24"/>
                                            </p:tgtEl>
                                            <p:attrNameLst>
                                              <p:attrName>ppt_x</p:attrName>
                                            </p:attrNameLst>
                                          </p:cBhvr>
                                          <p:tavLst>
                                            <p:tav tm="0">
                                              <p:val>
                                                <p:strVal val="#ppt_x"/>
                                              </p:val>
                                            </p:tav>
                                            <p:tav tm="100000">
                                              <p:val>
                                                <p:strVal val="#ppt_x"/>
                                              </p:val>
                                            </p:tav>
                                          </p:tavLst>
                                        </p:anim>
                                        <p:anim calcmode="lin" valueType="num">
                                          <p:cBhvr additive="base">
                                            <p:cTn id="76" dur="1000" fill="hold"/>
                                            <p:tgtEl>
                                              <p:spTgt spid="24"/>
                                            </p:tgtEl>
                                            <p:attrNameLst>
                                              <p:attrName>ppt_y</p:attrName>
                                            </p:attrNameLst>
                                          </p:cBhvr>
                                          <p:tavLst>
                                            <p:tav tm="0">
                                              <p:val>
                                                <p:strVal val="0-#ppt_h/2"/>
                                              </p:val>
                                            </p:tav>
                                            <p:tav tm="100000">
                                              <p:val>
                                                <p:strVal val="#ppt_y"/>
                                              </p:val>
                                            </p:tav>
                                          </p:tavLst>
                                        </p:anim>
                                      </p:childTnLst>
                                    </p:cTn>
                                  </p:par>
                                  <p:par>
                                    <p:cTn id="77" presetID="53" presetClass="entr" presetSubtype="16" fill="hold" nodeType="withEffect">
                                      <p:stCondLst>
                                        <p:cond delay="2500"/>
                                      </p:stCondLst>
                                      <p:childTnLst>
                                        <p:set>
                                          <p:cBhvr>
                                            <p:cTn id="78" dur="1" fill="hold">
                                              <p:stCondLst>
                                                <p:cond delay="0"/>
                                              </p:stCondLst>
                                            </p:cTn>
                                            <p:tgtEl>
                                              <p:spTgt spid="38"/>
                                            </p:tgtEl>
                                            <p:attrNameLst>
                                              <p:attrName>style.visibility</p:attrName>
                                            </p:attrNameLst>
                                          </p:cBhvr>
                                          <p:to>
                                            <p:strVal val="visible"/>
                                          </p:to>
                                        </p:set>
                                        <p:anim calcmode="lin" valueType="num">
                                          <p:cBhvr>
                                            <p:cTn id="79" dur="500" fill="hold"/>
                                            <p:tgtEl>
                                              <p:spTgt spid="38"/>
                                            </p:tgtEl>
                                            <p:attrNameLst>
                                              <p:attrName>ppt_w</p:attrName>
                                            </p:attrNameLst>
                                          </p:cBhvr>
                                          <p:tavLst>
                                            <p:tav tm="0">
                                              <p:val>
                                                <p:fltVal val="0"/>
                                              </p:val>
                                            </p:tav>
                                            <p:tav tm="100000">
                                              <p:val>
                                                <p:strVal val="#ppt_w"/>
                                              </p:val>
                                            </p:tav>
                                          </p:tavLst>
                                        </p:anim>
                                        <p:anim calcmode="lin" valueType="num">
                                          <p:cBhvr>
                                            <p:cTn id="80" dur="500" fill="hold"/>
                                            <p:tgtEl>
                                              <p:spTgt spid="38"/>
                                            </p:tgtEl>
                                            <p:attrNameLst>
                                              <p:attrName>ppt_h</p:attrName>
                                            </p:attrNameLst>
                                          </p:cBhvr>
                                          <p:tavLst>
                                            <p:tav tm="0">
                                              <p:val>
                                                <p:fltVal val="0"/>
                                              </p:val>
                                            </p:tav>
                                            <p:tav tm="100000">
                                              <p:val>
                                                <p:strVal val="#ppt_h"/>
                                              </p:val>
                                            </p:tav>
                                          </p:tavLst>
                                        </p:anim>
                                        <p:animEffect transition="in" filter="fade">
                                          <p:cBhvr>
                                            <p:cTn id="81" dur="500"/>
                                            <p:tgtEl>
                                              <p:spTgt spid="38"/>
                                            </p:tgtEl>
                                          </p:cBhvr>
                                        </p:animEffect>
                                      </p:childTnLst>
                                    </p:cTn>
                                  </p:par>
                                  <p:par>
                                    <p:cTn id="82" presetID="2" presetClass="entr" presetSubtype="2" fill="hold" grpId="0" nodeType="withEffect">
                                      <p:stCondLst>
                                        <p:cond delay="2750"/>
                                      </p:stCondLst>
                                      <p:childTnLst>
                                        <p:set>
                                          <p:cBhvr>
                                            <p:cTn id="83" dur="1" fill="hold">
                                              <p:stCondLst>
                                                <p:cond delay="0"/>
                                              </p:stCondLst>
                                            </p:cTn>
                                            <p:tgtEl>
                                              <p:spTgt spid="2">
                                                <p:txEl>
                                                  <p:pRg st="0" end="0"/>
                                                </p:txEl>
                                              </p:spTgt>
                                            </p:tgtEl>
                                            <p:attrNameLst>
                                              <p:attrName>style.visibility</p:attrName>
                                            </p:attrNameLst>
                                          </p:cBhvr>
                                          <p:to>
                                            <p:strVal val="visible"/>
                                          </p:to>
                                        </p:set>
                                        <p:anim calcmode="lin" valueType="num">
                                          <p:cBhvr additive="base">
                                            <p:cTn id="84" dur="1000" fill="hold"/>
                                            <p:tgtEl>
                                              <p:spTgt spid="2">
                                                <p:txEl>
                                                  <p:pRg st="0" end="0"/>
                                                </p:txEl>
                                              </p:spTgt>
                                            </p:tgtEl>
                                            <p:attrNameLst>
                                              <p:attrName>ppt_x</p:attrName>
                                            </p:attrNameLst>
                                          </p:cBhvr>
                                          <p:tavLst>
                                            <p:tav tm="0">
                                              <p:val>
                                                <p:strVal val="1+#ppt_w/2"/>
                                              </p:val>
                                            </p:tav>
                                            <p:tav tm="100000">
                                              <p:val>
                                                <p:strVal val="#ppt_x"/>
                                              </p:val>
                                            </p:tav>
                                          </p:tavLst>
                                        </p:anim>
                                        <p:anim calcmode="lin" valueType="num">
                                          <p:cBhvr additive="base">
                                            <p:cTn id="85" dur="1000" fill="hold"/>
                                            <p:tgtEl>
                                              <p:spTgt spid="2">
                                                <p:txEl>
                                                  <p:pRg st="0" end="0"/>
                                                </p:txEl>
                                              </p:spTgt>
                                            </p:tgtEl>
                                            <p:attrNameLst>
                                              <p:attrName>ppt_y</p:attrName>
                                            </p:attrNameLst>
                                          </p:cBhvr>
                                          <p:tavLst>
                                            <p:tav tm="0">
                                              <p:val>
                                                <p:strVal val="#ppt_y"/>
                                              </p:val>
                                            </p:tav>
                                            <p:tav tm="100000">
                                              <p:val>
                                                <p:strVal val="#ppt_y"/>
                                              </p:val>
                                            </p:tav>
                                          </p:tavLst>
                                        </p:anim>
                                      </p:childTnLst>
                                    </p:cTn>
                                  </p:par>
                                  <p:par>
                                    <p:cTn id="86" presetID="2" presetClass="entr" presetSubtype="2" fill="hold" grpId="0" nodeType="withEffect">
                                      <p:stCondLst>
                                        <p:cond delay="2750"/>
                                      </p:stCondLst>
                                      <p:childTnLst>
                                        <p:set>
                                          <p:cBhvr>
                                            <p:cTn id="87" dur="1" fill="hold">
                                              <p:stCondLst>
                                                <p:cond delay="0"/>
                                              </p:stCondLst>
                                            </p:cTn>
                                            <p:tgtEl>
                                              <p:spTgt spid="3">
                                                <p:txEl>
                                                  <p:pRg st="0" end="0"/>
                                                </p:txEl>
                                              </p:spTgt>
                                            </p:tgtEl>
                                            <p:attrNameLst>
                                              <p:attrName>style.visibility</p:attrName>
                                            </p:attrNameLst>
                                          </p:cBhvr>
                                          <p:to>
                                            <p:strVal val="visible"/>
                                          </p:to>
                                        </p:set>
                                        <p:anim calcmode="lin" valueType="num">
                                          <p:cBhvr additive="base">
                                            <p:cTn id="88" dur="1000" fill="hold"/>
                                            <p:tgtEl>
                                              <p:spTgt spid="3">
                                                <p:txEl>
                                                  <p:pRg st="0" end="0"/>
                                                </p:txEl>
                                              </p:spTgt>
                                            </p:tgtEl>
                                            <p:attrNameLst>
                                              <p:attrName>ppt_x</p:attrName>
                                            </p:attrNameLst>
                                          </p:cBhvr>
                                          <p:tavLst>
                                            <p:tav tm="0">
                                              <p:val>
                                                <p:strVal val="1+#ppt_w/2"/>
                                              </p:val>
                                            </p:tav>
                                            <p:tav tm="100000">
                                              <p:val>
                                                <p:strVal val="#ppt_x"/>
                                              </p:val>
                                            </p:tav>
                                          </p:tavLst>
                                        </p:anim>
                                        <p:anim calcmode="lin" valueType="num">
                                          <p:cBhvr additive="base">
                                            <p:cTn id="89" dur="1000" fill="hold"/>
                                            <p:tgtEl>
                                              <p:spTgt spid="3">
                                                <p:txEl>
                                                  <p:pRg st="0" end="0"/>
                                                </p:txEl>
                                              </p:spTgt>
                                            </p:tgtEl>
                                            <p:attrNameLst>
                                              <p:attrName>ppt_y</p:attrName>
                                            </p:attrNameLst>
                                          </p:cBhvr>
                                          <p:tavLst>
                                            <p:tav tm="0">
                                              <p:val>
                                                <p:strVal val="#ppt_y"/>
                                              </p:val>
                                            </p:tav>
                                            <p:tav tm="100000">
                                              <p:val>
                                                <p:strVal val="#ppt_y"/>
                                              </p:val>
                                            </p:tav>
                                          </p:tavLst>
                                        </p:anim>
                                      </p:childTnLst>
                                    </p:cTn>
                                  </p:par>
                                  <p:par>
                                    <p:cTn id="90" presetID="2" presetClass="entr" presetSubtype="2" fill="hold" grpId="0" nodeType="withEffect">
                                      <p:stCondLst>
                                        <p:cond delay="2750"/>
                                      </p:stCondLst>
                                      <p:childTnLst>
                                        <p:set>
                                          <p:cBhvr>
                                            <p:cTn id="91" dur="1" fill="hold">
                                              <p:stCondLst>
                                                <p:cond delay="0"/>
                                              </p:stCondLst>
                                            </p:cTn>
                                            <p:tgtEl>
                                              <p:spTgt spid="4">
                                                <p:txEl>
                                                  <p:pRg st="0" end="0"/>
                                                </p:txEl>
                                              </p:spTgt>
                                            </p:tgtEl>
                                            <p:attrNameLst>
                                              <p:attrName>style.visibility</p:attrName>
                                            </p:attrNameLst>
                                          </p:cBhvr>
                                          <p:to>
                                            <p:strVal val="visible"/>
                                          </p:to>
                                        </p:set>
                                        <p:anim calcmode="lin" valueType="num">
                                          <p:cBhvr additive="base">
                                            <p:cTn id="92" dur="10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93" dur="1000" fill="hold"/>
                                            <p:tgtEl>
                                              <p:spTgt spid="4">
                                                <p:txEl>
                                                  <p:pRg st="0" end="0"/>
                                                </p:txEl>
                                              </p:spTgt>
                                            </p:tgtEl>
                                            <p:attrNameLst>
                                              <p:attrName>ppt_y</p:attrName>
                                            </p:attrNameLst>
                                          </p:cBhvr>
                                          <p:tavLst>
                                            <p:tav tm="0">
                                              <p:val>
                                                <p:strVal val="#ppt_y"/>
                                              </p:val>
                                            </p:tav>
                                            <p:tav tm="100000">
                                              <p:val>
                                                <p:strVal val="#ppt_y"/>
                                              </p:val>
                                            </p:tav>
                                          </p:tavLst>
                                        </p:anim>
                                      </p:childTnLst>
                                    </p:cTn>
                                  </p:par>
                                  <p:par>
                                    <p:cTn id="94" presetID="2" presetClass="entr" presetSubtype="2" fill="hold" grpId="0" nodeType="withEffect">
                                      <p:stCondLst>
                                        <p:cond delay="2750"/>
                                      </p:stCondLst>
                                      <p:childTnLst>
                                        <p:set>
                                          <p:cBhvr>
                                            <p:cTn id="95" dur="1" fill="hold">
                                              <p:stCondLst>
                                                <p:cond delay="0"/>
                                              </p:stCondLst>
                                            </p:cTn>
                                            <p:tgtEl>
                                              <p:spTgt spid="5">
                                                <p:txEl>
                                                  <p:pRg st="0" end="0"/>
                                                </p:txEl>
                                              </p:spTgt>
                                            </p:tgtEl>
                                            <p:attrNameLst>
                                              <p:attrName>style.visibility</p:attrName>
                                            </p:attrNameLst>
                                          </p:cBhvr>
                                          <p:to>
                                            <p:strVal val="visible"/>
                                          </p:to>
                                        </p:set>
                                        <p:anim calcmode="lin" valueType="num">
                                          <p:cBhvr additive="base">
                                            <p:cTn id="96" dur="1000" fill="hold"/>
                                            <p:tgtEl>
                                              <p:spTgt spid="5">
                                                <p:txEl>
                                                  <p:pRg st="0" end="0"/>
                                                </p:txEl>
                                              </p:spTgt>
                                            </p:tgtEl>
                                            <p:attrNameLst>
                                              <p:attrName>ppt_x</p:attrName>
                                            </p:attrNameLst>
                                          </p:cBhvr>
                                          <p:tavLst>
                                            <p:tav tm="0">
                                              <p:val>
                                                <p:strVal val="1+#ppt_w/2"/>
                                              </p:val>
                                            </p:tav>
                                            <p:tav tm="100000">
                                              <p:val>
                                                <p:strVal val="#ppt_x"/>
                                              </p:val>
                                            </p:tav>
                                          </p:tavLst>
                                        </p:anim>
                                        <p:anim calcmode="lin" valueType="num">
                                          <p:cBhvr additive="base">
                                            <p:cTn id="97" dur="1000" fill="hold"/>
                                            <p:tgtEl>
                                              <p:spTgt spid="5">
                                                <p:txEl>
                                                  <p:pRg st="0" end="0"/>
                                                </p:txEl>
                                              </p:spTgt>
                                            </p:tgtEl>
                                            <p:attrNameLst>
                                              <p:attrName>ppt_y</p:attrName>
                                            </p:attrNameLst>
                                          </p:cBhvr>
                                          <p:tavLst>
                                            <p:tav tm="0">
                                              <p:val>
                                                <p:strVal val="#ppt_y"/>
                                              </p:val>
                                            </p:tav>
                                            <p:tav tm="100000">
                                              <p:val>
                                                <p:strVal val="#ppt_y"/>
                                              </p:val>
                                            </p:tav>
                                          </p:tavLst>
                                        </p:anim>
                                      </p:childTnLst>
                                    </p:cTn>
                                  </p:par>
                                  <p:par>
                                    <p:cTn id="98" presetID="2" presetClass="entr" presetSubtype="2" fill="hold" grpId="0" nodeType="withEffect">
                                      <p:stCondLst>
                                        <p:cond delay="2750"/>
                                      </p:stCondLst>
                                      <p:childTnLst>
                                        <p:set>
                                          <p:cBhvr>
                                            <p:cTn id="99" dur="1" fill="hold">
                                              <p:stCondLst>
                                                <p:cond delay="0"/>
                                              </p:stCondLst>
                                            </p:cTn>
                                            <p:tgtEl>
                                              <p:spTgt spid="36">
                                                <p:txEl>
                                                  <p:pRg st="0" end="0"/>
                                                </p:txEl>
                                              </p:spTgt>
                                            </p:tgtEl>
                                            <p:attrNameLst>
                                              <p:attrName>style.visibility</p:attrName>
                                            </p:attrNameLst>
                                          </p:cBhvr>
                                          <p:to>
                                            <p:strVal val="visible"/>
                                          </p:to>
                                        </p:set>
                                        <p:anim calcmode="lin" valueType="num">
                                          <p:cBhvr additive="base">
                                            <p:cTn id="100" dur="1000" fill="hold"/>
                                            <p:tgtEl>
                                              <p:spTgt spid="36">
                                                <p:txEl>
                                                  <p:pRg st="0" end="0"/>
                                                </p:txEl>
                                              </p:spTgt>
                                            </p:tgtEl>
                                            <p:attrNameLst>
                                              <p:attrName>ppt_x</p:attrName>
                                            </p:attrNameLst>
                                          </p:cBhvr>
                                          <p:tavLst>
                                            <p:tav tm="0">
                                              <p:val>
                                                <p:strVal val="1+#ppt_w/2"/>
                                              </p:val>
                                            </p:tav>
                                            <p:tav tm="100000">
                                              <p:val>
                                                <p:strVal val="#ppt_x"/>
                                              </p:val>
                                            </p:tav>
                                          </p:tavLst>
                                        </p:anim>
                                        <p:anim calcmode="lin" valueType="num">
                                          <p:cBhvr additive="base">
                                            <p:cTn id="101" dur="1000" fill="hold"/>
                                            <p:tgtEl>
                                              <p:spTgt spid="36">
                                                <p:txEl>
                                                  <p:pRg st="0" end="0"/>
                                                </p:txEl>
                                              </p:spTgt>
                                            </p:tgtEl>
                                            <p:attrNameLst>
                                              <p:attrName>ppt_y</p:attrName>
                                            </p:attrNameLst>
                                          </p:cBhvr>
                                          <p:tavLst>
                                            <p:tav tm="0">
                                              <p:val>
                                                <p:strVal val="#ppt_y"/>
                                              </p:val>
                                            </p:tav>
                                            <p:tav tm="100000">
                                              <p:val>
                                                <p:strVal val="#ppt_y"/>
                                              </p:val>
                                            </p:tav>
                                          </p:tavLst>
                                        </p:anim>
                                      </p:childTnLst>
                                    </p:cTn>
                                  </p:par>
                                  <p:par>
                                    <p:cTn id="102" presetID="2" presetClass="entr" presetSubtype="2" fill="hold" grpId="0" nodeType="withEffect">
                                      <p:stCondLst>
                                        <p:cond delay="2750"/>
                                      </p:stCondLst>
                                      <p:childTnLst>
                                        <p:set>
                                          <p:cBhvr>
                                            <p:cTn id="103" dur="1" fill="hold">
                                              <p:stCondLst>
                                                <p:cond delay="0"/>
                                              </p:stCondLst>
                                            </p:cTn>
                                            <p:tgtEl>
                                              <p:spTgt spid="45">
                                                <p:txEl>
                                                  <p:pRg st="0" end="0"/>
                                                </p:txEl>
                                              </p:spTgt>
                                            </p:tgtEl>
                                            <p:attrNameLst>
                                              <p:attrName>style.visibility</p:attrName>
                                            </p:attrNameLst>
                                          </p:cBhvr>
                                          <p:to>
                                            <p:strVal val="visible"/>
                                          </p:to>
                                        </p:set>
                                        <p:anim calcmode="lin" valueType="num">
                                          <p:cBhvr additive="base">
                                            <p:cTn id="104" dur="10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105" dur="1000" fill="hold"/>
                                            <p:tgtEl>
                                              <p:spTgt spid="45">
                                                <p:txEl>
                                                  <p:pRg st="0" end="0"/>
                                                </p:txEl>
                                              </p:spTgt>
                                            </p:tgtEl>
                                            <p:attrNameLst>
                                              <p:attrName>ppt_y</p:attrName>
                                            </p:attrNameLst>
                                          </p:cBhvr>
                                          <p:tavLst>
                                            <p:tav tm="0">
                                              <p:val>
                                                <p:strVal val="#ppt_y"/>
                                              </p:val>
                                            </p:tav>
                                            <p:tav tm="100000">
                                              <p:val>
                                                <p:strVal val="#ppt_y"/>
                                              </p:val>
                                            </p:tav>
                                          </p:tavLst>
                                        </p:anim>
                                      </p:childTnLst>
                                    </p:cTn>
                                  </p:par>
                                  <p:par>
                                    <p:cTn id="106" presetID="47" presetClass="entr" presetSubtype="0" fill="hold" grpId="0" nodeType="withEffect">
                                      <p:stCondLst>
                                        <p:cond delay="2750"/>
                                      </p:stCondLst>
                                      <p:childTnLst>
                                        <p:set>
                                          <p:cBhvr>
                                            <p:cTn id="107" dur="1" fill="hold">
                                              <p:stCondLst>
                                                <p:cond delay="0"/>
                                              </p:stCondLst>
                                            </p:cTn>
                                            <p:tgtEl>
                                              <p:spTgt spid="44">
                                                <p:txEl>
                                                  <p:pRg st="0" end="0"/>
                                                </p:txEl>
                                              </p:spTgt>
                                            </p:tgtEl>
                                            <p:attrNameLst>
                                              <p:attrName>style.visibility</p:attrName>
                                            </p:attrNameLst>
                                          </p:cBhvr>
                                          <p:to>
                                            <p:strVal val="visible"/>
                                          </p:to>
                                        </p:set>
                                        <p:animEffect transition="in" filter="fade">
                                          <p:cBhvr>
                                            <p:cTn id="108" dur="1000"/>
                                            <p:tgtEl>
                                              <p:spTgt spid="44">
                                                <p:txEl>
                                                  <p:pRg st="0" end="0"/>
                                                </p:txEl>
                                              </p:spTgt>
                                            </p:tgtEl>
                                          </p:cBhvr>
                                        </p:animEffect>
                                        <p:anim calcmode="lin" valueType="num">
                                          <p:cBhvr>
                                            <p:cTn id="109" dur="100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10" dur="1000" fill="hold"/>
                                            <p:tgtEl>
                                              <p:spTgt spid="4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6" grpId="0" animBg="1"/>
          <p:bldP spid="27" grpId="0" animBg="1"/>
          <p:bldP spid="28" grpId="0" animBg="1"/>
          <p:bldP spid="2" grpId="0" build="p"/>
          <p:bldP spid="3" grpId="0" build="p"/>
          <p:bldP spid="4" grpId="0" build="p"/>
          <p:bldP spid="5" grpId="0" build="p"/>
          <p:bldP spid="36" grpId="0" build="p"/>
          <p:bldP spid="44" grpId="0" build="p"/>
          <p:bldP spid="45" grpId="0" build="p"/>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 name="Freeform 611"/>
          <p:cNvSpPr>
            <a:spLocks noEditPoints="1"/>
          </p:cNvSpPr>
          <p:nvPr/>
        </p:nvSpPr>
        <p:spPr bwMode="auto">
          <a:xfrm>
            <a:off x="9659938" y="992188"/>
            <a:ext cx="2101850" cy="3094037"/>
          </a:xfrm>
          <a:custGeom>
            <a:avLst/>
            <a:gdLst>
              <a:gd name="T0" fmla="*/ 497 w 552"/>
              <a:gd name="T1" fmla="*/ 194 h 812"/>
              <a:gd name="T2" fmla="*/ 507 w 552"/>
              <a:gd name="T3" fmla="*/ 217 h 812"/>
              <a:gd name="T4" fmla="*/ 484 w 552"/>
              <a:gd name="T5" fmla="*/ 272 h 812"/>
              <a:gd name="T6" fmla="*/ 471 w 552"/>
              <a:gd name="T7" fmla="*/ 331 h 812"/>
              <a:gd name="T8" fmla="*/ 469 w 552"/>
              <a:gd name="T9" fmla="*/ 370 h 812"/>
              <a:gd name="T10" fmla="*/ 478 w 552"/>
              <a:gd name="T11" fmla="*/ 413 h 812"/>
              <a:gd name="T12" fmla="*/ 477 w 552"/>
              <a:gd name="T13" fmla="*/ 456 h 812"/>
              <a:gd name="T14" fmla="*/ 470 w 552"/>
              <a:gd name="T15" fmla="*/ 488 h 812"/>
              <a:gd name="T16" fmla="*/ 416 w 552"/>
              <a:gd name="T17" fmla="*/ 503 h 812"/>
              <a:gd name="T18" fmla="*/ 455 w 552"/>
              <a:gd name="T19" fmla="*/ 548 h 812"/>
              <a:gd name="T20" fmla="*/ 403 w 552"/>
              <a:gd name="T21" fmla="*/ 538 h 812"/>
              <a:gd name="T22" fmla="*/ 395 w 552"/>
              <a:gd name="T23" fmla="*/ 579 h 812"/>
              <a:gd name="T24" fmla="*/ 423 w 552"/>
              <a:gd name="T25" fmla="*/ 585 h 812"/>
              <a:gd name="T26" fmla="*/ 406 w 552"/>
              <a:gd name="T27" fmla="*/ 630 h 812"/>
              <a:gd name="T28" fmla="*/ 349 w 552"/>
              <a:gd name="T29" fmla="*/ 670 h 812"/>
              <a:gd name="T30" fmla="*/ 303 w 552"/>
              <a:gd name="T31" fmla="*/ 696 h 812"/>
              <a:gd name="T32" fmla="*/ 278 w 552"/>
              <a:gd name="T33" fmla="*/ 755 h 812"/>
              <a:gd name="T34" fmla="*/ 268 w 552"/>
              <a:gd name="T35" fmla="*/ 802 h 812"/>
              <a:gd name="T36" fmla="*/ 213 w 552"/>
              <a:gd name="T37" fmla="*/ 779 h 812"/>
              <a:gd name="T38" fmla="*/ 189 w 552"/>
              <a:gd name="T39" fmla="*/ 713 h 812"/>
              <a:gd name="T40" fmla="*/ 179 w 552"/>
              <a:gd name="T41" fmla="*/ 640 h 812"/>
              <a:gd name="T42" fmla="*/ 201 w 552"/>
              <a:gd name="T43" fmla="*/ 615 h 812"/>
              <a:gd name="T44" fmla="*/ 198 w 552"/>
              <a:gd name="T45" fmla="*/ 583 h 812"/>
              <a:gd name="T46" fmla="*/ 191 w 552"/>
              <a:gd name="T47" fmla="*/ 545 h 812"/>
              <a:gd name="T48" fmla="*/ 163 w 552"/>
              <a:gd name="T49" fmla="*/ 540 h 812"/>
              <a:gd name="T50" fmla="*/ 152 w 552"/>
              <a:gd name="T51" fmla="*/ 516 h 812"/>
              <a:gd name="T52" fmla="*/ 154 w 552"/>
              <a:gd name="T53" fmla="*/ 482 h 812"/>
              <a:gd name="T54" fmla="*/ 133 w 552"/>
              <a:gd name="T55" fmla="*/ 424 h 812"/>
              <a:gd name="T56" fmla="*/ 36 w 552"/>
              <a:gd name="T57" fmla="*/ 397 h 812"/>
              <a:gd name="T58" fmla="*/ 41 w 552"/>
              <a:gd name="T59" fmla="*/ 354 h 812"/>
              <a:gd name="T60" fmla="*/ 15 w 552"/>
              <a:gd name="T61" fmla="*/ 332 h 812"/>
              <a:gd name="T62" fmla="*/ 80 w 552"/>
              <a:gd name="T63" fmla="*/ 222 h 812"/>
              <a:gd name="T64" fmla="*/ 89 w 552"/>
              <a:gd name="T65" fmla="*/ 169 h 812"/>
              <a:gd name="T66" fmla="*/ 123 w 552"/>
              <a:gd name="T67" fmla="*/ 128 h 812"/>
              <a:gd name="T68" fmla="*/ 189 w 552"/>
              <a:gd name="T69" fmla="*/ 134 h 812"/>
              <a:gd name="T70" fmla="*/ 231 w 552"/>
              <a:gd name="T71" fmla="*/ 120 h 812"/>
              <a:gd name="T72" fmla="*/ 275 w 552"/>
              <a:gd name="T73" fmla="*/ 93 h 812"/>
              <a:gd name="T74" fmla="*/ 240 w 552"/>
              <a:gd name="T75" fmla="*/ 64 h 812"/>
              <a:gd name="T76" fmla="*/ 273 w 552"/>
              <a:gd name="T77" fmla="*/ 42 h 812"/>
              <a:gd name="T78" fmla="*/ 306 w 552"/>
              <a:gd name="T79" fmla="*/ 10 h 812"/>
              <a:gd name="T80" fmla="*/ 404 w 552"/>
              <a:gd name="T81" fmla="*/ 33 h 812"/>
              <a:gd name="T82" fmla="*/ 379 w 552"/>
              <a:gd name="T83" fmla="*/ 39 h 812"/>
              <a:gd name="T84" fmla="*/ 441 w 552"/>
              <a:gd name="T85" fmla="*/ 100 h 812"/>
              <a:gd name="T86" fmla="*/ 431 w 552"/>
              <a:gd name="T87" fmla="*/ 118 h 812"/>
              <a:gd name="T88" fmla="*/ 441 w 552"/>
              <a:gd name="T89" fmla="*/ 197 h 812"/>
              <a:gd name="T90" fmla="*/ 504 w 552"/>
              <a:gd name="T91" fmla="*/ 141 h 812"/>
              <a:gd name="T92" fmla="*/ 402 w 552"/>
              <a:gd name="T93" fmla="*/ 569 h 812"/>
              <a:gd name="T94" fmla="*/ 435 w 552"/>
              <a:gd name="T95" fmla="*/ 515 h 812"/>
              <a:gd name="T96" fmla="*/ 301 w 552"/>
              <a:gd name="T97" fmla="*/ 39 h 812"/>
              <a:gd name="T98" fmla="*/ 487 w 552"/>
              <a:gd name="T99" fmla="*/ 226 h 812"/>
              <a:gd name="T100" fmla="*/ 14 w 552"/>
              <a:gd name="T101" fmla="*/ 354 h 812"/>
              <a:gd name="T102" fmla="*/ 172 w 552"/>
              <a:gd name="T103" fmla="*/ 564 h 812"/>
              <a:gd name="T104" fmla="*/ 183 w 552"/>
              <a:gd name="T105" fmla="*/ 596 h 812"/>
              <a:gd name="T106" fmla="*/ 182 w 552"/>
              <a:gd name="T107" fmla="*/ 107 h 812"/>
              <a:gd name="T108" fmla="*/ 150 w 552"/>
              <a:gd name="T109" fmla="*/ 480 h 812"/>
              <a:gd name="T110" fmla="*/ 277 w 552"/>
              <a:gd name="T111" fmla="*/ 28 h 812"/>
              <a:gd name="T112" fmla="*/ 489 w 552"/>
              <a:gd name="T113" fmla="*/ 299 h 812"/>
              <a:gd name="T114" fmla="*/ 156 w 552"/>
              <a:gd name="T115" fmla="*/ 542 h 812"/>
              <a:gd name="T116" fmla="*/ 470 w 552"/>
              <a:gd name="T117" fmla="*/ 319 h 812"/>
              <a:gd name="T118" fmla="*/ 176 w 552"/>
              <a:gd name="T119" fmla="*/ 635 h 812"/>
              <a:gd name="T120" fmla="*/ 484 w 552"/>
              <a:gd name="T121" fmla="*/ 324 h 812"/>
              <a:gd name="T122" fmla="*/ 462 w 552"/>
              <a:gd name="T123" fmla="*/ 389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2" h="812">
                <a:moveTo>
                  <a:pt x="159" y="528"/>
                </a:moveTo>
                <a:cubicBezTo>
                  <a:pt x="159" y="528"/>
                  <a:pt x="160" y="527"/>
                  <a:pt x="160" y="527"/>
                </a:cubicBezTo>
                <a:cubicBezTo>
                  <a:pt x="160" y="527"/>
                  <a:pt x="160" y="528"/>
                  <a:pt x="159" y="528"/>
                </a:cubicBezTo>
                <a:close/>
                <a:moveTo>
                  <a:pt x="418" y="43"/>
                </a:moveTo>
                <a:cubicBezTo>
                  <a:pt x="418" y="43"/>
                  <a:pt x="418" y="43"/>
                  <a:pt x="418" y="43"/>
                </a:cubicBezTo>
                <a:cubicBezTo>
                  <a:pt x="418" y="43"/>
                  <a:pt x="418" y="43"/>
                  <a:pt x="418" y="43"/>
                </a:cubicBezTo>
                <a:close/>
                <a:moveTo>
                  <a:pt x="268" y="757"/>
                </a:moveTo>
                <a:cubicBezTo>
                  <a:pt x="268" y="758"/>
                  <a:pt x="268" y="758"/>
                  <a:pt x="268" y="758"/>
                </a:cubicBezTo>
                <a:cubicBezTo>
                  <a:pt x="268" y="758"/>
                  <a:pt x="268" y="758"/>
                  <a:pt x="268" y="757"/>
                </a:cubicBezTo>
                <a:close/>
                <a:moveTo>
                  <a:pt x="397" y="578"/>
                </a:moveTo>
                <a:cubicBezTo>
                  <a:pt x="397" y="578"/>
                  <a:pt x="397" y="578"/>
                  <a:pt x="398" y="578"/>
                </a:cubicBezTo>
                <a:cubicBezTo>
                  <a:pt x="397" y="578"/>
                  <a:pt x="397" y="578"/>
                  <a:pt x="397" y="578"/>
                </a:cubicBezTo>
                <a:close/>
                <a:moveTo>
                  <a:pt x="84" y="172"/>
                </a:moveTo>
                <a:cubicBezTo>
                  <a:pt x="84" y="171"/>
                  <a:pt x="84" y="171"/>
                  <a:pt x="84" y="171"/>
                </a:cubicBezTo>
                <a:cubicBezTo>
                  <a:pt x="84" y="171"/>
                  <a:pt x="84" y="172"/>
                  <a:pt x="84" y="172"/>
                </a:cubicBezTo>
                <a:close/>
                <a:moveTo>
                  <a:pt x="436" y="201"/>
                </a:moveTo>
                <a:cubicBezTo>
                  <a:pt x="436" y="201"/>
                  <a:pt x="436" y="201"/>
                  <a:pt x="436" y="201"/>
                </a:cubicBezTo>
                <a:cubicBezTo>
                  <a:pt x="436" y="201"/>
                  <a:pt x="436" y="201"/>
                  <a:pt x="436" y="201"/>
                </a:cubicBezTo>
                <a:close/>
                <a:moveTo>
                  <a:pt x="402" y="569"/>
                </a:moveTo>
                <a:cubicBezTo>
                  <a:pt x="402" y="568"/>
                  <a:pt x="402" y="568"/>
                  <a:pt x="402" y="568"/>
                </a:cubicBezTo>
                <a:cubicBezTo>
                  <a:pt x="402" y="568"/>
                  <a:pt x="402" y="568"/>
                  <a:pt x="402" y="569"/>
                </a:cubicBezTo>
                <a:close/>
                <a:moveTo>
                  <a:pt x="182" y="541"/>
                </a:moveTo>
                <a:cubicBezTo>
                  <a:pt x="182" y="541"/>
                  <a:pt x="182" y="541"/>
                  <a:pt x="182" y="541"/>
                </a:cubicBezTo>
                <a:cubicBezTo>
                  <a:pt x="182" y="541"/>
                  <a:pt x="182" y="541"/>
                  <a:pt x="182" y="541"/>
                </a:cubicBezTo>
                <a:cubicBezTo>
                  <a:pt x="182" y="541"/>
                  <a:pt x="182" y="541"/>
                  <a:pt x="182" y="541"/>
                </a:cubicBezTo>
                <a:close/>
                <a:moveTo>
                  <a:pt x="163" y="535"/>
                </a:moveTo>
                <a:cubicBezTo>
                  <a:pt x="163" y="535"/>
                  <a:pt x="163" y="535"/>
                  <a:pt x="163" y="535"/>
                </a:cubicBezTo>
                <a:cubicBezTo>
                  <a:pt x="163" y="535"/>
                  <a:pt x="163" y="535"/>
                  <a:pt x="163" y="535"/>
                </a:cubicBezTo>
                <a:close/>
                <a:moveTo>
                  <a:pt x="497" y="194"/>
                </a:moveTo>
                <a:cubicBezTo>
                  <a:pt x="497" y="194"/>
                  <a:pt x="497" y="195"/>
                  <a:pt x="498" y="195"/>
                </a:cubicBezTo>
                <a:cubicBezTo>
                  <a:pt x="498" y="194"/>
                  <a:pt x="497" y="194"/>
                  <a:pt x="497" y="194"/>
                </a:cubicBezTo>
                <a:close/>
                <a:moveTo>
                  <a:pt x="552" y="153"/>
                </a:moveTo>
                <a:cubicBezTo>
                  <a:pt x="551" y="156"/>
                  <a:pt x="549" y="159"/>
                  <a:pt x="546" y="161"/>
                </a:cubicBezTo>
                <a:cubicBezTo>
                  <a:pt x="544" y="162"/>
                  <a:pt x="543" y="164"/>
                  <a:pt x="542" y="166"/>
                </a:cubicBezTo>
                <a:cubicBezTo>
                  <a:pt x="542" y="168"/>
                  <a:pt x="541" y="169"/>
                  <a:pt x="539" y="169"/>
                </a:cubicBezTo>
                <a:cubicBezTo>
                  <a:pt x="538" y="172"/>
                  <a:pt x="535" y="174"/>
                  <a:pt x="535" y="177"/>
                </a:cubicBezTo>
                <a:cubicBezTo>
                  <a:pt x="533" y="179"/>
                  <a:pt x="532" y="178"/>
                  <a:pt x="530" y="178"/>
                </a:cubicBezTo>
                <a:cubicBezTo>
                  <a:pt x="528" y="177"/>
                  <a:pt x="526" y="178"/>
                  <a:pt x="524" y="180"/>
                </a:cubicBezTo>
                <a:cubicBezTo>
                  <a:pt x="524" y="180"/>
                  <a:pt x="524" y="181"/>
                  <a:pt x="525" y="182"/>
                </a:cubicBezTo>
                <a:cubicBezTo>
                  <a:pt x="525" y="182"/>
                  <a:pt x="526" y="182"/>
                  <a:pt x="526" y="181"/>
                </a:cubicBezTo>
                <a:cubicBezTo>
                  <a:pt x="528" y="179"/>
                  <a:pt x="530" y="181"/>
                  <a:pt x="533" y="181"/>
                </a:cubicBezTo>
                <a:cubicBezTo>
                  <a:pt x="533" y="181"/>
                  <a:pt x="533" y="182"/>
                  <a:pt x="533" y="182"/>
                </a:cubicBezTo>
                <a:cubicBezTo>
                  <a:pt x="530" y="184"/>
                  <a:pt x="530" y="187"/>
                  <a:pt x="527" y="189"/>
                </a:cubicBezTo>
                <a:cubicBezTo>
                  <a:pt x="526" y="189"/>
                  <a:pt x="526" y="190"/>
                  <a:pt x="526" y="191"/>
                </a:cubicBezTo>
                <a:cubicBezTo>
                  <a:pt x="524" y="194"/>
                  <a:pt x="521" y="194"/>
                  <a:pt x="518" y="194"/>
                </a:cubicBezTo>
                <a:cubicBezTo>
                  <a:pt x="517" y="195"/>
                  <a:pt x="517" y="195"/>
                  <a:pt x="517" y="196"/>
                </a:cubicBezTo>
                <a:cubicBezTo>
                  <a:pt x="517" y="199"/>
                  <a:pt x="515" y="200"/>
                  <a:pt x="512" y="200"/>
                </a:cubicBezTo>
                <a:cubicBezTo>
                  <a:pt x="511" y="200"/>
                  <a:pt x="510" y="200"/>
                  <a:pt x="510" y="200"/>
                </a:cubicBezTo>
                <a:cubicBezTo>
                  <a:pt x="508" y="200"/>
                  <a:pt x="507" y="199"/>
                  <a:pt x="506" y="198"/>
                </a:cubicBezTo>
                <a:cubicBezTo>
                  <a:pt x="503" y="198"/>
                  <a:pt x="500" y="198"/>
                  <a:pt x="500" y="194"/>
                </a:cubicBezTo>
                <a:cubicBezTo>
                  <a:pt x="499" y="194"/>
                  <a:pt x="498" y="195"/>
                  <a:pt x="498" y="195"/>
                </a:cubicBezTo>
                <a:cubicBezTo>
                  <a:pt x="499" y="198"/>
                  <a:pt x="497" y="199"/>
                  <a:pt x="494" y="201"/>
                </a:cubicBezTo>
                <a:cubicBezTo>
                  <a:pt x="493" y="203"/>
                  <a:pt x="492" y="204"/>
                  <a:pt x="489" y="202"/>
                </a:cubicBezTo>
                <a:cubicBezTo>
                  <a:pt x="488" y="202"/>
                  <a:pt x="487" y="202"/>
                  <a:pt x="487" y="203"/>
                </a:cubicBezTo>
                <a:cubicBezTo>
                  <a:pt x="487" y="207"/>
                  <a:pt x="495" y="209"/>
                  <a:pt x="498" y="207"/>
                </a:cubicBezTo>
                <a:cubicBezTo>
                  <a:pt x="499" y="206"/>
                  <a:pt x="500" y="205"/>
                  <a:pt x="501" y="205"/>
                </a:cubicBezTo>
                <a:cubicBezTo>
                  <a:pt x="502" y="204"/>
                  <a:pt x="504" y="204"/>
                  <a:pt x="505" y="205"/>
                </a:cubicBezTo>
                <a:cubicBezTo>
                  <a:pt x="506" y="208"/>
                  <a:pt x="508" y="209"/>
                  <a:pt x="511" y="209"/>
                </a:cubicBezTo>
                <a:cubicBezTo>
                  <a:pt x="513" y="210"/>
                  <a:pt x="514" y="211"/>
                  <a:pt x="512" y="213"/>
                </a:cubicBezTo>
                <a:cubicBezTo>
                  <a:pt x="512" y="214"/>
                  <a:pt x="511" y="215"/>
                  <a:pt x="510" y="215"/>
                </a:cubicBezTo>
                <a:cubicBezTo>
                  <a:pt x="510" y="216"/>
                  <a:pt x="509" y="219"/>
                  <a:pt x="508" y="216"/>
                </a:cubicBezTo>
                <a:cubicBezTo>
                  <a:pt x="507" y="217"/>
                  <a:pt x="507" y="217"/>
                  <a:pt x="507" y="217"/>
                </a:cubicBezTo>
                <a:cubicBezTo>
                  <a:pt x="508" y="221"/>
                  <a:pt x="506" y="224"/>
                  <a:pt x="502" y="224"/>
                </a:cubicBezTo>
                <a:cubicBezTo>
                  <a:pt x="501" y="224"/>
                  <a:pt x="499" y="224"/>
                  <a:pt x="498" y="224"/>
                </a:cubicBezTo>
                <a:cubicBezTo>
                  <a:pt x="497" y="224"/>
                  <a:pt x="496" y="224"/>
                  <a:pt x="496" y="224"/>
                </a:cubicBezTo>
                <a:cubicBezTo>
                  <a:pt x="494" y="223"/>
                  <a:pt x="493" y="225"/>
                  <a:pt x="491" y="224"/>
                </a:cubicBezTo>
                <a:cubicBezTo>
                  <a:pt x="490" y="224"/>
                  <a:pt x="490" y="223"/>
                  <a:pt x="489" y="223"/>
                </a:cubicBezTo>
                <a:cubicBezTo>
                  <a:pt x="486" y="223"/>
                  <a:pt x="484" y="220"/>
                  <a:pt x="482" y="220"/>
                </a:cubicBezTo>
                <a:cubicBezTo>
                  <a:pt x="481" y="220"/>
                  <a:pt x="481" y="219"/>
                  <a:pt x="480" y="219"/>
                </a:cubicBezTo>
                <a:cubicBezTo>
                  <a:pt x="479" y="220"/>
                  <a:pt x="478" y="221"/>
                  <a:pt x="478" y="222"/>
                </a:cubicBezTo>
                <a:cubicBezTo>
                  <a:pt x="477" y="225"/>
                  <a:pt x="476" y="227"/>
                  <a:pt x="472" y="228"/>
                </a:cubicBezTo>
                <a:cubicBezTo>
                  <a:pt x="475" y="229"/>
                  <a:pt x="476" y="230"/>
                  <a:pt x="474" y="232"/>
                </a:cubicBezTo>
                <a:cubicBezTo>
                  <a:pt x="472" y="233"/>
                  <a:pt x="475" y="234"/>
                  <a:pt x="473" y="235"/>
                </a:cubicBezTo>
                <a:cubicBezTo>
                  <a:pt x="473" y="236"/>
                  <a:pt x="473" y="237"/>
                  <a:pt x="472" y="239"/>
                </a:cubicBezTo>
                <a:cubicBezTo>
                  <a:pt x="472" y="240"/>
                  <a:pt x="470" y="242"/>
                  <a:pt x="474" y="242"/>
                </a:cubicBezTo>
                <a:cubicBezTo>
                  <a:pt x="475" y="242"/>
                  <a:pt x="474" y="244"/>
                  <a:pt x="474" y="245"/>
                </a:cubicBezTo>
                <a:cubicBezTo>
                  <a:pt x="476" y="245"/>
                  <a:pt x="476" y="244"/>
                  <a:pt x="476" y="243"/>
                </a:cubicBezTo>
                <a:cubicBezTo>
                  <a:pt x="475" y="237"/>
                  <a:pt x="479" y="234"/>
                  <a:pt x="483" y="231"/>
                </a:cubicBezTo>
                <a:cubicBezTo>
                  <a:pt x="484" y="230"/>
                  <a:pt x="485" y="230"/>
                  <a:pt x="486" y="231"/>
                </a:cubicBezTo>
                <a:cubicBezTo>
                  <a:pt x="488" y="232"/>
                  <a:pt x="490" y="229"/>
                  <a:pt x="492" y="229"/>
                </a:cubicBezTo>
                <a:cubicBezTo>
                  <a:pt x="492" y="229"/>
                  <a:pt x="492" y="229"/>
                  <a:pt x="493" y="229"/>
                </a:cubicBezTo>
                <a:cubicBezTo>
                  <a:pt x="496" y="228"/>
                  <a:pt x="498" y="229"/>
                  <a:pt x="499" y="231"/>
                </a:cubicBezTo>
                <a:cubicBezTo>
                  <a:pt x="501" y="233"/>
                  <a:pt x="500" y="234"/>
                  <a:pt x="498" y="235"/>
                </a:cubicBezTo>
                <a:cubicBezTo>
                  <a:pt x="498" y="237"/>
                  <a:pt x="499" y="238"/>
                  <a:pt x="497" y="240"/>
                </a:cubicBezTo>
                <a:cubicBezTo>
                  <a:pt x="497" y="242"/>
                  <a:pt x="496" y="245"/>
                  <a:pt x="495" y="247"/>
                </a:cubicBezTo>
                <a:cubicBezTo>
                  <a:pt x="493" y="249"/>
                  <a:pt x="491" y="249"/>
                  <a:pt x="489" y="248"/>
                </a:cubicBezTo>
                <a:cubicBezTo>
                  <a:pt x="488" y="248"/>
                  <a:pt x="488" y="248"/>
                  <a:pt x="487" y="247"/>
                </a:cubicBezTo>
                <a:cubicBezTo>
                  <a:pt x="484" y="246"/>
                  <a:pt x="481" y="247"/>
                  <a:pt x="481" y="251"/>
                </a:cubicBezTo>
                <a:cubicBezTo>
                  <a:pt x="481" y="255"/>
                  <a:pt x="480" y="258"/>
                  <a:pt x="479" y="262"/>
                </a:cubicBezTo>
                <a:cubicBezTo>
                  <a:pt x="478" y="263"/>
                  <a:pt x="479" y="263"/>
                  <a:pt x="479" y="264"/>
                </a:cubicBezTo>
                <a:cubicBezTo>
                  <a:pt x="481" y="266"/>
                  <a:pt x="479" y="268"/>
                  <a:pt x="480" y="269"/>
                </a:cubicBezTo>
                <a:cubicBezTo>
                  <a:pt x="482" y="268"/>
                  <a:pt x="483" y="269"/>
                  <a:pt x="484" y="270"/>
                </a:cubicBezTo>
                <a:cubicBezTo>
                  <a:pt x="486" y="271"/>
                  <a:pt x="484" y="271"/>
                  <a:pt x="484" y="272"/>
                </a:cubicBezTo>
                <a:cubicBezTo>
                  <a:pt x="484" y="273"/>
                  <a:pt x="484" y="273"/>
                  <a:pt x="484" y="273"/>
                </a:cubicBezTo>
                <a:cubicBezTo>
                  <a:pt x="485" y="275"/>
                  <a:pt x="484" y="276"/>
                  <a:pt x="482" y="276"/>
                </a:cubicBezTo>
                <a:cubicBezTo>
                  <a:pt x="481" y="277"/>
                  <a:pt x="482" y="275"/>
                  <a:pt x="481" y="275"/>
                </a:cubicBezTo>
                <a:cubicBezTo>
                  <a:pt x="480" y="276"/>
                  <a:pt x="481" y="279"/>
                  <a:pt x="478" y="277"/>
                </a:cubicBezTo>
                <a:cubicBezTo>
                  <a:pt x="478" y="277"/>
                  <a:pt x="477" y="277"/>
                  <a:pt x="477" y="277"/>
                </a:cubicBezTo>
                <a:cubicBezTo>
                  <a:pt x="475" y="280"/>
                  <a:pt x="476" y="282"/>
                  <a:pt x="477" y="285"/>
                </a:cubicBezTo>
                <a:cubicBezTo>
                  <a:pt x="478" y="289"/>
                  <a:pt x="476" y="290"/>
                  <a:pt x="473" y="290"/>
                </a:cubicBezTo>
                <a:cubicBezTo>
                  <a:pt x="469" y="289"/>
                  <a:pt x="469" y="289"/>
                  <a:pt x="470" y="293"/>
                </a:cubicBezTo>
                <a:cubicBezTo>
                  <a:pt x="469" y="293"/>
                  <a:pt x="469" y="293"/>
                  <a:pt x="468" y="292"/>
                </a:cubicBezTo>
                <a:cubicBezTo>
                  <a:pt x="466" y="291"/>
                  <a:pt x="466" y="292"/>
                  <a:pt x="466" y="294"/>
                </a:cubicBezTo>
                <a:cubicBezTo>
                  <a:pt x="466" y="295"/>
                  <a:pt x="466" y="296"/>
                  <a:pt x="466" y="297"/>
                </a:cubicBezTo>
                <a:cubicBezTo>
                  <a:pt x="467" y="297"/>
                  <a:pt x="467" y="297"/>
                  <a:pt x="467" y="298"/>
                </a:cubicBezTo>
                <a:cubicBezTo>
                  <a:pt x="468" y="299"/>
                  <a:pt x="467" y="299"/>
                  <a:pt x="467" y="299"/>
                </a:cubicBezTo>
                <a:cubicBezTo>
                  <a:pt x="466" y="299"/>
                  <a:pt x="466" y="299"/>
                  <a:pt x="466" y="299"/>
                </a:cubicBezTo>
                <a:cubicBezTo>
                  <a:pt x="465" y="300"/>
                  <a:pt x="463" y="299"/>
                  <a:pt x="464" y="300"/>
                </a:cubicBezTo>
                <a:cubicBezTo>
                  <a:pt x="464" y="302"/>
                  <a:pt x="465" y="300"/>
                  <a:pt x="466" y="300"/>
                </a:cubicBezTo>
                <a:cubicBezTo>
                  <a:pt x="468" y="300"/>
                  <a:pt x="468" y="301"/>
                  <a:pt x="468" y="302"/>
                </a:cubicBezTo>
                <a:cubicBezTo>
                  <a:pt x="467" y="304"/>
                  <a:pt x="466" y="304"/>
                  <a:pt x="465" y="305"/>
                </a:cubicBezTo>
                <a:cubicBezTo>
                  <a:pt x="465" y="305"/>
                  <a:pt x="466" y="306"/>
                  <a:pt x="465" y="307"/>
                </a:cubicBezTo>
                <a:cubicBezTo>
                  <a:pt x="466" y="310"/>
                  <a:pt x="463" y="314"/>
                  <a:pt x="463" y="318"/>
                </a:cubicBezTo>
                <a:cubicBezTo>
                  <a:pt x="464" y="319"/>
                  <a:pt x="464" y="320"/>
                  <a:pt x="463" y="321"/>
                </a:cubicBezTo>
                <a:cubicBezTo>
                  <a:pt x="462" y="325"/>
                  <a:pt x="459" y="329"/>
                  <a:pt x="460" y="333"/>
                </a:cubicBezTo>
                <a:cubicBezTo>
                  <a:pt x="460" y="335"/>
                  <a:pt x="459" y="338"/>
                  <a:pt x="457" y="340"/>
                </a:cubicBezTo>
                <a:cubicBezTo>
                  <a:pt x="457" y="340"/>
                  <a:pt x="457" y="340"/>
                  <a:pt x="457" y="340"/>
                </a:cubicBezTo>
                <a:cubicBezTo>
                  <a:pt x="457" y="341"/>
                  <a:pt x="457" y="341"/>
                  <a:pt x="457" y="342"/>
                </a:cubicBezTo>
                <a:cubicBezTo>
                  <a:pt x="459" y="342"/>
                  <a:pt x="461" y="342"/>
                  <a:pt x="462" y="342"/>
                </a:cubicBezTo>
                <a:cubicBezTo>
                  <a:pt x="462" y="337"/>
                  <a:pt x="465" y="333"/>
                  <a:pt x="467" y="329"/>
                </a:cubicBezTo>
                <a:cubicBezTo>
                  <a:pt x="468" y="327"/>
                  <a:pt x="469" y="328"/>
                  <a:pt x="469" y="330"/>
                </a:cubicBezTo>
                <a:cubicBezTo>
                  <a:pt x="469" y="331"/>
                  <a:pt x="471" y="332"/>
                  <a:pt x="471" y="334"/>
                </a:cubicBezTo>
                <a:cubicBezTo>
                  <a:pt x="472" y="335"/>
                  <a:pt x="474" y="336"/>
                  <a:pt x="476" y="336"/>
                </a:cubicBezTo>
                <a:cubicBezTo>
                  <a:pt x="474" y="334"/>
                  <a:pt x="473" y="332"/>
                  <a:pt x="471" y="331"/>
                </a:cubicBezTo>
                <a:cubicBezTo>
                  <a:pt x="474" y="330"/>
                  <a:pt x="475" y="330"/>
                  <a:pt x="477" y="332"/>
                </a:cubicBezTo>
                <a:cubicBezTo>
                  <a:pt x="477" y="332"/>
                  <a:pt x="478" y="333"/>
                  <a:pt x="480" y="333"/>
                </a:cubicBezTo>
                <a:cubicBezTo>
                  <a:pt x="481" y="333"/>
                  <a:pt x="482" y="334"/>
                  <a:pt x="482" y="336"/>
                </a:cubicBezTo>
                <a:cubicBezTo>
                  <a:pt x="481" y="338"/>
                  <a:pt x="480" y="337"/>
                  <a:pt x="479" y="337"/>
                </a:cubicBezTo>
                <a:cubicBezTo>
                  <a:pt x="479" y="337"/>
                  <a:pt x="478" y="336"/>
                  <a:pt x="478" y="337"/>
                </a:cubicBezTo>
                <a:cubicBezTo>
                  <a:pt x="478" y="337"/>
                  <a:pt x="478" y="337"/>
                  <a:pt x="479" y="338"/>
                </a:cubicBezTo>
                <a:cubicBezTo>
                  <a:pt x="480" y="339"/>
                  <a:pt x="483" y="339"/>
                  <a:pt x="483" y="342"/>
                </a:cubicBezTo>
                <a:cubicBezTo>
                  <a:pt x="484" y="343"/>
                  <a:pt x="485" y="344"/>
                  <a:pt x="484" y="345"/>
                </a:cubicBezTo>
                <a:cubicBezTo>
                  <a:pt x="483" y="346"/>
                  <a:pt x="482" y="348"/>
                  <a:pt x="480" y="346"/>
                </a:cubicBezTo>
                <a:cubicBezTo>
                  <a:pt x="479" y="346"/>
                  <a:pt x="479" y="345"/>
                  <a:pt x="478" y="344"/>
                </a:cubicBezTo>
                <a:cubicBezTo>
                  <a:pt x="476" y="342"/>
                  <a:pt x="474" y="340"/>
                  <a:pt x="471" y="342"/>
                </a:cubicBezTo>
                <a:cubicBezTo>
                  <a:pt x="471" y="342"/>
                  <a:pt x="470" y="341"/>
                  <a:pt x="469" y="341"/>
                </a:cubicBezTo>
                <a:cubicBezTo>
                  <a:pt x="468" y="341"/>
                  <a:pt x="468" y="342"/>
                  <a:pt x="468" y="343"/>
                </a:cubicBezTo>
                <a:cubicBezTo>
                  <a:pt x="468" y="344"/>
                  <a:pt x="468" y="344"/>
                  <a:pt x="469" y="345"/>
                </a:cubicBezTo>
                <a:cubicBezTo>
                  <a:pt x="472" y="345"/>
                  <a:pt x="473" y="346"/>
                  <a:pt x="472" y="348"/>
                </a:cubicBezTo>
                <a:cubicBezTo>
                  <a:pt x="471" y="350"/>
                  <a:pt x="471" y="350"/>
                  <a:pt x="470" y="349"/>
                </a:cubicBezTo>
                <a:cubicBezTo>
                  <a:pt x="469" y="349"/>
                  <a:pt x="468" y="348"/>
                  <a:pt x="467" y="349"/>
                </a:cubicBezTo>
                <a:cubicBezTo>
                  <a:pt x="468" y="350"/>
                  <a:pt x="469" y="351"/>
                  <a:pt x="471" y="351"/>
                </a:cubicBezTo>
                <a:cubicBezTo>
                  <a:pt x="472" y="351"/>
                  <a:pt x="473" y="352"/>
                  <a:pt x="474" y="352"/>
                </a:cubicBezTo>
                <a:cubicBezTo>
                  <a:pt x="474" y="353"/>
                  <a:pt x="474" y="353"/>
                  <a:pt x="474" y="353"/>
                </a:cubicBezTo>
                <a:cubicBezTo>
                  <a:pt x="473" y="354"/>
                  <a:pt x="471" y="352"/>
                  <a:pt x="471" y="354"/>
                </a:cubicBezTo>
                <a:cubicBezTo>
                  <a:pt x="471" y="356"/>
                  <a:pt x="473" y="355"/>
                  <a:pt x="475" y="355"/>
                </a:cubicBezTo>
                <a:cubicBezTo>
                  <a:pt x="478" y="354"/>
                  <a:pt x="479" y="356"/>
                  <a:pt x="480" y="358"/>
                </a:cubicBezTo>
                <a:cubicBezTo>
                  <a:pt x="480" y="360"/>
                  <a:pt x="481" y="360"/>
                  <a:pt x="482" y="360"/>
                </a:cubicBezTo>
                <a:cubicBezTo>
                  <a:pt x="483" y="361"/>
                  <a:pt x="482" y="359"/>
                  <a:pt x="483" y="359"/>
                </a:cubicBezTo>
                <a:cubicBezTo>
                  <a:pt x="484" y="356"/>
                  <a:pt x="487" y="355"/>
                  <a:pt x="489" y="358"/>
                </a:cubicBezTo>
                <a:cubicBezTo>
                  <a:pt x="490" y="359"/>
                  <a:pt x="491" y="361"/>
                  <a:pt x="490" y="364"/>
                </a:cubicBezTo>
                <a:cubicBezTo>
                  <a:pt x="491" y="368"/>
                  <a:pt x="491" y="372"/>
                  <a:pt x="489" y="376"/>
                </a:cubicBezTo>
                <a:cubicBezTo>
                  <a:pt x="489" y="378"/>
                  <a:pt x="487" y="379"/>
                  <a:pt x="485" y="377"/>
                </a:cubicBezTo>
                <a:cubicBezTo>
                  <a:pt x="484" y="376"/>
                  <a:pt x="482" y="376"/>
                  <a:pt x="481" y="375"/>
                </a:cubicBezTo>
                <a:cubicBezTo>
                  <a:pt x="477" y="372"/>
                  <a:pt x="473" y="372"/>
                  <a:pt x="469" y="370"/>
                </a:cubicBezTo>
                <a:cubicBezTo>
                  <a:pt x="468" y="370"/>
                  <a:pt x="467" y="370"/>
                  <a:pt x="466" y="371"/>
                </a:cubicBezTo>
                <a:cubicBezTo>
                  <a:pt x="466" y="371"/>
                  <a:pt x="466" y="372"/>
                  <a:pt x="466" y="372"/>
                </a:cubicBezTo>
                <a:cubicBezTo>
                  <a:pt x="467" y="372"/>
                  <a:pt x="468" y="371"/>
                  <a:pt x="469" y="373"/>
                </a:cubicBezTo>
                <a:cubicBezTo>
                  <a:pt x="469" y="373"/>
                  <a:pt x="469" y="374"/>
                  <a:pt x="468" y="374"/>
                </a:cubicBezTo>
                <a:cubicBezTo>
                  <a:pt x="467" y="375"/>
                  <a:pt x="467" y="374"/>
                  <a:pt x="466" y="374"/>
                </a:cubicBezTo>
                <a:cubicBezTo>
                  <a:pt x="465" y="374"/>
                  <a:pt x="464" y="374"/>
                  <a:pt x="463" y="373"/>
                </a:cubicBezTo>
                <a:cubicBezTo>
                  <a:pt x="462" y="374"/>
                  <a:pt x="461" y="373"/>
                  <a:pt x="460" y="374"/>
                </a:cubicBezTo>
                <a:cubicBezTo>
                  <a:pt x="462" y="375"/>
                  <a:pt x="464" y="374"/>
                  <a:pt x="466" y="375"/>
                </a:cubicBezTo>
                <a:cubicBezTo>
                  <a:pt x="466" y="377"/>
                  <a:pt x="461" y="382"/>
                  <a:pt x="459" y="381"/>
                </a:cubicBezTo>
                <a:cubicBezTo>
                  <a:pt x="459" y="381"/>
                  <a:pt x="459" y="380"/>
                  <a:pt x="459" y="380"/>
                </a:cubicBezTo>
                <a:cubicBezTo>
                  <a:pt x="458" y="379"/>
                  <a:pt x="457" y="378"/>
                  <a:pt x="456" y="376"/>
                </a:cubicBezTo>
                <a:cubicBezTo>
                  <a:pt x="456" y="376"/>
                  <a:pt x="456" y="375"/>
                  <a:pt x="455" y="375"/>
                </a:cubicBezTo>
                <a:cubicBezTo>
                  <a:pt x="454" y="376"/>
                  <a:pt x="453" y="376"/>
                  <a:pt x="454" y="377"/>
                </a:cubicBezTo>
                <a:cubicBezTo>
                  <a:pt x="454" y="377"/>
                  <a:pt x="454" y="378"/>
                  <a:pt x="454" y="378"/>
                </a:cubicBezTo>
                <a:cubicBezTo>
                  <a:pt x="449" y="380"/>
                  <a:pt x="453" y="383"/>
                  <a:pt x="453" y="386"/>
                </a:cubicBezTo>
                <a:cubicBezTo>
                  <a:pt x="454" y="383"/>
                  <a:pt x="456" y="383"/>
                  <a:pt x="458" y="384"/>
                </a:cubicBezTo>
                <a:cubicBezTo>
                  <a:pt x="460" y="386"/>
                  <a:pt x="459" y="388"/>
                  <a:pt x="457" y="389"/>
                </a:cubicBezTo>
                <a:cubicBezTo>
                  <a:pt x="461" y="391"/>
                  <a:pt x="461" y="392"/>
                  <a:pt x="459" y="397"/>
                </a:cubicBezTo>
                <a:cubicBezTo>
                  <a:pt x="460" y="398"/>
                  <a:pt x="462" y="399"/>
                  <a:pt x="463" y="399"/>
                </a:cubicBezTo>
                <a:cubicBezTo>
                  <a:pt x="463" y="399"/>
                  <a:pt x="464" y="400"/>
                  <a:pt x="464" y="399"/>
                </a:cubicBezTo>
                <a:cubicBezTo>
                  <a:pt x="465" y="395"/>
                  <a:pt x="466" y="395"/>
                  <a:pt x="469" y="397"/>
                </a:cubicBezTo>
                <a:cubicBezTo>
                  <a:pt x="470" y="399"/>
                  <a:pt x="471" y="399"/>
                  <a:pt x="473" y="398"/>
                </a:cubicBezTo>
                <a:cubicBezTo>
                  <a:pt x="474" y="397"/>
                  <a:pt x="476" y="397"/>
                  <a:pt x="476" y="399"/>
                </a:cubicBezTo>
                <a:cubicBezTo>
                  <a:pt x="476" y="401"/>
                  <a:pt x="479" y="403"/>
                  <a:pt x="475" y="404"/>
                </a:cubicBezTo>
                <a:cubicBezTo>
                  <a:pt x="475" y="404"/>
                  <a:pt x="474" y="405"/>
                  <a:pt x="474" y="405"/>
                </a:cubicBezTo>
                <a:cubicBezTo>
                  <a:pt x="472" y="407"/>
                  <a:pt x="471" y="408"/>
                  <a:pt x="469" y="407"/>
                </a:cubicBezTo>
                <a:cubicBezTo>
                  <a:pt x="465" y="406"/>
                  <a:pt x="462" y="407"/>
                  <a:pt x="459" y="408"/>
                </a:cubicBezTo>
                <a:cubicBezTo>
                  <a:pt x="461" y="408"/>
                  <a:pt x="464" y="408"/>
                  <a:pt x="466" y="408"/>
                </a:cubicBezTo>
                <a:cubicBezTo>
                  <a:pt x="468" y="408"/>
                  <a:pt x="470" y="408"/>
                  <a:pt x="472" y="409"/>
                </a:cubicBezTo>
                <a:cubicBezTo>
                  <a:pt x="472" y="409"/>
                  <a:pt x="473" y="410"/>
                  <a:pt x="473" y="410"/>
                </a:cubicBezTo>
                <a:cubicBezTo>
                  <a:pt x="476" y="408"/>
                  <a:pt x="477" y="411"/>
                  <a:pt x="478" y="413"/>
                </a:cubicBezTo>
                <a:cubicBezTo>
                  <a:pt x="478" y="414"/>
                  <a:pt x="478" y="414"/>
                  <a:pt x="478" y="414"/>
                </a:cubicBezTo>
                <a:cubicBezTo>
                  <a:pt x="480" y="416"/>
                  <a:pt x="478" y="417"/>
                  <a:pt x="478" y="418"/>
                </a:cubicBezTo>
                <a:cubicBezTo>
                  <a:pt x="479" y="420"/>
                  <a:pt x="479" y="421"/>
                  <a:pt x="480" y="422"/>
                </a:cubicBezTo>
                <a:cubicBezTo>
                  <a:pt x="481" y="426"/>
                  <a:pt x="481" y="429"/>
                  <a:pt x="480" y="432"/>
                </a:cubicBezTo>
                <a:cubicBezTo>
                  <a:pt x="481" y="436"/>
                  <a:pt x="480" y="437"/>
                  <a:pt x="477" y="437"/>
                </a:cubicBezTo>
                <a:cubicBezTo>
                  <a:pt x="475" y="437"/>
                  <a:pt x="475" y="436"/>
                  <a:pt x="475" y="435"/>
                </a:cubicBezTo>
                <a:cubicBezTo>
                  <a:pt x="475" y="433"/>
                  <a:pt x="475" y="432"/>
                  <a:pt x="473" y="431"/>
                </a:cubicBezTo>
                <a:cubicBezTo>
                  <a:pt x="471" y="430"/>
                  <a:pt x="469" y="434"/>
                  <a:pt x="467" y="431"/>
                </a:cubicBezTo>
                <a:cubicBezTo>
                  <a:pt x="466" y="429"/>
                  <a:pt x="464" y="428"/>
                  <a:pt x="464" y="426"/>
                </a:cubicBezTo>
                <a:cubicBezTo>
                  <a:pt x="463" y="425"/>
                  <a:pt x="462" y="424"/>
                  <a:pt x="461" y="423"/>
                </a:cubicBezTo>
                <a:cubicBezTo>
                  <a:pt x="460" y="423"/>
                  <a:pt x="460" y="422"/>
                  <a:pt x="459" y="421"/>
                </a:cubicBezTo>
                <a:cubicBezTo>
                  <a:pt x="458" y="420"/>
                  <a:pt x="457" y="420"/>
                  <a:pt x="456" y="419"/>
                </a:cubicBezTo>
                <a:cubicBezTo>
                  <a:pt x="454" y="420"/>
                  <a:pt x="456" y="420"/>
                  <a:pt x="456" y="420"/>
                </a:cubicBezTo>
                <a:cubicBezTo>
                  <a:pt x="457" y="421"/>
                  <a:pt x="458" y="422"/>
                  <a:pt x="458" y="422"/>
                </a:cubicBezTo>
                <a:cubicBezTo>
                  <a:pt x="461" y="424"/>
                  <a:pt x="462" y="425"/>
                  <a:pt x="460" y="426"/>
                </a:cubicBezTo>
                <a:cubicBezTo>
                  <a:pt x="460" y="427"/>
                  <a:pt x="460" y="427"/>
                  <a:pt x="460" y="427"/>
                </a:cubicBezTo>
                <a:cubicBezTo>
                  <a:pt x="463" y="427"/>
                  <a:pt x="462" y="429"/>
                  <a:pt x="463" y="430"/>
                </a:cubicBezTo>
                <a:cubicBezTo>
                  <a:pt x="465" y="430"/>
                  <a:pt x="466" y="432"/>
                  <a:pt x="467" y="434"/>
                </a:cubicBezTo>
                <a:cubicBezTo>
                  <a:pt x="467" y="434"/>
                  <a:pt x="468" y="434"/>
                  <a:pt x="468" y="435"/>
                </a:cubicBezTo>
                <a:cubicBezTo>
                  <a:pt x="469" y="436"/>
                  <a:pt x="470" y="436"/>
                  <a:pt x="470" y="438"/>
                </a:cubicBezTo>
                <a:cubicBezTo>
                  <a:pt x="469" y="439"/>
                  <a:pt x="468" y="438"/>
                  <a:pt x="467" y="438"/>
                </a:cubicBezTo>
                <a:cubicBezTo>
                  <a:pt x="466" y="438"/>
                  <a:pt x="465" y="438"/>
                  <a:pt x="465" y="438"/>
                </a:cubicBezTo>
                <a:cubicBezTo>
                  <a:pt x="463" y="440"/>
                  <a:pt x="461" y="442"/>
                  <a:pt x="459" y="444"/>
                </a:cubicBezTo>
                <a:cubicBezTo>
                  <a:pt x="461" y="444"/>
                  <a:pt x="462" y="443"/>
                  <a:pt x="463" y="442"/>
                </a:cubicBezTo>
                <a:cubicBezTo>
                  <a:pt x="464" y="440"/>
                  <a:pt x="465" y="440"/>
                  <a:pt x="467" y="441"/>
                </a:cubicBezTo>
                <a:cubicBezTo>
                  <a:pt x="468" y="441"/>
                  <a:pt x="468" y="441"/>
                  <a:pt x="469" y="442"/>
                </a:cubicBezTo>
                <a:cubicBezTo>
                  <a:pt x="468" y="444"/>
                  <a:pt x="469" y="445"/>
                  <a:pt x="468" y="447"/>
                </a:cubicBezTo>
                <a:cubicBezTo>
                  <a:pt x="468" y="449"/>
                  <a:pt x="469" y="451"/>
                  <a:pt x="469" y="453"/>
                </a:cubicBezTo>
                <a:cubicBezTo>
                  <a:pt x="469" y="453"/>
                  <a:pt x="469" y="453"/>
                  <a:pt x="469" y="454"/>
                </a:cubicBezTo>
                <a:cubicBezTo>
                  <a:pt x="470" y="454"/>
                  <a:pt x="472" y="454"/>
                  <a:pt x="473" y="454"/>
                </a:cubicBezTo>
                <a:cubicBezTo>
                  <a:pt x="474" y="454"/>
                  <a:pt x="475" y="455"/>
                  <a:pt x="477" y="456"/>
                </a:cubicBezTo>
                <a:cubicBezTo>
                  <a:pt x="477" y="456"/>
                  <a:pt x="477" y="456"/>
                  <a:pt x="477" y="456"/>
                </a:cubicBezTo>
                <a:cubicBezTo>
                  <a:pt x="479" y="456"/>
                  <a:pt x="479" y="453"/>
                  <a:pt x="481" y="454"/>
                </a:cubicBezTo>
                <a:cubicBezTo>
                  <a:pt x="482" y="455"/>
                  <a:pt x="481" y="457"/>
                  <a:pt x="481" y="458"/>
                </a:cubicBezTo>
                <a:cubicBezTo>
                  <a:pt x="484" y="461"/>
                  <a:pt x="484" y="461"/>
                  <a:pt x="481" y="466"/>
                </a:cubicBezTo>
                <a:cubicBezTo>
                  <a:pt x="480" y="467"/>
                  <a:pt x="478" y="469"/>
                  <a:pt x="476" y="467"/>
                </a:cubicBezTo>
                <a:cubicBezTo>
                  <a:pt x="473" y="467"/>
                  <a:pt x="472" y="465"/>
                  <a:pt x="473" y="463"/>
                </a:cubicBezTo>
                <a:cubicBezTo>
                  <a:pt x="471" y="461"/>
                  <a:pt x="469" y="460"/>
                  <a:pt x="467" y="461"/>
                </a:cubicBezTo>
                <a:cubicBezTo>
                  <a:pt x="467" y="461"/>
                  <a:pt x="466" y="461"/>
                  <a:pt x="466" y="461"/>
                </a:cubicBezTo>
                <a:cubicBezTo>
                  <a:pt x="466" y="461"/>
                  <a:pt x="467" y="461"/>
                  <a:pt x="467" y="462"/>
                </a:cubicBezTo>
                <a:cubicBezTo>
                  <a:pt x="469" y="461"/>
                  <a:pt x="470" y="463"/>
                  <a:pt x="471" y="465"/>
                </a:cubicBezTo>
                <a:cubicBezTo>
                  <a:pt x="471" y="467"/>
                  <a:pt x="474" y="469"/>
                  <a:pt x="472" y="470"/>
                </a:cubicBezTo>
                <a:cubicBezTo>
                  <a:pt x="471" y="472"/>
                  <a:pt x="468" y="472"/>
                  <a:pt x="466" y="473"/>
                </a:cubicBezTo>
                <a:cubicBezTo>
                  <a:pt x="465" y="473"/>
                  <a:pt x="465" y="473"/>
                  <a:pt x="464" y="473"/>
                </a:cubicBezTo>
                <a:cubicBezTo>
                  <a:pt x="464" y="473"/>
                  <a:pt x="464" y="473"/>
                  <a:pt x="463" y="473"/>
                </a:cubicBezTo>
                <a:cubicBezTo>
                  <a:pt x="462" y="473"/>
                  <a:pt x="461" y="472"/>
                  <a:pt x="461" y="471"/>
                </a:cubicBezTo>
                <a:cubicBezTo>
                  <a:pt x="460" y="469"/>
                  <a:pt x="455" y="470"/>
                  <a:pt x="458" y="466"/>
                </a:cubicBezTo>
                <a:cubicBezTo>
                  <a:pt x="458" y="466"/>
                  <a:pt x="458" y="466"/>
                  <a:pt x="457" y="465"/>
                </a:cubicBezTo>
                <a:cubicBezTo>
                  <a:pt x="457" y="465"/>
                  <a:pt x="456" y="465"/>
                  <a:pt x="455" y="465"/>
                </a:cubicBezTo>
                <a:cubicBezTo>
                  <a:pt x="455" y="466"/>
                  <a:pt x="455" y="466"/>
                  <a:pt x="455" y="467"/>
                </a:cubicBezTo>
                <a:cubicBezTo>
                  <a:pt x="456" y="467"/>
                  <a:pt x="456" y="468"/>
                  <a:pt x="456" y="468"/>
                </a:cubicBezTo>
                <a:cubicBezTo>
                  <a:pt x="454" y="470"/>
                  <a:pt x="456" y="472"/>
                  <a:pt x="454" y="474"/>
                </a:cubicBezTo>
                <a:cubicBezTo>
                  <a:pt x="453" y="474"/>
                  <a:pt x="454" y="475"/>
                  <a:pt x="455" y="475"/>
                </a:cubicBezTo>
                <a:cubicBezTo>
                  <a:pt x="456" y="476"/>
                  <a:pt x="457" y="478"/>
                  <a:pt x="457" y="479"/>
                </a:cubicBezTo>
                <a:cubicBezTo>
                  <a:pt x="457" y="477"/>
                  <a:pt x="458" y="475"/>
                  <a:pt x="459" y="475"/>
                </a:cubicBezTo>
                <a:cubicBezTo>
                  <a:pt x="462" y="474"/>
                  <a:pt x="462" y="476"/>
                  <a:pt x="464" y="477"/>
                </a:cubicBezTo>
                <a:cubicBezTo>
                  <a:pt x="465" y="478"/>
                  <a:pt x="467" y="478"/>
                  <a:pt x="468" y="480"/>
                </a:cubicBezTo>
                <a:cubicBezTo>
                  <a:pt x="468" y="480"/>
                  <a:pt x="469" y="480"/>
                  <a:pt x="469" y="480"/>
                </a:cubicBezTo>
                <a:cubicBezTo>
                  <a:pt x="470" y="480"/>
                  <a:pt x="472" y="479"/>
                  <a:pt x="472" y="481"/>
                </a:cubicBezTo>
                <a:cubicBezTo>
                  <a:pt x="473" y="482"/>
                  <a:pt x="472" y="483"/>
                  <a:pt x="471" y="483"/>
                </a:cubicBezTo>
                <a:cubicBezTo>
                  <a:pt x="470" y="484"/>
                  <a:pt x="470" y="486"/>
                  <a:pt x="470" y="487"/>
                </a:cubicBezTo>
                <a:cubicBezTo>
                  <a:pt x="470" y="487"/>
                  <a:pt x="470" y="488"/>
                  <a:pt x="470" y="488"/>
                </a:cubicBezTo>
                <a:cubicBezTo>
                  <a:pt x="470" y="488"/>
                  <a:pt x="470" y="487"/>
                  <a:pt x="470" y="487"/>
                </a:cubicBezTo>
                <a:cubicBezTo>
                  <a:pt x="470" y="489"/>
                  <a:pt x="470" y="490"/>
                  <a:pt x="471" y="491"/>
                </a:cubicBezTo>
                <a:cubicBezTo>
                  <a:pt x="472" y="492"/>
                  <a:pt x="472" y="492"/>
                  <a:pt x="471" y="493"/>
                </a:cubicBezTo>
                <a:cubicBezTo>
                  <a:pt x="468" y="495"/>
                  <a:pt x="466" y="494"/>
                  <a:pt x="463" y="494"/>
                </a:cubicBezTo>
                <a:cubicBezTo>
                  <a:pt x="462" y="493"/>
                  <a:pt x="461" y="493"/>
                  <a:pt x="460" y="495"/>
                </a:cubicBezTo>
                <a:cubicBezTo>
                  <a:pt x="460" y="497"/>
                  <a:pt x="458" y="497"/>
                  <a:pt x="456" y="498"/>
                </a:cubicBezTo>
                <a:cubicBezTo>
                  <a:pt x="456" y="498"/>
                  <a:pt x="456" y="498"/>
                  <a:pt x="455" y="498"/>
                </a:cubicBezTo>
                <a:cubicBezTo>
                  <a:pt x="455" y="500"/>
                  <a:pt x="454" y="499"/>
                  <a:pt x="453" y="499"/>
                </a:cubicBezTo>
                <a:cubicBezTo>
                  <a:pt x="448" y="497"/>
                  <a:pt x="443" y="494"/>
                  <a:pt x="440" y="490"/>
                </a:cubicBezTo>
                <a:cubicBezTo>
                  <a:pt x="439" y="489"/>
                  <a:pt x="438" y="488"/>
                  <a:pt x="438" y="486"/>
                </a:cubicBezTo>
                <a:cubicBezTo>
                  <a:pt x="439" y="485"/>
                  <a:pt x="440" y="485"/>
                  <a:pt x="442" y="485"/>
                </a:cubicBezTo>
                <a:cubicBezTo>
                  <a:pt x="442" y="485"/>
                  <a:pt x="443" y="485"/>
                  <a:pt x="444" y="485"/>
                </a:cubicBezTo>
                <a:cubicBezTo>
                  <a:pt x="444" y="485"/>
                  <a:pt x="443" y="485"/>
                  <a:pt x="443" y="485"/>
                </a:cubicBezTo>
                <a:cubicBezTo>
                  <a:pt x="442" y="484"/>
                  <a:pt x="439" y="485"/>
                  <a:pt x="439" y="482"/>
                </a:cubicBezTo>
                <a:cubicBezTo>
                  <a:pt x="438" y="483"/>
                  <a:pt x="437" y="483"/>
                  <a:pt x="436" y="483"/>
                </a:cubicBezTo>
                <a:cubicBezTo>
                  <a:pt x="435" y="484"/>
                  <a:pt x="435" y="485"/>
                  <a:pt x="435" y="486"/>
                </a:cubicBezTo>
                <a:cubicBezTo>
                  <a:pt x="434" y="490"/>
                  <a:pt x="434" y="490"/>
                  <a:pt x="430" y="489"/>
                </a:cubicBezTo>
                <a:cubicBezTo>
                  <a:pt x="430" y="489"/>
                  <a:pt x="430" y="489"/>
                  <a:pt x="431" y="490"/>
                </a:cubicBezTo>
                <a:cubicBezTo>
                  <a:pt x="431" y="490"/>
                  <a:pt x="433" y="491"/>
                  <a:pt x="432" y="492"/>
                </a:cubicBezTo>
                <a:cubicBezTo>
                  <a:pt x="431" y="493"/>
                  <a:pt x="430" y="493"/>
                  <a:pt x="429" y="493"/>
                </a:cubicBezTo>
                <a:cubicBezTo>
                  <a:pt x="427" y="493"/>
                  <a:pt x="426" y="494"/>
                  <a:pt x="426" y="496"/>
                </a:cubicBezTo>
                <a:cubicBezTo>
                  <a:pt x="425" y="497"/>
                  <a:pt x="425" y="497"/>
                  <a:pt x="425" y="498"/>
                </a:cubicBezTo>
                <a:cubicBezTo>
                  <a:pt x="424" y="500"/>
                  <a:pt x="422" y="501"/>
                  <a:pt x="420" y="500"/>
                </a:cubicBezTo>
                <a:cubicBezTo>
                  <a:pt x="419" y="499"/>
                  <a:pt x="419" y="499"/>
                  <a:pt x="418" y="499"/>
                </a:cubicBezTo>
                <a:cubicBezTo>
                  <a:pt x="418" y="499"/>
                  <a:pt x="418" y="499"/>
                  <a:pt x="418" y="499"/>
                </a:cubicBezTo>
                <a:cubicBezTo>
                  <a:pt x="416" y="503"/>
                  <a:pt x="415" y="503"/>
                  <a:pt x="411" y="502"/>
                </a:cubicBezTo>
                <a:cubicBezTo>
                  <a:pt x="410" y="502"/>
                  <a:pt x="409" y="502"/>
                  <a:pt x="408" y="503"/>
                </a:cubicBezTo>
                <a:cubicBezTo>
                  <a:pt x="408" y="503"/>
                  <a:pt x="408" y="503"/>
                  <a:pt x="408" y="504"/>
                </a:cubicBezTo>
                <a:cubicBezTo>
                  <a:pt x="409" y="504"/>
                  <a:pt x="409" y="505"/>
                  <a:pt x="409" y="506"/>
                </a:cubicBezTo>
                <a:cubicBezTo>
                  <a:pt x="410" y="503"/>
                  <a:pt x="412" y="503"/>
                  <a:pt x="413" y="504"/>
                </a:cubicBezTo>
                <a:cubicBezTo>
                  <a:pt x="415" y="505"/>
                  <a:pt x="416" y="504"/>
                  <a:pt x="416" y="503"/>
                </a:cubicBezTo>
                <a:cubicBezTo>
                  <a:pt x="419" y="501"/>
                  <a:pt x="421" y="502"/>
                  <a:pt x="423" y="503"/>
                </a:cubicBezTo>
                <a:cubicBezTo>
                  <a:pt x="424" y="504"/>
                  <a:pt x="425" y="505"/>
                  <a:pt x="427" y="505"/>
                </a:cubicBezTo>
                <a:cubicBezTo>
                  <a:pt x="428" y="505"/>
                  <a:pt x="430" y="506"/>
                  <a:pt x="429" y="507"/>
                </a:cubicBezTo>
                <a:cubicBezTo>
                  <a:pt x="429" y="509"/>
                  <a:pt x="428" y="510"/>
                  <a:pt x="427" y="510"/>
                </a:cubicBezTo>
                <a:cubicBezTo>
                  <a:pt x="425" y="510"/>
                  <a:pt x="424" y="511"/>
                  <a:pt x="422" y="513"/>
                </a:cubicBezTo>
                <a:cubicBezTo>
                  <a:pt x="421" y="514"/>
                  <a:pt x="419" y="514"/>
                  <a:pt x="417" y="514"/>
                </a:cubicBezTo>
                <a:cubicBezTo>
                  <a:pt x="417" y="514"/>
                  <a:pt x="416" y="515"/>
                  <a:pt x="416" y="515"/>
                </a:cubicBezTo>
                <a:cubicBezTo>
                  <a:pt x="418" y="516"/>
                  <a:pt x="418" y="516"/>
                  <a:pt x="418" y="519"/>
                </a:cubicBezTo>
                <a:cubicBezTo>
                  <a:pt x="418" y="518"/>
                  <a:pt x="419" y="517"/>
                  <a:pt x="419" y="516"/>
                </a:cubicBezTo>
                <a:cubicBezTo>
                  <a:pt x="419" y="516"/>
                  <a:pt x="420" y="516"/>
                  <a:pt x="421" y="516"/>
                </a:cubicBezTo>
                <a:cubicBezTo>
                  <a:pt x="423" y="515"/>
                  <a:pt x="425" y="511"/>
                  <a:pt x="428" y="514"/>
                </a:cubicBezTo>
                <a:cubicBezTo>
                  <a:pt x="428" y="515"/>
                  <a:pt x="429" y="515"/>
                  <a:pt x="429" y="516"/>
                </a:cubicBezTo>
                <a:cubicBezTo>
                  <a:pt x="431" y="516"/>
                  <a:pt x="432" y="517"/>
                  <a:pt x="432" y="520"/>
                </a:cubicBezTo>
                <a:cubicBezTo>
                  <a:pt x="432" y="523"/>
                  <a:pt x="431" y="524"/>
                  <a:pt x="429" y="524"/>
                </a:cubicBezTo>
                <a:cubicBezTo>
                  <a:pt x="429" y="525"/>
                  <a:pt x="428" y="525"/>
                  <a:pt x="428" y="526"/>
                </a:cubicBezTo>
                <a:cubicBezTo>
                  <a:pt x="428" y="526"/>
                  <a:pt x="428" y="526"/>
                  <a:pt x="428" y="526"/>
                </a:cubicBezTo>
                <a:cubicBezTo>
                  <a:pt x="431" y="524"/>
                  <a:pt x="434" y="525"/>
                  <a:pt x="436" y="528"/>
                </a:cubicBezTo>
                <a:cubicBezTo>
                  <a:pt x="437" y="529"/>
                  <a:pt x="439" y="529"/>
                  <a:pt x="440" y="530"/>
                </a:cubicBezTo>
                <a:cubicBezTo>
                  <a:pt x="441" y="530"/>
                  <a:pt x="443" y="531"/>
                  <a:pt x="441" y="533"/>
                </a:cubicBezTo>
                <a:cubicBezTo>
                  <a:pt x="442" y="533"/>
                  <a:pt x="443" y="533"/>
                  <a:pt x="444" y="534"/>
                </a:cubicBezTo>
                <a:cubicBezTo>
                  <a:pt x="447" y="535"/>
                  <a:pt x="448" y="538"/>
                  <a:pt x="451" y="539"/>
                </a:cubicBezTo>
                <a:cubicBezTo>
                  <a:pt x="451" y="539"/>
                  <a:pt x="452" y="540"/>
                  <a:pt x="452" y="540"/>
                </a:cubicBezTo>
                <a:cubicBezTo>
                  <a:pt x="450" y="541"/>
                  <a:pt x="451" y="543"/>
                  <a:pt x="449" y="544"/>
                </a:cubicBezTo>
                <a:cubicBezTo>
                  <a:pt x="449" y="544"/>
                  <a:pt x="448" y="545"/>
                  <a:pt x="447" y="545"/>
                </a:cubicBezTo>
                <a:cubicBezTo>
                  <a:pt x="447" y="546"/>
                  <a:pt x="447" y="547"/>
                  <a:pt x="447" y="548"/>
                </a:cubicBezTo>
                <a:cubicBezTo>
                  <a:pt x="450" y="548"/>
                  <a:pt x="450" y="545"/>
                  <a:pt x="452" y="545"/>
                </a:cubicBezTo>
                <a:cubicBezTo>
                  <a:pt x="453" y="545"/>
                  <a:pt x="450" y="548"/>
                  <a:pt x="453" y="548"/>
                </a:cubicBezTo>
                <a:cubicBezTo>
                  <a:pt x="453" y="548"/>
                  <a:pt x="454" y="547"/>
                  <a:pt x="454" y="546"/>
                </a:cubicBezTo>
                <a:cubicBezTo>
                  <a:pt x="454" y="546"/>
                  <a:pt x="455" y="545"/>
                  <a:pt x="455" y="545"/>
                </a:cubicBezTo>
                <a:cubicBezTo>
                  <a:pt x="456" y="545"/>
                  <a:pt x="456" y="545"/>
                  <a:pt x="456" y="546"/>
                </a:cubicBezTo>
                <a:cubicBezTo>
                  <a:pt x="457" y="547"/>
                  <a:pt x="456" y="547"/>
                  <a:pt x="455" y="548"/>
                </a:cubicBezTo>
                <a:cubicBezTo>
                  <a:pt x="455" y="549"/>
                  <a:pt x="454" y="549"/>
                  <a:pt x="453" y="550"/>
                </a:cubicBezTo>
                <a:cubicBezTo>
                  <a:pt x="452" y="553"/>
                  <a:pt x="452" y="555"/>
                  <a:pt x="453" y="558"/>
                </a:cubicBezTo>
                <a:cubicBezTo>
                  <a:pt x="454" y="557"/>
                  <a:pt x="453" y="556"/>
                  <a:pt x="454" y="554"/>
                </a:cubicBezTo>
                <a:cubicBezTo>
                  <a:pt x="455" y="553"/>
                  <a:pt x="456" y="551"/>
                  <a:pt x="458" y="552"/>
                </a:cubicBezTo>
                <a:cubicBezTo>
                  <a:pt x="459" y="552"/>
                  <a:pt x="459" y="554"/>
                  <a:pt x="459" y="555"/>
                </a:cubicBezTo>
                <a:cubicBezTo>
                  <a:pt x="459" y="556"/>
                  <a:pt x="459" y="557"/>
                  <a:pt x="459" y="557"/>
                </a:cubicBezTo>
                <a:cubicBezTo>
                  <a:pt x="459" y="559"/>
                  <a:pt x="460" y="560"/>
                  <a:pt x="459" y="561"/>
                </a:cubicBezTo>
                <a:cubicBezTo>
                  <a:pt x="460" y="565"/>
                  <a:pt x="458" y="569"/>
                  <a:pt x="461" y="573"/>
                </a:cubicBezTo>
                <a:cubicBezTo>
                  <a:pt x="460" y="575"/>
                  <a:pt x="459" y="577"/>
                  <a:pt x="461" y="578"/>
                </a:cubicBezTo>
                <a:cubicBezTo>
                  <a:pt x="461" y="579"/>
                  <a:pt x="461" y="580"/>
                  <a:pt x="460" y="581"/>
                </a:cubicBezTo>
                <a:cubicBezTo>
                  <a:pt x="459" y="581"/>
                  <a:pt x="458" y="581"/>
                  <a:pt x="457" y="580"/>
                </a:cubicBezTo>
                <a:cubicBezTo>
                  <a:pt x="457" y="580"/>
                  <a:pt x="457" y="579"/>
                  <a:pt x="456" y="579"/>
                </a:cubicBezTo>
                <a:cubicBezTo>
                  <a:pt x="451" y="581"/>
                  <a:pt x="453" y="577"/>
                  <a:pt x="453" y="575"/>
                </a:cubicBezTo>
                <a:cubicBezTo>
                  <a:pt x="453" y="574"/>
                  <a:pt x="453" y="572"/>
                  <a:pt x="453" y="570"/>
                </a:cubicBezTo>
                <a:cubicBezTo>
                  <a:pt x="453" y="570"/>
                  <a:pt x="452" y="570"/>
                  <a:pt x="452" y="570"/>
                </a:cubicBezTo>
                <a:cubicBezTo>
                  <a:pt x="451" y="572"/>
                  <a:pt x="452" y="575"/>
                  <a:pt x="451" y="578"/>
                </a:cubicBezTo>
                <a:cubicBezTo>
                  <a:pt x="451" y="579"/>
                  <a:pt x="452" y="581"/>
                  <a:pt x="449" y="581"/>
                </a:cubicBezTo>
                <a:cubicBezTo>
                  <a:pt x="448" y="581"/>
                  <a:pt x="446" y="582"/>
                  <a:pt x="444" y="580"/>
                </a:cubicBezTo>
                <a:cubicBezTo>
                  <a:pt x="441" y="579"/>
                  <a:pt x="439" y="577"/>
                  <a:pt x="439" y="573"/>
                </a:cubicBezTo>
                <a:cubicBezTo>
                  <a:pt x="437" y="571"/>
                  <a:pt x="436" y="568"/>
                  <a:pt x="437" y="565"/>
                </a:cubicBezTo>
                <a:cubicBezTo>
                  <a:pt x="436" y="562"/>
                  <a:pt x="434" y="561"/>
                  <a:pt x="433" y="558"/>
                </a:cubicBezTo>
                <a:cubicBezTo>
                  <a:pt x="433" y="557"/>
                  <a:pt x="433" y="556"/>
                  <a:pt x="433" y="556"/>
                </a:cubicBezTo>
                <a:cubicBezTo>
                  <a:pt x="430" y="558"/>
                  <a:pt x="429" y="559"/>
                  <a:pt x="427" y="555"/>
                </a:cubicBezTo>
                <a:cubicBezTo>
                  <a:pt x="426" y="553"/>
                  <a:pt x="425" y="550"/>
                  <a:pt x="422" y="551"/>
                </a:cubicBezTo>
                <a:cubicBezTo>
                  <a:pt x="421" y="551"/>
                  <a:pt x="421" y="550"/>
                  <a:pt x="421" y="550"/>
                </a:cubicBezTo>
                <a:cubicBezTo>
                  <a:pt x="419" y="550"/>
                  <a:pt x="417" y="549"/>
                  <a:pt x="415" y="550"/>
                </a:cubicBezTo>
                <a:cubicBezTo>
                  <a:pt x="414" y="551"/>
                  <a:pt x="413" y="550"/>
                  <a:pt x="412" y="549"/>
                </a:cubicBezTo>
                <a:cubicBezTo>
                  <a:pt x="411" y="548"/>
                  <a:pt x="411" y="547"/>
                  <a:pt x="410" y="546"/>
                </a:cubicBezTo>
                <a:cubicBezTo>
                  <a:pt x="410" y="546"/>
                  <a:pt x="410" y="545"/>
                  <a:pt x="410" y="544"/>
                </a:cubicBezTo>
                <a:cubicBezTo>
                  <a:pt x="408" y="543"/>
                  <a:pt x="407" y="543"/>
                  <a:pt x="406" y="541"/>
                </a:cubicBezTo>
                <a:cubicBezTo>
                  <a:pt x="406" y="539"/>
                  <a:pt x="404" y="539"/>
                  <a:pt x="403" y="538"/>
                </a:cubicBezTo>
                <a:cubicBezTo>
                  <a:pt x="402" y="538"/>
                  <a:pt x="402" y="538"/>
                  <a:pt x="401" y="538"/>
                </a:cubicBezTo>
                <a:cubicBezTo>
                  <a:pt x="400" y="537"/>
                  <a:pt x="399" y="536"/>
                  <a:pt x="397" y="535"/>
                </a:cubicBezTo>
                <a:cubicBezTo>
                  <a:pt x="397" y="536"/>
                  <a:pt x="399" y="536"/>
                  <a:pt x="398" y="538"/>
                </a:cubicBezTo>
                <a:cubicBezTo>
                  <a:pt x="398" y="538"/>
                  <a:pt x="398" y="538"/>
                  <a:pt x="398" y="538"/>
                </a:cubicBezTo>
                <a:cubicBezTo>
                  <a:pt x="399" y="540"/>
                  <a:pt x="400" y="539"/>
                  <a:pt x="401" y="540"/>
                </a:cubicBezTo>
                <a:cubicBezTo>
                  <a:pt x="402" y="540"/>
                  <a:pt x="403" y="539"/>
                  <a:pt x="402" y="541"/>
                </a:cubicBezTo>
                <a:cubicBezTo>
                  <a:pt x="404" y="541"/>
                  <a:pt x="405" y="542"/>
                  <a:pt x="406" y="544"/>
                </a:cubicBezTo>
                <a:cubicBezTo>
                  <a:pt x="406" y="544"/>
                  <a:pt x="406" y="544"/>
                  <a:pt x="406" y="544"/>
                </a:cubicBezTo>
                <a:cubicBezTo>
                  <a:pt x="407" y="545"/>
                  <a:pt x="409" y="545"/>
                  <a:pt x="409" y="546"/>
                </a:cubicBezTo>
                <a:cubicBezTo>
                  <a:pt x="409" y="548"/>
                  <a:pt x="407" y="547"/>
                  <a:pt x="406" y="548"/>
                </a:cubicBezTo>
                <a:cubicBezTo>
                  <a:pt x="406" y="548"/>
                  <a:pt x="405" y="548"/>
                  <a:pt x="405" y="549"/>
                </a:cubicBezTo>
                <a:cubicBezTo>
                  <a:pt x="405" y="549"/>
                  <a:pt x="406" y="549"/>
                  <a:pt x="406" y="549"/>
                </a:cubicBezTo>
                <a:cubicBezTo>
                  <a:pt x="408" y="548"/>
                  <a:pt x="410" y="549"/>
                  <a:pt x="410" y="552"/>
                </a:cubicBezTo>
                <a:cubicBezTo>
                  <a:pt x="410" y="552"/>
                  <a:pt x="410" y="552"/>
                  <a:pt x="410" y="552"/>
                </a:cubicBezTo>
                <a:cubicBezTo>
                  <a:pt x="411" y="552"/>
                  <a:pt x="411" y="552"/>
                  <a:pt x="411" y="552"/>
                </a:cubicBezTo>
                <a:cubicBezTo>
                  <a:pt x="413" y="550"/>
                  <a:pt x="414" y="553"/>
                  <a:pt x="416" y="552"/>
                </a:cubicBezTo>
                <a:cubicBezTo>
                  <a:pt x="417" y="552"/>
                  <a:pt x="417" y="551"/>
                  <a:pt x="418" y="552"/>
                </a:cubicBezTo>
                <a:cubicBezTo>
                  <a:pt x="422" y="551"/>
                  <a:pt x="424" y="553"/>
                  <a:pt x="426" y="556"/>
                </a:cubicBezTo>
                <a:cubicBezTo>
                  <a:pt x="426" y="557"/>
                  <a:pt x="427" y="559"/>
                  <a:pt x="425" y="559"/>
                </a:cubicBezTo>
                <a:cubicBezTo>
                  <a:pt x="423" y="562"/>
                  <a:pt x="422" y="564"/>
                  <a:pt x="418" y="564"/>
                </a:cubicBezTo>
                <a:cubicBezTo>
                  <a:pt x="416" y="568"/>
                  <a:pt x="410" y="569"/>
                  <a:pt x="407" y="566"/>
                </a:cubicBezTo>
                <a:cubicBezTo>
                  <a:pt x="407" y="566"/>
                  <a:pt x="407" y="566"/>
                  <a:pt x="406" y="566"/>
                </a:cubicBezTo>
                <a:cubicBezTo>
                  <a:pt x="405" y="568"/>
                  <a:pt x="404" y="567"/>
                  <a:pt x="402" y="566"/>
                </a:cubicBezTo>
                <a:cubicBezTo>
                  <a:pt x="402" y="565"/>
                  <a:pt x="401" y="566"/>
                  <a:pt x="400" y="566"/>
                </a:cubicBezTo>
                <a:cubicBezTo>
                  <a:pt x="400" y="566"/>
                  <a:pt x="400" y="567"/>
                  <a:pt x="400" y="567"/>
                </a:cubicBezTo>
                <a:cubicBezTo>
                  <a:pt x="401" y="567"/>
                  <a:pt x="401" y="567"/>
                  <a:pt x="402" y="568"/>
                </a:cubicBezTo>
                <a:cubicBezTo>
                  <a:pt x="404" y="570"/>
                  <a:pt x="403" y="574"/>
                  <a:pt x="400" y="576"/>
                </a:cubicBezTo>
                <a:cubicBezTo>
                  <a:pt x="401" y="579"/>
                  <a:pt x="398" y="577"/>
                  <a:pt x="397" y="578"/>
                </a:cubicBezTo>
                <a:cubicBezTo>
                  <a:pt x="397" y="578"/>
                  <a:pt x="397" y="578"/>
                  <a:pt x="398" y="578"/>
                </a:cubicBezTo>
                <a:cubicBezTo>
                  <a:pt x="397" y="578"/>
                  <a:pt x="397" y="578"/>
                  <a:pt x="397" y="578"/>
                </a:cubicBezTo>
                <a:cubicBezTo>
                  <a:pt x="397" y="579"/>
                  <a:pt x="396" y="579"/>
                  <a:pt x="395" y="579"/>
                </a:cubicBezTo>
                <a:cubicBezTo>
                  <a:pt x="395" y="580"/>
                  <a:pt x="392" y="580"/>
                  <a:pt x="392" y="582"/>
                </a:cubicBezTo>
                <a:cubicBezTo>
                  <a:pt x="394" y="581"/>
                  <a:pt x="396" y="581"/>
                  <a:pt x="398" y="580"/>
                </a:cubicBezTo>
                <a:cubicBezTo>
                  <a:pt x="400" y="579"/>
                  <a:pt x="400" y="580"/>
                  <a:pt x="400" y="581"/>
                </a:cubicBezTo>
                <a:cubicBezTo>
                  <a:pt x="401" y="582"/>
                  <a:pt x="401" y="582"/>
                  <a:pt x="402" y="583"/>
                </a:cubicBezTo>
                <a:cubicBezTo>
                  <a:pt x="403" y="582"/>
                  <a:pt x="404" y="582"/>
                  <a:pt x="405" y="581"/>
                </a:cubicBezTo>
                <a:cubicBezTo>
                  <a:pt x="404" y="581"/>
                  <a:pt x="402" y="582"/>
                  <a:pt x="403" y="579"/>
                </a:cubicBezTo>
                <a:cubicBezTo>
                  <a:pt x="403" y="577"/>
                  <a:pt x="403" y="576"/>
                  <a:pt x="406" y="576"/>
                </a:cubicBezTo>
                <a:cubicBezTo>
                  <a:pt x="408" y="572"/>
                  <a:pt x="410" y="569"/>
                  <a:pt x="415" y="569"/>
                </a:cubicBezTo>
                <a:cubicBezTo>
                  <a:pt x="416" y="569"/>
                  <a:pt x="418" y="567"/>
                  <a:pt x="420" y="567"/>
                </a:cubicBezTo>
                <a:cubicBezTo>
                  <a:pt x="421" y="566"/>
                  <a:pt x="422" y="565"/>
                  <a:pt x="423" y="564"/>
                </a:cubicBezTo>
                <a:cubicBezTo>
                  <a:pt x="424" y="564"/>
                  <a:pt x="423" y="566"/>
                  <a:pt x="424" y="566"/>
                </a:cubicBezTo>
                <a:cubicBezTo>
                  <a:pt x="428" y="567"/>
                  <a:pt x="427" y="571"/>
                  <a:pt x="427" y="574"/>
                </a:cubicBezTo>
                <a:cubicBezTo>
                  <a:pt x="428" y="575"/>
                  <a:pt x="427" y="576"/>
                  <a:pt x="426" y="576"/>
                </a:cubicBezTo>
                <a:cubicBezTo>
                  <a:pt x="423" y="577"/>
                  <a:pt x="421" y="577"/>
                  <a:pt x="419" y="580"/>
                </a:cubicBezTo>
                <a:cubicBezTo>
                  <a:pt x="419" y="580"/>
                  <a:pt x="418" y="580"/>
                  <a:pt x="418" y="580"/>
                </a:cubicBezTo>
                <a:cubicBezTo>
                  <a:pt x="418" y="577"/>
                  <a:pt x="416" y="578"/>
                  <a:pt x="414" y="578"/>
                </a:cubicBezTo>
                <a:cubicBezTo>
                  <a:pt x="414" y="578"/>
                  <a:pt x="414" y="578"/>
                  <a:pt x="414" y="579"/>
                </a:cubicBezTo>
                <a:cubicBezTo>
                  <a:pt x="415" y="579"/>
                  <a:pt x="415" y="580"/>
                  <a:pt x="416" y="580"/>
                </a:cubicBezTo>
                <a:cubicBezTo>
                  <a:pt x="416" y="581"/>
                  <a:pt x="418" y="581"/>
                  <a:pt x="417" y="583"/>
                </a:cubicBezTo>
                <a:cubicBezTo>
                  <a:pt x="417" y="584"/>
                  <a:pt x="415" y="585"/>
                  <a:pt x="414" y="585"/>
                </a:cubicBezTo>
                <a:cubicBezTo>
                  <a:pt x="412" y="584"/>
                  <a:pt x="411" y="585"/>
                  <a:pt x="409" y="587"/>
                </a:cubicBezTo>
                <a:cubicBezTo>
                  <a:pt x="408" y="588"/>
                  <a:pt x="407" y="589"/>
                  <a:pt x="405" y="589"/>
                </a:cubicBezTo>
                <a:cubicBezTo>
                  <a:pt x="404" y="590"/>
                  <a:pt x="404" y="590"/>
                  <a:pt x="403" y="589"/>
                </a:cubicBezTo>
                <a:cubicBezTo>
                  <a:pt x="402" y="588"/>
                  <a:pt x="400" y="588"/>
                  <a:pt x="399" y="589"/>
                </a:cubicBezTo>
                <a:cubicBezTo>
                  <a:pt x="399" y="590"/>
                  <a:pt x="399" y="591"/>
                  <a:pt x="400" y="591"/>
                </a:cubicBezTo>
                <a:cubicBezTo>
                  <a:pt x="402" y="590"/>
                  <a:pt x="404" y="592"/>
                  <a:pt x="406" y="592"/>
                </a:cubicBezTo>
                <a:cubicBezTo>
                  <a:pt x="407" y="591"/>
                  <a:pt x="407" y="592"/>
                  <a:pt x="407" y="593"/>
                </a:cubicBezTo>
                <a:cubicBezTo>
                  <a:pt x="408" y="593"/>
                  <a:pt x="409" y="593"/>
                  <a:pt x="410" y="593"/>
                </a:cubicBezTo>
                <a:cubicBezTo>
                  <a:pt x="410" y="590"/>
                  <a:pt x="411" y="587"/>
                  <a:pt x="413" y="586"/>
                </a:cubicBezTo>
                <a:cubicBezTo>
                  <a:pt x="415" y="585"/>
                  <a:pt x="417" y="587"/>
                  <a:pt x="419" y="587"/>
                </a:cubicBezTo>
                <a:cubicBezTo>
                  <a:pt x="420" y="586"/>
                  <a:pt x="421" y="585"/>
                  <a:pt x="423" y="585"/>
                </a:cubicBezTo>
                <a:cubicBezTo>
                  <a:pt x="424" y="584"/>
                  <a:pt x="425" y="583"/>
                  <a:pt x="426" y="583"/>
                </a:cubicBezTo>
                <a:cubicBezTo>
                  <a:pt x="427" y="583"/>
                  <a:pt x="427" y="583"/>
                  <a:pt x="427" y="585"/>
                </a:cubicBezTo>
                <a:cubicBezTo>
                  <a:pt x="429" y="584"/>
                  <a:pt x="429" y="582"/>
                  <a:pt x="431" y="584"/>
                </a:cubicBezTo>
                <a:cubicBezTo>
                  <a:pt x="433" y="584"/>
                  <a:pt x="434" y="586"/>
                  <a:pt x="436" y="587"/>
                </a:cubicBezTo>
                <a:cubicBezTo>
                  <a:pt x="439" y="588"/>
                  <a:pt x="441" y="589"/>
                  <a:pt x="443" y="590"/>
                </a:cubicBezTo>
                <a:cubicBezTo>
                  <a:pt x="447" y="589"/>
                  <a:pt x="451" y="591"/>
                  <a:pt x="454" y="589"/>
                </a:cubicBezTo>
                <a:cubicBezTo>
                  <a:pt x="455" y="589"/>
                  <a:pt x="455" y="589"/>
                  <a:pt x="455" y="589"/>
                </a:cubicBezTo>
                <a:cubicBezTo>
                  <a:pt x="456" y="590"/>
                  <a:pt x="456" y="590"/>
                  <a:pt x="455" y="591"/>
                </a:cubicBezTo>
                <a:cubicBezTo>
                  <a:pt x="454" y="592"/>
                  <a:pt x="452" y="595"/>
                  <a:pt x="449" y="593"/>
                </a:cubicBezTo>
                <a:cubicBezTo>
                  <a:pt x="449" y="594"/>
                  <a:pt x="448" y="594"/>
                  <a:pt x="447" y="594"/>
                </a:cubicBezTo>
                <a:cubicBezTo>
                  <a:pt x="447" y="595"/>
                  <a:pt x="447" y="596"/>
                  <a:pt x="448" y="597"/>
                </a:cubicBezTo>
                <a:cubicBezTo>
                  <a:pt x="448" y="598"/>
                  <a:pt x="448" y="598"/>
                  <a:pt x="446" y="598"/>
                </a:cubicBezTo>
                <a:cubicBezTo>
                  <a:pt x="446" y="598"/>
                  <a:pt x="445" y="598"/>
                  <a:pt x="445" y="598"/>
                </a:cubicBezTo>
                <a:cubicBezTo>
                  <a:pt x="445" y="599"/>
                  <a:pt x="447" y="603"/>
                  <a:pt x="443" y="600"/>
                </a:cubicBezTo>
                <a:cubicBezTo>
                  <a:pt x="442" y="599"/>
                  <a:pt x="444" y="602"/>
                  <a:pt x="442" y="602"/>
                </a:cubicBezTo>
                <a:cubicBezTo>
                  <a:pt x="442" y="606"/>
                  <a:pt x="440" y="604"/>
                  <a:pt x="439" y="604"/>
                </a:cubicBezTo>
                <a:cubicBezTo>
                  <a:pt x="438" y="605"/>
                  <a:pt x="439" y="607"/>
                  <a:pt x="436" y="607"/>
                </a:cubicBezTo>
                <a:cubicBezTo>
                  <a:pt x="436" y="608"/>
                  <a:pt x="436" y="609"/>
                  <a:pt x="434" y="609"/>
                </a:cubicBezTo>
                <a:cubicBezTo>
                  <a:pt x="433" y="608"/>
                  <a:pt x="433" y="610"/>
                  <a:pt x="433" y="610"/>
                </a:cubicBezTo>
                <a:cubicBezTo>
                  <a:pt x="433" y="613"/>
                  <a:pt x="431" y="612"/>
                  <a:pt x="430" y="611"/>
                </a:cubicBezTo>
                <a:cubicBezTo>
                  <a:pt x="430" y="611"/>
                  <a:pt x="429" y="611"/>
                  <a:pt x="429" y="610"/>
                </a:cubicBezTo>
                <a:cubicBezTo>
                  <a:pt x="429" y="610"/>
                  <a:pt x="428" y="610"/>
                  <a:pt x="428" y="610"/>
                </a:cubicBezTo>
                <a:cubicBezTo>
                  <a:pt x="427" y="612"/>
                  <a:pt x="429" y="613"/>
                  <a:pt x="430" y="613"/>
                </a:cubicBezTo>
                <a:cubicBezTo>
                  <a:pt x="428" y="616"/>
                  <a:pt x="425" y="617"/>
                  <a:pt x="424" y="620"/>
                </a:cubicBezTo>
                <a:cubicBezTo>
                  <a:pt x="424" y="621"/>
                  <a:pt x="424" y="622"/>
                  <a:pt x="423" y="622"/>
                </a:cubicBezTo>
                <a:cubicBezTo>
                  <a:pt x="422" y="623"/>
                  <a:pt x="421" y="624"/>
                  <a:pt x="420" y="623"/>
                </a:cubicBezTo>
                <a:cubicBezTo>
                  <a:pt x="418" y="623"/>
                  <a:pt x="418" y="624"/>
                  <a:pt x="418" y="626"/>
                </a:cubicBezTo>
                <a:cubicBezTo>
                  <a:pt x="416" y="627"/>
                  <a:pt x="413" y="625"/>
                  <a:pt x="412" y="628"/>
                </a:cubicBezTo>
                <a:cubicBezTo>
                  <a:pt x="412" y="628"/>
                  <a:pt x="411" y="628"/>
                  <a:pt x="411" y="628"/>
                </a:cubicBezTo>
                <a:cubicBezTo>
                  <a:pt x="411" y="629"/>
                  <a:pt x="410" y="629"/>
                  <a:pt x="409" y="630"/>
                </a:cubicBezTo>
                <a:cubicBezTo>
                  <a:pt x="408" y="629"/>
                  <a:pt x="407" y="629"/>
                  <a:pt x="406" y="630"/>
                </a:cubicBezTo>
                <a:cubicBezTo>
                  <a:pt x="406" y="630"/>
                  <a:pt x="406" y="630"/>
                  <a:pt x="406" y="630"/>
                </a:cubicBezTo>
                <a:cubicBezTo>
                  <a:pt x="405" y="632"/>
                  <a:pt x="404" y="630"/>
                  <a:pt x="403" y="630"/>
                </a:cubicBezTo>
                <a:cubicBezTo>
                  <a:pt x="403" y="631"/>
                  <a:pt x="402" y="632"/>
                  <a:pt x="401" y="631"/>
                </a:cubicBezTo>
                <a:cubicBezTo>
                  <a:pt x="399" y="632"/>
                  <a:pt x="398" y="634"/>
                  <a:pt x="396" y="634"/>
                </a:cubicBezTo>
                <a:cubicBezTo>
                  <a:pt x="395" y="635"/>
                  <a:pt x="394" y="634"/>
                  <a:pt x="394" y="634"/>
                </a:cubicBezTo>
                <a:cubicBezTo>
                  <a:pt x="391" y="637"/>
                  <a:pt x="390" y="637"/>
                  <a:pt x="387" y="632"/>
                </a:cubicBezTo>
                <a:cubicBezTo>
                  <a:pt x="386" y="633"/>
                  <a:pt x="385" y="634"/>
                  <a:pt x="385" y="634"/>
                </a:cubicBezTo>
                <a:cubicBezTo>
                  <a:pt x="385" y="635"/>
                  <a:pt x="385" y="635"/>
                  <a:pt x="385" y="636"/>
                </a:cubicBezTo>
                <a:cubicBezTo>
                  <a:pt x="384" y="637"/>
                  <a:pt x="384" y="638"/>
                  <a:pt x="385" y="639"/>
                </a:cubicBezTo>
                <a:cubicBezTo>
                  <a:pt x="384" y="641"/>
                  <a:pt x="382" y="641"/>
                  <a:pt x="382" y="638"/>
                </a:cubicBezTo>
                <a:cubicBezTo>
                  <a:pt x="382" y="637"/>
                  <a:pt x="381" y="637"/>
                  <a:pt x="380" y="637"/>
                </a:cubicBezTo>
                <a:cubicBezTo>
                  <a:pt x="382" y="641"/>
                  <a:pt x="382" y="640"/>
                  <a:pt x="378" y="641"/>
                </a:cubicBezTo>
                <a:cubicBezTo>
                  <a:pt x="375" y="641"/>
                  <a:pt x="372" y="640"/>
                  <a:pt x="370" y="639"/>
                </a:cubicBezTo>
                <a:cubicBezTo>
                  <a:pt x="369" y="639"/>
                  <a:pt x="368" y="639"/>
                  <a:pt x="368" y="638"/>
                </a:cubicBezTo>
                <a:cubicBezTo>
                  <a:pt x="369" y="637"/>
                  <a:pt x="370" y="637"/>
                  <a:pt x="370" y="637"/>
                </a:cubicBezTo>
                <a:cubicBezTo>
                  <a:pt x="371" y="637"/>
                  <a:pt x="371" y="637"/>
                  <a:pt x="371" y="636"/>
                </a:cubicBezTo>
                <a:cubicBezTo>
                  <a:pt x="370" y="636"/>
                  <a:pt x="368" y="637"/>
                  <a:pt x="367" y="634"/>
                </a:cubicBezTo>
                <a:cubicBezTo>
                  <a:pt x="365" y="633"/>
                  <a:pt x="364" y="630"/>
                  <a:pt x="364" y="628"/>
                </a:cubicBezTo>
                <a:cubicBezTo>
                  <a:pt x="361" y="628"/>
                  <a:pt x="364" y="630"/>
                  <a:pt x="363" y="631"/>
                </a:cubicBezTo>
                <a:cubicBezTo>
                  <a:pt x="363" y="632"/>
                  <a:pt x="363" y="632"/>
                  <a:pt x="363" y="633"/>
                </a:cubicBezTo>
                <a:cubicBezTo>
                  <a:pt x="364" y="634"/>
                  <a:pt x="368" y="635"/>
                  <a:pt x="364" y="637"/>
                </a:cubicBezTo>
                <a:cubicBezTo>
                  <a:pt x="364" y="638"/>
                  <a:pt x="365" y="639"/>
                  <a:pt x="366" y="639"/>
                </a:cubicBezTo>
                <a:cubicBezTo>
                  <a:pt x="368" y="639"/>
                  <a:pt x="367" y="640"/>
                  <a:pt x="367" y="641"/>
                </a:cubicBezTo>
                <a:cubicBezTo>
                  <a:pt x="366" y="642"/>
                  <a:pt x="366" y="643"/>
                  <a:pt x="366" y="644"/>
                </a:cubicBezTo>
                <a:cubicBezTo>
                  <a:pt x="366" y="644"/>
                  <a:pt x="366" y="645"/>
                  <a:pt x="366" y="645"/>
                </a:cubicBezTo>
                <a:cubicBezTo>
                  <a:pt x="362" y="644"/>
                  <a:pt x="362" y="650"/>
                  <a:pt x="358" y="650"/>
                </a:cubicBezTo>
                <a:cubicBezTo>
                  <a:pt x="358" y="650"/>
                  <a:pt x="355" y="653"/>
                  <a:pt x="356" y="656"/>
                </a:cubicBezTo>
                <a:cubicBezTo>
                  <a:pt x="356" y="657"/>
                  <a:pt x="357" y="659"/>
                  <a:pt x="354" y="657"/>
                </a:cubicBezTo>
                <a:cubicBezTo>
                  <a:pt x="354" y="658"/>
                  <a:pt x="354" y="659"/>
                  <a:pt x="354" y="659"/>
                </a:cubicBezTo>
                <a:cubicBezTo>
                  <a:pt x="354" y="662"/>
                  <a:pt x="354" y="665"/>
                  <a:pt x="350" y="666"/>
                </a:cubicBezTo>
                <a:cubicBezTo>
                  <a:pt x="350" y="667"/>
                  <a:pt x="349" y="669"/>
                  <a:pt x="349" y="670"/>
                </a:cubicBezTo>
                <a:cubicBezTo>
                  <a:pt x="349" y="671"/>
                  <a:pt x="348" y="673"/>
                  <a:pt x="347" y="674"/>
                </a:cubicBezTo>
                <a:cubicBezTo>
                  <a:pt x="347" y="674"/>
                  <a:pt x="347" y="674"/>
                  <a:pt x="347" y="675"/>
                </a:cubicBezTo>
                <a:cubicBezTo>
                  <a:pt x="347" y="675"/>
                  <a:pt x="346" y="675"/>
                  <a:pt x="345" y="675"/>
                </a:cubicBezTo>
                <a:cubicBezTo>
                  <a:pt x="346" y="677"/>
                  <a:pt x="345" y="678"/>
                  <a:pt x="344" y="679"/>
                </a:cubicBezTo>
                <a:cubicBezTo>
                  <a:pt x="342" y="682"/>
                  <a:pt x="339" y="683"/>
                  <a:pt x="336" y="681"/>
                </a:cubicBezTo>
                <a:cubicBezTo>
                  <a:pt x="335" y="682"/>
                  <a:pt x="335" y="683"/>
                  <a:pt x="335" y="683"/>
                </a:cubicBezTo>
                <a:cubicBezTo>
                  <a:pt x="334" y="685"/>
                  <a:pt x="333" y="686"/>
                  <a:pt x="332" y="688"/>
                </a:cubicBezTo>
                <a:cubicBezTo>
                  <a:pt x="332" y="690"/>
                  <a:pt x="331" y="690"/>
                  <a:pt x="329" y="690"/>
                </a:cubicBezTo>
                <a:cubicBezTo>
                  <a:pt x="327" y="690"/>
                  <a:pt x="329" y="688"/>
                  <a:pt x="328" y="687"/>
                </a:cubicBezTo>
                <a:cubicBezTo>
                  <a:pt x="326" y="687"/>
                  <a:pt x="329" y="694"/>
                  <a:pt x="324" y="690"/>
                </a:cubicBezTo>
                <a:cubicBezTo>
                  <a:pt x="324" y="691"/>
                  <a:pt x="324" y="691"/>
                  <a:pt x="324" y="692"/>
                </a:cubicBezTo>
                <a:cubicBezTo>
                  <a:pt x="324" y="693"/>
                  <a:pt x="325" y="694"/>
                  <a:pt x="324" y="695"/>
                </a:cubicBezTo>
                <a:cubicBezTo>
                  <a:pt x="322" y="694"/>
                  <a:pt x="323" y="693"/>
                  <a:pt x="324" y="692"/>
                </a:cubicBezTo>
                <a:cubicBezTo>
                  <a:pt x="322" y="692"/>
                  <a:pt x="323" y="690"/>
                  <a:pt x="322" y="689"/>
                </a:cubicBezTo>
                <a:cubicBezTo>
                  <a:pt x="320" y="690"/>
                  <a:pt x="323" y="693"/>
                  <a:pt x="320" y="693"/>
                </a:cubicBezTo>
                <a:cubicBezTo>
                  <a:pt x="319" y="694"/>
                  <a:pt x="319" y="695"/>
                  <a:pt x="319" y="696"/>
                </a:cubicBezTo>
                <a:cubicBezTo>
                  <a:pt x="317" y="697"/>
                  <a:pt x="316" y="699"/>
                  <a:pt x="314" y="696"/>
                </a:cubicBezTo>
                <a:cubicBezTo>
                  <a:pt x="313" y="695"/>
                  <a:pt x="313" y="694"/>
                  <a:pt x="314" y="693"/>
                </a:cubicBezTo>
                <a:cubicBezTo>
                  <a:pt x="314" y="693"/>
                  <a:pt x="315" y="692"/>
                  <a:pt x="315" y="692"/>
                </a:cubicBezTo>
                <a:cubicBezTo>
                  <a:pt x="315" y="687"/>
                  <a:pt x="318" y="685"/>
                  <a:pt x="320" y="682"/>
                </a:cubicBezTo>
                <a:cubicBezTo>
                  <a:pt x="317" y="681"/>
                  <a:pt x="315" y="681"/>
                  <a:pt x="312" y="680"/>
                </a:cubicBezTo>
                <a:cubicBezTo>
                  <a:pt x="312" y="681"/>
                  <a:pt x="313" y="681"/>
                  <a:pt x="314" y="681"/>
                </a:cubicBezTo>
                <a:cubicBezTo>
                  <a:pt x="314" y="682"/>
                  <a:pt x="313" y="682"/>
                  <a:pt x="313" y="682"/>
                </a:cubicBezTo>
                <a:cubicBezTo>
                  <a:pt x="314" y="682"/>
                  <a:pt x="314" y="682"/>
                  <a:pt x="314" y="681"/>
                </a:cubicBezTo>
                <a:cubicBezTo>
                  <a:pt x="317" y="682"/>
                  <a:pt x="314" y="683"/>
                  <a:pt x="314" y="684"/>
                </a:cubicBezTo>
                <a:cubicBezTo>
                  <a:pt x="314" y="685"/>
                  <a:pt x="313" y="687"/>
                  <a:pt x="314" y="689"/>
                </a:cubicBezTo>
                <a:cubicBezTo>
                  <a:pt x="314" y="690"/>
                  <a:pt x="313" y="692"/>
                  <a:pt x="311" y="691"/>
                </a:cubicBezTo>
                <a:cubicBezTo>
                  <a:pt x="311" y="692"/>
                  <a:pt x="312" y="693"/>
                  <a:pt x="312" y="695"/>
                </a:cubicBezTo>
                <a:cubicBezTo>
                  <a:pt x="312" y="696"/>
                  <a:pt x="311" y="697"/>
                  <a:pt x="310" y="696"/>
                </a:cubicBezTo>
                <a:cubicBezTo>
                  <a:pt x="308" y="695"/>
                  <a:pt x="307" y="697"/>
                  <a:pt x="306" y="697"/>
                </a:cubicBezTo>
                <a:cubicBezTo>
                  <a:pt x="304" y="699"/>
                  <a:pt x="304" y="696"/>
                  <a:pt x="303" y="696"/>
                </a:cubicBezTo>
                <a:cubicBezTo>
                  <a:pt x="302" y="698"/>
                  <a:pt x="302" y="699"/>
                  <a:pt x="299" y="697"/>
                </a:cubicBezTo>
                <a:cubicBezTo>
                  <a:pt x="299" y="697"/>
                  <a:pt x="298" y="696"/>
                  <a:pt x="298" y="697"/>
                </a:cubicBezTo>
                <a:cubicBezTo>
                  <a:pt x="298" y="700"/>
                  <a:pt x="296" y="698"/>
                  <a:pt x="295" y="698"/>
                </a:cubicBezTo>
                <a:cubicBezTo>
                  <a:pt x="295" y="700"/>
                  <a:pt x="296" y="701"/>
                  <a:pt x="297" y="703"/>
                </a:cubicBezTo>
                <a:cubicBezTo>
                  <a:pt x="297" y="707"/>
                  <a:pt x="294" y="707"/>
                  <a:pt x="294" y="709"/>
                </a:cubicBezTo>
                <a:cubicBezTo>
                  <a:pt x="293" y="710"/>
                  <a:pt x="291" y="708"/>
                  <a:pt x="290" y="708"/>
                </a:cubicBezTo>
                <a:cubicBezTo>
                  <a:pt x="290" y="707"/>
                  <a:pt x="290" y="707"/>
                  <a:pt x="289" y="707"/>
                </a:cubicBezTo>
                <a:cubicBezTo>
                  <a:pt x="289" y="707"/>
                  <a:pt x="290" y="708"/>
                  <a:pt x="290" y="708"/>
                </a:cubicBezTo>
                <a:cubicBezTo>
                  <a:pt x="290" y="708"/>
                  <a:pt x="289" y="709"/>
                  <a:pt x="289" y="709"/>
                </a:cubicBezTo>
                <a:cubicBezTo>
                  <a:pt x="285" y="708"/>
                  <a:pt x="286" y="711"/>
                  <a:pt x="286" y="712"/>
                </a:cubicBezTo>
                <a:cubicBezTo>
                  <a:pt x="287" y="712"/>
                  <a:pt x="288" y="716"/>
                  <a:pt x="289" y="712"/>
                </a:cubicBezTo>
                <a:cubicBezTo>
                  <a:pt x="289" y="712"/>
                  <a:pt x="290" y="713"/>
                  <a:pt x="290" y="713"/>
                </a:cubicBezTo>
                <a:cubicBezTo>
                  <a:pt x="291" y="715"/>
                  <a:pt x="292" y="717"/>
                  <a:pt x="291" y="720"/>
                </a:cubicBezTo>
                <a:cubicBezTo>
                  <a:pt x="292" y="720"/>
                  <a:pt x="293" y="720"/>
                  <a:pt x="293" y="721"/>
                </a:cubicBezTo>
                <a:cubicBezTo>
                  <a:pt x="291" y="721"/>
                  <a:pt x="289" y="723"/>
                  <a:pt x="289" y="725"/>
                </a:cubicBezTo>
                <a:cubicBezTo>
                  <a:pt x="289" y="726"/>
                  <a:pt x="289" y="726"/>
                  <a:pt x="288" y="726"/>
                </a:cubicBezTo>
                <a:cubicBezTo>
                  <a:pt x="288" y="726"/>
                  <a:pt x="287" y="726"/>
                  <a:pt x="287" y="725"/>
                </a:cubicBezTo>
                <a:cubicBezTo>
                  <a:pt x="285" y="723"/>
                  <a:pt x="284" y="723"/>
                  <a:pt x="282" y="724"/>
                </a:cubicBezTo>
                <a:cubicBezTo>
                  <a:pt x="282" y="728"/>
                  <a:pt x="285" y="727"/>
                  <a:pt x="287" y="727"/>
                </a:cubicBezTo>
                <a:cubicBezTo>
                  <a:pt x="290" y="728"/>
                  <a:pt x="291" y="728"/>
                  <a:pt x="289" y="731"/>
                </a:cubicBezTo>
                <a:cubicBezTo>
                  <a:pt x="289" y="732"/>
                  <a:pt x="289" y="732"/>
                  <a:pt x="289" y="733"/>
                </a:cubicBezTo>
                <a:cubicBezTo>
                  <a:pt x="291" y="737"/>
                  <a:pt x="290" y="740"/>
                  <a:pt x="285" y="741"/>
                </a:cubicBezTo>
                <a:cubicBezTo>
                  <a:pt x="284" y="742"/>
                  <a:pt x="286" y="743"/>
                  <a:pt x="285" y="743"/>
                </a:cubicBezTo>
                <a:cubicBezTo>
                  <a:pt x="284" y="744"/>
                  <a:pt x="284" y="742"/>
                  <a:pt x="283" y="742"/>
                </a:cubicBezTo>
                <a:cubicBezTo>
                  <a:pt x="283" y="742"/>
                  <a:pt x="282" y="743"/>
                  <a:pt x="282" y="743"/>
                </a:cubicBezTo>
                <a:cubicBezTo>
                  <a:pt x="282" y="743"/>
                  <a:pt x="283" y="744"/>
                  <a:pt x="283" y="744"/>
                </a:cubicBezTo>
                <a:cubicBezTo>
                  <a:pt x="284" y="744"/>
                  <a:pt x="285" y="744"/>
                  <a:pt x="285" y="746"/>
                </a:cubicBezTo>
                <a:cubicBezTo>
                  <a:pt x="284" y="747"/>
                  <a:pt x="283" y="746"/>
                  <a:pt x="282" y="745"/>
                </a:cubicBezTo>
                <a:cubicBezTo>
                  <a:pt x="282" y="746"/>
                  <a:pt x="282" y="746"/>
                  <a:pt x="282" y="747"/>
                </a:cubicBezTo>
                <a:cubicBezTo>
                  <a:pt x="284" y="749"/>
                  <a:pt x="283" y="751"/>
                  <a:pt x="281" y="753"/>
                </a:cubicBezTo>
                <a:cubicBezTo>
                  <a:pt x="280" y="754"/>
                  <a:pt x="279" y="755"/>
                  <a:pt x="278" y="755"/>
                </a:cubicBezTo>
                <a:cubicBezTo>
                  <a:pt x="277" y="757"/>
                  <a:pt x="276" y="757"/>
                  <a:pt x="274" y="756"/>
                </a:cubicBezTo>
                <a:cubicBezTo>
                  <a:pt x="274" y="756"/>
                  <a:pt x="275" y="755"/>
                  <a:pt x="275" y="755"/>
                </a:cubicBezTo>
                <a:cubicBezTo>
                  <a:pt x="275" y="755"/>
                  <a:pt x="275" y="754"/>
                  <a:pt x="275" y="754"/>
                </a:cubicBezTo>
                <a:cubicBezTo>
                  <a:pt x="274" y="754"/>
                  <a:pt x="274" y="754"/>
                  <a:pt x="274" y="753"/>
                </a:cubicBezTo>
                <a:cubicBezTo>
                  <a:pt x="274" y="753"/>
                  <a:pt x="273" y="753"/>
                  <a:pt x="273" y="753"/>
                </a:cubicBezTo>
                <a:cubicBezTo>
                  <a:pt x="272" y="756"/>
                  <a:pt x="271" y="758"/>
                  <a:pt x="268" y="756"/>
                </a:cubicBezTo>
                <a:cubicBezTo>
                  <a:pt x="268" y="757"/>
                  <a:pt x="268" y="757"/>
                  <a:pt x="268" y="757"/>
                </a:cubicBezTo>
                <a:cubicBezTo>
                  <a:pt x="268" y="758"/>
                  <a:pt x="268" y="758"/>
                  <a:pt x="268" y="758"/>
                </a:cubicBezTo>
                <a:cubicBezTo>
                  <a:pt x="268" y="758"/>
                  <a:pt x="268" y="758"/>
                  <a:pt x="268" y="757"/>
                </a:cubicBezTo>
                <a:cubicBezTo>
                  <a:pt x="269" y="757"/>
                  <a:pt x="270" y="757"/>
                  <a:pt x="271" y="758"/>
                </a:cubicBezTo>
                <a:cubicBezTo>
                  <a:pt x="271" y="758"/>
                  <a:pt x="271" y="758"/>
                  <a:pt x="271" y="759"/>
                </a:cubicBezTo>
                <a:cubicBezTo>
                  <a:pt x="272" y="759"/>
                  <a:pt x="273" y="759"/>
                  <a:pt x="274" y="759"/>
                </a:cubicBezTo>
                <a:cubicBezTo>
                  <a:pt x="274" y="760"/>
                  <a:pt x="276" y="759"/>
                  <a:pt x="276" y="761"/>
                </a:cubicBezTo>
                <a:cubicBezTo>
                  <a:pt x="275" y="763"/>
                  <a:pt x="274" y="764"/>
                  <a:pt x="272" y="762"/>
                </a:cubicBezTo>
                <a:cubicBezTo>
                  <a:pt x="272" y="762"/>
                  <a:pt x="272" y="762"/>
                  <a:pt x="271" y="763"/>
                </a:cubicBezTo>
                <a:cubicBezTo>
                  <a:pt x="274" y="764"/>
                  <a:pt x="276" y="766"/>
                  <a:pt x="274" y="770"/>
                </a:cubicBezTo>
                <a:cubicBezTo>
                  <a:pt x="277" y="770"/>
                  <a:pt x="274" y="773"/>
                  <a:pt x="276" y="773"/>
                </a:cubicBezTo>
                <a:cubicBezTo>
                  <a:pt x="277" y="773"/>
                  <a:pt x="276" y="774"/>
                  <a:pt x="275" y="775"/>
                </a:cubicBezTo>
                <a:cubicBezTo>
                  <a:pt x="274" y="775"/>
                  <a:pt x="274" y="776"/>
                  <a:pt x="272" y="776"/>
                </a:cubicBezTo>
                <a:cubicBezTo>
                  <a:pt x="273" y="777"/>
                  <a:pt x="274" y="777"/>
                  <a:pt x="274" y="778"/>
                </a:cubicBezTo>
                <a:cubicBezTo>
                  <a:pt x="273" y="780"/>
                  <a:pt x="272" y="779"/>
                  <a:pt x="271" y="780"/>
                </a:cubicBezTo>
                <a:cubicBezTo>
                  <a:pt x="271" y="780"/>
                  <a:pt x="272" y="780"/>
                  <a:pt x="273" y="780"/>
                </a:cubicBezTo>
                <a:cubicBezTo>
                  <a:pt x="274" y="781"/>
                  <a:pt x="274" y="781"/>
                  <a:pt x="273" y="782"/>
                </a:cubicBezTo>
                <a:cubicBezTo>
                  <a:pt x="272" y="783"/>
                  <a:pt x="270" y="782"/>
                  <a:pt x="269" y="783"/>
                </a:cubicBezTo>
                <a:cubicBezTo>
                  <a:pt x="271" y="784"/>
                  <a:pt x="271" y="786"/>
                  <a:pt x="268" y="787"/>
                </a:cubicBezTo>
                <a:cubicBezTo>
                  <a:pt x="269" y="788"/>
                  <a:pt x="272" y="787"/>
                  <a:pt x="271" y="790"/>
                </a:cubicBezTo>
                <a:cubicBezTo>
                  <a:pt x="271" y="792"/>
                  <a:pt x="270" y="792"/>
                  <a:pt x="269" y="792"/>
                </a:cubicBezTo>
                <a:cubicBezTo>
                  <a:pt x="270" y="792"/>
                  <a:pt x="270" y="793"/>
                  <a:pt x="270" y="794"/>
                </a:cubicBezTo>
                <a:cubicBezTo>
                  <a:pt x="269" y="795"/>
                  <a:pt x="270" y="798"/>
                  <a:pt x="267" y="798"/>
                </a:cubicBezTo>
                <a:cubicBezTo>
                  <a:pt x="265" y="798"/>
                  <a:pt x="266" y="800"/>
                  <a:pt x="265" y="800"/>
                </a:cubicBezTo>
                <a:cubicBezTo>
                  <a:pt x="266" y="801"/>
                  <a:pt x="268" y="800"/>
                  <a:pt x="268" y="802"/>
                </a:cubicBezTo>
                <a:cubicBezTo>
                  <a:pt x="268" y="804"/>
                  <a:pt x="268" y="806"/>
                  <a:pt x="267" y="808"/>
                </a:cubicBezTo>
                <a:cubicBezTo>
                  <a:pt x="266" y="809"/>
                  <a:pt x="264" y="807"/>
                  <a:pt x="263" y="808"/>
                </a:cubicBezTo>
                <a:cubicBezTo>
                  <a:pt x="261" y="812"/>
                  <a:pt x="259" y="810"/>
                  <a:pt x="257" y="808"/>
                </a:cubicBezTo>
                <a:cubicBezTo>
                  <a:pt x="255" y="807"/>
                  <a:pt x="251" y="808"/>
                  <a:pt x="251" y="804"/>
                </a:cubicBezTo>
                <a:cubicBezTo>
                  <a:pt x="251" y="804"/>
                  <a:pt x="250" y="804"/>
                  <a:pt x="250" y="804"/>
                </a:cubicBezTo>
                <a:cubicBezTo>
                  <a:pt x="249" y="804"/>
                  <a:pt x="251" y="802"/>
                  <a:pt x="250" y="802"/>
                </a:cubicBezTo>
                <a:cubicBezTo>
                  <a:pt x="249" y="802"/>
                  <a:pt x="248" y="803"/>
                  <a:pt x="248" y="804"/>
                </a:cubicBezTo>
                <a:cubicBezTo>
                  <a:pt x="247" y="800"/>
                  <a:pt x="251" y="801"/>
                  <a:pt x="251" y="798"/>
                </a:cubicBezTo>
                <a:cubicBezTo>
                  <a:pt x="248" y="798"/>
                  <a:pt x="244" y="797"/>
                  <a:pt x="243" y="792"/>
                </a:cubicBezTo>
                <a:cubicBezTo>
                  <a:pt x="243" y="791"/>
                  <a:pt x="242" y="790"/>
                  <a:pt x="241" y="789"/>
                </a:cubicBezTo>
                <a:cubicBezTo>
                  <a:pt x="240" y="791"/>
                  <a:pt x="239" y="793"/>
                  <a:pt x="236" y="793"/>
                </a:cubicBezTo>
                <a:cubicBezTo>
                  <a:pt x="236" y="792"/>
                  <a:pt x="238" y="791"/>
                  <a:pt x="238" y="791"/>
                </a:cubicBezTo>
                <a:cubicBezTo>
                  <a:pt x="239" y="790"/>
                  <a:pt x="239" y="789"/>
                  <a:pt x="239" y="789"/>
                </a:cubicBezTo>
                <a:cubicBezTo>
                  <a:pt x="239" y="789"/>
                  <a:pt x="239" y="788"/>
                  <a:pt x="238" y="788"/>
                </a:cubicBezTo>
                <a:cubicBezTo>
                  <a:pt x="237" y="788"/>
                  <a:pt x="237" y="789"/>
                  <a:pt x="238" y="790"/>
                </a:cubicBezTo>
                <a:cubicBezTo>
                  <a:pt x="236" y="790"/>
                  <a:pt x="235" y="792"/>
                  <a:pt x="234" y="792"/>
                </a:cubicBezTo>
                <a:cubicBezTo>
                  <a:pt x="234" y="793"/>
                  <a:pt x="233" y="793"/>
                  <a:pt x="232" y="792"/>
                </a:cubicBezTo>
                <a:cubicBezTo>
                  <a:pt x="232" y="792"/>
                  <a:pt x="233" y="791"/>
                  <a:pt x="232" y="790"/>
                </a:cubicBezTo>
                <a:cubicBezTo>
                  <a:pt x="231" y="793"/>
                  <a:pt x="227" y="791"/>
                  <a:pt x="226" y="794"/>
                </a:cubicBezTo>
                <a:cubicBezTo>
                  <a:pt x="226" y="795"/>
                  <a:pt x="225" y="795"/>
                  <a:pt x="224" y="794"/>
                </a:cubicBezTo>
                <a:cubicBezTo>
                  <a:pt x="223" y="794"/>
                  <a:pt x="222" y="793"/>
                  <a:pt x="222" y="793"/>
                </a:cubicBezTo>
                <a:cubicBezTo>
                  <a:pt x="222" y="791"/>
                  <a:pt x="223" y="791"/>
                  <a:pt x="224" y="791"/>
                </a:cubicBezTo>
                <a:cubicBezTo>
                  <a:pt x="225" y="790"/>
                  <a:pt x="225" y="789"/>
                  <a:pt x="224" y="789"/>
                </a:cubicBezTo>
                <a:cubicBezTo>
                  <a:pt x="223" y="789"/>
                  <a:pt x="222" y="789"/>
                  <a:pt x="221" y="788"/>
                </a:cubicBezTo>
                <a:cubicBezTo>
                  <a:pt x="221" y="788"/>
                  <a:pt x="220" y="787"/>
                  <a:pt x="220" y="786"/>
                </a:cubicBezTo>
                <a:cubicBezTo>
                  <a:pt x="220" y="786"/>
                  <a:pt x="220" y="786"/>
                  <a:pt x="220" y="785"/>
                </a:cubicBezTo>
                <a:cubicBezTo>
                  <a:pt x="219" y="785"/>
                  <a:pt x="220" y="784"/>
                  <a:pt x="220" y="784"/>
                </a:cubicBezTo>
                <a:cubicBezTo>
                  <a:pt x="219" y="784"/>
                  <a:pt x="218" y="784"/>
                  <a:pt x="217" y="784"/>
                </a:cubicBezTo>
                <a:cubicBezTo>
                  <a:pt x="216" y="783"/>
                  <a:pt x="216" y="783"/>
                  <a:pt x="215" y="782"/>
                </a:cubicBezTo>
                <a:cubicBezTo>
                  <a:pt x="216" y="781"/>
                  <a:pt x="216" y="781"/>
                  <a:pt x="216" y="781"/>
                </a:cubicBezTo>
                <a:cubicBezTo>
                  <a:pt x="215" y="780"/>
                  <a:pt x="214" y="779"/>
                  <a:pt x="213" y="779"/>
                </a:cubicBezTo>
                <a:cubicBezTo>
                  <a:pt x="215" y="777"/>
                  <a:pt x="214" y="773"/>
                  <a:pt x="216" y="771"/>
                </a:cubicBezTo>
                <a:cubicBezTo>
                  <a:pt x="214" y="771"/>
                  <a:pt x="214" y="774"/>
                  <a:pt x="212" y="775"/>
                </a:cubicBezTo>
                <a:cubicBezTo>
                  <a:pt x="212" y="772"/>
                  <a:pt x="212" y="772"/>
                  <a:pt x="216" y="769"/>
                </a:cubicBezTo>
                <a:cubicBezTo>
                  <a:pt x="215" y="768"/>
                  <a:pt x="214" y="767"/>
                  <a:pt x="213" y="769"/>
                </a:cubicBezTo>
                <a:cubicBezTo>
                  <a:pt x="213" y="771"/>
                  <a:pt x="212" y="770"/>
                  <a:pt x="211" y="769"/>
                </a:cubicBezTo>
                <a:cubicBezTo>
                  <a:pt x="211" y="770"/>
                  <a:pt x="211" y="770"/>
                  <a:pt x="210" y="770"/>
                </a:cubicBezTo>
                <a:cubicBezTo>
                  <a:pt x="210" y="770"/>
                  <a:pt x="210" y="770"/>
                  <a:pt x="210" y="770"/>
                </a:cubicBezTo>
                <a:cubicBezTo>
                  <a:pt x="210" y="769"/>
                  <a:pt x="211" y="769"/>
                  <a:pt x="211" y="769"/>
                </a:cubicBezTo>
                <a:cubicBezTo>
                  <a:pt x="211" y="768"/>
                  <a:pt x="214" y="766"/>
                  <a:pt x="210" y="765"/>
                </a:cubicBezTo>
                <a:cubicBezTo>
                  <a:pt x="210" y="765"/>
                  <a:pt x="210" y="765"/>
                  <a:pt x="210" y="765"/>
                </a:cubicBezTo>
                <a:cubicBezTo>
                  <a:pt x="210" y="766"/>
                  <a:pt x="210" y="766"/>
                  <a:pt x="210" y="766"/>
                </a:cubicBezTo>
                <a:cubicBezTo>
                  <a:pt x="210" y="766"/>
                  <a:pt x="211" y="766"/>
                  <a:pt x="211" y="767"/>
                </a:cubicBezTo>
                <a:cubicBezTo>
                  <a:pt x="211" y="768"/>
                  <a:pt x="210" y="767"/>
                  <a:pt x="209" y="767"/>
                </a:cubicBezTo>
                <a:cubicBezTo>
                  <a:pt x="209" y="767"/>
                  <a:pt x="208" y="766"/>
                  <a:pt x="208" y="765"/>
                </a:cubicBezTo>
                <a:cubicBezTo>
                  <a:pt x="208" y="765"/>
                  <a:pt x="207" y="765"/>
                  <a:pt x="207" y="765"/>
                </a:cubicBezTo>
                <a:cubicBezTo>
                  <a:pt x="205" y="763"/>
                  <a:pt x="203" y="762"/>
                  <a:pt x="204" y="759"/>
                </a:cubicBezTo>
                <a:cubicBezTo>
                  <a:pt x="204" y="756"/>
                  <a:pt x="204" y="754"/>
                  <a:pt x="202" y="752"/>
                </a:cubicBezTo>
                <a:cubicBezTo>
                  <a:pt x="201" y="751"/>
                  <a:pt x="199" y="750"/>
                  <a:pt x="201" y="749"/>
                </a:cubicBezTo>
                <a:cubicBezTo>
                  <a:pt x="201" y="748"/>
                  <a:pt x="200" y="748"/>
                  <a:pt x="200" y="748"/>
                </a:cubicBezTo>
                <a:cubicBezTo>
                  <a:pt x="197" y="749"/>
                  <a:pt x="196" y="747"/>
                  <a:pt x="197" y="744"/>
                </a:cubicBezTo>
                <a:cubicBezTo>
                  <a:pt x="197" y="743"/>
                  <a:pt x="196" y="743"/>
                  <a:pt x="196" y="742"/>
                </a:cubicBezTo>
                <a:cubicBezTo>
                  <a:pt x="195" y="742"/>
                  <a:pt x="195" y="741"/>
                  <a:pt x="194" y="740"/>
                </a:cubicBezTo>
                <a:cubicBezTo>
                  <a:pt x="192" y="738"/>
                  <a:pt x="192" y="736"/>
                  <a:pt x="195" y="735"/>
                </a:cubicBezTo>
                <a:cubicBezTo>
                  <a:pt x="194" y="735"/>
                  <a:pt x="194" y="734"/>
                  <a:pt x="194" y="734"/>
                </a:cubicBezTo>
                <a:cubicBezTo>
                  <a:pt x="192" y="732"/>
                  <a:pt x="192" y="729"/>
                  <a:pt x="191" y="726"/>
                </a:cubicBezTo>
                <a:cubicBezTo>
                  <a:pt x="191" y="726"/>
                  <a:pt x="191" y="726"/>
                  <a:pt x="191" y="726"/>
                </a:cubicBezTo>
                <a:cubicBezTo>
                  <a:pt x="188" y="727"/>
                  <a:pt x="187" y="726"/>
                  <a:pt x="187" y="723"/>
                </a:cubicBezTo>
                <a:cubicBezTo>
                  <a:pt x="187" y="721"/>
                  <a:pt x="188" y="719"/>
                  <a:pt x="187" y="717"/>
                </a:cubicBezTo>
                <a:cubicBezTo>
                  <a:pt x="187" y="716"/>
                  <a:pt x="190" y="714"/>
                  <a:pt x="192" y="713"/>
                </a:cubicBezTo>
                <a:cubicBezTo>
                  <a:pt x="192" y="713"/>
                  <a:pt x="192" y="712"/>
                  <a:pt x="193" y="712"/>
                </a:cubicBezTo>
                <a:cubicBezTo>
                  <a:pt x="191" y="711"/>
                  <a:pt x="190" y="710"/>
                  <a:pt x="189" y="713"/>
                </a:cubicBezTo>
                <a:cubicBezTo>
                  <a:pt x="189" y="714"/>
                  <a:pt x="188" y="714"/>
                  <a:pt x="187" y="714"/>
                </a:cubicBezTo>
                <a:cubicBezTo>
                  <a:pt x="186" y="714"/>
                  <a:pt x="186" y="713"/>
                  <a:pt x="187" y="712"/>
                </a:cubicBezTo>
                <a:cubicBezTo>
                  <a:pt x="187" y="709"/>
                  <a:pt x="187" y="707"/>
                  <a:pt x="185" y="705"/>
                </a:cubicBezTo>
                <a:cubicBezTo>
                  <a:pt x="183" y="704"/>
                  <a:pt x="184" y="702"/>
                  <a:pt x="185" y="701"/>
                </a:cubicBezTo>
                <a:cubicBezTo>
                  <a:pt x="183" y="702"/>
                  <a:pt x="183" y="700"/>
                  <a:pt x="182" y="699"/>
                </a:cubicBezTo>
                <a:cubicBezTo>
                  <a:pt x="181" y="697"/>
                  <a:pt x="182" y="694"/>
                  <a:pt x="178" y="695"/>
                </a:cubicBezTo>
                <a:cubicBezTo>
                  <a:pt x="178" y="693"/>
                  <a:pt x="179" y="691"/>
                  <a:pt x="176" y="689"/>
                </a:cubicBezTo>
                <a:cubicBezTo>
                  <a:pt x="175" y="689"/>
                  <a:pt x="177" y="687"/>
                  <a:pt x="176" y="686"/>
                </a:cubicBezTo>
                <a:cubicBezTo>
                  <a:pt x="172" y="687"/>
                  <a:pt x="174" y="683"/>
                  <a:pt x="174" y="682"/>
                </a:cubicBezTo>
                <a:cubicBezTo>
                  <a:pt x="173" y="679"/>
                  <a:pt x="174" y="677"/>
                  <a:pt x="177" y="676"/>
                </a:cubicBezTo>
                <a:cubicBezTo>
                  <a:pt x="177" y="676"/>
                  <a:pt x="175" y="675"/>
                  <a:pt x="176" y="674"/>
                </a:cubicBezTo>
                <a:cubicBezTo>
                  <a:pt x="176" y="673"/>
                  <a:pt x="177" y="673"/>
                  <a:pt x="178" y="673"/>
                </a:cubicBezTo>
                <a:cubicBezTo>
                  <a:pt x="179" y="673"/>
                  <a:pt x="180" y="673"/>
                  <a:pt x="181" y="673"/>
                </a:cubicBezTo>
                <a:cubicBezTo>
                  <a:pt x="181" y="672"/>
                  <a:pt x="179" y="673"/>
                  <a:pt x="179" y="672"/>
                </a:cubicBezTo>
                <a:cubicBezTo>
                  <a:pt x="180" y="672"/>
                  <a:pt x="181" y="672"/>
                  <a:pt x="181" y="672"/>
                </a:cubicBezTo>
                <a:cubicBezTo>
                  <a:pt x="181" y="672"/>
                  <a:pt x="182" y="671"/>
                  <a:pt x="182" y="671"/>
                </a:cubicBezTo>
                <a:cubicBezTo>
                  <a:pt x="182" y="670"/>
                  <a:pt x="181" y="670"/>
                  <a:pt x="180" y="670"/>
                </a:cubicBezTo>
                <a:cubicBezTo>
                  <a:pt x="179" y="671"/>
                  <a:pt x="178" y="671"/>
                  <a:pt x="178" y="669"/>
                </a:cubicBezTo>
                <a:cubicBezTo>
                  <a:pt x="179" y="669"/>
                  <a:pt x="181" y="670"/>
                  <a:pt x="182" y="669"/>
                </a:cubicBezTo>
                <a:cubicBezTo>
                  <a:pt x="180" y="669"/>
                  <a:pt x="178" y="668"/>
                  <a:pt x="176" y="668"/>
                </a:cubicBezTo>
                <a:cubicBezTo>
                  <a:pt x="175" y="668"/>
                  <a:pt x="174" y="668"/>
                  <a:pt x="173" y="666"/>
                </a:cubicBezTo>
                <a:cubicBezTo>
                  <a:pt x="172" y="664"/>
                  <a:pt x="174" y="665"/>
                  <a:pt x="175" y="664"/>
                </a:cubicBezTo>
                <a:cubicBezTo>
                  <a:pt x="174" y="664"/>
                  <a:pt x="172" y="665"/>
                  <a:pt x="172" y="663"/>
                </a:cubicBezTo>
                <a:cubicBezTo>
                  <a:pt x="171" y="662"/>
                  <a:pt x="173" y="661"/>
                  <a:pt x="174" y="661"/>
                </a:cubicBezTo>
                <a:cubicBezTo>
                  <a:pt x="175" y="661"/>
                  <a:pt x="176" y="661"/>
                  <a:pt x="177" y="660"/>
                </a:cubicBezTo>
                <a:cubicBezTo>
                  <a:pt x="175" y="659"/>
                  <a:pt x="172" y="662"/>
                  <a:pt x="171" y="660"/>
                </a:cubicBezTo>
                <a:cubicBezTo>
                  <a:pt x="171" y="659"/>
                  <a:pt x="173" y="657"/>
                  <a:pt x="173" y="655"/>
                </a:cubicBezTo>
                <a:cubicBezTo>
                  <a:pt x="173" y="653"/>
                  <a:pt x="173" y="652"/>
                  <a:pt x="173" y="650"/>
                </a:cubicBezTo>
                <a:cubicBezTo>
                  <a:pt x="174" y="649"/>
                  <a:pt x="173" y="646"/>
                  <a:pt x="176" y="647"/>
                </a:cubicBezTo>
                <a:cubicBezTo>
                  <a:pt x="176" y="647"/>
                  <a:pt x="176" y="647"/>
                  <a:pt x="176" y="647"/>
                </a:cubicBezTo>
                <a:cubicBezTo>
                  <a:pt x="176" y="644"/>
                  <a:pt x="178" y="642"/>
                  <a:pt x="179" y="640"/>
                </a:cubicBezTo>
                <a:cubicBezTo>
                  <a:pt x="178" y="639"/>
                  <a:pt x="177" y="639"/>
                  <a:pt x="177" y="638"/>
                </a:cubicBezTo>
                <a:cubicBezTo>
                  <a:pt x="178" y="637"/>
                  <a:pt x="179" y="637"/>
                  <a:pt x="179" y="638"/>
                </a:cubicBezTo>
                <a:cubicBezTo>
                  <a:pt x="180" y="638"/>
                  <a:pt x="180" y="639"/>
                  <a:pt x="180" y="639"/>
                </a:cubicBezTo>
                <a:cubicBezTo>
                  <a:pt x="182" y="640"/>
                  <a:pt x="183" y="638"/>
                  <a:pt x="184" y="638"/>
                </a:cubicBezTo>
                <a:cubicBezTo>
                  <a:pt x="184" y="638"/>
                  <a:pt x="183" y="637"/>
                  <a:pt x="183" y="637"/>
                </a:cubicBezTo>
                <a:cubicBezTo>
                  <a:pt x="181" y="637"/>
                  <a:pt x="180" y="637"/>
                  <a:pt x="180" y="635"/>
                </a:cubicBezTo>
                <a:cubicBezTo>
                  <a:pt x="180" y="635"/>
                  <a:pt x="179" y="635"/>
                  <a:pt x="179" y="635"/>
                </a:cubicBezTo>
                <a:cubicBezTo>
                  <a:pt x="179" y="634"/>
                  <a:pt x="179" y="634"/>
                  <a:pt x="179" y="634"/>
                </a:cubicBezTo>
                <a:cubicBezTo>
                  <a:pt x="178" y="633"/>
                  <a:pt x="177" y="632"/>
                  <a:pt x="178" y="631"/>
                </a:cubicBezTo>
                <a:cubicBezTo>
                  <a:pt x="179" y="631"/>
                  <a:pt x="180" y="631"/>
                  <a:pt x="181" y="632"/>
                </a:cubicBezTo>
                <a:cubicBezTo>
                  <a:pt x="181" y="632"/>
                  <a:pt x="182" y="631"/>
                  <a:pt x="183" y="631"/>
                </a:cubicBezTo>
                <a:cubicBezTo>
                  <a:pt x="182" y="630"/>
                  <a:pt x="182" y="629"/>
                  <a:pt x="183" y="629"/>
                </a:cubicBezTo>
                <a:cubicBezTo>
                  <a:pt x="185" y="629"/>
                  <a:pt x="184" y="628"/>
                  <a:pt x="185" y="627"/>
                </a:cubicBezTo>
                <a:cubicBezTo>
                  <a:pt x="182" y="626"/>
                  <a:pt x="181" y="629"/>
                  <a:pt x="178" y="628"/>
                </a:cubicBezTo>
                <a:cubicBezTo>
                  <a:pt x="179" y="626"/>
                  <a:pt x="181" y="627"/>
                  <a:pt x="182" y="626"/>
                </a:cubicBezTo>
                <a:cubicBezTo>
                  <a:pt x="183" y="625"/>
                  <a:pt x="185" y="625"/>
                  <a:pt x="186" y="626"/>
                </a:cubicBezTo>
                <a:cubicBezTo>
                  <a:pt x="186" y="626"/>
                  <a:pt x="186" y="627"/>
                  <a:pt x="185" y="627"/>
                </a:cubicBezTo>
                <a:cubicBezTo>
                  <a:pt x="186" y="627"/>
                  <a:pt x="187" y="627"/>
                  <a:pt x="187" y="628"/>
                </a:cubicBezTo>
                <a:cubicBezTo>
                  <a:pt x="188" y="627"/>
                  <a:pt x="189" y="627"/>
                  <a:pt x="189" y="629"/>
                </a:cubicBezTo>
                <a:cubicBezTo>
                  <a:pt x="189" y="630"/>
                  <a:pt x="190" y="630"/>
                  <a:pt x="191" y="630"/>
                </a:cubicBezTo>
                <a:cubicBezTo>
                  <a:pt x="192" y="630"/>
                  <a:pt x="193" y="628"/>
                  <a:pt x="195" y="628"/>
                </a:cubicBezTo>
                <a:cubicBezTo>
                  <a:pt x="196" y="628"/>
                  <a:pt x="197" y="628"/>
                  <a:pt x="197" y="627"/>
                </a:cubicBezTo>
                <a:cubicBezTo>
                  <a:pt x="194" y="627"/>
                  <a:pt x="197" y="626"/>
                  <a:pt x="197" y="625"/>
                </a:cubicBezTo>
                <a:cubicBezTo>
                  <a:pt x="195" y="625"/>
                  <a:pt x="194" y="625"/>
                  <a:pt x="195" y="623"/>
                </a:cubicBezTo>
                <a:cubicBezTo>
                  <a:pt x="197" y="621"/>
                  <a:pt x="197" y="619"/>
                  <a:pt x="197" y="617"/>
                </a:cubicBezTo>
                <a:cubicBezTo>
                  <a:pt x="197" y="616"/>
                  <a:pt x="196" y="615"/>
                  <a:pt x="197" y="615"/>
                </a:cubicBezTo>
                <a:cubicBezTo>
                  <a:pt x="198" y="615"/>
                  <a:pt x="198" y="616"/>
                  <a:pt x="199" y="616"/>
                </a:cubicBezTo>
                <a:cubicBezTo>
                  <a:pt x="201" y="617"/>
                  <a:pt x="201" y="619"/>
                  <a:pt x="203" y="620"/>
                </a:cubicBezTo>
                <a:cubicBezTo>
                  <a:pt x="203" y="620"/>
                  <a:pt x="203" y="620"/>
                  <a:pt x="203" y="620"/>
                </a:cubicBezTo>
                <a:cubicBezTo>
                  <a:pt x="202" y="619"/>
                  <a:pt x="201" y="617"/>
                  <a:pt x="204" y="617"/>
                </a:cubicBezTo>
                <a:cubicBezTo>
                  <a:pt x="203" y="615"/>
                  <a:pt x="202" y="617"/>
                  <a:pt x="201" y="615"/>
                </a:cubicBezTo>
                <a:cubicBezTo>
                  <a:pt x="203" y="615"/>
                  <a:pt x="204" y="614"/>
                  <a:pt x="206" y="615"/>
                </a:cubicBezTo>
                <a:cubicBezTo>
                  <a:pt x="206" y="615"/>
                  <a:pt x="207" y="616"/>
                  <a:pt x="207" y="615"/>
                </a:cubicBezTo>
                <a:cubicBezTo>
                  <a:pt x="207" y="614"/>
                  <a:pt x="208" y="613"/>
                  <a:pt x="207" y="613"/>
                </a:cubicBezTo>
                <a:cubicBezTo>
                  <a:pt x="206" y="613"/>
                  <a:pt x="205" y="612"/>
                  <a:pt x="205" y="612"/>
                </a:cubicBezTo>
                <a:cubicBezTo>
                  <a:pt x="203" y="613"/>
                  <a:pt x="200" y="612"/>
                  <a:pt x="198" y="613"/>
                </a:cubicBezTo>
                <a:cubicBezTo>
                  <a:pt x="197" y="614"/>
                  <a:pt x="196" y="613"/>
                  <a:pt x="197" y="612"/>
                </a:cubicBezTo>
                <a:cubicBezTo>
                  <a:pt x="198" y="610"/>
                  <a:pt x="198" y="608"/>
                  <a:pt x="199" y="606"/>
                </a:cubicBezTo>
                <a:cubicBezTo>
                  <a:pt x="199" y="606"/>
                  <a:pt x="200" y="606"/>
                  <a:pt x="199" y="605"/>
                </a:cubicBezTo>
                <a:cubicBezTo>
                  <a:pt x="197" y="602"/>
                  <a:pt x="200" y="602"/>
                  <a:pt x="201" y="602"/>
                </a:cubicBezTo>
                <a:cubicBezTo>
                  <a:pt x="201" y="601"/>
                  <a:pt x="200" y="602"/>
                  <a:pt x="199" y="601"/>
                </a:cubicBezTo>
                <a:cubicBezTo>
                  <a:pt x="199" y="597"/>
                  <a:pt x="202" y="598"/>
                  <a:pt x="204" y="599"/>
                </a:cubicBezTo>
                <a:cubicBezTo>
                  <a:pt x="204" y="598"/>
                  <a:pt x="204" y="598"/>
                  <a:pt x="204" y="598"/>
                </a:cubicBezTo>
                <a:cubicBezTo>
                  <a:pt x="203" y="596"/>
                  <a:pt x="202" y="595"/>
                  <a:pt x="201" y="594"/>
                </a:cubicBezTo>
                <a:cubicBezTo>
                  <a:pt x="202" y="593"/>
                  <a:pt x="202" y="593"/>
                  <a:pt x="203" y="593"/>
                </a:cubicBezTo>
                <a:cubicBezTo>
                  <a:pt x="202" y="593"/>
                  <a:pt x="201" y="592"/>
                  <a:pt x="200" y="592"/>
                </a:cubicBezTo>
                <a:cubicBezTo>
                  <a:pt x="198" y="593"/>
                  <a:pt x="196" y="593"/>
                  <a:pt x="194" y="593"/>
                </a:cubicBezTo>
                <a:cubicBezTo>
                  <a:pt x="193" y="593"/>
                  <a:pt x="193" y="593"/>
                  <a:pt x="193" y="592"/>
                </a:cubicBezTo>
                <a:cubicBezTo>
                  <a:pt x="192" y="592"/>
                  <a:pt x="192" y="592"/>
                  <a:pt x="192" y="592"/>
                </a:cubicBezTo>
                <a:cubicBezTo>
                  <a:pt x="188" y="593"/>
                  <a:pt x="184" y="591"/>
                  <a:pt x="183" y="587"/>
                </a:cubicBezTo>
                <a:cubicBezTo>
                  <a:pt x="182" y="586"/>
                  <a:pt x="180" y="585"/>
                  <a:pt x="178" y="584"/>
                </a:cubicBezTo>
                <a:cubicBezTo>
                  <a:pt x="178" y="584"/>
                  <a:pt x="177" y="583"/>
                  <a:pt x="177" y="583"/>
                </a:cubicBezTo>
                <a:cubicBezTo>
                  <a:pt x="175" y="583"/>
                  <a:pt x="173" y="584"/>
                  <a:pt x="172" y="583"/>
                </a:cubicBezTo>
                <a:cubicBezTo>
                  <a:pt x="169" y="583"/>
                  <a:pt x="169" y="580"/>
                  <a:pt x="169" y="579"/>
                </a:cubicBezTo>
                <a:cubicBezTo>
                  <a:pt x="168" y="578"/>
                  <a:pt x="168" y="578"/>
                  <a:pt x="168" y="578"/>
                </a:cubicBezTo>
                <a:cubicBezTo>
                  <a:pt x="164" y="574"/>
                  <a:pt x="164" y="573"/>
                  <a:pt x="169" y="571"/>
                </a:cubicBezTo>
                <a:cubicBezTo>
                  <a:pt x="169" y="570"/>
                  <a:pt x="170" y="570"/>
                  <a:pt x="170" y="570"/>
                </a:cubicBezTo>
                <a:cubicBezTo>
                  <a:pt x="173" y="573"/>
                  <a:pt x="176" y="572"/>
                  <a:pt x="179" y="572"/>
                </a:cubicBezTo>
                <a:cubicBezTo>
                  <a:pt x="180" y="572"/>
                  <a:pt x="181" y="572"/>
                  <a:pt x="181" y="573"/>
                </a:cubicBezTo>
                <a:cubicBezTo>
                  <a:pt x="184" y="573"/>
                  <a:pt x="185" y="575"/>
                  <a:pt x="186" y="577"/>
                </a:cubicBezTo>
                <a:cubicBezTo>
                  <a:pt x="187" y="577"/>
                  <a:pt x="188" y="577"/>
                  <a:pt x="188" y="577"/>
                </a:cubicBezTo>
                <a:cubicBezTo>
                  <a:pt x="191" y="581"/>
                  <a:pt x="195" y="582"/>
                  <a:pt x="198" y="583"/>
                </a:cubicBezTo>
                <a:cubicBezTo>
                  <a:pt x="199" y="583"/>
                  <a:pt x="199" y="584"/>
                  <a:pt x="199" y="584"/>
                </a:cubicBezTo>
                <a:cubicBezTo>
                  <a:pt x="201" y="583"/>
                  <a:pt x="200" y="581"/>
                  <a:pt x="201" y="579"/>
                </a:cubicBezTo>
                <a:cubicBezTo>
                  <a:pt x="199" y="581"/>
                  <a:pt x="197" y="582"/>
                  <a:pt x="197" y="579"/>
                </a:cubicBezTo>
                <a:cubicBezTo>
                  <a:pt x="196" y="579"/>
                  <a:pt x="195" y="579"/>
                  <a:pt x="195" y="578"/>
                </a:cubicBezTo>
                <a:cubicBezTo>
                  <a:pt x="195" y="578"/>
                  <a:pt x="195" y="578"/>
                  <a:pt x="195" y="578"/>
                </a:cubicBezTo>
                <a:cubicBezTo>
                  <a:pt x="196" y="577"/>
                  <a:pt x="196" y="578"/>
                  <a:pt x="197" y="579"/>
                </a:cubicBezTo>
                <a:cubicBezTo>
                  <a:pt x="197" y="578"/>
                  <a:pt x="199" y="579"/>
                  <a:pt x="198" y="578"/>
                </a:cubicBezTo>
                <a:cubicBezTo>
                  <a:pt x="197" y="576"/>
                  <a:pt x="199" y="576"/>
                  <a:pt x="199" y="575"/>
                </a:cubicBezTo>
                <a:cubicBezTo>
                  <a:pt x="199" y="575"/>
                  <a:pt x="199" y="574"/>
                  <a:pt x="199" y="574"/>
                </a:cubicBezTo>
                <a:cubicBezTo>
                  <a:pt x="197" y="574"/>
                  <a:pt x="196" y="575"/>
                  <a:pt x="197" y="573"/>
                </a:cubicBezTo>
                <a:cubicBezTo>
                  <a:pt x="198" y="573"/>
                  <a:pt x="199" y="573"/>
                  <a:pt x="200" y="573"/>
                </a:cubicBezTo>
                <a:cubicBezTo>
                  <a:pt x="199" y="572"/>
                  <a:pt x="199" y="570"/>
                  <a:pt x="197" y="569"/>
                </a:cubicBezTo>
                <a:cubicBezTo>
                  <a:pt x="195" y="570"/>
                  <a:pt x="193" y="568"/>
                  <a:pt x="192" y="567"/>
                </a:cubicBezTo>
                <a:cubicBezTo>
                  <a:pt x="191" y="567"/>
                  <a:pt x="190" y="566"/>
                  <a:pt x="189" y="565"/>
                </a:cubicBezTo>
                <a:cubicBezTo>
                  <a:pt x="191" y="564"/>
                  <a:pt x="193" y="566"/>
                  <a:pt x="195" y="565"/>
                </a:cubicBezTo>
                <a:cubicBezTo>
                  <a:pt x="194" y="565"/>
                  <a:pt x="194" y="564"/>
                  <a:pt x="194" y="563"/>
                </a:cubicBezTo>
                <a:cubicBezTo>
                  <a:pt x="193" y="563"/>
                  <a:pt x="192" y="563"/>
                  <a:pt x="191" y="562"/>
                </a:cubicBezTo>
                <a:cubicBezTo>
                  <a:pt x="190" y="561"/>
                  <a:pt x="190" y="562"/>
                  <a:pt x="189" y="562"/>
                </a:cubicBezTo>
                <a:cubicBezTo>
                  <a:pt x="189" y="563"/>
                  <a:pt x="187" y="563"/>
                  <a:pt x="187" y="563"/>
                </a:cubicBezTo>
                <a:cubicBezTo>
                  <a:pt x="186" y="562"/>
                  <a:pt x="187" y="561"/>
                  <a:pt x="187" y="560"/>
                </a:cubicBezTo>
                <a:cubicBezTo>
                  <a:pt x="187" y="560"/>
                  <a:pt x="187" y="560"/>
                  <a:pt x="187" y="560"/>
                </a:cubicBezTo>
                <a:cubicBezTo>
                  <a:pt x="186" y="561"/>
                  <a:pt x="185" y="561"/>
                  <a:pt x="184" y="561"/>
                </a:cubicBezTo>
                <a:cubicBezTo>
                  <a:pt x="184" y="561"/>
                  <a:pt x="183" y="561"/>
                  <a:pt x="183" y="561"/>
                </a:cubicBezTo>
                <a:cubicBezTo>
                  <a:pt x="182" y="561"/>
                  <a:pt x="181" y="561"/>
                  <a:pt x="181" y="561"/>
                </a:cubicBezTo>
                <a:cubicBezTo>
                  <a:pt x="179" y="561"/>
                  <a:pt x="178" y="560"/>
                  <a:pt x="178" y="558"/>
                </a:cubicBezTo>
                <a:cubicBezTo>
                  <a:pt x="178" y="556"/>
                  <a:pt x="179" y="555"/>
                  <a:pt x="181" y="555"/>
                </a:cubicBezTo>
                <a:cubicBezTo>
                  <a:pt x="181" y="555"/>
                  <a:pt x="181" y="555"/>
                  <a:pt x="181" y="555"/>
                </a:cubicBezTo>
                <a:cubicBezTo>
                  <a:pt x="179" y="554"/>
                  <a:pt x="180" y="553"/>
                  <a:pt x="181" y="553"/>
                </a:cubicBezTo>
                <a:cubicBezTo>
                  <a:pt x="181" y="551"/>
                  <a:pt x="183" y="551"/>
                  <a:pt x="184" y="550"/>
                </a:cubicBezTo>
                <a:cubicBezTo>
                  <a:pt x="184" y="549"/>
                  <a:pt x="185" y="550"/>
                  <a:pt x="186" y="550"/>
                </a:cubicBezTo>
                <a:cubicBezTo>
                  <a:pt x="189" y="550"/>
                  <a:pt x="191" y="548"/>
                  <a:pt x="191" y="545"/>
                </a:cubicBezTo>
                <a:cubicBezTo>
                  <a:pt x="191" y="545"/>
                  <a:pt x="190" y="545"/>
                  <a:pt x="190" y="545"/>
                </a:cubicBezTo>
                <a:cubicBezTo>
                  <a:pt x="190" y="547"/>
                  <a:pt x="189" y="547"/>
                  <a:pt x="187" y="548"/>
                </a:cubicBezTo>
                <a:cubicBezTo>
                  <a:pt x="185" y="548"/>
                  <a:pt x="184" y="548"/>
                  <a:pt x="183" y="547"/>
                </a:cubicBezTo>
                <a:cubicBezTo>
                  <a:pt x="182" y="546"/>
                  <a:pt x="182" y="546"/>
                  <a:pt x="181" y="546"/>
                </a:cubicBezTo>
                <a:cubicBezTo>
                  <a:pt x="181" y="546"/>
                  <a:pt x="180" y="546"/>
                  <a:pt x="179" y="546"/>
                </a:cubicBezTo>
                <a:cubicBezTo>
                  <a:pt x="180" y="546"/>
                  <a:pt x="180" y="546"/>
                  <a:pt x="181" y="547"/>
                </a:cubicBezTo>
                <a:cubicBezTo>
                  <a:pt x="181" y="547"/>
                  <a:pt x="181" y="548"/>
                  <a:pt x="180" y="548"/>
                </a:cubicBezTo>
                <a:cubicBezTo>
                  <a:pt x="179" y="549"/>
                  <a:pt x="178" y="550"/>
                  <a:pt x="177" y="550"/>
                </a:cubicBezTo>
                <a:cubicBezTo>
                  <a:pt x="176" y="550"/>
                  <a:pt x="176" y="549"/>
                  <a:pt x="176" y="548"/>
                </a:cubicBezTo>
                <a:cubicBezTo>
                  <a:pt x="175" y="545"/>
                  <a:pt x="177" y="547"/>
                  <a:pt x="178" y="547"/>
                </a:cubicBezTo>
                <a:cubicBezTo>
                  <a:pt x="178" y="547"/>
                  <a:pt x="178" y="547"/>
                  <a:pt x="178" y="547"/>
                </a:cubicBezTo>
                <a:cubicBezTo>
                  <a:pt x="178" y="546"/>
                  <a:pt x="178" y="546"/>
                  <a:pt x="178" y="546"/>
                </a:cubicBezTo>
                <a:cubicBezTo>
                  <a:pt x="176" y="544"/>
                  <a:pt x="178" y="544"/>
                  <a:pt x="179" y="543"/>
                </a:cubicBezTo>
                <a:cubicBezTo>
                  <a:pt x="181" y="542"/>
                  <a:pt x="181" y="541"/>
                  <a:pt x="180" y="540"/>
                </a:cubicBezTo>
                <a:cubicBezTo>
                  <a:pt x="178" y="540"/>
                  <a:pt x="179" y="543"/>
                  <a:pt x="177" y="543"/>
                </a:cubicBezTo>
                <a:cubicBezTo>
                  <a:pt x="176" y="543"/>
                  <a:pt x="176" y="542"/>
                  <a:pt x="175" y="542"/>
                </a:cubicBezTo>
                <a:cubicBezTo>
                  <a:pt x="175" y="543"/>
                  <a:pt x="174" y="543"/>
                  <a:pt x="174" y="544"/>
                </a:cubicBezTo>
                <a:cubicBezTo>
                  <a:pt x="174" y="544"/>
                  <a:pt x="172" y="544"/>
                  <a:pt x="172" y="545"/>
                </a:cubicBezTo>
                <a:cubicBezTo>
                  <a:pt x="173" y="548"/>
                  <a:pt x="171" y="547"/>
                  <a:pt x="170" y="548"/>
                </a:cubicBezTo>
                <a:cubicBezTo>
                  <a:pt x="172" y="552"/>
                  <a:pt x="172" y="552"/>
                  <a:pt x="169" y="554"/>
                </a:cubicBezTo>
                <a:cubicBezTo>
                  <a:pt x="169" y="554"/>
                  <a:pt x="168" y="554"/>
                  <a:pt x="168" y="554"/>
                </a:cubicBezTo>
                <a:cubicBezTo>
                  <a:pt x="168" y="554"/>
                  <a:pt x="168" y="554"/>
                  <a:pt x="167" y="554"/>
                </a:cubicBezTo>
                <a:cubicBezTo>
                  <a:pt x="168" y="554"/>
                  <a:pt x="168" y="554"/>
                  <a:pt x="168" y="554"/>
                </a:cubicBezTo>
                <a:cubicBezTo>
                  <a:pt x="166" y="556"/>
                  <a:pt x="164" y="556"/>
                  <a:pt x="162" y="554"/>
                </a:cubicBezTo>
                <a:cubicBezTo>
                  <a:pt x="161" y="554"/>
                  <a:pt x="161" y="552"/>
                  <a:pt x="160" y="554"/>
                </a:cubicBezTo>
                <a:cubicBezTo>
                  <a:pt x="158" y="556"/>
                  <a:pt x="158" y="554"/>
                  <a:pt x="157" y="553"/>
                </a:cubicBezTo>
                <a:cubicBezTo>
                  <a:pt x="156" y="551"/>
                  <a:pt x="156" y="548"/>
                  <a:pt x="154" y="546"/>
                </a:cubicBezTo>
                <a:cubicBezTo>
                  <a:pt x="153" y="546"/>
                  <a:pt x="154" y="545"/>
                  <a:pt x="155" y="545"/>
                </a:cubicBezTo>
                <a:cubicBezTo>
                  <a:pt x="156" y="544"/>
                  <a:pt x="157" y="543"/>
                  <a:pt x="158" y="543"/>
                </a:cubicBezTo>
                <a:cubicBezTo>
                  <a:pt x="158" y="542"/>
                  <a:pt x="158" y="541"/>
                  <a:pt x="159" y="541"/>
                </a:cubicBezTo>
                <a:cubicBezTo>
                  <a:pt x="160" y="540"/>
                  <a:pt x="162" y="540"/>
                  <a:pt x="163" y="540"/>
                </a:cubicBezTo>
                <a:cubicBezTo>
                  <a:pt x="163" y="539"/>
                  <a:pt x="163" y="539"/>
                  <a:pt x="163" y="539"/>
                </a:cubicBezTo>
                <a:cubicBezTo>
                  <a:pt x="163" y="539"/>
                  <a:pt x="163" y="538"/>
                  <a:pt x="163" y="538"/>
                </a:cubicBezTo>
                <a:cubicBezTo>
                  <a:pt x="162" y="539"/>
                  <a:pt x="161" y="540"/>
                  <a:pt x="160" y="540"/>
                </a:cubicBezTo>
                <a:cubicBezTo>
                  <a:pt x="158" y="539"/>
                  <a:pt x="157" y="538"/>
                  <a:pt x="157" y="537"/>
                </a:cubicBezTo>
                <a:cubicBezTo>
                  <a:pt x="156" y="535"/>
                  <a:pt x="157" y="534"/>
                  <a:pt x="159" y="534"/>
                </a:cubicBezTo>
                <a:cubicBezTo>
                  <a:pt x="160" y="532"/>
                  <a:pt x="161" y="531"/>
                  <a:pt x="162" y="530"/>
                </a:cubicBezTo>
                <a:cubicBezTo>
                  <a:pt x="162" y="527"/>
                  <a:pt x="161" y="529"/>
                  <a:pt x="160" y="530"/>
                </a:cubicBezTo>
                <a:cubicBezTo>
                  <a:pt x="160" y="530"/>
                  <a:pt x="159" y="531"/>
                  <a:pt x="159" y="531"/>
                </a:cubicBezTo>
                <a:cubicBezTo>
                  <a:pt x="158" y="531"/>
                  <a:pt x="157" y="533"/>
                  <a:pt x="156" y="532"/>
                </a:cubicBezTo>
                <a:cubicBezTo>
                  <a:pt x="156" y="532"/>
                  <a:pt x="155" y="531"/>
                  <a:pt x="156" y="531"/>
                </a:cubicBezTo>
                <a:cubicBezTo>
                  <a:pt x="157" y="530"/>
                  <a:pt x="156" y="528"/>
                  <a:pt x="158" y="528"/>
                </a:cubicBezTo>
                <a:cubicBezTo>
                  <a:pt x="159" y="528"/>
                  <a:pt x="159" y="528"/>
                  <a:pt x="159" y="528"/>
                </a:cubicBezTo>
                <a:cubicBezTo>
                  <a:pt x="159" y="528"/>
                  <a:pt x="159" y="528"/>
                  <a:pt x="159" y="528"/>
                </a:cubicBezTo>
                <a:cubicBezTo>
                  <a:pt x="159" y="527"/>
                  <a:pt x="159" y="526"/>
                  <a:pt x="159" y="526"/>
                </a:cubicBezTo>
                <a:cubicBezTo>
                  <a:pt x="159" y="526"/>
                  <a:pt x="158" y="526"/>
                  <a:pt x="158" y="526"/>
                </a:cubicBezTo>
                <a:cubicBezTo>
                  <a:pt x="157" y="526"/>
                  <a:pt x="155" y="524"/>
                  <a:pt x="156" y="524"/>
                </a:cubicBezTo>
                <a:cubicBezTo>
                  <a:pt x="156" y="523"/>
                  <a:pt x="158" y="521"/>
                  <a:pt x="159" y="521"/>
                </a:cubicBezTo>
                <a:cubicBezTo>
                  <a:pt x="159" y="521"/>
                  <a:pt x="159" y="523"/>
                  <a:pt x="160" y="522"/>
                </a:cubicBezTo>
                <a:cubicBezTo>
                  <a:pt x="160" y="522"/>
                  <a:pt x="161" y="522"/>
                  <a:pt x="161" y="522"/>
                </a:cubicBezTo>
                <a:cubicBezTo>
                  <a:pt x="161" y="522"/>
                  <a:pt x="161" y="522"/>
                  <a:pt x="162" y="522"/>
                </a:cubicBezTo>
                <a:cubicBezTo>
                  <a:pt x="161" y="521"/>
                  <a:pt x="161" y="520"/>
                  <a:pt x="163" y="520"/>
                </a:cubicBezTo>
                <a:cubicBezTo>
                  <a:pt x="163" y="519"/>
                  <a:pt x="163" y="519"/>
                  <a:pt x="163" y="519"/>
                </a:cubicBezTo>
                <a:cubicBezTo>
                  <a:pt x="163" y="519"/>
                  <a:pt x="163" y="519"/>
                  <a:pt x="163" y="518"/>
                </a:cubicBezTo>
                <a:cubicBezTo>
                  <a:pt x="162" y="518"/>
                  <a:pt x="162" y="518"/>
                  <a:pt x="161" y="518"/>
                </a:cubicBezTo>
                <a:cubicBezTo>
                  <a:pt x="160" y="519"/>
                  <a:pt x="160" y="519"/>
                  <a:pt x="161" y="516"/>
                </a:cubicBezTo>
                <a:cubicBezTo>
                  <a:pt x="160" y="516"/>
                  <a:pt x="159" y="516"/>
                  <a:pt x="158" y="517"/>
                </a:cubicBezTo>
                <a:cubicBezTo>
                  <a:pt x="158" y="519"/>
                  <a:pt x="158" y="520"/>
                  <a:pt x="156" y="519"/>
                </a:cubicBezTo>
                <a:cubicBezTo>
                  <a:pt x="154" y="519"/>
                  <a:pt x="154" y="519"/>
                  <a:pt x="154" y="517"/>
                </a:cubicBezTo>
                <a:cubicBezTo>
                  <a:pt x="155" y="516"/>
                  <a:pt x="153" y="516"/>
                  <a:pt x="153" y="517"/>
                </a:cubicBezTo>
                <a:cubicBezTo>
                  <a:pt x="152" y="518"/>
                  <a:pt x="151" y="518"/>
                  <a:pt x="151" y="517"/>
                </a:cubicBezTo>
                <a:cubicBezTo>
                  <a:pt x="150" y="516"/>
                  <a:pt x="151" y="516"/>
                  <a:pt x="152" y="516"/>
                </a:cubicBezTo>
                <a:cubicBezTo>
                  <a:pt x="153" y="515"/>
                  <a:pt x="153" y="514"/>
                  <a:pt x="153" y="513"/>
                </a:cubicBezTo>
                <a:cubicBezTo>
                  <a:pt x="155" y="515"/>
                  <a:pt x="156" y="516"/>
                  <a:pt x="158" y="514"/>
                </a:cubicBezTo>
                <a:cubicBezTo>
                  <a:pt x="159" y="511"/>
                  <a:pt x="160" y="511"/>
                  <a:pt x="162" y="514"/>
                </a:cubicBezTo>
                <a:cubicBezTo>
                  <a:pt x="163" y="514"/>
                  <a:pt x="163" y="513"/>
                  <a:pt x="164" y="513"/>
                </a:cubicBezTo>
                <a:cubicBezTo>
                  <a:pt x="164" y="512"/>
                  <a:pt x="164" y="510"/>
                  <a:pt x="164" y="509"/>
                </a:cubicBezTo>
                <a:cubicBezTo>
                  <a:pt x="163" y="507"/>
                  <a:pt x="162" y="507"/>
                  <a:pt x="161" y="507"/>
                </a:cubicBezTo>
                <a:cubicBezTo>
                  <a:pt x="160" y="508"/>
                  <a:pt x="160" y="511"/>
                  <a:pt x="157" y="508"/>
                </a:cubicBezTo>
                <a:cubicBezTo>
                  <a:pt x="157" y="510"/>
                  <a:pt x="156" y="509"/>
                  <a:pt x="155" y="508"/>
                </a:cubicBezTo>
                <a:cubicBezTo>
                  <a:pt x="155" y="508"/>
                  <a:pt x="155" y="507"/>
                  <a:pt x="156" y="507"/>
                </a:cubicBezTo>
                <a:cubicBezTo>
                  <a:pt x="156" y="506"/>
                  <a:pt x="157" y="506"/>
                  <a:pt x="157" y="507"/>
                </a:cubicBezTo>
                <a:cubicBezTo>
                  <a:pt x="159" y="506"/>
                  <a:pt x="157" y="506"/>
                  <a:pt x="157" y="505"/>
                </a:cubicBezTo>
                <a:cubicBezTo>
                  <a:pt x="156" y="505"/>
                  <a:pt x="155" y="506"/>
                  <a:pt x="155" y="505"/>
                </a:cubicBezTo>
                <a:cubicBezTo>
                  <a:pt x="155" y="504"/>
                  <a:pt x="157" y="504"/>
                  <a:pt x="157" y="503"/>
                </a:cubicBezTo>
                <a:cubicBezTo>
                  <a:pt x="158" y="501"/>
                  <a:pt x="159" y="502"/>
                  <a:pt x="160" y="502"/>
                </a:cubicBezTo>
                <a:cubicBezTo>
                  <a:pt x="160" y="501"/>
                  <a:pt x="160" y="501"/>
                  <a:pt x="159" y="500"/>
                </a:cubicBezTo>
                <a:cubicBezTo>
                  <a:pt x="157" y="499"/>
                  <a:pt x="158" y="497"/>
                  <a:pt x="159" y="496"/>
                </a:cubicBezTo>
                <a:cubicBezTo>
                  <a:pt x="161" y="493"/>
                  <a:pt x="158" y="494"/>
                  <a:pt x="157" y="493"/>
                </a:cubicBezTo>
                <a:cubicBezTo>
                  <a:pt x="157" y="494"/>
                  <a:pt x="156" y="495"/>
                  <a:pt x="156" y="495"/>
                </a:cubicBezTo>
                <a:cubicBezTo>
                  <a:pt x="156" y="496"/>
                  <a:pt x="156" y="496"/>
                  <a:pt x="156" y="496"/>
                </a:cubicBezTo>
                <a:cubicBezTo>
                  <a:pt x="157" y="497"/>
                  <a:pt x="157" y="495"/>
                  <a:pt x="157" y="496"/>
                </a:cubicBezTo>
                <a:cubicBezTo>
                  <a:pt x="158" y="497"/>
                  <a:pt x="157" y="498"/>
                  <a:pt x="156" y="498"/>
                </a:cubicBezTo>
                <a:cubicBezTo>
                  <a:pt x="155" y="499"/>
                  <a:pt x="154" y="499"/>
                  <a:pt x="154" y="498"/>
                </a:cubicBezTo>
                <a:cubicBezTo>
                  <a:pt x="153" y="498"/>
                  <a:pt x="153" y="498"/>
                  <a:pt x="153" y="498"/>
                </a:cubicBezTo>
                <a:cubicBezTo>
                  <a:pt x="152" y="498"/>
                  <a:pt x="151" y="498"/>
                  <a:pt x="151" y="496"/>
                </a:cubicBezTo>
                <a:cubicBezTo>
                  <a:pt x="151" y="496"/>
                  <a:pt x="152" y="495"/>
                  <a:pt x="153" y="495"/>
                </a:cubicBezTo>
                <a:cubicBezTo>
                  <a:pt x="154" y="496"/>
                  <a:pt x="154" y="495"/>
                  <a:pt x="155" y="495"/>
                </a:cubicBezTo>
                <a:cubicBezTo>
                  <a:pt x="155" y="493"/>
                  <a:pt x="154" y="493"/>
                  <a:pt x="154" y="492"/>
                </a:cubicBezTo>
                <a:cubicBezTo>
                  <a:pt x="155" y="491"/>
                  <a:pt x="155" y="492"/>
                  <a:pt x="156" y="493"/>
                </a:cubicBezTo>
                <a:cubicBezTo>
                  <a:pt x="158" y="490"/>
                  <a:pt x="155" y="490"/>
                  <a:pt x="155" y="489"/>
                </a:cubicBezTo>
                <a:cubicBezTo>
                  <a:pt x="154" y="488"/>
                  <a:pt x="152" y="487"/>
                  <a:pt x="152" y="485"/>
                </a:cubicBezTo>
                <a:cubicBezTo>
                  <a:pt x="153" y="484"/>
                  <a:pt x="154" y="483"/>
                  <a:pt x="154" y="482"/>
                </a:cubicBezTo>
                <a:cubicBezTo>
                  <a:pt x="156" y="481"/>
                  <a:pt x="156" y="480"/>
                  <a:pt x="155" y="479"/>
                </a:cubicBezTo>
                <a:cubicBezTo>
                  <a:pt x="152" y="478"/>
                  <a:pt x="152" y="475"/>
                  <a:pt x="150" y="474"/>
                </a:cubicBezTo>
                <a:cubicBezTo>
                  <a:pt x="149" y="473"/>
                  <a:pt x="150" y="471"/>
                  <a:pt x="151" y="470"/>
                </a:cubicBezTo>
                <a:cubicBezTo>
                  <a:pt x="151" y="469"/>
                  <a:pt x="152" y="468"/>
                  <a:pt x="150" y="467"/>
                </a:cubicBezTo>
                <a:cubicBezTo>
                  <a:pt x="148" y="470"/>
                  <a:pt x="145" y="473"/>
                  <a:pt x="141" y="472"/>
                </a:cubicBezTo>
                <a:cubicBezTo>
                  <a:pt x="143" y="472"/>
                  <a:pt x="144" y="470"/>
                  <a:pt x="146" y="469"/>
                </a:cubicBezTo>
                <a:cubicBezTo>
                  <a:pt x="149" y="469"/>
                  <a:pt x="149" y="467"/>
                  <a:pt x="147" y="464"/>
                </a:cubicBezTo>
                <a:cubicBezTo>
                  <a:pt x="148" y="465"/>
                  <a:pt x="149" y="465"/>
                  <a:pt x="150" y="465"/>
                </a:cubicBezTo>
                <a:cubicBezTo>
                  <a:pt x="151" y="464"/>
                  <a:pt x="151" y="463"/>
                  <a:pt x="150" y="462"/>
                </a:cubicBezTo>
                <a:cubicBezTo>
                  <a:pt x="150" y="462"/>
                  <a:pt x="149" y="462"/>
                  <a:pt x="149" y="462"/>
                </a:cubicBezTo>
                <a:cubicBezTo>
                  <a:pt x="148" y="463"/>
                  <a:pt x="147" y="463"/>
                  <a:pt x="147" y="462"/>
                </a:cubicBezTo>
                <a:cubicBezTo>
                  <a:pt x="146" y="461"/>
                  <a:pt x="148" y="461"/>
                  <a:pt x="148" y="460"/>
                </a:cubicBezTo>
                <a:cubicBezTo>
                  <a:pt x="147" y="460"/>
                  <a:pt x="146" y="460"/>
                  <a:pt x="145" y="459"/>
                </a:cubicBezTo>
                <a:cubicBezTo>
                  <a:pt x="143" y="460"/>
                  <a:pt x="142" y="460"/>
                  <a:pt x="139" y="460"/>
                </a:cubicBezTo>
                <a:cubicBezTo>
                  <a:pt x="142" y="459"/>
                  <a:pt x="144" y="458"/>
                  <a:pt x="146" y="458"/>
                </a:cubicBezTo>
                <a:cubicBezTo>
                  <a:pt x="148" y="458"/>
                  <a:pt x="149" y="459"/>
                  <a:pt x="150" y="460"/>
                </a:cubicBezTo>
                <a:cubicBezTo>
                  <a:pt x="150" y="459"/>
                  <a:pt x="151" y="459"/>
                  <a:pt x="151" y="459"/>
                </a:cubicBezTo>
                <a:cubicBezTo>
                  <a:pt x="150" y="458"/>
                  <a:pt x="147" y="458"/>
                  <a:pt x="148" y="455"/>
                </a:cubicBezTo>
                <a:cubicBezTo>
                  <a:pt x="147" y="455"/>
                  <a:pt x="146" y="453"/>
                  <a:pt x="144" y="453"/>
                </a:cubicBezTo>
                <a:cubicBezTo>
                  <a:pt x="143" y="453"/>
                  <a:pt x="142" y="451"/>
                  <a:pt x="143" y="450"/>
                </a:cubicBezTo>
                <a:cubicBezTo>
                  <a:pt x="145" y="449"/>
                  <a:pt x="144" y="448"/>
                  <a:pt x="144" y="447"/>
                </a:cubicBezTo>
                <a:cubicBezTo>
                  <a:pt x="143" y="445"/>
                  <a:pt x="142" y="446"/>
                  <a:pt x="141" y="445"/>
                </a:cubicBezTo>
                <a:cubicBezTo>
                  <a:pt x="140" y="444"/>
                  <a:pt x="138" y="443"/>
                  <a:pt x="136" y="441"/>
                </a:cubicBezTo>
                <a:cubicBezTo>
                  <a:pt x="135" y="441"/>
                  <a:pt x="134" y="440"/>
                  <a:pt x="133" y="439"/>
                </a:cubicBezTo>
                <a:cubicBezTo>
                  <a:pt x="135" y="438"/>
                  <a:pt x="136" y="436"/>
                  <a:pt x="133" y="435"/>
                </a:cubicBezTo>
                <a:cubicBezTo>
                  <a:pt x="131" y="435"/>
                  <a:pt x="131" y="432"/>
                  <a:pt x="131" y="430"/>
                </a:cubicBezTo>
                <a:cubicBezTo>
                  <a:pt x="130" y="430"/>
                  <a:pt x="130" y="430"/>
                  <a:pt x="129" y="430"/>
                </a:cubicBezTo>
                <a:cubicBezTo>
                  <a:pt x="129" y="429"/>
                  <a:pt x="129" y="428"/>
                  <a:pt x="130" y="428"/>
                </a:cubicBezTo>
                <a:cubicBezTo>
                  <a:pt x="130" y="427"/>
                  <a:pt x="131" y="427"/>
                  <a:pt x="132" y="426"/>
                </a:cubicBezTo>
                <a:cubicBezTo>
                  <a:pt x="132" y="426"/>
                  <a:pt x="132" y="426"/>
                  <a:pt x="132" y="426"/>
                </a:cubicBezTo>
                <a:cubicBezTo>
                  <a:pt x="133" y="425"/>
                  <a:pt x="133" y="425"/>
                  <a:pt x="133" y="424"/>
                </a:cubicBezTo>
                <a:cubicBezTo>
                  <a:pt x="132" y="423"/>
                  <a:pt x="130" y="422"/>
                  <a:pt x="131" y="420"/>
                </a:cubicBezTo>
                <a:cubicBezTo>
                  <a:pt x="129" y="420"/>
                  <a:pt x="131" y="414"/>
                  <a:pt x="127" y="417"/>
                </a:cubicBezTo>
                <a:cubicBezTo>
                  <a:pt x="126" y="418"/>
                  <a:pt x="123" y="414"/>
                  <a:pt x="124" y="413"/>
                </a:cubicBezTo>
                <a:cubicBezTo>
                  <a:pt x="124" y="413"/>
                  <a:pt x="125" y="412"/>
                  <a:pt x="124" y="412"/>
                </a:cubicBezTo>
                <a:cubicBezTo>
                  <a:pt x="123" y="411"/>
                  <a:pt x="122" y="411"/>
                  <a:pt x="122" y="411"/>
                </a:cubicBezTo>
                <a:cubicBezTo>
                  <a:pt x="120" y="413"/>
                  <a:pt x="120" y="412"/>
                  <a:pt x="119" y="411"/>
                </a:cubicBezTo>
                <a:cubicBezTo>
                  <a:pt x="115" y="405"/>
                  <a:pt x="109" y="401"/>
                  <a:pt x="102" y="400"/>
                </a:cubicBezTo>
                <a:cubicBezTo>
                  <a:pt x="101" y="399"/>
                  <a:pt x="98" y="399"/>
                  <a:pt x="97" y="397"/>
                </a:cubicBezTo>
                <a:cubicBezTo>
                  <a:pt x="97" y="396"/>
                  <a:pt x="96" y="396"/>
                  <a:pt x="96" y="396"/>
                </a:cubicBezTo>
                <a:cubicBezTo>
                  <a:pt x="95" y="398"/>
                  <a:pt x="93" y="397"/>
                  <a:pt x="91" y="398"/>
                </a:cubicBezTo>
                <a:cubicBezTo>
                  <a:pt x="92" y="393"/>
                  <a:pt x="88" y="395"/>
                  <a:pt x="86" y="393"/>
                </a:cubicBezTo>
                <a:cubicBezTo>
                  <a:pt x="84" y="396"/>
                  <a:pt x="84" y="400"/>
                  <a:pt x="80" y="403"/>
                </a:cubicBezTo>
                <a:cubicBezTo>
                  <a:pt x="81" y="400"/>
                  <a:pt x="78" y="398"/>
                  <a:pt x="79" y="395"/>
                </a:cubicBezTo>
                <a:cubicBezTo>
                  <a:pt x="79" y="394"/>
                  <a:pt x="79" y="394"/>
                  <a:pt x="78" y="394"/>
                </a:cubicBezTo>
                <a:cubicBezTo>
                  <a:pt x="78" y="394"/>
                  <a:pt x="77" y="394"/>
                  <a:pt x="77" y="395"/>
                </a:cubicBezTo>
                <a:cubicBezTo>
                  <a:pt x="79" y="397"/>
                  <a:pt x="74" y="397"/>
                  <a:pt x="75" y="400"/>
                </a:cubicBezTo>
                <a:cubicBezTo>
                  <a:pt x="74" y="400"/>
                  <a:pt x="72" y="400"/>
                  <a:pt x="71" y="401"/>
                </a:cubicBezTo>
                <a:cubicBezTo>
                  <a:pt x="70" y="401"/>
                  <a:pt x="69" y="401"/>
                  <a:pt x="69" y="403"/>
                </a:cubicBezTo>
                <a:cubicBezTo>
                  <a:pt x="69" y="404"/>
                  <a:pt x="69" y="406"/>
                  <a:pt x="67" y="406"/>
                </a:cubicBezTo>
                <a:cubicBezTo>
                  <a:pt x="65" y="405"/>
                  <a:pt x="64" y="404"/>
                  <a:pt x="65" y="402"/>
                </a:cubicBezTo>
                <a:cubicBezTo>
                  <a:pt x="65" y="402"/>
                  <a:pt x="66" y="401"/>
                  <a:pt x="65" y="400"/>
                </a:cubicBezTo>
                <a:cubicBezTo>
                  <a:pt x="65" y="399"/>
                  <a:pt x="68" y="398"/>
                  <a:pt x="65" y="397"/>
                </a:cubicBezTo>
                <a:cubicBezTo>
                  <a:pt x="63" y="396"/>
                  <a:pt x="61" y="396"/>
                  <a:pt x="60" y="399"/>
                </a:cubicBezTo>
                <a:cubicBezTo>
                  <a:pt x="60" y="399"/>
                  <a:pt x="60" y="400"/>
                  <a:pt x="60" y="401"/>
                </a:cubicBezTo>
                <a:cubicBezTo>
                  <a:pt x="60" y="402"/>
                  <a:pt x="60" y="403"/>
                  <a:pt x="59" y="403"/>
                </a:cubicBezTo>
                <a:cubicBezTo>
                  <a:pt x="58" y="403"/>
                  <a:pt x="58" y="402"/>
                  <a:pt x="58" y="401"/>
                </a:cubicBezTo>
                <a:cubicBezTo>
                  <a:pt x="57" y="401"/>
                  <a:pt x="57" y="399"/>
                  <a:pt x="56" y="399"/>
                </a:cubicBezTo>
                <a:cubicBezTo>
                  <a:pt x="55" y="397"/>
                  <a:pt x="54" y="397"/>
                  <a:pt x="53" y="398"/>
                </a:cubicBezTo>
                <a:cubicBezTo>
                  <a:pt x="52" y="399"/>
                  <a:pt x="51" y="400"/>
                  <a:pt x="53" y="401"/>
                </a:cubicBezTo>
                <a:cubicBezTo>
                  <a:pt x="54" y="402"/>
                  <a:pt x="54" y="405"/>
                  <a:pt x="57" y="406"/>
                </a:cubicBezTo>
                <a:cubicBezTo>
                  <a:pt x="49" y="407"/>
                  <a:pt x="42" y="404"/>
                  <a:pt x="36" y="397"/>
                </a:cubicBezTo>
                <a:cubicBezTo>
                  <a:pt x="35" y="396"/>
                  <a:pt x="34" y="395"/>
                  <a:pt x="32" y="394"/>
                </a:cubicBezTo>
                <a:cubicBezTo>
                  <a:pt x="30" y="392"/>
                  <a:pt x="30" y="392"/>
                  <a:pt x="33" y="390"/>
                </a:cubicBezTo>
                <a:cubicBezTo>
                  <a:pt x="33" y="389"/>
                  <a:pt x="34" y="389"/>
                  <a:pt x="35" y="389"/>
                </a:cubicBezTo>
                <a:cubicBezTo>
                  <a:pt x="36" y="386"/>
                  <a:pt x="38" y="384"/>
                  <a:pt x="42" y="385"/>
                </a:cubicBezTo>
                <a:cubicBezTo>
                  <a:pt x="44" y="385"/>
                  <a:pt x="46" y="384"/>
                  <a:pt x="44" y="382"/>
                </a:cubicBezTo>
                <a:cubicBezTo>
                  <a:pt x="45" y="382"/>
                  <a:pt x="45" y="381"/>
                  <a:pt x="45" y="381"/>
                </a:cubicBezTo>
                <a:cubicBezTo>
                  <a:pt x="44" y="380"/>
                  <a:pt x="44" y="380"/>
                  <a:pt x="43" y="381"/>
                </a:cubicBezTo>
                <a:cubicBezTo>
                  <a:pt x="39" y="382"/>
                  <a:pt x="35" y="382"/>
                  <a:pt x="31" y="379"/>
                </a:cubicBezTo>
                <a:cubicBezTo>
                  <a:pt x="31" y="379"/>
                  <a:pt x="31" y="379"/>
                  <a:pt x="30" y="379"/>
                </a:cubicBezTo>
                <a:cubicBezTo>
                  <a:pt x="27" y="378"/>
                  <a:pt x="26" y="377"/>
                  <a:pt x="28" y="374"/>
                </a:cubicBezTo>
                <a:cubicBezTo>
                  <a:pt x="28" y="373"/>
                  <a:pt x="29" y="372"/>
                  <a:pt x="28" y="371"/>
                </a:cubicBezTo>
                <a:cubicBezTo>
                  <a:pt x="26" y="372"/>
                  <a:pt x="26" y="376"/>
                  <a:pt x="22" y="376"/>
                </a:cubicBezTo>
                <a:cubicBezTo>
                  <a:pt x="22" y="376"/>
                  <a:pt x="21" y="376"/>
                  <a:pt x="21" y="375"/>
                </a:cubicBezTo>
                <a:cubicBezTo>
                  <a:pt x="21" y="375"/>
                  <a:pt x="20" y="375"/>
                  <a:pt x="20" y="374"/>
                </a:cubicBezTo>
                <a:cubicBezTo>
                  <a:pt x="18" y="374"/>
                  <a:pt x="18" y="373"/>
                  <a:pt x="20" y="372"/>
                </a:cubicBezTo>
                <a:cubicBezTo>
                  <a:pt x="21" y="371"/>
                  <a:pt x="19" y="371"/>
                  <a:pt x="19" y="370"/>
                </a:cubicBezTo>
                <a:cubicBezTo>
                  <a:pt x="19" y="370"/>
                  <a:pt x="18" y="370"/>
                  <a:pt x="18" y="369"/>
                </a:cubicBezTo>
                <a:cubicBezTo>
                  <a:pt x="17" y="369"/>
                  <a:pt x="17" y="370"/>
                  <a:pt x="17" y="369"/>
                </a:cubicBezTo>
                <a:cubicBezTo>
                  <a:pt x="15" y="368"/>
                  <a:pt x="17" y="366"/>
                  <a:pt x="17" y="364"/>
                </a:cubicBezTo>
                <a:cubicBezTo>
                  <a:pt x="17" y="362"/>
                  <a:pt x="18" y="362"/>
                  <a:pt x="19" y="362"/>
                </a:cubicBezTo>
                <a:cubicBezTo>
                  <a:pt x="19" y="362"/>
                  <a:pt x="20" y="362"/>
                  <a:pt x="20" y="362"/>
                </a:cubicBezTo>
                <a:cubicBezTo>
                  <a:pt x="19" y="360"/>
                  <a:pt x="21" y="360"/>
                  <a:pt x="22" y="360"/>
                </a:cubicBezTo>
                <a:cubicBezTo>
                  <a:pt x="22" y="360"/>
                  <a:pt x="22" y="360"/>
                  <a:pt x="22" y="359"/>
                </a:cubicBezTo>
                <a:cubicBezTo>
                  <a:pt x="28" y="357"/>
                  <a:pt x="33" y="360"/>
                  <a:pt x="38" y="361"/>
                </a:cubicBezTo>
                <a:cubicBezTo>
                  <a:pt x="39" y="361"/>
                  <a:pt x="41" y="361"/>
                  <a:pt x="42" y="362"/>
                </a:cubicBezTo>
                <a:cubicBezTo>
                  <a:pt x="43" y="362"/>
                  <a:pt x="43" y="362"/>
                  <a:pt x="44" y="362"/>
                </a:cubicBezTo>
                <a:cubicBezTo>
                  <a:pt x="44" y="362"/>
                  <a:pt x="44" y="361"/>
                  <a:pt x="44" y="361"/>
                </a:cubicBezTo>
                <a:cubicBezTo>
                  <a:pt x="44" y="360"/>
                  <a:pt x="43" y="360"/>
                  <a:pt x="42" y="360"/>
                </a:cubicBezTo>
                <a:cubicBezTo>
                  <a:pt x="40" y="360"/>
                  <a:pt x="38" y="359"/>
                  <a:pt x="36" y="358"/>
                </a:cubicBezTo>
                <a:cubicBezTo>
                  <a:pt x="35" y="358"/>
                  <a:pt x="35" y="357"/>
                  <a:pt x="36" y="357"/>
                </a:cubicBezTo>
                <a:cubicBezTo>
                  <a:pt x="38" y="356"/>
                  <a:pt x="39" y="354"/>
                  <a:pt x="41" y="354"/>
                </a:cubicBezTo>
                <a:cubicBezTo>
                  <a:pt x="43" y="352"/>
                  <a:pt x="46" y="353"/>
                  <a:pt x="48" y="353"/>
                </a:cubicBezTo>
                <a:cubicBezTo>
                  <a:pt x="51" y="351"/>
                  <a:pt x="53" y="353"/>
                  <a:pt x="56" y="354"/>
                </a:cubicBezTo>
                <a:cubicBezTo>
                  <a:pt x="57" y="355"/>
                  <a:pt x="58" y="358"/>
                  <a:pt x="60" y="357"/>
                </a:cubicBezTo>
                <a:cubicBezTo>
                  <a:pt x="60" y="356"/>
                  <a:pt x="60" y="356"/>
                  <a:pt x="59" y="355"/>
                </a:cubicBezTo>
                <a:cubicBezTo>
                  <a:pt x="58" y="354"/>
                  <a:pt x="57" y="353"/>
                  <a:pt x="58" y="352"/>
                </a:cubicBezTo>
                <a:cubicBezTo>
                  <a:pt x="58" y="350"/>
                  <a:pt x="59" y="351"/>
                  <a:pt x="60" y="351"/>
                </a:cubicBezTo>
                <a:cubicBezTo>
                  <a:pt x="61" y="351"/>
                  <a:pt x="62" y="351"/>
                  <a:pt x="62" y="350"/>
                </a:cubicBezTo>
                <a:cubicBezTo>
                  <a:pt x="63" y="347"/>
                  <a:pt x="58" y="340"/>
                  <a:pt x="55" y="340"/>
                </a:cubicBezTo>
                <a:cubicBezTo>
                  <a:pt x="54" y="340"/>
                  <a:pt x="53" y="341"/>
                  <a:pt x="53" y="342"/>
                </a:cubicBezTo>
                <a:cubicBezTo>
                  <a:pt x="52" y="344"/>
                  <a:pt x="51" y="346"/>
                  <a:pt x="48" y="347"/>
                </a:cubicBezTo>
                <a:cubicBezTo>
                  <a:pt x="46" y="348"/>
                  <a:pt x="43" y="348"/>
                  <a:pt x="41" y="347"/>
                </a:cubicBezTo>
                <a:cubicBezTo>
                  <a:pt x="41" y="345"/>
                  <a:pt x="41" y="344"/>
                  <a:pt x="40" y="342"/>
                </a:cubicBezTo>
                <a:cubicBezTo>
                  <a:pt x="40" y="342"/>
                  <a:pt x="39" y="342"/>
                  <a:pt x="38" y="342"/>
                </a:cubicBezTo>
                <a:cubicBezTo>
                  <a:pt x="38" y="343"/>
                  <a:pt x="40" y="344"/>
                  <a:pt x="40" y="346"/>
                </a:cubicBezTo>
                <a:cubicBezTo>
                  <a:pt x="38" y="350"/>
                  <a:pt x="35" y="350"/>
                  <a:pt x="31" y="348"/>
                </a:cubicBezTo>
                <a:cubicBezTo>
                  <a:pt x="30" y="347"/>
                  <a:pt x="28" y="347"/>
                  <a:pt x="27" y="347"/>
                </a:cubicBezTo>
                <a:cubicBezTo>
                  <a:pt x="26" y="346"/>
                  <a:pt x="25" y="346"/>
                  <a:pt x="25" y="345"/>
                </a:cubicBezTo>
                <a:cubicBezTo>
                  <a:pt x="25" y="344"/>
                  <a:pt x="26" y="344"/>
                  <a:pt x="27" y="344"/>
                </a:cubicBezTo>
                <a:cubicBezTo>
                  <a:pt x="27" y="343"/>
                  <a:pt x="28" y="343"/>
                  <a:pt x="29" y="342"/>
                </a:cubicBezTo>
                <a:cubicBezTo>
                  <a:pt x="30" y="342"/>
                  <a:pt x="31" y="341"/>
                  <a:pt x="32" y="340"/>
                </a:cubicBezTo>
                <a:cubicBezTo>
                  <a:pt x="32" y="340"/>
                  <a:pt x="32" y="339"/>
                  <a:pt x="32" y="339"/>
                </a:cubicBezTo>
                <a:cubicBezTo>
                  <a:pt x="30" y="339"/>
                  <a:pt x="28" y="340"/>
                  <a:pt x="25" y="341"/>
                </a:cubicBezTo>
                <a:cubicBezTo>
                  <a:pt x="23" y="341"/>
                  <a:pt x="22" y="341"/>
                  <a:pt x="22" y="338"/>
                </a:cubicBezTo>
                <a:cubicBezTo>
                  <a:pt x="24" y="336"/>
                  <a:pt x="25" y="334"/>
                  <a:pt x="28" y="334"/>
                </a:cubicBezTo>
                <a:cubicBezTo>
                  <a:pt x="28" y="333"/>
                  <a:pt x="28" y="333"/>
                  <a:pt x="27" y="332"/>
                </a:cubicBezTo>
                <a:cubicBezTo>
                  <a:pt x="24" y="332"/>
                  <a:pt x="23" y="335"/>
                  <a:pt x="21" y="336"/>
                </a:cubicBezTo>
                <a:cubicBezTo>
                  <a:pt x="20" y="336"/>
                  <a:pt x="19" y="336"/>
                  <a:pt x="18" y="337"/>
                </a:cubicBezTo>
                <a:cubicBezTo>
                  <a:pt x="17" y="338"/>
                  <a:pt x="16" y="338"/>
                  <a:pt x="15" y="337"/>
                </a:cubicBezTo>
                <a:cubicBezTo>
                  <a:pt x="14" y="335"/>
                  <a:pt x="15" y="335"/>
                  <a:pt x="16" y="334"/>
                </a:cubicBezTo>
                <a:cubicBezTo>
                  <a:pt x="16" y="333"/>
                  <a:pt x="16" y="332"/>
                  <a:pt x="16" y="332"/>
                </a:cubicBezTo>
                <a:cubicBezTo>
                  <a:pt x="16" y="332"/>
                  <a:pt x="16" y="332"/>
                  <a:pt x="15" y="332"/>
                </a:cubicBezTo>
                <a:cubicBezTo>
                  <a:pt x="13" y="333"/>
                  <a:pt x="13" y="333"/>
                  <a:pt x="13" y="330"/>
                </a:cubicBezTo>
                <a:cubicBezTo>
                  <a:pt x="8" y="331"/>
                  <a:pt x="6" y="329"/>
                  <a:pt x="7" y="325"/>
                </a:cubicBezTo>
                <a:cubicBezTo>
                  <a:pt x="6" y="323"/>
                  <a:pt x="4" y="325"/>
                  <a:pt x="3" y="323"/>
                </a:cubicBezTo>
                <a:cubicBezTo>
                  <a:pt x="1" y="323"/>
                  <a:pt x="0" y="322"/>
                  <a:pt x="0" y="320"/>
                </a:cubicBezTo>
                <a:cubicBezTo>
                  <a:pt x="0" y="317"/>
                  <a:pt x="0" y="314"/>
                  <a:pt x="1" y="311"/>
                </a:cubicBezTo>
                <a:cubicBezTo>
                  <a:pt x="2" y="308"/>
                  <a:pt x="3" y="306"/>
                  <a:pt x="3" y="304"/>
                </a:cubicBezTo>
                <a:cubicBezTo>
                  <a:pt x="5" y="303"/>
                  <a:pt x="8" y="303"/>
                  <a:pt x="10" y="303"/>
                </a:cubicBezTo>
                <a:cubicBezTo>
                  <a:pt x="11" y="302"/>
                  <a:pt x="12" y="301"/>
                  <a:pt x="14" y="300"/>
                </a:cubicBezTo>
                <a:cubicBezTo>
                  <a:pt x="15" y="299"/>
                  <a:pt x="16" y="298"/>
                  <a:pt x="18" y="299"/>
                </a:cubicBezTo>
                <a:cubicBezTo>
                  <a:pt x="18" y="299"/>
                  <a:pt x="20" y="299"/>
                  <a:pt x="20" y="299"/>
                </a:cubicBezTo>
                <a:cubicBezTo>
                  <a:pt x="21" y="295"/>
                  <a:pt x="25" y="295"/>
                  <a:pt x="28" y="292"/>
                </a:cubicBezTo>
                <a:cubicBezTo>
                  <a:pt x="28" y="291"/>
                  <a:pt x="29" y="291"/>
                  <a:pt x="30" y="291"/>
                </a:cubicBezTo>
                <a:cubicBezTo>
                  <a:pt x="32" y="291"/>
                  <a:pt x="34" y="290"/>
                  <a:pt x="36" y="288"/>
                </a:cubicBezTo>
                <a:cubicBezTo>
                  <a:pt x="37" y="288"/>
                  <a:pt x="37" y="287"/>
                  <a:pt x="36" y="287"/>
                </a:cubicBezTo>
                <a:cubicBezTo>
                  <a:pt x="35" y="286"/>
                  <a:pt x="35" y="285"/>
                  <a:pt x="36" y="284"/>
                </a:cubicBezTo>
                <a:cubicBezTo>
                  <a:pt x="38" y="281"/>
                  <a:pt x="41" y="278"/>
                  <a:pt x="45" y="279"/>
                </a:cubicBezTo>
                <a:cubicBezTo>
                  <a:pt x="47" y="279"/>
                  <a:pt x="48" y="278"/>
                  <a:pt x="50" y="277"/>
                </a:cubicBezTo>
                <a:cubicBezTo>
                  <a:pt x="52" y="275"/>
                  <a:pt x="56" y="274"/>
                  <a:pt x="59" y="276"/>
                </a:cubicBezTo>
                <a:cubicBezTo>
                  <a:pt x="60" y="277"/>
                  <a:pt x="61" y="277"/>
                  <a:pt x="61" y="277"/>
                </a:cubicBezTo>
                <a:cubicBezTo>
                  <a:pt x="63" y="276"/>
                  <a:pt x="64" y="274"/>
                  <a:pt x="65" y="273"/>
                </a:cubicBezTo>
                <a:cubicBezTo>
                  <a:pt x="67" y="268"/>
                  <a:pt x="70" y="263"/>
                  <a:pt x="73" y="258"/>
                </a:cubicBezTo>
                <a:cubicBezTo>
                  <a:pt x="74" y="256"/>
                  <a:pt x="74" y="254"/>
                  <a:pt x="73" y="252"/>
                </a:cubicBezTo>
                <a:cubicBezTo>
                  <a:pt x="72" y="250"/>
                  <a:pt x="73" y="247"/>
                  <a:pt x="72" y="245"/>
                </a:cubicBezTo>
                <a:cubicBezTo>
                  <a:pt x="71" y="241"/>
                  <a:pt x="72" y="238"/>
                  <a:pt x="72" y="234"/>
                </a:cubicBezTo>
                <a:cubicBezTo>
                  <a:pt x="72" y="234"/>
                  <a:pt x="72" y="233"/>
                  <a:pt x="72" y="233"/>
                </a:cubicBezTo>
                <a:cubicBezTo>
                  <a:pt x="73" y="232"/>
                  <a:pt x="75" y="233"/>
                  <a:pt x="76" y="232"/>
                </a:cubicBezTo>
                <a:cubicBezTo>
                  <a:pt x="78" y="231"/>
                  <a:pt x="80" y="231"/>
                  <a:pt x="81" y="228"/>
                </a:cubicBezTo>
                <a:cubicBezTo>
                  <a:pt x="81" y="227"/>
                  <a:pt x="82" y="227"/>
                  <a:pt x="83" y="227"/>
                </a:cubicBezTo>
                <a:cubicBezTo>
                  <a:pt x="82" y="226"/>
                  <a:pt x="80" y="225"/>
                  <a:pt x="81" y="223"/>
                </a:cubicBezTo>
                <a:cubicBezTo>
                  <a:pt x="81" y="223"/>
                  <a:pt x="81" y="223"/>
                  <a:pt x="81" y="223"/>
                </a:cubicBezTo>
                <a:cubicBezTo>
                  <a:pt x="80" y="223"/>
                  <a:pt x="80" y="223"/>
                  <a:pt x="80" y="222"/>
                </a:cubicBezTo>
                <a:cubicBezTo>
                  <a:pt x="80" y="223"/>
                  <a:pt x="80" y="223"/>
                  <a:pt x="79" y="223"/>
                </a:cubicBezTo>
                <a:cubicBezTo>
                  <a:pt x="80" y="225"/>
                  <a:pt x="79" y="227"/>
                  <a:pt x="77" y="229"/>
                </a:cubicBezTo>
                <a:cubicBezTo>
                  <a:pt x="76" y="230"/>
                  <a:pt x="73" y="231"/>
                  <a:pt x="71" y="229"/>
                </a:cubicBezTo>
                <a:cubicBezTo>
                  <a:pt x="70" y="228"/>
                  <a:pt x="69" y="230"/>
                  <a:pt x="68" y="231"/>
                </a:cubicBezTo>
                <a:cubicBezTo>
                  <a:pt x="67" y="232"/>
                  <a:pt x="65" y="233"/>
                  <a:pt x="62" y="232"/>
                </a:cubicBezTo>
                <a:cubicBezTo>
                  <a:pt x="61" y="230"/>
                  <a:pt x="62" y="228"/>
                  <a:pt x="59" y="228"/>
                </a:cubicBezTo>
                <a:cubicBezTo>
                  <a:pt x="58" y="228"/>
                  <a:pt x="57" y="229"/>
                  <a:pt x="56" y="229"/>
                </a:cubicBezTo>
                <a:cubicBezTo>
                  <a:pt x="54" y="229"/>
                  <a:pt x="53" y="229"/>
                  <a:pt x="53" y="226"/>
                </a:cubicBezTo>
                <a:cubicBezTo>
                  <a:pt x="53" y="226"/>
                  <a:pt x="53" y="225"/>
                  <a:pt x="52" y="224"/>
                </a:cubicBezTo>
                <a:cubicBezTo>
                  <a:pt x="48" y="221"/>
                  <a:pt x="49" y="216"/>
                  <a:pt x="52" y="212"/>
                </a:cubicBezTo>
                <a:cubicBezTo>
                  <a:pt x="54" y="210"/>
                  <a:pt x="58" y="208"/>
                  <a:pt x="56" y="204"/>
                </a:cubicBezTo>
                <a:cubicBezTo>
                  <a:pt x="59" y="202"/>
                  <a:pt x="61" y="200"/>
                  <a:pt x="64" y="197"/>
                </a:cubicBezTo>
                <a:cubicBezTo>
                  <a:pt x="64" y="197"/>
                  <a:pt x="66" y="198"/>
                  <a:pt x="67" y="198"/>
                </a:cubicBezTo>
                <a:cubicBezTo>
                  <a:pt x="64" y="195"/>
                  <a:pt x="64" y="194"/>
                  <a:pt x="68" y="193"/>
                </a:cubicBezTo>
                <a:cubicBezTo>
                  <a:pt x="69" y="193"/>
                  <a:pt x="69" y="192"/>
                  <a:pt x="70" y="191"/>
                </a:cubicBezTo>
                <a:cubicBezTo>
                  <a:pt x="70" y="189"/>
                  <a:pt x="71" y="187"/>
                  <a:pt x="70" y="185"/>
                </a:cubicBezTo>
                <a:cubicBezTo>
                  <a:pt x="71" y="184"/>
                  <a:pt x="73" y="184"/>
                  <a:pt x="73" y="182"/>
                </a:cubicBezTo>
                <a:cubicBezTo>
                  <a:pt x="72" y="180"/>
                  <a:pt x="73" y="179"/>
                  <a:pt x="75" y="179"/>
                </a:cubicBezTo>
                <a:cubicBezTo>
                  <a:pt x="76" y="179"/>
                  <a:pt x="76" y="178"/>
                  <a:pt x="77" y="178"/>
                </a:cubicBezTo>
                <a:cubicBezTo>
                  <a:pt x="78" y="177"/>
                  <a:pt x="78" y="175"/>
                  <a:pt x="79" y="174"/>
                </a:cubicBezTo>
                <a:cubicBezTo>
                  <a:pt x="79" y="173"/>
                  <a:pt x="80" y="172"/>
                  <a:pt x="81" y="172"/>
                </a:cubicBezTo>
                <a:cubicBezTo>
                  <a:pt x="82" y="172"/>
                  <a:pt x="82" y="173"/>
                  <a:pt x="82" y="174"/>
                </a:cubicBezTo>
                <a:cubicBezTo>
                  <a:pt x="83" y="177"/>
                  <a:pt x="83" y="181"/>
                  <a:pt x="85" y="184"/>
                </a:cubicBezTo>
                <a:cubicBezTo>
                  <a:pt x="85" y="184"/>
                  <a:pt x="85" y="185"/>
                  <a:pt x="86" y="185"/>
                </a:cubicBezTo>
                <a:cubicBezTo>
                  <a:pt x="86" y="185"/>
                  <a:pt x="86" y="185"/>
                  <a:pt x="87" y="185"/>
                </a:cubicBezTo>
                <a:cubicBezTo>
                  <a:pt x="86" y="184"/>
                  <a:pt x="86" y="183"/>
                  <a:pt x="85" y="182"/>
                </a:cubicBezTo>
                <a:cubicBezTo>
                  <a:pt x="84" y="179"/>
                  <a:pt x="84" y="177"/>
                  <a:pt x="83" y="174"/>
                </a:cubicBezTo>
                <a:cubicBezTo>
                  <a:pt x="83" y="174"/>
                  <a:pt x="83" y="174"/>
                  <a:pt x="83" y="174"/>
                </a:cubicBezTo>
                <a:cubicBezTo>
                  <a:pt x="83" y="174"/>
                  <a:pt x="83" y="174"/>
                  <a:pt x="83" y="174"/>
                </a:cubicBezTo>
                <a:cubicBezTo>
                  <a:pt x="81" y="171"/>
                  <a:pt x="83" y="169"/>
                  <a:pt x="85" y="167"/>
                </a:cubicBezTo>
                <a:cubicBezTo>
                  <a:pt x="87" y="166"/>
                  <a:pt x="88" y="168"/>
                  <a:pt x="89" y="169"/>
                </a:cubicBezTo>
                <a:cubicBezTo>
                  <a:pt x="89" y="169"/>
                  <a:pt x="89" y="169"/>
                  <a:pt x="90" y="169"/>
                </a:cubicBezTo>
                <a:cubicBezTo>
                  <a:pt x="90" y="169"/>
                  <a:pt x="90" y="169"/>
                  <a:pt x="91" y="169"/>
                </a:cubicBezTo>
                <a:cubicBezTo>
                  <a:pt x="93" y="169"/>
                  <a:pt x="95" y="170"/>
                  <a:pt x="95" y="173"/>
                </a:cubicBezTo>
                <a:cubicBezTo>
                  <a:pt x="95" y="173"/>
                  <a:pt x="95" y="173"/>
                  <a:pt x="95" y="173"/>
                </a:cubicBezTo>
                <a:cubicBezTo>
                  <a:pt x="96" y="173"/>
                  <a:pt x="97" y="173"/>
                  <a:pt x="97" y="174"/>
                </a:cubicBezTo>
                <a:cubicBezTo>
                  <a:pt x="99" y="178"/>
                  <a:pt x="101" y="181"/>
                  <a:pt x="102" y="185"/>
                </a:cubicBezTo>
                <a:cubicBezTo>
                  <a:pt x="104" y="185"/>
                  <a:pt x="106" y="184"/>
                  <a:pt x="108" y="184"/>
                </a:cubicBezTo>
                <a:cubicBezTo>
                  <a:pt x="111" y="183"/>
                  <a:pt x="111" y="182"/>
                  <a:pt x="110" y="179"/>
                </a:cubicBezTo>
                <a:cubicBezTo>
                  <a:pt x="109" y="179"/>
                  <a:pt x="109" y="178"/>
                  <a:pt x="109" y="177"/>
                </a:cubicBezTo>
                <a:cubicBezTo>
                  <a:pt x="107" y="175"/>
                  <a:pt x="106" y="173"/>
                  <a:pt x="105" y="170"/>
                </a:cubicBezTo>
                <a:cubicBezTo>
                  <a:pt x="104" y="169"/>
                  <a:pt x="102" y="168"/>
                  <a:pt x="102" y="166"/>
                </a:cubicBezTo>
                <a:cubicBezTo>
                  <a:pt x="102" y="164"/>
                  <a:pt x="101" y="162"/>
                  <a:pt x="101" y="160"/>
                </a:cubicBezTo>
                <a:cubicBezTo>
                  <a:pt x="99" y="158"/>
                  <a:pt x="101" y="157"/>
                  <a:pt x="102" y="156"/>
                </a:cubicBezTo>
                <a:cubicBezTo>
                  <a:pt x="102" y="153"/>
                  <a:pt x="104" y="151"/>
                  <a:pt x="105" y="148"/>
                </a:cubicBezTo>
                <a:cubicBezTo>
                  <a:pt x="102" y="148"/>
                  <a:pt x="103" y="145"/>
                  <a:pt x="102" y="143"/>
                </a:cubicBezTo>
                <a:cubicBezTo>
                  <a:pt x="101" y="139"/>
                  <a:pt x="98" y="136"/>
                  <a:pt x="100" y="132"/>
                </a:cubicBezTo>
                <a:cubicBezTo>
                  <a:pt x="102" y="130"/>
                  <a:pt x="103" y="128"/>
                  <a:pt x="106" y="126"/>
                </a:cubicBezTo>
                <a:cubicBezTo>
                  <a:pt x="108" y="123"/>
                  <a:pt x="111" y="124"/>
                  <a:pt x="113" y="125"/>
                </a:cubicBezTo>
                <a:cubicBezTo>
                  <a:pt x="115" y="126"/>
                  <a:pt x="116" y="126"/>
                  <a:pt x="117" y="127"/>
                </a:cubicBezTo>
                <a:cubicBezTo>
                  <a:pt x="121" y="127"/>
                  <a:pt x="122" y="131"/>
                  <a:pt x="122" y="134"/>
                </a:cubicBezTo>
                <a:cubicBezTo>
                  <a:pt x="121" y="139"/>
                  <a:pt x="125" y="142"/>
                  <a:pt x="128" y="144"/>
                </a:cubicBezTo>
                <a:cubicBezTo>
                  <a:pt x="129" y="144"/>
                  <a:pt x="129" y="144"/>
                  <a:pt x="130" y="144"/>
                </a:cubicBezTo>
                <a:cubicBezTo>
                  <a:pt x="132" y="146"/>
                  <a:pt x="133" y="149"/>
                  <a:pt x="134" y="151"/>
                </a:cubicBezTo>
                <a:cubicBezTo>
                  <a:pt x="135" y="153"/>
                  <a:pt x="135" y="155"/>
                  <a:pt x="138" y="156"/>
                </a:cubicBezTo>
                <a:cubicBezTo>
                  <a:pt x="139" y="156"/>
                  <a:pt x="139" y="158"/>
                  <a:pt x="141" y="158"/>
                </a:cubicBezTo>
                <a:cubicBezTo>
                  <a:pt x="141" y="158"/>
                  <a:pt x="141" y="157"/>
                  <a:pt x="141" y="157"/>
                </a:cubicBezTo>
                <a:cubicBezTo>
                  <a:pt x="138" y="155"/>
                  <a:pt x="135" y="153"/>
                  <a:pt x="136" y="148"/>
                </a:cubicBezTo>
                <a:cubicBezTo>
                  <a:pt x="134" y="147"/>
                  <a:pt x="133" y="145"/>
                  <a:pt x="132" y="144"/>
                </a:cubicBezTo>
                <a:cubicBezTo>
                  <a:pt x="131" y="142"/>
                  <a:pt x="131" y="140"/>
                  <a:pt x="128" y="140"/>
                </a:cubicBezTo>
                <a:cubicBezTo>
                  <a:pt x="127" y="140"/>
                  <a:pt x="127" y="139"/>
                  <a:pt x="127" y="138"/>
                </a:cubicBezTo>
                <a:cubicBezTo>
                  <a:pt x="125" y="135"/>
                  <a:pt x="124" y="131"/>
                  <a:pt x="123" y="128"/>
                </a:cubicBezTo>
                <a:cubicBezTo>
                  <a:pt x="123" y="125"/>
                  <a:pt x="121" y="123"/>
                  <a:pt x="118" y="122"/>
                </a:cubicBezTo>
                <a:cubicBezTo>
                  <a:pt x="117" y="121"/>
                  <a:pt x="115" y="121"/>
                  <a:pt x="115" y="119"/>
                </a:cubicBezTo>
                <a:cubicBezTo>
                  <a:pt x="115" y="117"/>
                  <a:pt x="117" y="116"/>
                  <a:pt x="118" y="115"/>
                </a:cubicBezTo>
                <a:cubicBezTo>
                  <a:pt x="121" y="112"/>
                  <a:pt x="125" y="111"/>
                  <a:pt x="128" y="109"/>
                </a:cubicBezTo>
                <a:cubicBezTo>
                  <a:pt x="130" y="108"/>
                  <a:pt x="131" y="108"/>
                  <a:pt x="132" y="108"/>
                </a:cubicBezTo>
                <a:cubicBezTo>
                  <a:pt x="135" y="107"/>
                  <a:pt x="138" y="107"/>
                  <a:pt x="140" y="105"/>
                </a:cubicBezTo>
                <a:cubicBezTo>
                  <a:pt x="141" y="104"/>
                  <a:pt x="142" y="105"/>
                  <a:pt x="142" y="107"/>
                </a:cubicBezTo>
                <a:cubicBezTo>
                  <a:pt x="142" y="108"/>
                  <a:pt x="142" y="109"/>
                  <a:pt x="143" y="109"/>
                </a:cubicBezTo>
                <a:cubicBezTo>
                  <a:pt x="143" y="107"/>
                  <a:pt x="144" y="105"/>
                  <a:pt x="144" y="103"/>
                </a:cubicBezTo>
                <a:cubicBezTo>
                  <a:pt x="145" y="103"/>
                  <a:pt x="145" y="102"/>
                  <a:pt x="145" y="102"/>
                </a:cubicBezTo>
                <a:cubicBezTo>
                  <a:pt x="148" y="102"/>
                  <a:pt x="149" y="104"/>
                  <a:pt x="151" y="104"/>
                </a:cubicBezTo>
                <a:cubicBezTo>
                  <a:pt x="152" y="104"/>
                  <a:pt x="151" y="106"/>
                  <a:pt x="151" y="107"/>
                </a:cubicBezTo>
                <a:cubicBezTo>
                  <a:pt x="152" y="108"/>
                  <a:pt x="153" y="108"/>
                  <a:pt x="154" y="107"/>
                </a:cubicBezTo>
                <a:cubicBezTo>
                  <a:pt x="154" y="107"/>
                  <a:pt x="154" y="107"/>
                  <a:pt x="154" y="107"/>
                </a:cubicBezTo>
                <a:cubicBezTo>
                  <a:pt x="153" y="107"/>
                  <a:pt x="152" y="106"/>
                  <a:pt x="152" y="105"/>
                </a:cubicBezTo>
                <a:cubicBezTo>
                  <a:pt x="154" y="103"/>
                  <a:pt x="152" y="102"/>
                  <a:pt x="150" y="101"/>
                </a:cubicBezTo>
                <a:cubicBezTo>
                  <a:pt x="158" y="94"/>
                  <a:pt x="160" y="94"/>
                  <a:pt x="163" y="102"/>
                </a:cubicBezTo>
                <a:cubicBezTo>
                  <a:pt x="164" y="103"/>
                  <a:pt x="164" y="104"/>
                  <a:pt x="164" y="105"/>
                </a:cubicBezTo>
                <a:cubicBezTo>
                  <a:pt x="165" y="109"/>
                  <a:pt x="167" y="113"/>
                  <a:pt x="165" y="118"/>
                </a:cubicBezTo>
                <a:cubicBezTo>
                  <a:pt x="166" y="121"/>
                  <a:pt x="166" y="125"/>
                  <a:pt x="166" y="128"/>
                </a:cubicBezTo>
                <a:cubicBezTo>
                  <a:pt x="166" y="129"/>
                  <a:pt x="166" y="130"/>
                  <a:pt x="165" y="131"/>
                </a:cubicBezTo>
                <a:cubicBezTo>
                  <a:pt x="165" y="134"/>
                  <a:pt x="164" y="136"/>
                  <a:pt x="163" y="139"/>
                </a:cubicBezTo>
                <a:cubicBezTo>
                  <a:pt x="164" y="140"/>
                  <a:pt x="164" y="140"/>
                  <a:pt x="164" y="141"/>
                </a:cubicBezTo>
                <a:cubicBezTo>
                  <a:pt x="165" y="142"/>
                  <a:pt x="165" y="142"/>
                  <a:pt x="166" y="141"/>
                </a:cubicBezTo>
                <a:cubicBezTo>
                  <a:pt x="167" y="139"/>
                  <a:pt x="168" y="137"/>
                  <a:pt x="170" y="135"/>
                </a:cubicBezTo>
                <a:cubicBezTo>
                  <a:pt x="172" y="131"/>
                  <a:pt x="172" y="126"/>
                  <a:pt x="172" y="122"/>
                </a:cubicBezTo>
                <a:cubicBezTo>
                  <a:pt x="172" y="121"/>
                  <a:pt x="172" y="120"/>
                  <a:pt x="173" y="119"/>
                </a:cubicBezTo>
                <a:cubicBezTo>
                  <a:pt x="174" y="119"/>
                  <a:pt x="174" y="120"/>
                  <a:pt x="175" y="121"/>
                </a:cubicBezTo>
                <a:cubicBezTo>
                  <a:pt x="177" y="122"/>
                  <a:pt x="179" y="124"/>
                  <a:pt x="180" y="126"/>
                </a:cubicBezTo>
                <a:cubicBezTo>
                  <a:pt x="181" y="126"/>
                  <a:pt x="181" y="127"/>
                  <a:pt x="181" y="127"/>
                </a:cubicBezTo>
                <a:cubicBezTo>
                  <a:pt x="186" y="127"/>
                  <a:pt x="186" y="131"/>
                  <a:pt x="189" y="134"/>
                </a:cubicBezTo>
                <a:cubicBezTo>
                  <a:pt x="191" y="137"/>
                  <a:pt x="193" y="140"/>
                  <a:pt x="195" y="142"/>
                </a:cubicBezTo>
                <a:cubicBezTo>
                  <a:pt x="195" y="144"/>
                  <a:pt x="195" y="145"/>
                  <a:pt x="195" y="146"/>
                </a:cubicBezTo>
                <a:cubicBezTo>
                  <a:pt x="195" y="147"/>
                  <a:pt x="196" y="148"/>
                  <a:pt x="197" y="149"/>
                </a:cubicBezTo>
                <a:cubicBezTo>
                  <a:pt x="198" y="149"/>
                  <a:pt x="198" y="149"/>
                  <a:pt x="199" y="150"/>
                </a:cubicBezTo>
                <a:cubicBezTo>
                  <a:pt x="199" y="149"/>
                  <a:pt x="200" y="147"/>
                  <a:pt x="199" y="146"/>
                </a:cubicBezTo>
                <a:cubicBezTo>
                  <a:pt x="196" y="145"/>
                  <a:pt x="197" y="143"/>
                  <a:pt x="197" y="140"/>
                </a:cubicBezTo>
                <a:cubicBezTo>
                  <a:pt x="194" y="139"/>
                  <a:pt x="192" y="137"/>
                  <a:pt x="192" y="133"/>
                </a:cubicBezTo>
                <a:cubicBezTo>
                  <a:pt x="192" y="133"/>
                  <a:pt x="191" y="132"/>
                  <a:pt x="191" y="132"/>
                </a:cubicBezTo>
                <a:cubicBezTo>
                  <a:pt x="189" y="131"/>
                  <a:pt x="189" y="130"/>
                  <a:pt x="189" y="128"/>
                </a:cubicBezTo>
                <a:cubicBezTo>
                  <a:pt x="189" y="128"/>
                  <a:pt x="188" y="127"/>
                  <a:pt x="189" y="126"/>
                </a:cubicBezTo>
                <a:cubicBezTo>
                  <a:pt x="190" y="127"/>
                  <a:pt x="191" y="128"/>
                  <a:pt x="193" y="128"/>
                </a:cubicBezTo>
                <a:cubicBezTo>
                  <a:pt x="195" y="128"/>
                  <a:pt x="196" y="130"/>
                  <a:pt x="198" y="130"/>
                </a:cubicBezTo>
                <a:cubicBezTo>
                  <a:pt x="199" y="130"/>
                  <a:pt x="199" y="128"/>
                  <a:pt x="201" y="129"/>
                </a:cubicBezTo>
                <a:cubicBezTo>
                  <a:pt x="202" y="129"/>
                  <a:pt x="202" y="128"/>
                  <a:pt x="202" y="127"/>
                </a:cubicBezTo>
                <a:cubicBezTo>
                  <a:pt x="202" y="127"/>
                  <a:pt x="202" y="127"/>
                  <a:pt x="202" y="127"/>
                </a:cubicBezTo>
                <a:cubicBezTo>
                  <a:pt x="201" y="126"/>
                  <a:pt x="201" y="126"/>
                  <a:pt x="201" y="125"/>
                </a:cubicBezTo>
                <a:cubicBezTo>
                  <a:pt x="199" y="124"/>
                  <a:pt x="198" y="122"/>
                  <a:pt x="197" y="120"/>
                </a:cubicBezTo>
                <a:cubicBezTo>
                  <a:pt x="196" y="118"/>
                  <a:pt x="195" y="117"/>
                  <a:pt x="195" y="115"/>
                </a:cubicBezTo>
                <a:cubicBezTo>
                  <a:pt x="192" y="109"/>
                  <a:pt x="191" y="104"/>
                  <a:pt x="191" y="98"/>
                </a:cubicBezTo>
                <a:cubicBezTo>
                  <a:pt x="191" y="96"/>
                  <a:pt x="189" y="93"/>
                  <a:pt x="189" y="91"/>
                </a:cubicBezTo>
                <a:cubicBezTo>
                  <a:pt x="189" y="89"/>
                  <a:pt x="190" y="87"/>
                  <a:pt x="192" y="87"/>
                </a:cubicBezTo>
                <a:cubicBezTo>
                  <a:pt x="195" y="86"/>
                  <a:pt x="198" y="87"/>
                  <a:pt x="200" y="88"/>
                </a:cubicBezTo>
                <a:cubicBezTo>
                  <a:pt x="202" y="88"/>
                  <a:pt x="204" y="89"/>
                  <a:pt x="205" y="90"/>
                </a:cubicBezTo>
                <a:cubicBezTo>
                  <a:pt x="206" y="91"/>
                  <a:pt x="207" y="92"/>
                  <a:pt x="207" y="93"/>
                </a:cubicBezTo>
                <a:cubicBezTo>
                  <a:pt x="209" y="95"/>
                  <a:pt x="210" y="97"/>
                  <a:pt x="210" y="99"/>
                </a:cubicBezTo>
                <a:cubicBezTo>
                  <a:pt x="210" y="100"/>
                  <a:pt x="211" y="101"/>
                  <a:pt x="211" y="102"/>
                </a:cubicBezTo>
                <a:cubicBezTo>
                  <a:pt x="211" y="102"/>
                  <a:pt x="212" y="102"/>
                  <a:pt x="212" y="103"/>
                </a:cubicBezTo>
                <a:cubicBezTo>
                  <a:pt x="212" y="103"/>
                  <a:pt x="213" y="103"/>
                  <a:pt x="213" y="103"/>
                </a:cubicBezTo>
                <a:cubicBezTo>
                  <a:pt x="216" y="104"/>
                  <a:pt x="217" y="106"/>
                  <a:pt x="218" y="108"/>
                </a:cubicBezTo>
                <a:cubicBezTo>
                  <a:pt x="220" y="110"/>
                  <a:pt x="221" y="113"/>
                  <a:pt x="224" y="115"/>
                </a:cubicBezTo>
                <a:cubicBezTo>
                  <a:pt x="226" y="116"/>
                  <a:pt x="229" y="117"/>
                  <a:pt x="231" y="120"/>
                </a:cubicBezTo>
                <a:cubicBezTo>
                  <a:pt x="233" y="123"/>
                  <a:pt x="235" y="126"/>
                  <a:pt x="234" y="129"/>
                </a:cubicBezTo>
                <a:cubicBezTo>
                  <a:pt x="234" y="131"/>
                  <a:pt x="235" y="131"/>
                  <a:pt x="235" y="132"/>
                </a:cubicBezTo>
                <a:cubicBezTo>
                  <a:pt x="236" y="133"/>
                  <a:pt x="237" y="134"/>
                  <a:pt x="238" y="135"/>
                </a:cubicBezTo>
                <a:cubicBezTo>
                  <a:pt x="238" y="135"/>
                  <a:pt x="239" y="136"/>
                  <a:pt x="239" y="136"/>
                </a:cubicBezTo>
                <a:cubicBezTo>
                  <a:pt x="246" y="135"/>
                  <a:pt x="246" y="135"/>
                  <a:pt x="244" y="127"/>
                </a:cubicBezTo>
                <a:cubicBezTo>
                  <a:pt x="243" y="125"/>
                  <a:pt x="244" y="124"/>
                  <a:pt x="246" y="123"/>
                </a:cubicBezTo>
                <a:cubicBezTo>
                  <a:pt x="248" y="121"/>
                  <a:pt x="248" y="118"/>
                  <a:pt x="247" y="116"/>
                </a:cubicBezTo>
                <a:cubicBezTo>
                  <a:pt x="245" y="112"/>
                  <a:pt x="246" y="109"/>
                  <a:pt x="249" y="107"/>
                </a:cubicBezTo>
                <a:cubicBezTo>
                  <a:pt x="251" y="103"/>
                  <a:pt x="253" y="105"/>
                  <a:pt x="255" y="107"/>
                </a:cubicBezTo>
                <a:cubicBezTo>
                  <a:pt x="256" y="107"/>
                  <a:pt x="257" y="108"/>
                  <a:pt x="259" y="109"/>
                </a:cubicBezTo>
                <a:cubicBezTo>
                  <a:pt x="260" y="109"/>
                  <a:pt x="261" y="109"/>
                  <a:pt x="263" y="110"/>
                </a:cubicBezTo>
                <a:cubicBezTo>
                  <a:pt x="265" y="109"/>
                  <a:pt x="265" y="111"/>
                  <a:pt x="266" y="113"/>
                </a:cubicBezTo>
                <a:cubicBezTo>
                  <a:pt x="266" y="113"/>
                  <a:pt x="266" y="113"/>
                  <a:pt x="267" y="113"/>
                </a:cubicBezTo>
                <a:cubicBezTo>
                  <a:pt x="268" y="112"/>
                  <a:pt x="270" y="112"/>
                  <a:pt x="271" y="111"/>
                </a:cubicBezTo>
                <a:cubicBezTo>
                  <a:pt x="267" y="110"/>
                  <a:pt x="264" y="107"/>
                  <a:pt x="260" y="106"/>
                </a:cubicBezTo>
                <a:cubicBezTo>
                  <a:pt x="258" y="106"/>
                  <a:pt x="257" y="105"/>
                  <a:pt x="256" y="103"/>
                </a:cubicBezTo>
                <a:cubicBezTo>
                  <a:pt x="255" y="102"/>
                  <a:pt x="255" y="100"/>
                  <a:pt x="257" y="100"/>
                </a:cubicBezTo>
                <a:cubicBezTo>
                  <a:pt x="257" y="99"/>
                  <a:pt x="257" y="99"/>
                  <a:pt x="257" y="98"/>
                </a:cubicBezTo>
                <a:cubicBezTo>
                  <a:pt x="252" y="95"/>
                  <a:pt x="249" y="92"/>
                  <a:pt x="248" y="85"/>
                </a:cubicBezTo>
                <a:cubicBezTo>
                  <a:pt x="246" y="85"/>
                  <a:pt x="246" y="83"/>
                  <a:pt x="245" y="81"/>
                </a:cubicBezTo>
                <a:cubicBezTo>
                  <a:pt x="244" y="80"/>
                  <a:pt x="245" y="78"/>
                  <a:pt x="243" y="78"/>
                </a:cubicBezTo>
                <a:cubicBezTo>
                  <a:pt x="242" y="77"/>
                  <a:pt x="240" y="77"/>
                  <a:pt x="239" y="76"/>
                </a:cubicBezTo>
                <a:cubicBezTo>
                  <a:pt x="239" y="74"/>
                  <a:pt x="238" y="73"/>
                  <a:pt x="238" y="72"/>
                </a:cubicBezTo>
                <a:cubicBezTo>
                  <a:pt x="238" y="70"/>
                  <a:pt x="239" y="69"/>
                  <a:pt x="242" y="69"/>
                </a:cubicBezTo>
                <a:cubicBezTo>
                  <a:pt x="247" y="69"/>
                  <a:pt x="253" y="69"/>
                  <a:pt x="259" y="70"/>
                </a:cubicBezTo>
                <a:cubicBezTo>
                  <a:pt x="261" y="70"/>
                  <a:pt x="262" y="70"/>
                  <a:pt x="263" y="70"/>
                </a:cubicBezTo>
                <a:cubicBezTo>
                  <a:pt x="263" y="70"/>
                  <a:pt x="264" y="70"/>
                  <a:pt x="265" y="70"/>
                </a:cubicBezTo>
                <a:cubicBezTo>
                  <a:pt x="270" y="70"/>
                  <a:pt x="271" y="70"/>
                  <a:pt x="271" y="75"/>
                </a:cubicBezTo>
                <a:cubicBezTo>
                  <a:pt x="272" y="75"/>
                  <a:pt x="272" y="76"/>
                  <a:pt x="273" y="78"/>
                </a:cubicBezTo>
                <a:cubicBezTo>
                  <a:pt x="274" y="79"/>
                  <a:pt x="273" y="81"/>
                  <a:pt x="273" y="83"/>
                </a:cubicBezTo>
                <a:cubicBezTo>
                  <a:pt x="273" y="86"/>
                  <a:pt x="275" y="89"/>
                  <a:pt x="275" y="93"/>
                </a:cubicBezTo>
                <a:cubicBezTo>
                  <a:pt x="275" y="94"/>
                  <a:pt x="276" y="95"/>
                  <a:pt x="277" y="93"/>
                </a:cubicBezTo>
                <a:cubicBezTo>
                  <a:pt x="277" y="92"/>
                  <a:pt x="277" y="92"/>
                  <a:pt x="277" y="91"/>
                </a:cubicBezTo>
                <a:cubicBezTo>
                  <a:pt x="276" y="90"/>
                  <a:pt x="276" y="88"/>
                  <a:pt x="276" y="86"/>
                </a:cubicBezTo>
                <a:cubicBezTo>
                  <a:pt x="276" y="83"/>
                  <a:pt x="276" y="80"/>
                  <a:pt x="274" y="77"/>
                </a:cubicBezTo>
                <a:cubicBezTo>
                  <a:pt x="273" y="76"/>
                  <a:pt x="272" y="73"/>
                  <a:pt x="274" y="72"/>
                </a:cubicBezTo>
                <a:cubicBezTo>
                  <a:pt x="276" y="71"/>
                  <a:pt x="277" y="73"/>
                  <a:pt x="278" y="74"/>
                </a:cubicBezTo>
                <a:cubicBezTo>
                  <a:pt x="279" y="75"/>
                  <a:pt x="279" y="75"/>
                  <a:pt x="279" y="76"/>
                </a:cubicBezTo>
                <a:cubicBezTo>
                  <a:pt x="282" y="78"/>
                  <a:pt x="284" y="81"/>
                  <a:pt x="287" y="84"/>
                </a:cubicBezTo>
                <a:cubicBezTo>
                  <a:pt x="288" y="85"/>
                  <a:pt x="291" y="85"/>
                  <a:pt x="290" y="88"/>
                </a:cubicBezTo>
                <a:cubicBezTo>
                  <a:pt x="291" y="89"/>
                  <a:pt x="291" y="90"/>
                  <a:pt x="291" y="92"/>
                </a:cubicBezTo>
                <a:cubicBezTo>
                  <a:pt x="291" y="94"/>
                  <a:pt x="292" y="97"/>
                  <a:pt x="293" y="99"/>
                </a:cubicBezTo>
                <a:cubicBezTo>
                  <a:pt x="294" y="99"/>
                  <a:pt x="294" y="100"/>
                  <a:pt x="295" y="100"/>
                </a:cubicBezTo>
                <a:cubicBezTo>
                  <a:pt x="295" y="99"/>
                  <a:pt x="294" y="99"/>
                  <a:pt x="295" y="98"/>
                </a:cubicBezTo>
                <a:cubicBezTo>
                  <a:pt x="295" y="97"/>
                  <a:pt x="295" y="97"/>
                  <a:pt x="295" y="96"/>
                </a:cubicBezTo>
                <a:cubicBezTo>
                  <a:pt x="294" y="94"/>
                  <a:pt x="293" y="92"/>
                  <a:pt x="295" y="90"/>
                </a:cubicBezTo>
                <a:cubicBezTo>
                  <a:pt x="295" y="89"/>
                  <a:pt x="295" y="89"/>
                  <a:pt x="294" y="89"/>
                </a:cubicBezTo>
                <a:cubicBezTo>
                  <a:pt x="293" y="89"/>
                  <a:pt x="292" y="87"/>
                  <a:pt x="293" y="86"/>
                </a:cubicBezTo>
                <a:cubicBezTo>
                  <a:pt x="292" y="86"/>
                  <a:pt x="292" y="86"/>
                  <a:pt x="292" y="85"/>
                </a:cubicBezTo>
                <a:cubicBezTo>
                  <a:pt x="291" y="85"/>
                  <a:pt x="291" y="84"/>
                  <a:pt x="291" y="82"/>
                </a:cubicBezTo>
                <a:cubicBezTo>
                  <a:pt x="291" y="80"/>
                  <a:pt x="291" y="78"/>
                  <a:pt x="291" y="75"/>
                </a:cubicBezTo>
                <a:cubicBezTo>
                  <a:pt x="290" y="74"/>
                  <a:pt x="290" y="72"/>
                  <a:pt x="288" y="72"/>
                </a:cubicBezTo>
                <a:cubicBezTo>
                  <a:pt x="286" y="73"/>
                  <a:pt x="284" y="74"/>
                  <a:pt x="283" y="71"/>
                </a:cubicBezTo>
                <a:cubicBezTo>
                  <a:pt x="283" y="70"/>
                  <a:pt x="282" y="70"/>
                  <a:pt x="282" y="69"/>
                </a:cubicBezTo>
                <a:cubicBezTo>
                  <a:pt x="281" y="69"/>
                  <a:pt x="280" y="69"/>
                  <a:pt x="280" y="68"/>
                </a:cubicBezTo>
                <a:cubicBezTo>
                  <a:pt x="279" y="68"/>
                  <a:pt x="278" y="68"/>
                  <a:pt x="278" y="68"/>
                </a:cubicBezTo>
                <a:cubicBezTo>
                  <a:pt x="276" y="68"/>
                  <a:pt x="274" y="66"/>
                  <a:pt x="273" y="64"/>
                </a:cubicBezTo>
                <a:cubicBezTo>
                  <a:pt x="270" y="64"/>
                  <a:pt x="267" y="64"/>
                  <a:pt x="264" y="64"/>
                </a:cubicBezTo>
                <a:cubicBezTo>
                  <a:pt x="261" y="65"/>
                  <a:pt x="257" y="65"/>
                  <a:pt x="253" y="65"/>
                </a:cubicBezTo>
                <a:cubicBezTo>
                  <a:pt x="253" y="65"/>
                  <a:pt x="252" y="65"/>
                  <a:pt x="252" y="65"/>
                </a:cubicBezTo>
                <a:cubicBezTo>
                  <a:pt x="250" y="65"/>
                  <a:pt x="249" y="65"/>
                  <a:pt x="248" y="64"/>
                </a:cubicBezTo>
                <a:cubicBezTo>
                  <a:pt x="246" y="64"/>
                  <a:pt x="243" y="64"/>
                  <a:pt x="240" y="64"/>
                </a:cubicBezTo>
                <a:cubicBezTo>
                  <a:pt x="239" y="64"/>
                  <a:pt x="238" y="64"/>
                  <a:pt x="236" y="64"/>
                </a:cubicBezTo>
                <a:cubicBezTo>
                  <a:pt x="234" y="66"/>
                  <a:pt x="231" y="66"/>
                  <a:pt x="228" y="65"/>
                </a:cubicBezTo>
                <a:cubicBezTo>
                  <a:pt x="227" y="64"/>
                  <a:pt x="226" y="63"/>
                  <a:pt x="226" y="62"/>
                </a:cubicBezTo>
                <a:cubicBezTo>
                  <a:pt x="224" y="61"/>
                  <a:pt x="224" y="59"/>
                  <a:pt x="226" y="58"/>
                </a:cubicBezTo>
                <a:cubicBezTo>
                  <a:pt x="227" y="57"/>
                  <a:pt x="227" y="54"/>
                  <a:pt x="229" y="54"/>
                </a:cubicBezTo>
                <a:cubicBezTo>
                  <a:pt x="230" y="50"/>
                  <a:pt x="233" y="47"/>
                  <a:pt x="236" y="47"/>
                </a:cubicBezTo>
                <a:cubicBezTo>
                  <a:pt x="237" y="47"/>
                  <a:pt x="238" y="49"/>
                  <a:pt x="238" y="50"/>
                </a:cubicBezTo>
                <a:cubicBezTo>
                  <a:pt x="239" y="50"/>
                  <a:pt x="239" y="50"/>
                  <a:pt x="239" y="50"/>
                </a:cubicBezTo>
                <a:cubicBezTo>
                  <a:pt x="240" y="51"/>
                  <a:pt x="242" y="51"/>
                  <a:pt x="242" y="49"/>
                </a:cubicBezTo>
                <a:cubicBezTo>
                  <a:pt x="242" y="47"/>
                  <a:pt x="239" y="46"/>
                  <a:pt x="240" y="43"/>
                </a:cubicBezTo>
                <a:cubicBezTo>
                  <a:pt x="240" y="42"/>
                  <a:pt x="241" y="41"/>
                  <a:pt x="243" y="42"/>
                </a:cubicBezTo>
                <a:cubicBezTo>
                  <a:pt x="243" y="42"/>
                  <a:pt x="243" y="43"/>
                  <a:pt x="244" y="43"/>
                </a:cubicBezTo>
                <a:cubicBezTo>
                  <a:pt x="245" y="44"/>
                  <a:pt x="246" y="44"/>
                  <a:pt x="247" y="45"/>
                </a:cubicBezTo>
                <a:cubicBezTo>
                  <a:pt x="247" y="45"/>
                  <a:pt x="247" y="44"/>
                  <a:pt x="247" y="44"/>
                </a:cubicBezTo>
                <a:cubicBezTo>
                  <a:pt x="247" y="43"/>
                  <a:pt x="246" y="42"/>
                  <a:pt x="247" y="41"/>
                </a:cubicBezTo>
                <a:cubicBezTo>
                  <a:pt x="248" y="40"/>
                  <a:pt x="250" y="41"/>
                  <a:pt x="251" y="41"/>
                </a:cubicBezTo>
                <a:cubicBezTo>
                  <a:pt x="253" y="42"/>
                  <a:pt x="255" y="44"/>
                  <a:pt x="257" y="41"/>
                </a:cubicBezTo>
                <a:cubicBezTo>
                  <a:pt x="257" y="40"/>
                  <a:pt x="255" y="40"/>
                  <a:pt x="255" y="39"/>
                </a:cubicBezTo>
                <a:cubicBezTo>
                  <a:pt x="254" y="39"/>
                  <a:pt x="253" y="38"/>
                  <a:pt x="253" y="38"/>
                </a:cubicBezTo>
                <a:cubicBezTo>
                  <a:pt x="253" y="37"/>
                  <a:pt x="251" y="36"/>
                  <a:pt x="253" y="36"/>
                </a:cubicBezTo>
                <a:cubicBezTo>
                  <a:pt x="254" y="36"/>
                  <a:pt x="255" y="36"/>
                  <a:pt x="256" y="37"/>
                </a:cubicBezTo>
                <a:cubicBezTo>
                  <a:pt x="257" y="37"/>
                  <a:pt x="257" y="37"/>
                  <a:pt x="257" y="37"/>
                </a:cubicBezTo>
                <a:cubicBezTo>
                  <a:pt x="258" y="37"/>
                  <a:pt x="259" y="37"/>
                  <a:pt x="260" y="37"/>
                </a:cubicBezTo>
                <a:cubicBezTo>
                  <a:pt x="261" y="36"/>
                  <a:pt x="260" y="36"/>
                  <a:pt x="259" y="36"/>
                </a:cubicBezTo>
                <a:cubicBezTo>
                  <a:pt x="258" y="35"/>
                  <a:pt x="257" y="34"/>
                  <a:pt x="257" y="34"/>
                </a:cubicBezTo>
                <a:cubicBezTo>
                  <a:pt x="257" y="32"/>
                  <a:pt x="259" y="33"/>
                  <a:pt x="260" y="32"/>
                </a:cubicBezTo>
                <a:cubicBezTo>
                  <a:pt x="261" y="32"/>
                  <a:pt x="262" y="32"/>
                  <a:pt x="263" y="32"/>
                </a:cubicBezTo>
                <a:cubicBezTo>
                  <a:pt x="264" y="32"/>
                  <a:pt x="265" y="32"/>
                  <a:pt x="266" y="31"/>
                </a:cubicBezTo>
                <a:cubicBezTo>
                  <a:pt x="268" y="31"/>
                  <a:pt x="269" y="32"/>
                  <a:pt x="270" y="33"/>
                </a:cubicBezTo>
                <a:cubicBezTo>
                  <a:pt x="270" y="36"/>
                  <a:pt x="273" y="38"/>
                  <a:pt x="273" y="42"/>
                </a:cubicBezTo>
                <a:cubicBezTo>
                  <a:pt x="273" y="42"/>
                  <a:pt x="273" y="42"/>
                  <a:pt x="273" y="42"/>
                </a:cubicBezTo>
                <a:cubicBezTo>
                  <a:pt x="278" y="44"/>
                  <a:pt x="280" y="47"/>
                  <a:pt x="282" y="52"/>
                </a:cubicBezTo>
                <a:cubicBezTo>
                  <a:pt x="283" y="54"/>
                  <a:pt x="286" y="53"/>
                  <a:pt x="288" y="54"/>
                </a:cubicBezTo>
                <a:cubicBezTo>
                  <a:pt x="291" y="54"/>
                  <a:pt x="295" y="54"/>
                  <a:pt x="297" y="58"/>
                </a:cubicBezTo>
                <a:cubicBezTo>
                  <a:pt x="299" y="61"/>
                  <a:pt x="301" y="64"/>
                  <a:pt x="303" y="67"/>
                </a:cubicBezTo>
                <a:cubicBezTo>
                  <a:pt x="304" y="67"/>
                  <a:pt x="304" y="67"/>
                  <a:pt x="304" y="68"/>
                </a:cubicBezTo>
                <a:cubicBezTo>
                  <a:pt x="305" y="65"/>
                  <a:pt x="307" y="66"/>
                  <a:pt x="308" y="65"/>
                </a:cubicBezTo>
                <a:cubicBezTo>
                  <a:pt x="308" y="63"/>
                  <a:pt x="307" y="62"/>
                  <a:pt x="305" y="62"/>
                </a:cubicBezTo>
                <a:cubicBezTo>
                  <a:pt x="302" y="64"/>
                  <a:pt x="302" y="62"/>
                  <a:pt x="302" y="60"/>
                </a:cubicBezTo>
                <a:cubicBezTo>
                  <a:pt x="302" y="59"/>
                  <a:pt x="302" y="59"/>
                  <a:pt x="302" y="59"/>
                </a:cubicBezTo>
                <a:cubicBezTo>
                  <a:pt x="302" y="58"/>
                  <a:pt x="301" y="58"/>
                  <a:pt x="301" y="57"/>
                </a:cubicBezTo>
                <a:cubicBezTo>
                  <a:pt x="301" y="57"/>
                  <a:pt x="301" y="56"/>
                  <a:pt x="301" y="56"/>
                </a:cubicBezTo>
                <a:cubicBezTo>
                  <a:pt x="299" y="55"/>
                  <a:pt x="297" y="54"/>
                  <a:pt x="298" y="51"/>
                </a:cubicBezTo>
                <a:cubicBezTo>
                  <a:pt x="299" y="49"/>
                  <a:pt x="302" y="49"/>
                  <a:pt x="304" y="49"/>
                </a:cubicBezTo>
                <a:cubicBezTo>
                  <a:pt x="305" y="49"/>
                  <a:pt x="306" y="49"/>
                  <a:pt x="307" y="49"/>
                </a:cubicBezTo>
                <a:cubicBezTo>
                  <a:pt x="309" y="49"/>
                  <a:pt x="310" y="49"/>
                  <a:pt x="312" y="49"/>
                </a:cubicBezTo>
                <a:cubicBezTo>
                  <a:pt x="310" y="47"/>
                  <a:pt x="308" y="49"/>
                  <a:pt x="307" y="47"/>
                </a:cubicBezTo>
                <a:cubicBezTo>
                  <a:pt x="305" y="48"/>
                  <a:pt x="303" y="48"/>
                  <a:pt x="302" y="47"/>
                </a:cubicBezTo>
                <a:cubicBezTo>
                  <a:pt x="300" y="47"/>
                  <a:pt x="301" y="46"/>
                  <a:pt x="301" y="45"/>
                </a:cubicBezTo>
                <a:cubicBezTo>
                  <a:pt x="302" y="43"/>
                  <a:pt x="304" y="42"/>
                  <a:pt x="306" y="42"/>
                </a:cubicBezTo>
                <a:cubicBezTo>
                  <a:pt x="309" y="39"/>
                  <a:pt x="312" y="40"/>
                  <a:pt x="315" y="41"/>
                </a:cubicBezTo>
                <a:cubicBezTo>
                  <a:pt x="316" y="41"/>
                  <a:pt x="316" y="40"/>
                  <a:pt x="316" y="39"/>
                </a:cubicBezTo>
                <a:cubicBezTo>
                  <a:pt x="315" y="39"/>
                  <a:pt x="314" y="39"/>
                  <a:pt x="314" y="38"/>
                </a:cubicBezTo>
                <a:cubicBezTo>
                  <a:pt x="313" y="38"/>
                  <a:pt x="311" y="38"/>
                  <a:pt x="310" y="37"/>
                </a:cubicBezTo>
                <a:cubicBezTo>
                  <a:pt x="310" y="36"/>
                  <a:pt x="309" y="36"/>
                  <a:pt x="309" y="35"/>
                </a:cubicBezTo>
                <a:cubicBezTo>
                  <a:pt x="308" y="35"/>
                  <a:pt x="307" y="35"/>
                  <a:pt x="306" y="35"/>
                </a:cubicBezTo>
                <a:cubicBezTo>
                  <a:pt x="302" y="36"/>
                  <a:pt x="301" y="35"/>
                  <a:pt x="299" y="31"/>
                </a:cubicBezTo>
                <a:cubicBezTo>
                  <a:pt x="298" y="30"/>
                  <a:pt x="298" y="28"/>
                  <a:pt x="297" y="28"/>
                </a:cubicBezTo>
                <a:cubicBezTo>
                  <a:pt x="295" y="28"/>
                  <a:pt x="294" y="27"/>
                  <a:pt x="293" y="27"/>
                </a:cubicBezTo>
                <a:cubicBezTo>
                  <a:pt x="290" y="24"/>
                  <a:pt x="291" y="22"/>
                  <a:pt x="293" y="19"/>
                </a:cubicBezTo>
                <a:cubicBezTo>
                  <a:pt x="297" y="15"/>
                  <a:pt x="301" y="15"/>
                  <a:pt x="307" y="19"/>
                </a:cubicBezTo>
                <a:cubicBezTo>
                  <a:pt x="306" y="15"/>
                  <a:pt x="304" y="13"/>
                  <a:pt x="306" y="10"/>
                </a:cubicBezTo>
                <a:cubicBezTo>
                  <a:pt x="306" y="9"/>
                  <a:pt x="305" y="7"/>
                  <a:pt x="308" y="8"/>
                </a:cubicBezTo>
                <a:cubicBezTo>
                  <a:pt x="310" y="8"/>
                  <a:pt x="312" y="11"/>
                  <a:pt x="314" y="9"/>
                </a:cubicBezTo>
                <a:cubicBezTo>
                  <a:pt x="315" y="8"/>
                  <a:pt x="316" y="7"/>
                  <a:pt x="318" y="7"/>
                </a:cubicBezTo>
                <a:cubicBezTo>
                  <a:pt x="319" y="6"/>
                  <a:pt x="320" y="5"/>
                  <a:pt x="321" y="5"/>
                </a:cubicBezTo>
                <a:cubicBezTo>
                  <a:pt x="321" y="4"/>
                  <a:pt x="322" y="4"/>
                  <a:pt x="323" y="4"/>
                </a:cubicBezTo>
                <a:cubicBezTo>
                  <a:pt x="325" y="3"/>
                  <a:pt x="327" y="3"/>
                  <a:pt x="329" y="3"/>
                </a:cubicBezTo>
                <a:cubicBezTo>
                  <a:pt x="330" y="3"/>
                  <a:pt x="331" y="3"/>
                  <a:pt x="331" y="5"/>
                </a:cubicBezTo>
                <a:cubicBezTo>
                  <a:pt x="331" y="5"/>
                  <a:pt x="331" y="5"/>
                  <a:pt x="332" y="5"/>
                </a:cubicBezTo>
                <a:cubicBezTo>
                  <a:pt x="332" y="5"/>
                  <a:pt x="332" y="5"/>
                  <a:pt x="333" y="4"/>
                </a:cubicBezTo>
                <a:cubicBezTo>
                  <a:pt x="334" y="0"/>
                  <a:pt x="336" y="1"/>
                  <a:pt x="339" y="2"/>
                </a:cubicBezTo>
                <a:cubicBezTo>
                  <a:pt x="340" y="2"/>
                  <a:pt x="340" y="3"/>
                  <a:pt x="340" y="3"/>
                </a:cubicBezTo>
                <a:cubicBezTo>
                  <a:pt x="342" y="4"/>
                  <a:pt x="343" y="3"/>
                  <a:pt x="344" y="1"/>
                </a:cubicBezTo>
                <a:cubicBezTo>
                  <a:pt x="346" y="0"/>
                  <a:pt x="352" y="0"/>
                  <a:pt x="353" y="1"/>
                </a:cubicBezTo>
                <a:cubicBezTo>
                  <a:pt x="354" y="2"/>
                  <a:pt x="354" y="2"/>
                  <a:pt x="355" y="2"/>
                </a:cubicBezTo>
                <a:cubicBezTo>
                  <a:pt x="355" y="2"/>
                  <a:pt x="356" y="2"/>
                  <a:pt x="356" y="2"/>
                </a:cubicBezTo>
                <a:cubicBezTo>
                  <a:pt x="357" y="1"/>
                  <a:pt x="358" y="1"/>
                  <a:pt x="359" y="2"/>
                </a:cubicBezTo>
                <a:cubicBezTo>
                  <a:pt x="360" y="3"/>
                  <a:pt x="362" y="4"/>
                  <a:pt x="364" y="4"/>
                </a:cubicBezTo>
                <a:cubicBezTo>
                  <a:pt x="369" y="0"/>
                  <a:pt x="372" y="2"/>
                  <a:pt x="379" y="6"/>
                </a:cubicBezTo>
                <a:cubicBezTo>
                  <a:pt x="379" y="6"/>
                  <a:pt x="379" y="7"/>
                  <a:pt x="380" y="7"/>
                </a:cubicBezTo>
                <a:cubicBezTo>
                  <a:pt x="381" y="8"/>
                  <a:pt x="380" y="9"/>
                  <a:pt x="381" y="10"/>
                </a:cubicBezTo>
                <a:cubicBezTo>
                  <a:pt x="382" y="10"/>
                  <a:pt x="382" y="9"/>
                  <a:pt x="383" y="9"/>
                </a:cubicBezTo>
                <a:cubicBezTo>
                  <a:pt x="384" y="8"/>
                  <a:pt x="385" y="7"/>
                  <a:pt x="387" y="9"/>
                </a:cubicBezTo>
                <a:cubicBezTo>
                  <a:pt x="387" y="9"/>
                  <a:pt x="387" y="9"/>
                  <a:pt x="387" y="9"/>
                </a:cubicBezTo>
                <a:cubicBezTo>
                  <a:pt x="388" y="9"/>
                  <a:pt x="389" y="9"/>
                  <a:pt x="389" y="10"/>
                </a:cubicBezTo>
                <a:cubicBezTo>
                  <a:pt x="391" y="10"/>
                  <a:pt x="392" y="10"/>
                  <a:pt x="393" y="11"/>
                </a:cubicBezTo>
                <a:cubicBezTo>
                  <a:pt x="396" y="11"/>
                  <a:pt x="399" y="12"/>
                  <a:pt x="401" y="14"/>
                </a:cubicBezTo>
                <a:cubicBezTo>
                  <a:pt x="405" y="16"/>
                  <a:pt x="408" y="18"/>
                  <a:pt x="412" y="21"/>
                </a:cubicBezTo>
                <a:cubicBezTo>
                  <a:pt x="412" y="21"/>
                  <a:pt x="413" y="21"/>
                  <a:pt x="413" y="22"/>
                </a:cubicBezTo>
                <a:cubicBezTo>
                  <a:pt x="416" y="25"/>
                  <a:pt x="416" y="27"/>
                  <a:pt x="414" y="29"/>
                </a:cubicBezTo>
                <a:cubicBezTo>
                  <a:pt x="413" y="31"/>
                  <a:pt x="412" y="33"/>
                  <a:pt x="408" y="33"/>
                </a:cubicBezTo>
                <a:cubicBezTo>
                  <a:pt x="407" y="32"/>
                  <a:pt x="405" y="33"/>
                  <a:pt x="404" y="33"/>
                </a:cubicBezTo>
                <a:cubicBezTo>
                  <a:pt x="404" y="33"/>
                  <a:pt x="403" y="32"/>
                  <a:pt x="403" y="32"/>
                </a:cubicBezTo>
                <a:cubicBezTo>
                  <a:pt x="400" y="33"/>
                  <a:pt x="396" y="31"/>
                  <a:pt x="393" y="32"/>
                </a:cubicBezTo>
                <a:cubicBezTo>
                  <a:pt x="392" y="32"/>
                  <a:pt x="391" y="32"/>
                  <a:pt x="390" y="32"/>
                </a:cubicBezTo>
                <a:cubicBezTo>
                  <a:pt x="385" y="32"/>
                  <a:pt x="380" y="32"/>
                  <a:pt x="375" y="34"/>
                </a:cubicBezTo>
                <a:cubicBezTo>
                  <a:pt x="374" y="36"/>
                  <a:pt x="373" y="37"/>
                  <a:pt x="372" y="38"/>
                </a:cubicBezTo>
                <a:cubicBezTo>
                  <a:pt x="370" y="39"/>
                  <a:pt x="368" y="41"/>
                  <a:pt x="366" y="43"/>
                </a:cubicBezTo>
                <a:cubicBezTo>
                  <a:pt x="364" y="44"/>
                  <a:pt x="363" y="43"/>
                  <a:pt x="362" y="42"/>
                </a:cubicBezTo>
                <a:cubicBezTo>
                  <a:pt x="359" y="40"/>
                  <a:pt x="356" y="39"/>
                  <a:pt x="352" y="37"/>
                </a:cubicBezTo>
                <a:cubicBezTo>
                  <a:pt x="351" y="36"/>
                  <a:pt x="350" y="35"/>
                  <a:pt x="348" y="36"/>
                </a:cubicBezTo>
                <a:cubicBezTo>
                  <a:pt x="348" y="38"/>
                  <a:pt x="351" y="37"/>
                  <a:pt x="352" y="39"/>
                </a:cubicBezTo>
                <a:cubicBezTo>
                  <a:pt x="353" y="39"/>
                  <a:pt x="355" y="39"/>
                  <a:pt x="356" y="40"/>
                </a:cubicBezTo>
                <a:cubicBezTo>
                  <a:pt x="358" y="41"/>
                  <a:pt x="359" y="44"/>
                  <a:pt x="357" y="46"/>
                </a:cubicBezTo>
                <a:cubicBezTo>
                  <a:pt x="354" y="48"/>
                  <a:pt x="351" y="48"/>
                  <a:pt x="348" y="49"/>
                </a:cubicBezTo>
                <a:cubicBezTo>
                  <a:pt x="347" y="50"/>
                  <a:pt x="345" y="52"/>
                  <a:pt x="344" y="53"/>
                </a:cubicBezTo>
                <a:cubicBezTo>
                  <a:pt x="341" y="53"/>
                  <a:pt x="339" y="53"/>
                  <a:pt x="336" y="54"/>
                </a:cubicBezTo>
                <a:cubicBezTo>
                  <a:pt x="336" y="54"/>
                  <a:pt x="335" y="54"/>
                  <a:pt x="335" y="54"/>
                </a:cubicBezTo>
                <a:cubicBezTo>
                  <a:pt x="334" y="55"/>
                  <a:pt x="333" y="56"/>
                  <a:pt x="332" y="56"/>
                </a:cubicBezTo>
                <a:cubicBezTo>
                  <a:pt x="333" y="58"/>
                  <a:pt x="332" y="60"/>
                  <a:pt x="334" y="61"/>
                </a:cubicBezTo>
                <a:cubicBezTo>
                  <a:pt x="336" y="61"/>
                  <a:pt x="336" y="59"/>
                  <a:pt x="337" y="58"/>
                </a:cubicBezTo>
                <a:cubicBezTo>
                  <a:pt x="339" y="56"/>
                  <a:pt x="341" y="54"/>
                  <a:pt x="344" y="55"/>
                </a:cubicBezTo>
                <a:cubicBezTo>
                  <a:pt x="345" y="56"/>
                  <a:pt x="346" y="56"/>
                  <a:pt x="347" y="57"/>
                </a:cubicBezTo>
                <a:cubicBezTo>
                  <a:pt x="348" y="57"/>
                  <a:pt x="348" y="58"/>
                  <a:pt x="349" y="58"/>
                </a:cubicBezTo>
                <a:cubicBezTo>
                  <a:pt x="349" y="57"/>
                  <a:pt x="346" y="54"/>
                  <a:pt x="349" y="53"/>
                </a:cubicBezTo>
                <a:cubicBezTo>
                  <a:pt x="350" y="53"/>
                  <a:pt x="351" y="52"/>
                  <a:pt x="352" y="52"/>
                </a:cubicBezTo>
                <a:cubicBezTo>
                  <a:pt x="353" y="51"/>
                  <a:pt x="353" y="51"/>
                  <a:pt x="353" y="51"/>
                </a:cubicBezTo>
                <a:cubicBezTo>
                  <a:pt x="354" y="51"/>
                  <a:pt x="354" y="51"/>
                  <a:pt x="355" y="51"/>
                </a:cubicBezTo>
                <a:cubicBezTo>
                  <a:pt x="358" y="50"/>
                  <a:pt x="361" y="49"/>
                  <a:pt x="365" y="49"/>
                </a:cubicBezTo>
                <a:cubicBezTo>
                  <a:pt x="365" y="49"/>
                  <a:pt x="365" y="49"/>
                  <a:pt x="365" y="49"/>
                </a:cubicBezTo>
                <a:cubicBezTo>
                  <a:pt x="368" y="50"/>
                  <a:pt x="368" y="47"/>
                  <a:pt x="370" y="46"/>
                </a:cubicBezTo>
                <a:cubicBezTo>
                  <a:pt x="372" y="44"/>
                  <a:pt x="373" y="42"/>
                  <a:pt x="376" y="41"/>
                </a:cubicBezTo>
                <a:cubicBezTo>
                  <a:pt x="377" y="40"/>
                  <a:pt x="378" y="39"/>
                  <a:pt x="379" y="39"/>
                </a:cubicBezTo>
                <a:cubicBezTo>
                  <a:pt x="380" y="39"/>
                  <a:pt x="380" y="38"/>
                  <a:pt x="381" y="38"/>
                </a:cubicBezTo>
                <a:cubicBezTo>
                  <a:pt x="382" y="37"/>
                  <a:pt x="384" y="37"/>
                  <a:pt x="386" y="37"/>
                </a:cubicBezTo>
                <a:cubicBezTo>
                  <a:pt x="388" y="35"/>
                  <a:pt x="390" y="36"/>
                  <a:pt x="392" y="37"/>
                </a:cubicBezTo>
                <a:cubicBezTo>
                  <a:pt x="396" y="37"/>
                  <a:pt x="399" y="38"/>
                  <a:pt x="401" y="41"/>
                </a:cubicBezTo>
                <a:cubicBezTo>
                  <a:pt x="402" y="39"/>
                  <a:pt x="404" y="39"/>
                  <a:pt x="406" y="39"/>
                </a:cubicBezTo>
                <a:cubicBezTo>
                  <a:pt x="407" y="40"/>
                  <a:pt x="408" y="40"/>
                  <a:pt x="410" y="40"/>
                </a:cubicBezTo>
                <a:cubicBezTo>
                  <a:pt x="411" y="40"/>
                  <a:pt x="411" y="40"/>
                  <a:pt x="412" y="40"/>
                </a:cubicBezTo>
                <a:cubicBezTo>
                  <a:pt x="414" y="40"/>
                  <a:pt x="415" y="40"/>
                  <a:pt x="416" y="40"/>
                </a:cubicBezTo>
                <a:cubicBezTo>
                  <a:pt x="417" y="39"/>
                  <a:pt x="417" y="39"/>
                  <a:pt x="418" y="38"/>
                </a:cubicBezTo>
                <a:cubicBezTo>
                  <a:pt x="419" y="37"/>
                  <a:pt x="420" y="36"/>
                  <a:pt x="421" y="36"/>
                </a:cubicBezTo>
                <a:cubicBezTo>
                  <a:pt x="423" y="37"/>
                  <a:pt x="422" y="39"/>
                  <a:pt x="422" y="40"/>
                </a:cubicBezTo>
                <a:cubicBezTo>
                  <a:pt x="423" y="40"/>
                  <a:pt x="423" y="41"/>
                  <a:pt x="423" y="41"/>
                </a:cubicBezTo>
                <a:cubicBezTo>
                  <a:pt x="423" y="42"/>
                  <a:pt x="422" y="43"/>
                  <a:pt x="422" y="44"/>
                </a:cubicBezTo>
                <a:cubicBezTo>
                  <a:pt x="423" y="45"/>
                  <a:pt x="423" y="46"/>
                  <a:pt x="424" y="46"/>
                </a:cubicBezTo>
                <a:cubicBezTo>
                  <a:pt x="424" y="47"/>
                  <a:pt x="425" y="48"/>
                  <a:pt x="426" y="49"/>
                </a:cubicBezTo>
                <a:cubicBezTo>
                  <a:pt x="429" y="51"/>
                  <a:pt x="431" y="53"/>
                  <a:pt x="433" y="56"/>
                </a:cubicBezTo>
                <a:cubicBezTo>
                  <a:pt x="435" y="57"/>
                  <a:pt x="433" y="58"/>
                  <a:pt x="433" y="59"/>
                </a:cubicBezTo>
                <a:cubicBezTo>
                  <a:pt x="435" y="59"/>
                  <a:pt x="437" y="57"/>
                  <a:pt x="438" y="60"/>
                </a:cubicBezTo>
                <a:cubicBezTo>
                  <a:pt x="439" y="60"/>
                  <a:pt x="439" y="60"/>
                  <a:pt x="440" y="60"/>
                </a:cubicBezTo>
                <a:cubicBezTo>
                  <a:pt x="440" y="60"/>
                  <a:pt x="440" y="60"/>
                  <a:pt x="440" y="60"/>
                </a:cubicBezTo>
                <a:cubicBezTo>
                  <a:pt x="441" y="60"/>
                  <a:pt x="442" y="61"/>
                  <a:pt x="443" y="61"/>
                </a:cubicBezTo>
                <a:cubicBezTo>
                  <a:pt x="444" y="61"/>
                  <a:pt x="444" y="61"/>
                  <a:pt x="445" y="62"/>
                </a:cubicBezTo>
                <a:cubicBezTo>
                  <a:pt x="448" y="65"/>
                  <a:pt x="448" y="65"/>
                  <a:pt x="445" y="68"/>
                </a:cubicBezTo>
                <a:cubicBezTo>
                  <a:pt x="444" y="68"/>
                  <a:pt x="444" y="69"/>
                  <a:pt x="445" y="70"/>
                </a:cubicBezTo>
                <a:cubicBezTo>
                  <a:pt x="446" y="71"/>
                  <a:pt x="447" y="72"/>
                  <a:pt x="447" y="73"/>
                </a:cubicBezTo>
                <a:cubicBezTo>
                  <a:pt x="449" y="74"/>
                  <a:pt x="450" y="76"/>
                  <a:pt x="451" y="77"/>
                </a:cubicBezTo>
                <a:cubicBezTo>
                  <a:pt x="452" y="77"/>
                  <a:pt x="453" y="78"/>
                  <a:pt x="453" y="79"/>
                </a:cubicBezTo>
                <a:cubicBezTo>
                  <a:pt x="454" y="80"/>
                  <a:pt x="454" y="80"/>
                  <a:pt x="454" y="80"/>
                </a:cubicBezTo>
                <a:cubicBezTo>
                  <a:pt x="456" y="82"/>
                  <a:pt x="455" y="85"/>
                  <a:pt x="452" y="87"/>
                </a:cubicBezTo>
                <a:cubicBezTo>
                  <a:pt x="451" y="87"/>
                  <a:pt x="450" y="88"/>
                  <a:pt x="449" y="89"/>
                </a:cubicBezTo>
                <a:cubicBezTo>
                  <a:pt x="448" y="95"/>
                  <a:pt x="447" y="99"/>
                  <a:pt x="441" y="100"/>
                </a:cubicBezTo>
                <a:cubicBezTo>
                  <a:pt x="440" y="101"/>
                  <a:pt x="439" y="102"/>
                  <a:pt x="437" y="103"/>
                </a:cubicBezTo>
                <a:cubicBezTo>
                  <a:pt x="437" y="103"/>
                  <a:pt x="436" y="104"/>
                  <a:pt x="435" y="104"/>
                </a:cubicBezTo>
                <a:cubicBezTo>
                  <a:pt x="434" y="106"/>
                  <a:pt x="432" y="105"/>
                  <a:pt x="431" y="105"/>
                </a:cubicBezTo>
                <a:cubicBezTo>
                  <a:pt x="428" y="105"/>
                  <a:pt x="426" y="106"/>
                  <a:pt x="424" y="107"/>
                </a:cubicBezTo>
                <a:cubicBezTo>
                  <a:pt x="423" y="107"/>
                  <a:pt x="422" y="108"/>
                  <a:pt x="421" y="107"/>
                </a:cubicBezTo>
                <a:cubicBezTo>
                  <a:pt x="413" y="105"/>
                  <a:pt x="405" y="105"/>
                  <a:pt x="397" y="107"/>
                </a:cubicBezTo>
                <a:cubicBezTo>
                  <a:pt x="395" y="108"/>
                  <a:pt x="392" y="109"/>
                  <a:pt x="390" y="108"/>
                </a:cubicBezTo>
                <a:cubicBezTo>
                  <a:pt x="388" y="108"/>
                  <a:pt x="387" y="109"/>
                  <a:pt x="386" y="110"/>
                </a:cubicBezTo>
                <a:cubicBezTo>
                  <a:pt x="386" y="106"/>
                  <a:pt x="384" y="107"/>
                  <a:pt x="382" y="107"/>
                </a:cubicBezTo>
                <a:cubicBezTo>
                  <a:pt x="383" y="107"/>
                  <a:pt x="383" y="108"/>
                  <a:pt x="384" y="109"/>
                </a:cubicBezTo>
                <a:cubicBezTo>
                  <a:pt x="386" y="110"/>
                  <a:pt x="386" y="112"/>
                  <a:pt x="383" y="113"/>
                </a:cubicBezTo>
                <a:cubicBezTo>
                  <a:pt x="380" y="116"/>
                  <a:pt x="376" y="117"/>
                  <a:pt x="373" y="119"/>
                </a:cubicBezTo>
                <a:cubicBezTo>
                  <a:pt x="372" y="121"/>
                  <a:pt x="371" y="121"/>
                  <a:pt x="370" y="122"/>
                </a:cubicBezTo>
                <a:cubicBezTo>
                  <a:pt x="366" y="124"/>
                  <a:pt x="363" y="126"/>
                  <a:pt x="361" y="130"/>
                </a:cubicBezTo>
                <a:cubicBezTo>
                  <a:pt x="360" y="131"/>
                  <a:pt x="360" y="132"/>
                  <a:pt x="360" y="133"/>
                </a:cubicBezTo>
                <a:cubicBezTo>
                  <a:pt x="363" y="135"/>
                  <a:pt x="361" y="138"/>
                  <a:pt x="361" y="140"/>
                </a:cubicBezTo>
                <a:cubicBezTo>
                  <a:pt x="365" y="140"/>
                  <a:pt x="366" y="140"/>
                  <a:pt x="367" y="136"/>
                </a:cubicBezTo>
                <a:cubicBezTo>
                  <a:pt x="368" y="134"/>
                  <a:pt x="369" y="133"/>
                  <a:pt x="370" y="132"/>
                </a:cubicBezTo>
                <a:cubicBezTo>
                  <a:pt x="373" y="129"/>
                  <a:pt x="377" y="127"/>
                  <a:pt x="381" y="126"/>
                </a:cubicBezTo>
                <a:cubicBezTo>
                  <a:pt x="382" y="125"/>
                  <a:pt x="382" y="125"/>
                  <a:pt x="383" y="125"/>
                </a:cubicBezTo>
                <a:cubicBezTo>
                  <a:pt x="384" y="123"/>
                  <a:pt x="386" y="124"/>
                  <a:pt x="387" y="122"/>
                </a:cubicBezTo>
                <a:cubicBezTo>
                  <a:pt x="388" y="122"/>
                  <a:pt x="389" y="122"/>
                  <a:pt x="389" y="122"/>
                </a:cubicBezTo>
                <a:cubicBezTo>
                  <a:pt x="390" y="123"/>
                  <a:pt x="390" y="123"/>
                  <a:pt x="389" y="124"/>
                </a:cubicBezTo>
                <a:cubicBezTo>
                  <a:pt x="389" y="125"/>
                  <a:pt x="389" y="126"/>
                  <a:pt x="389" y="126"/>
                </a:cubicBezTo>
                <a:cubicBezTo>
                  <a:pt x="390" y="126"/>
                  <a:pt x="391" y="126"/>
                  <a:pt x="391" y="125"/>
                </a:cubicBezTo>
                <a:cubicBezTo>
                  <a:pt x="391" y="125"/>
                  <a:pt x="392" y="124"/>
                  <a:pt x="392" y="124"/>
                </a:cubicBezTo>
                <a:cubicBezTo>
                  <a:pt x="392" y="119"/>
                  <a:pt x="396" y="119"/>
                  <a:pt x="399" y="118"/>
                </a:cubicBezTo>
                <a:cubicBezTo>
                  <a:pt x="401" y="116"/>
                  <a:pt x="405" y="117"/>
                  <a:pt x="407" y="116"/>
                </a:cubicBezTo>
                <a:cubicBezTo>
                  <a:pt x="409" y="116"/>
                  <a:pt x="410" y="116"/>
                  <a:pt x="411" y="116"/>
                </a:cubicBezTo>
                <a:cubicBezTo>
                  <a:pt x="414" y="116"/>
                  <a:pt x="417" y="116"/>
                  <a:pt x="421" y="117"/>
                </a:cubicBezTo>
                <a:cubicBezTo>
                  <a:pt x="424" y="119"/>
                  <a:pt x="427" y="118"/>
                  <a:pt x="431" y="118"/>
                </a:cubicBezTo>
                <a:cubicBezTo>
                  <a:pt x="433" y="118"/>
                  <a:pt x="435" y="117"/>
                  <a:pt x="433" y="121"/>
                </a:cubicBezTo>
                <a:cubicBezTo>
                  <a:pt x="432" y="123"/>
                  <a:pt x="435" y="125"/>
                  <a:pt x="434" y="127"/>
                </a:cubicBezTo>
                <a:cubicBezTo>
                  <a:pt x="434" y="132"/>
                  <a:pt x="432" y="136"/>
                  <a:pt x="428" y="136"/>
                </a:cubicBezTo>
                <a:cubicBezTo>
                  <a:pt x="427" y="139"/>
                  <a:pt x="424" y="140"/>
                  <a:pt x="422" y="142"/>
                </a:cubicBezTo>
                <a:cubicBezTo>
                  <a:pt x="420" y="144"/>
                  <a:pt x="417" y="145"/>
                  <a:pt x="415" y="147"/>
                </a:cubicBezTo>
                <a:cubicBezTo>
                  <a:pt x="415" y="148"/>
                  <a:pt x="415" y="149"/>
                  <a:pt x="415" y="149"/>
                </a:cubicBezTo>
                <a:cubicBezTo>
                  <a:pt x="415" y="151"/>
                  <a:pt x="416" y="152"/>
                  <a:pt x="417" y="153"/>
                </a:cubicBezTo>
                <a:cubicBezTo>
                  <a:pt x="419" y="153"/>
                  <a:pt x="420" y="152"/>
                  <a:pt x="421" y="151"/>
                </a:cubicBezTo>
                <a:cubicBezTo>
                  <a:pt x="422" y="150"/>
                  <a:pt x="422" y="148"/>
                  <a:pt x="424" y="148"/>
                </a:cubicBezTo>
                <a:cubicBezTo>
                  <a:pt x="424" y="148"/>
                  <a:pt x="424" y="148"/>
                  <a:pt x="425" y="148"/>
                </a:cubicBezTo>
                <a:cubicBezTo>
                  <a:pt x="429" y="145"/>
                  <a:pt x="434" y="142"/>
                  <a:pt x="437" y="138"/>
                </a:cubicBezTo>
                <a:cubicBezTo>
                  <a:pt x="438" y="137"/>
                  <a:pt x="439" y="137"/>
                  <a:pt x="440" y="137"/>
                </a:cubicBezTo>
                <a:cubicBezTo>
                  <a:pt x="441" y="136"/>
                  <a:pt x="443" y="137"/>
                  <a:pt x="445" y="136"/>
                </a:cubicBezTo>
                <a:cubicBezTo>
                  <a:pt x="445" y="134"/>
                  <a:pt x="445" y="133"/>
                  <a:pt x="445" y="131"/>
                </a:cubicBezTo>
                <a:cubicBezTo>
                  <a:pt x="444" y="128"/>
                  <a:pt x="445" y="124"/>
                  <a:pt x="444" y="121"/>
                </a:cubicBezTo>
                <a:cubicBezTo>
                  <a:pt x="444" y="120"/>
                  <a:pt x="446" y="119"/>
                  <a:pt x="447" y="118"/>
                </a:cubicBezTo>
                <a:cubicBezTo>
                  <a:pt x="450" y="116"/>
                  <a:pt x="454" y="115"/>
                  <a:pt x="458" y="113"/>
                </a:cubicBezTo>
                <a:cubicBezTo>
                  <a:pt x="463" y="112"/>
                  <a:pt x="465" y="113"/>
                  <a:pt x="465" y="118"/>
                </a:cubicBezTo>
                <a:cubicBezTo>
                  <a:pt x="465" y="120"/>
                  <a:pt x="466" y="123"/>
                  <a:pt x="466" y="126"/>
                </a:cubicBezTo>
                <a:cubicBezTo>
                  <a:pt x="466" y="127"/>
                  <a:pt x="466" y="128"/>
                  <a:pt x="465" y="130"/>
                </a:cubicBezTo>
                <a:cubicBezTo>
                  <a:pt x="465" y="130"/>
                  <a:pt x="465" y="131"/>
                  <a:pt x="465" y="132"/>
                </a:cubicBezTo>
                <a:cubicBezTo>
                  <a:pt x="467" y="135"/>
                  <a:pt x="465" y="139"/>
                  <a:pt x="465" y="143"/>
                </a:cubicBezTo>
                <a:cubicBezTo>
                  <a:pt x="465" y="144"/>
                  <a:pt x="465" y="147"/>
                  <a:pt x="463" y="148"/>
                </a:cubicBezTo>
                <a:cubicBezTo>
                  <a:pt x="463" y="151"/>
                  <a:pt x="462" y="154"/>
                  <a:pt x="461" y="157"/>
                </a:cubicBezTo>
                <a:cubicBezTo>
                  <a:pt x="461" y="158"/>
                  <a:pt x="461" y="160"/>
                  <a:pt x="459" y="161"/>
                </a:cubicBezTo>
                <a:cubicBezTo>
                  <a:pt x="456" y="162"/>
                  <a:pt x="457" y="166"/>
                  <a:pt x="455" y="168"/>
                </a:cubicBezTo>
                <a:cubicBezTo>
                  <a:pt x="453" y="172"/>
                  <a:pt x="452" y="177"/>
                  <a:pt x="448" y="180"/>
                </a:cubicBezTo>
                <a:cubicBezTo>
                  <a:pt x="448" y="182"/>
                  <a:pt x="447" y="183"/>
                  <a:pt x="445" y="184"/>
                </a:cubicBezTo>
                <a:cubicBezTo>
                  <a:pt x="446" y="187"/>
                  <a:pt x="446" y="189"/>
                  <a:pt x="445" y="192"/>
                </a:cubicBezTo>
                <a:cubicBezTo>
                  <a:pt x="444" y="193"/>
                  <a:pt x="443" y="193"/>
                  <a:pt x="442" y="195"/>
                </a:cubicBezTo>
                <a:cubicBezTo>
                  <a:pt x="444" y="196"/>
                  <a:pt x="443" y="197"/>
                  <a:pt x="441" y="197"/>
                </a:cubicBezTo>
                <a:cubicBezTo>
                  <a:pt x="440" y="198"/>
                  <a:pt x="440" y="199"/>
                  <a:pt x="440" y="200"/>
                </a:cubicBezTo>
                <a:cubicBezTo>
                  <a:pt x="441" y="201"/>
                  <a:pt x="441" y="201"/>
                  <a:pt x="442" y="200"/>
                </a:cubicBezTo>
                <a:cubicBezTo>
                  <a:pt x="443" y="199"/>
                  <a:pt x="444" y="198"/>
                  <a:pt x="445" y="197"/>
                </a:cubicBezTo>
                <a:cubicBezTo>
                  <a:pt x="447" y="194"/>
                  <a:pt x="449" y="190"/>
                  <a:pt x="449" y="186"/>
                </a:cubicBezTo>
                <a:cubicBezTo>
                  <a:pt x="449" y="185"/>
                  <a:pt x="449" y="185"/>
                  <a:pt x="450" y="185"/>
                </a:cubicBezTo>
                <a:cubicBezTo>
                  <a:pt x="452" y="184"/>
                  <a:pt x="453" y="183"/>
                  <a:pt x="454" y="181"/>
                </a:cubicBezTo>
                <a:cubicBezTo>
                  <a:pt x="456" y="180"/>
                  <a:pt x="457" y="178"/>
                  <a:pt x="457" y="176"/>
                </a:cubicBezTo>
                <a:cubicBezTo>
                  <a:pt x="458" y="175"/>
                  <a:pt x="459" y="174"/>
                  <a:pt x="460" y="173"/>
                </a:cubicBezTo>
                <a:cubicBezTo>
                  <a:pt x="460" y="173"/>
                  <a:pt x="460" y="172"/>
                  <a:pt x="461" y="171"/>
                </a:cubicBezTo>
                <a:cubicBezTo>
                  <a:pt x="461" y="169"/>
                  <a:pt x="464" y="168"/>
                  <a:pt x="465" y="166"/>
                </a:cubicBezTo>
                <a:cubicBezTo>
                  <a:pt x="466" y="166"/>
                  <a:pt x="467" y="166"/>
                  <a:pt x="467" y="166"/>
                </a:cubicBezTo>
                <a:cubicBezTo>
                  <a:pt x="465" y="163"/>
                  <a:pt x="469" y="162"/>
                  <a:pt x="469" y="161"/>
                </a:cubicBezTo>
                <a:cubicBezTo>
                  <a:pt x="468" y="156"/>
                  <a:pt x="472" y="154"/>
                  <a:pt x="474" y="151"/>
                </a:cubicBezTo>
                <a:cubicBezTo>
                  <a:pt x="475" y="149"/>
                  <a:pt x="476" y="147"/>
                  <a:pt x="478" y="147"/>
                </a:cubicBezTo>
                <a:cubicBezTo>
                  <a:pt x="479" y="147"/>
                  <a:pt x="478" y="146"/>
                  <a:pt x="478" y="146"/>
                </a:cubicBezTo>
                <a:cubicBezTo>
                  <a:pt x="475" y="145"/>
                  <a:pt x="477" y="142"/>
                  <a:pt x="476" y="141"/>
                </a:cubicBezTo>
                <a:cubicBezTo>
                  <a:pt x="476" y="140"/>
                  <a:pt x="475" y="139"/>
                  <a:pt x="476" y="139"/>
                </a:cubicBezTo>
                <a:cubicBezTo>
                  <a:pt x="477" y="139"/>
                  <a:pt x="478" y="140"/>
                  <a:pt x="478" y="140"/>
                </a:cubicBezTo>
                <a:cubicBezTo>
                  <a:pt x="478" y="143"/>
                  <a:pt x="479" y="143"/>
                  <a:pt x="481" y="143"/>
                </a:cubicBezTo>
                <a:cubicBezTo>
                  <a:pt x="482" y="144"/>
                  <a:pt x="480" y="144"/>
                  <a:pt x="481" y="145"/>
                </a:cubicBezTo>
                <a:cubicBezTo>
                  <a:pt x="483" y="146"/>
                  <a:pt x="483" y="143"/>
                  <a:pt x="485" y="144"/>
                </a:cubicBezTo>
                <a:cubicBezTo>
                  <a:pt x="480" y="147"/>
                  <a:pt x="482" y="152"/>
                  <a:pt x="479" y="157"/>
                </a:cubicBezTo>
                <a:cubicBezTo>
                  <a:pt x="482" y="157"/>
                  <a:pt x="483" y="156"/>
                  <a:pt x="484" y="155"/>
                </a:cubicBezTo>
                <a:cubicBezTo>
                  <a:pt x="487" y="149"/>
                  <a:pt x="490" y="149"/>
                  <a:pt x="494" y="154"/>
                </a:cubicBezTo>
                <a:cubicBezTo>
                  <a:pt x="495" y="155"/>
                  <a:pt x="494" y="152"/>
                  <a:pt x="495" y="153"/>
                </a:cubicBezTo>
                <a:cubicBezTo>
                  <a:pt x="496" y="153"/>
                  <a:pt x="496" y="154"/>
                  <a:pt x="496" y="155"/>
                </a:cubicBezTo>
                <a:cubicBezTo>
                  <a:pt x="497" y="156"/>
                  <a:pt x="497" y="158"/>
                  <a:pt x="498" y="157"/>
                </a:cubicBezTo>
                <a:cubicBezTo>
                  <a:pt x="499" y="157"/>
                  <a:pt x="501" y="157"/>
                  <a:pt x="501" y="155"/>
                </a:cubicBezTo>
                <a:cubicBezTo>
                  <a:pt x="501" y="152"/>
                  <a:pt x="503" y="150"/>
                  <a:pt x="504" y="148"/>
                </a:cubicBezTo>
                <a:cubicBezTo>
                  <a:pt x="504" y="147"/>
                  <a:pt x="504" y="147"/>
                  <a:pt x="504" y="146"/>
                </a:cubicBezTo>
                <a:cubicBezTo>
                  <a:pt x="502" y="145"/>
                  <a:pt x="502" y="141"/>
                  <a:pt x="504" y="141"/>
                </a:cubicBezTo>
                <a:cubicBezTo>
                  <a:pt x="506" y="140"/>
                  <a:pt x="506" y="142"/>
                  <a:pt x="506" y="143"/>
                </a:cubicBezTo>
                <a:cubicBezTo>
                  <a:pt x="506" y="143"/>
                  <a:pt x="507" y="143"/>
                  <a:pt x="507" y="143"/>
                </a:cubicBezTo>
                <a:cubicBezTo>
                  <a:pt x="506" y="140"/>
                  <a:pt x="507" y="137"/>
                  <a:pt x="506" y="134"/>
                </a:cubicBezTo>
                <a:cubicBezTo>
                  <a:pt x="506" y="132"/>
                  <a:pt x="509" y="134"/>
                  <a:pt x="509" y="132"/>
                </a:cubicBezTo>
                <a:cubicBezTo>
                  <a:pt x="511" y="134"/>
                  <a:pt x="512" y="132"/>
                  <a:pt x="512" y="131"/>
                </a:cubicBezTo>
                <a:cubicBezTo>
                  <a:pt x="513" y="130"/>
                  <a:pt x="514" y="128"/>
                  <a:pt x="515" y="130"/>
                </a:cubicBezTo>
                <a:cubicBezTo>
                  <a:pt x="519" y="128"/>
                  <a:pt x="523" y="133"/>
                  <a:pt x="527" y="130"/>
                </a:cubicBezTo>
                <a:cubicBezTo>
                  <a:pt x="529" y="129"/>
                  <a:pt x="532" y="130"/>
                  <a:pt x="533" y="132"/>
                </a:cubicBezTo>
                <a:cubicBezTo>
                  <a:pt x="536" y="136"/>
                  <a:pt x="541" y="138"/>
                  <a:pt x="545" y="141"/>
                </a:cubicBezTo>
                <a:cubicBezTo>
                  <a:pt x="546" y="142"/>
                  <a:pt x="548" y="144"/>
                  <a:pt x="548" y="146"/>
                </a:cubicBezTo>
                <a:cubicBezTo>
                  <a:pt x="549" y="147"/>
                  <a:pt x="549" y="149"/>
                  <a:pt x="552" y="150"/>
                </a:cubicBezTo>
                <a:cubicBezTo>
                  <a:pt x="552" y="150"/>
                  <a:pt x="552" y="152"/>
                  <a:pt x="552" y="153"/>
                </a:cubicBezTo>
                <a:close/>
                <a:moveTo>
                  <a:pt x="418" y="43"/>
                </a:moveTo>
                <a:cubicBezTo>
                  <a:pt x="418" y="43"/>
                  <a:pt x="418" y="43"/>
                  <a:pt x="418" y="43"/>
                </a:cubicBezTo>
                <a:cubicBezTo>
                  <a:pt x="418" y="43"/>
                  <a:pt x="418" y="43"/>
                  <a:pt x="418" y="43"/>
                </a:cubicBezTo>
                <a:close/>
                <a:moveTo>
                  <a:pt x="84" y="172"/>
                </a:moveTo>
                <a:cubicBezTo>
                  <a:pt x="84" y="171"/>
                  <a:pt x="84" y="171"/>
                  <a:pt x="84" y="171"/>
                </a:cubicBezTo>
                <a:cubicBezTo>
                  <a:pt x="84" y="171"/>
                  <a:pt x="84" y="172"/>
                  <a:pt x="84" y="172"/>
                </a:cubicBezTo>
                <a:close/>
                <a:moveTo>
                  <a:pt x="160" y="527"/>
                </a:moveTo>
                <a:cubicBezTo>
                  <a:pt x="160" y="527"/>
                  <a:pt x="159" y="528"/>
                  <a:pt x="159" y="528"/>
                </a:cubicBezTo>
                <a:cubicBezTo>
                  <a:pt x="160" y="528"/>
                  <a:pt x="160" y="527"/>
                  <a:pt x="160" y="527"/>
                </a:cubicBezTo>
                <a:close/>
                <a:moveTo>
                  <a:pt x="163" y="535"/>
                </a:moveTo>
                <a:cubicBezTo>
                  <a:pt x="163" y="535"/>
                  <a:pt x="163" y="535"/>
                  <a:pt x="163" y="535"/>
                </a:cubicBezTo>
                <a:cubicBezTo>
                  <a:pt x="163" y="535"/>
                  <a:pt x="163" y="535"/>
                  <a:pt x="163" y="535"/>
                </a:cubicBezTo>
                <a:close/>
                <a:moveTo>
                  <a:pt x="182" y="541"/>
                </a:moveTo>
                <a:cubicBezTo>
                  <a:pt x="182" y="541"/>
                  <a:pt x="182" y="541"/>
                  <a:pt x="182" y="541"/>
                </a:cubicBezTo>
                <a:cubicBezTo>
                  <a:pt x="182" y="541"/>
                  <a:pt x="182" y="541"/>
                  <a:pt x="182" y="541"/>
                </a:cubicBezTo>
                <a:cubicBezTo>
                  <a:pt x="182" y="541"/>
                  <a:pt x="182" y="541"/>
                  <a:pt x="182" y="541"/>
                </a:cubicBezTo>
                <a:close/>
                <a:moveTo>
                  <a:pt x="402" y="569"/>
                </a:moveTo>
                <a:cubicBezTo>
                  <a:pt x="402" y="568"/>
                  <a:pt x="402" y="568"/>
                  <a:pt x="402" y="568"/>
                </a:cubicBezTo>
                <a:cubicBezTo>
                  <a:pt x="402" y="568"/>
                  <a:pt x="402" y="568"/>
                  <a:pt x="402" y="569"/>
                </a:cubicBezTo>
                <a:close/>
                <a:moveTo>
                  <a:pt x="436" y="201"/>
                </a:moveTo>
                <a:cubicBezTo>
                  <a:pt x="436" y="201"/>
                  <a:pt x="436" y="201"/>
                  <a:pt x="436" y="201"/>
                </a:cubicBezTo>
                <a:cubicBezTo>
                  <a:pt x="436" y="201"/>
                  <a:pt x="436" y="201"/>
                  <a:pt x="436" y="201"/>
                </a:cubicBezTo>
                <a:close/>
                <a:moveTo>
                  <a:pt x="498" y="195"/>
                </a:moveTo>
                <a:cubicBezTo>
                  <a:pt x="498" y="194"/>
                  <a:pt x="497" y="194"/>
                  <a:pt x="497" y="194"/>
                </a:cubicBezTo>
                <a:cubicBezTo>
                  <a:pt x="497" y="194"/>
                  <a:pt x="497" y="195"/>
                  <a:pt x="498" y="195"/>
                </a:cubicBezTo>
                <a:close/>
                <a:moveTo>
                  <a:pt x="498" y="438"/>
                </a:moveTo>
                <a:cubicBezTo>
                  <a:pt x="497" y="438"/>
                  <a:pt x="497" y="439"/>
                  <a:pt x="497" y="439"/>
                </a:cubicBezTo>
                <a:cubicBezTo>
                  <a:pt x="496" y="440"/>
                  <a:pt x="495" y="440"/>
                  <a:pt x="494" y="440"/>
                </a:cubicBezTo>
                <a:cubicBezTo>
                  <a:pt x="492" y="438"/>
                  <a:pt x="493" y="436"/>
                  <a:pt x="492" y="434"/>
                </a:cubicBezTo>
                <a:cubicBezTo>
                  <a:pt x="491" y="433"/>
                  <a:pt x="493" y="433"/>
                  <a:pt x="494" y="432"/>
                </a:cubicBezTo>
                <a:cubicBezTo>
                  <a:pt x="494" y="432"/>
                  <a:pt x="495" y="431"/>
                  <a:pt x="494" y="431"/>
                </a:cubicBezTo>
                <a:cubicBezTo>
                  <a:pt x="493" y="430"/>
                  <a:pt x="493" y="428"/>
                  <a:pt x="492" y="428"/>
                </a:cubicBezTo>
                <a:cubicBezTo>
                  <a:pt x="491" y="428"/>
                  <a:pt x="491" y="429"/>
                  <a:pt x="491" y="430"/>
                </a:cubicBezTo>
                <a:cubicBezTo>
                  <a:pt x="491" y="431"/>
                  <a:pt x="491" y="432"/>
                  <a:pt x="489" y="431"/>
                </a:cubicBezTo>
                <a:cubicBezTo>
                  <a:pt x="487" y="430"/>
                  <a:pt x="485" y="430"/>
                  <a:pt x="485" y="433"/>
                </a:cubicBezTo>
                <a:cubicBezTo>
                  <a:pt x="485" y="435"/>
                  <a:pt x="485" y="437"/>
                  <a:pt x="485" y="438"/>
                </a:cubicBezTo>
                <a:cubicBezTo>
                  <a:pt x="485" y="440"/>
                  <a:pt x="484" y="442"/>
                  <a:pt x="485" y="442"/>
                </a:cubicBezTo>
                <a:cubicBezTo>
                  <a:pt x="487" y="443"/>
                  <a:pt x="489" y="444"/>
                  <a:pt x="491" y="443"/>
                </a:cubicBezTo>
                <a:cubicBezTo>
                  <a:pt x="492" y="442"/>
                  <a:pt x="494" y="442"/>
                  <a:pt x="495" y="442"/>
                </a:cubicBezTo>
                <a:cubicBezTo>
                  <a:pt x="498" y="443"/>
                  <a:pt x="498" y="443"/>
                  <a:pt x="498" y="440"/>
                </a:cubicBezTo>
                <a:cubicBezTo>
                  <a:pt x="498" y="440"/>
                  <a:pt x="499" y="439"/>
                  <a:pt x="498" y="438"/>
                </a:cubicBezTo>
                <a:close/>
                <a:moveTo>
                  <a:pt x="454" y="525"/>
                </a:moveTo>
                <a:cubicBezTo>
                  <a:pt x="455" y="525"/>
                  <a:pt x="455" y="525"/>
                  <a:pt x="455" y="525"/>
                </a:cubicBezTo>
                <a:cubicBezTo>
                  <a:pt x="456" y="525"/>
                  <a:pt x="456" y="526"/>
                  <a:pt x="457" y="525"/>
                </a:cubicBezTo>
                <a:cubicBezTo>
                  <a:pt x="458" y="524"/>
                  <a:pt x="457" y="523"/>
                  <a:pt x="456" y="522"/>
                </a:cubicBezTo>
                <a:cubicBezTo>
                  <a:pt x="454" y="521"/>
                  <a:pt x="452" y="519"/>
                  <a:pt x="450" y="518"/>
                </a:cubicBezTo>
                <a:cubicBezTo>
                  <a:pt x="449" y="517"/>
                  <a:pt x="448" y="516"/>
                  <a:pt x="447" y="514"/>
                </a:cubicBezTo>
                <a:cubicBezTo>
                  <a:pt x="446" y="512"/>
                  <a:pt x="445" y="511"/>
                  <a:pt x="442" y="512"/>
                </a:cubicBezTo>
                <a:cubicBezTo>
                  <a:pt x="441" y="511"/>
                  <a:pt x="440" y="512"/>
                  <a:pt x="439" y="511"/>
                </a:cubicBezTo>
                <a:cubicBezTo>
                  <a:pt x="436" y="510"/>
                  <a:pt x="435" y="511"/>
                  <a:pt x="435" y="515"/>
                </a:cubicBezTo>
                <a:cubicBezTo>
                  <a:pt x="435" y="517"/>
                  <a:pt x="435" y="518"/>
                  <a:pt x="436" y="519"/>
                </a:cubicBezTo>
                <a:cubicBezTo>
                  <a:pt x="438" y="522"/>
                  <a:pt x="440" y="525"/>
                  <a:pt x="443" y="526"/>
                </a:cubicBezTo>
                <a:cubicBezTo>
                  <a:pt x="444" y="527"/>
                  <a:pt x="447" y="527"/>
                  <a:pt x="447" y="528"/>
                </a:cubicBezTo>
                <a:cubicBezTo>
                  <a:pt x="448" y="531"/>
                  <a:pt x="450" y="532"/>
                  <a:pt x="453" y="533"/>
                </a:cubicBezTo>
                <a:cubicBezTo>
                  <a:pt x="453" y="534"/>
                  <a:pt x="454" y="535"/>
                  <a:pt x="454" y="534"/>
                </a:cubicBezTo>
                <a:cubicBezTo>
                  <a:pt x="456" y="533"/>
                  <a:pt x="456" y="532"/>
                  <a:pt x="455" y="531"/>
                </a:cubicBezTo>
                <a:cubicBezTo>
                  <a:pt x="456" y="529"/>
                  <a:pt x="454" y="528"/>
                  <a:pt x="453" y="527"/>
                </a:cubicBezTo>
                <a:cubicBezTo>
                  <a:pt x="452" y="527"/>
                  <a:pt x="450" y="526"/>
                  <a:pt x="451" y="524"/>
                </a:cubicBezTo>
                <a:cubicBezTo>
                  <a:pt x="452" y="523"/>
                  <a:pt x="453" y="524"/>
                  <a:pt x="454" y="525"/>
                </a:cubicBezTo>
                <a:close/>
                <a:moveTo>
                  <a:pt x="172" y="115"/>
                </a:moveTo>
                <a:cubicBezTo>
                  <a:pt x="173" y="116"/>
                  <a:pt x="174" y="116"/>
                  <a:pt x="175" y="117"/>
                </a:cubicBezTo>
                <a:cubicBezTo>
                  <a:pt x="175" y="117"/>
                  <a:pt x="175" y="117"/>
                  <a:pt x="175" y="117"/>
                </a:cubicBezTo>
                <a:cubicBezTo>
                  <a:pt x="176" y="118"/>
                  <a:pt x="177" y="119"/>
                  <a:pt x="177" y="120"/>
                </a:cubicBezTo>
                <a:cubicBezTo>
                  <a:pt x="179" y="122"/>
                  <a:pt x="181" y="123"/>
                  <a:pt x="183" y="124"/>
                </a:cubicBezTo>
                <a:cubicBezTo>
                  <a:pt x="184" y="124"/>
                  <a:pt x="185" y="124"/>
                  <a:pt x="186" y="123"/>
                </a:cubicBezTo>
                <a:cubicBezTo>
                  <a:pt x="187" y="122"/>
                  <a:pt x="186" y="121"/>
                  <a:pt x="185" y="120"/>
                </a:cubicBezTo>
                <a:cubicBezTo>
                  <a:pt x="184" y="119"/>
                  <a:pt x="184" y="118"/>
                  <a:pt x="183" y="117"/>
                </a:cubicBezTo>
                <a:cubicBezTo>
                  <a:pt x="182" y="114"/>
                  <a:pt x="181" y="111"/>
                  <a:pt x="177" y="110"/>
                </a:cubicBezTo>
                <a:cubicBezTo>
                  <a:pt x="176" y="108"/>
                  <a:pt x="176" y="107"/>
                  <a:pt x="176" y="105"/>
                </a:cubicBezTo>
                <a:cubicBezTo>
                  <a:pt x="176" y="104"/>
                  <a:pt x="176" y="103"/>
                  <a:pt x="175" y="102"/>
                </a:cubicBezTo>
                <a:cubicBezTo>
                  <a:pt x="174" y="101"/>
                  <a:pt x="174" y="100"/>
                  <a:pt x="173" y="99"/>
                </a:cubicBezTo>
                <a:cubicBezTo>
                  <a:pt x="172" y="99"/>
                  <a:pt x="171" y="98"/>
                  <a:pt x="170" y="100"/>
                </a:cubicBezTo>
                <a:cubicBezTo>
                  <a:pt x="168" y="104"/>
                  <a:pt x="168" y="109"/>
                  <a:pt x="170" y="114"/>
                </a:cubicBezTo>
                <a:cubicBezTo>
                  <a:pt x="170" y="115"/>
                  <a:pt x="171" y="115"/>
                  <a:pt x="172" y="115"/>
                </a:cubicBezTo>
                <a:close/>
                <a:moveTo>
                  <a:pt x="288" y="35"/>
                </a:moveTo>
                <a:cubicBezTo>
                  <a:pt x="289" y="35"/>
                  <a:pt x="290" y="35"/>
                  <a:pt x="291" y="35"/>
                </a:cubicBezTo>
                <a:cubicBezTo>
                  <a:pt x="291" y="36"/>
                  <a:pt x="291" y="36"/>
                  <a:pt x="292" y="36"/>
                </a:cubicBezTo>
                <a:cubicBezTo>
                  <a:pt x="292" y="37"/>
                  <a:pt x="293" y="37"/>
                  <a:pt x="293" y="37"/>
                </a:cubicBezTo>
                <a:cubicBezTo>
                  <a:pt x="295" y="38"/>
                  <a:pt x="297" y="40"/>
                  <a:pt x="298" y="41"/>
                </a:cubicBezTo>
                <a:cubicBezTo>
                  <a:pt x="299" y="42"/>
                  <a:pt x="300" y="42"/>
                  <a:pt x="301" y="41"/>
                </a:cubicBezTo>
                <a:cubicBezTo>
                  <a:pt x="302" y="40"/>
                  <a:pt x="301" y="39"/>
                  <a:pt x="301" y="39"/>
                </a:cubicBezTo>
                <a:cubicBezTo>
                  <a:pt x="300" y="38"/>
                  <a:pt x="300" y="38"/>
                  <a:pt x="299" y="37"/>
                </a:cubicBezTo>
                <a:cubicBezTo>
                  <a:pt x="298" y="36"/>
                  <a:pt x="297" y="37"/>
                  <a:pt x="295" y="36"/>
                </a:cubicBezTo>
                <a:cubicBezTo>
                  <a:pt x="295" y="36"/>
                  <a:pt x="295" y="35"/>
                  <a:pt x="295" y="35"/>
                </a:cubicBezTo>
                <a:cubicBezTo>
                  <a:pt x="294" y="30"/>
                  <a:pt x="290" y="28"/>
                  <a:pt x="286" y="25"/>
                </a:cubicBezTo>
                <a:cubicBezTo>
                  <a:pt x="284" y="23"/>
                  <a:pt x="283" y="24"/>
                  <a:pt x="282" y="26"/>
                </a:cubicBezTo>
                <a:cubicBezTo>
                  <a:pt x="281" y="31"/>
                  <a:pt x="282" y="35"/>
                  <a:pt x="288" y="35"/>
                </a:cubicBezTo>
                <a:close/>
                <a:moveTo>
                  <a:pt x="277" y="42"/>
                </a:moveTo>
                <a:cubicBezTo>
                  <a:pt x="279" y="45"/>
                  <a:pt x="282" y="47"/>
                  <a:pt x="283" y="50"/>
                </a:cubicBezTo>
                <a:cubicBezTo>
                  <a:pt x="284" y="51"/>
                  <a:pt x="284" y="51"/>
                  <a:pt x="285" y="52"/>
                </a:cubicBezTo>
                <a:cubicBezTo>
                  <a:pt x="286" y="53"/>
                  <a:pt x="288" y="54"/>
                  <a:pt x="290" y="53"/>
                </a:cubicBezTo>
                <a:cubicBezTo>
                  <a:pt x="291" y="52"/>
                  <a:pt x="289" y="50"/>
                  <a:pt x="289" y="49"/>
                </a:cubicBezTo>
                <a:cubicBezTo>
                  <a:pt x="286" y="46"/>
                  <a:pt x="283" y="43"/>
                  <a:pt x="281" y="39"/>
                </a:cubicBezTo>
                <a:cubicBezTo>
                  <a:pt x="280" y="37"/>
                  <a:pt x="279" y="38"/>
                  <a:pt x="277" y="39"/>
                </a:cubicBezTo>
                <a:cubicBezTo>
                  <a:pt x="275" y="40"/>
                  <a:pt x="276" y="41"/>
                  <a:pt x="277" y="42"/>
                </a:cubicBezTo>
                <a:close/>
                <a:moveTo>
                  <a:pt x="448" y="503"/>
                </a:moveTo>
                <a:cubicBezTo>
                  <a:pt x="446" y="501"/>
                  <a:pt x="443" y="503"/>
                  <a:pt x="441" y="501"/>
                </a:cubicBezTo>
                <a:cubicBezTo>
                  <a:pt x="441" y="501"/>
                  <a:pt x="441" y="501"/>
                  <a:pt x="441" y="501"/>
                </a:cubicBezTo>
                <a:cubicBezTo>
                  <a:pt x="441" y="501"/>
                  <a:pt x="442" y="500"/>
                  <a:pt x="442" y="501"/>
                </a:cubicBezTo>
                <a:cubicBezTo>
                  <a:pt x="443" y="501"/>
                  <a:pt x="444" y="501"/>
                  <a:pt x="444" y="500"/>
                </a:cubicBezTo>
                <a:cubicBezTo>
                  <a:pt x="445" y="499"/>
                  <a:pt x="444" y="499"/>
                  <a:pt x="443" y="498"/>
                </a:cubicBezTo>
                <a:cubicBezTo>
                  <a:pt x="442" y="497"/>
                  <a:pt x="441" y="496"/>
                  <a:pt x="439" y="497"/>
                </a:cubicBezTo>
                <a:cubicBezTo>
                  <a:pt x="435" y="494"/>
                  <a:pt x="432" y="494"/>
                  <a:pt x="428" y="495"/>
                </a:cubicBezTo>
                <a:cubicBezTo>
                  <a:pt x="428" y="496"/>
                  <a:pt x="428" y="497"/>
                  <a:pt x="428" y="497"/>
                </a:cubicBezTo>
                <a:cubicBezTo>
                  <a:pt x="427" y="499"/>
                  <a:pt x="425" y="500"/>
                  <a:pt x="424" y="501"/>
                </a:cubicBezTo>
                <a:cubicBezTo>
                  <a:pt x="423" y="504"/>
                  <a:pt x="426" y="504"/>
                  <a:pt x="427" y="504"/>
                </a:cubicBezTo>
                <a:cubicBezTo>
                  <a:pt x="428" y="504"/>
                  <a:pt x="430" y="504"/>
                  <a:pt x="431" y="505"/>
                </a:cubicBezTo>
                <a:cubicBezTo>
                  <a:pt x="435" y="508"/>
                  <a:pt x="445" y="506"/>
                  <a:pt x="448" y="503"/>
                </a:cubicBezTo>
                <a:close/>
                <a:moveTo>
                  <a:pt x="478" y="231"/>
                </a:moveTo>
                <a:cubicBezTo>
                  <a:pt x="479" y="232"/>
                  <a:pt x="480" y="231"/>
                  <a:pt x="480" y="231"/>
                </a:cubicBezTo>
                <a:cubicBezTo>
                  <a:pt x="482" y="229"/>
                  <a:pt x="484" y="228"/>
                  <a:pt x="486" y="227"/>
                </a:cubicBezTo>
                <a:cubicBezTo>
                  <a:pt x="486" y="227"/>
                  <a:pt x="486" y="226"/>
                  <a:pt x="487" y="226"/>
                </a:cubicBezTo>
                <a:cubicBezTo>
                  <a:pt x="485" y="224"/>
                  <a:pt x="484" y="223"/>
                  <a:pt x="482" y="222"/>
                </a:cubicBezTo>
                <a:cubicBezTo>
                  <a:pt x="480" y="221"/>
                  <a:pt x="480" y="223"/>
                  <a:pt x="479" y="224"/>
                </a:cubicBezTo>
                <a:cubicBezTo>
                  <a:pt x="478" y="226"/>
                  <a:pt x="479" y="227"/>
                  <a:pt x="478" y="229"/>
                </a:cubicBezTo>
                <a:cubicBezTo>
                  <a:pt x="478" y="230"/>
                  <a:pt x="477" y="230"/>
                  <a:pt x="478" y="231"/>
                </a:cubicBezTo>
                <a:close/>
                <a:moveTo>
                  <a:pt x="495" y="144"/>
                </a:moveTo>
                <a:cubicBezTo>
                  <a:pt x="496" y="145"/>
                  <a:pt x="497" y="146"/>
                  <a:pt x="498" y="145"/>
                </a:cubicBezTo>
                <a:cubicBezTo>
                  <a:pt x="499" y="144"/>
                  <a:pt x="498" y="143"/>
                  <a:pt x="498" y="142"/>
                </a:cubicBezTo>
                <a:cubicBezTo>
                  <a:pt x="497" y="140"/>
                  <a:pt x="496" y="138"/>
                  <a:pt x="495" y="136"/>
                </a:cubicBezTo>
                <a:cubicBezTo>
                  <a:pt x="495" y="136"/>
                  <a:pt x="494" y="135"/>
                  <a:pt x="493" y="135"/>
                </a:cubicBezTo>
                <a:cubicBezTo>
                  <a:pt x="493" y="136"/>
                  <a:pt x="490" y="135"/>
                  <a:pt x="491" y="137"/>
                </a:cubicBezTo>
                <a:cubicBezTo>
                  <a:pt x="492" y="140"/>
                  <a:pt x="493" y="142"/>
                  <a:pt x="495" y="144"/>
                </a:cubicBezTo>
                <a:close/>
                <a:moveTo>
                  <a:pt x="492" y="343"/>
                </a:moveTo>
                <a:cubicBezTo>
                  <a:pt x="493" y="343"/>
                  <a:pt x="494" y="343"/>
                  <a:pt x="495" y="342"/>
                </a:cubicBezTo>
                <a:cubicBezTo>
                  <a:pt x="495" y="340"/>
                  <a:pt x="496" y="338"/>
                  <a:pt x="496" y="337"/>
                </a:cubicBezTo>
                <a:cubicBezTo>
                  <a:pt x="497" y="334"/>
                  <a:pt x="496" y="333"/>
                  <a:pt x="495" y="333"/>
                </a:cubicBezTo>
                <a:cubicBezTo>
                  <a:pt x="494" y="332"/>
                  <a:pt x="493" y="332"/>
                  <a:pt x="494" y="333"/>
                </a:cubicBezTo>
                <a:cubicBezTo>
                  <a:pt x="494" y="336"/>
                  <a:pt x="491" y="338"/>
                  <a:pt x="491" y="341"/>
                </a:cubicBezTo>
                <a:cubicBezTo>
                  <a:pt x="491" y="342"/>
                  <a:pt x="491" y="343"/>
                  <a:pt x="492" y="343"/>
                </a:cubicBezTo>
                <a:close/>
                <a:moveTo>
                  <a:pt x="483" y="390"/>
                </a:moveTo>
                <a:cubicBezTo>
                  <a:pt x="485" y="393"/>
                  <a:pt x="485" y="397"/>
                  <a:pt x="486" y="400"/>
                </a:cubicBezTo>
                <a:cubicBezTo>
                  <a:pt x="486" y="402"/>
                  <a:pt x="487" y="405"/>
                  <a:pt x="488" y="408"/>
                </a:cubicBezTo>
                <a:cubicBezTo>
                  <a:pt x="489" y="404"/>
                  <a:pt x="487" y="400"/>
                  <a:pt x="488" y="397"/>
                </a:cubicBezTo>
                <a:cubicBezTo>
                  <a:pt x="486" y="394"/>
                  <a:pt x="486" y="391"/>
                  <a:pt x="486" y="388"/>
                </a:cubicBezTo>
                <a:cubicBezTo>
                  <a:pt x="486" y="386"/>
                  <a:pt x="485" y="386"/>
                  <a:pt x="484" y="386"/>
                </a:cubicBezTo>
                <a:cubicBezTo>
                  <a:pt x="482" y="386"/>
                  <a:pt x="483" y="387"/>
                  <a:pt x="483" y="388"/>
                </a:cubicBezTo>
                <a:cubicBezTo>
                  <a:pt x="483" y="389"/>
                  <a:pt x="482" y="390"/>
                  <a:pt x="483" y="390"/>
                </a:cubicBezTo>
                <a:close/>
                <a:moveTo>
                  <a:pt x="14" y="353"/>
                </a:moveTo>
                <a:cubicBezTo>
                  <a:pt x="12" y="352"/>
                  <a:pt x="10" y="351"/>
                  <a:pt x="8" y="351"/>
                </a:cubicBezTo>
                <a:cubicBezTo>
                  <a:pt x="7" y="350"/>
                  <a:pt x="5" y="352"/>
                  <a:pt x="5" y="352"/>
                </a:cubicBezTo>
                <a:cubicBezTo>
                  <a:pt x="7" y="354"/>
                  <a:pt x="8" y="356"/>
                  <a:pt x="9" y="356"/>
                </a:cubicBezTo>
                <a:cubicBezTo>
                  <a:pt x="12" y="356"/>
                  <a:pt x="13" y="355"/>
                  <a:pt x="14" y="354"/>
                </a:cubicBezTo>
                <a:cubicBezTo>
                  <a:pt x="15" y="354"/>
                  <a:pt x="15" y="353"/>
                  <a:pt x="14" y="353"/>
                </a:cubicBezTo>
                <a:close/>
                <a:moveTo>
                  <a:pt x="293" y="42"/>
                </a:moveTo>
                <a:cubicBezTo>
                  <a:pt x="292" y="41"/>
                  <a:pt x="290" y="42"/>
                  <a:pt x="289" y="40"/>
                </a:cubicBezTo>
                <a:cubicBezTo>
                  <a:pt x="288" y="39"/>
                  <a:pt x="287" y="37"/>
                  <a:pt x="285" y="38"/>
                </a:cubicBezTo>
                <a:cubicBezTo>
                  <a:pt x="283" y="40"/>
                  <a:pt x="284" y="42"/>
                  <a:pt x="285" y="43"/>
                </a:cubicBezTo>
                <a:cubicBezTo>
                  <a:pt x="285" y="44"/>
                  <a:pt x="286" y="44"/>
                  <a:pt x="286" y="44"/>
                </a:cubicBezTo>
                <a:cubicBezTo>
                  <a:pt x="288" y="46"/>
                  <a:pt x="290" y="47"/>
                  <a:pt x="291" y="49"/>
                </a:cubicBezTo>
                <a:cubicBezTo>
                  <a:pt x="291" y="50"/>
                  <a:pt x="292" y="50"/>
                  <a:pt x="292" y="50"/>
                </a:cubicBezTo>
                <a:cubicBezTo>
                  <a:pt x="293" y="52"/>
                  <a:pt x="294" y="51"/>
                  <a:pt x="295" y="50"/>
                </a:cubicBezTo>
                <a:cubicBezTo>
                  <a:pt x="296" y="49"/>
                  <a:pt x="296" y="48"/>
                  <a:pt x="296" y="47"/>
                </a:cubicBezTo>
                <a:cubicBezTo>
                  <a:pt x="297" y="44"/>
                  <a:pt x="294" y="44"/>
                  <a:pt x="293" y="42"/>
                </a:cubicBezTo>
                <a:close/>
                <a:moveTo>
                  <a:pt x="483" y="295"/>
                </a:moveTo>
                <a:cubicBezTo>
                  <a:pt x="482" y="292"/>
                  <a:pt x="484" y="290"/>
                  <a:pt x="483" y="287"/>
                </a:cubicBezTo>
                <a:cubicBezTo>
                  <a:pt x="481" y="289"/>
                  <a:pt x="480" y="290"/>
                  <a:pt x="479" y="292"/>
                </a:cubicBezTo>
                <a:cubicBezTo>
                  <a:pt x="478" y="295"/>
                  <a:pt x="480" y="295"/>
                  <a:pt x="481" y="296"/>
                </a:cubicBezTo>
                <a:cubicBezTo>
                  <a:pt x="482" y="297"/>
                  <a:pt x="483" y="296"/>
                  <a:pt x="483" y="295"/>
                </a:cubicBezTo>
                <a:close/>
                <a:moveTo>
                  <a:pt x="494" y="283"/>
                </a:moveTo>
                <a:cubicBezTo>
                  <a:pt x="494" y="283"/>
                  <a:pt x="495" y="283"/>
                  <a:pt x="495" y="283"/>
                </a:cubicBezTo>
                <a:cubicBezTo>
                  <a:pt x="499" y="280"/>
                  <a:pt x="499" y="278"/>
                  <a:pt x="497" y="274"/>
                </a:cubicBezTo>
                <a:cubicBezTo>
                  <a:pt x="495" y="276"/>
                  <a:pt x="494" y="279"/>
                  <a:pt x="493" y="282"/>
                </a:cubicBezTo>
                <a:cubicBezTo>
                  <a:pt x="493" y="282"/>
                  <a:pt x="493" y="283"/>
                  <a:pt x="494" y="283"/>
                </a:cubicBezTo>
                <a:close/>
                <a:moveTo>
                  <a:pt x="18" y="353"/>
                </a:moveTo>
                <a:cubicBezTo>
                  <a:pt x="21" y="353"/>
                  <a:pt x="23" y="353"/>
                  <a:pt x="26" y="352"/>
                </a:cubicBezTo>
                <a:cubicBezTo>
                  <a:pt x="23" y="351"/>
                  <a:pt x="21" y="349"/>
                  <a:pt x="18" y="349"/>
                </a:cubicBezTo>
                <a:cubicBezTo>
                  <a:pt x="17" y="350"/>
                  <a:pt x="16" y="350"/>
                  <a:pt x="16" y="351"/>
                </a:cubicBezTo>
                <a:cubicBezTo>
                  <a:pt x="16" y="352"/>
                  <a:pt x="17" y="353"/>
                  <a:pt x="18" y="353"/>
                </a:cubicBezTo>
                <a:close/>
                <a:moveTo>
                  <a:pt x="175" y="564"/>
                </a:moveTo>
                <a:cubicBezTo>
                  <a:pt x="175" y="564"/>
                  <a:pt x="176" y="563"/>
                  <a:pt x="176" y="562"/>
                </a:cubicBezTo>
                <a:cubicBezTo>
                  <a:pt x="175" y="561"/>
                  <a:pt x="174" y="559"/>
                  <a:pt x="174" y="558"/>
                </a:cubicBezTo>
                <a:cubicBezTo>
                  <a:pt x="172" y="558"/>
                  <a:pt x="172" y="560"/>
                  <a:pt x="171" y="561"/>
                </a:cubicBezTo>
                <a:cubicBezTo>
                  <a:pt x="170" y="563"/>
                  <a:pt x="172" y="563"/>
                  <a:pt x="172" y="564"/>
                </a:cubicBezTo>
                <a:cubicBezTo>
                  <a:pt x="173" y="565"/>
                  <a:pt x="174" y="565"/>
                  <a:pt x="175" y="564"/>
                </a:cubicBezTo>
                <a:close/>
                <a:moveTo>
                  <a:pt x="199" y="596"/>
                </a:moveTo>
                <a:cubicBezTo>
                  <a:pt x="198" y="595"/>
                  <a:pt x="197" y="594"/>
                  <a:pt x="195" y="595"/>
                </a:cubicBezTo>
                <a:cubicBezTo>
                  <a:pt x="193" y="595"/>
                  <a:pt x="194" y="596"/>
                  <a:pt x="195" y="597"/>
                </a:cubicBezTo>
                <a:cubicBezTo>
                  <a:pt x="195" y="597"/>
                  <a:pt x="195" y="597"/>
                  <a:pt x="195" y="598"/>
                </a:cubicBezTo>
                <a:cubicBezTo>
                  <a:pt x="193" y="600"/>
                  <a:pt x="195" y="602"/>
                  <a:pt x="195" y="604"/>
                </a:cubicBezTo>
                <a:cubicBezTo>
                  <a:pt x="197" y="605"/>
                  <a:pt x="198" y="604"/>
                  <a:pt x="198" y="602"/>
                </a:cubicBezTo>
                <a:cubicBezTo>
                  <a:pt x="198" y="601"/>
                  <a:pt x="198" y="600"/>
                  <a:pt x="198" y="599"/>
                </a:cubicBezTo>
                <a:cubicBezTo>
                  <a:pt x="199" y="598"/>
                  <a:pt x="200" y="598"/>
                  <a:pt x="199" y="596"/>
                </a:cubicBezTo>
                <a:close/>
                <a:moveTo>
                  <a:pt x="436" y="510"/>
                </a:moveTo>
                <a:cubicBezTo>
                  <a:pt x="438" y="511"/>
                  <a:pt x="440" y="510"/>
                  <a:pt x="442" y="511"/>
                </a:cubicBezTo>
                <a:cubicBezTo>
                  <a:pt x="445" y="511"/>
                  <a:pt x="448" y="511"/>
                  <a:pt x="450" y="515"/>
                </a:cubicBezTo>
                <a:cubicBezTo>
                  <a:pt x="450" y="516"/>
                  <a:pt x="452" y="516"/>
                  <a:pt x="453" y="516"/>
                </a:cubicBezTo>
                <a:cubicBezTo>
                  <a:pt x="455" y="515"/>
                  <a:pt x="456" y="517"/>
                  <a:pt x="457" y="516"/>
                </a:cubicBezTo>
                <a:cubicBezTo>
                  <a:pt x="456" y="515"/>
                  <a:pt x="455" y="513"/>
                  <a:pt x="457" y="512"/>
                </a:cubicBezTo>
                <a:cubicBezTo>
                  <a:pt x="457" y="512"/>
                  <a:pt x="457" y="510"/>
                  <a:pt x="457" y="510"/>
                </a:cubicBezTo>
                <a:cubicBezTo>
                  <a:pt x="455" y="510"/>
                  <a:pt x="454" y="508"/>
                  <a:pt x="452" y="507"/>
                </a:cubicBezTo>
                <a:cubicBezTo>
                  <a:pt x="447" y="505"/>
                  <a:pt x="444" y="506"/>
                  <a:pt x="440" y="507"/>
                </a:cubicBezTo>
                <a:cubicBezTo>
                  <a:pt x="438" y="507"/>
                  <a:pt x="437" y="507"/>
                  <a:pt x="436" y="507"/>
                </a:cubicBezTo>
                <a:cubicBezTo>
                  <a:pt x="435" y="508"/>
                  <a:pt x="434" y="508"/>
                  <a:pt x="434" y="509"/>
                </a:cubicBezTo>
                <a:cubicBezTo>
                  <a:pt x="434" y="510"/>
                  <a:pt x="435" y="510"/>
                  <a:pt x="436" y="510"/>
                </a:cubicBezTo>
                <a:close/>
                <a:moveTo>
                  <a:pt x="485" y="317"/>
                </a:moveTo>
                <a:cubicBezTo>
                  <a:pt x="483" y="315"/>
                  <a:pt x="483" y="313"/>
                  <a:pt x="482" y="311"/>
                </a:cubicBezTo>
                <a:cubicBezTo>
                  <a:pt x="481" y="314"/>
                  <a:pt x="482" y="315"/>
                  <a:pt x="482" y="317"/>
                </a:cubicBezTo>
                <a:cubicBezTo>
                  <a:pt x="482" y="318"/>
                  <a:pt x="482" y="319"/>
                  <a:pt x="483" y="319"/>
                </a:cubicBezTo>
                <a:cubicBezTo>
                  <a:pt x="485" y="319"/>
                  <a:pt x="485" y="317"/>
                  <a:pt x="485" y="317"/>
                </a:cubicBezTo>
                <a:close/>
                <a:moveTo>
                  <a:pt x="175" y="611"/>
                </a:moveTo>
                <a:cubicBezTo>
                  <a:pt x="178" y="610"/>
                  <a:pt x="180" y="609"/>
                  <a:pt x="182" y="608"/>
                </a:cubicBezTo>
                <a:cubicBezTo>
                  <a:pt x="184" y="607"/>
                  <a:pt x="186" y="607"/>
                  <a:pt x="187" y="604"/>
                </a:cubicBezTo>
                <a:cubicBezTo>
                  <a:pt x="191" y="603"/>
                  <a:pt x="188" y="600"/>
                  <a:pt x="188" y="598"/>
                </a:cubicBezTo>
                <a:cubicBezTo>
                  <a:pt x="186" y="597"/>
                  <a:pt x="185" y="597"/>
                  <a:pt x="183" y="596"/>
                </a:cubicBezTo>
                <a:cubicBezTo>
                  <a:pt x="181" y="594"/>
                  <a:pt x="180" y="591"/>
                  <a:pt x="178" y="589"/>
                </a:cubicBezTo>
                <a:cubicBezTo>
                  <a:pt x="177" y="587"/>
                  <a:pt x="175" y="586"/>
                  <a:pt x="173" y="586"/>
                </a:cubicBezTo>
                <a:cubicBezTo>
                  <a:pt x="172" y="585"/>
                  <a:pt x="172" y="585"/>
                  <a:pt x="171" y="585"/>
                </a:cubicBezTo>
                <a:cubicBezTo>
                  <a:pt x="171" y="585"/>
                  <a:pt x="171" y="585"/>
                  <a:pt x="170" y="585"/>
                </a:cubicBezTo>
                <a:cubicBezTo>
                  <a:pt x="170" y="585"/>
                  <a:pt x="169" y="585"/>
                  <a:pt x="169" y="585"/>
                </a:cubicBezTo>
                <a:cubicBezTo>
                  <a:pt x="167" y="585"/>
                  <a:pt x="166" y="584"/>
                  <a:pt x="165" y="585"/>
                </a:cubicBezTo>
                <a:cubicBezTo>
                  <a:pt x="162" y="588"/>
                  <a:pt x="163" y="591"/>
                  <a:pt x="166" y="593"/>
                </a:cubicBezTo>
                <a:cubicBezTo>
                  <a:pt x="166" y="594"/>
                  <a:pt x="167" y="595"/>
                  <a:pt x="166" y="594"/>
                </a:cubicBezTo>
                <a:cubicBezTo>
                  <a:pt x="163" y="593"/>
                  <a:pt x="163" y="595"/>
                  <a:pt x="162" y="596"/>
                </a:cubicBezTo>
                <a:cubicBezTo>
                  <a:pt x="162" y="598"/>
                  <a:pt x="163" y="598"/>
                  <a:pt x="164" y="598"/>
                </a:cubicBezTo>
                <a:cubicBezTo>
                  <a:pt x="165" y="599"/>
                  <a:pt x="166" y="599"/>
                  <a:pt x="166" y="600"/>
                </a:cubicBezTo>
                <a:cubicBezTo>
                  <a:pt x="165" y="600"/>
                  <a:pt x="165" y="600"/>
                  <a:pt x="164" y="600"/>
                </a:cubicBezTo>
                <a:cubicBezTo>
                  <a:pt x="164" y="599"/>
                  <a:pt x="163" y="599"/>
                  <a:pt x="162" y="600"/>
                </a:cubicBezTo>
                <a:cubicBezTo>
                  <a:pt x="162" y="601"/>
                  <a:pt x="162" y="603"/>
                  <a:pt x="163" y="603"/>
                </a:cubicBezTo>
                <a:cubicBezTo>
                  <a:pt x="166" y="603"/>
                  <a:pt x="168" y="605"/>
                  <a:pt x="171" y="604"/>
                </a:cubicBezTo>
                <a:cubicBezTo>
                  <a:pt x="171" y="606"/>
                  <a:pt x="172" y="606"/>
                  <a:pt x="174" y="606"/>
                </a:cubicBezTo>
                <a:cubicBezTo>
                  <a:pt x="172" y="607"/>
                  <a:pt x="172" y="607"/>
                  <a:pt x="169" y="607"/>
                </a:cubicBezTo>
                <a:cubicBezTo>
                  <a:pt x="169" y="608"/>
                  <a:pt x="168" y="609"/>
                  <a:pt x="169" y="609"/>
                </a:cubicBezTo>
                <a:cubicBezTo>
                  <a:pt x="171" y="610"/>
                  <a:pt x="173" y="612"/>
                  <a:pt x="175" y="611"/>
                </a:cubicBezTo>
                <a:close/>
                <a:moveTo>
                  <a:pt x="469" y="397"/>
                </a:moveTo>
                <a:cubicBezTo>
                  <a:pt x="472" y="397"/>
                  <a:pt x="472" y="394"/>
                  <a:pt x="473" y="393"/>
                </a:cubicBezTo>
                <a:cubicBezTo>
                  <a:pt x="473" y="392"/>
                  <a:pt x="473" y="392"/>
                  <a:pt x="472" y="391"/>
                </a:cubicBezTo>
                <a:cubicBezTo>
                  <a:pt x="472" y="391"/>
                  <a:pt x="471" y="391"/>
                  <a:pt x="471" y="392"/>
                </a:cubicBezTo>
                <a:cubicBezTo>
                  <a:pt x="471" y="394"/>
                  <a:pt x="468" y="395"/>
                  <a:pt x="469" y="397"/>
                </a:cubicBezTo>
                <a:close/>
                <a:moveTo>
                  <a:pt x="276" y="32"/>
                </a:moveTo>
                <a:cubicBezTo>
                  <a:pt x="275" y="33"/>
                  <a:pt x="274" y="32"/>
                  <a:pt x="274" y="34"/>
                </a:cubicBezTo>
                <a:cubicBezTo>
                  <a:pt x="274" y="35"/>
                  <a:pt x="276" y="36"/>
                  <a:pt x="277" y="36"/>
                </a:cubicBezTo>
                <a:cubicBezTo>
                  <a:pt x="278" y="36"/>
                  <a:pt x="279" y="36"/>
                  <a:pt x="279" y="35"/>
                </a:cubicBezTo>
                <a:cubicBezTo>
                  <a:pt x="279" y="33"/>
                  <a:pt x="278" y="32"/>
                  <a:pt x="276" y="32"/>
                </a:cubicBezTo>
                <a:close/>
                <a:moveTo>
                  <a:pt x="181" y="108"/>
                </a:moveTo>
                <a:cubicBezTo>
                  <a:pt x="182" y="108"/>
                  <a:pt x="182" y="108"/>
                  <a:pt x="182" y="107"/>
                </a:cubicBezTo>
                <a:cubicBezTo>
                  <a:pt x="182" y="106"/>
                  <a:pt x="182" y="103"/>
                  <a:pt x="180" y="103"/>
                </a:cubicBezTo>
                <a:cubicBezTo>
                  <a:pt x="179" y="103"/>
                  <a:pt x="179" y="104"/>
                  <a:pt x="179" y="105"/>
                </a:cubicBezTo>
                <a:cubicBezTo>
                  <a:pt x="179" y="107"/>
                  <a:pt x="179" y="108"/>
                  <a:pt x="181" y="108"/>
                </a:cubicBezTo>
                <a:close/>
                <a:moveTo>
                  <a:pt x="236" y="79"/>
                </a:moveTo>
                <a:cubicBezTo>
                  <a:pt x="234" y="78"/>
                  <a:pt x="231" y="77"/>
                  <a:pt x="228" y="77"/>
                </a:cubicBezTo>
                <a:cubicBezTo>
                  <a:pt x="226" y="77"/>
                  <a:pt x="225" y="78"/>
                  <a:pt x="223" y="79"/>
                </a:cubicBezTo>
                <a:cubicBezTo>
                  <a:pt x="220" y="79"/>
                  <a:pt x="219" y="80"/>
                  <a:pt x="220" y="81"/>
                </a:cubicBezTo>
                <a:cubicBezTo>
                  <a:pt x="224" y="87"/>
                  <a:pt x="224" y="93"/>
                  <a:pt x="226" y="99"/>
                </a:cubicBezTo>
                <a:cubicBezTo>
                  <a:pt x="226" y="100"/>
                  <a:pt x="226" y="102"/>
                  <a:pt x="228" y="102"/>
                </a:cubicBezTo>
                <a:cubicBezTo>
                  <a:pt x="228" y="102"/>
                  <a:pt x="228" y="102"/>
                  <a:pt x="228" y="103"/>
                </a:cubicBezTo>
                <a:cubicBezTo>
                  <a:pt x="231" y="106"/>
                  <a:pt x="235" y="109"/>
                  <a:pt x="238" y="112"/>
                </a:cubicBezTo>
                <a:cubicBezTo>
                  <a:pt x="240" y="114"/>
                  <a:pt x="241" y="115"/>
                  <a:pt x="241" y="118"/>
                </a:cubicBezTo>
                <a:cubicBezTo>
                  <a:pt x="241" y="119"/>
                  <a:pt x="242" y="120"/>
                  <a:pt x="242" y="122"/>
                </a:cubicBezTo>
                <a:cubicBezTo>
                  <a:pt x="243" y="122"/>
                  <a:pt x="243" y="123"/>
                  <a:pt x="244" y="123"/>
                </a:cubicBezTo>
                <a:cubicBezTo>
                  <a:pt x="244" y="123"/>
                  <a:pt x="245" y="122"/>
                  <a:pt x="245" y="122"/>
                </a:cubicBezTo>
                <a:cubicBezTo>
                  <a:pt x="246" y="121"/>
                  <a:pt x="246" y="120"/>
                  <a:pt x="246" y="119"/>
                </a:cubicBezTo>
                <a:cubicBezTo>
                  <a:pt x="245" y="117"/>
                  <a:pt x="245" y="115"/>
                  <a:pt x="243" y="113"/>
                </a:cubicBezTo>
                <a:cubicBezTo>
                  <a:pt x="244" y="111"/>
                  <a:pt x="244" y="109"/>
                  <a:pt x="244" y="107"/>
                </a:cubicBezTo>
                <a:cubicBezTo>
                  <a:pt x="245" y="107"/>
                  <a:pt x="245" y="106"/>
                  <a:pt x="246" y="106"/>
                </a:cubicBezTo>
                <a:cubicBezTo>
                  <a:pt x="250" y="104"/>
                  <a:pt x="250" y="102"/>
                  <a:pt x="249" y="98"/>
                </a:cubicBezTo>
                <a:cubicBezTo>
                  <a:pt x="248" y="98"/>
                  <a:pt x="248" y="97"/>
                  <a:pt x="248" y="97"/>
                </a:cubicBezTo>
                <a:cubicBezTo>
                  <a:pt x="246" y="94"/>
                  <a:pt x="246" y="90"/>
                  <a:pt x="244" y="87"/>
                </a:cubicBezTo>
                <a:cubicBezTo>
                  <a:pt x="242" y="87"/>
                  <a:pt x="241" y="86"/>
                  <a:pt x="240" y="85"/>
                </a:cubicBezTo>
                <a:cubicBezTo>
                  <a:pt x="240" y="85"/>
                  <a:pt x="239" y="85"/>
                  <a:pt x="239" y="84"/>
                </a:cubicBezTo>
                <a:cubicBezTo>
                  <a:pt x="239" y="84"/>
                  <a:pt x="239" y="84"/>
                  <a:pt x="239" y="84"/>
                </a:cubicBezTo>
                <a:cubicBezTo>
                  <a:pt x="239" y="84"/>
                  <a:pt x="239" y="84"/>
                  <a:pt x="239" y="84"/>
                </a:cubicBezTo>
                <a:cubicBezTo>
                  <a:pt x="239" y="82"/>
                  <a:pt x="237" y="81"/>
                  <a:pt x="236" y="79"/>
                </a:cubicBezTo>
                <a:close/>
                <a:moveTo>
                  <a:pt x="147" y="482"/>
                </a:moveTo>
                <a:cubicBezTo>
                  <a:pt x="148" y="482"/>
                  <a:pt x="149" y="482"/>
                  <a:pt x="149" y="482"/>
                </a:cubicBezTo>
                <a:cubicBezTo>
                  <a:pt x="150" y="482"/>
                  <a:pt x="152" y="483"/>
                  <a:pt x="152" y="481"/>
                </a:cubicBezTo>
                <a:cubicBezTo>
                  <a:pt x="152" y="480"/>
                  <a:pt x="151" y="480"/>
                  <a:pt x="150" y="480"/>
                </a:cubicBezTo>
                <a:cubicBezTo>
                  <a:pt x="149" y="480"/>
                  <a:pt x="149" y="480"/>
                  <a:pt x="148" y="479"/>
                </a:cubicBezTo>
                <a:cubicBezTo>
                  <a:pt x="148" y="479"/>
                  <a:pt x="147" y="478"/>
                  <a:pt x="147" y="479"/>
                </a:cubicBezTo>
                <a:cubicBezTo>
                  <a:pt x="146" y="480"/>
                  <a:pt x="147" y="481"/>
                  <a:pt x="147" y="482"/>
                </a:cubicBezTo>
                <a:close/>
                <a:moveTo>
                  <a:pt x="486" y="385"/>
                </a:moveTo>
                <a:cubicBezTo>
                  <a:pt x="486" y="383"/>
                  <a:pt x="486" y="381"/>
                  <a:pt x="484" y="380"/>
                </a:cubicBezTo>
                <a:cubicBezTo>
                  <a:pt x="483" y="380"/>
                  <a:pt x="483" y="380"/>
                  <a:pt x="483" y="381"/>
                </a:cubicBezTo>
                <a:cubicBezTo>
                  <a:pt x="483" y="383"/>
                  <a:pt x="483" y="384"/>
                  <a:pt x="486" y="385"/>
                </a:cubicBezTo>
                <a:close/>
                <a:moveTo>
                  <a:pt x="307" y="38"/>
                </a:moveTo>
                <a:cubicBezTo>
                  <a:pt x="306" y="35"/>
                  <a:pt x="306" y="35"/>
                  <a:pt x="302" y="37"/>
                </a:cubicBezTo>
                <a:cubicBezTo>
                  <a:pt x="303" y="40"/>
                  <a:pt x="304" y="41"/>
                  <a:pt x="307" y="38"/>
                </a:cubicBezTo>
                <a:close/>
                <a:moveTo>
                  <a:pt x="467" y="388"/>
                </a:moveTo>
                <a:cubicBezTo>
                  <a:pt x="466" y="388"/>
                  <a:pt x="465" y="390"/>
                  <a:pt x="465" y="391"/>
                </a:cubicBezTo>
                <a:cubicBezTo>
                  <a:pt x="465" y="392"/>
                  <a:pt x="466" y="392"/>
                  <a:pt x="466" y="392"/>
                </a:cubicBezTo>
                <a:cubicBezTo>
                  <a:pt x="468" y="392"/>
                  <a:pt x="468" y="391"/>
                  <a:pt x="468" y="390"/>
                </a:cubicBezTo>
                <a:cubicBezTo>
                  <a:pt x="468" y="389"/>
                  <a:pt x="468" y="388"/>
                  <a:pt x="467" y="388"/>
                </a:cubicBezTo>
                <a:close/>
                <a:moveTo>
                  <a:pt x="485" y="454"/>
                </a:moveTo>
                <a:cubicBezTo>
                  <a:pt x="483" y="454"/>
                  <a:pt x="482" y="456"/>
                  <a:pt x="482" y="457"/>
                </a:cubicBezTo>
                <a:cubicBezTo>
                  <a:pt x="482" y="458"/>
                  <a:pt x="483" y="458"/>
                  <a:pt x="484" y="458"/>
                </a:cubicBezTo>
                <a:cubicBezTo>
                  <a:pt x="485" y="458"/>
                  <a:pt x="486" y="458"/>
                  <a:pt x="486" y="457"/>
                </a:cubicBezTo>
                <a:cubicBezTo>
                  <a:pt x="485" y="456"/>
                  <a:pt x="486" y="454"/>
                  <a:pt x="485" y="454"/>
                </a:cubicBezTo>
                <a:close/>
                <a:moveTo>
                  <a:pt x="427" y="512"/>
                </a:moveTo>
                <a:cubicBezTo>
                  <a:pt x="429" y="513"/>
                  <a:pt x="430" y="515"/>
                  <a:pt x="431" y="514"/>
                </a:cubicBezTo>
                <a:cubicBezTo>
                  <a:pt x="432" y="514"/>
                  <a:pt x="432" y="511"/>
                  <a:pt x="431" y="511"/>
                </a:cubicBezTo>
                <a:cubicBezTo>
                  <a:pt x="430" y="510"/>
                  <a:pt x="429" y="511"/>
                  <a:pt x="427" y="512"/>
                </a:cubicBezTo>
                <a:close/>
                <a:moveTo>
                  <a:pt x="187" y="567"/>
                </a:moveTo>
                <a:cubicBezTo>
                  <a:pt x="186" y="568"/>
                  <a:pt x="187" y="569"/>
                  <a:pt x="188" y="569"/>
                </a:cubicBezTo>
                <a:cubicBezTo>
                  <a:pt x="189" y="570"/>
                  <a:pt x="190" y="570"/>
                  <a:pt x="191" y="569"/>
                </a:cubicBezTo>
                <a:cubicBezTo>
                  <a:pt x="191" y="569"/>
                  <a:pt x="190" y="568"/>
                  <a:pt x="190" y="567"/>
                </a:cubicBezTo>
                <a:cubicBezTo>
                  <a:pt x="189" y="567"/>
                  <a:pt x="188" y="565"/>
                  <a:pt x="187" y="567"/>
                </a:cubicBezTo>
                <a:close/>
                <a:moveTo>
                  <a:pt x="276" y="29"/>
                </a:moveTo>
                <a:cubicBezTo>
                  <a:pt x="276" y="29"/>
                  <a:pt x="277" y="29"/>
                  <a:pt x="277" y="28"/>
                </a:cubicBezTo>
                <a:cubicBezTo>
                  <a:pt x="277" y="27"/>
                  <a:pt x="276" y="27"/>
                  <a:pt x="275" y="27"/>
                </a:cubicBezTo>
                <a:cubicBezTo>
                  <a:pt x="274" y="27"/>
                  <a:pt x="273" y="27"/>
                  <a:pt x="273" y="28"/>
                </a:cubicBezTo>
                <a:cubicBezTo>
                  <a:pt x="273" y="29"/>
                  <a:pt x="275" y="29"/>
                  <a:pt x="276" y="29"/>
                </a:cubicBezTo>
                <a:close/>
                <a:moveTo>
                  <a:pt x="32" y="385"/>
                </a:moveTo>
                <a:cubicBezTo>
                  <a:pt x="31" y="384"/>
                  <a:pt x="30" y="384"/>
                  <a:pt x="30" y="384"/>
                </a:cubicBezTo>
                <a:cubicBezTo>
                  <a:pt x="29" y="384"/>
                  <a:pt x="27" y="384"/>
                  <a:pt x="27" y="385"/>
                </a:cubicBezTo>
                <a:cubicBezTo>
                  <a:pt x="27" y="386"/>
                  <a:pt x="29" y="386"/>
                  <a:pt x="30" y="386"/>
                </a:cubicBezTo>
                <a:cubicBezTo>
                  <a:pt x="31" y="386"/>
                  <a:pt x="31" y="386"/>
                  <a:pt x="32" y="385"/>
                </a:cubicBezTo>
                <a:close/>
                <a:moveTo>
                  <a:pt x="212" y="91"/>
                </a:moveTo>
                <a:cubicBezTo>
                  <a:pt x="212" y="91"/>
                  <a:pt x="213" y="90"/>
                  <a:pt x="213" y="89"/>
                </a:cubicBezTo>
                <a:cubicBezTo>
                  <a:pt x="212" y="89"/>
                  <a:pt x="212" y="87"/>
                  <a:pt x="210" y="87"/>
                </a:cubicBezTo>
                <a:cubicBezTo>
                  <a:pt x="209" y="87"/>
                  <a:pt x="209" y="88"/>
                  <a:pt x="209" y="88"/>
                </a:cubicBezTo>
                <a:cubicBezTo>
                  <a:pt x="210" y="89"/>
                  <a:pt x="211" y="90"/>
                  <a:pt x="212" y="91"/>
                </a:cubicBezTo>
                <a:close/>
                <a:moveTo>
                  <a:pt x="202" y="65"/>
                </a:moveTo>
                <a:cubicBezTo>
                  <a:pt x="201" y="65"/>
                  <a:pt x="201" y="62"/>
                  <a:pt x="199" y="64"/>
                </a:cubicBezTo>
                <a:cubicBezTo>
                  <a:pt x="199" y="64"/>
                  <a:pt x="198" y="65"/>
                  <a:pt x="199" y="66"/>
                </a:cubicBezTo>
                <a:cubicBezTo>
                  <a:pt x="200" y="67"/>
                  <a:pt x="201" y="65"/>
                  <a:pt x="202" y="65"/>
                </a:cubicBezTo>
                <a:close/>
                <a:moveTo>
                  <a:pt x="465" y="385"/>
                </a:moveTo>
                <a:cubicBezTo>
                  <a:pt x="464" y="384"/>
                  <a:pt x="463" y="384"/>
                  <a:pt x="463" y="383"/>
                </a:cubicBezTo>
                <a:cubicBezTo>
                  <a:pt x="462" y="383"/>
                  <a:pt x="461" y="384"/>
                  <a:pt x="461" y="384"/>
                </a:cubicBezTo>
                <a:cubicBezTo>
                  <a:pt x="461" y="385"/>
                  <a:pt x="462" y="386"/>
                  <a:pt x="463" y="386"/>
                </a:cubicBezTo>
                <a:cubicBezTo>
                  <a:pt x="464" y="386"/>
                  <a:pt x="465" y="386"/>
                  <a:pt x="465" y="385"/>
                </a:cubicBezTo>
                <a:close/>
                <a:moveTo>
                  <a:pt x="406" y="570"/>
                </a:moveTo>
                <a:cubicBezTo>
                  <a:pt x="406" y="570"/>
                  <a:pt x="406" y="572"/>
                  <a:pt x="406" y="572"/>
                </a:cubicBezTo>
                <a:cubicBezTo>
                  <a:pt x="408" y="572"/>
                  <a:pt x="408" y="570"/>
                  <a:pt x="409" y="569"/>
                </a:cubicBezTo>
                <a:cubicBezTo>
                  <a:pt x="408" y="569"/>
                  <a:pt x="406" y="568"/>
                  <a:pt x="406" y="570"/>
                </a:cubicBezTo>
                <a:close/>
                <a:moveTo>
                  <a:pt x="489" y="299"/>
                </a:moveTo>
                <a:cubicBezTo>
                  <a:pt x="488" y="300"/>
                  <a:pt x="487" y="301"/>
                  <a:pt x="487" y="302"/>
                </a:cubicBezTo>
                <a:cubicBezTo>
                  <a:pt x="487" y="303"/>
                  <a:pt x="487" y="303"/>
                  <a:pt x="488" y="303"/>
                </a:cubicBezTo>
                <a:cubicBezTo>
                  <a:pt x="489" y="302"/>
                  <a:pt x="490" y="302"/>
                  <a:pt x="490" y="300"/>
                </a:cubicBezTo>
                <a:cubicBezTo>
                  <a:pt x="490" y="300"/>
                  <a:pt x="490" y="299"/>
                  <a:pt x="489" y="299"/>
                </a:cubicBezTo>
                <a:close/>
                <a:moveTo>
                  <a:pt x="462" y="334"/>
                </a:moveTo>
                <a:cubicBezTo>
                  <a:pt x="465" y="332"/>
                  <a:pt x="464" y="331"/>
                  <a:pt x="465" y="328"/>
                </a:cubicBezTo>
                <a:cubicBezTo>
                  <a:pt x="462" y="330"/>
                  <a:pt x="463" y="332"/>
                  <a:pt x="462" y="334"/>
                </a:cubicBezTo>
                <a:close/>
                <a:moveTo>
                  <a:pt x="56" y="201"/>
                </a:moveTo>
                <a:cubicBezTo>
                  <a:pt x="56" y="201"/>
                  <a:pt x="57" y="200"/>
                  <a:pt x="57" y="199"/>
                </a:cubicBezTo>
                <a:cubicBezTo>
                  <a:pt x="57" y="198"/>
                  <a:pt x="56" y="198"/>
                  <a:pt x="55" y="198"/>
                </a:cubicBezTo>
                <a:cubicBezTo>
                  <a:pt x="54" y="198"/>
                  <a:pt x="54" y="198"/>
                  <a:pt x="54" y="199"/>
                </a:cubicBezTo>
                <a:cubicBezTo>
                  <a:pt x="54" y="200"/>
                  <a:pt x="55" y="201"/>
                  <a:pt x="56" y="201"/>
                </a:cubicBezTo>
                <a:close/>
                <a:moveTo>
                  <a:pt x="479" y="313"/>
                </a:moveTo>
                <a:cubicBezTo>
                  <a:pt x="479" y="313"/>
                  <a:pt x="478" y="313"/>
                  <a:pt x="478" y="314"/>
                </a:cubicBezTo>
                <a:cubicBezTo>
                  <a:pt x="478" y="316"/>
                  <a:pt x="479" y="316"/>
                  <a:pt x="480" y="316"/>
                </a:cubicBezTo>
                <a:cubicBezTo>
                  <a:pt x="481" y="315"/>
                  <a:pt x="481" y="313"/>
                  <a:pt x="479" y="313"/>
                </a:cubicBezTo>
                <a:close/>
                <a:moveTo>
                  <a:pt x="471" y="452"/>
                </a:moveTo>
                <a:cubicBezTo>
                  <a:pt x="472" y="452"/>
                  <a:pt x="472" y="453"/>
                  <a:pt x="473" y="452"/>
                </a:cubicBezTo>
                <a:cubicBezTo>
                  <a:pt x="474" y="452"/>
                  <a:pt x="474" y="451"/>
                  <a:pt x="475" y="451"/>
                </a:cubicBezTo>
                <a:cubicBezTo>
                  <a:pt x="476" y="450"/>
                  <a:pt x="478" y="449"/>
                  <a:pt x="477" y="447"/>
                </a:cubicBezTo>
                <a:cubicBezTo>
                  <a:pt x="476" y="446"/>
                  <a:pt x="475" y="445"/>
                  <a:pt x="475" y="444"/>
                </a:cubicBezTo>
                <a:cubicBezTo>
                  <a:pt x="474" y="441"/>
                  <a:pt x="473" y="441"/>
                  <a:pt x="471" y="442"/>
                </a:cubicBezTo>
                <a:cubicBezTo>
                  <a:pt x="469" y="444"/>
                  <a:pt x="471" y="445"/>
                  <a:pt x="470" y="447"/>
                </a:cubicBezTo>
                <a:cubicBezTo>
                  <a:pt x="468" y="449"/>
                  <a:pt x="470" y="450"/>
                  <a:pt x="471" y="452"/>
                </a:cubicBezTo>
                <a:close/>
                <a:moveTo>
                  <a:pt x="164" y="581"/>
                </a:moveTo>
                <a:cubicBezTo>
                  <a:pt x="164" y="580"/>
                  <a:pt x="163" y="580"/>
                  <a:pt x="162" y="580"/>
                </a:cubicBezTo>
                <a:cubicBezTo>
                  <a:pt x="161" y="580"/>
                  <a:pt x="161" y="580"/>
                  <a:pt x="161" y="581"/>
                </a:cubicBezTo>
                <a:cubicBezTo>
                  <a:pt x="162" y="582"/>
                  <a:pt x="162" y="583"/>
                  <a:pt x="163" y="583"/>
                </a:cubicBezTo>
                <a:cubicBezTo>
                  <a:pt x="163" y="582"/>
                  <a:pt x="164" y="582"/>
                  <a:pt x="164" y="581"/>
                </a:cubicBezTo>
                <a:close/>
                <a:moveTo>
                  <a:pt x="492" y="292"/>
                </a:moveTo>
                <a:cubicBezTo>
                  <a:pt x="491" y="292"/>
                  <a:pt x="490" y="292"/>
                  <a:pt x="491" y="293"/>
                </a:cubicBezTo>
                <a:cubicBezTo>
                  <a:pt x="491" y="294"/>
                  <a:pt x="491" y="294"/>
                  <a:pt x="492" y="294"/>
                </a:cubicBezTo>
                <a:cubicBezTo>
                  <a:pt x="493" y="294"/>
                  <a:pt x="493" y="294"/>
                  <a:pt x="493" y="293"/>
                </a:cubicBezTo>
                <a:cubicBezTo>
                  <a:pt x="493" y="292"/>
                  <a:pt x="493" y="291"/>
                  <a:pt x="492" y="292"/>
                </a:cubicBezTo>
                <a:close/>
                <a:moveTo>
                  <a:pt x="156" y="542"/>
                </a:moveTo>
                <a:cubicBezTo>
                  <a:pt x="157" y="542"/>
                  <a:pt x="157" y="541"/>
                  <a:pt x="157" y="541"/>
                </a:cubicBezTo>
                <a:cubicBezTo>
                  <a:pt x="157" y="540"/>
                  <a:pt x="157" y="540"/>
                  <a:pt x="156" y="540"/>
                </a:cubicBezTo>
                <a:cubicBezTo>
                  <a:pt x="156" y="540"/>
                  <a:pt x="155" y="540"/>
                  <a:pt x="155" y="541"/>
                </a:cubicBezTo>
                <a:cubicBezTo>
                  <a:pt x="155" y="541"/>
                  <a:pt x="155" y="542"/>
                  <a:pt x="156" y="542"/>
                </a:cubicBezTo>
                <a:close/>
                <a:moveTo>
                  <a:pt x="149" y="486"/>
                </a:moveTo>
                <a:cubicBezTo>
                  <a:pt x="149" y="485"/>
                  <a:pt x="148" y="486"/>
                  <a:pt x="147" y="486"/>
                </a:cubicBezTo>
                <a:cubicBezTo>
                  <a:pt x="147" y="487"/>
                  <a:pt x="145" y="486"/>
                  <a:pt x="145" y="487"/>
                </a:cubicBezTo>
                <a:cubicBezTo>
                  <a:pt x="146" y="488"/>
                  <a:pt x="147" y="487"/>
                  <a:pt x="148" y="487"/>
                </a:cubicBezTo>
                <a:cubicBezTo>
                  <a:pt x="148" y="487"/>
                  <a:pt x="149" y="487"/>
                  <a:pt x="149" y="486"/>
                </a:cubicBezTo>
                <a:close/>
                <a:moveTo>
                  <a:pt x="222" y="66"/>
                </a:moveTo>
                <a:cubicBezTo>
                  <a:pt x="222" y="66"/>
                  <a:pt x="223" y="66"/>
                  <a:pt x="223" y="66"/>
                </a:cubicBezTo>
                <a:cubicBezTo>
                  <a:pt x="224" y="65"/>
                  <a:pt x="223" y="65"/>
                  <a:pt x="222" y="65"/>
                </a:cubicBezTo>
                <a:cubicBezTo>
                  <a:pt x="222" y="64"/>
                  <a:pt x="221" y="64"/>
                  <a:pt x="220" y="64"/>
                </a:cubicBezTo>
                <a:cubicBezTo>
                  <a:pt x="218" y="62"/>
                  <a:pt x="217" y="61"/>
                  <a:pt x="215" y="61"/>
                </a:cubicBezTo>
                <a:cubicBezTo>
                  <a:pt x="213" y="63"/>
                  <a:pt x="213" y="64"/>
                  <a:pt x="215" y="66"/>
                </a:cubicBezTo>
                <a:cubicBezTo>
                  <a:pt x="217" y="68"/>
                  <a:pt x="219" y="65"/>
                  <a:pt x="222" y="66"/>
                </a:cubicBezTo>
                <a:close/>
                <a:moveTo>
                  <a:pt x="289" y="77"/>
                </a:moveTo>
                <a:cubicBezTo>
                  <a:pt x="289" y="77"/>
                  <a:pt x="289" y="77"/>
                  <a:pt x="289" y="76"/>
                </a:cubicBezTo>
                <a:cubicBezTo>
                  <a:pt x="289" y="75"/>
                  <a:pt x="288" y="75"/>
                  <a:pt x="288" y="75"/>
                </a:cubicBezTo>
                <a:cubicBezTo>
                  <a:pt x="287" y="75"/>
                  <a:pt x="287" y="75"/>
                  <a:pt x="287" y="76"/>
                </a:cubicBezTo>
                <a:cubicBezTo>
                  <a:pt x="287" y="76"/>
                  <a:pt x="288" y="77"/>
                  <a:pt x="289" y="77"/>
                </a:cubicBezTo>
                <a:close/>
                <a:moveTo>
                  <a:pt x="189" y="575"/>
                </a:moveTo>
                <a:cubicBezTo>
                  <a:pt x="192" y="576"/>
                  <a:pt x="192" y="576"/>
                  <a:pt x="192" y="574"/>
                </a:cubicBezTo>
                <a:cubicBezTo>
                  <a:pt x="191" y="574"/>
                  <a:pt x="190" y="572"/>
                  <a:pt x="189" y="573"/>
                </a:cubicBezTo>
                <a:cubicBezTo>
                  <a:pt x="188" y="573"/>
                  <a:pt x="189" y="574"/>
                  <a:pt x="189" y="575"/>
                </a:cubicBezTo>
                <a:close/>
                <a:moveTo>
                  <a:pt x="71" y="404"/>
                </a:moveTo>
                <a:cubicBezTo>
                  <a:pt x="71" y="404"/>
                  <a:pt x="71" y="405"/>
                  <a:pt x="71" y="405"/>
                </a:cubicBezTo>
                <a:cubicBezTo>
                  <a:pt x="70" y="406"/>
                  <a:pt x="71" y="406"/>
                  <a:pt x="71" y="406"/>
                </a:cubicBezTo>
                <a:cubicBezTo>
                  <a:pt x="72" y="406"/>
                  <a:pt x="72" y="405"/>
                  <a:pt x="72" y="405"/>
                </a:cubicBezTo>
                <a:cubicBezTo>
                  <a:pt x="72" y="404"/>
                  <a:pt x="72" y="403"/>
                  <a:pt x="71" y="404"/>
                </a:cubicBezTo>
                <a:close/>
                <a:moveTo>
                  <a:pt x="470" y="319"/>
                </a:moveTo>
                <a:cubicBezTo>
                  <a:pt x="470" y="319"/>
                  <a:pt x="469" y="320"/>
                  <a:pt x="469" y="320"/>
                </a:cubicBezTo>
                <a:cubicBezTo>
                  <a:pt x="469" y="321"/>
                  <a:pt x="470" y="321"/>
                  <a:pt x="471" y="321"/>
                </a:cubicBezTo>
                <a:cubicBezTo>
                  <a:pt x="471" y="321"/>
                  <a:pt x="471" y="321"/>
                  <a:pt x="471" y="320"/>
                </a:cubicBezTo>
                <a:cubicBezTo>
                  <a:pt x="472" y="319"/>
                  <a:pt x="471" y="319"/>
                  <a:pt x="470" y="319"/>
                </a:cubicBezTo>
                <a:close/>
                <a:moveTo>
                  <a:pt x="179" y="697"/>
                </a:moveTo>
                <a:cubicBezTo>
                  <a:pt x="178" y="697"/>
                  <a:pt x="178" y="697"/>
                  <a:pt x="178" y="697"/>
                </a:cubicBezTo>
                <a:cubicBezTo>
                  <a:pt x="178" y="698"/>
                  <a:pt x="178" y="698"/>
                  <a:pt x="179" y="698"/>
                </a:cubicBezTo>
                <a:cubicBezTo>
                  <a:pt x="179" y="698"/>
                  <a:pt x="180" y="698"/>
                  <a:pt x="180" y="697"/>
                </a:cubicBezTo>
                <a:cubicBezTo>
                  <a:pt x="180" y="697"/>
                  <a:pt x="180" y="696"/>
                  <a:pt x="179" y="697"/>
                </a:cubicBezTo>
                <a:close/>
                <a:moveTo>
                  <a:pt x="489" y="453"/>
                </a:moveTo>
                <a:cubicBezTo>
                  <a:pt x="488" y="453"/>
                  <a:pt x="488" y="453"/>
                  <a:pt x="488" y="454"/>
                </a:cubicBezTo>
                <a:cubicBezTo>
                  <a:pt x="487" y="454"/>
                  <a:pt x="488" y="455"/>
                  <a:pt x="489" y="455"/>
                </a:cubicBezTo>
                <a:cubicBezTo>
                  <a:pt x="489" y="455"/>
                  <a:pt x="489" y="455"/>
                  <a:pt x="490" y="454"/>
                </a:cubicBezTo>
                <a:cubicBezTo>
                  <a:pt x="490" y="454"/>
                  <a:pt x="489" y="453"/>
                  <a:pt x="489" y="453"/>
                </a:cubicBezTo>
                <a:close/>
                <a:moveTo>
                  <a:pt x="193" y="573"/>
                </a:moveTo>
                <a:cubicBezTo>
                  <a:pt x="193" y="573"/>
                  <a:pt x="193" y="573"/>
                  <a:pt x="193" y="574"/>
                </a:cubicBezTo>
                <a:cubicBezTo>
                  <a:pt x="194" y="573"/>
                  <a:pt x="195" y="573"/>
                  <a:pt x="197" y="573"/>
                </a:cubicBezTo>
                <a:cubicBezTo>
                  <a:pt x="195" y="571"/>
                  <a:pt x="194" y="572"/>
                  <a:pt x="193" y="573"/>
                </a:cubicBezTo>
                <a:close/>
                <a:moveTo>
                  <a:pt x="472" y="409"/>
                </a:moveTo>
                <a:cubicBezTo>
                  <a:pt x="473" y="409"/>
                  <a:pt x="474" y="409"/>
                  <a:pt x="474" y="407"/>
                </a:cubicBezTo>
                <a:cubicBezTo>
                  <a:pt x="473" y="407"/>
                  <a:pt x="472" y="408"/>
                  <a:pt x="472" y="409"/>
                </a:cubicBezTo>
                <a:close/>
                <a:moveTo>
                  <a:pt x="289" y="82"/>
                </a:moveTo>
                <a:cubicBezTo>
                  <a:pt x="289" y="81"/>
                  <a:pt x="288" y="80"/>
                  <a:pt x="287" y="80"/>
                </a:cubicBezTo>
                <a:cubicBezTo>
                  <a:pt x="287" y="81"/>
                  <a:pt x="288" y="82"/>
                  <a:pt x="289" y="82"/>
                </a:cubicBezTo>
                <a:close/>
                <a:moveTo>
                  <a:pt x="480" y="318"/>
                </a:moveTo>
                <a:cubicBezTo>
                  <a:pt x="480" y="318"/>
                  <a:pt x="481" y="318"/>
                  <a:pt x="481" y="318"/>
                </a:cubicBezTo>
                <a:cubicBezTo>
                  <a:pt x="481" y="317"/>
                  <a:pt x="481" y="316"/>
                  <a:pt x="480" y="316"/>
                </a:cubicBezTo>
                <a:cubicBezTo>
                  <a:pt x="480" y="317"/>
                  <a:pt x="479" y="317"/>
                  <a:pt x="480" y="318"/>
                </a:cubicBezTo>
                <a:close/>
                <a:moveTo>
                  <a:pt x="177" y="636"/>
                </a:moveTo>
                <a:cubicBezTo>
                  <a:pt x="177" y="636"/>
                  <a:pt x="178" y="636"/>
                  <a:pt x="179" y="635"/>
                </a:cubicBezTo>
                <a:cubicBezTo>
                  <a:pt x="178" y="635"/>
                  <a:pt x="177" y="634"/>
                  <a:pt x="176" y="635"/>
                </a:cubicBezTo>
                <a:cubicBezTo>
                  <a:pt x="176" y="635"/>
                  <a:pt x="176" y="635"/>
                  <a:pt x="177" y="636"/>
                </a:cubicBezTo>
                <a:close/>
                <a:moveTo>
                  <a:pt x="463" y="503"/>
                </a:moveTo>
                <a:cubicBezTo>
                  <a:pt x="462" y="503"/>
                  <a:pt x="462" y="503"/>
                  <a:pt x="462" y="504"/>
                </a:cubicBezTo>
                <a:cubicBezTo>
                  <a:pt x="462" y="504"/>
                  <a:pt x="462" y="504"/>
                  <a:pt x="462" y="504"/>
                </a:cubicBezTo>
                <a:cubicBezTo>
                  <a:pt x="463" y="504"/>
                  <a:pt x="464" y="504"/>
                  <a:pt x="464" y="504"/>
                </a:cubicBezTo>
                <a:cubicBezTo>
                  <a:pt x="464" y="503"/>
                  <a:pt x="463" y="503"/>
                  <a:pt x="463" y="503"/>
                </a:cubicBezTo>
                <a:close/>
                <a:moveTo>
                  <a:pt x="153" y="499"/>
                </a:moveTo>
                <a:cubicBezTo>
                  <a:pt x="153" y="501"/>
                  <a:pt x="152" y="501"/>
                  <a:pt x="153" y="502"/>
                </a:cubicBezTo>
                <a:cubicBezTo>
                  <a:pt x="154" y="501"/>
                  <a:pt x="154" y="501"/>
                  <a:pt x="153" y="499"/>
                </a:cubicBezTo>
                <a:close/>
                <a:moveTo>
                  <a:pt x="178" y="669"/>
                </a:moveTo>
                <a:cubicBezTo>
                  <a:pt x="177" y="668"/>
                  <a:pt x="176" y="669"/>
                  <a:pt x="176" y="670"/>
                </a:cubicBezTo>
                <a:cubicBezTo>
                  <a:pt x="177" y="670"/>
                  <a:pt x="177" y="670"/>
                  <a:pt x="178" y="669"/>
                </a:cubicBezTo>
                <a:close/>
                <a:moveTo>
                  <a:pt x="149" y="489"/>
                </a:moveTo>
                <a:cubicBezTo>
                  <a:pt x="148" y="489"/>
                  <a:pt x="148" y="489"/>
                  <a:pt x="148" y="490"/>
                </a:cubicBezTo>
                <a:cubicBezTo>
                  <a:pt x="148" y="490"/>
                  <a:pt x="149" y="490"/>
                  <a:pt x="149" y="490"/>
                </a:cubicBezTo>
                <a:cubicBezTo>
                  <a:pt x="149" y="490"/>
                  <a:pt x="149" y="490"/>
                  <a:pt x="149" y="489"/>
                </a:cubicBezTo>
                <a:cubicBezTo>
                  <a:pt x="149" y="489"/>
                  <a:pt x="149" y="489"/>
                  <a:pt x="149" y="489"/>
                </a:cubicBezTo>
                <a:close/>
                <a:moveTo>
                  <a:pt x="466" y="394"/>
                </a:moveTo>
                <a:cubicBezTo>
                  <a:pt x="466" y="394"/>
                  <a:pt x="467" y="394"/>
                  <a:pt x="467" y="395"/>
                </a:cubicBezTo>
                <a:cubicBezTo>
                  <a:pt x="467" y="395"/>
                  <a:pt x="467" y="394"/>
                  <a:pt x="468" y="394"/>
                </a:cubicBezTo>
                <a:cubicBezTo>
                  <a:pt x="467" y="394"/>
                  <a:pt x="467" y="393"/>
                  <a:pt x="467" y="393"/>
                </a:cubicBezTo>
                <a:cubicBezTo>
                  <a:pt x="466" y="393"/>
                  <a:pt x="466" y="393"/>
                  <a:pt x="466" y="394"/>
                </a:cubicBezTo>
                <a:close/>
                <a:moveTo>
                  <a:pt x="471" y="327"/>
                </a:moveTo>
                <a:cubicBezTo>
                  <a:pt x="471" y="327"/>
                  <a:pt x="470" y="327"/>
                  <a:pt x="470" y="327"/>
                </a:cubicBezTo>
                <a:cubicBezTo>
                  <a:pt x="470" y="327"/>
                  <a:pt x="471" y="327"/>
                  <a:pt x="471" y="328"/>
                </a:cubicBezTo>
                <a:cubicBezTo>
                  <a:pt x="471" y="327"/>
                  <a:pt x="471" y="327"/>
                  <a:pt x="471" y="327"/>
                </a:cubicBezTo>
                <a:cubicBezTo>
                  <a:pt x="471" y="327"/>
                  <a:pt x="471" y="326"/>
                  <a:pt x="471" y="327"/>
                </a:cubicBezTo>
                <a:close/>
                <a:moveTo>
                  <a:pt x="484" y="323"/>
                </a:moveTo>
                <a:cubicBezTo>
                  <a:pt x="483" y="323"/>
                  <a:pt x="483" y="324"/>
                  <a:pt x="483" y="324"/>
                </a:cubicBezTo>
                <a:cubicBezTo>
                  <a:pt x="483" y="324"/>
                  <a:pt x="483" y="324"/>
                  <a:pt x="484" y="324"/>
                </a:cubicBezTo>
                <a:cubicBezTo>
                  <a:pt x="484" y="324"/>
                  <a:pt x="484" y="324"/>
                  <a:pt x="484" y="324"/>
                </a:cubicBezTo>
                <a:cubicBezTo>
                  <a:pt x="484" y="323"/>
                  <a:pt x="484" y="323"/>
                  <a:pt x="484" y="323"/>
                </a:cubicBezTo>
                <a:close/>
                <a:moveTo>
                  <a:pt x="476" y="377"/>
                </a:moveTo>
                <a:cubicBezTo>
                  <a:pt x="476" y="377"/>
                  <a:pt x="476" y="377"/>
                  <a:pt x="476" y="377"/>
                </a:cubicBezTo>
                <a:cubicBezTo>
                  <a:pt x="476" y="378"/>
                  <a:pt x="476" y="378"/>
                  <a:pt x="477" y="378"/>
                </a:cubicBezTo>
                <a:cubicBezTo>
                  <a:pt x="477" y="378"/>
                  <a:pt x="477" y="377"/>
                  <a:pt x="477" y="377"/>
                </a:cubicBezTo>
                <a:cubicBezTo>
                  <a:pt x="477" y="377"/>
                  <a:pt x="477" y="376"/>
                  <a:pt x="476" y="377"/>
                </a:cubicBezTo>
                <a:close/>
                <a:moveTo>
                  <a:pt x="242" y="797"/>
                </a:moveTo>
                <a:cubicBezTo>
                  <a:pt x="242" y="797"/>
                  <a:pt x="243" y="797"/>
                  <a:pt x="243" y="798"/>
                </a:cubicBezTo>
                <a:cubicBezTo>
                  <a:pt x="243" y="797"/>
                  <a:pt x="243" y="797"/>
                  <a:pt x="243" y="797"/>
                </a:cubicBezTo>
                <a:cubicBezTo>
                  <a:pt x="243" y="797"/>
                  <a:pt x="243" y="796"/>
                  <a:pt x="243" y="796"/>
                </a:cubicBezTo>
                <a:cubicBezTo>
                  <a:pt x="243" y="796"/>
                  <a:pt x="243" y="797"/>
                  <a:pt x="242" y="797"/>
                </a:cubicBezTo>
                <a:close/>
                <a:moveTo>
                  <a:pt x="240" y="793"/>
                </a:moveTo>
                <a:cubicBezTo>
                  <a:pt x="240" y="793"/>
                  <a:pt x="240" y="793"/>
                  <a:pt x="239" y="793"/>
                </a:cubicBezTo>
                <a:cubicBezTo>
                  <a:pt x="240" y="794"/>
                  <a:pt x="240" y="794"/>
                  <a:pt x="240" y="794"/>
                </a:cubicBezTo>
                <a:cubicBezTo>
                  <a:pt x="241" y="794"/>
                  <a:pt x="241" y="794"/>
                  <a:pt x="241" y="793"/>
                </a:cubicBezTo>
                <a:cubicBezTo>
                  <a:pt x="241" y="793"/>
                  <a:pt x="241" y="793"/>
                  <a:pt x="240" y="793"/>
                </a:cubicBezTo>
                <a:close/>
                <a:moveTo>
                  <a:pt x="472" y="389"/>
                </a:moveTo>
                <a:cubicBezTo>
                  <a:pt x="472" y="389"/>
                  <a:pt x="471" y="389"/>
                  <a:pt x="471" y="389"/>
                </a:cubicBezTo>
                <a:cubicBezTo>
                  <a:pt x="471" y="389"/>
                  <a:pt x="471" y="389"/>
                  <a:pt x="470" y="389"/>
                </a:cubicBezTo>
                <a:cubicBezTo>
                  <a:pt x="471" y="390"/>
                  <a:pt x="471" y="390"/>
                  <a:pt x="471" y="390"/>
                </a:cubicBezTo>
                <a:cubicBezTo>
                  <a:pt x="471" y="390"/>
                  <a:pt x="472" y="390"/>
                  <a:pt x="472" y="389"/>
                </a:cubicBezTo>
                <a:close/>
                <a:moveTo>
                  <a:pt x="475" y="349"/>
                </a:moveTo>
                <a:cubicBezTo>
                  <a:pt x="475" y="349"/>
                  <a:pt x="476" y="349"/>
                  <a:pt x="476" y="349"/>
                </a:cubicBezTo>
                <a:cubicBezTo>
                  <a:pt x="476" y="349"/>
                  <a:pt x="476" y="349"/>
                  <a:pt x="476" y="349"/>
                </a:cubicBezTo>
                <a:cubicBezTo>
                  <a:pt x="476" y="349"/>
                  <a:pt x="476" y="348"/>
                  <a:pt x="476" y="348"/>
                </a:cubicBezTo>
                <a:cubicBezTo>
                  <a:pt x="475" y="348"/>
                  <a:pt x="475" y="348"/>
                  <a:pt x="475" y="349"/>
                </a:cubicBezTo>
                <a:close/>
                <a:moveTo>
                  <a:pt x="462" y="389"/>
                </a:moveTo>
                <a:cubicBezTo>
                  <a:pt x="462" y="389"/>
                  <a:pt x="462" y="389"/>
                  <a:pt x="462" y="389"/>
                </a:cubicBezTo>
                <a:cubicBezTo>
                  <a:pt x="463" y="389"/>
                  <a:pt x="463" y="389"/>
                  <a:pt x="463" y="389"/>
                </a:cubicBezTo>
                <a:cubicBezTo>
                  <a:pt x="463" y="388"/>
                  <a:pt x="462" y="388"/>
                  <a:pt x="462" y="388"/>
                </a:cubicBezTo>
                <a:cubicBezTo>
                  <a:pt x="462" y="388"/>
                  <a:pt x="461" y="388"/>
                  <a:pt x="462" y="389"/>
                </a:cubicBezTo>
                <a:close/>
                <a:moveTo>
                  <a:pt x="385" y="639"/>
                </a:moveTo>
                <a:cubicBezTo>
                  <a:pt x="385" y="639"/>
                  <a:pt x="385" y="639"/>
                  <a:pt x="385" y="639"/>
                </a:cubicBezTo>
                <a:cubicBezTo>
                  <a:pt x="385" y="639"/>
                  <a:pt x="385" y="639"/>
                  <a:pt x="385" y="639"/>
                </a:cubicBezTo>
                <a:cubicBezTo>
                  <a:pt x="385" y="639"/>
                  <a:pt x="385" y="639"/>
                  <a:pt x="385" y="639"/>
                </a:cubicBezTo>
                <a:close/>
                <a:moveTo>
                  <a:pt x="385" y="639"/>
                </a:moveTo>
                <a:cubicBezTo>
                  <a:pt x="386" y="639"/>
                  <a:pt x="387" y="639"/>
                  <a:pt x="387" y="637"/>
                </a:cubicBezTo>
                <a:cubicBezTo>
                  <a:pt x="386" y="638"/>
                  <a:pt x="386" y="638"/>
                  <a:pt x="385" y="639"/>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8" name="Freeform 665"/>
          <p:cNvSpPr>
            <a:spLocks/>
          </p:cNvSpPr>
          <p:nvPr/>
        </p:nvSpPr>
        <p:spPr bwMode="auto">
          <a:xfrm>
            <a:off x="9320213" y="6308725"/>
            <a:ext cx="203200" cy="87312"/>
          </a:xfrm>
          <a:custGeom>
            <a:avLst/>
            <a:gdLst>
              <a:gd name="T0" fmla="*/ 2 w 53"/>
              <a:gd name="T1" fmla="*/ 1 h 23"/>
              <a:gd name="T2" fmla="*/ 1 w 53"/>
              <a:gd name="T3" fmla="*/ 5 h 23"/>
              <a:gd name="T4" fmla="*/ 2 w 53"/>
              <a:gd name="T5" fmla="*/ 7 h 23"/>
              <a:gd name="T6" fmla="*/ 2 w 53"/>
              <a:gd name="T7" fmla="*/ 9 h 23"/>
              <a:gd name="T8" fmla="*/ 0 w 53"/>
              <a:gd name="T9" fmla="*/ 12 h 23"/>
              <a:gd name="T10" fmla="*/ 1 w 53"/>
              <a:gd name="T11" fmla="*/ 14 h 23"/>
              <a:gd name="T12" fmla="*/ 2 w 53"/>
              <a:gd name="T13" fmla="*/ 13 h 23"/>
              <a:gd name="T14" fmla="*/ 4 w 53"/>
              <a:gd name="T15" fmla="*/ 12 h 23"/>
              <a:gd name="T16" fmla="*/ 7 w 53"/>
              <a:gd name="T17" fmla="*/ 11 h 23"/>
              <a:gd name="T18" fmla="*/ 8 w 53"/>
              <a:gd name="T19" fmla="*/ 13 h 23"/>
              <a:gd name="T20" fmla="*/ 12 w 53"/>
              <a:gd name="T21" fmla="*/ 14 h 23"/>
              <a:gd name="T22" fmla="*/ 15 w 53"/>
              <a:gd name="T23" fmla="*/ 18 h 23"/>
              <a:gd name="T24" fmla="*/ 17 w 53"/>
              <a:gd name="T25" fmla="*/ 17 h 23"/>
              <a:gd name="T26" fmla="*/ 19 w 53"/>
              <a:gd name="T27" fmla="*/ 19 h 23"/>
              <a:gd name="T28" fmla="*/ 21 w 53"/>
              <a:gd name="T29" fmla="*/ 22 h 23"/>
              <a:gd name="T30" fmla="*/ 23 w 53"/>
              <a:gd name="T31" fmla="*/ 22 h 23"/>
              <a:gd name="T32" fmla="*/ 25 w 53"/>
              <a:gd name="T33" fmla="*/ 20 h 23"/>
              <a:gd name="T34" fmla="*/ 27 w 53"/>
              <a:gd name="T35" fmla="*/ 18 h 23"/>
              <a:gd name="T36" fmla="*/ 24 w 53"/>
              <a:gd name="T37" fmla="*/ 15 h 23"/>
              <a:gd name="T38" fmla="*/ 24 w 53"/>
              <a:gd name="T39" fmla="*/ 12 h 23"/>
              <a:gd name="T40" fmla="*/ 29 w 53"/>
              <a:gd name="T41" fmla="*/ 10 h 23"/>
              <a:gd name="T42" fmla="*/ 30 w 53"/>
              <a:gd name="T43" fmla="*/ 7 h 23"/>
              <a:gd name="T44" fmla="*/ 34 w 53"/>
              <a:gd name="T45" fmla="*/ 5 h 23"/>
              <a:gd name="T46" fmla="*/ 38 w 53"/>
              <a:gd name="T47" fmla="*/ 7 h 23"/>
              <a:gd name="T48" fmla="*/ 41 w 53"/>
              <a:gd name="T49" fmla="*/ 11 h 23"/>
              <a:gd name="T50" fmla="*/ 42 w 53"/>
              <a:gd name="T51" fmla="*/ 11 h 23"/>
              <a:gd name="T52" fmla="*/ 43 w 53"/>
              <a:gd name="T53" fmla="*/ 11 h 23"/>
              <a:gd name="T54" fmla="*/ 44 w 53"/>
              <a:gd name="T55" fmla="*/ 12 h 23"/>
              <a:gd name="T56" fmla="*/ 43 w 53"/>
              <a:gd name="T57" fmla="*/ 13 h 23"/>
              <a:gd name="T58" fmla="*/ 42 w 53"/>
              <a:gd name="T59" fmla="*/ 14 h 23"/>
              <a:gd name="T60" fmla="*/ 42 w 53"/>
              <a:gd name="T61" fmla="*/ 17 h 23"/>
              <a:gd name="T62" fmla="*/ 44 w 53"/>
              <a:gd name="T63" fmla="*/ 20 h 23"/>
              <a:gd name="T64" fmla="*/ 46 w 53"/>
              <a:gd name="T65" fmla="*/ 21 h 23"/>
              <a:gd name="T66" fmla="*/ 48 w 53"/>
              <a:gd name="T67" fmla="*/ 20 h 23"/>
              <a:gd name="T68" fmla="*/ 49 w 53"/>
              <a:gd name="T69" fmla="*/ 19 h 23"/>
              <a:gd name="T70" fmla="*/ 51 w 53"/>
              <a:gd name="T71" fmla="*/ 16 h 23"/>
              <a:gd name="T72" fmla="*/ 50 w 53"/>
              <a:gd name="T73" fmla="*/ 10 h 23"/>
              <a:gd name="T74" fmla="*/ 50 w 53"/>
              <a:gd name="T75" fmla="*/ 9 h 23"/>
              <a:gd name="T76" fmla="*/ 47 w 53"/>
              <a:gd name="T77" fmla="*/ 5 h 23"/>
              <a:gd name="T78" fmla="*/ 44 w 53"/>
              <a:gd name="T79" fmla="*/ 4 h 23"/>
              <a:gd name="T80" fmla="*/ 42 w 53"/>
              <a:gd name="T81" fmla="*/ 3 h 23"/>
              <a:gd name="T82" fmla="*/ 38 w 53"/>
              <a:gd name="T83" fmla="*/ 2 h 23"/>
              <a:gd name="T84" fmla="*/ 35 w 53"/>
              <a:gd name="T85" fmla="*/ 1 h 23"/>
              <a:gd name="T86" fmla="*/ 31 w 53"/>
              <a:gd name="T87" fmla="*/ 0 h 23"/>
              <a:gd name="T88" fmla="*/ 27 w 53"/>
              <a:gd name="T89" fmla="*/ 3 h 23"/>
              <a:gd name="T90" fmla="*/ 24 w 53"/>
              <a:gd name="T91" fmla="*/ 4 h 23"/>
              <a:gd name="T92" fmla="*/ 18 w 53"/>
              <a:gd name="T93" fmla="*/ 8 h 23"/>
              <a:gd name="T94" fmla="*/ 12 w 53"/>
              <a:gd name="T95" fmla="*/ 6 h 23"/>
              <a:gd name="T96" fmla="*/ 11 w 53"/>
              <a:gd name="T97" fmla="*/ 4 h 23"/>
              <a:gd name="T98" fmla="*/ 11 w 53"/>
              <a:gd name="T99" fmla="*/ 6 h 23"/>
              <a:gd name="T100" fmla="*/ 7 w 53"/>
              <a:gd name="T101" fmla="*/ 5 h 23"/>
              <a:gd name="T102" fmla="*/ 6 w 53"/>
              <a:gd name="T103" fmla="*/ 4 h 23"/>
              <a:gd name="T104" fmla="*/ 5 w 53"/>
              <a:gd name="T105" fmla="*/ 1 h 23"/>
              <a:gd name="T106" fmla="*/ 4 w 53"/>
              <a:gd name="T10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23">
                <a:moveTo>
                  <a:pt x="2" y="0"/>
                </a:moveTo>
                <a:cubicBezTo>
                  <a:pt x="2" y="0"/>
                  <a:pt x="2" y="1"/>
                  <a:pt x="2" y="1"/>
                </a:cubicBezTo>
                <a:cubicBezTo>
                  <a:pt x="2" y="1"/>
                  <a:pt x="1" y="2"/>
                  <a:pt x="1" y="2"/>
                </a:cubicBezTo>
                <a:cubicBezTo>
                  <a:pt x="1" y="2"/>
                  <a:pt x="1" y="5"/>
                  <a:pt x="1" y="5"/>
                </a:cubicBezTo>
                <a:cubicBezTo>
                  <a:pt x="1" y="5"/>
                  <a:pt x="2" y="6"/>
                  <a:pt x="2" y="6"/>
                </a:cubicBezTo>
                <a:cubicBezTo>
                  <a:pt x="2" y="6"/>
                  <a:pt x="2" y="7"/>
                  <a:pt x="2" y="7"/>
                </a:cubicBezTo>
                <a:cubicBezTo>
                  <a:pt x="2" y="7"/>
                  <a:pt x="1" y="8"/>
                  <a:pt x="1" y="8"/>
                </a:cubicBezTo>
                <a:cubicBezTo>
                  <a:pt x="1" y="8"/>
                  <a:pt x="2" y="9"/>
                  <a:pt x="2" y="9"/>
                </a:cubicBezTo>
                <a:cubicBezTo>
                  <a:pt x="2" y="9"/>
                  <a:pt x="2" y="11"/>
                  <a:pt x="2" y="11"/>
                </a:cubicBezTo>
                <a:cubicBezTo>
                  <a:pt x="0" y="12"/>
                  <a:pt x="0" y="12"/>
                  <a:pt x="0" y="12"/>
                </a:cubicBezTo>
                <a:cubicBezTo>
                  <a:pt x="0" y="12"/>
                  <a:pt x="0" y="12"/>
                  <a:pt x="0" y="12"/>
                </a:cubicBezTo>
                <a:cubicBezTo>
                  <a:pt x="1" y="12"/>
                  <a:pt x="1" y="13"/>
                  <a:pt x="1" y="14"/>
                </a:cubicBezTo>
                <a:cubicBezTo>
                  <a:pt x="1" y="14"/>
                  <a:pt x="1" y="14"/>
                  <a:pt x="2" y="14"/>
                </a:cubicBezTo>
                <a:cubicBezTo>
                  <a:pt x="2" y="14"/>
                  <a:pt x="2" y="14"/>
                  <a:pt x="2" y="13"/>
                </a:cubicBezTo>
                <a:cubicBezTo>
                  <a:pt x="2" y="12"/>
                  <a:pt x="2" y="12"/>
                  <a:pt x="3" y="12"/>
                </a:cubicBezTo>
                <a:cubicBezTo>
                  <a:pt x="3" y="12"/>
                  <a:pt x="3" y="12"/>
                  <a:pt x="4" y="12"/>
                </a:cubicBezTo>
                <a:cubicBezTo>
                  <a:pt x="4" y="12"/>
                  <a:pt x="5" y="13"/>
                  <a:pt x="6" y="13"/>
                </a:cubicBezTo>
                <a:cubicBezTo>
                  <a:pt x="7" y="13"/>
                  <a:pt x="6" y="12"/>
                  <a:pt x="7" y="11"/>
                </a:cubicBezTo>
                <a:cubicBezTo>
                  <a:pt x="7" y="11"/>
                  <a:pt x="7" y="12"/>
                  <a:pt x="7" y="12"/>
                </a:cubicBezTo>
                <a:cubicBezTo>
                  <a:pt x="7" y="13"/>
                  <a:pt x="7" y="13"/>
                  <a:pt x="8" y="13"/>
                </a:cubicBezTo>
                <a:cubicBezTo>
                  <a:pt x="9" y="13"/>
                  <a:pt x="10" y="13"/>
                  <a:pt x="10" y="13"/>
                </a:cubicBezTo>
                <a:cubicBezTo>
                  <a:pt x="11" y="13"/>
                  <a:pt x="12" y="14"/>
                  <a:pt x="12" y="14"/>
                </a:cubicBezTo>
                <a:cubicBezTo>
                  <a:pt x="12" y="15"/>
                  <a:pt x="13" y="16"/>
                  <a:pt x="13" y="17"/>
                </a:cubicBezTo>
                <a:cubicBezTo>
                  <a:pt x="13" y="17"/>
                  <a:pt x="14" y="17"/>
                  <a:pt x="15" y="18"/>
                </a:cubicBezTo>
                <a:cubicBezTo>
                  <a:pt x="16" y="18"/>
                  <a:pt x="16" y="18"/>
                  <a:pt x="17" y="18"/>
                </a:cubicBezTo>
                <a:cubicBezTo>
                  <a:pt x="18" y="18"/>
                  <a:pt x="17" y="17"/>
                  <a:pt x="17" y="17"/>
                </a:cubicBezTo>
                <a:cubicBezTo>
                  <a:pt x="17" y="16"/>
                  <a:pt x="18" y="17"/>
                  <a:pt x="18" y="17"/>
                </a:cubicBezTo>
                <a:cubicBezTo>
                  <a:pt x="18" y="17"/>
                  <a:pt x="19" y="19"/>
                  <a:pt x="19" y="19"/>
                </a:cubicBezTo>
                <a:cubicBezTo>
                  <a:pt x="19" y="20"/>
                  <a:pt x="19" y="20"/>
                  <a:pt x="19" y="21"/>
                </a:cubicBezTo>
                <a:cubicBezTo>
                  <a:pt x="19" y="23"/>
                  <a:pt x="20" y="22"/>
                  <a:pt x="21" y="22"/>
                </a:cubicBezTo>
                <a:cubicBezTo>
                  <a:pt x="21" y="22"/>
                  <a:pt x="22" y="22"/>
                  <a:pt x="22" y="22"/>
                </a:cubicBezTo>
                <a:cubicBezTo>
                  <a:pt x="22" y="22"/>
                  <a:pt x="23" y="22"/>
                  <a:pt x="23" y="22"/>
                </a:cubicBezTo>
                <a:cubicBezTo>
                  <a:pt x="23" y="22"/>
                  <a:pt x="24" y="21"/>
                  <a:pt x="24" y="21"/>
                </a:cubicBezTo>
                <a:cubicBezTo>
                  <a:pt x="24" y="21"/>
                  <a:pt x="24" y="20"/>
                  <a:pt x="25" y="20"/>
                </a:cubicBezTo>
                <a:cubicBezTo>
                  <a:pt x="26" y="20"/>
                  <a:pt x="27" y="20"/>
                  <a:pt x="27" y="20"/>
                </a:cubicBezTo>
                <a:cubicBezTo>
                  <a:pt x="27" y="19"/>
                  <a:pt x="27" y="19"/>
                  <a:pt x="27" y="18"/>
                </a:cubicBezTo>
                <a:cubicBezTo>
                  <a:pt x="27" y="18"/>
                  <a:pt x="26" y="18"/>
                  <a:pt x="26" y="17"/>
                </a:cubicBezTo>
                <a:cubicBezTo>
                  <a:pt x="25" y="16"/>
                  <a:pt x="24" y="16"/>
                  <a:pt x="24" y="15"/>
                </a:cubicBezTo>
                <a:cubicBezTo>
                  <a:pt x="23" y="15"/>
                  <a:pt x="23" y="14"/>
                  <a:pt x="23" y="13"/>
                </a:cubicBezTo>
                <a:cubicBezTo>
                  <a:pt x="23" y="13"/>
                  <a:pt x="24" y="12"/>
                  <a:pt x="24" y="12"/>
                </a:cubicBezTo>
                <a:cubicBezTo>
                  <a:pt x="24" y="12"/>
                  <a:pt x="26" y="12"/>
                  <a:pt x="27" y="11"/>
                </a:cubicBezTo>
                <a:cubicBezTo>
                  <a:pt x="27" y="11"/>
                  <a:pt x="28" y="10"/>
                  <a:pt x="29" y="10"/>
                </a:cubicBezTo>
                <a:cubicBezTo>
                  <a:pt x="29" y="9"/>
                  <a:pt x="29" y="9"/>
                  <a:pt x="29" y="8"/>
                </a:cubicBezTo>
                <a:cubicBezTo>
                  <a:pt x="29" y="8"/>
                  <a:pt x="30" y="8"/>
                  <a:pt x="30" y="7"/>
                </a:cubicBezTo>
                <a:cubicBezTo>
                  <a:pt x="30" y="7"/>
                  <a:pt x="32" y="6"/>
                  <a:pt x="32" y="6"/>
                </a:cubicBezTo>
                <a:cubicBezTo>
                  <a:pt x="33" y="6"/>
                  <a:pt x="34" y="5"/>
                  <a:pt x="34" y="5"/>
                </a:cubicBezTo>
                <a:cubicBezTo>
                  <a:pt x="34" y="5"/>
                  <a:pt x="36" y="6"/>
                  <a:pt x="36" y="6"/>
                </a:cubicBezTo>
                <a:cubicBezTo>
                  <a:pt x="36" y="6"/>
                  <a:pt x="37" y="7"/>
                  <a:pt x="38" y="7"/>
                </a:cubicBezTo>
                <a:cubicBezTo>
                  <a:pt x="39" y="8"/>
                  <a:pt x="40" y="9"/>
                  <a:pt x="40" y="9"/>
                </a:cubicBezTo>
                <a:cubicBezTo>
                  <a:pt x="41" y="9"/>
                  <a:pt x="41" y="11"/>
                  <a:pt x="41" y="11"/>
                </a:cubicBezTo>
                <a:cubicBezTo>
                  <a:pt x="41" y="12"/>
                  <a:pt x="41" y="12"/>
                  <a:pt x="42" y="12"/>
                </a:cubicBezTo>
                <a:cubicBezTo>
                  <a:pt x="42" y="12"/>
                  <a:pt x="42" y="11"/>
                  <a:pt x="42" y="11"/>
                </a:cubicBezTo>
                <a:cubicBezTo>
                  <a:pt x="42" y="11"/>
                  <a:pt x="43" y="11"/>
                  <a:pt x="43" y="11"/>
                </a:cubicBezTo>
                <a:cubicBezTo>
                  <a:pt x="43" y="11"/>
                  <a:pt x="43" y="11"/>
                  <a:pt x="43" y="11"/>
                </a:cubicBezTo>
                <a:cubicBezTo>
                  <a:pt x="44" y="11"/>
                  <a:pt x="44" y="11"/>
                  <a:pt x="44" y="11"/>
                </a:cubicBezTo>
                <a:cubicBezTo>
                  <a:pt x="44" y="11"/>
                  <a:pt x="44" y="11"/>
                  <a:pt x="44" y="12"/>
                </a:cubicBezTo>
                <a:cubicBezTo>
                  <a:pt x="44" y="12"/>
                  <a:pt x="44" y="12"/>
                  <a:pt x="43" y="12"/>
                </a:cubicBezTo>
                <a:cubicBezTo>
                  <a:pt x="43" y="13"/>
                  <a:pt x="43" y="13"/>
                  <a:pt x="43" y="13"/>
                </a:cubicBezTo>
                <a:cubicBezTo>
                  <a:pt x="43" y="13"/>
                  <a:pt x="43" y="14"/>
                  <a:pt x="43" y="14"/>
                </a:cubicBezTo>
                <a:cubicBezTo>
                  <a:pt x="42" y="14"/>
                  <a:pt x="42" y="14"/>
                  <a:pt x="42" y="14"/>
                </a:cubicBezTo>
                <a:cubicBezTo>
                  <a:pt x="41" y="15"/>
                  <a:pt x="41" y="15"/>
                  <a:pt x="41" y="16"/>
                </a:cubicBezTo>
                <a:cubicBezTo>
                  <a:pt x="41" y="16"/>
                  <a:pt x="42" y="16"/>
                  <a:pt x="42" y="17"/>
                </a:cubicBezTo>
                <a:cubicBezTo>
                  <a:pt x="43" y="17"/>
                  <a:pt x="43" y="18"/>
                  <a:pt x="43" y="19"/>
                </a:cubicBezTo>
                <a:cubicBezTo>
                  <a:pt x="43" y="19"/>
                  <a:pt x="44" y="20"/>
                  <a:pt x="44" y="20"/>
                </a:cubicBezTo>
                <a:cubicBezTo>
                  <a:pt x="44" y="20"/>
                  <a:pt x="46" y="22"/>
                  <a:pt x="46" y="22"/>
                </a:cubicBezTo>
                <a:cubicBezTo>
                  <a:pt x="46" y="21"/>
                  <a:pt x="46" y="21"/>
                  <a:pt x="46" y="21"/>
                </a:cubicBezTo>
                <a:cubicBezTo>
                  <a:pt x="47" y="20"/>
                  <a:pt x="47" y="20"/>
                  <a:pt x="47" y="20"/>
                </a:cubicBezTo>
                <a:cubicBezTo>
                  <a:pt x="47" y="20"/>
                  <a:pt x="47" y="20"/>
                  <a:pt x="48" y="20"/>
                </a:cubicBezTo>
                <a:cubicBezTo>
                  <a:pt x="48" y="19"/>
                  <a:pt x="47" y="18"/>
                  <a:pt x="47" y="17"/>
                </a:cubicBezTo>
                <a:cubicBezTo>
                  <a:pt x="47" y="17"/>
                  <a:pt x="49" y="19"/>
                  <a:pt x="49" y="19"/>
                </a:cubicBezTo>
                <a:cubicBezTo>
                  <a:pt x="49" y="19"/>
                  <a:pt x="51" y="17"/>
                  <a:pt x="51" y="17"/>
                </a:cubicBezTo>
                <a:cubicBezTo>
                  <a:pt x="51" y="17"/>
                  <a:pt x="51" y="16"/>
                  <a:pt x="51" y="16"/>
                </a:cubicBezTo>
                <a:cubicBezTo>
                  <a:pt x="51" y="16"/>
                  <a:pt x="52" y="15"/>
                  <a:pt x="52" y="15"/>
                </a:cubicBezTo>
                <a:cubicBezTo>
                  <a:pt x="53" y="15"/>
                  <a:pt x="50" y="10"/>
                  <a:pt x="50" y="10"/>
                </a:cubicBezTo>
                <a:cubicBezTo>
                  <a:pt x="50" y="10"/>
                  <a:pt x="51" y="9"/>
                  <a:pt x="51" y="9"/>
                </a:cubicBezTo>
                <a:cubicBezTo>
                  <a:pt x="51" y="9"/>
                  <a:pt x="50" y="9"/>
                  <a:pt x="50" y="9"/>
                </a:cubicBezTo>
                <a:cubicBezTo>
                  <a:pt x="50" y="9"/>
                  <a:pt x="49" y="8"/>
                  <a:pt x="49" y="8"/>
                </a:cubicBezTo>
                <a:cubicBezTo>
                  <a:pt x="48" y="7"/>
                  <a:pt x="47" y="6"/>
                  <a:pt x="47" y="5"/>
                </a:cubicBezTo>
                <a:cubicBezTo>
                  <a:pt x="47" y="5"/>
                  <a:pt x="45" y="4"/>
                  <a:pt x="45" y="4"/>
                </a:cubicBezTo>
                <a:cubicBezTo>
                  <a:pt x="44" y="4"/>
                  <a:pt x="44" y="4"/>
                  <a:pt x="44" y="4"/>
                </a:cubicBezTo>
                <a:cubicBezTo>
                  <a:pt x="44" y="4"/>
                  <a:pt x="44" y="3"/>
                  <a:pt x="43" y="3"/>
                </a:cubicBezTo>
                <a:cubicBezTo>
                  <a:pt x="43" y="3"/>
                  <a:pt x="42" y="3"/>
                  <a:pt x="42" y="3"/>
                </a:cubicBezTo>
                <a:cubicBezTo>
                  <a:pt x="41" y="2"/>
                  <a:pt x="40" y="2"/>
                  <a:pt x="40" y="2"/>
                </a:cubicBezTo>
                <a:cubicBezTo>
                  <a:pt x="39" y="2"/>
                  <a:pt x="38" y="2"/>
                  <a:pt x="38" y="2"/>
                </a:cubicBezTo>
                <a:cubicBezTo>
                  <a:pt x="37" y="2"/>
                  <a:pt x="37" y="2"/>
                  <a:pt x="36" y="2"/>
                </a:cubicBezTo>
                <a:cubicBezTo>
                  <a:pt x="36" y="1"/>
                  <a:pt x="36" y="1"/>
                  <a:pt x="35" y="1"/>
                </a:cubicBezTo>
                <a:cubicBezTo>
                  <a:pt x="35" y="1"/>
                  <a:pt x="35" y="1"/>
                  <a:pt x="35" y="1"/>
                </a:cubicBezTo>
                <a:cubicBezTo>
                  <a:pt x="34" y="1"/>
                  <a:pt x="32" y="0"/>
                  <a:pt x="31" y="0"/>
                </a:cubicBezTo>
                <a:cubicBezTo>
                  <a:pt x="31" y="0"/>
                  <a:pt x="30" y="1"/>
                  <a:pt x="30" y="1"/>
                </a:cubicBezTo>
                <a:cubicBezTo>
                  <a:pt x="29" y="2"/>
                  <a:pt x="28" y="2"/>
                  <a:pt x="27" y="3"/>
                </a:cubicBezTo>
                <a:cubicBezTo>
                  <a:pt x="27" y="3"/>
                  <a:pt x="26" y="4"/>
                  <a:pt x="26" y="4"/>
                </a:cubicBezTo>
                <a:cubicBezTo>
                  <a:pt x="25" y="4"/>
                  <a:pt x="25" y="4"/>
                  <a:pt x="24" y="4"/>
                </a:cubicBezTo>
                <a:cubicBezTo>
                  <a:pt x="23" y="5"/>
                  <a:pt x="22" y="5"/>
                  <a:pt x="21" y="6"/>
                </a:cubicBezTo>
                <a:cubicBezTo>
                  <a:pt x="20" y="7"/>
                  <a:pt x="19" y="7"/>
                  <a:pt x="18" y="8"/>
                </a:cubicBezTo>
                <a:cubicBezTo>
                  <a:pt x="17" y="8"/>
                  <a:pt x="16" y="8"/>
                  <a:pt x="15" y="8"/>
                </a:cubicBezTo>
                <a:cubicBezTo>
                  <a:pt x="14" y="7"/>
                  <a:pt x="13" y="7"/>
                  <a:pt x="12" y="6"/>
                </a:cubicBezTo>
                <a:cubicBezTo>
                  <a:pt x="12" y="6"/>
                  <a:pt x="12" y="6"/>
                  <a:pt x="11" y="5"/>
                </a:cubicBezTo>
                <a:cubicBezTo>
                  <a:pt x="11" y="5"/>
                  <a:pt x="11" y="5"/>
                  <a:pt x="11" y="4"/>
                </a:cubicBezTo>
                <a:cubicBezTo>
                  <a:pt x="11" y="4"/>
                  <a:pt x="10" y="4"/>
                  <a:pt x="10" y="4"/>
                </a:cubicBezTo>
                <a:cubicBezTo>
                  <a:pt x="10" y="5"/>
                  <a:pt x="11" y="6"/>
                  <a:pt x="11" y="6"/>
                </a:cubicBezTo>
                <a:cubicBezTo>
                  <a:pt x="10" y="6"/>
                  <a:pt x="9" y="6"/>
                  <a:pt x="8" y="6"/>
                </a:cubicBezTo>
                <a:cubicBezTo>
                  <a:pt x="8" y="6"/>
                  <a:pt x="7" y="6"/>
                  <a:pt x="7" y="5"/>
                </a:cubicBezTo>
                <a:cubicBezTo>
                  <a:pt x="7" y="5"/>
                  <a:pt x="7" y="5"/>
                  <a:pt x="7" y="5"/>
                </a:cubicBezTo>
                <a:cubicBezTo>
                  <a:pt x="7" y="4"/>
                  <a:pt x="7" y="4"/>
                  <a:pt x="6" y="4"/>
                </a:cubicBezTo>
                <a:cubicBezTo>
                  <a:pt x="6" y="3"/>
                  <a:pt x="6" y="3"/>
                  <a:pt x="6" y="2"/>
                </a:cubicBezTo>
                <a:cubicBezTo>
                  <a:pt x="6" y="2"/>
                  <a:pt x="5" y="1"/>
                  <a:pt x="5" y="1"/>
                </a:cubicBezTo>
                <a:cubicBezTo>
                  <a:pt x="5" y="1"/>
                  <a:pt x="5" y="0"/>
                  <a:pt x="4" y="0"/>
                </a:cubicBezTo>
                <a:cubicBezTo>
                  <a:pt x="4" y="1"/>
                  <a:pt x="4" y="1"/>
                  <a:pt x="4" y="1"/>
                </a:cubicBezTo>
                <a:cubicBezTo>
                  <a:pt x="4" y="1"/>
                  <a:pt x="2" y="0"/>
                  <a:pt x="2" y="0"/>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9" name="Freeform 666"/>
          <p:cNvSpPr>
            <a:spLocks/>
          </p:cNvSpPr>
          <p:nvPr/>
        </p:nvSpPr>
        <p:spPr bwMode="auto">
          <a:xfrm>
            <a:off x="9077325" y="6140450"/>
            <a:ext cx="84138" cy="46037"/>
          </a:xfrm>
          <a:custGeom>
            <a:avLst/>
            <a:gdLst>
              <a:gd name="T0" fmla="*/ 22 w 22"/>
              <a:gd name="T1" fmla="*/ 9 h 12"/>
              <a:gd name="T2" fmla="*/ 21 w 22"/>
              <a:gd name="T3" fmla="*/ 8 h 12"/>
              <a:gd name="T4" fmla="*/ 22 w 22"/>
              <a:gd name="T5" fmla="*/ 8 h 12"/>
              <a:gd name="T6" fmla="*/ 22 w 22"/>
              <a:gd name="T7" fmla="*/ 7 h 12"/>
              <a:gd name="T8" fmla="*/ 22 w 22"/>
              <a:gd name="T9" fmla="*/ 7 h 12"/>
              <a:gd name="T10" fmla="*/ 22 w 22"/>
              <a:gd name="T11" fmla="*/ 6 h 12"/>
              <a:gd name="T12" fmla="*/ 22 w 22"/>
              <a:gd name="T13" fmla="*/ 5 h 12"/>
              <a:gd name="T14" fmla="*/ 21 w 22"/>
              <a:gd name="T15" fmla="*/ 5 h 12"/>
              <a:gd name="T16" fmla="*/ 21 w 22"/>
              <a:gd name="T17" fmla="*/ 5 h 12"/>
              <a:gd name="T18" fmla="*/ 20 w 22"/>
              <a:gd name="T19" fmla="*/ 5 h 12"/>
              <a:gd name="T20" fmla="*/ 19 w 22"/>
              <a:gd name="T21" fmla="*/ 4 h 12"/>
              <a:gd name="T22" fmla="*/ 18 w 22"/>
              <a:gd name="T23" fmla="*/ 4 h 12"/>
              <a:gd name="T24" fmla="*/ 17 w 22"/>
              <a:gd name="T25" fmla="*/ 5 h 12"/>
              <a:gd name="T26" fmla="*/ 17 w 22"/>
              <a:gd name="T27" fmla="*/ 5 h 12"/>
              <a:gd name="T28" fmla="*/ 15 w 22"/>
              <a:gd name="T29" fmla="*/ 5 h 12"/>
              <a:gd name="T30" fmla="*/ 15 w 22"/>
              <a:gd name="T31" fmla="*/ 4 h 12"/>
              <a:gd name="T32" fmla="*/ 14 w 22"/>
              <a:gd name="T33" fmla="*/ 4 h 12"/>
              <a:gd name="T34" fmla="*/ 13 w 22"/>
              <a:gd name="T35" fmla="*/ 3 h 12"/>
              <a:gd name="T36" fmla="*/ 12 w 22"/>
              <a:gd name="T37" fmla="*/ 3 h 12"/>
              <a:gd name="T38" fmla="*/ 10 w 22"/>
              <a:gd name="T39" fmla="*/ 0 h 12"/>
              <a:gd name="T40" fmla="*/ 9 w 22"/>
              <a:gd name="T41" fmla="*/ 1 h 12"/>
              <a:gd name="T42" fmla="*/ 8 w 22"/>
              <a:gd name="T43" fmla="*/ 0 h 12"/>
              <a:gd name="T44" fmla="*/ 6 w 22"/>
              <a:gd name="T45" fmla="*/ 0 h 12"/>
              <a:gd name="T46" fmla="*/ 5 w 22"/>
              <a:gd name="T47" fmla="*/ 1 h 12"/>
              <a:gd name="T48" fmla="*/ 6 w 22"/>
              <a:gd name="T49" fmla="*/ 2 h 12"/>
              <a:gd name="T50" fmla="*/ 5 w 22"/>
              <a:gd name="T51" fmla="*/ 3 h 12"/>
              <a:gd name="T52" fmla="*/ 4 w 22"/>
              <a:gd name="T53" fmla="*/ 4 h 12"/>
              <a:gd name="T54" fmla="*/ 2 w 22"/>
              <a:gd name="T55" fmla="*/ 4 h 12"/>
              <a:gd name="T56" fmla="*/ 1 w 22"/>
              <a:gd name="T57" fmla="*/ 5 h 12"/>
              <a:gd name="T58" fmla="*/ 0 w 22"/>
              <a:gd name="T59" fmla="*/ 6 h 12"/>
              <a:gd name="T60" fmla="*/ 1 w 22"/>
              <a:gd name="T61" fmla="*/ 7 h 12"/>
              <a:gd name="T62" fmla="*/ 3 w 22"/>
              <a:gd name="T63" fmla="*/ 8 h 12"/>
              <a:gd name="T64" fmla="*/ 3 w 22"/>
              <a:gd name="T65" fmla="*/ 9 h 12"/>
              <a:gd name="T66" fmla="*/ 5 w 22"/>
              <a:gd name="T67" fmla="*/ 9 h 12"/>
              <a:gd name="T68" fmla="*/ 7 w 22"/>
              <a:gd name="T69" fmla="*/ 9 h 12"/>
              <a:gd name="T70" fmla="*/ 9 w 22"/>
              <a:gd name="T71" fmla="*/ 9 h 12"/>
              <a:gd name="T72" fmla="*/ 11 w 22"/>
              <a:gd name="T73" fmla="*/ 10 h 12"/>
              <a:gd name="T74" fmla="*/ 12 w 22"/>
              <a:gd name="T75" fmla="*/ 11 h 12"/>
              <a:gd name="T76" fmla="*/ 14 w 22"/>
              <a:gd name="T77" fmla="*/ 11 h 12"/>
              <a:gd name="T78" fmla="*/ 14 w 22"/>
              <a:gd name="T79" fmla="*/ 11 h 12"/>
              <a:gd name="T80" fmla="*/ 15 w 22"/>
              <a:gd name="T81" fmla="*/ 11 h 12"/>
              <a:gd name="T82" fmla="*/ 17 w 22"/>
              <a:gd name="T83" fmla="*/ 12 h 12"/>
              <a:gd name="T84" fmla="*/ 20 w 22"/>
              <a:gd name="T85" fmla="*/ 12 h 12"/>
              <a:gd name="T86" fmla="*/ 21 w 22"/>
              <a:gd name="T87" fmla="*/ 11 h 12"/>
              <a:gd name="T88" fmla="*/ 21 w 22"/>
              <a:gd name="T89" fmla="*/ 10 h 12"/>
              <a:gd name="T90" fmla="*/ 22 w 22"/>
              <a:gd name="T91" fmla="*/ 10 h 12"/>
              <a:gd name="T92" fmla="*/ 21 w 22"/>
              <a:gd name="T93" fmla="*/ 9 h 12"/>
              <a:gd name="T94" fmla="*/ 22 w 22"/>
              <a:gd name="T9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 h="12">
                <a:moveTo>
                  <a:pt x="22" y="9"/>
                </a:moveTo>
                <a:cubicBezTo>
                  <a:pt x="22" y="9"/>
                  <a:pt x="21" y="8"/>
                  <a:pt x="21" y="8"/>
                </a:cubicBezTo>
                <a:cubicBezTo>
                  <a:pt x="21" y="8"/>
                  <a:pt x="22" y="8"/>
                  <a:pt x="22" y="8"/>
                </a:cubicBezTo>
                <a:cubicBezTo>
                  <a:pt x="22" y="8"/>
                  <a:pt x="22" y="7"/>
                  <a:pt x="22" y="7"/>
                </a:cubicBezTo>
                <a:cubicBezTo>
                  <a:pt x="22" y="7"/>
                  <a:pt x="22" y="7"/>
                  <a:pt x="22" y="7"/>
                </a:cubicBezTo>
                <a:cubicBezTo>
                  <a:pt x="22" y="6"/>
                  <a:pt x="22" y="6"/>
                  <a:pt x="22" y="6"/>
                </a:cubicBezTo>
                <a:cubicBezTo>
                  <a:pt x="22" y="5"/>
                  <a:pt x="22" y="5"/>
                  <a:pt x="22" y="5"/>
                </a:cubicBezTo>
                <a:cubicBezTo>
                  <a:pt x="21" y="5"/>
                  <a:pt x="21" y="5"/>
                  <a:pt x="21" y="5"/>
                </a:cubicBezTo>
                <a:cubicBezTo>
                  <a:pt x="21" y="5"/>
                  <a:pt x="21" y="5"/>
                  <a:pt x="21" y="5"/>
                </a:cubicBezTo>
                <a:cubicBezTo>
                  <a:pt x="21" y="5"/>
                  <a:pt x="20" y="5"/>
                  <a:pt x="20" y="5"/>
                </a:cubicBezTo>
                <a:cubicBezTo>
                  <a:pt x="20" y="5"/>
                  <a:pt x="19" y="4"/>
                  <a:pt x="19" y="4"/>
                </a:cubicBezTo>
                <a:cubicBezTo>
                  <a:pt x="18" y="4"/>
                  <a:pt x="18" y="4"/>
                  <a:pt x="18" y="4"/>
                </a:cubicBezTo>
                <a:cubicBezTo>
                  <a:pt x="17" y="5"/>
                  <a:pt x="17" y="5"/>
                  <a:pt x="17" y="5"/>
                </a:cubicBezTo>
                <a:cubicBezTo>
                  <a:pt x="17" y="5"/>
                  <a:pt x="17" y="5"/>
                  <a:pt x="17" y="5"/>
                </a:cubicBezTo>
                <a:cubicBezTo>
                  <a:pt x="15" y="5"/>
                  <a:pt x="15" y="5"/>
                  <a:pt x="15" y="5"/>
                </a:cubicBezTo>
                <a:cubicBezTo>
                  <a:pt x="15" y="5"/>
                  <a:pt x="15" y="4"/>
                  <a:pt x="15" y="4"/>
                </a:cubicBezTo>
                <a:cubicBezTo>
                  <a:pt x="15" y="4"/>
                  <a:pt x="14" y="4"/>
                  <a:pt x="14" y="4"/>
                </a:cubicBezTo>
                <a:cubicBezTo>
                  <a:pt x="13" y="3"/>
                  <a:pt x="13" y="3"/>
                  <a:pt x="13" y="3"/>
                </a:cubicBezTo>
                <a:cubicBezTo>
                  <a:pt x="12" y="3"/>
                  <a:pt x="12" y="3"/>
                  <a:pt x="12" y="3"/>
                </a:cubicBezTo>
                <a:cubicBezTo>
                  <a:pt x="10" y="0"/>
                  <a:pt x="10" y="0"/>
                  <a:pt x="10" y="0"/>
                </a:cubicBezTo>
                <a:cubicBezTo>
                  <a:pt x="10" y="0"/>
                  <a:pt x="9" y="1"/>
                  <a:pt x="9" y="1"/>
                </a:cubicBezTo>
                <a:cubicBezTo>
                  <a:pt x="9" y="1"/>
                  <a:pt x="8" y="0"/>
                  <a:pt x="8" y="0"/>
                </a:cubicBezTo>
                <a:cubicBezTo>
                  <a:pt x="6" y="0"/>
                  <a:pt x="6" y="0"/>
                  <a:pt x="6" y="0"/>
                </a:cubicBezTo>
                <a:cubicBezTo>
                  <a:pt x="5" y="1"/>
                  <a:pt x="5" y="1"/>
                  <a:pt x="5" y="1"/>
                </a:cubicBezTo>
                <a:cubicBezTo>
                  <a:pt x="6" y="2"/>
                  <a:pt x="6" y="2"/>
                  <a:pt x="6" y="2"/>
                </a:cubicBezTo>
                <a:cubicBezTo>
                  <a:pt x="5" y="3"/>
                  <a:pt x="5" y="3"/>
                  <a:pt x="5" y="3"/>
                </a:cubicBezTo>
                <a:cubicBezTo>
                  <a:pt x="4" y="4"/>
                  <a:pt x="4" y="4"/>
                  <a:pt x="4" y="4"/>
                </a:cubicBezTo>
                <a:cubicBezTo>
                  <a:pt x="2" y="4"/>
                  <a:pt x="2" y="4"/>
                  <a:pt x="2" y="4"/>
                </a:cubicBezTo>
                <a:cubicBezTo>
                  <a:pt x="2" y="4"/>
                  <a:pt x="1" y="5"/>
                  <a:pt x="1" y="5"/>
                </a:cubicBezTo>
                <a:cubicBezTo>
                  <a:pt x="1" y="6"/>
                  <a:pt x="1" y="6"/>
                  <a:pt x="0" y="6"/>
                </a:cubicBezTo>
                <a:cubicBezTo>
                  <a:pt x="1" y="7"/>
                  <a:pt x="1" y="7"/>
                  <a:pt x="1" y="7"/>
                </a:cubicBezTo>
                <a:cubicBezTo>
                  <a:pt x="2" y="7"/>
                  <a:pt x="3" y="8"/>
                  <a:pt x="3" y="8"/>
                </a:cubicBezTo>
                <a:cubicBezTo>
                  <a:pt x="3" y="8"/>
                  <a:pt x="3" y="9"/>
                  <a:pt x="3" y="9"/>
                </a:cubicBezTo>
                <a:cubicBezTo>
                  <a:pt x="4" y="9"/>
                  <a:pt x="4" y="9"/>
                  <a:pt x="5" y="9"/>
                </a:cubicBezTo>
                <a:cubicBezTo>
                  <a:pt x="5" y="9"/>
                  <a:pt x="6" y="9"/>
                  <a:pt x="7" y="9"/>
                </a:cubicBezTo>
                <a:cubicBezTo>
                  <a:pt x="7" y="9"/>
                  <a:pt x="8" y="9"/>
                  <a:pt x="9" y="9"/>
                </a:cubicBezTo>
                <a:cubicBezTo>
                  <a:pt x="10" y="10"/>
                  <a:pt x="10" y="10"/>
                  <a:pt x="11" y="10"/>
                </a:cubicBezTo>
                <a:cubicBezTo>
                  <a:pt x="11" y="11"/>
                  <a:pt x="12" y="11"/>
                  <a:pt x="12" y="11"/>
                </a:cubicBezTo>
                <a:cubicBezTo>
                  <a:pt x="13" y="11"/>
                  <a:pt x="13" y="11"/>
                  <a:pt x="14" y="11"/>
                </a:cubicBezTo>
                <a:cubicBezTo>
                  <a:pt x="14" y="11"/>
                  <a:pt x="14" y="11"/>
                  <a:pt x="14" y="11"/>
                </a:cubicBezTo>
                <a:cubicBezTo>
                  <a:pt x="15" y="11"/>
                  <a:pt x="15" y="11"/>
                  <a:pt x="15" y="11"/>
                </a:cubicBezTo>
                <a:cubicBezTo>
                  <a:pt x="15" y="11"/>
                  <a:pt x="16" y="12"/>
                  <a:pt x="17" y="12"/>
                </a:cubicBezTo>
                <a:cubicBezTo>
                  <a:pt x="17" y="12"/>
                  <a:pt x="20" y="12"/>
                  <a:pt x="20" y="12"/>
                </a:cubicBezTo>
                <a:cubicBezTo>
                  <a:pt x="21" y="12"/>
                  <a:pt x="21" y="11"/>
                  <a:pt x="21" y="11"/>
                </a:cubicBezTo>
                <a:cubicBezTo>
                  <a:pt x="21" y="11"/>
                  <a:pt x="21" y="11"/>
                  <a:pt x="21" y="10"/>
                </a:cubicBezTo>
                <a:cubicBezTo>
                  <a:pt x="21" y="10"/>
                  <a:pt x="21" y="10"/>
                  <a:pt x="22" y="10"/>
                </a:cubicBezTo>
                <a:cubicBezTo>
                  <a:pt x="21" y="9"/>
                  <a:pt x="21" y="9"/>
                  <a:pt x="21" y="9"/>
                </a:cubicBezTo>
                <a:lnTo>
                  <a:pt x="22" y="9"/>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70" name="Freeform 667"/>
          <p:cNvSpPr>
            <a:spLocks/>
          </p:cNvSpPr>
          <p:nvPr/>
        </p:nvSpPr>
        <p:spPr bwMode="auto">
          <a:xfrm>
            <a:off x="9107488" y="6083300"/>
            <a:ext cx="209550" cy="107950"/>
          </a:xfrm>
          <a:custGeom>
            <a:avLst/>
            <a:gdLst>
              <a:gd name="T0" fmla="*/ 1 w 55"/>
              <a:gd name="T1" fmla="*/ 10 h 28"/>
              <a:gd name="T2" fmla="*/ 1 w 55"/>
              <a:gd name="T3" fmla="*/ 11 h 28"/>
              <a:gd name="T4" fmla="*/ 1 w 55"/>
              <a:gd name="T5" fmla="*/ 13 h 28"/>
              <a:gd name="T6" fmla="*/ 1 w 55"/>
              <a:gd name="T7" fmla="*/ 16 h 28"/>
              <a:gd name="T8" fmla="*/ 4 w 55"/>
              <a:gd name="T9" fmla="*/ 18 h 28"/>
              <a:gd name="T10" fmla="*/ 6 w 55"/>
              <a:gd name="T11" fmla="*/ 19 h 28"/>
              <a:gd name="T12" fmla="*/ 7 w 55"/>
              <a:gd name="T13" fmla="*/ 20 h 28"/>
              <a:gd name="T14" fmla="*/ 9 w 55"/>
              <a:gd name="T15" fmla="*/ 20 h 28"/>
              <a:gd name="T16" fmla="*/ 11 w 55"/>
              <a:gd name="T17" fmla="*/ 19 h 28"/>
              <a:gd name="T18" fmla="*/ 13 w 55"/>
              <a:gd name="T19" fmla="*/ 20 h 28"/>
              <a:gd name="T20" fmla="*/ 14 w 55"/>
              <a:gd name="T21" fmla="*/ 20 h 28"/>
              <a:gd name="T22" fmla="*/ 14 w 55"/>
              <a:gd name="T23" fmla="*/ 22 h 28"/>
              <a:gd name="T24" fmla="*/ 14 w 55"/>
              <a:gd name="T25" fmla="*/ 23 h 28"/>
              <a:gd name="T26" fmla="*/ 14 w 55"/>
              <a:gd name="T27" fmla="*/ 24 h 28"/>
              <a:gd name="T28" fmla="*/ 14 w 55"/>
              <a:gd name="T29" fmla="*/ 25 h 28"/>
              <a:gd name="T30" fmla="*/ 15 w 55"/>
              <a:gd name="T31" fmla="*/ 25 h 28"/>
              <a:gd name="T32" fmla="*/ 17 w 55"/>
              <a:gd name="T33" fmla="*/ 26 h 28"/>
              <a:gd name="T34" fmla="*/ 17 w 55"/>
              <a:gd name="T35" fmla="*/ 28 h 28"/>
              <a:gd name="T36" fmla="*/ 21 w 55"/>
              <a:gd name="T37" fmla="*/ 28 h 28"/>
              <a:gd name="T38" fmla="*/ 23 w 55"/>
              <a:gd name="T39" fmla="*/ 25 h 28"/>
              <a:gd name="T40" fmla="*/ 23 w 55"/>
              <a:gd name="T41" fmla="*/ 22 h 28"/>
              <a:gd name="T42" fmla="*/ 27 w 55"/>
              <a:gd name="T43" fmla="*/ 21 h 28"/>
              <a:gd name="T44" fmla="*/ 29 w 55"/>
              <a:gd name="T45" fmla="*/ 18 h 28"/>
              <a:gd name="T46" fmla="*/ 32 w 55"/>
              <a:gd name="T47" fmla="*/ 21 h 28"/>
              <a:gd name="T48" fmla="*/ 34 w 55"/>
              <a:gd name="T49" fmla="*/ 18 h 28"/>
              <a:gd name="T50" fmla="*/ 37 w 55"/>
              <a:gd name="T51" fmla="*/ 16 h 28"/>
              <a:gd name="T52" fmla="*/ 37 w 55"/>
              <a:gd name="T53" fmla="*/ 15 h 28"/>
              <a:gd name="T54" fmla="*/ 38 w 55"/>
              <a:gd name="T55" fmla="*/ 14 h 28"/>
              <a:gd name="T56" fmla="*/ 39 w 55"/>
              <a:gd name="T57" fmla="*/ 11 h 28"/>
              <a:gd name="T58" fmla="*/ 41 w 55"/>
              <a:gd name="T59" fmla="*/ 13 h 28"/>
              <a:gd name="T60" fmla="*/ 43 w 55"/>
              <a:gd name="T61" fmla="*/ 13 h 28"/>
              <a:gd name="T62" fmla="*/ 45 w 55"/>
              <a:gd name="T63" fmla="*/ 13 h 28"/>
              <a:gd name="T64" fmla="*/ 46 w 55"/>
              <a:gd name="T65" fmla="*/ 12 h 28"/>
              <a:gd name="T66" fmla="*/ 47 w 55"/>
              <a:gd name="T67" fmla="*/ 12 h 28"/>
              <a:gd name="T68" fmla="*/ 50 w 55"/>
              <a:gd name="T69" fmla="*/ 11 h 28"/>
              <a:gd name="T70" fmla="*/ 52 w 55"/>
              <a:gd name="T71" fmla="*/ 10 h 28"/>
              <a:gd name="T72" fmla="*/ 54 w 55"/>
              <a:gd name="T73" fmla="*/ 10 h 28"/>
              <a:gd name="T74" fmla="*/ 53 w 55"/>
              <a:gd name="T75" fmla="*/ 8 h 28"/>
              <a:gd name="T76" fmla="*/ 50 w 55"/>
              <a:gd name="T77" fmla="*/ 6 h 28"/>
              <a:gd name="T78" fmla="*/ 50 w 55"/>
              <a:gd name="T79" fmla="*/ 7 h 28"/>
              <a:gd name="T80" fmla="*/ 50 w 55"/>
              <a:gd name="T81" fmla="*/ 8 h 28"/>
              <a:gd name="T82" fmla="*/ 48 w 55"/>
              <a:gd name="T83" fmla="*/ 6 h 28"/>
              <a:gd name="T84" fmla="*/ 47 w 55"/>
              <a:gd name="T85" fmla="*/ 7 h 28"/>
              <a:gd name="T86" fmla="*/ 46 w 55"/>
              <a:gd name="T87" fmla="*/ 6 h 28"/>
              <a:gd name="T88" fmla="*/ 47 w 55"/>
              <a:gd name="T89" fmla="*/ 5 h 28"/>
              <a:gd name="T90" fmla="*/ 45 w 55"/>
              <a:gd name="T91" fmla="*/ 2 h 28"/>
              <a:gd name="T92" fmla="*/ 38 w 55"/>
              <a:gd name="T93" fmla="*/ 1 h 28"/>
              <a:gd name="T94" fmla="*/ 35 w 55"/>
              <a:gd name="T95" fmla="*/ 2 h 28"/>
              <a:gd name="T96" fmla="*/ 31 w 55"/>
              <a:gd name="T97" fmla="*/ 0 h 28"/>
              <a:gd name="T98" fmla="*/ 30 w 55"/>
              <a:gd name="T99" fmla="*/ 1 h 28"/>
              <a:gd name="T100" fmla="*/ 28 w 55"/>
              <a:gd name="T101" fmla="*/ 2 h 28"/>
              <a:gd name="T102" fmla="*/ 25 w 55"/>
              <a:gd name="T103" fmla="*/ 2 h 28"/>
              <a:gd name="T104" fmla="*/ 19 w 55"/>
              <a:gd name="T105" fmla="*/ 3 h 28"/>
              <a:gd name="T106" fmla="*/ 15 w 55"/>
              <a:gd name="T107" fmla="*/ 3 h 28"/>
              <a:gd name="T108" fmla="*/ 15 w 55"/>
              <a:gd name="T109" fmla="*/ 2 h 28"/>
              <a:gd name="T110" fmla="*/ 11 w 55"/>
              <a:gd name="T111" fmla="*/ 3 h 28"/>
              <a:gd name="T112" fmla="*/ 9 w 55"/>
              <a:gd name="T113" fmla="*/ 3 h 28"/>
              <a:gd name="T114" fmla="*/ 1 w 55"/>
              <a:gd name="T11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 h="28">
                <a:moveTo>
                  <a:pt x="1" y="9"/>
                </a:moveTo>
                <a:cubicBezTo>
                  <a:pt x="1" y="10"/>
                  <a:pt x="1" y="10"/>
                  <a:pt x="1" y="10"/>
                </a:cubicBezTo>
                <a:cubicBezTo>
                  <a:pt x="1" y="10"/>
                  <a:pt x="1" y="10"/>
                  <a:pt x="1" y="10"/>
                </a:cubicBezTo>
                <a:cubicBezTo>
                  <a:pt x="1" y="11"/>
                  <a:pt x="1" y="11"/>
                  <a:pt x="1" y="11"/>
                </a:cubicBezTo>
                <a:cubicBezTo>
                  <a:pt x="1" y="11"/>
                  <a:pt x="1" y="12"/>
                  <a:pt x="1" y="12"/>
                </a:cubicBezTo>
                <a:cubicBezTo>
                  <a:pt x="1" y="12"/>
                  <a:pt x="1" y="13"/>
                  <a:pt x="1" y="13"/>
                </a:cubicBezTo>
                <a:cubicBezTo>
                  <a:pt x="0" y="15"/>
                  <a:pt x="0" y="15"/>
                  <a:pt x="0" y="15"/>
                </a:cubicBezTo>
                <a:cubicBezTo>
                  <a:pt x="0" y="15"/>
                  <a:pt x="1" y="16"/>
                  <a:pt x="1" y="16"/>
                </a:cubicBezTo>
                <a:cubicBezTo>
                  <a:pt x="1" y="16"/>
                  <a:pt x="2" y="15"/>
                  <a:pt x="2" y="15"/>
                </a:cubicBezTo>
                <a:cubicBezTo>
                  <a:pt x="4" y="18"/>
                  <a:pt x="4" y="18"/>
                  <a:pt x="4" y="18"/>
                </a:cubicBezTo>
                <a:cubicBezTo>
                  <a:pt x="5" y="18"/>
                  <a:pt x="5" y="18"/>
                  <a:pt x="5" y="18"/>
                </a:cubicBezTo>
                <a:cubicBezTo>
                  <a:pt x="6" y="19"/>
                  <a:pt x="6" y="19"/>
                  <a:pt x="6" y="19"/>
                </a:cubicBezTo>
                <a:cubicBezTo>
                  <a:pt x="6" y="19"/>
                  <a:pt x="7" y="19"/>
                  <a:pt x="7" y="19"/>
                </a:cubicBezTo>
                <a:cubicBezTo>
                  <a:pt x="7" y="19"/>
                  <a:pt x="7" y="20"/>
                  <a:pt x="7" y="20"/>
                </a:cubicBezTo>
                <a:cubicBezTo>
                  <a:pt x="9" y="20"/>
                  <a:pt x="9" y="20"/>
                  <a:pt x="9" y="20"/>
                </a:cubicBezTo>
                <a:cubicBezTo>
                  <a:pt x="9" y="20"/>
                  <a:pt x="9" y="20"/>
                  <a:pt x="9" y="20"/>
                </a:cubicBezTo>
                <a:cubicBezTo>
                  <a:pt x="10" y="19"/>
                  <a:pt x="10" y="19"/>
                  <a:pt x="10" y="19"/>
                </a:cubicBezTo>
                <a:cubicBezTo>
                  <a:pt x="11" y="19"/>
                  <a:pt x="11" y="19"/>
                  <a:pt x="11" y="19"/>
                </a:cubicBezTo>
                <a:cubicBezTo>
                  <a:pt x="11" y="19"/>
                  <a:pt x="12" y="20"/>
                  <a:pt x="12" y="20"/>
                </a:cubicBezTo>
                <a:cubicBezTo>
                  <a:pt x="12" y="20"/>
                  <a:pt x="13" y="20"/>
                  <a:pt x="13" y="20"/>
                </a:cubicBezTo>
                <a:cubicBezTo>
                  <a:pt x="13" y="20"/>
                  <a:pt x="13" y="20"/>
                  <a:pt x="13" y="20"/>
                </a:cubicBezTo>
                <a:cubicBezTo>
                  <a:pt x="14" y="20"/>
                  <a:pt x="14" y="20"/>
                  <a:pt x="14" y="20"/>
                </a:cubicBezTo>
                <a:cubicBezTo>
                  <a:pt x="14" y="21"/>
                  <a:pt x="14" y="21"/>
                  <a:pt x="14" y="21"/>
                </a:cubicBezTo>
                <a:cubicBezTo>
                  <a:pt x="14" y="22"/>
                  <a:pt x="14" y="22"/>
                  <a:pt x="14" y="22"/>
                </a:cubicBezTo>
                <a:cubicBezTo>
                  <a:pt x="14" y="22"/>
                  <a:pt x="14" y="22"/>
                  <a:pt x="14" y="22"/>
                </a:cubicBezTo>
                <a:cubicBezTo>
                  <a:pt x="14" y="22"/>
                  <a:pt x="14" y="23"/>
                  <a:pt x="14" y="23"/>
                </a:cubicBezTo>
                <a:cubicBezTo>
                  <a:pt x="14" y="23"/>
                  <a:pt x="13" y="23"/>
                  <a:pt x="13" y="23"/>
                </a:cubicBezTo>
                <a:cubicBezTo>
                  <a:pt x="13" y="23"/>
                  <a:pt x="14" y="24"/>
                  <a:pt x="14" y="24"/>
                </a:cubicBezTo>
                <a:cubicBezTo>
                  <a:pt x="13" y="24"/>
                  <a:pt x="13" y="24"/>
                  <a:pt x="13" y="24"/>
                </a:cubicBezTo>
                <a:cubicBezTo>
                  <a:pt x="14" y="25"/>
                  <a:pt x="14" y="25"/>
                  <a:pt x="14" y="25"/>
                </a:cubicBezTo>
                <a:cubicBezTo>
                  <a:pt x="14" y="25"/>
                  <a:pt x="14" y="25"/>
                  <a:pt x="14" y="25"/>
                </a:cubicBezTo>
                <a:cubicBezTo>
                  <a:pt x="14" y="25"/>
                  <a:pt x="15" y="25"/>
                  <a:pt x="15" y="25"/>
                </a:cubicBezTo>
                <a:cubicBezTo>
                  <a:pt x="15" y="25"/>
                  <a:pt x="15" y="25"/>
                  <a:pt x="16" y="25"/>
                </a:cubicBezTo>
                <a:cubicBezTo>
                  <a:pt x="16" y="25"/>
                  <a:pt x="16" y="25"/>
                  <a:pt x="17" y="26"/>
                </a:cubicBezTo>
                <a:cubicBezTo>
                  <a:pt x="17" y="26"/>
                  <a:pt x="17" y="26"/>
                  <a:pt x="17" y="27"/>
                </a:cubicBezTo>
                <a:cubicBezTo>
                  <a:pt x="17" y="27"/>
                  <a:pt x="17" y="27"/>
                  <a:pt x="17" y="28"/>
                </a:cubicBezTo>
                <a:cubicBezTo>
                  <a:pt x="18" y="28"/>
                  <a:pt x="18" y="28"/>
                  <a:pt x="18" y="28"/>
                </a:cubicBezTo>
                <a:cubicBezTo>
                  <a:pt x="21" y="28"/>
                  <a:pt x="21" y="28"/>
                  <a:pt x="21" y="28"/>
                </a:cubicBezTo>
                <a:cubicBezTo>
                  <a:pt x="21" y="28"/>
                  <a:pt x="21" y="26"/>
                  <a:pt x="21" y="26"/>
                </a:cubicBezTo>
                <a:cubicBezTo>
                  <a:pt x="21" y="26"/>
                  <a:pt x="23" y="25"/>
                  <a:pt x="23" y="25"/>
                </a:cubicBezTo>
                <a:cubicBezTo>
                  <a:pt x="23" y="25"/>
                  <a:pt x="23" y="24"/>
                  <a:pt x="23" y="24"/>
                </a:cubicBezTo>
                <a:cubicBezTo>
                  <a:pt x="23" y="23"/>
                  <a:pt x="23" y="22"/>
                  <a:pt x="23" y="22"/>
                </a:cubicBezTo>
                <a:cubicBezTo>
                  <a:pt x="23" y="21"/>
                  <a:pt x="23" y="21"/>
                  <a:pt x="23" y="21"/>
                </a:cubicBezTo>
                <a:cubicBezTo>
                  <a:pt x="27" y="21"/>
                  <a:pt x="27" y="21"/>
                  <a:pt x="27" y="21"/>
                </a:cubicBezTo>
                <a:cubicBezTo>
                  <a:pt x="28" y="19"/>
                  <a:pt x="28" y="19"/>
                  <a:pt x="28" y="19"/>
                </a:cubicBezTo>
                <a:cubicBezTo>
                  <a:pt x="29" y="18"/>
                  <a:pt x="29" y="18"/>
                  <a:pt x="29" y="18"/>
                </a:cubicBezTo>
                <a:cubicBezTo>
                  <a:pt x="29" y="19"/>
                  <a:pt x="29" y="19"/>
                  <a:pt x="29" y="19"/>
                </a:cubicBezTo>
                <a:cubicBezTo>
                  <a:pt x="32" y="21"/>
                  <a:pt x="32" y="21"/>
                  <a:pt x="32" y="21"/>
                </a:cubicBezTo>
                <a:cubicBezTo>
                  <a:pt x="32" y="21"/>
                  <a:pt x="32" y="19"/>
                  <a:pt x="32" y="19"/>
                </a:cubicBezTo>
                <a:cubicBezTo>
                  <a:pt x="32" y="19"/>
                  <a:pt x="34" y="18"/>
                  <a:pt x="34" y="18"/>
                </a:cubicBezTo>
                <a:cubicBezTo>
                  <a:pt x="35" y="17"/>
                  <a:pt x="35" y="17"/>
                  <a:pt x="35" y="17"/>
                </a:cubicBezTo>
                <a:cubicBezTo>
                  <a:pt x="37" y="16"/>
                  <a:pt x="37" y="16"/>
                  <a:pt x="37" y="16"/>
                </a:cubicBezTo>
                <a:cubicBezTo>
                  <a:pt x="37" y="16"/>
                  <a:pt x="36" y="16"/>
                  <a:pt x="36" y="15"/>
                </a:cubicBezTo>
                <a:cubicBezTo>
                  <a:pt x="37" y="15"/>
                  <a:pt x="37" y="15"/>
                  <a:pt x="37" y="15"/>
                </a:cubicBezTo>
                <a:cubicBezTo>
                  <a:pt x="37" y="14"/>
                  <a:pt x="37" y="14"/>
                  <a:pt x="37" y="14"/>
                </a:cubicBezTo>
                <a:cubicBezTo>
                  <a:pt x="38" y="14"/>
                  <a:pt x="38" y="14"/>
                  <a:pt x="38" y="14"/>
                </a:cubicBezTo>
                <a:cubicBezTo>
                  <a:pt x="39" y="12"/>
                  <a:pt x="39" y="12"/>
                  <a:pt x="39" y="12"/>
                </a:cubicBezTo>
                <a:cubicBezTo>
                  <a:pt x="39" y="11"/>
                  <a:pt x="39" y="11"/>
                  <a:pt x="39" y="11"/>
                </a:cubicBezTo>
                <a:cubicBezTo>
                  <a:pt x="40" y="11"/>
                  <a:pt x="40" y="11"/>
                  <a:pt x="40" y="11"/>
                </a:cubicBezTo>
                <a:cubicBezTo>
                  <a:pt x="41" y="13"/>
                  <a:pt x="41" y="13"/>
                  <a:pt x="41" y="13"/>
                </a:cubicBezTo>
                <a:cubicBezTo>
                  <a:pt x="43" y="13"/>
                  <a:pt x="43" y="13"/>
                  <a:pt x="43" y="13"/>
                </a:cubicBezTo>
                <a:cubicBezTo>
                  <a:pt x="43" y="13"/>
                  <a:pt x="43" y="13"/>
                  <a:pt x="43" y="13"/>
                </a:cubicBezTo>
                <a:cubicBezTo>
                  <a:pt x="44" y="12"/>
                  <a:pt x="44" y="12"/>
                  <a:pt x="44" y="12"/>
                </a:cubicBezTo>
                <a:cubicBezTo>
                  <a:pt x="45" y="13"/>
                  <a:pt x="45" y="13"/>
                  <a:pt x="45" y="13"/>
                </a:cubicBezTo>
                <a:cubicBezTo>
                  <a:pt x="45" y="12"/>
                  <a:pt x="45" y="12"/>
                  <a:pt x="45" y="12"/>
                </a:cubicBezTo>
                <a:cubicBezTo>
                  <a:pt x="46" y="12"/>
                  <a:pt x="46" y="12"/>
                  <a:pt x="46" y="12"/>
                </a:cubicBezTo>
                <a:cubicBezTo>
                  <a:pt x="47" y="12"/>
                  <a:pt x="47" y="12"/>
                  <a:pt x="47" y="12"/>
                </a:cubicBezTo>
                <a:cubicBezTo>
                  <a:pt x="47" y="12"/>
                  <a:pt x="47" y="12"/>
                  <a:pt x="47" y="12"/>
                </a:cubicBezTo>
                <a:cubicBezTo>
                  <a:pt x="47" y="12"/>
                  <a:pt x="48" y="12"/>
                  <a:pt x="48" y="12"/>
                </a:cubicBezTo>
                <a:cubicBezTo>
                  <a:pt x="48" y="12"/>
                  <a:pt x="50" y="11"/>
                  <a:pt x="50" y="11"/>
                </a:cubicBezTo>
                <a:cubicBezTo>
                  <a:pt x="51" y="11"/>
                  <a:pt x="51" y="11"/>
                  <a:pt x="51" y="11"/>
                </a:cubicBezTo>
                <a:cubicBezTo>
                  <a:pt x="52" y="10"/>
                  <a:pt x="52" y="10"/>
                  <a:pt x="52" y="10"/>
                </a:cubicBezTo>
                <a:cubicBezTo>
                  <a:pt x="55" y="10"/>
                  <a:pt x="55" y="10"/>
                  <a:pt x="55" y="10"/>
                </a:cubicBezTo>
                <a:cubicBezTo>
                  <a:pt x="55" y="10"/>
                  <a:pt x="54" y="10"/>
                  <a:pt x="54" y="10"/>
                </a:cubicBezTo>
                <a:cubicBezTo>
                  <a:pt x="54" y="9"/>
                  <a:pt x="54" y="9"/>
                  <a:pt x="54" y="9"/>
                </a:cubicBezTo>
                <a:cubicBezTo>
                  <a:pt x="53" y="9"/>
                  <a:pt x="53" y="8"/>
                  <a:pt x="53" y="8"/>
                </a:cubicBezTo>
                <a:cubicBezTo>
                  <a:pt x="52" y="7"/>
                  <a:pt x="52" y="7"/>
                  <a:pt x="51" y="7"/>
                </a:cubicBezTo>
                <a:cubicBezTo>
                  <a:pt x="51" y="6"/>
                  <a:pt x="51" y="6"/>
                  <a:pt x="50" y="6"/>
                </a:cubicBezTo>
                <a:cubicBezTo>
                  <a:pt x="50" y="6"/>
                  <a:pt x="50" y="6"/>
                  <a:pt x="50" y="6"/>
                </a:cubicBezTo>
                <a:cubicBezTo>
                  <a:pt x="50" y="6"/>
                  <a:pt x="50" y="7"/>
                  <a:pt x="50" y="7"/>
                </a:cubicBezTo>
                <a:cubicBezTo>
                  <a:pt x="50" y="7"/>
                  <a:pt x="50" y="7"/>
                  <a:pt x="50" y="8"/>
                </a:cubicBezTo>
                <a:cubicBezTo>
                  <a:pt x="50" y="8"/>
                  <a:pt x="50" y="8"/>
                  <a:pt x="50" y="8"/>
                </a:cubicBezTo>
                <a:cubicBezTo>
                  <a:pt x="50" y="8"/>
                  <a:pt x="49" y="8"/>
                  <a:pt x="49" y="8"/>
                </a:cubicBezTo>
                <a:cubicBezTo>
                  <a:pt x="49" y="7"/>
                  <a:pt x="49" y="7"/>
                  <a:pt x="48" y="6"/>
                </a:cubicBezTo>
                <a:cubicBezTo>
                  <a:pt x="48" y="6"/>
                  <a:pt x="48" y="6"/>
                  <a:pt x="48" y="6"/>
                </a:cubicBezTo>
                <a:cubicBezTo>
                  <a:pt x="47" y="6"/>
                  <a:pt x="47" y="7"/>
                  <a:pt x="47" y="7"/>
                </a:cubicBezTo>
                <a:cubicBezTo>
                  <a:pt x="47" y="7"/>
                  <a:pt x="46" y="7"/>
                  <a:pt x="46" y="7"/>
                </a:cubicBezTo>
                <a:cubicBezTo>
                  <a:pt x="46" y="7"/>
                  <a:pt x="46" y="7"/>
                  <a:pt x="46" y="6"/>
                </a:cubicBezTo>
                <a:cubicBezTo>
                  <a:pt x="46" y="6"/>
                  <a:pt x="46" y="6"/>
                  <a:pt x="47" y="6"/>
                </a:cubicBezTo>
                <a:cubicBezTo>
                  <a:pt x="47" y="6"/>
                  <a:pt x="47" y="5"/>
                  <a:pt x="47" y="5"/>
                </a:cubicBezTo>
                <a:cubicBezTo>
                  <a:pt x="47" y="5"/>
                  <a:pt x="47" y="5"/>
                  <a:pt x="47" y="4"/>
                </a:cubicBezTo>
                <a:cubicBezTo>
                  <a:pt x="46" y="3"/>
                  <a:pt x="46" y="2"/>
                  <a:pt x="45" y="2"/>
                </a:cubicBezTo>
                <a:cubicBezTo>
                  <a:pt x="43" y="2"/>
                  <a:pt x="42" y="2"/>
                  <a:pt x="40" y="1"/>
                </a:cubicBezTo>
                <a:cubicBezTo>
                  <a:pt x="40" y="1"/>
                  <a:pt x="39" y="1"/>
                  <a:pt x="38" y="1"/>
                </a:cubicBezTo>
                <a:cubicBezTo>
                  <a:pt x="38" y="1"/>
                  <a:pt x="38" y="1"/>
                  <a:pt x="38" y="1"/>
                </a:cubicBezTo>
                <a:cubicBezTo>
                  <a:pt x="37" y="2"/>
                  <a:pt x="36" y="2"/>
                  <a:pt x="35" y="2"/>
                </a:cubicBezTo>
                <a:cubicBezTo>
                  <a:pt x="34" y="2"/>
                  <a:pt x="33" y="2"/>
                  <a:pt x="33" y="1"/>
                </a:cubicBezTo>
                <a:cubicBezTo>
                  <a:pt x="32" y="1"/>
                  <a:pt x="31" y="1"/>
                  <a:pt x="31" y="0"/>
                </a:cubicBezTo>
                <a:cubicBezTo>
                  <a:pt x="31" y="0"/>
                  <a:pt x="30" y="0"/>
                  <a:pt x="30" y="0"/>
                </a:cubicBezTo>
                <a:cubicBezTo>
                  <a:pt x="30" y="0"/>
                  <a:pt x="30" y="1"/>
                  <a:pt x="30" y="1"/>
                </a:cubicBezTo>
                <a:cubicBezTo>
                  <a:pt x="30" y="1"/>
                  <a:pt x="30" y="1"/>
                  <a:pt x="30" y="1"/>
                </a:cubicBezTo>
                <a:cubicBezTo>
                  <a:pt x="29" y="2"/>
                  <a:pt x="29" y="2"/>
                  <a:pt x="28" y="2"/>
                </a:cubicBezTo>
                <a:cubicBezTo>
                  <a:pt x="28" y="2"/>
                  <a:pt x="27" y="3"/>
                  <a:pt x="26" y="3"/>
                </a:cubicBezTo>
                <a:cubicBezTo>
                  <a:pt x="26" y="3"/>
                  <a:pt x="25" y="2"/>
                  <a:pt x="25" y="2"/>
                </a:cubicBezTo>
                <a:cubicBezTo>
                  <a:pt x="24" y="2"/>
                  <a:pt x="23" y="2"/>
                  <a:pt x="23" y="3"/>
                </a:cubicBezTo>
                <a:cubicBezTo>
                  <a:pt x="22" y="3"/>
                  <a:pt x="21" y="3"/>
                  <a:pt x="19" y="3"/>
                </a:cubicBezTo>
                <a:cubicBezTo>
                  <a:pt x="18" y="2"/>
                  <a:pt x="17" y="2"/>
                  <a:pt x="16" y="3"/>
                </a:cubicBezTo>
                <a:cubicBezTo>
                  <a:pt x="16" y="3"/>
                  <a:pt x="15" y="3"/>
                  <a:pt x="15" y="3"/>
                </a:cubicBezTo>
                <a:cubicBezTo>
                  <a:pt x="15" y="2"/>
                  <a:pt x="15" y="2"/>
                  <a:pt x="15" y="2"/>
                </a:cubicBezTo>
                <a:cubicBezTo>
                  <a:pt x="15" y="2"/>
                  <a:pt x="15" y="2"/>
                  <a:pt x="15" y="2"/>
                </a:cubicBezTo>
                <a:cubicBezTo>
                  <a:pt x="13" y="2"/>
                  <a:pt x="12" y="2"/>
                  <a:pt x="11" y="3"/>
                </a:cubicBezTo>
                <a:cubicBezTo>
                  <a:pt x="11" y="3"/>
                  <a:pt x="11" y="3"/>
                  <a:pt x="11" y="3"/>
                </a:cubicBezTo>
                <a:cubicBezTo>
                  <a:pt x="10" y="3"/>
                  <a:pt x="10" y="3"/>
                  <a:pt x="10" y="3"/>
                </a:cubicBezTo>
                <a:cubicBezTo>
                  <a:pt x="10" y="3"/>
                  <a:pt x="10" y="3"/>
                  <a:pt x="9" y="3"/>
                </a:cubicBezTo>
                <a:cubicBezTo>
                  <a:pt x="7" y="6"/>
                  <a:pt x="7" y="6"/>
                  <a:pt x="7" y="6"/>
                </a:cubicBezTo>
                <a:lnTo>
                  <a:pt x="1" y="9"/>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71" name="Freeform 668"/>
          <p:cNvSpPr>
            <a:spLocks/>
          </p:cNvSpPr>
          <p:nvPr/>
        </p:nvSpPr>
        <p:spPr bwMode="auto">
          <a:xfrm>
            <a:off x="9224963" y="6254750"/>
            <a:ext cx="111125" cy="100012"/>
          </a:xfrm>
          <a:custGeom>
            <a:avLst/>
            <a:gdLst>
              <a:gd name="T0" fmla="*/ 28 w 29"/>
              <a:gd name="T1" fmla="*/ 14 h 26"/>
              <a:gd name="T2" fmla="*/ 24 w 29"/>
              <a:gd name="T3" fmla="*/ 9 h 26"/>
              <a:gd name="T4" fmla="*/ 22 w 29"/>
              <a:gd name="T5" fmla="*/ 8 h 26"/>
              <a:gd name="T6" fmla="*/ 20 w 29"/>
              <a:gd name="T7" fmla="*/ 3 h 26"/>
              <a:gd name="T8" fmla="*/ 20 w 29"/>
              <a:gd name="T9" fmla="*/ 2 h 26"/>
              <a:gd name="T10" fmla="*/ 18 w 29"/>
              <a:gd name="T11" fmla="*/ 4 h 26"/>
              <a:gd name="T12" fmla="*/ 14 w 29"/>
              <a:gd name="T13" fmla="*/ 3 h 26"/>
              <a:gd name="T14" fmla="*/ 12 w 29"/>
              <a:gd name="T15" fmla="*/ 2 h 26"/>
              <a:gd name="T16" fmla="*/ 8 w 29"/>
              <a:gd name="T17" fmla="*/ 2 h 26"/>
              <a:gd name="T18" fmla="*/ 2 w 29"/>
              <a:gd name="T19" fmla="*/ 0 h 26"/>
              <a:gd name="T20" fmla="*/ 1 w 29"/>
              <a:gd name="T21" fmla="*/ 1 h 26"/>
              <a:gd name="T22" fmla="*/ 1 w 29"/>
              <a:gd name="T23" fmla="*/ 2 h 26"/>
              <a:gd name="T24" fmla="*/ 0 w 29"/>
              <a:gd name="T25" fmla="*/ 3 h 26"/>
              <a:gd name="T26" fmla="*/ 2 w 29"/>
              <a:gd name="T27" fmla="*/ 5 h 26"/>
              <a:gd name="T28" fmla="*/ 0 w 29"/>
              <a:gd name="T29" fmla="*/ 8 h 26"/>
              <a:gd name="T30" fmla="*/ 3 w 29"/>
              <a:gd name="T31" fmla="*/ 12 h 26"/>
              <a:gd name="T32" fmla="*/ 6 w 29"/>
              <a:gd name="T33" fmla="*/ 14 h 26"/>
              <a:gd name="T34" fmla="*/ 8 w 29"/>
              <a:gd name="T35" fmla="*/ 13 h 26"/>
              <a:gd name="T36" fmla="*/ 8 w 29"/>
              <a:gd name="T37" fmla="*/ 11 h 26"/>
              <a:gd name="T38" fmla="*/ 6 w 29"/>
              <a:gd name="T39" fmla="*/ 9 h 26"/>
              <a:gd name="T40" fmla="*/ 9 w 29"/>
              <a:gd name="T41" fmla="*/ 11 h 26"/>
              <a:gd name="T42" fmla="*/ 10 w 29"/>
              <a:gd name="T43" fmla="*/ 14 h 26"/>
              <a:gd name="T44" fmla="*/ 14 w 29"/>
              <a:gd name="T45" fmla="*/ 16 h 26"/>
              <a:gd name="T46" fmla="*/ 19 w 29"/>
              <a:gd name="T47" fmla="*/ 19 h 26"/>
              <a:gd name="T48" fmla="*/ 20 w 29"/>
              <a:gd name="T49" fmla="*/ 22 h 26"/>
              <a:gd name="T50" fmla="*/ 19 w 29"/>
              <a:gd name="T51" fmla="*/ 24 h 26"/>
              <a:gd name="T52" fmla="*/ 21 w 29"/>
              <a:gd name="T53" fmla="*/ 25 h 26"/>
              <a:gd name="T54" fmla="*/ 23 w 29"/>
              <a:gd name="T55" fmla="*/ 24 h 26"/>
              <a:gd name="T56" fmla="*/ 21 w 29"/>
              <a:gd name="T57" fmla="*/ 22 h 26"/>
              <a:gd name="T58" fmla="*/ 24 w 29"/>
              <a:gd name="T59" fmla="*/ 23 h 26"/>
              <a:gd name="T60" fmla="*/ 25 w 29"/>
              <a:gd name="T61" fmla="*/ 26 h 26"/>
              <a:gd name="T62" fmla="*/ 27 w 29"/>
              <a:gd name="T63" fmla="*/ 23 h 26"/>
              <a:gd name="T64" fmla="*/ 27 w 29"/>
              <a:gd name="T65" fmla="*/ 21 h 26"/>
              <a:gd name="T66" fmla="*/ 26 w 29"/>
              <a:gd name="T67" fmla="*/ 19 h 26"/>
              <a:gd name="T68" fmla="*/ 27 w 29"/>
              <a:gd name="T69" fmla="*/ 15 h 26"/>
              <a:gd name="T70" fmla="*/ 29 w 29"/>
              <a:gd name="T71" fmla="*/ 15 h 26"/>
              <a:gd name="T72" fmla="*/ 29 w 29"/>
              <a:gd name="T73"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26">
                <a:moveTo>
                  <a:pt x="29" y="14"/>
                </a:moveTo>
                <a:cubicBezTo>
                  <a:pt x="29" y="14"/>
                  <a:pt x="28" y="14"/>
                  <a:pt x="28" y="14"/>
                </a:cubicBezTo>
                <a:cubicBezTo>
                  <a:pt x="27" y="14"/>
                  <a:pt x="27" y="13"/>
                  <a:pt x="26" y="12"/>
                </a:cubicBezTo>
                <a:cubicBezTo>
                  <a:pt x="25" y="11"/>
                  <a:pt x="24" y="10"/>
                  <a:pt x="24" y="9"/>
                </a:cubicBezTo>
                <a:cubicBezTo>
                  <a:pt x="23" y="9"/>
                  <a:pt x="23" y="9"/>
                  <a:pt x="23" y="9"/>
                </a:cubicBezTo>
                <a:cubicBezTo>
                  <a:pt x="23" y="9"/>
                  <a:pt x="22" y="8"/>
                  <a:pt x="22" y="8"/>
                </a:cubicBezTo>
                <a:cubicBezTo>
                  <a:pt x="22" y="7"/>
                  <a:pt x="21" y="7"/>
                  <a:pt x="21" y="6"/>
                </a:cubicBezTo>
                <a:cubicBezTo>
                  <a:pt x="21" y="5"/>
                  <a:pt x="20" y="4"/>
                  <a:pt x="20" y="3"/>
                </a:cubicBezTo>
                <a:cubicBezTo>
                  <a:pt x="20" y="3"/>
                  <a:pt x="20" y="3"/>
                  <a:pt x="20" y="2"/>
                </a:cubicBezTo>
                <a:cubicBezTo>
                  <a:pt x="20" y="2"/>
                  <a:pt x="20" y="2"/>
                  <a:pt x="20" y="2"/>
                </a:cubicBezTo>
                <a:cubicBezTo>
                  <a:pt x="19" y="4"/>
                  <a:pt x="19" y="4"/>
                  <a:pt x="19" y="4"/>
                </a:cubicBezTo>
                <a:cubicBezTo>
                  <a:pt x="18" y="4"/>
                  <a:pt x="18" y="4"/>
                  <a:pt x="18" y="4"/>
                </a:cubicBezTo>
                <a:cubicBezTo>
                  <a:pt x="16" y="4"/>
                  <a:pt x="16" y="4"/>
                  <a:pt x="16" y="4"/>
                </a:cubicBezTo>
                <a:cubicBezTo>
                  <a:pt x="16" y="4"/>
                  <a:pt x="14" y="3"/>
                  <a:pt x="14" y="3"/>
                </a:cubicBezTo>
                <a:cubicBezTo>
                  <a:pt x="14" y="3"/>
                  <a:pt x="13" y="2"/>
                  <a:pt x="13" y="2"/>
                </a:cubicBezTo>
                <a:cubicBezTo>
                  <a:pt x="13" y="2"/>
                  <a:pt x="12" y="2"/>
                  <a:pt x="12" y="2"/>
                </a:cubicBezTo>
                <a:cubicBezTo>
                  <a:pt x="12" y="2"/>
                  <a:pt x="10" y="1"/>
                  <a:pt x="10" y="1"/>
                </a:cubicBezTo>
                <a:cubicBezTo>
                  <a:pt x="10" y="1"/>
                  <a:pt x="8" y="2"/>
                  <a:pt x="8" y="2"/>
                </a:cubicBezTo>
                <a:cubicBezTo>
                  <a:pt x="8" y="2"/>
                  <a:pt x="4" y="1"/>
                  <a:pt x="4" y="1"/>
                </a:cubicBezTo>
                <a:cubicBezTo>
                  <a:pt x="4" y="1"/>
                  <a:pt x="3" y="0"/>
                  <a:pt x="2" y="0"/>
                </a:cubicBezTo>
                <a:cubicBezTo>
                  <a:pt x="2" y="0"/>
                  <a:pt x="1" y="0"/>
                  <a:pt x="1" y="0"/>
                </a:cubicBezTo>
                <a:cubicBezTo>
                  <a:pt x="1" y="1"/>
                  <a:pt x="1" y="1"/>
                  <a:pt x="1" y="1"/>
                </a:cubicBezTo>
                <a:cubicBezTo>
                  <a:pt x="1" y="1"/>
                  <a:pt x="1" y="1"/>
                  <a:pt x="1" y="1"/>
                </a:cubicBezTo>
                <a:cubicBezTo>
                  <a:pt x="1" y="2"/>
                  <a:pt x="1" y="2"/>
                  <a:pt x="1" y="2"/>
                </a:cubicBezTo>
                <a:cubicBezTo>
                  <a:pt x="1" y="2"/>
                  <a:pt x="0" y="2"/>
                  <a:pt x="0" y="2"/>
                </a:cubicBezTo>
                <a:cubicBezTo>
                  <a:pt x="0" y="2"/>
                  <a:pt x="0" y="3"/>
                  <a:pt x="0" y="3"/>
                </a:cubicBezTo>
                <a:cubicBezTo>
                  <a:pt x="0" y="3"/>
                  <a:pt x="1" y="3"/>
                  <a:pt x="2" y="4"/>
                </a:cubicBezTo>
                <a:cubicBezTo>
                  <a:pt x="2" y="4"/>
                  <a:pt x="2" y="5"/>
                  <a:pt x="2" y="5"/>
                </a:cubicBezTo>
                <a:cubicBezTo>
                  <a:pt x="2" y="5"/>
                  <a:pt x="1" y="6"/>
                  <a:pt x="1" y="6"/>
                </a:cubicBezTo>
                <a:cubicBezTo>
                  <a:pt x="0" y="6"/>
                  <a:pt x="0" y="7"/>
                  <a:pt x="0" y="8"/>
                </a:cubicBezTo>
                <a:cubicBezTo>
                  <a:pt x="0" y="8"/>
                  <a:pt x="0" y="10"/>
                  <a:pt x="1" y="10"/>
                </a:cubicBezTo>
                <a:cubicBezTo>
                  <a:pt x="1" y="10"/>
                  <a:pt x="2" y="12"/>
                  <a:pt x="3" y="12"/>
                </a:cubicBezTo>
                <a:cubicBezTo>
                  <a:pt x="3" y="12"/>
                  <a:pt x="4" y="12"/>
                  <a:pt x="5" y="12"/>
                </a:cubicBezTo>
                <a:cubicBezTo>
                  <a:pt x="5" y="13"/>
                  <a:pt x="5" y="13"/>
                  <a:pt x="6" y="14"/>
                </a:cubicBezTo>
                <a:cubicBezTo>
                  <a:pt x="6" y="14"/>
                  <a:pt x="6" y="14"/>
                  <a:pt x="7" y="14"/>
                </a:cubicBezTo>
                <a:cubicBezTo>
                  <a:pt x="7" y="14"/>
                  <a:pt x="7" y="14"/>
                  <a:pt x="8" y="13"/>
                </a:cubicBezTo>
                <a:cubicBezTo>
                  <a:pt x="8" y="13"/>
                  <a:pt x="8" y="12"/>
                  <a:pt x="8" y="12"/>
                </a:cubicBezTo>
                <a:cubicBezTo>
                  <a:pt x="8" y="12"/>
                  <a:pt x="8" y="12"/>
                  <a:pt x="8" y="11"/>
                </a:cubicBezTo>
                <a:cubicBezTo>
                  <a:pt x="8" y="11"/>
                  <a:pt x="7" y="11"/>
                  <a:pt x="6" y="10"/>
                </a:cubicBezTo>
                <a:cubicBezTo>
                  <a:pt x="5" y="10"/>
                  <a:pt x="6" y="10"/>
                  <a:pt x="6" y="9"/>
                </a:cubicBezTo>
                <a:cubicBezTo>
                  <a:pt x="6" y="9"/>
                  <a:pt x="6" y="9"/>
                  <a:pt x="7" y="9"/>
                </a:cubicBezTo>
                <a:cubicBezTo>
                  <a:pt x="7" y="9"/>
                  <a:pt x="9" y="10"/>
                  <a:pt x="9" y="11"/>
                </a:cubicBezTo>
                <a:cubicBezTo>
                  <a:pt x="10" y="11"/>
                  <a:pt x="11" y="12"/>
                  <a:pt x="11" y="13"/>
                </a:cubicBezTo>
                <a:cubicBezTo>
                  <a:pt x="11" y="13"/>
                  <a:pt x="10" y="14"/>
                  <a:pt x="10" y="14"/>
                </a:cubicBezTo>
                <a:cubicBezTo>
                  <a:pt x="11" y="15"/>
                  <a:pt x="11" y="15"/>
                  <a:pt x="11" y="15"/>
                </a:cubicBezTo>
                <a:cubicBezTo>
                  <a:pt x="12" y="15"/>
                  <a:pt x="13" y="15"/>
                  <a:pt x="14" y="16"/>
                </a:cubicBezTo>
                <a:cubicBezTo>
                  <a:pt x="15" y="16"/>
                  <a:pt x="15" y="16"/>
                  <a:pt x="16" y="16"/>
                </a:cubicBezTo>
                <a:cubicBezTo>
                  <a:pt x="16" y="17"/>
                  <a:pt x="19" y="18"/>
                  <a:pt x="19" y="19"/>
                </a:cubicBezTo>
                <a:cubicBezTo>
                  <a:pt x="20" y="19"/>
                  <a:pt x="20" y="20"/>
                  <a:pt x="20" y="21"/>
                </a:cubicBezTo>
                <a:cubicBezTo>
                  <a:pt x="20" y="21"/>
                  <a:pt x="20" y="22"/>
                  <a:pt x="20" y="22"/>
                </a:cubicBezTo>
                <a:cubicBezTo>
                  <a:pt x="19" y="22"/>
                  <a:pt x="19" y="23"/>
                  <a:pt x="19" y="23"/>
                </a:cubicBezTo>
                <a:cubicBezTo>
                  <a:pt x="19" y="23"/>
                  <a:pt x="19" y="23"/>
                  <a:pt x="19" y="24"/>
                </a:cubicBezTo>
                <a:cubicBezTo>
                  <a:pt x="19" y="24"/>
                  <a:pt x="20" y="24"/>
                  <a:pt x="20" y="25"/>
                </a:cubicBezTo>
                <a:cubicBezTo>
                  <a:pt x="20" y="25"/>
                  <a:pt x="21" y="25"/>
                  <a:pt x="21" y="25"/>
                </a:cubicBezTo>
                <a:cubicBezTo>
                  <a:pt x="22" y="25"/>
                  <a:pt x="22" y="25"/>
                  <a:pt x="22" y="25"/>
                </a:cubicBezTo>
                <a:cubicBezTo>
                  <a:pt x="23" y="25"/>
                  <a:pt x="23" y="24"/>
                  <a:pt x="23" y="24"/>
                </a:cubicBezTo>
                <a:cubicBezTo>
                  <a:pt x="23" y="24"/>
                  <a:pt x="22" y="24"/>
                  <a:pt x="22" y="24"/>
                </a:cubicBezTo>
                <a:cubicBezTo>
                  <a:pt x="22" y="23"/>
                  <a:pt x="21" y="23"/>
                  <a:pt x="21" y="22"/>
                </a:cubicBezTo>
                <a:cubicBezTo>
                  <a:pt x="21" y="22"/>
                  <a:pt x="22" y="22"/>
                  <a:pt x="22" y="22"/>
                </a:cubicBezTo>
                <a:cubicBezTo>
                  <a:pt x="23" y="22"/>
                  <a:pt x="24" y="23"/>
                  <a:pt x="24" y="23"/>
                </a:cubicBezTo>
                <a:cubicBezTo>
                  <a:pt x="24" y="24"/>
                  <a:pt x="24" y="24"/>
                  <a:pt x="24" y="25"/>
                </a:cubicBezTo>
                <a:cubicBezTo>
                  <a:pt x="24" y="25"/>
                  <a:pt x="25" y="26"/>
                  <a:pt x="25" y="26"/>
                </a:cubicBezTo>
                <a:cubicBezTo>
                  <a:pt x="27" y="25"/>
                  <a:pt x="27" y="25"/>
                  <a:pt x="27" y="25"/>
                </a:cubicBezTo>
                <a:cubicBezTo>
                  <a:pt x="27" y="25"/>
                  <a:pt x="27" y="23"/>
                  <a:pt x="27" y="23"/>
                </a:cubicBezTo>
                <a:cubicBezTo>
                  <a:pt x="27" y="23"/>
                  <a:pt x="26" y="22"/>
                  <a:pt x="26" y="22"/>
                </a:cubicBezTo>
                <a:cubicBezTo>
                  <a:pt x="26" y="22"/>
                  <a:pt x="27" y="21"/>
                  <a:pt x="27" y="21"/>
                </a:cubicBezTo>
                <a:cubicBezTo>
                  <a:pt x="27" y="21"/>
                  <a:pt x="27" y="20"/>
                  <a:pt x="27" y="20"/>
                </a:cubicBezTo>
                <a:cubicBezTo>
                  <a:pt x="27" y="20"/>
                  <a:pt x="26" y="19"/>
                  <a:pt x="26" y="19"/>
                </a:cubicBezTo>
                <a:cubicBezTo>
                  <a:pt x="26" y="19"/>
                  <a:pt x="26" y="16"/>
                  <a:pt x="26" y="16"/>
                </a:cubicBezTo>
                <a:cubicBezTo>
                  <a:pt x="26" y="16"/>
                  <a:pt x="27" y="15"/>
                  <a:pt x="27" y="15"/>
                </a:cubicBezTo>
                <a:cubicBezTo>
                  <a:pt x="27" y="15"/>
                  <a:pt x="27" y="14"/>
                  <a:pt x="27" y="14"/>
                </a:cubicBezTo>
                <a:cubicBezTo>
                  <a:pt x="27" y="14"/>
                  <a:pt x="29" y="15"/>
                  <a:pt x="29" y="15"/>
                </a:cubicBezTo>
                <a:cubicBezTo>
                  <a:pt x="29" y="15"/>
                  <a:pt x="29" y="15"/>
                  <a:pt x="29" y="14"/>
                </a:cubicBezTo>
                <a:cubicBezTo>
                  <a:pt x="29" y="14"/>
                  <a:pt x="29" y="14"/>
                  <a:pt x="29" y="14"/>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72" name="Freeform 669"/>
          <p:cNvSpPr>
            <a:spLocks/>
          </p:cNvSpPr>
          <p:nvPr/>
        </p:nvSpPr>
        <p:spPr bwMode="auto">
          <a:xfrm>
            <a:off x="9164638" y="6121400"/>
            <a:ext cx="152400" cy="149225"/>
          </a:xfrm>
          <a:custGeom>
            <a:avLst/>
            <a:gdLst>
              <a:gd name="T0" fmla="*/ 20 w 40"/>
              <a:gd name="T1" fmla="*/ 36 h 39"/>
              <a:gd name="T2" fmla="*/ 26 w 40"/>
              <a:gd name="T3" fmla="*/ 36 h 39"/>
              <a:gd name="T4" fmla="*/ 29 w 40"/>
              <a:gd name="T5" fmla="*/ 37 h 39"/>
              <a:gd name="T6" fmla="*/ 32 w 40"/>
              <a:gd name="T7" fmla="*/ 39 h 39"/>
              <a:gd name="T8" fmla="*/ 35 w 40"/>
              <a:gd name="T9" fmla="*/ 39 h 39"/>
              <a:gd name="T10" fmla="*/ 35 w 40"/>
              <a:gd name="T11" fmla="*/ 37 h 39"/>
              <a:gd name="T12" fmla="*/ 34 w 40"/>
              <a:gd name="T13" fmla="*/ 35 h 39"/>
              <a:gd name="T14" fmla="*/ 35 w 40"/>
              <a:gd name="T15" fmla="*/ 32 h 39"/>
              <a:gd name="T16" fmla="*/ 36 w 40"/>
              <a:gd name="T17" fmla="*/ 31 h 39"/>
              <a:gd name="T18" fmla="*/ 35 w 40"/>
              <a:gd name="T19" fmla="*/ 29 h 39"/>
              <a:gd name="T20" fmla="*/ 34 w 40"/>
              <a:gd name="T21" fmla="*/ 29 h 39"/>
              <a:gd name="T22" fmla="*/ 35 w 40"/>
              <a:gd name="T23" fmla="*/ 26 h 39"/>
              <a:gd name="T24" fmla="*/ 35 w 40"/>
              <a:gd name="T25" fmla="*/ 25 h 39"/>
              <a:gd name="T26" fmla="*/ 35 w 40"/>
              <a:gd name="T27" fmla="*/ 24 h 39"/>
              <a:gd name="T28" fmla="*/ 35 w 40"/>
              <a:gd name="T29" fmla="*/ 22 h 39"/>
              <a:gd name="T30" fmla="*/ 36 w 40"/>
              <a:gd name="T31" fmla="*/ 23 h 39"/>
              <a:gd name="T32" fmla="*/ 37 w 40"/>
              <a:gd name="T33" fmla="*/ 24 h 39"/>
              <a:gd name="T34" fmla="*/ 37 w 40"/>
              <a:gd name="T35" fmla="*/ 23 h 39"/>
              <a:gd name="T36" fmla="*/ 37 w 40"/>
              <a:gd name="T37" fmla="*/ 21 h 39"/>
              <a:gd name="T38" fmla="*/ 37 w 40"/>
              <a:gd name="T39" fmla="*/ 19 h 39"/>
              <a:gd name="T40" fmla="*/ 36 w 40"/>
              <a:gd name="T41" fmla="*/ 17 h 39"/>
              <a:gd name="T42" fmla="*/ 37 w 40"/>
              <a:gd name="T43" fmla="*/ 13 h 39"/>
              <a:gd name="T44" fmla="*/ 36 w 40"/>
              <a:gd name="T45" fmla="*/ 12 h 39"/>
              <a:gd name="T46" fmla="*/ 37 w 40"/>
              <a:gd name="T47" fmla="*/ 11 h 39"/>
              <a:gd name="T48" fmla="*/ 37 w 40"/>
              <a:gd name="T49" fmla="*/ 10 h 39"/>
              <a:gd name="T50" fmla="*/ 39 w 40"/>
              <a:gd name="T51" fmla="*/ 8 h 39"/>
              <a:gd name="T52" fmla="*/ 39 w 40"/>
              <a:gd name="T53" fmla="*/ 5 h 39"/>
              <a:gd name="T54" fmla="*/ 38 w 40"/>
              <a:gd name="T55" fmla="*/ 1 h 39"/>
              <a:gd name="T56" fmla="*/ 39 w 40"/>
              <a:gd name="T57" fmla="*/ 1 h 39"/>
              <a:gd name="T58" fmla="*/ 40 w 40"/>
              <a:gd name="T59" fmla="*/ 0 h 39"/>
              <a:gd name="T60" fmla="*/ 37 w 40"/>
              <a:gd name="T61" fmla="*/ 0 h 39"/>
              <a:gd name="T62" fmla="*/ 35 w 40"/>
              <a:gd name="T63" fmla="*/ 1 h 39"/>
              <a:gd name="T64" fmla="*/ 32 w 40"/>
              <a:gd name="T65" fmla="*/ 2 h 39"/>
              <a:gd name="T66" fmla="*/ 31 w 40"/>
              <a:gd name="T67" fmla="*/ 2 h 39"/>
              <a:gd name="T68" fmla="*/ 30 w 40"/>
              <a:gd name="T69" fmla="*/ 3 h 39"/>
              <a:gd name="T70" fmla="*/ 28 w 40"/>
              <a:gd name="T71" fmla="*/ 3 h 39"/>
              <a:gd name="T72" fmla="*/ 26 w 40"/>
              <a:gd name="T73" fmla="*/ 3 h 39"/>
              <a:gd name="T74" fmla="*/ 24 w 40"/>
              <a:gd name="T75" fmla="*/ 1 h 39"/>
              <a:gd name="T76" fmla="*/ 23 w 40"/>
              <a:gd name="T77" fmla="*/ 4 h 39"/>
              <a:gd name="T78" fmla="*/ 22 w 40"/>
              <a:gd name="T79" fmla="*/ 5 h 39"/>
              <a:gd name="T80" fmla="*/ 22 w 40"/>
              <a:gd name="T81" fmla="*/ 6 h 39"/>
              <a:gd name="T82" fmla="*/ 19 w 40"/>
              <a:gd name="T83" fmla="*/ 8 h 39"/>
              <a:gd name="T84" fmla="*/ 17 w 40"/>
              <a:gd name="T85" fmla="*/ 11 h 39"/>
              <a:gd name="T86" fmla="*/ 14 w 40"/>
              <a:gd name="T87" fmla="*/ 8 h 39"/>
              <a:gd name="T88" fmla="*/ 12 w 40"/>
              <a:gd name="T89" fmla="*/ 11 h 39"/>
              <a:gd name="T90" fmla="*/ 8 w 40"/>
              <a:gd name="T91" fmla="*/ 12 h 39"/>
              <a:gd name="T92" fmla="*/ 8 w 40"/>
              <a:gd name="T93" fmla="*/ 15 h 39"/>
              <a:gd name="T94" fmla="*/ 6 w 40"/>
              <a:gd name="T95" fmla="*/ 18 h 39"/>
              <a:gd name="T96" fmla="*/ 3 w 40"/>
              <a:gd name="T97" fmla="*/ 19 h 39"/>
              <a:gd name="T98" fmla="*/ 1 w 40"/>
              <a:gd name="T99" fmla="*/ 18 h 39"/>
              <a:gd name="T100" fmla="*/ 0 w 40"/>
              <a:gd name="T101" fmla="*/ 19 h 39"/>
              <a:gd name="T102" fmla="*/ 2 w 40"/>
              <a:gd name="T103" fmla="*/ 21 h 39"/>
              <a:gd name="T104" fmla="*/ 4 w 40"/>
              <a:gd name="T105" fmla="*/ 23 h 39"/>
              <a:gd name="T106" fmla="*/ 7 w 40"/>
              <a:gd name="T107" fmla="*/ 26 h 39"/>
              <a:gd name="T108" fmla="*/ 10 w 40"/>
              <a:gd name="T109" fmla="*/ 30 h 39"/>
              <a:gd name="T110" fmla="*/ 15 w 40"/>
              <a:gd name="T111" fmla="*/ 34 h 39"/>
              <a:gd name="T112" fmla="*/ 17 w 40"/>
              <a:gd name="T113"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 h="39">
                <a:moveTo>
                  <a:pt x="18" y="35"/>
                </a:moveTo>
                <a:cubicBezTo>
                  <a:pt x="19" y="35"/>
                  <a:pt x="20" y="36"/>
                  <a:pt x="20" y="36"/>
                </a:cubicBezTo>
                <a:cubicBezTo>
                  <a:pt x="20" y="36"/>
                  <a:pt x="24" y="37"/>
                  <a:pt x="24" y="37"/>
                </a:cubicBezTo>
                <a:cubicBezTo>
                  <a:pt x="24" y="37"/>
                  <a:pt x="26" y="36"/>
                  <a:pt x="26" y="36"/>
                </a:cubicBezTo>
                <a:cubicBezTo>
                  <a:pt x="26" y="36"/>
                  <a:pt x="28" y="37"/>
                  <a:pt x="28" y="37"/>
                </a:cubicBezTo>
                <a:cubicBezTo>
                  <a:pt x="28" y="37"/>
                  <a:pt x="29" y="37"/>
                  <a:pt x="29" y="37"/>
                </a:cubicBezTo>
                <a:cubicBezTo>
                  <a:pt x="29" y="37"/>
                  <a:pt x="30" y="38"/>
                  <a:pt x="30" y="38"/>
                </a:cubicBezTo>
                <a:cubicBezTo>
                  <a:pt x="30" y="38"/>
                  <a:pt x="32" y="39"/>
                  <a:pt x="32" y="39"/>
                </a:cubicBezTo>
                <a:cubicBezTo>
                  <a:pt x="34" y="39"/>
                  <a:pt x="34" y="39"/>
                  <a:pt x="34" y="39"/>
                </a:cubicBezTo>
                <a:cubicBezTo>
                  <a:pt x="35" y="39"/>
                  <a:pt x="35" y="39"/>
                  <a:pt x="35" y="39"/>
                </a:cubicBezTo>
                <a:cubicBezTo>
                  <a:pt x="36" y="37"/>
                  <a:pt x="36" y="37"/>
                  <a:pt x="36" y="37"/>
                </a:cubicBezTo>
                <a:cubicBezTo>
                  <a:pt x="36" y="37"/>
                  <a:pt x="35" y="37"/>
                  <a:pt x="35" y="37"/>
                </a:cubicBezTo>
                <a:cubicBezTo>
                  <a:pt x="35" y="37"/>
                  <a:pt x="34" y="36"/>
                  <a:pt x="34" y="36"/>
                </a:cubicBezTo>
                <a:cubicBezTo>
                  <a:pt x="34" y="35"/>
                  <a:pt x="34" y="35"/>
                  <a:pt x="34" y="35"/>
                </a:cubicBezTo>
                <a:cubicBezTo>
                  <a:pt x="34" y="35"/>
                  <a:pt x="34" y="34"/>
                  <a:pt x="34" y="34"/>
                </a:cubicBezTo>
                <a:cubicBezTo>
                  <a:pt x="34" y="33"/>
                  <a:pt x="34" y="33"/>
                  <a:pt x="35" y="32"/>
                </a:cubicBezTo>
                <a:cubicBezTo>
                  <a:pt x="35" y="32"/>
                  <a:pt x="35" y="32"/>
                  <a:pt x="35" y="32"/>
                </a:cubicBezTo>
                <a:cubicBezTo>
                  <a:pt x="35" y="31"/>
                  <a:pt x="36" y="31"/>
                  <a:pt x="36" y="31"/>
                </a:cubicBezTo>
                <a:cubicBezTo>
                  <a:pt x="36" y="30"/>
                  <a:pt x="35" y="30"/>
                  <a:pt x="35" y="30"/>
                </a:cubicBezTo>
                <a:cubicBezTo>
                  <a:pt x="35" y="30"/>
                  <a:pt x="35" y="29"/>
                  <a:pt x="35" y="29"/>
                </a:cubicBezTo>
                <a:cubicBezTo>
                  <a:pt x="35" y="29"/>
                  <a:pt x="35" y="29"/>
                  <a:pt x="35" y="29"/>
                </a:cubicBezTo>
                <a:cubicBezTo>
                  <a:pt x="34" y="29"/>
                  <a:pt x="34" y="29"/>
                  <a:pt x="34" y="29"/>
                </a:cubicBezTo>
                <a:cubicBezTo>
                  <a:pt x="34" y="29"/>
                  <a:pt x="34" y="28"/>
                  <a:pt x="34" y="28"/>
                </a:cubicBezTo>
                <a:cubicBezTo>
                  <a:pt x="35" y="27"/>
                  <a:pt x="35" y="26"/>
                  <a:pt x="35" y="26"/>
                </a:cubicBezTo>
                <a:cubicBezTo>
                  <a:pt x="35" y="25"/>
                  <a:pt x="35" y="25"/>
                  <a:pt x="35" y="25"/>
                </a:cubicBezTo>
                <a:cubicBezTo>
                  <a:pt x="35" y="25"/>
                  <a:pt x="35" y="25"/>
                  <a:pt x="35" y="25"/>
                </a:cubicBezTo>
                <a:cubicBezTo>
                  <a:pt x="35" y="24"/>
                  <a:pt x="35" y="24"/>
                  <a:pt x="35" y="24"/>
                </a:cubicBezTo>
                <a:cubicBezTo>
                  <a:pt x="35" y="24"/>
                  <a:pt x="35" y="24"/>
                  <a:pt x="35" y="24"/>
                </a:cubicBezTo>
                <a:cubicBezTo>
                  <a:pt x="34" y="23"/>
                  <a:pt x="34" y="23"/>
                  <a:pt x="35" y="23"/>
                </a:cubicBezTo>
                <a:cubicBezTo>
                  <a:pt x="35" y="23"/>
                  <a:pt x="35" y="22"/>
                  <a:pt x="35" y="22"/>
                </a:cubicBezTo>
                <a:cubicBezTo>
                  <a:pt x="35" y="22"/>
                  <a:pt x="36" y="22"/>
                  <a:pt x="36" y="22"/>
                </a:cubicBezTo>
                <a:cubicBezTo>
                  <a:pt x="36" y="22"/>
                  <a:pt x="36" y="22"/>
                  <a:pt x="36" y="23"/>
                </a:cubicBezTo>
                <a:cubicBezTo>
                  <a:pt x="36" y="23"/>
                  <a:pt x="36" y="24"/>
                  <a:pt x="36" y="24"/>
                </a:cubicBezTo>
                <a:cubicBezTo>
                  <a:pt x="37" y="24"/>
                  <a:pt x="37" y="24"/>
                  <a:pt x="37" y="24"/>
                </a:cubicBezTo>
                <a:cubicBezTo>
                  <a:pt x="37" y="24"/>
                  <a:pt x="37" y="23"/>
                  <a:pt x="37" y="23"/>
                </a:cubicBezTo>
                <a:cubicBezTo>
                  <a:pt x="37" y="23"/>
                  <a:pt x="37" y="23"/>
                  <a:pt x="37" y="23"/>
                </a:cubicBezTo>
                <a:cubicBezTo>
                  <a:pt x="37" y="23"/>
                  <a:pt x="37" y="22"/>
                  <a:pt x="37" y="22"/>
                </a:cubicBezTo>
                <a:cubicBezTo>
                  <a:pt x="37" y="22"/>
                  <a:pt x="37" y="21"/>
                  <a:pt x="37" y="21"/>
                </a:cubicBezTo>
                <a:cubicBezTo>
                  <a:pt x="37" y="21"/>
                  <a:pt x="37" y="20"/>
                  <a:pt x="37" y="20"/>
                </a:cubicBezTo>
                <a:cubicBezTo>
                  <a:pt x="37" y="19"/>
                  <a:pt x="37" y="19"/>
                  <a:pt x="37" y="19"/>
                </a:cubicBezTo>
                <a:cubicBezTo>
                  <a:pt x="36" y="18"/>
                  <a:pt x="36" y="18"/>
                  <a:pt x="36" y="18"/>
                </a:cubicBezTo>
                <a:cubicBezTo>
                  <a:pt x="36" y="18"/>
                  <a:pt x="36" y="18"/>
                  <a:pt x="36" y="17"/>
                </a:cubicBezTo>
                <a:cubicBezTo>
                  <a:pt x="36" y="16"/>
                  <a:pt x="36" y="15"/>
                  <a:pt x="37" y="14"/>
                </a:cubicBezTo>
                <a:cubicBezTo>
                  <a:pt x="37" y="13"/>
                  <a:pt x="37" y="13"/>
                  <a:pt x="37" y="13"/>
                </a:cubicBezTo>
                <a:cubicBezTo>
                  <a:pt x="37" y="13"/>
                  <a:pt x="37" y="12"/>
                  <a:pt x="37" y="12"/>
                </a:cubicBezTo>
                <a:cubicBezTo>
                  <a:pt x="37" y="12"/>
                  <a:pt x="36" y="12"/>
                  <a:pt x="36" y="12"/>
                </a:cubicBezTo>
                <a:cubicBezTo>
                  <a:pt x="36" y="12"/>
                  <a:pt x="36" y="12"/>
                  <a:pt x="36" y="12"/>
                </a:cubicBezTo>
                <a:cubicBezTo>
                  <a:pt x="37" y="12"/>
                  <a:pt x="37" y="12"/>
                  <a:pt x="37" y="11"/>
                </a:cubicBezTo>
                <a:cubicBezTo>
                  <a:pt x="37" y="11"/>
                  <a:pt x="37" y="10"/>
                  <a:pt x="37" y="10"/>
                </a:cubicBezTo>
                <a:cubicBezTo>
                  <a:pt x="37" y="10"/>
                  <a:pt x="37" y="10"/>
                  <a:pt x="37" y="10"/>
                </a:cubicBezTo>
                <a:cubicBezTo>
                  <a:pt x="37" y="9"/>
                  <a:pt x="37" y="9"/>
                  <a:pt x="37" y="9"/>
                </a:cubicBezTo>
                <a:cubicBezTo>
                  <a:pt x="38" y="9"/>
                  <a:pt x="38" y="9"/>
                  <a:pt x="39" y="8"/>
                </a:cubicBezTo>
                <a:cubicBezTo>
                  <a:pt x="39" y="8"/>
                  <a:pt x="39" y="7"/>
                  <a:pt x="39" y="7"/>
                </a:cubicBezTo>
                <a:cubicBezTo>
                  <a:pt x="40" y="6"/>
                  <a:pt x="40" y="6"/>
                  <a:pt x="39" y="5"/>
                </a:cubicBezTo>
                <a:cubicBezTo>
                  <a:pt x="39" y="4"/>
                  <a:pt x="39" y="3"/>
                  <a:pt x="38" y="2"/>
                </a:cubicBezTo>
                <a:cubicBezTo>
                  <a:pt x="38" y="1"/>
                  <a:pt x="38" y="1"/>
                  <a:pt x="38" y="1"/>
                </a:cubicBezTo>
                <a:cubicBezTo>
                  <a:pt x="38" y="1"/>
                  <a:pt x="39" y="1"/>
                  <a:pt x="39" y="1"/>
                </a:cubicBezTo>
                <a:cubicBezTo>
                  <a:pt x="39" y="1"/>
                  <a:pt x="39" y="1"/>
                  <a:pt x="39" y="1"/>
                </a:cubicBezTo>
                <a:cubicBezTo>
                  <a:pt x="40" y="1"/>
                  <a:pt x="40" y="0"/>
                  <a:pt x="40" y="0"/>
                </a:cubicBezTo>
                <a:cubicBezTo>
                  <a:pt x="40" y="0"/>
                  <a:pt x="40" y="0"/>
                  <a:pt x="40" y="0"/>
                </a:cubicBezTo>
                <a:cubicBezTo>
                  <a:pt x="40" y="0"/>
                  <a:pt x="40" y="0"/>
                  <a:pt x="40" y="0"/>
                </a:cubicBezTo>
                <a:cubicBezTo>
                  <a:pt x="37" y="0"/>
                  <a:pt x="37" y="0"/>
                  <a:pt x="37" y="0"/>
                </a:cubicBezTo>
                <a:cubicBezTo>
                  <a:pt x="36" y="1"/>
                  <a:pt x="36" y="1"/>
                  <a:pt x="36" y="1"/>
                </a:cubicBezTo>
                <a:cubicBezTo>
                  <a:pt x="35" y="1"/>
                  <a:pt x="35" y="1"/>
                  <a:pt x="35" y="1"/>
                </a:cubicBezTo>
                <a:cubicBezTo>
                  <a:pt x="35" y="1"/>
                  <a:pt x="33" y="2"/>
                  <a:pt x="33" y="2"/>
                </a:cubicBezTo>
                <a:cubicBezTo>
                  <a:pt x="33" y="2"/>
                  <a:pt x="32" y="2"/>
                  <a:pt x="32" y="2"/>
                </a:cubicBezTo>
                <a:cubicBezTo>
                  <a:pt x="32" y="2"/>
                  <a:pt x="32" y="2"/>
                  <a:pt x="32" y="2"/>
                </a:cubicBezTo>
                <a:cubicBezTo>
                  <a:pt x="31" y="2"/>
                  <a:pt x="31" y="2"/>
                  <a:pt x="31" y="2"/>
                </a:cubicBezTo>
                <a:cubicBezTo>
                  <a:pt x="30" y="2"/>
                  <a:pt x="30" y="2"/>
                  <a:pt x="30" y="2"/>
                </a:cubicBezTo>
                <a:cubicBezTo>
                  <a:pt x="30" y="3"/>
                  <a:pt x="30" y="3"/>
                  <a:pt x="30" y="3"/>
                </a:cubicBezTo>
                <a:cubicBezTo>
                  <a:pt x="29" y="2"/>
                  <a:pt x="29" y="2"/>
                  <a:pt x="29" y="2"/>
                </a:cubicBezTo>
                <a:cubicBezTo>
                  <a:pt x="28" y="3"/>
                  <a:pt x="28" y="3"/>
                  <a:pt x="28" y="3"/>
                </a:cubicBezTo>
                <a:cubicBezTo>
                  <a:pt x="28" y="3"/>
                  <a:pt x="28" y="3"/>
                  <a:pt x="28" y="3"/>
                </a:cubicBezTo>
                <a:cubicBezTo>
                  <a:pt x="26" y="3"/>
                  <a:pt x="26" y="3"/>
                  <a:pt x="26" y="3"/>
                </a:cubicBezTo>
                <a:cubicBezTo>
                  <a:pt x="25" y="1"/>
                  <a:pt x="25" y="1"/>
                  <a:pt x="25" y="1"/>
                </a:cubicBezTo>
                <a:cubicBezTo>
                  <a:pt x="24" y="1"/>
                  <a:pt x="24" y="1"/>
                  <a:pt x="24" y="1"/>
                </a:cubicBezTo>
                <a:cubicBezTo>
                  <a:pt x="24" y="2"/>
                  <a:pt x="24" y="2"/>
                  <a:pt x="24" y="2"/>
                </a:cubicBezTo>
                <a:cubicBezTo>
                  <a:pt x="23" y="4"/>
                  <a:pt x="23" y="4"/>
                  <a:pt x="23" y="4"/>
                </a:cubicBezTo>
                <a:cubicBezTo>
                  <a:pt x="22" y="4"/>
                  <a:pt x="22" y="4"/>
                  <a:pt x="22" y="4"/>
                </a:cubicBezTo>
                <a:cubicBezTo>
                  <a:pt x="22" y="5"/>
                  <a:pt x="22" y="5"/>
                  <a:pt x="22" y="5"/>
                </a:cubicBezTo>
                <a:cubicBezTo>
                  <a:pt x="22" y="5"/>
                  <a:pt x="22" y="5"/>
                  <a:pt x="21" y="5"/>
                </a:cubicBezTo>
                <a:cubicBezTo>
                  <a:pt x="21" y="6"/>
                  <a:pt x="22" y="6"/>
                  <a:pt x="22" y="6"/>
                </a:cubicBezTo>
                <a:cubicBezTo>
                  <a:pt x="20" y="7"/>
                  <a:pt x="20" y="7"/>
                  <a:pt x="20" y="7"/>
                </a:cubicBezTo>
                <a:cubicBezTo>
                  <a:pt x="19" y="8"/>
                  <a:pt x="19" y="8"/>
                  <a:pt x="19" y="8"/>
                </a:cubicBezTo>
                <a:cubicBezTo>
                  <a:pt x="19" y="8"/>
                  <a:pt x="17" y="9"/>
                  <a:pt x="17" y="9"/>
                </a:cubicBezTo>
                <a:cubicBezTo>
                  <a:pt x="17" y="9"/>
                  <a:pt x="17" y="11"/>
                  <a:pt x="17" y="11"/>
                </a:cubicBezTo>
                <a:cubicBezTo>
                  <a:pt x="14" y="9"/>
                  <a:pt x="14" y="9"/>
                  <a:pt x="14" y="9"/>
                </a:cubicBezTo>
                <a:cubicBezTo>
                  <a:pt x="14" y="8"/>
                  <a:pt x="14" y="8"/>
                  <a:pt x="14" y="8"/>
                </a:cubicBezTo>
                <a:cubicBezTo>
                  <a:pt x="13" y="9"/>
                  <a:pt x="13" y="9"/>
                  <a:pt x="13" y="9"/>
                </a:cubicBezTo>
                <a:cubicBezTo>
                  <a:pt x="12" y="11"/>
                  <a:pt x="12" y="11"/>
                  <a:pt x="12" y="11"/>
                </a:cubicBezTo>
                <a:cubicBezTo>
                  <a:pt x="8" y="11"/>
                  <a:pt x="8" y="11"/>
                  <a:pt x="8" y="11"/>
                </a:cubicBezTo>
                <a:cubicBezTo>
                  <a:pt x="8" y="12"/>
                  <a:pt x="8" y="12"/>
                  <a:pt x="8" y="12"/>
                </a:cubicBezTo>
                <a:cubicBezTo>
                  <a:pt x="8" y="12"/>
                  <a:pt x="8" y="13"/>
                  <a:pt x="8" y="14"/>
                </a:cubicBezTo>
                <a:cubicBezTo>
                  <a:pt x="8" y="14"/>
                  <a:pt x="8" y="15"/>
                  <a:pt x="8" y="15"/>
                </a:cubicBezTo>
                <a:cubicBezTo>
                  <a:pt x="8" y="15"/>
                  <a:pt x="6" y="16"/>
                  <a:pt x="6" y="16"/>
                </a:cubicBezTo>
                <a:cubicBezTo>
                  <a:pt x="6" y="16"/>
                  <a:pt x="6" y="18"/>
                  <a:pt x="6" y="18"/>
                </a:cubicBezTo>
                <a:cubicBezTo>
                  <a:pt x="3" y="18"/>
                  <a:pt x="3" y="18"/>
                  <a:pt x="3" y="18"/>
                </a:cubicBezTo>
                <a:cubicBezTo>
                  <a:pt x="3" y="18"/>
                  <a:pt x="3" y="19"/>
                  <a:pt x="3" y="19"/>
                </a:cubicBezTo>
                <a:cubicBezTo>
                  <a:pt x="2" y="19"/>
                  <a:pt x="2" y="19"/>
                  <a:pt x="2" y="19"/>
                </a:cubicBezTo>
                <a:cubicBezTo>
                  <a:pt x="1" y="19"/>
                  <a:pt x="1" y="18"/>
                  <a:pt x="1" y="18"/>
                </a:cubicBezTo>
                <a:cubicBezTo>
                  <a:pt x="1" y="18"/>
                  <a:pt x="0" y="18"/>
                  <a:pt x="0" y="18"/>
                </a:cubicBezTo>
                <a:cubicBezTo>
                  <a:pt x="0" y="18"/>
                  <a:pt x="0" y="19"/>
                  <a:pt x="0" y="19"/>
                </a:cubicBezTo>
                <a:cubicBezTo>
                  <a:pt x="0" y="19"/>
                  <a:pt x="0" y="20"/>
                  <a:pt x="1" y="20"/>
                </a:cubicBezTo>
                <a:cubicBezTo>
                  <a:pt x="1" y="20"/>
                  <a:pt x="2" y="21"/>
                  <a:pt x="2" y="21"/>
                </a:cubicBezTo>
                <a:cubicBezTo>
                  <a:pt x="2" y="21"/>
                  <a:pt x="2" y="22"/>
                  <a:pt x="2" y="22"/>
                </a:cubicBezTo>
                <a:cubicBezTo>
                  <a:pt x="3" y="22"/>
                  <a:pt x="4" y="22"/>
                  <a:pt x="4" y="23"/>
                </a:cubicBezTo>
                <a:cubicBezTo>
                  <a:pt x="4" y="23"/>
                  <a:pt x="4" y="24"/>
                  <a:pt x="5" y="24"/>
                </a:cubicBezTo>
                <a:cubicBezTo>
                  <a:pt x="5" y="24"/>
                  <a:pt x="7" y="25"/>
                  <a:pt x="7" y="26"/>
                </a:cubicBezTo>
                <a:cubicBezTo>
                  <a:pt x="8" y="26"/>
                  <a:pt x="8" y="27"/>
                  <a:pt x="9" y="28"/>
                </a:cubicBezTo>
                <a:cubicBezTo>
                  <a:pt x="9" y="28"/>
                  <a:pt x="10" y="29"/>
                  <a:pt x="10" y="30"/>
                </a:cubicBezTo>
                <a:cubicBezTo>
                  <a:pt x="11" y="30"/>
                  <a:pt x="12" y="31"/>
                  <a:pt x="12" y="31"/>
                </a:cubicBezTo>
                <a:cubicBezTo>
                  <a:pt x="12" y="32"/>
                  <a:pt x="15" y="33"/>
                  <a:pt x="15" y="34"/>
                </a:cubicBezTo>
                <a:cubicBezTo>
                  <a:pt x="16" y="35"/>
                  <a:pt x="17" y="35"/>
                  <a:pt x="17" y="36"/>
                </a:cubicBezTo>
                <a:cubicBezTo>
                  <a:pt x="17" y="35"/>
                  <a:pt x="17" y="35"/>
                  <a:pt x="17" y="35"/>
                </a:cubicBezTo>
                <a:cubicBezTo>
                  <a:pt x="17" y="35"/>
                  <a:pt x="18" y="35"/>
                  <a:pt x="18" y="35"/>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75" name="Freeform 672"/>
          <p:cNvSpPr>
            <a:spLocks/>
          </p:cNvSpPr>
          <p:nvPr/>
        </p:nvSpPr>
        <p:spPr bwMode="auto">
          <a:xfrm>
            <a:off x="8159750" y="5459413"/>
            <a:ext cx="1035050" cy="677862"/>
          </a:xfrm>
          <a:custGeom>
            <a:avLst/>
            <a:gdLst>
              <a:gd name="T0" fmla="*/ 161 w 272"/>
              <a:gd name="T1" fmla="*/ 64 h 178"/>
              <a:gd name="T2" fmla="*/ 154 w 272"/>
              <a:gd name="T3" fmla="*/ 49 h 178"/>
              <a:gd name="T4" fmla="*/ 135 w 272"/>
              <a:gd name="T5" fmla="*/ 30 h 178"/>
              <a:gd name="T6" fmla="*/ 120 w 272"/>
              <a:gd name="T7" fmla="*/ 35 h 178"/>
              <a:gd name="T8" fmla="*/ 96 w 272"/>
              <a:gd name="T9" fmla="*/ 9 h 178"/>
              <a:gd name="T10" fmla="*/ 2 w 272"/>
              <a:gd name="T11" fmla="*/ 5 h 178"/>
              <a:gd name="T12" fmla="*/ 7 w 272"/>
              <a:gd name="T13" fmla="*/ 17 h 178"/>
              <a:gd name="T14" fmla="*/ 13 w 272"/>
              <a:gd name="T15" fmla="*/ 29 h 178"/>
              <a:gd name="T16" fmla="*/ 25 w 272"/>
              <a:gd name="T17" fmla="*/ 41 h 178"/>
              <a:gd name="T18" fmla="*/ 26 w 272"/>
              <a:gd name="T19" fmla="*/ 49 h 178"/>
              <a:gd name="T20" fmla="*/ 24 w 272"/>
              <a:gd name="T21" fmla="*/ 51 h 178"/>
              <a:gd name="T22" fmla="*/ 24 w 272"/>
              <a:gd name="T23" fmla="*/ 57 h 178"/>
              <a:gd name="T24" fmla="*/ 33 w 272"/>
              <a:gd name="T25" fmla="*/ 60 h 178"/>
              <a:gd name="T26" fmla="*/ 36 w 272"/>
              <a:gd name="T27" fmla="*/ 60 h 178"/>
              <a:gd name="T28" fmla="*/ 45 w 272"/>
              <a:gd name="T29" fmla="*/ 78 h 178"/>
              <a:gd name="T30" fmla="*/ 53 w 272"/>
              <a:gd name="T31" fmla="*/ 86 h 178"/>
              <a:gd name="T32" fmla="*/ 69 w 272"/>
              <a:gd name="T33" fmla="*/ 96 h 178"/>
              <a:gd name="T34" fmla="*/ 62 w 272"/>
              <a:gd name="T35" fmla="*/ 85 h 178"/>
              <a:gd name="T36" fmla="*/ 57 w 272"/>
              <a:gd name="T37" fmla="*/ 79 h 178"/>
              <a:gd name="T38" fmla="*/ 49 w 272"/>
              <a:gd name="T39" fmla="*/ 61 h 178"/>
              <a:gd name="T40" fmla="*/ 46 w 272"/>
              <a:gd name="T41" fmla="*/ 58 h 178"/>
              <a:gd name="T42" fmla="*/ 38 w 272"/>
              <a:gd name="T43" fmla="*/ 44 h 178"/>
              <a:gd name="T44" fmla="*/ 32 w 272"/>
              <a:gd name="T45" fmla="*/ 37 h 178"/>
              <a:gd name="T46" fmla="*/ 22 w 272"/>
              <a:gd name="T47" fmla="*/ 22 h 178"/>
              <a:gd name="T48" fmla="*/ 27 w 272"/>
              <a:gd name="T49" fmla="*/ 13 h 178"/>
              <a:gd name="T50" fmla="*/ 36 w 272"/>
              <a:gd name="T51" fmla="*/ 18 h 178"/>
              <a:gd name="T52" fmla="*/ 43 w 272"/>
              <a:gd name="T53" fmla="*/ 35 h 178"/>
              <a:gd name="T54" fmla="*/ 50 w 272"/>
              <a:gd name="T55" fmla="*/ 45 h 178"/>
              <a:gd name="T56" fmla="*/ 65 w 272"/>
              <a:gd name="T57" fmla="*/ 59 h 178"/>
              <a:gd name="T58" fmla="*/ 70 w 272"/>
              <a:gd name="T59" fmla="*/ 67 h 178"/>
              <a:gd name="T60" fmla="*/ 74 w 272"/>
              <a:gd name="T61" fmla="*/ 72 h 178"/>
              <a:gd name="T62" fmla="*/ 79 w 272"/>
              <a:gd name="T63" fmla="*/ 77 h 178"/>
              <a:gd name="T64" fmla="*/ 85 w 272"/>
              <a:gd name="T65" fmla="*/ 83 h 178"/>
              <a:gd name="T66" fmla="*/ 97 w 272"/>
              <a:gd name="T67" fmla="*/ 98 h 178"/>
              <a:gd name="T68" fmla="*/ 107 w 272"/>
              <a:gd name="T69" fmla="*/ 114 h 178"/>
              <a:gd name="T70" fmla="*/ 105 w 272"/>
              <a:gd name="T71" fmla="*/ 128 h 178"/>
              <a:gd name="T72" fmla="*/ 123 w 272"/>
              <a:gd name="T73" fmla="*/ 143 h 178"/>
              <a:gd name="T74" fmla="*/ 152 w 272"/>
              <a:gd name="T75" fmla="*/ 156 h 178"/>
              <a:gd name="T76" fmla="*/ 172 w 272"/>
              <a:gd name="T77" fmla="*/ 164 h 178"/>
              <a:gd name="T78" fmla="*/ 195 w 272"/>
              <a:gd name="T79" fmla="*/ 164 h 178"/>
              <a:gd name="T80" fmla="*/ 204 w 272"/>
              <a:gd name="T81" fmla="*/ 162 h 178"/>
              <a:gd name="T82" fmla="*/ 218 w 272"/>
              <a:gd name="T83" fmla="*/ 173 h 178"/>
              <a:gd name="T84" fmla="*/ 239 w 272"/>
              <a:gd name="T85" fmla="*/ 162 h 178"/>
              <a:gd name="T86" fmla="*/ 230 w 272"/>
              <a:gd name="T87" fmla="*/ 153 h 178"/>
              <a:gd name="T88" fmla="*/ 259 w 272"/>
              <a:gd name="T89" fmla="*/ 139 h 178"/>
              <a:gd name="T90" fmla="*/ 262 w 272"/>
              <a:gd name="T91" fmla="*/ 145 h 178"/>
              <a:gd name="T92" fmla="*/ 265 w 272"/>
              <a:gd name="T93" fmla="*/ 134 h 178"/>
              <a:gd name="T94" fmla="*/ 264 w 272"/>
              <a:gd name="T95" fmla="*/ 133 h 178"/>
              <a:gd name="T96" fmla="*/ 265 w 272"/>
              <a:gd name="T97" fmla="*/ 128 h 178"/>
              <a:gd name="T98" fmla="*/ 268 w 272"/>
              <a:gd name="T99" fmla="*/ 113 h 178"/>
              <a:gd name="T100" fmla="*/ 239 w 272"/>
              <a:gd name="T101" fmla="*/ 127 h 178"/>
              <a:gd name="T102" fmla="*/ 225 w 272"/>
              <a:gd name="T103" fmla="*/ 140 h 178"/>
              <a:gd name="T104" fmla="*/ 196 w 272"/>
              <a:gd name="T105" fmla="*/ 139 h 178"/>
              <a:gd name="T106" fmla="*/ 177 w 272"/>
              <a:gd name="T107" fmla="*/ 112 h 178"/>
              <a:gd name="T108" fmla="*/ 174 w 272"/>
              <a:gd name="T109" fmla="*/ 110 h 178"/>
              <a:gd name="T110" fmla="*/ 174 w 272"/>
              <a:gd name="T111" fmla="*/ 84 h 178"/>
              <a:gd name="T112" fmla="*/ 176 w 272"/>
              <a:gd name="T113" fmla="*/ 75 h 178"/>
              <a:gd name="T114" fmla="*/ 176 w 272"/>
              <a:gd name="T115" fmla="*/ 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2" h="178">
                <a:moveTo>
                  <a:pt x="176" y="70"/>
                </a:moveTo>
                <a:cubicBezTo>
                  <a:pt x="176" y="70"/>
                  <a:pt x="175" y="69"/>
                  <a:pt x="175" y="69"/>
                </a:cubicBezTo>
                <a:cubicBezTo>
                  <a:pt x="175" y="69"/>
                  <a:pt x="174" y="68"/>
                  <a:pt x="174" y="68"/>
                </a:cubicBezTo>
                <a:cubicBezTo>
                  <a:pt x="171" y="68"/>
                  <a:pt x="171" y="68"/>
                  <a:pt x="171" y="68"/>
                </a:cubicBezTo>
                <a:cubicBezTo>
                  <a:pt x="170" y="68"/>
                  <a:pt x="170" y="68"/>
                  <a:pt x="170" y="68"/>
                </a:cubicBezTo>
                <a:cubicBezTo>
                  <a:pt x="169" y="67"/>
                  <a:pt x="169" y="67"/>
                  <a:pt x="169" y="67"/>
                </a:cubicBezTo>
                <a:cubicBezTo>
                  <a:pt x="167" y="66"/>
                  <a:pt x="167" y="66"/>
                  <a:pt x="167" y="66"/>
                </a:cubicBezTo>
                <a:cubicBezTo>
                  <a:pt x="165" y="66"/>
                  <a:pt x="165" y="66"/>
                  <a:pt x="165" y="66"/>
                </a:cubicBezTo>
                <a:cubicBezTo>
                  <a:pt x="163" y="64"/>
                  <a:pt x="163" y="64"/>
                  <a:pt x="163" y="64"/>
                </a:cubicBezTo>
                <a:cubicBezTo>
                  <a:pt x="161" y="64"/>
                  <a:pt x="161" y="64"/>
                  <a:pt x="161" y="64"/>
                </a:cubicBezTo>
                <a:cubicBezTo>
                  <a:pt x="161" y="63"/>
                  <a:pt x="161" y="63"/>
                  <a:pt x="161" y="63"/>
                </a:cubicBezTo>
                <a:cubicBezTo>
                  <a:pt x="160" y="60"/>
                  <a:pt x="160" y="60"/>
                  <a:pt x="160" y="60"/>
                </a:cubicBezTo>
                <a:cubicBezTo>
                  <a:pt x="158" y="58"/>
                  <a:pt x="158" y="58"/>
                  <a:pt x="158" y="58"/>
                </a:cubicBezTo>
                <a:cubicBezTo>
                  <a:pt x="158" y="56"/>
                  <a:pt x="158" y="56"/>
                  <a:pt x="158" y="56"/>
                </a:cubicBezTo>
                <a:cubicBezTo>
                  <a:pt x="158" y="56"/>
                  <a:pt x="158" y="56"/>
                  <a:pt x="157" y="56"/>
                </a:cubicBezTo>
                <a:cubicBezTo>
                  <a:pt x="157" y="56"/>
                  <a:pt x="157" y="55"/>
                  <a:pt x="157" y="55"/>
                </a:cubicBezTo>
                <a:cubicBezTo>
                  <a:pt x="157" y="55"/>
                  <a:pt x="158" y="54"/>
                  <a:pt x="158" y="54"/>
                </a:cubicBezTo>
                <a:cubicBezTo>
                  <a:pt x="158" y="53"/>
                  <a:pt x="158" y="53"/>
                  <a:pt x="158" y="53"/>
                </a:cubicBezTo>
                <a:cubicBezTo>
                  <a:pt x="155" y="51"/>
                  <a:pt x="155" y="51"/>
                  <a:pt x="155" y="51"/>
                </a:cubicBezTo>
                <a:cubicBezTo>
                  <a:pt x="155" y="51"/>
                  <a:pt x="154" y="49"/>
                  <a:pt x="154" y="49"/>
                </a:cubicBezTo>
                <a:cubicBezTo>
                  <a:pt x="154" y="49"/>
                  <a:pt x="151" y="46"/>
                  <a:pt x="151" y="46"/>
                </a:cubicBezTo>
                <a:cubicBezTo>
                  <a:pt x="151" y="46"/>
                  <a:pt x="150" y="43"/>
                  <a:pt x="150" y="43"/>
                </a:cubicBezTo>
                <a:cubicBezTo>
                  <a:pt x="150" y="43"/>
                  <a:pt x="147" y="39"/>
                  <a:pt x="147" y="39"/>
                </a:cubicBezTo>
                <a:cubicBezTo>
                  <a:pt x="147" y="37"/>
                  <a:pt x="147" y="37"/>
                  <a:pt x="147" y="37"/>
                </a:cubicBezTo>
                <a:cubicBezTo>
                  <a:pt x="144" y="33"/>
                  <a:pt x="144" y="33"/>
                  <a:pt x="144" y="33"/>
                </a:cubicBezTo>
                <a:cubicBezTo>
                  <a:pt x="142" y="33"/>
                  <a:pt x="142" y="33"/>
                  <a:pt x="142" y="33"/>
                </a:cubicBezTo>
                <a:cubicBezTo>
                  <a:pt x="142" y="32"/>
                  <a:pt x="142" y="32"/>
                  <a:pt x="142" y="32"/>
                </a:cubicBezTo>
                <a:cubicBezTo>
                  <a:pt x="141" y="31"/>
                  <a:pt x="141" y="31"/>
                  <a:pt x="141" y="31"/>
                </a:cubicBezTo>
                <a:cubicBezTo>
                  <a:pt x="140" y="30"/>
                  <a:pt x="140" y="30"/>
                  <a:pt x="140" y="30"/>
                </a:cubicBezTo>
                <a:cubicBezTo>
                  <a:pt x="135" y="30"/>
                  <a:pt x="135" y="30"/>
                  <a:pt x="135" y="30"/>
                </a:cubicBezTo>
                <a:cubicBezTo>
                  <a:pt x="132" y="29"/>
                  <a:pt x="132" y="29"/>
                  <a:pt x="132" y="29"/>
                </a:cubicBezTo>
                <a:cubicBezTo>
                  <a:pt x="132" y="30"/>
                  <a:pt x="132" y="30"/>
                  <a:pt x="132" y="30"/>
                </a:cubicBezTo>
                <a:cubicBezTo>
                  <a:pt x="129" y="30"/>
                  <a:pt x="129" y="30"/>
                  <a:pt x="129" y="30"/>
                </a:cubicBezTo>
                <a:cubicBezTo>
                  <a:pt x="129" y="30"/>
                  <a:pt x="128" y="32"/>
                  <a:pt x="128" y="32"/>
                </a:cubicBezTo>
                <a:cubicBezTo>
                  <a:pt x="128" y="32"/>
                  <a:pt x="128" y="34"/>
                  <a:pt x="128" y="34"/>
                </a:cubicBezTo>
                <a:cubicBezTo>
                  <a:pt x="127" y="34"/>
                  <a:pt x="127" y="34"/>
                  <a:pt x="127" y="34"/>
                </a:cubicBezTo>
                <a:cubicBezTo>
                  <a:pt x="127" y="36"/>
                  <a:pt x="127" y="36"/>
                  <a:pt x="127" y="36"/>
                </a:cubicBezTo>
                <a:cubicBezTo>
                  <a:pt x="125" y="38"/>
                  <a:pt x="125" y="38"/>
                  <a:pt x="125" y="38"/>
                </a:cubicBezTo>
                <a:cubicBezTo>
                  <a:pt x="124" y="38"/>
                  <a:pt x="124" y="38"/>
                  <a:pt x="124" y="38"/>
                </a:cubicBezTo>
                <a:cubicBezTo>
                  <a:pt x="120" y="35"/>
                  <a:pt x="120" y="35"/>
                  <a:pt x="120" y="35"/>
                </a:cubicBezTo>
                <a:cubicBezTo>
                  <a:pt x="117" y="35"/>
                  <a:pt x="117" y="35"/>
                  <a:pt x="117" y="35"/>
                </a:cubicBezTo>
                <a:cubicBezTo>
                  <a:pt x="115" y="33"/>
                  <a:pt x="115" y="33"/>
                  <a:pt x="115" y="33"/>
                </a:cubicBezTo>
                <a:cubicBezTo>
                  <a:pt x="114" y="33"/>
                  <a:pt x="114" y="33"/>
                  <a:pt x="114" y="33"/>
                </a:cubicBezTo>
                <a:cubicBezTo>
                  <a:pt x="112" y="29"/>
                  <a:pt x="112" y="29"/>
                  <a:pt x="112" y="29"/>
                </a:cubicBezTo>
                <a:cubicBezTo>
                  <a:pt x="111" y="25"/>
                  <a:pt x="111" y="25"/>
                  <a:pt x="111" y="25"/>
                </a:cubicBezTo>
                <a:cubicBezTo>
                  <a:pt x="108" y="21"/>
                  <a:pt x="108" y="21"/>
                  <a:pt x="108" y="21"/>
                </a:cubicBezTo>
                <a:cubicBezTo>
                  <a:pt x="105" y="19"/>
                  <a:pt x="105" y="19"/>
                  <a:pt x="105" y="19"/>
                </a:cubicBezTo>
                <a:cubicBezTo>
                  <a:pt x="100" y="13"/>
                  <a:pt x="100" y="13"/>
                  <a:pt x="100" y="13"/>
                </a:cubicBezTo>
                <a:cubicBezTo>
                  <a:pt x="98" y="13"/>
                  <a:pt x="98" y="13"/>
                  <a:pt x="98" y="13"/>
                </a:cubicBezTo>
                <a:cubicBezTo>
                  <a:pt x="96" y="9"/>
                  <a:pt x="96" y="9"/>
                  <a:pt x="96" y="9"/>
                </a:cubicBezTo>
                <a:cubicBezTo>
                  <a:pt x="80" y="9"/>
                  <a:pt x="80" y="9"/>
                  <a:pt x="80" y="9"/>
                </a:cubicBezTo>
                <a:cubicBezTo>
                  <a:pt x="80" y="14"/>
                  <a:pt x="80" y="14"/>
                  <a:pt x="80" y="14"/>
                </a:cubicBezTo>
                <a:cubicBezTo>
                  <a:pt x="54" y="14"/>
                  <a:pt x="54" y="14"/>
                  <a:pt x="54" y="14"/>
                </a:cubicBezTo>
                <a:cubicBezTo>
                  <a:pt x="20" y="2"/>
                  <a:pt x="20" y="2"/>
                  <a:pt x="20" y="2"/>
                </a:cubicBezTo>
                <a:cubicBezTo>
                  <a:pt x="21" y="0"/>
                  <a:pt x="21" y="0"/>
                  <a:pt x="21" y="0"/>
                </a:cubicBezTo>
                <a:cubicBezTo>
                  <a:pt x="0" y="1"/>
                  <a:pt x="0" y="1"/>
                  <a:pt x="0" y="1"/>
                </a:cubicBezTo>
                <a:cubicBezTo>
                  <a:pt x="0" y="2"/>
                  <a:pt x="0" y="2"/>
                  <a:pt x="0" y="2"/>
                </a:cubicBezTo>
                <a:cubicBezTo>
                  <a:pt x="0" y="3"/>
                  <a:pt x="0" y="3"/>
                  <a:pt x="0" y="3"/>
                </a:cubicBezTo>
                <a:cubicBezTo>
                  <a:pt x="0" y="4"/>
                  <a:pt x="1" y="4"/>
                  <a:pt x="1" y="4"/>
                </a:cubicBezTo>
                <a:cubicBezTo>
                  <a:pt x="1" y="5"/>
                  <a:pt x="2" y="5"/>
                  <a:pt x="2" y="5"/>
                </a:cubicBezTo>
                <a:cubicBezTo>
                  <a:pt x="2" y="5"/>
                  <a:pt x="2" y="6"/>
                  <a:pt x="2" y="6"/>
                </a:cubicBezTo>
                <a:cubicBezTo>
                  <a:pt x="2" y="7"/>
                  <a:pt x="2" y="7"/>
                  <a:pt x="2" y="7"/>
                </a:cubicBezTo>
                <a:cubicBezTo>
                  <a:pt x="3" y="8"/>
                  <a:pt x="4" y="8"/>
                  <a:pt x="4" y="9"/>
                </a:cubicBezTo>
                <a:cubicBezTo>
                  <a:pt x="5" y="9"/>
                  <a:pt x="4" y="10"/>
                  <a:pt x="4" y="10"/>
                </a:cubicBezTo>
                <a:cubicBezTo>
                  <a:pt x="4" y="11"/>
                  <a:pt x="4" y="11"/>
                  <a:pt x="4" y="11"/>
                </a:cubicBezTo>
                <a:cubicBezTo>
                  <a:pt x="4" y="12"/>
                  <a:pt x="4" y="12"/>
                  <a:pt x="4" y="12"/>
                </a:cubicBezTo>
                <a:cubicBezTo>
                  <a:pt x="4" y="12"/>
                  <a:pt x="5" y="13"/>
                  <a:pt x="5" y="13"/>
                </a:cubicBezTo>
                <a:cubicBezTo>
                  <a:pt x="5" y="13"/>
                  <a:pt x="6" y="14"/>
                  <a:pt x="6" y="15"/>
                </a:cubicBezTo>
                <a:cubicBezTo>
                  <a:pt x="7" y="15"/>
                  <a:pt x="7" y="16"/>
                  <a:pt x="7" y="16"/>
                </a:cubicBezTo>
                <a:cubicBezTo>
                  <a:pt x="8" y="16"/>
                  <a:pt x="7" y="17"/>
                  <a:pt x="7" y="17"/>
                </a:cubicBezTo>
                <a:cubicBezTo>
                  <a:pt x="7" y="17"/>
                  <a:pt x="7" y="17"/>
                  <a:pt x="7" y="18"/>
                </a:cubicBezTo>
                <a:cubicBezTo>
                  <a:pt x="7" y="18"/>
                  <a:pt x="7" y="18"/>
                  <a:pt x="8" y="18"/>
                </a:cubicBezTo>
                <a:cubicBezTo>
                  <a:pt x="8" y="19"/>
                  <a:pt x="9" y="19"/>
                  <a:pt x="9" y="20"/>
                </a:cubicBezTo>
                <a:cubicBezTo>
                  <a:pt x="9" y="20"/>
                  <a:pt x="10" y="21"/>
                  <a:pt x="10" y="21"/>
                </a:cubicBezTo>
                <a:cubicBezTo>
                  <a:pt x="10" y="21"/>
                  <a:pt x="10" y="22"/>
                  <a:pt x="10" y="23"/>
                </a:cubicBezTo>
                <a:cubicBezTo>
                  <a:pt x="10" y="23"/>
                  <a:pt x="10" y="24"/>
                  <a:pt x="11" y="24"/>
                </a:cubicBezTo>
                <a:cubicBezTo>
                  <a:pt x="11" y="24"/>
                  <a:pt x="12" y="25"/>
                  <a:pt x="12" y="25"/>
                </a:cubicBezTo>
                <a:cubicBezTo>
                  <a:pt x="12" y="26"/>
                  <a:pt x="12" y="27"/>
                  <a:pt x="12" y="27"/>
                </a:cubicBezTo>
                <a:cubicBezTo>
                  <a:pt x="12" y="28"/>
                  <a:pt x="12" y="28"/>
                  <a:pt x="12" y="28"/>
                </a:cubicBezTo>
                <a:cubicBezTo>
                  <a:pt x="12" y="28"/>
                  <a:pt x="12" y="28"/>
                  <a:pt x="13" y="29"/>
                </a:cubicBezTo>
                <a:cubicBezTo>
                  <a:pt x="13" y="29"/>
                  <a:pt x="13" y="30"/>
                  <a:pt x="13" y="30"/>
                </a:cubicBezTo>
                <a:cubicBezTo>
                  <a:pt x="13" y="31"/>
                  <a:pt x="13" y="31"/>
                  <a:pt x="14" y="31"/>
                </a:cubicBezTo>
                <a:cubicBezTo>
                  <a:pt x="15" y="32"/>
                  <a:pt x="15" y="32"/>
                  <a:pt x="16" y="33"/>
                </a:cubicBezTo>
                <a:cubicBezTo>
                  <a:pt x="17" y="33"/>
                  <a:pt x="17" y="33"/>
                  <a:pt x="17" y="34"/>
                </a:cubicBezTo>
                <a:cubicBezTo>
                  <a:pt x="18" y="34"/>
                  <a:pt x="19" y="34"/>
                  <a:pt x="19" y="34"/>
                </a:cubicBezTo>
                <a:cubicBezTo>
                  <a:pt x="19" y="34"/>
                  <a:pt x="21" y="36"/>
                  <a:pt x="21" y="36"/>
                </a:cubicBezTo>
                <a:cubicBezTo>
                  <a:pt x="21" y="37"/>
                  <a:pt x="21" y="37"/>
                  <a:pt x="22" y="37"/>
                </a:cubicBezTo>
                <a:cubicBezTo>
                  <a:pt x="22" y="38"/>
                  <a:pt x="22" y="38"/>
                  <a:pt x="23" y="39"/>
                </a:cubicBezTo>
                <a:cubicBezTo>
                  <a:pt x="23" y="39"/>
                  <a:pt x="23" y="39"/>
                  <a:pt x="24" y="39"/>
                </a:cubicBezTo>
                <a:cubicBezTo>
                  <a:pt x="25" y="40"/>
                  <a:pt x="25" y="40"/>
                  <a:pt x="25" y="41"/>
                </a:cubicBezTo>
                <a:cubicBezTo>
                  <a:pt x="25" y="41"/>
                  <a:pt x="25" y="41"/>
                  <a:pt x="26" y="42"/>
                </a:cubicBezTo>
                <a:cubicBezTo>
                  <a:pt x="26" y="42"/>
                  <a:pt x="27" y="43"/>
                  <a:pt x="27" y="43"/>
                </a:cubicBezTo>
                <a:cubicBezTo>
                  <a:pt x="28" y="43"/>
                  <a:pt x="28" y="45"/>
                  <a:pt x="28" y="45"/>
                </a:cubicBezTo>
                <a:cubicBezTo>
                  <a:pt x="28" y="45"/>
                  <a:pt x="27" y="45"/>
                  <a:pt x="27" y="45"/>
                </a:cubicBezTo>
                <a:cubicBezTo>
                  <a:pt x="27" y="46"/>
                  <a:pt x="27" y="46"/>
                  <a:pt x="28" y="47"/>
                </a:cubicBezTo>
                <a:cubicBezTo>
                  <a:pt x="28" y="47"/>
                  <a:pt x="27" y="47"/>
                  <a:pt x="27" y="47"/>
                </a:cubicBezTo>
                <a:cubicBezTo>
                  <a:pt x="27" y="48"/>
                  <a:pt x="27" y="48"/>
                  <a:pt x="26" y="48"/>
                </a:cubicBezTo>
                <a:cubicBezTo>
                  <a:pt x="26" y="48"/>
                  <a:pt x="26" y="49"/>
                  <a:pt x="26" y="49"/>
                </a:cubicBezTo>
                <a:cubicBezTo>
                  <a:pt x="26" y="49"/>
                  <a:pt x="26" y="49"/>
                  <a:pt x="26" y="50"/>
                </a:cubicBezTo>
                <a:cubicBezTo>
                  <a:pt x="26" y="50"/>
                  <a:pt x="26" y="50"/>
                  <a:pt x="26" y="49"/>
                </a:cubicBezTo>
                <a:cubicBezTo>
                  <a:pt x="27" y="49"/>
                  <a:pt x="27" y="49"/>
                  <a:pt x="27" y="50"/>
                </a:cubicBezTo>
                <a:cubicBezTo>
                  <a:pt x="27" y="50"/>
                  <a:pt x="27" y="50"/>
                  <a:pt x="27" y="51"/>
                </a:cubicBezTo>
                <a:cubicBezTo>
                  <a:pt x="27" y="51"/>
                  <a:pt x="27" y="51"/>
                  <a:pt x="28" y="51"/>
                </a:cubicBezTo>
                <a:cubicBezTo>
                  <a:pt x="28" y="51"/>
                  <a:pt x="29" y="51"/>
                  <a:pt x="29" y="51"/>
                </a:cubicBezTo>
                <a:cubicBezTo>
                  <a:pt x="29" y="51"/>
                  <a:pt x="29" y="52"/>
                  <a:pt x="28" y="52"/>
                </a:cubicBezTo>
                <a:cubicBezTo>
                  <a:pt x="28" y="52"/>
                  <a:pt x="28" y="52"/>
                  <a:pt x="28" y="52"/>
                </a:cubicBezTo>
                <a:cubicBezTo>
                  <a:pt x="27" y="53"/>
                  <a:pt x="27" y="52"/>
                  <a:pt x="27" y="52"/>
                </a:cubicBezTo>
                <a:cubicBezTo>
                  <a:pt x="27" y="52"/>
                  <a:pt x="26" y="52"/>
                  <a:pt x="26" y="52"/>
                </a:cubicBezTo>
                <a:cubicBezTo>
                  <a:pt x="26" y="52"/>
                  <a:pt x="26" y="51"/>
                  <a:pt x="25" y="51"/>
                </a:cubicBezTo>
                <a:cubicBezTo>
                  <a:pt x="25" y="50"/>
                  <a:pt x="25" y="51"/>
                  <a:pt x="24" y="51"/>
                </a:cubicBezTo>
                <a:cubicBezTo>
                  <a:pt x="24" y="51"/>
                  <a:pt x="23" y="51"/>
                  <a:pt x="22" y="51"/>
                </a:cubicBezTo>
                <a:cubicBezTo>
                  <a:pt x="22" y="51"/>
                  <a:pt x="21" y="51"/>
                  <a:pt x="21" y="50"/>
                </a:cubicBezTo>
                <a:cubicBezTo>
                  <a:pt x="20" y="50"/>
                  <a:pt x="19" y="50"/>
                  <a:pt x="19" y="50"/>
                </a:cubicBezTo>
                <a:cubicBezTo>
                  <a:pt x="19" y="51"/>
                  <a:pt x="19" y="51"/>
                  <a:pt x="19" y="51"/>
                </a:cubicBezTo>
                <a:cubicBezTo>
                  <a:pt x="19" y="51"/>
                  <a:pt x="19" y="52"/>
                  <a:pt x="20" y="52"/>
                </a:cubicBezTo>
                <a:cubicBezTo>
                  <a:pt x="20" y="52"/>
                  <a:pt x="21" y="53"/>
                  <a:pt x="21" y="53"/>
                </a:cubicBezTo>
                <a:cubicBezTo>
                  <a:pt x="21" y="53"/>
                  <a:pt x="22" y="53"/>
                  <a:pt x="22" y="54"/>
                </a:cubicBezTo>
                <a:cubicBezTo>
                  <a:pt x="22" y="54"/>
                  <a:pt x="23" y="54"/>
                  <a:pt x="24" y="54"/>
                </a:cubicBezTo>
                <a:cubicBezTo>
                  <a:pt x="24" y="55"/>
                  <a:pt x="24" y="56"/>
                  <a:pt x="24" y="56"/>
                </a:cubicBezTo>
                <a:cubicBezTo>
                  <a:pt x="24" y="56"/>
                  <a:pt x="24" y="57"/>
                  <a:pt x="24" y="57"/>
                </a:cubicBezTo>
                <a:cubicBezTo>
                  <a:pt x="25" y="57"/>
                  <a:pt x="25" y="57"/>
                  <a:pt x="26" y="57"/>
                </a:cubicBezTo>
                <a:cubicBezTo>
                  <a:pt x="26" y="57"/>
                  <a:pt x="27" y="57"/>
                  <a:pt x="27" y="58"/>
                </a:cubicBezTo>
                <a:cubicBezTo>
                  <a:pt x="27" y="58"/>
                  <a:pt x="27" y="58"/>
                  <a:pt x="28" y="58"/>
                </a:cubicBezTo>
                <a:cubicBezTo>
                  <a:pt x="28" y="59"/>
                  <a:pt x="28" y="59"/>
                  <a:pt x="29" y="59"/>
                </a:cubicBezTo>
                <a:cubicBezTo>
                  <a:pt x="30" y="59"/>
                  <a:pt x="30" y="59"/>
                  <a:pt x="30" y="59"/>
                </a:cubicBezTo>
                <a:cubicBezTo>
                  <a:pt x="30" y="60"/>
                  <a:pt x="30" y="60"/>
                  <a:pt x="30" y="60"/>
                </a:cubicBezTo>
                <a:cubicBezTo>
                  <a:pt x="31" y="61"/>
                  <a:pt x="31" y="61"/>
                  <a:pt x="31" y="61"/>
                </a:cubicBezTo>
                <a:cubicBezTo>
                  <a:pt x="31" y="62"/>
                  <a:pt x="32" y="62"/>
                  <a:pt x="32" y="61"/>
                </a:cubicBezTo>
                <a:cubicBezTo>
                  <a:pt x="32" y="61"/>
                  <a:pt x="32" y="61"/>
                  <a:pt x="33" y="61"/>
                </a:cubicBezTo>
                <a:cubicBezTo>
                  <a:pt x="33" y="61"/>
                  <a:pt x="33" y="60"/>
                  <a:pt x="33" y="60"/>
                </a:cubicBezTo>
                <a:cubicBezTo>
                  <a:pt x="33" y="60"/>
                  <a:pt x="33" y="61"/>
                  <a:pt x="34" y="61"/>
                </a:cubicBezTo>
                <a:cubicBezTo>
                  <a:pt x="34" y="61"/>
                  <a:pt x="34" y="61"/>
                  <a:pt x="34" y="61"/>
                </a:cubicBezTo>
                <a:cubicBezTo>
                  <a:pt x="35" y="61"/>
                  <a:pt x="35" y="60"/>
                  <a:pt x="35" y="60"/>
                </a:cubicBezTo>
                <a:cubicBezTo>
                  <a:pt x="35" y="60"/>
                  <a:pt x="35" y="60"/>
                  <a:pt x="35" y="59"/>
                </a:cubicBezTo>
                <a:cubicBezTo>
                  <a:pt x="35" y="59"/>
                  <a:pt x="35" y="59"/>
                  <a:pt x="35" y="59"/>
                </a:cubicBezTo>
                <a:cubicBezTo>
                  <a:pt x="35" y="58"/>
                  <a:pt x="35" y="58"/>
                  <a:pt x="35" y="58"/>
                </a:cubicBezTo>
                <a:cubicBezTo>
                  <a:pt x="35" y="57"/>
                  <a:pt x="36" y="58"/>
                  <a:pt x="36" y="58"/>
                </a:cubicBezTo>
                <a:cubicBezTo>
                  <a:pt x="36" y="58"/>
                  <a:pt x="36" y="58"/>
                  <a:pt x="36" y="59"/>
                </a:cubicBezTo>
                <a:cubicBezTo>
                  <a:pt x="36" y="59"/>
                  <a:pt x="36" y="59"/>
                  <a:pt x="36" y="59"/>
                </a:cubicBezTo>
                <a:cubicBezTo>
                  <a:pt x="36" y="60"/>
                  <a:pt x="36" y="60"/>
                  <a:pt x="36" y="60"/>
                </a:cubicBezTo>
                <a:cubicBezTo>
                  <a:pt x="36" y="60"/>
                  <a:pt x="36" y="61"/>
                  <a:pt x="36" y="62"/>
                </a:cubicBezTo>
                <a:cubicBezTo>
                  <a:pt x="36" y="62"/>
                  <a:pt x="37" y="63"/>
                  <a:pt x="37" y="63"/>
                </a:cubicBezTo>
                <a:cubicBezTo>
                  <a:pt x="38" y="64"/>
                  <a:pt x="39" y="65"/>
                  <a:pt x="39" y="65"/>
                </a:cubicBezTo>
                <a:cubicBezTo>
                  <a:pt x="40" y="65"/>
                  <a:pt x="41" y="66"/>
                  <a:pt x="42" y="66"/>
                </a:cubicBezTo>
                <a:cubicBezTo>
                  <a:pt x="43" y="66"/>
                  <a:pt x="43" y="67"/>
                  <a:pt x="44" y="67"/>
                </a:cubicBezTo>
                <a:cubicBezTo>
                  <a:pt x="44" y="68"/>
                  <a:pt x="45" y="71"/>
                  <a:pt x="45" y="72"/>
                </a:cubicBezTo>
                <a:cubicBezTo>
                  <a:pt x="46" y="72"/>
                  <a:pt x="45" y="73"/>
                  <a:pt x="45" y="74"/>
                </a:cubicBezTo>
                <a:cubicBezTo>
                  <a:pt x="45" y="74"/>
                  <a:pt x="45" y="75"/>
                  <a:pt x="45" y="76"/>
                </a:cubicBezTo>
                <a:cubicBezTo>
                  <a:pt x="45" y="76"/>
                  <a:pt x="45" y="77"/>
                  <a:pt x="45" y="78"/>
                </a:cubicBezTo>
                <a:cubicBezTo>
                  <a:pt x="45" y="78"/>
                  <a:pt x="45" y="78"/>
                  <a:pt x="45" y="78"/>
                </a:cubicBezTo>
                <a:cubicBezTo>
                  <a:pt x="45" y="78"/>
                  <a:pt x="44" y="79"/>
                  <a:pt x="44" y="79"/>
                </a:cubicBezTo>
                <a:cubicBezTo>
                  <a:pt x="43" y="79"/>
                  <a:pt x="43" y="80"/>
                  <a:pt x="43" y="80"/>
                </a:cubicBezTo>
                <a:cubicBezTo>
                  <a:pt x="43" y="81"/>
                  <a:pt x="44" y="81"/>
                  <a:pt x="44" y="80"/>
                </a:cubicBezTo>
                <a:cubicBezTo>
                  <a:pt x="44" y="80"/>
                  <a:pt x="44" y="80"/>
                  <a:pt x="45" y="80"/>
                </a:cubicBezTo>
                <a:cubicBezTo>
                  <a:pt x="45" y="80"/>
                  <a:pt x="45" y="80"/>
                  <a:pt x="45" y="81"/>
                </a:cubicBezTo>
                <a:cubicBezTo>
                  <a:pt x="45" y="81"/>
                  <a:pt x="46" y="81"/>
                  <a:pt x="46" y="81"/>
                </a:cubicBezTo>
                <a:cubicBezTo>
                  <a:pt x="47" y="81"/>
                  <a:pt x="47" y="82"/>
                  <a:pt x="48" y="82"/>
                </a:cubicBezTo>
                <a:cubicBezTo>
                  <a:pt x="48" y="83"/>
                  <a:pt x="49" y="83"/>
                  <a:pt x="49" y="84"/>
                </a:cubicBezTo>
                <a:cubicBezTo>
                  <a:pt x="50" y="84"/>
                  <a:pt x="50" y="84"/>
                  <a:pt x="51" y="85"/>
                </a:cubicBezTo>
                <a:cubicBezTo>
                  <a:pt x="51" y="85"/>
                  <a:pt x="53" y="86"/>
                  <a:pt x="53" y="86"/>
                </a:cubicBezTo>
                <a:cubicBezTo>
                  <a:pt x="54" y="86"/>
                  <a:pt x="55" y="88"/>
                  <a:pt x="56" y="89"/>
                </a:cubicBezTo>
                <a:cubicBezTo>
                  <a:pt x="56" y="89"/>
                  <a:pt x="58" y="91"/>
                  <a:pt x="58" y="91"/>
                </a:cubicBezTo>
                <a:cubicBezTo>
                  <a:pt x="58" y="91"/>
                  <a:pt x="60" y="92"/>
                  <a:pt x="60" y="92"/>
                </a:cubicBezTo>
                <a:cubicBezTo>
                  <a:pt x="61" y="93"/>
                  <a:pt x="61" y="93"/>
                  <a:pt x="62" y="94"/>
                </a:cubicBezTo>
                <a:cubicBezTo>
                  <a:pt x="63" y="95"/>
                  <a:pt x="62" y="97"/>
                  <a:pt x="63" y="97"/>
                </a:cubicBezTo>
                <a:cubicBezTo>
                  <a:pt x="63" y="98"/>
                  <a:pt x="64" y="99"/>
                  <a:pt x="64" y="99"/>
                </a:cubicBezTo>
                <a:cubicBezTo>
                  <a:pt x="64" y="99"/>
                  <a:pt x="65" y="99"/>
                  <a:pt x="65" y="99"/>
                </a:cubicBezTo>
                <a:cubicBezTo>
                  <a:pt x="66" y="99"/>
                  <a:pt x="66" y="98"/>
                  <a:pt x="67" y="98"/>
                </a:cubicBezTo>
                <a:cubicBezTo>
                  <a:pt x="67" y="98"/>
                  <a:pt x="67" y="97"/>
                  <a:pt x="68" y="97"/>
                </a:cubicBezTo>
                <a:cubicBezTo>
                  <a:pt x="68" y="97"/>
                  <a:pt x="69" y="96"/>
                  <a:pt x="69" y="96"/>
                </a:cubicBezTo>
                <a:cubicBezTo>
                  <a:pt x="69" y="96"/>
                  <a:pt x="69" y="94"/>
                  <a:pt x="69" y="93"/>
                </a:cubicBezTo>
                <a:cubicBezTo>
                  <a:pt x="69" y="93"/>
                  <a:pt x="69" y="93"/>
                  <a:pt x="68" y="93"/>
                </a:cubicBezTo>
                <a:cubicBezTo>
                  <a:pt x="68" y="92"/>
                  <a:pt x="67" y="92"/>
                  <a:pt x="67" y="92"/>
                </a:cubicBezTo>
                <a:cubicBezTo>
                  <a:pt x="67" y="91"/>
                  <a:pt x="67" y="91"/>
                  <a:pt x="67" y="91"/>
                </a:cubicBezTo>
                <a:cubicBezTo>
                  <a:pt x="67" y="90"/>
                  <a:pt x="66" y="90"/>
                  <a:pt x="66" y="90"/>
                </a:cubicBezTo>
                <a:cubicBezTo>
                  <a:pt x="66" y="90"/>
                  <a:pt x="65" y="89"/>
                  <a:pt x="65" y="89"/>
                </a:cubicBezTo>
                <a:cubicBezTo>
                  <a:pt x="65" y="89"/>
                  <a:pt x="66" y="89"/>
                  <a:pt x="65" y="88"/>
                </a:cubicBezTo>
                <a:cubicBezTo>
                  <a:pt x="65" y="88"/>
                  <a:pt x="64" y="88"/>
                  <a:pt x="64" y="88"/>
                </a:cubicBezTo>
                <a:cubicBezTo>
                  <a:pt x="64" y="87"/>
                  <a:pt x="64" y="87"/>
                  <a:pt x="63" y="86"/>
                </a:cubicBezTo>
                <a:cubicBezTo>
                  <a:pt x="63" y="86"/>
                  <a:pt x="63" y="86"/>
                  <a:pt x="62" y="85"/>
                </a:cubicBezTo>
                <a:cubicBezTo>
                  <a:pt x="62" y="85"/>
                  <a:pt x="61" y="86"/>
                  <a:pt x="61" y="86"/>
                </a:cubicBezTo>
                <a:cubicBezTo>
                  <a:pt x="61" y="86"/>
                  <a:pt x="61" y="87"/>
                  <a:pt x="61" y="87"/>
                </a:cubicBezTo>
                <a:cubicBezTo>
                  <a:pt x="61" y="87"/>
                  <a:pt x="60" y="87"/>
                  <a:pt x="60" y="87"/>
                </a:cubicBezTo>
                <a:cubicBezTo>
                  <a:pt x="60" y="87"/>
                  <a:pt x="59" y="87"/>
                  <a:pt x="59" y="86"/>
                </a:cubicBezTo>
                <a:cubicBezTo>
                  <a:pt x="59" y="86"/>
                  <a:pt x="59" y="86"/>
                  <a:pt x="58" y="85"/>
                </a:cubicBezTo>
                <a:cubicBezTo>
                  <a:pt x="58" y="85"/>
                  <a:pt x="58" y="85"/>
                  <a:pt x="58" y="84"/>
                </a:cubicBezTo>
                <a:cubicBezTo>
                  <a:pt x="58" y="84"/>
                  <a:pt x="58" y="84"/>
                  <a:pt x="57" y="83"/>
                </a:cubicBezTo>
                <a:cubicBezTo>
                  <a:pt x="57" y="83"/>
                  <a:pt x="58" y="82"/>
                  <a:pt x="58" y="82"/>
                </a:cubicBezTo>
                <a:cubicBezTo>
                  <a:pt x="58" y="82"/>
                  <a:pt x="58" y="80"/>
                  <a:pt x="58" y="80"/>
                </a:cubicBezTo>
                <a:cubicBezTo>
                  <a:pt x="58" y="79"/>
                  <a:pt x="57" y="79"/>
                  <a:pt x="57" y="79"/>
                </a:cubicBezTo>
                <a:cubicBezTo>
                  <a:pt x="57" y="78"/>
                  <a:pt x="56" y="78"/>
                  <a:pt x="56" y="77"/>
                </a:cubicBezTo>
                <a:cubicBezTo>
                  <a:pt x="56" y="77"/>
                  <a:pt x="56" y="76"/>
                  <a:pt x="56" y="75"/>
                </a:cubicBezTo>
                <a:cubicBezTo>
                  <a:pt x="56" y="75"/>
                  <a:pt x="55" y="74"/>
                  <a:pt x="54" y="74"/>
                </a:cubicBezTo>
                <a:cubicBezTo>
                  <a:pt x="54" y="73"/>
                  <a:pt x="53" y="73"/>
                  <a:pt x="53" y="73"/>
                </a:cubicBezTo>
                <a:cubicBezTo>
                  <a:pt x="53" y="72"/>
                  <a:pt x="53" y="72"/>
                  <a:pt x="53" y="71"/>
                </a:cubicBezTo>
                <a:cubicBezTo>
                  <a:pt x="53" y="71"/>
                  <a:pt x="52" y="71"/>
                  <a:pt x="52" y="70"/>
                </a:cubicBezTo>
                <a:cubicBezTo>
                  <a:pt x="52" y="69"/>
                  <a:pt x="52" y="67"/>
                  <a:pt x="52" y="67"/>
                </a:cubicBezTo>
                <a:cubicBezTo>
                  <a:pt x="52" y="66"/>
                  <a:pt x="51" y="66"/>
                  <a:pt x="51" y="65"/>
                </a:cubicBezTo>
                <a:cubicBezTo>
                  <a:pt x="51" y="65"/>
                  <a:pt x="51" y="64"/>
                  <a:pt x="51" y="64"/>
                </a:cubicBezTo>
                <a:cubicBezTo>
                  <a:pt x="51" y="63"/>
                  <a:pt x="50" y="62"/>
                  <a:pt x="49" y="61"/>
                </a:cubicBezTo>
                <a:cubicBezTo>
                  <a:pt x="49" y="61"/>
                  <a:pt x="48" y="60"/>
                  <a:pt x="48" y="60"/>
                </a:cubicBezTo>
                <a:cubicBezTo>
                  <a:pt x="47" y="59"/>
                  <a:pt x="48" y="60"/>
                  <a:pt x="48" y="60"/>
                </a:cubicBezTo>
                <a:cubicBezTo>
                  <a:pt x="48" y="60"/>
                  <a:pt x="48" y="61"/>
                  <a:pt x="48" y="61"/>
                </a:cubicBezTo>
                <a:cubicBezTo>
                  <a:pt x="48" y="62"/>
                  <a:pt x="48" y="62"/>
                  <a:pt x="48" y="62"/>
                </a:cubicBezTo>
                <a:cubicBezTo>
                  <a:pt x="49" y="63"/>
                  <a:pt x="48" y="63"/>
                  <a:pt x="48" y="63"/>
                </a:cubicBezTo>
                <a:cubicBezTo>
                  <a:pt x="48" y="62"/>
                  <a:pt x="47" y="62"/>
                  <a:pt x="47" y="61"/>
                </a:cubicBezTo>
                <a:cubicBezTo>
                  <a:pt x="47" y="61"/>
                  <a:pt x="47" y="60"/>
                  <a:pt x="47" y="60"/>
                </a:cubicBezTo>
                <a:cubicBezTo>
                  <a:pt x="47" y="60"/>
                  <a:pt x="46" y="59"/>
                  <a:pt x="46" y="59"/>
                </a:cubicBezTo>
                <a:cubicBezTo>
                  <a:pt x="46" y="59"/>
                  <a:pt x="47" y="58"/>
                  <a:pt x="47" y="58"/>
                </a:cubicBezTo>
                <a:cubicBezTo>
                  <a:pt x="47" y="58"/>
                  <a:pt x="47" y="58"/>
                  <a:pt x="46" y="58"/>
                </a:cubicBezTo>
                <a:cubicBezTo>
                  <a:pt x="46" y="58"/>
                  <a:pt x="45" y="57"/>
                  <a:pt x="45" y="57"/>
                </a:cubicBezTo>
                <a:cubicBezTo>
                  <a:pt x="45" y="57"/>
                  <a:pt x="44" y="56"/>
                  <a:pt x="44" y="56"/>
                </a:cubicBezTo>
                <a:cubicBezTo>
                  <a:pt x="44" y="55"/>
                  <a:pt x="43" y="54"/>
                  <a:pt x="42" y="53"/>
                </a:cubicBezTo>
                <a:cubicBezTo>
                  <a:pt x="42" y="52"/>
                  <a:pt x="41" y="52"/>
                  <a:pt x="41" y="52"/>
                </a:cubicBezTo>
                <a:cubicBezTo>
                  <a:pt x="41" y="52"/>
                  <a:pt x="40" y="51"/>
                  <a:pt x="40" y="50"/>
                </a:cubicBezTo>
                <a:cubicBezTo>
                  <a:pt x="39" y="50"/>
                  <a:pt x="39" y="49"/>
                  <a:pt x="39" y="49"/>
                </a:cubicBezTo>
                <a:cubicBezTo>
                  <a:pt x="39" y="49"/>
                  <a:pt x="39" y="47"/>
                  <a:pt x="39" y="47"/>
                </a:cubicBezTo>
                <a:cubicBezTo>
                  <a:pt x="39" y="47"/>
                  <a:pt x="38" y="46"/>
                  <a:pt x="38" y="45"/>
                </a:cubicBezTo>
                <a:cubicBezTo>
                  <a:pt x="38" y="45"/>
                  <a:pt x="38" y="45"/>
                  <a:pt x="38" y="44"/>
                </a:cubicBezTo>
                <a:cubicBezTo>
                  <a:pt x="39" y="44"/>
                  <a:pt x="39" y="44"/>
                  <a:pt x="38" y="44"/>
                </a:cubicBezTo>
                <a:cubicBezTo>
                  <a:pt x="38" y="43"/>
                  <a:pt x="38" y="43"/>
                  <a:pt x="37" y="44"/>
                </a:cubicBezTo>
                <a:cubicBezTo>
                  <a:pt x="37" y="44"/>
                  <a:pt x="37" y="44"/>
                  <a:pt x="37" y="44"/>
                </a:cubicBezTo>
                <a:cubicBezTo>
                  <a:pt x="36" y="44"/>
                  <a:pt x="36" y="43"/>
                  <a:pt x="36" y="43"/>
                </a:cubicBezTo>
                <a:cubicBezTo>
                  <a:pt x="36" y="43"/>
                  <a:pt x="36" y="41"/>
                  <a:pt x="36" y="41"/>
                </a:cubicBezTo>
                <a:cubicBezTo>
                  <a:pt x="35" y="40"/>
                  <a:pt x="35" y="40"/>
                  <a:pt x="35" y="40"/>
                </a:cubicBezTo>
                <a:cubicBezTo>
                  <a:pt x="34" y="40"/>
                  <a:pt x="34" y="40"/>
                  <a:pt x="34" y="40"/>
                </a:cubicBezTo>
                <a:cubicBezTo>
                  <a:pt x="34" y="40"/>
                  <a:pt x="34" y="39"/>
                  <a:pt x="34" y="39"/>
                </a:cubicBezTo>
                <a:cubicBezTo>
                  <a:pt x="33" y="39"/>
                  <a:pt x="33" y="39"/>
                  <a:pt x="33" y="39"/>
                </a:cubicBezTo>
                <a:cubicBezTo>
                  <a:pt x="33" y="39"/>
                  <a:pt x="32" y="39"/>
                  <a:pt x="32" y="39"/>
                </a:cubicBezTo>
                <a:cubicBezTo>
                  <a:pt x="32" y="38"/>
                  <a:pt x="32" y="37"/>
                  <a:pt x="32" y="37"/>
                </a:cubicBezTo>
                <a:cubicBezTo>
                  <a:pt x="32" y="37"/>
                  <a:pt x="32" y="37"/>
                  <a:pt x="31" y="36"/>
                </a:cubicBezTo>
                <a:cubicBezTo>
                  <a:pt x="31" y="36"/>
                  <a:pt x="31" y="36"/>
                  <a:pt x="31" y="36"/>
                </a:cubicBezTo>
                <a:cubicBezTo>
                  <a:pt x="31" y="35"/>
                  <a:pt x="31" y="35"/>
                  <a:pt x="30" y="34"/>
                </a:cubicBezTo>
                <a:cubicBezTo>
                  <a:pt x="30" y="34"/>
                  <a:pt x="28" y="32"/>
                  <a:pt x="27" y="31"/>
                </a:cubicBezTo>
                <a:cubicBezTo>
                  <a:pt x="27" y="31"/>
                  <a:pt x="26" y="31"/>
                  <a:pt x="25" y="31"/>
                </a:cubicBezTo>
                <a:cubicBezTo>
                  <a:pt x="25" y="30"/>
                  <a:pt x="25" y="30"/>
                  <a:pt x="25" y="30"/>
                </a:cubicBezTo>
                <a:cubicBezTo>
                  <a:pt x="25" y="30"/>
                  <a:pt x="23" y="28"/>
                  <a:pt x="23" y="27"/>
                </a:cubicBezTo>
                <a:cubicBezTo>
                  <a:pt x="22" y="27"/>
                  <a:pt x="22" y="26"/>
                  <a:pt x="22" y="26"/>
                </a:cubicBezTo>
                <a:cubicBezTo>
                  <a:pt x="22" y="25"/>
                  <a:pt x="23" y="24"/>
                  <a:pt x="23" y="24"/>
                </a:cubicBezTo>
                <a:cubicBezTo>
                  <a:pt x="23" y="23"/>
                  <a:pt x="23" y="22"/>
                  <a:pt x="22" y="22"/>
                </a:cubicBezTo>
                <a:cubicBezTo>
                  <a:pt x="22" y="22"/>
                  <a:pt x="22" y="22"/>
                  <a:pt x="22" y="21"/>
                </a:cubicBezTo>
                <a:cubicBezTo>
                  <a:pt x="22" y="21"/>
                  <a:pt x="22" y="19"/>
                  <a:pt x="22" y="19"/>
                </a:cubicBezTo>
                <a:cubicBezTo>
                  <a:pt x="22" y="18"/>
                  <a:pt x="21" y="18"/>
                  <a:pt x="21" y="17"/>
                </a:cubicBezTo>
                <a:cubicBezTo>
                  <a:pt x="20" y="17"/>
                  <a:pt x="20" y="15"/>
                  <a:pt x="20" y="15"/>
                </a:cubicBezTo>
                <a:cubicBezTo>
                  <a:pt x="20" y="14"/>
                  <a:pt x="20" y="13"/>
                  <a:pt x="20" y="12"/>
                </a:cubicBezTo>
                <a:cubicBezTo>
                  <a:pt x="21" y="12"/>
                  <a:pt x="21" y="10"/>
                  <a:pt x="21" y="10"/>
                </a:cubicBezTo>
                <a:cubicBezTo>
                  <a:pt x="21" y="10"/>
                  <a:pt x="21" y="10"/>
                  <a:pt x="22" y="10"/>
                </a:cubicBezTo>
                <a:cubicBezTo>
                  <a:pt x="22" y="10"/>
                  <a:pt x="22" y="10"/>
                  <a:pt x="22" y="9"/>
                </a:cubicBezTo>
                <a:cubicBezTo>
                  <a:pt x="22" y="9"/>
                  <a:pt x="23" y="10"/>
                  <a:pt x="23" y="10"/>
                </a:cubicBezTo>
                <a:cubicBezTo>
                  <a:pt x="24" y="11"/>
                  <a:pt x="27" y="13"/>
                  <a:pt x="27" y="13"/>
                </a:cubicBezTo>
                <a:cubicBezTo>
                  <a:pt x="27" y="13"/>
                  <a:pt x="27" y="13"/>
                  <a:pt x="27" y="13"/>
                </a:cubicBezTo>
                <a:cubicBezTo>
                  <a:pt x="27" y="13"/>
                  <a:pt x="28" y="12"/>
                  <a:pt x="29" y="12"/>
                </a:cubicBezTo>
                <a:cubicBezTo>
                  <a:pt x="29" y="11"/>
                  <a:pt x="29" y="12"/>
                  <a:pt x="29" y="12"/>
                </a:cubicBezTo>
                <a:cubicBezTo>
                  <a:pt x="30" y="12"/>
                  <a:pt x="31" y="12"/>
                  <a:pt x="31" y="13"/>
                </a:cubicBezTo>
                <a:cubicBezTo>
                  <a:pt x="31" y="13"/>
                  <a:pt x="31" y="14"/>
                  <a:pt x="32" y="14"/>
                </a:cubicBezTo>
                <a:cubicBezTo>
                  <a:pt x="32" y="14"/>
                  <a:pt x="32" y="14"/>
                  <a:pt x="32" y="15"/>
                </a:cubicBezTo>
                <a:cubicBezTo>
                  <a:pt x="33" y="15"/>
                  <a:pt x="34" y="15"/>
                  <a:pt x="34" y="15"/>
                </a:cubicBezTo>
                <a:cubicBezTo>
                  <a:pt x="35" y="15"/>
                  <a:pt x="36" y="15"/>
                  <a:pt x="36" y="15"/>
                </a:cubicBezTo>
                <a:cubicBezTo>
                  <a:pt x="37" y="16"/>
                  <a:pt x="37" y="17"/>
                  <a:pt x="37" y="17"/>
                </a:cubicBezTo>
                <a:cubicBezTo>
                  <a:pt x="37" y="18"/>
                  <a:pt x="36" y="18"/>
                  <a:pt x="36" y="18"/>
                </a:cubicBezTo>
                <a:cubicBezTo>
                  <a:pt x="36" y="19"/>
                  <a:pt x="36" y="19"/>
                  <a:pt x="36" y="20"/>
                </a:cubicBezTo>
                <a:cubicBezTo>
                  <a:pt x="36" y="21"/>
                  <a:pt x="36" y="21"/>
                  <a:pt x="36" y="22"/>
                </a:cubicBezTo>
                <a:cubicBezTo>
                  <a:pt x="37" y="22"/>
                  <a:pt x="38" y="23"/>
                  <a:pt x="38" y="24"/>
                </a:cubicBezTo>
                <a:cubicBezTo>
                  <a:pt x="38" y="24"/>
                  <a:pt x="39" y="25"/>
                  <a:pt x="39" y="25"/>
                </a:cubicBezTo>
                <a:cubicBezTo>
                  <a:pt x="39" y="26"/>
                  <a:pt x="39" y="26"/>
                  <a:pt x="39" y="26"/>
                </a:cubicBezTo>
                <a:cubicBezTo>
                  <a:pt x="39" y="27"/>
                  <a:pt x="39" y="28"/>
                  <a:pt x="39" y="29"/>
                </a:cubicBezTo>
                <a:cubicBezTo>
                  <a:pt x="39" y="29"/>
                  <a:pt x="40" y="29"/>
                  <a:pt x="40" y="30"/>
                </a:cubicBezTo>
                <a:cubicBezTo>
                  <a:pt x="41" y="30"/>
                  <a:pt x="42" y="32"/>
                  <a:pt x="42" y="32"/>
                </a:cubicBezTo>
                <a:cubicBezTo>
                  <a:pt x="42" y="32"/>
                  <a:pt x="43" y="34"/>
                  <a:pt x="43" y="34"/>
                </a:cubicBezTo>
                <a:cubicBezTo>
                  <a:pt x="43" y="34"/>
                  <a:pt x="43" y="35"/>
                  <a:pt x="43" y="35"/>
                </a:cubicBezTo>
                <a:cubicBezTo>
                  <a:pt x="43" y="35"/>
                  <a:pt x="43" y="35"/>
                  <a:pt x="44" y="35"/>
                </a:cubicBezTo>
                <a:cubicBezTo>
                  <a:pt x="44" y="34"/>
                  <a:pt x="44" y="35"/>
                  <a:pt x="44" y="35"/>
                </a:cubicBezTo>
                <a:cubicBezTo>
                  <a:pt x="44" y="35"/>
                  <a:pt x="44" y="36"/>
                  <a:pt x="44" y="37"/>
                </a:cubicBezTo>
                <a:cubicBezTo>
                  <a:pt x="44" y="37"/>
                  <a:pt x="45" y="38"/>
                  <a:pt x="45" y="38"/>
                </a:cubicBezTo>
                <a:cubicBezTo>
                  <a:pt x="45" y="39"/>
                  <a:pt x="45" y="39"/>
                  <a:pt x="46" y="39"/>
                </a:cubicBezTo>
                <a:cubicBezTo>
                  <a:pt x="46" y="40"/>
                  <a:pt x="47" y="40"/>
                  <a:pt x="47" y="40"/>
                </a:cubicBezTo>
                <a:cubicBezTo>
                  <a:pt x="48" y="40"/>
                  <a:pt x="47" y="41"/>
                  <a:pt x="47" y="41"/>
                </a:cubicBezTo>
                <a:cubicBezTo>
                  <a:pt x="47" y="41"/>
                  <a:pt x="47" y="42"/>
                  <a:pt x="47" y="42"/>
                </a:cubicBezTo>
                <a:cubicBezTo>
                  <a:pt x="47" y="42"/>
                  <a:pt x="48" y="43"/>
                  <a:pt x="48" y="43"/>
                </a:cubicBezTo>
                <a:cubicBezTo>
                  <a:pt x="48" y="43"/>
                  <a:pt x="49" y="44"/>
                  <a:pt x="50" y="45"/>
                </a:cubicBezTo>
                <a:cubicBezTo>
                  <a:pt x="50" y="45"/>
                  <a:pt x="51" y="46"/>
                  <a:pt x="51" y="46"/>
                </a:cubicBezTo>
                <a:cubicBezTo>
                  <a:pt x="52" y="47"/>
                  <a:pt x="53" y="48"/>
                  <a:pt x="54" y="49"/>
                </a:cubicBezTo>
                <a:cubicBezTo>
                  <a:pt x="54" y="49"/>
                  <a:pt x="57" y="50"/>
                  <a:pt x="58" y="50"/>
                </a:cubicBezTo>
                <a:cubicBezTo>
                  <a:pt x="59" y="50"/>
                  <a:pt x="59" y="52"/>
                  <a:pt x="59" y="52"/>
                </a:cubicBezTo>
                <a:cubicBezTo>
                  <a:pt x="58" y="52"/>
                  <a:pt x="58" y="53"/>
                  <a:pt x="58" y="54"/>
                </a:cubicBezTo>
                <a:cubicBezTo>
                  <a:pt x="58" y="54"/>
                  <a:pt x="59" y="55"/>
                  <a:pt x="60" y="55"/>
                </a:cubicBezTo>
                <a:cubicBezTo>
                  <a:pt x="60" y="56"/>
                  <a:pt x="60" y="57"/>
                  <a:pt x="60" y="57"/>
                </a:cubicBezTo>
                <a:cubicBezTo>
                  <a:pt x="61" y="57"/>
                  <a:pt x="61" y="57"/>
                  <a:pt x="62" y="57"/>
                </a:cubicBezTo>
                <a:cubicBezTo>
                  <a:pt x="62" y="58"/>
                  <a:pt x="63" y="58"/>
                  <a:pt x="64" y="58"/>
                </a:cubicBezTo>
                <a:cubicBezTo>
                  <a:pt x="64" y="58"/>
                  <a:pt x="65" y="58"/>
                  <a:pt x="65" y="59"/>
                </a:cubicBezTo>
                <a:cubicBezTo>
                  <a:pt x="65" y="59"/>
                  <a:pt x="65" y="60"/>
                  <a:pt x="65" y="61"/>
                </a:cubicBezTo>
                <a:cubicBezTo>
                  <a:pt x="65" y="61"/>
                  <a:pt x="66" y="61"/>
                  <a:pt x="66" y="62"/>
                </a:cubicBezTo>
                <a:cubicBezTo>
                  <a:pt x="66" y="62"/>
                  <a:pt x="67" y="62"/>
                  <a:pt x="67" y="62"/>
                </a:cubicBezTo>
                <a:cubicBezTo>
                  <a:pt x="68" y="62"/>
                  <a:pt x="68" y="61"/>
                  <a:pt x="68" y="61"/>
                </a:cubicBezTo>
                <a:cubicBezTo>
                  <a:pt x="69" y="61"/>
                  <a:pt x="69" y="62"/>
                  <a:pt x="69" y="62"/>
                </a:cubicBezTo>
                <a:cubicBezTo>
                  <a:pt x="70" y="63"/>
                  <a:pt x="70" y="64"/>
                  <a:pt x="71" y="64"/>
                </a:cubicBezTo>
                <a:cubicBezTo>
                  <a:pt x="71" y="64"/>
                  <a:pt x="72" y="66"/>
                  <a:pt x="72" y="66"/>
                </a:cubicBezTo>
                <a:cubicBezTo>
                  <a:pt x="72" y="67"/>
                  <a:pt x="71" y="66"/>
                  <a:pt x="71" y="66"/>
                </a:cubicBezTo>
                <a:cubicBezTo>
                  <a:pt x="71" y="66"/>
                  <a:pt x="71" y="66"/>
                  <a:pt x="71" y="66"/>
                </a:cubicBezTo>
                <a:cubicBezTo>
                  <a:pt x="70" y="66"/>
                  <a:pt x="70" y="67"/>
                  <a:pt x="70" y="67"/>
                </a:cubicBezTo>
                <a:cubicBezTo>
                  <a:pt x="69" y="68"/>
                  <a:pt x="69" y="68"/>
                  <a:pt x="69" y="68"/>
                </a:cubicBezTo>
                <a:cubicBezTo>
                  <a:pt x="69" y="69"/>
                  <a:pt x="69" y="69"/>
                  <a:pt x="69" y="70"/>
                </a:cubicBezTo>
                <a:cubicBezTo>
                  <a:pt x="69" y="70"/>
                  <a:pt x="70" y="70"/>
                  <a:pt x="70" y="71"/>
                </a:cubicBezTo>
                <a:cubicBezTo>
                  <a:pt x="71" y="71"/>
                  <a:pt x="70" y="71"/>
                  <a:pt x="70" y="72"/>
                </a:cubicBezTo>
                <a:cubicBezTo>
                  <a:pt x="69" y="72"/>
                  <a:pt x="70" y="72"/>
                  <a:pt x="70" y="72"/>
                </a:cubicBezTo>
                <a:cubicBezTo>
                  <a:pt x="71" y="72"/>
                  <a:pt x="71" y="72"/>
                  <a:pt x="71" y="72"/>
                </a:cubicBezTo>
                <a:cubicBezTo>
                  <a:pt x="71" y="71"/>
                  <a:pt x="71" y="72"/>
                  <a:pt x="71" y="72"/>
                </a:cubicBezTo>
                <a:cubicBezTo>
                  <a:pt x="72" y="72"/>
                  <a:pt x="72" y="72"/>
                  <a:pt x="72" y="72"/>
                </a:cubicBezTo>
                <a:cubicBezTo>
                  <a:pt x="72" y="72"/>
                  <a:pt x="73" y="72"/>
                  <a:pt x="73" y="71"/>
                </a:cubicBezTo>
                <a:cubicBezTo>
                  <a:pt x="74" y="71"/>
                  <a:pt x="74" y="72"/>
                  <a:pt x="74" y="72"/>
                </a:cubicBezTo>
                <a:cubicBezTo>
                  <a:pt x="74" y="72"/>
                  <a:pt x="73" y="73"/>
                  <a:pt x="73" y="73"/>
                </a:cubicBezTo>
                <a:cubicBezTo>
                  <a:pt x="72" y="73"/>
                  <a:pt x="72" y="73"/>
                  <a:pt x="72" y="73"/>
                </a:cubicBezTo>
                <a:cubicBezTo>
                  <a:pt x="72" y="74"/>
                  <a:pt x="73" y="74"/>
                  <a:pt x="73" y="74"/>
                </a:cubicBezTo>
                <a:cubicBezTo>
                  <a:pt x="74" y="74"/>
                  <a:pt x="74" y="73"/>
                  <a:pt x="74" y="73"/>
                </a:cubicBezTo>
                <a:cubicBezTo>
                  <a:pt x="74" y="73"/>
                  <a:pt x="75" y="74"/>
                  <a:pt x="75" y="74"/>
                </a:cubicBezTo>
                <a:cubicBezTo>
                  <a:pt x="75" y="74"/>
                  <a:pt x="76" y="75"/>
                  <a:pt x="76" y="75"/>
                </a:cubicBezTo>
                <a:cubicBezTo>
                  <a:pt x="76" y="75"/>
                  <a:pt x="77" y="75"/>
                  <a:pt x="77" y="75"/>
                </a:cubicBezTo>
                <a:cubicBezTo>
                  <a:pt x="77" y="76"/>
                  <a:pt x="78" y="76"/>
                  <a:pt x="78" y="76"/>
                </a:cubicBezTo>
                <a:cubicBezTo>
                  <a:pt x="78" y="76"/>
                  <a:pt x="78" y="75"/>
                  <a:pt x="79" y="75"/>
                </a:cubicBezTo>
                <a:cubicBezTo>
                  <a:pt x="79" y="75"/>
                  <a:pt x="79" y="76"/>
                  <a:pt x="79" y="77"/>
                </a:cubicBezTo>
                <a:cubicBezTo>
                  <a:pt x="80" y="77"/>
                  <a:pt x="81" y="78"/>
                  <a:pt x="81" y="78"/>
                </a:cubicBezTo>
                <a:cubicBezTo>
                  <a:pt x="81" y="78"/>
                  <a:pt x="81" y="79"/>
                  <a:pt x="80" y="79"/>
                </a:cubicBezTo>
                <a:cubicBezTo>
                  <a:pt x="80" y="79"/>
                  <a:pt x="80" y="79"/>
                  <a:pt x="80" y="79"/>
                </a:cubicBezTo>
                <a:cubicBezTo>
                  <a:pt x="80" y="80"/>
                  <a:pt x="80" y="80"/>
                  <a:pt x="81" y="80"/>
                </a:cubicBezTo>
                <a:cubicBezTo>
                  <a:pt x="81" y="80"/>
                  <a:pt x="82" y="79"/>
                  <a:pt x="82" y="79"/>
                </a:cubicBezTo>
                <a:cubicBezTo>
                  <a:pt x="82" y="79"/>
                  <a:pt x="82" y="79"/>
                  <a:pt x="83" y="80"/>
                </a:cubicBezTo>
                <a:cubicBezTo>
                  <a:pt x="83" y="80"/>
                  <a:pt x="83" y="81"/>
                  <a:pt x="83" y="81"/>
                </a:cubicBezTo>
                <a:cubicBezTo>
                  <a:pt x="82" y="81"/>
                  <a:pt x="82" y="81"/>
                  <a:pt x="82" y="82"/>
                </a:cubicBezTo>
                <a:cubicBezTo>
                  <a:pt x="82" y="82"/>
                  <a:pt x="83" y="82"/>
                  <a:pt x="83" y="83"/>
                </a:cubicBezTo>
                <a:cubicBezTo>
                  <a:pt x="84" y="83"/>
                  <a:pt x="85" y="83"/>
                  <a:pt x="85" y="83"/>
                </a:cubicBezTo>
                <a:cubicBezTo>
                  <a:pt x="85" y="84"/>
                  <a:pt x="86" y="83"/>
                  <a:pt x="86" y="83"/>
                </a:cubicBezTo>
                <a:cubicBezTo>
                  <a:pt x="86" y="83"/>
                  <a:pt x="86" y="84"/>
                  <a:pt x="86" y="84"/>
                </a:cubicBezTo>
                <a:cubicBezTo>
                  <a:pt x="86" y="85"/>
                  <a:pt x="85" y="84"/>
                  <a:pt x="85" y="85"/>
                </a:cubicBezTo>
                <a:cubicBezTo>
                  <a:pt x="85" y="85"/>
                  <a:pt x="86" y="85"/>
                  <a:pt x="86" y="85"/>
                </a:cubicBezTo>
                <a:cubicBezTo>
                  <a:pt x="86" y="86"/>
                  <a:pt x="87" y="86"/>
                  <a:pt x="88" y="87"/>
                </a:cubicBezTo>
                <a:cubicBezTo>
                  <a:pt x="89" y="87"/>
                  <a:pt x="90" y="88"/>
                  <a:pt x="90" y="89"/>
                </a:cubicBezTo>
                <a:cubicBezTo>
                  <a:pt x="90" y="89"/>
                  <a:pt x="92" y="91"/>
                  <a:pt x="92" y="91"/>
                </a:cubicBezTo>
                <a:cubicBezTo>
                  <a:pt x="92" y="92"/>
                  <a:pt x="93" y="92"/>
                  <a:pt x="93" y="92"/>
                </a:cubicBezTo>
                <a:cubicBezTo>
                  <a:pt x="94" y="93"/>
                  <a:pt x="95" y="94"/>
                  <a:pt x="95" y="95"/>
                </a:cubicBezTo>
                <a:cubicBezTo>
                  <a:pt x="95" y="96"/>
                  <a:pt x="97" y="97"/>
                  <a:pt x="97" y="98"/>
                </a:cubicBezTo>
                <a:cubicBezTo>
                  <a:pt x="98" y="98"/>
                  <a:pt x="98" y="99"/>
                  <a:pt x="99" y="98"/>
                </a:cubicBezTo>
                <a:cubicBezTo>
                  <a:pt x="99" y="98"/>
                  <a:pt x="99" y="98"/>
                  <a:pt x="99" y="99"/>
                </a:cubicBezTo>
                <a:cubicBezTo>
                  <a:pt x="99" y="99"/>
                  <a:pt x="99" y="100"/>
                  <a:pt x="100" y="100"/>
                </a:cubicBezTo>
                <a:cubicBezTo>
                  <a:pt x="100" y="100"/>
                  <a:pt x="101" y="101"/>
                  <a:pt x="101" y="101"/>
                </a:cubicBezTo>
                <a:cubicBezTo>
                  <a:pt x="101" y="102"/>
                  <a:pt x="102" y="104"/>
                  <a:pt x="103" y="104"/>
                </a:cubicBezTo>
                <a:cubicBezTo>
                  <a:pt x="103" y="105"/>
                  <a:pt x="103" y="106"/>
                  <a:pt x="103" y="106"/>
                </a:cubicBezTo>
                <a:cubicBezTo>
                  <a:pt x="103" y="107"/>
                  <a:pt x="103" y="108"/>
                  <a:pt x="103" y="108"/>
                </a:cubicBezTo>
                <a:cubicBezTo>
                  <a:pt x="103" y="109"/>
                  <a:pt x="104" y="110"/>
                  <a:pt x="104" y="110"/>
                </a:cubicBezTo>
                <a:cubicBezTo>
                  <a:pt x="104" y="111"/>
                  <a:pt x="105" y="112"/>
                  <a:pt x="106" y="112"/>
                </a:cubicBezTo>
                <a:cubicBezTo>
                  <a:pt x="106" y="112"/>
                  <a:pt x="107" y="114"/>
                  <a:pt x="107" y="114"/>
                </a:cubicBezTo>
                <a:cubicBezTo>
                  <a:pt x="107" y="115"/>
                  <a:pt x="107" y="116"/>
                  <a:pt x="106" y="117"/>
                </a:cubicBezTo>
                <a:cubicBezTo>
                  <a:pt x="106" y="117"/>
                  <a:pt x="105" y="118"/>
                  <a:pt x="104" y="118"/>
                </a:cubicBezTo>
                <a:cubicBezTo>
                  <a:pt x="104" y="119"/>
                  <a:pt x="104" y="119"/>
                  <a:pt x="104" y="120"/>
                </a:cubicBezTo>
                <a:cubicBezTo>
                  <a:pt x="104" y="120"/>
                  <a:pt x="105" y="120"/>
                  <a:pt x="106" y="120"/>
                </a:cubicBezTo>
                <a:cubicBezTo>
                  <a:pt x="107" y="121"/>
                  <a:pt x="106" y="121"/>
                  <a:pt x="106" y="122"/>
                </a:cubicBezTo>
                <a:cubicBezTo>
                  <a:pt x="106" y="122"/>
                  <a:pt x="105" y="122"/>
                  <a:pt x="104" y="122"/>
                </a:cubicBezTo>
                <a:cubicBezTo>
                  <a:pt x="104" y="122"/>
                  <a:pt x="103" y="123"/>
                  <a:pt x="103" y="123"/>
                </a:cubicBezTo>
                <a:cubicBezTo>
                  <a:pt x="103" y="123"/>
                  <a:pt x="103" y="124"/>
                  <a:pt x="103" y="124"/>
                </a:cubicBezTo>
                <a:cubicBezTo>
                  <a:pt x="104" y="125"/>
                  <a:pt x="104" y="125"/>
                  <a:pt x="104" y="126"/>
                </a:cubicBezTo>
                <a:cubicBezTo>
                  <a:pt x="104" y="126"/>
                  <a:pt x="104" y="127"/>
                  <a:pt x="105" y="128"/>
                </a:cubicBezTo>
                <a:cubicBezTo>
                  <a:pt x="105" y="128"/>
                  <a:pt x="106" y="130"/>
                  <a:pt x="107" y="130"/>
                </a:cubicBezTo>
                <a:cubicBezTo>
                  <a:pt x="107" y="130"/>
                  <a:pt x="108" y="131"/>
                  <a:pt x="108" y="132"/>
                </a:cubicBezTo>
                <a:cubicBezTo>
                  <a:pt x="108" y="133"/>
                  <a:pt x="110" y="134"/>
                  <a:pt x="110" y="134"/>
                </a:cubicBezTo>
                <a:cubicBezTo>
                  <a:pt x="111" y="135"/>
                  <a:pt x="112" y="135"/>
                  <a:pt x="113" y="135"/>
                </a:cubicBezTo>
                <a:cubicBezTo>
                  <a:pt x="114" y="136"/>
                  <a:pt x="115" y="136"/>
                  <a:pt x="115" y="136"/>
                </a:cubicBezTo>
                <a:cubicBezTo>
                  <a:pt x="115" y="136"/>
                  <a:pt x="116" y="137"/>
                  <a:pt x="117" y="137"/>
                </a:cubicBezTo>
                <a:cubicBezTo>
                  <a:pt x="117" y="137"/>
                  <a:pt x="118" y="139"/>
                  <a:pt x="118" y="139"/>
                </a:cubicBezTo>
                <a:cubicBezTo>
                  <a:pt x="118" y="139"/>
                  <a:pt x="120" y="139"/>
                  <a:pt x="120" y="140"/>
                </a:cubicBezTo>
                <a:cubicBezTo>
                  <a:pt x="120" y="140"/>
                  <a:pt x="121" y="141"/>
                  <a:pt x="121" y="142"/>
                </a:cubicBezTo>
                <a:cubicBezTo>
                  <a:pt x="122" y="142"/>
                  <a:pt x="122" y="143"/>
                  <a:pt x="123" y="143"/>
                </a:cubicBezTo>
                <a:cubicBezTo>
                  <a:pt x="125" y="144"/>
                  <a:pt x="125" y="144"/>
                  <a:pt x="126" y="144"/>
                </a:cubicBezTo>
                <a:cubicBezTo>
                  <a:pt x="126" y="145"/>
                  <a:pt x="131" y="146"/>
                  <a:pt x="132" y="146"/>
                </a:cubicBezTo>
                <a:cubicBezTo>
                  <a:pt x="133" y="146"/>
                  <a:pt x="134" y="146"/>
                  <a:pt x="134" y="146"/>
                </a:cubicBezTo>
                <a:cubicBezTo>
                  <a:pt x="134" y="146"/>
                  <a:pt x="135" y="146"/>
                  <a:pt x="136" y="146"/>
                </a:cubicBezTo>
                <a:cubicBezTo>
                  <a:pt x="136" y="147"/>
                  <a:pt x="137" y="147"/>
                  <a:pt x="138" y="148"/>
                </a:cubicBezTo>
                <a:cubicBezTo>
                  <a:pt x="138" y="148"/>
                  <a:pt x="141" y="151"/>
                  <a:pt x="142" y="151"/>
                </a:cubicBezTo>
                <a:cubicBezTo>
                  <a:pt x="142" y="151"/>
                  <a:pt x="143" y="152"/>
                  <a:pt x="144" y="153"/>
                </a:cubicBezTo>
                <a:cubicBezTo>
                  <a:pt x="145" y="153"/>
                  <a:pt x="147" y="154"/>
                  <a:pt x="148" y="154"/>
                </a:cubicBezTo>
                <a:cubicBezTo>
                  <a:pt x="148" y="154"/>
                  <a:pt x="150" y="155"/>
                  <a:pt x="150" y="155"/>
                </a:cubicBezTo>
                <a:cubicBezTo>
                  <a:pt x="151" y="155"/>
                  <a:pt x="152" y="156"/>
                  <a:pt x="152" y="156"/>
                </a:cubicBezTo>
                <a:cubicBezTo>
                  <a:pt x="152" y="156"/>
                  <a:pt x="154" y="157"/>
                  <a:pt x="154" y="157"/>
                </a:cubicBezTo>
                <a:cubicBezTo>
                  <a:pt x="155" y="157"/>
                  <a:pt x="156" y="158"/>
                  <a:pt x="157" y="158"/>
                </a:cubicBezTo>
                <a:cubicBezTo>
                  <a:pt x="157" y="158"/>
                  <a:pt x="159" y="158"/>
                  <a:pt x="160" y="158"/>
                </a:cubicBezTo>
                <a:cubicBezTo>
                  <a:pt x="161" y="159"/>
                  <a:pt x="162" y="160"/>
                  <a:pt x="162" y="160"/>
                </a:cubicBezTo>
                <a:cubicBezTo>
                  <a:pt x="163" y="160"/>
                  <a:pt x="164" y="160"/>
                  <a:pt x="164" y="160"/>
                </a:cubicBezTo>
                <a:cubicBezTo>
                  <a:pt x="164" y="160"/>
                  <a:pt x="165" y="161"/>
                  <a:pt x="165" y="161"/>
                </a:cubicBezTo>
                <a:cubicBezTo>
                  <a:pt x="165" y="161"/>
                  <a:pt x="166" y="162"/>
                  <a:pt x="166" y="162"/>
                </a:cubicBezTo>
                <a:cubicBezTo>
                  <a:pt x="167" y="162"/>
                  <a:pt x="167" y="162"/>
                  <a:pt x="168" y="162"/>
                </a:cubicBezTo>
                <a:cubicBezTo>
                  <a:pt x="168" y="163"/>
                  <a:pt x="169" y="163"/>
                  <a:pt x="170" y="163"/>
                </a:cubicBezTo>
                <a:cubicBezTo>
                  <a:pt x="170" y="163"/>
                  <a:pt x="171" y="164"/>
                  <a:pt x="172" y="164"/>
                </a:cubicBezTo>
                <a:cubicBezTo>
                  <a:pt x="172" y="164"/>
                  <a:pt x="173" y="165"/>
                  <a:pt x="174" y="165"/>
                </a:cubicBezTo>
                <a:cubicBezTo>
                  <a:pt x="174" y="165"/>
                  <a:pt x="176" y="165"/>
                  <a:pt x="177" y="165"/>
                </a:cubicBezTo>
                <a:cubicBezTo>
                  <a:pt x="178" y="165"/>
                  <a:pt x="179" y="166"/>
                  <a:pt x="180" y="166"/>
                </a:cubicBezTo>
                <a:cubicBezTo>
                  <a:pt x="180" y="167"/>
                  <a:pt x="181" y="167"/>
                  <a:pt x="182" y="167"/>
                </a:cubicBezTo>
                <a:cubicBezTo>
                  <a:pt x="183" y="167"/>
                  <a:pt x="184" y="167"/>
                  <a:pt x="185" y="167"/>
                </a:cubicBezTo>
                <a:cubicBezTo>
                  <a:pt x="186" y="168"/>
                  <a:pt x="187" y="167"/>
                  <a:pt x="187" y="167"/>
                </a:cubicBezTo>
                <a:cubicBezTo>
                  <a:pt x="188" y="167"/>
                  <a:pt x="189" y="166"/>
                  <a:pt x="189" y="166"/>
                </a:cubicBezTo>
                <a:cubicBezTo>
                  <a:pt x="189" y="166"/>
                  <a:pt x="191" y="166"/>
                  <a:pt x="191" y="166"/>
                </a:cubicBezTo>
                <a:cubicBezTo>
                  <a:pt x="191" y="166"/>
                  <a:pt x="193" y="165"/>
                  <a:pt x="194" y="165"/>
                </a:cubicBezTo>
                <a:cubicBezTo>
                  <a:pt x="194" y="165"/>
                  <a:pt x="195" y="164"/>
                  <a:pt x="195" y="164"/>
                </a:cubicBezTo>
                <a:cubicBezTo>
                  <a:pt x="195" y="163"/>
                  <a:pt x="197" y="163"/>
                  <a:pt x="197" y="163"/>
                </a:cubicBezTo>
                <a:cubicBezTo>
                  <a:pt x="198" y="163"/>
                  <a:pt x="200" y="163"/>
                  <a:pt x="200" y="163"/>
                </a:cubicBezTo>
                <a:cubicBezTo>
                  <a:pt x="200" y="163"/>
                  <a:pt x="200" y="162"/>
                  <a:pt x="199" y="162"/>
                </a:cubicBezTo>
                <a:cubicBezTo>
                  <a:pt x="199" y="162"/>
                  <a:pt x="198" y="162"/>
                  <a:pt x="198" y="162"/>
                </a:cubicBezTo>
                <a:cubicBezTo>
                  <a:pt x="198" y="161"/>
                  <a:pt x="199" y="161"/>
                  <a:pt x="199" y="161"/>
                </a:cubicBezTo>
                <a:cubicBezTo>
                  <a:pt x="199" y="161"/>
                  <a:pt x="200" y="161"/>
                  <a:pt x="200" y="161"/>
                </a:cubicBezTo>
                <a:cubicBezTo>
                  <a:pt x="200" y="161"/>
                  <a:pt x="200" y="161"/>
                  <a:pt x="201" y="161"/>
                </a:cubicBezTo>
                <a:cubicBezTo>
                  <a:pt x="201" y="162"/>
                  <a:pt x="201" y="162"/>
                  <a:pt x="201" y="162"/>
                </a:cubicBezTo>
                <a:cubicBezTo>
                  <a:pt x="201" y="162"/>
                  <a:pt x="203" y="163"/>
                  <a:pt x="203" y="163"/>
                </a:cubicBezTo>
                <a:cubicBezTo>
                  <a:pt x="203" y="163"/>
                  <a:pt x="203" y="162"/>
                  <a:pt x="204" y="162"/>
                </a:cubicBezTo>
                <a:cubicBezTo>
                  <a:pt x="204" y="162"/>
                  <a:pt x="205" y="163"/>
                  <a:pt x="205" y="163"/>
                </a:cubicBezTo>
                <a:cubicBezTo>
                  <a:pt x="206" y="163"/>
                  <a:pt x="206" y="164"/>
                  <a:pt x="206" y="164"/>
                </a:cubicBezTo>
                <a:cubicBezTo>
                  <a:pt x="206" y="164"/>
                  <a:pt x="206" y="164"/>
                  <a:pt x="207" y="164"/>
                </a:cubicBezTo>
                <a:cubicBezTo>
                  <a:pt x="207" y="164"/>
                  <a:pt x="207" y="164"/>
                  <a:pt x="207" y="164"/>
                </a:cubicBezTo>
                <a:cubicBezTo>
                  <a:pt x="208" y="164"/>
                  <a:pt x="208" y="165"/>
                  <a:pt x="208" y="165"/>
                </a:cubicBezTo>
                <a:cubicBezTo>
                  <a:pt x="208" y="165"/>
                  <a:pt x="210" y="165"/>
                  <a:pt x="210" y="165"/>
                </a:cubicBezTo>
                <a:cubicBezTo>
                  <a:pt x="210" y="166"/>
                  <a:pt x="210" y="166"/>
                  <a:pt x="210" y="166"/>
                </a:cubicBezTo>
                <a:cubicBezTo>
                  <a:pt x="210" y="166"/>
                  <a:pt x="211" y="167"/>
                  <a:pt x="212" y="167"/>
                </a:cubicBezTo>
                <a:cubicBezTo>
                  <a:pt x="212" y="168"/>
                  <a:pt x="215" y="170"/>
                  <a:pt x="216" y="171"/>
                </a:cubicBezTo>
                <a:cubicBezTo>
                  <a:pt x="216" y="171"/>
                  <a:pt x="217" y="173"/>
                  <a:pt x="218" y="173"/>
                </a:cubicBezTo>
                <a:cubicBezTo>
                  <a:pt x="218" y="174"/>
                  <a:pt x="220" y="175"/>
                  <a:pt x="220" y="176"/>
                </a:cubicBezTo>
                <a:cubicBezTo>
                  <a:pt x="220" y="176"/>
                  <a:pt x="222" y="177"/>
                  <a:pt x="223" y="178"/>
                </a:cubicBezTo>
                <a:cubicBezTo>
                  <a:pt x="223" y="177"/>
                  <a:pt x="223" y="177"/>
                  <a:pt x="223" y="177"/>
                </a:cubicBezTo>
                <a:cubicBezTo>
                  <a:pt x="223" y="174"/>
                  <a:pt x="223" y="174"/>
                  <a:pt x="223" y="174"/>
                </a:cubicBezTo>
                <a:cubicBezTo>
                  <a:pt x="224" y="173"/>
                  <a:pt x="224" y="173"/>
                  <a:pt x="224" y="173"/>
                </a:cubicBezTo>
                <a:cubicBezTo>
                  <a:pt x="223" y="172"/>
                  <a:pt x="223" y="172"/>
                  <a:pt x="223" y="172"/>
                </a:cubicBezTo>
                <a:cubicBezTo>
                  <a:pt x="223" y="171"/>
                  <a:pt x="223" y="171"/>
                  <a:pt x="223" y="171"/>
                </a:cubicBezTo>
                <a:cubicBezTo>
                  <a:pt x="227" y="164"/>
                  <a:pt x="227" y="164"/>
                  <a:pt x="227" y="164"/>
                </a:cubicBezTo>
                <a:cubicBezTo>
                  <a:pt x="239" y="164"/>
                  <a:pt x="239" y="164"/>
                  <a:pt x="239" y="164"/>
                </a:cubicBezTo>
                <a:cubicBezTo>
                  <a:pt x="239" y="162"/>
                  <a:pt x="239" y="162"/>
                  <a:pt x="239" y="162"/>
                </a:cubicBezTo>
                <a:cubicBezTo>
                  <a:pt x="239" y="161"/>
                  <a:pt x="239" y="161"/>
                  <a:pt x="239" y="161"/>
                </a:cubicBezTo>
                <a:cubicBezTo>
                  <a:pt x="239" y="160"/>
                  <a:pt x="239" y="160"/>
                  <a:pt x="239" y="160"/>
                </a:cubicBezTo>
                <a:cubicBezTo>
                  <a:pt x="238" y="160"/>
                  <a:pt x="238" y="160"/>
                  <a:pt x="238" y="160"/>
                </a:cubicBezTo>
                <a:cubicBezTo>
                  <a:pt x="237" y="160"/>
                  <a:pt x="237" y="160"/>
                  <a:pt x="237" y="160"/>
                </a:cubicBezTo>
                <a:cubicBezTo>
                  <a:pt x="237" y="158"/>
                  <a:pt x="237" y="158"/>
                  <a:pt x="237" y="158"/>
                </a:cubicBezTo>
                <a:cubicBezTo>
                  <a:pt x="234" y="156"/>
                  <a:pt x="234" y="156"/>
                  <a:pt x="234" y="156"/>
                </a:cubicBezTo>
                <a:cubicBezTo>
                  <a:pt x="234" y="156"/>
                  <a:pt x="233" y="156"/>
                  <a:pt x="233" y="155"/>
                </a:cubicBezTo>
                <a:cubicBezTo>
                  <a:pt x="233" y="155"/>
                  <a:pt x="231" y="154"/>
                  <a:pt x="231" y="154"/>
                </a:cubicBezTo>
                <a:cubicBezTo>
                  <a:pt x="230" y="153"/>
                  <a:pt x="230" y="153"/>
                  <a:pt x="230" y="153"/>
                </a:cubicBezTo>
                <a:cubicBezTo>
                  <a:pt x="230" y="153"/>
                  <a:pt x="230" y="153"/>
                  <a:pt x="230" y="153"/>
                </a:cubicBezTo>
                <a:cubicBezTo>
                  <a:pt x="234" y="153"/>
                  <a:pt x="234" y="153"/>
                  <a:pt x="234" y="153"/>
                </a:cubicBezTo>
                <a:cubicBezTo>
                  <a:pt x="234" y="147"/>
                  <a:pt x="234" y="147"/>
                  <a:pt x="234" y="147"/>
                </a:cubicBezTo>
                <a:cubicBezTo>
                  <a:pt x="250" y="147"/>
                  <a:pt x="250" y="147"/>
                  <a:pt x="250" y="147"/>
                </a:cubicBezTo>
                <a:cubicBezTo>
                  <a:pt x="250" y="146"/>
                  <a:pt x="250" y="146"/>
                  <a:pt x="250" y="146"/>
                </a:cubicBezTo>
                <a:cubicBezTo>
                  <a:pt x="250" y="146"/>
                  <a:pt x="251" y="146"/>
                  <a:pt x="251" y="146"/>
                </a:cubicBezTo>
                <a:cubicBezTo>
                  <a:pt x="251" y="146"/>
                  <a:pt x="253" y="147"/>
                  <a:pt x="253" y="147"/>
                </a:cubicBezTo>
                <a:cubicBezTo>
                  <a:pt x="256" y="143"/>
                  <a:pt x="256" y="143"/>
                  <a:pt x="256" y="143"/>
                </a:cubicBezTo>
                <a:cubicBezTo>
                  <a:pt x="256" y="141"/>
                  <a:pt x="256" y="141"/>
                  <a:pt x="256" y="141"/>
                </a:cubicBezTo>
                <a:cubicBezTo>
                  <a:pt x="258" y="141"/>
                  <a:pt x="258" y="141"/>
                  <a:pt x="258" y="141"/>
                </a:cubicBezTo>
                <a:cubicBezTo>
                  <a:pt x="259" y="140"/>
                  <a:pt x="259" y="140"/>
                  <a:pt x="259" y="139"/>
                </a:cubicBezTo>
                <a:cubicBezTo>
                  <a:pt x="260" y="139"/>
                  <a:pt x="260" y="138"/>
                  <a:pt x="260" y="138"/>
                </a:cubicBezTo>
                <a:cubicBezTo>
                  <a:pt x="260" y="138"/>
                  <a:pt x="260" y="139"/>
                  <a:pt x="261" y="139"/>
                </a:cubicBezTo>
                <a:cubicBezTo>
                  <a:pt x="261" y="139"/>
                  <a:pt x="261" y="140"/>
                  <a:pt x="261" y="140"/>
                </a:cubicBezTo>
                <a:cubicBezTo>
                  <a:pt x="261" y="140"/>
                  <a:pt x="260" y="140"/>
                  <a:pt x="260" y="141"/>
                </a:cubicBezTo>
                <a:cubicBezTo>
                  <a:pt x="260" y="141"/>
                  <a:pt x="261" y="142"/>
                  <a:pt x="261" y="142"/>
                </a:cubicBezTo>
                <a:cubicBezTo>
                  <a:pt x="261" y="142"/>
                  <a:pt x="261" y="142"/>
                  <a:pt x="261" y="142"/>
                </a:cubicBezTo>
                <a:cubicBezTo>
                  <a:pt x="261" y="142"/>
                  <a:pt x="262" y="142"/>
                  <a:pt x="262" y="142"/>
                </a:cubicBezTo>
                <a:cubicBezTo>
                  <a:pt x="262" y="143"/>
                  <a:pt x="262" y="144"/>
                  <a:pt x="262" y="145"/>
                </a:cubicBezTo>
                <a:cubicBezTo>
                  <a:pt x="262" y="145"/>
                  <a:pt x="262" y="145"/>
                  <a:pt x="262" y="145"/>
                </a:cubicBezTo>
                <a:cubicBezTo>
                  <a:pt x="262" y="145"/>
                  <a:pt x="262" y="145"/>
                  <a:pt x="262" y="145"/>
                </a:cubicBezTo>
                <a:cubicBezTo>
                  <a:pt x="262" y="145"/>
                  <a:pt x="262" y="145"/>
                  <a:pt x="262" y="144"/>
                </a:cubicBezTo>
                <a:cubicBezTo>
                  <a:pt x="262" y="143"/>
                  <a:pt x="263" y="141"/>
                  <a:pt x="263" y="140"/>
                </a:cubicBezTo>
                <a:cubicBezTo>
                  <a:pt x="263" y="140"/>
                  <a:pt x="263" y="140"/>
                  <a:pt x="263" y="139"/>
                </a:cubicBezTo>
                <a:cubicBezTo>
                  <a:pt x="263" y="139"/>
                  <a:pt x="264" y="139"/>
                  <a:pt x="264" y="139"/>
                </a:cubicBezTo>
                <a:cubicBezTo>
                  <a:pt x="264" y="138"/>
                  <a:pt x="264" y="138"/>
                  <a:pt x="264" y="138"/>
                </a:cubicBezTo>
                <a:cubicBezTo>
                  <a:pt x="264" y="137"/>
                  <a:pt x="264" y="137"/>
                  <a:pt x="264" y="137"/>
                </a:cubicBezTo>
                <a:cubicBezTo>
                  <a:pt x="264" y="136"/>
                  <a:pt x="265" y="136"/>
                  <a:pt x="265" y="136"/>
                </a:cubicBezTo>
                <a:cubicBezTo>
                  <a:pt x="265" y="136"/>
                  <a:pt x="265" y="136"/>
                  <a:pt x="265" y="136"/>
                </a:cubicBezTo>
                <a:cubicBezTo>
                  <a:pt x="265" y="135"/>
                  <a:pt x="265" y="135"/>
                  <a:pt x="265" y="135"/>
                </a:cubicBezTo>
                <a:cubicBezTo>
                  <a:pt x="265" y="134"/>
                  <a:pt x="265" y="134"/>
                  <a:pt x="265" y="134"/>
                </a:cubicBezTo>
                <a:cubicBezTo>
                  <a:pt x="265" y="134"/>
                  <a:pt x="265" y="134"/>
                  <a:pt x="265" y="134"/>
                </a:cubicBezTo>
                <a:cubicBezTo>
                  <a:pt x="265" y="134"/>
                  <a:pt x="265" y="134"/>
                  <a:pt x="265" y="134"/>
                </a:cubicBezTo>
                <a:cubicBezTo>
                  <a:pt x="265" y="134"/>
                  <a:pt x="265" y="134"/>
                  <a:pt x="265" y="134"/>
                </a:cubicBezTo>
                <a:cubicBezTo>
                  <a:pt x="265" y="134"/>
                  <a:pt x="265" y="134"/>
                  <a:pt x="264" y="134"/>
                </a:cubicBezTo>
                <a:cubicBezTo>
                  <a:pt x="264" y="134"/>
                  <a:pt x="264" y="134"/>
                  <a:pt x="264" y="134"/>
                </a:cubicBezTo>
                <a:cubicBezTo>
                  <a:pt x="264" y="134"/>
                  <a:pt x="264" y="135"/>
                  <a:pt x="264" y="135"/>
                </a:cubicBezTo>
                <a:cubicBezTo>
                  <a:pt x="264" y="135"/>
                  <a:pt x="264" y="135"/>
                  <a:pt x="264" y="134"/>
                </a:cubicBezTo>
                <a:cubicBezTo>
                  <a:pt x="264" y="134"/>
                  <a:pt x="264" y="134"/>
                  <a:pt x="264" y="134"/>
                </a:cubicBezTo>
                <a:cubicBezTo>
                  <a:pt x="264" y="134"/>
                  <a:pt x="264" y="134"/>
                  <a:pt x="264" y="134"/>
                </a:cubicBezTo>
                <a:cubicBezTo>
                  <a:pt x="264" y="134"/>
                  <a:pt x="264" y="133"/>
                  <a:pt x="264" y="133"/>
                </a:cubicBezTo>
                <a:cubicBezTo>
                  <a:pt x="264" y="133"/>
                  <a:pt x="264" y="133"/>
                  <a:pt x="264" y="133"/>
                </a:cubicBezTo>
                <a:cubicBezTo>
                  <a:pt x="265" y="133"/>
                  <a:pt x="265" y="133"/>
                  <a:pt x="265" y="133"/>
                </a:cubicBezTo>
                <a:cubicBezTo>
                  <a:pt x="266" y="132"/>
                  <a:pt x="266" y="132"/>
                  <a:pt x="266" y="132"/>
                </a:cubicBezTo>
                <a:cubicBezTo>
                  <a:pt x="266" y="131"/>
                  <a:pt x="266" y="131"/>
                  <a:pt x="266" y="131"/>
                </a:cubicBezTo>
                <a:cubicBezTo>
                  <a:pt x="266" y="131"/>
                  <a:pt x="266" y="131"/>
                  <a:pt x="266" y="131"/>
                </a:cubicBezTo>
                <a:cubicBezTo>
                  <a:pt x="266" y="131"/>
                  <a:pt x="265" y="131"/>
                  <a:pt x="265" y="131"/>
                </a:cubicBezTo>
                <a:cubicBezTo>
                  <a:pt x="265" y="131"/>
                  <a:pt x="265" y="132"/>
                  <a:pt x="264" y="132"/>
                </a:cubicBezTo>
                <a:cubicBezTo>
                  <a:pt x="264" y="132"/>
                  <a:pt x="263" y="131"/>
                  <a:pt x="264" y="131"/>
                </a:cubicBezTo>
                <a:cubicBezTo>
                  <a:pt x="264" y="131"/>
                  <a:pt x="264" y="131"/>
                  <a:pt x="264" y="131"/>
                </a:cubicBezTo>
                <a:cubicBezTo>
                  <a:pt x="265" y="130"/>
                  <a:pt x="265" y="129"/>
                  <a:pt x="265" y="128"/>
                </a:cubicBezTo>
                <a:cubicBezTo>
                  <a:pt x="265" y="127"/>
                  <a:pt x="265" y="126"/>
                  <a:pt x="266" y="125"/>
                </a:cubicBezTo>
                <a:cubicBezTo>
                  <a:pt x="266" y="125"/>
                  <a:pt x="266" y="124"/>
                  <a:pt x="266" y="124"/>
                </a:cubicBezTo>
                <a:cubicBezTo>
                  <a:pt x="267" y="123"/>
                  <a:pt x="267" y="123"/>
                  <a:pt x="268" y="122"/>
                </a:cubicBezTo>
                <a:cubicBezTo>
                  <a:pt x="268" y="122"/>
                  <a:pt x="269" y="121"/>
                  <a:pt x="269" y="121"/>
                </a:cubicBezTo>
                <a:cubicBezTo>
                  <a:pt x="270" y="120"/>
                  <a:pt x="271" y="118"/>
                  <a:pt x="271" y="117"/>
                </a:cubicBezTo>
                <a:cubicBezTo>
                  <a:pt x="272" y="117"/>
                  <a:pt x="272" y="116"/>
                  <a:pt x="272" y="116"/>
                </a:cubicBezTo>
                <a:cubicBezTo>
                  <a:pt x="272" y="116"/>
                  <a:pt x="271" y="116"/>
                  <a:pt x="271" y="116"/>
                </a:cubicBezTo>
                <a:cubicBezTo>
                  <a:pt x="271" y="115"/>
                  <a:pt x="271" y="114"/>
                  <a:pt x="270" y="113"/>
                </a:cubicBezTo>
                <a:cubicBezTo>
                  <a:pt x="270" y="113"/>
                  <a:pt x="270" y="112"/>
                  <a:pt x="270" y="112"/>
                </a:cubicBezTo>
                <a:cubicBezTo>
                  <a:pt x="269" y="112"/>
                  <a:pt x="269" y="113"/>
                  <a:pt x="268" y="113"/>
                </a:cubicBezTo>
                <a:cubicBezTo>
                  <a:pt x="267" y="114"/>
                  <a:pt x="266" y="113"/>
                  <a:pt x="265" y="113"/>
                </a:cubicBezTo>
                <a:cubicBezTo>
                  <a:pt x="264" y="113"/>
                  <a:pt x="263" y="113"/>
                  <a:pt x="262" y="112"/>
                </a:cubicBezTo>
                <a:cubicBezTo>
                  <a:pt x="261" y="112"/>
                  <a:pt x="259" y="112"/>
                  <a:pt x="257" y="112"/>
                </a:cubicBezTo>
                <a:cubicBezTo>
                  <a:pt x="256" y="113"/>
                  <a:pt x="255" y="113"/>
                  <a:pt x="253" y="114"/>
                </a:cubicBezTo>
                <a:cubicBezTo>
                  <a:pt x="252" y="114"/>
                  <a:pt x="250" y="114"/>
                  <a:pt x="249" y="114"/>
                </a:cubicBezTo>
                <a:cubicBezTo>
                  <a:pt x="247" y="115"/>
                  <a:pt x="245" y="115"/>
                  <a:pt x="243" y="115"/>
                </a:cubicBezTo>
                <a:cubicBezTo>
                  <a:pt x="242" y="116"/>
                  <a:pt x="241" y="116"/>
                  <a:pt x="240" y="117"/>
                </a:cubicBezTo>
                <a:cubicBezTo>
                  <a:pt x="239" y="118"/>
                  <a:pt x="239" y="119"/>
                  <a:pt x="239" y="119"/>
                </a:cubicBezTo>
                <a:cubicBezTo>
                  <a:pt x="238" y="122"/>
                  <a:pt x="238" y="124"/>
                  <a:pt x="238" y="126"/>
                </a:cubicBezTo>
                <a:cubicBezTo>
                  <a:pt x="239" y="127"/>
                  <a:pt x="239" y="127"/>
                  <a:pt x="239" y="127"/>
                </a:cubicBezTo>
                <a:cubicBezTo>
                  <a:pt x="238" y="128"/>
                  <a:pt x="238" y="128"/>
                  <a:pt x="237" y="129"/>
                </a:cubicBezTo>
                <a:cubicBezTo>
                  <a:pt x="236" y="130"/>
                  <a:pt x="236" y="131"/>
                  <a:pt x="236" y="133"/>
                </a:cubicBezTo>
                <a:cubicBezTo>
                  <a:pt x="235" y="134"/>
                  <a:pt x="234" y="136"/>
                  <a:pt x="232" y="136"/>
                </a:cubicBezTo>
                <a:cubicBezTo>
                  <a:pt x="232" y="137"/>
                  <a:pt x="231" y="137"/>
                  <a:pt x="231" y="137"/>
                </a:cubicBezTo>
                <a:cubicBezTo>
                  <a:pt x="231" y="138"/>
                  <a:pt x="230" y="138"/>
                  <a:pt x="231" y="139"/>
                </a:cubicBezTo>
                <a:cubicBezTo>
                  <a:pt x="231" y="139"/>
                  <a:pt x="231" y="139"/>
                  <a:pt x="232" y="139"/>
                </a:cubicBezTo>
                <a:cubicBezTo>
                  <a:pt x="232" y="139"/>
                  <a:pt x="232" y="140"/>
                  <a:pt x="231" y="141"/>
                </a:cubicBezTo>
                <a:cubicBezTo>
                  <a:pt x="230" y="142"/>
                  <a:pt x="227" y="142"/>
                  <a:pt x="226" y="140"/>
                </a:cubicBezTo>
                <a:cubicBezTo>
                  <a:pt x="226" y="140"/>
                  <a:pt x="226" y="140"/>
                  <a:pt x="226" y="140"/>
                </a:cubicBezTo>
                <a:cubicBezTo>
                  <a:pt x="226" y="140"/>
                  <a:pt x="225" y="140"/>
                  <a:pt x="225" y="140"/>
                </a:cubicBezTo>
                <a:cubicBezTo>
                  <a:pt x="224" y="140"/>
                  <a:pt x="223" y="140"/>
                  <a:pt x="223" y="140"/>
                </a:cubicBezTo>
                <a:cubicBezTo>
                  <a:pt x="220" y="139"/>
                  <a:pt x="218" y="142"/>
                  <a:pt x="216" y="142"/>
                </a:cubicBezTo>
                <a:cubicBezTo>
                  <a:pt x="214" y="142"/>
                  <a:pt x="213" y="142"/>
                  <a:pt x="211" y="142"/>
                </a:cubicBezTo>
                <a:cubicBezTo>
                  <a:pt x="211" y="143"/>
                  <a:pt x="210" y="143"/>
                  <a:pt x="209" y="144"/>
                </a:cubicBezTo>
                <a:cubicBezTo>
                  <a:pt x="209" y="144"/>
                  <a:pt x="208" y="144"/>
                  <a:pt x="208" y="144"/>
                </a:cubicBezTo>
                <a:cubicBezTo>
                  <a:pt x="206" y="144"/>
                  <a:pt x="206" y="144"/>
                  <a:pt x="204" y="144"/>
                </a:cubicBezTo>
                <a:cubicBezTo>
                  <a:pt x="203" y="144"/>
                  <a:pt x="202" y="144"/>
                  <a:pt x="202" y="144"/>
                </a:cubicBezTo>
                <a:cubicBezTo>
                  <a:pt x="201" y="143"/>
                  <a:pt x="201" y="143"/>
                  <a:pt x="201" y="142"/>
                </a:cubicBezTo>
                <a:cubicBezTo>
                  <a:pt x="200" y="141"/>
                  <a:pt x="199" y="141"/>
                  <a:pt x="198" y="140"/>
                </a:cubicBezTo>
                <a:cubicBezTo>
                  <a:pt x="197" y="140"/>
                  <a:pt x="197" y="140"/>
                  <a:pt x="196" y="139"/>
                </a:cubicBezTo>
                <a:cubicBezTo>
                  <a:pt x="195" y="139"/>
                  <a:pt x="193" y="140"/>
                  <a:pt x="192" y="139"/>
                </a:cubicBezTo>
                <a:cubicBezTo>
                  <a:pt x="191" y="139"/>
                  <a:pt x="191" y="138"/>
                  <a:pt x="191" y="138"/>
                </a:cubicBezTo>
                <a:cubicBezTo>
                  <a:pt x="189" y="136"/>
                  <a:pt x="187" y="134"/>
                  <a:pt x="186" y="131"/>
                </a:cubicBezTo>
                <a:cubicBezTo>
                  <a:pt x="186" y="130"/>
                  <a:pt x="185" y="129"/>
                  <a:pt x="184" y="127"/>
                </a:cubicBezTo>
                <a:cubicBezTo>
                  <a:pt x="183" y="126"/>
                  <a:pt x="182" y="125"/>
                  <a:pt x="181" y="123"/>
                </a:cubicBezTo>
                <a:cubicBezTo>
                  <a:pt x="181" y="123"/>
                  <a:pt x="180" y="122"/>
                  <a:pt x="180" y="122"/>
                </a:cubicBezTo>
                <a:cubicBezTo>
                  <a:pt x="179" y="121"/>
                  <a:pt x="179" y="121"/>
                  <a:pt x="178" y="120"/>
                </a:cubicBezTo>
                <a:cubicBezTo>
                  <a:pt x="178" y="119"/>
                  <a:pt x="178" y="119"/>
                  <a:pt x="177" y="118"/>
                </a:cubicBezTo>
                <a:cubicBezTo>
                  <a:pt x="177" y="117"/>
                  <a:pt x="177" y="116"/>
                  <a:pt x="177" y="115"/>
                </a:cubicBezTo>
                <a:cubicBezTo>
                  <a:pt x="177" y="114"/>
                  <a:pt x="177" y="113"/>
                  <a:pt x="177" y="112"/>
                </a:cubicBezTo>
                <a:cubicBezTo>
                  <a:pt x="177" y="112"/>
                  <a:pt x="176" y="111"/>
                  <a:pt x="176" y="111"/>
                </a:cubicBezTo>
                <a:cubicBezTo>
                  <a:pt x="176" y="111"/>
                  <a:pt x="175" y="110"/>
                  <a:pt x="175" y="110"/>
                </a:cubicBezTo>
                <a:cubicBezTo>
                  <a:pt x="175" y="110"/>
                  <a:pt x="175" y="111"/>
                  <a:pt x="175" y="111"/>
                </a:cubicBezTo>
                <a:cubicBezTo>
                  <a:pt x="175" y="111"/>
                  <a:pt x="176" y="111"/>
                  <a:pt x="176" y="111"/>
                </a:cubicBezTo>
                <a:cubicBezTo>
                  <a:pt x="176" y="112"/>
                  <a:pt x="176" y="112"/>
                  <a:pt x="176" y="113"/>
                </a:cubicBezTo>
                <a:cubicBezTo>
                  <a:pt x="176" y="113"/>
                  <a:pt x="176" y="113"/>
                  <a:pt x="176" y="113"/>
                </a:cubicBezTo>
                <a:cubicBezTo>
                  <a:pt x="176" y="113"/>
                  <a:pt x="175" y="113"/>
                  <a:pt x="175" y="113"/>
                </a:cubicBezTo>
                <a:cubicBezTo>
                  <a:pt x="175" y="112"/>
                  <a:pt x="175" y="112"/>
                  <a:pt x="174" y="111"/>
                </a:cubicBezTo>
                <a:cubicBezTo>
                  <a:pt x="174" y="111"/>
                  <a:pt x="174" y="111"/>
                  <a:pt x="174" y="111"/>
                </a:cubicBezTo>
                <a:cubicBezTo>
                  <a:pt x="174" y="110"/>
                  <a:pt x="174" y="110"/>
                  <a:pt x="174" y="110"/>
                </a:cubicBezTo>
                <a:cubicBezTo>
                  <a:pt x="174" y="108"/>
                  <a:pt x="173" y="107"/>
                  <a:pt x="173" y="106"/>
                </a:cubicBezTo>
                <a:cubicBezTo>
                  <a:pt x="173" y="106"/>
                  <a:pt x="173" y="105"/>
                  <a:pt x="173" y="104"/>
                </a:cubicBezTo>
                <a:cubicBezTo>
                  <a:pt x="173" y="104"/>
                  <a:pt x="173" y="104"/>
                  <a:pt x="173" y="104"/>
                </a:cubicBezTo>
                <a:cubicBezTo>
                  <a:pt x="172" y="103"/>
                  <a:pt x="173" y="103"/>
                  <a:pt x="172" y="102"/>
                </a:cubicBezTo>
                <a:cubicBezTo>
                  <a:pt x="172" y="102"/>
                  <a:pt x="172" y="102"/>
                  <a:pt x="172" y="102"/>
                </a:cubicBezTo>
                <a:cubicBezTo>
                  <a:pt x="172" y="102"/>
                  <a:pt x="172" y="101"/>
                  <a:pt x="172" y="101"/>
                </a:cubicBezTo>
                <a:cubicBezTo>
                  <a:pt x="173" y="101"/>
                  <a:pt x="173" y="100"/>
                  <a:pt x="174" y="99"/>
                </a:cubicBezTo>
                <a:cubicBezTo>
                  <a:pt x="174" y="98"/>
                  <a:pt x="174" y="97"/>
                  <a:pt x="173" y="96"/>
                </a:cubicBezTo>
                <a:cubicBezTo>
                  <a:pt x="173" y="94"/>
                  <a:pt x="173" y="92"/>
                  <a:pt x="173" y="90"/>
                </a:cubicBezTo>
                <a:cubicBezTo>
                  <a:pt x="173" y="88"/>
                  <a:pt x="173" y="86"/>
                  <a:pt x="174" y="84"/>
                </a:cubicBezTo>
                <a:cubicBezTo>
                  <a:pt x="173" y="84"/>
                  <a:pt x="173" y="84"/>
                  <a:pt x="173" y="84"/>
                </a:cubicBezTo>
                <a:cubicBezTo>
                  <a:pt x="173" y="83"/>
                  <a:pt x="173" y="83"/>
                  <a:pt x="174" y="83"/>
                </a:cubicBezTo>
                <a:cubicBezTo>
                  <a:pt x="174" y="83"/>
                  <a:pt x="174" y="82"/>
                  <a:pt x="174" y="82"/>
                </a:cubicBezTo>
                <a:cubicBezTo>
                  <a:pt x="174" y="81"/>
                  <a:pt x="174" y="81"/>
                  <a:pt x="174" y="80"/>
                </a:cubicBezTo>
                <a:cubicBezTo>
                  <a:pt x="174" y="80"/>
                  <a:pt x="174" y="80"/>
                  <a:pt x="174" y="80"/>
                </a:cubicBezTo>
                <a:cubicBezTo>
                  <a:pt x="174" y="79"/>
                  <a:pt x="174" y="79"/>
                  <a:pt x="174" y="79"/>
                </a:cubicBezTo>
                <a:cubicBezTo>
                  <a:pt x="174" y="78"/>
                  <a:pt x="174" y="77"/>
                  <a:pt x="174" y="76"/>
                </a:cubicBezTo>
                <a:cubicBezTo>
                  <a:pt x="174" y="76"/>
                  <a:pt x="174" y="75"/>
                  <a:pt x="174" y="75"/>
                </a:cubicBezTo>
                <a:cubicBezTo>
                  <a:pt x="174" y="75"/>
                  <a:pt x="175" y="76"/>
                  <a:pt x="175" y="76"/>
                </a:cubicBezTo>
                <a:cubicBezTo>
                  <a:pt x="175" y="76"/>
                  <a:pt x="176" y="75"/>
                  <a:pt x="176" y="75"/>
                </a:cubicBezTo>
                <a:cubicBezTo>
                  <a:pt x="176" y="75"/>
                  <a:pt x="175" y="75"/>
                  <a:pt x="176" y="74"/>
                </a:cubicBezTo>
                <a:cubicBezTo>
                  <a:pt x="176" y="74"/>
                  <a:pt x="176" y="74"/>
                  <a:pt x="176" y="75"/>
                </a:cubicBezTo>
                <a:cubicBezTo>
                  <a:pt x="176" y="75"/>
                  <a:pt x="177" y="75"/>
                  <a:pt x="177" y="75"/>
                </a:cubicBezTo>
                <a:cubicBezTo>
                  <a:pt x="177" y="75"/>
                  <a:pt x="177" y="74"/>
                  <a:pt x="178" y="74"/>
                </a:cubicBezTo>
                <a:cubicBezTo>
                  <a:pt x="178" y="74"/>
                  <a:pt x="178" y="73"/>
                  <a:pt x="178" y="73"/>
                </a:cubicBezTo>
                <a:cubicBezTo>
                  <a:pt x="178" y="73"/>
                  <a:pt x="178" y="72"/>
                  <a:pt x="178" y="72"/>
                </a:cubicBezTo>
                <a:cubicBezTo>
                  <a:pt x="178" y="71"/>
                  <a:pt x="179" y="71"/>
                  <a:pt x="179" y="70"/>
                </a:cubicBezTo>
                <a:cubicBezTo>
                  <a:pt x="179" y="70"/>
                  <a:pt x="179" y="69"/>
                  <a:pt x="179" y="69"/>
                </a:cubicBezTo>
                <a:cubicBezTo>
                  <a:pt x="178" y="69"/>
                  <a:pt x="177" y="69"/>
                  <a:pt x="177" y="69"/>
                </a:cubicBezTo>
                <a:cubicBezTo>
                  <a:pt x="177" y="69"/>
                  <a:pt x="176" y="70"/>
                  <a:pt x="176" y="70"/>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76" name="Freeform 673"/>
          <p:cNvSpPr>
            <a:spLocks noEditPoints="1"/>
          </p:cNvSpPr>
          <p:nvPr/>
        </p:nvSpPr>
        <p:spPr bwMode="auto">
          <a:xfrm>
            <a:off x="7345363" y="1160463"/>
            <a:ext cx="3011488" cy="3913187"/>
          </a:xfrm>
          <a:custGeom>
            <a:avLst/>
            <a:gdLst>
              <a:gd name="T0" fmla="*/ 680 w 791"/>
              <a:gd name="T1" fmla="*/ 606 h 1027"/>
              <a:gd name="T2" fmla="*/ 626 w 791"/>
              <a:gd name="T3" fmla="*/ 540 h 1027"/>
              <a:gd name="T4" fmla="*/ 537 w 791"/>
              <a:gd name="T5" fmla="*/ 491 h 1027"/>
              <a:gd name="T6" fmla="*/ 494 w 791"/>
              <a:gd name="T7" fmla="*/ 546 h 1027"/>
              <a:gd name="T8" fmla="*/ 604 w 791"/>
              <a:gd name="T9" fmla="*/ 680 h 1027"/>
              <a:gd name="T10" fmla="*/ 662 w 791"/>
              <a:gd name="T11" fmla="*/ 634 h 1027"/>
              <a:gd name="T12" fmla="*/ 507 w 791"/>
              <a:gd name="T13" fmla="*/ 642 h 1027"/>
              <a:gd name="T14" fmla="*/ 659 w 791"/>
              <a:gd name="T15" fmla="*/ 559 h 1027"/>
              <a:gd name="T16" fmla="*/ 365 w 791"/>
              <a:gd name="T17" fmla="*/ 467 h 1027"/>
              <a:gd name="T18" fmla="*/ 329 w 791"/>
              <a:gd name="T19" fmla="*/ 506 h 1027"/>
              <a:gd name="T20" fmla="*/ 251 w 791"/>
              <a:gd name="T21" fmla="*/ 585 h 1027"/>
              <a:gd name="T22" fmla="*/ 337 w 791"/>
              <a:gd name="T23" fmla="*/ 531 h 1027"/>
              <a:gd name="T24" fmla="*/ 414 w 791"/>
              <a:gd name="T25" fmla="*/ 224 h 1027"/>
              <a:gd name="T26" fmla="*/ 482 w 791"/>
              <a:gd name="T27" fmla="*/ 190 h 1027"/>
              <a:gd name="T28" fmla="*/ 194 w 791"/>
              <a:gd name="T29" fmla="*/ 318 h 1027"/>
              <a:gd name="T30" fmla="*/ 653 w 791"/>
              <a:gd name="T31" fmla="*/ 30 h 1027"/>
              <a:gd name="T32" fmla="*/ 523 w 791"/>
              <a:gd name="T33" fmla="*/ 45 h 1027"/>
              <a:gd name="T34" fmla="*/ 457 w 791"/>
              <a:gd name="T35" fmla="*/ 121 h 1027"/>
              <a:gd name="T36" fmla="*/ 540 w 791"/>
              <a:gd name="T37" fmla="*/ 212 h 1027"/>
              <a:gd name="T38" fmla="*/ 505 w 791"/>
              <a:gd name="T39" fmla="*/ 312 h 1027"/>
              <a:gd name="T40" fmla="*/ 541 w 791"/>
              <a:gd name="T41" fmla="*/ 316 h 1027"/>
              <a:gd name="T42" fmla="*/ 607 w 791"/>
              <a:gd name="T43" fmla="*/ 213 h 1027"/>
              <a:gd name="T44" fmla="*/ 614 w 791"/>
              <a:gd name="T45" fmla="*/ 190 h 1027"/>
              <a:gd name="T46" fmla="*/ 413 w 791"/>
              <a:gd name="T47" fmla="*/ 306 h 1027"/>
              <a:gd name="T48" fmla="*/ 291 w 791"/>
              <a:gd name="T49" fmla="*/ 342 h 1027"/>
              <a:gd name="T50" fmla="*/ 280 w 791"/>
              <a:gd name="T51" fmla="*/ 403 h 1027"/>
              <a:gd name="T52" fmla="*/ 455 w 791"/>
              <a:gd name="T53" fmla="*/ 364 h 1027"/>
              <a:gd name="T54" fmla="*/ 502 w 791"/>
              <a:gd name="T55" fmla="*/ 415 h 1027"/>
              <a:gd name="T56" fmla="*/ 410 w 791"/>
              <a:gd name="T57" fmla="*/ 317 h 1027"/>
              <a:gd name="T58" fmla="*/ 393 w 791"/>
              <a:gd name="T59" fmla="*/ 331 h 1027"/>
              <a:gd name="T60" fmla="*/ 779 w 791"/>
              <a:gd name="T61" fmla="*/ 944 h 1027"/>
              <a:gd name="T62" fmla="*/ 752 w 791"/>
              <a:gd name="T63" fmla="*/ 906 h 1027"/>
              <a:gd name="T64" fmla="*/ 765 w 791"/>
              <a:gd name="T65" fmla="*/ 908 h 1027"/>
              <a:gd name="T66" fmla="*/ 549 w 791"/>
              <a:gd name="T67" fmla="*/ 891 h 1027"/>
              <a:gd name="T68" fmla="*/ 488 w 791"/>
              <a:gd name="T69" fmla="*/ 591 h 1027"/>
              <a:gd name="T70" fmla="*/ 548 w 791"/>
              <a:gd name="T71" fmla="*/ 832 h 1027"/>
              <a:gd name="T72" fmla="*/ 87 w 791"/>
              <a:gd name="T73" fmla="*/ 886 h 1027"/>
              <a:gd name="T74" fmla="*/ 85 w 791"/>
              <a:gd name="T75" fmla="*/ 881 h 1027"/>
              <a:gd name="T76" fmla="*/ 104 w 791"/>
              <a:gd name="T77" fmla="*/ 875 h 1027"/>
              <a:gd name="T78" fmla="*/ 148 w 791"/>
              <a:gd name="T79" fmla="*/ 923 h 1027"/>
              <a:gd name="T80" fmla="*/ 682 w 791"/>
              <a:gd name="T81" fmla="*/ 964 h 1027"/>
              <a:gd name="T82" fmla="*/ 674 w 791"/>
              <a:gd name="T83" fmla="*/ 1004 h 1027"/>
              <a:gd name="T84" fmla="*/ 443 w 791"/>
              <a:gd name="T85" fmla="*/ 945 h 1027"/>
              <a:gd name="T86" fmla="*/ 121 w 791"/>
              <a:gd name="T87" fmla="*/ 901 h 1027"/>
              <a:gd name="T88" fmla="*/ 105 w 791"/>
              <a:gd name="T89" fmla="*/ 871 h 1027"/>
              <a:gd name="T90" fmla="*/ 26 w 791"/>
              <a:gd name="T91" fmla="*/ 570 h 1027"/>
              <a:gd name="T92" fmla="*/ 90 w 791"/>
              <a:gd name="T93" fmla="*/ 562 h 1027"/>
              <a:gd name="T94" fmla="*/ 230 w 791"/>
              <a:gd name="T95" fmla="*/ 576 h 1027"/>
              <a:gd name="T96" fmla="*/ 301 w 791"/>
              <a:gd name="T97" fmla="*/ 596 h 1027"/>
              <a:gd name="T98" fmla="*/ 325 w 791"/>
              <a:gd name="T99" fmla="*/ 591 h 1027"/>
              <a:gd name="T100" fmla="*/ 394 w 791"/>
              <a:gd name="T101" fmla="*/ 588 h 1027"/>
              <a:gd name="T102" fmla="*/ 399 w 791"/>
              <a:gd name="T103" fmla="*/ 545 h 1027"/>
              <a:gd name="T104" fmla="*/ 425 w 791"/>
              <a:gd name="T105" fmla="*/ 482 h 1027"/>
              <a:gd name="T106" fmla="*/ 452 w 791"/>
              <a:gd name="T107" fmla="*/ 581 h 1027"/>
              <a:gd name="T108" fmla="*/ 513 w 791"/>
              <a:gd name="T109" fmla="*/ 556 h 1027"/>
              <a:gd name="T110" fmla="*/ 512 w 791"/>
              <a:gd name="T111" fmla="*/ 627 h 1027"/>
              <a:gd name="T112" fmla="*/ 481 w 791"/>
              <a:gd name="T113" fmla="*/ 670 h 1027"/>
              <a:gd name="T114" fmla="*/ 426 w 791"/>
              <a:gd name="T115" fmla="*/ 730 h 1027"/>
              <a:gd name="T116" fmla="*/ 555 w 791"/>
              <a:gd name="T117" fmla="*/ 868 h 1027"/>
              <a:gd name="T118" fmla="*/ 599 w 791"/>
              <a:gd name="T119" fmla="*/ 719 h 1027"/>
              <a:gd name="T120" fmla="*/ 649 w 791"/>
              <a:gd name="T121" fmla="*/ 783 h 1027"/>
              <a:gd name="T122" fmla="*/ 695 w 791"/>
              <a:gd name="T123" fmla="*/ 777 h 1027"/>
              <a:gd name="T124" fmla="*/ 713 w 791"/>
              <a:gd name="T125" fmla="*/ 829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1" h="1027">
                <a:moveTo>
                  <a:pt x="545" y="692"/>
                </a:moveTo>
                <a:cubicBezTo>
                  <a:pt x="545" y="691"/>
                  <a:pt x="545" y="691"/>
                  <a:pt x="544" y="691"/>
                </a:cubicBezTo>
                <a:cubicBezTo>
                  <a:pt x="543" y="690"/>
                  <a:pt x="542" y="690"/>
                  <a:pt x="541" y="689"/>
                </a:cubicBezTo>
                <a:cubicBezTo>
                  <a:pt x="542" y="688"/>
                  <a:pt x="542" y="688"/>
                  <a:pt x="541" y="687"/>
                </a:cubicBezTo>
                <a:cubicBezTo>
                  <a:pt x="540" y="687"/>
                  <a:pt x="540" y="687"/>
                  <a:pt x="540" y="686"/>
                </a:cubicBezTo>
                <a:cubicBezTo>
                  <a:pt x="540" y="685"/>
                  <a:pt x="539" y="684"/>
                  <a:pt x="538" y="685"/>
                </a:cubicBezTo>
                <a:cubicBezTo>
                  <a:pt x="537" y="685"/>
                  <a:pt x="538" y="686"/>
                  <a:pt x="538" y="687"/>
                </a:cubicBezTo>
                <a:cubicBezTo>
                  <a:pt x="538" y="687"/>
                  <a:pt x="538" y="687"/>
                  <a:pt x="538" y="687"/>
                </a:cubicBezTo>
                <a:cubicBezTo>
                  <a:pt x="535" y="685"/>
                  <a:pt x="534" y="685"/>
                  <a:pt x="531" y="687"/>
                </a:cubicBezTo>
                <a:cubicBezTo>
                  <a:pt x="530" y="687"/>
                  <a:pt x="529" y="688"/>
                  <a:pt x="529" y="687"/>
                </a:cubicBezTo>
                <a:cubicBezTo>
                  <a:pt x="529" y="686"/>
                  <a:pt x="530" y="685"/>
                  <a:pt x="531" y="685"/>
                </a:cubicBezTo>
                <a:cubicBezTo>
                  <a:pt x="531" y="685"/>
                  <a:pt x="532" y="685"/>
                  <a:pt x="532" y="684"/>
                </a:cubicBezTo>
                <a:cubicBezTo>
                  <a:pt x="532" y="684"/>
                  <a:pt x="532" y="684"/>
                  <a:pt x="532" y="684"/>
                </a:cubicBezTo>
                <a:cubicBezTo>
                  <a:pt x="532" y="684"/>
                  <a:pt x="532" y="684"/>
                  <a:pt x="532" y="684"/>
                </a:cubicBezTo>
                <a:cubicBezTo>
                  <a:pt x="532" y="682"/>
                  <a:pt x="531" y="681"/>
                  <a:pt x="531" y="679"/>
                </a:cubicBezTo>
                <a:cubicBezTo>
                  <a:pt x="532" y="675"/>
                  <a:pt x="529" y="674"/>
                  <a:pt x="526" y="672"/>
                </a:cubicBezTo>
                <a:cubicBezTo>
                  <a:pt x="526" y="671"/>
                  <a:pt x="526" y="671"/>
                  <a:pt x="525" y="671"/>
                </a:cubicBezTo>
                <a:cubicBezTo>
                  <a:pt x="523" y="672"/>
                  <a:pt x="522" y="671"/>
                  <a:pt x="522" y="670"/>
                </a:cubicBezTo>
                <a:cubicBezTo>
                  <a:pt x="521" y="669"/>
                  <a:pt x="520" y="668"/>
                  <a:pt x="520" y="668"/>
                </a:cubicBezTo>
                <a:cubicBezTo>
                  <a:pt x="518" y="667"/>
                  <a:pt x="517" y="666"/>
                  <a:pt x="517" y="664"/>
                </a:cubicBezTo>
                <a:cubicBezTo>
                  <a:pt x="516" y="663"/>
                  <a:pt x="515" y="662"/>
                  <a:pt x="514" y="663"/>
                </a:cubicBezTo>
                <a:cubicBezTo>
                  <a:pt x="513" y="663"/>
                  <a:pt x="512" y="662"/>
                  <a:pt x="511" y="662"/>
                </a:cubicBezTo>
                <a:cubicBezTo>
                  <a:pt x="509" y="661"/>
                  <a:pt x="509" y="660"/>
                  <a:pt x="509" y="659"/>
                </a:cubicBezTo>
                <a:cubicBezTo>
                  <a:pt x="509" y="659"/>
                  <a:pt x="509" y="658"/>
                  <a:pt x="508" y="658"/>
                </a:cubicBezTo>
                <a:cubicBezTo>
                  <a:pt x="508" y="658"/>
                  <a:pt x="507" y="658"/>
                  <a:pt x="507" y="657"/>
                </a:cubicBezTo>
                <a:cubicBezTo>
                  <a:pt x="506" y="655"/>
                  <a:pt x="506" y="656"/>
                  <a:pt x="505" y="658"/>
                </a:cubicBezTo>
                <a:cubicBezTo>
                  <a:pt x="504" y="658"/>
                  <a:pt x="504" y="659"/>
                  <a:pt x="504" y="660"/>
                </a:cubicBezTo>
                <a:cubicBezTo>
                  <a:pt x="504" y="661"/>
                  <a:pt x="504" y="661"/>
                  <a:pt x="503" y="661"/>
                </a:cubicBezTo>
                <a:cubicBezTo>
                  <a:pt x="502" y="661"/>
                  <a:pt x="502" y="661"/>
                  <a:pt x="502" y="660"/>
                </a:cubicBezTo>
                <a:cubicBezTo>
                  <a:pt x="502" y="659"/>
                  <a:pt x="502" y="657"/>
                  <a:pt x="501" y="656"/>
                </a:cubicBezTo>
                <a:cubicBezTo>
                  <a:pt x="500" y="655"/>
                  <a:pt x="499" y="654"/>
                  <a:pt x="501" y="654"/>
                </a:cubicBezTo>
                <a:cubicBezTo>
                  <a:pt x="501" y="653"/>
                  <a:pt x="501" y="653"/>
                  <a:pt x="501" y="652"/>
                </a:cubicBezTo>
                <a:cubicBezTo>
                  <a:pt x="501" y="651"/>
                  <a:pt x="500" y="651"/>
                  <a:pt x="500" y="650"/>
                </a:cubicBezTo>
                <a:cubicBezTo>
                  <a:pt x="500" y="649"/>
                  <a:pt x="500" y="648"/>
                  <a:pt x="498" y="648"/>
                </a:cubicBezTo>
                <a:cubicBezTo>
                  <a:pt x="497" y="649"/>
                  <a:pt x="497" y="648"/>
                  <a:pt x="497" y="647"/>
                </a:cubicBezTo>
                <a:cubicBezTo>
                  <a:pt x="497" y="647"/>
                  <a:pt x="497" y="646"/>
                  <a:pt x="496" y="647"/>
                </a:cubicBezTo>
                <a:cubicBezTo>
                  <a:pt x="495" y="648"/>
                  <a:pt x="493" y="649"/>
                  <a:pt x="493" y="652"/>
                </a:cubicBezTo>
                <a:cubicBezTo>
                  <a:pt x="491" y="656"/>
                  <a:pt x="492" y="661"/>
                  <a:pt x="491" y="666"/>
                </a:cubicBezTo>
                <a:cubicBezTo>
                  <a:pt x="491" y="666"/>
                  <a:pt x="491" y="666"/>
                  <a:pt x="491" y="666"/>
                </a:cubicBezTo>
                <a:cubicBezTo>
                  <a:pt x="492" y="669"/>
                  <a:pt x="491" y="670"/>
                  <a:pt x="490" y="672"/>
                </a:cubicBezTo>
                <a:cubicBezTo>
                  <a:pt x="489" y="676"/>
                  <a:pt x="489" y="679"/>
                  <a:pt x="491" y="683"/>
                </a:cubicBezTo>
                <a:cubicBezTo>
                  <a:pt x="491" y="684"/>
                  <a:pt x="491" y="685"/>
                  <a:pt x="490" y="686"/>
                </a:cubicBezTo>
                <a:cubicBezTo>
                  <a:pt x="487" y="687"/>
                  <a:pt x="484" y="689"/>
                  <a:pt x="482" y="692"/>
                </a:cubicBezTo>
                <a:cubicBezTo>
                  <a:pt x="482" y="693"/>
                  <a:pt x="481" y="695"/>
                  <a:pt x="483" y="696"/>
                </a:cubicBezTo>
                <a:cubicBezTo>
                  <a:pt x="484" y="697"/>
                  <a:pt x="485" y="696"/>
                  <a:pt x="486" y="695"/>
                </a:cubicBezTo>
                <a:cubicBezTo>
                  <a:pt x="487" y="694"/>
                  <a:pt x="487" y="693"/>
                  <a:pt x="488" y="694"/>
                </a:cubicBezTo>
                <a:cubicBezTo>
                  <a:pt x="490" y="694"/>
                  <a:pt x="491" y="694"/>
                  <a:pt x="493" y="693"/>
                </a:cubicBezTo>
                <a:cubicBezTo>
                  <a:pt x="494" y="693"/>
                  <a:pt x="495" y="692"/>
                  <a:pt x="496" y="690"/>
                </a:cubicBezTo>
                <a:cubicBezTo>
                  <a:pt x="496" y="692"/>
                  <a:pt x="495" y="692"/>
                  <a:pt x="496" y="693"/>
                </a:cubicBezTo>
                <a:cubicBezTo>
                  <a:pt x="496" y="694"/>
                  <a:pt x="496" y="695"/>
                  <a:pt x="496" y="696"/>
                </a:cubicBezTo>
                <a:cubicBezTo>
                  <a:pt x="496" y="696"/>
                  <a:pt x="496" y="696"/>
                  <a:pt x="496" y="696"/>
                </a:cubicBezTo>
                <a:cubicBezTo>
                  <a:pt x="496" y="696"/>
                  <a:pt x="496" y="696"/>
                  <a:pt x="496" y="696"/>
                </a:cubicBezTo>
                <a:cubicBezTo>
                  <a:pt x="496" y="698"/>
                  <a:pt x="495" y="700"/>
                  <a:pt x="496" y="703"/>
                </a:cubicBezTo>
                <a:cubicBezTo>
                  <a:pt x="497" y="705"/>
                  <a:pt x="498" y="705"/>
                  <a:pt x="499" y="705"/>
                </a:cubicBezTo>
                <a:cubicBezTo>
                  <a:pt x="503" y="703"/>
                  <a:pt x="506" y="702"/>
                  <a:pt x="507" y="697"/>
                </a:cubicBezTo>
                <a:cubicBezTo>
                  <a:pt x="507" y="696"/>
                  <a:pt x="507" y="694"/>
                  <a:pt x="510" y="695"/>
                </a:cubicBezTo>
                <a:cubicBezTo>
                  <a:pt x="510" y="695"/>
                  <a:pt x="510" y="695"/>
                  <a:pt x="510" y="694"/>
                </a:cubicBezTo>
                <a:cubicBezTo>
                  <a:pt x="511" y="694"/>
                  <a:pt x="512" y="693"/>
                  <a:pt x="512" y="692"/>
                </a:cubicBezTo>
                <a:cubicBezTo>
                  <a:pt x="515" y="692"/>
                  <a:pt x="514" y="690"/>
                  <a:pt x="514" y="688"/>
                </a:cubicBezTo>
                <a:cubicBezTo>
                  <a:pt x="514" y="686"/>
                  <a:pt x="515" y="684"/>
                  <a:pt x="517" y="684"/>
                </a:cubicBezTo>
                <a:cubicBezTo>
                  <a:pt x="518" y="684"/>
                  <a:pt x="518" y="684"/>
                  <a:pt x="519" y="684"/>
                </a:cubicBezTo>
                <a:cubicBezTo>
                  <a:pt x="519" y="683"/>
                  <a:pt x="519" y="683"/>
                  <a:pt x="520" y="684"/>
                </a:cubicBezTo>
                <a:cubicBezTo>
                  <a:pt x="520" y="684"/>
                  <a:pt x="520" y="684"/>
                  <a:pt x="520" y="685"/>
                </a:cubicBezTo>
                <a:cubicBezTo>
                  <a:pt x="520" y="685"/>
                  <a:pt x="519" y="686"/>
                  <a:pt x="519" y="687"/>
                </a:cubicBezTo>
                <a:cubicBezTo>
                  <a:pt x="518" y="687"/>
                  <a:pt x="518" y="687"/>
                  <a:pt x="519" y="688"/>
                </a:cubicBezTo>
                <a:cubicBezTo>
                  <a:pt x="519" y="688"/>
                  <a:pt x="519" y="688"/>
                  <a:pt x="520" y="688"/>
                </a:cubicBezTo>
                <a:cubicBezTo>
                  <a:pt x="521" y="687"/>
                  <a:pt x="522" y="688"/>
                  <a:pt x="523" y="688"/>
                </a:cubicBezTo>
                <a:cubicBezTo>
                  <a:pt x="525" y="688"/>
                  <a:pt x="525" y="690"/>
                  <a:pt x="524" y="691"/>
                </a:cubicBezTo>
                <a:cubicBezTo>
                  <a:pt x="524" y="692"/>
                  <a:pt x="524" y="693"/>
                  <a:pt x="524" y="693"/>
                </a:cubicBezTo>
                <a:cubicBezTo>
                  <a:pt x="525" y="694"/>
                  <a:pt x="525" y="694"/>
                  <a:pt x="526" y="694"/>
                </a:cubicBezTo>
                <a:cubicBezTo>
                  <a:pt x="527" y="693"/>
                  <a:pt x="528" y="694"/>
                  <a:pt x="529" y="694"/>
                </a:cubicBezTo>
                <a:cubicBezTo>
                  <a:pt x="531" y="695"/>
                  <a:pt x="533" y="696"/>
                  <a:pt x="536" y="698"/>
                </a:cubicBezTo>
                <a:cubicBezTo>
                  <a:pt x="536" y="698"/>
                  <a:pt x="537" y="698"/>
                  <a:pt x="538" y="698"/>
                </a:cubicBezTo>
                <a:cubicBezTo>
                  <a:pt x="539" y="696"/>
                  <a:pt x="541" y="695"/>
                  <a:pt x="542" y="694"/>
                </a:cubicBezTo>
                <a:cubicBezTo>
                  <a:pt x="542" y="693"/>
                  <a:pt x="543" y="692"/>
                  <a:pt x="544" y="692"/>
                </a:cubicBezTo>
                <a:cubicBezTo>
                  <a:pt x="544" y="692"/>
                  <a:pt x="545" y="692"/>
                  <a:pt x="545" y="692"/>
                </a:cubicBezTo>
                <a:close/>
                <a:moveTo>
                  <a:pt x="496" y="689"/>
                </a:moveTo>
                <a:cubicBezTo>
                  <a:pt x="496" y="689"/>
                  <a:pt x="496" y="689"/>
                  <a:pt x="496" y="689"/>
                </a:cubicBezTo>
                <a:cubicBezTo>
                  <a:pt x="496" y="689"/>
                  <a:pt x="496" y="689"/>
                  <a:pt x="496" y="689"/>
                </a:cubicBezTo>
                <a:cubicBezTo>
                  <a:pt x="496" y="689"/>
                  <a:pt x="496" y="689"/>
                  <a:pt x="496" y="689"/>
                </a:cubicBezTo>
                <a:close/>
                <a:moveTo>
                  <a:pt x="496" y="689"/>
                </a:moveTo>
                <a:cubicBezTo>
                  <a:pt x="496" y="689"/>
                  <a:pt x="496" y="689"/>
                  <a:pt x="496" y="689"/>
                </a:cubicBezTo>
                <a:cubicBezTo>
                  <a:pt x="496" y="689"/>
                  <a:pt x="496" y="689"/>
                  <a:pt x="496" y="689"/>
                </a:cubicBezTo>
                <a:cubicBezTo>
                  <a:pt x="496" y="689"/>
                  <a:pt x="496" y="689"/>
                  <a:pt x="496" y="689"/>
                </a:cubicBezTo>
                <a:close/>
                <a:moveTo>
                  <a:pt x="529" y="710"/>
                </a:moveTo>
                <a:cubicBezTo>
                  <a:pt x="529" y="713"/>
                  <a:pt x="528" y="714"/>
                  <a:pt x="526" y="715"/>
                </a:cubicBezTo>
                <a:cubicBezTo>
                  <a:pt x="524" y="717"/>
                  <a:pt x="523" y="719"/>
                  <a:pt x="522" y="720"/>
                </a:cubicBezTo>
                <a:cubicBezTo>
                  <a:pt x="521" y="722"/>
                  <a:pt x="520" y="722"/>
                  <a:pt x="519" y="723"/>
                </a:cubicBezTo>
                <a:cubicBezTo>
                  <a:pt x="518" y="723"/>
                  <a:pt x="518" y="723"/>
                  <a:pt x="518" y="723"/>
                </a:cubicBezTo>
                <a:cubicBezTo>
                  <a:pt x="517" y="721"/>
                  <a:pt x="515" y="722"/>
                  <a:pt x="514" y="723"/>
                </a:cubicBezTo>
                <a:cubicBezTo>
                  <a:pt x="513" y="724"/>
                  <a:pt x="513" y="723"/>
                  <a:pt x="513" y="723"/>
                </a:cubicBezTo>
                <a:cubicBezTo>
                  <a:pt x="513" y="722"/>
                  <a:pt x="513" y="721"/>
                  <a:pt x="512" y="720"/>
                </a:cubicBezTo>
                <a:cubicBezTo>
                  <a:pt x="511" y="719"/>
                  <a:pt x="511" y="717"/>
                  <a:pt x="512" y="716"/>
                </a:cubicBezTo>
                <a:cubicBezTo>
                  <a:pt x="513" y="715"/>
                  <a:pt x="514" y="713"/>
                  <a:pt x="514" y="712"/>
                </a:cubicBezTo>
                <a:cubicBezTo>
                  <a:pt x="514" y="710"/>
                  <a:pt x="515" y="709"/>
                  <a:pt x="516" y="709"/>
                </a:cubicBezTo>
                <a:cubicBezTo>
                  <a:pt x="517" y="708"/>
                  <a:pt x="518" y="709"/>
                  <a:pt x="518" y="710"/>
                </a:cubicBezTo>
                <a:cubicBezTo>
                  <a:pt x="519" y="710"/>
                  <a:pt x="520" y="710"/>
                  <a:pt x="520" y="709"/>
                </a:cubicBezTo>
                <a:cubicBezTo>
                  <a:pt x="521" y="709"/>
                  <a:pt x="522" y="708"/>
                  <a:pt x="524" y="708"/>
                </a:cubicBezTo>
                <a:cubicBezTo>
                  <a:pt x="524" y="708"/>
                  <a:pt x="525" y="708"/>
                  <a:pt x="525" y="708"/>
                </a:cubicBezTo>
                <a:cubicBezTo>
                  <a:pt x="526" y="706"/>
                  <a:pt x="528" y="708"/>
                  <a:pt x="529" y="708"/>
                </a:cubicBezTo>
                <a:cubicBezTo>
                  <a:pt x="530" y="709"/>
                  <a:pt x="529" y="710"/>
                  <a:pt x="529" y="710"/>
                </a:cubicBezTo>
                <a:close/>
                <a:moveTo>
                  <a:pt x="586" y="591"/>
                </a:moveTo>
                <a:cubicBezTo>
                  <a:pt x="587" y="591"/>
                  <a:pt x="588" y="592"/>
                  <a:pt x="589" y="592"/>
                </a:cubicBezTo>
                <a:cubicBezTo>
                  <a:pt x="591" y="592"/>
                  <a:pt x="592" y="594"/>
                  <a:pt x="591" y="596"/>
                </a:cubicBezTo>
                <a:cubicBezTo>
                  <a:pt x="591" y="598"/>
                  <a:pt x="590" y="599"/>
                  <a:pt x="591" y="601"/>
                </a:cubicBezTo>
                <a:cubicBezTo>
                  <a:pt x="592" y="603"/>
                  <a:pt x="592" y="606"/>
                  <a:pt x="591" y="608"/>
                </a:cubicBezTo>
                <a:cubicBezTo>
                  <a:pt x="591" y="608"/>
                  <a:pt x="591" y="608"/>
                  <a:pt x="591" y="608"/>
                </a:cubicBezTo>
                <a:cubicBezTo>
                  <a:pt x="591" y="610"/>
                  <a:pt x="590" y="612"/>
                  <a:pt x="589" y="613"/>
                </a:cubicBezTo>
                <a:cubicBezTo>
                  <a:pt x="587" y="614"/>
                  <a:pt x="584" y="616"/>
                  <a:pt x="581" y="616"/>
                </a:cubicBezTo>
                <a:cubicBezTo>
                  <a:pt x="581" y="616"/>
                  <a:pt x="580" y="616"/>
                  <a:pt x="579" y="616"/>
                </a:cubicBezTo>
                <a:cubicBezTo>
                  <a:pt x="574" y="618"/>
                  <a:pt x="573" y="616"/>
                  <a:pt x="572" y="611"/>
                </a:cubicBezTo>
                <a:cubicBezTo>
                  <a:pt x="572" y="610"/>
                  <a:pt x="572" y="610"/>
                  <a:pt x="572" y="609"/>
                </a:cubicBezTo>
                <a:cubicBezTo>
                  <a:pt x="572" y="609"/>
                  <a:pt x="572" y="609"/>
                  <a:pt x="572" y="609"/>
                </a:cubicBezTo>
                <a:cubicBezTo>
                  <a:pt x="570" y="606"/>
                  <a:pt x="571" y="602"/>
                  <a:pt x="573" y="599"/>
                </a:cubicBezTo>
                <a:cubicBezTo>
                  <a:pt x="573" y="599"/>
                  <a:pt x="573" y="599"/>
                  <a:pt x="573" y="599"/>
                </a:cubicBezTo>
                <a:cubicBezTo>
                  <a:pt x="573" y="599"/>
                  <a:pt x="573" y="599"/>
                  <a:pt x="573" y="599"/>
                </a:cubicBezTo>
                <a:cubicBezTo>
                  <a:pt x="574" y="597"/>
                  <a:pt x="575" y="595"/>
                  <a:pt x="576" y="593"/>
                </a:cubicBezTo>
                <a:cubicBezTo>
                  <a:pt x="577" y="591"/>
                  <a:pt x="579" y="590"/>
                  <a:pt x="581" y="591"/>
                </a:cubicBezTo>
                <a:cubicBezTo>
                  <a:pt x="582" y="591"/>
                  <a:pt x="582" y="591"/>
                  <a:pt x="582" y="591"/>
                </a:cubicBezTo>
                <a:cubicBezTo>
                  <a:pt x="583" y="589"/>
                  <a:pt x="585" y="590"/>
                  <a:pt x="586" y="591"/>
                </a:cubicBezTo>
                <a:close/>
                <a:moveTo>
                  <a:pt x="551" y="720"/>
                </a:moveTo>
                <a:cubicBezTo>
                  <a:pt x="553" y="722"/>
                  <a:pt x="553" y="724"/>
                  <a:pt x="552" y="726"/>
                </a:cubicBezTo>
                <a:cubicBezTo>
                  <a:pt x="551" y="728"/>
                  <a:pt x="551" y="731"/>
                  <a:pt x="550" y="733"/>
                </a:cubicBezTo>
                <a:cubicBezTo>
                  <a:pt x="549" y="734"/>
                  <a:pt x="549" y="734"/>
                  <a:pt x="548" y="734"/>
                </a:cubicBezTo>
                <a:cubicBezTo>
                  <a:pt x="548" y="734"/>
                  <a:pt x="548" y="734"/>
                  <a:pt x="547" y="733"/>
                </a:cubicBezTo>
                <a:cubicBezTo>
                  <a:pt x="547" y="732"/>
                  <a:pt x="546" y="731"/>
                  <a:pt x="545" y="730"/>
                </a:cubicBezTo>
                <a:cubicBezTo>
                  <a:pt x="544" y="730"/>
                  <a:pt x="545" y="728"/>
                  <a:pt x="544" y="728"/>
                </a:cubicBezTo>
                <a:cubicBezTo>
                  <a:pt x="544" y="724"/>
                  <a:pt x="546" y="722"/>
                  <a:pt x="547" y="720"/>
                </a:cubicBezTo>
                <a:cubicBezTo>
                  <a:pt x="548" y="718"/>
                  <a:pt x="551" y="719"/>
                  <a:pt x="551" y="720"/>
                </a:cubicBezTo>
                <a:close/>
                <a:moveTo>
                  <a:pt x="597" y="594"/>
                </a:moveTo>
                <a:cubicBezTo>
                  <a:pt x="598" y="595"/>
                  <a:pt x="598" y="595"/>
                  <a:pt x="598" y="595"/>
                </a:cubicBezTo>
                <a:cubicBezTo>
                  <a:pt x="598" y="598"/>
                  <a:pt x="600" y="597"/>
                  <a:pt x="602" y="598"/>
                </a:cubicBezTo>
                <a:cubicBezTo>
                  <a:pt x="602" y="598"/>
                  <a:pt x="603" y="598"/>
                  <a:pt x="603" y="598"/>
                </a:cubicBezTo>
                <a:cubicBezTo>
                  <a:pt x="605" y="598"/>
                  <a:pt x="606" y="599"/>
                  <a:pt x="606" y="600"/>
                </a:cubicBezTo>
                <a:cubicBezTo>
                  <a:pt x="606" y="601"/>
                  <a:pt x="606" y="601"/>
                  <a:pt x="606" y="602"/>
                </a:cubicBezTo>
                <a:cubicBezTo>
                  <a:pt x="607" y="603"/>
                  <a:pt x="606" y="604"/>
                  <a:pt x="604" y="604"/>
                </a:cubicBezTo>
                <a:cubicBezTo>
                  <a:pt x="602" y="604"/>
                  <a:pt x="601" y="603"/>
                  <a:pt x="599" y="604"/>
                </a:cubicBezTo>
                <a:cubicBezTo>
                  <a:pt x="596" y="604"/>
                  <a:pt x="593" y="601"/>
                  <a:pt x="594" y="597"/>
                </a:cubicBezTo>
                <a:cubicBezTo>
                  <a:pt x="594" y="597"/>
                  <a:pt x="594" y="596"/>
                  <a:pt x="595" y="597"/>
                </a:cubicBezTo>
                <a:cubicBezTo>
                  <a:pt x="596" y="597"/>
                  <a:pt x="597" y="596"/>
                  <a:pt x="597" y="594"/>
                </a:cubicBezTo>
                <a:close/>
                <a:moveTo>
                  <a:pt x="715" y="629"/>
                </a:moveTo>
                <a:cubicBezTo>
                  <a:pt x="714" y="628"/>
                  <a:pt x="713" y="628"/>
                  <a:pt x="713" y="627"/>
                </a:cubicBezTo>
                <a:cubicBezTo>
                  <a:pt x="713" y="626"/>
                  <a:pt x="712" y="626"/>
                  <a:pt x="712" y="626"/>
                </a:cubicBezTo>
                <a:cubicBezTo>
                  <a:pt x="712" y="626"/>
                  <a:pt x="711" y="626"/>
                  <a:pt x="711" y="626"/>
                </a:cubicBezTo>
                <a:cubicBezTo>
                  <a:pt x="711" y="626"/>
                  <a:pt x="711" y="626"/>
                  <a:pt x="711" y="626"/>
                </a:cubicBezTo>
                <a:cubicBezTo>
                  <a:pt x="711" y="626"/>
                  <a:pt x="711" y="626"/>
                  <a:pt x="711" y="626"/>
                </a:cubicBezTo>
                <a:cubicBezTo>
                  <a:pt x="711" y="625"/>
                  <a:pt x="711" y="625"/>
                  <a:pt x="711" y="625"/>
                </a:cubicBezTo>
                <a:cubicBezTo>
                  <a:pt x="711" y="625"/>
                  <a:pt x="711" y="624"/>
                  <a:pt x="710" y="624"/>
                </a:cubicBezTo>
                <a:cubicBezTo>
                  <a:pt x="710" y="623"/>
                  <a:pt x="710" y="622"/>
                  <a:pt x="708" y="622"/>
                </a:cubicBezTo>
                <a:cubicBezTo>
                  <a:pt x="708" y="622"/>
                  <a:pt x="708" y="622"/>
                  <a:pt x="708" y="622"/>
                </a:cubicBezTo>
                <a:cubicBezTo>
                  <a:pt x="708" y="622"/>
                  <a:pt x="709" y="621"/>
                  <a:pt x="707" y="621"/>
                </a:cubicBezTo>
                <a:cubicBezTo>
                  <a:pt x="706" y="621"/>
                  <a:pt x="706" y="621"/>
                  <a:pt x="706" y="622"/>
                </a:cubicBezTo>
                <a:cubicBezTo>
                  <a:pt x="706" y="622"/>
                  <a:pt x="706" y="623"/>
                  <a:pt x="706" y="623"/>
                </a:cubicBezTo>
                <a:cubicBezTo>
                  <a:pt x="704" y="622"/>
                  <a:pt x="705" y="623"/>
                  <a:pt x="705" y="624"/>
                </a:cubicBezTo>
                <a:cubicBezTo>
                  <a:pt x="705" y="625"/>
                  <a:pt x="705" y="625"/>
                  <a:pt x="704" y="625"/>
                </a:cubicBezTo>
                <a:cubicBezTo>
                  <a:pt x="704" y="625"/>
                  <a:pt x="704" y="625"/>
                  <a:pt x="704" y="625"/>
                </a:cubicBezTo>
                <a:cubicBezTo>
                  <a:pt x="703" y="625"/>
                  <a:pt x="704" y="623"/>
                  <a:pt x="702" y="623"/>
                </a:cubicBezTo>
                <a:cubicBezTo>
                  <a:pt x="702" y="623"/>
                  <a:pt x="702" y="623"/>
                  <a:pt x="702" y="623"/>
                </a:cubicBezTo>
                <a:cubicBezTo>
                  <a:pt x="702" y="623"/>
                  <a:pt x="702" y="624"/>
                  <a:pt x="702" y="624"/>
                </a:cubicBezTo>
                <a:cubicBezTo>
                  <a:pt x="702" y="626"/>
                  <a:pt x="701" y="628"/>
                  <a:pt x="701" y="629"/>
                </a:cubicBezTo>
                <a:cubicBezTo>
                  <a:pt x="701" y="629"/>
                  <a:pt x="701" y="629"/>
                  <a:pt x="701" y="629"/>
                </a:cubicBezTo>
                <a:cubicBezTo>
                  <a:pt x="701" y="628"/>
                  <a:pt x="701" y="627"/>
                  <a:pt x="701" y="626"/>
                </a:cubicBezTo>
                <a:cubicBezTo>
                  <a:pt x="701" y="625"/>
                  <a:pt x="702" y="623"/>
                  <a:pt x="700" y="622"/>
                </a:cubicBezTo>
                <a:cubicBezTo>
                  <a:pt x="700" y="623"/>
                  <a:pt x="700" y="623"/>
                  <a:pt x="699" y="623"/>
                </a:cubicBezTo>
                <a:cubicBezTo>
                  <a:pt x="699" y="623"/>
                  <a:pt x="699" y="623"/>
                  <a:pt x="699" y="623"/>
                </a:cubicBezTo>
                <a:cubicBezTo>
                  <a:pt x="698" y="623"/>
                  <a:pt x="696" y="623"/>
                  <a:pt x="696" y="625"/>
                </a:cubicBezTo>
                <a:cubicBezTo>
                  <a:pt x="697" y="626"/>
                  <a:pt x="696" y="627"/>
                  <a:pt x="696" y="629"/>
                </a:cubicBezTo>
                <a:cubicBezTo>
                  <a:pt x="695" y="627"/>
                  <a:pt x="697" y="626"/>
                  <a:pt x="696" y="624"/>
                </a:cubicBezTo>
                <a:cubicBezTo>
                  <a:pt x="695" y="625"/>
                  <a:pt x="695" y="626"/>
                  <a:pt x="694" y="626"/>
                </a:cubicBezTo>
                <a:cubicBezTo>
                  <a:pt x="694" y="624"/>
                  <a:pt x="695" y="623"/>
                  <a:pt x="696" y="623"/>
                </a:cubicBezTo>
                <a:cubicBezTo>
                  <a:pt x="697" y="623"/>
                  <a:pt x="698" y="622"/>
                  <a:pt x="697" y="621"/>
                </a:cubicBezTo>
                <a:cubicBezTo>
                  <a:pt x="697" y="620"/>
                  <a:pt x="697" y="619"/>
                  <a:pt x="699" y="618"/>
                </a:cubicBezTo>
                <a:cubicBezTo>
                  <a:pt x="700" y="618"/>
                  <a:pt x="699" y="617"/>
                  <a:pt x="700" y="616"/>
                </a:cubicBezTo>
                <a:cubicBezTo>
                  <a:pt x="700" y="615"/>
                  <a:pt x="699" y="614"/>
                  <a:pt x="699" y="614"/>
                </a:cubicBezTo>
                <a:cubicBezTo>
                  <a:pt x="698" y="614"/>
                  <a:pt x="697" y="615"/>
                  <a:pt x="697" y="615"/>
                </a:cubicBezTo>
                <a:cubicBezTo>
                  <a:pt x="696" y="616"/>
                  <a:pt x="696" y="616"/>
                  <a:pt x="696" y="617"/>
                </a:cubicBezTo>
                <a:cubicBezTo>
                  <a:pt x="696" y="618"/>
                  <a:pt x="696" y="619"/>
                  <a:pt x="695" y="620"/>
                </a:cubicBezTo>
                <a:cubicBezTo>
                  <a:pt x="695" y="616"/>
                  <a:pt x="695" y="616"/>
                  <a:pt x="692" y="617"/>
                </a:cubicBezTo>
                <a:cubicBezTo>
                  <a:pt x="692" y="617"/>
                  <a:pt x="691" y="617"/>
                  <a:pt x="691" y="617"/>
                </a:cubicBezTo>
                <a:cubicBezTo>
                  <a:pt x="691" y="617"/>
                  <a:pt x="691" y="617"/>
                  <a:pt x="691" y="617"/>
                </a:cubicBezTo>
                <a:cubicBezTo>
                  <a:pt x="691" y="616"/>
                  <a:pt x="691" y="614"/>
                  <a:pt x="689" y="615"/>
                </a:cubicBezTo>
                <a:cubicBezTo>
                  <a:pt x="689" y="615"/>
                  <a:pt x="689" y="615"/>
                  <a:pt x="689" y="615"/>
                </a:cubicBezTo>
                <a:cubicBezTo>
                  <a:pt x="689" y="615"/>
                  <a:pt x="688" y="616"/>
                  <a:pt x="688" y="615"/>
                </a:cubicBezTo>
                <a:cubicBezTo>
                  <a:pt x="688" y="615"/>
                  <a:pt x="689" y="615"/>
                  <a:pt x="689" y="615"/>
                </a:cubicBezTo>
                <a:cubicBezTo>
                  <a:pt x="689" y="615"/>
                  <a:pt x="690" y="615"/>
                  <a:pt x="690" y="614"/>
                </a:cubicBezTo>
                <a:cubicBezTo>
                  <a:pt x="690" y="614"/>
                  <a:pt x="690" y="614"/>
                  <a:pt x="690" y="614"/>
                </a:cubicBezTo>
                <a:cubicBezTo>
                  <a:pt x="690" y="614"/>
                  <a:pt x="690" y="614"/>
                  <a:pt x="690" y="614"/>
                </a:cubicBezTo>
                <a:cubicBezTo>
                  <a:pt x="691" y="613"/>
                  <a:pt x="691" y="612"/>
                  <a:pt x="690" y="611"/>
                </a:cubicBezTo>
                <a:cubicBezTo>
                  <a:pt x="689" y="610"/>
                  <a:pt x="689" y="610"/>
                  <a:pt x="690" y="609"/>
                </a:cubicBezTo>
                <a:cubicBezTo>
                  <a:pt x="690" y="608"/>
                  <a:pt x="690" y="607"/>
                  <a:pt x="688" y="608"/>
                </a:cubicBezTo>
                <a:cubicBezTo>
                  <a:pt x="689" y="606"/>
                  <a:pt x="688" y="605"/>
                  <a:pt x="687" y="604"/>
                </a:cubicBezTo>
                <a:cubicBezTo>
                  <a:pt x="687" y="604"/>
                  <a:pt x="686" y="604"/>
                  <a:pt x="686" y="604"/>
                </a:cubicBezTo>
                <a:cubicBezTo>
                  <a:pt x="684" y="602"/>
                  <a:pt x="684" y="602"/>
                  <a:pt x="683" y="604"/>
                </a:cubicBezTo>
                <a:cubicBezTo>
                  <a:pt x="683" y="604"/>
                  <a:pt x="683" y="604"/>
                  <a:pt x="683" y="604"/>
                </a:cubicBezTo>
                <a:cubicBezTo>
                  <a:pt x="682" y="603"/>
                  <a:pt x="682" y="604"/>
                  <a:pt x="681" y="604"/>
                </a:cubicBezTo>
                <a:cubicBezTo>
                  <a:pt x="681" y="604"/>
                  <a:pt x="681" y="604"/>
                  <a:pt x="681" y="604"/>
                </a:cubicBezTo>
                <a:cubicBezTo>
                  <a:pt x="681" y="605"/>
                  <a:pt x="681" y="605"/>
                  <a:pt x="681" y="605"/>
                </a:cubicBezTo>
                <a:cubicBezTo>
                  <a:pt x="681" y="605"/>
                  <a:pt x="681" y="605"/>
                  <a:pt x="681" y="605"/>
                </a:cubicBezTo>
                <a:cubicBezTo>
                  <a:pt x="681" y="605"/>
                  <a:pt x="681" y="605"/>
                  <a:pt x="681" y="605"/>
                </a:cubicBezTo>
                <a:cubicBezTo>
                  <a:pt x="680" y="605"/>
                  <a:pt x="680" y="605"/>
                  <a:pt x="680" y="606"/>
                </a:cubicBezTo>
                <a:cubicBezTo>
                  <a:pt x="679" y="605"/>
                  <a:pt x="680" y="605"/>
                  <a:pt x="681" y="604"/>
                </a:cubicBezTo>
                <a:cubicBezTo>
                  <a:pt x="681" y="604"/>
                  <a:pt x="682" y="603"/>
                  <a:pt x="681" y="602"/>
                </a:cubicBezTo>
                <a:cubicBezTo>
                  <a:pt x="681" y="602"/>
                  <a:pt x="681" y="600"/>
                  <a:pt x="682" y="600"/>
                </a:cubicBezTo>
                <a:cubicBezTo>
                  <a:pt x="684" y="599"/>
                  <a:pt x="684" y="599"/>
                  <a:pt x="683" y="598"/>
                </a:cubicBezTo>
                <a:cubicBezTo>
                  <a:pt x="681" y="597"/>
                  <a:pt x="681" y="597"/>
                  <a:pt x="680" y="598"/>
                </a:cubicBezTo>
                <a:cubicBezTo>
                  <a:pt x="680" y="599"/>
                  <a:pt x="680" y="599"/>
                  <a:pt x="679" y="600"/>
                </a:cubicBezTo>
                <a:cubicBezTo>
                  <a:pt x="679" y="600"/>
                  <a:pt x="679" y="600"/>
                  <a:pt x="679" y="600"/>
                </a:cubicBezTo>
                <a:cubicBezTo>
                  <a:pt x="679" y="600"/>
                  <a:pt x="679" y="600"/>
                  <a:pt x="679" y="600"/>
                </a:cubicBezTo>
                <a:cubicBezTo>
                  <a:pt x="678" y="600"/>
                  <a:pt x="678" y="600"/>
                  <a:pt x="677" y="601"/>
                </a:cubicBezTo>
                <a:cubicBezTo>
                  <a:pt x="677" y="601"/>
                  <a:pt x="677" y="600"/>
                  <a:pt x="677" y="600"/>
                </a:cubicBezTo>
                <a:cubicBezTo>
                  <a:pt x="677" y="600"/>
                  <a:pt x="677" y="600"/>
                  <a:pt x="677" y="600"/>
                </a:cubicBezTo>
                <a:cubicBezTo>
                  <a:pt x="677" y="599"/>
                  <a:pt x="678" y="598"/>
                  <a:pt x="676" y="598"/>
                </a:cubicBezTo>
                <a:cubicBezTo>
                  <a:pt x="675" y="598"/>
                  <a:pt x="675" y="599"/>
                  <a:pt x="675" y="600"/>
                </a:cubicBezTo>
                <a:cubicBezTo>
                  <a:pt x="675" y="600"/>
                  <a:pt x="675" y="601"/>
                  <a:pt x="675" y="601"/>
                </a:cubicBezTo>
                <a:cubicBezTo>
                  <a:pt x="675" y="601"/>
                  <a:pt x="675" y="601"/>
                  <a:pt x="675" y="601"/>
                </a:cubicBezTo>
                <a:cubicBezTo>
                  <a:pt x="674" y="602"/>
                  <a:pt x="673" y="602"/>
                  <a:pt x="673" y="603"/>
                </a:cubicBezTo>
                <a:cubicBezTo>
                  <a:pt x="673" y="603"/>
                  <a:pt x="673" y="603"/>
                  <a:pt x="672" y="603"/>
                </a:cubicBezTo>
                <a:cubicBezTo>
                  <a:pt x="672" y="603"/>
                  <a:pt x="672" y="603"/>
                  <a:pt x="672" y="603"/>
                </a:cubicBezTo>
                <a:cubicBezTo>
                  <a:pt x="673" y="602"/>
                  <a:pt x="673" y="600"/>
                  <a:pt x="672" y="598"/>
                </a:cubicBezTo>
                <a:cubicBezTo>
                  <a:pt x="671" y="599"/>
                  <a:pt x="670" y="599"/>
                  <a:pt x="670" y="600"/>
                </a:cubicBezTo>
                <a:cubicBezTo>
                  <a:pt x="669" y="600"/>
                  <a:pt x="669" y="600"/>
                  <a:pt x="669" y="600"/>
                </a:cubicBezTo>
                <a:cubicBezTo>
                  <a:pt x="669" y="600"/>
                  <a:pt x="669" y="600"/>
                  <a:pt x="669" y="600"/>
                </a:cubicBezTo>
                <a:cubicBezTo>
                  <a:pt x="669" y="600"/>
                  <a:pt x="669" y="600"/>
                  <a:pt x="669" y="600"/>
                </a:cubicBezTo>
                <a:cubicBezTo>
                  <a:pt x="669" y="599"/>
                  <a:pt x="671" y="598"/>
                  <a:pt x="670" y="597"/>
                </a:cubicBezTo>
                <a:cubicBezTo>
                  <a:pt x="670" y="596"/>
                  <a:pt x="669" y="595"/>
                  <a:pt x="668" y="595"/>
                </a:cubicBezTo>
                <a:cubicBezTo>
                  <a:pt x="667" y="594"/>
                  <a:pt x="667" y="595"/>
                  <a:pt x="666" y="595"/>
                </a:cubicBezTo>
                <a:cubicBezTo>
                  <a:pt x="666" y="595"/>
                  <a:pt x="666" y="595"/>
                  <a:pt x="666" y="595"/>
                </a:cubicBezTo>
                <a:cubicBezTo>
                  <a:pt x="666" y="596"/>
                  <a:pt x="665" y="596"/>
                  <a:pt x="665" y="596"/>
                </a:cubicBezTo>
                <a:cubicBezTo>
                  <a:pt x="665" y="596"/>
                  <a:pt x="665" y="596"/>
                  <a:pt x="665" y="596"/>
                </a:cubicBezTo>
                <a:cubicBezTo>
                  <a:pt x="665" y="596"/>
                  <a:pt x="665" y="596"/>
                  <a:pt x="665" y="596"/>
                </a:cubicBezTo>
                <a:cubicBezTo>
                  <a:pt x="665" y="595"/>
                  <a:pt x="665" y="595"/>
                  <a:pt x="664" y="594"/>
                </a:cubicBezTo>
                <a:cubicBezTo>
                  <a:pt x="665" y="594"/>
                  <a:pt x="665" y="593"/>
                  <a:pt x="665" y="592"/>
                </a:cubicBezTo>
                <a:cubicBezTo>
                  <a:pt x="663" y="591"/>
                  <a:pt x="662" y="591"/>
                  <a:pt x="661" y="593"/>
                </a:cubicBezTo>
                <a:cubicBezTo>
                  <a:pt x="661" y="593"/>
                  <a:pt x="661" y="593"/>
                  <a:pt x="661" y="593"/>
                </a:cubicBezTo>
                <a:cubicBezTo>
                  <a:pt x="660" y="593"/>
                  <a:pt x="660" y="593"/>
                  <a:pt x="660" y="592"/>
                </a:cubicBezTo>
                <a:cubicBezTo>
                  <a:pt x="661" y="592"/>
                  <a:pt x="661" y="592"/>
                  <a:pt x="661" y="592"/>
                </a:cubicBezTo>
                <a:cubicBezTo>
                  <a:pt x="661" y="592"/>
                  <a:pt x="661" y="591"/>
                  <a:pt x="662" y="591"/>
                </a:cubicBezTo>
                <a:cubicBezTo>
                  <a:pt x="663" y="590"/>
                  <a:pt x="662" y="590"/>
                  <a:pt x="662" y="590"/>
                </a:cubicBezTo>
                <a:cubicBezTo>
                  <a:pt x="662" y="590"/>
                  <a:pt x="662" y="590"/>
                  <a:pt x="662" y="590"/>
                </a:cubicBezTo>
                <a:cubicBezTo>
                  <a:pt x="662" y="590"/>
                  <a:pt x="662" y="590"/>
                  <a:pt x="662" y="590"/>
                </a:cubicBezTo>
                <a:cubicBezTo>
                  <a:pt x="660" y="589"/>
                  <a:pt x="660" y="589"/>
                  <a:pt x="659" y="591"/>
                </a:cubicBezTo>
                <a:cubicBezTo>
                  <a:pt x="659" y="591"/>
                  <a:pt x="659" y="591"/>
                  <a:pt x="659" y="591"/>
                </a:cubicBezTo>
                <a:cubicBezTo>
                  <a:pt x="659" y="591"/>
                  <a:pt x="659" y="591"/>
                  <a:pt x="658" y="591"/>
                </a:cubicBezTo>
                <a:cubicBezTo>
                  <a:pt x="657" y="590"/>
                  <a:pt x="657" y="590"/>
                  <a:pt x="656" y="591"/>
                </a:cubicBezTo>
                <a:cubicBezTo>
                  <a:pt x="656" y="591"/>
                  <a:pt x="656" y="591"/>
                  <a:pt x="656" y="591"/>
                </a:cubicBezTo>
                <a:cubicBezTo>
                  <a:pt x="656" y="591"/>
                  <a:pt x="656" y="591"/>
                  <a:pt x="656" y="591"/>
                </a:cubicBezTo>
                <a:cubicBezTo>
                  <a:pt x="656" y="591"/>
                  <a:pt x="656" y="591"/>
                  <a:pt x="656" y="591"/>
                </a:cubicBezTo>
                <a:cubicBezTo>
                  <a:pt x="656" y="591"/>
                  <a:pt x="656" y="591"/>
                  <a:pt x="656" y="591"/>
                </a:cubicBezTo>
                <a:cubicBezTo>
                  <a:pt x="656" y="589"/>
                  <a:pt x="657" y="590"/>
                  <a:pt x="658" y="589"/>
                </a:cubicBezTo>
                <a:cubicBezTo>
                  <a:pt x="659" y="589"/>
                  <a:pt x="660" y="589"/>
                  <a:pt x="660" y="589"/>
                </a:cubicBezTo>
                <a:cubicBezTo>
                  <a:pt x="662" y="589"/>
                  <a:pt x="663" y="589"/>
                  <a:pt x="664" y="589"/>
                </a:cubicBezTo>
                <a:cubicBezTo>
                  <a:pt x="664" y="588"/>
                  <a:pt x="665" y="588"/>
                  <a:pt x="665" y="587"/>
                </a:cubicBezTo>
                <a:cubicBezTo>
                  <a:pt x="664" y="588"/>
                  <a:pt x="663" y="586"/>
                  <a:pt x="662" y="588"/>
                </a:cubicBezTo>
                <a:cubicBezTo>
                  <a:pt x="660" y="590"/>
                  <a:pt x="662" y="586"/>
                  <a:pt x="660" y="586"/>
                </a:cubicBezTo>
                <a:cubicBezTo>
                  <a:pt x="660" y="586"/>
                  <a:pt x="659" y="586"/>
                  <a:pt x="659" y="587"/>
                </a:cubicBezTo>
                <a:cubicBezTo>
                  <a:pt x="658" y="587"/>
                  <a:pt x="658" y="587"/>
                  <a:pt x="658" y="587"/>
                </a:cubicBezTo>
                <a:cubicBezTo>
                  <a:pt x="658" y="587"/>
                  <a:pt x="658" y="587"/>
                  <a:pt x="658" y="587"/>
                </a:cubicBezTo>
                <a:cubicBezTo>
                  <a:pt x="658" y="587"/>
                  <a:pt x="658" y="587"/>
                  <a:pt x="658" y="587"/>
                </a:cubicBezTo>
                <a:cubicBezTo>
                  <a:pt x="658" y="587"/>
                  <a:pt x="658" y="586"/>
                  <a:pt x="658" y="586"/>
                </a:cubicBezTo>
                <a:cubicBezTo>
                  <a:pt x="658" y="586"/>
                  <a:pt x="659" y="585"/>
                  <a:pt x="659" y="585"/>
                </a:cubicBezTo>
                <a:cubicBezTo>
                  <a:pt x="658" y="585"/>
                  <a:pt x="658" y="585"/>
                  <a:pt x="657" y="585"/>
                </a:cubicBezTo>
                <a:cubicBezTo>
                  <a:pt x="657" y="585"/>
                  <a:pt x="656" y="586"/>
                  <a:pt x="655" y="585"/>
                </a:cubicBezTo>
                <a:cubicBezTo>
                  <a:pt x="655" y="585"/>
                  <a:pt x="654" y="585"/>
                  <a:pt x="653" y="585"/>
                </a:cubicBezTo>
                <a:cubicBezTo>
                  <a:pt x="653" y="585"/>
                  <a:pt x="653" y="585"/>
                  <a:pt x="653" y="585"/>
                </a:cubicBezTo>
                <a:cubicBezTo>
                  <a:pt x="653" y="585"/>
                  <a:pt x="653" y="585"/>
                  <a:pt x="653" y="585"/>
                </a:cubicBezTo>
                <a:cubicBezTo>
                  <a:pt x="653" y="584"/>
                  <a:pt x="653" y="584"/>
                  <a:pt x="652" y="584"/>
                </a:cubicBezTo>
                <a:cubicBezTo>
                  <a:pt x="651" y="583"/>
                  <a:pt x="650" y="585"/>
                  <a:pt x="649" y="584"/>
                </a:cubicBezTo>
                <a:cubicBezTo>
                  <a:pt x="649" y="584"/>
                  <a:pt x="650" y="584"/>
                  <a:pt x="650" y="583"/>
                </a:cubicBezTo>
                <a:cubicBezTo>
                  <a:pt x="649" y="583"/>
                  <a:pt x="649" y="583"/>
                  <a:pt x="648" y="583"/>
                </a:cubicBezTo>
                <a:cubicBezTo>
                  <a:pt x="648" y="583"/>
                  <a:pt x="647" y="584"/>
                  <a:pt x="647" y="583"/>
                </a:cubicBezTo>
                <a:cubicBezTo>
                  <a:pt x="647" y="583"/>
                  <a:pt x="648" y="583"/>
                  <a:pt x="648" y="582"/>
                </a:cubicBezTo>
                <a:cubicBezTo>
                  <a:pt x="648" y="582"/>
                  <a:pt x="649" y="582"/>
                  <a:pt x="649" y="582"/>
                </a:cubicBezTo>
                <a:cubicBezTo>
                  <a:pt x="651" y="583"/>
                  <a:pt x="652" y="582"/>
                  <a:pt x="653" y="582"/>
                </a:cubicBezTo>
                <a:cubicBezTo>
                  <a:pt x="652" y="580"/>
                  <a:pt x="650" y="580"/>
                  <a:pt x="648" y="580"/>
                </a:cubicBezTo>
                <a:cubicBezTo>
                  <a:pt x="648" y="580"/>
                  <a:pt x="648" y="580"/>
                  <a:pt x="648" y="580"/>
                </a:cubicBezTo>
                <a:cubicBezTo>
                  <a:pt x="648" y="580"/>
                  <a:pt x="648" y="580"/>
                  <a:pt x="648" y="580"/>
                </a:cubicBezTo>
                <a:cubicBezTo>
                  <a:pt x="648" y="580"/>
                  <a:pt x="648" y="580"/>
                  <a:pt x="648" y="580"/>
                </a:cubicBezTo>
                <a:cubicBezTo>
                  <a:pt x="648" y="579"/>
                  <a:pt x="647" y="580"/>
                  <a:pt x="646" y="579"/>
                </a:cubicBezTo>
                <a:cubicBezTo>
                  <a:pt x="647" y="579"/>
                  <a:pt x="648" y="579"/>
                  <a:pt x="648" y="579"/>
                </a:cubicBezTo>
                <a:cubicBezTo>
                  <a:pt x="648" y="579"/>
                  <a:pt x="648" y="579"/>
                  <a:pt x="648" y="579"/>
                </a:cubicBezTo>
                <a:cubicBezTo>
                  <a:pt x="648" y="579"/>
                  <a:pt x="648" y="579"/>
                  <a:pt x="648" y="579"/>
                </a:cubicBezTo>
                <a:cubicBezTo>
                  <a:pt x="650" y="579"/>
                  <a:pt x="650" y="578"/>
                  <a:pt x="649" y="577"/>
                </a:cubicBezTo>
                <a:cubicBezTo>
                  <a:pt x="651" y="578"/>
                  <a:pt x="653" y="578"/>
                  <a:pt x="655" y="579"/>
                </a:cubicBezTo>
                <a:cubicBezTo>
                  <a:pt x="655" y="579"/>
                  <a:pt x="655" y="579"/>
                  <a:pt x="656" y="579"/>
                </a:cubicBezTo>
                <a:cubicBezTo>
                  <a:pt x="654" y="578"/>
                  <a:pt x="652" y="577"/>
                  <a:pt x="650" y="576"/>
                </a:cubicBezTo>
                <a:cubicBezTo>
                  <a:pt x="651" y="576"/>
                  <a:pt x="652" y="576"/>
                  <a:pt x="652" y="576"/>
                </a:cubicBezTo>
                <a:cubicBezTo>
                  <a:pt x="653" y="577"/>
                  <a:pt x="654" y="577"/>
                  <a:pt x="654" y="576"/>
                </a:cubicBezTo>
                <a:cubicBezTo>
                  <a:pt x="654" y="576"/>
                  <a:pt x="654" y="575"/>
                  <a:pt x="653" y="575"/>
                </a:cubicBezTo>
                <a:cubicBezTo>
                  <a:pt x="653" y="574"/>
                  <a:pt x="654" y="575"/>
                  <a:pt x="655" y="574"/>
                </a:cubicBezTo>
                <a:cubicBezTo>
                  <a:pt x="655" y="574"/>
                  <a:pt x="655" y="574"/>
                  <a:pt x="655" y="574"/>
                </a:cubicBezTo>
                <a:cubicBezTo>
                  <a:pt x="655" y="574"/>
                  <a:pt x="655" y="574"/>
                  <a:pt x="655" y="574"/>
                </a:cubicBezTo>
                <a:cubicBezTo>
                  <a:pt x="655" y="574"/>
                  <a:pt x="656" y="573"/>
                  <a:pt x="656" y="573"/>
                </a:cubicBezTo>
                <a:cubicBezTo>
                  <a:pt x="655" y="572"/>
                  <a:pt x="654" y="570"/>
                  <a:pt x="652" y="570"/>
                </a:cubicBezTo>
                <a:cubicBezTo>
                  <a:pt x="651" y="570"/>
                  <a:pt x="651" y="569"/>
                  <a:pt x="650" y="569"/>
                </a:cubicBezTo>
                <a:cubicBezTo>
                  <a:pt x="650" y="569"/>
                  <a:pt x="650" y="569"/>
                  <a:pt x="650" y="569"/>
                </a:cubicBezTo>
                <a:cubicBezTo>
                  <a:pt x="650" y="569"/>
                  <a:pt x="650" y="569"/>
                  <a:pt x="650" y="569"/>
                </a:cubicBezTo>
                <a:cubicBezTo>
                  <a:pt x="650" y="569"/>
                  <a:pt x="650" y="569"/>
                  <a:pt x="650" y="569"/>
                </a:cubicBezTo>
                <a:cubicBezTo>
                  <a:pt x="650" y="569"/>
                  <a:pt x="650" y="569"/>
                  <a:pt x="650" y="569"/>
                </a:cubicBezTo>
                <a:cubicBezTo>
                  <a:pt x="650" y="568"/>
                  <a:pt x="651" y="568"/>
                  <a:pt x="651" y="568"/>
                </a:cubicBezTo>
                <a:cubicBezTo>
                  <a:pt x="651" y="568"/>
                  <a:pt x="651" y="568"/>
                  <a:pt x="651" y="568"/>
                </a:cubicBezTo>
                <a:cubicBezTo>
                  <a:pt x="651" y="568"/>
                  <a:pt x="651" y="568"/>
                  <a:pt x="651" y="568"/>
                </a:cubicBezTo>
                <a:cubicBezTo>
                  <a:pt x="652" y="568"/>
                  <a:pt x="653" y="569"/>
                  <a:pt x="654" y="568"/>
                </a:cubicBezTo>
                <a:cubicBezTo>
                  <a:pt x="654" y="568"/>
                  <a:pt x="654" y="567"/>
                  <a:pt x="654" y="567"/>
                </a:cubicBezTo>
                <a:cubicBezTo>
                  <a:pt x="654" y="567"/>
                  <a:pt x="654" y="567"/>
                  <a:pt x="654" y="567"/>
                </a:cubicBezTo>
                <a:cubicBezTo>
                  <a:pt x="654" y="567"/>
                  <a:pt x="654" y="567"/>
                  <a:pt x="654" y="567"/>
                </a:cubicBezTo>
                <a:cubicBezTo>
                  <a:pt x="655" y="567"/>
                  <a:pt x="655" y="568"/>
                  <a:pt x="656" y="568"/>
                </a:cubicBezTo>
                <a:cubicBezTo>
                  <a:pt x="657" y="569"/>
                  <a:pt x="658" y="570"/>
                  <a:pt x="660" y="569"/>
                </a:cubicBezTo>
                <a:cubicBezTo>
                  <a:pt x="661" y="569"/>
                  <a:pt x="663" y="568"/>
                  <a:pt x="664" y="569"/>
                </a:cubicBezTo>
                <a:cubicBezTo>
                  <a:pt x="665" y="571"/>
                  <a:pt x="666" y="570"/>
                  <a:pt x="666" y="568"/>
                </a:cubicBezTo>
                <a:cubicBezTo>
                  <a:pt x="667" y="568"/>
                  <a:pt x="666" y="567"/>
                  <a:pt x="666" y="566"/>
                </a:cubicBezTo>
                <a:cubicBezTo>
                  <a:pt x="664" y="563"/>
                  <a:pt x="661" y="561"/>
                  <a:pt x="658" y="562"/>
                </a:cubicBezTo>
                <a:cubicBezTo>
                  <a:pt x="655" y="562"/>
                  <a:pt x="653" y="561"/>
                  <a:pt x="651" y="560"/>
                </a:cubicBezTo>
                <a:cubicBezTo>
                  <a:pt x="649" y="558"/>
                  <a:pt x="648" y="558"/>
                  <a:pt x="646" y="559"/>
                </a:cubicBezTo>
                <a:cubicBezTo>
                  <a:pt x="645" y="560"/>
                  <a:pt x="643" y="561"/>
                  <a:pt x="641" y="560"/>
                </a:cubicBezTo>
                <a:cubicBezTo>
                  <a:pt x="641" y="560"/>
                  <a:pt x="641" y="560"/>
                  <a:pt x="641" y="560"/>
                </a:cubicBezTo>
                <a:cubicBezTo>
                  <a:pt x="641" y="560"/>
                  <a:pt x="641" y="560"/>
                  <a:pt x="642" y="560"/>
                </a:cubicBezTo>
                <a:cubicBezTo>
                  <a:pt x="642" y="560"/>
                  <a:pt x="642" y="560"/>
                  <a:pt x="642" y="560"/>
                </a:cubicBezTo>
                <a:cubicBezTo>
                  <a:pt x="642" y="560"/>
                  <a:pt x="642" y="560"/>
                  <a:pt x="642" y="560"/>
                </a:cubicBezTo>
                <a:cubicBezTo>
                  <a:pt x="644" y="561"/>
                  <a:pt x="645" y="559"/>
                  <a:pt x="646" y="558"/>
                </a:cubicBezTo>
                <a:cubicBezTo>
                  <a:pt x="647" y="558"/>
                  <a:pt x="648" y="557"/>
                  <a:pt x="649" y="557"/>
                </a:cubicBezTo>
                <a:cubicBezTo>
                  <a:pt x="651" y="558"/>
                  <a:pt x="652" y="557"/>
                  <a:pt x="653" y="555"/>
                </a:cubicBezTo>
                <a:cubicBezTo>
                  <a:pt x="655" y="553"/>
                  <a:pt x="656" y="553"/>
                  <a:pt x="658" y="554"/>
                </a:cubicBezTo>
                <a:cubicBezTo>
                  <a:pt x="659" y="555"/>
                  <a:pt x="660" y="555"/>
                  <a:pt x="661" y="555"/>
                </a:cubicBezTo>
                <a:cubicBezTo>
                  <a:pt x="662" y="555"/>
                  <a:pt x="662" y="555"/>
                  <a:pt x="662" y="554"/>
                </a:cubicBezTo>
                <a:cubicBezTo>
                  <a:pt x="662" y="552"/>
                  <a:pt x="662" y="550"/>
                  <a:pt x="661" y="548"/>
                </a:cubicBezTo>
                <a:cubicBezTo>
                  <a:pt x="660" y="546"/>
                  <a:pt x="658" y="544"/>
                  <a:pt x="656" y="541"/>
                </a:cubicBezTo>
                <a:cubicBezTo>
                  <a:pt x="655" y="539"/>
                  <a:pt x="653" y="539"/>
                  <a:pt x="652" y="542"/>
                </a:cubicBezTo>
                <a:cubicBezTo>
                  <a:pt x="652" y="543"/>
                  <a:pt x="651" y="544"/>
                  <a:pt x="652" y="544"/>
                </a:cubicBezTo>
                <a:cubicBezTo>
                  <a:pt x="653" y="545"/>
                  <a:pt x="652" y="545"/>
                  <a:pt x="652" y="546"/>
                </a:cubicBezTo>
                <a:cubicBezTo>
                  <a:pt x="651" y="546"/>
                  <a:pt x="650" y="546"/>
                  <a:pt x="650" y="547"/>
                </a:cubicBezTo>
                <a:cubicBezTo>
                  <a:pt x="649" y="549"/>
                  <a:pt x="648" y="550"/>
                  <a:pt x="645" y="550"/>
                </a:cubicBezTo>
                <a:cubicBezTo>
                  <a:pt x="645" y="550"/>
                  <a:pt x="645" y="550"/>
                  <a:pt x="645" y="550"/>
                </a:cubicBezTo>
                <a:cubicBezTo>
                  <a:pt x="644" y="550"/>
                  <a:pt x="644" y="551"/>
                  <a:pt x="643" y="552"/>
                </a:cubicBezTo>
                <a:cubicBezTo>
                  <a:pt x="643" y="553"/>
                  <a:pt x="642" y="554"/>
                  <a:pt x="641" y="553"/>
                </a:cubicBezTo>
                <a:cubicBezTo>
                  <a:pt x="640" y="553"/>
                  <a:pt x="639" y="552"/>
                  <a:pt x="639" y="553"/>
                </a:cubicBezTo>
                <a:cubicBezTo>
                  <a:pt x="639" y="553"/>
                  <a:pt x="639" y="553"/>
                  <a:pt x="639" y="553"/>
                </a:cubicBezTo>
                <a:cubicBezTo>
                  <a:pt x="638" y="555"/>
                  <a:pt x="638" y="557"/>
                  <a:pt x="636" y="558"/>
                </a:cubicBezTo>
                <a:cubicBezTo>
                  <a:pt x="636" y="558"/>
                  <a:pt x="636" y="558"/>
                  <a:pt x="636" y="558"/>
                </a:cubicBezTo>
                <a:cubicBezTo>
                  <a:pt x="637" y="556"/>
                  <a:pt x="637" y="553"/>
                  <a:pt x="639" y="552"/>
                </a:cubicBezTo>
                <a:cubicBezTo>
                  <a:pt x="639" y="552"/>
                  <a:pt x="639" y="552"/>
                  <a:pt x="639" y="552"/>
                </a:cubicBezTo>
                <a:cubicBezTo>
                  <a:pt x="640" y="552"/>
                  <a:pt x="640" y="552"/>
                  <a:pt x="640" y="552"/>
                </a:cubicBezTo>
                <a:cubicBezTo>
                  <a:pt x="640" y="552"/>
                  <a:pt x="640" y="552"/>
                  <a:pt x="640" y="552"/>
                </a:cubicBezTo>
                <a:cubicBezTo>
                  <a:pt x="641" y="553"/>
                  <a:pt x="642" y="553"/>
                  <a:pt x="642" y="552"/>
                </a:cubicBezTo>
                <a:cubicBezTo>
                  <a:pt x="643" y="550"/>
                  <a:pt x="644" y="548"/>
                  <a:pt x="647" y="547"/>
                </a:cubicBezTo>
                <a:cubicBezTo>
                  <a:pt x="647" y="547"/>
                  <a:pt x="648" y="546"/>
                  <a:pt x="647" y="546"/>
                </a:cubicBezTo>
                <a:cubicBezTo>
                  <a:pt x="647" y="546"/>
                  <a:pt x="647" y="546"/>
                  <a:pt x="647" y="546"/>
                </a:cubicBezTo>
                <a:cubicBezTo>
                  <a:pt x="647" y="546"/>
                  <a:pt x="647" y="546"/>
                  <a:pt x="647" y="546"/>
                </a:cubicBezTo>
                <a:cubicBezTo>
                  <a:pt x="648" y="545"/>
                  <a:pt x="648" y="545"/>
                  <a:pt x="648" y="545"/>
                </a:cubicBezTo>
                <a:cubicBezTo>
                  <a:pt x="648" y="545"/>
                  <a:pt x="649" y="544"/>
                  <a:pt x="648" y="543"/>
                </a:cubicBezTo>
                <a:cubicBezTo>
                  <a:pt x="648" y="542"/>
                  <a:pt x="647" y="542"/>
                  <a:pt x="646" y="543"/>
                </a:cubicBezTo>
                <a:cubicBezTo>
                  <a:pt x="645" y="543"/>
                  <a:pt x="644" y="543"/>
                  <a:pt x="643" y="543"/>
                </a:cubicBezTo>
                <a:cubicBezTo>
                  <a:pt x="642" y="543"/>
                  <a:pt x="640" y="543"/>
                  <a:pt x="639" y="545"/>
                </a:cubicBezTo>
                <a:cubicBezTo>
                  <a:pt x="639" y="545"/>
                  <a:pt x="639" y="545"/>
                  <a:pt x="639" y="545"/>
                </a:cubicBezTo>
                <a:cubicBezTo>
                  <a:pt x="638" y="546"/>
                  <a:pt x="638" y="546"/>
                  <a:pt x="639" y="547"/>
                </a:cubicBezTo>
                <a:cubicBezTo>
                  <a:pt x="639" y="548"/>
                  <a:pt x="639" y="549"/>
                  <a:pt x="638" y="549"/>
                </a:cubicBezTo>
                <a:cubicBezTo>
                  <a:pt x="636" y="549"/>
                  <a:pt x="635" y="549"/>
                  <a:pt x="635" y="551"/>
                </a:cubicBezTo>
                <a:cubicBezTo>
                  <a:pt x="635" y="551"/>
                  <a:pt x="635" y="551"/>
                  <a:pt x="635" y="551"/>
                </a:cubicBezTo>
                <a:cubicBezTo>
                  <a:pt x="634" y="551"/>
                  <a:pt x="634" y="552"/>
                  <a:pt x="633" y="552"/>
                </a:cubicBezTo>
                <a:cubicBezTo>
                  <a:pt x="633" y="552"/>
                  <a:pt x="633" y="552"/>
                  <a:pt x="633" y="552"/>
                </a:cubicBezTo>
                <a:cubicBezTo>
                  <a:pt x="633" y="552"/>
                  <a:pt x="633" y="552"/>
                  <a:pt x="633" y="552"/>
                </a:cubicBezTo>
                <a:cubicBezTo>
                  <a:pt x="633" y="552"/>
                  <a:pt x="633" y="551"/>
                  <a:pt x="633" y="551"/>
                </a:cubicBezTo>
                <a:cubicBezTo>
                  <a:pt x="635" y="550"/>
                  <a:pt x="635" y="548"/>
                  <a:pt x="638" y="548"/>
                </a:cubicBezTo>
                <a:cubicBezTo>
                  <a:pt x="638" y="548"/>
                  <a:pt x="638" y="548"/>
                  <a:pt x="638" y="548"/>
                </a:cubicBezTo>
                <a:cubicBezTo>
                  <a:pt x="637" y="547"/>
                  <a:pt x="637" y="546"/>
                  <a:pt x="636" y="546"/>
                </a:cubicBezTo>
                <a:cubicBezTo>
                  <a:pt x="636" y="545"/>
                  <a:pt x="639" y="545"/>
                  <a:pt x="638" y="544"/>
                </a:cubicBezTo>
                <a:cubicBezTo>
                  <a:pt x="639" y="543"/>
                  <a:pt x="640" y="542"/>
                  <a:pt x="642" y="541"/>
                </a:cubicBezTo>
                <a:cubicBezTo>
                  <a:pt x="642" y="541"/>
                  <a:pt x="642" y="541"/>
                  <a:pt x="642" y="541"/>
                </a:cubicBezTo>
                <a:cubicBezTo>
                  <a:pt x="643" y="541"/>
                  <a:pt x="643" y="540"/>
                  <a:pt x="645" y="540"/>
                </a:cubicBezTo>
                <a:cubicBezTo>
                  <a:pt x="647" y="540"/>
                  <a:pt x="649" y="539"/>
                  <a:pt x="649" y="536"/>
                </a:cubicBezTo>
                <a:cubicBezTo>
                  <a:pt x="649" y="536"/>
                  <a:pt x="649" y="536"/>
                  <a:pt x="649" y="536"/>
                </a:cubicBezTo>
                <a:cubicBezTo>
                  <a:pt x="650" y="536"/>
                  <a:pt x="649" y="537"/>
                  <a:pt x="649" y="537"/>
                </a:cubicBezTo>
                <a:cubicBezTo>
                  <a:pt x="650" y="538"/>
                  <a:pt x="650" y="538"/>
                  <a:pt x="650" y="537"/>
                </a:cubicBezTo>
                <a:cubicBezTo>
                  <a:pt x="653" y="535"/>
                  <a:pt x="652" y="533"/>
                  <a:pt x="649" y="531"/>
                </a:cubicBezTo>
                <a:cubicBezTo>
                  <a:pt x="647" y="530"/>
                  <a:pt x="645" y="529"/>
                  <a:pt x="644" y="528"/>
                </a:cubicBezTo>
                <a:cubicBezTo>
                  <a:pt x="643" y="527"/>
                  <a:pt x="641" y="527"/>
                  <a:pt x="641" y="527"/>
                </a:cubicBezTo>
                <a:cubicBezTo>
                  <a:pt x="639" y="529"/>
                  <a:pt x="637" y="530"/>
                  <a:pt x="636" y="531"/>
                </a:cubicBezTo>
                <a:cubicBezTo>
                  <a:pt x="636" y="531"/>
                  <a:pt x="636" y="531"/>
                  <a:pt x="636" y="531"/>
                </a:cubicBezTo>
                <a:cubicBezTo>
                  <a:pt x="636" y="531"/>
                  <a:pt x="636" y="531"/>
                  <a:pt x="636" y="531"/>
                </a:cubicBezTo>
                <a:cubicBezTo>
                  <a:pt x="636" y="531"/>
                  <a:pt x="636" y="531"/>
                  <a:pt x="636" y="531"/>
                </a:cubicBezTo>
                <a:cubicBezTo>
                  <a:pt x="636" y="531"/>
                  <a:pt x="636" y="531"/>
                  <a:pt x="636" y="531"/>
                </a:cubicBezTo>
                <a:cubicBezTo>
                  <a:pt x="635" y="531"/>
                  <a:pt x="634" y="531"/>
                  <a:pt x="634" y="531"/>
                </a:cubicBezTo>
                <a:cubicBezTo>
                  <a:pt x="634" y="531"/>
                  <a:pt x="634" y="531"/>
                  <a:pt x="634" y="531"/>
                </a:cubicBezTo>
                <a:cubicBezTo>
                  <a:pt x="634" y="531"/>
                  <a:pt x="634" y="531"/>
                  <a:pt x="634" y="531"/>
                </a:cubicBezTo>
                <a:cubicBezTo>
                  <a:pt x="632" y="532"/>
                  <a:pt x="634" y="533"/>
                  <a:pt x="634" y="534"/>
                </a:cubicBezTo>
                <a:cubicBezTo>
                  <a:pt x="634" y="534"/>
                  <a:pt x="634" y="534"/>
                  <a:pt x="634" y="534"/>
                </a:cubicBezTo>
                <a:cubicBezTo>
                  <a:pt x="634" y="534"/>
                  <a:pt x="634" y="534"/>
                  <a:pt x="634" y="534"/>
                </a:cubicBezTo>
                <a:cubicBezTo>
                  <a:pt x="634" y="534"/>
                  <a:pt x="634" y="534"/>
                  <a:pt x="634" y="534"/>
                </a:cubicBezTo>
                <a:cubicBezTo>
                  <a:pt x="633" y="535"/>
                  <a:pt x="633" y="535"/>
                  <a:pt x="632" y="535"/>
                </a:cubicBezTo>
                <a:cubicBezTo>
                  <a:pt x="632" y="535"/>
                  <a:pt x="632" y="535"/>
                  <a:pt x="632" y="535"/>
                </a:cubicBezTo>
                <a:cubicBezTo>
                  <a:pt x="633" y="534"/>
                  <a:pt x="633" y="534"/>
                  <a:pt x="633" y="533"/>
                </a:cubicBezTo>
                <a:cubicBezTo>
                  <a:pt x="632" y="532"/>
                  <a:pt x="632" y="531"/>
                  <a:pt x="633" y="531"/>
                </a:cubicBezTo>
                <a:cubicBezTo>
                  <a:pt x="636" y="530"/>
                  <a:pt x="637" y="528"/>
                  <a:pt x="638" y="526"/>
                </a:cubicBezTo>
                <a:cubicBezTo>
                  <a:pt x="638" y="526"/>
                  <a:pt x="639" y="525"/>
                  <a:pt x="638" y="525"/>
                </a:cubicBezTo>
                <a:cubicBezTo>
                  <a:pt x="637" y="524"/>
                  <a:pt x="637" y="524"/>
                  <a:pt x="636" y="525"/>
                </a:cubicBezTo>
                <a:cubicBezTo>
                  <a:pt x="636" y="525"/>
                  <a:pt x="636" y="525"/>
                  <a:pt x="636" y="525"/>
                </a:cubicBezTo>
                <a:cubicBezTo>
                  <a:pt x="636" y="526"/>
                  <a:pt x="635" y="526"/>
                  <a:pt x="634" y="527"/>
                </a:cubicBezTo>
                <a:cubicBezTo>
                  <a:pt x="631" y="528"/>
                  <a:pt x="629" y="530"/>
                  <a:pt x="628" y="532"/>
                </a:cubicBezTo>
                <a:cubicBezTo>
                  <a:pt x="627" y="534"/>
                  <a:pt x="626" y="537"/>
                  <a:pt x="626" y="539"/>
                </a:cubicBezTo>
                <a:cubicBezTo>
                  <a:pt x="626" y="539"/>
                  <a:pt x="626" y="540"/>
                  <a:pt x="626" y="540"/>
                </a:cubicBezTo>
                <a:cubicBezTo>
                  <a:pt x="626" y="540"/>
                  <a:pt x="626" y="540"/>
                  <a:pt x="626" y="540"/>
                </a:cubicBezTo>
                <a:cubicBezTo>
                  <a:pt x="626" y="540"/>
                  <a:pt x="626" y="540"/>
                  <a:pt x="626" y="540"/>
                </a:cubicBezTo>
                <a:cubicBezTo>
                  <a:pt x="625" y="540"/>
                  <a:pt x="625" y="540"/>
                  <a:pt x="625" y="540"/>
                </a:cubicBezTo>
                <a:cubicBezTo>
                  <a:pt x="625" y="540"/>
                  <a:pt x="625" y="540"/>
                  <a:pt x="625" y="540"/>
                </a:cubicBezTo>
                <a:cubicBezTo>
                  <a:pt x="625" y="540"/>
                  <a:pt x="625" y="540"/>
                  <a:pt x="625" y="540"/>
                </a:cubicBezTo>
                <a:cubicBezTo>
                  <a:pt x="625" y="540"/>
                  <a:pt x="625" y="540"/>
                  <a:pt x="625" y="540"/>
                </a:cubicBezTo>
                <a:cubicBezTo>
                  <a:pt x="625" y="540"/>
                  <a:pt x="625" y="540"/>
                  <a:pt x="625" y="540"/>
                </a:cubicBezTo>
                <a:cubicBezTo>
                  <a:pt x="625" y="538"/>
                  <a:pt x="625" y="537"/>
                  <a:pt x="626" y="535"/>
                </a:cubicBezTo>
                <a:cubicBezTo>
                  <a:pt x="626" y="534"/>
                  <a:pt x="626" y="533"/>
                  <a:pt x="624" y="533"/>
                </a:cubicBezTo>
                <a:cubicBezTo>
                  <a:pt x="624" y="533"/>
                  <a:pt x="624" y="533"/>
                  <a:pt x="624" y="533"/>
                </a:cubicBezTo>
                <a:cubicBezTo>
                  <a:pt x="623" y="532"/>
                  <a:pt x="623" y="534"/>
                  <a:pt x="623" y="534"/>
                </a:cubicBezTo>
                <a:cubicBezTo>
                  <a:pt x="623" y="534"/>
                  <a:pt x="623" y="534"/>
                  <a:pt x="623" y="534"/>
                </a:cubicBezTo>
                <a:cubicBezTo>
                  <a:pt x="623" y="534"/>
                  <a:pt x="623" y="534"/>
                  <a:pt x="623" y="534"/>
                </a:cubicBezTo>
                <a:cubicBezTo>
                  <a:pt x="622" y="534"/>
                  <a:pt x="622" y="534"/>
                  <a:pt x="622" y="534"/>
                </a:cubicBezTo>
                <a:cubicBezTo>
                  <a:pt x="622" y="534"/>
                  <a:pt x="622" y="534"/>
                  <a:pt x="622" y="534"/>
                </a:cubicBezTo>
                <a:cubicBezTo>
                  <a:pt x="622" y="534"/>
                  <a:pt x="622" y="534"/>
                  <a:pt x="622" y="534"/>
                </a:cubicBezTo>
                <a:cubicBezTo>
                  <a:pt x="622" y="533"/>
                  <a:pt x="622" y="532"/>
                  <a:pt x="622" y="532"/>
                </a:cubicBezTo>
                <a:cubicBezTo>
                  <a:pt x="622" y="532"/>
                  <a:pt x="622" y="532"/>
                  <a:pt x="622" y="532"/>
                </a:cubicBezTo>
                <a:cubicBezTo>
                  <a:pt x="623" y="532"/>
                  <a:pt x="624" y="532"/>
                  <a:pt x="625" y="532"/>
                </a:cubicBezTo>
                <a:cubicBezTo>
                  <a:pt x="625" y="532"/>
                  <a:pt x="625" y="532"/>
                  <a:pt x="625" y="532"/>
                </a:cubicBezTo>
                <a:cubicBezTo>
                  <a:pt x="625" y="532"/>
                  <a:pt x="625" y="532"/>
                  <a:pt x="625" y="532"/>
                </a:cubicBezTo>
                <a:cubicBezTo>
                  <a:pt x="625" y="532"/>
                  <a:pt x="626" y="532"/>
                  <a:pt x="626" y="531"/>
                </a:cubicBezTo>
                <a:cubicBezTo>
                  <a:pt x="628" y="529"/>
                  <a:pt x="630" y="528"/>
                  <a:pt x="631" y="525"/>
                </a:cubicBezTo>
                <a:cubicBezTo>
                  <a:pt x="631" y="523"/>
                  <a:pt x="632" y="521"/>
                  <a:pt x="631" y="519"/>
                </a:cubicBezTo>
                <a:cubicBezTo>
                  <a:pt x="630" y="518"/>
                  <a:pt x="629" y="517"/>
                  <a:pt x="628" y="519"/>
                </a:cubicBezTo>
                <a:cubicBezTo>
                  <a:pt x="628" y="519"/>
                  <a:pt x="627" y="520"/>
                  <a:pt x="627" y="520"/>
                </a:cubicBezTo>
                <a:cubicBezTo>
                  <a:pt x="625" y="521"/>
                  <a:pt x="625" y="523"/>
                  <a:pt x="626" y="525"/>
                </a:cubicBezTo>
                <a:cubicBezTo>
                  <a:pt x="626" y="525"/>
                  <a:pt x="626" y="525"/>
                  <a:pt x="626" y="525"/>
                </a:cubicBezTo>
                <a:cubicBezTo>
                  <a:pt x="626" y="525"/>
                  <a:pt x="625" y="525"/>
                  <a:pt x="625" y="525"/>
                </a:cubicBezTo>
                <a:cubicBezTo>
                  <a:pt x="625" y="525"/>
                  <a:pt x="625" y="525"/>
                  <a:pt x="625" y="525"/>
                </a:cubicBezTo>
                <a:cubicBezTo>
                  <a:pt x="624" y="524"/>
                  <a:pt x="623" y="524"/>
                  <a:pt x="622" y="525"/>
                </a:cubicBezTo>
                <a:cubicBezTo>
                  <a:pt x="621" y="525"/>
                  <a:pt x="621" y="526"/>
                  <a:pt x="620" y="526"/>
                </a:cubicBezTo>
                <a:cubicBezTo>
                  <a:pt x="620" y="526"/>
                  <a:pt x="620" y="526"/>
                  <a:pt x="620" y="526"/>
                </a:cubicBezTo>
                <a:cubicBezTo>
                  <a:pt x="620" y="526"/>
                  <a:pt x="620" y="526"/>
                  <a:pt x="620" y="526"/>
                </a:cubicBezTo>
                <a:cubicBezTo>
                  <a:pt x="620" y="526"/>
                  <a:pt x="620" y="526"/>
                  <a:pt x="619" y="525"/>
                </a:cubicBezTo>
                <a:cubicBezTo>
                  <a:pt x="619" y="525"/>
                  <a:pt x="619" y="525"/>
                  <a:pt x="619" y="525"/>
                </a:cubicBezTo>
                <a:cubicBezTo>
                  <a:pt x="619" y="525"/>
                  <a:pt x="619" y="525"/>
                  <a:pt x="619" y="525"/>
                </a:cubicBezTo>
                <a:cubicBezTo>
                  <a:pt x="620" y="524"/>
                  <a:pt x="621" y="524"/>
                  <a:pt x="623" y="523"/>
                </a:cubicBezTo>
                <a:cubicBezTo>
                  <a:pt x="624" y="523"/>
                  <a:pt x="624" y="522"/>
                  <a:pt x="624" y="522"/>
                </a:cubicBezTo>
                <a:cubicBezTo>
                  <a:pt x="624" y="521"/>
                  <a:pt x="624" y="520"/>
                  <a:pt x="623" y="520"/>
                </a:cubicBezTo>
                <a:cubicBezTo>
                  <a:pt x="622" y="520"/>
                  <a:pt x="622" y="520"/>
                  <a:pt x="621" y="520"/>
                </a:cubicBezTo>
                <a:cubicBezTo>
                  <a:pt x="621" y="520"/>
                  <a:pt x="621" y="520"/>
                  <a:pt x="621" y="520"/>
                </a:cubicBezTo>
                <a:cubicBezTo>
                  <a:pt x="619" y="519"/>
                  <a:pt x="618" y="519"/>
                  <a:pt x="618" y="522"/>
                </a:cubicBezTo>
                <a:cubicBezTo>
                  <a:pt x="618" y="522"/>
                  <a:pt x="618" y="522"/>
                  <a:pt x="617" y="523"/>
                </a:cubicBezTo>
                <a:cubicBezTo>
                  <a:pt x="617" y="523"/>
                  <a:pt x="617" y="523"/>
                  <a:pt x="617" y="523"/>
                </a:cubicBezTo>
                <a:cubicBezTo>
                  <a:pt x="617" y="523"/>
                  <a:pt x="617" y="523"/>
                  <a:pt x="617" y="523"/>
                </a:cubicBezTo>
                <a:cubicBezTo>
                  <a:pt x="617" y="523"/>
                  <a:pt x="616" y="523"/>
                  <a:pt x="616" y="524"/>
                </a:cubicBezTo>
                <a:cubicBezTo>
                  <a:pt x="616" y="524"/>
                  <a:pt x="616" y="525"/>
                  <a:pt x="615" y="524"/>
                </a:cubicBezTo>
                <a:cubicBezTo>
                  <a:pt x="615" y="524"/>
                  <a:pt x="615" y="524"/>
                  <a:pt x="615" y="524"/>
                </a:cubicBezTo>
                <a:cubicBezTo>
                  <a:pt x="615" y="524"/>
                  <a:pt x="615" y="524"/>
                  <a:pt x="615" y="524"/>
                </a:cubicBezTo>
                <a:cubicBezTo>
                  <a:pt x="616" y="523"/>
                  <a:pt x="617" y="522"/>
                  <a:pt x="617" y="521"/>
                </a:cubicBezTo>
                <a:cubicBezTo>
                  <a:pt x="618" y="518"/>
                  <a:pt x="618" y="518"/>
                  <a:pt x="621" y="518"/>
                </a:cubicBezTo>
                <a:cubicBezTo>
                  <a:pt x="621" y="518"/>
                  <a:pt x="621" y="518"/>
                  <a:pt x="621" y="518"/>
                </a:cubicBezTo>
                <a:cubicBezTo>
                  <a:pt x="621" y="518"/>
                  <a:pt x="621" y="518"/>
                  <a:pt x="621" y="518"/>
                </a:cubicBezTo>
                <a:cubicBezTo>
                  <a:pt x="623" y="519"/>
                  <a:pt x="623" y="519"/>
                  <a:pt x="624" y="517"/>
                </a:cubicBezTo>
                <a:cubicBezTo>
                  <a:pt x="624" y="517"/>
                  <a:pt x="624" y="517"/>
                  <a:pt x="624" y="517"/>
                </a:cubicBezTo>
                <a:cubicBezTo>
                  <a:pt x="625" y="516"/>
                  <a:pt x="627" y="515"/>
                  <a:pt x="626" y="514"/>
                </a:cubicBezTo>
                <a:cubicBezTo>
                  <a:pt x="625" y="511"/>
                  <a:pt x="624" y="508"/>
                  <a:pt x="621" y="506"/>
                </a:cubicBezTo>
                <a:cubicBezTo>
                  <a:pt x="619" y="505"/>
                  <a:pt x="617" y="504"/>
                  <a:pt x="615" y="503"/>
                </a:cubicBezTo>
                <a:cubicBezTo>
                  <a:pt x="613" y="502"/>
                  <a:pt x="613" y="503"/>
                  <a:pt x="613" y="504"/>
                </a:cubicBezTo>
                <a:cubicBezTo>
                  <a:pt x="613" y="506"/>
                  <a:pt x="613" y="507"/>
                  <a:pt x="611" y="507"/>
                </a:cubicBezTo>
                <a:cubicBezTo>
                  <a:pt x="611" y="507"/>
                  <a:pt x="611" y="507"/>
                  <a:pt x="611" y="507"/>
                </a:cubicBezTo>
                <a:cubicBezTo>
                  <a:pt x="611" y="507"/>
                  <a:pt x="611" y="507"/>
                  <a:pt x="611" y="507"/>
                </a:cubicBezTo>
                <a:cubicBezTo>
                  <a:pt x="611" y="507"/>
                  <a:pt x="611" y="507"/>
                  <a:pt x="610" y="507"/>
                </a:cubicBezTo>
                <a:cubicBezTo>
                  <a:pt x="610" y="507"/>
                  <a:pt x="610" y="506"/>
                  <a:pt x="609" y="507"/>
                </a:cubicBezTo>
                <a:cubicBezTo>
                  <a:pt x="609" y="508"/>
                  <a:pt x="609" y="508"/>
                  <a:pt x="608" y="509"/>
                </a:cubicBezTo>
                <a:cubicBezTo>
                  <a:pt x="608" y="508"/>
                  <a:pt x="609" y="508"/>
                  <a:pt x="609" y="507"/>
                </a:cubicBezTo>
                <a:cubicBezTo>
                  <a:pt x="609" y="507"/>
                  <a:pt x="609" y="506"/>
                  <a:pt x="608" y="506"/>
                </a:cubicBezTo>
                <a:cubicBezTo>
                  <a:pt x="607" y="506"/>
                  <a:pt x="606" y="506"/>
                  <a:pt x="606" y="507"/>
                </a:cubicBezTo>
                <a:cubicBezTo>
                  <a:pt x="606" y="508"/>
                  <a:pt x="607" y="508"/>
                  <a:pt x="607" y="509"/>
                </a:cubicBezTo>
                <a:cubicBezTo>
                  <a:pt x="607" y="509"/>
                  <a:pt x="607" y="510"/>
                  <a:pt x="607" y="510"/>
                </a:cubicBezTo>
                <a:cubicBezTo>
                  <a:pt x="607" y="511"/>
                  <a:pt x="606" y="511"/>
                  <a:pt x="606" y="512"/>
                </a:cubicBezTo>
                <a:cubicBezTo>
                  <a:pt x="604" y="514"/>
                  <a:pt x="604" y="515"/>
                  <a:pt x="604" y="517"/>
                </a:cubicBezTo>
                <a:cubicBezTo>
                  <a:pt x="604" y="517"/>
                  <a:pt x="604" y="517"/>
                  <a:pt x="604" y="517"/>
                </a:cubicBezTo>
                <a:cubicBezTo>
                  <a:pt x="604" y="518"/>
                  <a:pt x="604" y="518"/>
                  <a:pt x="604" y="519"/>
                </a:cubicBezTo>
                <a:cubicBezTo>
                  <a:pt x="604" y="519"/>
                  <a:pt x="604" y="519"/>
                  <a:pt x="604" y="519"/>
                </a:cubicBezTo>
                <a:cubicBezTo>
                  <a:pt x="604" y="519"/>
                  <a:pt x="604" y="519"/>
                  <a:pt x="604" y="519"/>
                </a:cubicBezTo>
                <a:cubicBezTo>
                  <a:pt x="603" y="519"/>
                  <a:pt x="603" y="519"/>
                  <a:pt x="603" y="519"/>
                </a:cubicBezTo>
                <a:cubicBezTo>
                  <a:pt x="603" y="518"/>
                  <a:pt x="603" y="518"/>
                  <a:pt x="603" y="517"/>
                </a:cubicBezTo>
                <a:cubicBezTo>
                  <a:pt x="604" y="515"/>
                  <a:pt x="603" y="513"/>
                  <a:pt x="605" y="512"/>
                </a:cubicBezTo>
                <a:cubicBezTo>
                  <a:pt x="606" y="511"/>
                  <a:pt x="605" y="511"/>
                  <a:pt x="604" y="510"/>
                </a:cubicBezTo>
                <a:cubicBezTo>
                  <a:pt x="605" y="509"/>
                  <a:pt x="604" y="507"/>
                  <a:pt x="604" y="506"/>
                </a:cubicBezTo>
                <a:cubicBezTo>
                  <a:pt x="604" y="505"/>
                  <a:pt x="604" y="505"/>
                  <a:pt x="603" y="505"/>
                </a:cubicBezTo>
                <a:cubicBezTo>
                  <a:pt x="603" y="504"/>
                  <a:pt x="603" y="505"/>
                  <a:pt x="602" y="505"/>
                </a:cubicBezTo>
                <a:cubicBezTo>
                  <a:pt x="602" y="506"/>
                  <a:pt x="602" y="508"/>
                  <a:pt x="601" y="508"/>
                </a:cubicBezTo>
                <a:cubicBezTo>
                  <a:pt x="600" y="508"/>
                  <a:pt x="601" y="507"/>
                  <a:pt x="601" y="506"/>
                </a:cubicBezTo>
                <a:cubicBezTo>
                  <a:pt x="601" y="506"/>
                  <a:pt x="601" y="506"/>
                  <a:pt x="601" y="506"/>
                </a:cubicBezTo>
                <a:cubicBezTo>
                  <a:pt x="601" y="506"/>
                  <a:pt x="601" y="506"/>
                  <a:pt x="601" y="506"/>
                </a:cubicBezTo>
                <a:cubicBezTo>
                  <a:pt x="602" y="504"/>
                  <a:pt x="603" y="502"/>
                  <a:pt x="605" y="500"/>
                </a:cubicBezTo>
                <a:cubicBezTo>
                  <a:pt x="603" y="500"/>
                  <a:pt x="600" y="499"/>
                  <a:pt x="600" y="502"/>
                </a:cubicBezTo>
                <a:cubicBezTo>
                  <a:pt x="599" y="500"/>
                  <a:pt x="599" y="500"/>
                  <a:pt x="598" y="501"/>
                </a:cubicBezTo>
                <a:cubicBezTo>
                  <a:pt x="597" y="502"/>
                  <a:pt x="597" y="502"/>
                  <a:pt x="596" y="503"/>
                </a:cubicBezTo>
                <a:cubicBezTo>
                  <a:pt x="595" y="503"/>
                  <a:pt x="596" y="505"/>
                  <a:pt x="595" y="505"/>
                </a:cubicBezTo>
                <a:cubicBezTo>
                  <a:pt x="594" y="506"/>
                  <a:pt x="594" y="508"/>
                  <a:pt x="595" y="509"/>
                </a:cubicBezTo>
                <a:cubicBezTo>
                  <a:pt x="595" y="509"/>
                  <a:pt x="595" y="509"/>
                  <a:pt x="595" y="509"/>
                </a:cubicBezTo>
                <a:cubicBezTo>
                  <a:pt x="595" y="510"/>
                  <a:pt x="595" y="510"/>
                  <a:pt x="595" y="511"/>
                </a:cubicBezTo>
                <a:cubicBezTo>
                  <a:pt x="595" y="511"/>
                  <a:pt x="595" y="511"/>
                  <a:pt x="595" y="511"/>
                </a:cubicBezTo>
                <a:cubicBezTo>
                  <a:pt x="595" y="511"/>
                  <a:pt x="595" y="511"/>
                  <a:pt x="595" y="511"/>
                </a:cubicBezTo>
                <a:cubicBezTo>
                  <a:pt x="593" y="512"/>
                  <a:pt x="593" y="514"/>
                  <a:pt x="592" y="516"/>
                </a:cubicBezTo>
                <a:cubicBezTo>
                  <a:pt x="591" y="516"/>
                  <a:pt x="591" y="515"/>
                  <a:pt x="591" y="515"/>
                </a:cubicBezTo>
                <a:cubicBezTo>
                  <a:pt x="592" y="514"/>
                  <a:pt x="593" y="512"/>
                  <a:pt x="594" y="511"/>
                </a:cubicBezTo>
                <a:cubicBezTo>
                  <a:pt x="595" y="510"/>
                  <a:pt x="594" y="509"/>
                  <a:pt x="593" y="509"/>
                </a:cubicBezTo>
                <a:cubicBezTo>
                  <a:pt x="593" y="509"/>
                  <a:pt x="593" y="509"/>
                  <a:pt x="593" y="509"/>
                </a:cubicBezTo>
                <a:cubicBezTo>
                  <a:pt x="593" y="509"/>
                  <a:pt x="593" y="509"/>
                  <a:pt x="593" y="508"/>
                </a:cubicBezTo>
                <a:cubicBezTo>
                  <a:pt x="593" y="507"/>
                  <a:pt x="594" y="506"/>
                  <a:pt x="592" y="506"/>
                </a:cubicBezTo>
                <a:cubicBezTo>
                  <a:pt x="592" y="506"/>
                  <a:pt x="592" y="506"/>
                  <a:pt x="593" y="506"/>
                </a:cubicBezTo>
                <a:cubicBezTo>
                  <a:pt x="594" y="505"/>
                  <a:pt x="595" y="504"/>
                  <a:pt x="595" y="503"/>
                </a:cubicBezTo>
                <a:cubicBezTo>
                  <a:pt x="595" y="503"/>
                  <a:pt x="595" y="502"/>
                  <a:pt x="594" y="502"/>
                </a:cubicBezTo>
                <a:cubicBezTo>
                  <a:pt x="594" y="502"/>
                  <a:pt x="593" y="502"/>
                  <a:pt x="593" y="502"/>
                </a:cubicBezTo>
                <a:cubicBezTo>
                  <a:pt x="593" y="504"/>
                  <a:pt x="590" y="504"/>
                  <a:pt x="589" y="506"/>
                </a:cubicBezTo>
                <a:cubicBezTo>
                  <a:pt x="589" y="506"/>
                  <a:pt x="589" y="506"/>
                  <a:pt x="589" y="506"/>
                </a:cubicBezTo>
                <a:cubicBezTo>
                  <a:pt x="589" y="506"/>
                  <a:pt x="589" y="506"/>
                  <a:pt x="589" y="507"/>
                </a:cubicBezTo>
                <a:cubicBezTo>
                  <a:pt x="589" y="507"/>
                  <a:pt x="589" y="507"/>
                  <a:pt x="589" y="507"/>
                </a:cubicBezTo>
                <a:cubicBezTo>
                  <a:pt x="589" y="506"/>
                  <a:pt x="589" y="505"/>
                  <a:pt x="590" y="505"/>
                </a:cubicBezTo>
                <a:cubicBezTo>
                  <a:pt x="590" y="505"/>
                  <a:pt x="590" y="505"/>
                  <a:pt x="590" y="505"/>
                </a:cubicBezTo>
                <a:cubicBezTo>
                  <a:pt x="590" y="504"/>
                  <a:pt x="591" y="504"/>
                  <a:pt x="592" y="503"/>
                </a:cubicBezTo>
                <a:cubicBezTo>
                  <a:pt x="593" y="502"/>
                  <a:pt x="592" y="502"/>
                  <a:pt x="591" y="502"/>
                </a:cubicBezTo>
                <a:cubicBezTo>
                  <a:pt x="591" y="501"/>
                  <a:pt x="590" y="502"/>
                  <a:pt x="589" y="501"/>
                </a:cubicBezTo>
                <a:cubicBezTo>
                  <a:pt x="590" y="501"/>
                  <a:pt x="590" y="501"/>
                  <a:pt x="591" y="501"/>
                </a:cubicBezTo>
                <a:cubicBezTo>
                  <a:pt x="591" y="501"/>
                  <a:pt x="592" y="502"/>
                  <a:pt x="593" y="501"/>
                </a:cubicBezTo>
                <a:cubicBezTo>
                  <a:pt x="594" y="500"/>
                  <a:pt x="596" y="498"/>
                  <a:pt x="598" y="498"/>
                </a:cubicBezTo>
                <a:cubicBezTo>
                  <a:pt x="599" y="498"/>
                  <a:pt x="599" y="497"/>
                  <a:pt x="599" y="497"/>
                </a:cubicBezTo>
                <a:cubicBezTo>
                  <a:pt x="599" y="495"/>
                  <a:pt x="600" y="494"/>
                  <a:pt x="599" y="492"/>
                </a:cubicBezTo>
                <a:cubicBezTo>
                  <a:pt x="599" y="492"/>
                  <a:pt x="599" y="492"/>
                  <a:pt x="599" y="492"/>
                </a:cubicBezTo>
                <a:cubicBezTo>
                  <a:pt x="599" y="491"/>
                  <a:pt x="598" y="490"/>
                  <a:pt x="597" y="490"/>
                </a:cubicBezTo>
                <a:cubicBezTo>
                  <a:pt x="596" y="490"/>
                  <a:pt x="594" y="490"/>
                  <a:pt x="593" y="490"/>
                </a:cubicBezTo>
                <a:cubicBezTo>
                  <a:pt x="592" y="489"/>
                  <a:pt x="591" y="489"/>
                  <a:pt x="590" y="491"/>
                </a:cubicBezTo>
                <a:cubicBezTo>
                  <a:pt x="590" y="491"/>
                  <a:pt x="590" y="491"/>
                  <a:pt x="590" y="491"/>
                </a:cubicBezTo>
                <a:cubicBezTo>
                  <a:pt x="590" y="491"/>
                  <a:pt x="590" y="491"/>
                  <a:pt x="590" y="491"/>
                </a:cubicBezTo>
                <a:cubicBezTo>
                  <a:pt x="590" y="491"/>
                  <a:pt x="590" y="490"/>
                  <a:pt x="589" y="490"/>
                </a:cubicBezTo>
                <a:cubicBezTo>
                  <a:pt x="589" y="490"/>
                  <a:pt x="589" y="490"/>
                  <a:pt x="589" y="490"/>
                </a:cubicBezTo>
                <a:cubicBezTo>
                  <a:pt x="589" y="490"/>
                  <a:pt x="589" y="490"/>
                  <a:pt x="589" y="490"/>
                </a:cubicBezTo>
                <a:cubicBezTo>
                  <a:pt x="589" y="490"/>
                  <a:pt x="589" y="490"/>
                  <a:pt x="589" y="490"/>
                </a:cubicBezTo>
                <a:cubicBezTo>
                  <a:pt x="589" y="490"/>
                  <a:pt x="589" y="489"/>
                  <a:pt x="590" y="489"/>
                </a:cubicBezTo>
                <a:cubicBezTo>
                  <a:pt x="590" y="489"/>
                  <a:pt x="590" y="489"/>
                  <a:pt x="590" y="489"/>
                </a:cubicBezTo>
                <a:cubicBezTo>
                  <a:pt x="590" y="489"/>
                  <a:pt x="590" y="489"/>
                  <a:pt x="590" y="489"/>
                </a:cubicBezTo>
                <a:cubicBezTo>
                  <a:pt x="590" y="489"/>
                  <a:pt x="590" y="489"/>
                  <a:pt x="590" y="489"/>
                </a:cubicBezTo>
                <a:cubicBezTo>
                  <a:pt x="590" y="489"/>
                  <a:pt x="590" y="489"/>
                  <a:pt x="590" y="489"/>
                </a:cubicBezTo>
                <a:cubicBezTo>
                  <a:pt x="590" y="488"/>
                  <a:pt x="591" y="488"/>
                  <a:pt x="591" y="487"/>
                </a:cubicBezTo>
                <a:cubicBezTo>
                  <a:pt x="592" y="486"/>
                  <a:pt x="593" y="485"/>
                  <a:pt x="591" y="484"/>
                </a:cubicBezTo>
                <a:cubicBezTo>
                  <a:pt x="591" y="484"/>
                  <a:pt x="591" y="484"/>
                  <a:pt x="591" y="484"/>
                </a:cubicBezTo>
                <a:cubicBezTo>
                  <a:pt x="591" y="484"/>
                  <a:pt x="591" y="483"/>
                  <a:pt x="591" y="483"/>
                </a:cubicBezTo>
                <a:cubicBezTo>
                  <a:pt x="591" y="480"/>
                  <a:pt x="589" y="477"/>
                  <a:pt x="586" y="476"/>
                </a:cubicBezTo>
                <a:cubicBezTo>
                  <a:pt x="583" y="475"/>
                  <a:pt x="582" y="475"/>
                  <a:pt x="582" y="478"/>
                </a:cubicBezTo>
                <a:cubicBezTo>
                  <a:pt x="582" y="479"/>
                  <a:pt x="582" y="479"/>
                  <a:pt x="582" y="480"/>
                </a:cubicBezTo>
                <a:cubicBezTo>
                  <a:pt x="582" y="480"/>
                  <a:pt x="582" y="480"/>
                  <a:pt x="582" y="480"/>
                </a:cubicBezTo>
                <a:cubicBezTo>
                  <a:pt x="582" y="480"/>
                  <a:pt x="582" y="480"/>
                  <a:pt x="582" y="480"/>
                </a:cubicBezTo>
                <a:cubicBezTo>
                  <a:pt x="581" y="478"/>
                  <a:pt x="580" y="481"/>
                  <a:pt x="579" y="481"/>
                </a:cubicBezTo>
                <a:cubicBezTo>
                  <a:pt x="579" y="480"/>
                  <a:pt x="580" y="479"/>
                  <a:pt x="580" y="479"/>
                </a:cubicBezTo>
                <a:cubicBezTo>
                  <a:pt x="581" y="479"/>
                  <a:pt x="582" y="479"/>
                  <a:pt x="582" y="478"/>
                </a:cubicBezTo>
                <a:cubicBezTo>
                  <a:pt x="581" y="477"/>
                  <a:pt x="582" y="475"/>
                  <a:pt x="580" y="475"/>
                </a:cubicBezTo>
                <a:cubicBezTo>
                  <a:pt x="578" y="474"/>
                  <a:pt x="577" y="473"/>
                  <a:pt x="576" y="472"/>
                </a:cubicBezTo>
                <a:cubicBezTo>
                  <a:pt x="575" y="471"/>
                  <a:pt x="573" y="470"/>
                  <a:pt x="572" y="470"/>
                </a:cubicBezTo>
                <a:cubicBezTo>
                  <a:pt x="571" y="470"/>
                  <a:pt x="571" y="470"/>
                  <a:pt x="571" y="470"/>
                </a:cubicBezTo>
                <a:cubicBezTo>
                  <a:pt x="571" y="470"/>
                  <a:pt x="571" y="470"/>
                  <a:pt x="571" y="470"/>
                </a:cubicBezTo>
                <a:cubicBezTo>
                  <a:pt x="569" y="470"/>
                  <a:pt x="568" y="471"/>
                  <a:pt x="567" y="472"/>
                </a:cubicBezTo>
                <a:cubicBezTo>
                  <a:pt x="564" y="472"/>
                  <a:pt x="563" y="474"/>
                  <a:pt x="561" y="475"/>
                </a:cubicBezTo>
                <a:cubicBezTo>
                  <a:pt x="559" y="477"/>
                  <a:pt x="559" y="480"/>
                  <a:pt x="561" y="482"/>
                </a:cubicBezTo>
                <a:cubicBezTo>
                  <a:pt x="561" y="482"/>
                  <a:pt x="561" y="482"/>
                  <a:pt x="561" y="482"/>
                </a:cubicBezTo>
                <a:cubicBezTo>
                  <a:pt x="564" y="484"/>
                  <a:pt x="567" y="486"/>
                  <a:pt x="571" y="487"/>
                </a:cubicBezTo>
                <a:cubicBezTo>
                  <a:pt x="570" y="488"/>
                  <a:pt x="568" y="488"/>
                  <a:pt x="567" y="487"/>
                </a:cubicBezTo>
                <a:cubicBezTo>
                  <a:pt x="566" y="486"/>
                  <a:pt x="565" y="485"/>
                  <a:pt x="564" y="484"/>
                </a:cubicBezTo>
                <a:cubicBezTo>
                  <a:pt x="563" y="484"/>
                  <a:pt x="562" y="484"/>
                  <a:pt x="562" y="484"/>
                </a:cubicBezTo>
                <a:cubicBezTo>
                  <a:pt x="561" y="483"/>
                  <a:pt x="560" y="483"/>
                  <a:pt x="560" y="482"/>
                </a:cubicBezTo>
                <a:cubicBezTo>
                  <a:pt x="560" y="482"/>
                  <a:pt x="560" y="482"/>
                  <a:pt x="560" y="482"/>
                </a:cubicBezTo>
                <a:cubicBezTo>
                  <a:pt x="560" y="482"/>
                  <a:pt x="560" y="482"/>
                  <a:pt x="560" y="482"/>
                </a:cubicBezTo>
                <a:cubicBezTo>
                  <a:pt x="558" y="482"/>
                  <a:pt x="557" y="485"/>
                  <a:pt x="557" y="487"/>
                </a:cubicBezTo>
                <a:cubicBezTo>
                  <a:pt x="556" y="488"/>
                  <a:pt x="557" y="489"/>
                  <a:pt x="557" y="491"/>
                </a:cubicBezTo>
                <a:cubicBezTo>
                  <a:pt x="557" y="491"/>
                  <a:pt x="557" y="491"/>
                  <a:pt x="557" y="491"/>
                </a:cubicBezTo>
                <a:cubicBezTo>
                  <a:pt x="557" y="491"/>
                  <a:pt x="557" y="491"/>
                  <a:pt x="557" y="491"/>
                </a:cubicBezTo>
                <a:cubicBezTo>
                  <a:pt x="556" y="492"/>
                  <a:pt x="557" y="494"/>
                  <a:pt x="559" y="494"/>
                </a:cubicBezTo>
                <a:cubicBezTo>
                  <a:pt x="560" y="495"/>
                  <a:pt x="560" y="496"/>
                  <a:pt x="559" y="497"/>
                </a:cubicBezTo>
                <a:cubicBezTo>
                  <a:pt x="559" y="495"/>
                  <a:pt x="557" y="494"/>
                  <a:pt x="556" y="494"/>
                </a:cubicBezTo>
                <a:cubicBezTo>
                  <a:pt x="554" y="494"/>
                  <a:pt x="554" y="493"/>
                  <a:pt x="555" y="491"/>
                </a:cubicBezTo>
                <a:cubicBezTo>
                  <a:pt x="556" y="489"/>
                  <a:pt x="556" y="487"/>
                  <a:pt x="556" y="484"/>
                </a:cubicBezTo>
                <a:cubicBezTo>
                  <a:pt x="556" y="483"/>
                  <a:pt x="554" y="482"/>
                  <a:pt x="553" y="482"/>
                </a:cubicBezTo>
                <a:cubicBezTo>
                  <a:pt x="553" y="481"/>
                  <a:pt x="552" y="483"/>
                  <a:pt x="551" y="483"/>
                </a:cubicBezTo>
                <a:cubicBezTo>
                  <a:pt x="551" y="484"/>
                  <a:pt x="550" y="485"/>
                  <a:pt x="549" y="486"/>
                </a:cubicBezTo>
                <a:cubicBezTo>
                  <a:pt x="549" y="485"/>
                  <a:pt x="549" y="485"/>
                  <a:pt x="549" y="485"/>
                </a:cubicBezTo>
                <a:cubicBezTo>
                  <a:pt x="549" y="485"/>
                  <a:pt x="549" y="485"/>
                  <a:pt x="549" y="485"/>
                </a:cubicBezTo>
                <a:cubicBezTo>
                  <a:pt x="550" y="484"/>
                  <a:pt x="551" y="483"/>
                  <a:pt x="549" y="482"/>
                </a:cubicBezTo>
                <a:cubicBezTo>
                  <a:pt x="549" y="482"/>
                  <a:pt x="549" y="482"/>
                  <a:pt x="549" y="482"/>
                </a:cubicBezTo>
                <a:cubicBezTo>
                  <a:pt x="549" y="482"/>
                  <a:pt x="549" y="482"/>
                  <a:pt x="549" y="482"/>
                </a:cubicBezTo>
                <a:cubicBezTo>
                  <a:pt x="549" y="482"/>
                  <a:pt x="549" y="482"/>
                  <a:pt x="549" y="482"/>
                </a:cubicBezTo>
                <a:cubicBezTo>
                  <a:pt x="549" y="481"/>
                  <a:pt x="550" y="479"/>
                  <a:pt x="549" y="478"/>
                </a:cubicBezTo>
                <a:cubicBezTo>
                  <a:pt x="549" y="478"/>
                  <a:pt x="549" y="478"/>
                  <a:pt x="549" y="478"/>
                </a:cubicBezTo>
                <a:cubicBezTo>
                  <a:pt x="549" y="478"/>
                  <a:pt x="549" y="478"/>
                  <a:pt x="549" y="478"/>
                </a:cubicBezTo>
                <a:cubicBezTo>
                  <a:pt x="548" y="479"/>
                  <a:pt x="548" y="480"/>
                  <a:pt x="548" y="480"/>
                </a:cubicBezTo>
                <a:cubicBezTo>
                  <a:pt x="547" y="481"/>
                  <a:pt x="548" y="479"/>
                  <a:pt x="547" y="479"/>
                </a:cubicBezTo>
                <a:cubicBezTo>
                  <a:pt x="546" y="480"/>
                  <a:pt x="547" y="480"/>
                  <a:pt x="547" y="481"/>
                </a:cubicBezTo>
                <a:cubicBezTo>
                  <a:pt x="547" y="481"/>
                  <a:pt x="547" y="481"/>
                  <a:pt x="547" y="481"/>
                </a:cubicBezTo>
                <a:cubicBezTo>
                  <a:pt x="546" y="482"/>
                  <a:pt x="545" y="483"/>
                  <a:pt x="546" y="484"/>
                </a:cubicBezTo>
                <a:cubicBezTo>
                  <a:pt x="547" y="485"/>
                  <a:pt x="547" y="487"/>
                  <a:pt x="549" y="489"/>
                </a:cubicBezTo>
                <a:cubicBezTo>
                  <a:pt x="546" y="488"/>
                  <a:pt x="546" y="485"/>
                  <a:pt x="545" y="484"/>
                </a:cubicBezTo>
                <a:cubicBezTo>
                  <a:pt x="544" y="485"/>
                  <a:pt x="544" y="486"/>
                  <a:pt x="544" y="486"/>
                </a:cubicBezTo>
                <a:cubicBezTo>
                  <a:pt x="544" y="487"/>
                  <a:pt x="544" y="487"/>
                  <a:pt x="544" y="487"/>
                </a:cubicBezTo>
                <a:cubicBezTo>
                  <a:pt x="541" y="487"/>
                  <a:pt x="543" y="489"/>
                  <a:pt x="543" y="489"/>
                </a:cubicBezTo>
                <a:cubicBezTo>
                  <a:pt x="544" y="490"/>
                  <a:pt x="544" y="491"/>
                  <a:pt x="544" y="491"/>
                </a:cubicBezTo>
                <a:cubicBezTo>
                  <a:pt x="543" y="492"/>
                  <a:pt x="542" y="492"/>
                  <a:pt x="541" y="493"/>
                </a:cubicBezTo>
                <a:cubicBezTo>
                  <a:pt x="539" y="493"/>
                  <a:pt x="540" y="496"/>
                  <a:pt x="539" y="496"/>
                </a:cubicBezTo>
                <a:cubicBezTo>
                  <a:pt x="540" y="492"/>
                  <a:pt x="540" y="492"/>
                  <a:pt x="537" y="491"/>
                </a:cubicBezTo>
                <a:cubicBezTo>
                  <a:pt x="538" y="489"/>
                  <a:pt x="540" y="490"/>
                  <a:pt x="541" y="491"/>
                </a:cubicBezTo>
                <a:cubicBezTo>
                  <a:pt x="541" y="489"/>
                  <a:pt x="540" y="489"/>
                  <a:pt x="540" y="488"/>
                </a:cubicBezTo>
                <a:cubicBezTo>
                  <a:pt x="539" y="488"/>
                  <a:pt x="538" y="488"/>
                  <a:pt x="539" y="487"/>
                </a:cubicBezTo>
                <a:cubicBezTo>
                  <a:pt x="540" y="485"/>
                  <a:pt x="540" y="483"/>
                  <a:pt x="541" y="482"/>
                </a:cubicBezTo>
                <a:cubicBezTo>
                  <a:pt x="543" y="481"/>
                  <a:pt x="542" y="480"/>
                  <a:pt x="542" y="478"/>
                </a:cubicBezTo>
                <a:cubicBezTo>
                  <a:pt x="542" y="478"/>
                  <a:pt x="541" y="478"/>
                  <a:pt x="541" y="478"/>
                </a:cubicBezTo>
                <a:cubicBezTo>
                  <a:pt x="540" y="479"/>
                  <a:pt x="539" y="480"/>
                  <a:pt x="538" y="481"/>
                </a:cubicBezTo>
                <a:cubicBezTo>
                  <a:pt x="538" y="482"/>
                  <a:pt x="537" y="483"/>
                  <a:pt x="536" y="485"/>
                </a:cubicBezTo>
                <a:cubicBezTo>
                  <a:pt x="536" y="485"/>
                  <a:pt x="535" y="485"/>
                  <a:pt x="535" y="485"/>
                </a:cubicBezTo>
                <a:cubicBezTo>
                  <a:pt x="536" y="484"/>
                  <a:pt x="536" y="484"/>
                  <a:pt x="536" y="483"/>
                </a:cubicBezTo>
                <a:cubicBezTo>
                  <a:pt x="537" y="481"/>
                  <a:pt x="538" y="480"/>
                  <a:pt x="539" y="478"/>
                </a:cubicBezTo>
                <a:cubicBezTo>
                  <a:pt x="540" y="477"/>
                  <a:pt x="541" y="477"/>
                  <a:pt x="542" y="476"/>
                </a:cubicBezTo>
                <a:cubicBezTo>
                  <a:pt x="542" y="474"/>
                  <a:pt x="543" y="473"/>
                  <a:pt x="544" y="471"/>
                </a:cubicBezTo>
                <a:cubicBezTo>
                  <a:pt x="545" y="470"/>
                  <a:pt x="544" y="469"/>
                  <a:pt x="544" y="469"/>
                </a:cubicBezTo>
                <a:cubicBezTo>
                  <a:pt x="542" y="468"/>
                  <a:pt x="542" y="467"/>
                  <a:pt x="542" y="466"/>
                </a:cubicBezTo>
                <a:cubicBezTo>
                  <a:pt x="542" y="466"/>
                  <a:pt x="542" y="466"/>
                  <a:pt x="542" y="466"/>
                </a:cubicBezTo>
                <a:cubicBezTo>
                  <a:pt x="541" y="465"/>
                  <a:pt x="541" y="464"/>
                  <a:pt x="540" y="464"/>
                </a:cubicBezTo>
                <a:cubicBezTo>
                  <a:pt x="540" y="464"/>
                  <a:pt x="541" y="463"/>
                  <a:pt x="541" y="463"/>
                </a:cubicBezTo>
                <a:cubicBezTo>
                  <a:pt x="542" y="461"/>
                  <a:pt x="542" y="459"/>
                  <a:pt x="540" y="457"/>
                </a:cubicBezTo>
                <a:cubicBezTo>
                  <a:pt x="540" y="457"/>
                  <a:pt x="540" y="457"/>
                  <a:pt x="540" y="457"/>
                </a:cubicBezTo>
                <a:cubicBezTo>
                  <a:pt x="540" y="457"/>
                  <a:pt x="540" y="457"/>
                  <a:pt x="540" y="457"/>
                </a:cubicBezTo>
                <a:cubicBezTo>
                  <a:pt x="539" y="456"/>
                  <a:pt x="536" y="456"/>
                  <a:pt x="535" y="454"/>
                </a:cubicBezTo>
                <a:cubicBezTo>
                  <a:pt x="535" y="454"/>
                  <a:pt x="535" y="454"/>
                  <a:pt x="535" y="454"/>
                </a:cubicBezTo>
                <a:cubicBezTo>
                  <a:pt x="535" y="454"/>
                  <a:pt x="536" y="454"/>
                  <a:pt x="536" y="453"/>
                </a:cubicBezTo>
                <a:cubicBezTo>
                  <a:pt x="536" y="451"/>
                  <a:pt x="536" y="449"/>
                  <a:pt x="536" y="447"/>
                </a:cubicBezTo>
                <a:cubicBezTo>
                  <a:pt x="536" y="447"/>
                  <a:pt x="536" y="447"/>
                  <a:pt x="536" y="446"/>
                </a:cubicBezTo>
                <a:cubicBezTo>
                  <a:pt x="536" y="446"/>
                  <a:pt x="535" y="446"/>
                  <a:pt x="535" y="446"/>
                </a:cubicBezTo>
                <a:cubicBezTo>
                  <a:pt x="534" y="444"/>
                  <a:pt x="534" y="441"/>
                  <a:pt x="532" y="440"/>
                </a:cubicBezTo>
                <a:cubicBezTo>
                  <a:pt x="532" y="440"/>
                  <a:pt x="532" y="440"/>
                  <a:pt x="532" y="440"/>
                </a:cubicBezTo>
                <a:cubicBezTo>
                  <a:pt x="532" y="440"/>
                  <a:pt x="532" y="440"/>
                  <a:pt x="532" y="440"/>
                </a:cubicBezTo>
                <a:cubicBezTo>
                  <a:pt x="530" y="439"/>
                  <a:pt x="527" y="440"/>
                  <a:pt x="524" y="440"/>
                </a:cubicBezTo>
                <a:cubicBezTo>
                  <a:pt x="522" y="440"/>
                  <a:pt x="521" y="440"/>
                  <a:pt x="520" y="442"/>
                </a:cubicBezTo>
                <a:cubicBezTo>
                  <a:pt x="519" y="442"/>
                  <a:pt x="518" y="442"/>
                  <a:pt x="518" y="442"/>
                </a:cubicBezTo>
                <a:cubicBezTo>
                  <a:pt x="518" y="442"/>
                  <a:pt x="518" y="442"/>
                  <a:pt x="518" y="442"/>
                </a:cubicBezTo>
                <a:cubicBezTo>
                  <a:pt x="515" y="443"/>
                  <a:pt x="513" y="445"/>
                  <a:pt x="511" y="446"/>
                </a:cubicBezTo>
                <a:cubicBezTo>
                  <a:pt x="511" y="447"/>
                  <a:pt x="511" y="447"/>
                  <a:pt x="512" y="448"/>
                </a:cubicBezTo>
                <a:cubicBezTo>
                  <a:pt x="514" y="448"/>
                  <a:pt x="514" y="450"/>
                  <a:pt x="514" y="452"/>
                </a:cubicBezTo>
                <a:cubicBezTo>
                  <a:pt x="514" y="452"/>
                  <a:pt x="515" y="453"/>
                  <a:pt x="514" y="453"/>
                </a:cubicBezTo>
                <a:cubicBezTo>
                  <a:pt x="513" y="453"/>
                  <a:pt x="513" y="452"/>
                  <a:pt x="513" y="451"/>
                </a:cubicBezTo>
                <a:cubicBezTo>
                  <a:pt x="513" y="449"/>
                  <a:pt x="511" y="448"/>
                  <a:pt x="508" y="448"/>
                </a:cubicBezTo>
                <a:cubicBezTo>
                  <a:pt x="508" y="448"/>
                  <a:pt x="508" y="448"/>
                  <a:pt x="508" y="448"/>
                </a:cubicBezTo>
                <a:cubicBezTo>
                  <a:pt x="507" y="449"/>
                  <a:pt x="506" y="449"/>
                  <a:pt x="505" y="450"/>
                </a:cubicBezTo>
                <a:cubicBezTo>
                  <a:pt x="505" y="450"/>
                  <a:pt x="505" y="450"/>
                  <a:pt x="505" y="450"/>
                </a:cubicBezTo>
                <a:cubicBezTo>
                  <a:pt x="505" y="450"/>
                  <a:pt x="505" y="450"/>
                  <a:pt x="505" y="450"/>
                </a:cubicBezTo>
                <a:cubicBezTo>
                  <a:pt x="505" y="452"/>
                  <a:pt x="506" y="454"/>
                  <a:pt x="508" y="455"/>
                </a:cubicBezTo>
                <a:cubicBezTo>
                  <a:pt x="508" y="455"/>
                  <a:pt x="508" y="455"/>
                  <a:pt x="508" y="455"/>
                </a:cubicBezTo>
                <a:cubicBezTo>
                  <a:pt x="508" y="455"/>
                  <a:pt x="508" y="455"/>
                  <a:pt x="508" y="455"/>
                </a:cubicBezTo>
                <a:cubicBezTo>
                  <a:pt x="507" y="456"/>
                  <a:pt x="507" y="455"/>
                  <a:pt x="506" y="455"/>
                </a:cubicBezTo>
                <a:cubicBezTo>
                  <a:pt x="506" y="455"/>
                  <a:pt x="506" y="455"/>
                  <a:pt x="506" y="455"/>
                </a:cubicBezTo>
                <a:cubicBezTo>
                  <a:pt x="505" y="454"/>
                  <a:pt x="504" y="453"/>
                  <a:pt x="504" y="452"/>
                </a:cubicBezTo>
                <a:cubicBezTo>
                  <a:pt x="504" y="451"/>
                  <a:pt x="504" y="451"/>
                  <a:pt x="503" y="451"/>
                </a:cubicBezTo>
                <a:cubicBezTo>
                  <a:pt x="502" y="452"/>
                  <a:pt x="501" y="452"/>
                  <a:pt x="501" y="454"/>
                </a:cubicBezTo>
                <a:cubicBezTo>
                  <a:pt x="500" y="455"/>
                  <a:pt x="500" y="456"/>
                  <a:pt x="502" y="457"/>
                </a:cubicBezTo>
                <a:cubicBezTo>
                  <a:pt x="503" y="458"/>
                  <a:pt x="505" y="459"/>
                  <a:pt x="506" y="459"/>
                </a:cubicBezTo>
                <a:cubicBezTo>
                  <a:pt x="507" y="460"/>
                  <a:pt x="509" y="460"/>
                  <a:pt x="510" y="461"/>
                </a:cubicBezTo>
                <a:cubicBezTo>
                  <a:pt x="509" y="461"/>
                  <a:pt x="509" y="461"/>
                  <a:pt x="509" y="461"/>
                </a:cubicBezTo>
                <a:cubicBezTo>
                  <a:pt x="509" y="461"/>
                  <a:pt x="509" y="461"/>
                  <a:pt x="509" y="461"/>
                </a:cubicBezTo>
                <a:cubicBezTo>
                  <a:pt x="509" y="461"/>
                  <a:pt x="509" y="461"/>
                  <a:pt x="509" y="461"/>
                </a:cubicBezTo>
                <a:cubicBezTo>
                  <a:pt x="506" y="461"/>
                  <a:pt x="503" y="461"/>
                  <a:pt x="501" y="459"/>
                </a:cubicBezTo>
                <a:cubicBezTo>
                  <a:pt x="501" y="459"/>
                  <a:pt x="501" y="458"/>
                  <a:pt x="500" y="459"/>
                </a:cubicBezTo>
                <a:cubicBezTo>
                  <a:pt x="500" y="459"/>
                  <a:pt x="500" y="459"/>
                  <a:pt x="500" y="460"/>
                </a:cubicBezTo>
                <a:cubicBezTo>
                  <a:pt x="500" y="460"/>
                  <a:pt x="500" y="461"/>
                  <a:pt x="500" y="461"/>
                </a:cubicBezTo>
                <a:cubicBezTo>
                  <a:pt x="500" y="461"/>
                  <a:pt x="499" y="461"/>
                  <a:pt x="499" y="460"/>
                </a:cubicBezTo>
                <a:cubicBezTo>
                  <a:pt x="499" y="459"/>
                  <a:pt x="499" y="459"/>
                  <a:pt x="498" y="459"/>
                </a:cubicBezTo>
                <a:cubicBezTo>
                  <a:pt x="498" y="459"/>
                  <a:pt x="497" y="460"/>
                  <a:pt x="497" y="460"/>
                </a:cubicBezTo>
                <a:cubicBezTo>
                  <a:pt x="497" y="461"/>
                  <a:pt x="497" y="462"/>
                  <a:pt x="497" y="462"/>
                </a:cubicBezTo>
                <a:cubicBezTo>
                  <a:pt x="499" y="462"/>
                  <a:pt x="500" y="463"/>
                  <a:pt x="501" y="461"/>
                </a:cubicBezTo>
                <a:cubicBezTo>
                  <a:pt x="501" y="461"/>
                  <a:pt x="501" y="461"/>
                  <a:pt x="501" y="461"/>
                </a:cubicBezTo>
                <a:cubicBezTo>
                  <a:pt x="502" y="464"/>
                  <a:pt x="504" y="465"/>
                  <a:pt x="506" y="466"/>
                </a:cubicBezTo>
                <a:cubicBezTo>
                  <a:pt x="505" y="467"/>
                  <a:pt x="505" y="467"/>
                  <a:pt x="504" y="467"/>
                </a:cubicBezTo>
                <a:cubicBezTo>
                  <a:pt x="504" y="467"/>
                  <a:pt x="504" y="467"/>
                  <a:pt x="504" y="467"/>
                </a:cubicBezTo>
                <a:cubicBezTo>
                  <a:pt x="504" y="467"/>
                  <a:pt x="504" y="467"/>
                  <a:pt x="504" y="467"/>
                </a:cubicBezTo>
                <a:cubicBezTo>
                  <a:pt x="503" y="466"/>
                  <a:pt x="501" y="465"/>
                  <a:pt x="500" y="464"/>
                </a:cubicBezTo>
                <a:cubicBezTo>
                  <a:pt x="497" y="463"/>
                  <a:pt x="496" y="464"/>
                  <a:pt x="496" y="466"/>
                </a:cubicBezTo>
                <a:cubicBezTo>
                  <a:pt x="496" y="468"/>
                  <a:pt x="496" y="469"/>
                  <a:pt x="495" y="471"/>
                </a:cubicBezTo>
                <a:cubicBezTo>
                  <a:pt x="495" y="471"/>
                  <a:pt x="496" y="472"/>
                  <a:pt x="496" y="472"/>
                </a:cubicBezTo>
                <a:cubicBezTo>
                  <a:pt x="496" y="473"/>
                  <a:pt x="496" y="473"/>
                  <a:pt x="496" y="473"/>
                </a:cubicBezTo>
                <a:cubicBezTo>
                  <a:pt x="496" y="474"/>
                  <a:pt x="495" y="475"/>
                  <a:pt x="497" y="475"/>
                </a:cubicBezTo>
                <a:cubicBezTo>
                  <a:pt x="497" y="475"/>
                  <a:pt x="497" y="475"/>
                  <a:pt x="497" y="475"/>
                </a:cubicBezTo>
                <a:cubicBezTo>
                  <a:pt x="497" y="476"/>
                  <a:pt x="497" y="476"/>
                  <a:pt x="497" y="476"/>
                </a:cubicBezTo>
                <a:cubicBezTo>
                  <a:pt x="497" y="476"/>
                  <a:pt x="496" y="476"/>
                  <a:pt x="496" y="477"/>
                </a:cubicBezTo>
                <a:cubicBezTo>
                  <a:pt x="497" y="480"/>
                  <a:pt x="499" y="481"/>
                  <a:pt x="501" y="482"/>
                </a:cubicBezTo>
                <a:cubicBezTo>
                  <a:pt x="501" y="482"/>
                  <a:pt x="501" y="482"/>
                  <a:pt x="501" y="482"/>
                </a:cubicBezTo>
                <a:cubicBezTo>
                  <a:pt x="501" y="482"/>
                  <a:pt x="501" y="482"/>
                  <a:pt x="501" y="482"/>
                </a:cubicBezTo>
                <a:cubicBezTo>
                  <a:pt x="501" y="483"/>
                  <a:pt x="502" y="483"/>
                  <a:pt x="503" y="484"/>
                </a:cubicBezTo>
                <a:cubicBezTo>
                  <a:pt x="503" y="484"/>
                  <a:pt x="503" y="484"/>
                  <a:pt x="503" y="484"/>
                </a:cubicBezTo>
                <a:cubicBezTo>
                  <a:pt x="503" y="484"/>
                  <a:pt x="503" y="484"/>
                  <a:pt x="503" y="484"/>
                </a:cubicBezTo>
                <a:cubicBezTo>
                  <a:pt x="503" y="486"/>
                  <a:pt x="505" y="487"/>
                  <a:pt x="506" y="488"/>
                </a:cubicBezTo>
                <a:cubicBezTo>
                  <a:pt x="506" y="489"/>
                  <a:pt x="506" y="489"/>
                  <a:pt x="506" y="489"/>
                </a:cubicBezTo>
                <a:cubicBezTo>
                  <a:pt x="506" y="489"/>
                  <a:pt x="506" y="489"/>
                  <a:pt x="506" y="489"/>
                </a:cubicBezTo>
                <a:cubicBezTo>
                  <a:pt x="505" y="489"/>
                  <a:pt x="504" y="488"/>
                  <a:pt x="504" y="488"/>
                </a:cubicBezTo>
                <a:cubicBezTo>
                  <a:pt x="503" y="486"/>
                  <a:pt x="501" y="485"/>
                  <a:pt x="499" y="485"/>
                </a:cubicBezTo>
                <a:cubicBezTo>
                  <a:pt x="498" y="485"/>
                  <a:pt x="497" y="486"/>
                  <a:pt x="498" y="488"/>
                </a:cubicBezTo>
                <a:cubicBezTo>
                  <a:pt x="498" y="489"/>
                  <a:pt x="498" y="490"/>
                  <a:pt x="496" y="491"/>
                </a:cubicBezTo>
                <a:cubicBezTo>
                  <a:pt x="493" y="493"/>
                  <a:pt x="493" y="493"/>
                  <a:pt x="496" y="495"/>
                </a:cubicBezTo>
                <a:cubicBezTo>
                  <a:pt x="497" y="496"/>
                  <a:pt x="498" y="497"/>
                  <a:pt x="497" y="499"/>
                </a:cubicBezTo>
                <a:cubicBezTo>
                  <a:pt x="497" y="499"/>
                  <a:pt x="497" y="499"/>
                  <a:pt x="497" y="500"/>
                </a:cubicBezTo>
                <a:cubicBezTo>
                  <a:pt x="498" y="500"/>
                  <a:pt x="498" y="501"/>
                  <a:pt x="499" y="502"/>
                </a:cubicBezTo>
                <a:cubicBezTo>
                  <a:pt x="500" y="502"/>
                  <a:pt x="501" y="502"/>
                  <a:pt x="502" y="503"/>
                </a:cubicBezTo>
                <a:cubicBezTo>
                  <a:pt x="503" y="503"/>
                  <a:pt x="503" y="502"/>
                  <a:pt x="503" y="502"/>
                </a:cubicBezTo>
                <a:cubicBezTo>
                  <a:pt x="504" y="501"/>
                  <a:pt x="506" y="502"/>
                  <a:pt x="506" y="503"/>
                </a:cubicBezTo>
                <a:cubicBezTo>
                  <a:pt x="505" y="504"/>
                  <a:pt x="506" y="505"/>
                  <a:pt x="506" y="507"/>
                </a:cubicBezTo>
                <a:cubicBezTo>
                  <a:pt x="506" y="507"/>
                  <a:pt x="506" y="508"/>
                  <a:pt x="506" y="508"/>
                </a:cubicBezTo>
                <a:cubicBezTo>
                  <a:pt x="504" y="508"/>
                  <a:pt x="504" y="510"/>
                  <a:pt x="504" y="511"/>
                </a:cubicBezTo>
                <a:cubicBezTo>
                  <a:pt x="504" y="511"/>
                  <a:pt x="504" y="511"/>
                  <a:pt x="504" y="511"/>
                </a:cubicBezTo>
                <a:cubicBezTo>
                  <a:pt x="504" y="511"/>
                  <a:pt x="503" y="511"/>
                  <a:pt x="503" y="511"/>
                </a:cubicBezTo>
                <a:cubicBezTo>
                  <a:pt x="503" y="511"/>
                  <a:pt x="503" y="511"/>
                  <a:pt x="503" y="511"/>
                </a:cubicBezTo>
                <a:cubicBezTo>
                  <a:pt x="503" y="511"/>
                  <a:pt x="503" y="511"/>
                  <a:pt x="503" y="511"/>
                </a:cubicBezTo>
                <a:cubicBezTo>
                  <a:pt x="502" y="511"/>
                  <a:pt x="503" y="509"/>
                  <a:pt x="502" y="509"/>
                </a:cubicBezTo>
                <a:cubicBezTo>
                  <a:pt x="500" y="509"/>
                  <a:pt x="498" y="507"/>
                  <a:pt x="497" y="506"/>
                </a:cubicBezTo>
                <a:cubicBezTo>
                  <a:pt x="494" y="502"/>
                  <a:pt x="491" y="498"/>
                  <a:pt x="490" y="493"/>
                </a:cubicBezTo>
                <a:cubicBezTo>
                  <a:pt x="489" y="490"/>
                  <a:pt x="488" y="486"/>
                  <a:pt x="490" y="482"/>
                </a:cubicBezTo>
                <a:cubicBezTo>
                  <a:pt x="491" y="481"/>
                  <a:pt x="491" y="481"/>
                  <a:pt x="490" y="480"/>
                </a:cubicBezTo>
                <a:cubicBezTo>
                  <a:pt x="490" y="478"/>
                  <a:pt x="489" y="477"/>
                  <a:pt x="488" y="475"/>
                </a:cubicBezTo>
                <a:cubicBezTo>
                  <a:pt x="486" y="474"/>
                  <a:pt x="486" y="472"/>
                  <a:pt x="486" y="470"/>
                </a:cubicBezTo>
                <a:cubicBezTo>
                  <a:pt x="487" y="469"/>
                  <a:pt x="487" y="468"/>
                  <a:pt x="487" y="467"/>
                </a:cubicBezTo>
                <a:cubicBezTo>
                  <a:pt x="488" y="465"/>
                  <a:pt x="490" y="463"/>
                  <a:pt x="490" y="461"/>
                </a:cubicBezTo>
                <a:cubicBezTo>
                  <a:pt x="491" y="457"/>
                  <a:pt x="492" y="454"/>
                  <a:pt x="494" y="451"/>
                </a:cubicBezTo>
                <a:cubicBezTo>
                  <a:pt x="494" y="451"/>
                  <a:pt x="494" y="451"/>
                  <a:pt x="494" y="451"/>
                </a:cubicBezTo>
                <a:cubicBezTo>
                  <a:pt x="494" y="451"/>
                  <a:pt x="494" y="451"/>
                  <a:pt x="494" y="450"/>
                </a:cubicBezTo>
                <a:cubicBezTo>
                  <a:pt x="496" y="448"/>
                  <a:pt x="498" y="446"/>
                  <a:pt x="501" y="443"/>
                </a:cubicBezTo>
                <a:cubicBezTo>
                  <a:pt x="501" y="443"/>
                  <a:pt x="501" y="443"/>
                  <a:pt x="501" y="443"/>
                </a:cubicBezTo>
                <a:cubicBezTo>
                  <a:pt x="501" y="443"/>
                  <a:pt x="502" y="442"/>
                  <a:pt x="502" y="441"/>
                </a:cubicBezTo>
                <a:cubicBezTo>
                  <a:pt x="503" y="440"/>
                  <a:pt x="503" y="439"/>
                  <a:pt x="502" y="439"/>
                </a:cubicBezTo>
                <a:cubicBezTo>
                  <a:pt x="502" y="439"/>
                  <a:pt x="502" y="439"/>
                  <a:pt x="502" y="439"/>
                </a:cubicBezTo>
                <a:cubicBezTo>
                  <a:pt x="501" y="437"/>
                  <a:pt x="499" y="437"/>
                  <a:pt x="497" y="437"/>
                </a:cubicBezTo>
                <a:cubicBezTo>
                  <a:pt x="495" y="437"/>
                  <a:pt x="494" y="436"/>
                  <a:pt x="493" y="436"/>
                </a:cubicBezTo>
                <a:cubicBezTo>
                  <a:pt x="493" y="436"/>
                  <a:pt x="493" y="436"/>
                  <a:pt x="493" y="436"/>
                </a:cubicBezTo>
                <a:cubicBezTo>
                  <a:pt x="493" y="436"/>
                  <a:pt x="493" y="436"/>
                  <a:pt x="493" y="436"/>
                </a:cubicBezTo>
                <a:cubicBezTo>
                  <a:pt x="490" y="436"/>
                  <a:pt x="487" y="435"/>
                  <a:pt x="484" y="438"/>
                </a:cubicBezTo>
                <a:cubicBezTo>
                  <a:pt x="484" y="438"/>
                  <a:pt x="484" y="438"/>
                  <a:pt x="484" y="438"/>
                </a:cubicBezTo>
                <a:cubicBezTo>
                  <a:pt x="482" y="437"/>
                  <a:pt x="481" y="438"/>
                  <a:pt x="480" y="439"/>
                </a:cubicBezTo>
                <a:cubicBezTo>
                  <a:pt x="477" y="440"/>
                  <a:pt x="475" y="442"/>
                  <a:pt x="473" y="445"/>
                </a:cubicBezTo>
                <a:cubicBezTo>
                  <a:pt x="472" y="446"/>
                  <a:pt x="471" y="447"/>
                  <a:pt x="470" y="448"/>
                </a:cubicBezTo>
                <a:cubicBezTo>
                  <a:pt x="468" y="451"/>
                  <a:pt x="467" y="453"/>
                  <a:pt x="466" y="456"/>
                </a:cubicBezTo>
                <a:cubicBezTo>
                  <a:pt x="466" y="456"/>
                  <a:pt x="466" y="456"/>
                  <a:pt x="466" y="456"/>
                </a:cubicBezTo>
                <a:cubicBezTo>
                  <a:pt x="464" y="456"/>
                  <a:pt x="464" y="458"/>
                  <a:pt x="464" y="458"/>
                </a:cubicBezTo>
                <a:cubicBezTo>
                  <a:pt x="464" y="461"/>
                  <a:pt x="462" y="463"/>
                  <a:pt x="463" y="465"/>
                </a:cubicBezTo>
                <a:cubicBezTo>
                  <a:pt x="463" y="466"/>
                  <a:pt x="463" y="467"/>
                  <a:pt x="462" y="468"/>
                </a:cubicBezTo>
                <a:cubicBezTo>
                  <a:pt x="462" y="469"/>
                  <a:pt x="463" y="469"/>
                  <a:pt x="463" y="470"/>
                </a:cubicBezTo>
                <a:cubicBezTo>
                  <a:pt x="461" y="469"/>
                  <a:pt x="461" y="470"/>
                  <a:pt x="461" y="472"/>
                </a:cubicBezTo>
                <a:cubicBezTo>
                  <a:pt x="461" y="473"/>
                  <a:pt x="461" y="474"/>
                  <a:pt x="460" y="474"/>
                </a:cubicBezTo>
                <a:cubicBezTo>
                  <a:pt x="459" y="474"/>
                  <a:pt x="459" y="475"/>
                  <a:pt x="459" y="475"/>
                </a:cubicBezTo>
                <a:cubicBezTo>
                  <a:pt x="459" y="478"/>
                  <a:pt x="458" y="480"/>
                  <a:pt x="457" y="483"/>
                </a:cubicBezTo>
                <a:cubicBezTo>
                  <a:pt x="457" y="484"/>
                  <a:pt x="458" y="485"/>
                  <a:pt x="458" y="487"/>
                </a:cubicBezTo>
                <a:cubicBezTo>
                  <a:pt x="458" y="487"/>
                  <a:pt x="459" y="487"/>
                  <a:pt x="460" y="487"/>
                </a:cubicBezTo>
                <a:cubicBezTo>
                  <a:pt x="460" y="487"/>
                  <a:pt x="460" y="487"/>
                  <a:pt x="461" y="488"/>
                </a:cubicBezTo>
                <a:cubicBezTo>
                  <a:pt x="461" y="488"/>
                  <a:pt x="460" y="489"/>
                  <a:pt x="460" y="489"/>
                </a:cubicBezTo>
                <a:cubicBezTo>
                  <a:pt x="459" y="489"/>
                  <a:pt x="459" y="489"/>
                  <a:pt x="459" y="489"/>
                </a:cubicBezTo>
                <a:cubicBezTo>
                  <a:pt x="457" y="490"/>
                  <a:pt x="457" y="492"/>
                  <a:pt x="457" y="493"/>
                </a:cubicBezTo>
                <a:cubicBezTo>
                  <a:pt x="457" y="493"/>
                  <a:pt x="457" y="493"/>
                  <a:pt x="457" y="493"/>
                </a:cubicBezTo>
                <a:cubicBezTo>
                  <a:pt x="457" y="494"/>
                  <a:pt x="456" y="495"/>
                  <a:pt x="456" y="495"/>
                </a:cubicBezTo>
                <a:cubicBezTo>
                  <a:pt x="457" y="496"/>
                  <a:pt x="457" y="498"/>
                  <a:pt x="458" y="498"/>
                </a:cubicBezTo>
                <a:cubicBezTo>
                  <a:pt x="459" y="500"/>
                  <a:pt x="458" y="501"/>
                  <a:pt x="458" y="502"/>
                </a:cubicBezTo>
                <a:cubicBezTo>
                  <a:pt x="457" y="503"/>
                  <a:pt x="457" y="504"/>
                  <a:pt x="457" y="505"/>
                </a:cubicBezTo>
                <a:cubicBezTo>
                  <a:pt x="457" y="506"/>
                  <a:pt x="457" y="507"/>
                  <a:pt x="457" y="508"/>
                </a:cubicBezTo>
                <a:cubicBezTo>
                  <a:pt x="457" y="511"/>
                  <a:pt x="458" y="512"/>
                  <a:pt x="461" y="512"/>
                </a:cubicBezTo>
                <a:cubicBezTo>
                  <a:pt x="464" y="513"/>
                  <a:pt x="467" y="514"/>
                  <a:pt x="471" y="514"/>
                </a:cubicBezTo>
                <a:cubicBezTo>
                  <a:pt x="472" y="514"/>
                  <a:pt x="473" y="516"/>
                  <a:pt x="475" y="514"/>
                </a:cubicBezTo>
                <a:cubicBezTo>
                  <a:pt x="476" y="513"/>
                  <a:pt x="476" y="514"/>
                  <a:pt x="476" y="515"/>
                </a:cubicBezTo>
                <a:cubicBezTo>
                  <a:pt x="476" y="515"/>
                  <a:pt x="476" y="515"/>
                  <a:pt x="476" y="515"/>
                </a:cubicBezTo>
                <a:cubicBezTo>
                  <a:pt x="476" y="517"/>
                  <a:pt x="477" y="517"/>
                  <a:pt x="478" y="518"/>
                </a:cubicBezTo>
                <a:cubicBezTo>
                  <a:pt x="479" y="519"/>
                  <a:pt x="481" y="520"/>
                  <a:pt x="482" y="521"/>
                </a:cubicBezTo>
                <a:cubicBezTo>
                  <a:pt x="482" y="521"/>
                  <a:pt x="482" y="521"/>
                  <a:pt x="482" y="521"/>
                </a:cubicBezTo>
                <a:cubicBezTo>
                  <a:pt x="481" y="521"/>
                  <a:pt x="481" y="522"/>
                  <a:pt x="480" y="522"/>
                </a:cubicBezTo>
                <a:cubicBezTo>
                  <a:pt x="477" y="522"/>
                  <a:pt x="474" y="523"/>
                  <a:pt x="472" y="522"/>
                </a:cubicBezTo>
                <a:cubicBezTo>
                  <a:pt x="471" y="520"/>
                  <a:pt x="470" y="520"/>
                  <a:pt x="469" y="520"/>
                </a:cubicBezTo>
                <a:cubicBezTo>
                  <a:pt x="467" y="520"/>
                  <a:pt x="465" y="521"/>
                  <a:pt x="463" y="519"/>
                </a:cubicBezTo>
                <a:cubicBezTo>
                  <a:pt x="463" y="519"/>
                  <a:pt x="462" y="519"/>
                  <a:pt x="462" y="519"/>
                </a:cubicBezTo>
                <a:cubicBezTo>
                  <a:pt x="462" y="520"/>
                  <a:pt x="462" y="520"/>
                  <a:pt x="462" y="520"/>
                </a:cubicBezTo>
                <a:cubicBezTo>
                  <a:pt x="463" y="521"/>
                  <a:pt x="464" y="521"/>
                  <a:pt x="464" y="523"/>
                </a:cubicBezTo>
                <a:cubicBezTo>
                  <a:pt x="463" y="523"/>
                  <a:pt x="463" y="523"/>
                  <a:pt x="462" y="523"/>
                </a:cubicBezTo>
                <a:cubicBezTo>
                  <a:pt x="462" y="523"/>
                  <a:pt x="462" y="523"/>
                  <a:pt x="462" y="523"/>
                </a:cubicBezTo>
                <a:cubicBezTo>
                  <a:pt x="462" y="523"/>
                  <a:pt x="462" y="523"/>
                  <a:pt x="462" y="523"/>
                </a:cubicBezTo>
                <a:cubicBezTo>
                  <a:pt x="462" y="525"/>
                  <a:pt x="463" y="527"/>
                  <a:pt x="464" y="528"/>
                </a:cubicBezTo>
                <a:cubicBezTo>
                  <a:pt x="465" y="529"/>
                  <a:pt x="466" y="530"/>
                  <a:pt x="466" y="531"/>
                </a:cubicBezTo>
                <a:cubicBezTo>
                  <a:pt x="466" y="533"/>
                  <a:pt x="467" y="535"/>
                  <a:pt x="469" y="536"/>
                </a:cubicBezTo>
                <a:cubicBezTo>
                  <a:pt x="472" y="536"/>
                  <a:pt x="473" y="538"/>
                  <a:pt x="476" y="539"/>
                </a:cubicBezTo>
                <a:cubicBezTo>
                  <a:pt x="476" y="539"/>
                  <a:pt x="476" y="539"/>
                  <a:pt x="476" y="539"/>
                </a:cubicBezTo>
                <a:cubicBezTo>
                  <a:pt x="475" y="540"/>
                  <a:pt x="474" y="539"/>
                  <a:pt x="473" y="539"/>
                </a:cubicBezTo>
                <a:cubicBezTo>
                  <a:pt x="473" y="540"/>
                  <a:pt x="474" y="540"/>
                  <a:pt x="475" y="540"/>
                </a:cubicBezTo>
                <a:cubicBezTo>
                  <a:pt x="475" y="540"/>
                  <a:pt x="475" y="540"/>
                  <a:pt x="475" y="540"/>
                </a:cubicBezTo>
                <a:cubicBezTo>
                  <a:pt x="475" y="541"/>
                  <a:pt x="476" y="541"/>
                  <a:pt x="477" y="541"/>
                </a:cubicBezTo>
                <a:cubicBezTo>
                  <a:pt x="477" y="541"/>
                  <a:pt x="478" y="541"/>
                  <a:pt x="478" y="540"/>
                </a:cubicBezTo>
                <a:cubicBezTo>
                  <a:pt x="478" y="540"/>
                  <a:pt x="477" y="540"/>
                  <a:pt x="477" y="540"/>
                </a:cubicBezTo>
                <a:cubicBezTo>
                  <a:pt x="477" y="540"/>
                  <a:pt x="477" y="540"/>
                  <a:pt x="477" y="540"/>
                </a:cubicBezTo>
                <a:cubicBezTo>
                  <a:pt x="477" y="539"/>
                  <a:pt x="478" y="539"/>
                  <a:pt x="479" y="539"/>
                </a:cubicBezTo>
                <a:cubicBezTo>
                  <a:pt x="479" y="539"/>
                  <a:pt x="480" y="540"/>
                  <a:pt x="480" y="538"/>
                </a:cubicBezTo>
                <a:cubicBezTo>
                  <a:pt x="480" y="538"/>
                  <a:pt x="481" y="538"/>
                  <a:pt x="482" y="538"/>
                </a:cubicBezTo>
                <a:cubicBezTo>
                  <a:pt x="482" y="538"/>
                  <a:pt x="482" y="538"/>
                  <a:pt x="482" y="538"/>
                </a:cubicBezTo>
                <a:cubicBezTo>
                  <a:pt x="482" y="537"/>
                  <a:pt x="482" y="537"/>
                  <a:pt x="483" y="537"/>
                </a:cubicBezTo>
                <a:cubicBezTo>
                  <a:pt x="483" y="536"/>
                  <a:pt x="483" y="535"/>
                  <a:pt x="484" y="536"/>
                </a:cubicBezTo>
                <a:cubicBezTo>
                  <a:pt x="485" y="536"/>
                  <a:pt x="485" y="538"/>
                  <a:pt x="485" y="538"/>
                </a:cubicBezTo>
                <a:cubicBezTo>
                  <a:pt x="485" y="538"/>
                  <a:pt x="484" y="539"/>
                  <a:pt x="485" y="539"/>
                </a:cubicBezTo>
                <a:cubicBezTo>
                  <a:pt x="486" y="540"/>
                  <a:pt x="487" y="539"/>
                  <a:pt x="487" y="538"/>
                </a:cubicBezTo>
                <a:cubicBezTo>
                  <a:pt x="487" y="537"/>
                  <a:pt x="488" y="536"/>
                  <a:pt x="490" y="536"/>
                </a:cubicBezTo>
                <a:cubicBezTo>
                  <a:pt x="487" y="539"/>
                  <a:pt x="487" y="542"/>
                  <a:pt x="490" y="544"/>
                </a:cubicBezTo>
                <a:cubicBezTo>
                  <a:pt x="491" y="546"/>
                  <a:pt x="493" y="546"/>
                  <a:pt x="494" y="547"/>
                </a:cubicBezTo>
                <a:cubicBezTo>
                  <a:pt x="495" y="549"/>
                  <a:pt x="497" y="547"/>
                  <a:pt x="499" y="548"/>
                </a:cubicBezTo>
                <a:cubicBezTo>
                  <a:pt x="498" y="546"/>
                  <a:pt x="496" y="546"/>
                  <a:pt x="494" y="546"/>
                </a:cubicBezTo>
                <a:cubicBezTo>
                  <a:pt x="497" y="544"/>
                  <a:pt x="500" y="547"/>
                  <a:pt x="503" y="546"/>
                </a:cubicBezTo>
                <a:cubicBezTo>
                  <a:pt x="503" y="547"/>
                  <a:pt x="504" y="548"/>
                  <a:pt x="505" y="548"/>
                </a:cubicBezTo>
                <a:cubicBezTo>
                  <a:pt x="506" y="548"/>
                  <a:pt x="507" y="548"/>
                  <a:pt x="507" y="548"/>
                </a:cubicBezTo>
                <a:cubicBezTo>
                  <a:pt x="510" y="549"/>
                  <a:pt x="513" y="549"/>
                  <a:pt x="516" y="548"/>
                </a:cubicBezTo>
                <a:cubicBezTo>
                  <a:pt x="519" y="547"/>
                  <a:pt x="522" y="549"/>
                  <a:pt x="523" y="551"/>
                </a:cubicBezTo>
                <a:cubicBezTo>
                  <a:pt x="523" y="552"/>
                  <a:pt x="523" y="553"/>
                  <a:pt x="525" y="552"/>
                </a:cubicBezTo>
                <a:cubicBezTo>
                  <a:pt x="526" y="551"/>
                  <a:pt x="526" y="551"/>
                  <a:pt x="526" y="553"/>
                </a:cubicBezTo>
                <a:cubicBezTo>
                  <a:pt x="526" y="553"/>
                  <a:pt x="527" y="553"/>
                  <a:pt x="527" y="553"/>
                </a:cubicBezTo>
                <a:cubicBezTo>
                  <a:pt x="527" y="553"/>
                  <a:pt x="528" y="553"/>
                  <a:pt x="528" y="553"/>
                </a:cubicBezTo>
                <a:cubicBezTo>
                  <a:pt x="528" y="552"/>
                  <a:pt x="528" y="552"/>
                  <a:pt x="529" y="552"/>
                </a:cubicBezTo>
                <a:cubicBezTo>
                  <a:pt x="531" y="551"/>
                  <a:pt x="531" y="550"/>
                  <a:pt x="531" y="549"/>
                </a:cubicBezTo>
                <a:cubicBezTo>
                  <a:pt x="531" y="549"/>
                  <a:pt x="531" y="549"/>
                  <a:pt x="531" y="549"/>
                </a:cubicBezTo>
                <a:cubicBezTo>
                  <a:pt x="531" y="549"/>
                  <a:pt x="531" y="549"/>
                  <a:pt x="531" y="549"/>
                </a:cubicBezTo>
                <a:cubicBezTo>
                  <a:pt x="531" y="549"/>
                  <a:pt x="532" y="549"/>
                  <a:pt x="532" y="549"/>
                </a:cubicBezTo>
                <a:cubicBezTo>
                  <a:pt x="533" y="549"/>
                  <a:pt x="533" y="550"/>
                  <a:pt x="533" y="550"/>
                </a:cubicBezTo>
                <a:cubicBezTo>
                  <a:pt x="534" y="551"/>
                  <a:pt x="536" y="552"/>
                  <a:pt x="537" y="553"/>
                </a:cubicBezTo>
                <a:cubicBezTo>
                  <a:pt x="537" y="555"/>
                  <a:pt x="538" y="555"/>
                  <a:pt x="540" y="555"/>
                </a:cubicBezTo>
                <a:cubicBezTo>
                  <a:pt x="540" y="556"/>
                  <a:pt x="539" y="557"/>
                  <a:pt x="540" y="557"/>
                </a:cubicBezTo>
                <a:cubicBezTo>
                  <a:pt x="542" y="556"/>
                  <a:pt x="543" y="557"/>
                  <a:pt x="543" y="558"/>
                </a:cubicBezTo>
                <a:cubicBezTo>
                  <a:pt x="543" y="559"/>
                  <a:pt x="545" y="559"/>
                  <a:pt x="545" y="560"/>
                </a:cubicBezTo>
                <a:cubicBezTo>
                  <a:pt x="545" y="561"/>
                  <a:pt x="546" y="561"/>
                  <a:pt x="547" y="561"/>
                </a:cubicBezTo>
                <a:cubicBezTo>
                  <a:pt x="548" y="560"/>
                  <a:pt x="547" y="560"/>
                  <a:pt x="547" y="559"/>
                </a:cubicBezTo>
                <a:cubicBezTo>
                  <a:pt x="547" y="559"/>
                  <a:pt x="546" y="558"/>
                  <a:pt x="547" y="558"/>
                </a:cubicBezTo>
                <a:cubicBezTo>
                  <a:pt x="548" y="558"/>
                  <a:pt x="549" y="558"/>
                  <a:pt x="551" y="557"/>
                </a:cubicBezTo>
                <a:cubicBezTo>
                  <a:pt x="552" y="557"/>
                  <a:pt x="553" y="556"/>
                  <a:pt x="552" y="554"/>
                </a:cubicBezTo>
                <a:cubicBezTo>
                  <a:pt x="551" y="553"/>
                  <a:pt x="550" y="553"/>
                  <a:pt x="549" y="554"/>
                </a:cubicBezTo>
                <a:cubicBezTo>
                  <a:pt x="548" y="554"/>
                  <a:pt x="547" y="556"/>
                  <a:pt x="545" y="554"/>
                </a:cubicBezTo>
                <a:cubicBezTo>
                  <a:pt x="545" y="553"/>
                  <a:pt x="544" y="553"/>
                  <a:pt x="543" y="553"/>
                </a:cubicBezTo>
                <a:cubicBezTo>
                  <a:pt x="542" y="554"/>
                  <a:pt x="543" y="555"/>
                  <a:pt x="543" y="556"/>
                </a:cubicBezTo>
                <a:cubicBezTo>
                  <a:pt x="542" y="555"/>
                  <a:pt x="541" y="554"/>
                  <a:pt x="540" y="554"/>
                </a:cubicBezTo>
                <a:cubicBezTo>
                  <a:pt x="540" y="554"/>
                  <a:pt x="540" y="554"/>
                  <a:pt x="540" y="554"/>
                </a:cubicBezTo>
                <a:cubicBezTo>
                  <a:pt x="540" y="554"/>
                  <a:pt x="540" y="554"/>
                  <a:pt x="540" y="554"/>
                </a:cubicBezTo>
                <a:cubicBezTo>
                  <a:pt x="539" y="552"/>
                  <a:pt x="536" y="550"/>
                  <a:pt x="536" y="548"/>
                </a:cubicBezTo>
                <a:cubicBezTo>
                  <a:pt x="536" y="548"/>
                  <a:pt x="535" y="547"/>
                  <a:pt x="535" y="547"/>
                </a:cubicBezTo>
                <a:cubicBezTo>
                  <a:pt x="533" y="548"/>
                  <a:pt x="533" y="546"/>
                  <a:pt x="531" y="546"/>
                </a:cubicBezTo>
                <a:cubicBezTo>
                  <a:pt x="531" y="546"/>
                  <a:pt x="531" y="545"/>
                  <a:pt x="531" y="545"/>
                </a:cubicBezTo>
                <a:cubicBezTo>
                  <a:pt x="531" y="545"/>
                  <a:pt x="531" y="544"/>
                  <a:pt x="532" y="545"/>
                </a:cubicBezTo>
                <a:cubicBezTo>
                  <a:pt x="533" y="546"/>
                  <a:pt x="536" y="545"/>
                  <a:pt x="537" y="546"/>
                </a:cubicBezTo>
                <a:cubicBezTo>
                  <a:pt x="539" y="547"/>
                  <a:pt x="541" y="547"/>
                  <a:pt x="544" y="548"/>
                </a:cubicBezTo>
                <a:cubicBezTo>
                  <a:pt x="546" y="548"/>
                  <a:pt x="548" y="548"/>
                  <a:pt x="549" y="551"/>
                </a:cubicBezTo>
                <a:cubicBezTo>
                  <a:pt x="549" y="551"/>
                  <a:pt x="550" y="552"/>
                  <a:pt x="550" y="551"/>
                </a:cubicBezTo>
                <a:cubicBezTo>
                  <a:pt x="552" y="550"/>
                  <a:pt x="554" y="551"/>
                  <a:pt x="556" y="551"/>
                </a:cubicBezTo>
                <a:cubicBezTo>
                  <a:pt x="557" y="551"/>
                  <a:pt x="557" y="550"/>
                  <a:pt x="558" y="550"/>
                </a:cubicBezTo>
                <a:cubicBezTo>
                  <a:pt x="559" y="548"/>
                  <a:pt x="558" y="547"/>
                  <a:pt x="558" y="545"/>
                </a:cubicBezTo>
                <a:cubicBezTo>
                  <a:pt x="558" y="543"/>
                  <a:pt x="557" y="542"/>
                  <a:pt x="556" y="540"/>
                </a:cubicBezTo>
                <a:cubicBezTo>
                  <a:pt x="556" y="539"/>
                  <a:pt x="555" y="540"/>
                  <a:pt x="554" y="540"/>
                </a:cubicBezTo>
                <a:cubicBezTo>
                  <a:pt x="554" y="540"/>
                  <a:pt x="553" y="539"/>
                  <a:pt x="553" y="539"/>
                </a:cubicBezTo>
                <a:cubicBezTo>
                  <a:pt x="553" y="539"/>
                  <a:pt x="553" y="538"/>
                  <a:pt x="552" y="538"/>
                </a:cubicBezTo>
                <a:cubicBezTo>
                  <a:pt x="551" y="539"/>
                  <a:pt x="550" y="538"/>
                  <a:pt x="550" y="537"/>
                </a:cubicBezTo>
                <a:cubicBezTo>
                  <a:pt x="550" y="536"/>
                  <a:pt x="551" y="536"/>
                  <a:pt x="552" y="536"/>
                </a:cubicBezTo>
                <a:cubicBezTo>
                  <a:pt x="552" y="536"/>
                  <a:pt x="552" y="536"/>
                  <a:pt x="552" y="536"/>
                </a:cubicBezTo>
                <a:cubicBezTo>
                  <a:pt x="552" y="536"/>
                  <a:pt x="552" y="536"/>
                  <a:pt x="552" y="536"/>
                </a:cubicBezTo>
                <a:cubicBezTo>
                  <a:pt x="552" y="536"/>
                  <a:pt x="552" y="535"/>
                  <a:pt x="553" y="536"/>
                </a:cubicBezTo>
                <a:cubicBezTo>
                  <a:pt x="553" y="536"/>
                  <a:pt x="553" y="536"/>
                  <a:pt x="553" y="536"/>
                </a:cubicBezTo>
                <a:cubicBezTo>
                  <a:pt x="553" y="536"/>
                  <a:pt x="553" y="536"/>
                  <a:pt x="553" y="536"/>
                </a:cubicBezTo>
                <a:cubicBezTo>
                  <a:pt x="553" y="536"/>
                  <a:pt x="553" y="537"/>
                  <a:pt x="554" y="536"/>
                </a:cubicBezTo>
                <a:cubicBezTo>
                  <a:pt x="554" y="536"/>
                  <a:pt x="554" y="536"/>
                  <a:pt x="554" y="536"/>
                </a:cubicBezTo>
                <a:cubicBezTo>
                  <a:pt x="554" y="535"/>
                  <a:pt x="554" y="534"/>
                  <a:pt x="555" y="533"/>
                </a:cubicBezTo>
                <a:cubicBezTo>
                  <a:pt x="556" y="532"/>
                  <a:pt x="555" y="531"/>
                  <a:pt x="554" y="531"/>
                </a:cubicBezTo>
                <a:cubicBezTo>
                  <a:pt x="554" y="531"/>
                  <a:pt x="554" y="531"/>
                  <a:pt x="554" y="531"/>
                </a:cubicBezTo>
                <a:cubicBezTo>
                  <a:pt x="554" y="531"/>
                  <a:pt x="555" y="530"/>
                  <a:pt x="555" y="530"/>
                </a:cubicBezTo>
                <a:cubicBezTo>
                  <a:pt x="555" y="530"/>
                  <a:pt x="555" y="530"/>
                  <a:pt x="555" y="530"/>
                </a:cubicBezTo>
                <a:cubicBezTo>
                  <a:pt x="555" y="530"/>
                  <a:pt x="556" y="531"/>
                  <a:pt x="556" y="531"/>
                </a:cubicBezTo>
                <a:cubicBezTo>
                  <a:pt x="556" y="531"/>
                  <a:pt x="556" y="531"/>
                  <a:pt x="557" y="531"/>
                </a:cubicBezTo>
                <a:cubicBezTo>
                  <a:pt x="557" y="531"/>
                  <a:pt x="557" y="531"/>
                  <a:pt x="557" y="531"/>
                </a:cubicBezTo>
                <a:cubicBezTo>
                  <a:pt x="557" y="532"/>
                  <a:pt x="556" y="533"/>
                  <a:pt x="555" y="534"/>
                </a:cubicBezTo>
                <a:cubicBezTo>
                  <a:pt x="555" y="535"/>
                  <a:pt x="555" y="536"/>
                  <a:pt x="557" y="536"/>
                </a:cubicBezTo>
                <a:cubicBezTo>
                  <a:pt x="558" y="536"/>
                  <a:pt x="558" y="536"/>
                  <a:pt x="558" y="537"/>
                </a:cubicBezTo>
                <a:cubicBezTo>
                  <a:pt x="558" y="538"/>
                  <a:pt x="558" y="538"/>
                  <a:pt x="559" y="538"/>
                </a:cubicBezTo>
                <a:cubicBezTo>
                  <a:pt x="561" y="538"/>
                  <a:pt x="560" y="539"/>
                  <a:pt x="560" y="540"/>
                </a:cubicBezTo>
                <a:cubicBezTo>
                  <a:pt x="560" y="542"/>
                  <a:pt x="562" y="542"/>
                  <a:pt x="563" y="542"/>
                </a:cubicBezTo>
                <a:cubicBezTo>
                  <a:pt x="564" y="541"/>
                  <a:pt x="566" y="541"/>
                  <a:pt x="567" y="542"/>
                </a:cubicBezTo>
                <a:cubicBezTo>
                  <a:pt x="567" y="543"/>
                  <a:pt x="568" y="544"/>
                  <a:pt x="568" y="545"/>
                </a:cubicBezTo>
                <a:cubicBezTo>
                  <a:pt x="567" y="548"/>
                  <a:pt x="568" y="550"/>
                  <a:pt x="568" y="552"/>
                </a:cubicBezTo>
                <a:cubicBezTo>
                  <a:pt x="568" y="553"/>
                  <a:pt x="568" y="553"/>
                  <a:pt x="568" y="554"/>
                </a:cubicBezTo>
                <a:cubicBezTo>
                  <a:pt x="568" y="554"/>
                  <a:pt x="568" y="554"/>
                  <a:pt x="569" y="554"/>
                </a:cubicBezTo>
                <a:cubicBezTo>
                  <a:pt x="569" y="554"/>
                  <a:pt x="569" y="554"/>
                  <a:pt x="569" y="554"/>
                </a:cubicBezTo>
                <a:cubicBezTo>
                  <a:pt x="568" y="552"/>
                  <a:pt x="570" y="552"/>
                  <a:pt x="571" y="551"/>
                </a:cubicBezTo>
                <a:cubicBezTo>
                  <a:pt x="572" y="551"/>
                  <a:pt x="571" y="553"/>
                  <a:pt x="572" y="552"/>
                </a:cubicBezTo>
                <a:cubicBezTo>
                  <a:pt x="573" y="552"/>
                  <a:pt x="574" y="553"/>
                  <a:pt x="576" y="553"/>
                </a:cubicBezTo>
                <a:cubicBezTo>
                  <a:pt x="575" y="553"/>
                  <a:pt x="574" y="554"/>
                  <a:pt x="575" y="555"/>
                </a:cubicBezTo>
                <a:cubicBezTo>
                  <a:pt x="576" y="555"/>
                  <a:pt x="575" y="555"/>
                  <a:pt x="575" y="556"/>
                </a:cubicBezTo>
                <a:cubicBezTo>
                  <a:pt x="575" y="556"/>
                  <a:pt x="575" y="556"/>
                  <a:pt x="574" y="556"/>
                </a:cubicBezTo>
                <a:cubicBezTo>
                  <a:pt x="573" y="556"/>
                  <a:pt x="572" y="556"/>
                  <a:pt x="572" y="557"/>
                </a:cubicBezTo>
                <a:cubicBezTo>
                  <a:pt x="572" y="558"/>
                  <a:pt x="573" y="558"/>
                  <a:pt x="574" y="558"/>
                </a:cubicBezTo>
                <a:cubicBezTo>
                  <a:pt x="575" y="558"/>
                  <a:pt x="575" y="559"/>
                  <a:pt x="576" y="559"/>
                </a:cubicBezTo>
                <a:cubicBezTo>
                  <a:pt x="576" y="559"/>
                  <a:pt x="576" y="559"/>
                  <a:pt x="576" y="559"/>
                </a:cubicBezTo>
                <a:cubicBezTo>
                  <a:pt x="576" y="559"/>
                  <a:pt x="576" y="559"/>
                  <a:pt x="576" y="559"/>
                </a:cubicBezTo>
                <a:cubicBezTo>
                  <a:pt x="576" y="560"/>
                  <a:pt x="576" y="560"/>
                  <a:pt x="577" y="560"/>
                </a:cubicBezTo>
                <a:cubicBezTo>
                  <a:pt x="577" y="560"/>
                  <a:pt x="577" y="560"/>
                  <a:pt x="577" y="560"/>
                </a:cubicBezTo>
                <a:cubicBezTo>
                  <a:pt x="577" y="560"/>
                  <a:pt x="577" y="560"/>
                  <a:pt x="577" y="560"/>
                </a:cubicBezTo>
                <a:cubicBezTo>
                  <a:pt x="578" y="561"/>
                  <a:pt x="578" y="563"/>
                  <a:pt x="580" y="563"/>
                </a:cubicBezTo>
                <a:cubicBezTo>
                  <a:pt x="582" y="563"/>
                  <a:pt x="583" y="565"/>
                  <a:pt x="585" y="566"/>
                </a:cubicBezTo>
                <a:cubicBezTo>
                  <a:pt x="587" y="568"/>
                  <a:pt x="587" y="570"/>
                  <a:pt x="586" y="572"/>
                </a:cubicBezTo>
                <a:cubicBezTo>
                  <a:pt x="585" y="572"/>
                  <a:pt x="585" y="572"/>
                  <a:pt x="584" y="572"/>
                </a:cubicBezTo>
                <a:cubicBezTo>
                  <a:pt x="583" y="573"/>
                  <a:pt x="582" y="573"/>
                  <a:pt x="581" y="572"/>
                </a:cubicBezTo>
                <a:cubicBezTo>
                  <a:pt x="580" y="572"/>
                  <a:pt x="578" y="572"/>
                  <a:pt x="578" y="573"/>
                </a:cubicBezTo>
                <a:cubicBezTo>
                  <a:pt x="577" y="574"/>
                  <a:pt x="576" y="575"/>
                  <a:pt x="577" y="576"/>
                </a:cubicBezTo>
                <a:cubicBezTo>
                  <a:pt x="578" y="577"/>
                  <a:pt x="578" y="577"/>
                  <a:pt x="578" y="578"/>
                </a:cubicBezTo>
                <a:cubicBezTo>
                  <a:pt x="578" y="578"/>
                  <a:pt x="578" y="578"/>
                  <a:pt x="578" y="578"/>
                </a:cubicBezTo>
                <a:cubicBezTo>
                  <a:pt x="578" y="578"/>
                  <a:pt x="578" y="579"/>
                  <a:pt x="577" y="579"/>
                </a:cubicBezTo>
                <a:cubicBezTo>
                  <a:pt x="577" y="580"/>
                  <a:pt x="576" y="580"/>
                  <a:pt x="577" y="581"/>
                </a:cubicBezTo>
                <a:cubicBezTo>
                  <a:pt x="578" y="582"/>
                  <a:pt x="579" y="582"/>
                  <a:pt x="579" y="581"/>
                </a:cubicBezTo>
                <a:cubicBezTo>
                  <a:pt x="580" y="581"/>
                  <a:pt x="580" y="581"/>
                  <a:pt x="580" y="581"/>
                </a:cubicBezTo>
                <a:cubicBezTo>
                  <a:pt x="582" y="579"/>
                  <a:pt x="583" y="578"/>
                  <a:pt x="585" y="577"/>
                </a:cubicBezTo>
                <a:cubicBezTo>
                  <a:pt x="586" y="576"/>
                  <a:pt x="587" y="576"/>
                  <a:pt x="587" y="575"/>
                </a:cubicBezTo>
                <a:cubicBezTo>
                  <a:pt x="586" y="574"/>
                  <a:pt x="586" y="574"/>
                  <a:pt x="587" y="573"/>
                </a:cubicBezTo>
                <a:cubicBezTo>
                  <a:pt x="588" y="573"/>
                  <a:pt x="588" y="574"/>
                  <a:pt x="588" y="575"/>
                </a:cubicBezTo>
                <a:cubicBezTo>
                  <a:pt x="589" y="575"/>
                  <a:pt x="589" y="577"/>
                  <a:pt x="591" y="576"/>
                </a:cubicBezTo>
                <a:cubicBezTo>
                  <a:pt x="591" y="574"/>
                  <a:pt x="593" y="576"/>
                  <a:pt x="594" y="575"/>
                </a:cubicBezTo>
                <a:cubicBezTo>
                  <a:pt x="594" y="575"/>
                  <a:pt x="594" y="576"/>
                  <a:pt x="594" y="576"/>
                </a:cubicBezTo>
                <a:cubicBezTo>
                  <a:pt x="595" y="578"/>
                  <a:pt x="593" y="577"/>
                  <a:pt x="592" y="578"/>
                </a:cubicBezTo>
                <a:cubicBezTo>
                  <a:pt x="593" y="579"/>
                  <a:pt x="594" y="580"/>
                  <a:pt x="595" y="581"/>
                </a:cubicBezTo>
                <a:cubicBezTo>
                  <a:pt x="596" y="582"/>
                  <a:pt x="597" y="586"/>
                  <a:pt x="600" y="586"/>
                </a:cubicBezTo>
                <a:cubicBezTo>
                  <a:pt x="601" y="586"/>
                  <a:pt x="601" y="586"/>
                  <a:pt x="601" y="585"/>
                </a:cubicBezTo>
                <a:cubicBezTo>
                  <a:pt x="602" y="585"/>
                  <a:pt x="602" y="585"/>
                  <a:pt x="601" y="584"/>
                </a:cubicBezTo>
                <a:cubicBezTo>
                  <a:pt x="600" y="584"/>
                  <a:pt x="600" y="582"/>
                  <a:pt x="599" y="582"/>
                </a:cubicBezTo>
                <a:cubicBezTo>
                  <a:pt x="599" y="581"/>
                  <a:pt x="599" y="581"/>
                  <a:pt x="599" y="580"/>
                </a:cubicBezTo>
                <a:cubicBezTo>
                  <a:pt x="601" y="580"/>
                  <a:pt x="603" y="582"/>
                  <a:pt x="603" y="583"/>
                </a:cubicBezTo>
                <a:cubicBezTo>
                  <a:pt x="603" y="584"/>
                  <a:pt x="603" y="586"/>
                  <a:pt x="602" y="587"/>
                </a:cubicBezTo>
                <a:cubicBezTo>
                  <a:pt x="601" y="587"/>
                  <a:pt x="601" y="588"/>
                  <a:pt x="602" y="589"/>
                </a:cubicBezTo>
                <a:cubicBezTo>
                  <a:pt x="602" y="591"/>
                  <a:pt x="604" y="592"/>
                  <a:pt x="606" y="592"/>
                </a:cubicBezTo>
                <a:cubicBezTo>
                  <a:pt x="608" y="592"/>
                  <a:pt x="609" y="592"/>
                  <a:pt x="610" y="594"/>
                </a:cubicBezTo>
                <a:cubicBezTo>
                  <a:pt x="610" y="595"/>
                  <a:pt x="610" y="597"/>
                  <a:pt x="610" y="599"/>
                </a:cubicBezTo>
                <a:cubicBezTo>
                  <a:pt x="610" y="599"/>
                  <a:pt x="610" y="599"/>
                  <a:pt x="610" y="599"/>
                </a:cubicBezTo>
                <a:cubicBezTo>
                  <a:pt x="610" y="600"/>
                  <a:pt x="610" y="601"/>
                  <a:pt x="611" y="602"/>
                </a:cubicBezTo>
                <a:cubicBezTo>
                  <a:pt x="613" y="603"/>
                  <a:pt x="614" y="603"/>
                  <a:pt x="613" y="605"/>
                </a:cubicBezTo>
                <a:cubicBezTo>
                  <a:pt x="613" y="606"/>
                  <a:pt x="613" y="606"/>
                  <a:pt x="613" y="606"/>
                </a:cubicBezTo>
                <a:cubicBezTo>
                  <a:pt x="615" y="608"/>
                  <a:pt x="615" y="610"/>
                  <a:pt x="615" y="612"/>
                </a:cubicBezTo>
                <a:cubicBezTo>
                  <a:pt x="615" y="613"/>
                  <a:pt x="615" y="614"/>
                  <a:pt x="616" y="615"/>
                </a:cubicBezTo>
                <a:cubicBezTo>
                  <a:pt x="617" y="617"/>
                  <a:pt x="616" y="620"/>
                  <a:pt x="613" y="620"/>
                </a:cubicBezTo>
                <a:cubicBezTo>
                  <a:pt x="612" y="620"/>
                  <a:pt x="612" y="620"/>
                  <a:pt x="611" y="621"/>
                </a:cubicBezTo>
                <a:cubicBezTo>
                  <a:pt x="611" y="623"/>
                  <a:pt x="610" y="625"/>
                  <a:pt x="610" y="626"/>
                </a:cubicBezTo>
                <a:cubicBezTo>
                  <a:pt x="610" y="627"/>
                  <a:pt x="609" y="627"/>
                  <a:pt x="610" y="628"/>
                </a:cubicBezTo>
                <a:cubicBezTo>
                  <a:pt x="610" y="628"/>
                  <a:pt x="610" y="628"/>
                  <a:pt x="610" y="628"/>
                </a:cubicBezTo>
                <a:cubicBezTo>
                  <a:pt x="610" y="628"/>
                  <a:pt x="610" y="628"/>
                  <a:pt x="610" y="628"/>
                </a:cubicBezTo>
                <a:cubicBezTo>
                  <a:pt x="610" y="628"/>
                  <a:pt x="610" y="628"/>
                  <a:pt x="610" y="628"/>
                </a:cubicBezTo>
                <a:cubicBezTo>
                  <a:pt x="610" y="628"/>
                  <a:pt x="609" y="628"/>
                  <a:pt x="609" y="628"/>
                </a:cubicBezTo>
                <a:cubicBezTo>
                  <a:pt x="609" y="628"/>
                  <a:pt x="609" y="628"/>
                  <a:pt x="609" y="628"/>
                </a:cubicBezTo>
                <a:cubicBezTo>
                  <a:pt x="609" y="628"/>
                  <a:pt x="609" y="628"/>
                  <a:pt x="609" y="628"/>
                </a:cubicBezTo>
                <a:cubicBezTo>
                  <a:pt x="608" y="628"/>
                  <a:pt x="607" y="629"/>
                  <a:pt x="606" y="631"/>
                </a:cubicBezTo>
                <a:cubicBezTo>
                  <a:pt x="606" y="631"/>
                  <a:pt x="606" y="632"/>
                  <a:pt x="605" y="632"/>
                </a:cubicBezTo>
                <a:cubicBezTo>
                  <a:pt x="603" y="634"/>
                  <a:pt x="601" y="637"/>
                  <a:pt x="598" y="639"/>
                </a:cubicBezTo>
                <a:cubicBezTo>
                  <a:pt x="597" y="640"/>
                  <a:pt x="596" y="641"/>
                  <a:pt x="597" y="642"/>
                </a:cubicBezTo>
                <a:cubicBezTo>
                  <a:pt x="598" y="644"/>
                  <a:pt x="599" y="647"/>
                  <a:pt x="601" y="648"/>
                </a:cubicBezTo>
                <a:cubicBezTo>
                  <a:pt x="604" y="650"/>
                  <a:pt x="604" y="653"/>
                  <a:pt x="605" y="656"/>
                </a:cubicBezTo>
                <a:cubicBezTo>
                  <a:pt x="605" y="656"/>
                  <a:pt x="605" y="656"/>
                  <a:pt x="605" y="656"/>
                </a:cubicBezTo>
                <a:cubicBezTo>
                  <a:pt x="605" y="656"/>
                  <a:pt x="605" y="656"/>
                  <a:pt x="605" y="656"/>
                </a:cubicBezTo>
                <a:cubicBezTo>
                  <a:pt x="604" y="656"/>
                  <a:pt x="603" y="656"/>
                  <a:pt x="603" y="655"/>
                </a:cubicBezTo>
                <a:cubicBezTo>
                  <a:pt x="602" y="654"/>
                  <a:pt x="600" y="655"/>
                  <a:pt x="599" y="655"/>
                </a:cubicBezTo>
                <a:cubicBezTo>
                  <a:pt x="598" y="656"/>
                  <a:pt x="598" y="657"/>
                  <a:pt x="597" y="657"/>
                </a:cubicBezTo>
                <a:cubicBezTo>
                  <a:pt x="597" y="658"/>
                  <a:pt x="595" y="660"/>
                  <a:pt x="595" y="659"/>
                </a:cubicBezTo>
                <a:cubicBezTo>
                  <a:pt x="594" y="656"/>
                  <a:pt x="593" y="658"/>
                  <a:pt x="592" y="658"/>
                </a:cubicBezTo>
                <a:cubicBezTo>
                  <a:pt x="591" y="658"/>
                  <a:pt x="591" y="658"/>
                  <a:pt x="591" y="659"/>
                </a:cubicBezTo>
                <a:cubicBezTo>
                  <a:pt x="590" y="659"/>
                  <a:pt x="591" y="661"/>
                  <a:pt x="589" y="660"/>
                </a:cubicBezTo>
                <a:cubicBezTo>
                  <a:pt x="588" y="660"/>
                  <a:pt x="587" y="660"/>
                  <a:pt x="586" y="660"/>
                </a:cubicBezTo>
                <a:cubicBezTo>
                  <a:pt x="585" y="659"/>
                  <a:pt x="584" y="659"/>
                  <a:pt x="583" y="660"/>
                </a:cubicBezTo>
                <a:cubicBezTo>
                  <a:pt x="583" y="660"/>
                  <a:pt x="583" y="661"/>
                  <a:pt x="582" y="660"/>
                </a:cubicBezTo>
                <a:cubicBezTo>
                  <a:pt x="579" y="658"/>
                  <a:pt x="575" y="657"/>
                  <a:pt x="572" y="656"/>
                </a:cubicBezTo>
                <a:cubicBezTo>
                  <a:pt x="571" y="656"/>
                  <a:pt x="570" y="656"/>
                  <a:pt x="570" y="656"/>
                </a:cubicBezTo>
                <a:cubicBezTo>
                  <a:pt x="570" y="657"/>
                  <a:pt x="570" y="658"/>
                  <a:pt x="569" y="659"/>
                </a:cubicBezTo>
                <a:cubicBezTo>
                  <a:pt x="569" y="659"/>
                  <a:pt x="570" y="660"/>
                  <a:pt x="570" y="661"/>
                </a:cubicBezTo>
                <a:cubicBezTo>
                  <a:pt x="571" y="662"/>
                  <a:pt x="570" y="663"/>
                  <a:pt x="569" y="663"/>
                </a:cubicBezTo>
                <a:cubicBezTo>
                  <a:pt x="568" y="663"/>
                  <a:pt x="567" y="664"/>
                  <a:pt x="565" y="665"/>
                </a:cubicBezTo>
                <a:cubicBezTo>
                  <a:pt x="564" y="666"/>
                  <a:pt x="562" y="667"/>
                  <a:pt x="564" y="669"/>
                </a:cubicBezTo>
                <a:cubicBezTo>
                  <a:pt x="564" y="670"/>
                  <a:pt x="564" y="670"/>
                  <a:pt x="564" y="670"/>
                </a:cubicBezTo>
                <a:cubicBezTo>
                  <a:pt x="562" y="673"/>
                  <a:pt x="563" y="675"/>
                  <a:pt x="565" y="677"/>
                </a:cubicBezTo>
                <a:cubicBezTo>
                  <a:pt x="566" y="678"/>
                  <a:pt x="566" y="680"/>
                  <a:pt x="567" y="680"/>
                </a:cubicBezTo>
                <a:cubicBezTo>
                  <a:pt x="569" y="679"/>
                  <a:pt x="569" y="680"/>
                  <a:pt x="570" y="680"/>
                </a:cubicBezTo>
                <a:cubicBezTo>
                  <a:pt x="570" y="681"/>
                  <a:pt x="570" y="681"/>
                  <a:pt x="571" y="681"/>
                </a:cubicBezTo>
                <a:cubicBezTo>
                  <a:pt x="573" y="681"/>
                  <a:pt x="574" y="681"/>
                  <a:pt x="575" y="682"/>
                </a:cubicBezTo>
                <a:cubicBezTo>
                  <a:pt x="576" y="683"/>
                  <a:pt x="577" y="683"/>
                  <a:pt x="578" y="682"/>
                </a:cubicBezTo>
                <a:cubicBezTo>
                  <a:pt x="578" y="681"/>
                  <a:pt x="576" y="682"/>
                  <a:pt x="576" y="681"/>
                </a:cubicBezTo>
                <a:cubicBezTo>
                  <a:pt x="577" y="680"/>
                  <a:pt x="577" y="681"/>
                  <a:pt x="578" y="681"/>
                </a:cubicBezTo>
                <a:cubicBezTo>
                  <a:pt x="578" y="681"/>
                  <a:pt x="579" y="681"/>
                  <a:pt x="580" y="681"/>
                </a:cubicBezTo>
                <a:cubicBezTo>
                  <a:pt x="580" y="681"/>
                  <a:pt x="581" y="681"/>
                  <a:pt x="580" y="681"/>
                </a:cubicBezTo>
                <a:cubicBezTo>
                  <a:pt x="579" y="679"/>
                  <a:pt x="581" y="680"/>
                  <a:pt x="581" y="679"/>
                </a:cubicBezTo>
                <a:cubicBezTo>
                  <a:pt x="582" y="679"/>
                  <a:pt x="583" y="679"/>
                  <a:pt x="585" y="679"/>
                </a:cubicBezTo>
                <a:cubicBezTo>
                  <a:pt x="584" y="678"/>
                  <a:pt x="583" y="677"/>
                  <a:pt x="586" y="677"/>
                </a:cubicBezTo>
                <a:cubicBezTo>
                  <a:pt x="585" y="677"/>
                  <a:pt x="585" y="677"/>
                  <a:pt x="585" y="677"/>
                </a:cubicBezTo>
                <a:cubicBezTo>
                  <a:pt x="585" y="676"/>
                  <a:pt x="584" y="676"/>
                  <a:pt x="585" y="675"/>
                </a:cubicBezTo>
                <a:cubicBezTo>
                  <a:pt x="585" y="675"/>
                  <a:pt x="586" y="675"/>
                  <a:pt x="586" y="675"/>
                </a:cubicBezTo>
                <a:cubicBezTo>
                  <a:pt x="587" y="676"/>
                  <a:pt x="588" y="676"/>
                  <a:pt x="589" y="677"/>
                </a:cubicBezTo>
                <a:cubicBezTo>
                  <a:pt x="591" y="678"/>
                  <a:pt x="592" y="678"/>
                  <a:pt x="593" y="679"/>
                </a:cubicBezTo>
                <a:cubicBezTo>
                  <a:pt x="594" y="679"/>
                  <a:pt x="595" y="679"/>
                  <a:pt x="596" y="678"/>
                </a:cubicBezTo>
                <a:cubicBezTo>
                  <a:pt x="596" y="678"/>
                  <a:pt x="596" y="677"/>
                  <a:pt x="595" y="677"/>
                </a:cubicBezTo>
                <a:cubicBezTo>
                  <a:pt x="595" y="676"/>
                  <a:pt x="595" y="676"/>
                  <a:pt x="596" y="676"/>
                </a:cubicBezTo>
                <a:cubicBezTo>
                  <a:pt x="598" y="675"/>
                  <a:pt x="597" y="676"/>
                  <a:pt x="597" y="677"/>
                </a:cubicBezTo>
                <a:cubicBezTo>
                  <a:pt x="597" y="678"/>
                  <a:pt x="597" y="678"/>
                  <a:pt x="598" y="678"/>
                </a:cubicBezTo>
                <a:cubicBezTo>
                  <a:pt x="599" y="678"/>
                  <a:pt x="599" y="678"/>
                  <a:pt x="600" y="678"/>
                </a:cubicBezTo>
                <a:cubicBezTo>
                  <a:pt x="600" y="678"/>
                  <a:pt x="600" y="678"/>
                  <a:pt x="600" y="678"/>
                </a:cubicBezTo>
                <a:cubicBezTo>
                  <a:pt x="601" y="678"/>
                  <a:pt x="599" y="680"/>
                  <a:pt x="600" y="680"/>
                </a:cubicBezTo>
                <a:cubicBezTo>
                  <a:pt x="601" y="680"/>
                  <a:pt x="601" y="678"/>
                  <a:pt x="601" y="678"/>
                </a:cubicBezTo>
                <a:cubicBezTo>
                  <a:pt x="601" y="677"/>
                  <a:pt x="601" y="677"/>
                  <a:pt x="601" y="677"/>
                </a:cubicBezTo>
                <a:cubicBezTo>
                  <a:pt x="601" y="677"/>
                  <a:pt x="601" y="677"/>
                  <a:pt x="601" y="677"/>
                </a:cubicBezTo>
                <a:cubicBezTo>
                  <a:pt x="603" y="677"/>
                  <a:pt x="603" y="678"/>
                  <a:pt x="604" y="679"/>
                </a:cubicBezTo>
                <a:cubicBezTo>
                  <a:pt x="603" y="679"/>
                  <a:pt x="603" y="678"/>
                  <a:pt x="602" y="679"/>
                </a:cubicBezTo>
                <a:cubicBezTo>
                  <a:pt x="602" y="680"/>
                  <a:pt x="602" y="681"/>
                  <a:pt x="603" y="681"/>
                </a:cubicBezTo>
                <a:cubicBezTo>
                  <a:pt x="603" y="681"/>
                  <a:pt x="603" y="681"/>
                  <a:pt x="603" y="681"/>
                </a:cubicBezTo>
                <a:cubicBezTo>
                  <a:pt x="604" y="681"/>
                  <a:pt x="604" y="680"/>
                  <a:pt x="604" y="680"/>
                </a:cubicBezTo>
                <a:cubicBezTo>
                  <a:pt x="604" y="680"/>
                  <a:pt x="604" y="680"/>
                  <a:pt x="604" y="680"/>
                </a:cubicBezTo>
                <a:cubicBezTo>
                  <a:pt x="605" y="679"/>
                  <a:pt x="604" y="677"/>
                  <a:pt x="606" y="676"/>
                </a:cubicBezTo>
                <a:cubicBezTo>
                  <a:pt x="606" y="677"/>
                  <a:pt x="606" y="678"/>
                  <a:pt x="605" y="678"/>
                </a:cubicBezTo>
                <a:cubicBezTo>
                  <a:pt x="605" y="679"/>
                  <a:pt x="607" y="681"/>
                  <a:pt x="607" y="681"/>
                </a:cubicBezTo>
                <a:cubicBezTo>
                  <a:pt x="608" y="680"/>
                  <a:pt x="608" y="681"/>
                  <a:pt x="609" y="682"/>
                </a:cubicBezTo>
                <a:cubicBezTo>
                  <a:pt x="609" y="683"/>
                  <a:pt x="611" y="683"/>
                  <a:pt x="610" y="684"/>
                </a:cubicBezTo>
                <a:cubicBezTo>
                  <a:pt x="610" y="686"/>
                  <a:pt x="611" y="687"/>
                  <a:pt x="612" y="687"/>
                </a:cubicBezTo>
                <a:cubicBezTo>
                  <a:pt x="613" y="687"/>
                  <a:pt x="613" y="687"/>
                  <a:pt x="613" y="689"/>
                </a:cubicBezTo>
                <a:cubicBezTo>
                  <a:pt x="613" y="690"/>
                  <a:pt x="614" y="690"/>
                  <a:pt x="614" y="691"/>
                </a:cubicBezTo>
                <a:cubicBezTo>
                  <a:pt x="615" y="691"/>
                  <a:pt x="615" y="690"/>
                  <a:pt x="616" y="690"/>
                </a:cubicBezTo>
                <a:cubicBezTo>
                  <a:pt x="616" y="690"/>
                  <a:pt x="616" y="689"/>
                  <a:pt x="617" y="690"/>
                </a:cubicBezTo>
                <a:cubicBezTo>
                  <a:pt x="617" y="690"/>
                  <a:pt x="617" y="690"/>
                  <a:pt x="616" y="691"/>
                </a:cubicBezTo>
                <a:cubicBezTo>
                  <a:pt x="616" y="691"/>
                  <a:pt x="616" y="691"/>
                  <a:pt x="616" y="692"/>
                </a:cubicBezTo>
                <a:cubicBezTo>
                  <a:pt x="616" y="695"/>
                  <a:pt x="618" y="692"/>
                  <a:pt x="619" y="693"/>
                </a:cubicBezTo>
                <a:cubicBezTo>
                  <a:pt x="620" y="694"/>
                  <a:pt x="620" y="692"/>
                  <a:pt x="620" y="692"/>
                </a:cubicBezTo>
                <a:cubicBezTo>
                  <a:pt x="620" y="692"/>
                  <a:pt x="620" y="692"/>
                  <a:pt x="620" y="692"/>
                </a:cubicBezTo>
                <a:cubicBezTo>
                  <a:pt x="620" y="692"/>
                  <a:pt x="620" y="692"/>
                  <a:pt x="620" y="692"/>
                </a:cubicBezTo>
                <a:cubicBezTo>
                  <a:pt x="621" y="692"/>
                  <a:pt x="622" y="693"/>
                  <a:pt x="622" y="693"/>
                </a:cubicBezTo>
                <a:cubicBezTo>
                  <a:pt x="623" y="695"/>
                  <a:pt x="623" y="696"/>
                  <a:pt x="625" y="695"/>
                </a:cubicBezTo>
                <a:cubicBezTo>
                  <a:pt x="625" y="695"/>
                  <a:pt x="625" y="696"/>
                  <a:pt x="625" y="696"/>
                </a:cubicBezTo>
                <a:cubicBezTo>
                  <a:pt x="623" y="697"/>
                  <a:pt x="622" y="700"/>
                  <a:pt x="620" y="698"/>
                </a:cubicBezTo>
                <a:cubicBezTo>
                  <a:pt x="619" y="698"/>
                  <a:pt x="619" y="698"/>
                  <a:pt x="618" y="699"/>
                </a:cubicBezTo>
                <a:cubicBezTo>
                  <a:pt x="621" y="699"/>
                  <a:pt x="621" y="701"/>
                  <a:pt x="621" y="703"/>
                </a:cubicBezTo>
                <a:cubicBezTo>
                  <a:pt x="621" y="703"/>
                  <a:pt x="622" y="704"/>
                  <a:pt x="622" y="704"/>
                </a:cubicBezTo>
                <a:cubicBezTo>
                  <a:pt x="624" y="705"/>
                  <a:pt x="624" y="706"/>
                  <a:pt x="625" y="707"/>
                </a:cubicBezTo>
                <a:cubicBezTo>
                  <a:pt x="626" y="707"/>
                  <a:pt x="626" y="707"/>
                  <a:pt x="627" y="708"/>
                </a:cubicBezTo>
                <a:cubicBezTo>
                  <a:pt x="627" y="708"/>
                  <a:pt x="627" y="708"/>
                  <a:pt x="627" y="708"/>
                </a:cubicBezTo>
                <a:cubicBezTo>
                  <a:pt x="627" y="708"/>
                  <a:pt x="627" y="708"/>
                  <a:pt x="627" y="708"/>
                </a:cubicBezTo>
                <a:cubicBezTo>
                  <a:pt x="627" y="707"/>
                  <a:pt x="628" y="707"/>
                  <a:pt x="629" y="708"/>
                </a:cubicBezTo>
                <a:cubicBezTo>
                  <a:pt x="629" y="709"/>
                  <a:pt x="630" y="709"/>
                  <a:pt x="630" y="709"/>
                </a:cubicBezTo>
                <a:cubicBezTo>
                  <a:pt x="631" y="709"/>
                  <a:pt x="632" y="709"/>
                  <a:pt x="633" y="710"/>
                </a:cubicBezTo>
                <a:cubicBezTo>
                  <a:pt x="634" y="711"/>
                  <a:pt x="635" y="713"/>
                  <a:pt x="637" y="711"/>
                </a:cubicBezTo>
                <a:cubicBezTo>
                  <a:pt x="637" y="711"/>
                  <a:pt x="637" y="711"/>
                  <a:pt x="637" y="711"/>
                </a:cubicBezTo>
                <a:cubicBezTo>
                  <a:pt x="638" y="712"/>
                  <a:pt x="640" y="712"/>
                  <a:pt x="641" y="712"/>
                </a:cubicBezTo>
                <a:cubicBezTo>
                  <a:pt x="640" y="715"/>
                  <a:pt x="643" y="716"/>
                  <a:pt x="644" y="718"/>
                </a:cubicBezTo>
                <a:cubicBezTo>
                  <a:pt x="644" y="719"/>
                  <a:pt x="645" y="719"/>
                  <a:pt x="646" y="719"/>
                </a:cubicBezTo>
                <a:cubicBezTo>
                  <a:pt x="646" y="719"/>
                  <a:pt x="647" y="720"/>
                  <a:pt x="648" y="720"/>
                </a:cubicBezTo>
                <a:cubicBezTo>
                  <a:pt x="649" y="721"/>
                  <a:pt x="650" y="722"/>
                  <a:pt x="651" y="722"/>
                </a:cubicBezTo>
                <a:cubicBezTo>
                  <a:pt x="654" y="722"/>
                  <a:pt x="657" y="723"/>
                  <a:pt x="660" y="724"/>
                </a:cubicBezTo>
                <a:cubicBezTo>
                  <a:pt x="661" y="724"/>
                  <a:pt x="663" y="725"/>
                  <a:pt x="664" y="726"/>
                </a:cubicBezTo>
                <a:cubicBezTo>
                  <a:pt x="665" y="726"/>
                  <a:pt x="666" y="727"/>
                  <a:pt x="667" y="727"/>
                </a:cubicBezTo>
                <a:cubicBezTo>
                  <a:pt x="668" y="729"/>
                  <a:pt x="670" y="729"/>
                  <a:pt x="672" y="729"/>
                </a:cubicBezTo>
                <a:cubicBezTo>
                  <a:pt x="673" y="728"/>
                  <a:pt x="673" y="728"/>
                  <a:pt x="672" y="727"/>
                </a:cubicBezTo>
                <a:cubicBezTo>
                  <a:pt x="672" y="726"/>
                  <a:pt x="672" y="724"/>
                  <a:pt x="673" y="723"/>
                </a:cubicBezTo>
                <a:cubicBezTo>
                  <a:pt x="673" y="723"/>
                  <a:pt x="673" y="722"/>
                  <a:pt x="673" y="722"/>
                </a:cubicBezTo>
                <a:cubicBezTo>
                  <a:pt x="671" y="722"/>
                  <a:pt x="671" y="719"/>
                  <a:pt x="669" y="720"/>
                </a:cubicBezTo>
                <a:cubicBezTo>
                  <a:pt x="669" y="720"/>
                  <a:pt x="669" y="720"/>
                  <a:pt x="669" y="720"/>
                </a:cubicBezTo>
                <a:cubicBezTo>
                  <a:pt x="670" y="718"/>
                  <a:pt x="668" y="717"/>
                  <a:pt x="667" y="716"/>
                </a:cubicBezTo>
                <a:cubicBezTo>
                  <a:pt x="667" y="715"/>
                  <a:pt x="666" y="714"/>
                  <a:pt x="666" y="714"/>
                </a:cubicBezTo>
                <a:cubicBezTo>
                  <a:pt x="664" y="714"/>
                  <a:pt x="664" y="713"/>
                  <a:pt x="663" y="712"/>
                </a:cubicBezTo>
                <a:cubicBezTo>
                  <a:pt x="662" y="711"/>
                  <a:pt x="661" y="710"/>
                  <a:pt x="660" y="709"/>
                </a:cubicBezTo>
                <a:cubicBezTo>
                  <a:pt x="660" y="707"/>
                  <a:pt x="659" y="707"/>
                  <a:pt x="658" y="708"/>
                </a:cubicBezTo>
                <a:cubicBezTo>
                  <a:pt x="658" y="707"/>
                  <a:pt x="659" y="707"/>
                  <a:pt x="659" y="707"/>
                </a:cubicBezTo>
                <a:cubicBezTo>
                  <a:pt x="658" y="706"/>
                  <a:pt x="658" y="707"/>
                  <a:pt x="657" y="707"/>
                </a:cubicBezTo>
                <a:cubicBezTo>
                  <a:pt x="656" y="706"/>
                  <a:pt x="657" y="706"/>
                  <a:pt x="657" y="706"/>
                </a:cubicBezTo>
                <a:cubicBezTo>
                  <a:pt x="656" y="704"/>
                  <a:pt x="654" y="704"/>
                  <a:pt x="653" y="702"/>
                </a:cubicBezTo>
                <a:cubicBezTo>
                  <a:pt x="652" y="700"/>
                  <a:pt x="650" y="698"/>
                  <a:pt x="648" y="696"/>
                </a:cubicBezTo>
                <a:cubicBezTo>
                  <a:pt x="648" y="696"/>
                  <a:pt x="648" y="696"/>
                  <a:pt x="648" y="696"/>
                </a:cubicBezTo>
                <a:cubicBezTo>
                  <a:pt x="648" y="696"/>
                  <a:pt x="648" y="696"/>
                  <a:pt x="648" y="696"/>
                </a:cubicBezTo>
                <a:cubicBezTo>
                  <a:pt x="648" y="696"/>
                  <a:pt x="648" y="696"/>
                  <a:pt x="648" y="696"/>
                </a:cubicBezTo>
                <a:cubicBezTo>
                  <a:pt x="647" y="694"/>
                  <a:pt x="647" y="693"/>
                  <a:pt x="646" y="692"/>
                </a:cubicBezTo>
                <a:cubicBezTo>
                  <a:pt x="647" y="692"/>
                  <a:pt x="649" y="691"/>
                  <a:pt x="650" y="692"/>
                </a:cubicBezTo>
                <a:cubicBezTo>
                  <a:pt x="651" y="694"/>
                  <a:pt x="653" y="694"/>
                  <a:pt x="654" y="695"/>
                </a:cubicBezTo>
                <a:cubicBezTo>
                  <a:pt x="655" y="697"/>
                  <a:pt x="656" y="698"/>
                  <a:pt x="657" y="699"/>
                </a:cubicBezTo>
                <a:cubicBezTo>
                  <a:pt x="657" y="698"/>
                  <a:pt x="657" y="697"/>
                  <a:pt x="657" y="696"/>
                </a:cubicBezTo>
                <a:cubicBezTo>
                  <a:pt x="657" y="695"/>
                  <a:pt x="656" y="694"/>
                  <a:pt x="657" y="693"/>
                </a:cubicBezTo>
                <a:cubicBezTo>
                  <a:pt x="657" y="693"/>
                  <a:pt x="657" y="693"/>
                  <a:pt x="657" y="693"/>
                </a:cubicBezTo>
                <a:cubicBezTo>
                  <a:pt x="656" y="693"/>
                  <a:pt x="657" y="693"/>
                  <a:pt x="657" y="694"/>
                </a:cubicBezTo>
                <a:cubicBezTo>
                  <a:pt x="658" y="696"/>
                  <a:pt x="660" y="698"/>
                  <a:pt x="661" y="700"/>
                </a:cubicBezTo>
                <a:cubicBezTo>
                  <a:pt x="662" y="701"/>
                  <a:pt x="664" y="701"/>
                  <a:pt x="664" y="703"/>
                </a:cubicBezTo>
                <a:cubicBezTo>
                  <a:pt x="664" y="703"/>
                  <a:pt x="665" y="703"/>
                  <a:pt x="665" y="703"/>
                </a:cubicBezTo>
                <a:cubicBezTo>
                  <a:pt x="666" y="702"/>
                  <a:pt x="666" y="703"/>
                  <a:pt x="666" y="704"/>
                </a:cubicBezTo>
                <a:cubicBezTo>
                  <a:pt x="666" y="704"/>
                  <a:pt x="666" y="705"/>
                  <a:pt x="666" y="706"/>
                </a:cubicBezTo>
                <a:cubicBezTo>
                  <a:pt x="666" y="706"/>
                  <a:pt x="666" y="706"/>
                  <a:pt x="667" y="706"/>
                </a:cubicBezTo>
                <a:cubicBezTo>
                  <a:pt x="667" y="706"/>
                  <a:pt x="667" y="706"/>
                  <a:pt x="667" y="705"/>
                </a:cubicBezTo>
                <a:cubicBezTo>
                  <a:pt x="667" y="705"/>
                  <a:pt x="668" y="704"/>
                  <a:pt x="668" y="704"/>
                </a:cubicBezTo>
                <a:cubicBezTo>
                  <a:pt x="668" y="704"/>
                  <a:pt x="668" y="704"/>
                  <a:pt x="668" y="704"/>
                </a:cubicBezTo>
                <a:cubicBezTo>
                  <a:pt x="668" y="706"/>
                  <a:pt x="669" y="707"/>
                  <a:pt x="671" y="708"/>
                </a:cubicBezTo>
                <a:cubicBezTo>
                  <a:pt x="671" y="708"/>
                  <a:pt x="671" y="708"/>
                  <a:pt x="672" y="708"/>
                </a:cubicBezTo>
                <a:cubicBezTo>
                  <a:pt x="672" y="708"/>
                  <a:pt x="672" y="707"/>
                  <a:pt x="672" y="707"/>
                </a:cubicBezTo>
                <a:cubicBezTo>
                  <a:pt x="671" y="707"/>
                  <a:pt x="671" y="706"/>
                  <a:pt x="671" y="706"/>
                </a:cubicBezTo>
                <a:cubicBezTo>
                  <a:pt x="672" y="707"/>
                  <a:pt x="674" y="706"/>
                  <a:pt x="673" y="708"/>
                </a:cubicBezTo>
                <a:cubicBezTo>
                  <a:pt x="673" y="708"/>
                  <a:pt x="674" y="709"/>
                  <a:pt x="675" y="708"/>
                </a:cubicBezTo>
                <a:cubicBezTo>
                  <a:pt x="675" y="708"/>
                  <a:pt x="675" y="707"/>
                  <a:pt x="675" y="707"/>
                </a:cubicBezTo>
                <a:cubicBezTo>
                  <a:pt x="675" y="709"/>
                  <a:pt x="676" y="710"/>
                  <a:pt x="677" y="710"/>
                </a:cubicBezTo>
                <a:cubicBezTo>
                  <a:pt x="679" y="710"/>
                  <a:pt x="679" y="711"/>
                  <a:pt x="679" y="713"/>
                </a:cubicBezTo>
                <a:cubicBezTo>
                  <a:pt x="679" y="714"/>
                  <a:pt x="679" y="716"/>
                  <a:pt x="681" y="716"/>
                </a:cubicBezTo>
                <a:cubicBezTo>
                  <a:pt x="682" y="716"/>
                  <a:pt x="683" y="716"/>
                  <a:pt x="683" y="715"/>
                </a:cubicBezTo>
                <a:cubicBezTo>
                  <a:pt x="681" y="714"/>
                  <a:pt x="682" y="712"/>
                  <a:pt x="680" y="710"/>
                </a:cubicBezTo>
                <a:cubicBezTo>
                  <a:pt x="679" y="709"/>
                  <a:pt x="680" y="708"/>
                  <a:pt x="680" y="707"/>
                </a:cubicBezTo>
                <a:cubicBezTo>
                  <a:pt x="681" y="708"/>
                  <a:pt x="682" y="709"/>
                  <a:pt x="683" y="709"/>
                </a:cubicBezTo>
                <a:cubicBezTo>
                  <a:pt x="684" y="709"/>
                  <a:pt x="684" y="709"/>
                  <a:pt x="685" y="709"/>
                </a:cubicBezTo>
                <a:cubicBezTo>
                  <a:pt x="685" y="708"/>
                  <a:pt x="684" y="708"/>
                  <a:pt x="684" y="708"/>
                </a:cubicBezTo>
                <a:cubicBezTo>
                  <a:pt x="683" y="708"/>
                  <a:pt x="684" y="707"/>
                  <a:pt x="684" y="707"/>
                </a:cubicBezTo>
                <a:cubicBezTo>
                  <a:pt x="684" y="706"/>
                  <a:pt x="683" y="705"/>
                  <a:pt x="683" y="704"/>
                </a:cubicBezTo>
                <a:cubicBezTo>
                  <a:pt x="682" y="703"/>
                  <a:pt x="682" y="703"/>
                  <a:pt x="682" y="702"/>
                </a:cubicBezTo>
                <a:cubicBezTo>
                  <a:pt x="683" y="701"/>
                  <a:pt x="682" y="701"/>
                  <a:pt x="682" y="700"/>
                </a:cubicBezTo>
                <a:cubicBezTo>
                  <a:pt x="682" y="700"/>
                  <a:pt x="682" y="700"/>
                  <a:pt x="682" y="700"/>
                </a:cubicBezTo>
                <a:cubicBezTo>
                  <a:pt x="682" y="700"/>
                  <a:pt x="682" y="700"/>
                  <a:pt x="682" y="700"/>
                </a:cubicBezTo>
                <a:cubicBezTo>
                  <a:pt x="682" y="700"/>
                  <a:pt x="683" y="699"/>
                  <a:pt x="683" y="699"/>
                </a:cubicBezTo>
                <a:cubicBezTo>
                  <a:pt x="683" y="699"/>
                  <a:pt x="683" y="699"/>
                  <a:pt x="683" y="699"/>
                </a:cubicBezTo>
                <a:cubicBezTo>
                  <a:pt x="683" y="699"/>
                  <a:pt x="683" y="699"/>
                  <a:pt x="683" y="699"/>
                </a:cubicBezTo>
                <a:cubicBezTo>
                  <a:pt x="684" y="700"/>
                  <a:pt x="684" y="700"/>
                  <a:pt x="684" y="701"/>
                </a:cubicBezTo>
                <a:cubicBezTo>
                  <a:pt x="684" y="702"/>
                  <a:pt x="685" y="702"/>
                  <a:pt x="686" y="702"/>
                </a:cubicBezTo>
                <a:cubicBezTo>
                  <a:pt x="686" y="702"/>
                  <a:pt x="686" y="701"/>
                  <a:pt x="686" y="701"/>
                </a:cubicBezTo>
                <a:cubicBezTo>
                  <a:pt x="686" y="700"/>
                  <a:pt x="686" y="699"/>
                  <a:pt x="686" y="699"/>
                </a:cubicBezTo>
                <a:cubicBezTo>
                  <a:pt x="686" y="698"/>
                  <a:pt x="686" y="697"/>
                  <a:pt x="687" y="696"/>
                </a:cubicBezTo>
                <a:cubicBezTo>
                  <a:pt x="687" y="697"/>
                  <a:pt x="687" y="697"/>
                  <a:pt x="687" y="698"/>
                </a:cubicBezTo>
                <a:cubicBezTo>
                  <a:pt x="688" y="700"/>
                  <a:pt x="688" y="700"/>
                  <a:pt x="690" y="701"/>
                </a:cubicBezTo>
                <a:cubicBezTo>
                  <a:pt x="688" y="699"/>
                  <a:pt x="688" y="697"/>
                  <a:pt x="688" y="695"/>
                </a:cubicBezTo>
                <a:cubicBezTo>
                  <a:pt x="688" y="695"/>
                  <a:pt x="688" y="695"/>
                  <a:pt x="688" y="695"/>
                </a:cubicBezTo>
                <a:cubicBezTo>
                  <a:pt x="688" y="694"/>
                  <a:pt x="688" y="694"/>
                  <a:pt x="687" y="693"/>
                </a:cubicBezTo>
                <a:cubicBezTo>
                  <a:pt x="687" y="693"/>
                  <a:pt x="688" y="692"/>
                  <a:pt x="688" y="692"/>
                </a:cubicBezTo>
                <a:cubicBezTo>
                  <a:pt x="688" y="691"/>
                  <a:pt x="689" y="691"/>
                  <a:pt x="689" y="690"/>
                </a:cubicBezTo>
                <a:cubicBezTo>
                  <a:pt x="688" y="690"/>
                  <a:pt x="688" y="691"/>
                  <a:pt x="688" y="691"/>
                </a:cubicBezTo>
                <a:cubicBezTo>
                  <a:pt x="687" y="692"/>
                  <a:pt x="687" y="692"/>
                  <a:pt x="686" y="692"/>
                </a:cubicBezTo>
                <a:cubicBezTo>
                  <a:pt x="685" y="692"/>
                  <a:pt x="686" y="691"/>
                  <a:pt x="685" y="691"/>
                </a:cubicBezTo>
                <a:cubicBezTo>
                  <a:pt x="685" y="690"/>
                  <a:pt x="685" y="688"/>
                  <a:pt x="684" y="689"/>
                </a:cubicBezTo>
                <a:cubicBezTo>
                  <a:pt x="683" y="689"/>
                  <a:pt x="683" y="689"/>
                  <a:pt x="683" y="689"/>
                </a:cubicBezTo>
                <a:cubicBezTo>
                  <a:pt x="683" y="688"/>
                  <a:pt x="685" y="688"/>
                  <a:pt x="684" y="687"/>
                </a:cubicBezTo>
                <a:cubicBezTo>
                  <a:pt x="684" y="686"/>
                  <a:pt x="683" y="687"/>
                  <a:pt x="683" y="687"/>
                </a:cubicBezTo>
                <a:cubicBezTo>
                  <a:pt x="682" y="687"/>
                  <a:pt x="681" y="687"/>
                  <a:pt x="681" y="686"/>
                </a:cubicBezTo>
                <a:cubicBezTo>
                  <a:pt x="680" y="684"/>
                  <a:pt x="679" y="684"/>
                  <a:pt x="678" y="682"/>
                </a:cubicBezTo>
                <a:cubicBezTo>
                  <a:pt x="678" y="682"/>
                  <a:pt x="678" y="682"/>
                  <a:pt x="678" y="682"/>
                </a:cubicBezTo>
                <a:cubicBezTo>
                  <a:pt x="677" y="682"/>
                  <a:pt x="677" y="681"/>
                  <a:pt x="677" y="680"/>
                </a:cubicBezTo>
                <a:cubicBezTo>
                  <a:pt x="677" y="680"/>
                  <a:pt x="677" y="680"/>
                  <a:pt x="677" y="680"/>
                </a:cubicBezTo>
                <a:cubicBezTo>
                  <a:pt x="678" y="680"/>
                  <a:pt x="680" y="682"/>
                  <a:pt x="680" y="679"/>
                </a:cubicBezTo>
                <a:cubicBezTo>
                  <a:pt x="680" y="679"/>
                  <a:pt x="680" y="679"/>
                  <a:pt x="680" y="678"/>
                </a:cubicBezTo>
                <a:cubicBezTo>
                  <a:pt x="681" y="678"/>
                  <a:pt x="681" y="678"/>
                  <a:pt x="681" y="677"/>
                </a:cubicBezTo>
                <a:cubicBezTo>
                  <a:pt x="680" y="677"/>
                  <a:pt x="680" y="676"/>
                  <a:pt x="679" y="676"/>
                </a:cubicBezTo>
                <a:cubicBezTo>
                  <a:pt x="679" y="677"/>
                  <a:pt x="678" y="677"/>
                  <a:pt x="678" y="677"/>
                </a:cubicBezTo>
                <a:cubicBezTo>
                  <a:pt x="677" y="676"/>
                  <a:pt x="676" y="677"/>
                  <a:pt x="676" y="676"/>
                </a:cubicBezTo>
                <a:cubicBezTo>
                  <a:pt x="675" y="675"/>
                  <a:pt x="676" y="674"/>
                  <a:pt x="676" y="674"/>
                </a:cubicBezTo>
                <a:cubicBezTo>
                  <a:pt x="677" y="673"/>
                  <a:pt x="677" y="673"/>
                  <a:pt x="677" y="672"/>
                </a:cubicBezTo>
                <a:cubicBezTo>
                  <a:pt x="677" y="672"/>
                  <a:pt x="677" y="671"/>
                  <a:pt x="676" y="671"/>
                </a:cubicBezTo>
                <a:cubicBezTo>
                  <a:pt x="675" y="671"/>
                  <a:pt x="676" y="672"/>
                  <a:pt x="675" y="672"/>
                </a:cubicBezTo>
                <a:cubicBezTo>
                  <a:pt x="675" y="670"/>
                  <a:pt x="675" y="670"/>
                  <a:pt x="673" y="669"/>
                </a:cubicBezTo>
                <a:cubicBezTo>
                  <a:pt x="673" y="669"/>
                  <a:pt x="674" y="671"/>
                  <a:pt x="673" y="671"/>
                </a:cubicBezTo>
                <a:cubicBezTo>
                  <a:pt x="672" y="671"/>
                  <a:pt x="673" y="670"/>
                  <a:pt x="672" y="669"/>
                </a:cubicBezTo>
                <a:cubicBezTo>
                  <a:pt x="672" y="670"/>
                  <a:pt x="672" y="671"/>
                  <a:pt x="672" y="672"/>
                </a:cubicBezTo>
                <a:cubicBezTo>
                  <a:pt x="671" y="672"/>
                  <a:pt x="671" y="671"/>
                  <a:pt x="670" y="671"/>
                </a:cubicBezTo>
                <a:cubicBezTo>
                  <a:pt x="670" y="671"/>
                  <a:pt x="670" y="671"/>
                  <a:pt x="670" y="671"/>
                </a:cubicBezTo>
                <a:cubicBezTo>
                  <a:pt x="670" y="671"/>
                  <a:pt x="670" y="671"/>
                  <a:pt x="670" y="671"/>
                </a:cubicBezTo>
                <a:cubicBezTo>
                  <a:pt x="670" y="671"/>
                  <a:pt x="670" y="671"/>
                  <a:pt x="670" y="671"/>
                </a:cubicBezTo>
                <a:cubicBezTo>
                  <a:pt x="670" y="671"/>
                  <a:pt x="669" y="671"/>
                  <a:pt x="670" y="670"/>
                </a:cubicBezTo>
                <a:cubicBezTo>
                  <a:pt x="672" y="670"/>
                  <a:pt x="671" y="669"/>
                  <a:pt x="670" y="669"/>
                </a:cubicBezTo>
                <a:cubicBezTo>
                  <a:pt x="670" y="668"/>
                  <a:pt x="669" y="668"/>
                  <a:pt x="669" y="668"/>
                </a:cubicBezTo>
                <a:cubicBezTo>
                  <a:pt x="669" y="668"/>
                  <a:pt x="669" y="668"/>
                  <a:pt x="669" y="668"/>
                </a:cubicBezTo>
                <a:cubicBezTo>
                  <a:pt x="668" y="667"/>
                  <a:pt x="668" y="666"/>
                  <a:pt x="667" y="666"/>
                </a:cubicBezTo>
                <a:cubicBezTo>
                  <a:pt x="667" y="667"/>
                  <a:pt x="667" y="668"/>
                  <a:pt x="666" y="669"/>
                </a:cubicBezTo>
                <a:cubicBezTo>
                  <a:pt x="666" y="667"/>
                  <a:pt x="666" y="667"/>
                  <a:pt x="664" y="665"/>
                </a:cubicBezTo>
                <a:cubicBezTo>
                  <a:pt x="664" y="664"/>
                  <a:pt x="664" y="664"/>
                  <a:pt x="664" y="663"/>
                </a:cubicBezTo>
                <a:cubicBezTo>
                  <a:pt x="664" y="663"/>
                  <a:pt x="664" y="662"/>
                  <a:pt x="664" y="662"/>
                </a:cubicBezTo>
                <a:cubicBezTo>
                  <a:pt x="661" y="661"/>
                  <a:pt x="662" y="659"/>
                  <a:pt x="662" y="658"/>
                </a:cubicBezTo>
                <a:cubicBezTo>
                  <a:pt x="662" y="658"/>
                  <a:pt x="662" y="658"/>
                  <a:pt x="662" y="658"/>
                </a:cubicBezTo>
                <a:cubicBezTo>
                  <a:pt x="663" y="657"/>
                  <a:pt x="663" y="657"/>
                  <a:pt x="664" y="656"/>
                </a:cubicBezTo>
                <a:cubicBezTo>
                  <a:pt x="663" y="656"/>
                  <a:pt x="661" y="656"/>
                  <a:pt x="660" y="656"/>
                </a:cubicBezTo>
                <a:cubicBezTo>
                  <a:pt x="660" y="656"/>
                  <a:pt x="660" y="656"/>
                  <a:pt x="660" y="656"/>
                </a:cubicBezTo>
                <a:cubicBezTo>
                  <a:pt x="660" y="656"/>
                  <a:pt x="660" y="656"/>
                  <a:pt x="660" y="656"/>
                </a:cubicBezTo>
                <a:cubicBezTo>
                  <a:pt x="660" y="656"/>
                  <a:pt x="660" y="656"/>
                  <a:pt x="660" y="656"/>
                </a:cubicBezTo>
                <a:cubicBezTo>
                  <a:pt x="660" y="655"/>
                  <a:pt x="660" y="655"/>
                  <a:pt x="660" y="654"/>
                </a:cubicBezTo>
                <a:cubicBezTo>
                  <a:pt x="660" y="654"/>
                  <a:pt x="660" y="654"/>
                  <a:pt x="660" y="654"/>
                </a:cubicBezTo>
                <a:cubicBezTo>
                  <a:pt x="660" y="654"/>
                  <a:pt x="660" y="654"/>
                  <a:pt x="660" y="654"/>
                </a:cubicBezTo>
                <a:cubicBezTo>
                  <a:pt x="663" y="654"/>
                  <a:pt x="661" y="653"/>
                  <a:pt x="661" y="652"/>
                </a:cubicBezTo>
                <a:cubicBezTo>
                  <a:pt x="661" y="652"/>
                  <a:pt x="661" y="652"/>
                  <a:pt x="661" y="652"/>
                </a:cubicBezTo>
                <a:cubicBezTo>
                  <a:pt x="661" y="652"/>
                  <a:pt x="661" y="652"/>
                  <a:pt x="660" y="652"/>
                </a:cubicBezTo>
                <a:cubicBezTo>
                  <a:pt x="659" y="651"/>
                  <a:pt x="658" y="652"/>
                  <a:pt x="657" y="652"/>
                </a:cubicBezTo>
                <a:cubicBezTo>
                  <a:pt x="657" y="652"/>
                  <a:pt x="657" y="652"/>
                  <a:pt x="657" y="652"/>
                </a:cubicBezTo>
                <a:cubicBezTo>
                  <a:pt x="656" y="653"/>
                  <a:pt x="655" y="654"/>
                  <a:pt x="655" y="655"/>
                </a:cubicBezTo>
                <a:cubicBezTo>
                  <a:pt x="655" y="654"/>
                  <a:pt x="655" y="654"/>
                  <a:pt x="655" y="653"/>
                </a:cubicBezTo>
                <a:cubicBezTo>
                  <a:pt x="655" y="653"/>
                  <a:pt x="655" y="653"/>
                  <a:pt x="655" y="653"/>
                </a:cubicBezTo>
                <a:cubicBezTo>
                  <a:pt x="655" y="653"/>
                  <a:pt x="655" y="653"/>
                  <a:pt x="655" y="653"/>
                </a:cubicBezTo>
                <a:cubicBezTo>
                  <a:pt x="655" y="652"/>
                  <a:pt x="655" y="652"/>
                  <a:pt x="655" y="651"/>
                </a:cubicBezTo>
                <a:cubicBezTo>
                  <a:pt x="655" y="651"/>
                  <a:pt x="654" y="650"/>
                  <a:pt x="655" y="650"/>
                </a:cubicBezTo>
                <a:cubicBezTo>
                  <a:pt x="655" y="650"/>
                  <a:pt x="655" y="650"/>
                  <a:pt x="655" y="650"/>
                </a:cubicBezTo>
                <a:cubicBezTo>
                  <a:pt x="657" y="649"/>
                  <a:pt x="655" y="648"/>
                  <a:pt x="655" y="647"/>
                </a:cubicBezTo>
                <a:cubicBezTo>
                  <a:pt x="655" y="647"/>
                  <a:pt x="655" y="647"/>
                  <a:pt x="655" y="647"/>
                </a:cubicBezTo>
                <a:cubicBezTo>
                  <a:pt x="655" y="647"/>
                  <a:pt x="656" y="647"/>
                  <a:pt x="656" y="646"/>
                </a:cubicBezTo>
                <a:cubicBezTo>
                  <a:pt x="656" y="646"/>
                  <a:pt x="656" y="646"/>
                  <a:pt x="656" y="646"/>
                </a:cubicBezTo>
                <a:cubicBezTo>
                  <a:pt x="656" y="646"/>
                  <a:pt x="656" y="646"/>
                  <a:pt x="657" y="645"/>
                </a:cubicBezTo>
                <a:cubicBezTo>
                  <a:pt x="657" y="646"/>
                  <a:pt x="657" y="646"/>
                  <a:pt x="657" y="646"/>
                </a:cubicBezTo>
                <a:cubicBezTo>
                  <a:pt x="657" y="646"/>
                  <a:pt x="657" y="646"/>
                  <a:pt x="657" y="646"/>
                </a:cubicBezTo>
                <a:cubicBezTo>
                  <a:pt x="658" y="647"/>
                  <a:pt x="660" y="646"/>
                  <a:pt x="661" y="646"/>
                </a:cubicBezTo>
                <a:cubicBezTo>
                  <a:pt x="662" y="646"/>
                  <a:pt x="661" y="645"/>
                  <a:pt x="661" y="645"/>
                </a:cubicBezTo>
                <a:cubicBezTo>
                  <a:pt x="661" y="644"/>
                  <a:pt x="661" y="644"/>
                  <a:pt x="662" y="644"/>
                </a:cubicBezTo>
                <a:cubicBezTo>
                  <a:pt x="661" y="643"/>
                  <a:pt x="661" y="643"/>
                  <a:pt x="661" y="642"/>
                </a:cubicBezTo>
                <a:cubicBezTo>
                  <a:pt x="661" y="642"/>
                  <a:pt x="661" y="642"/>
                  <a:pt x="661" y="642"/>
                </a:cubicBezTo>
                <a:cubicBezTo>
                  <a:pt x="661" y="642"/>
                  <a:pt x="661" y="642"/>
                  <a:pt x="661" y="642"/>
                </a:cubicBezTo>
                <a:cubicBezTo>
                  <a:pt x="661" y="642"/>
                  <a:pt x="661" y="642"/>
                  <a:pt x="661" y="642"/>
                </a:cubicBezTo>
                <a:cubicBezTo>
                  <a:pt x="660" y="642"/>
                  <a:pt x="659" y="641"/>
                  <a:pt x="658" y="640"/>
                </a:cubicBezTo>
                <a:cubicBezTo>
                  <a:pt x="658" y="640"/>
                  <a:pt x="658" y="640"/>
                  <a:pt x="658" y="640"/>
                </a:cubicBezTo>
                <a:cubicBezTo>
                  <a:pt x="658" y="639"/>
                  <a:pt x="657" y="639"/>
                  <a:pt x="657" y="638"/>
                </a:cubicBezTo>
                <a:cubicBezTo>
                  <a:pt x="657" y="637"/>
                  <a:pt x="656" y="635"/>
                  <a:pt x="655" y="634"/>
                </a:cubicBezTo>
                <a:cubicBezTo>
                  <a:pt x="655" y="634"/>
                  <a:pt x="655" y="634"/>
                  <a:pt x="655" y="634"/>
                </a:cubicBezTo>
                <a:cubicBezTo>
                  <a:pt x="655" y="634"/>
                  <a:pt x="655" y="633"/>
                  <a:pt x="655" y="633"/>
                </a:cubicBezTo>
                <a:cubicBezTo>
                  <a:pt x="657" y="634"/>
                  <a:pt x="659" y="635"/>
                  <a:pt x="659" y="637"/>
                </a:cubicBezTo>
                <a:cubicBezTo>
                  <a:pt x="660" y="638"/>
                  <a:pt x="661" y="638"/>
                  <a:pt x="662" y="638"/>
                </a:cubicBezTo>
                <a:cubicBezTo>
                  <a:pt x="663" y="637"/>
                  <a:pt x="661" y="637"/>
                  <a:pt x="661" y="636"/>
                </a:cubicBezTo>
                <a:cubicBezTo>
                  <a:pt x="661" y="636"/>
                  <a:pt x="661" y="636"/>
                  <a:pt x="661" y="636"/>
                </a:cubicBezTo>
                <a:cubicBezTo>
                  <a:pt x="663" y="636"/>
                  <a:pt x="663" y="635"/>
                  <a:pt x="662" y="634"/>
                </a:cubicBezTo>
                <a:cubicBezTo>
                  <a:pt x="663" y="634"/>
                  <a:pt x="664" y="634"/>
                  <a:pt x="665" y="634"/>
                </a:cubicBezTo>
                <a:cubicBezTo>
                  <a:pt x="665" y="634"/>
                  <a:pt x="665" y="634"/>
                  <a:pt x="665" y="634"/>
                </a:cubicBezTo>
                <a:cubicBezTo>
                  <a:pt x="665" y="634"/>
                  <a:pt x="665" y="634"/>
                  <a:pt x="665" y="634"/>
                </a:cubicBezTo>
                <a:cubicBezTo>
                  <a:pt x="665" y="634"/>
                  <a:pt x="665" y="634"/>
                  <a:pt x="666" y="634"/>
                </a:cubicBezTo>
                <a:cubicBezTo>
                  <a:pt x="667" y="637"/>
                  <a:pt x="664" y="635"/>
                  <a:pt x="664" y="635"/>
                </a:cubicBezTo>
                <a:cubicBezTo>
                  <a:pt x="664" y="636"/>
                  <a:pt x="665" y="636"/>
                  <a:pt x="664" y="636"/>
                </a:cubicBezTo>
                <a:cubicBezTo>
                  <a:pt x="664" y="636"/>
                  <a:pt x="664" y="635"/>
                  <a:pt x="663" y="635"/>
                </a:cubicBezTo>
                <a:cubicBezTo>
                  <a:pt x="663" y="637"/>
                  <a:pt x="664" y="637"/>
                  <a:pt x="666" y="637"/>
                </a:cubicBezTo>
                <a:cubicBezTo>
                  <a:pt x="667" y="638"/>
                  <a:pt x="667" y="637"/>
                  <a:pt x="667" y="636"/>
                </a:cubicBezTo>
                <a:cubicBezTo>
                  <a:pt x="667" y="636"/>
                  <a:pt x="668" y="635"/>
                  <a:pt x="668" y="636"/>
                </a:cubicBezTo>
                <a:cubicBezTo>
                  <a:pt x="668" y="637"/>
                  <a:pt x="668" y="638"/>
                  <a:pt x="668" y="638"/>
                </a:cubicBezTo>
                <a:cubicBezTo>
                  <a:pt x="668" y="639"/>
                  <a:pt x="668" y="640"/>
                  <a:pt x="669" y="639"/>
                </a:cubicBezTo>
                <a:cubicBezTo>
                  <a:pt x="670" y="639"/>
                  <a:pt x="670" y="639"/>
                  <a:pt x="671" y="640"/>
                </a:cubicBezTo>
                <a:cubicBezTo>
                  <a:pt x="671" y="641"/>
                  <a:pt x="672" y="642"/>
                  <a:pt x="673" y="642"/>
                </a:cubicBezTo>
                <a:cubicBezTo>
                  <a:pt x="673" y="642"/>
                  <a:pt x="673" y="642"/>
                  <a:pt x="673" y="642"/>
                </a:cubicBezTo>
                <a:cubicBezTo>
                  <a:pt x="673" y="642"/>
                  <a:pt x="673" y="642"/>
                  <a:pt x="673" y="642"/>
                </a:cubicBezTo>
                <a:cubicBezTo>
                  <a:pt x="673" y="642"/>
                  <a:pt x="673" y="642"/>
                  <a:pt x="673" y="642"/>
                </a:cubicBezTo>
                <a:cubicBezTo>
                  <a:pt x="673" y="642"/>
                  <a:pt x="673" y="642"/>
                  <a:pt x="673" y="642"/>
                </a:cubicBezTo>
                <a:cubicBezTo>
                  <a:pt x="673" y="642"/>
                  <a:pt x="673" y="642"/>
                  <a:pt x="674" y="642"/>
                </a:cubicBezTo>
                <a:cubicBezTo>
                  <a:pt x="674" y="642"/>
                  <a:pt x="674" y="642"/>
                  <a:pt x="674" y="642"/>
                </a:cubicBezTo>
                <a:cubicBezTo>
                  <a:pt x="674" y="642"/>
                  <a:pt x="674" y="642"/>
                  <a:pt x="674" y="642"/>
                </a:cubicBezTo>
                <a:cubicBezTo>
                  <a:pt x="673" y="644"/>
                  <a:pt x="673" y="645"/>
                  <a:pt x="675" y="645"/>
                </a:cubicBezTo>
                <a:cubicBezTo>
                  <a:pt x="675" y="645"/>
                  <a:pt x="675" y="645"/>
                  <a:pt x="675" y="645"/>
                </a:cubicBezTo>
                <a:cubicBezTo>
                  <a:pt x="675" y="645"/>
                  <a:pt x="675" y="645"/>
                  <a:pt x="675" y="645"/>
                </a:cubicBezTo>
                <a:cubicBezTo>
                  <a:pt x="677" y="645"/>
                  <a:pt x="679" y="644"/>
                  <a:pt x="681" y="643"/>
                </a:cubicBezTo>
                <a:cubicBezTo>
                  <a:pt x="681" y="643"/>
                  <a:pt x="682" y="643"/>
                  <a:pt x="682" y="643"/>
                </a:cubicBezTo>
                <a:cubicBezTo>
                  <a:pt x="682" y="643"/>
                  <a:pt x="682" y="643"/>
                  <a:pt x="682" y="643"/>
                </a:cubicBezTo>
                <a:cubicBezTo>
                  <a:pt x="682" y="643"/>
                  <a:pt x="682" y="643"/>
                  <a:pt x="682" y="643"/>
                </a:cubicBezTo>
                <a:cubicBezTo>
                  <a:pt x="683" y="643"/>
                  <a:pt x="683" y="644"/>
                  <a:pt x="683" y="644"/>
                </a:cubicBezTo>
                <a:cubicBezTo>
                  <a:pt x="682" y="644"/>
                  <a:pt x="682" y="644"/>
                  <a:pt x="681" y="644"/>
                </a:cubicBezTo>
                <a:cubicBezTo>
                  <a:pt x="681" y="644"/>
                  <a:pt x="681" y="644"/>
                  <a:pt x="681" y="644"/>
                </a:cubicBezTo>
                <a:cubicBezTo>
                  <a:pt x="681" y="644"/>
                  <a:pt x="681" y="644"/>
                  <a:pt x="681" y="644"/>
                </a:cubicBezTo>
                <a:cubicBezTo>
                  <a:pt x="678" y="646"/>
                  <a:pt x="677" y="647"/>
                  <a:pt x="678" y="651"/>
                </a:cubicBezTo>
                <a:cubicBezTo>
                  <a:pt x="677" y="651"/>
                  <a:pt x="678" y="651"/>
                  <a:pt x="678" y="651"/>
                </a:cubicBezTo>
                <a:cubicBezTo>
                  <a:pt x="679" y="652"/>
                  <a:pt x="680" y="651"/>
                  <a:pt x="681" y="651"/>
                </a:cubicBezTo>
                <a:cubicBezTo>
                  <a:pt x="681" y="652"/>
                  <a:pt x="680" y="652"/>
                  <a:pt x="679" y="652"/>
                </a:cubicBezTo>
                <a:cubicBezTo>
                  <a:pt x="679" y="652"/>
                  <a:pt x="679" y="653"/>
                  <a:pt x="679" y="654"/>
                </a:cubicBezTo>
                <a:cubicBezTo>
                  <a:pt x="679" y="654"/>
                  <a:pt x="679" y="654"/>
                  <a:pt x="680" y="654"/>
                </a:cubicBezTo>
                <a:cubicBezTo>
                  <a:pt x="681" y="655"/>
                  <a:pt x="682" y="653"/>
                  <a:pt x="683" y="653"/>
                </a:cubicBezTo>
                <a:cubicBezTo>
                  <a:pt x="683" y="654"/>
                  <a:pt x="682" y="654"/>
                  <a:pt x="681" y="655"/>
                </a:cubicBezTo>
                <a:cubicBezTo>
                  <a:pt x="680" y="656"/>
                  <a:pt x="680" y="656"/>
                  <a:pt x="681" y="658"/>
                </a:cubicBezTo>
                <a:cubicBezTo>
                  <a:pt x="683" y="658"/>
                  <a:pt x="682" y="659"/>
                  <a:pt x="683" y="660"/>
                </a:cubicBezTo>
                <a:cubicBezTo>
                  <a:pt x="683" y="660"/>
                  <a:pt x="683" y="660"/>
                  <a:pt x="683" y="660"/>
                </a:cubicBezTo>
                <a:cubicBezTo>
                  <a:pt x="683" y="660"/>
                  <a:pt x="683" y="660"/>
                  <a:pt x="683" y="660"/>
                </a:cubicBezTo>
                <a:cubicBezTo>
                  <a:pt x="684" y="660"/>
                  <a:pt x="684" y="662"/>
                  <a:pt x="686" y="664"/>
                </a:cubicBezTo>
                <a:cubicBezTo>
                  <a:pt x="686" y="663"/>
                  <a:pt x="687" y="662"/>
                  <a:pt x="686" y="661"/>
                </a:cubicBezTo>
                <a:cubicBezTo>
                  <a:pt x="686" y="661"/>
                  <a:pt x="686" y="660"/>
                  <a:pt x="687" y="659"/>
                </a:cubicBezTo>
                <a:cubicBezTo>
                  <a:pt x="687" y="659"/>
                  <a:pt x="687" y="660"/>
                  <a:pt x="687" y="660"/>
                </a:cubicBezTo>
                <a:cubicBezTo>
                  <a:pt x="687" y="660"/>
                  <a:pt x="687" y="660"/>
                  <a:pt x="687" y="660"/>
                </a:cubicBezTo>
                <a:cubicBezTo>
                  <a:pt x="687" y="660"/>
                  <a:pt x="687" y="660"/>
                  <a:pt x="687" y="660"/>
                </a:cubicBezTo>
                <a:cubicBezTo>
                  <a:pt x="687" y="661"/>
                  <a:pt x="687" y="662"/>
                  <a:pt x="688" y="662"/>
                </a:cubicBezTo>
                <a:cubicBezTo>
                  <a:pt x="689" y="662"/>
                  <a:pt x="689" y="662"/>
                  <a:pt x="688" y="663"/>
                </a:cubicBezTo>
                <a:cubicBezTo>
                  <a:pt x="688" y="664"/>
                  <a:pt x="689" y="664"/>
                  <a:pt x="689" y="665"/>
                </a:cubicBezTo>
                <a:cubicBezTo>
                  <a:pt x="690" y="663"/>
                  <a:pt x="691" y="664"/>
                  <a:pt x="692" y="663"/>
                </a:cubicBezTo>
                <a:cubicBezTo>
                  <a:pt x="691" y="664"/>
                  <a:pt x="693" y="665"/>
                  <a:pt x="692" y="666"/>
                </a:cubicBezTo>
                <a:cubicBezTo>
                  <a:pt x="694" y="666"/>
                  <a:pt x="694" y="667"/>
                  <a:pt x="694" y="668"/>
                </a:cubicBezTo>
                <a:cubicBezTo>
                  <a:pt x="694" y="667"/>
                  <a:pt x="696" y="666"/>
                  <a:pt x="695" y="664"/>
                </a:cubicBezTo>
                <a:cubicBezTo>
                  <a:pt x="695" y="663"/>
                  <a:pt x="696" y="661"/>
                  <a:pt x="696" y="660"/>
                </a:cubicBezTo>
                <a:cubicBezTo>
                  <a:pt x="696" y="659"/>
                  <a:pt x="697" y="661"/>
                  <a:pt x="697" y="660"/>
                </a:cubicBezTo>
                <a:cubicBezTo>
                  <a:pt x="698" y="659"/>
                  <a:pt x="697" y="659"/>
                  <a:pt x="696" y="659"/>
                </a:cubicBezTo>
                <a:cubicBezTo>
                  <a:pt x="696" y="658"/>
                  <a:pt x="696" y="658"/>
                  <a:pt x="696" y="658"/>
                </a:cubicBezTo>
                <a:cubicBezTo>
                  <a:pt x="696" y="658"/>
                  <a:pt x="696" y="658"/>
                  <a:pt x="696" y="658"/>
                </a:cubicBezTo>
                <a:cubicBezTo>
                  <a:pt x="695" y="657"/>
                  <a:pt x="695" y="657"/>
                  <a:pt x="694" y="657"/>
                </a:cubicBezTo>
                <a:cubicBezTo>
                  <a:pt x="695" y="656"/>
                  <a:pt x="695" y="657"/>
                  <a:pt x="696" y="656"/>
                </a:cubicBezTo>
                <a:cubicBezTo>
                  <a:pt x="696" y="655"/>
                  <a:pt x="694" y="655"/>
                  <a:pt x="694" y="654"/>
                </a:cubicBezTo>
                <a:cubicBezTo>
                  <a:pt x="695" y="654"/>
                  <a:pt x="695" y="655"/>
                  <a:pt x="696" y="654"/>
                </a:cubicBezTo>
                <a:cubicBezTo>
                  <a:pt x="696" y="654"/>
                  <a:pt x="696" y="654"/>
                  <a:pt x="696" y="653"/>
                </a:cubicBezTo>
                <a:cubicBezTo>
                  <a:pt x="696" y="653"/>
                  <a:pt x="696" y="653"/>
                  <a:pt x="696" y="653"/>
                </a:cubicBezTo>
                <a:cubicBezTo>
                  <a:pt x="695" y="653"/>
                  <a:pt x="695" y="652"/>
                  <a:pt x="694" y="652"/>
                </a:cubicBezTo>
                <a:cubicBezTo>
                  <a:pt x="694" y="652"/>
                  <a:pt x="694" y="652"/>
                  <a:pt x="694" y="652"/>
                </a:cubicBezTo>
                <a:cubicBezTo>
                  <a:pt x="695" y="652"/>
                  <a:pt x="695" y="652"/>
                  <a:pt x="696" y="652"/>
                </a:cubicBezTo>
                <a:cubicBezTo>
                  <a:pt x="696" y="652"/>
                  <a:pt x="696" y="651"/>
                  <a:pt x="696" y="651"/>
                </a:cubicBezTo>
                <a:cubicBezTo>
                  <a:pt x="696" y="651"/>
                  <a:pt x="696" y="651"/>
                  <a:pt x="696" y="651"/>
                </a:cubicBezTo>
                <a:cubicBezTo>
                  <a:pt x="696" y="651"/>
                  <a:pt x="696" y="651"/>
                  <a:pt x="696" y="650"/>
                </a:cubicBezTo>
                <a:cubicBezTo>
                  <a:pt x="696" y="650"/>
                  <a:pt x="696" y="650"/>
                  <a:pt x="696" y="650"/>
                </a:cubicBezTo>
                <a:cubicBezTo>
                  <a:pt x="696" y="650"/>
                  <a:pt x="696" y="650"/>
                  <a:pt x="696" y="650"/>
                </a:cubicBezTo>
                <a:cubicBezTo>
                  <a:pt x="697" y="651"/>
                  <a:pt x="698" y="653"/>
                  <a:pt x="699" y="653"/>
                </a:cubicBezTo>
                <a:cubicBezTo>
                  <a:pt x="700" y="653"/>
                  <a:pt x="702" y="654"/>
                  <a:pt x="703" y="652"/>
                </a:cubicBezTo>
                <a:cubicBezTo>
                  <a:pt x="703" y="651"/>
                  <a:pt x="704" y="649"/>
                  <a:pt x="702" y="649"/>
                </a:cubicBezTo>
                <a:cubicBezTo>
                  <a:pt x="702" y="649"/>
                  <a:pt x="701" y="648"/>
                  <a:pt x="701" y="648"/>
                </a:cubicBezTo>
                <a:cubicBezTo>
                  <a:pt x="701" y="648"/>
                  <a:pt x="702" y="648"/>
                  <a:pt x="702" y="648"/>
                </a:cubicBezTo>
                <a:cubicBezTo>
                  <a:pt x="703" y="648"/>
                  <a:pt x="704" y="650"/>
                  <a:pt x="705" y="649"/>
                </a:cubicBezTo>
                <a:cubicBezTo>
                  <a:pt x="706" y="648"/>
                  <a:pt x="705" y="646"/>
                  <a:pt x="705" y="645"/>
                </a:cubicBezTo>
                <a:cubicBezTo>
                  <a:pt x="705" y="645"/>
                  <a:pt x="705" y="645"/>
                  <a:pt x="706" y="645"/>
                </a:cubicBezTo>
                <a:cubicBezTo>
                  <a:pt x="706" y="645"/>
                  <a:pt x="706" y="645"/>
                  <a:pt x="706" y="645"/>
                </a:cubicBezTo>
                <a:cubicBezTo>
                  <a:pt x="706" y="645"/>
                  <a:pt x="706" y="645"/>
                  <a:pt x="706" y="645"/>
                </a:cubicBezTo>
                <a:cubicBezTo>
                  <a:pt x="708" y="644"/>
                  <a:pt x="709" y="643"/>
                  <a:pt x="707" y="642"/>
                </a:cubicBezTo>
                <a:cubicBezTo>
                  <a:pt x="706" y="641"/>
                  <a:pt x="705" y="640"/>
                  <a:pt x="703" y="640"/>
                </a:cubicBezTo>
                <a:cubicBezTo>
                  <a:pt x="702" y="640"/>
                  <a:pt x="701" y="639"/>
                  <a:pt x="701" y="638"/>
                </a:cubicBezTo>
                <a:cubicBezTo>
                  <a:pt x="702" y="640"/>
                  <a:pt x="703" y="639"/>
                  <a:pt x="704" y="639"/>
                </a:cubicBezTo>
                <a:cubicBezTo>
                  <a:pt x="705" y="638"/>
                  <a:pt x="705" y="637"/>
                  <a:pt x="705" y="636"/>
                </a:cubicBezTo>
                <a:cubicBezTo>
                  <a:pt x="704" y="636"/>
                  <a:pt x="703" y="636"/>
                  <a:pt x="704" y="635"/>
                </a:cubicBezTo>
                <a:cubicBezTo>
                  <a:pt x="704" y="635"/>
                  <a:pt x="705" y="635"/>
                  <a:pt x="706" y="635"/>
                </a:cubicBezTo>
                <a:cubicBezTo>
                  <a:pt x="707" y="635"/>
                  <a:pt x="707" y="637"/>
                  <a:pt x="707" y="637"/>
                </a:cubicBezTo>
                <a:cubicBezTo>
                  <a:pt x="709" y="638"/>
                  <a:pt x="711" y="637"/>
                  <a:pt x="712" y="637"/>
                </a:cubicBezTo>
                <a:cubicBezTo>
                  <a:pt x="712" y="637"/>
                  <a:pt x="713" y="637"/>
                  <a:pt x="713" y="636"/>
                </a:cubicBezTo>
                <a:cubicBezTo>
                  <a:pt x="713" y="636"/>
                  <a:pt x="713" y="635"/>
                  <a:pt x="712" y="635"/>
                </a:cubicBezTo>
                <a:cubicBezTo>
                  <a:pt x="712" y="635"/>
                  <a:pt x="711" y="636"/>
                  <a:pt x="711" y="635"/>
                </a:cubicBezTo>
                <a:cubicBezTo>
                  <a:pt x="711" y="634"/>
                  <a:pt x="713" y="634"/>
                  <a:pt x="712" y="633"/>
                </a:cubicBezTo>
                <a:cubicBezTo>
                  <a:pt x="712" y="632"/>
                  <a:pt x="713" y="633"/>
                  <a:pt x="713" y="632"/>
                </a:cubicBezTo>
                <a:cubicBezTo>
                  <a:pt x="713" y="632"/>
                  <a:pt x="713" y="632"/>
                  <a:pt x="713" y="632"/>
                </a:cubicBezTo>
                <a:cubicBezTo>
                  <a:pt x="713" y="632"/>
                  <a:pt x="713" y="632"/>
                  <a:pt x="713" y="632"/>
                </a:cubicBezTo>
                <a:cubicBezTo>
                  <a:pt x="714" y="631"/>
                  <a:pt x="716" y="631"/>
                  <a:pt x="715" y="629"/>
                </a:cubicBezTo>
                <a:close/>
                <a:moveTo>
                  <a:pt x="536" y="447"/>
                </a:moveTo>
                <a:cubicBezTo>
                  <a:pt x="536" y="447"/>
                  <a:pt x="536" y="447"/>
                  <a:pt x="536" y="447"/>
                </a:cubicBezTo>
                <a:cubicBezTo>
                  <a:pt x="536" y="447"/>
                  <a:pt x="536" y="447"/>
                  <a:pt x="536" y="447"/>
                </a:cubicBezTo>
                <a:cubicBezTo>
                  <a:pt x="536" y="447"/>
                  <a:pt x="536" y="447"/>
                  <a:pt x="536" y="447"/>
                </a:cubicBezTo>
                <a:close/>
                <a:moveTo>
                  <a:pt x="613" y="629"/>
                </a:moveTo>
                <a:cubicBezTo>
                  <a:pt x="613" y="629"/>
                  <a:pt x="613" y="629"/>
                  <a:pt x="613" y="629"/>
                </a:cubicBezTo>
                <a:cubicBezTo>
                  <a:pt x="613" y="629"/>
                  <a:pt x="613" y="629"/>
                  <a:pt x="613" y="629"/>
                </a:cubicBezTo>
                <a:cubicBezTo>
                  <a:pt x="613" y="629"/>
                  <a:pt x="613" y="629"/>
                  <a:pt x="613" y="629"/>
                </a:cubicBezTo>
                <a:close/>
                <a:moveTo>
                  <a:pt x="622" y="532"/>
                </a:moveTo>
                <a:cubicBezTo>
                  <a:pt x="622" y="532"/>
                  <a:pt x="622" y="532"/>
                  <a:pt x="622" y="532"/>
                </a:cubicBezTo>
                <a:cubicBezTo>
                  <a:pt x="622" y="532"/>
                  <a:pt x="622" y="532"/>
                  <a:pt x="622" y="532"/>
                </a:cubicBezTo>
                <a:close/>
                <a:moveTo>
                  <a:pt x="637" y="560"/>
                </a:moveTo>
                <a:cubicBezTo>
                  <a:pt x="637" y="560"/>
                  <a:pt x="637" y="560"/>
                  <a:pt x="637" y="560"/>
                </a:cubicBezTo>
                <a:cubicBezTo>
                  <a:pt x="637" y="560"/>
                  <a:pt x="637" y="560"/>
                  <a:pt x="637" y="560"/>
                </a:cubicBezTo>
                <a:close/>
                <a:moveTo>
                  <a:pt x="688" y="608"/>
                </a:moveTo>
                <a:cubicBezTo>
                  <a:pt x="688" y="608"/>
                  <a:pt x="688" y="608"/>
                  <a:pt x="688" y="608"/>
                </a:cubicBezTo>
                <a:cubicBezTo>
                  <a:pt x="688" y="608"/>
                  <a:pt x="688" y="608"/>
                  <a:pt x="688" y="608"/>
                </a:cubicBezTo>
                <a:close/>
                <a:moveTo>
                  <a:pt x="553" y="577"/>
                </a:moveTo>
                <a:cubicBezTo>
                  <a:pt x="552" y="578"/>
                  <a:pt x="552" y="576"/>
                  <a:pt x="552" y="576"/>
                </a:cubicBezTo>
                <a:cubicBezTo>
                  <a:pt x="553" y="574"/>
                  <a:pt x="553" y="571"/>
                  <a:pt x="556" y="571"/>
                </a:cubicBezTo>
                <a:cubicBezTo>
                  <a:pt x="556" y="571"/>
                  <a:pt x="557" y="570"/>
                  <a:pt x="557" y="569"/>
                </a:cubicBezTo>
                <a:cubicBezTo>
                  <a:pt x="557" y="568"/>
                  <a:pt x="559" y="567"/>
                  <a:pt x="559" y="565"/>
                </a:cubicBezTo>
                <a:cubicBezTo>
                  <a:pt x="559" y="564"/>
                  <a:pt x="560" y="564"/>
                  <a:pt x="561" y="564"/>
                </a:cubicBezTo>
                <a:cubicBezTo>
                  <a:pt x="562" y="564"/>
                  <a:pt x="562" y="565"/>
                  <a:pt x="562" y="566"/>
                </a:cubicBezTo>
                <a:cubicBezTo>
                  <a:pt x="562" y="567"/>
                  <a:pt x="561" y="568"/>
                  <a:pt x="561" y="569"/>
                </a:cubicBezTo>
                <a:cubicBezTo>
                  <a:pt x="559" y="570"/>
                  <a:pt x="559" y="572"/>
                  <a:pt x="558" y="574"/>
                </a:cubicBezTo>
                <a:cubicBezTo>
                  <a:pt x="558" y="576"/>
                  <a:pt x="555" y="577"/>
                  <a:pt x="553" y="577"/>
                </a:cubicBezTo>
                <a:close/>
                <a:moveTo>
                  <a:pt x="541" y="454"/>
                </a:moveTo>
                <a:cubicBezTo>
                  <a:pt x="542" y="455"/>
                  <a:pt x="543" y="455"/>
                  <a:pt x="544" y="455"/>
                </a:cubicBezTo>
                <a:cubicBezTo>
                  <a:pt x="545" y="455"/>
                  <a:pt x="545" y="455"/>
                  <a:pt x="546" y="456"/>
                </a:cubicBezTo>
                <a:cubicBezTo>
                  <a:pt x="546" y="456"/>
                  <a:pt x="546" y="457"/>
                  <a:pt x="546" y="457"/>
                </a:cubicBezTo>
                <a:cubicBezTo>
                  <a:pt x="546" y="457"/>
                  <a:pt x="546" y="457"/>
                  <a:pt x="546" y="457"/>
                </a:cubicBezTo>
                <a:cubicBezTo>
                  <a:pt x="545" y="457"/>
                  <a:pt x="546" y="458"/>
                  <a:pt x="546" y="458"/>
                </a:cubicBezTo>
                <a:cubicBezTo>
                  <a:pt x="545" y="462"/>
                  <a:pt x="546" y="466"/>
                  <a:pt x="549" y="468"/>
                </a:cubicBezTo>
                <a:cubicBezTo>
                  <a:pt x="551" y="471"/>
                  <a:pt x="553" y="471"/>
                  <a:pt x="556" y="469"/>
                </a:cubicBezTo>
                <a:cubicBezTo>
                  <a:pt x="558" y="468"/>
                  <a:pt x="560" y="466"/>
                  <a:pt x="563" y="466"/>
                </a:cubicBezTo>
                <a:cubicBezTo>
                  <a:pt x="563" y="466"/>
                  <a:pt x="563" y="466"/>
                  <a:pt x="563" y="466"/>
                </a:cubicBezTo>
                <a:cubicBezTo>
                  <a:pt x="563" y="466"/>
                  <a:pt x="563" y="466"/>
                  <a:pt x="563" y="466"/>
                </a:cubicBezTo>
                <a:cubicBezTo>
                  <a:pt x="563" y="466"/>
                  <a:pt x="564" y="466"/>
                  <a:pt x="565" y="466"/>
                </a:cubicBezTo>
                <a:cubicBezTo>
                  <a:pt x="565" y="466"/>
                  <a:pt x="565" y="466"/>
                  <a:pt x="565" y="466"/>
                </a:cubicBezTo>
                <a:cubicBezTo>
                  <a:pt x="567" y="465"/>
                  <a:pt x="570" y="467"/>
                  <a:pt x="573" y="467"/>
                </a:cubicBezTo>
                <a:cubicBezTo>
                  <a:pt x="573" y="467"/>
                  <a:pt x="573" y="467"/>
                  <a:pt x="573" y="467"/>
                </a:cubicBezTo>
                <a:cubicBezTo>
                  <a:pt x="573" y="467"/>
                  <a:pt x="573" y="467"/>
                  <a:pt x="574" y="467"/>
                </a:cubicBezTo>
                <a:cubicBezTo>
                  <a:pt x="574" y="467"/>
                  <a:pt x="575" y="467"/>
                  <a:pt x="575" y="467"/>
                </a:cubicBezTo>
                <a:cubicBezTo>
                  <a:pt x="575" y="467"/>
                  <a:pt x="575" y="467"/>
                  <a:pt x="575" y="467"/>
                </a:cubicBezTo>
                <a:cubicBezTo>
                  <a:pt x="577" y="468"/>
                  <a:pt x="578" y="468"/>
                  <a:pt x="580" y="468"/>
                </a:cubicBezTo>
                <a:cubicBezTo>
                  <a:pt x="581" y="468"/>
                  <a:pt x="582" y="467"/>
                  <a:pt x="582" y="466"/>
                </a:cubicBezTo>
                <a:cubicBezTo>
                  <a:pt x="582" y="465"/>
                  <a:pt x="581" y="465"/>
                  <a:pt x="581" y="464"/>
                </a:cubicBezTo>
                <a:cubicBezTo>
                  <a:pt x="579" y="464"/>
                  <a:pt x="580" y="464"/>
                  <a:pt x="580" y="462"/>
                </a:cubicBezTo>
                <a:cubicBezTo>
                  <a:pt x="580" y="460"/>
                  <a:pt x="580" y="459"/>
                  <a:pt x="577" y="459"/>
                </a:cubicBezTo>
                <a:cubicBezTo>
                  <a:pt x="577" y="459"/>
                  <a:pt x="577" y="459"/>
                  <a:pt x="577" y="459"/>
                </a:cubicBezTo>
                <a:cubicBezTo>
                  <a:pt x="577" y="459"/>
                  <a:pt x="577" y="459"/>
                  <a:pt x="577" y="459"/>
                </a:cubicBezTo>
                <a:cubicBezTo>
                  <a:pt x="577" y="459"/>
                  <a:pt x="577" y="459"/>
                  <a:pt x="577" y="459"/>
                </a:cubicBezTo>
                <a:cubicBezTo>
                  <a:pt x="577" y="458"/>
                  <a:pt x="578" y="457"/>
                  <a:pt x="577" y="455"/>
                </a:cubicBezTo>
                <a:cubicBezTo>
                  <a:pt x="576" y="455"/>
                  <a:pt x="576" y="454"/>
                  <a:pt x="576" y="454"/>
                </a:cubicBezTo>
                <a:cubicBezTo>
                  <a:pt x="576" y="454"/>
                  <a:pt x="576" y="454"/>
                  <a:pt x="576" y="454"/>
                </a:cubicBezTo>
                <a:cubicBezTo>
                  <a:pt x="576" y="453"/>
                  <a:pt x="576" y="452"/>
                  <a:pt x="575" y="453"/>
                </a:cubicBezTo>
                <a:cubicBezTo>
                  <a:pt x="574" y="453"/>
                  <a:pt x="573" y="452"/>
                  <a:pt x="572" y="452"/>
                </a:cubicBezTo>
                <a:cubicBezTo>
                  <a:pt x="573" y="450"/>
                  <a:pt x="573" y="449"/>
                  <a:pt x="572" y="447"/>
                </a:cubicBezTo>
                <a:cubicBezTo>
                  <a:pt x="571" y="447"/>
                  <a:pt x="571" y="447"/>
                  <a:pt x="571" y="447"/>
                </a:cubicBezTo>
                <a:cubicBezTo>
                  <a:pt x="571" y="447"/>
                  <a:pt x="571" y="447"/>
                  <a:pt x="571" y="447"/>
                </a:cubicBezTo>
                <a:cubicBezTo>
                  <a:pt x="571" y="446"/>
                  <a:pt x="570" y="446"/>
                  <a:pt x="570" y="446"/>
                </a:cubicBezTo>
                <a:cubicBezTo>
                  <a:pt x="570" y="446"/>
                  <a:pt x="569" y="446"/>
                  <a:pt x="568" y="445"/>
                </a:cubicBezTo>
                <a:cubicBezTo>
                  <a:pt x="567" y="444"/>
                  <a:pt x="565" y="444"/>
                  <a:pt x="564" y="443"/>
                </a:cubicBezTo>
                <a:cubicBezTo>
                  <a:pt x="564" y="442"/>
                  <a:pt x="563" y="441"/>
                  <a:pt x="562" y="442"/>
                </a:cubicBezTo>
                <a:cubicBezTo>
                  <a:pt x="561" y="442"/>
                  <a:pt x="559" y="442"/>
                  <a:pt x="557" y="442"/>
                </a:cubicBezTo>
                <a:cubicBezTo>
                  <a:pt x="557" y="442"/>
                  <a:pt x="556" y="442"/>
                  <a:pt x="556" y="443"/>
                </a:cubicBezTo>
                <a:cubicBezTo>
                  <a:pt x="553" y="443"/>
                  <a:pt x="551" y="442"/>
                  <a:pt x="548" y="441"/>
                </a:cubicBezTo>
                <a:cubicBezTo>
                  <a:pt x="546" y="440"/>
                  <a:pt x="544" y="440"/>
                  <a:pt x="543" y="439"/>
                </a:cubicBezTo>
                <a:cubicBezTo>
                  <a:pt x="542" y="438"/>
                  <a:pt x="541" y="439"/>
                  <a:pt x="540" y="439"/>
                </a:cubicBezTo>
                <a:cubicBezTo>
                  <a:pt x="539" y="439"/>
                  <a:pt x="540" y="440"/>
                  <a:pt x="540" y="441"/>
                </a:cubicBezTo>
                <a:cubicBezTo>
                  <a:pt x="539" y="442"/>
                  <a:pt x="540" y="442"/>
                  <a:pt x="539" y="443"/>
                </a:cubicBezTo>
                <a:cubicBezTo>
                  <a:pt x="539" y="444"/>
                  <a:pt x="539" y="445"/>
                  <a:pt x="539" y="445"/>
                </a:cubicBezTo>
                <a:cubicBezTo>
                  <a:pt x="539" y="446"/>
                  <a:pt x="539" y="446"/>
                  <a:pt x="540" y="446"/>
                </a:cubicBezTo>
                <a:cubicBezTo>
                  <a:pt x="540" y="447"/>
                  <a:pt x="540" y="447"/>
                  <a:pt x="540" y="447"/>
                </a:cubicBezTo>
                <a:cubicBezTo>
                  <a:pt x="540" y="447"/>
                  <a:pt x="540" y="447"/>
                  <a:pt x="540" y="447"/>
                </a:cubicBezTo>
                <a:cubicBezTo>
                  <a:pt x="540" y="447"/>
                  <a:pt x="540" y="447"/>
                  <a:pt x="540" y="447"/>
                </a:cubicBezTo>
                <a:cubicBezTo>
                  <a:pt x="540" y="447"/>
                  <a:pt x="540" y="447"/>
                  <a:pt x="540" y="447"/>
                </a:cubicBezTo>
                <a:cubicBezTo>
                  <a:pt x="538" y="447"/>
                  <a:pt x="539" y="449"/>
                  <a:pt x="539" y="450"/>
                </a:cubicBezTo>
                <a:cubicBezTo>
                  <a:pt x="538" y="453"/>
                  <a:pt x="538" y="453"/>
                  <a:pt x="541" y="454"/>
                </a:cubicBezTo>
                <a:close/>
                <a:moveTo>
                  <a:pt x="568" y="701"/>
                </a:moveTo>
                <a:cubicBezTo>
                  <a:pt x="569" y="702"/>
                  <a:pt x="569" y="703"/>
                  <a:pt x="567" y="704"/>
                </a:cubicBezTo>
                <a:cubicBezTo>
                  <a:pt x="565" y="705"/>
                  <a:pt x="565" y="705"/>
                  <a:pt x="563" y="703"/>
                </a:cubicBezTo>
                <a:cubicBezTo>
                  <a:pt x="562" y="702"/>
                  <a:pt x="562" y="701"/>
                  <a:pt x="561" y="701"/>
                </a:cubicBezTo>
                <a:cubicBezTo>
                  <a:pt x="560" y="700"/>
                  <a:pt x="560" y="699"/>
                  <a:pt x="560" y="698"/>
                </a:cubicBezTo>
                <a:cubicBezTo>
                  <a:pt x="560" y="697"/>
                  <a:pt x="562" y="698"/>
                  <a:pt x="562" y="697"/>
                </a:cubicBezTo>
                <a:cubicBezTo>
                  <a:pt x="565" y="697"/>
                  <a:pt x="567" y="698"/>
                  <a:pt x="568" y="701"/>
                </a:cubicBezTo>
                <a:close/>
                <a:moveTo>
                  <a:pt x="514" y="647"/>
                </a:moveTo>
                <a:cubicBezTo>
                  <a:pt x="513" y="649"/>
                  <a:pt x="514" y="650"/>
                  <a:pt x="516" y="650"/>
                </a:cubicBezTo>
                <a:cubicBezTo>
                  <a:pt x="517" y="650"/>
                  <a:pt x="518" y="650"/>
                  <a:pt x="518" y="651"/>
                </a:cubicBezTo>
                <a:cubicBezTo>
                  <a:pt x="517" y="652"/>
                  <a:pt x="517" y="652"/>
                  <a:pt x="516" y="652"/>
                </a:cubicBezTo>
                <a:cubicBezTo>
                  <a:pt x="515" y="652"/>
                  <a:pt x="514" y="652"/>
                  <a:pt x="514" y="652"/>
                </a:cubicBezTo>
                <a:cubicBezTo>
                  <a:pt x="513" y="652"/>
                  <a:pt x="512" y="652"/>
                  <a:pt x="513" y="651"/>
                </a:cubicBezTo>
                <a:cubicBezTo>
                  <a:pt x="513" y="649"/>
                  <a:pt x="513" y="649"/>
                  <a:pt x="512" y="650"/>
                </a:cubicBezTo>
                <a:cubicBezTo>
                  <a:pt x="510" y="650"/>
                  <a:pt x="510" y="650"/>
                  <a:pt x="510" y="648"/>
                </a:cubicBezTo>
                <a:cubicBezTo>
                  <a:pt x="510" y="647"/>
                  <a:pt x="510" y="645"/>
                  <a:pt x="508" y="645"/>
                </a:cubicBezTo>
                <a:cubicBezTo>
                  <a:pt x="507" y="644"/>
                  <a:pt x="507" y="643"/>
                  <a:pt x="507" y="642"/>
                </a:cubicBezTo>
                <a:cubicBezTo>
                  <a:pt x="510" y="642"/>
                  <a:pt x="511" y="644"/>
                  <a:pt x="513" y="646"/>
                </a:cubicBezTo>
                <a:cubicBezTo>
                  <a:pt x="514" y="646"/>
                  <a:pt x="514" y="646"/>
                  <a:pt x="514" y="647"/>
                </a:cubicBezTo>
                <a:close/>
                <a:moveTo>
                  <a:pt x="570" y="566"/>
                </a:moveTo>
                <a:cubicBezTo>
                  <a:pt x="571" y="566"/>
                  <a:pt x="571" y="565"/>
                  <a:pt x="570" y="564"/>
                </a:cubicBezTo>
                <a:cubicBezTo>
                  <a:pt x="570" y="563"/>
                  <a:pt x="571" y="563"/>
                  <a:pt x="571" y="563"/>
                </a:cubicBezTo>
                <a:cubicBezTo>
                  <a:pt x="572" y="562"/>
                  <a:pt x="572" y="562"/>
                  <a:pt x="573" y="563"/>
                </a:cubicBezTo>
                <a:cubicBezTo>
                  <a:pt x="574" y="563"/>
                  <a:pt x="574" y="564"/>
                  <a:pt x="575" y="563"/>
                </a:cubicBezTo>
                <a:cubicBezTo>
                  <a:pt x="576" y="563"/>
                  <a:pt x="576" y="563"/>
                  <a:pt x="577" y="564"/>
                </a:cubicBezTo>
                <a:cubicBezTo>
                  <a:pt x="577" y="564"/>
                  <a:pt x="577" y="565"/>
                  <a:pt x="576" y="566"/>
                </a:cubicBezTo>
                <a:cubicBezTo>
                  <a:pt x="575" y="567"/>
                  <a:pt x="574" y="568"/>
                  <a:pt x="574" y="570"/>
                </a:cubicBezTo>
                <a:cubicBezTo>
                  <a:pt x="575" y="570"/>
                  <a:pt x="573" y="570"/>
                  <a:pt x="573" y="570"/>
                </a:cubicBezTo>
                <a:cubicBezTo>
                  <a:pt x="571" y="570"/>
                  <a:pt x="570" y="568"/>
                  <a:pt x="570" y="566"/>
                </a:cubicBezTo>
                <a:close/>
                <a:moveTo>
                  <a:pt x="684" y="735"/>
                </a:moveTo>
                <a:cubicBezTo>
                  <a:pt x="685" y="737"/>
                  <a:pt x="683" y="737"/>
                  <a:pt x="683" y="739"/>
                </a:cubicBezTo>
                <a:cubicBezTo>
                  <a:pt x="683" y="739"/>
                  <a:pt x="682" y="739"/>
                  <a:pt x="682" y="739"/>
                </a:cubicBezTo>
                <a:cubicBezTo>
                  <a:pt x="681" y="737"/>
                  <a:pt x="680" y="736"/>
                  <a:pt x="678" y="735"/>
                </a:cubicBezTo>
                <a:cubicBezTo>
                  <a:pt x="677" y="734"/>
                  <a:pt x="677" y="734"/>
                  <a:pt x="678" y="733"/>
                </a:cubicBezTo>
                <a:cubicBezTo>
                  <a:pt x="679" y="732"/>
                  <a:pt x="683" y="732"/>
                  <a:pt x="684" y="733"/>
                </a:cubicBezTo>
                <a:cubicBezTo>
                  <a:pt x="684" y="734"/>
                  <a:pt x="685" y="735"/>
                  <a:pt x="684" y="735"/>
                </a:cubicBezTo>
                <a:close/>
                <a:moveTo>
                  <a:pt x="592" y="583"/>
                </a:moveTo>
                <a:cubicBezTo>
                  <a:pt x="592" y="584"/>
                  <a:pt x="593" y="585"/>
                  <a:pt x="593" y="586"/>
                </a:cubicBezTo>
                <a:cubicBezTo>
                  <a:pt x="593" y="587"/>
                  <a:pt x="594" y="589"/>
                  <a:pt x="593" y="590"/>
                </a:cubicBezTo>
                <a:cubicBezTo>
                  <a:pt x="593" y="591"/>
                  <a:pt x="592" y="590"/>
                  <a:pt x="592" y="590"/>
                </a:cubicBezTo>
                <a:cubicBezTo>
                  <a:pt x="591" y="589"/>
                  <a:pt x="590" y="588"/>
                  <a:pt x="589" y="587"/>
                </a:cubicBezTo>
                <a:cubicBezTo>
                  <a:pt x="588" y="586"/>
                  <a:pt x="588" y="582"/>
                  <a:pt x="589" y="581"/>
                </a:cubicBezTo>
                <a:cubicBezTo>
                  <a:pt x="589" y="581"/>
                  <a:pt x="589" y="581"/>
                  <a:pt x="589" y="581"/>
                </a:cubicBezTo>
                <a:cubicBezTo>
                  <a:pt x="590" y="582"/>
                  <a:pt x="591" y="582"/>
                  <a:pt x="592" y="583"/>
                </a:cubicBezTo>
                <a:close/>
                <a:moveTo>
                  <a:pt x="503" y="645"/>
                </a:moveTo>
                <a:cubicBezTo>
                  <a:pt x="504" y="647"/>
                  <a:pt x="505" y="649"/>
                  <a:pt x="505" y="651"/>
                </a:cubicBezTo>
                <a:cubicBezTo>
                  <a:pt x="506" y="652"/>
                  <a:pt x="506" y="653"/>
                  <a:pt x="505" y="653"/>
                </a:cubicBezTo>
                <a:cubicBezTo>
                  <a:pt x="505" y="654"/>
                  <a:pt x="504" y="654"/>
                  <a:pt x="504" y="654"/>
                </a:cubicBezTo>
                <a:cubicBezTo>
                  <a:pt x="503" y="654"/>
                  <a:pt x="503" y="653"/>
                  <a:pt x="503" y="653"/>
                </a:cubicBezTo>
                <a:cubicBezTo>
                  <a:pt x="503" y="652"/>
                  <a:pt x="503" y="652"/>
                  <a:pt x="503" y="652"/>
                </a:cubicBezTo>
                <a:cubicBezTo>
                  <a:pt x="500" y="650"/>
                  <a:pt x="501" y="647"/>
                  <a:pt x="500" y="645"/>
                </a:cubicBezTo>
                <a:cubicBezTo>
                  <a:pt x="500" y="644"/>
                  <a:pt x="500" y="644"/>
                  <a:pt x="501" y="644"/>
                </a:cubicBezTo>
                <a:cubicBezTo>
                  <a:pt x="502" y="644"/>
                  <a:pt x="503" y="644"/>
                  <a:pt x="503" y="645"/>
                </a:cubicBezTo>
                <a:close/>
                <a:moveTo>
                  <a:pt x="577" y="698"/>
                </a:moveTo>
                <a:cubicBezTo>
                  <a:pt x="577" y="698"/>
                  <a:pt x="577" y="699"/>
                  <a:pt x="576" y="699"/>
                </a:cubicBezTo>
                <a:cubicBezTo>
                  <a:pt x="575" y="699"/>
                  <a:pt x="574" y="699"/>
                  <a:pt x="573" y="698"/>
                </a:cubicBezTo>
                <a:cubicBezTo>
                  <a:pt x="572" y="697"/>
                  <a:pt x="572" y="696"/>
                  <a:pt x="571" y="696"/>
                </a:cubicBezTo>
                <a:cubicBezTo>
                  <a:pt x="570" y="695"/>
                  <a:pt x="570" y="694"/>
                  <a:pt x="570" y="694"/>
                </a:cubicBezTo>
                <a:cubicBezTo>
                  <a:pt x="570" y="693"/>
                  <a:pt x="571" y="693"/>
                  <a:pt x="572" y="693"/>
                </a:cubicBezTo>
                <a:cubicBezTo>
                  <a:pt x="574" y="694"/>
                  <a:pt x="577" y="696"/>
                  <a:pt x="577" y="698"/>
                </a:cubicBezTo>
                <a:close/>
                <a:moveTo>
                  <a:pt x="634" y="714"/>
                </a:moveTo>
                <a:cubicBezTo>
                  <a:pt x="635" y="715"/>
                  <a:pt x="635" y="716"/>
                  <a:pt x="634" y="716"/>
                </a:cubicBezTo>
                <a:cubicBezTo>
                  <a:pt x="631" y="717"/>
                  <a:pt x="629" y="715"/>
                  <a:pt x="629" y="713"/>
                </a:cubicBezTo>
                <a:cubicBezTo>
                  <a:pt x="629" y="711"/>
                  <a:pt x="628" y="711"/>
                  <a:pt x="628" y="711"/>
                </a:cubicBezTo>
                <a:cubicBezTo>
                  <a:pt x="627" y="710"/>
                  <a:pt x="627" y="710"/>
                  <a:pt x="626" y="709"/>
                </a:cubicBezTo>
                <a:cubicBezTo>
                  <a:pt x="627" y="709"/>
                  <a:pt x="628" y="709"/>
                  <a:pt x="629" y="710"/>
                </a:cubicBezTo>
                <a:cubicBezTo>
                  <a:pt x="629" y="710"/>
                  <a:pt x="630" y="711"/>
                  <a:pt x="631" y="711"/>
                </a:cubicBezTo>
                <a:cubicBezTo>
                  <a:pt x="632" y="711"/>
                  <a:pt x="633" y="713"/>
                  <a:pt x="634" y="714"/>
                </a:cubicBezTo>
                <a:close/>
                <a:moveTo>
                  <a:pt x="563" y="555"/>
                </a:moveTo>
                <a:cubicBezTo>
                  <a:pt x="564" y="555"/>
                  <a:pt x="565" y="556"/>
                  <a:pt x="565" y="557"/>
                </a:cubicBezTo>
                <a:cubicBezTo>
                  <a:pt x="565" y="558"/>
                  <a:pt x="565" y="558"/>
                  <a:pt x="564" y="558"/>
                </a:cubicBezTo>
                <a:cubicBezTo>
                  <a:pt x="562" y="560"/>
                  <a:pt x="560" y="561"/>
                  <a:pt x="557" y="561"/>
                </a:cubicBezTo>
                <a:cubicBezTo>
                  <a:pt x="557" y="561"/>
                  <a:pt x="557" y="561"/>
                  <a:pt x="557" y="561"/>
                </a:cubicBezTo>
                <a:cubicBezTo>
                  <a:pt x="559" y="559"/>
                  <a:pt x="560" y="557"/>
                  <a:pt x="562" y="556"/>
                </a:cubicBezTo>
                <a:cubicBezTo>
                  <a:pt x="562" y="556"/>
                  <a:pt x="562" y="556"/>
                  <a:pt x="562" y="556"/>
                </a:cubicBezTo>
                <a:cubicBezTo>
                  <a:pt x="563" y="555"/>
                  <a:pt x="562" y="554"/>
                  <a:pt x="563" y="555"/>
                </a:cubicBezTo>
                <a:close/>
                <a:moveTo>
                  <a:pt x="481" y="546"/>
                </a:moveTo>
                <a:cubicBezTo>
                  <a:pt x="481" y="545"/>
                  <a:pt x="481" y="545"/>
                  <a:pt x="481" y="545"/>
                </a:cubicBezTo>
                <a:cubicBezTo>
                  <a:pt x="482" y="545"/>
                  <a:pt x="483" y="544"/>
                  <a:pt x="484" y="545"/>
                </a:cubicBezTo>
                <a:cubicBezTo>
                  <a:pt x="484" y="545"/>
                  <a:pt x="485" y="546"/>
                  <a:pt x="486" y="545"/>
                </a:cubicBezTo>
                <a:cubicBezTo>
                  <a:pt x="487" y="545"/>
                  <a:pt x="487" y="545"/>
                  <a:pt x="488" y="546"/>
                </a:cubicBezTo>
                <a:cubicBezTo>
                  <a:pt x="489" y="548"/>
                  <a:pt x="489" y="548"/>
                  <a:pt x="486" y="548"/>
                </a:cubicBezTo>
                <a:cubicBezTo>
                  <a:pt x="485" y="548"/>
                  <a:pt x="484" y="548"/>
                  <a:pt x="483" y="548"/>
                </a:cubicBezTo>
                <a:cubicBezTo>
                  <a:pt x="481" y="548"/>
                  <a:pt x="482" y="546"/>
                  <a:pt x="481" y="546"/>
                </a:cubicBezTo>
                <a:close/>
                <a:moveTo>
                  <a:pt x="668" y="595"/>
                </a:moveTo>
                <a:cubicBezTo>
                  <a:pt x="668" y="595"/>
                  <a:pt x="668" y="595"/>
                  <a:pt x="668" y="595"/>
                </a:cubicBezTo>
                <a:cubicBezTo>
                  <a:pt x="668" y="595"/>
                  <a:pt x="668" y="595"/>
                  <a:pt x="668" y="595"/>
                </a:cubicBezTo>
                <a:close/>
                <a:moveTo>
                  <a:pt x="687" y="717"/>
                </a:moveTo>
                <a:cubicBezTo>
                  <a:pt x="686" y="718"/>
                  <a:pt x="686" y="719"/>
                  <a:pt x="685" y="719"/>
                </a:cubicBezTo>
                <a:cubicBezTo>
                  <a:pt x="684" y="719"/>
                  <a:pt x="682" y="719"/>
                  <a:pt x="682" y="718"/>
                </a:cubicBezTo>
                <a:cubicBezTo>
                  <a:pt x="682" y="716"/>
                  <a:pt x="684" y="716"/>
                  <a:pt x="685" y="716"/>
                </a:cubicBezTo>
                <a:cubicBezTo>
                  <a:pt x="686" y="716"/>
                  <a:pt x="687" y="716"/>
                  <a:pt x="687" y="717"/>
                </a:cubicBezTo>
                <a:close/>
                <a:moveTo>
                  <a:pt x="655" y="556"/>
                </a:moveTo>
                <a:cubicBezTo>
                  <a:pt x="656" y="556"/>
                  <a:pt x="656" y="557"/>
                  <a:pt x="656" y="558"/>
                </a:cubicBezTo>
                <a:cubicBezTo>
                  <a:pt x="655" y="558"/>
                  <a:pt x="656" y="560"/>
                  <a:pt x="654" y="560"/>
                </a:cubicBezTo>
                <a:cubicBezTo>
                  <a:pt x="654" y="560"/>
                  <a:pt x="653" y="559"/>
                  <a:pt x="652" y="558"/>
                </a:cubicBezTo>
                <a:cubicBezTo>
                  <a:pt x="652" y="558"/>
                  <a:pt x="655" y="556"/>
                  <a:pt x="655" y="556"/>
                </a:cubicBezTo>
                <a:close/>
                <a:moveTo>
                  <a:pt x="557" y="592"/>
                </a:moveTo>
                <a:cubicBezTo>
                  <a:pt x="557" y="592"/>
                  <a:pt x="556" y="594"/>
                  <a:pt x="555" y="594"/>
                </a:cubicBezTo>
                <a:cubicBezTo>
                  <a:pt x="554" y="594"/>
                  <a:pt x="554" y="592"/>
                  <a:pt x="554" y="592"/>
                </a:cubicBezTo>
                <a:cubicBezTo>
                  <a:pt x="554" y="591"/>
                  <a:pt x="554" y="589"/>
                  <a:pt x="555" y="589"/>
                </a:cubicBezTo>
                <a:cubicBezTo>
                  <a:pt x="557" y="589"/>
                  <a:pt x="557" y="591"/>
                  <a:pt x="557" y="592"/>
                </a:cubicBezTo>
                <a:close/>
                <a:moveTo>
                  <a:pt x="610" y="504"/>
                </a:moveTo>
                <a:cubicBezTo>
                  <a:pt x="609" y="503"/>
                  <a:pt x="610" y="503"/>
                  <a:pt x="611" y="503"/>
                </a:cubicBezTo>
                <a:cubicBezTo>
                  <a:pt x="612" y="502"/>
                  <a:pt x="612" y="503"/>
                  <a:pt x="613" y="504"/>
                </a:cubicBezTo>
                <a:cubicBezTo>
                  <a:pt x="613" y="505"/>
                  <a:pt x="612" y="506"/>
                  <a:pt x="611" y="506"/>
                </a:cubicBezTo>
                <a:cubicBezTo>
                  <a:pt x="610" y="506"/>
                  <a:pt x="610" y="505"/>
                  <a:pt x="610" y="504"/>
                </a:cubicBezTo>
                <a:close/>
                <a:moveTo>
                  <a:pt x="701" y="620"/>
                </a:moveTo>
                <a:cubicBezTo>
                  <a:pt x="702" y="619"/>
                  <a:pt x="702" y="618"/>
                  <a:pt x="703" y="617"/>
                </a:cubicBezTo>
                <a:cubicBezTo>
                  <a:pt x="703" y="617"/>
                  <a:pt x="703" y="617"/>
                  <a:pt x="704" y="617"/>
                </a:cubicBezTo>
                <a:cubicBezTo>
                  <a:pt x="704" y="617"/>
                  <a:pt x="705" y="618"/>
                  <a:pt x="705" y="618"/>
                </a:cubicBezTo>
                <a:cubicBezTo>
                  <a:pt x="704" y="619"/>
                  <a:pt x="703" y="620"/>
                  <a:pt x="702" y="621"/>
                </a:cubicBezTo>
                <a:cubicBezTo>
                  <a:pt x="701" y="621"/>
                  <a:pt x="701" y="620"/>
                  <a:pt x="701" y="620"/>
                </a:cubicBezTo>
                <a:close/>
                <a:moveTo>
                  <a:pt x="598" y="591"/>
                </a:moveTo>
                <a:cubicBezTo>
                  <a:pt x="598" y="590"/>
                  <a:pt x="597" y="589"/>
                  <a:pt x="598" y="587"/>
                </a:cubicBezTo>
                <a:cubicBezTo>
                  <a:pt x="599" y="588"/>
                  <a:pt x="600" y="589"/>
                  <a:pt x="599" y="591"/>
                </a:cubicBezTo>
                <a:cubicBezTo>
                  <a:pt x="599" y="592"/>
                  <a:pt x="599" y="592"/>
                  <a:pt x="598" y="591"/>
                </a:cubicBezTo>
                <a:close/>
                <a:moveTo>
                  <a:pt x="680" y="728"/>
                </a:moveTo>
                <a:cubicBezTo>
                  <a:pt x="681" y="728"/>
                  <a:pt x="681" y="730"/>
                  <a:pt x="683" y="730"/>
                </a:cubicBezTo>
                <a:cubicBezTo>
                  <a:pt x="683" y="730"/>
                  <a:pt x="683" y="731"/>
                  <a:pt x="683" y="731"/>
                </a:cubicBezTo>
                <a:cubicBezTo>
                  <a:pt x="683" y="732"/>
                  <a:pt x="682" y="732"/>
                  <a:pt x="681" y="731"/>
                </a:cubicBezTo>
                <a:cubicBezTo>
                  <a:pt x="680" y="731"/>
                  <a:pt x="679" y="730"/>
                  <a:pt x="680" y="728"/>
                </a:cubicBezTo>
                <a:close/>
                <a:moveTo>
                  <a:pt x="569" y="687"/>
                </a:moveTo>
                <a:cubicBezTo>
                  <a:pt x="569" y="688"/>
                  <a:pt x="568" y="688"/>
                  <a:pt x="567" y="688"/>
                </a:cubicBezTo>
                <a:cubicBezTo>
                  <a:pt x="566" y="688"/>
                  <a:pt x="565" y="688"/>
                  <a:pt x="565" y="687"/>
                </a:cubicBezTo>
                <a:cubicBezTo>
                  <a:pt x="565" y="686"/>
                  <a:pt x="567" y="687"/>
                  <a:pt x="567" y="686"/>
                </a:cubicBezTo>
                <a:cubicBezTo>
                  <a:pt x="568" y="686"/>
                  <a:pt x="569" y="687"/>
                  <a:pt x="569" y="687"/>
                </a:cubicBezTo>
                <a:close/>
                <a:moveTo>
                  <a:pt x="559" y="585"/>
                </a:moveTo>
                <a:cubicBezTo>
                  <a:pt x="559" y="585"/>
                  <a:pt x="559" y="585"/>
                  <a:pt x="559" y="585"/>
                </a:cubicBezTo>
                <a:cubicBezTo>
                  <a:pt x="559" y="585"/>
                  <a:pt x="559" y="585"/>
                  <a:pt x="559" y="585"/>
                </a:cubicBezTo>
                <a:cubicBezTo>
                  <a:pt x="559" y="585"/>
                  <a:pt x="559" y="585"/>
                  <a:pt x="559" y="585"/>
                </a:cubicBezTo>
                <a:cubicBezTo>
                  <a:pt x="559" y="585"/>
                  <a:pt x="559" y="585"/>
                  <a:pt x="559" y="585"/>
                </a:cubicBezTo>
                <a:close/>
                <a:moveTo>
                  <a:pt x="559" y="585"/>
                </a:moveTo>
                <a:cubicBezTo>
                  <a:pt x="559" y="584"/>
                  <a:pt x="558" y="583"/>
                  <a:pt x="557" y="583"/>
                </a:cubicBezTo>
                <a:cubicBezTo>
                  <a:pt x="557" y="583"/>
                  <a:pt x="557" y="582"/>
                  <a:pt x="557" y="582"/>
                </a:cubicBezTo>
                <a:cubicBezTo>
                  <a:pt x="557" y="581"/>
                  <a:pt x="558" y="582"/>
                  <a:pt x="558" y="582"/>
                </a:cubicBezTo>
                <a:cubicBezTo>
                  <a:pt x="558" y="582"/>
                  <a:pt x="559" y="582"/>
                  <a:pt x="559" y="582"/>
                </a:cubicBezTo>
                <a:cubicBezTo>
                  <a:pt x="559" y="583"/>
                  <a:pt x="560" y="583"/>
                  <a:pt x="560" y="584"/>
                </a:cubicBezTo>
                <a:cubicBezTo>
                  <a:pt x="560" y="585"/>
                  <a:pt x="559" y="584"/>
                  <a:pt x="559" y="585"/>
                </a:cubicBezTo>
                <a:close/>
                <a:moveTo>
                  <a:pt x="657" y="649"/>
                </a:moveTo>
                <a:cubicBezTo>
                  <a:pt x="658" y="650"/>
                  <a:pt x="659" y="651"/>
                  <a:pt x="660" y="649"/>
                </a:cubicBezTo>
                <a:cubicBezTo>
                  <a:pt x="660" y="648"/>
                  <a:pt x="660" y="648"/>
                  <a:pt x="660" y="648"/>
                </a:cubicBezTo>
                <a:cubicBezTo>
                  <a:pt x="661" y="649"/>
                  <a:pt x="661" y="649"/>
                  <a:pt x="661" y="649"/>
                </a:cubicBezTo>
                <a:cubicBezTo>
                  <a:pt x="661" y="650"/>
                  <a:pt x="659" y="652"/>
                  <a:pt x="658" y="651"/>
                </a:cubicBezTo>
                <a:cubicBezTo>
                  <a:pt x="657" y="651"/>
                  <a:pt x="658" y="649"/>
                  <a:pt x="657" y="649"/>
                </a:cubicBezTo>
                <a:close/>
                <a:moveTo>
                  <a:pt x="668" y="595"/>
                </a:moveTo>
                <a:cubicBezTo>
                  <a:pt x="668" y="595"/>
                  <a:pt x="668" y="595"/>
                  <a:pt x="668" y="595"/>
                </a:cubicBezTo>
                <a:cubicBezTo>
                  <a:pt x="668" y="595"/>
                  <a:pt x="668" y="595"/>
                  <a:pt x="668" y="595"/>
                </a:cubicBezTo>
                <a:cubicBezTo>
                  <a:pt x="668" y="595"/>
                  <a:pt x="668" y="595"/>
                  <a:pt x="668" y="595"/>
                </a:cubicBezTo>
                <a:close/>
                <a:moveTo>
                  <a:pt x="668" y="595"/>
                </a:moveTo>
                <a:cubicBezTo>
                  <a:pt x="668" y="594"/>
                  <a:pt x="667" y="594"/>
                  <a:pt x="667" y="594"/>
                </a:cubicBezTo>
                <a:cubicBezTo>
                  <a:pt x="668" y="593"/>
                  <a:pt x="669" y="592"/>
                  <a:pt x="670" y="592"/>
                </a:cubicBezTo>
                <a:cubicBezTo>
                  <a:pt x="670" y="593"/>
                  <a:pt x="670" y="595"/>
                  <a:pt x="668" y="595"/>
                </a:cubicBezTo>
                <a:close/>
                <a:moveTo>
                  <a:pt x="558" y="587"/>
                </a:moveTo>
                <a:cubicBezTo>
                  <a:pt x="557" y="588"/>
                  <a:pt x="557" y="587"/>
                  <a:pt x="556" y="587"/>
                </a:cubicBezTo>
                <a:cubicBezTo>
                  <a:pt x="556" y="586"/>
                  <a:pt x="557" y="585"/>
                  <a:pt x="557" y="585"/>
                </a:cubicBezTo>
                <a:cubicBezTo>
                  <a:pt x="557" y="584"/>
                  <a:pt x="558" y="585"/>
                  <a:pt x="559" y="585"/>
                </a:cubicBezTo>
                <a:cubicBezTo>
                  <a:pt x="558" y="585"/>
                  <a:pt x="558" y="585"/>
                  <a:pt x="558" y="585"/>
                </a:cubicBezTo>
                <a:cubicBezTo>
                  <a:pt x="559" y="586"/>
                  <a:pt x="559" y="587"/>
                  <a:pt x="558" y="587"/>
                </a:cubicBezTo>
                <a:close/>
                <a:moveTo>
                  <a:pt x="556" y="480"/>
                </a:moveTo>
                <a:cubicBezTo>
                  <a:pt x="556" y="480"/>
                  <a:pt x="558" y="481"/>
                  <a:pt x="558" y="482"/>
                </a:cubicBezTo>
                <a:cubicBezTo>
                  <a:pt x="558" y="482"/>
                  <a:pt x="557" y="482"/>
                  <a:pt x="556" y="482"/>
                </a:cubicBezTo>
                <a:cubicBezTo>
                  <a:pt x="555" y="482"/>
                  <a:pt x="555" y="482"/>
                  <a:pt x="555" y="481"/>
                </a:cubicBezTo>
                <a:cubicBezTo>
                  <a:pt x="555" y="481"/>
                  <a:pt x="555" y="480"/>
                  <a:pt x="556" y="480"/>
                </a:cubicBezTo>
                <a:close/>
                <a:moveTo>
                  <a:pt x="482" y="538"/>
                </a:moveTo>
                <a:cubicBezTo>
                  <a:pt x="483" y="538"/>
                  <a:pt x="484" y="538"/>
                  <a:pt x="484" y="539"/>
                </a:cubicBezTo>
                <a:cubicBezTo>
                  <a:pt x="484" y="540"/>
                  <a:pt x="484" y="540"/>
                  <a:pt x="483" y="540"/>
                </a:cubicBezTo>
                <a:cubicBezTo>
                  <a:pt x="482" y="540"/>
                  <a:pt x="481" y="539"/>
                  <a:pt x="482" y="538"/>
                </a:cubicBezTo>
                <a:close/>
                <a:moveTo>
                  <a:pt x="482" y="538"/>
                </a:moveTo>
                <a:cubicBezTo>
                  <a:pt x="482" y="538"/>
                  <a:pt x="482" y="538"/>
                  <a:pt x="482" y="538"/>
                </a:cubicBezTo>
                <a:cubicBezTo>
                  <a:pt x="482" y="538"/>
                  <a:pt x="482" y="538"/>
                  <a:pt x="482" y="538"/>
                </a:cubicBezTo>
                <a:cubicBezTo>
                  <a:pt x="482" y="538"/>
                  <a:pt x="482" y="538"/>
                  <a:pt x="482" y="538"/>
                </a:cubicBezTo>
                <a:cubicBezTo>
                  <a:pt x="482" y="538"/>
                  <a:pt x="482" y="538"/>
                  <a:pt x="482" y="538"/>
                </a:cubicBezTo>
                <a:close/>
                <a:moveTo>
                  <a:pt x="596" y="584"/>
                </a:moveTo>
                <a:cubicBezTo>
                  <a:pt x="594" y="584"/>
                  <a:pt x="593" y="585"/>
                  <a:pt x="593" y="583"/>
                </a:cubicBezTo>
                <a:cubicBezTo>
                  <a:pt x="593" y="583"/>
                  <a:pt x="593" y="582"/>
                  <a:pt x="593" y="582"/>
                </a:cubicBezTo>
                <a:cubicBezTo>
                  <a:pt x="595" y="582"/>
                  <a:pt x="595" y="583"/>
                  <a:pt x="596" y="584"/>
                </a:cubicBezTo>
                <a:close/>
                <a:moveTo>
                  <a:pt x="707" y="652"/>
                </a:moveTo>
                <a:cubicBezTo>
                  <a:pt x="707" y="652"/>
                  <a:pt x="707" y="653"/>
                  <a:pt x="706" y="653"/>
                </a:cubicBezTo>
                <a:cubicBezTo>
                  <a:pt x="705" y="652"/>
                  <a:pt x="704" y="652"/>
                  <a:pt x="704" y="651"/>
                </a:cubicBezTo>
                <a:cubicBezTo>
                  <a:pt x="704" y="650"/>
                  <a:pt x="705" y="650"/>
                  <a:pt x="705" y="650"/>
                </a:cubicBezTo>
                <a:cubicBezTo>
                  <a:pt x="706" y="651"/>
                  <a:pt x="707" y="651"/>
                  <a:pt x="707" y="652"/>
                </a:cubicBezTo>
                <a:close/>
                <a:moveTo>
                  <a:pt x="521" y="553"/>
                </a:moveTo>
                <a:cubicBezTo>
                  <a:pt x="521" y="553"/>
                  <a:pt x="521" y="553"/>
                  <a:pt x="522" y="553"/>
                </a:cubicBezTo>
                <a:cubicBezTo>
                  <a:pt x="522" y="552"/>
                  <a:pt x="524" y="554"/>
                  <a:pt x="524" y="555"/>
                </a:cubicBezTo>
                <a:cubicBezTo>
                  <a:pt x="524" y="555"/>
                  <a:pt x="524" y="555"/>
                  <a:pt x="524" y="555"/>
                </a:cubicBezTo>
                <a:cubicBezTo>
                  <a:pt x="523" y="555"/>
                  <a:pt x="522" y="554"/>
                  <a:pt x="521" y="553"/>
                </a:cubicBezTo>
                <a:close/>
                <a:moveTo>
                  <a:pt x="694" y="614"/>
                </a:moveTo>
                <a:cubicBezTo>
                  <a:pt x="694" y="614"/>
                  <a:pt x="696" y="614"/>
                  <a:pt x="696" y="615"/>
                </a:cubicBezTo>
                <a:cubicBezTo>
                  <a:pt x="696" y="616"/>
                  <a:pt x="695" y="616"/>
                  <a:pt x="695" y="615"/>
                </a:cubicBezTo>
                <a:cubicBezTo>
                  <a:pt x="694" y="615"/>
                  <a:pt x="693" y="616"/>
                  <a:pt x="693" y="615"/>
                </a:cubicBezTo>
                <a:cubicBezTo>
                  <a:pt x="693" y="614"/>
                  <a:pt x="693" y="613"/>
                  <a:pt x="694" y="614"/>
                </a:cubicBezTo>
                <a:close/>
                <a:moveTo>
                  <a:pt x="606" y="505"/>
                </a:moveTo>
                <a:cubicBezTo>
                  <a:pt x="606" y="504"/>
                  <a:pt x="606" y="504"/>
                  <a:pt x="606" y="504"/>
                </a:cubicBezTo>
                <a:cubicBezTo>
                  <a:pt x="606" y="503"/>
                  <a:pt x="606" y="502"/>
                  <a:pt x="607" y="502"/>
                </a:cubicBezTo>
                <a:cubicBezTo>
                  <a:pt x="608" y="502"/>
                  <a:pt x="608" y="502"/>
                  <a:pt x="608" y="502"/>
                </a:cubicBezTo>
                <a:cubicBezTo>
                  <a:pt x="607" y="503"/>
                  <a:pt x="607" y="504"/>
                  <a:pt x="606" y="505"/>
                </a:cubicBezTo>
                <a:cubicBezTo>
                  <a:pt x="606" y="505"/>
                  <a:pt x="606" y="505"/>
                  <a:pt x="606" y="505"/>
                </a:cubicBezTo>
                <a:cubicBezTo>
                  <a:pt x="606" y="505"/>
                  <a:pt x="606" y="505"/>
                  <a:pt x="606" y="505"/>
                </a:cubicBezTo>
                <a:close/>
                <a:moveTo>
                  <a:pt x="651" y="579"/>
                </a:moveTo>
                <a:cubicBezTo>
                  <a:pt x="653" y="578"/>
                  <a:pt x="655" y="580"/>
                  <a:pt x="656" y="581"/>
                </a:cubicBezTo>
                <a:cubicBezTo>
                  <a:pt x="654" y="581"/>
                  <a:pt x="653" y="579"/>
                  <a:pt x="651" y="579"/>
                </a:cubicBezTo>
                <a:close/>
                <a:moveTo>
                  <a:pt x="552" y="481"/>
                </a:moveTo>
                <a:cubicBezTo>
                  <a:pt x="552" y="482"/>
                  <a:pt x="552" y="482"/>
                  <a:pt x="551" y="482"/>
                </a:cubicBezTo>
                <a:cubicBezTo>
                  <a:pt x="550" y="482"/>
                  <a:pt x="550" y="481"/>
                  <a:pt x="550" y="481"/>
                </a:cubicBezTo>
                <a:cubicBezTo>
                  <a:pt x="550" y="480"/>
                  <a:pt x="550" y="480"/>
                  <a:pt x="550" y="480"/>
                </a:cubicBezTo>
                <a:cubicBezTo>
                  <a:pt x="551" y="480"/>
                  <a:pt x="552" y="480"/>
                  <a:pt x="552" y="481"/>
                </a:cubicBezTo>
                <a:close/>
                <a:moveTo>
                  <a:pt x="494" y="485"/>
                </a:moveTo>
                <a:cubicBezTo>
                  <a:pt x="494" y="486"/>
                  <a:pt x="494" y="486"/>
                  <a:pt x="493" y="486"/>
                </a:cubicBezTo>
                <a:cubicBezTo>
                  <a:pt x="493" y="486"/>
                  <a:pt x="492" y="485"/>
                  <a:pt x="492" y="484"/>
                </a:cubicBezTo>
                <a:cubicBezTo>
                  <a:pt x="492" y="484"/>
                  <a:pt x="493" y="484"/>
                  <a:pt x="493" y="484"/>
                </a:cubicBezTo>
                <a:cubicBezTo>
                  <a:pt x="494" y="484"/>
                  <a:pt x="494" y="484"/>
                  <a:pt x="494" y="485"/>
                </a:cubicBezTo>
                <a:close/>
                <a:moveTo>
                  <a:pt x="659" y="559"/>
                </a:moveTo>
                <a:cubicBezTo>
                  <a:pt x="660" y="559"/>
                  <a:pt x="660" y="559"/>
                  <a:pt x="660" y="559"/>
                </a:cubicBezTo>
                <a:cubicBezTo>
                  <a:pt x="659" y="560"/>
                  <a:pt x="658" y="560"/>
                  <a:pt x="658" y="561"/>
                </a:cubicBezTo>
                <a:cubicBezTo>
                  <a:pt x="657" y="561"/>
                  <a:pt x="657" y="560"/>
                  <a:pt x="657" y="560"/>
                </a:cubicBezTo>
                <a:cubicBezTo>
                  <a:pt x="658" y="559"/>
                  <a:pt x="658" y="559"/>
                  <a:pt x="659" y="559"/>
                </a:cubicBezTo>
                <a:close/>
                <a:moveTo>
                  <a:pt x="700" y="622"/>
                </a:moveTo>
                <a:cubicBezTo>
                  <a:pt x="700" y="622"/>
                  <a:pt x="700" y="622"/>
                  <a:pt x="700" y="622"/>
                </a:cubicBezTo>
                <a:cubicBezTo>
                  <a:pt x="700" y="622"/>
                  <a:pt x="700" y="622"/>
                  <a:pt x="700" y="622"/>
                </a:cubicBezTo>
                <a:cubicBezTo>
                  <a:pt x="700" y="622"/>
                  <a:pt x="700" y="622"/>
                  <a:pt x="700" y="622"/>
                </a:cubicBezTo>
                <a:cubicBezTo>
                  <a:pt x="700" y="622"/>
                  <a:pt x="700" y="622"/>
                  <a:pt x="700" y="622"/>
                </a:cubicBezTo>
                <a:cubicBezTo>
                  <a:pt x="700" y="622"/>
                  <a:pt x="700" y="622"/>
                  <a:pt x="700" y="622"/>
                </a:cubicBezTo>
                <a:cubicBezTo>
                  <a:pt x="700" y="622"/>
                  <a:pt x="700" y="622"/>
                  <a:pt x="700" y="622"/>
                </a:cubicBezTo>
                <a:close/>
                <a:moveTo>
                  <a:pt x="700" y="621"/>
                </a:moveTo>
                <a:cubicBezTo>
                  <a:pt x="700" y="622"/>
                  <a:pt x="700" y="622"/>
                  <a:pt x="700" y="622"/>
                </a:cubicBezTo>
                <a:cubicBezTo>
                  <a:pt x="699" y="622"/>
                  <a:pt x="699" y="623"/>
                  <a:pt x="698" y="622"/>
                </a:cubicBezTo>
                <a:cubicBezTo>
                  <a:pt x="698" y="621"/>
                  <a:pt x="698" y="621"/>
                  <a:pt x="699" y="620"/>
                </a:cubicBezTo>
                <a:cubicBezTo>
                  <a:pt x="700" y="620"/>
                  <a:pt x="700" y="621"/>
                  <a:pt x="700" y="621"/>
                </a:cubicBezTo>
                <a:close/>
                <a:moveTo>
                  <a:pt x="516" y="649"/>
                </a:moveTo>
                <a:cubicBezTo>
                  <a:pt x="515" y="649"/>
                  <a:pt x="515" y="648"/>
                  <a:pt x="515" y="648"/>
                </a:cubicBezTo>
                <a:cubicBezTo>
                  <a:pt x="515" y="647"/>
                  <a:pt x="516" y="647"/>
                  <a:pt x="516" y="647"/>
                </a:cubicBezTo>
                <a:cubicBezTo>
                  <a:pt x="517" y="647"/>
                  <a:pt x="517" y="647"/>
                  <a:pt x="517" y="648"/>
                </a:cubicBezTo>
                <a:cubicBezTo>
                  <a:pt x="517" y="648"/>
                  <a:pt x="516" y="649"/>
                  <a:pt x="516" y="649"/>
                </a:cubicBezTo>
                <a:close/>
                <a:moveTo>
                  <a:pt x="592" y="487"/>
                </a:moveTo>
                <a:cubicBezTo>
                  <a:pt x="592" y="487"/>
                  <a:pt x="593" y="486"/>
                  <a:pt x="594" y="486"/>
                </a:cubicBezTo>
                <a:cubicBezTo>
                  <a:pt x="594" y="486"/>
                  <a:pt x="594" y="486"/>
                  <a:pt x="594" y="487"/>
                </a:cubicBezTo>
                <a:cubicBezTo>
                  <a:pt x="594" y="487"/>
                  <a:pt x="593" y="488"/>
                  <a:pt x="593" y="488"/>
                </a:cubicBezTo>
                <a:cubicBezTo>
                  <a:pt x="592" y="488"/>
                  <a:pt x="592" y="488"/>
                  <a:pt x="592" y="487"/>
                </a:cubicBezTo>
                <a:close/>
                <a:moveTo>
                  <a:pt x="655" y="583"/>
                </a:moveTo>
                <a:cubicBezTo>
                  <a:pt x="655" y="583"/>
                  <a:pt x="656" y="582"/>
                  <a:pt x="657" y="583"/>
                </a:cubicBezTo>
                <a:cubicBezTo>
                  <a:pt x="657" y="583"/>
                  <a:pt x="657" y="584"/>
                  <a:pt x="657" y="584"/>
                </a:cubicBezTo>
                <a:cubicBezTo>
                  <a:pt x="656" y="584"/>
                  <a:pt x="655" y="584"/>
                  <a:pt x="655" y="583"/>
                </a:cubicBezTo>
                <a:close/>
                <a:moveTo>
                  <a:pt x="613" y="693"/>
                </a:moveTo>
                <a:cubicBezTo>
                  <a:pt x="613" y="694"/>
                  <a:pt x="613" y="694"/>
                  <a:pt x="613" y="694"/>
                </a:cubicBezTo>
                <a:cubicBezTo>
                  <a:pt x="612" y="694"/>
                  <a:pt x="612" y="693"/>
                  <a:pt x="612" y="693"/>
                </a:cubicBezTo>
                <a:cubicBezTo>
                  <a:pt x="612" y="693"/>
                  <a:pt x="612" y="692"/>
                  <a:pt x="612" y="692"/>
                </a:cubicBezTo>
                <a:cubicBezTo>
                  <a:pt x="613" y="692"/>
                  <a:pt x="613" y="693"/>
                  <a:pt x="613" y="693"/>
                </a:cubicBezTo>
                <a:close/>
                <a:moveTo>
                  <a:pt x="627" y="517"/>
                </a:moveTo>
                <a:cubicBezTo>
                  <a:pt x="627" y="518"/>
                  <a:pt x="626" y="519"/>
                  <a:pt x="625" y="519"/>
                </a:cubicBezTo>
                <a:cubicBezTo>
                  <a:pt x="625" y="518"/>
                  <a:pt x="626" y="518"/>
                  <a:pt x="627" y="517"/>
                </a:cubicBezTo>
                <a:close/>
                <a:moveTo>
                  <a:pt x="665" y="662"/>
                </a:moveTo>
                <a:cubicBezTo>
                  <a:pt x="666" y="663"/>
                  <a:pt x="665" y="664"/>
                  <a:pt x="665" y="664"/>
                </a:cubicBezTo>
                <a:cubicBezTo>
                  <a:pt x="664" y="663"/>
                  <a:pt x="665" y="663"/>
                  <a:pt x="665" y="662"/>
                </a:cubicBezTo>
                <a:close/>
                <a:moveTo>
                  <a:pt x="707" y="647"/>
                </a:moveTo>
                <a:cubicBezTo>
                  <a:pt x="707" y="647"/>
                  <a:pt x="707" y="647"/>
                  <a:pt x="707" y="647"/>
                </a:cubicBezTo>
                <a:cubicBezTo>
                  <a:pt x="707" y="647"/>
                  <a:pt x="706" y="647"/>
                  <a:pt x="706" y="646"/>
                </a:cubicBezTo>
                <a:cubicBezTo>
                  <a:pt x="706" y="646"/>
                  <a:pt x="706" y="646"/>
                  <a:pt x="707" y="646"/>
                </a:cubicBezTo>
                <a:cubicBezTo>
                  <a:pt x="707" y="646"/>
                  <a:pt x="707" y="646"/>
                  <a:pt x="707" y="647"/>
                </a:cubicBezTo>
                <a:close/>
                <a:moveTo>
                  <a:pt x="706" y="639"/>
                </a:moveTo>
                <a:cubicBezTo>
                  <a:pt x="706" y="640"/>
                  <a:pt x="705" y="640"/>
                  <a:pt x="705" y="639"/>
                </a:cubicBezTo>
                <a:cubicBezTo>
                  <a:pt x="705" y="639"/>
                  <a:pt x="706" y="638"/>
                  <a:pt x="706" y="639"/>
                </a:cubicBezTo>
                <a:cubicBezTo>
                  <a:pt x="707" y="639"/>
                  <a:pt x="707" y="639"/>
                  <a:pt x="706" y="639"/>
                </a:cubicBezTo>
                <a:close/>
                <a:moveTo>
                  <a:pt x="690" y="610"/>
                </a:moveTo>
                <a:cubicBezTo>
                  <a:pt x="690" y="609"/>
                  <a:pt x="690" y="608"/>
                  <a:pt x="691" y="607"/>
                </a:cubicBezTo>
                <a:cubicBezTo>
                  <a:pt x="692" y="608"/>
                  <a:pt x="692" y="609"/>
                  <a:pt x="692" y="609"/>
                </a:cubicBezTo>
                <a:cubicBezTo>
                  <a:pt x="692" y="609"/>
                  <a:pt x="692" y="609"/>
                  <a:pt x="692" y="609"/>
                </a:cubicBezTo>
                <a:cubicBezTo>
                  <a:pt x="693" y="610"/>
                  <a:pt x="692" y="610"/>
                  <a:pt x="692" y="610"/>
                </a:cubicBezTo>
                <a:cubicBezTo>
                  <a:pt x="691" y="611"/>
                  <a:pt x="691" y="610"/>
                  <a:pt x="690" y="610"/>
                </a:cubicBezTo>
                <a:close/>
                <a:moveTo>
                  <a:pt x="607" y="683"/>
                </a:moveTo>
                <a:cubicBezTo>
                  <a:pt x="607" y="684"/>
                  <a:pt x="607" y="684"/>
                  <a:pt x="607" y="684"/>
                </a:cubicBezTo>
                <a:cubicBezTo>
                  <a:pt x="606" y="684"/>
                  <a:pt x="606" y="684"/>
                  <a:pt x="606" y="683"/>
                </a:cubicBezTo>
                <a:cubicBezTo>
                  <a:pt x="606" y="683"/>
                  <a:pt x="607" y="683"/>
                  <a:pt x="607" y="683"/>
                </a:cubicBezTo>
                <a:cubicBezTo>
                  <a:pt x="607" y="682"/>
                  <a:pt x="607" y="683"/>
                  <a:pt x="607" y="683"/>
                </a:cubicBezTo>
                <a:close/>
                <a:moveTo>
                  <a:pt x="673" y="595"/>
                </a:moveTo>
                <a:cubicBezTo>
                  <a:pt x="674" y="596"/>
                  <a:pt x="673" y="597"/>
                  <a:pt x="673" y="597"/>
                </a:cubicBezTo>
                <a:cubicBezTo>
                  <a:pt x="673" y="597"/>
                  <a:pt x="673" y="596"/>
                  <a:pt x="673" y="595"/>
                </a:cubicBezTo>
                <a:close/>
                <a:moveTo>
                  <a:pt x="560" y="592"/>
                </a:moveTo>
                <a:cubicBezTo>
                  <a:pt x="560" y="593"/>
                  <a:pt x="560" y="593"/>
                  <a:pt x="559" y="593"/>
                </a:cubicBezTo>
                <a:cubicBezTo>
                  <a:pt x="559" y="593"/>
                  <a:pt x="559" y="593"/>
                  <a:pt x="559" y="592"/>
                </a:cubicBezTo>
                <a:cubicBezTo>
                  <a:pt x="559" y="592"/>
                  <a:pt x="559" y="592"/>
                  <a:pt x="559" y="592"/>
                </a:cubicBezTo>
                <a:cubicBezTo>
                  <a:pt x="560" y="592"/>
                  <a:pt x="560" y="592"/>
                  <a:pt x="560" y="592"/>
                </a:cubicBezTo>
                <a:close/>
                <a:moveTo>
                  <a:pt x="675" y="595"/>
                </a:moveTo>
                <a:cubicBezTo>
                  <a:pt x="675" y="595"/>
                  <a:pt x="675" y="594"/>
                  <a:pt x="676" y="594"/>
                </a:cubicBezTo>
                <a:cubicBezTo>
                  <a:pt x="676" y="594"/>
                  <a:pt x="676" y="595"/>
                  <a:pt x="676" y="595"/>
                </a:cubicBezTo>
                <a:cubicBezTo>
                  <a:pt x="677" y="595"/>
                  <a:pt x="676" y="596"/>
                  <a:pt x="676" y="596"/>
                </a:cubicBezTo>
                <a:cubicBezTo>
                  <a:pt x="676" y="596"/>
                  <a:pt x="675" y="596"/>
                  <a:pt x="675" y="595"/>
                </a:cubicBezTo>
                <a:close/>
                <a:moveTo>
                  <a:pt x="564" y="552"/>
                </a:moveTo>
                <a:cubicBezTo>
                  <a:pt x="563" y="552"/>
                  <a:pt x="563" y="551"/>
                  <a:pt x="564" y="550"/>
                </a:cubicBezTo>
                <a:cubicBezTo>
                  <a:pt x="564" y="551"/>
                  <a:pt x="564" y="552"/>
                  <a:pt x="564" y="552"/>
                </a:cubicBezTo>
                <a:close/>
                <a:moveTo>
                  <a:pt x="664" y="589"/>
                </a:moveTo>
                <a:cubicBezTo>
                  <a:pt x="665" y="589"/>
                  <a:pt x="665" y="589"/>
                  <a:pt x="665" y="590"/>
                </a:cubicBezTo>
                <a:cubicBezTo>
                  <a:pt x="665" y="590"/>
                  <a:pt x="665" y="590"/>
                  <a:pt x="665" y="590"/>
                </a:cubicBezTo>
                <a:cubicBezTo>
                  <a:pt x="664" y="590"/>
                  <a:pt x="664" y="590"/>
                  <a:pt x="664" y="589"/>
                </a:cubicBezTo>
                <a:close/>
                <a:moveTo>
                  <a:pt x="664" y="589"/>
                </a:moveTo>
                <a:cubicBezTo>
                  <a:pt x="664" y="589"/>
                  <a:pt x="664" y="589"/>
                  <a:pt x="664" y="589"/>
                </a:cubicBezTo>
                <a:cubicBezTo>
                  <a:pt x="664" y="589"/>
                  <a:pt x="664" y="589"/>
                  <a:pt x="664" y="589"/>
                </a:cubicBezTo>
                <a:cubicBezTo>
                  <a:pt x="664" y="589"/>
                  <a:pt x="664" y="589"/>
                  <a:pt x="664" y="589"/>
                </a:cubicBezTo>
                <a:cubicBezTo>
                  <a:pt x="664" y="589"/>
                  <a:pt x="664" y="589"/>
                  <a:pt x="664" y="589"/>
                </a:cubicBezTo>
                <a:cubicBezTo>
                  <a:pt x="664" y="589"/>
                  <a:pt x="664" y="589"/>
                  <a:pt x="664" y="589"/>
                </a:cubicBezTo>
                <a:close/>
                <a:moveTo>
                  <a:pt x="676" y="647"/>
                </a:moveTo>
                <a:cubicBezTo>
                  <a:pt x="677" y="647"/>
                  <a:pt x="677" y="647"/>
                  <a:pt x="677" y="647"/>
                </a:cubicBezTo>
                <a:cubicBezTo>
                  <a:pt x="677" y="648"/>
                  <a:pt x="677" y="648"/>
                  <a:pt x="676" y="648"/>
                </a:cubicBezTo>
                <a:cubicBezTo>
                  <a:pt x="676" y="648"/>
                  <a:pt x="676" y="648"/>
                  <a:pt x="676" y="647"/>
                </a:cubicBezTo>
                <a:cubicBezTo>
                  <a:pt x="676" y="647"/>
                  <a:pt x="676" y="647"/>
                  <a:pt x="676" y="647"/>
                </a:cubicBezTo>
                <a:close/>
                <a:moveTo>
                  <a:pt x="664" y="659"/>
                </a:moveTo>
                <a:cubicBezTo>
                  <a:pt x="664" y="659"/>
                  <a:pt x="664" y="659"/>
                  <a:pt x="664" y="659"/>
                </a:cubicBezTo>
                <a:cubicBezTo>
                  <a:pt x="664" y="660"/>
                  <a:pt x="664" y="660"/>
                  <a:pt x="664" y="660"/>
                </a:cubicBezTo>
                <a:cubicBezTo>
                  <a:pt x="663" y="660"/>
                  <a:pt x="663" y="660"/>
                  <a:pt x="663" y="659"/>
                </a:cubicBezTo>
                <a:cubicBezTo>
                  <a:pt x="663" y="659"/>
                  <a:pt x="664" y="659"/>
                  <a:pt x="664" y="659"/>
                </a:cubicBezTo>
                <a:close/>
                <a:moveTo>
                  <a:pt x="677" y="597"/>
                </a:moveTo>
                <a:cubicBezTo>
                  <a:pt x="677" y="597"/>
                  <a:pt x="677" y="597"/>
                  <a:pt x="677" y="597"/>
                </a:cubicBezTo>
                <a:cubicBezTo>
                  <a:pt x="677" y="597"/>
                  <a:pt x="678" y="597"/>
                  <a:pt x="678" y="597"/>
                </a:cubicBezTo>
                <a:cubicBezTo>
                  <a:pt x="678" y="597"/>
                  <a:pt x="678" y="597"/>
                  <a:pt x="677" y="597"/>
                </a:cubicBezTo>
                <a:cubicBezTo>
                  <a:pt x="677" y="597"/>
                  <a:pt x="677" y="597"/>
                  <a:pt x="677" y="597"/>
                </a:cubicBezTo>
                <a:close/>
                <a:moveTo>
                  <a:pt x="495" y="487"/>
                </a:moveTo>
                <a:cubicBezTo>
                  <a:pt x="495" y="486"/>
                  <a:pt x="495" y="486"/>
                  <a:pt x="495" y="486"/>
                </a:cubicBezTo>
                <a:cubicBezTo>
                  <a:pt x="496" y="486"/>
                  <a:pt x="496" y="486"/>
                  <a:pt x="496" y="486"/>
                </a:cubicBezTo>
                <a:cubicBezTo>
                  <a:pt x="496" y="487"/>
                  <a:pt x="496" y="487"/>
                  <a:pt x="495" y="487"/>
                </a:cubicBezTo>
                <a:cubicBezTo>
                  <a:pt x="495" y="487"/>
                  <a:pt x="495" y="487"/>
                  <a:pt x="495" y="487"/>
                </a:cubicBezTo>
                <a:close/>
                <a:moveTo>
                  <a:pt x="679" y="600"/>
                </a:moveTo>
                <a:cubicBezTo>
                  <a:pt x="679" y="600"/>
                  <a:pt x="679" y="600"/>
                  <a:pt x="679" y="600"/>
                </a:cubicBezTo>
                <a:cubicBezTo>
                  <a:pt x="679" y="600"/>
                  <a:pt x="679" y="600"/>
                  <a:pt x="679" y="600"/>
                </a:cubicBezTo>
                <a:cubicBezTo>
                  <a:pt x="679" y="600"/>
                  <a:pt x="679" y="600"/>
                  <a:pt x="679" y="600"/>
                </a:cubicBezTo>
                <a:cubicBezTo>
                  <a:pt x="679" y="600"/>
                  <a:pt x="679" y="600"/>
                  <a:pt x="679" y="600"/>
                </a:cubicBezTo>
                <a:cubicBezTo>
                  <a:pt x="679" y="600"/>
                  <a:pt x="679" y="600"/>
                  <a:pt x="679" y="600"/>
                </a:cubicBezTo>
                <a:close/>
                <a:moveTo>
                  <a:pt x="679" y="600"/>
                </a:moveTo>
                <a:cubicBezTo>
                  <a:pt x="678" y="599"/>
                  <a:pt x="678" y="599"/>
                  <a:pt x="678" y="599"/>
                </a:cubicBezTo>
                <a:cubicBezTo>
                  <a:pt x="678" y="599"/>
                  <a:pt x="679" y="599"/>
                  <a:pt x="679" y="599"/>
                </a:cubicBezTo>
                <a:cubicBezTo>
                  <a:pt x="679" y="599"/>
                  <a:pt x="679" y="599"/>
                  <a:pt x="679" y="600"/>
                </a:cubicBezTo>
                <a:close/>
                <a:moveTo>
                  <a:pt x="674" y="731"/>
                </a:moveTo>
                <a:cubicBezTo>
                  <a:pt x="674" y="731"/>
                  <a:pt x="674" y="731"/>
                  <a:pt x="674" y="731"/>
                </a:cubicBezTo>
                <a:cubicBezTo>
                  <a:pt x="673" y="731"/>
                  <a:pt x="673" y="731"/>
                  <a:pt x="673" y="730"/>
                </a:cubicBezTo>
                <a:cubicBezTo>
                  <a:pt x="673" y="730"/>
                  <a:pt x="674" y="730"/>
                  <a:pt x="674" y="730"/>
                </a:cubicBezTo>
                <a:cubicBezTo>
                  <a:pt x="674" y="730"/>
                  <a:pt x="674" y="730"/>
                  <a:pt x="674" y="731"/>
                </a:cubicBezTo>
                <a:close/>
                <a:moveTo>
                  <a:pt x="673" y="725"/>
                </a:moveTo>
                <a:cubicBezTo>
                  <a:pt x="673" y="725"/>
                  <a:pt x="673" y="725"/>
                  <a:pt x="673" y="724"/>
                </a:cubicBezTo>
                <a:cubicBezTo>
                  <a:pt x="673" y="724"/>
                  <a:pt x="673" y="724"/>
                  <a:pt x="673" y="724"/>
                </a:cubicBezTo>
                <a:cubicBezTo>
                  <a:pt x="673" y="724"/>
                  <a:pt x="674" y="724"/>
                  <a:pt x="674" y="724"/>
                </a:cubicBezTo>
                <a:cubicBezTo>
                  <a:pt x="674" y="724"/>
                  <a:pt x="674" y="725"/>
                  <a:pt x="673" y="725"/>
                </a:cubicBezTo>
                <a:close/>
                <a:moveTo>
                  <a:pt x="605" y="681"/>
                </a:moveTo>
                <a:cubicBezTo>
                  <a:pt x="605" y="681"/>
                  <a:pt x="605" y="681"/>
                  <a:pt x="606" y="681"/>
                </a:cubicBezTo>
                <a:cubicBezTo>
                  <a:pt x="605" y="681"/>
                  <a:pt x="605" y="682"/>
                  <a:pt x="605" y="682"/>
                </a:cubicBezTo>
                <a:cubicBezTo>
                  <a:pt x="605" y="682"/>
                  <a:pt x="605" y="681"/>
                  <a:pt x="605" y="681"/>
                </a:cubicBezTo>
                <a:cubicBezTo>
                  <a:pt x="605" y="681"/>
                  <a:pt x="605" y="681"/>
                  <a:pt x="605" y="681"/>
                </a:cubicBezTo>
                <a:close/>
                <a:moveTo>
                  <a:pt x="690" y="694"/>
                </a:moveTo>
                <a:cubicBezTo>
                  <a:pt x="690" y="694"/>
                  <a:pt x="691" y="694"/>
                  <a:pt x="691" y="695"/>
                </a:cubicBezTo>
                <a:cubicBezTo>
                  <a:pt x="691" y="695"/>
                  <a:pt x="691" y="695"/>
                  <a:pt x="690" y="695"/>
                </a:cubicBezTo>
                <a:cubicBezTo>
                  <a:pt x="690" y="695"/>
                  <a:pt x="690" y="695"/>
                  <a:pt x="690" y="695"/>
                </a:cubicBezTo>
                <a:cubicBezTo>
                  <a:pt x="690" y="695"/>
                  <a:pt x="690" y="694"/>
                  <a:pt x="690" y="694"/>
                </a:cubicBezTo>
                <a:close/>
                <a:moveTo>
                  <a:pt x="705" y="653"/>
                </a:moveTo>
                <a:cubicBezTo>
                  <a:pt x="705" y="654"/>
                  <a:pt x="704" y="654"/>
                  <a:pt x="704" y="654"/>
                </a:cubicBezTo>
                <a:cubicBezTo>
                  <a:pt x="704" y="654"/>
                  <a:pt x="704" y="653"/>
                  <a:pt x="704" y="653"/>
                </a:cubicBezTo>
                <a:cubicBezTo>
                  <a:pt x="704" y="653"/>
                  <a:pt x="704" y="653"/>
                  <a:pt x="704" y="653"/>
                </a:cubicBezTo>
                <a:cubicBezTo>
                  <a:pt x="704" y="653"/>
                  <a:pt x="705" y="653"/>
                  <a:pt x="705" y="653"/>
                </a:cubicBezTo>
                <a:close/>
                <a:moveTo>
                  <a:pt x="692" y="611"/>
                </a:moveTo>
                <a:cubicBezTo>
                  <a:pt x="693" y="611"/>
                  <a:pt x="693" y="611"/>
                  <a:pt x="693" y="611"/>
                </a:cubicBezTo>
                <a:cubicBezTo>
                  <a:pt x="693" y="612"/>
                  <a:pt x="693" y="612"/>
                  <a:pt x="692" y="612"/>
                </a:cubicBezTo>
                <a:cubicBezTo>
                  <a:pt x="692" y="612"/>
                  <a:pt x="692" y="612"/>
                  <a:pt x="692" y="611"/>
                </a:cubicBezTo>
                <a:cubicBezTo>
                  <a:pt x="692" y="611"/>
                  <a:pt x="692" y="611"/>
                  <a:pt x="692" y="611"/>
                </a:cubicBezTo>
                <a:close/>
                <a:moveTo>
                  <a:pt x="401" y="478"/>
                </a:moveTo>
                <a:cubicBezTo>
                  <a:pt x="400" y="476"/>
                  <a:pt x="399" y="473"/>
                  <a:pt x="399" y="471"/>
                </a:cubicBezTo>
                <a:cubicBezTo>
                  <a:pt x="397" y="472"/>
                  <a:pt x="395" y="472"/>
                  <a:pt x="394" y="474"/>
                </a:cubicBezTo>
                <a:cubicBezTo>
                  <a:pt x="394" y="475"/>
                  <a:pt x="393" y="475"/>
                  <a:pt x="393" y="474"/>
                </a:cubicBezTo>
                <a:cubicBezTo>
                  <a:pt x="393" y="473"/>
                  <a:pt x="393" y="473"/>
                  <a:pt x="394" y="472"/>
                </a:cubicBezTo>
                <a:cubicBezTo>
                  <a:pt x="394" y="472"/>
                  <a:pt x="395" y="471"/>
                  <a:pt x="394" y="471"/>
                </a:cubicBezTo>
                <a:cubicBezTo>
                  <a:pt x="393" y="470"/>
                  <a:pt x="393" y="468"/>
                  <a:pt x="391" y="467"/>
                </a:cubicBezTo>
                <a:cubicBezTo>
                  <a:pt x="392" y="467"/>
                  <a:pt x="393" y="466"/>
                  <a:pt x="392" y="465"/>
                </a:cubicBezTo>
                <a:cubicBezTo>
                  <a:pt x="392" y="463"/>
                  <a:pt x="388" y="461"/>
                  <a:pt x="386" y="462"/>
                </a:cubicBezTo>
                <a:cubicBezTo>
                  <a:pt x="383" y="463"/>
                  <a:pt x="383" y="465"/>
                  <a:pt x="382" y="467"/>
                </a:cubicBezTo>
                <a:cubicBezTo>
                  <a:pt x="382" y="464"/>
                  <a:pt x="381" y="462"/>
                  <a:pt x="384" y="460"/>
                </a:cubicBezTo>
                <a:cubicBezTo>
                  <a:pt x="384" y="460"/>
                  <a:pt x="384" y="460"/>
                  <a:pt x="384" y="459"/>
                </a:cubicBezTo>
                <a:cubicBezTo>
                  <a:pt x="387" y="456"/>
                  <a:pt x="388" y="452"/>
                  <a:pt x="393" y="452"/>
                </a:cubicBezTo>
                <a:cubicBezTo>
                  <a:pt x="393" y="452"/>
                  <a:pt x="393" y="451"/>
                  <a:pt x="393" y="451"/>
                </a:cubicBezTo>
                <a:cubicBezTo>
                  <a:pt x="394" y="449"/>
                  <a:pt x="392" y="447"/>
                  <a:pt x="390" y="448"/>
                </a:cubicBezTo>
                <a:cubicBezTo>
                  <a:pt x="389" y="448"/>
                  <a:pt x="389" y="448"/>
                  <a:pt x="389" y="447"/>
                </a:cubicBezTo>
                <a:cubicBezTo>
                  <a:pt x="389" y="447"/>
                  <a:pt x="388" y="446"/>
                  <a:pt x="389" y="446"/>
                </a:cubicBezTo>
                <a:cubicBezTo>
                  <a:pt x="390" y="446"/>
                  <a:pt x="390" y="447"/>
                  <a:pt x="390" y="447"/>
                </a:cubicBezTo>
                <a:cubicBezTo>
                  <a:pt x="390" y="446"/>
                  <a:pt x="390" y="445"/>
                  <a:pt x="391" y="445"/>
                </a:cubicBezTo>
                <a:cubicBezTo>
                  <a:pt x="394" y="446"/>
                  <a:pt x="394" y="444"/>
                  <a:pt x="395" y="443"/>
                </a:cubicBezTo>
                <a:cubicBezTo>
                  <a:pt x="396" y="442"/>
                  <a:pt x="396" y="441"/>
                  <a:pt x="395" y="440"/>
                </a:cubicBezTo>
                <a:cubicBezTo>
                  <a:pt x="394" y="439"/>
                  <a:pt x="394" y="436"/>
                  <a:pt x="390" y="436"/>
                </a:cubicBezTo>
                <a:cubicBezTo>
                  <a:pt x="388" y="436"/>
                  <a:pt x="387" y="434"/>
                  <a:pt x="386" y="436"/>
                </a:cubicBezTo>
                <a:cubicBezTo>
                  <a:pt x="386" y="437"/>
                  <a:pt x="385" y="437"/>
                  <a:pt x="384" y="437"/>
                </a:cubicBezTo>
                <a:cubicBezTo>
                  <a:pt x="382" y="438"/>
                  <a:pt x="380" y="438"/>
                  <a:pt x="378" y="439"/>
                </a:cubicBezTo>
                <a:cubicBezTo>
                  <a:pt x="377" y="440"/>
                  <a:pt x="376" y="440"/>
                  <a:pt x="375" y="442"/>
                </a:cubicBezTo>
                <a:cubicBezTo>
                  <a:pt x="374" y="439"/>
                  <a:pt x="373" y="437"/>
                  <a:pt x="371" y="436"/>
                </a:cubicBezTo>
                <a:cubicBezTo>
                  <a:pt x="370" y="436"/>
                  <a:pt x="369" y="435"/>
                  <a:pt x="370" y="434"/>
                </a:cubicBezTo>
                <a:cubicBezTo>
                  <a:pt x="370" y="434"/>
                  <a:pt x="370" y="433"/>
                  <a:pt x="369" y="433"/>
                </a:cubicBezTo>
                <a:cubicBezTo>
                  <a:pt x="368" y="433"/>
                  <a:pt x="366" y="434"/>
                  <a:pt x="365" y="435"/>
                </a:cubicBezTo>
                <a:cubicBezTo>
                  <a:pt x="365" y="436"/>
                  <a:pt x="365" y="437"/>
                  <a:pt x="367" y="437"/>
                </a:cubicBezTo>
                <a:cubicBezTo>
                  <a:pt x="368" y="437"/>
                  <a:pt x="368" y="436"/>
                  <a:pt x="369" y="436"/>
                </a:cubicBezTo>
                <a:cubicBezTo>
                  <a:pt x="369" y="437"/>
                  <a:pt x="368" y="438"/>
                  <a:pt x="367" y="438"/>
                </a:cubicBezTo>
                <a:cubicBezTo>
                  <a:pt x="367" y="439"/>
                  <a:pt x="366" y="438"/>
                  <a:pt x="366" y="438"/>
                </a:cubicBezTo>
                <a:cubicBezTo>
                  <a:pt x="364" y="437"/>
                  <a:pt x="362" y="435"/>
                  <a:pt x="361" y="437"/>
                </a:cubicBezTo>
                <a:cubicBezTo>
                  <a:pt x="360" y="438"/>
                  <a:pt x="360" y="438"/>
                  <a:pt x="360" y="437"/>
                </a:cubicBezTo>
                <a:cubicBezTo>
                  <a:pt x="358" y="437"/>
                  <a:pt x="359" y="439"/>
                  <a:pt x="358" y="440"/>
                </a:cubicBezTo>
                <a:cubicBezTo>
                  <a:pt x="358" y="440"/>
                  <a:pt x="358" y="441"/>
                  <a:pt x="359" y="442"/>
                </a:cubicBezTo>
                <a:cubicBezTo>
                  <a:pt x="360" y="443"/>
                  <a:pt x="361" y="444"/>
                  <a:pt x="362" y="444"/>
                </a:cubicBezTo>
                <a:cubicBezTo>
                  <a:pt x="363" y="445"/>
                  <a:pt x="363" y="445"/>
                  <a:pt x="363" y="446"/>
                </a:cubicBezTo>
                <a:cubicBezTo>
                  <a:pt x="362" y="447"/>
                  <a:pt x="362" y="448"/>
                  <a:pt x="363" y="448"/>
                </a:cubicBezTo>
                <a:cubicBezTo>
                  <a:pt x="361" y="449"/>
                  <a:pt x="362" y="448"/>
                  <a:pt x="361" y="447"/>
                </a:cubicBezTo>
                <a:cubicBezTo>
                  <a:pt x="361" y="446"/>
                  <a:pt x="360" y="445"/>
                  <a:pt x="359" y="445"/>
                </a:cubicBezTo>
                <a:cubicBezTo>
                  <a:pt x="357" y="444"/>
                  <a:pt x="356" y="445"/>
                  <a:pt x="355" y="447"/>
                </a:cubicBezTo>
                <a:cubicBezTo>
                  <a:pt x="354" y="448"/>
                  <a:pt x="353" y="449"/>
                  <a:pt x="355" y="450"/>
                </a:cubicBezTo>
                <a:cubicBezTo>
                  <a:pt x="356" y="450"/>
                  <a:pt x="356" y="451"/>
                  <a:pt x="356" y="451"/>
                </a:cubicBezTo>
                <a:cubicBezTo>
                  <a:pt x="358" y="455"/>
                  <a:pt x="362" y="455"/>
                  <a:pt x="365" y="452"/>
                </a:cubicBezTo>
                <a:cubicBezTo>
                  <a:pt x="365" y="452"/>
                  <a:pt x="365" y="452"/>
                  <a:pt x="365" y="452"/>
                </a:cubicBezTo>
                <a:cubicBezTo>
                  <a:pt x="365" y="452"/>
                  <a:pt x="365" y="452"/>
                  <a:pt x="365" y="452"/>
                </a:cubicBezTo>
                <a:cubicBezTo>
                  <a:pt x="367" y="453"/>
                  <a:pt x="367" y="456"/>
                  <a:pt x="369" y="456"/>
                </a:cubicBezTo>
                <a:cubicBezTo>
                  <a:pt x="367" y="458"/>
                  <a:pt x="367" y="456"/>
                  <a:pt x="366" y="455"/>
                </a:cubicBezTo>
                <a:cubicBezTo>
                  <a:pt x="365" y="455"/>
                  <a:pt x="365" y="454"/>
                  <a:pt x="364" y="455"/>
                </a:cubicBezTo>
                <a:cubicBezTo>
                  <a:pt x="363" y="456"/>
                  <a:pt x="362" y="458"/>
                  <a:pt x="363" y="459"/>
                </a:cubicBezTo>
                <a:cubicBezTo>
                  <a:pt x="363" y="460"/>
                  <a:pt x="363" y="460"/>
                  <a:pt x="364" y="460"/>
                </a:cubicBezTo>
                <a:cubicBezTo>
                  <a:pt x="365" y="458"/>
                  <a:pt x="365" y="460"/>
                  <a:pt x="366" y="461"/>
                </a:cubicBezTo>
                <a:cubicBezTo>
                  <a:pt x="366" y="462"/>
                  <a:pt x="367" y="463"/>
                  <a:pt x="367" y="464"/>
                </a:cubicBezTo>
                <a:cubicBezTo>
                  <a:pt x="368" y="466"/>
                  <a:pt x="367" y="466"/>
                  <a:pt x="365" y="467"/>
                </a:cubicBezTo>
                <a:cubicBezTo>
                  <a:pt x="365" y="466"/>
                  <a:pt x="366" y="465"/>
                  <a:pt x="365" y="464"/>
                </a:cubicBezTo>
                <a:cubicBezTo>
                  <a:pt x="364" y="464"/>
                  <a:pt x="364" y="463"/>
                  <a:pt x="364" y="463"/>
                </a:cubicBezTo>
                <a:cubicBezTo>
                  <a:pt x="365" y="463"/>
                  <a:pt x="365" y="462"/>
                  <a:pt x="364" y="462"/>
                </a:cubicBezTo>
                <a:cubicBezTo>
                  <a:pt x="364" y="462"/>
                  <a:pt x="364" y="462"/>
                  <a:pt x="364" y="463"/>
                </a:cubicBezTo>
                <a:cubicBezTo>
                  <a:pt x="364" y="465"/>
                  <a:pt x="364" y="466"/>
                  <a:pt x="365" y="468"/>
                </a:cubicBezTo>
                <a:cubicBezTo>
                  <a:pt x="365" y="469"/>
                  <a:pt x="365" y="470"/>
                  <a:pt x="364" y="470"/>
                </a:cubicBezTo>
                <a:cubicBezTo>
                  <a:pt x="364" y="471"/>
                  <a:pt x="362" y="471"/>
                  <a:pt x="362" y="471"/>
                </a:cubicBezTo>
                <a:cubicBezTo>
                  <a:pt x="361" y="470"/>
                  <a:pt x="361" y="470"/>
                  <a:pt x="360" y="472"/>
                </a:cubicBezTo>
                <a:cubicBezTo>
                  <a:pt x="360" y="472"/>
                  <a:pt x="360" y="472"/>
                  <a:pt x="360" y="472"/>
                </a:cubicBezTo>
                <a:cubicBezTo>
                  <a:pt x="359" y="472"/>
                  <a:pt x="357" y="472"/>
                  <a:pt x="356" y="471"/>
                </a:cubicBezTo>
                <a:cubicBezTo>
                  <a:pt x="355" y="471"/>
                  <a:pt x="356" y="470"/>
                  <a:pt x="356" y="470"/>
                </a:cubicBezTo>
                <a:cubicBezTo>
                  <a:pt x="356" y="469"/>
                  <a:pt x="356" y="469"/>
                  <a:pt x="356" y="469"/>
                </a:cubicBezTo>
                <a:cubicBezTo>
                  <a:pt x="355" y="469"/>
                  <a:pt x="355" y="469"/>
                  <a:pt x="355" y="469"/>
                </a:cubicBezTo>
                <a:cubicBezTo>
                  <a:pt x="355" y="467"/>
                  <a:pt x="354" y="467"/>
                  <a:pt x="353" y="466"/>
                </a:cubicBezTo>
                <a:cubicBezTo>
                  <a:pt x="352" y="465"/>
                  <a:pt x="352" y="465"/>
                  <a:pt x="352" y="464"/>
                </a:cubicBezTo>
                <a:cubicBezTo>
                  <a:pt x="352" y="462"/>
                  <a:pt x="350" y="461"/>
                  <a:pt x="349" y="461"/>
                </a:cubicBezTo>
                <a:cubicBezTo>
                  <a:pt x="349" y="460"/>
                  <a:pt x="348" y="460"/>
                  <a:pt x="347" y="461"/>
                </a:cubicBezTo>
                <a:cubicBezTo>
                  <a:pt x="346" y="462"/>
                  <a:pt x="346" y="463"/>
                  <a:pt x="345" y="464"/>
                </a:cubicBezTo>
                <a:cubicBezTo>
                  <a:pt x="345" y="465"/>
                  <a:pt x="345" y="466"/>
                  <a:pt x="344" y="467"/>
                </a:cubicBezTo>
                <a:cubicBezTo>
                  <a:pt x="343" y="470"/>
                  <a:pt x="344" y="472"/>
                  <a:pt x="346" y="474"/>
                </a:cubicBezTo>
                <a:cubicBezTo>
                  <a:pt x="347" y="475"/>
                  <a:pt x="347" y="476"/>
                  <a:pt x="348" y="477"/>
                </a:cubicBezTo>
                <a:cubicBezTo>
                  <a:pt x="348" y="477"/>
                  <a:pt x="348" y="477"/>
                  <a:pt x="348" y="477"/>
                </a:cubicBezTo>
                <a:cubicBezTo>
                  <a:pt x="348" y="477"/>
                  <a:pt x="348" y="477"/>
                  <a:pt x="348" y="477"/>
                </a:cubicBezTo>
                <a:cubicBezTo>
                  <a:pt x="348" y="477"/>
                  <a:pt x="349" y="477"/>
                  <a:pt x="349" y="478"/>
                </a:cubicBezTo>
                <a:cubicBezTo>
                  <a:pt x="351" y="479"/>
                  <a:pt x="351" y="480"/>
                  <a:pt x="351" y="481"/>
                </a:cubicBezTo>
                <a:cubicBezTo>
                  <a:pt x="351" y="483"/>
                  <a:pt x="351" y="484"/>
                  <a:pt x="353" y="484"/>
                </a:cubicBezTo>
                <a:cubicBezTo>
                  <a:pt x="354" y="484"/>
                  <a:pt x="354" y="485"/>
                  <a:pt x="355" y="485"/>
                </a:cubicBezTo>
                <a:cubicBezTo>
                  <a:pt x="355" y="484"/>
                  <a:pt x="356" y="483"/>
                  <a:pt x="357" y="483"/>
                </a:cubicBezTo>
                <a:cubicBezTo>
                  <a:pt x="357" y="483"/>
                  <a:pt x="358" y="484"/>
                  <a:pt x="358" y="484"/>
                </a:cubicBezTo>
                <a:cubicBezTo>
                  <a:pt x="358" y="487"/>
                  <a:pt x="360" y="487"/>
                  <a:pt x="362" y="487"/>
                </a:cubicBezTo>
                <a:cubicBezTo>
                  <a:pt x="362" y="487"/>
                  <a:pt x="362" y="487"/>
                  <a:pt x="362" y="488"/>
                </a:cubicBezTo>
                <a:cubicBezTo>
                  <a:pt x="362" y="488"/>
                  <a:pt x="362" y="488"/>
                  <a:pt x="362" y="488"/>
                </a:cubicBezTo>
                <a:cubicBezTo>
                  <a:pt x="363" y="489"/>
                  <a:pt x="363" y="490"/>
                  <a:pt x="364" y="490"/>
                </a:cubicBezTo>
                <a:cubicBezTo>
                  <a:pt x="365" y="493"/>
                  <a:pt x="366" y="495"/>
                  <a:pt x="368" y="496"/>
                </a:cubicBezTo>
                <a:cubicBezTo>
                  <a:pt x="369" y="497"/>
                  <a:pt x="371" y="499"/>
                  <a:pt x="371" y="500"/>
                </a:cubicBezTo>
                <a:cubicBezTo>
                  <a:pt x="371" y="503"/>
                  <a:pt x="374" y="506"/>
                  <a:pt x="374" y="509"/>
                </a:cubicBezTo>
                <a:cubicBezTo>
                  <a:pt x="374" y="509"/>
                  <a:pt x="374" y="509"/>
                  <a:pt x="374" y="510"/>
                </a:cubicBezTo>
                <a:cubicBezTo>
                  <a:pt x="375" y="511"/>
                  <a:pt x="375" y="511"/>
                  <a:pt x="376" y="510"/>
                </a:cubicBezTo>
                <a:cubicBezTo>
                  <a:pt x="377" y="510"/>
                  <a:pt x="377" y="510"/>
                  <a:pt x="377" y="510"/>
                </a:cubicBezTo>
                <a:cubicBezTo>
                  <a:pt x="378" y="511"/>
                  <a:pt x="377" y="511"/>
                  <a:pt x="377" y="511"/>
                </a:cubicBezTo>
                <a:cubicBezTo>
                  <a:pt x="377" y="512"/>
                  <a:pt x="376" y="512"/>
                  <a:pt x="377" y="512"/>
                </a:cubicBezTo>
                <a:cubicBezTo>
                  <a:pt x="377" y="512"/>
                  <a:pt x="377" y="513"/>
                  <a:pt x="377" y="512"/>
                </a:cubicBezTo>
                <a:cubicBezTo>
                  <a:pt x="378" y="511"/>
                  <a:pt x="378" y="512"/>
                  <a:pt x="379" y="513"/>
                </a:cubicBezTo>
                <a:cubicBezTo>
                  <a:pt x="380" y="513"/>
                  <a:pt x="381" y="513"/>
                  <a:pt x="382" y="512"/>
                </a:cubicBezTo>
                <a:cubicBezTo>
                  <a:pt x="383" y="510"/>
                  <a:pt x="384" y="509"/>
                  <a:pt x="385" y="507"/>
                </a:cubicBezTo>
                <a:cubicBezTo>
                  <a:pt x="385" y="507"/>
                  <a:pt x="386" y="506"/>
                  <a:pt x="385" y="506"/>
                </a:cubicBezTo>
                <a:cubicBezTo>
                  <a:pt x="384" y="505"/>
                  <a:pt x="383" y="503"/>
                  <a:pt x="382" y="501"/>
                </a:cubicBezTo>
                <a:cubicBezTo>
                  <a:pt x="381" y="499"/>
                  <a:pt x="381" y="498"/>
                  <a:pt x="383" y="497"/>
                </a:cubicBezTo>
                <a:cubicBezTo>
                  <a:pt x="383" y="498"/>
                  <a:pt x="383" y="498"/>
                  <a:pt x="382" y="499"/>
                </a:cubicBezTo>
                <a:cubicBezTo>
                  <a:pt x="382" y="501"/>
                  <a:pt x="384" y="503"/>
                  <a:pt x="385" y="503"/>
                </a:cubicBezTo>
                <a:cubicBezTo>
                  <a:pt x="386" y="502"/>
                  <a:pt x="387" y="502"/>
                  <a:pt x="388" y="503"/>
                </a:cubicBezTo>
                <a:cubicBezTo>
                  <a:pt x="389" y="504"/>
                  <a:pt x="391" y="504"/>
                  <a:pt x="392" y="503"/>
                </a:cubicBezTo>
                <a:cubicBezTo>
                  <a:pt x="393" y="502"/>
                  <a:pt x="393" y="501"/>
                  <a:pt x="395" y="501"/>
                </a:cubicBezTo>
                <a:cubicBezTo>
                  <a:pt x="395" y="501"/>
                  <a:pt x="395" y="501"/>
                  <a:pt x="395" y="500"/>
                </a:cubicBezTo>
                <a:cubicBezTo>
                  <a:pt x="395" y="499"/>
                  <a:pt x="395" y="498"/>
                  <a:pt x="395" y="498"/>
                </a:cubicBezTo>
                <a:cubicBezTo>
                  <a:pt x="396" y="498"/>
                  <a:pt x="397" y="497"/>
                  <a:pt x="397" y="497"/>
                </a:cubicBezTo>
                <a:cubicBezTo>
                  <a:pt x="398" y="497"/>
                  <a:pt x="397" y="498"/>
                  <a:pt x="397" y="498"/>
                </a:cubicBezTo>
                <a:cubicBezTo>
                  <a:pt x="398" y="498"/>
                  <a:pt x="398" y="498"/>
                  <a:pt x="398" y="498"/>
                </a:cubicBezTo>
                <a:cubicBezTo>
                  <a:pt x="399" y="497"/>
                  <a:pt x="399" y="496"/>
                  <a:pt x="399" y="495"/>
                </a:cubicBezTo>
                <a:cubicBezTo>
                  <a:pt x="399" y="494"/>
                  <a:pt x="398" y="496"/>
                  <a:pt x="397" y="495"/>
                </a:cubicBezTo>
                <a:cubicBezTo>
                  <a:pt x="397" y="494"/>
                  <a:pt x="398" y="494"/>
                  <a:pt x="398" y="494"/>
                </a:cubicBezTo>
                <a:cubicBezTo>
                  <a:pt x="399" y="494"/>
                  <a:pt x="400" y="493"/>
                  <a:pt x="399" y="492"/>
                </a:cubicBezTo>
                <a:cubicBezTo>
                  <a:pt x="399" y="491"/>
                  <a:pt x="399" y="492"/>
                  <a:pt x="398" y="492"/>
                </a:cubicBezTo>
                <a:cubicBezTo>
                  <a:pt x="397" y="492"/>
                  <a:pt x="397" y="492"/>
                  <a:pt x="396" y="491"/>
                </a:cubicBezTo>
                <a:cubicBezTo>
                  <a:pt x="398" y="491"/>
                  <a:pt x="400" y="491"/>
                  <a:pt x="399" y="488"/>
                </a:cubicBezTo>
                <a:cubicBezTo>
                  <a:pt x="399" y="486"/>
                  <a:pt x="398" y="485"/>
                  <a:pt x="397" y="483"/>
                </a:cubicBezTo>
                <a:cubicBezTo>
                  <a:pt x="400" y="483"/>
                  <a:pt x="401" y="480"/>
                  <a:pt x="401" y="478"/>
                </a:cubicBezTo>
                <a:close/>
                <a:moveTo>
                  <a:pt x="197" y="474"/>
                </a:moveTo>
                <a:cubicBezTo>
                  <a:pt x="197" y="474"/>
                  <a:pt x="198" y="474"/>
                  <a:pt x="198" y="473"/>
                </a:cubicBezTo>
                <a:cubicBezTo>
                  <a:pt x="200" y="471"/>
                  <a:pt x="202" y="470"/>
                  <a:pt x="205" y="468"/>
                </a:cubicBezTo>
                <a:cubicBezTo>
                  <a:pt x="208" y="465"/>
                  <a:pt x="212" y="462"/>
                  <a:pt x="216" y="460"/>
                </a:cubicBezTo>
                <a:cubicBezTo>
                  <a:pt x="218" y="458"/>
                  <a:pt x="221" y="455"/>
                  <a:pt x="224" y="454"/>
                </a:cubicBezTo>
                <a:cubicBezTo>
                  <a:pt x="227" y="453"/>
                  <a:pt x="229" y="451"/>
                  <a:pt x="231" y="449"/>
                </a:cubicBezTo>
                <a:cubicBezTo>
                  <a:pt x="232" y="448"/>
                  <a:pt x="231" y="447"/>
                  <a:pt x="230" y="445"/>
                </a:cubicBezTo>
                <a:cubicBezTo>
                  <a:pt x="228" y="443"/>
                  <a:pt x="226" y="441"/>
                  <a:pt x="225" y="439"/>
                </a:cubicBezTo>
                <a:cubicBezTo>
                  <a:pt x="224" y="437"/>
                  <a:pt x="223" y="436"/>
                  <a:pt x="222" y="436"/>
                </a:cubicBezTo>
                <a:cubicBezTo>
                  <a:pt x="222" y="436"/>
                  <a:pt x="222" y="436"/>
                  <a:pt x="222" y="436"/>
                </a:cubicBezTo>
                <a:cubicBezTo>
                  <a:pt x="222" y="435"/>
                  <a:pt x="222" y="435"/>
                  <a:pt x="221" y="434"/>
                </a:cubicBezTo>
                <a:cubicBezTo>
                  <a:pt x="221" y="434"/>
                  <a:pt x="221" y="434"/>
                  <a:pt x="221" y="434"/>
                </a:cubicBezTo>
                <a:cubicBezTo>
                  <a:pt x="220" y="433"/>
                  <a:pt x="219" y="432"/>
                  <a:pt x="218" y="430"/>
                </a:cubicBezTo>
                <a:cubicBezTo>
                  <a:pt x="215" y="427"/>
                  <a:pt x="212" y="423"/>
                  <a:pt x="207" y="423"/>
                </a:cubicBezTo>
                <a:cubicBezTo>
                  <a:pt x="207" y="423"/>
                  <a:pt x="207" y="423"/>
                  <a:pt x="207" y="423"/>
                </a:cubicBezTo>
                <a:cubicBezTo>
                  <a:pt x="207" y="423"/>
                  <a:pt x="207" y="423"/>
                  <a:pt x="207" y="423"/>
                </a:cubicBezTo>
                <a:cubicBezTo>
                  <a:pt x="205" y="422"/>
                  <a:pt x="204" y="424"/>
                  <a:pt x="202" y="424"/>
                </a:cubicBezTo>
                <a:cubicBezTo>
                  <a:pt x="200" y="425"/>
                  <a:pt x="200" y="426"/>
                  <a:pt x="200" y="427"/>
                </a:cubicBezTo>
                <a:cubicBezTo>
                  <a:pt x="201" y="429"/>
                  <a:pt x="200" y="430"/>
                  <a:pt x="199" y="431"/>
                </a:cubicBezTo>
                <a:cubicBezTo>
                  <a:pt x="199" y="432"/>
                  <a:pt x="198" y="432"/>
                  <a:pt x="197" y="432"/>
                </a:cubicBezTo>
                <a:cubicBezTo>
                  <a:pt x="197" y="431"/>
                  <a:pt x="197" y="431"/>
                  <a:pt x="197" y="430"/>
                </a:cubicBezTo>
                <a:cubicBezTo>
                  <a:pt x="198" y="429"/>
                  <a:pt x="198" y="428"/>
                  <a:pt x="198" y="426"/>
                </a:cubicBezTo>
                <a:cubicBezTo>
                  <a:pt x="197" y="425"/>
                  <a:pt x="197" y="425"/>
                  <a:pt x="196" y="425"/>
                </a:cubicBezTo>
                <a:cubicBezTo>
                  <a:pt x="196" y="425"/>
                  <a:pt x="194" y="424"/>
                  <a:pt x="194" y="425"/>
                </a:cubicBezTo>
                <a:cubicBezTo>
                  <a:pt x="194" y="427"/>
                  <a:pt x="191" y="428"/>
                  <a:pt x="192" y="431"/>
                </a:cubicBezTo>
                <a:cubicBezTo>
                  <a:pt x="191" y="429"/>
                  <a:pt x="190" y="428"/>
                  <a:pt x="192" y="426"/>
                </a:cubicBezTo>
                <a:cubicBezTo>
                  <a:pt x="193" y="425"/>
                  <a:pt x="193" y="424"/>
                  <a:pt x="191" y="424"/>
                </a:cubicBezTo>
                <a:cubicBezTo>
                  <a:pt x="191" y="424"/>
                  <a:pt x="190" y="424"/>
                  <a:pt x="190" y="423"/>
                </a:cubicBezTo>
                <a:cubicBezTo>
                  <a:pt x="190" y="423"/>
                  <a:pt x="190" y="423"/>
                  <a:pt x="189" y="423"/>
                </a:cubicBezTo>
                <a:cubicBezTo>
                  <a:pt x="189" y="423"/>
                  <a:pt x="189" y="423"/>
                  <a:pt x="189" y="423"/>
                </a:cubicBezTo>
                <a:cubicBezTo>
                  <a:pt x="188" y="422"/>
                  <a:pt x="186" y="421"/>
                  <a:pt x="184" y="420"/>
                </a:cubicBezTo>
                <a:cubicBezTo>
                  <a:pt x="183" y="419"/>
                  <a:pt x="181" y="418"/>
                  <a:pt x="180" y="416"/>
                </a:cubicBezTo>
                <a:cubicBezTo>
                  <a:pt x="180" y="416"/>
                  <a:pt x="180" y="416"/>
                  <a:pt x="180" y="416"/>
                </a:cubicBezTo>
                <a:cubicBezTo>
                  <a:pt x="179" y="414"/>
                  <a:pt x="176" y="413"/>
                  <a:pt x="174" y="414"/>
                </a:cubicBezTo>
                <a:cubicBezTo>
                  <a:pt x="172" y="415"/>
                  <a:pt x="170" y="416"/>
                  <a:pt x="168" y="416"/>
                </a:cubicBezTo>
                <a:cubicBezTo>
                  <a:pt x="166" y="416"/>
                  <a:pt x="164" y="418"/>
                  <a:pt x="163" y="417"/>
                </a:cubicBezTo>
                <a:cubicBezTo>
                  <a:pt x="162" y="417"/>
                  <a:pt x="161" y="418"/>
                  <a:pt x="161" y="418"/>
                </a:cubicBezTo>
                <a:cubicBezTo>
                  <a:pt x="162" y="419"/>
                  <a:pt x="162" y="420"/>
                  <a:pt x="162" y="421"/>
                </a:cubicBezTo>
                <a:cubicBezTo>
                  <a:pt x="162" y="421"/>
                  <a:pt x="162" y="421"/>
                  <a:pt x="162" y="421"/>
                </a:cubicBezTo>
                <a:cubicBezTo>
                  <a:pt x="162" y="421"/>
                  <a:pt x="161" y="421"/>
                  <a:pt x="161" y="420"/>
                </a:cubicBezTo>
                <a:cubicBezTo>
                  <a:pt x="161" y="420"/>
                  <a:pt x="161" y="420"/>
                  <a:pt x="161" y="420"/>
                </a:cubicBezTo>
                <a:cubicBezTo>
                  <a:pt x="161" y="418"/>
                  <a:pt x="161" y="418"/>
                  <a:pt x="158" y="418"/>
                </a:cubicBezTo>
                <a:cubicBezTo>
                  <a:pt x="158" y="418"/>
                  <a:pt x="157" y="418"/>
                  <a:pt x="157" y="418"/>
                </a:cubicBezTo>
                <a:cubicBezTo>
                  <a:pt x="154" y="418"/>
                  <a:pt x="151" y="419"/>
                  <a:pt x="148" y="420"/>
                </a:cubicBezTo>
                <a:cubicBezTo>
                  <a:pt x="148" y="420"/>
                  <a:pt x="147" y="420"/>
                  <a:pt x="148" y="421"/>
                </a:cubicBezTo>
                <a:cubicBezTo>
                  <a:pt x="149" y="423"/>
                  <a:pt x="150" y="425"/>
                  <a:pt x="150" y="427"/>
                </a:cubicBezTo>
                <a:cubicBezTo>
                  <a:pt x="150" y="429"/>
                  <a:pt x="151" y="429"/>
                  <a:pt x="152" y="428"/>
                </a:cubicBezTo>
                <a:cubicBezTo>
                  <a:pt x="152" y="429"/>
                  <a:pt x="151" y="429"/>
                  <a:pt x="151" y="430"/>
                </a:cubicBezTo>
                <a:cubicBezTo>
                  <a:pt x="151" y="431"/>
                  <a:pt x="152" y="430"/>
                  <a:pt x="152" y="431"/>
                </a:cubicBezTo>
                <a:cubicBezTo>
                  <a:pt x="152" y="431"/>
                  <a:pt x="151" y="430"/>
                  <a:pt x="151" y="432"/>
                </a:cubicBezTo>
                <a:cubicBezTo>
                  <a:pt x="152" y="433"/>
                  <a:pt x="153" y="434"/>
                  <a:pt x="153" y="436"/>
                </a:cubicBezTo>
                <a:cubicBezTo>
                  <a:pt x="153" y="436"/>
                  <a:pt x="153" y="436"/>
                  <a:pt x="153" y="436"/>
                </a:cubicBezTo>
                <a:cubicBezTo>
                  <a:pt x="155" y="436"/>
                  <a:pt x="155" y="437"/>
                  <a:pt x="156" y="439"/>
                </a:cubicBezTo>
                <a:cubicBezTo>
                  <a:pt x="156" y="440"/>
                  <a:pt x="156" y="441"/>
                  <a:pt x="154" y="442"/>
                </a:cubicBezTo>
                <a:cubicBezTo>
                  <a:pt x="153" y="443"/>
                  <a:pt x="153" y="444"/>
                  <a:pt x="155" y="445"/>
                </a:cubicBezTo>
                <a:cubicBezTo>
                  <a:pt x="156" y="446"/>
                  <a:pt x="158" y="446"/>
                  <a:pt x="159" y="447"/>
                </a:cubicBezTo>
                <a:cubicBezTo>
                  <a:pt x="159" y="447"/>
                  <a:pt x="159" y="447"/>
                  <a:pt x="159" y="447"/>
                </a:cubicBezTo>
                <a:cubicBezTo>
                  <a:pt x="159" y="447"/>
                  <a:pt x="159" y="447"/>
                  <a:pt x="159" y="447"/>
                </a:cubicBezTo>
                <a:cubicBezTo>
                  <a:pt x="158" y="448"/>
                  <a:pt x="156" y="447"/>
                  <a:pt x="155" y="447"/>
                </a:cubicBezTo>
                <a:cubicBezTo>
                  <a:pt x="154" y="446"/>
                  <a:pt x="153" y="446"/>
                  <a:pt x="153" y="447"/>
                </a:cubicBezTo>
                <a:cubicBezTo>
                  <a:pt x="151" y="449"/>
                  <a:pt x="150" y="452"/>
                  <a:pt x="149" y="454"/>
                </a:cubicBezTo>
                <a:cubicBezTo>
                  <a:pt x="149" y="456"/>
                  <a:pt x="148" y="457"/>
                  <a:pt x="147" y="458"/>
                </a:cubicBezTo>
                <a:cubicBezTo>
                  <a:pt x="146" y="461"/>
                  <a:pt x="146" y="461"/>
                  <a:pt x="148" y="463"/>
                </a:cubicBezTo>
                <a:cubicBezTo>
                  <a:pt x="149" y="463"/>
                  <a:pt x="149" y="464"/>
                  <a:pt x="149" y="464"/>
                </a:cubicBezTo>
                <a:cubicBezTo>
                  <a:pt x="150" y="465"/>
                  <a:pt x="150" y="466"/>
                  <a:pt x="149" y="466"/>
                </a:cubicBezTo>
                <a:cubicBezTo>
                  <a:pt x="147" y="467"/>
                  <a:pt x="146" y="467"/>
                  <a:pt x="144" y="467"/>
                </a:cubicBezTo>
                <a:cubicBezTo>
                  <a:pt x="145" y="468"/>
                  <a:pt x="145" y="470"/>
                  <a:pt x="145" y="471"/>
                </a:cubicBezTo>
                <a:cubicBezTo>
                  <a:pt x="145" y="472"/>
                  <a:pt x="144" y="474"/>
                  <a:pt x="145" y="476"/>
                </a:cubicBezTo>
                <a:cubicBezTo>
                  <a:pt x="145" y="476"/>
                  <a:pt x="145" y="476"/>
                  <a:pt x="145" y="477"/>
                </a:cubicBezTo>
                <a:cubicBezTo>
                  <a:pt x="144" y="477"/>
                  <a:pt x="144" y="478"/>
                  <a:pt x="144" y="478"/>
                </a:cubicBezTo>
                <a:cubicBezTo>
                  <a:pt x="144" y="478"/>
                  <a:pt x="144" y="478"/>
                  <a:pt x="144" y="478"/>
                </a:cubicBezTo>
                <a:cubicBezTo>
                  <a:pt x="144" y="478"/>
                  <a:pt x="144" y="478"/>
                  <a:pt x="144" y="478"/>
                </a:cubicBezTo>
                <a:cubicBezTo>
                  <a:pt x="144" y="479"/>
                  <a:pt x="144" y="479"/>
                  <a:pt x="144" y="479"/>
                </a:cubicBezTo>
                <a:cubicBezTo>
                  <a:pt x="144" y="480"/>
                  <a:pt x="143" y="478"/>
                  <a:pt x="143" y="479"/>
                </a:cubicBezTo>
                <a:cubicBezTo>
                  <a:pt x="141" y="482"/>
                  <a:pt x="140" y="485"/>
                  <a:pt x="139" y="487"/>
                </a:cubicBezTo>
                <a:cubicBezTo>
                  <a:pt x="138" y="489"/>
                  <a:pt x="139" y="491"/>
                  <a:pt x="138" y="493"/>
                </a:cubicBezTo>
                <a:cubicBezTo>
                  <a:pt x="138" y="494"/>
                  <a:pt x="138" y="494"/>
                  <a:pt x="139" y="494"/>
                </a:cubicBezTo>
                <a:cubicBezTo>
                  <a:pt x="139" y="494"/>
                  <a:pt x="140" y="494"/>
                  <a:pt x="140" y="493"/>
                </a:cubicBezTo>
                <a:cubicBezTo>
                  <a:pt x="143" y="493"/>
                  <a:pt x="143" y="493"/>
                  <a:pt x="143" y="495"/>
                </a:cubicBezTo>
                <a:cubicBezTo>
                  <a:pt x="143" y="495"/>
                  <a:pt x="143" y="495"/>
                  <a:pt x="143" y="495"/>
                </a:cubicBezTo>
                <a:cubicBezTo>
                  <a:pt x="143" y="495"/>
                  <a:pt x="143" y="495"/>
                  <a:pt x="143" y="495"/>
                </a:cubicBezTo>
                <a:cubicBezTo>
                  <a:pt x="144" y="496"/>
                  <a:pt x="145" y="496"/>
                  <a:pt x="146" y="497"/>
                </a:cubicBezTo>
                <a:cubicBezTo>
                  <a:pt x="146" y="498"/>
                  <a:pt x="149" y="497"/>
                  <a:pt x="149" y="499"/>
                </a:cubicBezTo>
                <a:cubicBezTo>
                  <a:pt x="151" y="499"/>
                  <a:pt x="153" y="501"/>
                  <a:pt x="154" y="503"/>
                </a:cubicBezTo>
                <a:cubicBezTo>
                  <a:pt x="154" y="503"/>
                  <a:pt x="154" y="503"/>
                  <a:pt x="154" y="503"/>
                </a:cubicBezTo>
                <a:cubicBezTo>
                  <a:pt x="155" y="504"/>
                  <a:pt x="155" y="505"/>
                  <a:pt x="156" y="506"/>
                </a:cubicBezTo>
                <a:cubicBezTo>
                  <a:pt x="158" y="508"/>
                  <a:pt x="158" y="509"/>
                  <a:pt x="158" y="511"/>
                </a:cubicBezTo>
                <a:cubicBezTo>
                  <a:pt x="159" y="513"/>
                  <a:pt x="159" y="515"/>
                  <a:pt x="160" y="517"/>
                </a:cubicBezTo>
                <a:cubicBezTo>
                  <a:pt x="162" y="519"/>
                  <a:pt x="164" y="519"/>
                  <a:pt x="165" y="517"/>
                </a:cubicBezTo>
                <a:cubicBezTo>
                  <a:pt x="166" y="516"/>
                  <a:pt x="166" y="515"/>
                  <a:pt x="168" y="515"/>
                </a:cubicBezTo>
                <a:cubicBezTo>
                  <a:pt x="171" y="514"/>
                  <a:pt x="172" y="511"/>
                  <a:pt x="173" y="508"/>
                </a:cubicBezTo>
                <a:cubicBezTo>
                  <a:pt x="174" y="507"/>
                  <a:pt x="174" y="507"/>
                  <a:pt x="175" y="508"/>
                </a:cubicBezTo>
                <a:cubicBezTo>
                  <a:pt x="175" y="508"/>
                  <a:pt x="176" y="508"/>
                  <a:pt x="176" y="509"/>
                </a:cubicBezTo>
                <a:cubicBezTo>
                  <a:pt x="176" y="510"/>
                  <a:pt x="177" y="511"/>
                  <a:pt x="179" y="510"/>
                </a:cubicBezTo>
                <a:cubicBezTo>
                  <a:pt x="180" y="509"/>
                  <a:pt x="181" y="509"/>
                  <a:pt x="182" y="508"/>
                </a:cubicBezTo>
                <a:cubicBezTo>
                  <a:pt x="184" y="507"/>
                  <a:pt x="186" y="505"/>
                  <a:pt x="186" y="503"/>
                </a:cubicBezTo>
                <a:cubicBezTo>
                  <a:pt x="185" y="500"/>
                  <a:pt x="186" y="497"/>
                  <a:pt x="186" y="494"/>
                </a:cubicBezTo>
                <a:cubicBezTo>
                  <a:pt x="186" y="494"/>
                  <a:pt x="186" y="493"/>
                  <a:pt x="186" y="493"/>
                </a:cubicBezTo>
                <a:cubicBezTo>
                  <a:pt x="188" y="491"/>
                  <a:pt x="189" y="489"/>
                  <a:pt x="187" y="486"/>
                </a:cubicBezTo>
                <a:cubicBezTo>
                  <a:pt x="187" y="485"/>
                  <a:pt x="187" y="485"/>
                  <a:pt x="188" y="485"/>
                </a:cubicBezTo>
                <a:cubicBezTo>
                  <a:pt x="188" y="485"/>
                  <a:pt x="188" y="485"/>
                  <a:pt x="188" y="486"/>
                </a:cubicBezTo>
                <a:cubicBezTo>
                  <a:pt x="188" y="486"/>
                  <a:pt x="189" y="486"/>
                  <a:pt x="189" y="486"/>
                </a:cubicBezTo>
                <a:cubicBezTo>
                  <a:pt x="191" y="486"/>
                  <a:pt x="195" y="483"/>
                  <a:pt x="196" y="482"/>
                </a:cubicBezTo>
                <a:cubicBezTo>
                  <a:pt x="196" y="482"/>
                  <a:pt x="196" y="481"/>
                  <a:pt x="196" y="481"/>
                </a:cubicBezTo>
                <a:cubicBezTo>
                  <a:pt x="196" y="479"/>
                  <a:pt x="197" y="477"/>
                  <a:pt x="197" y="474"/>
                </a:cubicBezTo>
                <a:close/>
                <a:moveTo>
                  <a:pt x="221" y="434"/>
                </a:moveTo>
                <a:cubicBezTo>
                  <a:pt x="221" y="434"/>
                  <a:pt x="221" y="435"/>
                  <a:pt x="221" y="435"/>
                </a:cubicBezTo>
                <a:cubicBezTo>
                  <a:pt x="221" y="435"/>
                  <a:pt x="221" y="434"/>
                  <a:pt x="221" y="434"/>
                </a:cubicBezTo>
                <a:close/>
                <a:moveTo>
                  <a:pt x="359" y="544"/>
                </a:moveTo>
                <a:cubicBezTo>
                  <a:pt x="359" y="543"/>
                  <a:pt x="359" y="543"/>
                  <a:pt x="359" y="542"/>
                </a:cubicBezTo>
                <a:cubicBezTo>
                  <a:pt x="358" y="542"/>
                  <a:pt x="358" y="543"/>
                  <a:pt x="358" y="543"/>
                </a:cubicBezTo>
                <a:cubicBezTo>
                  <a:pt x="357" y="543"/>
                  <a:pt x="356" y="544"/>
                  <a:pt x="354" y="544"/>
                </a:cubicBezTo>
                <a:cubicBezTo>
                  <a:pt x="353" y="543"/>
                  <a:pt x="354" y="542"/>
                  <a:pt x="353" y="541"/>
                </a:cubicBezTo>
                <a:cubicBezTo>
                  <a:pt x="353" y="540"/>
                  <a:pt x="353" y="539"/>
                  <a:pt x="352" y="540"/>
                </a:cubicBezTo>
                <a:cubicBezTo>
                  <a:pt x="351" y="541"/>
                  <a:pt x="351" y="540"/>
                  <a:pt x="350" y="540"/>
                </a:cubicBezTo>
                <a:cubicBezTo>
                  <a:pt x="349" y="539"/>
                  <a:pt x="348" y="537"/>
                  <a:pt x="347" y="537"/>
                </a:cubicBezTo>
                <a:cubicBezTo>
                  <a:pt x="345" y="536"/>
                  <a:pt x="345" y="534"/>
                  <a:pt x="343" y="534"/>
                </a:cubicBezTo>
                <a:cubicBezTo>
                  <a:pt x="343" y="534"/>
                  <a:pt x="343" y="533"/>
                  <a:pt x="343" y="533"/>
                </a:cubicBezTo>
                <a:cubicBezTo>
                  <a:pt x="343" y="531"/>
                  <a:pt x="341" y="531"/>
                  <a:pt x="340" y="529"/>
                </a:cubicBezTo>
                <a:cubicBezTo>
                  <a:pt x="340" y="531"/>
                  <a:pt x="340" y="533"/>
                  <a:pt x="342" y="534"/>
                </a:cubicBezTo>
                <a:cubicBezTo>
                  <a:pt x="341" y="534"/>
                  <a:pt x="340" y="534"/>
                  <a:pt x="339" y="533"/>
                </a:cubicBezTo>
                <a:cubicBezTo>
                  <a:pt x="339" y="532"/>
                  <a:pt x="338" y="532"/>
                  <a:pt x="337" y="532"/>
                </a:cubicBezTo>
                <a:cubicBezTo>
                  <a:pt x="336" y="532"/>
                  <a:pt x="335" y="531"/>
                  <a:pt x="335" y="530"/>
                </a:cubicBezTo>
                <a:cubicBezTo>
                  <a:pt x="336" y="529"/>
                  <a:pt x="337" y="529"/>
                  <a:pt x="336" y="528"/>
                </a:cubicBezTo>
                <a:cubicBezTo>
                  <a:pt x="336" y="528"/>
                  <a:pt x="336" y="528"/>
                  <a:pt x="336" y="528"/>
                </a:cubicBezTo>
                <a:cubicBezTo>
                  <a:pt x="335" y="528"/>
                  <a:pt x="335" y="529"/>
                  <a:pt x="335" y="529"/>
                </a:cubicBezTo>
                <a:cubicBezTo>
                  <a:pt x="334" y="528"/>
                  <a:pt x="332" y="527"/>
                  <a:pt x="332" y="525"/>
                </a:cubicBezTo>
                <a:cubicBezTo>
                  <a:pt x="332" y="523"/>
                  <a:pt x="331" y="522"/>
                  <a:pt x="329" y="521"/>
                </a:cubicBezTo>
                <a:cubicBezTo>
                  <a:pt x="327" y="520"/>
                  <a:pt x="327" y="518"/>
                  <a:pt x="328" y="516"/>
                </a:cubicBezTo>
                <a:cubicBezTo>
                  <a:pt x="328" y="515"/>
                  <a:pt x="329" y="514"/>
                  <a:pt x="328" y="512"/>
                </a:cubicBezTo>
                <a:cubicBezTo>
                  <a:pt x="328" y="512"/>
                  <a:pt x="328" y="511"/>
                  <a:pt x="328" y="511"/>
                </a:cubicBezTo>
                <a:cubicBezTo>
                  <a:pt x="330" y="511"/>
                  <a:pt x="329" y="509"/>
                  <a:pt x="329" y="509"/>
                </a:cubicBezTo>
                <a:cubicBezTo>
                  <a:pt x="329" y="508"/>
                  <a:pt x="329" y="507"/>
                  <a:pt x="329" y="506"/>
                </a:cubicBezTo>
                <a:cubicBezTo>
                  <a:pt x="330" y="504"/>
                  <a:pt x="328" y="501"/>
                  <a:pt x="327" y="499"/>
                </a:cubicBezTo>
                <a:cubicBezTo>
                  <a:pt x="324" y="496"/>
                  <a:pt x="325" y="492"/>
                  <a:pt x="323" y="489"/>
                </a:cubicBezTo>
                <a:cubicBezTo>
                  <a:pt x="323" y="489"/>
                  <a:pt x="323" y="489"/>
                  <a:pt x="323" y="489"/>
                </a:cubicBezTo>
                <a:cubicBezTo>
                  <a:pt x="324" y="486"/>
                  <a:pt x="323" y="484"/>
                  <a:pt x="322" y="482"/>
                </a:cubicBezTo>
                <a:cubicBezTo>
                  <a:pt x="322" y="481"/>
                  <a:pt x="321" y="481"/>
                  <a:pt x="321" y="480"/>
                </a:cubicBezTo>
                <a:cubicBezTo>
                  <a:pt x="322" y="479"/>
                  <a:pt x="321" y="478"/>
                  <a:pt x="321" y="477"/>
                </a:cubicBezTo>
                <a:cubicBezTo>
                  <a:pt x="320" y="475"/>
                  <a:pt x="320" y="473"/>
                  <a:pt x="319" y="471"/>
                </a:cubicBezTo>
                <a:cubicBezTo>
                  <a:pt x="319" y="470"/>
                  <a:pt x="321" y="470"/>
                  <a:pt x="320" y="470"/>
                </a:cubicBezTo>
                <a:cubicBezTo>
                  <a:pt x="319" y="469"/>
                  <a:pt x="320" y="467"/>
                  <a:pt x="318" y="466"/>
                </a:cubicBezTo>
                <a:cubicBezTo>
                  <a:pt x="317" y="465"/>
                  <a:pt x="316" y="464"/>
                  <a:pt x="316" y="464"/>
                </a:cubicBezTo>
                <a:cubicBezTo>
                  <a:pt x="316" y="462"/>
                  <a:pt x="316" y="462"/>
                  <a:pt x="314" y="462"/>
                </a:cubicBezTo>
                <a:cubicBezTo>
                  <a:pt x="314" y="462"/>
                  <a:pt x="313" y="461"/>
                  <a:pt x="313" y="461"/>
                </a:cubicBezTo>
                <a:cubicBezTo>
                  <a:pt x="311" y="458"/>
                  <a:pt x="310" y="456"/>
                  <a:pt x="308" y="454"/>
                </a:cubicBezTo>
                <a:cubicBezTo>
                  <a:pt x="307" y="454"/>
                  <a:pt x="307" y="453"/>
                  <a:pt x="306" y="454"/>
                </a:cubicBezTo>
                <a:cubicBezTo>
                  <a:pt x="305" y="454"/>
                  <a:pt x="305" y="454"/>
                  <a:pt x="305" y="455"/>
                </a:cubicBezTo>
                <a:cubicBezTo>
                  <a:pt x="305" y="456"/>
                  <a:pt x="305" y="456"/>
                  <a:pt x="305" y="457"/>
                </a:cubicBezTo>
                <a:cubicBezTo>
                  <a:pt x="305" y="457"/>
                  <a:pt x="305" y="457"/>
                  <a:pt x="305" y="458"/>
                </a:cubicBezTo>
                <a:cubicBezTo>
                  <a:pt x="305" y="458"/>
                  <a:pt x="305" y="458"/>
                  <a:pt x="304" y="458"/>
                </a:cubicBezTo>
                <a:cubicBezTo>
                  <a:pt x="304" y="457"/>
                  <a:pt x="303" y="457"/>
                  <a:pt x="303" y="456"/>
                </a:cubicBezTo>
                <a:cubicBezTo>
                  <a:pt x="302" y="454"/>
                  <a:pt x="300" y="453"/>
                  <a:pt x="298" y="453"/>
                </a:cubicBezTo>
                <a:cubicBezTo>
                  <a:pt x="297" y="453"/>
                  <a:pt x="297" y="452"/>
                  <a:pt x="296" y="453"/>
                </a:cubicBezTo>
                <a:cubicBezTo>
                  <a:pt x="296" y="453"/>
                  <a:pt x="295" y="454"/>
                  <a:pt x="296" y="455"/>
                </a:cubicBezTo>
                <a:cubicBezTo>
                  <a:pt x="296" y="456"/>
                  <a:pt x="297" y="456"/>
                  <a:pt x="297" y="457"/>
                </a:cubicBezTo>
                <a:cubicBezTo>
                  <a:pt x="294" y="457"/>
                  <a:pt x="293" y="458"/>
                  <a:pt x="295" y="461"/>
                </a:cubicBezTo>
                <a:cubicBezTo>
                  <a:pt x="295" y="462"/>
                  <a:pt x="296" y="463"/>
                  <a:pt x="296" y="464"/>
                </a:cubicBezTo>
                <a:cubicBezTo>
                  <a:pt x="295" y="467"/>
                  <a:pt x="297" y="470"/>
                  <a:pt x="297" y="473"/>
                </a:cubicBezTo>
                <a:cubicBezTo>
                  <a:pt x="297" y="474"/>
                  <a:pt x="299" y="476"/>
                  <a:pt x="297" y="478"/>
                </a:cubicBezTo>
                <a:cubicBezTo>
                  <a:pt x="297" y="478"/>
                  <a:pt x="297" y="479"/>
                  <a:pt x="297" y="479"/>
                </a:cubicBezTo>
                <a:cubicBezTo>
                  <a:pt x="299" y="480"/>
                  <a:pt x="298" y="482"/>
                  <a:pt x="299" y="484"/>
                </a:cubicBezTo>
                <a:cubicBezTo>
                  <a:pt x="299" y="486"/>
                  <a:pt x="298" y="488"/>
                  <a:pt x="300" y="489"/>
                </a:cubicBezTo>
                <a:cubicBezTo>
                  <a:pt x="300" y="490"/>
                  <a:pt x="300" y="490"/>
                  <a:pt x="300" y="490"/>
                </a:cubicBezTo>
                <a:cubicBezTo>
                  <a:pt x="300" y="492"/>
                  <a:pt x="300" y="492"/>
                  <a:pt x="301" y="493"/>
                </a:cubicBezTo>
                <a:cubicBezTo>
                  <a:pt x="302" y="494"/>
                  <a:pt x="303" y="495"/>
                  <a:pt x="302" y="496"/>
                </a:cubicBezTo>
                <a:cubicBezTo>
                  <a:pt x="301" y="497"/>
                  <a:pt x="301" y="497"/>
                  <a:pt x="302" y="497"/>
                </a:cubicBezTo>
                <a:cubicBezTo>
                  <a:pt x="303" y="498"/>
                  <a:pt x="303" y="498"/>
                  <a:pt x="303" y="498"/>
                </a:cubicBezTo>
                <a:cubicBezTo>
                  <a:pt x="303" y="498"/>
                  <a:pt x="303" y="499"/>
                  <a:pt x="302" y="499"/>
                </a:cubicBezTo>
                <a:cubicBezTo>
                  <a:pt x="300" y="498"/>
                  <a:pt x="300" y="500"/>
                  <a:pt x="300" y="501"/>
                </a:cubicBezTo>
                <a:cubicBezTo>
                  <a:pt x="300" y="501"/>
                  <a:pt x="300" y="501"/>
                  <a:pt x="300" y="501"/>
                </a:cubicBezTo>
                <a:cubicBezTo>
                  <a:pt x="297" y="500"/>
                  <a:pt x="299" y="502"/>
                  <a:pt x="299" y="503"/>
                </a:cubicBezTo>
                <a:cubicBezTo>
                  <a:pt x="297" y="504"/>
                  <a:pt x="297" y="502"/>
                  <a:pt x="297" y="502"/>
                </a:cubicBezTo>
                <a:cubicBezTo>
                  <a:pt x="297" y="502"/>
                  <a:pt x="297" y="502"/>
                  <a:pt x="297" y="502"/>
                </a:cubicBezTo>
                <a:cubicBezTo>
                  <a:pt x="297" y="501"/>
                  <a:pt x="296" y="501"/>
                  <a:pt x="296" y="501"/>
                </a:cubicBezTo>
                <a:cubicBezTo>
                  <a:pt x="295" y="501"/>
                  <a:pt x="295" y="500"/>
                  <a:pt x="295" y="500"/>
                </a:cubicBezTo>
                <a:cubicBezTo>
                  <a:pt x="293" y="497"/>
                  <a:pt x="296" y="494"/>
                  <a:pt x="293" y="492"/>
                </a:cubicBezTo>
                <a:cubicBezTo>
                  <a:pt x="293" y="489"/>
                  <a:pt x="292" y="486"/>
                  <a:pt x="291" y="484"/>
                </a:cubicBezTo>
                <a:cubicBezTo>
                  <a:pt x="291" y="482"/>
                  <a:pt x="290" y="481"/>
                  <a:pt x="291" y="480"/>
                </a:cubicBezTo>
                <a:cubicBezTo>
                  <a:pt x="292" y="479"/>
                  <a:pt x="291" y="477"/>
                  <a:pt x="291" y="476"/>
                </a:cubicBezTo>
                <a:cubicBezTo>
                  <a:pt x="290" y="475"/>
                  <a:pt x="290" y="475"/>
                  <a:pt x="289" y="475"/>
                </a:cubicBezTo>
                <a:cubicBezTo>
                  <a:pt x="288" y="476"/>
                  <a:pt x="288" y="476"/>
                  <a:pt x="288" y="475"/>
                </a:cubicBezTo>
                <a:cubicBezTo>
                  <a:pt x="287" y="474"/>
                  <a:pt x="289" y="473"/>
                  <a:pt x="287" y="472"/>
                </a:cubicBezTo>
                <a:cubicBezTo>
                  <a:pt x="288" y="470"/>
                  <a:pt x="286" y="470"/>
                  <a:pt x="286" y="470"/>
                </a:cubicBezTo>
                <a:cubicBezTo>
                  <a:pt x="285" y="470"/>
                  <a:pt x="285" y="470"/>
                  <a:pt x="284" y="470"/>
                </a:cubicBezTo>
                <a:cubicBezTo>
                  <a:pt x="284" y="469"/>
                  <a:pt x="283" y="468"/>
                  <a:pt x="283" y="468"/>
                </a:cubicBezTo>
                <a:cubicBezTo>
                  <a:pt x="281" y="467"/>
                  <a:pt x="281" y="467"/>
                  <a:pt x="282" y="466"/>
                </a:cubicBezTo>
                <a:cubicBezTo>
                  <a:pt x="281" y="465"/>
                  <a:pt x="280" y="466"/>
                  <a:pt x="280" y="465"/>
                </a:cubicBezTo>
                <a:cubicBezTo>
                  <a:pt x="279" y="463"/>
                  <a:pt x="277" y="463"/>
                  <a:pt x="275" y="463"/>
                </a:cubicBezTo>
                <a:cubicBezTo>
                  <a:pt x="273" y="462"/>
                  <a:pt x="272" y="463"/>
                  <a:pt x="272" y="464"/>
                </a:cubicBezTo>
                <a:cubicBezTo>
                  <a:pt x="273" y="466"/>
                  <a:pt x="274" y="468"/>
                  <a:pt x="276" y="468"/>
                </a:cubicBezTo>
                <a:cubicBezTo>
                  <a:pt x="276" y="468"/>
                  <a:pt x="277" y="468"/>
                  <a:pt x="277" y="469"/>
                </a:cubicBezTo>
                <a:cubicBezTo>
                  <a:pt x="277" y="471"/>
                  <a:pt x="278" y="471"/>
                  <a:pt x="279" y="471"/>
                </a:cubicBezTo>
                <a:cubicBezTo>
                  <a:pt x="279" y="471"/>
                  <a:pt x="279" y="471"/>
                  <a:pt x="279" y="471"/>
                </a:cubicBezTo>
                <a:cubicBezTo>
                  <a:pt x="281" y="471"/>
                  <a:pt x="280" y="472"/>
                  <a:pt x="280" y="473"/>
                </a:cubicBezTo>
                <a:cubicBezTo>
                  <a:pt x="279" y="473"/>
                  <a:pt x="279" y="472"/>
                  <a:pt x="279" y="472"/>
                </a:cubicBezTo>
                <a:cubicBezTo>
                  <a:pt x="278" y="472"/>
                  <a:pt x="278" y="471"/>
                  <a:pt x="277" y="472"/>
                </a:cubicBezTo>
                <a:cubicBezTo>
                  <a:pt x="277" y="472"/>
                  <a:pt x="276" y="473"/>
                  <a:pt x="278" y="474"/>
                </a:cubicBezTo>
                <a:cubicBezTo>
                  <a:pt x="278" y="474"/>
                  <a:pt x="279" y="475"/>
                  <a:pt x="280" y="476"/>
                </a:cubicBezTo>
                <a:cubicBezTo>
                  <a:pt x="279" y="476"/>
                  <a:pt x="280" y="477"/>
                  <a:pt x="280" y="477"/>
                </a:cubicBezTo>
                <a:cubicBezTo>
                  <a:pt x="280" y="477"/>
                  <a:pt x="280" y="477"/>
                  <a:pt x="280" y="477"/>
                </a:cubicBezTo>
                <a:cubicBezTo>
                  <a:pt x="281" y="479"/>
                  <a:pt x="279" y="478"/>
                  <a:pt x="279" y="479"/>
                </a:cubicBezTo>
                <a:cubicBezTo>
                  <a:pt x="278" y="480"/>
                  <a:pt x="278" y="479"/>
                  <a:pt x="277" y="478"/>
                </a:cubicBezTo>
                <a:cubicBezTo>
                  <a:pt x="277" y="478"/>
                  <a:pt x="276" y="476"/>
                  <a:pt x="275" y="477"/>
                </a:cubicBezTo>
                <a:cubicBezTo>
                  <a:pt x="275" y="477"/>
                  <a:pt x="274" y="477"/>
                  <a:pt x="274" y="477"/>
                </a:cubicBezTo>
                <a:cubicBezTo>
                  <a:pt x="274" y="477"/>
                  <a:pt x="274" y="477"/>
                  <a:pt x="274" y="477"/>
                </a:cubicBezTo>
                <a:cubicBezTo>
                  <a:pt x="274" y="477"/>
                  <a:pt x="274" y="477"/>
                  <a:pt x="274" y="477"/>
                </a:cubicBezTo>
                <a:cubicBezTo>
                  <a:pt x="274" y="477"/>
                  <a:pt x="273" y="475"/>
                  <a:pt x="272" y="477"/>
                </a:cubicBezTo>
                <a:cubicBezTo>
                  <a:pt x="271" y="478"/>
                  <a:pt x="270" y="480"/>
                  <a:pt x="269" y="482"/>
                </a:cubicBezTo>
                <a:cubicBezTo>
                  <a:pt x="269" y="482"/>
                  <a:pt x="269" y="483"/>
                  <a:pt x="268" y="483"/>
                </a:cubicBezTo>
                <a:cubicBezTo>
                  <a:pt x="267" y="482"/>
                  <a:pt x="267" y="482"/>
                  <a:pt x="267" y="481"/>
                </a:cubicBezTo>
                <a:cubicBezTo>
                  <a:pt x="267" y="480"/>
                  <a:pt x="268" y="480"/>
                  <a:pt x="268" y="479"/>
                </a:cubicBezTo>
                <a:cubicBezTo>
                  <a:pt x="267" y="479"/>
                  <a:pt x="267" y="480"/>
                  <a:pt x="266" y="480"/>
                </a:cubicBezTo>
                <a:cubicBezTo>
                  <a:pt x="265" y="482"/>
                  <a:pt x="264" y="483"/>
                  <a:pt x="262" y="483"/>
                </a:cubicBezTo>
                <a:cubicBezTo>
                  <a:pt x="262" y="483"/>
                  <a:pt x="261" y="484"/>
                  <a:pt x="261" y="483"/>
                </a:cubicBezTo>
                <a:cubicBezTo>
                  <a:pt x="261" y="483"/>
                  <a:pt x="261" y="482"/>
                  <a:pt x="262" y="482"/>
                </a:cubicBezTo>
                <a:cubicBezTo>
                  <a:pt x="262" y="482"/>
                  <a:pt x="263" y="481"/>
                  <a:pt x="263" y="481"/>
                </a:cubicBezTo>
                <a:cubicBezTo>
                  <a:pt x="265" y="481"/>
                  <a:pt x="266" y="480"/>
                  <a:pt x="266" y="478"/>
                </a:cubicBezTo>
                <a:cubicBezTo>
                  <a:pt x="266" y="477"/>
                  <a:pt x="267" y="477"/>
                  <a:pt x="267" y="477"/>
                </a:cubicBezTo>
                <a:cubicBezTo>
                  <a:pt x="269" y="475"/>
                  <a:pt x="268" y="472"/>
                  <a:pt x="266" y="471"/>
                </a:cubicBezTo>
                <a:cubicBezTo>
                  <a:pt x="265" y="469"/>
                  <a:pt x="264" y="469"/>
                  <a:pt x="263" y="468"/>
                </a:cubicBezTo>
                <a:cubicBezTo>
                  <a:pt x="260" y="466"/>
                  <a:pt x="257" y="466"/>
                  <a:pt x="254" y="464"/>
                </a:cubicBezTo>
                <a:cubicBezTo>
                  <a:pt x="254" y="464"/>
                  <a:pt x="254" y="463"/>
                  <a:pt x="253" y="463"/>
                </a:cubicBezTo>
                <a:cubicBezTo>
                  <a:pt x="252" y="462"/>
                  <a:pt x="250" y="463"/>
                  <a:pt x="249" y="465"/>
                </a:cubicBezTo>
                <a:cubicBezTo>
                  <a:pt x="248" y="466"/>
                  <a:pt x="248" y="468"/>
                  <a:pt x="247" y="469"/>
                </a:cubicBezTo>
                <a:cubicBezTo>
                  <a:pt x="247" y="470"/>
                  <a:pt x="247" y="470"/>
                  <a:pt x="247" y="470"/>
                </a:cubicBezTo>
                <a:cubicBezTo>
                  <a:pt x="249" y="472"/>
                  <a:pt x="249" y="473"/>
                  <a:pt x="246" y="474"/>
                </a:cubicBezTo>
                <a:cubicBezTo>
                  <a:pt x="246" y="474"/>
                  <a:pt x="246" y="473"/>
                  <a:pt x="246" y="473"/>
                </a:cubicBezTo>
                <a:cubicBezTo>
                  <a:pt x="245" y="475"/>
                  <a:pt x="244" y="473"/>
                  <a:pt x="243" y="474"/>
                </a:cubicBezTo>
                <a:cubicBezTo>
                  <a:pt x="241" y="475"/>
                  <a:pt x="240" y="476"/>
                  <a:pt x="238" y="477"/>
                </a:cubicBezTo>
                <a:cubicBezTo>
                  <a:pt x="238" y="477"/>
                  <a:pt x="237" y="478"/>
                  <a:pt x="237" y="477"/>
                </a:cubicBezTo>
                <a:cubicBezTo>
                  <a:pt x="237" y="477"/>
                  <a:pt x="237" y="477"/>
                  <a:pt x="237" y="477"/>
                </a:cubicBezTo>
                <a:cubicBezTo>
                  <a:pt x="236" y="476"/>
                  <a:pt x="237" y="475"/>
                  <a:pt x="238" y="475"/>
                </a:cubicBezTo>
                <a:cubicBezTo>
                  <a:pt x="239" y="474"/>
                  <a:pt x="239" y="473"/>
                  <a:pt x="240" y="473"/>
                </a:cubicBezTo>
                <a:cubicBezTo>
                  <a:pt x="241" y="473"/>
                  <a:pt x="241" y="473"/>
                  <a:pt x="241" y="472"/>
                </a:cubicBezTo>
                <a:cubicBezTo>
                  <a:pt x="240" y="470"/>
                  <a:pt x="240" y="470"/>
                  <a:pt x="242" y="469"/>
                </a:cubicBezTo>
                <a:cubicBezTo>
                  <a:pt x="243" y="469"/>
                  <a:pt x="243" y="468"/>
                  <a:pt x="243" y="467"/>
                </a:cubicBezTo>
                <a:cubicBezTo>
                  <a:pt x="243" y="466"/>
                  <a:pt x="243" y="464"/>
                  <a:pt x="243" y="463"/>
                </a:cubicBezTo>
                <a:cubicBezTo>
                  <a:pt x="244" y="460"/>
                  <a:pt x="244" y="458"/>
                  <a:pt x="242" y="455"/>
                </a:cubicBezTo>
                <a:cubicBezTo>
                  <a:pt x="241" y="454"/>
                  <a:pt x="241" y="453"/>
                  <a:pt x="239" y="452"/>
                </a:cubicBezTo>
                <a:cubicBezTo>
                  <a:pt x="237" y="451"/>
                  <a:pt x="236" y="452"/>
                  <a:pt x="235" y="453"/>
                </a:cubicBezTo>
                <a:cubicBezTo>
                  <a:pt x="231" y="456"/>
                  <a:pt x="226" y="458"/>
                  <a:pt x="221" y="461"/>
                </a:cubicBezTo>
                <a:cubicBezTo>
                  <a:pt x="218" y="464"/>
                  <a:pt x="213" y="464"/>
                  <a:pt x="211" y="469"/>
                </a:cubicBezTo>
                <a:cubicBezTo>
                  <a:pt x="211" y="470"/>
                  <a:pt x="211" y="470"/>
                  <a:pt x="211" y="470"/>
                </a:cubicBezTo>
                <a:cubicBezTo>
                  <a:pt x="208" y="472"/>
                  <a:pt x="206" y="474"/>
                  <a:pt x="204" y="477"/>
                </a:cubicBezTo>
                <a:cubicBezTo>
                  <a:pt x="203" y="478"/>
                  <a:pt x="203" y="479"/>
                  <a:pt x="203" y="480"/>
                </a:cubicBezTo>
                <a:cubicBezTo>
                  <a:pt x="203" y="482"/>
                  <a:pt x="203" y="483"/>
                  <a:pt x="205" y="483"/>
                </a:cubicBezTo>
                <a:cubicBezTo>
                  <a:pt x="206" y="482"/>
                  <a:pt x="206" y="483"/>
                  <a:pt x="207" y="484"/>
                </a:cubicBezTo>
                <a:cubicBezTo>
                  <a:pt x="207" y="485"/>
                  <a:pt x="206" y="486"/>
                  <a:pt x="205" y="486"/>
                </a:cubicBezTo>
                <a:cubicBezTo>
                  <a:pt x="204" y="487"/>
                  <a:pt x="202" y="488"/>
                  <a:pt x="202" y="489"/>
                </a:cubicBezTo>
                <a:cubicBezTo>
                  <a:pt x="201" y="491"/>
                  <a:pt x="201" y="491"/>
                  <a:pt x="200" y="492"/>
                </a:cubicBezTo>
                <a:cubicBezTo>
                  <a:pt x="197" y="495"/>
                  <a:pt x="197" y="500"/>
                  <a:pt x="198" y="503"/>
                </a:cubicBezTo>
                <a:cubicBezTo>
                  <a:pt x="199" y="504"/>
                  <a:pt x="199" y="504"/>
                  <a:pt x="200" y="503"/>
                </a:cubicBezTo>
                <a:cubicBezTo>
                  <a:pt x="201" y="502"/>
                  <a:pt x="203" y="502"/>
                  <a:pt x="203" y="503"/>
                </a:cubicBezTo>
                <a:cubicBezTo>
                  <a:pt x="205" y="505"/>
                  <a:pt x="205" y="504"/>
                  <a:pt x="206" y="503"/>
                </a:cubicBezTo>
                <a:cubicBezTo>
                  <a:pt x="207" y="502"/>
                  <a:pt x="208" y="502"/>
                  <a:pt x="209" y="502"/>
                </a:cubicBezTo>
                <a:cubicBezTo>
                  <a:pt x="208" y="504"/>
                  <a:pt x="208" y="504"/>
                  <a:pt x="209" y="504"/>
                </a:cubicBezTo>
                <a:cubicBezTo>
                  <a:pt x="210" y="505"/>
                  <a:pt x="210" y="504"/>
                  <a:pt x="210" y="505"/>
                </a:cubicBezTo>
                <a:cubicBezTo>
                  <a:pt x="210" y="506"/>
                  <a:pt x="209" y="506"/>
                  <a:pt x="209" y="506"/>
                </a:cubicBezTo>
                <a:cubicBezTo>
                  <a:pt x="208" y="506"/>
                  <a:pt x="207" y="506"/>
                  <a:pt x="207" y="506"/>
                </a:cubicBezTo>
                <a:cubicBezTo>
                  <a:pt x="205" y="506"/>
                  <a:pt x="205" y="507"/>
                  <a:pt x="205" y="509"/>
                </a:cubicBezTo>
                <a:cubicBezTo>
                  <a:pt x="205" y="511"/>
                  <a:pt x="206" y="510"/>
                  <a:pt x="207" y="510"/>
                </a:cubicBezTo>
                <a:cubicBezTo>
                  <a:pt x="209" y="510"/>
                  <a:pt x="210" y="510"/>
                  <a:pt x="212" y="510"/>
                </a:cubicBezTo>
                <a:cubicBezTo>
                  <a:pt x="212" y="510"/>
                  <a:pt x="212" y="508"/>
                  <a:pt x="213" y="508"/>
                </a:cubicBezTo>
                <a:cubicBezTo>
                  <a:pt x="213" y="508"/>
                  <a:pt x="213" y="508"/>
                  <a:pt x="213" y="508"/>
                </a:cubicBezTo>
                <a:cubicBezTo>
                  <a:pt x="213" y="508"/>
                  <a:pt x="213" y="508"/>
                  <a:pt x="213" y="508"/>
                </a:cubicBezTo>
                <a:cubicBezTo>
                  <a:pt x="213" y="510"/>
                  <a:pt x="214" y="510"/>
                  <a:pt x="215" y="509"/>
                </a:cubicBezTo>
                <a:cubicBezTo>
                  <a:pt x="217" y="509"/>
                  <a:pt x="218" y="508"/>
                  <a:pt x="220" y="508"/>
                </a:cubicBezTo>
                <a:cubicBezTo>
                  <a:pt x="223" y="507"/>
                  <a:pt x="225" y="507"/>
                  <a:pt x="227" y="505"/>
                </a:cubicBezTo>
                <a:cubicBezTo>
                  <a:pt x="228" y="505"/>
                  <a:pt x="229" y="505"/>
                  <a:pt x="229" y="505"/>
                </a:cubicBezTo>
                <a:cubicBezTo>
                  <a:pt x="230" y="507"/>
                  <a:pt x="231" y="507"/>
                  <a:pt x="232" y="507"/>
                </a:cubicBezTo>
                <a:cubicBezTo>
                  <a:pt x="231" y="508"/>
                  <a:pt x="230" y="508"/>
                  <a:pt x="229" y="507"/>
                </a:cubicBezTo>
                <a:cubicBezTo>
                  <a:pt x="229" y="507"/>
                  <a:pt x="228" y="507"/>
                  <a:pt x="227" y="507"/>
                </a:cubicBezTo>
                <a:cubicBezTo>
                  <a:pt x="226" y="508"/>
                  <a:pt x="225" y="508"/>
                  <a:pt x="225" y="509"/>
                </a:cubicBezTo>
                <a:cubicBezTo>
                  <a:pt x="225" y="510"/>
                  <a:pt x="226" y="510"/>
                  <a:pt x="227" y="510"/>
                </a:cubicBezTo>
                <a:cubicBezTo>
                  <a:pt x="227" y="510"/>
                  <a:pt x="227" y="510"/>
                  <a:pt x="227" y="510"/>
                </a:cubicBezTo>
                <a:cubicBezTo>
                  <a:pt x="227" y="511"/>
                  <a:pt x="227" y="511"/>
                  <a:pt x="226" y="511"/>
                </a:cubicBezTo>
                <a:cubicBezTo>
                  <a:pt x="223" y="510"/>
                  <a:pt x="221" y="511"/>
                  <a:pt x="219" y="513"/>
                </a:cubicBezTo>
                <a:cubicBezTo>
                  <a:pt x="217" y="514"/>
                  <a:pt x="215" y="515"/>
                  <a:pt x="213" y="515"/>
                </a:cubicBezTo>
                <a:cubicBezTo>
                  <a:pt x="210" y="516"/>
                  <a:pt x="207" y="517"/>
                  <a:pt x="205" y="519"/>
                </a:cubicBezTo>
                <a:cubicBezTo>
                  <a:pt x="204" y="520"/>
                  <a:pt x="203" y="521"/>
                  <a:pt x="204" y="522"/>
                </a:cubicBezTo>
                <a:cubicBezTo>
                  <a:pt x="204" y="523"/>
                  <a:pt x="205" y="524"/>
                  <a:pt x="206" y="525"/>
                </a:cubicBezTo>
                <a:cubicBezTo>
                  <a:pt x="207" y="527"/>
                  <a:pt x="209" y="528"/>
                  <a:pt x="210" y="529"/>
                </a:cubicBezTo>
                <a:cubicBezTo>
                  <a:pt x="210" y="529"/>
                  <a:pt x="210" y="529"/>
                  <a:pt x="210" y="529"/>
                </a:cubicBezTo>
                <a:cubicBezTo>
                  <a:pt x="210" y="530"/>
                  <a:pt x="210" y="531"/>
                  <a:pt x="211" y="531"/>
                </a:cubicBezTo>
                <a:cubicBezTo>
                  <a:pt x="213" y="531"/>
                  <a:pt x="214" y="531"/>
                  <a:pt x="216" y="531"/>
                </a:cubicBezTo>
                <a:cubicBezTo>
                  <a:pt x="216" y="531"/>
                  <a:pt x="216" y="531"/>
                  <a:pt x="216" y="531"/>
                </a:cubicBezTo>
                <a:cubicBezTo>
                  <a:pt x="217" y="531"/>
                  <a:pt x="219" y="532"/>
                  <a:pt x="220" y="531"/>
                </a:cubicBezTo>
                <a:cubicBezTo>
                  <a:pt x="222" y="530"/>
                  <a:pt x="223" y="530"/>
                  <a:pt x="224" y="532"/>
                </a:cubicBezTo>
                <a:cubicBezTo>
                  <a:pt x="224" y="533"/>
                  <a:pt x="225" y="534"/>
                  <a:pt x="226" y="533"/>
                </a:cubicBezTo>
                <a:cubicBezTo>
                  <a:pt x="227" y="532"/>
                  <a:pt x="228" y="532"/>
                  <a:pt x="229" y="532"/>
                </a:cubicBezTo>
                <a:cubicBezTo>
                  <a:pt x="229" y="532"/>
                  <a:pt x="229" y="532"/>
                  <a:pt x="229" y="532"/>
                </a:cubicBezTo>
                <a:cubicBezTo>
                  <a:pt x="230" y="531"/>
                  <a:pt x="231" y="531"/>
                  <a:pt x="232" y="531"/>
                </a:cubicBezTo>
                <a:cubicBezTo>
                  <a:pt x="234" y="532"/>
                  <a:pt x="236" y="531"/>
                  <a:pt x="238" y="531"/>
                </a:cubicBezTo>
                <a:cubicBezTo>
                  <a:pt x="239" y="530"/>
                  <a:pt x="240" y="530"/>
                  <a:pt x="241" y="529"/>
                </a:cubicBezTo>
                <a:cubicBezTo>
                  <a:pt x="243" y="529"/>
                  <a:pt x="245" y="528"/>
                  <a:pt x="247" y="530"/>
                </a:cubicBezTo>
                <a:cubicBezTo>
                  <a:pt x="249" y="530"/>
                  <a:pt x="250" y="530"/>
                  <a:pt x="252" y="532"/>
                </a:cubicBezTo>
                <a:cubicBezTo>
                  <a:pt x="252" y="532"/>
                  <a:pt x="253" y="533"/>
                  <a:pt x="254" y="533"/>
                </a:cubicBezTo>
                <a:cubicBezTo>
                  <a:pt x="255" y="533"/>
                  <a:pt x="255" y="533"/>
                  <a:pt x="256" y="533"/>
                </a:cubicBezTo>
                <a:cubicBezTo>
                  <a:pt x="258" y="534"/>
                  <a:pt x="260" y="534"/>
                  <a:pt x="261" y="537"/>
                </a:cubicBezTo>
                <a:cubicBezTo>
                  <a:pt x="261" y="537"/>
                  <a:pt x="261" y="538"/>
                  <a:pt x="262" y="538"/>
                </a:cubicBezTo>
                <a:cubicBezTo>
                  <a:pt x="263" y="538"/>
                  <a:pt x="264" y="538"/>
                  <a:pt x="265" y="538"/>
                </a:cubicBezTo>
                <a:cubicBezTo>
                  <a:pt x="266" y="539"/>
                  <a:pt x="265" y="539"/>
                  <a:pt x="265" y="539"/>
                </a:cubicBezTo>
                <a:cubicBezTo>
                  <a:pt x="264" y="539"/>
                  <a:pt x="264" y="539"/>
                  <a:pt x="264" y="540"/>
                </a:cubicBezTo>
                <a:cubicBezTo>
                  <a:pt x="264" y="540"/>
                  <a:pt x="264" y="540"/>
                  <a:pt x="264" y="540"/>
                </a:cubicBezTo>
                <a:cubicBezTo>
                  <a:pt x="265" y="540"/>
                  <a:pt x="265" y="540"/>
                  <a:pt x="265" y="540"/>
                </a:cubicBezTo>
                <a:cubicBezTo>
                  <a:pt x="264" y="541"/>
                  <a:pt x="262" y="540"/>
                  <a:pt x="261" y="540"/>
                </a:cubicBezTo>
                <a:cubicBezTo>
                  <a:pt x="261" y="540"/>
                  <a:pt x="261" y="540"/>
                  <a:pt x="261" y="540"/>
                </a:cubicBezTo>
                <a:cubicBezTo>
                  <a:pt x="260" y="540"/>
                  <a:pt x="259" y="540"/>
                  <a:pt x="258" y="541"/>
                </a:cubicBezTo>
                <a:cubicBezTo>
                  <a:pt x="258" y="541"/>
                  <a:pt x="258" y="541"/>
                  <a:pt x="258" y="541"/>
                </a:cubicBezTo>
                <a:cubicBezTo>
                  <a:pt x="258" y="541"/>
                  <a:pt x="258" y="541"/>
                  <a:pt x="258" y="541"/>
                </a:cubicBezTo>
                <a:cubicBezTo>
                  <a:pt x="258" y="541"/>
                  <a:pt x="258" y="541"/>
                  <a:pt x="258" y="541"/>
                </a:cubicBezTo>
                <a:cubicBezTo>
                  <a:pt x="258" y="541"/>
                  <a:pt x="257" y="541"/>
                  <a:pt x="257" y="541"/>
                </a:cubicBezTo>
                <a:cubicBezTo>
                  <a:pt x="256" y="542"/>
                  <a:pt x="254" y="542"/>
                  <a:pt x="252" y="541"/>
                </a:cubicBezTo>
                <a:cubicBezTo>
                  <a:pt x="250" y="540"/>
                  <a:pt x="248" y="540"/>
                  <a:pt x="247" y="540"/>
                </a:cubicBezTo>
                <a:cubicBezTo>
                  <a:pt x="245" y="540"/>
                  <a:pt x="244" y="541"/>
                  <a:pt x="242" y="540"/>
                </a:cubicBezTo>
                <a:cubicBezTo>
                  <a:pt x="241" y="539"/>
                  <a:pt x="239" y="539"/>
                  <a:pt x="238" y="539"/>
                </a:cubicBezTo>
                <a:cubicBezTo>
                  <a:pt x="234" y="540"/>
                  <a:pt x="231" y="541"/>
                  <a:pt x="227" y="541"/>
                </a:cubicBezTo>
                <a:cubicBezTo>
                  <a:pt x="223" y="542"/>
                  <a:pt x="218" y="543"/>
                  <a:pt x="214" y="546"/>
                </a:cubicBezTo>
                <a:cubicBezTo>
                  <a:pt x="213" y="546"/>
                  <a:pt x="213" y="547"/>
                  <a:pt x="213" y="548"/>
                </a:cubicBezTo>
                <a:cubicBezTo>
                  <a:pt x="213" y="550"/>
                  <a:pt x="214" y="551"/>
                  <a:pt x="214" y="552"/>
                </a:cubicBezTo>
                <a:cubicBezTo>
                  <a:pt x="214" y="554"/>
                  <a:pt x="215" y="555"/>
                  <a:pt x="216" y="555"/>
                </a:cubicBezTo>
                <a:cubicBezTo>
                  <a:pt x="217" y="556"/>
                  <a:pt x="218" y="556"/>
                  <a:pt x="218" y="558"/>
                </a:cubicBezTo>
                <a:cubicBezTo>
                  <a:pt x="217" y="559"/>
                  <a:pt x="218" y="559"/>
                  <a:pt x="219" y="559"/>
                </a:cubicBezTo>
                <a:cubicBezTo>
                  <a:pt x="220" y="559"/>
                  <a:pt x="220" y="560"/>
                  <a:pt x="220" y="561"/>
                </a:cubicBezTo>
                <a:cubicBezTo>
                  <a:pt x="220" y="562"/>
                  <a:pt x="220" y="562"/>
                  <a:pt x="221" y="562"/>
                </a:cubicBezTo>
                <a:cubicBezTo>
                  <a:pt x="222" y="564"/>
                  <a:pt x="224" y="565"/>
                  <a:pt x="226" y="565"/>
                </a:cubicBezTo>
                <a:cubicBezTo>
                  <a:pt x="230" y="567"/>
                  <a:pt x="234" y="567"/>
                  <a:pt x="238" y="566"/>
                </a:cubicBezTo>
                <a:cubicBezTo>
                  <a:pt x="241" y="566"/>
                  <a:pt x="243" y="567"/>
                  <a:pt x="245" y="568"/>
                </a:cubicBezTo>
                <a:cubicBezTo>
                  <a:pt x="246" y="568"/>
                  <a:pt x="246" y="568"/>
                  <a:pt x="246" y="568"/>
                </a:cubicBezTo>
                <a:cubicBezTo>
                  <a:pt x="246" y="570"/>
                  <a:pt x="247" y="572"/>
                  <a:pt x="247" y="574"/>
                </a:cubicBezTo>
                <a:cubicBezTo>
                  <a:pt x="246" y="577"/>
                  <a:pt x="248" y="582"/>
                  <a:pt x="250" y="584"/>
                </a:cubicBezTo>
                <a:cubicBezTo>
                  <a:pt x="250" y="584"/>
                  <a:pt x="251" y="584"/>
                  <a:pt x="251" y="585"/>
                </a:cubicBezTo>
                <a:cubicBezTo>
                  <a:pt x="251" y="586"/>
                  <a:pt x="250" y="585"/>
                  <a:pt x="250" y="586"/>
                </a:cubicBezTo>
                <a:cubicBezTo>
                  <a:pt x="250" y="586"/>
                  <a:pt x="251" y="586"/>
                  <a:pt x="252" y="586"/>
                </a:cubicBezTo>
                <a:cubicBezTo>
                  <a:pt x="252" y="586"/>
                  <a:pt x="252" y="586"/>
                  <a:pt x="252" y="586"/>
                </a:cubicBezTo>
                <a:cubicBezTo>
                  <a:pt x="253" y="586"/>
                  <a:pt x="255" y="586"/>
                  <a:pt x="256" y="585"/>
                </a:cubicBezTo>
                <a:cubicBezTo>
                  <a:pt x="256" y="585"/>
                  <a:pt x="256" y="585"/>
                  <a:pt x="256" y="585"/>
                </a:cubicBezTo>
                <a:cubicBezTo>
                  <a:pt x="260" y="585"/>
                  <a:pt x="264" y="583"/>
                  <a:pt x="268" y="584"/>
                </a:cubicBezTo>
                <a:cubicBezTo>
                  <a:pt x="268" y="583"/>
                  <a:pt x="267" y="584"/>
                  <a:pt x="266" y="583"/>
                </a:cubicBezTo>
                <a:cubicBezTo>
                  <a:pt x="267" y="583"/>
                  <a:pt x="268" y="584"/>
                  <a:pt x="268" y="583"/>
                </a:cubicBezTo>
                <a:cubicBezTo>
                  <a:pt x="269" y="582"/>
                  <a:pt x="269" y="583"/>
                  <a:pt x="270" y="583"/>
                </a:cubicBezTo>
                <a:cubicBezTo>
                  <a:pt x="270" y="583"/>
                  <a:pt x="270" y="583"/>
                  <a:pt x="270" y="583"/>
                </a:cubicBezTo>
                <a:cubicBezTo>
                  <a:pt x="270" y="583"/>
                  <a:pt x="270" y="583"/>
                  <a:pt x="270" y="583"/>
                </a:cubicBezTo>
                <a:cubicBezTo>
                  <a:pt x="269" y="584"/>
                  <a:pt x="269" y="584"/>
                  <a:pt x="270" y="585"/>
                </a:cubicBezTo>
                <a:cubicBezTo>
                  <a:pt x="270" y="585"/>
                  <a:pt x="270" y="585"/>
                  <a:pt x="270" y="585"/>
                </a:cubicBezTo>
                <a:cubicBezTo>
                  <a:pt x="270" y="585"/>
                  <a:pt x="270" y="585"/>
                  <a:pt x="270" y="585"/>
                </a:cubicBezTo>
                <a:cubicBezTo>
                  <a:pt x="269" y="586"/>
                  <a:pt x="269" y="586"/>
                  <a:pt x="271" y="586"/>
                </a:cubicBezTo>
                <a:cubicBezTo>
                  <a:pt x="272" y="586"/>
                  <a:pt x="274" y="585"/>
                  <a:pt x="275" y="583"/>
                </a:cubicBezTo>
                <a:cubicBezTo>
                  <a:pt x="275" y="583"/>
                  <a:pt x="275" y="583"/>
                  <a:pt x="275" y="583"/>
                </a:cubicBezTo>
                <a:cubicBezTo>
                  <a:pt x="276" y="583"/>
                  <a:pt x="278" y="582"/>
                  <a:pt x="279" y="582"/>
                </a:cubicBezTo>
                <a:cubicBezTo>
                  <a:pt x="282" y="582"/>
                  <a:pt x="285" y="580"/>
                  <a:pt x="287" y="579"/>
                </a:cubicBezTo>
                <a:cubicBezTo>
                  <a:pt x="289" y="579"/>
                  <a:pt x="291" y="578"/>
                  <a:pt x="292" y="576"/>
                </a:cubicBezTo>
                <a:cubicBezTo>
                  <a:pt x="292" y="574"/>
                  <a:pt x="293" y="574"/>
                  <a:pt x="294" y="574"/>
                </a:cubicBezTo>
                <a:cubicBezTo>
                  <a:pt x="295" y="574"/>
                  <a:pt x="296" y="574"/>
                  <a:pt x="296" y="574"/>
                </a:cubicBezTo>
                <a:cubicBezTo>
                  <a:pt x="298" y="574"/>
                  <a:pt x="301" y="574"/>
                  <a:pt x="302" y="572"/>
                </a:cubicBezTo>
                <a:cubicBezTo>
                  <a:pt x="304" y="570"/>
                  <a:pt x="307" y="568"/>
                  <a:pt x="306" y="565"/>
                </a:cubicBezTo>
                <a:cubicBezTo>
                  <a:pt x="306" y="564"/>
                  <a:pt x="306" y="564"/>
                  <a:pt x="307" y="564"/>
                </a:cubicBezTo>
                <a:cubicBezTo>
                  <a:pt x="308" y="563"/>
                  <a:pt x="308" y="563"/>
                  <a:pt x="308" y="562"/>
                </a:cubicBezTo>
                <a:cubicBezTo>
                  <a:pt x="308" y="561"/>
                  <a:pt x="309" y="560"/>
                  <a:pt x="310" y="561"/>
                </a:cubicBezTo>
                <a:cubicBezTo>
                  <a:pt x="311" y="561"/>
                  <a:pt x="312" y="565"/>
                  <a:pt x="311" y="566"/>
                </a:cubicBezTo>
                <a:cubicBezTo>
                  <a:pt x="311" y="567"/>
                  <a:pt x="311" y="568"/>
                  <a:pt x="312" y="569"/>
                </a:cubicBezTo>
                <a:cubicBezTo>
                  <a:pt x="313" y="570"/>
                  <a:pt x="314" y="569"/>
                  <a:pt x="315" y="569"/>
                </a:cubicBezTo>
                <a:cubicBezTo>
                  <a:pt x="315" y="569"/>
                  <a:pt x="315" y="569"/>
                  <a:pt x="315" y="569"/>
                </a:cubicBezTo>
                <a:cubicBezTo>
                  <a:pt x="315" y="569"/>
                  <a:pt x="315" y="569"/>
                  <a:pt x="315" y="569"/>
                </a:cubicBezTo>
                <a:cubicBezTo>
                  <a:pt x="316" y="569"/>
                  <a:pt x="317" y="569"/>
                  <a:pt x="318" y="569"/>
                </a:cubicBezTo>
                <a:cubicBezTo>
                  <a:pt x="318" y="569"/>
                  <a:pt x="318" y="569"/>
                  <a:pt x="318" y="569"/>
                </a:cubicBezTo>
                <a:cubicBezTo>
                  <a:pt x="318" y="569"/>
                  <a:pt x="318" y="569"/>
                  <a:pt x="318" y="569"/>
                </a:cubicBezTo>
                <a:cubicBezTo>
                  <a:pt x="319" y="570"/>
                  <a:pt x="321" y="571"/>
                  <a:pt x="323" y="571"/>
                </a:cubicBezTo>
                <a:cubicBezTo>
                  <a:pt x="323" y="571"/>
                  <a:pt x="324" y="571"/>
                  <a:pt x="324" y="571"/>
                </a:cubicBezTo>
                <a:cubicBezTo>
                  <a:pt x="324" y="572"/>
                  <a:pt x="324" y="572"/>
                  <a:pt x="323" y="572"/>
                </a:cubicBezTo>
                <a:cubicBezTo>
                  <a:pt x="323" y="573"/>
                  <a:pt x="323" y="573"/>
                  <a:pt x="322" y="573"/>
                </a:cubicBezTo>
                <a:cubicBezTo>
                  <a:pt x="322" y="573"/>
                  <a:pt x="322" y="574"/>
                  <a:pt x="322" y="575"/>
                </a:cubicBezTo>
                <a:cubicBezTo>
                  <a:pt x="322" y="575"/>
                  <a:pt x="322" y="576"/>
                  <a:pt x="323" y="576"/>
                </a:cubicBezTo>
                <a:cubicBezTo>
                  <a:pt x="324" y="576"/>
                  <a:pt x="324" y="576"/>
                  <a:pt x="325" y="576"/>
                </a:cubicBezTo>
                <a:cubicBezTo>
                  <a:pt x="326" y="576"/>
                  <a:pt x="327" y="577"/>
                  <a:pt x="328" y="575"/>
                </a:cubicBezTo>
                <a:cubicBezTo>
                  <a:pt x="329" y="574"/>
                  <a:pt x="330" y="575"/>
                  <a:pt x="330" y="575"/>
                </a:cubicBezTo>
                <a:cubicBezTo>
                  <a:pt x="330" y="577"/>
                  <a:pt x="332" y="576"/>
                  <a:pt x="333" y="576"/>
                </a:cubicBezTo>
                <a:cubicBezTo>
                  <a:pt x="335" y="577"/>
                  <a:pt x="337" y="578"/>
                  <a:pt x="339" y="577"/>
                </a:cubicBezTo>
                <a:cubicBezTo>
                  <a:pt x="339" y="577"/>
                  <a:pt x="340" y="577"/>
                  <a:pt x="340" y="577"/>
                </a:cubicBezTo>
                <a:cubicBezTo>
                  <a:pt x="340" y="578"/>
                  <a:pt x="341" y="578"/>
                  <a:pt x="341" y="578"/>
                </a:cubicBezTo>
                <a:cubicBezTo>
                  <a:pt x="342" y="578"/>
                  <a:pt x="343" y="577"/>
                  <a:pt x="344" y="576"/>
                </a:cubicBezTo>
                <a:cubicBezTo>
                  <a:pt x="344" y="576"/>
                  <a:pt x="346" y="577"/>
                  <a:pt x="346" y="575"/>
                </a:cubicBezTo>
                <a:cubicBezTo>
                  <a:pt x="347" y="574"/>
                  <a:pt x="347" y="574"/>
                  <a:pt x="348" y="574"/>
                </a:cubicBezTo>
                <a:cubicBezTo>
                  <a:pt x="349" y="574"/>
                  <a:pt x="350" y="573"/>
                  <a:pt x="351" y="573"/>
                </a:cubicBezTo>
                <a:cubicBezTo>
                  <a:pt x="351" y="573"/>
                  <a:pt x="352" y="573"/>
                  <a:pt x="352" y="572"/>
                </a:cubicBezTo>
                <a:cubicBezTo>
                  <a:pt x="351" y="572"/>
                  <a:pt x="352" y="571"/>
                  <a:pt x="352" y="571"/>
                </a:cubicBezTo>
                <a:cubicBezTo>
                  <a:pt x="353" y="569"/>
                  <a:pt x="352" y="567"/>
                  <a:pt x="350" y="566"/>
                </a:cubicBezTo>
                <a:cubicBezTo>
                  <a:pt x="350" y="566"/>
                  <a:pt x="350" y="565"/>
                  <a:pt x="349" y="565"/>
                </a:cubicBezTo>
                <a:cubicBezTo>
                  <a:pt x="349" y="565"/>
                  <a:pt x="349" y="565"/>
                  <a:pt x="349" y="565"/>
                </a:cubicBezTo>
                <a:cubicBezTo>
                  <a:pt x="349" y="565"/>
                  <a:pt x="349" y="565"/>
                  <a:pt x="349" y="565"/>
                </a:cubicBezTo>
                <a:cubicBezTo>
                  <a:pt x="348" y="564"/>
                  <a:pt x="349" y="564"/>
                  <a:pt x="350" y="564"/>
                </a:cubicBezTo>
                <a:cubicBezTo>
                  <a:pt x="350" y="563"/>
                  <a:pt x="351" y="563"/>
                  <a:pt x="350" y="562"/>
                </a:cubicBezTo>
                <a:cubicBezTo>
                  <a:pt x="350" y="561"/>
                  <a:pt x="349" y="561"/>
                  <a:pt x="348" y="560"/>
                </a:cubicBezTo>
                <a:cubicBezTo>
                  <a:pt x="347" y="560"/>
                  <a:pt x="346" y="560"/>
                  <a:pt x="346" y="561"/>
                </a:cubicBezTo>
                <a:cubicBezTo>
                  <a:pt x="346" y="562"/>
                  <a:pt x="345" y="562"/>
                  <a:pt x="344" y="563"/>
                </a:cubicBezTo>
                <a:cubicBezTo>
                  <a:pt x="343" y="563"/>
                  <a:pt x="343" y="564"/>
                  <a:pt x="342" y="565"/>
                </a:cubicBezTo>
                <a:cubicBezTo>
                  <a:pt x="341" y="566"/>
                  <a:pt x="341" y="568"/>
                  <a:pt x="339" y="569"/>
                </a:cubicBezTo>
                <a:cubicBezTo>
                  <a:pt x="339" y="569"/>
                  <a:pt x="339" y="568"/>
                  <a:pt x="340" y="568"/>
                </a:cubicBezTo>
                <a:cubicBezTo>
                  <a:pt x="341" y="566"/>
                  <a:pt x="341" y="564"/>
                  <a:pt x="341" y="561"/>
                </a:cubicBezTo>
                <a:cubicBezTo>
                  <a:pt x="341" y="561"/>
                  <a:pt x="340" y="560"/>
                  <a:pt x="339" y="559"/>
                </a:cubicBezTo>
                <a:cubicBezTo>
                  <a:pt x="339" y="559"/>
                  <a:pt x="339" y="559"/>
                  <a:pt x="339" y="559"/>
                </a:cubicBezTo>
                <a:cubicBezTo>
                  <a:pt x="339" y="559"/>
                  <a:pt x="338" y="558"/>
                  <a:pt x="337" y="557"/>
                </a:cubicBezTo>
                <a:cubicBezTo>
                  <a:pt x="337" y="557"/>
                  <a:pt x="337" y="557"/>
                  <a:pt x="337" y="557"/>
                </a:cubicBezTo>
                <a:cubicBezTo>
                  <a:pt x="337" y="557"/>
                  <a:pt x="336" y="556"/>
                  <a:pt x="337" y="555"/>
                </a:cubicBezTo>
                <a:cubicBezTo>
                  <a:pt x="338" y="555"/>
                  <a:pt x="339" y="556"/>
                  <a:pt x="339" y="556"/>
                </a:cubicBezTo>
                <a:cubicBezTo>
                  <a:pt x="340" y="558"/>
                  <a:pt x="341" y="558"/>
                  <a:pt x="342" y="559"/>
                </a:cubicBezTo>
                <a:cubicBezTo>
                  <a:pt x="343" y="560"/>
                  <a:pt x="344" y="559"/>
                  <a:pt x="345" y="559"/>
                </a:cubicBezTo>
                <a:cubicBezTo>
                  <a:pt x="346" y="558"/>
                  <a:pt x="346" y="556"/>
                  <a:pt x="345" y="556"/>
                </a:cubicBezTo>
                <a:cubicBezTo>
                  <a:pt x="343" y="554"/>
                  <a:pt x="345" y="554"/>
                  <a:pt x="346" y="553"/>
                </a:cubicBezTo>
                <a:cubicBezTo>
                  <a:pt x="346" y="553"/>
                  <a:pt x="346" y="553"/>
                  <a:pt x="346" y="553"/>
                </a:cubicBezTo>
                <a:cubicBezTo>
                  <a:pt x="347" y="553"/>
                  <a:pt x="346" y="553"/>
                  <a:pt x="347" y="553"/>
                </a:cubicBezTo>
                <a:cubicBezTo>
                  <a:pt x="348" y="553"/>
                  <a:pt x="347" y="552"/>
                  <a:pt x="348" y="552"/>
                </a:cubicBezTo>
                <a:cubicBezTo>
                  <a:pt x="348" y="551"/>
                  <a:pt x="348" y="550"/>
                  <a:pt x="348" y="550"/>
                </a:cubicBezTo>
                <a:cubicBezTo>
                  <a:pt x="349" y="551"/>
                  <a:pt x="350" y="553"/>
                  <a:pt x="353" y="555"/>
                </a:cubicBezTo>
                <a:cubicBezTo>
                  <a:pt x="353" y="556"/>
                  <a:pt x="352" y="556"/>
                  <a:pt x="353" y="556"/>
                </a:cubicBezTo>
                <a:cubicBezTo>
                  <a:pt x="354" y="556"/>
                  <a:pt x="353" y="555"/>
                  <a:pt x="353" y="555"/>
                </a:cubicBezTo>
                <a:cubicBezTo>
                  <a:pt x="353" y="555"/>
                  <a:pt x="353" y="555"/>
                  <a:pt x="353" y="555"/>
                </a:cubicBezTo>
                <a:cubicBezTo>
                  <a:pt x="353" y="555"/>
                  <a:pt x="353" y="555"/>
                  <a:pt x="353" y="555"/>
                </a:cubicBezTo>
                <a:cubicBezTo>
                  <a:pt x="355" y="554"/>
                  <a:pt x="354" y="552"/>
                  <a:pt x="355" y="550"/>
                </a:cubicBezTo>
                <a:cubicBezTo>
                  <a:pt x="354" y="552"/>
                  <a:pt x="355" y="554"/>
                  <a:pt x="356" y="555"/>
                </a:cubicBezTo>
                <a:cubicBezTo>
                  <a:pt x="357" y="556"/>
                  <a:pt x="359" y="556"/>
                  <a:pt x="359" y="555"/>
                </a:cubicBezTo>
                <a:cubicBezTo>
                  <a:pt x="360" y="552"/>
                  <a:pt x="361" y="549"/>
                  <a:pt x="360" y="547"/>
                </a:cubicBezTo>
                <a:cubicBezTo>
                  <a:pt x="359" y="546"/>
                  <a:pt x="359" y="545"/>
                  <a:pt x="359" y="544"/>
                </a:cubicBezTo>
                <a:close/>
                <a:moveTo>
                  <a:pt x="306" y="446"/>
                </a:moveTo>
                <a:cubicBezTo>
                  <a:pt x="307" y="445"/>
                  <a:pt x="308" y="444"/>
                  <a:pt x="308" y="443"/>
                </a:cubicBezTo>
                <a:cubicBezTo>
                  <a:pt x="309" y="441"/>
                  <a:pt x="311" y="440"/>
                  <a:pt x="313" y="440"/>
                </a:cubicBezTo>
                <a:cubicBezTo>
                  <a:pt x="315" y="440"/>
                  <a:pt x="316" y="441"/>
                  <a:pt x="318" y="439"/>
                </a:cubicBezTo>
                <a:cubicBezTo>
                  <a:pt x="320" y="439"/>
                  <a:pt x="321" y="439"/>
                  <a:pt x="322" y="440"/>
                </a:cubicBezTo>
                <a:cubicBezTo>
                  <a:pt x="324" y="442"/>
                  <a:pt x="325" y="443"/>
                  <a:pt x="327" y="444"/>
                </a:cubicBezTo>
                <a:cubicBezTo>
                  <a:pt x="328" y="444"/>
                  <a:pt x="328" y="446"/>
                  <a:pt x="328" y="447"/>
                </a:cubicBezTo>
                <a:cubicBezTo>
                  <a:pt x="328" y="451"/>
                  <a:pt x="327" y="456"/>
                  <a:pt x="324" y="459"/>
                </a:cubicBezTo>
                <a:cubicBezTo>
                  <a:pt x="323" y="461"/>
                  <a:pt x="323" y="464"/>
                  <a:pt x="321" y="465"/>
                </a:cubicBezTo>
                <a:cubicBezTo>
                  <a:pt x="321" y="465"/>
                  <a:pt x="321" y="465"/>
                  <a:pt x="321" y="465"/>
                </a:cubicBezTo>
                <a:cubicBezTo>
                  <a:pt x="321" y="466"/>
                  <a:pt x="322" y="466"/>
                  <a:pt x="321" y="467"/>
                </a:cubicBezTo>
                <a:cubicBezTo>
                  <a:pt x="320" y="467"/>
                  <a:pt x="320" y="466"/>
                  <a:pt x="319" y="465"/>
                </a:cubicBezTo>
                <a:cubicBezTo>
                  <a:pt x="317" y="463"/>
                  <a:pt x="316" y="460"/>
                  <a:pt x="314" y="457"/>
                </a:cubicBezTo>
                <a:cubicBezTo>
                  <a:pt x="313" y="456"/>
                  <a:pt x="312" y="454"/>
                  <a:pt x="311" y="452"/>
                </a:cubicBezTo>
                <a:cubicBezTo>
                  <a:pt x="310" y="451"/>
                  <a:pt x="308" y="450"/>
                  <a:pt x="307" y="449"/>
                </a:cubicBezTo>
                <a:cubicBezTo>
                  <a:pt x="305" y="448"/>
                  <a:pt x="305" y="447"/>
                  <a:pt x="306" y="446"/>
                </a:cubicBezTo>
                <a:close/>
                <a:moveTo>
                  <a:pt x="373" y="435"/>
                </a:moveTo>
                <a:cubicBezTo>
                  <a:pt x="373" y="434"/>
                  <a:pt x="373" y="434"/>
                  <a:pt x="374" y="434"/>
                </a:cubicBezTo>
                <a:cubicBezTo>
                  <a:pt x="376" y="433"/>
                  <a:pt x="377" y="432"/>
                  <a:pt x="378" y="431"/>
                </a:cubicBezTo>
                <a:cubicBezTo>
                  <a:pt x="380" y="430"/>
                  <a:pt x="381" y="430"/>
                  <a:pt x="383" y="429"/>
                </a:cubicBezTo>
                <a:cubicBezTo>
                  <a:pt x="384" y="429"/>
                  <a:pt x="385" y="428"/>
                  <a:pt x="386" y="427"/>
                </a:cubicBezTo>
                <a:cubicBezTo>
                  <a:pt x="388" y="427"/>
                  <a:pt x="389" y="428"/>
                  <a:pt x="389" y="430"/>
                </a:cubicBezTo>
                <a:cubicBezTo>
                  <a:pt x="389" y="431"/>
                  <a:pt x="383" y="437"/>
                  <a:pt x="381" y="437"/>
                </a:cubicBezTo>
                <a:cubicBezTo>
                  <a:pt x="378" y="437"/>
                  <a:pt x="376" y="436"/>
                  <a:pt x="374" y="436"/>
                </a:cubicBezTo>
                <a:cubicBezTo>
                  <a:pt x="373" y="436"/>
                  <a:pt x="373" y="436"/>
                  <a:pt x="373" y="435"/>
                </a:cubicBezTo>
                <a:close/>
                <a:moveTo>
                  <a:pt x="396" y="457"/>
                </a:moveTo>
                <a:cubicBezTo>
                  <a:pt x="397" y="457"/>
                  <a:pt x="397" y="458"/>
                  <a:pt x="398" y="459"/>
                </a:cubicBezTo>
                <a:cubicBezTo>
                  <a:pt x="399" y="462"/>
                  <a:pt x="399" y="464"/>
                  <a:pt x="396" y="465"/>
                </a:cubicBezTo>
                <a:cubicBezTo>
                  <a:pt x="395" y="465"/>
                  <a:pt x="394" y="465"/>
                  <a:pt x="394" y="464"/>
                </a:cubicBezTo>
                <a:cubicBezTo>
                  <a:pt x="394" y="463"/>
                  <a:pt x="394" y="462"/>
                  <a:pt x="394" y="461"/>
                </a:cubicBezTo>
                <a:cubicBezTo>
                  <a:pt x="394" y="461"/>
                  <a:pt x="394" y="460"/>
                  <a:pt x="394" y="460"/>
                </a:cubicBezTo>
                <a:cubicBezTo>
                  <a:pt x="394" y="459"/>
                  <a:pt x="394" y="458"/>
                  <a:pt x="396" y="457"/>
                </a:cubicBezTo>
                <a:close/>
                <a:moveTo>
                  <a:pt x="366" y="532"/>
                </a:moveTo>
                <a:cubicBezTo>
                  <a:pt x="365" y="532"/>
                  <a:pt x="365" y="532"/>
                  <a:pt x="366" y="535"/>
                </a:cubicBezTo>
                <a:cubicBezTo>
                  <a:pt x="363" y="534"/>
                  <a:pt x="362" y="533"/>
                  <a:pt x="362" y="531"/>
                </a:cubicBezTo>
                <a:cubicBezTo>
                  <a:pt x="362" y="529"/>
                  <a:pt x="363" y="529"/>
                  <a:pt x="364" y="530"/>
                </a:cubicBezTo>
                <a:cubicBezTo>
                  <a:pt x="365" y="531"/>
                  <a:pt x="366" y="531"/>
                  <a:pt x="366" y="532"/>
                </a:cubicBezTo>
                <a:close/>
                <a:moveTo>
                  <a:pt x="358" y="559"/>
                </a:moveTo>
                <a:cubicBezTo>
                  <a:pt x="359" y="560"/>
                  <a:pt x="360" y="561"/>
                  <a:pt x="359" y="561"/>
                </a:cubicBezTo>
                <a:cubicBezTo>
                  <a:pt x="359" y="562"/>
                  <a:pt x="358" y="562"/>
                  <a:pt x="358" y="563"/>
                </a:cubicBezTo>
                <a:cubicBezTo>
                  <a:pt x="358" y="563"/>
                  <a:pt x="358" y="564"/>
                  <a:pt x="357" y="564"/>
                </a:cubicBezTo>
                <a:cubicBezTo>
                  <a:pt x="356" y="564"/>
                  <a:pt x="357" y="563"/>
                  <a:pt x="356" y="562"/>
                </a:cubicBezTo>
                <a:cubicBezTo>
                  <a:pt x="356" y="562"/>
                  <a:pt x="355" y="561"/>
                  <a:pt x="356" y="560"/>
                </a:cubicBezTo>
                <a:cubicBezTo>
                  <a:pt x="356" y="559"/>
                  <a:pt x="356" y="559"/>
                  <a:pt x="356" y="558"/>
                </a:cubicBezTo>
                <a:cubicBezTo>
                  <a:pt x="357" y="558"/>
                  <a:pt x="358" y="559"/>
                  <a:pt x="358" y="559"/>
                </a:cubicBezTo>
                <a:close/>
                <a:moveTo>
                  <a:pt x="398" y="467"/>
                </a:moveTo>
                <a:cubicBezTo>
                  <a:pt x="398" y="468"/>
                  <a:pt x="398" y="469"/>
                  <a:pt x="398" y="469"/>
                </a:cubicBezTo>
                <a:cubicBezTo>
                  <a:pt x="398" y="470"/>
                  <a:pt x="398" y="470"/>
                  <a:pt x="397" y="471"/>
                </a:cubicBezTo>
                <a:cubicBezTo>
                  <a:pt x="397" y="471"/>
                  <a:pt x="396" y="471"/>
                  <a:pt x="395" y="470"/>
                </a:cubicBezTo>
                <a:cubicBezTo>
                  <a:pt x="395" y="470"/>
                  <a:pt x="395" y="469"/>
                  <a:pt x="395" y="469"/>
                </a:cubicBezTo>
                <a:cubicBezTo>
                  <a:pt x="396" y="468"/>
                  <a:pt x="396" y="468"/>
                  <a:pt x="396" y="467"/>
                </a:cubicBezTo>
                <a:cubicBezTo>
                  <a:pt x="396" y="467"/>
                  <a:pt x="396" y="466"/>
                  <a:pt x="397" y="466"/>
                </a:cubicBezTo>
                <a:cubicBezTo>
                  <a:pt x="398" y="466"/>
                  <a:pt x="398" y="467"/>
                  <a:pt x="398" y="467"/>
                </a:cubicBezTo>
                <a:close/>
                <a:moveTo>
                  <a:pt x="296" y="445"/>
                </a:moveTo>
                <a:cubicBezTo>
                  <a:pt x="296" y="444"/>
                  <a:pt x="297" y="444"/>
                  <a:pt x="298" y="444"/>
                </a:cubicBezTo>
                <a:cubicBezTo>
                  <a:pt x="299" y="444"/>
                  <a:pt x="300" y="444"/>
                  <a:pt x="300" y="445"/>
                </a:cubicBezTo>
                <a:cubicBezTo>
                  <a:pt x="300" y="446"/>
                  <a:pt x="298" y="446"/>
                  <a:pt x="298" y="446"/>
                </a:cubicBezTo>
                <a:cubicBezTo>
                  <a:pt x="297" y="446"/>
                  <a:pt x="296" y="446"/>
                  <a:pt x="296" y="445"/>
                </a:cubicBezTo>
                <a:close/>
                <a:moveTo>
                  <a:pt x="218" y="533"/>
                </a:moveTo>
                <a:cubicBezTo>
                  <a:pt x="220" y="532"/>
                  <a:pt x="222" y="534"/>
                  <a:pt x="223" y="533"/>
                </a:cubicBezTo>
                <a:cubicBezTo>
                  <a:pt x="222" y="535"/>
                  <a:pt x="220" y="533"/>
                  <a:pt x="218" y="533"/>
                </a:cubicBezTo>
                <a:close/>
                <a:moveTo>
                  <a:pt x="354" y="568"/>
                </a:moveTo>
                <a:cubicBezTo>
                  <a:pt x="354" y="569"/>
                  <a:pt x="355" y="569"/>
                  <a:pt x="354" y="570"/>
                </a:cubicBezTo>
                <a:cubicBezTo>
                  <a:pt x="354" y="570"/>
                  <a:pt x="354" y="570"/>
                  <a:pt x="353" y="571"/>
                </a:cubicBezTo>
                <a:cubicBezTo>
                  <a:pt x="353" y="570"/>
                  <a:pt x="353" y="570"/>
                  <a:pt x="353" y="569"/>
                </a:cubicBezTo>
                <a:cubicBezTo>
                  <a:pt x="353" y="569"/>
                  <a:pt x="352" y="568"/>
                  <a:pt x="353" y="568"/>
                </a:cubicBezTo>
                <a:cubicBezTo>
                  <a:pt x="354" y="567"/>
                  <a:pt x="354" y="568"/>
                  <a:pt x="354" y="568"/>
                </a:cubicBezTo>
                <a:close/>
                <a:moveTo>
                  <a:pt x="265" y="589"/>
                </a:moveTo>
                <a:cubicBezTo>
                  <a:pt x="265" y="591"/>
                  <a:pt x="264" y="592"/>
                  <a:pt x="263" y="592"/>
                </a:cubicBezTo>
                <a:cubicBezTo>
                  <a:pt x="263" y="591"/>
                  <a:pt x="264" y="590"/>
                  <a:pt x="265" y="589"/>
                </a:cubicBezTo>
                <a:close/>
                <a:moveTo>
                  <a:pt x="348" y="554"/>
                </a:moveTo>
                <a:cubicBezTo>
                  <a:pt x="349" y="555"/>
                  <a:pt x="349" y="555"/>
                  <a:pt x="349" y="556"/>
                </a:cubicBezTo>
                <a:cubicBezTo>
                  <a:pt x="349" y="556"/>
                  <a:pt x="349" y="556"/>
                  <a:pt x="348" y="556"/>
                </a:cubicBezTo>
                <a:cubicBezTo>
                  <a:pt x="348" y="556"/>
                  <a:pt x="348" y="556"/>
                  <a:pt x="348" y="555"/>
                </a:cubicBezTo>
                <a:cubicBezTo>
                  <a:pt x="348" y="555"/>
                  <a:pt x="348" y="554"/>
                  <a:pt x="348" y="554"/>
                </a:cubicBezTo>
                <a:close/>
                <a:moveTo>
                  <a:pt x="151" y="445"/>
                </a:moveTo>
                <a:cubicBezTo>
                  <a:pt x="151" y="445"/>
                  <a:pt x="151" y="444"/>
                  <a:pt x="151" y="444"/>
                </a:cubicBezTo>
                <a:cubicBezTo>
                  <a:pt x="152" y="444"/>
                  <a:pt x="152" y="444"/>
                  <a:pt x="153" y="445"/>
                </a:cubicBezTo>
                <a:cubicBezTo>
                  <a:pt x="153" y="445"/>
                  <a:pt x="152" y="446"/>
                  <a:pt x="152" y="446"/>
                </a:cubicBezTo>
                <a:cubicBezTo>
                  <a:pt x="151" y="446"/>
                  <a:pt x="151" y="445"/>
                  <a:pt x="151" y="445"/>
                </a:cubicBezTo>
                <a:close/>
                <a:moveTo>
                  <a:pt x="361" y="539"/>
                </a:moveTo>
                <a:cubicBezTo>
                  <a:pt x="361" y="540"/>
                  <a:pt x="361" y="540"/>
                  <a:pt x="361" y="541"/>
                </a:cubicBezTo>
                <a:cubicBezTo>
                  <a:pt x="360" y="541"/>
                  <a:pt x="360" y="540"/>
                  <a:pt x="360" y="540"/>
                </a:cubicBezTo>
                <a:cubicBezTo>
                  <a:pt x="360" y="539"/>
                  <a:pt x="360" y="539"/>
                  <a:pt x="361" y="539"/>
                </a:cubicBezTo>
                <a:cubicBezTo>
                  <a:pt x="361" y="539"/>
                  <a:pt x="361" y="539"/>
                  <a:pt x="361" y="539"/>
                </a:cubicBezTo>
                <a:close/>
                <a:moveTo>
                  <a:pt x="291" y="474"/>
                </a:moveTo>
                <a:cubicBezTo>
                  <a:pt x="293" y="474"/>
                  <a:pt x="292" y="475"/>
                  <a:pt x="292" y="476"/>
                </a:cubicBezTo>
                <a:cubicBezTo>
                  <a:pt x="291" y="475"/>
                  <a:pt x="291" y="475"/>
                  <a:pt x="291" y="474"/>
                </a:cubicBezTo>
                <a:close/>
                <a:moveTo>
                  <a:pt x="394" y="456"/>
                </a:moveTo>
                <a:cubicBezTo>
                  <a:pt x="394" y="456"/>
                  <a:pt x="394" y="456"/>
                  <a:pt x="394" y="455"/>
                </a:cubicBezTo>
                <a:cubicBezTo>
                  <a:pt x="394" y="455"/>
                  <a:pt x="394" y="455"/>
                  <a:pt x="395" y="455"/>
                </a:cubicBezTo>
                <a:cubicBezTo>
                  <a:pt x="395" y="455"/>
                  <a:pt x="395" y="455"/>
                  <a:pt x="395" y="455"/>
                </a:cubicBezTo>
                <a:cubicBezTo>
                  <a:pt x="395" y="456"/>
                  <a:pt x="395" y="456"/>
                  <a:pt x="394" y="456"/>
                </a:cubicBezTo>
                <a:close/>
                <a:moveTo>
                  <a:pt x="277" y="477"/>
                </a:moveTo>
                <a:cubicBezTo>
                  <a:pt x="277" y="477"/>
                  <a:pt x="278" y="477"/>
                  <a:pt x="278" y="477"/>
                </a:cubicBezTo>
                <a:cubicBezTo>
                  <a:pt x="278" y="477"/>
                  <a:pt x="278" y="478"/>
                  <a:pt x="278" y="478"/>
                </a:cubicBezTo>
                <a:cubicBezTo>
                  <a:pt x="277" y="478"/>
                  <a:pt x="277" y="477"/>
                  <a:pt x="277" y="477"/>
                </a:cubicBezTo>
                <a:close/>
                <a:moveTo>
                  <a:pt x="295" y="493"/>
                </a:moveTo>
                <a:cubicBezTo>
                  <a:pt x="295" y="492"/>
                  <a:pt x="295" y="492"/>
                  <a:pt x="295" y="491"/>
                </a:cubicBezTo>
                <a:cubicBezTo>
                  <a:pt x="296" y="491"/>
                  <a:pt x="296" y="492"/>
                  <a:pt x="296" y="492"/>
                </a:cubicBezTo>
                <a:cubicBezTo>
                  <a:pt x="296" y="492"/>
                  <a:pt x="295" y="493"/>
                  <a:pt x="295" y="493"/>
                </a:cubicBezTo>
                <a:close/>
                <a:moveTo>
                  <a:pt x="251" y="539"/>
                </a:moveTo>
                <a:cubicBezTo>
                  <a:pt x="250" y="539"/>
                  <a:pt x="251" y="539"/>
                  <a:pt x="251" y="539"/>
                </a:cubicBezTo>
                <a:cubicBezTo>
                  <a:pt x="251" y="539"/>
                  <a:pt x="252" y="539"/>
                  <a:pt x="252" y="540"/>
                </a:cubicBezTo>
                <a:cubicBezTo>
                  <a:pt x="252" y="540"/>
                  <a:pt x="252" y="540"/>
                  <a:pt x="251" y="540"/>
                </a:cubicBezTo>
                <a:cubicBezTo>
                  <a:pt x="251" y="540"/>
                  <a:pt x="251" y="540"/>
                  <a:pt x="251" y="539"/>
                </a:cubicBezTo>
                <a:close/>
                <a:moveTo>
                  <a:pt x="337" y="530"/>
                </a:moveTo>
                <a:cubicBezTo>
                  <a:pt x="337" y="530"/>
                  <a:pt x="337" y="530"/>
                  <a:pt x="337" y="530"/>
                </a:cubicBezTo>
                <a:cubicBezTo>
                  <a:pt x="337" y="531"/>
                  <a:pt x="337" y="531"/>
                  <a:pt x="337" y="531"/>
                </a:cubicBezTo>
                <a:cubicBezTo>
                  <a:pt x="337" y="531"/>
                  <a:pt x="336" y="531"/>
                  <a:pt x="336" y="530"/>
                </a:cubicBezTo>
                <a:cubicBezTo>
                  <a:pt x="336" y="530"/>
                  <a:pt x="336" y="530"/>
                  <a:pt x="337" y="530"/>
                </a:cubicBezTo>
                <a:close/>
                <a:moveTo>
                  <a:pt x="245" y="583"/>
                </a:moveTo>
                <a:cubicBezTo>
                  <a:pt x="244" y="583"/>
                  <a:pt x="244" y="583"/>
                  <a:pt x="244" y="583"/>
                </a:cubicBezTo>
                <a:cubicBezTo>
                  <a:pt x="244" y="583"/>
                  <a:pt x="244" y="582"/>
                  <a:pt x="244" y="582"/>
                </a:cubicBezTo>
                <a:cubicBezTo>
                  <a:pt x="244" y="582"/>
                  <a:pt x="245" y="583"/>
                  <a:pt x="245" y="583"/>
                </a:cubicBezTo>
                <a:close/>
                <a:moveTo>
                  <a:pt x="148" y="442"/>
                </a:moveTo>
                <a:cubicBezTo>
                  <a:pt x="148" y="441"/>
                  <a:pt x="148" y="441"/>
                  <a:pt x="149" y="441"/>
                </a:cubicBezTo>
                <a:cubicBezTo>
                  <a:pt x="149" y="441"/>
                  <a:pt x="149" y="441"/>
                  <a:pt x="149" y="442"/>
                </a:cubicBezTo>
                <a:cubicBezTo>
                  <a:pt x="149" y="442"/>
                  <a:pt x="149" y="442"/>
                  <a:pt x="148" y="442"/>
                </a:cubicBezTo>
                <a:cubicBezTo>
                  <a:pt x="148" y="442"/>
                  <a:pt x="148" y="442"/>
                  <a:pt x="148" y="442"/>
                </a:cubicBezTo>
                <a:close/>
                <a:moveTo>
                  <a:pt x="285" y="469"/>
                </a:moveTo>
                <a:cubicBezTo>
                  <a:pt x="284" y="468"/>
                  <a:pt x="285" y="468"/>
                  <a:pt x="285" y="468"/>
                </a:cubicBezTo>
                <a:cubicBezTo>
                  <a:pt x="285" y="468"/>
                  <a:pt x="285" y="469"/>
                  <a:pt x="285" y="469"/>
                </a:cubicBezTo>
                <a:cubicBezTo>
                  <a:pt x="285" y="469"/>
                  <a:pt x="285" y="469"/>
                  <a:pt x="285" y="469"/>
                </a:cubicBezTo>
                <a:cubicBezTo>
                  <a:pt x="285" y="469"/>
                  <a:pt x="285" y="469"/>
                  <a:pt x="285" y="469"/>
                </a:cubicBezTo>
                <a:close/>
                <a:moveTo>
                  <a:pt x="338" y="529"/>
                </a:moveTo>
                <a:cubicBezTo>
                  <a:pt x="337" y="529"/>
                  <a:pt x="337" y="528"/>
                  <a:pt x="337" y="528"/>
                </a:cubicBezTo>
                <a:cubicBezTo>
                  <a:pt x="337" y="528"/>
                  <a:pt x="338" y="528"/>
                  <a:pt x="338" y="528"/>
                </a:cubicBezTo>
                <a:cubicBezTo>
                  <a:pt x="338" y="528"/>
                  <a:pt x="338" y="529"/>
                  <a:pt x="338" y="529"/>
                </a:cubicBezTo>
                <a:cubicBezTo>
                  <a:pt x="338" y="529"/>
                  <a:pt x="338" y="529"/>
                  <a:pt x="338" y="529"/>
                </a:cubicBezTo>
                <a:close/>
                <a:moveTo>
                  <a:pt x="410" y="578"/>
                </a:moveTo>
                <a:cubicBezTo>
                  <a:pt x="410" y="579"/>
                  <a:pt x="409" y="579"/>
                  <a:pt x="409" y="579"/>
                </a:cubicBezTo>
                <a:cubicBezTo>
                  <a:pt x="408" y="580"/>
                  <a:pt x="408" y="579"/>
                  <a:pt x="407" y="579"/>
                </a:cubicBezTo>
                <a:cubicBezTo>
                  <a:pt x="407" y="579"/>
                  <a:pt x="406" y="579"/>
                  <a:pt x="406" y="580"/>
                </a:cubicBezTo>
                <a:cubicBezTo>
                  <a:pt x="405" y="582"/>
                  <a:pt x="405" y="583"/>
                  <a:pt x="404" y="583"/>
                </a:cubicBezTo>
                <a:cubicBezTo>
                  <a:pt x="403" y="583"/>
                  <a:pt x="402" y="584"/>
                  <a:pt x="402" y="585"/>
                </a:cubicBezTo>
                <a:cubicBezTo>
                  <a:pt x="400" y="587"/>
                  <a:pt x="399" y="587"/>
                  <a:pt x="397" y="586"/>
                </a:cubicBezTo>
                <a:cubicBezTo>
                  <a:pt x="396" y="585"/>
                  <a:pt x="395" y="585"/>
                  <a:pt x="394" y="583"/>
                </a:cubicBezTo>
                <a:cubicBezTo>
                  <a:pt x="394" y="585"/>
                  <a:pt x="393" y="585"/>
                  <a:pt x="392" y="585"/>
                </a:cubicBezTo>
                <a:cubicBezTo>
                  <a:pt x="390" y="584"/>
                  <a:pt x="389" y="582"/>
                  <a:pt x="387" y="581"/>
                </a:cubicBezTo>
                <a:cubicBezTo>
                  <a:pt x="386" y="581"/>
                  <a:pt x="386" y="581"/>
                  <a:pt x="385" y="581"/>
                </a:cubicBezTo>
                <a:cubicBezTo>
                  <a:pt x="384" y="581"/>
                  <a:pt x="383" y="580"/>
                  <a:pt x="384" y="579"/>
                </a:cubicBezTo>
                <a:cubicBezTo>
                  <a:pt x="384" y="578"/>
                  <a:pt x="384" y="577"/>
                  <a:pt x="383" y="577"/>
                </a:cubicBezTo>
                <a:cubicBezTo>
                  <a:pt x="382" y="577"/>
                  <a:pt x="382" y="578"/>
                  <a:pt x="382" y="578"/>
                </a:cubicBezTo>
                <a:cubicBezTo>
                  <a:pt x="382" y="579"/>
                  <a:pt x="382" y="579"/>
                  <a:pt x="382" y="579"/>
                </a:cubicBezTo>
                <a:cubicBezTo>
                  <a:pt x="381" y="579"/>
                  <a:pt x="378" y="577"/>
                  <a:pt x="378" y="576"/>
                </a:cubicBezTo>
                <a:cubicBezTo>
                  <a:pt x="379" y="575"/>
                  <a:pt x="378" y="575"/>
                  <a:pt x="377" y="574"/>
                </a:cubicBezTo>
                <a:cubicBezTo>
                  <a:pt x="376" y="574"/>
                  <a:pt x="377" y="575"/>
                  <a:pt x="376" y="575"/>
                </a:cubicBezTo>
                <a:cubicBezTo>
                  <a:pt x="376" y="576"/>
                  <a:pt x="376" y="577"/>
                  <a:pt x="375" y="577"/>
                </a:cubicBezTo>
                <a:cubicBezTo>
                  <a:pt x="374" y="577"/>
                  <a:pt x="373" y="576"/>
                  <a:pt x="373" y="575"/>
                </a:cubicBezTo>
                <a:cubicBezTo>
                  <a:pt x="373" y="574"/>
                  <a:pt x="372" y="574"/>
                  <a:pt x="372" y="573"/>
                </a:cubicBezTo>
                <a:cubicBezTo>
                  <a:pt x="372" y="571"/>
                  <a:pt x="373" y="570"/>
                  <a:pt x="375" y="570"/>
                </a:cubicBezTo>
                <a:cubicBezTo>
                  <a:pt x="377" y="570"/>
                  <a:pt x="378" y="568"/>
                  <a:pt x="379" y="568"/>
                </a:cubicBezTo>
                <a:cubicBezTo>
                  <a:pt x="379" y="568"/>
                  <a:pt x="379" y="568"/>
                  <a:pt x="379" y="568"/>
                </a:cubicBezTo>
                <a:cubicBezTo>
                  <a:pt x="379" y="566"/>
                  <a:pt x="381" y="566"/>
                  <a:pt x="382" y="565"/>
                </a:cubicBezTo>
                <a:cubicBezTo>
                  <a:pt x="383" y="565"/>
                  <a:pt x="382" y="564"/>
                  <a:pt x="381" y="564"/>
                </a:cubicBezTo>
                <a:cubicBezTo>
                  <a:pt x="381" y="563"/>
                  <a:pt x="379" y="562"/>
                  <a:pt x="381" y="561"/>
                </a:cubicBezTo>
                <a:cubicBezTo>
                  <a:pt x="382" y="561"/>
                  <a:pt x="381" y="561"/>
                  <a:pt x="381" y="560"/>
                </a:cubicBezTo>
                <a:cubicBezTo>
                  <a:pt x="380" y="560"/>
                  <a:pt x="381" y="559"/>
                  <a:pt x="381" y="559"/>
                </a:cubicBezTo>
                <a:cubicBezTo>
                  <a:pt x="381" y="558"/>
                  <a:pt x="382" y="559"/>
                  <a:pt x="382" y="559"/>
                </a:cubicBezTo>
                <a:cubicBezTo>
                  <a:pt x="383" y="560"/>
                  <a:pt x="384" y="562"/>
                  <a:pt x="385" y="562"/>
                </a:cubicBezTo>
                <a:cubicBezTo>
                  <a:pt x="385" y="561"/>
                  <a:pt x="384" y="560"/>
                  <a:pt x="384" y="559"/>
                </a:cubicBezTo>
                <a:cubicBezTo>
                  <a:pt x="382" y="557"/>
                  <a:pt x="383" y="555"/>
                  <a:pt x="384" y="553"/>
                </a:cubicBezTo>
                <a:cubicBezTo>
                  <a:pt x="384" y="553"/>
                  <a:pt x="385" y="552"/>
                  <a:pt x="385" y="551"/>
                </a:cubicBezTo>
                <a:cubicBezTo>
                  <a:pt x="385" y="550"/>
                  <a:pt x="386" y="550"/>
                  <a:pt x="387" y="551"/>
                </a:cubicBezTo>
                <a:cubicBezTo>
                  <a:pt x="388" y="551"/>
                  <a:pt x="389" y="553"/>
                  <a:pt x="391" y="554"/>
                </a:cubicBezTo>
                <a:cubicBezTo>
                  <a:pt x="391" y="554"/>
                  <a:pt x="391" y="555"/>
                  <a:pt x="391" y="556"/>
                </a:cubicBezTo>
                <a:cubicBezTo>
                  <a:pt x="390" y="557"/>
                  <a:pt x="391" y="557"/>
                  <a:pt x="391" y="558"/>
                </a:cubicBezTo>
                <a:cubicBezTo>
                  <a:pt x="391" y="558"/>
                  <a:pt x="391" y="558"/>
                  <a:pt x="392" y="558"/>
                </a:cubicBezTo>
                <a:cubicBezTo>
                  <a:pt x="392" y="557"/>
                  <a:pt x="391" y="556"/>
                  <a:pt x="393" y="556"/>
                </a:cubicBezTo>
                <a:cubicBezTo>
                  <a:pt x="393" y="556"/>
                  <a:pt x="393" y="557"/>
                  <a:pt x="394" y="558"/>
                </a:cubicBezTo>
                <a:cubicBezTo>
                  <a:pt x="394" y="559"/>
                  <a:pt x="395" y="560"/>
                  <a:pt x="396" y="560"/>
                </a:cubicBezTo>
                <a:cubicBezTo>
                  <a:pt x="398" y="561"/>
                  <a:pt x="399" y="563"/>
                  <a:pt x="401" y="564"/>
                </a:cubicBezTo>
                <a:cubicBezTo>
                  <a:pt x="402" y="565"/>
                  <a:pt x="402" y="566"/>
                  <a:pt x="402" y="567"/>
                </a:cubicBezTo>
                <a:cubicBezTo>
                  <a:pt x="402" y="569"/>
                  <a:pt x="402" y="570"/>
                  <a:pt x="402" y="572"/>
                </a:cubicBezTo>
                <a:cubicBezTo>
                  <a:pt x="403" y="571"/>
                  <a:pt x="402" y="569"/>
                  <a:pt x="403" y="568"/>
                </a:cubicBezTo>
                <a:cubicBezTo>
                  <a:pt x="404" y="569"/>
                  <a:pt x="404" y="570"/>
                  <a:pt x="404" y="572"/>
                </a:cubicBezTo>
                <a:cubicBezTo>
                  <a:pt x="404" y="573"/>
                  <a:pt x="405" y="576"/>
                  <a:pt x="407" y="577"/>
                </a:cubicBezTo>
                <a:cubicBezTo>
                  <a:pt x="408" y="578"/>
                  <a:pt x="408" y="577"/>
                  <a:pt x="408" y="576"/>
                </a:cubicBezTo>
                <a:cubicBezTo>
                  <a:pt x="409" y="576"/>
                  <a:pt x="409" y="576"/>
                  <a:pt x="410" y="576"/>
                </a:cubicBezTo>
                <a:cubicBezTo>
                  <a:pt x="411" y="576"/>
                  <a:pt x="410" y="577"/>
                  <a:pt x="410" y="578"/>
                </a:cubicBezTo>
                <a:close/>
                <a:moveTo>
                  <a:pt x="369" y="572"/>
                </a:moveTo>
                <a:cubicBezTo>
                  <a:pt x="369" y="573"/>
                  <a:pt x="368" y="573"/>
                  <a:pt x="368" y="575"/>
                </a:cubicBezTo>
                <a:cubicBezTo>
                  <a:pt x="368" y="575"/>
                  <a:pt x="368" y="575"/>
                  <a:pt x="368" y="576"/>
                </a:cubicBezTo>
                <a:cubicBezTo>
                  <a:pt x="367" y="576"/>
                  <a:pt x="367" y="577"/>
                  <a:pt x="367" y="578"/>
                </a:cubicBezTo>
                <a:cubicBezTo>
                  <a:pt x="366" y="580"/>
                  <a:pt x="365" y="582"/>
                  <a:pt x="364" y="582"/>
                </a:cubicBezTo>
                <a:cubicBezTo>
                  <a:pt x="363" y="582"/>
                  <a:pt x="363" y="582"/>
                  <a:pt x="362" y="581"/>
                </a:cubicBezTo>
                <a:cubicBezTo>
                  <a:pt x="362" y="580"/>
                  <a:pt x="361" y="580"/>
                  <a:pt x="361" y="579"/>
                </a:cubicBezTo>
                <a:cubicBezTo>
                  <a:pt x="361" y="578"/>
                  <a:pt x="360" y="577"/>
                  <a:pt x="362" y="576"/>
                </a:cubicBezTo>
                <a:cubicBezTo>
                  <a:pt x="362" y="576"/>
                  <a:pt x="362" y="576"/>
                  <a:pt x="362" y="575"/>
                </a:cubicBezTo>
                <a:cubicBezTo>
                  <a:pt x="362" y="573"/>
                  <a:pt x="363" y="571"/>
                  <a:pt x="365" y="570"/>
                </a:cubicBezTo>
                <a:cubicBezTo>
                  <a:pt x="367" y="570"/>
                  <a:pt x="367" y="569"/>
                  <a:pt x="369" y="570"/>
                </a:cubicBezTo>
                <a:cubicBezTo>
                  <a:pt x="370" y="570"/>
                  <a:pt x="370" y="571"/>
                  <a:pt x="369" y="572"/>
                </a:cubicBezTo>
                <a:close/>
                <a:moveTo>
                  <a:pt x="404" y="563"/>
                </a:moveTo>
                <a:cubicBezTo>
                  <a:pt x="404" y="562"/>
                  <a:pt x="404" y="560"/>
                  <a:pt x="404" y="559"/>
                </a:cubicBezTo>
                <a:cubicBezTo>
                  <a:pt x="404" y="557"/>
                  <a:pt x="406" y="558"/>
                  <a:pt x="407" y="558"/>
                </a:cubicBezTo>
                <a:cubicBezTo>
                  <a:pt x="408" y="558"/>
                  <a:pt x="409" y="559"/>
                  <a:pt x="409" y="561"/>
                </a:cubicBezTo>
                <a:cubicBezTo>
                  <a:pt x="410" y="562"/>
                  <a:pt x="409" y="564"/>
                  <a:pt x="408" y="565"/>
                </a:cubicBezTo>
                <a:cubicBezTo>
                  <a:pt x="408" y="565"/>
                  <a:pt x="407" y="565"/>
                  <a:pt x="407" y="565"/>
                </a:cubicBezTo>
                <a:cubicBezTo>
                  <a:pt x="406" y="564"/>
                  <a:pt x="407" y="564"/>
                  <a:pt x="407" y="564"/>
                </a:cubicBezTo>
                <a:cubicBezTo>
                  <a:pt x="407" y="562"/>
                  <a:pt x="407" y="560"/>
                  <a:pt x="405" y="559"/>
                </a:cubicBezTo>
                <a:cubicBezTo>
                  <a:pt x="405" y="560"/>
                  <a:pt x="406" y="562"/>
                  <a:pt x="405" y="563"/>
                </a:cubicBezTo>
                <a:cubicBezTo>
                  <a:pt x="405" y="563"/>
                  <a:pt x="405" y="564"/>
                  <a:pt x="404" y="564"/>
                </a:cubicBezTo>
                <a:cubicBezTo>
                  <a:pt x="404" y="563"/>
                  <a:pt x="404" y="563"/>
                  <a:pt x="404" y="563"/>
                </a:cubicBezTo>
                <a:close/>
                <a:moveTo>
                  <a:pt x="353" y="580"/>
                </a:moveTo>
                <a:cubicBezTo>
                  <a:pt x="353" y="582"/>
                  <a:pt x="351" y="584"/>
                  <a:pt x="350" y="583"/>
                </a:cubicBezTo>
                <a:cubicBezTo>
                  <a:pt x="349" y="583"/>
                  <a:pt x="349" y="583"/>
                  <a:pt x="349" y="582"/>
                </a:cubicBezTo>
                <a:cubicBezTo>
                  <a:pt x="347" y="581"/>
                  <a:pt x="347" y="581"/>
                  <a:pt x="349" y="580"/>
                </a:cubicBezTo>
                <a:cubicBezTo>
                  <a:pt x="349" y="580"/>
                  <a:pt x="349" y="579"/>
                  <a:pt x="349" y="579"/>
                </a:cubicBezTo>
                <a:cubicBezTo>
                  <a:pt x="350" y="579"/>
                  <a:pt x="350" y="577"/>
                  <a:pt x="351" y="578"/>
                </a:cubicBezTo>
                <a:cubicBezTo>
                  <a:pt x="352" y="579"/>
                  <a:pt x="353" y="579"/>
                  <a:pt x="353" y="580"/>
                </a:cubicBezTo>
                <a:close/>
                <a:moveTo>
                  <a:pt x="397" y="559"/>
                </a:moveTo>
                <a:cubicBezTo>
                  <a:pt x="399" y="558"/>
                  <a:pt x="400" y="560"/>
                  <a:pt x="402" y="559"/>
                </a:cubicBezTo>
                <a:cubicBezTo>
                  <a:pt x="402" y="559"/>
                  <a:pt x="403" y="560"/>
                  <a:pt x="403" y="560"/>
                </a:cubicBezTo>
                <a:cubicBezTo>
                  <a:pt x="403" y="561"/>
                  <a:pt x="402" y="562"/>
                  <a:pt x="402" y="564"/>
                </a:cubicBezTo>
                <a:cubicBezTo>
                  <a:pt x="402" y="564"/>
                  <a:pt x="402" y="564"/>
                  <a:pt x="401" y="564"/>
                </a:cubicBezTo>
                <a:cubicBezTo>
                  <a:pt x="400" y="562"/>
                  <a:pt x="398" y="561"/>
                  <a:pt x="397" y="559"/>
                </a:cubicBezTo>
                <a:close/>
                <a:moveTo>
                  <a:pt x="368" y="591"/>
                </a:moveTo>
                <a:cubicBezTo>
                  <a:pt x="369" y="592"/>
                  <a:pt x="368" y="591"/>
                  <a:pt x="367" y="591"/>
                </a:cubicBezTo>
                <a:cubicBezTo>
                  <a:pt x="366" y="591"/>
                  <a:pt x="365" y="591"/>
                  <a:pt x="366" y="590"/>
                </a:cubicBezTo>
                <a:cubicBezTo>
                  <a:pt x="366" y="589"/>
                  <a:pt x="366" y="588"/>
                  <a:pt x="367" y="588"/>
                </a:cubicBezTo>
                <a:cubicBezTo>
                  <a:pt x="369" y="589"/>
                  <a:pt x="368" y="590"/>
                  <a:pt x="368" y="591"/>
                </a:cubicBezTo>
                <a:close/>
                <a:moveTo>
                  <a:pt x="362" y="588"/>
                </a:moveTo>
                <a:cubicBezTo>
                  <a:pt x="362" y="588"/>
                  <a:pt x="362" y="589"/>
                  <a:pt x="361" y="589"/>
                </a:cubicBezTo>
                <a:cubicBezTo>
                  <a:pt x="360" y="589"/>
                  <a:pt x="360" y="588"/>
                  <a:pt x="360" y="587"/>
                </a:cubicBezTo>
                <a:cubicBezTo>
                  <a:pt x="360" y="587"/>
                  <a:pt x="360" y="586"/>
                  <a:pt x="361" y="586"/>
                </a:cubicBezTo>
                <a:cubicBezTo>
                  <a:pt x="361" y="586"/>
                  <a:pt x="362" y="587"/>
                  <a:pt x="362" y="588"/>
                </a:cubicBezTo>
                <a:close/>
                <a:moveTo>
                  <a:pt x="391" y="550"/>
                </a:moveTo>
                <a:cubicBezTo>
                  <a:pt x="391" y="549"/>
                  <a:pt x="391" y="549"/>
                  <a:pt x="391" y="549"/>
                </a:cubicBezTo>
                <a:cubicBezTo>
                  <a:pt x="391" y="549"/>
                  <a:pt x="392" y="549"/>
                  <a:pt x="392" y="550"/>
                </a:cubicBezTo>
                <a:cubicBezTo>
                  <a:pt x="392" y="550"/>
                  <a:pt x="392" y="550"/>
                  <a:pt x="391" y="550"/>
                </a:cubicBezTo>
                <a:cubicBezTo>
                  <a:pt x="391" y="550"/>
                  <a:pt x="391" y="550"/>
                  <a:pt x="391" y="550"/>
                </a:cubicBezTo>
                <a:close/>
                <a:moveTo>
                  <a:pt x="360" y="583"/>
                </a:moveTo>
                <a:cubicBezTo>
                  <a:pt x="360" y="582"/>
                  <a:pt x="360" y="582"/>
                  <a:pt x="361" y="582"/>
                </a:cubicBezTo>
                <a:cubicBezTo>
                  <a:pt x="361" y="582"/>
                  <a:pt x="361" y="583"/>
                  <a:pt x="361" y="583"/>
                </a:cubicBezTo>
                <a:cubicBezTo>
                  <a:pt x="361" y="583"/>
                  <a:pt x="361" y="583"/>
                  <a:pt x="361" y="583"/>
                </a:cubicBezTo>
                <a:cubicBezTo>
                  <a:pt x="360" y="583"/>
                  <a:pt x="360" y="583"/>
                  <a:pt x="360" y="583"/>
                </a:cubicBezTo>
                <a:close/>
                <a:moveTo>
                  <a:pt x="397" y="172"/>
                </a:moveTo>
                <a:cubicBezTo>
                  <a:pt x="398" y="172"/>
                  <a:pt x="399" y="173"/>
                  <a:pt x="398" y="174"/>
                </a:cubicBezTo>
                <a:cubicBezTo>
                  <a:pt x="398" y="174"/>
                  <a:pt x="398" y="175"/>
                  <a:pt x="398" y="175"/>
                </a:cubicBezTo>
                <a:cubicBezTo>
                  <a:pt x="399" y="176"/>
                  <a:pt x="400" y="177"/>
                  <a:pt x="401" y="178"/>
                </a:cubicBezTo>
                <a:cubicBezTo>
                  <a:pt x="402" y="178"/>
                  <a:pt x="402" y="178"/>
                  <a:pt x="402" y="178"/>
                </a:cubicBezTo>
                <a:cubicBezTo>
                  <a:pt x="403" y="180"/>
                  <a:pt x="404" y="178"/>
                  <a:pt x="405" y="178"/>
                </a:cubicBezTo>
                <a:cubicBezTo>
                  <a:pt x="405" y="178"/>
                  <a:pt x="405" y="177"/>
                  <a:pt x="406" y="177"/>
                </a:cubicBezTo>
                <a:cubicBezTo>
                  <a:pt x="407" y="179"/>
                  <a:pt x="408" y="178"/>
                  <a:pt x="409" y="177"/>
                </a:cubicBezTo>
                <a:cubicBezTo>
                  <a:pt x="409" y="179"/>
                  <a:pt x="408" y="179"/>
                  <a:pt x="407" y="179"/>
                </a:cubicBezTo>
                <a:cubicBezTo>
                  <a:pt x="406" y="180"/>
                  <a:pt x="405" y="179"/>
                  <a:pt x="405" y="180"/>
                </a:cubicBezTo>
                <a:cubicBezTo>
                  <a:pt x="405" y="181"/>
                  <a:pt x="406" y="181"/>
                  <a:pt x="406" y="182"/>
                </a:cubicBezTo>
                <a:cubicBezTo>
                  <a:pt x="406" y="182"/>
                  <a:pt x="407" y="182"/>
                  <a:pt x="407" y="183"/>
                </a:cubicBezTo>
                <a:cubicBezTo>
                  <a:pt x="408" y="183"/>
                  <a:pt x="409" y="184"/>
                  <a:pt x="411" y="183"/>
                </a:cubicBezTo>
                <a:cubicBezTo>
                  <a:pt x="412" y="182"/>
                  <a:pt x="414" y="181"/>
                  <a:pt x="414" y="180"/>
                </a:cubicBezTo>
                <a:cubicBezTo>
                  <a:pt x="415" y="179"/>
                  <a:pt x="415" y="178"/>
                  <a:pt x="415" y="177"/>
                </a:cubicBezTo>
                <a:cubicBezTo>
                  <a:pt x="415" y="178"/>
                  <a:pt x="415" y="178"/>
                  <a:pt x="416" y="178"/>
                </a:cubicBezTo>
                <a:cubicBezTo>
                  <a:pt x="416" y="178"/>
                  <a:pt x="416" y="180"/>
                  <a:pt x="417" y="180"/>
                </a:cubicBezTo>
                <a:cubicBezTo>
                  <a:pt x="418" y="180"/>
                  <a:pt x="419" y="180"/>
                  <a:pt x="419" y="181"/>
                </a:cubicBezTo>
                <a:cubicBezTo>
                  <a:pt x="419" y="181"/>
                  <a:pt x="418" y="181"/>
                  <a:pt x="417" y="181"/>
                </a:cubicBezTo>
                <a:cubicBezTo>
                  <a:pt x="415" y="181"/>
                  <a:pt x="415" y="183"/>
                  <a:pt x="413" y="184"/>
                </a:cubicBezTo>
                <a:cubicBezTo>
                  <a:pt x="413" y="184"/>
                  <a:pt x="413" y="185"/>
                  <a:pt x="413" y="185"/>
                </a:cubicBezTo>
                <a:cubicBezTo>
                  <a:pt x="414" y="186"/>
                  <a:pt x="415" y="188"/>
                  <a:pt x="416" y="188"/>
                </a:cubicBezTo>
                <a:cubicBezTo>
                  <a:pt x="416" y="189"/>
                  <a:pt x="417" y="189"/>
                  <a:pt x="417" y="190"/>
                </a:cubicBezTo>
                <a:cubicBezTo>
                  <a:pt x="417" y="190"/>
                  <a:pt x="417" y="191"/>
                  <a:pt x="417" y="191"/>
                </a:cubicBezTo>
                <a:cubicBezTo>
                  <a:pt x="416" y="190"/>
                  <a:pt x="415" y="190"/>
                  <a:pt x="415" y="189"/>
                </a:cubicBezTo>
                <a:cubicBezTo>
                  <a:pt x="415" y="189"/>
                  <a:pt x="414" y="189"/>
                  <a:pt x="414" y="189"/>
                </a:cubicBezTo>
                <a:cubicBezTo>
                  <a:pt x="414" y="188"/>
                  <a:pt x="413" y="188"/>
                  <a:pt x="412" y="188"/>
                </a:cubicBezTo>
                <a:cubicBezTo>
                  <a:pt x="411" y="189"/>
                  <a:pt x="411" y="189"/>
                  <a:pt x="410" y="189"/>
                </a:cubicBezTo>
                <a:cubicBezTo>
                  <a:pt x="409" y="188"/>
                  <a:pt x="408" y="188"/>
                  <a:pt x="408" y="188"/>
                </a:cubicBezTo>
                <a:cubicBezTo>
                  <a:pt x="407" y="188"/>
                  <a:pt x="407" y="188"/>
                  <a:pt x="407" y="188"/>
                </a:cubicBezTo>
                <a:cubicBezTo>
                  <a:pt x="404" y="188"/>
                  <a:pt x="403" y="186"/>
                  <a:pt x="401" y="184"/>
                </a:cubicBezTo>
                <a:cubicBezTo>
                  <a:pt x="401" y="183"/>
                  <a:pt x="398" y="182"/>
                  <a:pt x="397" y="183"/>
                </a:cubicBezTo>
                <a:cubicBezTo>
                  <a:pt x="396" y="183"/>
                  <a:pt x="397" y="184"/>
                  <a:pt x="397" y="185"/>
                </a:cubicBezTo>
                <a:cubicBezTo>
                  <a:pt x="397" y="185"/>
                  <a:pt x="397" y="186"/>
                  <a:pt x="397" y="186"/>
                </a:cubicBezTo>
                <a:cubicBezTo>
                  <a:pt x="397" y="188"/>
                  <a:pt x="397" y="188"/>
                  <a:pt x="399" y="187"/>
                </a:cubicBezTo>
                <a:cubicBezTo>
                  <a:pt x="399" y="187"/>
                  <a:pt x="399" y="187"/>
                  <a:pt x="399" y="187"/>
                </a:cubicBezTo>
                <a:cubicBezTo>
                  <a:pt x="400" y="187"/>
                  <a:pt x="400" y="187"/>
                  <a:pt x="400" y="188"/>
                </a:cubicBezTo>
                <a:cubicBezTo>
                  <a:pt x="400" y="188"/>
                  <a:pt x="400" y="188"/>
                  <a:pt x="399" y="188"/>
                </a:cubicBezTo>
                <a:cubicBezTo>
                  <a:pt x="397" y="189"/>
                  <a:pt x="397" y="190"/>
                  <a:pt x="398" y="192"/>
                </a:cubicBezTo>
                <a:cubicBezTo>
                  <a:pt x="399" y="193"/>
                  <a:pt x="400" y="193"/>
                  <a:pt x="400" y="193"/>
                </a:cubicBezTo>
                <a:cubicBezTo>
                  <a:pt x="401" y="194"/>
                  <a:pt x="402" y="194"/>
                  <a:pt x="402" y="195"/>
                </a:cubicBezTo>
                <a:cubicBezTo>
                  <a:pt x="401" y="195"/>
                  <a:pt x="400" y="195"/>
                  <a:pt x="400" y="195"/>
                </a:cubicBezTo>
                <a:cubicBezTo>
                  <a:pt x="400" y="195"/>
                  <a:pt x="399" y="195"/>
                  <a:pt x="399" y="195"/>
                </a:cubicBezTo>
                <a:cubicBezTo>
                  <a:pt x="399" y="194"/>
                  <a:pt x="398" y="196"/>
                  <a:pt x="398" y="195"/>
                </a:cubicBezTo>
                <a:cubicBezTo>
                  <a:pt x="397" y="195"/>
                  <a:pt x="397" y="196"/>
                  <a:pt x="398" y="196"/>
                </a:cubicBezTo>
                <a:cubicBezTo>
                  <a:pt x="398" y="197"/>
                  <a:pt x="399" y="198"/>
                  <a:pt x="400" y="198"/>
                </a:cubicBezTo>
                <a:cubicBezTo>
                  <a:pt x="400" y="199"/>
                  <a:pt x="401" y="200"/>
                  <a:pt x="401" y="201"/>
                </a:cubicBezTo>
                <a:cubicBezTo>
                  <a:pt x="401" y="203"/>
                  <a:pt x="402" y="205"/>
                  <a:pt x="403" y="207"/>
                </a:cubicBezTo>
                <a:cubicBezTo>
                  <a:pt x="404" y="207"/>
                  <a:pt x="404" y="208"/>
                  <a:pt x="405" y="208"/>
                </a:cubicBezTo>
                <a:cubicBezTo>
                  <a:pt x="405" y="208"/>
                  <a:pt x="405" y="208"/>
                  <a:pt x="405" y="208"/>
                </a:cubicBezTo>
                <a:cubicBezTo>
                  <a:pt x="405" y="208"/>
                  <a:pt x="405" y="208"/>
                  <a:pt x="406" y="208"/>
                </a:cubicBezTo>
                <a:cubicBezTo>
                  <a:pt x="406" y="209"/>
                  <a:pt x="407" y="209"/>
                  <a:pt x="407" y="208"/>
                </a:cubicBezTo>
                <a:cubicBezTo>
                  <a:pt x="407" y="208"/>
                  <a:pt x="407" y="208"/>
                  <a:pt x="408" y="208"/>
                </a:cubicBezTo>
                <a:cubicBezTo>
                  <a:pt x="409" y="209"/>
                  <a:pt x="410" y="208"/>
                  <a:pt x="412" y="207"/>
                </a:cubicBezTo>
                <a:cubicBezTo>
                  <a:pt x="412" y="207"/>
                  <a:pt x="412" y="207"/>
                  <a:pt x="412" y="207"/>
                </a:cubicBezTo>
                <a:cubicBezTo>
                  <a:pt x="413" y="207"/>
                  <a:pt x="413" y="207"/>
                  <a:pt x="414" y="207"/>
                </a:cubicBezTo>
                <a:cubicBezTo>
                  <a:pt x="414" y="206"/>
                  <a:pt x="415" y="205"/>
                  <a:pt x="416" y="204"/>
                </a:cubicBezTo>
                <a:cubicBezTo>
                  <a:pt x="416" y="203"/>
                  <a:pt x="417" y="202"/>
                  <a:pt x="418" y="202"/>
                </a:cubicBezTo>
                <a:cubicBezTo>
                  <a:pt x="418" y="203"/>
                  <a:pt x="417" y="204"/>
                  <a:pt x="418" y="205"/>
                </a:cubicBezTo>
                <a:cubicBezTo>
                  <a:pt x="418" y="206"/>
                  <a:pt x="418" y="206"/>
                  <a:pt x="417" y="207"/>
                </a:cubicBezTo>
                <a:cubicBezTo>
                  <a:pt x="415" y="209"/>
                  <a:pt x="414" y="210"/>
                  <a:pt x="411" y="211"/>
                </a:cubicBezTo>
                <a:cubicBezTo>
                  <a:pt x="410" y="211"/>
                  <a:pt x="409" y="212"/>
                  <a:pt x="407" y="213"/>
                </a:cubicBezTo>
                <a:cubicBezTo>
                  <a:pt x="406" y="213"/>
                  <a:pt x="405" y="213"/>
                  <a:pt x="405" y="215"/>
                </a:cubicBezTo>
                <a:cubicBezTo>
                  <a:pt x="405" y="216"/>
                  <a:pt x="407" y="217"/>
                  <a:pt x="405" y="218"/>
                </a:cubicBezTo>
                <a:cubicBezTo>
                  <a:pt x="405" y="219"/>
                  <a:pt x="405" y="219"/>
                  <a:pt x="405" y="219"/>
                </a:cubicBezTo>
                <a:cubicBezTo>
                  <a:pt x="406" y="220"/>
                  <a:pt x="407" y="221"/>
                  <a:pt x="409" y="220"/>
                </a:cubicBezTo>
                <a:cubicBezTo>
                  <a:pt x="409" y="220"/>
                  <a:pt x="409" y="220"/>
                  <a:pt x="409" y="220"/>
                </a:cubicBezTo>
                <a:cubicBezTo>
                  <a:pt x="409" y="221"/>
                  <a:pt x="411" y="222"/>
                  <a:pt x="410" y="224"/>
                </a:cubicBezTo>
                <a:cubicBezTo>
                  <a:pt x="410" y="224"/>
                  <a:pt x="410" y="225"/>
                  <a:pt x="411" y="226"/>
                </a:cubicBezTo>
                <a:cubicBezTo>
                  <a:pt x="411" y="226"/>
                  <a:pt x="412" y="226"/>
                  <a:pt x="412" y="225"/>
                </a:cubicBezTo>
                <a:cubicBezTo>
                  <a:pt x="412" y="225"/>
                  <a:pt x="412" y="225"/>
                  <a:pt x="413" y="225"/>
                </a:cubicBezTo>
                <a:cubicBezTo>
                  <a:pt x="414" y="225"/>
                  <a:pt x="414" y="224"/>
                  <a:pt x="414" y="224"/>
                </a:cubicBezTo>
                <a:cubicBezTo>
                  <a:pt x="414" y="223"/>
                  <a:pt x="415" y="222"/>
                  <a:pt x="416" y="222"/>
                </a:cubicBezTo>
                <a:cubicBezTo>
                  <a:pt x="416" y="222"/>
                  <a:pt x="417" y="222"/>
                  <a:pt x="417" y="221"/>
                </a:cubicBezTo>
                <a:cubicBezTo>
                  <a:pt x="417" y="220"/>
                  <a:pt x="416" y="221"/>
                  <a:pt x="416" y="221"/>
                </a:cubicBezTo>
                <a:cubicBezTo>
                  <a:pt x="416" y="220"/>
                  <a:pt x="416" y="220"/>
                  <a:pt x="416" y="219"/>
                </a:cubicBezTo>
                <a:cubicBezTo>
                  <a:pt x="416" y="219"/>
                  <a:pt x="416" y="219"/>
                  <a:pt x="417" y="219"/>
                </a:cubicBezTo>
                <a:cubicBezTo>
                  <a:pt x="418" y="219"/>
                  <a:pt x="419" y="219"/>
                  <a:pt x="420" y="220"/>
                </a:cubicBezTo>
                <a:cubicBezTo>
                  <a:pt x="420" y="221"/>
                  <a:pt x="421" y="221"/>
                  <a:pt x="422" y="220"/>
                </a:cubicBezTo>
                <a:cubicBezTo>
                  <a:pt x="422" y="221"/>
                  <a:pt x="421" y="221"/>
                  <a:pt x="420" y="222"/>
                </a:cubicBezTo>
                <a:cubicBezTo>
                  <a:pt x="419" y="223"/>
                  <a:pt x="419" y="225"/>
                  <a:pt x="420" y="226"/>
                </a:cubicBezTo>
                <a:cubicBezTo>
                  <a:pt x="420" y="226"/>
                  <a:pt x="421" y="227"/>
                  <a:pt x="422" y="226"/>
                </a:cubicBezTo>
                <a:cubicBezTo>
                  <a:pt x="423" y="225"/>
                  <a:pt x="425" y="225"/>
                  <a:pt x="424" y="223"/>
                </a:cubicBezTo>
                <a:cubicBezTo>
                  <a:pt x="424" y="222"/>
                  <a:pt x="424" y="222"/>
                  <a:pt x="424" y="222"/>
                </a:cubicBezTo>
                <a:cubicBezTo>
                  <a:pt x="426" y="222"/>
                  <a:pt x="426" y="221"/>
                  <a:pt x="426" y="219"/>
                </a:cubicBezTo>
                <a:cubicBezTo>
                  <a:pt x="426" y="219"/>
                  <a:pt x="426" y="218"/>
                  <a:pt x="427" y="218"/>
                </a:cubicBezTo>
                <a:cubicBezTo>
                  <a:pt x="428" y="217"/>
                  <a:pt x="428" y="218"/>
                  <a:pt x="428" y="219"/>
                </a:cubicBezTo>
                <a:cubicBezTo>
                  <a:pt x="427" y="220"/>
                  <a:pt x="427" y="221"/>
                  <a:pt x="427" y="222"/>
                </a:cubicBezTo>
                <a:cubicBezTo>
                  <a:pt x="428" y="223"/>
                  <a:pt x="428" y="222"/>
                  <a:pt x="428" y="222"/>
                </a:cubicBezTo>
                <a:cubicBezTo>
                  <a:pt x="430" y="221"/>
                  <a:pt x="430" y="220"/>
                  <a:pt x="429" y="219"/>
                </a:cubicBezTo>
                <a:cubicBezTo>
                  <a:pt x="429" y="218"/>
                  <a:pt x="429" y="217"/>
                  <a:pt x="428" y="217"/>
                </a:cubicBezTo>
                <a:cubicBezTo>
                  <a:pt x="428" y="216"/>
                  <a:pt x="429" y="216"/>
                  <a:pt x="429" y="216"/>
                </a:cubicBezTo>
                <a:cubicBezTo>
                  <a:pt x="430" y="216"/>
                  <a:pt x="430" y="217"/>
                  <a:pt x="430" y="217"/>
                </a:cubicBezTo>
                <a:cubicBezTo>
                  <a:pt x="430" y="217"/>
                  <a:pt x="430" y="218"/>
                  <a:pt x="430" y="218"/>
                </a:cubicBezTo>
                <a:cubicBezTo>
                  <a:pt x="431" y="219"/>
                  <a:pt x="431" y="219"/>
                  <a:pt x="432" y="219"/>
                </a:cubicBezTo>
                <a:cubicBezTo>
                  <a:pt x="432" y="218"/>
                  <a:pt x="433" y="218"/>
                  <a:pt x="433" y="217"/>
                </a:cubicBezTo>
                <a:cubicBezTo>
                  <a:pt x="434" y="217"/>
                  <a:pt x="435" y="217"/>
                  <a:pt x="436" y="217"/>
                </a:cubicBezTo>
                <a:cubicBezTo>
                  <a:pt x="436" y="217"/>
                  <a:pt x="437" y="217"/>
                  <a:pt x="437" y="218"/>
                </a:cubicBezTo>
                <a:cubicBezTo>
                  <a:pt x="437" y="218"/>
                  <a:pt x="437" y="218"/>
                  <a:pt x="437" y="218"/>
                </a:cubicBezTo>
                <a:cubicBezTo>
                  <a:pt x="436" y="219"/>
                  <a:pt x="435" y="220"/>
                  <a:pt x="433" y="221"/>
                </a:cubicBezTo>
                <a:cubicBezTo>
                  <a:pt x="435" y="221"/>
                  <a:pt x="437" y="223"/>
                  <a:pt x="439" y="222"/>
                </a:cubicBezTo>
                <a:cubicBezTo>
                  <a:pt x="441" y="222"/>
                  <a:pt x="443" y="221"/>
                  <a:pt x="445" y="221"/>
                </a:cubicBezTo>
                <a:cubicBezTo>
                  <a:pt x="445" y="221"/>
                  <a:pt x="445" y="221"/>
                  <a:pt x="445" y="221"/>
                </a:cubicBezTo>
                <a:cubicBezTo>
                  <a:pt x="446" y="221"/>
                  <a:pt x="446" y="221"/>
                  <a:pt x="446" y="220"/>
                </a:cubicBezTo>
                <a:cubicBezTo>
                  <a:pt x="447" y="220"/>
                  <a:pt x="447" y="221"/>
                  <a:pt x="447" y="221"/>
                </a:cubicBezTo>
                <a:cubicBezTo>
                  <a:pt x="446" y="222"/>
                  <a:pt x="446" y="222"/>
                  <a:pt x="445" y="223"/>
                </a:cubicBezTo>
                <a:cubicBezTo>
                  <a:pt x="443" y="223"/>
                  <a:pt x="442" y="223"/>
                  <a:pt x="441" y="224"/>
                </a:cubicBezTo>
                <a:cubicBezTo>
                  <a:pt x="439" y="225"/>
                  <a:pt x="437" y="224"/>
                  <a:pt x="436" y="224"/>
                </a:cubicBezTo>
                <a:cubicBezTo>
                  <a:pt x="434" y="224"/>
                  <a:pt x="433" y="225"/>
                  <a:pt x="433" y="226"/>
                </a:cubicBezTo>
                <a:cubicBezTo>
                  <a:pt x="432" y="228"/>
                  <a:pt x="434" y="227"/>
                  <a:pt x="435" y="228"/>
                </a:cubicBezTo>
                <a:cubicBezTo>
                  <a:pt x="435" y="228"/>
                  <a:pt x="435" y="228"/>
                  <a:pt x="436" y="228"/>
                </a:cubicBezTo>
                <a:cubicBezTo>
                  <a:pt x="438" y="229"/>
                  <a:pt x="440" y="229"/>
                  <a:pt x="442" y="229"/>
                </a:cubicBezTo>
                <a:cubicBezTo>
                  <a:pt x="443" y="228"/>
                  <a:pt x="445" y="228"/>
                  <a:pt x="447" y="227"/>
                </a:cubicBezTo>
                <a:cubicBezTo>
                  <a:pt x="448" y="227"/>
                  <a:pt x="449" y="227"/>
                  <a:pt x="450" y="227"/>
                </a:cubicBezTo>
                <a:cubicBezTo>
                  <a:pt x="451" y="228"/>
                  <a:pt x="452" y="227"/>
                  <a:pt x="452" y="227"/>
                </a:cubicBezTo>
                <a:cubicBezTo>
                  <a:pt x="453" y="227"/>
                  <a:pt x="453" y="227"/>
                  <a:pt x="453" y="227"/>
                </a:cubicBezTo>
                <a:cubicBezTo>
                  <a:pt x="454" y="228"/>
                  <a:pt x="453" y="228"/>
                  <a:pt x="453" y="229"/>
                </a:cubicBezTo>
                <a:cubicBezTo>
                  <a:pt x="453" y="229"/>
                  <a:pt x="452" y="229"/>
                  <a:pt x="452" y="229"/>
                </a:cubicBezTo>
                <a:cubicBezTo>
                  <a:pt x="452" y="229"/>
                  <a:pt x="451" y="229"/>
                  <a:pt x="451" y="229"/>
                </a:cubicBezTo>
                <a:cubicBezTo>
                  <a:pt x="450" y="229"/>
                  <a:pt x="449" y="230"/>
                  <a:pt x="448" y="230"/>
                </a:cubicBezTo>
                <a:cubicBezTo>
                  <a:pt x="448" y="230"/>
                  <a:pt x="448" y="229"/>
                  <a:pt x="447" y="229"/>
                </a:cubicBezTo>
                <a:cubicBezTo>
                  <a:pt x="445" y="230"/>
                  <a:pt x="443" y="231"/>
                  <a:pt x="441" y="231"/>
                </a:cubicBezTo>
                <a:cubicBezTo>
                  <a:pt x="441" y="231"/>
                  <a:pt x="441" y="231"/>
                  <a:pt x="441" y="231"/>
                </a:cubicBezTo>
                <a:cubicBezTo>
                  <a:pt x="438" y="232"/>
                  <a:pt x="436" y="232"/>
                  <a:pt x="434" y="232"/>
                </a:cubicBezTo>
                <a:cubicBezTo>
                  <a:pt x="433" y="231"/>
                  <a:pt x="432" y="231"/>
                  <a:pt x="432" y="232"/>
                </a:cubicBezTo>
                <a:cubicBezTo>
                  <a:pt x="431" y="233"/>
                  <a:pt x="430" y="232"/>
                  <a:pt x="429" y="232"/>
                </a:cubicBezTo>
                <a:cubicBezTo>
                  <a:pt x="428" y="231"/>
                  <a:pt x="426" y="231"/>
                  <a:pt x="426" y="232"/>
                </a:cubicBezTo>
                <a:cubicBezTo>
                  <a:pt x="426" y="234"/>
                  <a:pt x="425" y="235"/>
                  <a:pt x="424" y="236"/>
                </a:cubicBezTo>
                <a:cubicBezTo>
                  <a:pt x="424" y="236"/>
                  <a:pt x="424" y="237"/>
                  <a:pt x="424" y="237"/>
                </a:cubicBezTo>
                <a:cubicBezTo>
                  <a:pt x="423" y="237"/>
                  <a:pt x="422" y="237"/>
                  <a:pt x="421" y="237"/>
                </a:cubicBezTo>
                <a:cubicBezTo>
                  <a:pt x="420" y="238"/>
                  <a:pt x="419" y="239"/>
                  <a:pt x="419" y="240"/>
                </a:cubicBezTo>
                <a:cubicBezTo>
                  <a:pt x="418" y="240"/>
                  <a:pt x="419" y="241"/>
                  <a:pt x="419" y="241"/>
                </a:cubicBezTo>
                <a:cubicBezTo>
                  <a:pt x="419" y="243"/>
                  <a:pt x="421" y="245"/>
                  <a:pt x="422" y="247"/>
                </a:cubicBezTo>
                <a:cubicBezTo>
                  <a:pt x="422" y="247"/>
                  <a:pt x="422" y="247"/>
                  <a:pt x="423" y="247"/>
                </a:cubicBezTo>
                <a:cubicBezTo>
                  <a:pt x="425" y="247"/>
                  <a:pt x="426" y="247"/>
                  <a:pt x="428" y="249"/>
                </a:cubicBezTo>
                <a:cubicBezTo>
                  <a:pt x="428" y="249"/>
                  <a:pt x="428" y="249"/>
                  <a:pt x="429" y="249"/>
                </a:cubicBezTo>
                <a:cubicBezTo>
                  <a:pt x="429" y="249"/>
                  <a:pt x="429" y="249"/>
                  <a:pt x="429" y="250"/>
                </a:cubicBezTo>
                <a:cubicBezTo>
                  <a:pt x="430" y="250"/>
                  <a:pt x="430" y="251"/>
                  <a:pt x="430" y="251"/>
                </a:cubicBezTo>
                <a:cubicBezTo>
                  <a:pt x="429" y="251"/>
                  <a:pt x="428" y="251"/>
                  <a:pt x="427" y="250"/>
                </a:cubicBezTo>
                <a:cubicBezTo>
                  <a:pt x="426" y="250"/>
                  <a:pt x="426" y="250"/>
                  <a:pt x="425" y="249"/>
                </a:cubicBezTo>
                <a:cubicBezTo>
                  <a:pt x="424" y="249"/>
                  <a:pt x="423" y="249"/>
                  <a:pt x="423" y="249"/>
                </a:cubicBezTo>
                <a:cubicBezTo>
                  <a:pt x="422" y="250"/>
                  <a:pt x="423" y="251"/>
                  <a:pt x="423" y="251"/>
                </a:cubicBezTo>
                <a:cubicBezTo>
                  <a:pt x="424" y="252"/>
                  <a:pt x="424" y="254"/>
                  <a:pt x="426" y="254"/>
                </a:cubicBezTo>
                <a:cubicBezTo>
                  <a:pt x="426" y="254"/>
                  <a:pt x="426" y="255"/>
                  <a:pt x="426" y="255"/>
                </a:cubicBezTo>
                <a:cubicBezTo>
                  <a:pt x="427" y="258"/>
                  <a:pt x="427" y="258"/>
                  <a:pt x="430" y="257"/>
                </a:cubicBezTo>
                <a:cubicBezTo>
                  <a:pt x="431" y="257"/>
                  <a:pt x="434" y="257"/>
                  <a:pt x="435" y="258"/>
                </a:cubicBezTo>
                <a:cubicBezTo>
                  <a:pt x="435" y="258"/>
                  <a:pt x="435" y="258"/>
                  <a:pt x="435" y="258"/>
                </a:cubicBezTo>
                <a:cubicBezTo>
                  <a:pt x="435" y="258"/>
                  <a:pt x="435" y="258"/>
                  <a:pt x="435" y="258"/>
                </a:cubicBezTo>
                <a:cubicBezTo>
                  <a:pt x="436" y="258"/>
                  <a:pt x="437" y="259"/>
                  <a:pt x="438" y="258"/>
                </a:cubicBezTo>
                <a:cubicBezTo>
                  <a:pt x="439" y="259"/>
                  <a:pt x="440" y="259"/>
                  <a:pt x="441" y="259"/>
                </a:cubicBezTo>
                <a:cubicBezTo>
                  <a:pt x="442" y="259"/>
                  <a:pt x="442" y="260"/>
                  <a:pt x="442" y="260"/>
                </a:cubicBezTo>
                <a:cubicBezTo>
                  <a:pt x="442" y="261"/>
                  <a:pt x="441" y="260"/>
                  <a:pt x="441" y="260"/>
                </a:cubicBezTo>
                <a:cubicBezTo>
                  <a:pt x="440" y="260"/>
                  <a:pt x="440" y="260"/>
                  <a:pt x="439" y="260"/>
                </a:cubicBezTo>
                <a:cubicBezTo>
                  <a:pt x="438" y="261"/>
                  <a:pt x="437" y="261"/>
                  <a:pt x="436" y="261"/>
                </a:cubicBezTo>
                <a:cubicBezTo>
                  <a:pt x="435" y="261"/>
                  <a:pt x="434" y="260"/>
                  <a:pt x="434" y="262"/>
                </a:cubicBezTo>
                <a:cubicBezTo>
                  <a:pt x="434" y="262"/>
                  <a:pt x="434" y="262"/>
                  <a:pt x="434" y="262"/>
                </a:cubicBezTo>
                <a:cubicBezTo>
                  <a:pt x="433" y="263"/>
                  <a:pt x="433" y="263"/>
                  <a:pt x="433" y="263"/>
                </a:cubicBezTo>
                <a:cubicBezTo>
                  <a:pt x="433" y="263"/>
                  <a:pt x="433" y="263"/>
                  <a:pt x="434" y="262"/>
                </a:cubicBezTo>
                <a:cubicBezTo>
                  <a:pt x="433" y="262"/>
                  <a:pt x="433" y="262"/>
                  <a:pt x="432" y="262"/>
                </a:cubicBezTo>
                <a:cubicBezTo>
                  <a:pt x="431" y="262"/>
                  <a:pt x="430" y="262"/>
                  <a:pt x="430" y="264"/>
                </a:cubicBezTo>
                <a:cubicBezTo>
                  <a:pt x="430" y="265"/>
                  <a:pt x="431" y="267"/>
                  <a:pt x="432" y="268"/>
                </a:cubicBezTo>
                <a:cubicBezTo>
                  <a:pt x="433" y="269"/>
                  <a:pt x="434" y="271"/>
                  <a:pt x="436" y="270"/>
                </a:cubicBezTo>
                <a:cubicBezTo>
                  <a:pt x="436" y="271"/>
                  <a:pt x="435" y="272"/>
                  <a:pt x="436" y="272"/>
                </a:cubicBezTo>
                <a:cubicBezTo>
                  <a:pt x="437" y="272"/>
                  <a:pt x="437" y="273"/>
                  <a:pt x="437" y="274"/>
                </a:cubicBezTo>
                <a:cubicBezTo>
                  <a:pt x="438" y="275"/>
                  <a:pt x="438" y="275"/>
                  <a:pt x="439" y="274"/>
                </a:cubicBezTo>
                <a:cubicBezTo>
                  <a:pt x="440" y="273"/>
                  <a:pt x="440" y="274"/>
                  <a:pt x="441" y="274"/>
                </a:cubicBezTo>
                <a:cubicBezTo>
                  <a:pt x="442" y="275"/>
                  <a:pt x="442" y="276"/>
                  <a:pt x="443" y="276"/>
                </a:cubicBezTo>
                <a:cubicBezTo>
                  <a:pt x="446" y="277"/>
                  <a:pt x="449" y="278"/>
                  <a:pt x="451" y="278"/>
                </a:cubicBezTo>
                <a:cubicBezTo>
                  <a:pt x="452" y="278"/>
                  <a:pt x="453" y="278"/>
                  <a:pt x="454" y="277"/>
                </a:cubicBezTo>
                <a:cubicBezTo>
                  <a:pt x="454" y="277"/>
                  <a:pt x="454" y="276"/>
                  <a:pt x="454" y="275"/>
                </a:cubicBezTo>
                <a:cubicBezTo>
                  <a:pt x="453" y="274"/>
                  <a:pt x="453" y="273"/>
                  <a:pt x="454" y="272"/>
                </a:cubicBezTo>
                <a:cubicBezTo>
                  <a:pt x="452" y="272"/>
                  <a:pt x="451" y="271"/>
                  <a:pt x="450" y="270"/>
                </a:cubicBezTo>
                <a:cubicBezTo>
                  <a:pt x="451" y="270"/>
                  <a:pt x="452" y="270"/>
                  <a:pt x="452" y="270"/>
                </a:cubicBezTo>
                <a:cubicBezTo>
                  <a:pt x="453" y="270"/>
                  <a:pt x="454" y="270"/>
                  <a:pt x="454" y="270"/>
                </a:cubicBezTo>
                <a:cubicBezTo>
                  <a:pt x="456" y="270"/>
                  <a:pt x="457" y="270"/>
                  <a:pt x="457" y="272"/>
                </a:cubicBezTo>
                <a:cubicBezTo>
                  <a:pt x="457" y="273"/>
                  <a:pt x="457" y="275"/>
                  <a:pt x="459" y="275"/>
                </a:cubicBezTo>
                <a:cubicBezTo>
                  <a:pt x="460" y="274"/>
                  <a:pt x="460" y="275"/>
                  <a:pt x="460" y="275"/>
                </a:cubicBezTo>
                <a:cubicBezTo>
                  <a:pt x="460" y="276"/>
                  <a:pt x="460" y="276"/>
                  <a:pt x="460" y="277"/>
                </a:cubicBezTo>
                <a:cubicBezTo>
                  <a:pt x="461" y="277"/>
                  <a:pt x="461" y="277"/>
                  <a:pt x="461" y="277"/>
                </a:cubicBezTo>
                <a:cubicBezTo>
                  <a:pt x="461" y="277"/>
                  <a:pt x="461" y="277"/>
                  <a:pt x="461" y="276"/>
                </a:cubicBezTo>
                <a:cubicBezTo>
                  <a:pt x="461" y="274"/>
                  <a:pt x="460" y="272"/>
                  <a:pt x="459" y="270"/>
                </a:cubicBezTo>
                <a:cubicBezTo>
                  <a:pt x="459" y="270"/>
                  <a:pt x="459" y="270"/>
                  <a:pt x="459" y="270"/>
                </a:cubicBezTo>
                <a:cubicBezTo>
                  <a:pt x="459" y="268"/>
                  <a:pt x="459" y="266"/>
                  <a:pt x="457" y="265"/>
                </a:cubicBezTo>
                <a:cubicBezTo>
                  <a:pt x="457" y="265"/>
                  <a:pt x="457" y="264"/>
                  <a:pt x="457" y="264"/>
                </a:cubicBezTo>
                <a:cubicBezTo>
                  <a:pt x="456" y="263"/>
                  <a:pt x="457" y="261"/>
                  <a:pt x="456" y="260"/>
                </a:cubicBezTo>
                <a:cubicBezTo>
                  <a:pt x="456" y="260"/>
                  <a:pt x="456" y="259"/>
                  <a:pt x="456" y="259"/>
                </a:cubicBezTo>
                <a:cubicBezTo>
                  <a:pt x="456" y="259"/>
                  <a:pt x="456" y="259"/>
                  <a:pt x="456" y="258"/>
                </a:cubicBezTo>
                <a:cubicBezTo>
                  <a:pt x="455" y="258"/>
                  <a:pt x="456" y="257"/>
                  <a:pt x="456" y="257"/>
                </a:cubicBezTo>
                <a:cubicBezTo>
                  <a:pt x="457" y="257"/>
                  <a:pt x="457" y="258"/>
                  <a:pt x="457" y="258"/>
                </a:cubicBezTo>
                <a:cubicBezTo>
                  <a:pt x="457" y="259"/>
                  <a:pt x="457" y="259"/>
                  <a:pt x="458" y="259"/>
                </a:cubicBezTo>
                <a:cubicBezTo>
                  <a:pt x="459" y="261"/>
                  <a:pt x="459" y="263"/>
                  <a:pt x="460" y="265"/>
                </a:cubicBezTo>
                <a:cubicBezTo>
                  <a:pt x="461" y="267"/>
                  <a:pt x="462" y="270"/>
                  <a:pt x="463" y="272"/>
                </a:cubicBezTo>
                <a:cubicBezTo>
                  <a:pt x="464" y="274"/>
                  <a:pt x="465" y="276"/>
                  <a:pt x="466" y="277"/>
                </a:cubicBezTo>
                <a:cubicBezTo>
                  <a:pt x="467" y="277"/>
                  <a:pt x="468" y="277"/>
                  <a:pt x="468" y="276"/>
                </a:cubicBezTo>
                <a:cubicBezTo>
                  <a:pt x="468" y="274"/>
                  <a:pt x="469" y="272"/>
                  <a:pt x="469" y="270"/>
                </a:cubicBezTo>
                <a:cubicBezTo>
                  <a:pt x="469" y="268"/>
                  <a:pt x="470" y="265"/>
                  <a:pt x="469" y="263"/>
                </a:cubicBezTo>
                <a:cubicBezTo>
                  <a:pt x="468" y="261"/>
                  <a:pt x="467" y="260"/>
                  <a:pt x="468" y="258"/>
                </a:cubicBezTo>
                <a:cubicBezTo>
                  <a:pt x="468" y="258"/>
                  <a:pt x="468" y="257"/>
                  <a:pt x="468" y="257"/>
                </a:cubicBezTo>
                <a:cubicBezTo>
                  <a:pt x="469" y="257"/>
                  <a:pt x="469" y="257"/>
                  <a:pt x="469" y="258"/>
                </a:cubicBezTo>
                <a:cubicBezTo>
                  <a:pt x="470" y="260"/>
                  <a:pt x="471" y="261"/>
                  <a:pt x="471" y="263"/>
                </a:cubicBezTo>
                <a:cubicBezTo>
                  <a:pt x="472" y="264"/>
                  <a:pt x="472" y="264"/>
                  <a:pt x="474" y="263"/>
                </a:cubicBezTo>
                <a:cubicBezTo>
                  <a:pt x="475" y="262"/>
                  <a:pt x="475" y="261"/>
                  <a:pt x="475" y="260"/>
                </a:cubicBezTo>
                <a:cubicBezTo>
                  <a:pt x="476" y="258"/>
                  <a:pt x="475" y="256"/>
                  <a:pt x="474" y="255"/>
                </a:cubicBezTo>
                <a:cubicBezTo>
                  <a:pt x="474" y="254"/>
                  <a:pt x="474" y="254"/>
                  <a:pt x="473" y="253"/>
                </a:cubicBezTo>
                <a:cubicBezTo>
                  <a:pt x="473" y="252"/>
                  <a:pt x="473" y="250"/>
                  <a:pt x="472" y="249"/>
                </a:cubicBezTo>
                <a:cubicBezTo>
                  <a:pt x="472" y="248"/>
                  <a:pt x="472" y="248"/>
                  <a:pt x="472" y="248"/>
                </a:cubicBezTo>
                <a:cubicBezTo>
                  <a:pt x="472" y="246"/>
                  <a:pt x="474" y="244"/>
                  <a:pt x="472" y="241"/>
                </a:cubicBezTo>
                <a:cubicBezTo>
                  <a:pt x="472" y="241"/>
                  <a:pt x="472" y="241"/>
                  <a:pt x="473" y="241"/>
                </a:cubicBezTo>
                <a:cubicBezTo>
                  <a:pt x="473" y="240"/>
                  <a:pt x="473" y="240"/>
                  <a:pt x="473" y="239"/>
                </a:cubicBezTo>
                <a:cubicBezTo>
                  <a:pt x="473" y="239"/>
                  <a:pt x="473" y="239"/>
                  <a:pt x="473" y="239"/>
                </a:cubicBezTo>
                <a:cubicBezTo>
                  <a:pt x="475" y="238"/>
                  <a:pt x="476" y="238"/>
                  <a:pt x="476" y="235"/>
                </a:cubicBezTo>
                <a:cubicBezTo>
                  <a:pt x="476" y="235"/>
                  <a:pt x="476" y="235"/>
                  <a:pt x="477" y="235"/>
                </a:cubicBezTo>
                <a:cubicBezTo>
                  <a:pt x="477" y="235"/>
                  <a:pt x="477" y="235"/>
                  <a:pt x="477" y="236"/>
                </a:cubicBezTo>
                <a:cubicBezTo>
                  <a:pt x="477" y="236"/>
                  <a:pt x="477" y="236"/>
                  <a:pt x="476" y="237"/>
                </a:cubicBezTo>
                <a:cubicBezTo>
                  <a:pt x="476" y="237"/>
                  <a:pt x="476" y="238"/>
                  <a:pt x="476" y="238"/>
                </a:cubicBezTo>
                <a:cubicBezTo>
                  <a:pt x="476" y="240"/>
                  <a:pt x="474" y="240"/>
                  <a:pt x="475" y="242"/>
                </a:cubicBezTo>
                <a:cubicBezTo>
                  <a:pt x="475" y="243"/>
                  <a:pt x="475" y="244"/>
                  <a:pt x="475" y="244"/>
                </a:cubicBezTo>
                <a:cubicBezTo>
                  <a:pt x="473" y="247"/>
                  <a:pt x="475" y="250"/>
                  <a:pt x="475" y="252"/>
                </a:cubicBezTo>
                <a:cubicBezTo>
                  <a:pt x="475" y="253"/>
                  <a:pt x="477" y="254"/>
                  <a:pt x="477" y="255"/>
                </a:cubicBezTo>
                <a:cubicBezTo>
                  <a:pt x="477" y="255"/>
                  <a:pt x="477" y="256"/>
                  <a:pt x="478" y="255"/>
                </a:cubicBezTo>
                <a:cubicBezTo>
                  <a:pt x="478" y="255"/>
                  <a:pt x="478" y="255"/>
                  <a:pt x="478" y="255"/>
                </a:cubicBezTo>
                <a:cubicBezTo>
                  <a:pt x="478" y="253"/>
                  <a:pt x="479" y="252"/>
                  <a:pt x="480" y="251"/>
                </a:cubicBezTo>
                <a:cubicBezTo>
                  <a:pt x="480" y="250"/>
                  <a:pt x="480" y="248"/>
                  <a:pt x="481" y="247"/>
                </a:cubicBezTo>
                <a:cubicBezTo>
                  <a:pt x="482" y="246"/>
                  <a:pt x="484" y="245"/>
                  <a:pt x="483" y="243"/>
                </a:cubicBezTo>
                <a:cubicBezTo>
                  <a:pt x="483" y="241"/>
                  <a:pt x="483" y="239"/>
                  <a:pt x="483" y="237"/>
                </a:cubicBezTo>
                <a:cubicBezTo>
                  <a:pt x="484" y="237"/>
                  <a:pt x="484" y="236"/>
                  <a:pt x="484" y="237"/>
                </a:cubicBezTo>
                <a:cubicBezTo>
                  <a:pt x="484" y="238"/>
                  <a:pt x="484" y="239"/>
                  <a:pt x="485" y="239"/>
                </a:cubicBezTo>
                <a:cubicBezTo>
                  <a:pt x="485" y="240"/>
                  <a:pt x="485" y="241"/>
                  <a:pt x="486" y="241"/>
                </a:cubicBezTo>
                <a:cubicBezTo>
                  <a:pt x="486" y="241"/>
                  <a:pt x="487" y="240"/>
                  <a:pt x="487" y="239"/>
                </a:cubicBezTo>
                <a:cubicBezTo>
                  <a:pt x="487" y="239"/>
                  <a:pt x="487" y="239"/>
                  <a:pt x="487" y="239"/>
                </a:cubicBezTo>
                <a:cubicBezTo>
                  <a:pt x="487" y="239"/>
                  <a:pt x="487" y="238"/>
                  <a:pt x="487" y="238"/>
                </a:cubicBezTo>
                <a:cubicBezTo>
                  <a:pt x="487" y="236"/>
                  <a:pt x="489" y="235"/>
                  <a:pt x="490" y="235"/>
                </a:cubicBezTo>
                <a:cubicBezTo>
                  <a:pt x="493" y="234"/>
                  <a:pt x="495" y="232"/>
                  <a:pt x="497" y="230"/>
                </a:cubicBezTo>
                <a:cubicBezTo>
                  <a:pt x="497" y="230"/>
                  <a:pt x="497" y="230"/>
                  <a:pt x="498" y="230"/>
                </a:cubicBezTo>
                <a:cubicBezTo>
                  <a:pt x="499" y="229"/>
                  <a:pt x="500" y="227"/>
                  <a:pt x="502" y="226"/>
                </a:cubicBezTo>
                <a:cubicBezTo>
                  <a:pt x="502" y="226"/>
                  <a:pt x="502" y="226"/>
                  <a:pt x="502" y="225"/>
                </a:cubicBezTo>
                <a:cubicBezTo>
                  <a:pt x="502" y="224"/>
                  <a:pt x="502" y="222"/>
                  <a:pt x="500" y="221"/>
                </a:cubicBezTo>
                <a:cubicBezTo>
                  <a:pt x="499" y="220"/>
                  <a:pt x="498" y="219"/>
                  <a:pt x="498" y="217"/>
                </a:cubicBezTo>
                <a:cubicBezTo>
                  <a:pt x="497" y="216"/>
                  <a:pt x="497" y="214"/>
                  <a:pt x="497" y="213"/>
                </a:cubicBezTo>
                <a:cubicBezTo>
                  <a:pt x="496" y="212"/>
                  <a:pt x="497" y="210"/>
                  <a:pt x="495" y="210"/>
                </a:cubicBezTo>
                <a:cubicBezTo>
                  <a:pt x="495" y="209"/>
                  <a:pt x="495" y="209"/>
                  <a:pt x="494" y="209"/>
                </a:cubicBezTo>
                <a:cubicBezTo>
                  <a:pt x="494" y="209"/>
                  <a:pt x="494" y="210"/>
                  <a:pt x="494" y="210"/>
                </a:cubicBezTo>
                <a:cubicBezTo>
                  <a:pt x="494" y="211"/>
                  <a:pt x="494" y="211"/>
                  <a:pt x="494" y="212"/>
                </a:cubicBezTo>
                <a:cubicBezTo>
                  <a:pt x="493" y="213"/>
                  <a:pt x="494" y="215"/>
                  <a:pt x="492" y="216"/>
                </a:cubicBezTo>
                <a:cubicBezTo>
                  <a:pt x="492" y="215"/>
                  <a:pt x="491" y="214"/>
                  <a:pt x="492" y="213"/>
                </a:cubicBezTo>
                <a:cubicBezTo>
                  <a:pt x="492" y="212"/>
                  <a:pt x="492" y="212"/>
                  <a:pt x="492" y="211"/>
                </a:cubicBezTo>
                <a:cubicBezTo>
                  <a:pt x="491" y="209"/>
                  <a:pt x="489" y="208"/>
                  <a:pt x="487" y="207"/>
                </a:cubicBezTo>
                <a:cubicBezTo>
                  <a:pt x="487" y="207"/>
                  <a:pt x="486" y="207"/>
                  <a:pt x="486" y="207"/>
                </a:cubicBezTo>
                <a:cubicBezTo>
                  <a:pt x="485" y="208"/>
                  <a:pt x="485" y="209"/>
                  <a:pt x="486" y="210"/>
                </a:cubicBezTo>
                <a:cubicBezTo>
                  <a:pt x="486" y="210"/>
                  <a:pt x="486" y="211"/>
                  <a:pt x="486" y="212"/>
                </a:cubicBezTo>
                <a:cubicBezTo>
                  <a:pt x="485" y="212"/>
                  <a:pt x="485" y="211"/>
                  <a:pt x="485" y="211"/>
                </a:cubicBezTo>
                <a:cubicBezTo>
                  <a:pt x="484" y="210"/>
                  <a:pt x="483" y="210"/>
                  <a:pt x="482" y="211"/>
                </a:cubicBezTo>
                <a:cubicBezTo>
                  <a:pt x="482" y="211"/>
                  <a:pt x="481" y="212"/>
                  <a:pt x="481" y="213"/>
                </a:cubicBezTo>
                <a:cubicBezTo>
                  <a:pt x="481" y="215"/>
                  <a:pt x="480" y="215"/>
                  <a:pt x="479" y="214"/>
                </a:cubicBezTo>
                <a:cubicBezTo>
                  <a:pt x="479" y="214"/>
                  <a:pt x="479" y="213"/>
                  <a:pt x="479" y="213"/>
                </a:cubicBezTo>
                <a:cubicBezTo>
                  <a:pt x="480" y="212"/>
                  <a:pt x="479" y="212"/>
                  <a:pt x="479" y="211"/>
                </a:cubicBezTo>
                <a:cubicBezTo>
                  <a:pt x="480" y="210"/>
                  <a:pt x="481" y="209"/>
                  <a:pt x="482" y="208"/>
                </a:cubicBezTo>
                <a:cubicBezTo>
                  <a:pt x="482" y="207"/>
                  <a:pt x="482" y="207"/>
                  <a:pt x="482" y="206"/>
                </a:cubicBezTo>
                <a:cubicBezTo>
                  <a:pt x="482" y="206"/>
                  <a:pt x="482" y="206"/>
                  <a:pt x="482" y="206"/>
                </a:cubicBezTo>
                <a:cubicBezTo>
                  <a:pt x="482" y="205"/>
                  <a:pt x="482" y="205"/>
                  <a:pt x="482" y="204"/>
                </a:cubicBezTo>
                <a:cubicBezTo>
                  <a:pt x="482" y="204"/>
                  <a:pt x="482" y="204"/>
                  <a:pt x="482" y="204"/>
                </a:cubicBezTo>
                <a:cubicBezTo>
                  <a:pt x="483" y="203"/>
                  <a:pt x="483" y="203"/>
                  <a:pt x="482" y="202"/>
                </a:cubicBezTo>
                <a:cubicBezTo>
                  <a:pt x="483" y="201"/>
                  <a:pt x="482" y="201"/>
                  <a:pt x="483" y="200"/>
                </a:cubicBezTo>
                <a:cubicBezTo>
                  <a:pt x="483" y="199"/>
                  <a:pt x="484" y="197"/>
                  <a:pt x="484" y="195"/>
                </a:cubicBezTo>
                <a:cubicBezTo>
                  <a:pt x="484" y="194"/>
                  <a:pt x="483" y="194"/>
                  <a:pt x="483" y="195"/>
                </a:cubicBezTo>
                <a:cubicBezTo>
                  <a:pt x="482" y="196"/>
                  <a:pt x="482" y="197"/>
                  <a:pt x="480" y="197"/>
                </a:cubicBezTo>
                <a:cubicBezTo>
                  <a:pt x="480" y="198"/>
                  <a:pt x="480" y="198"/>
                  <a:pt x="480" y="198"/>
                </a:cubicBezTo>
                <a:cubicBezTo>
                  <a:pt x="480" y="198"/>
                  <a:pt x="479" y="198"/>
                  <a:pt x="479" y="198"/>
                </a:cubicBezTo>
                <a:cubicBezTo>
                  <a:pt x="479" y="198"/>
                  <a:pt x="479" y="197"/>
                  <a:pt x="480" y="197"/>
                </a:cubicBezTo>
                <a:cubicBezTo>
                  <a:pt x="480" y="197"/>
                  <a:pt x="481" y="196"/>
                  <a:pt x="481" y="195"/>
                </a:cubicBezTo>
                <a:cubicBezTo>
                  <a:pt x="481" y="195"/>
                  <a:pt x="481" y="195"/>
                  <a:pt x="481" y="194"/>
                </a:cubicBezTo>
                <a:cubicBezTo>
                  <a:pt x="484" y="193"/>
                  <a:pt x="483" y="192"/>
                  <a:pt x="482" y="190"/>
                </a:cubicBezTo>
                <a:cubicBezTo>
                  <a:pt x="482" y="189"/>
                  <a:pt x="482" y="187"/>
                  <a:pt x="480" y="186"/>
                </a:cubicBezTo>
                <a:cubicBezTo>
                  <a:pt x="480" y="186"/>
                  <a:pt x="479" y="187"/>
                  <a:pt x="478" y="186"/>
                </a:cubicBezTo>
                <a:cubicBezTo>
                  <a:pt x="478" y="186"/>
                  <a:pt x="477" y="185"/>
                  <a:pt x="477" y="186"/>
                </a:cubicBezTo>
                <a:cubicBezTo>
                  <a:pt x="477" y="187"/>
                  <a:pt x="476" y="187"/>
                  <a:pt x="475" y="187"/>
                </a:cubicBezTo>
                <a:cubicBezTo>
                  <a:pt x="475" y="187"/>
                  <a:pt x="475" y="186"/>
                  <a:pt x="475" y="186"/>
                </a:cubicBezTo>
                <a:cubicBezTo>
                  <a:pt x="475" y="185"/>
                  <a:pt x="474" y="184"/>
                  <a:pt x="474" y="184"/>
                </a:cubicBezTo>
                <a:cubicBezTo>
                  <a:pt x="473" y="183"/>
                  <a:pt x="473" y="183"/>
                  <a:pt x="474" y="183"/>
                </a:cubicBezTo>
                <a:cubicBezTo>
                  <a:pt x="474" y="183"/>
                  <a:pt x="475" y="183"/>
                  <a:pt x="475" y="183"/>
                </a:cubicBezTo>
                <a:cubicBezTo>
                  <a:pt x="476" y="183"/>
                  <a:pt x="477" y="182"/>
                  <a:pt x="478" y="181"/>
                </a:cubicBezTo>
                <a:cubicBezTo>
                  <a:pt x="478" y="180"/>
                  <a:pt x="479" y="179"/>
                  <a:pt x="478" y="177"/>
                </a:cubicBezTo>
                <a:cubicBezTo>
                  <a:pt x="478" y="175"/>
                  <a:pt x="478" y="172"/>
                  <a:pt x="478" y="170"/>
                </a:cubicBezTo>
                <a:cubicBezTo>
                  <a:pt x="478" y="169"/>
                  <a:pt x="478" y="169"/>
                  <a:pt x="477" y="169"/>
                </a:cubicBezTo>
                <a:cubicBezTo>
                  <a:pt x="476" y="170"/>
                  <a:pt x="476" y="169"/>
                  <a:pt x="475" y="169"/>
                </a:cubicBezTo>
                <a:cubicBezTo>
                  <a:pt x="473" y="167"/>
                  <a:pt x="471" y="167"/>
                  <a:pt x="469" y="170"/>
                </a:cubicBezTo>
                <a:cubicBezTo>
                  <a:pt x="469" y="170"/>
                  <a:pt x="469" y="170"/>
                  <a:pt x="468" y="171"/>
                </a:cubicBezTo>
                <a:cubicBezTo>
                  <a:pt x="468" y="171"/>
                  <a:pt x="468" y="171"/>
                  <a:pt x="468" y="172"/>
                </a:cubicBezTo>
                <a:cubicBezTo>
                  <a:pt x="469" y="173"/>
                  <a:pt x="469" y="174"/>
                  <a:pt x="468" y="175"/>
                </a:cubicBezTo>
                <a:cubicBezTo>
                  <a:pt x="468" y="176"/>
                  <a:pt x="468" y="177"/>
                  <a:pt x="468" y="178"/>
                </a:cubicBezTo>
                <a:cubicBezTo>
                  <a:pt x="469" y="179"/>
                  <a:pt x="470" y="180"/>
                  <a:pt x="471" y="180"/>
                </a:cubicBezTo>
                <a:cubicBezTo>
                  <a:pt x="471" y="180"/>
                  <a:pt x="472" y="180"/>
                  <a:pt x="471" y="181"/>
                </a:cubicBezTo>
                <a:cubicBezTo>
                  <a:pt x="471" y="181"/>
                  <a:pt x="471" y="181"/>
                  <a:pt x="471" y="181"/>
                </a:cubicBezTo>
                <a:cubicBezTo>
                  <a:pt x="470" y="181"/>
                  <a:pt x="470" y="182"/>
                  <a:pt x="470" y="182"/>
                </a:cubicBezTo>
                <a:cubicBezTo>
                  <a:pt x="471" y="183"/>
                  <a:pt x="471" y="184"/>
                  <a:pt x="472" y="185"/>
                </a:cubicBezTo>
                <a:cubicBezTo>
                  <a:pt x="472" y="185"/>
                  <a:pt x="472" y="185"/>
                  <a:pt x="472" y="185"/>
                </a:cubicBezTo>
                <a:cubicBezTo>
                  <a:pt x="472" y="186"/>
                  <a:pt x="472" y="185"/>
                  <a:pt x="471" y="185"/>
                </a:cubicBezTo>
                <a:cubicBezTo>
                  <a:pt x="471" y="185"/>
                  <a:pt x="470" y="184"/>
                  <a:pt x="470" y="183"/>
                </a:cubicBezTo>
                <a:cubicBezTo>
                  <a:pt x="469" y="184"/>
                  <a:pt x="470" y="185"/>
                  <a:pt x="470" y="186"/>
                </a:cubicBezTo>
                <a:cubicBezTo>
                  <a:pt x="468" y="185"/>
                  <a:pt x="466" y="183"/>
                  <a:pt x="465" y="181"/>
                </a:cubicBezTo>
                <a:cubicBezTo>
                  <a:pt x="463" y="179"/>
                  <a:pt x="463" y="176"/>
                  <a:pt x="464" y="174"/>
                </a:cubicBezTo>
                <a:cubicBezTo>
                  <a:pt x="464" y="173"/>
                  <a:pt x="464" y="172"/>
                  <a:pt x="465" y="171"/>
                </a:cubicBezTo>
                <a:cubicBezTo>
                  <a:pt x="465" y="171"/>
                  <a:pt x="465" y="170"/>
                  <a:pt x="464" y="170"/>
                </a:cubicBezTo>
                <a:cubicBezTo>
                  <a:pt x="463" y="170"/>
                  <a:pt x="463" y="169"/>
                  <a:pt x="464" y="169"/>
                </a:cubicBezTo>
                <a:cubicBezTo>
                  <a:pt x="465" y="168"/>
                  <a:pt x="465" y="167"/>
                  <a:pt x="465" y="166"/>
                </a:cubicBezTo>
                <a:cubicBezTo>
                  <a:pt x="464" y="165"/>
                  <a:pt x="464" y="164"/>
                  <a:pt x="463" y="163"/>
                </a:cubicBezTo>
                <a:cubicBezTo>
                  <a:pt x="463" y="162"/>
                  <a:pt x="461" y="161"/>
                  <a:pt x="460" y="162"/>
                </a:cubicBezTo>
                <a:cubicBezTo>
                  <a:pt x="459" y="162"/>
                  <a:pt x="458" y="163"/>
                  <a:pt x="459" y="165"/>
                </a:cubicBezTo>
                <a:cubicBezTo>
                  <a:pt x="459" y="165"/>
                  <a:pt x="459" y="165"/>
                  <a:pt x="459" y="166"/>
                </a:cubicBezTo>
                <a:cubicBezTo>
                  <a:pt x="458" y="165"/>
                  <a:pt x="459" y="165"/>
                  <a:pt x="458" y="164"/>
                </a:cubicBezTo>
                <a:cubicBezTo>
                  <a:pt x="457" y="164"/>
                  <a:pt x="456" y="164"/>
                  <a:pt x="456" y="163"/>
                </a:cubicBezTo>
                <a:cubicBezTo>
                  <a:pt x="456" y="162"/>
                  <a:pt x="456" y="162"/>
                  <a:pt x="455" y="162"/>
                </a:cubicBezTo>
                <a:cubicBezTo>
                  <a:pt x="454" y="161"/>
                  <a:pt x="452" y="160"/>
                  <a:pt x="451" y="161"/>
                </a:cubicBezTo>
                <a:cubicBezTo>
                  <a:pt x="449" y="161"/>
                  <a:pt x="450" y="160"/>
                  <a:pt x="450" y="159"/>
                </a:cubicBezTo>
                <a:cubicBezTo>
                  <a:pt x="452" y="156"/>
                  <a:pt x="451" y="154"/>
                  <a:pt x="448" y="152"/>
                </a:cubicBezTo>
                <a:cubicBezTo>
                  <a:pt x="447" y="151"/>
                  <a:pt x="446" y="150"/>
                  <a:pt x="446" y="149"/>
                </a:cubicBezTo>
                <a:cubicBezTo>
                  <a:pt x="447" y="147"/>
                  <a:pt x="446" y="146"/>
                  <a:pt x="445" y="145"/>
                </a:cubicBezTo>
                <a:cubicBezTo>
                  <a:pt x="444" y="142"/>
                  <a:pt x="443" y="140"/>
                  <a:pt x="443" y="137"/>
                </a:cubicBezTo>
                <a:cubicBezTo>
                  <a:pt x="443" y="136"/>
                  <a:pt x="442" y="135"/>
                  <a:pt x="441" y="134"/>
                </a:cubicBezTo>
                <a:cubicBezTo>
                  <a:pt x="441" y="134"/>
                  <a:pt x="439" y="133"/>
                  <a:pt x="441" y="132"/>
                </a:cubicBezTo>
                <a:cubicBezTo>
                  <a:pt x="441" y="132"/>
                  <a:pt x="441" y="131"/>
                  <a:pt x="441" y="131"/>
                </a:cubicBezTo>
                <a:cubicBezTo>
                  <a:pt x="441" y="129"/>
                  <a:pt x="440" y="127"/>
                  <a:pt x="439" y="125"/>
                </a:cubicBezTo>
                <a:cubicBezTo>
                  <a:pt x="438" y="123"/>
                  <a:pt x="436" y="121"/>
                  <a:pt x="434" y="121"/>
                </a:cubicBezTo>
                <a:cubicBezTo>
                  <a:pt x="434" y="120"/>
                  <a:pt x="433" y="120"/>
                  <a:pt x="433" y="120"/>
                </a:cubicBezTo>
                <a:cubicBezTo>
                  <a:pt x="431" y="118"/>
                  <a:pt x="430" y="117"/>
                  <a:pt x="428" y="115"/>
                </a:cubicBezTo>
                <a:cubicBezTo>
                  <a:pt x="427" y="115"/>
                  <a:pt x="426" y="114"/>
                  <a:pt x="426" y="115"/>
                </a:cubicBezTo>
                <a:cubicBezTo>
                  <a:pt x="425" y="115"/>
                  <a:pt x="426" y="116"/>
                  <a:pt x="426" y="117"/>
                </a:cubicBezTo>
                <a:cubicBezTo>
                  <a:pt x="426" y="117"/>
                  <a:pt x="426" y="117"/>
                  <a:pt x="426" y="118"/>
                </a:cubicBezTo>
                <a:cubicBezTo>
                  <a:pt x="425" y="118"/>
                  <a:pt x="425" y="118"/>
                  <a:pt x="425" y="117"/>
                </a:cubicBezTo>
                <a:cubicBezTo>
                  <a:pt x="424" y="117"/>
                  <a:pt x="423" y="116"/>
                  <a:pt x="422" y="116"/>
                </a:cubicBezTo>
                <a:cubicBezTo>
                  <a:pt x="421" y="115"/>
                  <a:pt x="420" y="115"/>
                  <a:pt x="420" y="116"/>
                </a:cubicBezTo>
                <a:cubicBezTo>
                  <a:pt x="420" y="117"/>
                  <a:pt x="418" y="118"/>
                  <a:pt x="418" y="120"/>
                </a:cubicBezTo>
                <a:cubicBezTo>
                  <a:pt x="417" y="121"/>
                  <a:pt x="418" y="123"/>
                  <a:pt x="419" y="123"/>
                </a:cubicBezTo>
                <a:cubicBezTo>
                  <a:pt x="421" y="124"/>
                  <a:pt x="423" y="125"/>
                  <a:pt x="425" y="124"/>
                </a:cubicBezTo>
                <a:cubicBezTo>
                  <a:pt x="425" y="124"/>
                  <a:pt x="426" y="124"/>
                  <a:pt x="426" y="124"/>
                </a:cubicBezTo>
                <a:cubicBezTo>
                  <a:pt x="428" y="124"/>
                  <a:pt x="428" y="126"/>
                  <a:pt x="429" y="126"/>
                </a:cubicBezTo>
                <a:cubicBezTo>
                  <a:pt x="430" y="126"/>
                  <a:pt x="430" y="127"/>
                  <a:pt x="430" y="127"/>
                </a:cubicBezTo>
                <a:cubicBezTo>
                  <a:pt x="429" y="127"/>
                  <a:pt x="429" y="128"/>
                  <a:pt x="429" y="128"/>
                </a:cubicBezTo>
                <a:cubicBezTo>
                  <a:pt x="429" y="130"/>
                  <a:pt x="428" y="131"/>
                  <a:pt x="427" y="132"/>
                </a:cubicBezTo>
                <a:cubicBezTo>
                  <a:pt x="425" y="132"/>
                  <a:pt x="424" y="132"/>
                  <a:pt x="423" y="131"/>
                </a:cubicBezTo>
                <a:cubicBezTo>
                  <a:pt x="423" y="130"/>
                  <a:pt x="422" y="130"/>
                  <a:pt x="422" y="131"/>
                </a:cubicBezTo>
                <a:cubicBezTo>
                  <a:pt x="421" y="131"/>
                  <a:pt x="420" y="131"/>
                  <a:pt x="420" y="130"/>
                </a:cubicBezTo>
                <a:cubicBezTo>
                  <a:pt x="419" y="130"/>
                  <a:pt x="419" y="129"/>
                  <a:pt x="418" y="130"/>
                </a:cubicBezTo>
                <a:cubicBezTo>
                  <a:pt x="418" y="130"/>
                  <a:pt x="418" y="131"/>
                  <a:pt x="418" y="132"/>
                </a:cubicBezTo>
                <a:cubicBezTo>
                  <a:pt x="419" y="132"/>
                  <a:pt x="420" y="133"/>
                  <a:pt x="421" y="133"/>
                </a:cubicBezTo>
                <a:cubicBezTo>
                  <a:pt x="422" y="133"/>
                  <a:pt x="422" y="134"/>
                  <a:pt x="421" y="134"/>
                </a:cubicBezTo>
                <a:cubicBezTo>
                  <a:pt x="421" y="135"/>
                  <a:pt x="420" y="136"/>
                  <a:pt x="419" y="136"/>
                </a:cubicBezTo>
                <a:cubicBezTo>
                  <a:pt x="418" y="136"/>
                  <a:pt x="418" y="135"/>
                  <a:pt x="418" y="136"/>
                </a:cubicBezTo>
                <a:cubicBezTo>
                  <a:pt x="418" y="137"/>
                  <a:pt x="418" y="138"/>
                  <a:pt x="417" y="137"/>
                </a:cubicBezTo>
                <a:cubicBezTo>
                  <a:pt x="417" y="137"/>
                  <a:pt x="417" y="137"/>
                  <a:pt x="417" y="136"/>
                </a:cubicBezTo>
                <a:cubicBezTo>
                  <a:pt x="417" y="135"/>
                  <a:pt x="416" y="134"/>
                  <a:pt x="416" y="134"/>
                </a:cubicBezTo>
                <a:cubicBezTo>
                  <a:pt x="415" y="133"/>
                  <a:pt x="414" y="132"/>
                  <a:pt x="412" y="134"/>
                </a:cubicBezTo>
                <a:cubicBezTo>
                  <a:pt x="411" y="135"/>
                  <a:pt x="410" y="136"/>
                  <a:pt x="409" y="139"/>
                </a:cubicBezTo>
                <a:cubicBezTo>
                  <a:pt x="409" y="139"/>
                  <a:pt x="409" y="139"/>
                  <a:pt x="409" y="140"/>
                </a:cubicBezTo>
                <a:cubicBezTo>
                  <a:pt x="408" y="141"/>
                  <a:pt x="408" y="142"/>
                  <a:pt x="410" y="142"/>
                </a:cubicBezTo>
                <a:cubicBezTo>
                  <a:pt x="410" y="142"/>
                  <a:pt x="411" y="142"/>
                  <a:pt x="411" y="142"/>
                </a:cubicBezTo>
                <a:cubicBezTo>
                  <a:pt x="411" y="143"/>
                  <a:pt x="410" y="144"/>
                  <a:pt x="409" y="144"/>
                </a:cubicBezTo>
                <a:cubicBezTo>
                  <a:pt x="408" y="144"/>
                  <a:pt x="408" y="144"/>
                  <a:pt x="408" y="145"/>
                </a:cubicBezTo>
                <a:cubicBezTo>
                  <a:pt x="407" y="146"/>
                  <a:pt x="408" y="146"/>
                  <a:pt x="408" y="147"/>
                </a:cubicBezTo>
                <a:cubicBezTo>
                  <a:pt x="409" y="148"/>
                  <a:pt x="410" y="147"/>
                  <a:pt x="411" y="147"/>
                </a:cubicBezTo>
                <a:cubicBezTo>
                  <a:pt x="412" y="148"/>
                  <a:pt x="412" y="146"/>
                  <a:pt x="413" y="146"/>
                </a:cubicBezTo>
                <a:cubicBezTo>
                  <a:pt x="413" y="146"/>
                  <a:pt x="413" y="147"/>
                  <a:pt x="413" y="147"/>
                </a:cubicBezTo>
                <a:cubicBezTo>
                  <a:pt x="412" y="148"/>
                  <a:pt x="412" y="148"/>
                  <a:pt x="413" y="150"/>
                </a:cubicBezTo>
                <a:cubicBezTo>
                  <a:pt x="414" y="151"/>
                  <a:pt x="414" y="151"/>
                  <a:pt x="414" y="151"/>
                </a:cubicBezTo>
                <a:cubicBezTo>
                  <a:pt x="415" y="150"/>
                  <a:pt x="417" y="152"/>
                  <a:pt x="417" y="150"/>
                </a:cubicBezTo>
                <a:cubicBezTo>
                  <a:pt x="418" y="150"/>
                  <a:pt x="418" y="150"/>
                  <a:pt x="418" y="151"/>
                </a:cubicBezTo>
                <a:cubicBezTo>
                  <a:pt x="418" y="152"/>
                  <a:pt x="419" y="151"/>
                  <a:pt x="420" y="152"/>
                </a:cubicBezTo>
                <a:cubicBezTo>
                  <a:pt x="420" y="153"/>
                  <a:pt x="419" y="153"/>
                  <a:pt x="418" y="153"/>
                </a:cubicBezTo>
                <a:cubicBezTo>
                  <a:pt x="417" y="152"/>
                  <a:pt x="416" y="152"/>
                  <a:pt x="415" y="154"/>
                </a:cubicBezTo>
                <a:cubicBezTo>
                  <a:pt x="415" y="155"/>
                  <a:pt x="415" y="156"/>
                  <a:pt x="416" y="158"/>
                </a:cubicBezTo>
                <a:cubicBezTo>
                  <a:pt x="416" y="158"/>
                  <a:pt x="416" y="158"/>
                  <a:pt x="416" y="158"/>
                </a:cubicBezTo>
                <a:cubicBezTo>
                  <a:pt x="418" y="157"/>
                  <a:pt x="419" y="158"/>
                  <a:pt x="420" y="158"/>
                </a:cubicBezTo>
                <a:cubicBezTo>
                  <a:pt x="420" y="159"/>
                  <a:pt x="421" y="159"/>
                  <a:pt x="421" y="159"/>
                </a:cubicBezTo>
                <a:cubicBezTo>
                  <a:pt x="421" y="159"/>
                  <a:pt x="422" y="159"/>
                  <a:pt x="422" y="160"/>
                </a:cubicBezTo>
                <a:cubicBezTo>
                  <a:pt x="422" y="160"/>
                  <a:pt x="422" y="161"/>
                  <a:pt x="422" y="161"/>
                </a:cubicBezTo>
                <a:cubicBezTo>
                  <a:pt x="422" y="162"/>
                  <a:pt x="422" y="162"/>
                  <a:pt x="421" y="162"/>
                </a:cubicBezTo>
                <a:cubicBezTo>
                  <a:pt x="421" y="162"/>
                  <a:pt x="421" y="161"/>
                  <a:pt x="421" y="161"/>
                </a:cubicBezTo>
                <a:cubicBezTo>
                  <a:pt x="420" y="160"/>
                  <a:pt x="419" y="161"/>
                  <a:pt x="418" y="161"/>
                </a:cubicBezTo>
                <a:cubicBezTo>
                  <a:pt x="416" y="160"/>
                  <a:pt x="414" y="161"/>
                  <a:pt x="413" y="159"/>
                </a:cubicBezTo>
                <a:cubicBezTo>
                  <a:pt x="412" y="158"/>
                  <a:pt x="411" y="158"/>
                  <a:pt x="409" y="158"/>
                </a:cubicBezTo>
                <a:cubicBezTo>
                  <a:pt x="407" y="159"/>
                  <a:pt x="405" y="159"/>
                  <a:pt x="403" y="159"/>
                </a:cubicBezTo>
                <a:cubicBezTo>
                  <a:pt x="403" y="159"/>
                  <a:pt x="403" y="160"/>
                  <a:pt x="403" y="160"/>
                </a:cubicBezTo>
                <a:cubicBezTo>
                  <a:pt x="405" y="161"/>
                  <a:pt x="403" y="162"/>
                  <a:pt x="403" y="163"/>
                </a:cubicBezTo>
                <a:cubicBezTo>
                  <a:pt x="403" y="163"/>
                  <a:pt x="402" y="163"/>
                  <a:pt x="402" y="164"/>
                </a:cubicBezTo>
                <a:cubicBezTo>
                  <a:pt x="402" y="164"/>
                  <a:pt x="403" y="164"/>
                  <a:pt x="403" y="165"/>
                </a:cubicBezTo>
                <a:cubicBezTo>
                  <a:pt x="404" y="165"/>
                  <a:pt x="405" y="166"/>
                  <a:pt x="405" y="167"/>
                </a:cubicBezTo>
                <a:cubicBezTo>
                  <a:pt x="405" y="168"/>
                  <a:pt x="406" y="169"/>
                  <a:pt x="407" y="169"/>
                </a:cubicBezTo>
                <a:cubicBezTo>
                  <a:pt x="407" y="169"/>
                  <a:pt x="408" y="169"/>
                  <a:pt x="408" y="170"/>
                </a:cubicBezTo>
                <a:cubicBezTo>
                  <a:pt x="408" y="171"/>
                  <a:pt x="407" y="170"/>
                  <a:pt x="407" y="171"/>
                </a:cubicBezTo>
                <a:cubicBezTo>
                  <a:pt x="407" y="172"/>
                  <a:pt x="406" y="172"/>
                  <a:pt x="406" y="171"/>
                </a:cubicBezTo>
                <a:cubicBezTo>
                  <a:pt x="406" y="170"/>
                  <a:pt x="405" y="170"/>
                  <a:pt x="404" y="170"/>
                </a:cubicBezTo>
                <a:cubicBezTo>
                  <a:pt x="403" y="169"/>
                  <a:pt x="401" y="169"/>
                  <a:pt x="401" y="170"/>
                </a:cubicBezTo>
                <a:cubicBezTo>
                  <a:pt x="400" y="172"/>
                  <a:pt x="399" y="171"/>
                  <a:pt x="398" y="171"/>
                </a:cubicBezTo>
                <a:cubicBezTo>
                  <a:pt x="397" y="171"/>
                  <a:pt x="397" y="170"/>
                  <a:pt x="397" y="171"/>
                </a:cubicBezTo>
                <a:cubicBezTo>
                  <a:pt x="397" y="171"/>
                  <a:pt x="396" y="172"/>
                  <a:pt x="397" y="172"/>
                </a:cubicBezTo>
                <a:close/>
                <a:moveTo>
                  <a:pt x="195" y="358"/>
                </a:moveTo>
                <a:cubicBezTo>
                  <a:pt x="195" y="359"/>
                  <a:pt x="196" y="360"/>
                  <a:pt x="197" y="359"/>
                </a:cubicBezTo>
                <a:cubicBezTo>
                  <a:pt x="198" y="359"/>
                  <a:pt x="199" y="357"/>
                  <a:pt x="198" y="355"/>
                </a:cubicBezTo>
                <a:cubicBezTo>
                  <a:pt x="198" y="354"/>
                  <a:pt x="198" y="354"/>
                  <a:pt x="198" y="353"/>
                </a:cubicBezTo>
                <a:cubicBezTo>
                  <a:pt x="202" y="352"/>
                  <a:pt x="202" y="352"/>
                  <a:pt x="201" y="349"/>
                </a:cubicBezTo>
                <a:cubicBezTo>
                  <a:pt x="201" y="348"/>
                  <a:pt x="202" y="346"/>
                  <a:pt x="199" y="346"/>
                </a:cubicBezTo>
                <a:cubicBezTo>
                  <a:pt x="199" y="346"/>
                  <a:pt x="199" y="345"/>
                  <a:pt x="198" y="345"/>
                </a:cubicBezTo>
                <a:cubicBezTo>
                  <a:pt x="198" y="344"/>
                  <a:pt x="198" y="344"/>
                  <a:pt x="198" y="343"/>
                </a:cubicBezTo>
                <a:cubicBezTo>
                  <a:pt x="199" y="343"/>
                  <a:pt x="200" y="343"/>
                  <a:pt x="200" y="343"/>
                </a:cubicBezTo>
                <a:cubicBezTo>
                  <a:pt x="201" y="344"/>
                  <a:pt x="202" y="345"/>
                  <a:pt x="202" y="343"/>
                </a:cubicBezTo>
                <a:cubicBezTo>
                  <a:pt x="202" y="343"/>
                  <a:pt x="203" y="343"/>
                  <a:pt x="203" y="342"/>
                </a:cubicBezTo>
                <a:cubicBezTo>
                  <a:pt x="204" y="342"/>
                  <a:pt x="204" y="339"/>
                  <a:pt x="203" y="338"/>
                </a:cubicBezTo>
                <a:cubicBezTo>
                  <a:pt x="203" y="338"/>
                  <a:pt x="202" y="337"/>
                  <a:pt x="202" y="336"/>
                </a:cubicBezTo>
                <a:cubicBezTo>
                  <a:pt x="203" y="335"/>
                  <a:pt x="203" y="336"/>
                  <a:pt x="204" y="336"/>
                </a:cubicBezTo>
                <a:cubicBezTo>
                  <a:pt x="204" y="336"/>
                  <a:pt x="204" y="335"/>
                  <a:pt x="204" y="335"/>
                </a:cubicBezTo>
                <a:cubicBezTo>
                  <a:pt x="204" y="334"/>
                  <a:pt x="203" y="334"/>
                  <a:pt x="204" y="334"/>
                </a:cubicBezTo>
                <a:cubicBezTo>
                  <a:pt x="205" y="333"/>
                  <a:pt x="205" y="334"/>
                  <a:pt x="205" y="334"/>
                </a:cubicBezTo>
                <a:cubicBezTo>
                  <a:pt x="206" y="335"/>
                  <a:pt x="207" y="334"/>
                  <a:pt x="207" y="333"/>
                </a:cubicBezTo>
                <a:cubicBezTo>
                  <a:pt x="208" y="333"/>
                  <a:pt x="207" y="332"/>
                  <a:pt x="208" y="332"/>
                </a:cubicBezTo>
                <a:cubicBezTo>
                  <a:pt x="209" y="332"/>
                  <a:pt x="209" y="333"/>
                  <a:pt x="209" y="333"/>
                </a:cubicBezTo>
                <a:cubicBezTo>
                  <a:pt x="209" y="334"/>
                  <a:pt x="209" y="335"/>
                  <a:pt x="209" y="336"/>
                </a:cubicBezTo>
                <a:cubicBezTo>
                  <a:pt x="208" y="337"/>
                  <a:pt x="207" y="338"/>
                  <a:pt x="207" y="340"/>
                </a:cubicBezTo>
                <a:cubicBezTo>
                  <a:pt x="207" y="341"/>
                  <a:pt x="208" y="343"/>
                  <a:pt x="206" y="345"/>
                </a:cubicBezTo>
                <a:cubicBezTo>
                  <a:pt x="206" y="345"/>
                  <a:pt x="206" y="345"/>
                  <a:pt x="206" y="346"/>
                </a:cubicBezTo>
                <a:cubicBezTo>
                  <a:pt x="206" y="348"/>
                  <a:pt x="208" y="349"/>
                  <a:pt x="208" y="351"/>
                </a:cubicBezTo>
                <a:cubicBezTo>
                  <a:pt x="208" y="351"/>
                  <a:pt x="209" y="351"/>
                  <a:pt x="209" y="351"/>
                </a:cubicBezTo>
                <a:cubicBezTo>
                  <a:pt x="210" y="351"/>
                  <a:pt x="210" y="351"/>
                  <a:pt x="210" y="352"/>
                </a:cubicBezTo>
                <a:cubicBezTo>
                  <a:pt x="210" y="353"/>
                  <a:pt x="212" y="353"/>
                  <a:pt x="213" y="353"/>
                </a:cubicBezTo>
                <a:cubicBezTo>
                  <a:pt x="213" y="353"/>
                  <a:pt x="215" y="352"/>
                  <a:pt x="215" y="351"/>
                </a:cubicBezTo>
                <a:cubicBezTo>
                  <a:pt x="217" y="349"/>
                  <a:pt x="216" y="347"/>
                  <a:pt x="215" y="346"/>
                </a:cubicBezTo>
                <a:cubicBezTo>
                  <a:pt x="215" y="344"/>
                  <a:pt x="214" y="343"/>
                  <a:pt x="215" y="343"/>
                </a:cubicBezTo>
                <a:cubicBezTo>
                  <a:pt x="217" y="342"/>
                  <a:pt x="218" y="341"/>
                  <a:pt x="219" y="342"/>
                </a:cubicBezTo>
                <a:cubicBezTo>
                  <a:pt x="221" y="342"/>
                  <a:pt x="222" y="341"/>
                  <a:pt x="223" y="340"/>
                </a:cubicBezTo>
                <a:cubicBezTo>
                  <a:pt x="224" y="339"/>
                  <a:pt x="224" y="337"/>
                  <a:pt x="225" y="337"/>
                </a:cubicBezTo>
                <a:cubicBezTo>
                  <a:pt x="225" y="335"/>
                  <a:pt x="225" y="332"/>
                  <a:pt x="223" y="331"/>
                </a:cubicBezTo>
                <a:cubicBezTo>
                  <a:pt x="222" y="330"/>
                  <a:pt x="222" y="329"/>
                  <a:pt x="221" y="328"/>
                </a:cubicBezTo>
                <a:cubicBezTo>
                  <a:pt x="221" y="328"/>
                  <a:pt x="221" y="327"/>
                  <a:pt x="221" y="327"/>
                </a:cubicBezTo>
                <a:cubicBezTo>
                  <a:pt x="222" y="327"/>
                  <a:pt x="222" y="327"/>
                  <a:pt x="222" y="327"/>
                </a:cubicBezTo>
                <a:cubicBezTo>
                  <a:pt x="223" y="328"/>
                  <a:pt x="223" y="328"/>
                  <a:pt x="224" y="329"/>
                </a:cubicBezTo>
                <a:cubicBezTo>
                  <a:pt x="225" y="329"/>
                  <a:pt x="226" y="329"/>
                  <a:pt x="227" y="328"/>
                </a:cubicBezTo>
                <a:cubicBezTo>
                  <a:pt x="227" y="327"/>
                  <a:pt x="226" y="326"/>
                  <a:pt x="226" y="326"/>
                </a:cubicBezTo>
                <a:cubicBezTo>
                  <a:pt x="224" y="324"/>
                  <a:pt x="222" y="324"/>
                  <a:pt x="222" y="321"/>
                </a:cubicBezTo>
                <a:cubicBezTo>
                  <a:pt x="222" y="321"/>
                  <a:pt x="221" y="321"/>
                  <a:pt x="221" y="321"/>
                </a:cubicBezTo>
                <a:cubicBezTo>
                  <a:pt x="221" y="320"/>
                  <a:pt x="222" y="317"/>
                  <a:pt x="223" y="317"/>
                </a:cubicBezTo>
                <a:cubicBezTo>
                  <a:pt x="224" y="317"/>
                  <a:pt x="224" y="317"/>
                  <a:pt x="225" y="316"/>
                </a:cubicBezTo>
                <a:cubicBezTo>
                  <a:pt x="225" y="315"/>
                  <a:pt x="226" y="315"/>
                  <a:pt x="227" y="314"/>
                </a:cubicBezTo>
                <a:cubicBezTo>
                  <a:pt x="229" y="314"/>
                  <a:pt x="229" y="313"/>
                  <a:pt x="229" y="312"/>
                </a:cubicBezTo>
                <a:cubicBezTo>
                  <a:pt x="229" y="309"/>
                  <a:pt x="226" y="307"/>
                  <a:pt x="224" y="307"/>
                </a:cubicBezTo>
                <a:cubicBezTo>
                  <a:pt x="223" y="307"/>
                  <a:pt x="223" y="307"/>
                  <a:pt x="223" y="306"/>
                </a:cubicBezTo>
                <a:cubicBezTo>
                  <a:pt x="224" y="305"/>
                  <a:pt x="223" y="304"/>
                  <a:pt x="223" y="304"/>
                </a:cubicBezTo>
                <a:cubicBezTo>
                  <a:pt x="222" y="304"/>
                  <a:pt x="221" y="304"/>
                  <a:pt x="221" y="303"/>
                </a:cubicBezTo>
                <a:cubicBezTo>
                  <a:pt x="220" y="303"/>
                  <a:pt x="219" y="303"/>
                  <a:pt x="218" y="303"/>
                </a:cubicBezTo>
                <a:cubicBezTo>
                  <a:pt x="217" y="303"/>
                  <a:pt x="218" y="304"/>
                  <a:pt x="218" y="305"/>
                </a:cubicBezTo>
                <a:cubicBezTo>
                  <a:pt x="217" y="305"/>
                  <a:pt x="217" y="306"/>
                  <a:pt x="216" y="306"/>
                </a:cubicBezTo>
                <a:cubicBezTo>
                  <a:pt x="216" y="306"/>
                  <a:pt x="215" y="306"/>
                  <a:pt x="215" y="307"/>
                </a:cubicBezTo>
                <a:cubicBezTo>
                  <a:pt x="215" y="307"/>
                  <a:pt x="215" y="307"/>
                  <a:pt x="216" y="307"/>
                </a:cubicBezTo>
                <a:cubicBezTo>
                  <a:pt x="216" y="308"/>
                  <a:pt x="216" y="308"/>
                  <a:pt x="216" y="308"/>
                </a:cubicBezTo>
                <a:cubicBezTo>
                  <a:pt x="216" y="309"/>
                  <a:pt x="216" y="309"/>
                  <a:pt x="217" y="309"/>
                </a:cubicBezTo>
                <a:cubicBezTo>
                  <a:pt x="217" y="309"/>
                  <a:pt x="218" y="309"/>
                  <a:pt x="219" y="309"/>
                </a:cubicBezTo>
                <a:cubicBezTo>
                  <a:pt x="219" y="310"/>
                  <a:pt x="218" y="310"/>
                  <a:pt x="218" y="311"/>
                </a:cubicBezTo>
                <a:cubicBezTo>
                  <a:pt x="218" y="311"/>
                  <a:pt x="218" y="311"/>
                  <a:pt x="218" y="312"/>
                </a:cubicBezTo>
                <a:cubicBezTo>
                  <a:pt x="217" y="313"/>
                  <a:pt x="217" y="312"/>
                  <a:pt x="216" y="312"/>
                </a:cubicBezTo>
                <a:cubicBezTo>
                  <a:pt x="216" y="311"/>
                  <a:pt x="215" y="311"/>
                  <a:pt x="214" y="310"/>
                </a:cubicBezTo>
                <a:cubicBezTo>
                  <a:pt x="214" y="311"/>
                  <a:pt x="215" y="311"/>
                  <a:pt x="215" y="312"/>
                </a:cubicBezTo>
                <a:cubicBezTo>
                  <a:pt x="215" y="312"/>
                  <a:pt x="216" y="312"/>
                  <a:pt x="215" y="313"/>
                </a:cubicBezTo>
                <a:cubicBezTo>
                  <a:pt x="215" y="313"/>
                  <a:pt x="214" y="313"/>
                  <a:pt x="214" y="313"/>
                </a:cubicBezTo>
                <a:cubicBezTo>
                  <a:pt x="214" y="313"/>
                  <a:pt x="213" y="313"/>
                  <a:pt x="213" y="313"/>
                </a:cubicBezTo>
                <a:cubicBezTo>
                  <a:pt x="211" y="312"/>
                  <a:pt x="209" y="311"/>
                  <a:pt x="207" y="310"/>
                </a:cubicBezTo>
                <a:cubicBezTo>
                  <a:pt x="206" y="310"/>
                  <a:pt x="204" y="311"/>
                  <a:pt x="203" y="311"/>
                </a:cubicBezTo>
                <a:cubicBezTo>
                  <a:pt x="203" y="311"/>
                  <a:pt x="202" y="311"/>
                  <a:pt x="202" y="311"/>
                </a:cubicBezTo>
                <a:cubicBezTo>
                  <a:pt x="201" y="310"/>
                  <a:pt x="200" y="310"/>
                  <a:pt x="200" y="311"/>
                </a:cubicBezTo>
                <a:cubicBezTo>
                  <a:pt x="199" y="311"/>
                  <a:pt x="198" y="311"/>
                  <a:pt x="199" y="312"/>
                </a:cubicBezTo>
                <a:cubicBezTo>
                  <a:pt x="199" y="313"/>
                  <a:pt x="199" y="313"/>
                  <a:pt x="198" y="313"/>
                </a:cubicBezTo>
                <a:cubicBezTo>
                  <a:pt x="198" y="314"/>
                  <a:pt x="198" y="313"/>
                  <a:pt x="198" y="313"/>
                </a:cubicBezTo>
                <a:cubicBezTo>
                  <a:pt x="197" y="312"/>
                  <a:pt x="196" y="312"/>
                  <a:pt x="196" y="313"/>
                </a:cubicBezTo>
                <a:cubicBezTo>
                  <a:pt x="195" y="314"/>
                  <a:pt x="195" y="315"/>
                  <a:pt x="195" y="316"/>
                </a:cubicBezTo>
                <a:cubicBezTo>
                  <a:pt x="195" y="317"/>
                  <a:pt x="195" y="318"/>
                  <a:pt x="194" y="318"/>
                </a:cubicBezTo>
                <a:cubicBezTo>
                  <a:pt x="193" y="319"/>
                  <a:pt x="192" y="320"/>
                  <a:pt x="191" y="321"/>
                </a:cubicBezTo>
                <a:cubicBezTo>
                  <a:pt x="191" y="321"/>
                  <a:pt x="190" y="322"/>
                  <a:pt x="190" y="322"/>
                </a:cubicBezTo>
                <a:cubicBezTo>
                  <a:pt x="190" y="323"/>
                  <a:pt x="189" y="324"/>
                  <a:pt x="189" y="325"/>
                </a:cubicBezTo>
                <a:cubicBezTo>
                  <a:pt x="188" y="326"/>
                  <a:pt x="188" y="328"/>
                  <a:pt x="187" y="328"/>
                </a:cubicBezTo>
                <a:cubicBezTo>
                  <a:pt x="185" y="329"/>
                  <a:pt x="186" y="330"/>
                  <a:pt x="186" y="331"/>
                </a:cubicBezTo>
                <a:cubicBezTo>
                  <a:pt x="185" y="334"/>
                  <a:pt x="182" y="335"/>
                  <a:pt x="183" y="337"/>
                </a:cubicBezTo>
                <a:cubicBezTo>
                  <a:pt x="182" y="337"/>
                  <a:pt x="182" y="335"/>
                  <a:pt x="181" y="336"/>
                </a:cubicBezTo>
                <a:cubicBezTo>
                  <a:pt x="180" y="337"/>
                  <a:pt x="179" y="338"/>
                  <a:pt x="180" y="339"/>
                </a:cubicBezTo>
                <a:cubicBezTo>
                  <a:pt x="179" y="338"/>
                  <a:pt x="180" y="337"/>
                  <a:pt x="179" y="337"/>
                </a:cubicBezTo>
                <a:cubicBezTo>
                  <a:pt x="178" y="337"/>
                  <a:pt x="177" y="338"/>
                  <a:pt x="178" y="339"/>
                </a:cubicBezTo>
                <a:cubicBezTo>
                  <a:pt x="178" y="340"/>
                  <a:pt x="178" y="340"/>
                  <a:pt x="178" y="340"/>
                </a:cubicBezTo>
                <a:cubicBezTo>
                  <a:pt x="177" y="341"/>
                  <a:pt x="177" y="343"/>
                  <a:pt x="176" y="344"/>
                </a:cubicBezTo>
                <a:cubicBezTo>
                  <a:pt x="176" y="346"/>
                  <a:pt x="175" y="347"/>
                  <a:pt x="173" y="347"/>
                </a:cubicBezTo>
                <a:cubicBezTo>
                  <a:pt x="172" y="347"/>
                  <a:pt x="170" y="347"/>
                  <a:pt x="169" y="348"/>
                </a:cubicBezTo>
                <a:cubicBezTo>
                  <a:pt x="167" y="348"/>
                  <a:pt x="165" y="350"/>
                  <a:pt x="165" y="353"/>
                </a:cubicBezTo>
                <a:cubicBezTo>
                  <a:pt x="165" y="354"/>
                  <a:pt x="165" y="354"/>
                  <a:pt x="164" y="355"/>
                </a:cubicBezTo>
                <a:cubicBezTo>
                  <a:pt x="163" y="356"/>
                  <a:pt x="163" y="358"/>
                  <a:pt x="162" y="359"/>
                </a:cubicBezTo>
                <a:cubicBezTo>
                  <a:pt x="163" y="358"/>
                  <a:pt x="164" y="357"/>
                  <a:pt x="165" y="357"/>
                </a:cubicBezTo>
                <a:cubicBezTo>
                  <a:pt x="165" y="357"/>
                  <a:pt x="166" y="357"/>
                  <a:pt x="166" y="357"/>
                </a:cubicBezTo>
                <a:cubicBezTo>
                  <a:pt x="166" y="357"/>
                  <a:pt x="167" y="358"/>
                  <a:pt x="166" y="358"/>
                </a:cubicBezTo>
                <a:cubicBezTo>
                  <a:pt x="166" y="358"/>
                  <a:pt x="165" y="359"/>
                  <a:pt x="166" y="359"/>
                </a:cubicBezTo>
                <a:cubicBezTo>
                  <a:pt x="167" y="359"/>
                  <a:pt x="167" y="359"/>
                  <a:pt x="167" y="360"/>
                </a:cubicBezTo>
                <a:cubicBezTo>
                  <a:pt x="166" y="361"/>
                  <a:pt x="166" y="362"/>
                  <a:pt x="165" y="363"/>
                </a:cubicBezTo>
                <a:cubicBezTo>
                  <a:pt x="165" y="364"/>
                  <a:pt x="165" y="364"/>
                  <a:pt x="165" y="365"/>
                </a:cubicBezTo>
                <a:cubicBezTo>
                  <a:pt x="166" y="365"/>
                  <a:pt x="167" y="365"/>
                  <a:pt x="168" y="365"/>
                </a:cubicBezTo>
                <a:cubicBezTo>
                  <a:pt x="170" y="363"/>
                  <a:pt x="170" y="361"/>
                  <a:pt x="172" y="360"/>
                </a:cubicBezTo>
                <a:cubicBezTo>
                  <a:pt x="174" y="362"/>
                  <a:pt x="175" y="364"/>
                  <a:pt x="177" y="366"/>
                </a:cubicBezTo>
                <a:cubicBezTo>
                  <a:pt x="177" y="365"/>
                  <a:pt x="178" y="364"/>
                  <a:pt x="179" y="363"/>
                </a:cubicBezTo>
                <a:cubicBezTo>
                  <a:pt x="179" y="363"/>
                  <a:pt x="179" y="363"/>
                  <a:pt x="180" y="364"/>
                </a:cubicBezTo>
                <a:cubicBezTo>
                  <a:pt x="180" y="364"/>
                  <a:pt x="179" y="365"/>
                  <a:pt x="180" y="365"/>
                </a:cubicBezTo>
                <a:cubicBezTo>
                  <a:pt x="181" y="364"/>
                  <a:pt x="180" y="364"/>
                  <a:pt x="180" y="363"/>
                </a:cubicBezTo>
                <a:cubicBezTo>
                  <a:pt x="180" y="363"/>
                  <a:pt x="180" y="362"/>
                  <a:pt x="180" y="362"/>
                </a:cubicBezTo>
                <a:cubicBezTo>
                  <a:pt x="179" y="359"/>
                  <a:pt x="179" y="357"/>
                  <a:pt x="181" y="356"/>
                </a:cubicBezTo>
                <a:cubicBezTo>
                  <a:pt x="183" y="356"/>
                  <a:pt x="183" y="358"/>
                  <a:pt x="183" y="359"/>
                </a:cubicBezTo>
                <a:cubicBezTo>
                  <a:pt x="183" y="360"/>
                  <a:pt x="183" y="361"/>
                  <a:pt x="183" y="362"/>
                </a:cubicBezTo>
                <a:cubicBezTo>
                  <a:pt x="183" y="363"/>
                  <a:pt x="183" y="364"/>
                  <a:pt x="184" y="363"/>
                </a:cubicBezTo>
                <a:cubicBezTo>
                  <a:pt x="185" y="362"/>
                  <a:pt x="185" y="363"/>
                  <a:pt x="185" y="363"/>
                </a:cubicBezTo>
                <a:cubicBezTo>
                  <a:pt x="185" y="364"/>
                  <a:pt x="185" y="365"/>
                  <a:pt x="185" y="365"/>
                </a:cubicBezTo>
                <a:cubicBezTo>
                  <a:pt x="184" y="366"/>
                  <a:pt x="185" y="367"/>
                  <a:pt x="185" y="368"/>
                </a:cubicBezTo>
                <a:cubicBezTo>
                  <a:pt x="185" y="369"/>
                  <a:pt x="185" y="370"/>
                  <a:pt x="186" y="370"/>
                </a:cubicBezTo>
                <a:cubicBezTo>
                  <a:pt x="186" y="370"/>
                  <a:pt x="187" y="369"/>
                  <a:pt x="187" y="369"/>
                </a:cubicBezTo>
                <a:cubicBezTo>
                  <a:pt x="187" y="368"/>
                  <a:pt x="187" y="367"/>
                  <a:pt x="187" y="367"/>
                </a:cubicBezTo>
                <a:cubicBezTo>
                  <a:pt x="188" y="367"/>
                  <a:pt x="187" y="368"/>
                  <a:pt x="188" y="368"/>
                </a:cubicBezTo>
                <a:cubicBezTo>
                  <a:pt x="189" y="368"/>
                  <a:pt x="190" y="368"/>
                  <a:pt x="191" y="367"/>
                </a:cubicBezTo>
                <a:cubicBezTo>
                  <a:pt x="191" y="367"/>
                  <a:pt x="192" y="366"/>
                  <a:pt x="192" y="365"/>
                </a:cubicBezTo>
                <a:cubicBezTo>
                  <a:pt x="191" y="364"/>
                  <a:pt x="192" y="364"/>
                  <a:pt x="192" y="363"/>
                </a:cubicBezTo>
                <a:cubicBezTo>
                  <a:pt x="193" y="363"/>
                  <a:pt x="193" y="364"/>
                  <a:pt x="193" y="364"/>
                </a:cubicBezTo>
                <a:cubicBezTo>
                  <a:pt x="193" y="362"/>
                  <a:pt x="193" y="360"/>
                  <a:pt x="190" y="359"/>
                </a:cubicBezTo>
                <a:cubicBezTo>
                  <a:pt x="191" y="358"/>
                  <a:pt x="192" y="359"/>
                  <a:pt x="193" y="358"/>
                </a:cubicBezTo>
                <a:cubicBezTo>
                  <a:pt x="191" y="358"/>
                  <a:pt x="191" y="357"/>
                  <a:pt x="192" y="356"/>
                </a:cubicBezTo>
                <a:cubicBezTo>
                  <a:pt x="193" y="356"/>
                  <a:pt x="193" y="356"/>
                  <a:pt x="192" y="355"/>
                </a:cubicBezTo>
                <a:cubicBezTo>
                  <a:pt x="191" y="354"/>
                  <a:pt x="192" y="352"/>
                  <a:pt x="191" y="350"/>
                </a:cubicBezTo>
                <a:cubicBezTo>
                  <a:pt x="192" y="350"/>
                  <a:pt x="192" y="351"/>
                  <a:pt x="193" y="351"/>
                </a:cubicBezTo>
                <a:cubicBezTo>
                  <a:pt x="193" y="350"/>
                  <a:pt x="193" y="350"/>
                  <a:pt x="193" y="350"/>
                </a:cubicBezTo>
                <a:cubicBezTo>
                  <a:pt x="193" y="353"/>
                  <a:pt x="195" y="355"/>
                  <a:pt x="195" y="358"/>
                </a:cubicBezTo>
                <a:close/>
                <a:moveTo>
                  <a:pt x="382" y="262"/>
                </a:moveTo>
                <a:cubicBezTo>
                  <a:pt x="382" y="261"/>
                  <a:pt x="382" y="260"/>
                  <a:pt x="383" y="260"/>
                </a:cubicBezTo>
                <a:cubicBezTo>
                  <a:pt x="384" y="260"/>
                  <a:pt x="385" y="261"/>
                  <a:pt x="385" y="260"/>
                </a:cubicBezTo>
                <a:cubicBezTo>
                  <a:pt x="385" y="259"/>
                  <a:pt x="385" y="259"/>
                  <a:pt x="384" y="258"/>
                </a:cubicBezTo>
                <a:cubicBezTo>
                  <a:pt x="382" y="257"/>
                  <a:pt x="382" y="256"/>
                  <a:pt x="382" y="254"/>
                </a:cubicBezTo>
                <a:cubicBezTo>
                  <a:pt x="382" y="253"/>
                  <a:pt x="382" y="253"/>
                  <a:pt x="382" y="252"/>
                </a:cubicBezTo>
                <a:cubicBezTo>
                  <a:pt x="381" y="249"/>
                  <a:pt x="383" y="247"/>
                  <a:pt x="386" y="248"/>
                </a:cubicBezTo>
                <a:cubicBezTo>
                  <a:pt x="390" y="249"/>
                  <a:pt x="394" y="250"/>
                  <a:pt x="396" y="253"/>
                </a:cubicBezTo>
                <a:cubicBezTo>
                  <a:pt x="398" y="253"/>
                  <a:pt x="399" y="255"/>
                  <a:pt x="400" y="257"/>
                </a:cubicBezTo>
                <a:cubicBezTo>
                  <a:pt x="401" y="256"/>
                  <a:pt x="401" y="256"/>
                  <a:pt x="401" y="257"/>
                </a:cubicBezTo>
                <a:cubicBezTo>
                  <a:pt x="401" y="258"/>
                  <a:pt x="401" y="258"/>
                  <a:pt x="401" y="258"/>
                </a:cubicBezTo>
                <a:cubicBezTo>
                  <a:pt x="400" y="259"/>
                  <a:pt x="401" y="260"/>
                  <a:pt x="402" y="261"/>
                </a:cubicBezTo>
                <a:cubicBezTo>
                  <a:pt x="403" y="262"/>
                  <a:pt x="404" y="263"/>
                  <a:pt x="405" y="262"/>
                </a:cubicBezTo>
                <a:cubicBezTo>
                  <a:pt x="406" y="260"/>
                  <a:pt x="407" y="261"/>
                  <a:pt x="408" y="262"/>
                </a:cubicBezTo>
                <a:cubicBezTo>
                  <a:pt x="409" y="263"/>
                  <a:pt x="410" y="264"/>
                  <a:pt x="411" y="264"/>
                </a:cubicBezTo>
                <a:cubicBezTo>
                  <a:pt x="412" y="265"/>
                  <a:pt x="414" y="269"/>
                  <a:pt x="412" y="270"/>
                </a:cubicBezTo>
                <a:cubicBezTo>
                  <a:pt x="411" y="271"/>
                  <a:pt x="410" y="273"/>
                  <a:pt x="409" y="273"/>
                </a:cubicBezTo>
                <a:cubicBezTo>
                  <a:pt x="408" y="274"/>
                  <a:pt x="408" y="274"/>
                  <a:pt x="408" y="274"/>
                </a:cubicBezTo>
                <a:cubicBezTo>
                  <a:pt x="408" y="275"/>
                  <a:pt x="409" y="275"/>
                  <a:pt x="409" y="275"/>
                </a:cubicBezTo>
                <a:cubicBezTo>
                  <a:pt x="410" y="275"/>
                  <a:pt x="410" y="275"/>
                  <a:pt x="411" y="276"/>
                </a:cubicBezTo>
                <a:cubicBezTo>
                  <a:pt x="411" y="277"/>
                  <a:pt x="412" y="279"/>
                  <a:pt x="413" y="280"/>
                </a:cubicBezTo>
                <a:cubicBezTo>
                  <a:pt x="413" y="280"/>
                  <a:pt x="413" y="281"/>
                  <a:pt x="413" y="281"/>
                </a:cubicBezTo>
                <a:cubicBezTo>
                  <a:pt x="412" y="282"/>
                  <a:pt x="412" y="284"/>
                  <a:pt x="411" y="285"/>
                </a:cubicBezTo>
                <a:cubicBezTo>
                  <a:pt x="411" y="285"/>
                  <a:pt x="411" y="286"/>
                  <a:pt x="410" y="285"/>
                </a:cubicBezTo>
                <a:cubicBezTo>
                  <a:pt x="409" y="285"/>
                  <a:pt x="408" y="286"/>
                  <a:pt x="407" y="287"/>
                </a:cubicBezTo>
                <a:cubicBezTo>
                  <a:pt x="407" y="287"/>
                  <a:pt x="406" y="287"/>
                  <a:pt x="406" y="287"/>
                </a:cubicBezTo>
                <a:cubicBezTo>
                  <a:pt x="405" y="287"/>
                  <a:pt x="404" y="288"/>
                  <a:pt x="404" y="288"/>
                </a:cubicBezTo>
                <a:cubicBezTo>
                  <a:pt x="403" y="289"/>
                  <a:pt x="402" y="289"/>
                  <a:pt x="402" y="289"/>
                </a:cubicBezTo>
                <a:cubicBezTo>
                  <a:pt x="401" y="290"/>
                  <a:pt x="400" y="290"/>
                  <a:pt x="399" y="289"/>
                </a:cubicBezTo>
                <a:cubicBezTo>
                  <a:pt x="399" y="288"/>
                  <a:pt x="399" y="288"/>
                  <a:pt x="398" y="288"/>
                </a:cubicBezTo>
                <a:cubicBezTo>
                  <a:pt x="398" y="288"/>
                  <a:pt x="397" y="289"/>
                  <a:pt x="398" y="289"/>
                </a:cubicBezTo>
                <a:cubicBezTo>
                  <a:pt x="398" y="290"/>
                  <a:pt x="398" y="291"/>
                  <a:pt x="397" y="291"/>
                </a:cubicBezTo>
                <a:cubicBezTo>
                  <a:pt x="396" y="291"/>
                  <a:pt x="396" y="291"/>
                  <a:pt x="396" y="291"/>
                </a:cubicBezTo>
                <a:cubicBezTo>
                  <a:pt x="396" y="292"/>
                  <a:pt x="396" y="293"/>
                  <a:pt x="394" y="293"/>
                </a:cubicBezTo>
                <a:cubicBezTo>
                  <a:pt x="393" y="292"/>
                  <a:pt x="393" y="292"/>
                  <a:pt x="393" y="291"/>
                </a:cubicBezTo>
                <a:cubicBezTo>
                  <a:pt x="393" y="290"/>
                  <a:pt x="393" y="290"/>
                  <a:pt x="393" y="289"/>
                </a:cubicBezTo>
                <a:cubicBezTo>
                  <a:pt x="394" y="287"/>
                  <a:pt x="393" y="287"/>
                  <a:pt x="392" y="286"/>
                </a:cubicBezTo>
                <a:cubicBezTo>
                  <a:pt x="390" y="285"/>
                  <a:pt x="389" y="283"/>
                  <a:pt x="388" y="283"/>
                </a:cubicBezTo>
                <a:cubicBezTo>
                  <a:pt x="387" y="283"/>
                  <a:pt x="387" y="281"/>
                  <a:pt x="388" y="280"/>
                </a:cubicBezTo>
                <a:cubicBezTo>
                  <a:pt x="390" y="281"/>
                  <a:pt x="392" y="281"/>
                  <a:pt x="394" y="281"/>
                </a:cubicBezTo>
                <a:cubicBezTo>
                  <a:pt x="395" y="280"/>
                  <a:pt x="395" y="278"/>
                  <a:pt x="394" y="278"/>
                </a:cubicBezTo>
                <a:cubicBezTo>
                  <a:pt x="393" y="277"/>
                  <a:pt x="392" y="276"/>
                  <a:pt x="391" y="275"/>
                </a:cubicBezTo>
                <a:cubicBezTo>
                  <a:pt x="391" y="275"/>
                  <a:pt x="391" y="275"/>
                  <a:pt x="390" y="275"/>
                </a:cubicBezTo>
                <a:cubicBezTo>
                  <a:pt x="389" y="276"/>
                  <a:pt x="388" y="275"/>
                  <a:pt x="386" y="274"/>
                </a:cubicBezTo>
                <a:cubicBezTo>
                  <a:pt x="386" y="274"/>
                  <a:pt x="386" y="275"/>
                  <a:pt x="386" y="274"/>
                </a:cubicBezTo>
                <a:cubicBezTo>
                  <a:pt x="386" y="274"/>
                  <a:pt x="386" y="274"/>
                  <a:pt x="386" y="273"/>
                </a:cubicBezTo>
                <a:cubicBezTo>
                  <a:pt x="387" y="273"/>
                  <a:pt x="387" y="272"/>
                  <a:pt x="386" y="272"/>
                </a:cubicBezTo>
                <a:cubicBezTo>
                  <a:pt x="384" y="271"/>
                  <a:pt x="385" y="269"/>
                  <a:pt x="384" y="268"/>
                </a:cubicBezTo>
                <a:cubicBezTo>
                  <a:pt x="384" y="267"/>
                  <a:pt x="384" y="266"/>
                  <a:pt x="383" y="266"/>
                </a:cubicBezTo>
                <a:cubicBezTo>
                  <a:pt x="382" y="265"/>
                  <a:pt x="381" y="263"/>
                  <a:pt x="382" y="262"/>
                </a:cubicBezTo>
                <a:close/>
                <a:moveTo>
                  <a:pt x="425" y="408"/>
                </a:moveTo>
                <a:cubicBezTo>
                  <a:pt x="425" y="408"/>
                  <a:pt x="425" y="408"/>
                  <a:pt x="425" y="408"/>
                </a:cubicBezTo>
                <a:cubicBezTo>
                  <a:pt x="426" y="410"/>
                  <a:pt x="425" y="411"/>
                  <a:pt x="423" y="411"/>
                </a:cubicBezTo>
                <a:cubicBezTo>
                  <a:pt x="421" y="411"/>
                  <a:pt x="418" y="411"/>
                  <a:pt x="416" y="412"/>
                </a:cubicBezTo>
                <a:cubicBezTo>
                  <a:pt x="415" y="412"/>
                  <a:pt x="415" y="412"/>
                  <a:pt x="414" y="411"/>
                </a:cubicBezTo>
                <a:cubicBezTo>
                  <a:pt x="414" y="410"/>
                  <a:pt x="413" y="410"/>
                  <a:pt x="412" y="410"/>
                </a:cubicBezTo>
                <a:cubicBezTo>
                  <a:pt x="412" y="410"/>
                  <a:pt x="411" y="410"/>
                  <a:pt x="411" y="409"/>
                </a:cubicBezTo>
                <a:cubicBezTo>
                  <a:pt x="411" y="408"/>
                  <a:pt x="410" y="406"/>
                  <a:pt x="409" y="406"/>
                </a:cubicBezTo>
                <a:cubicBezTo>
                  <a:pt x="408" y="406"/>
                  <a:pt x="407" y="405"/>
                  <a:pt x="406" y="405"/>
                </a:cubicBezTo>
                <a:cubicBezTo>
                  <a:pt x="404" y="405"/>
                  <a:pt x="403" y="403"/>
                  <a:pt x="402" y="402"/>
                </a:cubicBezTo>
                <a:cubicBezTo>
                  <a:pt x="402" y="402"/>
                  <a:pt x="402" y="402"/>
                  <a:pt x="401" y="402"/>
                </a:cubicBezTo>
                <a:cubicBezTo>
                  <a:pt x="400" y="402"/>
                  <a:pt x="399" y="402"/>
                  <a:pt x="399" y="400"/>
                </a:cubicBezTo>
                <a:cubicBezTo>
                  <a:pt x="399" y="399"/>
                  <a:pt x="400" y="398"/>
                  <a:pt x="398" y="399"/>
                </a:cubicBezTo>
                <a:cubicBezTo>
                  <a:pt x="397" y="399"/>
                  <a:pt x="397" y="399"/>
                  <a:pt x="397" y="398"/>
                </a:cubicBezTo>
                <a:cubicBezTo>
                  <a:pt x="397" y="397"/>
                  <a:pt x="397" y="396"/>
                  <a:pt x="398" y="395"/>
                </a:cubicBezTo>
                <a:cubicBezTo>
                  <a:pt x="399" y="393"/>
                  <a:pt x="399" y="392"/>
                  <a:pt x="400" y="391"/>
                </a:cubicBezTo>
                <a:cubicBezTo>
                  <a:pt x="400" y="391"/>
                  <a:pt x="401" y="390"/>
                  <a:pt x="401" y="390"/>
                </a:cubicBezTo>
                <a:cubicBezTo>
                  <a:pt x="402" y="390"/>
                  <a:pt x="402" y="390"/>
                  <a:pt x="402" y="389"/>
                </a:cubicBezTo>
                <a:cubicBezTo>
                  <a:pt x="401" y="389"/>
                  <a:pt x="401" y="389"/>
                  <a:pt x="402" y="388"/>
                </a:cubicBezTo>
                <a:cubicBezTo>
                  <a:pt x="403" y="387"/>
                  <a:pt x="403" y="385"/>
                  <a:pt x="405" y="385"/>
                </a:cubicBezTo>
                <a:cubicBezTo>
                  <a:pt x="405" y="385"/>
                  <a:pt x="405" y="384"/>
                  <a:pt x="405" y="384"/>
                </a:cubicBezTo>
                <a:cubicBezTo>
                  <a:pt x="404" y="382"/>
                  <a:pt x="406" y="379"/>
                  <a:pt x="408" y="379"/>
                </a:cubicBezTo>
                <a:cubicBezTo>
                  <a:pt x="409" y="379"/>
                  <a:pt x="410" y="378"/>
                  <a:pt x="411" y="377"/>
                </a:cubicBezTo>
                <a:cubicBezTo>
                  <a:pt x="412" y="377"/>
                  <a:pt x="413" y="376"/>
                  <a:pt x="414" y="377"/>
                </a:cubicBezTo>
                <a:cubicBezTo>
                  <a:pt x="415" y="377"/>
                  <a:pt x="416" y="377"/>
                  <a:pt x="417" y="378"/>
                </a:cubicBezTo>
                <a:cubicBezTo>
                  <a:pt x="418" y="378"/>
                  <a:pt x="419" y="379"/>
                  <a:pt x="419" y="380"/>
                </a:cubicBezTo>
                <a:cubicBezTo>
                  <a:pt x="420" y="382"/>
                  <a:pt x="422" y="384"/>
                  <a:pt x="423" y="386"/>
                </a:cubicBezTo>
                <a:cubicBezTo>
                  <a:pt x="424" y="386"/>
                  <a:pt x="424" y="387"/>
                  <a:pt x="424" y="388"/>
                </a:cubicBezTo>
                <a:cubicBezTo>
                  <a:pt x="424" y="388"/>
                  <a:pt x="424" y="388"/>
                  <a:pt x="424" y="389"/>
                </a:cubicBezTo>
                <a:cubicBezTo>
                  <a:pt x="425" y="389"/>
                  <a:pt x="426" y="390"/>
                  <a:pt x="425" y="391"/>
                </a:cubicBezTo>
                <a:cubicBezTo>
                  <a:pt x="425" y="392"/>
                  <a:pt x="425" y="392"/>
                  <a:pt x="425" y="393"/>
                </a:cubicBezTo>
                <a:cubicBezTo>
                  <a:pt x="426" y="394"/>
                  <a:pt x="426" y="396"/>
                  <a:pt x="425" y="397"/>
                </a:cubicBezTo>
                <a:cubicBezTo>
                  <a:pt x="425" y="397"/>
                  <a:pt x="425" y="397"/>
                  <a:pt x="425" y="397"/>
                </a:cubicBezTo>
                <a:cubicBezTo>
                  <a:pt x="426" y="401"/>
                  <a:pt x="427" y="404"/>
                  <a:pt x="425" y="408"/>
                </a:cubicBezTo>
                <a:close/>
                <a:moveTo>
                  <a:pt x="712" y="50"/>
                </a:moveTo>
                <a:cubicBezTo>
                  <a:pt x="712" y="49"/>
                  <a:pt x="712" y="48"/>
                  <a:pt x="711" y="47"/>
                </a:cubicBezTo>
                <a:cubicBezTo>
                  <a:pt x="710" y="47"/>
                  <a:pt x="710" y="46"/>
                  <a:pt x="710" y="46"/>
                </a:cubicBezTo>
                <a:cubicBezTo>
                  <a:pt x="710" y="45"/>
                  <a:pt x="710" y="44"/>
                  <a:pt x="709" y="43"/>
                </a:cubicBezTo>
                <a:cubicBezTo>
                  <a:pt x="708" y="43"/>
                  <a:pt x="708" y="43"/>
                  <a:pt x="707" y="43"/>
                </a:cubicBezTo>
                <a:cubicBezTo>
                  <a:pt x="705" y="43"/>
                  <a:pt x="704" y="43"/>
                  <a:pt x="704" y="41"/>
                </a:cubicBezTo>
                <a:cubicBezTo>
                  <a:pt x="704" y="41"/>
                  <a:pt x="704" y="40"/>
                  <a:pt x="704" y="40"/>
                </a:cubicBezTo>
                <a:cubicBezTo>
                  <a:pt x="703" y="40"/>
                  <a:pt x="700" y="42"/>
                  <a:pt x="699" y="43"/>
                </a:cubicBezTo>
                <a:cubicBezTo>
                  <a:pt x="699" y="42"/>
                  <a:pt x="698" y="41"/>
                  <a:pt x="698" y="42"/>
                </a:cubicBezTo>
                <a:cubicBezTo>
                  <a:pt x="698" y="44"/>
                  <a:pt x="697" y="45"/>
                  <a:pt x="697" y="46"/>
                </a:cubicBezTo>
                <a:cubicBezTo>
                  <a:pt x="697" y="47"/>
                  <a:pt x="696" y="47"/>
                  <a:pt x="695" y="47"/>
                </a:cubicBezTo>
                <a:cubicBezTo>
                  <a:pt x="695" y="48"/>
                  <a:pt x="694" y="48"/>
                  <a:pt x="694" y="48"/>
                </a:cubicBezTo>
                <a:cubicBezTo>
                  <a:pt x="694" y="47"/>
                  <a:pt x="694" y="47"/>
                  <a:pt x="695" y="47"/>
                </a:cubicBezTo>
                <a:cubicBezTo>
                  <a:pt x="695" y="47"/>
                  <a:pt x="695" y="46"/>
                  <a:pt x="695" y="46"/>
                </a:cubicBezTo>
                <a:cubicBezTo>
                  <a:pt x="696" y="45"/>
                  <a:pt x="696" y="44"/>
                  <a:pt x="696" y="42"/>
                </a:cubicBezTo>
                <a:cubicBezTo>
                  <a:pt x="696" y="42"/>
                  <a:pt x="696" y="42"/>
                  <a:pt x="696" y="41"/>
                </a:cubicBezTo>
                <a:cubicBezTo>
                  <a:pt x="697" y="41"/>
                  <a:pt x="697" y="40"/>
                  <a:pt x="697" y="39"/>
                </a:cubicBezTo>
                <a:cubicBezTo>
                  <a:pt x="697" y="39"/>
                  <a:pt x="697" y="38"/>
                  <a:pt x="696" y="38"/>
                </a:cubicBezTo>
                <a:cubicBezTo>
                  <a:pt x="696" y="37"/>
                  <a:pt x="695" y="37"/>
                  <a:pt x="694" y="37"/>
                </a:cubicBezTo>
                <a:cubicBezTo>
                  <a:pt x="693" y="36"/>
                  <a:pt x="694" y="36"/>
                  <a:pt x="694" y="35"/>
                </a:cubicBezTo>
                <a:cubicBezTo>
                  <a:pt x="695" y="34"/>
                  <a:pt x="694" y="33"/>
                  <a:pt x="694" y="33"/>
                </a:cubicBezTo>
                <a:cubicBezTo>
                  <a:pt x="693" y="32"/>
                  <a:pt x="693" y="32"/>
                  <a:pt x="692" y="32"/>
                </a:cubicBezTo>
                <a:cubicBezTo>
                  <a:pt x="692" y="32"/>
                  <a:pt x="692" y="31"/>
                  <a:pt x="692" y="31"/>
                </a:cubicBezTo>
                <a:cubicBezTo>
                  <a:pt x="692" y="30"/>
                  <a:pt x="691" y="30"/>
                  <a:pt x="690" y="30"/>
                </a:cubicBezTo>
                <a:cubicBezTo>
                  <a:pt x="690" y="30"/>
                  <a:pt x="689" y="30"/>
                  <a:pt x="689" y="29"/>
                </a:cubicBezTo>
                <a:cubicBezTo>
                  <a:pt x="689" y="28"/>
                  <a:pt x="690" y="28"/>
                  <a:pt x="690" y="28"/>
                </a:cubicBezTo>
                <a:cubicBezTo>
                  <a:pt x="690" y="28"/>
                  <a:pt x="691" y="28"/>
                  <a:pt x="691" y="28"/>
                </a:cubicBezTo>
                <a:cubicBezTo>
                  <a:pt x="693" y="28"/>
                  <a:pt x="693" y="27"/>
                  <a:pt x="693" y="26"/>
                </a:cubicBezTo>
                <a:cubicBezTo>
                  <a:pt x="693" y="25"/>
                  <a:pt x="693" y="25"/>
                  <a:pt x="693" y="24"/>
                </a:cubicBezTo>
                <a:cubicBezTo>
                  <a:pt x="693" y="23"/>
                  <a:pt x="693" y="21"/>
                  <a:pt x="691" y="21"/>
                </a:cubicBezTo>
                <a:cubicBezTo>
                  <a:pt x="690" y="21"/>
                  <a:pt x="688" y="20"/>
                  <a:pt x="687" y="22"/>
                </a:cubicBezTo>
                <a:cubicBezTo>
                  <a:pt x="686" y="23"/>
                  <a:pt x="685" y="24"/>
                  <a:pt x="684" y="25"/>
                </a:cubicBezTo>
                <a:cubicBezTo>
                  <a:pt x="684" y="25"/>
                  <a:pt x="683" y="26"/>
                  <a:pt x="683" y="25"/>
                </a:cubicBezTo>
                <a:cubicBezTo>
                  <a:pt x="683" y="23"/>
                  <a:pt x="681" y="22"/>
                  <a:pt x="681" y="20"/>
                </a:cubicBezTo>
                <a:cubicBezTo>
                  <a:pt x="681" y="20"/>
                  <a:pt x="682" y="19"/>
                  <a:pt x="681" y="19"/>
                </a:cubicBezTo>
                <a:cubicBezTo>
                  <a:pt x="680" y="19"/>
                  <a:pt x="680" y="19"/>
                  <a:pt x="680" y="19"/>
                </a:cubicBezTo>
                <a:cubicBezTo>
                  <a:pt x="680" y="19"/>
                  <a:pt x="681" y="18"/>
                  <a:pt x="681" y="18"/>
                </a:cubicBezTo>
                <a:cubicBezTo>
                  <a:pt x="682" y="18"/>
                  <a:pt x="681" y="17"/>
                  <a:pt x="681" y="16"/>
                </a:cubicBezTo>
                <a:cubicBezTo>
                  <a:pt x="681" y="16"/>
                  <a:pt x="681" y="16"/>
                  <a:pt x="680" y="16"/>
                </a:cubicBezTo>
                <a:cubicBezTo>
                  <a:pt x="679" y="16"/>
                  <a:pt x="678" y="17"/>
                  <a:pt x="677" y="18"/>
                </a:cubicBezTo>
                <a:cubicBezTo>
                  <a:pt x="676" y="19"/>
                  <a:pt x="678" y="19"/>
                  <a:pt x="678" y="20"/>
                </a:cubicBezTo>
                <a:cubicBezTo>
                  <a:pt x="678" y="20"/>
                  <a:pt x="678" y="20"/>
                  <a:pt x="678" y="20"/>
                </a:cubicBezTo>
                <a:cubicBezTo>
                  <a:pt x="677" y="20"/>
                  <a:pt x="677" y="21"/>
                  <a:pt x="676" y="22"/>
                </a:cubicBezTo>
                <a:cubicBezTo>
                  <a:pt x="676" y="23"/>
                  <a:pt x="675" y="24"/>
                  <a:pt x="676" y="24"/>
                </a:cubicBezTo>
                <a:cubicBezTo>
                  <a:pt x="676" y="25"/>
                  <a:pt x="677" y="25"/>
                  <a:pt x="677" y="25"/>
                </a:cubicBezTo>
                <a:cubicBezTo>
                  <a:pt x="677" y="25"/>
                  <a:pt x="677" y="26"/>
                  <a:pt x="676" y="26"/>
                </a:cubicBezTo>
                <a:cubicBezTo>
                  <a:pt x="676" y="25"/>
                  <a:pt x="674" y="24"/>
                  <a:pt x="675" y="22"/>
                </a:cubicBezTo>
                <a:cubicBezTo>
                  <a:pt x="675" y="21"/>
                  <a:pt x="675" y="20"/>
                  <a:pt x="673" y="20"/>
                </a:cubicBezTo>
                <a:cubicBezTo>
                  <a:pt x="672" y="20"/>
                  <a:pt x="672" y="20"/>
                  <a:pt x="671" y="21"/>
                </a:cubicBezTo>
                <a:cubicBezTo>
                  <a:pt x="669" y="23"/>
                  <a:pt x="667" y="25"/>
                  <a:pt x="665" y="26"/>
                </a:cubicBezTo>
                <a:cubicBezTo>
                  <a:pt x="664" y="27"/>
                  <a:pt x="664" y="28"/>
                  <a:pt x="664" y="29"/>
                </a:cubicBezTo>
                <a:cubicBezTo>
                  <a:pt x="662" y="29"/>
                  <a:pt x="660" y="30"/>
                  <a:pt x="659" y="32"/>
                </a:cubicBezTo>
                <a:cubicBezTo>
                  <a:pt x="659" y="32"/>
                  <a:pt x="659" y="32"/>
                  <a:pt x="659" y="32"/>
                </a:cubicBezTo>
                <a:cubicBezTo>
                  <a:pt x="658" y="32"/>
                  <a:pt x="658" y="33"/>
                  <a:pt x="657" y="34"/>
                </a:cubicBezTo>
                <a:cubicBezTo>
                  <a:pt x="656" y="34"/>
                  <a:pt x="655" y="34"/>
                  <a:pt x="654" y="34"/>
                </a:cubicBezTo>
                <a:cubicBezTo>
                  <a:pt x="654" y="34"/>
                  <a:pt x="654" y="34"/>
                  <a:pt x="654" y="34"/>
                </a:cubicBezTo>
                <a:cubicBezTo>
                  <a:pt x="653" y="34"/>
                  <a:pt x="652" y="33"/>
                  <a:pt x="652" y="34"/>
                </a:cubicBezTo>
                <a:cubicBezTo>
                  <a:pt x="651" y="34"/>
                  <a:pt x="649" y="33"/>
                  <a:pt x="648" y="35"/>
                </a:cubicBezTo>
                <a:cubicBezTo>
                  <a:pt x="647" y="35"/>
                  <a:pt x="647" y="34"/>
                  <a:pt x="647" y="34"/>
                </a:cubicBezTo>
                <a:cubicBezTo>
                  <a:pt x="648" y="33"/>
                  <a:pt x="648" y="32"/>
                  <a:pt x="650" y="31"/>
                </a:cubicBezTo>
                <a:cubicBezTo>
                  <a:pt x="651" y="31"/>
                  <a:pt x="652" y="30"/>
                  <a:pt x="653" y="30"/>
                </a:cubicBezTo>
                <a:cubicBezTo>
                  <a:pt x="658" y="27"/>
                  <a:pt x="663" y="23"/>
                  <a:pt x="666" y="18"/>
                </a:cubicBezTo>
                <a:cubicBezTo>
                  <a:pt x="667" y="17"/>
                  <a:pt x="667" y="16"/>
                  <a:pt x="666" y="16"/>
                </a:cubicBezTo>
                <a:cubicBezTo>
                  <a:pt x="666" y="15"/>
                  <a:pt x="666" y="15"/>
                  <a:pt x="667" y="15"/>
                </a:cubicBezTo>
                <a:cubicBezTo>
                  <a:pt x="665" y="15"/>
                  <a:pt x="665" y="13"/>
                  <a:pt x="663" y="14"/>
                </a:cubicBezTo>
                <a:cubicBezTo>
                  <a:pt x="663" y="14"/>
                  <a:pt x="663" y="15"/>
                  <a:pt x="662" y="14"/>
                </a:cubicBezTo>
                <a:cubicBezTo>
                  <a:pt x="662" y="14"/>
                  <a:pt x="662" y="14"/>
                  <a:pt x="662" y="14"/>
                </a:cubicBezTo>
                <a:cubicBezTo>
                  <a:pt x="662" y="13"/>
                  <a:pt x="662" y="13"/>
                  <a:pt x="661" y="13"/>
                </a:cubicBezTo>
                <a:cubicBezTo>
                  <a:pt x="660" y="12"/>
                  <a:pt x="660" y="13"/>
                  <a:pt x="660" y="13"/>
                </a:cubicBezTo>
                <a:cubicBezTo>
                  <a:pt x="660" y="14"/>
                  <a:pt x="659" y="14"/>
                  <a:pt x="659" y="14"/>
                </a:cubicBezTo>
                <a:cubicBezTo>
                  <a:pt x="658" y="13"/>
                  <a:pt x="658" y="13"/>
                  <a:pt x="657" y="13"/>
                </a:cubicBezTo>
                <a:cubicBezTo>
                  <a:pt x="657" y="13"/>
                  <a:pt x="657" y="13"/>
                  <a:pt x="656" y="13"/>
                </a:cubicBezTo>
                <a:cubicBezTo>
                  <a:pt x="656" y="13"/>
                  <a:pt x="656" y="13"/>
                  <a:pt x="655" y="12"/>
                </a:cubicBezTo>
                <a:cubicBezTo>
                  <a:pt x="654" y="12"/>
                  <a:pt x="653" y="12"/>
                  <a:pt x="652" y="12"/>
                </a:cubicBezTo>
                <a:cubicBezTo>
                  <a:pt x="652" y="12"/>
                  <a:pt x="651" y="13"/>
                  <a:pt x="651" y="13"/>
                </a:cubicBezTo>
                <a:cubicBezTo>
                  <a:pt x="651" y="13"/>
                  <a:pt x="651" y="13"/>
                  <a:pt x="651" y="13"/>
                </a:cubicBezTo>
                <a:cubicBezTo>
                  <a:pt x="651" y="13"/>
                  <a:pt x="651" y="13"/>
                  <a:pt x="651" y="13"/>
                </a:cubicBezTo>
                <a:cubicBezTo>
                  <a:pt x="651" y="11"/>
                  <a:pt x="651" y="10"/>
                  <a:pt x="649" y="9"/>
                </a:cubicBezTo>
                <a:cubicBezTo>
                  <a:pt x="648" y="9"/>
                  <a:pt x="647" y="9"/>
                  <a:pt x="647" y="10"/>
                </a:cubicBezTo>
                <a:cubicBezTo>
                  <a:pt x="647" y="10"/>
                  <a:pt x="646" y="11"/>
                  <a:pt x="645" y="11"/>
                </a:cubicBezTo>
                <a:cubicBezTo>
                  <a:pt x="646" y="11"/>
                  <a:pt x="646" y="12"/>
                  <a:pt x="645" y="13"/>
                </a:cubicBezTo>
                <a:cubicBezTo>
                  <a:pt x="645" y="14"/>
                  <a:pt x="645" y="14"/>
                  <a:pt x="645" y="14"/>
                </a:cubicBezTo>
                <a:cubicBezTo>
                  <a:pt x="645" y="14"/>
                  <a:pt x="645" y="14"/>
                  <a:pt x="644" y="14"/>
                </a:cubicBezTo>
                <a:cubicBezTo>
                  <a:pt x="644" y="12"/>
                  <a:pt x="643" y="10"/>
                  <a:pt x="643" y="7"/>
                </a:cubicBezTo>
                <a:cubicBezTo>
                  <a:pt x="643" y="8"/>
                  <a:pt x="642" y="8"/>
                  <a:pt x="642" y="8"/>
                </a:cubicBezTo>
                <a:cubicBezTo>
                  <a:pt x="641" y="9"/>
                  <a:pt x="641" y="9"/>
                  <a:pt x="640" y="9"/>
                </a:cubicBezTo>
                <a:cubicBezTo>
                  <a:pt x="640" y="9"/>
                  <a:pt x="639" y="10"/>
                  <a:pt x="639" y="10"/>
                </a:cubicBezTo>
                <a:cubicBezTo>
                  <a:pt x="639" y="10"/>
                  <a:pt x="638" y="11"/>
                  <a:pt x="638" y="10"/>
                </a:cubicBezTo>
                <a:cubicBezTo>
                  <a:pt x="637" y="10"/>
                  <a:pt x="638" y="9"/>
                  <a:pt x="638" y="9"/>
                </a:cubicBezTo>
                <a:cubicBezTo>
                  <a:pt x="639" y="9"/>
                  <a:pt x="639" y="9"/>
                  <a:pt x="639" y="8"/>
                </a:cubicBezTo>
                <a:cubicBezTo>
                  <a:pt x="640" y="7"/>
                  <a:pt x="639" y="7"/>
                  <a:pt x="638" y="6"/>
                </a:cubicBezTo>
                <a:cubicBezTo>
                  <a:pt x="638" y="6"/>
                  <a:pt x="638" y="6"/>
                  <a:pt x="637" y="6"/>
                </a:cubicBezTo>
                <a:cubicBezTo>
                  <a:pt x="637" y="5"/>
                  <a:pt x="639" y="4"/>
                  <a:pt x="638" y="3"/>
                </a:cubicBezTo>
                <a:cubicBezTo>
                  <a:pt x="638" y="3"/>
                  <a:pt x="638" y="2"/>
                  <a:pt x="638" y="2"/>
                </a:cubicBezTo>
                <a:cubicBezTo>
                  <a:pt x="639" y="2"/>
                  <a:pt x="639" y="3"/>
                  <a:pt x="639" y="2"/>
                </a:cubicBezTo>
                <a:cubicBezTo>
                  <a:pt x="639" y="2"/>
                  <a:pt x="639" y="2"/>
                  <a:pt x="638" y="2"/>
                </a:cubicBezTo>
                <a:cubicBezTo>
                  <a:pt x="636" y="2"/>
                  <a:pt x="634" y="1"/>
                  <a:pt x="631" y="1"/>
                </a:cubicBezTo>
                <a:cubicBezTo>
                  <a:pt x="630" y="2"/>
                  <a:pt x="628" y="2"/>
                  <a:pt x="626" y="3"/>
                </a:cubicBezTo>
                <a:cubicBezTo>
                  <a:pt x="626" y="3"/>
                  <a:pt x="626" y="3"/>
                  <a:pt x="626" y="3"/>
                </a:cubicBezTo>
                <a:cubicBezTo>
                  <a:pt x="626" y="3"/>
                  <a:pt x="626" y="3"/>
                  <a:pt x="626" y="3"/>
                </a:cubicBezTo>
                <a:cubicBezTo>
                  <a:pt x="625" y="3"/>
                  <a:pt x="624" y="2"/>
                  <a:pt x="625" y="4"/>
                </a:cubicBezTo>
                <a:cubicBezTo>
                  <a:pt x="625" y="4"/>
                  <a:pt x="625" y="4"/>
                  <a:pt x="624" y="4"/>
                </a:cubicBezTo>
                <a:cubicBezTo>
                  <a:pt x="623" y="5"/>
                  <a:pt x="623" y="6"/>
                  <a:pt x="623" y="6"/>
                </a:cubicBezTo>
                <a:cubicBezTo>
                  <a:pt x="621" y="8"/>
                  <a:pt x="622" y="10"/>
                  <a:pt x="623" y="11"/>
                </a:cubicBezTo>
                <a:cubicBezTo>
                  <a:pt x="624" y="13"/>
                  <a:pt x="625" y="14"/>
                  <a:pt x="626" y="16"/>
                </a:cubicBezTo>
                <a:cubicBezTo>
                  <a:pt x="627" y="16"/>
                  <a:pt x="627" y="17"/>
                  <a:pt x="627" y="17"/>
                </a:cubicBezTo>
                <a:cubicBezTo>
                  <a:pt x="627" y="18"/>
                  <a:pt x="626" y="17"/>
                  <a:pt x="626" y="17"/>
                </a:cubicBezTo>
                <a:cubicBezTo>
                  <a:pt x="625" y="17"/>
                  <a:pt x="625" y="16"/>
                  <a:pt x="624" y="15"/>
                </a:cubicBezTo>
                <a:cubicBezTo>
                  <a:pt x="623" y="15"/>
                  <a:pt x="623" y="15"/>
                  <a:pt x="623" y="15"/>
                </a:cubicBezTo>
                <a:cubicBezTo>
                  <a:pt x="622" y="14"/>
                  <a:pt x="621" y="14"/>
                  <a:pt x="621" y="12"/>
                </a:cubicBezTo>
                <a:cubicBezTo>
                  <a:pt x="621" y="12"/>
                  <a:pt x="621" y="11"/>
                  <a:pt x="620" y="11"/>
                </a:cubicBezTo>
                <a:cubicBezTo>
                  <a:pt x="620" y="10"/>
                  <a:pt x="619" y="9"/>
                  <a:pt x="619" y="9"/>
                </a:cubicBezTo>
                <a:cubicBezTo>
                  <a:pt x="619" y="9"/>
                  <a:pt x="619" y="8"/>
                  <a:pt x="619" y="8"/>
                </a:cubicBezTo>
                <a:cubicBezTo>
                  <a:pt x="619" y="7"/>
                  <a:pt x="619" y="7"/>
                  <a:pt x="619" y="6"/>
                </a:cubicBezTo>
                <a:cubicBezTo>
                  <a:pt x="620" y="5"/>
                  <a:pt x="620" y="4"/>
                  <a:pt x="620" y="4"/>
                </a:cubicBezTo>
                <a:cubicBezTo>
                  <a:pt x="621" y="3"/>
                  <a:pt x="620" y="2"/>
                  <a:pt x="619" y="2"/>
                </a:cubicBezTo>
                <a:cubicBezTo>
                  <a:pt x="617" y="3"/>
                  <a:pt x="616" y="3"/>
                  <a:pt x="614" y="2"/>
                </a:cubicBezTo>
                <a:cubicBezTo>
                  <a:pt x="613" y="2"/>
                  <a:pt x="612" y="3"/>
                  <a:pt x="611" y="3"/>
                </a:cubicBezTo>
                <a:cubicBezTo>
                  <a:pt x="610" y="3"/>
                  <a:pt x="610" y="4"/>
                  <a:pt x="609" y="4"/>
                </a:cubicBezTo>
                <a:cubicBezTo>
                  <a:pt x="608" y="5"/>
                  <a:pt x="609" y="6"/>
                  <a:pt x="608" y="7"/>
                </a:cubicBezTo>
                <a:cubicBezTo>
                  <a:pt x="606" y="7"/>
                  <a:pt x="606" y="8"/>
                  <a:pt x="605" y="10"/>
                </a:cubicBezTo>
                <a:cubicBezTo>
                  <a:pt x="605" y="11"/>
                  <a:pt x="605" y="11"/>
                  <a:pt x="604" y="12"/>
                </a:cubicBezTo>
                <a:cubicBezTo>
                  <a:pt x="604" y="12"/>
                  <a:pt x="603" y="13"/>
                  <a:pt x="603" y="13"/>
                </a:cubicBezTo>
                <a:cubicBezTo>
                  <a:pt x="602" y="14"/>
                  <a:pt x="603" y="15"/>
                  <a:pt x="603" y="16"/>
                </a:cubicBezTo>
                <a:cubicBezTo>
                  <a:pt x="604" y="17"/>
                  <a:pt x="605" y="17"/>
                  <a:pt x="604" y="18"/>
                </a:cubicBezTo>
                <a:cubicBezTo>
                  <a:pt x="604" y="21"/>
                  <a:pt x="606" y="22"/>
                  <a:pt x="607" y="24"/>
                </a:cubicBezTo>
                <a:cubicBezTo>
                  <a:pt x="609" y="26"/>
                  <a:pt x="611" y="26"/>
                  <a:pt x="612" y="28"/>
                </a:cubicBezTo>
                <a:cubicBezTo>
                  <a:pt x="612" y="28"/>
                  <a:pt x="613" y="29"/>
                  <a:pt x="612" y="29"/>
                </a:cubicBezTo>
                <a:cubicBezTo>
                  <a:pt x="611" y="30"/>
                  <a:pt x="612" y="31"/>
                  <a:pt x="611" y="31"/>
                </a:cubicBezTo>
                <a:cubicBezTo>
                  <a:pt x="611" y="31"/>
                  <a:pt x="611" y="31"/>
                  <a:pt x="610" y="30"/>
                </a:cubicBezTo>
                <a:cubicBezTo>
                  <a:pt x="609" y="29"/>
                  <a:pt x="608" y="28"/>
                  <a:pt x="607" y="27"/>
                </a:cubicBezTo>
                <a:cubicBezTo>
                  <a:pt x="607" y="26"/>
                  <a:pt x="606" y="26"/>
                  <a:pt x="606" y="26"/>
                </a:cubicBezTo>
                <a:cubicBezTo>
                  <a:pt x="606" y="25"/>
                  <a:pt x="604" y="23"/>
                  <a:pt x="603" y="22"/>
                </a:cubicBezTo>
                <a:cubicBezTo>
                  <a:pt x="602" y="21"/>
                  <a:pt x="601" y="19"/>
                  <a:pt x="601" y="18"/>
                </a:cubicBezTo>
                <a:cubicBezTo>
                  <a:pt x="600" y="16"/>
                  <a:pt x="600" y="14"/>
                  <a:pt x="599" y="12"/>
                </a:cubicBezTo>
                <a:cubicBezTo>
                  <a:pt x="598" y="11"/>
                  <a:pt x="598" y="10"/>
                  <a:pt x="598" y="9"/>
                </a:cubicBezTo>
                <a:cubicBezTo>
                  <a:pt x="596" y="8"/>
                  <a:pt x="595" y="7"/>
                  <a:pt x="593" y="6"/>
                </a:cubicBezTo>
                <a:cubicBezTo>
                  <a:pt x="592" y="6"/>
                  <a:pt x="591" y="6"/>
                  <a:pt x="589" y="7"/>
                </a:cubicBezTo>
                <a:cubicBezTo>
                  <a:pt x="589" y="7"/>
                  <a:pt x="588" y="8"/>
                  <a:pt x="588" y="7"/>
                </a:cubicBezTo>
                <a:cubicBezTo>
                  <a:pt x="586" y="6"/>
                  <a:pt x="584" y="6"/>
                  <a:pt x="583" y="4"/>
                </a:cubicBezTo>
                <a:cubicBezTo>
                  <a:pt x="583" y="4"/>
                  <a:pt x="582" y="3"/>
                  <a:pt x="582" y="4"/>
                </a:cubicBezTo>
                <a:cubicBezTo>
                  <a:pt x="581" y="4"/>
                  <a:pt x="580" y="4"/>
                  <a:pt x="579" y="4"/>
                </a:cubicBezTo>
                <a:cubicBezTo>
                  <a:pt x="579" y="4"/>
                  <a:pt x="579" y="4"/>
                  <a:pt x="579" y="4"/>
                </a:cubicBezTo>
                <a:cubicBezTo>
                  <a:pt x="577" y="4"/>
                  <a:pt x="574" y="3"/>
                  <a:pt x="572" y="3"/>
                </a:cubicBezTo>
                <a:cubicBezTo>
                  <a:pt x="572" y="4"/>
                  <a:pt x="572" y="4"/>
                  <a:pt x="572" y="4"/>
                </a:cubicBezTo>
                <a:cubicBezTo>
                  <a:pt x="571" y="4"/>
                  <a:pt x="570" y="5"/>
                  <a:pt x="569" y="5"/>
                </a:cubicBezTo>
                <a:cubicBezTo>
                  <a:pt x="568" y="6"/>
                  <a:pt x="568" y="6"/>
                  <a:pt x="569" y="7"/>
                </a:cubicBezTo>
                <a:cubicBezTo>
                  <a:pt x="570" y="7"/>
                  <a:pt x="570" y="8"/>
                  <a:pt x="570" y="9"/>
                </a:cubicBezTo>
                <a:cubicBezTo>
                  <a:pt x="569" y="10"/>
                  <a:pt x="569" y="10"/>
                  <a:pt x="569" y="11"/>
                </a:cubicBezTo>
                <a:cubicBezTo>
                  <a:pt x="570" y="13"/>
                  <a:pt x="571" y="14"/>
                  <a:pt x="572" y="15"/>
                </a:cubicBezTo>
                <a:cubicBezTo>
                  <a:pt x="574" y="17"/>
                  <a:pt x="575" y="18"/>
                  <a:pt x="576" y="20"/>
                </a:cubicBezTo>
                <a:cubicBezTo>
                  <a:pt x="576" y="21"/>
                  <a:pt x="577" y="23"/>
                  <a:pt x="577" y="24"/>
                </a:cubicBezTo>
                <a:cubicBezTo>
                  <a:pt x="577" y="24"/>
                  <a:pt x="578" y="25"/>
                  <a:pt x="579" y="25"/>
                </a:cubicBezTo>
                <a:cubicBezTo>
                  <a:pt x="579" y="25"/>
                  <a:pt x="580" y="25"/>
                  <a:pt x="580" y="25"/>
                </a:cubicBezTo>
                <a:cubicBezTo>
                  <a:pt x="580" y="25"/>
                  <a:pt x="581" y="25"/>
                  <a:pt x="581" y="25"/>
                </a:cubicBezTo>
                <a:cubicBezTo>
                  <a:pt x="581" y="26"/>
                  <a:pt x="580" y="26"/>
                  <a:pt x="580" y="26"/>
                </a:cubicBezTo>
                <a:cubicBezTo>
                  <a:pt x="579" y="26"/>
                  <a:pt x="578" y="26"/>
                  <a:pt x="579" y="27"/>
                </a:cubicBezTo>
                <a:cubicBezTo>
                  <a:pt x="579" y="28"/>
                  <a:pt x="579" y="28"/>
                  <a:pt x="579" y="28"/>
                </a:cubicBezTo>
                <a:cubicBezTo>
                  <a:pt x="579" y="29"/>
                  <a:pt x="579" y="31"/>
                  <a:pt x="580" y="32"/>
                </a:cubicBezTo>
                <a:cubicBezTo>
                  <a:pt x="581" y="33"/>
                  <a:pt x="583" y="35"/>
                  <a:pt x="585" y="35"/>
                </a:cubicBezTo>
                <a:cubicBezTo>
                  <a:pt x="586" y="36"/>
                  <a:pt x="586" y="36"/>
                  <a:pt x="586" y="37"/>
                </a:cubicBezTo>
                <a:cubicBezTo>
                  <a:pt x="586" y="37"/>
                  <a:pt x="586" y="37"/>
                  <a:pt x="586" y="37"/>
                </a:cubicBezTo>
                <a:cubicBezTo>
                  <a:pt x="586" y="37"/>
                  <a:pt x="586" y="37"/>
                  <a:pt x="586" y="37"/>
                </a:cubicBezTo>
                <a:cubicBezTo>
                  <a:pt x="586" y="37"/>
                  <a:pt x="586" y="37"/>
                  <a:pt x="586" y="37"/>
                </a:cubicBezTo>
                <a:cubicBezTo>
                  <a:pt x="585" y="38"/>
                  <a:pt x="585" y="38"/>
                  <a:pt x="584" y="39"/>
                </a:cubicBezTo>
                <a:cubicBezTo>
                  <a:pt x="584" y="39"/>
                  <a:pt x="584" y="39"/>
                  <a:pt x="584" y="39"/>
                </a:cubicBezTo>
                <a:cubicBezTo>
                  <a:pt x="584" y="40"/>
                  <a:pt x="583" y="40"/>
                  <a:pt x="583" y="40"/>
                </a:cubicBezTo>
                <a:cubicBezTo>
                  <a:pt x="583" y="40"/>
                  <a:pt x="582" y="41"/>
                  <a:pt x="582" y="41"/>
                </a:cubicBezTo>
                <a:cubicBezTo>
                  <a:pt x="581" y="41"/>
                  <a:pt x="581" y="43"/>
                  <a:pt x="581" y="41"/>
                </a:cubicBezTo>
                <a:cubicBezTo>
                  <a:pt x="581" y="41"/>
                  <a:pt x="581" y="41"/>
                  <a:pt x="581" y="41"/>
                </a:cubicBezTo>
                <a:cubicBezTo>
                  <a:pt x="581" y="41"/>
                  <a:pt x="581" y="40"/>
                  <a:pt x="581" y="39"/>
                </a:cubicBezTo>
                <a:cubicBezTo>
                  <a:pt x="581" y="38"/>
                  <a:pt x="582" y="37"/>
                  <a:pt x="580" y="36"/>
                </a:cubicBezTo>
                <a:cubicBezTo>
                  <a:pt x="580" y="36"/>
                  <a:pt x="580" y="36"/>
                  <a:pt x="580" y="36"/>
                </a:cubicBezTo>
                <a:cubicBezTo>
                  <a:pt x="579" y="36"/>
                  <a:pt x="579" y="35"/>
                  <a:pt x="578" y="34"/>
                </a:cubicBezTo>
                <a:cubicBezTo>
                  <a:pt x="577" y="34"/>
                  <a:pt x="577" y="33"/>
                  <a:pt x="576" y="33"/>
                </a:cubicBezTo>
                <a:cubicBezTo>
                  <a:pt x="576" y="32"/>
                  <a:pt x="576" y="32"/>
                  <a:pt x="576" y="32"/>
                </a:cubicBezTo>
                <a:cubicBezTo>
                  <a:pt x="576" y="31"/>
                  <a:pt x="576" y="30"/>
                  <a:pt x="575" y="30"/>
                </a:cubicBezTo>
                <a:cubicBezTo>
                  <a:pt x="575" y="29"/>
                  <a:pt x="575" y="27"/>
                  <a:pt x="574" y="26"/>
                </a:cubicBezTo>
                <a:cubicBezTo>
                  <a:pt x="573" y="26"/>
                  <a:pt x="573" y="25"/>
                  <a:pt x="573" y="24"/>
                </a:cubicBezTo>
                <a:cubicBezTo>
                  <a:pt x="573" y="23"/>
                  <a:pt x="573" y="23"/>
                  <a:pt x="573" y="23"/>
                </a:cubicBezTo>
                <a:cubicBezTo>
                  <a:pt x="572" y="22"/>
                  <a:pt x="572" y="22"/>
                  <a:pt x="572" y="22"/>
                </a:cubicBezTo>
                <a:cubicBezTo>
                  <a:pt x="572" y="21"/>
                  <a:pt x="571" y="20"/>
                  <a:pt x="571" y="19"/>
                </a:cubicBezTo>
                <a:cubicBezTo>
                  <a:pt x="570" y="18"/>
                  <a:pt x="568" y="17"/>
                  <a:pt x="567" y="16"/>
                </a:cubicBezTo>
                <a:cubicBezTo>
                  <a:pt x="566" y="15"/>
                  <a:pt x="565" y="15"/>
                  <a:pt x="564" y="16"/>
                </a:cubicBezTo>
                <a:cubicBezTo>
                  <a:pt x="563" y="17"/>
                  <a:pt x="564" y="18"/>
                  <a:pt x="564" y="20"/>
                </a:cubicBezTo>
                <a:cubicBezTo>
                  <a:pt x="563" y="19"/>
                  <a:pt x="563" y="19"/>
                  <a:pt x="562" y="19"/>
                </a:cubicBezTo>
                <a:cubicBezTo>
                  <a:pt x="561" y="19"/>
                  <a:pt x="561" y="20"/>
                  <a:pt x="562" y="20"/>
                </a:cubicBezTo>
                <a:cubicBezTo>
                  <a:pt x="562" y="20"/>
                  <a:pt x="563" y="21"/>
                  <a:pt x="563" y="21"/>
                </a:cubicBezTo>
                <a:cubicBezTo>
                  <a:pt x="563" y="22"/>
                  <a:pt x="564" y="23"/>
                  <a:pt x="563" y="22"/>
                </a:cubicBezTo>
                <a:cubicBezTo>
                  <a:pt x="562" y="22"/>
                  <a:pt x="562" y="21"/>
                  <a:pt x="562" y="21"/>
                </a:cubicBezTo>
                <a:cubicBezTo>
                  <a:pt x="561" y="20"/>
                  <a:pt x="561" y="19"/>
                  <a:pt x="560" y="18"/>
                </a:cubicBezTo>
                <a:cubicBezTo>
                  <a:pt x="560" y="19"/>
                  <a:pt x="560" y="19"/>
                  <a:pt x="560" y="19"/>
                </a:cubicBezTo>
                <a:cubicBezTo>
                  <a:pt x="560" y="20"/>
                  <a:pt x="560" y="21"/>
                  <a:pt x="559" y="21"/>
                </a:cubicBezTo>
                <a:cubicBezTo>
                  <a:pt x="559" y="21"/>
                  <a:pt x="559" y="20"/>
                  <a:pt x="559" y="19"/>
                </a:cubicBezTo>
                <a:cubicBezTo>
                  <a:pt x="559" y="18"/>
                  <a:pt x="560" y="16"/>
                  <a:pt x="558" y="15"/>
                </a:cubicBezTo>
                <a:cubicBezTo>
                  <a:pt x="558" y="14"/>
                  <a:pt x="557" y="14"/>
                  <a:pt x="557" y="15"/>
                </a:cubicBezTo>
                <a:cubicBezTo>
                  <a:pt x="556" y="16"/>
                  <a:pt x="556" y="18"/>
                  <a:pt x="555" y="19"/>
                </a:cubicBezTo>
                <a:cubicBezTo>
                  <a:pt x="555" y="17"/>
                  <a:pt x="554" y="15"/>
                  <a:pt x="554" y="13"/>
                </a:cubicBezTo>
                <a:cubicBezTo>
                  <a:pt x="554" y="13"/>
                  <a:pt x="553" y="13"/>
                  <a:pt x="553" y="13"/>
                </a:cubicBezTo>
                <a:cubicBezTo>
                  <a:pt x="553" y="13"/>
                  <a:pt x="553" y="12"/>
                  <a:pt x="552" y="12"/>
                </a:cubicBezTo>
                <a:cubicBezTo>
                  <a:pt x="552" y="12"/>
                  <a:pt x="552" y="12"/>
                  <a:pt x="552" y="12"/>
                </a:cubicBezTo>
                <a:cubicBezTo>
                  <a:pt x="550" y="13"/>
                  <a:pt x="547" y="13"/>
                  <a:pt x="545" y="14"/>
                </a:cubicBezTo>
                <a:cubicBezTo>
                  <a:pt x="542" y="16"/>
                  <a:pt x="542" y="19"/>
                  <a:pt x="544" y="21"/>
                </a:cubicBezTo>
                <a:cubicBezTo>
                  <a:pt x="545" y="21"/>
                  <a:pt x="545" y="21"/>
                  <a:pt x="546" y="21"/>
                </a:cubicBezTo>
                <a:cubicBezTo>
                  <a:pt x="546" y="21"/>
                  <a:pt x="547" y="21"/>
                  <a:pt x="547" y="22"/>
                </a:cubicBezTo>
                <a:cubicBezTo>
                  <a:pt x="547" y="22"/>
                  <a:pt x="548" y="22"/>
                  <a:pt x="548" y="22"/>
                </a:cubicBezTo>
                <a:cubicBezTo>
                  <a:pt x="548" y="22"/>
                  <a:pt x="548" y="22"/>
                  <a:pt x="548" y="22"/>
                </a:cubicBezTo>
                <a:cubicBezTo>
                  <a:pt x="548" y="22"/>
                  <a:pt x="548" y="22"/>
                  <a:pt x="548" y="22"/>
                </a:cubicBezTo>
                <a:cubicBezTo>
                  <a:pt x="548" y="23"/>
                  <a:pt x="547" y="23"/>
                  <a:pt x="546" y="23"/>
                </a:cubicBezTo>
                <a:cubicBezTo>
                  <a:pt x="546" y="23"/>
                  <a:pt x="546" y="23"/>
                  <a:pt x="546" y="24"/>
                </a:cubicBezTo>
                <a:cubicBezTo>
                  <a:pt x="546" y="25"/>
                  <a:pt x="546" y="27"/>
                  <a:pt x="548" y="27"/>
                </a:cubicBezTo>
                <a:cubicBezTo>
                  <a:pt x="550" y="29"/>
                  <a:pt x="553" y="31"/>
                  <a:pt x="556" y="32"/>
                </a:cubicBezTo>
                <a:cubicBezTo>
                  <a:pt x="557" y="32"/>
                  <a:pt x="557" y="32"/>
                  <a:pt x="558" y="32"/>
                </a:cubicBezTo>
                <a:cubicBezTo>
                  <a:pt x="558" y="32"/>
                  <a:pt x="558" y="32"/>
                  <a:pt x="559" y="32"/>
                </a:cubicBezTo>
                <a:cubicBezTo>
                  <a:pt x="559" y="32"/>
                  <a:pt x="559" y="32"/>
                  <a:pt x="559" y="32"/>
                </a:cubicBezTo>
                <a:cubicBezTo>
                  <a:pt x="559" y="32"/>
                  <a:pt x="559" y="32"/>
                  <a:pt x="559" y="32"/>
                </a:cubicBezTo>
                <a:cubicBezTo>
                  <a:pt x="559" y="32"/>
                  <a:pt x="559" y="32"/>
                  <a:pt x="560" y="32"/>
                </a:cubicBezTo>
                <a:cubicBezTo>
                  <a:pt x="559" y="32"/>
                  <a:pt x="559" y="32"/>
                  <a:pt x="558" y="33"/>
                </a:cubicBezTo>
                <a:cubicBezTo>
                  <a:pt x="558" y="33"/>
                  <a:pt x="557" y="33"/>
                  <a:pt x="557" y="33"/>
                </a:cubicBezTo>
                <a:cubicBezTo>
                  <a:pt x="557" y="33"/>
                  <a:pt x="557" y="33"/>
                  <a:pt x="557" y="33"/>
                </a:cubicBezTo>
                <a:cubicBezTo>
                  <a:pt x="557" y="33"/>
                  <a:pt x="557" y="33"/>
                  <a:pt x="557" y="33"/>
                </a:cubicBezTo>
                <a:cubicBezTo>
                  <a:pt x="556" y="33"/>
                  <a:pt x="555" y="33"/>
                  <a:pt x="554" y="33"/>
                </a:cubicBezTo>
                <a:cubicBezTo>
                  <a:pt x="554" y="33"/>
                  <a:pt x="554" y="33"/>
                  <a:pt x="554" y="33"/>
                </a:cubicBezTo>
                <a:cubicBezTo>
                  <a:pt x="553" y="33"/>
                  <a:pt x="552" y="32"/>
                  <a:pt x="552" y="32"/>
                </a:cubicBezTo>
                <a:cubicBezTo>
                  <a:pt x="550" y="32"/>
                  <a:pt x="549" y="31"/>
                  <a:pt x="548" y="30"/>
                </a:cubicBezTo>
                <a:cubicBezTo>
                  <a:pt x="548" y="30"/>
                  <a:pt x="547" y="29"/>
                  <a:pt x="546" y="30"/>
                </a:cubicBezTo>
                <a:cubicBezTo>
                  <a:pt x="546" y="31"/>
                  <a:pt x="546" y="31"/>
                  <a:pt x="546" y="32"/>
                </a:cubicBezTo>
                <a:cubicBezTo>
                  <a:pt x="547" y="33"/>
                  <a:pt x="547" y="33"/>
                  <a:pt x="547" y="34"/>
                </a:cubicBezTo>
                <a:cubicBezTo>
                  <a:pt x="546" y="34"/>
                  <a:pt x="546" y="32"/>
                  <a:pt x="545" y="32"/>
                </a:cubicBezTo>
                <a:cubicBezTo>
                  <a:pt x="544" y="32"/>
                  <a:pt x="545" y="31"/>
                  <a:pt x="544" y="30"/>
                </a:cubicBezTo>
                <a:cubicBezTo>
                  <a:pt x="544" y="29"/>
                  <a:pt x="545" y="28"/>
                  <a:pt x="544" y="28"/>
                </a:cubicBezTo>
                <a:cubicBezTo>
                  <a:pt x="544" y="27"/>
                  <a:pt x="544" y="26"/>
                  <a:pt x="543" y="25"/>
                </a:cubicBezTo>
                <a:cubicBezTo>
                  <a:pt x="543" y="24"/>
                  <a:pt x="543" y="24"/>
                  <a:pt x="543" y="24"/>
                </a:cubicBezTo>
                <a:cubicBezTo>
                  <a:pt x="543" y="24"/>
                  <a:pt x="543" y="23"/>
                  <a:pt x="542" y="23"/>
                </a:cubicBezTo>
                <a:cubicBezTo>
                  <a:pt x="541" y="23"/>
                  <a:pt x="541" y="23"/>
                  <a:pt x="541" y="23"/>
                </a:cubicBezTo>
                <a:cubicBezTo>
                  <a:pt x="540" y="22"/>
                  <a:pt x="540" y="22"/>
                  <a:pt x="539" y="22"/>
                </a:cubicBezTo>
                <a:cubicBezTo>
                  <a:pt x="537" y="22"/>
                  <a:pt x="535" y="22"/>
                  <a:pt x="534" y="22"/>
                </a:cubicBezTo>
                <a:cubicBezTo>
                  <a:pt x="532" y="23"/>
                  <a:pt x="532" y="23"/>
                  <a:pt x="532" y="25"/>
                </a:cubicBezTo>
                <a:cubicBezTo>
                  <a:pt x="533" y="26"/>
                  <a:pt x="534" y="27"/>
                  <a:pt x="535" y="28"/>
                </a:cubicBezTo>
                <a:cubicBezTo>
                  <a:pt x="535" y="29"/>
                  <a:pt x="536" y="30"/>
                  <a:pt x="536" y="31"/>
                </a:cubicBezTo>
                <a:cubicBezTo>
                  <a:pt x="536" y="32"/>
                  <a:pt x="537" y="33"/>
                  <a:pt x="538" y="34"/>
                </a:cubicBezTo>
                <a:cubicBezTo>
                  <a:pt x="538" y="35"/>
                  <a:pt x="539" y="34"/>
                  <a:pt x="539" y="35"/>
                </a:cubicBezTo>
                <a:cubicBezTo>
                  <a:pt x="539" y="35"/>
                  <a:pt x="539" y="36"/>
                  <a:pt x="539" y="36"/>
                </a:cubicBezTo>
                <a:cubicBezTo>
                  <a:pt x="539" y="37"/>
                  <a:pt x="539" y="38"/>
                  <a:pt x="540" y="37"/>
                </a:cubicBezTo>
                <a:cubicBezTo>
                  <a:pt x="540" y="39"/>
                  <a:pt x="541" y="39"/>
                  <a:pt x="541" y="40"/>
                </a:cubicBezTo>
                <a:cubicBezTo>
                  <a:pt x="540" y="41"/>
                  <a:pt x="539" y="41"/>
                  <a:pt x="539" y="42"/>
                </a:cubicBezTo>
                <a:cubicBezTo>
                  <a:pt x="537" y="41"/>
                  <a:pt x="537" y="39"/>
                  <a:pt x="536" y="38"/>
                </a:cubicBezTo>
                <a:cubicBezTo>
                  <a:pt x="536" y="38"/>
                  <a:pt x="536" y="38"/>
                  <a:pt x="536" y="37"/>
                </a:cubicBezTo>
                <a:cubicBezTo>
                  <a:pt x="535" y="37"/>
                  <a:pt x="535" y="37"/>
                  <a:pt x="535" y="36"/>
                </a:cubicBezTo>
                <a:cubicBezTo>
                  <a:pt x="534" y="36"/>
                  <a:pt x="534" y="36"/>
                  <a:pt x="534" y="36"/>
                </a:cubicBezTo>
                <a:cubicBezTo>
                  <a:pt x="534" y="36"/>
                  <a:pt x="534" y="36"/>
                  <a:pt x="534" y="35"/>
                </a:cubicBezTo>
                <a:cubicBezTo>
                  <a:pt x="532" y="34"/>
                  <a:pt x="530" y="33"/>
                  <a:pt x="527" y="32"/>
                </a:cubicBezTo>
                <a:cubicBezTo>
                  <a:pt x="526" y="32"/>
                  <a:pt x="526" y="33"/>
                  <a:pt x="526" y="33"/>
                </a:cubicBezTo>
                <a:cubicBezTo>
                  <a:pt x="525" y="36"/>
                  <a:pt x="525" y="38"/>
                  <a:pt x="527" y="40"/>
                </a:cubicBezTo>
                <a:cubicBezTo>
                  <a:pt x="528" y="42"/>
                  <a:pt x="530" y="42"/>
                  <a:pt x="532" y="43"/>
                </a:cubicBezTo>
                <a:cubicBezTo>
                  <a:pt x="532" y="44"/>
                  <a:pt x="532" y="44"/>
                  <a:pt x="532" y="44"/>
                </a:cubicBezTo>
                <a:cubicBezTo>
                  <a:pt x="531" y="44"/>
                  <a:pt x="531" y="44"/>
                  <a:pt x="531" y="44"/>
                </a:cubicBezTo>
                <a:cubicBezTo>
                  <a:pt x="530" y="44"/>
                  <a:pt x="530" y="44"/>
                  <a:pt x="530" y="44"/>
                </a:cubicBezTo>
                <a:cubicBezTo>
                  <a:pt x="529" y="44"/>
                  <a:pt x="529" y="44"/>
                  <a:pt x="528" y="44"/>
                </a:cubicBezTo>
                <a:cubicBezTo>
                  <a:pt x="528" y="44"/>
                  <a:pt x="528" y="44"/>
                  <a:pt x="528" y="44"/>
                </a:cubicBezTo>
                <a:cubicBezTo>
                  <a:pt x="526" y="43"/>
                  <a:pt x="524" y="43"/>
                  <a:pt x="523" y="45"/>
                </a:cubicBezTo>
                <a:cubicBezTo>
                  <a:pt x="523" y="46"/>
                  <a:pt x="522" y="48"/>
                  <a:pt x="522" y="50"/>
                </a:cubicBezTo>
                <a:cubicBezTo>
                  <a:pt x="522" y="50"/>
                  <a:pt x="522" y="51"/>
                  <a:pt x="522" y="51"/>
                </a:cubicBezTo>
                <a:cubicBezTo>
                  <a:pt x="522" y="52"/>
                  <a:pt x="522" y="52"/>
                  <a:pt x="523" y="52"/>
                </a:cubicBezTo>
                <a:cubicBezTo>
                  <a:pt x="523" y="55"/>
                  <a:pt x="525" y="56"/>
                  <a:pt x="527" y="57"/>
                </a:cubicBezTo>
                <a:cubicBezTo>
                  <a:pt x="527" y="58"/>
                  <a:pt x="528" y="58"/>
                  <a:pt x="528" y="59"/>
                </a:cubicBezTo>
                <a:cubicBezTo>
                  <a:pt x="528" y="59"/>
                  <a:pt x="528" y="59"/>
                  <a:pt x="528" y="59"/>
                </a:cubicBezTo>
                <a:cubicBezTo>
                  <a:pt x="528" y="60"/>
                  <a:pt x="528" y="62"/>
                  <a:pt x="530" y="62"/>
                </a:cubicBezTo>
                <a:cubicBezTo>
                  <a:pt x="531" y="62"/>
                  <a:pt x="531" y="62"/>
                  <a:pt x="531" y="63"/>
                </a:cubicBezTo>
                <a:cubicBezTo>
                  <a:pt x="533" y="64"/>
                  <a:pt x="535" y="66"/>
                  <a:pt x="538" y="67"/>
                </a:cubicBezTo>
                <a:cubicBezTo>
                  <a:pt x="537" y="68"/>
                  <a:pt x="537" y="70"/>
                  <a:pt x="539" y="71"/>
                </a:cubicBezTo>
                <a:cubicBezTo>
                  <a:pt x="540" y="72"/>
                  <a:pt x="540" y="72"/>
                  <a:pt x="540" y="73"/>
                </a:cubicBezTo>
                <a:cubicBezTo>
                  <a:pt x="540" y="74"/>
                  <a:pt x="539" y="74"/>
                  <a:pt x="539" y="74"/>
                </a:cubicBezTo>
                <a:cubicBezTo>
                  <a:pt x="538" y="74"/>
                  <a:pt x="537" y="73"/>
                  <a:pt x="537" y="73"/>
                </a:cubicBezTo>
                <a:cubicBezTo>
                  <a:pt x="536" y="73"/>
                  <a:pt x="536" y="73"/>
                  <a:pt x="536" y="73"/>
                </a:cubicBezTo>
                <a:cubicBezTo>
                  <a:pt x="536" y="72"/>
                  <a:pt x="536" y="72"/>
                  <a:pt x="535" y="71"/>
                </a:cubicBezTo>
                <a:cubicBezTo>
                  <a:pt x="534" y="70"/>
                  <a:pt x="534" y="69"/>
                  <a:pt x="532" y="69"/>
                </a:cubicBezTo>
                <a:cubicBezTo>
                  <a:pt x="532" y="69"/>
                  <a:pt x="531" y="68"/>
                  <a:pt x="531" y="68"/>
                </a:cubicBezTo>
                <a:cubicBezTo>
                  <a:pt x="530" y="67"/>
                  <a:pt x="529" y="66"/>
                  <a:pt x="528" y="65"/>
                </a:cubicBezTo>
                <a:cubicBezTo>
                  <a:pt x="528" y="66"/>
                  <a:pt x="528" y="66"/>
                  <a:pt x="528" y="66"/>
                </a:cubicBezTo>
                <a:cubicBezTo>
                  <a:pt x="528" y="66"/>
                  <a:pt x="528" y="66"/>
                  <a:pt x="528" y="65"/>
                </a:cubicBezTo>
                <a:cubicBezTo>
                  <a:pt x="528" y="65"/>
                  <a:pt x="528" y="65"/>
                  <a:pt x="528" y="65"/>
                </a:cubicBezTo>
                <a:cubicBezTo>
                  <a:pt x="527" y="64"/>
                  <a:pt x="526" y="63"/>
                  <a:pt x="526" y="63"/>
                </a:cubicBezTo>
                <a:cubicBezTo>
                  <a:pt x="526" y="63"/>
                  <a:pt x="526" y="63"/>
                  <a:pt x="526" y="63"/>
                </a:cubicBezTo>
                <a:cubicBezTo>
                  <a:pt x="525" y="61"/>
                  <a:pt x="525" y="60"/>
                  <a:pt x="524" y="60"/>
                </a:cubicBezTo>
                <a:cubicBezTo>
                  <a:pt x="524" y="59"/>
                  <a:pt x="524" y="59"/>
                  <a:pt x="523" y="59"/>
                </a:cubicBezTo>
                <a:cubicBezTo>
                  <a:pt x="523" y="58"/>
                  <a:pt x="522" y="58"/>
                  <a:pt x="521" y="58"/>
                </a:cubicBezTo>
                <a:cubicBezTo>
                  <a:pt x="519" y="58"/>
                  <a:pt x="519" y="58"/>
                  <a:pt x="519" y="60"/>
                </a:cubicBezTo>
                <a:cubicBezTo>
                  <a:pt x="519" y="61"/>
                  <a:pt x="519" y="62"/>
                  <a:pt x="520" y="63"/>
                </a:cubicBezTo>
                <a:cubicBezTo>
                  <a:pt x="521" y="64"/>
                  <a:pt x="522" y="66"/>
                  <a:pt x="522" y="67"/>
                </a:cubicBezTo>
                <a:cubicBezTo>
                  <a:pt x="522" y="67"/>
                  <a:pt x="522" y="67"/>
                  <a:pt x="522" y="67"/>
                </a:cubicBezTo>
                <a:cubicBezTo>
                  <a:pt x="522" y="67"/>
                  <a:pt x="522" y="67"/>
                  <a:pt x="522" y="67"/>
                </a:cubicBezTo>
                <a:cubicBezTo>
                  <a:pt x="522" y="68"/>
                  <a:pt x="521" y="70"/>
                  <a:pt x="523" y="69"/>
                </a:cubicBezTo>
                <a:cubicBezTo>
                  <a:pt x="524" y="70"/>
                  <a:pt x="525" y="70"/>
                  <a:pt x="526" y="71"/>
                </a:cubicBezTo>
                <a:cubicBezTo>
                  <a:pt x="528" y="71"/>
                  <a:pt x="529" y="72"/>
                  <a:pt x="530" y="74"/>
                </a:cubicBezTo>
                <a:cubicBezTo>
                  <a:pt x="529" y="74"/>
                  <a:pt x="529" y="74"/>
                  <a:pt x="528" y="73"/>
                </a:cubicBezTo>
                <a:cubicBezTo>
                  <a:pt x="527" y="73"/>
                  <a:pt x="527" y="72"/>
                  <a:pt x="527" y="71"/>
                </a:cubicBezTo>
                <a:cubicBezTo>
                  <a:pt x="524" y="72"/>
                  <a:pt x="522" y="70"/>
                  <a:pt x="520" y="72"/>
                </a:cubicBezTo>
                <a:cubicBezTo>
                  <a:pt x="519" y="72"/>
                  <a:pt x="519" y="72"/>
                  <a:pt x="518" y="72"/>
                </a:cubicBezTo>
                <a:cubicBezTo>
                  <a:pt x="518" y="72"/>
                  <a:pt x="519" y="71"/>
                  <a:pt x="519" y="71"/>
                </a:cubicBezTo>
                <a:cubicBezTo>
                  <a:pt x="520" y="70"/>
                  <a:pt x="521" y="68"/>
                  <a:pt x="520" y="67"/>
                </a:cubicBezTo>
                <a:cubicBezTo>
                  <a:pt x="520" y="66"/>
                  <a:pt x="519" y="65"/>
                  <a:pt x="519" y="64"/>
                </a:cubicBezTo>
                <a:cubicBezTo>
                  <a:pt x="517" y="63"/>
                  <a:pt x="517" y="61"/>
                  <a:pt x="516" y="60"/>
                </a:cubicBezTo>
                <a:cubicBezTo>
                  <a:pt x="516" y="59"/>
                  <a:pt x="517" y="58"/>
                  <a:pt x="516" y="58"/>
                </a:cubicBezTo>
                <a:cubicBezTo>
                  <a:pt x="516" y="57"/>
                  <a:pt x="515" y="57"/>
                  <a:pt x="515" y="56"/>
                </a:cubicBezTo>
                <a:cubicBezTo>
                  <a:pt x="515" y="55"/>
                  <a:pt x="514" y="54"/>
                  <a:pt x="513" y="54"/>
                </a:cubicBezTo>
                <a:cubicBezTo>
                  <a:pt x="513" y="54"/>
                  <a:pt x="512" y="53"/>
                  <a:pt x="511" y="53"/>
                </a:cubicBezTo>
                <a:cubicBezTo>
                  <a:pt x="511" y="53"/>
                  <a:pt x="511" y="53"/>
                  <a:pt x="511" y="53"/>
                </a:cubicBezTo>
                <a:cubicBezTo>
                  <a:pt x="510" y="52"/>
                  <a:pt x="509" y="52"/>
                  <a:pt x="508" y="52"/>
                </a:cubicBezTo>
                <a:cubicBezTo>
                  <a:pt x="508" y="53"/>
                  <a:pt x="507" y="53"/>
                  <a:pt x="507" y="52"/>
                </a:cubicBezTo>
                <a:cubicBezTo>
                  <a:pt x="506" y="51"/>
                  <a:pt x="506" y="51"/>
                  <a:pt x="505" y="50"/>
                </a:cubicBezTo>
                <a:cubicBezTo>
                  <a:pt x="504" y="50"/>
                  <a:pt x="503" y="49"/>
                  <a:pt x="501" y="48"/>
                </a:cubicBezTo>
                <a:cubicBezTo>
                  <a:pt x="503" y="49"/>
                  <a:pt x="503" y="47"/>
                  <a:pt x="504" y="47"/>
                </a:cubicBezTo>
                <a:cubicBezTo>
                  <a:pt x="505" y="47"/>
                  <a:pt x="505" y="47"/>
                  <a:pt x="505" y="46"/>
                </a:cubicBezTo>
                <a:cubicBezTo>
                  <a:pt x="505" y="46"/>
                  <a:pt x="505" y="46"/>
                  <a:pt x="504" y="46"/>
                </a:cubicBezTo>
                <a:cubicBezTo>
                  <a:pt x="501" y="45"/>
                  <a:pt x="499" y="45"/>
                  <a:pt x="496" y="46"/>
                </a:cubicBezTo>
                <a:cubicBezTo>
                  <a:pt x="494" y="46"/>
                  <a:pt x="494" y="47"/>
                  <a:pt x="494" y="48"/>
                </a:cubicBezTo>
                <a:cubicBezTo>
                  <a:pt x="494" y="49"/>
                  <a:pt x="495" y="49"/>
                  <a:pt x="495" y="49"/>
                </a:cubicBezTo>
                <a:cubicBezTo>
                  <a:pt x="496" y="49"/>
                  <a:pt x="496" y="50"/>
                  <a:pt x="496" y="50"/>
                </a:cubicBezTo>
                <a:cubicBezTo>
                  <a:pt x="497" y="51"/>
                  <a:pt x="495" y="53"/>
                  <a:pt x="497" y="54"/>
                </a:cubicBezTo>
                <a:cubicBezTo>
                  <a:pt x="497" y="54"/>
                  <a:pt x="497" y="54"/>
                  <a:pt x="497" y="54"/>
                </a:cubicBezTo>
                <a:cubicBezTo>
                  <a:pt x="497" y="55"/>
                  <a:pt x="497" y="55"/>
                  <a:pt x="498" y="56"/>
                </a:cubicBezTo>
                <a:cubicBezTo>
                  <a:pt x="498" y="57"/>
                  <a:pt x="498" y="58"/>
                  <a:pt x="497" y="58"/>
                </a:cubicBezTo>
                <a:cubicBezTo>
                  <a:pt x="496" y="58"/>
                  <a:pt x="496" y="59"/>
                  <a:pt x="496" y="60"/>
                </a:cubicBezTo>
                <a:cubicBezTo>
                  <a:pt x="495" y="61"/>
                  <a:pt x="494" y="61"/>
                  <a:pt x="493" y="61"/>
                </a:cubicBezTo>
                <a:cubicBezTo>
                  <a:pt x="491" y="61"/>
                  <a:pt x="489" y="61"/>
                  <a:pt x="488" y="62"/>
                </a:cubicBezTo>
                <a:cubicBezTo>
                  <a:pt x="484" y="62"/>
                  <a:pt x="484" y="63"/>
                  <a:pt x="485" y="66"/>
                </a:cubicBezTo>
                <a:cubicBezTo>
                  <a:pt x="485" y="67"/>
                  <a:pt x="486" y="67"/>
                  <a:pt x="487" y="68"/>
                </a:cubicBezTo>
                <a:cubicBezTo>
                  <a:pt x="487" y="69"/>
                  <a:pt x="488" y="69"/>
                  <a:pt x="489" y="69"/>
                </a:cubicBezTo>
                <a:cubicBezTo>
                  <a:pt x="490" y="70"/>
                  <a:pt x="492" y="69"/>
                  <a:pt x="493" y="71"/>
                </a:cubicBezTo>
                <a:cubicBezTo>
                  <a:pt x="493" y="71"/>
                  <a:pt x="493" y="71"/>
                  <a:pt x="494" y="71"/>
                </a:cubicBezTo>
                <a:cubicBezTo>
                  <a:pt x="494" y="72"/>
                  <a:pt x="494" y="72"/>
                  <a:pt x="495" y="72"/>
                </a:cubicBezTo>
                <a:cubicBezTo>
                  <a:pt x="495" y="72"/>
                  <a:pt x="495" y="72"/>
                  <a:pt x="495" y="72"/>
                </a:cubicBezTo>
                <a:cubicBezTo>
                  <a:pt x="497" y="74"/>
                  <a:pt x="500" y="74"/>
                  <a:pt x="502" y="75"/>
                </a:cubicBezTo>
                <a:cubicBezTo>
                  <a:pt x="502" y="75"/>
                  <a:pt x="503" y="75"/>
                  <a:pt x="503" y="76"/>
                </a:cubicBezTo>
                <a:cubicBezTo>
                  <a:pt x="503" y="76"/>
                  <a:pt x="504" y="76"/>
                  <a:pt x="504" y="76"/>
                </a:cubicBezTo>
                <a:cubicBezTo>
                  <a:pt x="505" y="77"/>
                  <a:pt x="504" y="79"/>
                  <a:pt x="504" y="81"/>
                </a:cubicBezTo>
                <a:cubicBezTo>
                  <a:pt x="504" y="81"/>
                  <a:pt x="504" y="81"/>
                  <a:pt x="505" y="81"/>
                </a:cubicBezTo>
                <a:cubicBezTo>
                  <a:pt x="504" y="82"/>
                  <a:pt x="506" y="83"/>
                  <a:pt x="504" y="83"/>
                </a:cubicBezTo>
                <a:cubicBezTo>
                  <a:pt x="504" y="81"/>
                  <a:pt x="503" y="80"/>
                  <a:pt x="503" y="78"/>
                </a:cubicBezTo>
                <a:cubicBezTo>
                  <a:pt x="503" y="76"/>
                  <a:pt x="502" y="76"/>
                  <a:pt x="501" y="76"/>
                </a:cubicBezTo>
                <a:cubicBezTo>
                  <a:pt x="500" y="76"/>
                  <a:pt x="501" y="77"/>
                  <a:pt x="501" y="77"/>
                </a:cubicBezTo>
                <a:cubicBezTo>
                  <a:pt x="501" y="78"/>
                  <a:pt x="502" y="80"/>
                  <a:pt x="503" y="81"/>
                </a:cubicBezTo>
                <a:cubicBezTo>
                  <a:pt x="503" y="82"/>
                  <a:pt x="503" y="82"/>
                  <a:pt x="503" y="83"/>
                </a:cubicBezTo>
                <a:cubicBezTo>
                  <a:pt x="501" y="82"/>
                  <a:pt x="501" y="81"/>
                  <a:pt x="501" y="79"/>
                </a:cubicBezTo>
                <a:cubicBezTo>
                  <a:pt x="501" y="79"/>
                  <a:pt x="500" y="78"/>
                  <a:pt x="500" y="78"/>
                </a:cubicBezTo>
                <a:cubicBezTo>
                  <a:pt x="500" y="76"/>
                  <a:pt x="500" y="76"/>
                  <a:pt x="497" y="76"/>
                </a:cubicBezTo>
                <a:cubicBezTo>
                  <a:pt x="497" y="76"/>
                  <a:pt x="496" y="76"/>
                  <a:pt x="496" y="76"/>
                </a:cubicBezTo>
                <a:cubicBezTo>
                  <a:pt x="496" y="75"/>
                  <a:pt x="495" y="75"/>
                  <a:pt x="495" y="76"/>
                </a:cubicBezTo>
                <a:cubicBezTo>
                  <a:pt x="494" y="76"/>
                  <a:pt x="495" y="76"/>
                  <a:pt x="495" y="77"/>
                </a:cubicBezTo>
                <a:cubicBezTo>
                  <a:pt x="495" y="77"/>
                  <a:pt x="496" y="78"/>
                  <a:pt x="496" y="79"/>
                </a:cubicBezTo>
                <a:cubicBezTo>
                  <a:pt x="496" y="80"/>
                  <a:pt x="496" y="80"/>
                  <a:pt x="497" y="81"/>
                </a:cubicBezTo>
                <a:cubicBezTo>
                  <a:pt x="497" y="81"/>
                  <a:pt x="497" y="82"/>
                  <a:pt x="498" y="82"/>
                </a:cubicBezTo>
                <a:cubicBezTo>
                  <a:pt x="498" y="82"/>
                  <a:pt x="499" y="83"/>
                  <a:pt x="498" y="83"/>
                </a:cubicBezTo>
                <a:cubicBezTo>
                  <a:pt x="497" y="83"/>
                  <a:pt x="496" y="82"/>
                  <a:pt x="496" y="81"/>
                </a:cubicBezTo>
                <a:cubicBezTo>
                  <a:pt x="496" y="79"/>
                  <a:pt x="494" y="78"/>
                  <a:pt x="493" y="76"/>
                </a:cubicBezTo>
                <a:cubicBezTo>
                  <a:pt x="492" y="75"/>
                  <a:pt x="492" y="74"/>
                  <a:pt x="491" y="74"/>
                </a:cubicBezTo>
                <a:cubicBezTo>
                  <a:pt x="490" y="72"/>
                  <a:pt x="489" y="72"/>
                  <a:pt x="487" y="72"/>
                </a:cubicBezTo>
                <a:cubicBezTo>
                  <a:pt x="487" y="73"/>
                  <a:pt x="488" y="73"/>
                  <a:pt x="488" y="73"/>
                </a:cubicBezTo>
                <a:cubicBezTo>
                  <a:pt x="488" y="73"/>
                  <a:pt x="487" y="73"/>
                  <a:pt x="487" y="72"/>
                </a:cubicBezTo>
                <a:cubicBezTo>
                  <a:pt x="487" y="72"/>
                  <a:pt x="487" y="72"/>
                  <a:pt x="487" y="72"/>
                </a:cubicBezTo>
                <a:cubicBezTo>
                  <a:pt x="487" y="72"/>
                  <a:pt x="487" y="72"/>
                  <a:pt x="486" y="72"/>
                </a:cubicBezTo>
                <a:cubicBezTo>
                  <a:pt x="485" y="72"/>
                  <a:pt x="484" y="73"/>
                  <a:pt x="484" y="74"/>
                </a:cubicBezTo>
                <a:cubicBezTo>
                  <a:pt x="484" y="75"/>
                  <a:pt x="484" y="75"/>
                  <a:pt x="484" y="75"/>
                </a:cubicBezTo>
                <a:cubicBezTo>
                  <a:pt x="484" y="76"/>
                  <a:pt x="484" y="76"/>
                  <a:pt x="484" y="76"/>
                </a:cubicBezTo>
                <a:cubicBezTo>
                  <a:pt x="482" y="77"/>
                  <a:pt x="482" y="78"/>
                  <a:pt x="483" y="79"/>
                </a:cubicBezTo>
                <a:cubicBezTo>
                  <a:pt x="484" y="80"/>
                  <a:pt x="485" y="80"/>
                  <a:pt x="486" y="81"/>
                </a:cubicBezTo>
                <a:cubicBezTo>
                  <a:pt x="486" y="81"/>
                  <a:pt x="486" y="82"/>
                  <a:pt x="486" y="82"/>
                </a:cubicBezTo>
                <a:cubicBezTo>
                  <a:pt x="486" y="82"/>
                  <a:pt x="485" y="82"/>
                  <a:pt x="485" y="82"/>
                </a:cubicBezTo>
                <a:cubicBezTo>
                  <a:pt x="485" y="82"/>
                  <a:pt x="485" y="81"/>
                  <a:pt x="485" y="81"/>
                </a:cubicBezTo>
                <a:cubicBezTo>
                  <a:pt x="485" y="80"/>
                  <a:pt x="483" y="80"/>
                  <a:pt x="483" y="79"/>
                </a:cubicBezTo>
                <a:cubicBezTo>
                  <a:pt x="481" y="79"/>
                  <a:pt x="481" y="77"/>
                  <a:pt x="481" y="76"/>
                </a:cubicBezTo>
                <a:cubicBezTo>
                  <a:pt x="482" y="75"/>
                  <a:pt x="482" y="74"/>
                  <a:pt x="482" y="74"/>
                </a:cubicBezTo>
                <a:cubicBezTo>
                  <a:pt x="481" y="73"/>
                  <a:pt x="481" y="72"/>
                  <a:pt x="480" y="71"/>
                </a:cubicBezTo>
                <a:cubicBezTo>
                  <a:pt x="479" y="71"/>
                  <a:pt x="479" y="70"/>
                  <a:pt x="478" y="71"/>
                </a:cubicBezTo>
                <a:cubicBezTo>
                  <a:pt x="477" y="71"/>
                  <a:pt x="478" y="71"/>
                  <a:pt x="477" y="71"/>
                </a:cubicBezTo>
                <a:cubicBezTo>
                  <a:pt x="477" y="71"/>
                  <a:pt x="476" y="71"/>
                  <a:pt x="476" y="70"/>
                </a:cubicBezTo>
                <a:cubicBezTo>
                  <a:pt x="476" y="69"/>
                  <a:pt x="474" y="69"/>
                  <a:pt x="474" y="69"/>
                </a:cubicBezTo>
                <a:cubicBezTo>
                  <a:pt x="472" y="71"/>
                  <a:pt x="470" y="71"/>
                  <a:pt x="468" y="72"/>
                </a:cubicBezTo>
                <a:cubicBezTo>
                  <a:pt x="466" y="74"/>
                  <a:pt x="465" y="75"/>
                  <a:pt x="465" y="78"/>
                </a:cubicBezTo>
                <a:cubicBezTo>
                  <a:pt x="465" y="79"/>
                  <a:pt x="465" y="79"/>
                  <a:pt x="465" y="79"/>
                </a:cubicBezTo>
                <a:cubicBezTo>
                  <a:pt x="465" y="81"/>
                  <a:pt x="465" y="82"/>
                  <a:pt x="466" y="83"/>
                </a:cubicBezTo>
                <a:cubicBezTo>
                  <a:pt x="467" y="84"/>
                  <a:pt x="467" y="85"/>
                  <a:pt x="467" y="86"/>
                </a:cubicBezTo>
                <a:cubicBezTo>
                  <a:pt x="466" y="86"/>
                  <a:pt x="466" y="87"/>
                  <a:pt x="466" y="86"/>
                </a:cubicBezTo>
                <a:cubicBezTo>
                  <a:pt x="466" y="84"/>
                  <a:pt x="465" y="82"/>
                  <a:pt x="464" y="81"/>
                </a:cubicBezTo>
                <a:cubicBezTo>
                  <a:pt x="464" y="80"/>
                  <a:pt x="463" y="80"/>
                  <a:pt x="463" y="80"/>
                </a:cubicBezTo>
                <a:cubicBezTo>
                  <a:pt x="463" y="80"/>
                  <a:pt x="462" y="80"/>
                  <a:pt x="462" y="80"/>
                </a:cubicBezTo>
                <a:cubicBezTo>
                  <a:pt x="462" y="81"/>
                  <a:pt x="462" y="82"/>
                  <a:pt x="463" y="82"/>
                </a:cubicBezTo>
                <a:cubicBezTo>
                  <a:pt x="464" y="83"/>
                  <a:pt x="464" y="84"/>
                  <a:pt x="463" y="85"/>
                </a:cubicBezTo>
                <a:cubicBezTo>
                  <a:pt x="463" y="86"/>
                  <a:pt x="462" y="86"/>
                  <a:pt x="462" y="87"/>
                </a:cubicBezTo>
                <a:cubicBezTo>
                  <a:pt x="461" y="87"/>
                  <a:pt x="462" y="86"/>
                  <a:pt x="461" y="86"/>
                </a:cubicBezTo>
                <a:cubicBezTo>
                  <a:pt x="460" y="85"/>
                  <a:pt x="460" y="83"/>
                  <a:pt x="459" y="82"/>
                </a:cubicBezTo>
                <a:cubicBezTo>
                  <a:pt x="459" y="82"/>
                  <a:pt x="459" y="81"/>
                  <a:pt x="458" y="81"/>
                </a:cubicBezTo>
                <a:cubicBezTo>
                  <a:pt x="458" y="82"/>
                  <a:pt x="456" y="81"/>
                  <a:pt x="456" y="82"/>
                </a:cubicBezTo>
                <a:cubicBezTo>
                  <a:pt x="454" y="83"/>
                  <a:pt x="451" y="82"/>
                  <a:pt x="450" y="85"/>
                </a:cubicBezTo>
                <a:cubicBezTo>
                  <a:pt x="450" y="86"/>
                  <a:pt x="449" y="86"/>
                  <a:pt x="448" y="86"/>
                </a:cubicBezTo>
                <a:cubicBezTo>
                  <a:pt x="447" y="86"/>
                  <a:pt x="446" y="87"/>
                  <a:pt x="447" y="89"/>
                </a:cubicBezTo>
                <a:cubicBezTo>
                  <a:pt x="447" y="91"/>
                  <a:pt x="447" y="91"/>
                  <a:pt x="445" y="90"/>
                </a:cubicBezTo>
                <a:cubicBezTo>
                  <a:pt x="444" y="90"/>
                  <a:pt x="443" y="90"/>
                  <a:pt x="443" y="91"/>
                </a:cubicBezTo>
                <a:cubicBezTo>
                  <a:pt x="442" y="93"/>
                  <a:pt x="441" y="94"/>
                  <a:pt x="441" y="96"/>
                </a:cubicBezTo>
                <a:cubicBezTo>
                  <a:pt x="440" y="97"/>
                  <a:pt x="440" y="97"/>
                  <a:pt x="440" y="98"/>
                </a:cubicBezTo>
                <a:cubicBezTo>
                  <a:pt x="439" y="100"/>
                  <a:pt x="441" y="99"/>
                  <a:pt x="441" y="99"/>
                </a:cubicBezTo>
                <a:cubicBezTo>
                  <a:pt x="441" y="99"/>
                  <a:pt x="441" y="99"/>
                  <a:pt x="441" y="99"/>
                </a:cubicBezTo>
                <a:cubicBezTo>
                  <a:pt x="441" y="99"/>
                  <a:pt x="441" y="99"/>
                  <a:pt x="442" y="99"/>
                </a:cubicBezTo>
                <a:cubicBezTo>
                  <a:pt x="442" y="100"/>
                  <a:pt x="443" y="101"/>
                  <a:pt x="444" y="101"/>
                </a:cubicBezTo>
                <a:cubicBezTo>
                  <a:pt x="444" y="101"/>
                  <a:pt x="444" y="101"/>
                  <a:pt x="444" y="101"/>
                </a:cubicBezTo>
                <a:cubicBezTo>
                  <a:pt x="444" y="101"/>
                  <a:pt x="444" y="101"/>
                  <a:pt x="444" y="101"/>
                </a:cubicBezTo>
                <a:cubicBezTo>
                  <a:pt x="444" y="102"/>
                  <a:pt x="444" y="102"/>
                  <a:pt x="444" y="103"/>
                </a:cubicBezTo>
                <a:cubicBezTo>
                  <a:pt x="444" y="103"/>
                  <a:pt x="444" y="103"/>
                  <a:pt x="444" y="103"/>
                </a:cubicBezTo>
                <a:cubicBezTo>
                  <a:pt x="444" y="103"/>
                  <a:pt x="443" y="104"/>
                  <a:pt x="444" y="105"/>
                </a:cubicBezTo>
                <a:cubicBezTo>
                  <a:pt x="445" y="105"/>
                  <a:pt x="446" y="103"/>
                  <a:pt x="447" y="104"/>
                </a:cubicBezTo>
                <a:cubicBezTo>
                  <a:pt x="447" y="104"/>
                  <a:pt x="447" y="104"/>
                  <a:pt x="448" y="104"/>
                </a:cubicBezTo>
                <a:cubicBezTo>
                  <a:pt x="448" y="103"/>
                  <a:pt x="448" y="102"/>
                  <a:pt x="448" y="102"/>
                </a:cubicBezTo>
                <a:cubicBezTo>
                  <a:pt x="448" y="100"/>
                  <a:pt x="448" y="99"/>
                  <a:pt x="450" y="98"/>
                </a:cubicBezTo>
                <a:cubicBezTo>
                  <a:pt x="450" y="98"/>
                  <a:pt x="450" y="97"/>
                  <a:pt x="450" y="97"/>
                </a:cubicBezTo>
                <a:cubicBezTo>
                  <a:pt x="450" y="97"/>
                  <a:pt x="450" y="96"/>
                  <a:pt x="451" y="96"/>
                </a:cubicBezTo>
                <a:cubicBezTo>
                  <a:pt x="451" y="96"/>
                  <a:pt x="452" y="96"/>
                  <a:pt x="452" y="97"/>
                </a:cubicBezTo>
                <a:cubicBezTo>
                  <a:pt x="452" y="97"/>
                  <a:pt x="452" y="97"/>
                  <a:pt x="453" y="97"/>
                </a:cubicBezTo>
                <a:cubicBezTo>
                  <a:pt x="453" y="97"/>
                  <a:pt x="453" y="97"/>
                  <a:pt x="453" y="97"/>
                </a:cubicBezTo>
                <a:cubicBezTo>
                  <a:pt x="454" y="96"/>
                  <a:pt x="453" y="94"/>
                  <a:pt x="455" y="94"/>
                </a:cubicBezTo>
                <a:cubicBezTo>
                  <a:pt x="455" y="95"/>
                  <a:pt x="455" y="96"/>
                  <a:pt x="455" y="96"/>
                </a:cubicBezTo>
                <a:cubicBezTo>
                  <a:pt x="455" y="97"/>
                  <a:pt x="456" y="98"/>
                  <a:pt x="457" y="99"/>
                </a:cubicBezTo>
                <a:cubicBezTo>
                  <a:pt x="458" y="98"/>
                  <a:pt x="459" y="99"/>
                  <a:pt x="460" y="99"/>
                </a:cubicBezTo>
                <a:cubicBezTo>
                  <a:pt x="460" y="99"/>
                  <a:pt x="460" y="100"/>
                  <a:pt x="459" y="100"/>
                </a:cubicBezTo>
                <a:cubicBezTo>
                  <a:pt x="457" y="100"/>
                  <a:pt x="456" y="103"/>
                  <a:pt x="454" y="103"/>
                </a:cubicBezTo>
                <a:cubicBezTo>
                  <a:pt x="454" y="103"/>
                  <a:pt x="454" y="104"/>
                  <a:pt x="454" y="104"/>
                </a:cubicBezTo>
                <a:cubicBezTo>
                  <a:pt x="453" y="105"/>
                  <a:pt x="452" y="106"/>
                  <a:pt x="451" y="107"/>
                </a:cubicBezTo>
                <a:cubicBezTo>
                  <a:pt x="448" y="108"/>
                  <a:pt x="449" y="110"/>
                  <a:pt x="451" y="111"/>
                </a:cubicBezTo>
                <a:cubicBezTo>
                  <a:pt x="451" y="112"/>
                  <a:pt x="452" y="112"/>
                  <a:pt x="452" y="112"/>
                </a:cubicBezTo>
                <a:cubicBezTo>
                  <a:pt x="452" y="113"/>
                  <a:pt x="451" y="112"/>
                  <a:pt x="452" y="113"/>
                </a:cubicBezTo>
                <a:cubicBezTo>
                  <a:pt x="452" y="114"/>
                  <a:pt x="453" y="114"/>
                  <a:pt x="453" y="113"/>
                </a:cubicBezTo>
                <a:cubicBezTo>
                  <a:pt x="454" y="112"/>
                  <a:pt x="456" y="112"/>
                  <a:pt x="457" y="111"/>
                </a:cubicBezTo>
                <a:cubicBezTo>
                  <a:pt x="457" y="111"/>
                  <a:pt x="458" y="111"/>
                  <a:pt x="459" y="110"/>
                </a:cubicBezTo>
                <a:cubicBezTo>
                  <a:pt x="459" y="109"/>
                  <a:pt x="460" y="109"/>
                  <a:pt x="461" y="108"/>
                </a:cubicBezTo>
                <a:cubicBezTo>
                  <a:pt x="461" y="108"/>
                  <a:pt x="462" y="107"/>
                  <a:pt x="462" y="107"/>
                </a:cubicBezTo>
                <a:cubicBezTo>
                  <a:pt x="464" y="105"/>
                  <a:pt x="467" y="103"/>
                  <a:pt x="470" y="102"/>
                </a:cubicBezTo>
                <a:cubicBezTo>
                  <a:pt x="470" y="102"/>
                  <a:pt x="471" y="102"/>
                  <a:pt x="472" y="101"/>
                </a:cubicBezTo>
                <a:cubicBezTo>
                  <a:pt x="472" y="101"/>
                  <a:pt x="472" y="102"/>
                  <a:pt x="472" y="102"/>
                </a:cubicBezTo>
                <a:cubicBezTo>
                  <a:pt x="472" y="103"/>
                  <a:pt x="473" y="103"/>
                  <a:pt x="473" y="103"/>
                </a:cubicBezTo>
                <a:cubicBezTo>
                  <a:pt x="475" y="103"/>
                  <a:pt x="476" y="104"/>
                  <a:pt x="478" y="104"/>
                </a:cubicBezTo>
                <a:cubicBezTo>
                  <a:pt x="479" y="105"/>
                  <a:pt x="479" y="105"/>
                  <a:pt x="480" y="105"/>
                </a:cubicBezTo>
                <a:cubicBezTo>
                  <a:pt x="480" y="106"/>
                  <a:pt x="481" y="106"/>
                  <a:pt x="481" y="106"/>
                </a:cubicBezTo>
                <a:cubicBezTo>
                  <a:pt x="480" y="107"/>
                  <a:pt x="479" y="106"/>
                  <a:pt x="479" y="106"/>
                </a:cubicBezTo>
                <a:cubicBezTo>
                  <a:pt x="478" y="106"/>
                  <a:pt x="477" y="105"/>
                  <a:pt x="475" y="105"/>
                </a:cubicBezTo>
                <a:cubicBezTo>
                  <a:pt x="475" y="106"/>
                  <a:pt x="475" y="106"/>
                  <a:pt x="475" y="105"/>
                </a:cubicBezTo>
                <a:cubicBezTo>
                  <a:pt x="475" y="104"/>
                  <a:pt x="474" y="104"/>
                  <a:pt x="473" y="104"/>
                </a:cubicBezTo>
                <a:cubicBezTo>
                  <a:pt x="471" y="105"/>
                  <a:pt x="469" y="105"/>
                  <a:pt x="466" y="107"/>
                </a:cubicBezTo>
                <a:cubicBezTo>
                  <a:pt x="465" y="107"/>
                  <a:pt x="466" y="108"/>
                  <a:pt x="466" y="108"/>
                </a:cubicBezTo>
                <a:cubicBezTo>
                  <a:pt x="467" y="108"/>
                  <a:pt x="467" y="108"/>
                  <a:pt x="467" y="109"/>
                </a:cubicBezTo>
                <a:cubicBezTo>
                  <a:pt x="466" y="109"/>
                  <a:pt x="465" y="108"/>
                  <a:pt x="465" y="109"/>
                </a:cubicBezTo>
                <a:cubicBezTo>
                  <a:pt x="464" y="110"/>
                  <a:pt x="463" y="111"/>
                  <a:pt x="462" y="112"/>
                </a:cubicBezTo>
                <a:cubicBezTo>
                  <a:pt x="461" y="113"/>
                  <a:pt x="460" y="115"/>
                  <a:pt x="458" y="115"/>
                </a:cubicBezTo>
                <a:cubicBezTo>
                  <a:pt x="457" y="116"/>
                  <a:pt x="457" y="116"/>
                  <a:pt x="457" y="117"/>
                </a:cubicBezTo>
                <a:cubicBezTo>
                  <a:pt x="457" y="117"/>
                  <a:pt x="457" y="118"/>
                  <a:pt x="458" y="118"/>
                </a:cubicBezTo>
                <a:cubicBezTo>
                  <a:pt x="459" y="119"/>
                  <a:pt x="460" y="119"/>
                  <a:pt x="461" y="119"/>
                </a:cubicBezTo>
                <a:cubicBezTo>
                  <a:pt x="461" y="121"/>
                  <a:pt x="463" y="122"/>
                  <a:pt x="464" y="121"/>
                </a:cubicBezTo>
                <a:cubicBezTo>
                  <a:pt x="464" y="121"/>
                  <a:pt x="465" y="121"/>
                  <a:pt x="465" y="121"/>
                </a:cubicBezTo>
                <a:cubicBezTo>
                  <a:pt x="465" y="121"/>
                  <a:pt x="466" y="121"/>
                  <a:pt x="465" y="121"/>
                </a:cubicBezTo>
                <a:cubicBezTo>
                  <a:pt x="464" y="122"/>
                  <a:pt x="463" y="122"/>
                  <a:pt x="462" y="123"/>
                </a:cubicBezTo>
                <a:cubicBezTo>
                  <a:pt x="461" y="123"/>
                  <a:pt x="459" y="123"/>
                  <a:pt x="458" y="122"/>
                </a:cubicBezTo>
                <a:cubicBezTo>
                  <a:pt x="458" y="121"/>
                  <a:pt x="458" y="121"/>
                  <a:pt x="457" y="121"/>
                </a:cubicBezTo>
                <a:cubicBezTo>
                  <a:pt x="454" y="122"/>
                  <a:pt x="453" y="125"/>
                  <a:pt x="454" y="128"/>
                </a:cubicBezTo>
                <a:cubicBezTo>
                  <a:pt x="454" y="128"/>
                  <a:pt x="454" y="129"/>
                  <a:pt x="454" y="130"/>
                </a:cubicBezTo>
                <a:cubicBezTo>
                  <a:pt x="454" y="132"/>
                  <a:pt x="456" y="134"/>
                  <a:pt x="458" y="134"/>
                </a:cubicBezTo>
                <a:cubicBezTo>
                  <a:pt x="459" y="135"/>
                  <a:pt x="459" y="135"/>
                  <a:pt x="460" y="134"/>
                </a:cubicBezTo>
                <a:cubicBezTo>
                  <a:pt x="461" y="134"/>
                  <a:pt x="463" y="135"/>
                  <a:pt x="464" y="134"/>
                </a:cubicBezTo>
                <a:cubicBezTo>
                  <a:pt x="465" y="133"/>
                  <a:pt x="466" y="133"/>
                  <a:pt x="467" y="132"/>
                </a:cubicBezTo>
                <a:cubicBezTo>
                  <a:pt x="468" y="132"/>
                  <a:pt x="469" y="133"/>
                  <a:pt x="469" y="132"/>
                </a:cubicBezTo>
                <a:cubicBezTo>
                  <a:pt x="470" y="132"/>
                  <a:pt x="471" y="131"/>
                  <a:pt x="473" y="131"/>
                </a:cubicBezTo>
                <a:cubicBezTo>
                  <a:pt x="473" y="131"/>
                  <a:pt x="474" y="131"/>
                  <a:pt x="475" y="131"/>
                </a:cubicBezTo>
                <a:cubicBezTo>
                  <a:pt x="475" y="132"/>
                  <a:pt x="475" y="132"/>
                  <a:pt x="475" y="132"/>
                </a:cubicBezTo>
                <a:cubicBezTo>
                  <a:pt x="475" y="132"/>
                  <a:pt x="475" y="132"/>
                  <a:pt x="476" y="132"/>
                </a:cubicBezTo>
                <a:cubicBezTo>
                  <a:pt x="476" y="132"/>
                  <a:pt x="476" y="132"/>
                  <a:pt x="476" y="132"/>
                </a:cubicBezTo>
                <a:cubicBezTo>
                  <a:pt x="476" y="132"/>
                  <a:pt x="477" y="132"/>
                  <a:pt x="477" y="132"/>
                </a:cubicBezTo>
                <a:cubicBezTo>
                  <a:pt x="477" y="132"/>
                  <a:pt x="477" y="132"/>
                  <a:pt x="477" y="132"/>
                </a:cubicBezTo>
                <a:cubicBezTo>
                  <a:pt x="477" y="132"/>
                  <a:pt x="477" y="132"/>
                  <a:pt x="477" y="132"/>
                </a:cubicBezTo>
                <a:cubicBezTo>
                  <a:pt x="478" y="132"/>
                  <a:pt x="479" y="132"/>
                  <a:pt x="479" y="132"/>
                </a:cubicBezTo>
                <a:cubicBezTo>
                  <a:pt x="481" y="131"/>
                  <a:pt x="482" y="131"/>
                  <a:pt x="483" y="129"/>
                </a:cubicBezTo>
                <a:cubicBezTo>
                  <a:pt x="485" y="129"/>
                  <a:pt x="486" y="129"/>
                  <a:pt x="487" y="128"/>
                </a:cubicBezTo>
                <a:cubicBezTo>
                  <a:pt x="489" y="128"/>
                  <a:pt x="489" y="127"/>
                  <a:pt x="490" y="126"/>
                </a:cubicBezTo>
                <a:cubicBezTo>
                  <a:pt x="491" y="125"/>
                  <a:pt x="491" y="124"/>
                  <a:pt x="492" y="123"/>
                </a:cubicBezTo>
                <a:cubicBezTo>
                  <a:pt x="493" y="122"/>
                  <a:pt x="496" y="121"/>
                  <a:pt x="497" y="120"/>
                </a:cubicBezTo>
                <a:cubicBezTo>
                  <a:pt x="499" y="119"/>
                  <a:pt x="500" y="118"/>
                  <a:pt x="502" y="118"/>
                </a:cubicBezTo>
                <a:cubicBezTo>
                  <a:pt x="502" y="119"/>
                  <a:pt x="503" y="118"/>
                  <a:pt x="503" y="119"/>
                </a:cubicBezTo>
                <a:cubicBezTo>
                  <a:pt x="502" y="121"/>
                  <a:pt x="499" y="122"/>
                  <a:pt x="498" y="123"/>
                </a:cubicBezTo>
                <a:cubicBezTo>
                  <a:pt x="496" y="125"/>
                  <a:pt x="495" y="126"/>
                  <a:pt x="494" y="128"/>
                </a:cubicBezTo>
                <a:cubicBezTo>
                  <a:pt x="493" y="128"/>
                  <a:pt x="493" y="128"/>
                  <a:pt x="493" y="129"/>
                </a:cubicBezTo>
                <a:cubicBezTo>
                  <a:pt x="493" y="130"/>
                  <a:pt x="493" y="130"/>
                  <a:pt x="493" y="131"/>
                </a:cubicBezTo>
                <a:cubicBezTo>
                  <a:pt x="490" y="131"/>
                  <a:pt x="488" y="133"/>
                  <a:pt x="486" y="134"/>
                </a:cubicBezTo>
                <a:cubicBezTo>
                  <a:pt x="486" y="135"/>
                  <a:pt x="485" y="134"/>
                  <a:pt x="485" y="135"/>
                </a:cubicBezTo>
                <a:cubicBezTo>
                  <a:pt x="484" y="135"/>
                  <a:pt x="483" y="135"/>
                  <a:pt x="482" y="136"/>
                </a:cubicBezTo>
                <a:cubicBezTo>
                  <a:pt x="480" y="136"/>
                  <a:pt x="477" y="136"/>
                  <a:pt x="475" y="135"/>
                </a:cubicBezTo>
                <a:cubicBezTo>
                  <a:pt x="474" y="134"/>
                  <a:pt x="473" y="135"/>
                  <a:pt x="472" y="135"/>
                </a:cubicBezTo>
                <a:cubicBezTo>
                  <a:pt x="472" y="135"/>
                  <a:pt x="472" y="135"/>
                  <a:pt x="472" y="135"/>
                </a:cubicBezTo>
                <a:cubicBezTo>
                  <a:pt x="471" y="135"/>
                  <a:pt x="470" y="136"/>
                  <a:pt x="469" y="136"/>
                </a:cubicBezTo>
                <a:cubicBezTo>
                  <a:pt x="467" y="136"/>
                  <a:pt x="465" y="137"/>
                  <a:pt x="463" y="138"/>
                </a:cubicBezTo>
                <a:cubicBezTo>
                  <a:pt x="460" y="140"/>
                  <a:pt x="461" y="142"/>
                  <a:pt x="463" y="143"/>
                </a:cubicBezTo>
                <a:cubicBezTo>
                  <a:pt x="463" y="144"/>
                  <a:pt x="464" y="145"/>
                  <a:pt x="465" y="145"/>
                </a:cubicBezTo>
                <a:cubicBezTo>
                  <a:pt x="466" y="146"/>
                  <a:pt x="468" y="148"/>
                  <a:pt x="469" y="149"/>
                </a:cubicBezTo>
                <a:cubicBezTo>
                  <a:pt x="470" y="151"/>
                  <a:pt x="471" y="153"/>
                  <a:pt x="474" y="153"/>
                </a:cubicBezTo>
                <a:cubicBezTo>
                  <a:pt x="474" y="153"/>
                  <a:pt x="474" y="153"/>
                  <a:pt x="474" y="153"/>
                </a:cubicBezTo>
                <a:cubicBezTo>
                  <a:pt x="475" y="154"/>
                  <a:pt x="475" y="154"/>
                  <a:pt x="476" y="154"/>
                </a:cubicBezTo>
                <a:cubicBezTo>
                  <a:pt x="476" y="154"/>
                  <a:pt x="476" y="155"/>
                  <a:pt x="477" y="155"/>
                </a:cubicBezTo>
                <a:cubicBezTo>
                  <a:pt x="478" y="156"/>
                  <a:pt x="480" y="156"/>
                  <a:pt x="481" y="155"/>
                </a:cubicBezTo>
                <a:cubicBezTo>
                  <a:pt x="482" y="154"/>
                  <a:pt x="483" y="153"/>
                  <a:pt x="482" y="151"/>
                </a:cubicBezTo>
                <a:cubicBezTo>
                  <a:pt x="483" y="150"/>
                  <a:pt x="484" y="149"/>
                  <a:pt x="484" y="148"/>
                </a:cubicBezTo>
                <a:cubicBezTo>
                  <a:pt x="485" y="147"/>
                  <a:pt x="485" y="147"/>
                  <a:pt x="485" y="146"/>
                </a:cubicBezTo>
                <a:cubicBezTo>
                  <a:pt x="486" y="145"/>
                  <a:pt x="487" y="145"/>
                  <a:pt x="487" y="144"/>
                </a:cubicBezTo>
                <a:cubicBezTo>
                  <a:pt x="488" y="143"/>
                  <a:pt x="488" y="142"/>
                  <a:pt x="488" y="141"/>
                </a:cubicBezTo>
                <a:cubicBezTo>
                  <a:pt x="488" y="141"/>
                  <a:pt x="488" y="141"/>
                  <a:pt x="488" y="141"/>
                </a:cubicBezTo>
                <a:cubicBezTo>
                  <a:pt x="490" y="138"/>
                  <a:pt x="491" y="135"/>
                  <a:pt x="494" y="133"/>
                </a:cubicBezTo>
                <a:cubicBezTo>
                  <a:pt x="495" y="133"/>
                  <a:pt x="495" y="132"/>
                  <a:pt x="496" y="132"/>
                </a:cubicBezTo>
                <a:cubicBezTo>
                  <a:pt x="497" y="132"/>
                  <a:pt x="497" y="132"/>
                  <a:pt x="497" y="132"/>
                </a:cubicBezTo>
                <a:cubicBezTo>
                  <a:pt x="499" y="133"/>
                  <a:pt x="500" y="132"/>
                  <a:pt x="502" y="131"/>
                </a:cubicBezTo>
                <a:cubicBezTo>
                  <a:pt x="502" y="131"/>
                  <a:pt x="503" y="131"/>
                  <a:pt x="503" y="131"/>
                </a:cubicBezTo>
                <a:cubicBezTo>
                  <a:pt x="505" y="131"/>
                  <a:pt x="506" y="129"/>
                  <a:pt x="508" y="130"/>
                </a:cubicBezTo>
                <a:cubicBezTo>
                  <a:pt x="508" y="130"/>
                  <a:pt x="508" y="130"/>
                  <a:pt x="509" y="130"/>
                </a:cubicBezTo>
                <a:cubicBezTo>
                  <a:pt x="509" y="130"/>
                  <a:pt x="510" y="129"/>
                  <a:pt x="510" y="129"/>
                </a:cubicBezTo>
                <a:cubicBezTo>
                  <a:pt x="512" y="129"/>
                  <a:pt x="513" y="129"/>
                  <a:pt x="515" y="128"/>
                </a:cubicBezTo>
                <a:cubicBezTo>
                  <a:pt x="516" y="128"/>
                  <a:pt x="517" y="128"/>
                  <a:pt x="517" y="127"/>
                </a:cubicBezTo>
                <a:cubicBezTo>
                  <a:pt x="519" y="127"/>
                  <a:pt x="520" y="125"/>
                  <a:pt x="522" y="126"/>
                </a:cubicBezTo>
                <a:cubicBezTo>
                  <a:pt x="524" y="126"/>
                  <a:pt x="524" y="126"/>
                  <a:pt x="524" y="126"/>
                </a:cubicBezTo>
                <a:cubicBezTo>
                  <a:pt x="525" y="125"/>
                  <a:pt x="524" y="126"/>
                  <a:pt x="524" y="127"/>
                </a:cubicBezTo>
                <a:cubicBezTo>
                  <a:pt x="524" y="127"/>
                  <a:pt x="524" y="127"/>
                  <a:pt x="524" y="127"/>
                </a:cubicBezTo>
                <a:cubicBezTo>
                  <a:pt x="523" y="127"/>
                  <a:pt x="522" y="127"/>
                  <a:pt x="521" y="128"/>
                </a:cubicBezTo>
                <a:cubicBezTo>
                  <a:pt x="521" y="128"/>
                  <a:pt x="520" y="128"/>
                  <a:pt x="520" y="128"/>
                </a:cubicBezTo>
                <a:cubicBezTo>
                  <a:pt x="518" y="128"/>
                  <a:pt x="516" y="129"/>
                  <a:pt x="514" y="130"/>
                </a:cubicBezTo>
                <a:cubicBezTo>
                  <a:pt x="511" y="131"/>
                  <a:pt x="508" y="132"/>
                  <a:pt x="506" y="133"/>
                </a:cubicBezTo>
                <a:cubicBezTo>
                  <a:pt x="504" y="133"/>
                  <a:pt x="503" y="134"/>
                  <a:pt x="502" y="133"/>
                </a:cubicBezTo>
                <a:cubicBezTo>
                  <a:pt x="501" y="133"/>
                  <a:pt x="501" y="133"/>
                  <a:pt x="501" y="134"/>
                </a:cubicBezTo>
                <a:cubicBezTo>
                  <a:pt x="500" y="134"/>
                  <a:pt x="499" y="135"/>
                  <a:pt x="499" y="135"/>
                </a:cubicBezTo>
                <a:cubicBezTo>
                  <a:pt x="496" y="136"/>
                  <a:pt x="495" y="137"/>
                  <a:pt x="494" y="139"/>
                </a:cubicBezTo>
                <a:cubicBezTo>
                  <a:pt x="492" y="142"/>
                  <a:pt x="491" y="145"/>
                  <a:pt x="489" y="147"/>
                </a:cubicBezTo>
                <a:cubicBezTo>
                  <a:pt x="488" y="149"/>
                  <a:pt x="487" y="151"/>
                  <a:pt x="486" y="154"/>
                </a:cubicBezTo>
                <a:cubicBezTo>
                  <a:pt x="486" y="155"/>
                  <a:pt x="486" y="156"/>
                  <a:pt x="486" y="157"/>
                </a:cubicBezTo>
                <a:cubicBezTo>
                  <a:pt x="486" y="157"/>
                  <a:pt x="486" y="158"/>
                  <a:pt x="486" y="158"/>
                </a:cubicBezTo>
                <a:cubicBezTo>
                  <a:pt x="487" y="159"/>
                  <a:pt x="489" y="160"/>
                  <a:pt x="490" y="160"/>
                </a:cubicBezTo>
                <a:cubicBezTo>
                  <a:pt x="492" y="161"/>
                  <a:pt x="493" y="161"/>
                  <a:pt x="493" y="159"/>
                </a:cubicBezTo>
                <a:cubicBezTo>
                  <a:pt x="494" y="158"/>
                  <a:pt x="494" y="157"/>
                  <a:pt x="496" y="156"/>
                </a:cubicBezTo>
                <a:cubicBezTo>
                  <a:pt x="495" y="157"/>
                  <a:pt x="494" y="158"/>
                  <a:pt x="494" y="159"/>
                </a:cubicBezTo>
                <a:cubicBezTo>
                  <a:pt x="494" y="160"/>
                  <a:pt x="493" y="160"/>
                  <a:pt x="494" y="161"/>
                </a:cubicBezTo>
                <a:cubicBezTo>
                  <a:pt x="494" y="161"/>
                  <a:pt x="494" y="161"/>
                  <a:pt x="494" y="161"/>
                </a:cubicBezTo>
                <a:cubicBezTo>
                  <a:pt x="495" y="161"/>
                  <a:pt x="497" y="161"/>
                  <a:pt x="498" y="162"/>
                </a:cubicBezTo>
                <a:cubicBezTo>
                  <a:pt x="500" y="163"/>
                  <a:pt x="502" y="162"/>
                  <a:pt x="504" y="162"/>
                </a:cubicBezTo>
                <a:cubicBezTo>
                  <a:pt x="506" y="162"/>
                  <a:pt x="507" y="162"/>
                  <a:pt x="509" y="161"/>
                </a:cubicBezTo>
                <a:cubicBezTo>
                  <a:pt x="509" y="161"/>
                  <a:pt x="509" y="161"/>
                  <a:pt x="509" y="161"/>
                </a:cubicBezTo>
                <a:cubicBezTo>
                  <a:pt x="511" y="162"/>
                  <a:pt x="511" y="160"/>
                  <a:pt x="511" y="159"/>
                </a:cubicBezTo>
                <a:cubicBezTo>
                  <a:pt x="512" y="157"/>
                  <a:pt x="513" y="156"/>
                  <a:pt x="512" y="155"/>
                </a:cubicBezTo>
                <a:cubicBezTo>
                  <a:pt x="512" y="154"/>
                  <a:pt x="511" y="153"/>
                  <a:pt x="511" y="151"/>
                </a:cubicBezTo>
                <a:cubicBezTo>
                  <a:pt x="511" y="150"/>
                  <a:pt x="512" y="149"/>
                  <a:pt x="513" y="149"/>
                </a:cubicBezTo>
                <a:cubicBezTo>
                  <a:pt x="514" y="148"/>
                  <a:pt x="516" y="146"/>
                  <a:pt x="516" y="144"/>
                </a:cubicBezTo>
                <a:cubicBezTo>
                  <a:pt x="518" y="145"/>
                  <a:pt x="517" y="146"/>
                  <a:pt x="517" y="147"/>
                </a:cubicBezTo>
                <a:cubicBezTo>
                  <a:pt x="516" y="148"/>
                  <a:pt x="516" y="149"/>
                  <a:pt x="515" y="149"/>
                </a:cubicBezTo>
                <a:cubicBezTo>
                  <a:pt x="514" y="150"/>
                  <a:pt x="513" y="150"/>
                  <a:pt x="514" y="151"/>
                </a:cubicBezTo>
                <a:cubicBezTo>
                  <a:pt x="515" y="152"/>
                  <a:pt x="515" y="153"/>
                  <a:pt x="516" y="152"/>
                </a:cubicBezTo>
                <a:cubicBezTo>
                  <a:pt x="518" y="152"/>
                  <a:pt x="520" y="151"/>
                  <a:pt x="521" y="150"/>
                </a:cubicBezTo>
                <a:cubicBezTo>
                  <a:pt x="522" y="150"/>
                  <a:pt x="523" y="149"/>
                  <a:pt x="523" y="148"/>
                </a:cubicBezTo>
                <a:cubicBezTo>
                  <a:pt x="523" y="148"/>
                  <a:pt x="523" y="148"/>
                  <a:pt x="523" y="148"/>
                </a:cubicBezTo>
                <a:cubicBezTo>
                  <a:pt x="526" y="148"/>
                  <a:pt x="526" y="145"/>
                  <a:pt x="528" y="145"/>
                </a:cubicBezTo>
                <a:cubicBezTo>
                  <a:pt x="530" y="145"/>
                  <a:pt x="530" y="146"/>
                  <a:pt x="529" y="147"/>
                </a:cubicBezTo>
                <a:cubicBezTo>
                  <a:pt x="528" y="148"/>
                  <a:pt x="528" y="148"/>
                  <a:pt x="528" y="149"/>
                </a:cubicBezTo>
                <a:cubicBezTo>
                  <a:pt x="528" y="149"/>
                  <a:pt x="528" y="149"/>
                  <a:pt x="528" y="149"/>
                </a:cubicBezTo>
                <a:cubicBezTo>
                  <a:pt x="526" y="151"/>
                  <a:pt x="524" y="151"/>
                  <a:pt x="522" y="152"/>
                </a:cubicBezTo>
                <a:cubicBezTo>
                  <a:pt x="520" y="153"/>
                  <a:pt x="518" y="154"/>
                  <a:pt x="517" y="156"/>
                </a:cubicBezTo>
                <a:cubicBezTo>
                  <a:pt x="516" y="161"/>
                  <a:pt x="517" y="161"/>
                  <a:pt x="521" y="160"/>
                </a:cubicBezTo>
                <a:cubicBezTo>
                  <a:pt x="522" y="160"/>
                  <a:pt x="522" y="160"/>
                  <a:pt x="522" y="160"/>
                </a:cubicBezTo>
                <a:cubicBezTo>
                  <a:pt x="522" y="160"/>
                  <a:pt x="522" y="160"/>
                  <a:pt x="522" y="160"/>
                </a:cubicBezTo>
                <a:cubicBezTo>
                  <a:pt x="523" y="160"/>
                  <a:pt x="524" y="160"/>
                  <a:pt x="525" y="159"/>
                </a:cubicBezTo>
                <a:cubicBezTo>
                  <a:pt x="529" y="158"/>
                  <a:pt x="533" y="157"/>
                  <a:pt x="537" y="154"/>
                </a:cubicBezTo>
                <a:cubicBezTo>
                  <a:pt x="538" y="154"/>
                  <a:pt x="539" y="153"/>
                  <a:pt x="541" y="151"/>
                </a:cubicBezTo>
                <a:cubicBezTo>
                  <a:pt x="544" y="150"/>
                  <a:pt x="546" y="148"/>
                  <a:pt x="548" y="145"/>
                </a:cubicBezTo>
                <a:cubicBezTo>
                  <a:pt x="550" y="144"/>
                  <a:pt x="551" y="143"/>
                  <a:pt x="550" y="141"/>
                </a:cubicBezTo>
                <a:cubicBezTo>
                  <a:pt x="550" y="141"/>
                  <a:pt x="550" y="140"/>
                  <a:pt x="551" y="140"/>
                </a:cubicBezTo>
                <a:cubicBezTo>
                  <a:pt x="552" y="140"/>
                  <a:pt x="553" y="137"/>
                  <a:pt x="553" y="137"/>
                </a:cubicBezTo>
                <a:cubicBezTo>
                  <a:pt x="553" y="136"/>
                  <a:pt x="552" y="136"/>
                  <a:pt x="552" y="136"/>
                </a:cubicBezTo>
                <a:cubicBezTo>
                  <a:pt x="552" y="136"/>
                  <a:pt x="551" y="136"/>
                  <a:pt x="551" y="136"/>
                </a:cubicBezTo>
                <a:cubicBezTo>
                  <a:pt x="551" y="136"/>
                  <a:pt x="551" y="135"/>
                  <a:pt x="551" y="135"/>
                </a:cubicBezTo>
                <a:cubicBezTo>
                  <a:pt x="552" y="133"/>
                  <a:pt x="553" y="132"/>
                  <a:pt x="554" y="131"/>
                </a:cubicBezTo>
                <a:cubicBezTo>
                  <a:pt x="553" y="130"/>
                  <a:pt x="553" y="129"/>
                  <a:pt x="552" y="128"/>
                </a:cubicBezTo>
                <a:cubicBezTo>
                  <a:pt x="552" y="127"/>
                  <a:pt x="551" y="126"/>
                  <a:pt x="550" y="125"/>
                </a:cubicBezTo>
                <a:cubicBezTo>
                  <a:pt x="551" y="124"/>
                  <a:pt x="551" y="125"/>
                  <a:pt x="551" y="125"/>
                </a:cubicBezTo>
                <a:cubicBezTo>
                  <a:pt x="551" y="125"/>
                  <a:pt x="552" y="125"/>
                  <a:pt x="552" y="125"/>
                </a:cubicBezTo>
                <a:cubicBezTo>
                  <a:pt x="552" y="126"/>
                  <a:pt x="552" y="127"/>
                  <a:pt x="553" y="127"/>
                </a:cubicBezTo>
                <a:cubicBezTo>
                  <a:pt x="553" y="128"/>
                  <a:pt x="554" y="129"/>
                  <a:pt x="555" y="129"/>
                </a:cubicBezTo>
                <a:cubicBezTo>
                  <a:pt x="556" y="130"/>
                  <a:pt x="557" y="129"/>
                  <a:pt x="557" y="129"/>
                </a:cubicBezTo>
                <a:cubicBezTo>
                  <a:pt x="558" y="128"/>
                  <a:pt x="557" y="128"/>
                  <a:pt x="557" y="128"/>
                </a:cubicBezTo>
                <a:cubicBezTo>
                  <a:pt x="557" y="128"/>
                  <a:pt x="557" y="127"/>
                  <a:pt x="557" y="127"/>
                </a:cubicBezTo>
                <a:cubicBezTo>
                  <a:pt x="557" y="126"/>
                  <a:pt x="557" y="125"/>
                  <a:pt x="558" y="124"/>
                </a:cubicBezTo>
                <a:cubicBezTo>
                  <a:pt x="558" y="124"/>
                  <a:pt x="558" y="124"/>
                  <a:pt x="558" y="124"/>
                </a:cubicBezTo>
                <a:cubicBezTo>
                  <a:pt x="560" y="122"/>
                  <a:pt x="561" y="121"/>
                  <a:pt x="561" y="119"/>
                </a:cubicBezTo>
                <a:cubicBezTo>
                  <a:pt x="562" y="119"/>
                  <a:pt x="562" y="118"/>
                  <a:pt x="562" y="118"/>
                </a:cubicBezTo>
                <a:cubicBezTo>
                  <a:pt x="565" y="116"/>
                  <a:pt x="567" y="115"/>
                  <a:pt x="570" y="113"/>
                </a:cubicBezTo>
                <a:cubicBezTo>
                  <a:pt x="570" y="112"/>
                  <a:pt x="571" y="111"/>
                  <a:pt x="573" y="110"/>
                </a:cubicBezTo>
                <a:cubicBezTo>
                  <a:pt x="573" y="110"/>
                  <a:pt x="573" y="109"/>
                  <a:pt x="574" y="110"/>
                </a:cubicBezTo>
                <a:cubicBezTo>
                  <a:pt x="574" y="111"/>
                  <a:pt x="574" y="111"/>
                  <a:pt x="573" y="111"/>
                </a:cubicBezTo>
                <a:cubicBezTo>
                  <a:pt x="573" y="112"/>
                  <a:pt x="573" y="112"/>
                  <a:pt x="573" y="113"/>
                </a:cubicBezTo>
                <a:cubicBezTo>
                  <a:pt x="571" y="115"/>
                  <a:pt x="570" y="116"/>
                  <a:pt x="568" y="117"/>
                </a:cubicBezTo>
                <a:cubicBezTo>
                  <a:pt x="567" y="117"/>
                  <a:pt x="567" y="117"/>
                  <a:pt x="567" y="117"/>
                </a:cubicBezTo>
                <a:cubicBezTo>
                  <a:pt x="567" y="118"/>
                  <a:pt x="566" y="119"/>
                  <a:pt x="566" y="119"/>
                </a:cubicBezTo>
                <a:cubicBezTo>
                  <a:pt x="564" y="120"/>
                  <a:pt x="563" y="122"/>
                  <a:pt x="563" y="124"/>
                </a:cubicBezTo>
                <a:cubicBezTo>
                  <a:pt x="562" y="124"/>
                  <a:pt x="562" y="124"/>
                  <a:pt x="562" y="124"/>
                </a:cubicBezTo>
                <a:cubicBezTo>
                  <a:pt x="562" y="125"/>
                  <a:pt x="561" y="125"/>
                  <a:pt x="561" y="125"/>
                </a:cubicBezTo>
                <a:cubicBezTo>
                  <a:pt x="560" y="126"/>
                  <a:pt x="560" y="126"/>
                  <a:pt x="560" y="127"/>
                </a:cubicBezTo>
                <a:cubicBezTo>
                  <a:pt x="560" y="128"/>
                  <a:pt x="560" y="129"/>
                  <a:pt x="560" y="129"/>
                </a:cubicBezTo>
                <a:cubicBezTo>
                  <a:pt x="559" y="132"/>
                  <a:pt x="557" y="134"/>
                  <a:pt x="555" y="136"/>
                </a:cubicBezTo>
                <a:cubicBezTo>
                  <a:pt x="554" y="137"/>
                  <a:pt x="555" y="137"/>
                  <a:pt x="555" y="138"/>
                </a:cubicBezTo>
                <a:cubicBezTo>
                  <a:pt x="556" y="139"/>
                  <a:pt x="556" y="141"/>
                  <a:pt x="555" y="142"/>
                </a:cubicBezTo>
                <a:cubicBezTo>
                  <a:pt x="554" y="142"/>
                  <a:pt x="554" y="143"/>
                  <a:pt x="555" y="144"/>
                </a:cubicBezTo>
                <a:cubicBezTo>
                  <a:pt x="555" y="144"/>
                  <a:pt x="556" y="144"/>
                  <a:pt x="556" y="144"/>
                </a:cubicBezTo>
                <a:cubicBezTo>
                  <a:pt x="558" y="143"/>
                  <a:pt x="559" y="142"/>
                  <a:pt x="561" y="142"/>
                </a:cubicBezTo>
                <a:cubicBezTo>
                  <a:pt x="562" y="142"/>
                  <a:pt x="564" y="142"/>
                  <a:pt x="565" y="141"/>
                </a:cubicBezTo>
                <a:cubicBezTo>
                  <a:pt x="566" y="141"/>
                  <a:pt x="568" y="141"/>
                  <a:pt x="569" y="142"/>
                </a:cubicBezTo>
                <a:cubicBezTo>
                  <a:pt x="569" y="142"/>
                  <a:pt x="570" y="142"/>
                  <a:pt x="570" y="142"/>
                </a:cubicBezTo>
                <a:cubicBezTo>
                  <a:pt x="572" y="143"/>
                  <a:pt x="574" y="142"/>
                  <a:pt x="576" y="142"/>
                </a:cubicBezTo>
                <a:cubicBezTo>
                  <a:pt x="577" y="143"/>
                  <a:pt x="577" y="143"/>
                  <a:pt x="576" y="144"/>
                </a:cubicBezTo>
                <a:cubicBezTo>
                  <a:pt x="575" y="145"/>
                  <a:pt x="573" y="144"/>
                  <a:pt x="572" y="145"/>
                </a:cubicBezTo>
                <a:cubicBezTo>
                  <a:pt x="572" y="145"/>
                  <a:pt x="572" y="145"/>
                  <a:pt x="572" y="145"/>
                </a:cubicBezTo>
                <a:cubicBezTo>
                  <a:pt x="570" y="145"/>
                  <a:pt x="569" y="145"/>
                  <a:pt x="568" y="145"/>
                </a:cubicBezTo>
                <a:cubicBezTo>
                  <a:pt x="568" y="145"/>
                  <a:pt x="568" y="145"/>
                  <a:pt x="568" y="145"/>
                </a:cubicBezTo>
                <a:cubicBezTo>
                  <a:pt x="566" y="145"/>
                  <a:pt x="565" y="145"/>
                  <a:pt x="564" y="146"/>
                </a:cubicBezTo>
                <a:cubicBezTo>
                  <a:pt x="562" y="147"/>
                  <a:pt x="559" y="148"/>
                  <a:pt x="557" y="149"/>
                </a:cubicBezTo>
                <a:cubicBezTo>
                  <a:pt x="556" y="149"/>
                  <a:pt x="556" y="149"/>
                  <a:pt x="556" y="149"/>
                </a:cubicBezTo>
                <a:cubicBezTo>
                  <a:pt x="552" y="151"/>
                  <a:pt x="549" y="154"/>
                  <a:pt x="546" y="157"/>
                </a:cubicBezTo>
                <a:cubicBezTo>
                  <a:pt x="546" y="157"/>
                  <a:pt x="546" y="157"/>
                  <a:pt x="547" y="157"/>
                </a:cubicBezTo>
                <a:cubicBezTo>
                  <a:pt x="548" y="157"/>
                  <a:pt x="548" y="158"/>
                  <a:pt x="549" y="158"/>
                </a:cubicBezTo>
                <a:cubicBezTo>
                  <a:pt x="552" y="157"/>
                  <a:pt x="555" y="157"/>
                  <a:pt x="558" y="157"/>
                </a:cubicBezTo>
                <a:cubicBezTo>
                  <a:pt x="559" y="157"/>
                  <a:pt x="559" y="158"/>
                  <a:pt x="560" y="158"/>
                </a:cubicBezTo>
                <a:cubicBezTo>
                  <a:pt x="561" y="159"/>
                  <a:pt x="562" y="158"/>
                  <a:pt x="563" y="158"/>
                </a:cubicBezTo>
                <a:cubicBezTo>
                  <a:pt x="563" y="159"/>
                  <a:pt x="562" y="160"/>
                  <a:pt x="561" y="160"/>
                </a:cubicBezTo>
                <a:cubicBezTo>
                  <a:pt x="560" y="159"/>
                  <a:pt x="558" y="160"/>
                  <a:pt x="557" y="160"/>
                </a:cubicBezTo>
                <a:cubicBezTo>
                  <a:pt x="553" y="160"/>
                  <a:pt x="548" y="161"/>
                  <a:pt x="544" y="161"/>
                </a:cubicBezTo>
                <a:cubicBezTo>
                  <a:pt x="543" y="161"/>
                  <a:pt x="541" y="162"/>
                  <a:pt x="542" y="164"/>
                </a:cubicBezTo>
                <a:cubicBezTo>
                  <a:pt x="542" y="164"/>
                  <a:pt x="542" y="165"/>
                  <a:pt x="541" y="165"/>
                </a:cubicBezTo>
                <a:cubicBezTo>
                  <a:pt x="539" y="165"/>
                  <a:pt x="536" y="166"/>
                  <a:pt x="533" y="167"/>
                </a:cubicBezTo>
                <a:cubicBezTo>
                  <a:pt x="532" y="167"/>
                  <a:pt x="531" y="167"/>
                  <a:pt x="530" y="168"/>
                </a:cubicBezTo>
                <a:cubicBezTo>
                  <a:pt x="529" y="169"/>
                  <a:pt x="528" y="169"/>
                  <a:pt x="527" y="169"/>
                </a:cubicBezTo>
                <a:cubicBezTo>
                  <a:pt x="527" y="168"/>
                  <a:pt x="526" y="169"/>
                  <a:pt x="525" y="169"/>
                </a:cubicBezTo>
                <a:cubicBezTo>
                  <a:pt x="525" y="169"/>
                  <a:pt x="524" y="170"/>
                  <a:pt x="523" y="170"/>
                </a:cubicBezTo>
                <a:cubicBezTo>
                  <a:pt x="521" y="170"/>
                  <a:pt x="520" y="170"/>
                  <a:pt x="518" y="171"/>
                </a:cubicBezTo>
                <a:cubicBezTo>
                  <a:pt x="518" y="171"/>
                  <a:pt x="517" y="171"/>
                  <a:pt x="517" y="172"/>
                </a:cubicBezTo>
                <a:cubicBezTo>
                  <a:pt x="517" y="173"/>
                  <a:pt x="517" y="174"/>
                  <a:pt x="518" y="174"/>
                </a:cubicBezTo>
                <a:cubicBezTo>
                  <a:pt x="518" y="175"/>
                  <a:pt x="519" y="175"/>
                  <a:pt x="519" y="176"/>
                </a:cubicBezTo>
                <a:cubicBezTo>
                  <a:pt x="520" y="179"/>
                  <a:pt x="522" y="183"/>
                  <a:pt x="525" y="186"/>
                </a:cubicBezTo>
                <a:cubicBezTo>
                  <a:pt x="526" y="188"/>
                  <a:pt x="527" y="190"/>
                  <a:pt x="529" y="191"/>
                </a:cubicBezTo>
                <a:cubicBezTo>
                  <a:pt x="530" y="192"/>
                  <a:pt x="532" y="192"/>
                  <a:pt x="533" y="193"/>
                </a:cubicBezTo>
                <a:cubicBezTo>
                  <a:pt x="533" y="193"/>
                  <a:pt x="532" y="193"/>
                  <a:pt x="531" y="194"/>
                </a:cubicBezTo>
                <a:cubicBezTo>
                  <a:pt x="530" y="194"/>
                  <a:pt x="530" y="195"/>
                  <a:pt x="530" y="195"/>
                </a:cubicBezTo>
                <a:cubicBezTo>
                  <a:pt x="531" y="196"/>
                  <a:pt x="531" y="197"/>
                  <a:pt x="531" y="198"/>
                </a:cubicBezTo>
                <a:cubicBezTo>
                  <a:pt x="531" y="199"/>
                  <a:pt x="531" y="199"/>
                  <a:pt x="531" y="200"/>
                </a:cubicBezTo>
                <a:cubicBezTo>
                  <a:pt x="530" y="202"/>
                  <a:pt x="532" y="202"/>
                  <a:pt x="532" y="204"/>
                </a:cubicBezTo>
                <a:cubicBezTo>
                  <a:pt x="532" y="204"/>
                  <a:pt x="532" y="204"/>
                  <a:pt x="533" y="204"/>
                </a:cubicBezTo>
                <a:cubicBezTo>
                  <a:pt x="534" y="204"/>
                  <a:pt x="535" y="205"/>
                  <a:pt x="536" y="205"/>
                </a:cubicBezTo>
                <a:cubicBezTo>
                  <a:pt x="536" y="205"/>
                  <a:pt x="536" y="205"/>
                  <a:pt x="536" y="205"/>
                </a:cubicBezTo>
                <a:cubicBezTo>
                  <a:pt x="536" y="205"/>
                  <a:pt x="536" y="205"/>
                  <a:pt x="536" y="205"/>
                </a:cubicBezTo>
                <a:cubicBezTo>
                  <a:pt x="536" y="205"/>
                  <a:pt x="536" y="206"/>
                  <a:pt x="536" y="206"/>
                </a:cubicBezTo>
                <a:cubicBezTo>
                  <a:pt x="537" y="207"/>
                  <a:pt x="537" y="207"/>
                  <a:pt x="538" y="207"/>
                </a:cubicBezTo>
                <a:cubicBezTo>
                  <a:pt x="538" y="208"/>
                  <a:pt x="539" y="208"/>
                  <a:pt x="539" y="207"/>
                </a:cubicBezTo>
                <a:cubicBezTo>
                  <a:pt x="542" y="206"/>
                  <a:pt x="544" y="206"/>
                  <a:pt x="546" y="205"/>
                </a:cubicBezTo>
                <a:cubicBezTo>
                  <a:pt x="547" y="204"/>
                  <a:pt x="547" y="204"/>
                  <a:pt x="547" y="205"/>
                </a:cubicBezTo>
                <a:cubicBezTo>
                  <a:pt x="547" y="207"/>
                  <a:pt x="545" y="207"/>
                  <a:pt x="544" y="208"/>
                </a:cubicBezTo>
                <a:cubicBezTo>
                  <a:pt x="541" y="208"/>
                  <a:pt x="540" y="209"/>
                  <a:pt x="540" y="212"/>
                </a:cubicBezTo>
                <a:cubicBezTo>
                  <a:pt x="537" y="210"/>
                  <a:pt x="535" y="209"/>
                  <a:pt x="533" y="208"/>
                </a:cubicBezTo>
                <a:cubicBezTo>
                  <a:pt x="532" y="208"/>
                  <a:pt x="532" y="208"/>
                  <a:pt x="532" y="209"/>
                </a:cubicBezTo>
                <a:cubicBezTo>
                  <a:pt x="532" y="210"/>
                  <a:pt x="532" y="210"/>
                  <a:pt x="531" y="210"/>
                </a:cubicBezTo>
                <a:cubicBezTo>
                  <a:pt x="530" y="210"/>
                  <a:pt x="530" y="210"/>
                  <a:pt x="530" y="210"/>
                </a:cubicBezTo>
                <a:cubicBezTo>
                  <a:pt x="530" y="210"/>
                  <a:pt x="530" y="210"/>
                  <a:pt x="530" y="209"/>
                </a:cubicBezTo>
                <a:cubicBezTo>
                  <a:pt x="530" y="209"/>
                  <a:pt x="530" y="209"/>
                  <a:pt x="530" y="209"/>
                </a:cubicBezTo>
                <a:cubicBezTo>
                  <a:pt x="531" y="209"/>
                  <a:pt x="531" y="209"/>
                  <a:pt x="531" y="209"/>
                </a:cubicBezTo>
                <a:cubicBezTo>
                  <a:pt x="530" y="208"/>
                  <a:pt x="530" y="207"/>
                  <a:pt x="530" y="206"/>
                </a:cubicBezTo>
                <a:cubicBezTo>
                  <a:pt x="530" y="206"/>
                  <a:pt x="530" y="206"/>
                  <a:pt x="530" y="205"/>
                </a:cubicBezTo>
                <a:cubicBezTo>
                  <a:pt x="528" y="205"/>
                  <a:pt x="527" y="204"/>
                  <a:pt x="528" y="202"/>
                </a:cubicBezTo>
                <a:cubicBezTo>
                  <a:pt x="527" y="201"/>
                  <a:pt x="527" y="200"/>
                  <a:pt x="527" y="198"/>
                </a:cubicBezTo>
                <a:cubicBezTo>
                  <a:pt x="526" y="197"/>
                  <a:pt x="526" y="195"/>
                  <a:pt x="524" y="194"/>
                </a:cubicBezTo>
                <a:cubicBezTo>
                  <a:pt x="523" y="193"/>
                  <a:pt x="522" y="192"/>
                  <a:pt x="522" y="191"/>
                </a:cubicBezTo>
                <a:cubicBezTo>
                  <a:pt x="521" y="188"/>
                  <a:pt x="518" y="187"/>
                  <a:pt x="517" y="185"/>
                </a:cubicBezTo>
                <a:cubicBezTo>
                  <a:pt x="516" y="183"/>
                  <a:pt x="515" y="182"/>
                  <a:pt x="515" y="180"/>
                </a:cubicBezTo>
                <a:cubicBezTo>
                  <a:pt x="513" y="178"/>
                  <a:pt x="511" y="176"/>
                  <a:pt x="509" y="175"/>
                </a:cubicBezTo>
                <a:cubicBezTo>
                  <a:pt x="506" y="175"/>
                  <a:pt x="503" y="175"/>
                  <a:pt x="501" y="176"/>
                </a:cubicBezTo>
                <a:cubicBezTo>
                  <a:pt x="499" y="176"/>
                  <a:pt x="497" y="175"/>
                  <a:pt x="496" y="174"/>
                </a:cubicBezTo>
                <a:cubicBezTo>
                  <a:pt x="494" y="172"/>
                  <a:pt x="492" y="172"/>
                  <a:pt x="489" y="173"/>
                </a:cubicBezTo>
                <a:cubicBezTo>
                  <a:pt x="489" y="173"/>
                  <a:pt x="488" y="173"/>
                  <a:pt x="488" y="173"/>
                </a:cubicBezTo>
                <a:cubicBezTo>
                  <a:pt x="487" y="176"/>
                  <a:pt x="487" y="179"/>
                  <a:pt x="487" y="181"/>
                </a:cubicBezTo>
                <a:cubicBezTo>
                  <a:pt x="486" y="184"/>
                  <a:pt x="487" y="186"/>
                  <a:pt x="488" y="188"/>
                </a:cubicBezTo>
                <a:cubicBezTo>
                  <a:pt x="488" y="189"/>
                  <a:pt x="488" y="190"/>
                  <a:pt x="489" y="190"/>
                </a:cubicBezTo>
                <a:cubicBezTo>
                  <a:pt x="491" y="189"/>
                  <a:pt x="492" y="190"/>
                  <a:pt x="493" y="191"/>
                </a:cubicBezTo>
                <a:cubicBezTo>
                  <a:pt x="494" y="191"/>
                  <a:pt x="495" y="192"/>
                  <a:pt x="497" y="192"/>
                </a:cubicBezTo>
                <a:cubicBezTo>
                  <a:pt x="497" y="192"/>
                  <a:pt x="497" y="192"/>
                  <a:pt x="497" y="193"/>
                </a:cubicBezTo>
                <a:cubicBezTo>
                  <a:pt x="498" y="193"/>
                  <a:pt x="498" y="193"/>
                  <a:pt x="498" y="193"/>
                </a:cubicBezTo>
                <a:cubicBezTo>
                  <a:pt x="499" y="194"/>
                  <a:pt x="499" y="195"/>
                  <a:pt x="498" y="195"/>
                </a:cubicBezTo>
                <a:cubicBezTo>
                  <a:pt x="498" y="195"/>
                  <a:pt x="497" y="195"/>
                  <a:pt x="497" y="194"/>
                </a:cubicBezTo>
                <a:cubicBezTo>
                  <a:pt x="497" y="194"/>
                  <a:pt x="496" y="193"/>
                  <a:pt x="496" y="193"/>
                </a:cubicBezTo>
                <a:cubicBezTo>
                  <a:pt x="494" y="193"/>
                  <a:pt x="492" y="192"/>
                  <a:pt x="490" y="191"/>
                </a:cubicBezTo>
                <a:cubicBezTo>
                  <a:pt x="489" y="191"/>
                  <a:pt x="488" y="191"/>
                  <a:pt x="488" y="193"/>
                </a:cubicBezTo>
                <a:cubicBezTo>
                  <a:pt x="488" y="194"/>
                  <a:pt x="489" y="196"/>
                  <a:pt x="488" y="198"/>
                </a:cubicBezTo>
                <a:cubicBezTo>
                  <a:pt x="487" y="201"/>
                  <a:pt x="489" y="203"/>
                  <a:pt x="492" y="204"/>
                </a:cubicBezTo>
                <a:cubicBezTo>
                  <a:pt x="493" y="204"/>
                  <a:pt x="493" y="205"/>
                  <a:pt x="494" y="205"/>
                </a:cubicBezTo>
                <a:cubicBezTo>
                  <a:pt x="497" y="204"/>
                  <a:pt x="498" y="206"/>
                  <a:pt x="500" y="208"/>
                </a:cubicBezTo>
                <a:cubicBezTo>
                  <a:pt x="500" y="208"/>
                  <a:pt x="501" y="209"/>
                  <a:pt x="501" y="210"/>
                </a:cubicBezTo>
                <a:cubicBezTo>
                  <a:pt x="501" y="211"/>
                  <a:pt x="501" y="212"/>
                  <a:pt x="501" y="213"/>
                </a:cubicBezTo>
                <a:cubicBezTo>
                  <a:pt x="501" y="215"/>
                  <a:pt x="502" y="216"/>
                  <a:pt x="504" y="216"/>
                </a:cubicBezTo>
                <a:cubicBezTo>
                  <a:pt x="505" y="216"/>
                  <a:pt x="506" y="217"/>
                  <a:pt x="506" y="217"/>
                </a:cubicBezTo>
                <a:cubicBezTo>
                  <a:pt x="506" y="218"/>
                  <a:pt x="506" y="219"/>
                  <a:pt x="506" y="220"/>
                </a:cubicBezTo>
                <a:cubicBezTo>
                  <a:pt x="506" y="223"/>
                  <a:pt x="507" y="226"/>
                  <a:pt x="507" y="229"/>
                </a:cubicBezTo>
                <a:cubicBezTo>
                  <a:pt x="507" y="229"/>
                  <a:pt x="507" y="230"/>
                  <a:pt x="508" y="230"/>
                </a:cubicBezTo>
                <a:cubicBezTo>
                  <a:pt x="508" y="231"/>
                  <a:pt x="509" y="231"/>
                  <a:pt x="509" y="230"/>
                </a:cubicBezTo>
                <a:cubicBezTo>
                  <a:pt x="510" y="229"/>
                  <a:pt x="510" y="229"/>
                  <a:pt x="511" y="228"/>
                </a:cubicBezTo>
                <a:cubicBezTo>
                  <a:pt x="511" y="229"/>
                  <a:pt x="511" y="230"/>
                  <a:pt x="510" y="231"/>
                </a:cubicBezTo>
                <a:cubicBezTo>
                  <a:pt x="510" y="231"/>
                  <a:pt x="510" y="232"/>
                  <a:pt x="510" y="232"/>
                </a:cubicBezTo>
                <a:cubicBezTo>
                  <a:pt x="511" y="234"/>
                  <a:pt x="513" y="235"/>
                  <a:pt x="514" y="236"/>
                </a:cubicBezTo>
                <a:cubicBezTo>
                  <a:pt x="514" y="237"/>
                  <a:pt x="515" y="236"/>
                  <a:pt x="516" y="237"/>
                </a:cubicBezTo>
                <a:cubicBezTo>
                  <a:pt x="514" y="238"/>
                  <a:pt x="511" y="238"/>
                  <a:pt x="510" y="236"/>
                </a:cubicBezTo>
                <a:cubicBezTo>
                  <a:pt x="509" y="235"/>
                  <a:pt x="510" y="234"/>
                  <a:pt x="508" y="233"/>
                </a:cubicBezTo>
                <a:cubicBezTo>
                  <a:pt x="508" y="233"/>
                  <a:pt x="507" y="233"/>
                  <a:pt x="507" y="233"/>
                </a:cubicBezTo>
                <a:cubicBezTo>
                  <a:pt x="506" y="233"/>
                  <a:pt x="506" y="233"/>
                  <a:pt x="506" y="232"/>
                </a:cubicBezTo>
                <a:cubicBezTo>
                  <a:pt x="506" y="232"/>
                  <a:pt x="506" y="232"/>
                  <a:pt x="505" y="232"/>
                </a:cubicBezTo>
                <a:cubicBezTo>
                  <a:pt x="504" y="233"/>
                  <a:pt x="503" y="236"/>
                  <a:pt x="504" y="238"/>
                </a:cubicBezTo>
                <a:cubicBezTo>
                  <a:pt x="504" y="238"/>
                  <a:pt x="504" y="238"/>
                  <a:pt x="505" y="238"/>
                </a:cubicBezTo>
                <a:cubicBezTo>
                  <a:pt x="506" y="239"/>
                  <a:pt x="506" y="239"/>
                  <a:pt x="507" y="240"/>
                </a:cubicBezTo>
                <a:cubicBezTo>
                  <a:pt x="507" y="240"/>
                  <a:pt x="508" y="241"/>
                  <a:pt x="508" y="241"/>
                </a:cubicBezTo>
                <a:cubicBezTo>
                  <a:pt x="510" y="241"/>
                  <a:pt x="511" y="241"/>
                  <a:pt x="512" y="242"/>
                </a:cubicBezTo>
                <a:cubicBezTo>
                  <a:pt x="514" y="242"/>
                  <a:pt x="515" y="242"/>
                  <a:pt x="516" y="242"/>
                </a:cubicBezTo>
                <a:cubicBezTo>
                  <a:pt x="517" y="242"/>
                  <a:pt x="518" y="242"/>
                  <a:pt x="519" y="242"/>
                </a:cubicBezTo>
                <a:cubicBezTo>
                  <a:pt x="520" y="242"/>
                  <a:pt x="521" y="243"/>
                  <a:pt x="523" y="243"/>
                </a:cubicBezTo>
                <a:cubicBezTo>
                  <a:pt x="523" y="244"/>
                  <a:pt x="523" y="244"/>
                  <a:pt x="524" y="244"/>
                </a:cubicBezTo>
                <a:cubicBezTo>
                  <a:pt x="525" y="244"/>
                  <a:pt x="526" y="243"/>
                  <a:pt x="527" y="243"/>
                </a:cubicBezTo>
                <a:cubicBezTo>
                  <a:pt x="527" y="243"/>
                  <a:pt x="527" y="242"/>
                  <a:pt x="527" y="242"/>
                </a:cubicBezTo>
                <a:cubicBezTo>
                  <a:pt x="528" y="239"/>
                  <a:pt x="530" y="238"/>
                  <a:pt x="532" y="236"/>
                </a:cubicBezTo>
                <a:cubicBezTo>
                  <a:pt x="532" y="238"/>
                  <a:pt x="531" y="239"/>
                  <a:pt x="531" y="240"/>
                </a:cubicBezTo>
                <a:cubicBezTo>
                  <a:pt x="530" y="241"/>
                  <a:pt x="529" y="242"/>
                  <a:pt x="530" y="243"/>
                </a:cubicBezTo>
                <a:cubicBezTo>
                  <a:pt x="531" y="244"/>
                  <a:pt x="531" y="244"/>
                  <a:pt x="531" y="245"/>
                </a:cubicBezTo>
                <a:cubicBezTo>
                  <a:pt x="531" y="245"/>
                  <a:pt x="530" y="245"/>
                  <a:pt x="530" y="245"/>
                </a:cubicBezTo>
                <a:cubicBezTo>
                  <a:pt x="528" y="245"/>
                  <a:pt x="526" y="245"/>
                  <a:pt x="524" y="247"/>
                </a:cubicBezTo>
                <a:cubicBezTo>
                  <a:pt x="524" y="247"/>
                  <a:pt x="523" y="247"/>
                  <a:pt x="523" y="247"/>
                </a:cubicBezTo>
                <a:cubicBezTo>
                  <a:pt x="522" y="246"/>
                  <a:pt x="521" y="246"/>
                  <a:pt x="519" y="246"/>
                </a:cubicBezTo>
                <a:cubicBezTo>
                  <a:pt x="519" y="246"/>
                  <a:pt x="517" y="245"/>
                  <a:pt x="517" y="246"/>
                </a:cubicBezTo>
                <a:cubicBezTo>
                  <a:pt x="516" y="247"/>
                  <a:pt x="517" y="248"/>
                  <a:pt x="518" y="248"/>
                </a:cubicBezTo>
                <a:cubicBezTo>
                  <a:pt x="518" y="248"/>
                  <a:pt x="518" y="249"/>
                  <a:pt x="519" y="249"/>
                </a:cubicBezTo>
                <a:cubicBezTo>
                  <a:pt x="520" y="250"/>
                  <a:pt x="521" y="253"/>
                  <a:pt x="524" y="251"/>
                </a:cubicBezTo>
                <a:cubicBezTo>
                  <a:pt x="525" y="251"/>
                  <a:pt x="525" y="251"/>
                  <a:pt x="525" y="251"/>
                </a:cubicBezTo>
                <a:cubicBezTo>
                  <a:pt x="525" y="251"/>
                  <a:pt x="526" y="251"/>
                  <a:pt x="526" y="252"/>
                </a:cubicBezTo>
                <a:cubicBezTo>
                  <a:pt x="526" y="252"/>
                  <a:pt x="525" y="252"/>
                  <a:pt x="525" y="252"/>
                </a:cubicBezTo>
                <a:cubicBezTo>
                  <a:pt x="524" y="251"/>
                  <a:pt x="523" y="252"/>
                  <a:pt x="523" y="253"/>
                </a:cubicBezTo>
                <a:cubicBezTo>
                  <a:pt x="523" y="254"/>
                  <a:pt x="523" y="255"/>
                  <a:pt x="524" y="256"/>
                </a:cubicBezTo>
                <a:cubicBezTo>
                  <a:pt x="525" y="256"/>
                  <a:pt x="525" y="257"/>
                  <a:pt x="526" y="257"/>
                </a:cubicBezTo>
                <a:cubicBezTo>
                  <a:pt x="526" y="258"/>
                  <a:pt x="526" y="258"/>
                  <a:pt x="526" y="258"/>
                </a:cubicBezTo>
                <a:cubicBezTo>
                  <a:pt x="525" y="259"/>
                  <a:pt x="525" y="259"/>
                  <a:pt x="525" y="259"/>
                </a:cubicBezTo>
                <a:cubicBezTo>
                  <a:pt x="524" y="258"/>
                  <a:pt x="523" y="258"/>
                  <a:pt x="522" y="256"/>
                </a:cubicBezTo>
                <a:cubicBezTo>
                  <a:pt x="522" y="255"/>
                  <a:pt x="522" y="254"/>
                  <a:pt x="520" y="253"/>
                </a:cubicBezTo>
                <a:cubicBezTo>
                  <a:pt x="519" y="253"/>
                  <a:pt x="518" y="252"/>
                  <a:pt x="517" y="251"/>
                </a:cubicBezTo>
                <a:cubicBezTo>
                  <a:pt x="516" y="250"/>
                  <a:pt x="516" y="249"/>
                  <a:pt x="514" y="249"/>
                </a:cubicBezTo>
                <a:cubicBezTo>
                  <a:pt x="514" y="249"/>
                  <a:pt x="514" y="249"/>
                  <a:pt x="514" y="249"/>
                </a:cubicBezTo>
                <a:cubicBezTo>
                  <a:pt x="513" y="246"/>
                  <a:pt x="510" y="246"/>
                  <a:pt x="507" y="246"/>
                </a:cubicBezTo>
                <a:cubicBezTo>
                  <a:pt x="505" y="246"/>
                  <a:pt x="503" y="246"/>
                  <a:pt x="501" y="244"/>
                </a:cubicBezTo>
                <a:cubicBezTo>
                  <a:pt x="501" y="243"/>
                  <a:pt x="499" y="243"/>
                  <a:pt x="499" y="243"/>
                </a:cubicBezTo>
                <a:cubicBezTo>
                  <a:pt x="496" y="246"/>
                  <a:pt x="492" y="247"/>
                  <a:pt x="489" y="248"/>
                </a:cubicBezTo>
                <a:cubicBezTo>
                  <a:pt x="488" y="248"/>
                  <a:pt x="487" y="247"/>
                  <a:pt x="486" y="249"/>
                </a:cubicBezTo>
                <a:cubicBezTo>
                  <a:pt x="486" y="250"/>
                  <a:pt x="484" y="251"/>
                  <a:pt x="484" y="252"/>
                </a:cubicBezTo>
                <a:cubicBezTo>
                  <a:pt x="484" y="254"/>
                  <a:pt x="483" y="255"/>
                  <a:pt x="483" y="257"/>
                </a:cubicBezTo>
                <a:cubicBezTo>
                  <a:pt x="483" y="258"/>
                  <a:pt x="482" y="258"/>
                  <a:pt x="483" y="258"/>
                </a:cubicBezTo>
                <a:cubicBezTo>
                  <a:pt x="483" y="258"/>
                  <a:pt x="483" y="258"/>
                  <a:pt x="484" y="258"/>
                </a:cubicBezTo>
                <a:cubicBezTo>
                  <a:pt x="484" y="259"/>
                  <a:pt x="485" y="258"/>
                  <a:pt x="485" y="259"/>
                </a:cubicBezTo>
                <a:cubicBezTo>
                  <a:pt x="485" y="260"/>
                  <a:pt x="484" y="259"/>
                  <a:pt x="484" y="259"/>
                </a:cubicBezTo>
                <a:cubicBezTo>
                  <a:pt x="483" y="259"/>
                  <a:pt x="482" y="260"/>
                  <a:pt x="482" y="260"/>
                </a:cubicBezTo>
                <a:cubicBezTo>
                  <a:pt x="480" y="262"/>
                  <a:pt x="478" y="264"/>
                  <a:pt x="479" y="268"/>
                </a:cubicBezTo>
                <a:cubicBezTo>
                  <a:pt x="479" y="268"/>
                  <a:pt x="479" y="268"/>
                  <a:pt x="479" y="269"/>
                </a:cubicBezTo>
                <a:cubicBezTo>
                  <a:pt x="479" y="270"/>
                  <a:pt x="479" y="272"/>
                  <a:pt x="479" y="273"/>
                </a:cubicBezTo>
                <a:cubicBezTo>
                  <a:pt x="479" y="274"/>
                  <a:pt x="479" y="275"/>
                  <a:pt x="480" y="274"/>
                </a:cubicBezTo>
                <a:cubicBezTo>
                  <a:pt x="481" y="274"/>
                  <a:pt x="482" y="274"/>
                  <a:pt x="482" y="275"/>
                </a:cubicBezTo>
                <a:cubicBezTo>
                  <a:pt x="482" y="276"/>
                  <a:pt x="481" y="275"/>
                  <a:pt x="481" y="275"/>
                </a:cubicBezTo>
                <a:cubicBezTo>
                  <a:pt x="479" y="276"/>
                  <a:pt x="479" y="278"/>
                  <a:pt x="479" y="278"/>
                </a:cubicBezTo>
                <a:cubicBezTo>
                  <a:pt x="480" y="279"/>
                  <a:pt x="485" y="279"/>
                  <a:pt x="486" y="278"/>
                </a:cubicBezTo>
                <a:cubicBezTo>
                  <a:pt x="486" y="277"/>
                  <a:pt x="488" y="276"/>
                  <a:pt x="487" y="274"/>
                </a:cubicBezTo>
                <a:cubicBezTo>
                  <a:pt x="488" y="275"/>
                  <a:pt x="489" y="275"/>
                  <a:pt x="490" y="275"/>
                </a:cubicBezTo>
                <a:cubicBezTo>
                  <a:pt x="492" y="273"/>
                  <a:pt x="491" y="270"/>
                  <a:pt x="493" y="269"/>
                </a:cubicBezTo>
                <a:cubicBezTo>
                  <a:pt x="493" y="268"/>
                  <a:pt x="493" y="268"/>
                  <a:pt x="493" y="267"/>
                </a:cubicBezTo>
                <a:cubicBezTo>
                  <a:pt x="493" y="267"/>
                  <a:pt x="493" y="267"/>
                  <a:pt x="493" y="267"/>
                </a:cubicBezTo>
                <a:cubicBezTo>
                  <a:pt x="494" y="268"/>
                  <a:pt x="494" y="269"/>
                  <a:pt x="493" y="269"/>
                </a:cubicBezTo>
                <a:cubicBezTo>
                  <a:pt x="493" y="270"/>
                  <a:pt x="493" y="272"/>
                  <a:pt x="492" y="273"/>
                </a:cubicBezTo>
                <a:cubicBezTo>
                  <a:pt x="492" y="275"/>
                  <a:pt x="492" y="276"/>
                  <a:pt x="490" y="277"/>
                </a:cubicBezTo>
                <a:cubicBezTo>
                  <a:pt x="489" y="277"/>
                  <a:pt x="490" y="278"/>
                  <a:pt x="490" y="279"/>
                </a:cubicBezTo>
                <a:cubicBezTo>
                  <a:pt x="490" y="279"/>
                  <a:pt x="490" y="280"/>
                  <a:pt x="490" y="280"/>
                </a:cubicBezTo>
                <a:cubicBezTo>
                  <a:pt x="490" y="281"/>
                  <a:pt x="490" y="281"/>
                  <a:pt x="491" y="281"/>
                </a:cubicBezTo>
                <a:cubicBezTo>
                  <a:pt x="493" y="281"/>
                  <a:pt x="494" y="280"/>
                  <a:pt x="495" y="280"/>
                </a:cubicBezTo>
                <a:cubicBezTo>
                  <a:pt x="495" y="279"/>
                  <a:pt x="496" y="279"/>
                  <a:pt x="496" y="279"/>
                </a:cubicBezTo>
                <a:cubicBezTo>
                  <a:pt x="497" y="280"/>
                  <a:pt x="497" y="279"/>
                  <a:pt x="497" y="278"/>
                </a:cubicBezTo>
                <a:cubicBezTo>
                  <a:pt x="498" y="277"/>
                  <a:pt x="498" y="276"/>
                  <a:pt x="499" y="275"/>
                </a:cubicBezTo>
                <a:cubicBezTo>
                  <a:pt x="500" y="272"/>
                  <a:pt x="501" y="270"/>
                  <a:pt x="501" y="267"/>
                </a:cubicBezTo>
                <a:cubicBezTo>
                  <a:pt x="501" y="266"/>
                  <a:pt x="501" y="266"/>
                  <a:pt x="501" y="265"/>
                </a:cubicBezTo>
                <a:cubicBezTo>
                  <a:pt x="502" y="265"/>
                  <a:pt x="502" y="264"/>
                  <a:pt x="502" y="263"/>
                </a:cubicBezTo>
                <a:cubicBezTo>
                  <a:pt x="502" y="262"/>
                  <a:pt x="502" y="261"/>
                  <a:pt x="503" y="260"/>
                </a:cubicBezTo>
                <a:cubicBezTo>
                  <a:pt x="503" y="260"/>
                  <a:pt x="504" y="259"/>
                  <a:pt x="504" y="258"/>
                </a:cubicBezTo>
                <a:cubicBezTo>
                  <a:pt x="505" y="259"/>
                  <a:pt x="504" y="260"/>
                  <a:pt x="504" y="261"/>
                </a:cubicBezTo>
                <a:cubicBezTo>
                  <a:pt x="503" y="261"/>
                  <a:pt x="503" y="261"/>
                  <a:pt x="503" y="262"/>
                </a:cubicBezTo>
                <a:cubicBezTo>
                  <a:pt x="503" y="264"/>
                  <a:pt x="502" y="265"/>
                  <a:pt x="503" y="267"/>
                </a:cubicBezTo>
                <a:cubicBezTo>
                  <a:pt x="503" y="268"/>
                  <a:pt x="503" y="269"/>
                  <a:pt x="504" y="269"/>
                </a:cubicBezTo>
                <a:cubicBezTo>
                  <a:pt x="503" y="269"/>
                  <a:pt x="502" y="269"/>
                  <a:pt x="503" y="270"/>
                </a:cubicBezTo>
                <a:cubicBezTo>
                  <a:pt x="503" y="271"/>
                  <a:pt x="502" y="272"/>
                  <a:pt x="502" y="273"/>
                </a:cubicBezTo>
                <a:cubicBezTo>
                  <a:pt x="501" y="274"/>
                  <a:pt x="501" y="275"/>
                  <a:pt x="502" y="275"/>
                </a:cubicBezTo>
                <a:cubicBezTo>
                  <a:pt x="503" y="275"/>
                  <a:pt x="503" y="275"/>
                  <a:pt x="504" y="274"/>
                </a:cubicBezTo>
                <a:cubicBezTo>
                  <a:pt x="505" y="274"/>
                  <a:pt x="506" y="275"/>
                  <a:pt x="507" y="275"/>
                </a:cubicBezTo>
                <a:cubicBezTo>
                  <a:pt x="507" y="275"/>
                  <a:pt x="507" y="275"/>
                  <a:pt x="507" y="275"/>
                </a:cubicBezTo>
                <a:cubicBezTo>
                  <a:pt x="507" y="275"/>
                  <a:pt x="508" y="275"/>
                  <a:pt x="508" y="275"/>
                </a:cubicBezTo>
                <a:cubicBezTo>
                  <a:pt x="508" y="276"/>
                  <a:pt x="509" y="276"/>
                  <a:pt x="509" y="276"/>
                </a:cubicBezTo>
                <a:cubicBezTo>
                  <a:pt x="510" y="276"/>
                  <a:pt x="509" y="277"/>
                  <a:pt x="509" y="277"/>
                </a:cubicBezTo>
                <a:cubicBezTo>
                  <a:pt x="509" y="277"/>
                  <a:pt x="508" y="277"/>
                  <a:pt x="508" y="277"/>
                </a:cubicBezTo>
                <a:cubicBezTo>
                  <a:pt x="507" y="276"/>
                  <a:pt x="505" y="274"/>
                  <a:pt x="503" y="276"/>
                </a:cubicBezTo>
                <a:cubicBezTo>
                  <a:pt x="503" y="276"/>
                  <a:pt x="503" y="276"/>
                  <a:pt x="503" y="276"/>
                </a:cubicBezTo>
                <a:cubicBezTo>
                  <a:pt x="502" y="276"/>
                  <a:pt x="501" y="276"/>
                  <a:pt x="501" y="277"/>
                </a:cubicBezTo>
                <a:cubicBezTo>
                  <a:pt x="501" y="278"/>
                  <a:pt x="500" y="279"/>
                  <a:pt x="501" y="280"/>
                </a:cubicBezTo>
                <a:cubicBezTo>
                  <a:pt x="502" y="281"/>
                  <a:pt x="502" y="282"/>
                  <a:pt x="503" y="281"/>
                </a:cubicBezTo>
                <a:cubicBezTo>
                  <a:pt x="504" y="281"/>
                  <a:pt x="505" y="280"/>
                  <a:pt x="506" y="280"/>
                </a:cubicBezTo>
                <a:cubicBezTo>
                  <a:pt x="506" y="280"/>
                  <a:pt x="507" y="280"/>
                  <a:pt x="507" y="281"/>
                </a:cubicBezTo>
                <a:cubicBezTo>
                  <a:pt x="506" y="280"/>
                  <a:pt x="505" y="281"/>
                  <a:pt x="504" y="282"/>
                </a:cubicBezTo>
                <a:cubicBezTo>
                  <a:pt x="504" y="283"/>
                  <a:pt x="503" y="283"/>
                  <a:pt x="502" y="282"/>
                </a:cubicBezTo>
                <a:cubicBezTo>
                  <a:pt x="501" y="281"/>
                  <a:pt x="500" y="282"/>
                  <a:pt x="499" y="282"/>
                </a:cubicBezTo>
                <a:cubicBezTo>
                  <a:pt x="498" y="283"/>
                  <a:pt x="497" y="284"/>
                  <a:pt x="496" y="285"/>
                </a:cubicBezTo>
                <a:cubicBezTo>
                  <a:pt x="495" y="286"/>
                  <a:pt x="494" y="287"/>
                  <a:pt x="496" y="287"/>
                </a:cubicBezTo>
                <a:cubicBezTo>
                  <a:pt x="497" y="287"/>
                  <a:pt x="496" y="288"/>
                  <a:pt x="496" y="288"/>
                </a:cubicBezTo>
                <a:cubicBezTo>
                  <a:pt x="496" y="289"/>
                  <a:pt x="497" y="290"/>
                  <a:pt x="497" y="289"/>
                </a:cubicBezTo>
                <a:cubicBezTo>
                  <a:pt x="499" y="288"/>
                  <a:pt x="500" y="287"/>
                  <a:pt x="502" y="288"/>
                </a:cubicBezTo>
                <a:cubicBezTo>
                  <a:pt x="502" y="288"/>
                  <a:pt x="502" y="287"/>
                  <a:pt x="503" y="287"/>
                </a:cubicBezTo>
                <a:cubicBezTo>
                  <a:pt x="503" y="287"/>
                  <a:pt x="503" y="287"/>
                  <a:pt x="504" y="287"/>
                </a:cubicBezTo>
                <a:cubicBezTo>
                  <a:pt x="504" y="287"/>
                  <a:pt x="504" y="287"/>
                  <a:pt x="505" y="287"/>
                </a:cubicBezTo>
                <a:cubicBezTo>
                  <a:pt x="506" y="287"/>
                  <a:pt x="507" y="287"/>
                  <a:pt x="507" y="288"/>
                </a:cubicBezTo>
                <a:cubicBezTo>
                  <a:pt x="507" y="289"/>
                  <a:pt x="506" y="288"/>
                  <a:pt x="506" y="288"/>
                </a:cubicBezTo>
                <a:cubicBezTo>
                  <a:pt x="505" y="287"/>
                  <a:pt x="504" y="288"/>
                  <a:pt x="504" y="289"/>
                </a:cubicBezTo>
                <a:cubicBezTo>
                  <a:pt x="503" y="289"/>
                  <a:pt x="501" y="289"/>
                  <a:pt x="500" y="289"/>
                </a:cubicBezTo>
                <a:cubicBezTo>
                  <a:pt x="498" y="289"/>
                  <a:pt x="497" y="290"/>
                  <a:pt x="498" y="292"/>
                </a:cubicBezTo>
                <a:cubicBezTo>
                  <a:pt x="499" y="292"/>
                  <a:pt x="499" y="292"/>
                  <a:pt x="499" y="292"/>
                </a:cubicBezTo>
                <a:cubicBezTo>
                  <a:pt x="500" y="291"/>
                  <a:pt x="501" y="290"/>
                  <a:pt x="502" y="291"/>
                </a:cubicBezTo>
                <a:cubicBezTo>
                  <a:pt x="502" y="292"/>
                  <a:pt x="501" y="292"/>
                  <a:pt x="500" y="293"/>
                </a:cubicBezTo>
                <a:cubicBezTo>
                  <a:pt x="498" y="294"/>
                  <a:pt x="498" y="298"/>
                  <a:pt x="500" y="299"/>
                </a:cubicBezTo>
                <a:cubicBezTo>
                  <a:pt x="500" y="299"/>
                  <a:pt x="501" y="300"/>
                  <a:pt x="501" y="300"/>
                </a:cubicBezTo>
                <a:cubicBezTo>
                  <a:pt x="501" y="301"/>
                  <a:pt x="502" y="301"/>
                  <a:pt x="502" y="300"/>
                </a:cubicBezTo>
                <a:cubicBezTo>
                  <a:pt x="504" y="299"/>
                  <a:pt x="505" y="298"/>
                  <a:pt x="505" y="295"/>
                </a:cubicBezTo>
                <a:cubicBezTo>
                  <a:pt x="505" y="295"/>
                  <a:pt x="505" y="294"/>
                  <a:pt x="506" y="294"/>
                </a:cubicBezTo>
                <a:cubicBezTo>
                  <a:pt x="506" y="295"/>
                  <a:pt x="506" y="296"/>
                  <a:pt x="506" y="297"/>
                </a:cubicBezTo>
                <a:cubicBezTo>
                  <a:pt x="505" y="298"/>
                  <a:pt x="504" y="300"/>
                  <a:pt x="503" y="301"/>
                </a:cubicBezTo>
                <a:cubicBezTo>
                  <a:pt x="502" y="302"/>
                  <a:pt x="502" y="303"/>
                  <a:pt x="503" y="303"/>
                </a:cubicBezTo>
                <a:cubicBezTo>
                  <a:pt x="503" y="304"/>
                  <a:pt x="504" y="305"/>
                  <a:pt x="505" y="304"/>
                </a:cubicBezTo>
                <a:cubicBezTo>
                  <a:pt x="507" y="304"/>
                  <a:pt x="508" y="304"/>
                  <a:pt x="509" y="304"/>
                </a:cubicBezTo>
                <a:cubicBezTo>
                  <a:pt x="509" y="304"/>
                  <a:pt x="510" y="305"/>
                  <a:pt x="510" y="305"/>
                </a:cubicBezTo>
                <a:cubicBezTo>
                  <a:pt x="510" y="305"/>
                  <a:pt x="511" y="305"/>
                  <a:pt x="511" y="305"/>
                </a:cubicBezTo>
                <a:cubicBezTo>
                  <a:pt x="515" y="302"/>
                  <a:pt x="517" y="299"/>
                  <a:pt x="517" y="295"/>
                </a:cubicBezTo>
                <a:cubicBezTo>
                  <a:pt x="518" y="292"/>
                  <a:pt x="519" y="290"/>
                  <a:pt x="520" y="288"/>
                </a:cubicBezTo>
                <a:cubicBezTo>
                  <a:pt x="521" y="287"/>
                  <a:pt x="521" y="287"/>
                  <a:pt x="521" y="286"/>
                </a:cubicBezTo>
                <a:cubicBezTo>
                  <a:pt x="520" y="282"/>
                  <a:pt x="521" y="281"/>
                  <a:pt x="524" y="280"/>
                </a:cubicBezTo>
                <a:cubicBezTo>
                  <a:pt x="525" y="281"/>
                  <a:pt x="525" y="282"/>
                  <a:pt x="524" y="282"/>
                </a:cubicBezTo>
                <a:cubicBezTo>
                  <a:pt x="523" y="282"/>
                  <a:pt x="523" y="283"/>
                  <a:pt x="523" y="284"/>
                </a:cubicBezTo>
                <a:cubicBezTo>
                  <a:pt x="523" y="285"/>
                  <a:pt x="523" y="285"/>
                  <a:pt x="523" y="286"/>
                </a:cubicBezTo>
                <a:cubicBezTo>
                  <a:pt x="522" y="286"/>
                  <a:pt x="523" y="287"/>
                  <a:pt x="523" y="287"/>
                </a:cubicBezTo>
                <a:cubicBezTo>
                  <a:pt x="521" y="291"/>
                  <a:pt x="519" y="295"/>
                  <a:pt x="518" y="300"/>
                </a:cubicBezTo>
                <a:cubicBezTo>
                  <a:pt x="517" y="301"/>
                  <a:pt x="516" y="303"/>
                  <a:pt x="515" y="305"/>
                </a:cubicBezTo>
                <a:cubicBezTo>
                  <a:pt x="514" y="305"/>
                  <a:pt x="514" y="306"/>
                  <a:pt x="513" y="306"/>
                </a:cubicBezTo>
                <a:cubicBezTo>
                  <a:pt x="511" y="307"/>
                  <a:pt x="511" y="307"/>
                  <a:pt x="512" y="309"/>
                </a:cubicBezTo>
                <a:cubicBezTo>
                  <a:pt x="513" y="309"/>
                  <a:pt x="513" y="310"/>
                  <a:pt x="514" y="310"/>
                </a:cubicBezTo>
                <a:cubicBezTo>
                  <a:pt x="514" y="310"/>
                  <a:pt x="515" y="310"/>
                  <a:pt x="515" y="310"/>
                </a:cubicBezTo>
                <a:cubicBezTo>
                  <a:pt x="515" y="311"/>
                  <a:pt x="514" y="311"/>
                  <a:pt x="514" y="311"/>
                </a:cubicBezTo>
                <a:cubicBezTo>
                  <a:pt x="511" y="310"/>
                  <a:pt x="509" y="309"/>
                  <a:pt x="507" y="309"/>
                </a:cubicBezTo>
                <a:cubicBezTo>
                  <a:pt x="506" y="310"/>
                  <a:pt x="505" y="309"/>
                  <a:pt x="505" y="309"/>
                </a:cubicBezTo>
                <a:cubicBezTo>
                  <a:pt x="504" y="310"/>
                  <a:pt x="505" y="311"/>
                  <a:pt x="505" y="312"/>
                </a:cubicBezTo>
                <a:cubicBezTo>
                  <a:pt x="505" y="312"/>
                  <a:pt x="505" y="312"/>
                  <a:pt x="506" y="313"/>
                </a:cubicBezTo>
                <a:cubicBezTo>
                  <a:pt x="505" y="313"/>
                  <a:pt x="504" y="312"/>
                  <a:pt x="503" y="312"/>
                </a:cubicBezTo>
                <a:cubicBezTo>
                  <a:pt x="503" y="311"/>
                  <a:pt x="502" y="311"/>
                  <a:pt x="502" y="310"/>
                </a:cubicBezTo>
                <a:cubicBezTo>
                  <a:pt x="501" y="310"/>
                  <a:pt x="500" y="309"/>
                  <a:pt x="500" y="309"/>
                </a:cubicBezTo>
                <a:cubicBezTo>
                  <a:pt x="498" y="310"/>
                  <a:pt x="497" y="309"/>
                  <a:pt x="496" y="307"/>
                </a:cubicBezTo>
                <a:cubicBezTo>
                  <a:pt x="496" y="307"/>
                  <a:pt x="496" y="307"/>
                  <a:pt x="495" y="307"/>
                </a:cubicBezTo>
                <a:cubicBezTo>
                  <a:pt x="495" y="307"/>
                  <a:pt x="495" y="308"/>
                  <a:pt x="494" y="308"/>
                </a:cubicBezTo>
                <a:cubicBezTo>
                  <a:pt x="495" y="305"/>
                  <a:pt x="494" y="302"/>
                  <a:pt x="493" y="299"/>
                </a:cubicBezTo>
                <a:cubicBezTo>
                  <a:pt x="492" y="296"/>
                  <a:pt x="491" y="294"/>
                  <a:pt x="489" y="292"/>
                </a:cubicBezTo>
                <a:cubicBezTo>
                  <a:pt x="487" y="289"/>
                  <a:pt x="484" y="289"/>
                  <a:pt x="481" y="288"/>
                </a:cubicBezTo>
                <a:cubicBezTo>
                  <a:pt x="480" y="288"/>
                  <a:pt x="480" y="288"/>
                  <a:pt x="480" y="288"/>
                </a:cubicBezTo>
                <a:cubicBezTo>
                  <a:pt x="479" y="289"/>
                  <a:pt x="477" y="289"/>
                  <a:pt x="476" y="290"/>
                </a:cubicBezTo>
                <a:cubicBezTo>
                  <a:pt x="475" y="291"/>
                  <a:pt x="474" y="292"/>
                  <a:pt x="473" y="291"/>
                </a:cubicBezTo>
                <a:cubicBezTo>
                  <a:pt x="473" y="292"/>
                  <a:pt x="474" y="293"/>
                  <a:pt x="473" y="294"/>
                </a:cubicBezTo>
                <a:cubicBezTo>
                  <a:pt x="473" y="294"/>
                  <a:pt x="472" y="294"/>
                  <a:pt x="473" y="294"/>
                </a:cubicBezTo>
                <a:cubicBezTo>
                  <a:pt x="474" y="295"/>
                  <a:pt x="473" y="297"/>
                  <a:pt x="473" y="298"/>
                </a:cubicBezTo>
                <a:cubicBezTo>
                  <a:pt x="472" y="299"/>
                  <a:pt x="473" y="299"/>
                  <a:pt x="473" y="300"/>
                </a:cubicBezTo>
                <a:cubicBezTo>
                  <a:pt x="475" y="301"/>
                  <a:pt x="476" y="303"/>
                  <a:pt x="477" y="305"/>
                </a:cubicBezTo>
                <a:cubicBezTo>
                  <a:pt x="477" y="305"/>
                  <a:pt x="477" y="306"/>
                  <a:pt x="477" y="306"/>
                </a:cubicBezTo>
                <a:cubicBezTo>
                  <a:pt x="476" y="309"/>
                  <a:pt x="477" y="311"/>
                  <a:pt x="479" y="312"/>
                </a:cubicBezTo>
                <a:cubicBezTo>
                  <a:pt x="480" y="312"/>
                  <a:pt x="480" y="312"/>
                  <a:pt x="480" y="311"/>
                </a:cubicBezTo>
                <a:cubicBezTo>
                  <a:pt x="481" y="310"/>
                  <a:pt x="482" y="310"/>
                  <a:pt x="484" y="310"/>
                </a:cubicBezTo>
                <a:cubicBezTo>
                  <a:pt x="484" y="310"/>
                  <a:pt x="484" y="310"/>
                  <a:pt x="484" y="311"/>
                </a:cubicBezTo>
                <a:cubicBezTo>
                  <a:pt x="484" y="311"/>
                  <a:pt x="484" y="311"/>
                  <a:pt x="484" y="311"/>
                </a:cubicBezTo>
                <a:cubicBezTo>
                  <a:pt x="482" y="311"/>
                  <a:pt x="481" y="312"/>
                  <a:pt x="481" y="314"/>
                </a:cubicBezTo>
                <a:cubicBezTo>
                  <a:pt x="482" y="315"/>
                  <a:pt x="483" y="314"/>
                  <a:pt x="484" y="314"/>
                </a:cubicBezTo>
                <a:cubicBezTo>
                  <a:pt x="483" y="315"/>
                  <a:pt x="481" y="316"/>
                  <a:pt x="482" y="317"/>
                </a:cubicBezTo>
                <a:cubicBezTo>
                  <a:pt x="482" y="317"/>
                  <a:pt x="482" y="317"/>
                  <a:pt x="483" y="317"/>
                </a:cubicBezTo>
                <a:cubicBezTo>
                  <a:pt x="483" y="318"/>
                  <a:pt x="485" y="318"/>
                  <a:pt x="485" y="318"/>
                </a:cubicBezTo>
                <a:cubicBezTo>
                  <a:pt x="485" y="318"/>
                  <a:pt x="485" y="318"/>
                  <a:pt x="484" y="318"/>
                </a:cubicBezTo>
                <a:cubicBezTo>
                  <a:pt x="484" y="318"/>
                  <a:pt x="485" y="319"/>
                  <a:pt x="485" y="319"/>
                </a:cubicBezTo>
                <a:cubicBezTo>
                  <a:pt x="485" y="319"/>
                  <a:pt x="485" y="320"/>
                  <a:pt x="485" y="321"/>
                </a:cubicBezTo>
                <a:cubicBezTo>
                  <a:pt x="484" y="320"/>
                  <a:pt x="483" y="318"/>
                  <a:pt x="481" y="319"/>
                </a:cubicBezTo>
                <a:cubicBezTo>
                  <a:pt x="480" y="319"/>
                  <a:pt x="480" y="319"/>
                  <a:pt x="479" y="319"/>
                </a:cubicBezTo>
                <a:cubicBezTo>
                  <a:pt x="479" y="320"/>
                  <a:pt x="480" y="320"/>
                  <a:pt x="480" y="321"/>
                </a:cubicBezTo>
                <a:cubicBezTo>
                  <a:pt x="478" y="321"/>
                  <a:pt x="477" y="319"/>
                  <a:pt x="475" y="320"/>
                </a:cubicBezTo>
                <a:cubicBezTo>
                  <a:pt x="473" y="320"/>
                  <a:pt x="471" y="320"/>
                  <a:pt x="470" y="321"/>
                </a:cubicBezTo>
                <a:cubicBezTo>
                  <a:pt x="470" y="322"/>
                  <a:pt x="471" y="322"/>
                  <a:pt x="471" y="322"/>
                </a:cubicBezTo>
                <a:cubicBezTo>
                  <a:pt x="470" y="323"/>
                  <a:pt x="470" y="322"/>
                  <a:pt x="469" y="323"/>
                </a:cubicBezTo>
                <a:cubicBezTo>
                  <a:pt x="468" y="324"/>
                  <a:pt x="468" y="326"/>
                  <a:pt x="466" y="326"/>
                </a:cubicBezTo>
                <a:cubicBezTo>
                  <a:pt x="466" y="326"/>
                  <a:pt x="466" y="326"/>
                  <a:pt x="466" y="326"/>
                </a:cubicBezTo>
                <a:cubicBezTo>
                  <a:pt x="465" y="327"/>
                  <a:pt x="464" y="328"/>
                  <a:pt x="463" y="329"/>
                </a:cubicBezTo>
                <a:cubicBezTo>
                  <a:pt x="461" y="330"/>
                  <a:pt x="460" y="333"/>
                  <a:pt x="461" y="335"/>
                </a:cubicBezTo>
                <a:cubicBezTo>
                  <a:pt x="462" y="336"/>
                  <a:pt x="462" y="336"/>
                  <a:pt x="462" y="337"/>
                </a:cubicBezTo>
                <a:cubicBezTo>
                  <a:pt x="461" y="338"/>
                  <a:pt x="461" y="339"/>
                  <a:pt x="460" y="341"/>
                </a:cubicBezTo>
                <a:cubicBezTo>
                  <a:pt x="459" y="341"/>
                  <a:pt x="460" y="342"/>
                  <a:pt x="460" y="343"/>
                </a:cubicBezTo>
                <a:cubicBezTo>
                  <a:pt x="460" y="343"/>
                  <a:pt x="461" y="343"/>
                  <a:pt x="461" y="343"/>
                </a:cubicBezTo>
                <a:cubicBezTo>
                  <a:pt x="462" y="342"/>
                  <a:pt x="462" y="343"/>
                  <a:pt x="462" y="343"/>
                </a:cubicBezTo>
                <a:cubicBezTo>
                  <a:pt x="462" y="346"/>
                  <a:pt x="463" y="347"/>
                  <a:pt x="465" y="347"/>
                </a:cubicBezTo>
                <a:cubicBezTo>
                  <a:pt x="467" y="348"/>
                  <a:pt x="467" y="347"/>
                  <a:pt x="467" y="345"/>
                </a:cubicBezTo>
                <a:cubicBezTo>
                  <a:pt x="467" y="344"/>
                  <a:pt x="467" y="343"/>
                  <a:pt x="468" y="342"/>
                </a:cubicBezTo>
                <a:cubicBezTo>
                  <a:pt x="468" y="342"/>
                  <a:pt x="468" y="341"/>
                  <a:pt x="469" y="341"/>
                </a:cubicBezTo>
                <a:cubicBezTo>
                  <a:pt x="469" y="341"/>
                  <a:pt x="469" y="342"/>
                  <a:pt x="469" y="342"/>
                </a:cubicBezTo>
                <a:cubicBezTo>
                  <a:pt x="469" y="343"/>
                  <a:pt x="469" y="344"/>
                  <a:pt x="469" y="345"/>
                </a:cubicBezTo>
                <a:cubicBezTo>
                  <a:pt x="469" y="346"/>
                  <a:pt x="468" y="347"/>
                  <a:pt x="468" y="347"/>
                </a:cubicBezTo>
                <a:cubicBezTo>
                  <a:pt x="468" y="348"/>
                  <a:pt x="468" y="348"/>
                  <a:pt x="469" y="348"/>
                </a:cubicBezTo>
                <a:cubicBezTo>
                  <a:pt x="469" y="348"/>
                  <a:pt x="469" y="348"/>
                  <a:pt x="469" y="348"/>
                </a:cubicBezTo>
                <a:cubicBezTo>
                  <a:pt x="469" y="348"/>
                  <a:pt x="469" y="348"/>
                  <a:pt x="469" y="348"/>
                </a:cubicBezTo>
                <a:cubicBezTo>
                  <a:pt x="469" y="347"/>
                  <a:pt x="469" y="346"/>
                  <a:pt x="470" y="345"/>
                </a:cubicBezTo>
                <a:cubicBezTo>
                  <a:pt x="470" y="345"/>
                  <a:pt x="470" y="344"/>
                  <a:pt x="470" y="343"/>
                </a:cubicBezTo>
                <a:cubicBezTo>
                  <a:pt x="469" y="342"/>
                  <a:pt x="469" y="340"/>
                  <a:pt x="469" y="338"/>
                </a:cubicBezTo>
                <a:cubicBezTo>
                  <a:pt x="468" y="336"/>
                  <a:pt x="469" y="334"/>
                  <a:pt x="470" y="333"/>
                </a:cubicBezTo>
                <a:cubicBezTo>
                  <a:pt x="470" y="333"/>
                  <a:pt x="471" y="334"/>
                  <a:pt x="470" y="335"/>
                </a:cubicBezTo>
                <a:cubicBezTo>
                  <a:pt x="469" y="336"/>
                  <a:pt x="471" y="338"/>
                  <a:pt x="470" y="340"/>
                </a:cubicBezTo>
                <a:cubicBezTo>
                  <a:pt x="472" y="342"/>
                  <a:pt x="472" y="345"/>
                  <a:pt x="471" y="347"/>
                </a:cubicBezTo>
                <a:cubicBezTo>
                  <a:pt x="471" y="348"/>
                  <a:pt x="471" y="349"/>
                  <a:pt x="472" y="349"/>
                </a:cubicBezTo>
                <a:cubicBezTo>
                  <a:pt x="473" y="349"/>
                  <a:pt x="475" y="351"/>
                  <a:pt x="476" y="349"/>
                </a:cubicBezTo>
                <a:cubicBezTo>
                  <a:pt x="476" y="350"/>
                  <a:pt x="476" y="350"/>
                  <a:pt x="477" y="351"/>
                </a:cubicBezTo>
                <a:cubicBezTo>
                  <a:pt x="477" y="351"/>
                  <a:pt x="478" y="351"/>
                  <a:pt x="478" y="351"/>
                </a:cubicBezTo>
                <a:cubicBezTo>
                  <a:pt x="479" y="350"/>
                  <a:pt x="480" y="348"/>
                  <a:pt x="479" y="347"/>
                </a:cubicBezTo>
                <a:cubicBezTo>
                  <a:pt x="478" y="347"/>
                  <a:pt x="478" y="346"/>
                  <a:pt x="478" y="346"/>
                </a:cubicBezTo>
                <a:cubicBezTo>
                  <a:pt x="479" y="345"/>
                  <a:pt x="479" y="345"/>
                  <a:pt x="478" y="344"/>
                </a:cubicBezTo>
                <a:cubicBezTo>
                  <a:pt x="478" y="343"/>
                  <a:pt x="478" y="342"/>
                  <a:pt x="478" y="341"/>
                </a:cubicBezTo>
                <a:cubicBezTo>
                  <a:pt x="478" y="341"/>
                  <a:pt x="479" y="341"/>
                  <a:pt x="479" y="341"/>
                </a:cubicBezTo>
                <a:cubicBezTo>
                  <a:pt x="479" y="343"/>
                  <a:pt x="480" y="344"/>
                  <a:pt x="480" y="345"/>
                </a:cubicBezTo>
                <a:cubicBezTo>
                  <a:pt x="480" y="346"/>
                  <a:pt x="480" y="347"/>
                  <a:pt x="481" y="347"/>
                </a:cubicBezTo>
                <a:cubicBezTo>
                  <a:pt x="482" y="347"/>
                  <a:pt x="482" y="347"/>
                  <a:pt x="482" y="348"/>
                </a:cubicBezTo>
                <a:cubicBezTo>
                  <a:pt x="482" y="349"/>
                  <a:pt x="482" y="349"/>
                  <a:pt x="483" y="350"/>
                </a:cubicBezTo>
                <a:cubicBezTo>
                  <a:pt x="484" y="350"/>
                  <a:pt x="484" y="350"/>
                  <a:pt x="485" y="350"/>
                </a:cubicBezTo>
                <a:cubicBezTo>
                  <a:pt x="485" y="351"/>
                  <a:pt x="486" y="351"/>
                  <a:pt x="486" y="350"/>
                </a:cubicBezTo>
                <a:cubicBezTo>
                  <a:pt x="486" y="349"/>
                  <a:pt x="487" y="347"/>
                  <a:pt x="486" y="346"/>
                </a:cubicBezTo>
                <a:cubicBezTo>
                  <a:pt x="488" y="345"/>
                  <a:pt x="489" y="345"/>
                  <a:pt x="489" y="343"/>
                </a:cubicBezTo>
                <a:cubicBezTo>
                  <a:pt x="490" y="343"/>
                  <a:pt x="490" y="343"/>
                  <a:pt x="490" y="344"/>
                </a:cubicBezTo>
                <a:cubicBezTo>
                  <a:pt x="490" y="344"/>
                  <a:pt x="490" y="344"/>
                  <a:pt x="490" y="345"/>
                </a:cubicBezTo>
                <a:cubicBezTo>
                  <a:pt x="490" y="345"/>
                  <a:pt x="490" y="345"/>
                  <a:pt x="489" y="345"/>
                </a:cubicBezTo>
                <a:cubicBezTo>
                  <a:pt x="488" y="346"/>
                  <a:pt x="488" y="348"/>
                  <a:pt x="489" y="349"/>
                </a:cubicBezTo>
                <a:cubicBezTo>
                  <a:pt x="489" y="350"/>
                  <a:pt x="490" y="350"/>
                  <a:pt x="491" y="350"/>
                </a:cubicBezTo>
                <a:cubicBezTo>
                  <a:pt x="492" y="350"/>
                  <a:pt x="492" y="350"/>
                  <a:pt x="492" y="350"/>
                </a:cubicBezTo>
                <a:cubicBezTo>
                  <a:pt x="494" y="351"/>
                  <a:pt x="496" y="351"/>
                  <a:pt x="497" y="352"/>
                </a:cubicBezTo>
                <a:cubicBezTo>
                  <a:pt x="498" y="353"/>
                  <a:pt x="499" y="353"/>
                  <a:pt x="501" y="353"/>
                </a:cubicBezTo>
                <a:cubicBezTo>
                  <a:pt x="502" y="353"/>
                  <a:pt x="504" y="352"/>
                  <a:pt x="505" y="353"/>
                </a:cubicBezTo>
                <a:cubicBezTo>
                  <a:pt x="506" y="353"/>
                  <a:pt x="506" y="353"/>
                  <a:pt x="506" y="352"/>
                </a:cubicBezTo>
                <a:cubicBezTo>
                  <a:pt x="507" y="351"/>
                  <a:pt x="506" y="351"/>
                  <a:pt x="506" y="351"/>
                </a:cubicBezTo>
                <a:cubicBezTo>
                  <a:pt x="504" y="350"/>
                  <a:pt x="503" y="349"/>
                  <a:pt x="501" y="348"/>
                </a:cubicBezTo>
                <a:cubicBezTo>
                  <a:pt x="501" y="347"/>
                  <a:pt x="501" y="347"/>
                  <a:pt x="501" y="347"/>
                </a:cubicBezTo>
                <a:cubicBezTo>
                  <a:pt x="501" y="345"/>
                  <a:pt x="500" y="344"/>
                  <a:pt x="501" y="342"/>
                </a:cubicBezTo>
                <a:cubicBezTo>
                  <a:pt x="501" y="342"/>
                  <a:pt x="501" y="342"/>
                  <a:pt x="501" y="342"/>
                </a:cubicBezTo>
                <a:cubicBezTo>
                  <a:pt x="501" y="343"/>
                  <a:pt x="503" y="343"/>
                  <a:pt x="503" y="344"/>
                </a:cubicBezTo>
                <a:cubicBezTo>
                  <a:pt x="502" y="346"/>
                  <a:pt x="503" y="346"/>
                  <a:pt x="504" y="347"/>
                </a:cubicBezTo>
                <a:cubicBezTo>
                  <a:pt x="505" y="348"/>
                  <a:pt x="506" y="347"/>
                  <a:pt x="507" y="347"/>
                </a:cubicBezTo>
                <a:cubicBezTo>
                  <a:pt x="509" y="346"/>
                  <a:pt x="508" y="345"/>
                  <a:pt x="508" y="344"/>
                </a:cubicBezTo>
                <a:cubicBezTo>
                  <a:pt x="507" y="342"/>
                  <a:pt x="509" y="341"/>
                  <a:pt x="508" y="340"/>
                </a:cubicBezTo>
                <a:cubicBezTo>
                  <a:pt x="507" y="340"/>
                  <a:pt x="507" y="340"/>
                  <a:pt x="507" y="340"/>
                </a:cubicBezTo>
                <a:cubicBezTo>
                  <a:pt x="507" y="339"/>
                  <a:pt x="507" y="339"/>
                  <a:pt x="507" y="339"/>
                </a:cubicBezTo>
                <a:cubicBezTo>
                  <a:pt x="507" y="339"/>
                  <a:pt x="508" y="339"/>
                  <a:pt x="508" y="339"/>
                </a:cubicBezTo>
                <a:cubicBezTo>
                  <a:pt x="509" y="339"/>
                  <a:pt x="509" y="340"/>
                  <a:pt x="509" y="341"/>
                </a:cubicBezTo>
                <a:cubicBezTo>
                  <a:pt x="509" y="342"/>
                  <a:pt x="510" y="343"/>
                  <a:pt x="510" y="344"/>
                </a:cubicBezTo>
                <a:cubicBezTo>
                  <a:pt x="511" y="345"/>
                  <a:pt x="512" y="346"/>
                  <a:pt x="512" y="347"/>
                </a:cubicBezTo>
                <a:cubicBezTo>
                  <a:pt x="513" y="348"/>
                  <a:pt x="515" y="348"/>
                  <a:pt x="516" y="348"/>
                </a:cubicBezTo>
                <a:cubicBezTo>
                  <a:pt x="518" y="347"/>
                  <a:pt x="516" y="347"/>
                  <a:pt x="517" y="346"/>
                </a:cubicBezTo>
                <a:cubicBezTo>
                  <a:pt x="517" y="346"/>
                  <a:pt x="517" y="346"/>
                  <a:pt x="517" y="346"/>
                </a:cubicBezTo>
                <a:cubicBezTo>
                  <a:pt x="517" y="345"/>
                  <a:pt x="517" y="343"/>
                  <a:pt x="517" y="342"/>
                </a:cubicBezTo>
                <a:cubicBezTo>
                  <a:pt x="516" y="341"/>
                  <a:pt x="515" y="340"/>
                  <a:pt x="515" y="338"/>
                </a:cubicBezTo>
                <a:cubicBezTo>
                  <a:pt x="514" y="337"/>
                  <a:pt x="515" y="336"/>
                  <a:pt x="516" y="335"/>
                </a:cubicBezTo>
                <a:cubicBezTo>
                  <a:pt x="514" y="337"/>
                  <a:pt x="516" y="338"/>
                  <a:pt x="517" y="339"/>
                </a:cubicBezTo>
                <a:cubicBezTo>
                  <a:pt x="517" y="340"/>
                  <a:pt x="517" y="340"/>
                  <a:pt x="517" y="340"/>
                </a:cubicBezTo>
                <a:cubicBezTo>
                  <a:pt x="517" y="341"/>
                  <a:pt x="518" y="341"/>
                  <a:pt x="518" y="342"/>
                </a:cubicBezTo>
                <a:cubicBezTo>
                  <a:pt x="518" y="343"/>
                  <a:pt x="519" y="344"/>
                  <a:pt x="518" y="345"/>
                </a:cubicBezTo>
                <a:cubicBezTo>
                  <a:pt x="518" y="345"/>
                  <a:pt x="518" y="345"/>
                  <a:pt x="518" y="346"/>
                </a:cubicBezTo>
                <a:cubicBezTo>
                  <a:pt x="517" y="346"/>
                  <a:pt x="518" y="347"/>
                  <a:pt x="518" y="347"/>
                </a:cubicBezTo>
                <a:cubicBezTo>
                  <a:pt x="520" y="347"/>
                  <a:pt x="520" y="348"/>
                  <a:pt x="521" y="349"/>
                </a:cubicBezTo>
                <a:cubicBezTo>
                  <a:pt x="521" y="349"/>
                  <a:pt x="521" y="349"/>
                  <a:pt x="522" y="349"/>
                </a:cubicBezTo>
                <a:cubicBezTo>
                  <a:pt x="523" y="349"/>
                  <a:pt x="524" y="349"/>
                  <a:pt x="525" y="349"/>
                </a:cubicBezTo>
                <a:cubicBezTo>
                  <a:pt x="527" y="348"/>
                  <a:pt x="528" y="347"/>
                  <a:pt x="526" y="345"/>
                </a:cubicBezTo>
                <a:cubicBezTo>
                  <a:pt x="526" y="344"/>
                  <a:pt x="526" y="344"/>
                  <a:pt x="527" y="343"/>
                </a:cubicBezTo>
                <a:cubicBezTo>
                  <a:pt x="527" y="342"/>
                  <a:pt x="527" y="341"/>
                  <a:pt x="526" y="341"/>
                </a:cubicBezTo>
                <a:cubicBezTo>
                  <a:pt x="525" y="340"/>
                  <a:pt x="524" y="340"/>
                  <a:pt x="524" y="339"/>
                </a:cubicBezTo>
                <a:cubicBezTo>
                  <a:pt x="523" y="338"/>
                  <a:pt x="523" y="336"/>
                  <a:pt x="521" y="334"/>
                </a:cubicBezTo>
                <a:cubicBezTo>
                  <a:pt x="521" y="334"/>
                  <a:pt x="521" y="333"/>
                  <a:pt x="521" y="332"/>
                </a:cubicBezTo>
                <a:cubicBezTo>
                  <a:pt x="522" y="333"/>
                  <a:pt x="523" y="334"/>
                  <a:pt x="523" y="335"/>
                </a:cubicBezTo>
                <a:cubicBezTo>
                  <a:pt x="524" y="336"/>
                  <a:pt x="523" y="337"/>
                  <a:pt x="524" y="338"/>
                </a:cubicBezTo>
                <a:cubicBezTo>
                  <a:pt x="525" y="338"/>
                  <a:pt x="525" y="338"/>
                  <a:pt x="525" y="338"/>
                </a:cubicBezTo>
                <a:cubicBezTo>
                  <a:pt x="525" y="339"/>
                  <a:pt x="525" y="339"/>
                  <a:pt x="526" y="340"/>
                </a:cubicBezTo>
                <a:cubicBezTo>
                  <a:pt x="526" y="340"/>
                  <a:pt x="527" y="340"/>
                  <a:pt x="527" y="340"/>
                </a:cubicBezTo>
                <a:cubicBezTo>
                  <a:pt x="527" y="341"/>
                  <a:pt x="528" y="341"/>
                  <a:pt x="528" y="341"/>
                </a:cubicBezTo>
                <a:cubicBezTo>
                  <a:pt x="528" y="342"/>
                  <a:pt x="528" y="342"/>
                  <a:pt x="528" y="343"/>
                </a:cubicBezTo>
                <a:cubicBezTo>
                  <a:pt x="527" y="344"/>
                  <a:pt x="527" y="344"/>
                  <a:pt x="530" y="346"/>
                </a:cubicBezTo>
                <a:cubicBezTo>
                  <a:pt x="531" y="346"/>
                  <a:pt x="533" y="346"/>
                  <a:pt x="534" y="345"/>
                </a:cubicBezTo>
                <a:cubicBezTo>
                  <a:pt x="534" y="344"/>
                  <a:pt x="534" y="344"/>
                  <a:pt x="534" y="343"/>
                </a:cubicBezTo>
                <a:cubicBezTo>
                  <a:pt x="534" y="343"/>
                  <a:pt x="534" y="343"/>
                  <a:pt x="534" y="343"/>
                </a:cubicBezTo>
                <a:cubicBezTo>
                  <a:pt x="536" y="343"/>
                  <a:pt x="534" y="344"/>
                  <a:pt x="534" y="345"/>
                </a:cubicBezTo>
                <a:cubicBezTo>
                  <a:pt x="535" y="345"/>
                  <a:pt x="535" y="345"/>
                  <a:pt x="536" y="345"/>
                </a:cubicBezTo>
                <a:cubicBezTo>
                  <a:pt x="537" y="345"/>
                  <a:pt x="538" y="347"/>
                  <a:pt x="539" y="348"/>
                </a:cubicBezTo>
                <a:cubicBezTo>
                  <a:pt x="539" y="348"/>
                  <a:pt x="539" y="348"/>
                  <a:pt x="539" y="349"/>
                </a:cubicBezTo>
                <a:cubicBezTo>
                  <a:pt x="539" y="349"/>
                  <a:pt x="539" y="349"/>
                  <a:pt x="539" y="350"/>
                </a:cubicBezTo>
                <a:cubicBezTo>
                  <a:pt x="537" y="351"/>
                  <a:pt x="538" y="353"/>
                  <a:pt x="537" y="354"/>
                </a:cubicBezTo>
                <a:cubicBezTo>
                  <a:pt x="536" y="355"/>
                  <a:pt x="536" y="356"/>
                  <a:pt x="537" y="356"/>
                </a:cubicBezTo>
                <a:cubicBezTo>
                  <a:pt x="537" y="356"/>
                  <a:pt x="537" y="357"/>
                  <a:pt x="537" y="357"/>
                </a:cubicBezTo>
                <a:cubicBezTo>
                  <a:pt x="537" y="357"/>
                  <a:pt x="536" y="358"/>
                  <a:pt x="536" y="358"/>
                </a:cubicBezTo>
                <a:cubicBezTo>
                  <a:pt x="537" y="358"/>
                  <a:pt x="537" y="358"/>
                  <a:pt x="537" y="358"/>
                </a:cubicBezTo>
                <a:cubicBezTo>
                  <a:pt x="538" y="357"/>
                  <a:pt x="538" y="357"/>
                  <a:pt x="538" y="357"/>
                </a:cubicBezTo>
                <a:cubicBezTo>
                  <a:pt x="539" y="357"/>
                  <a:pt x="540" y="358"/>
                  <a:pt x="540" y="356"/>
                </a:cubicBezTo>
                <a:cubicBezTo>
                  <a:pt x="542" y="356"/>
                  <a:pt x="543" y="355"/>
                  <a:pt x="544" y="354"/>
                </a:cubicBezTo>
                <a:cubicBezTo>
                  <a:pt x="546" y="356"/>
                  <a:pt x="547" y="353"/>
                  <a:pt x="548" y="353"/>
                </a:cubicBezTo>
                <a:cubicBezTo>
                  <a:pt x="549" y="353"/>
                  <a:pt x="549" y="352"/>
                  <a:pt x="549" y="352"/>
                </a:cubicBezTo>
                <a:cubicBezTo>
                  <a:pt x="553" y="352"/>
                  <a:pt x="553" y="352"/>
                  <a:pt x="552" y="350"/>
                </a:cubicBezTo>
                <a:cubicBezTo>
                  <a:pt x="553" y="349"/>
                  <a:pt x="553" y="349"/>
                  <a:pt x="553" y="348"/>
                </a:cubicBezTo>
                <a:cubicBezTo>
                  <a:pt x="554" y="348"/>
                  <a:pt x="555" y="347"/>
                  <a:pt x="555" y="346"/>
                </a:cubicBezTo>
                <a:cubicBezTo>
                  <a:pt x="555" y="346"/>
                  <a:pt x="555" y="346"/>
                  <a:pt x="555" y="346"/>
                </a:cubicBezTo>
                <a:cubicBezTo>
                  <a:pt x="556" y="345"/>
                  <a:pt x="556" y="344"/>
                  <a:pt x="556" y="344"/>
                </a:cubicBezTo>
                <a:cubicBezTo>
                  <a:pt x="556" y="343"/>
                  <a:pt x="556" y="342"/>
                  <a:pt x="557" y="342"/>
                </a:cubicBezTo>
                <a:cubicBezTo>
                  <a:pt x="558" y="342"/>
                  <a:pt x="559" y="342"/>
                  <a:pt x="558" y="343"/>
                </a:cubicBezTo>
                <a:cubicBezTo>
                  <a:pt x="558" y="344"/>
                  <a:pt x="558" y="344"/>
                  <a:pt x="559" y="345"/>
                </a:cubicBezTo>
                <a:cubicBezTo>
                  <a:pt x="559" y="345"/>
                  <a:pt x="559" y="346"/>
                  <a:pt x="560" y="346"/>
                </a:cubicBezTo>
                <a:cubicBezTo>
                  <a:pt x="561" y="346"/>
                  <a:pt x="560" y="345"/>
                  <a:pt x="560" y="345"/>
                </a:cubicBezTo>
                <a:cubicBezTo>
                  <a:pt x="561" y="345"/>
                  <a:pt x="561" y="345"/>
                  <a:pt x="561" y="345"/>
                </a:cubicBezTo>
                <a:cubicBezTo>
                  <a:pt x="562" y="344"/>
                  <a:pt x="562" y="343"/>
                  <a:pt x="562" y="342"/>
                </a:cubicBezTo>
                <a:cubicBezTo>
                  <a:pt x="562" y="340"/>
                  <a:pt x="563" y="339"/>
                  <a:pt x="564" y="339"/>
                </a:cubicBezTo>
                <a:cubicBezTo>
                  <a:pt x="565" y="339"/>
                  <a:pt x="565" y="339"/>
                  <a:pt x="565" y="338"/>
                </a:cubicBezTo>
                <a:cubicBezTo>
                  <a:pt x="565" y="336"/>
                  <a:pt x="565" y="334"/>
                  <a:pt x="566" y="332"/>
                </a:cubicBezTo>
                <a:cubicBezTo>
                  <a:pt x="566" y="332"/>
                  <a:pt x="566" y="332"/>
                  <a:pt x="566" y="332"/>
                </a:cubicBezTo>
                <a:cubicBezTo>
                  <a:pt x="565" y="330"/>
                  <a:pt x="565" y="329"/>
                  <a:pt x="565" y="328"/>
                </a:cubicBezTo>
                <a:cubicBezTo>
                  <a:pt x="564" y="327"/>
                  <a:pt x="564" y="326"/>
                  <a:pt x="563" y="326"/>
                </a:cubicBezTo>
                <a:cubicBezTo>
                  <a:pt x="563" y="327"/>
                  <a:pt x="563" y="326"/>
                  <a:pt x="563" y="326"/>
                </a:cubicBezTo>
                <a:cubicBezTo>
                  <a:pt x="563" y="326"/>
                  <a:pt x="563" y="325"/>
                  <a:pt x="562" y="325"/>
                </a:cubicBezTo>
                <a:cubicBezTo>
                  <a:pt x="561" y="325"/>
                  <a:pt x="561" y="325"/>
                  <a:pt x="560" y="326"/>
                </a:cubicBezTo>
                <a:cubicBezTo>
                  <a:pt x="559" y="327"/>
                  <a:pt x="559" y="328"/>
                  <a:pt x="557" y="329"/>
                </a:cubicBezTo>
                <a:cubicBezTo>
                  <a:pt x="557" y="330"/>
                  <a:pt x="557" y="331"/>
                  <a:pt x="557" y="332"/>
                </a:cubicBezTo>
                <a:cubicBezTo>
                  <a:pt x="557" y="332"/>
                  <a:pt x="557" y="332"/>
                  <a:pt x="556" y="332"/>
                </a:cubicBezTo>
                <a:cubicBezTo>
                  <a:pt x="556" y="331"/>
                  <a:pt x="556" y="331"/>
                  <a:pt x="555" y="331"/>
                </a:cubicBezTo>
                <a:cubicBezTo>
                  <a:pt x="555" y="330"/>
                  <a:pt x="555" y="330"/>
                  <a:pt x="555" y="329"/>
                </a:cubicBezTo>
                <a:cubicBezTo>
                  <a:pt x="556" y="329"/>
                  <a:pt x="556" y="328"/>
                  <a:pt x="555" y="328"/>
                </a:cubicBezTo>
                <a:cubicBezTo>
                  <a:pt x="555" y="327"/>
                  <a:pt x="555" y="327"/>
                  <a:pt x="555" y="327"/>
                </a:cubicBezTo>
                <a:cubicBezTo>
                  <a:pt x="554" y="328"/>
                  <a:pt x="553" y="327"/>
                  <a:pt x="552" y="328"/>
                </a:cubicBezTo>
                <a:cubicBezTo>
                  <a:pt x="552" y="328"/>
                  <a:pt x="551" y="328"/>
                  <a:pt x="551" y="328"/>
                </a:cubicBezTo>
                <a:cubicBezTo>
                  <a:pt x="551" y="327"/>
                  <a:pt x="551" y="327"/>
                  <a:pt x="551" y="327"/>
                </a:cubicBezTo>
                <a:cubicBezTo>
                  <a:pt x="552" y="326"/>
                  <a:pt x="553" y="325"/>
                  <a:pt x="552" y="324"/>
                </a:cubicBezTo>
                <a:cubicBezTo>
                  <a:pt x="554" y="323"/>
                  <a:pt x="555" y="321"/>
                  <a:pt x="554" y="319"/>
                </a:cubicBezTo>
                <a:cubicBezTo>
                  <a:pt x="554" y="318"/>
                  <a:pt x="553" y="317"/>
                  <a:pt x="552" y="316"/>
                </a:cubicBezTo>
                <a:cubicBezTo>
                  <a:pt x="551" y="316"/>
                  <a:pt x="550" y="316"/>
                  <a:pt x="550" y="316"/>
                </a:cubicBezTo>
                <a:cubicBezTo>
                  <a:pt x="549" y="315"/>
                  <a:pt x="549" y="315"/>
                  <a:pt x="549" y="315"/>
                </a:cubicBezTo>
                <a:cubicBezTo>
                  <a:pt x="548" y="316"/>
                  <a:pt x="548" y="316"/>
                  <a:pt x="547" y="316"/>
                </a:cubicBezTo>
                <a:cubicBezTo>
                  <a:pt x="547" y="316"/>
                  <a:pt x="547" y="316"/>
                  <a:pt x="547" y="317"/>
                </a:cubicBezTo>
                <a:cubicBezTo>
                  <a:pt x="546" y="317"/>
                  <a:pt x="546" y="317"/>
                  <a:pt x="546" y="317"/>
                </a:cubicBezTo>
                <a:cubicBezTo>
                  <a:pt x="546" y="319"/>
                  <a:pt x="544" y="320"/>
                  <a:pt x="544" y="321"/>
                </a:cubicBezTo>
                <a:cubicBezTo>
                  <a:pt x="543" y="321"/>
                  <a:pt x="543" y="322"/>
                  <a:pt x="542" y="321"/>
                </a:cubicBezTo>
                <a:cubicBezTo>
                  <a:pt x="543" y="321"/>
                  <a:pt x="543" y="321"/>
                  <a:pt x="543" y="320"/>
                </a:cubicBezTo>
                <a:cubicBezTo>
                  <a:pt x="544" y="320"/>
                  <a:pt x="544" y="318"/>
                  <a:pt x="545" y="317"/>
                </a:cubicBezTo>
                <a:cubicBezTo>
                  <a:pt x="544" y="316"/>
                  <a:pt x="543" y="317"/>
                  <a:pt x="542" y="316"/>
                </a:cubicBezTo>
                <a:cubicBezTo>
                  <a:pt x="542" y="316"/>
                  <a:pt x="542" y="316"/>
                  <a:pt x="541" y="316"/>
                </a:cubicBezTo>
                <a:cubicBezTo>
                  <a:pt x="541" y="316"/>
                  <a:pt x="541" y="316"/>
                  <a:pt x="540" y="316"/>
                </a:cubicBezTo>
                <a:cubicBezTo>
                  <a:pt x="540" y="315"/>
                  <a:pt x="540" y="315"/>
                  <a:pt x="540" y="315"/>
                </a:cubicBezTo>
                <a:cubicBezTo>
                  <a:pt x="539" y="314"/>
                  <a:pt x="538" y="315"/>
                  <a:pt x="537" y="314"/>
                </a:cubicBezTo>
                <a:cubicBezTo>
                  <a:pt x="537" y="314"/>
                  <a:pt x="536" y="314"/>
                  <a:pt x="536" y="314"/>
                </a:cubicBezTo>
                <a:cubicBezTo>
                  <a:pt x="535" y="314"/>
                  <a:pt x="535" y="315"/>
                  <a:pt x="534" y="315"/>
                </a:cubicBezTo>
                <a:cubicBezTo>
                  <a:pt x="532" y="316"/>
                  <a:pt x="531" y="318"/>
                  <a:pt x="530" y="319"/>
                </a:cubicBezTo>
                <a:cubicBezTo>
                  <a:pt x="529" y="318"/>
                  <a:pt x="529" y="318"/>
                  <a:pt x="529" y="318"/>
                </a:cubicBezTo>
                <a:cubicBezTo>
                  <a:pt x="529" y="316"/>
                  <a:pt x="528" y="315"/>
                  <a:pt x="527" y="313"/>
                </a:cubicBezTo>
                <a:cubicBezTo>
                  <a:pt x="526" y="313"/>
                  <a:pt x="527" y="312"/>
                  <a:pt x="528" y="312"/>
                </a:cubicBezTo>
                <a:cubicBezTo>
                  <a:pt x="528" y="312"/>
                  <a:pt x="529" y="313"/>
                  <a:pt x="529" y="313"/>
                </a:cubicBezTo>
                <a:cubicBezTo>
                  <a:pt x="529" y="313"/>
                  <a:pt x="530" y="314"/>
                  <a:pt x="530" y="313"/>
                </a:cubicBezTo>
                <a:cubicBezTo>
                  <a:pt x="531" y="312"/>
                  <a:pt x="533" y="313"/>
                  <a:pt x="534" y="312"/>
                </a:cubicBezTo>
                <a:cubicBezTo>
                  <a:pt x="536" y="312"/>
                  <a:pt x="535" y="311"/>
                  <a:pt x="535" y="310"/>
                </a:cubicBezTo>
                <a:cubicBezTo>
                  <a:pt x="531" y="310"/>
                  <a:pt x="529" y="308"/>
                  <a:pt x="530" y="305"/>
                </a:cubicBezTo>
                <a:cubicBezTo>
                  <a:pt x="531" y="304"/>
                  <a:pt x="531" y="303"/>
                  <a:pt x="530" y="301"/>
                </a:cubicBezTo>
                <a:cubicBezTo>
                  <a:pt x="529" y="301"/>
                  <a:pt x="529" y="301"/>
                  <a:pt x="529" y="300"/>
                </a:cubicBezTo>
                <a:cubicBezTo>
                  <a:pt x="529" y="300"/>
                  <a:pt x="529" y="300"/>
                  <a:pt x="529" y="300"/>
                </a:cubicBezTo>
                <a:cubicBezTo>
                  <a:pt x="529" y="300"/>
                  <a:pt x="529" y="300"/>
                  <a:pt x="529" y="299"/>
                </a:cubicBezTo>
                <a:cubicBezTo>
                  <a:pt x="529" y="299"/>
                  <a:pt x="529" y="300"/>
                  <a:pt x="530" y="300"/>
                </a:cubicBezTo>
                <a:cubicBezTo>
                  <a:pt x="530" y="301"/>
                  <a:pt x="531" y="301"/>
                  <a:pt x="531" y="303"/>
                </a:cubicBezTo>
                <a:cubicBezTo>
                  <a:pt x="532" y="303"/>
                  <a:pt x="531" y="304"/>
                  <a:pt x="532" y="304"/>
                </a:cubicBezTo>
                <a:cubicBezTo>
                  <a:pt x="533" y="305"/>
                  <a:pt x="534" y="306"/>
                  <a:pt x="534" y="308"/>
                </a:cubicBezTo>
                <a:cubicBezTo>
                  <a:pt x="534" y="309"/>
                  <a:pt x="535" y="309"/>
                  <a:pt x="536" y="308"/>
                </a:cubicBezTo>
                <a:cubicBezTo>
                  <a:pt x="536" y="308"/>
                  <a:pt x="536" y="309"/>
                  <a:pt x="536" y="309"/>
                </a:cubicBezTo>
                <a:cubicBezTo>
                  <a:pt x="536" y="310"/>
                  <a:pt x="538" y="310"/>
                  <a:pt x="538" y="311"/>
                </a:cubicBezTo>
                <a:cubicBezTo>
                  <a:pt x="538" y="312"/>
                  <a:pt x="539" y="312"/>
                  <a:pt x="539" y="312"/>
                </a:cubicBezTo>
                <a:cubicBezTo>
                  <a:pt x="539" y="312"/>
                  <a:pt x="540" y="312"/>
                  <a:pt x="540" y="312"/>
                </a:cubicBezTo>
                <a:cubicBezTo>
                  <a:pt x="541" y="313"/>
                  <a:pt x="543" y="313"/>
                  <a:pt x="544" y="314"/>
                </a:cubicBezTo>
                <a:cubicBezTo>
                  <a:pt x="545" y="314"/>
                  <a:pt x="546" y="314"/>
                  <a:pt x="546" y="314"/>
                </a:cubicBezTo>
                <a:cubicBezTo>
                  <a:pt x="547" y="313"/>
                  <a:pt x="548" y="312"/>
                  <a:pt x="550" y="313"/>
                </a:cubicBezTo>
                <a:cubicBezTo>
                  <a:pt x="550" y="313"/>
                  <a:pt x="550" y="313"/>
                  <a:pt x="551" y="313"/>
                </a:cubicBezTo>
                <a:cubicBezTo>
                  <a:pt x="553" y="314"/>
                  <a:pt x="553" y="313"/>
                  <a:pt x="555" y="312"/>
                </a:cubicBezTo>
                <a:cubicBezTo>
                  <a:pt x="556" y="311"/>
                  <a:pt x="556" y="310"/>
                  <a:pt x="557" y="310"/>
                </a:cubicBezTo>
                <a:cubicBezTo>
                  <a:pt x="557" y="310"/>
                  <a:pt x="556" y="311"/>
                  <a:pt x="556" y="312"/>
                </a:cubicBezTo>
                <a:cubicBezTo>
                  <a:pt x="556" y="312"/>
                  <a:pt x="556" y="313"/>
                  <a:pt x="557" y="312"/>
                </a:cubicBezTo>
                <a:cubicBezTo>
                  <a:pt x="559" y="311"/>
                  <a:pt x="560" y="310"/>
                  <a:pt x="561" y="309"/>
                </a:cubicBezTo>
                <a:cubicBezTo>
                  <a:pt x="561" y="309"/>
                  <a:pt x="561" y="308"/>
                  <a:pt x="561" y="308"/>
                </a:cubicBezTo>
                <a:cubicBezTo>
                  <a:pt x="561" y="307"/>
                  <a:pt x="561" y="307"/>
                  <a:pt x="562" y="306"/>
                </a:cubicBezTo>
                <a:cubicBezTo>
                  <a:pt x="563" y="306"/>
                  <a:pt x="564" y="305"/>
                  <a:pt x="564" y="303"/>
                </a:cubicBezTo>
                <a:cubicBezTo>
                  <a:pt x="564" y="303"/>
                  <a:pt x="564" y="302"/>
                  <a:pt x="565" y="302"/>
                </a:cubicBezTo>
                <a:cubicBezTo>
                  <a:pt x="565" y="301"/>
                  <a:pt x="566" y="301"/>
                  <a:pt x="566" y="300"/>
                </a:cubicBezTo>
                <a:cubicBezTo>
                  <a:pt x="565" y="299"/>
                  <a:pt x="565" y="297"/>
                  <a:pt x="563" y="298"/>
                </a:cubicBezTo>
                <a:cubicBezTo>
                  <a:pt x="563" y="298"/>
                  <a:pt x="563" y="297"/>
                  <a:pt x="563" y="297"/>
                </a:cubicBezTo>
                <a:cubicBezTo>
                  <a:pt x="564" y="296"/>
                  <a:pt x="563" y="295"/>
                  <a:pt x="564" y="294"/>
                </a:cubicBezTo>
                <a:cubicBezTo>
                  <a:pt x="564" y="293"/>
                  <a:pt x="564" y="293"/>
                  <a:pt x="564" y="293"/>
                </a:cubicBezTo>
                <a:cubicBezTo>
                  <a:pt x="563" y="292"/>
                  <a:pt x="562" y="290"/>
                  <a:pt x="561" y="289"/>
                </a:cubicBezTo>
                <a:cubicBezTo>
                  <a:pt x="560" y="289"/>
                  <a:pt x="560" y="287"/>
                  <a:pt x="561" y="287"/>
                </a:cubicBezTo>
                <a:cubicBezTo>
                  <a:pt x="562" y="286"/>
                  <a:pt x="562" y="284"/>
                  <a:pt x="564" y="286"/>
                </a:cubicBezTo>
                <a:cubicBezTo>
                  <a:pt x="564" y="286"/>
                  <a:pt x="565" y="286"/>
                  <a:pt x="565" y="286"/>
                </a:cubicBezTo>
                <a:cubicBezTo>
                  <a:pt x="566" y="287"/>
                  <a:pt x="567" y="286"/>
                  <a:pt x="568" y="286"/>
                </a:cubicBezTo>
                <a:cubicBezTo>
                  <a:pt x="569" y="287"/>
                  <a:pt x="570" y="286"/>
                  <a:pt x="571" y="287"/>
                </a:cubicBezTo>
                <a:cubicBezTo>
                  <a:pt x="573" y="288"/>
                  <a:pt x="573" y="288"/>
                  <a:pt x="574" y="287"/>
                </a:cubicBezTo>
                <a:cubicBezTo>
                  <a:pt x="575" y="287"/>
                  <a:pt x="575" y="286"/>
                  <a:pt x="576" y="287"/>
                </a:cubicBezTo>
                <a:cubicBezTo>
                  <a:pt x="576" y="287"/>
                  <a:pt x="577" y="286"/>
                  <a:pt x="577" y="285"/>
                </a:cubicBezTo>
                <a:cubicBezTo>
                  <a:pt x="577" y="284"/>
                  <a:pt x="579" y="283"/>
                  <a:pt x="580" y="284"/>
                </a:cubicBezTo>
                <a:cubicBezTo>
                  <a:pt x="581" y="285"/>
                  <a:pt x="582" y="284"/>
                  <a:pt x="582" y="285"/>
                </a:cubicBezTo>
                <a:cubicBezTo>
                  <a:pt x="582" y="285"/>
                  <a:pt x="583" y="285"/>
                  <a:pt x="583" y="285"/>
                </a:cubicBezTo>
                <a:cubicBezTo>
                  <a:pt x="583" y="284"/>
                  <a:pt x="584" y="283"/>
                  <a:pt x="584" y="282"/>
                </a:cubicBezTo>
                <a:cubicBezTo>
                  <a:pt x="585" y="281"/>
                  <a:pt x="585" y="279"/>
                  <a:pt x="584" y="278"/>
                </a:cubicBezTo>
                <a:cubicBezTo>
                  <a:pt x="583" y="278"/>
                  <a:pt x="581" y="277"/>
                  <a:pt x="580" y="278"/>
                </a:cubicBezTo>
                <a:cubicBezTo>
                  <a:pt x="580" y="278"/>
                  <a:pt x="580" y="278"/>
                  <a:pt x="579" y="278"/>
                </a:cubicBezTo>
                <a:cubicBezTo>
                  <a:pt x="579" y="277"/>
                  <a:pt x="577" y="277"/>
                  <a:pt x="576" y="277"/>
                </a:cubicBezTo>
                <a:cubicBezTo>
                  <a:pt x="575" y="276"/>
                  <a:pt x="574" y="276"/>
                  <a:pt x="574" y="275"/>
                </a:cubicBezTo>
                <a:cubicBezTo>
                  <a:pt x="573" y="274"/>
                  <a:pt x="575" y="274"/>
                  <a:pt x="575" y="273"/>
                </a:cubicBezTo>
                <a:cubicBezTo>
                  <a:pt x="576" y="273"/>
                  <a:pt x="576" y="273"/>
                  <a:pt x="576" y="273"/>
                </a:cubicBezTo>
                <a:cubicBezTo>
                  <a:pt x="577" y="273"/>
                  <a:pt x="577" y="273"/>
                  <a:pt x="577" y="273"/>
                </a:cubicBezTo>
                <a:cubicBezTo>
                  <a:pt x="578" y="273"/>
                  <a:pt x="579" y="274"/>
                  <a:pt x="579" y="273"/>
                </a:cubicBezTo>
                <a:cubicBezTo>
                  <a:pt x="580" y="274"/>
                  <a:pt x="581" y="273"/>
                  <a:pt x="582" y="273"/>
                </a:cubicBezTo>
                <a:cubicBezTo>
                  <a:pt x="582" y="273"/>
                  <a:pt x="582" y="273"/>
                  <a:pt x="583" y="273"/>
                </a:cubicBezTo>
                <a:cubicBezTo>
                  <a:pt x="583" y="274"/>
                  <a:pt x="583" y="274"/>
                  <a:pt x="584" y="274"/>
                </a:cubicBezTo>
                <a:cubicBezTo>
                  <a:pt x="585" y="275"/>
                  <a:pt x="586" y="275"/>
                  <a:pt x="586" y="274"/>
                </a:cubicBezTo>
                <a:cubicBezTo>
                  <a:pt x="587" y="273"/>
                  <a:pt x="587" y="272"/>
                  <a:pt x="587" y="271"/>
                </a:cubicBezTo>
                <a:cubicBezTo>
                  <a:pt x="588" y="270"/>
                  <a:pt x="588" y="270"/>
                  <a:pt x="589" y="270"/>
                </a:cubicBezTo>
                <a:cubicBezTo>
                  <a:pt x="589" y="270"/>
                  <a:pt x="590" y="270"/>
                  <a:pt x="590" y="269"/>
                </a:cubicBezTo>
                <a:cubicBezTo>
                  <a:pt x="590" y="269"/>
                  <a:pt x="590" y="268"/>
                  <a:pt x="589" y="267"/>
                </a:cubicBezTo>
                <a:cubicBezTo>
                  <a:pt x="589" y="267"/>
                  <a:pt x="588" y="267"/>
                  <a:pt x="588" y="266"/>
                </a:cubicBezTo>
                <a:cubicBezTo>
                  <a:pt x="587" y="265"/>
                  <a:pt x="585" y="264"/>
                  <a:pt x="584" y="264"/>
                </a:cubicBezTo>
                <a:cubicBezTo>
                  <a:pt x="583" y="264"/>
                  <a:pt x="583" y="264"/>
                  <a:pt x="582" y="264"/>
                </a:cubicBezTo>
                <a:cubicBezTo>
                  <a:pt x="582" y="263"/>
                  <a:pt x="581" y="263"/>
                  <a:pt x="581" y="262"/>
                </a:cubicBezTo>
                <a:cubicBezTo>
                  <a:pt x="581" y="262"/>
                  <a:pt x="580" y="262"/>
                  <a:pt x="580" y="262"/>
                </a:cubicBezTo>
                <a:cubicBezTo>
                  <a:pt x="579" y="261"/>
                  <a:pt x="578" y="262"/>
                  <a:pt x="577" y="261"/>
                </a:cubicBezTo>
                <a:cubicBezTo>
                  <a:pt x="576" y="261"/>
                  <a:pt x="576" y="261"/>
                  <a:pt x="575" y="260"/>
                </a:cubicBezTo>
                <a:cubicBezTo>
                  <a:pt x="576" y="260"/>
                  <a:pt x="577" y="260"/>
                  <a:pt x="577" y="260"/>
                </a:cubicBezTo>
                <a:cubicBezTo>
                  <a:pt x="579" y="260"/>
                  <a:pt x="580" y="260"/>
                  <a:pt x="582" y="261"/>
                </a:cubicBezTo>
                <a:cubicBezTo>
                  <a:pt x="584" y="262"/>
                  <a:pt x="585" y="262"/>
                  <a:pt x="587" y="261"/>
                </a:cubicBezTo>
                <a:cubicBezTo>
                  <a:pt x="588" y="261"/>
                  <a:pt x="589" y="260"/>
                  <a:pt x="590" y="260"/>
                </a:cubicBezTo>
                <a:cubicBezTo>
                  <a:pt x="590" y="260"/>
                  <a:pt x="590" y="260"/>
                  <a:pt x="590" y="260"/>
                </a:cubicBezTo>
                <a:cubicBezTo>
                  <a:pt x="591" y="259"/>
                  <a:pt x="592" y="258"/>
                  <a:pt x="593" y="257"/>
                </a:cubicBezTo>
                <a:cubicBezTo>
                  <a:pt x="594" y="257"/>
                  <a:pt x="594" y="256"/>
                  <a:pt x="593" y="256"/>
                </a:cubicBezTo>
                <a:cubicBezTo>
                  <a:pt x="592" y="256"/>
                  <a:pt x="592" y="255"/>
                  <a:pt x="592" y="254"/>
                </a:cubicBezTo>
                <a:cubicBezTo>
                  <a:pt x="592" y="253"/>
                  <a:pt x="593" y="253"/>
                  <a:pt x="593" y="252"/>
                </a:cubicBezTo>
                <a:cubicBezTo>
                  <a:pt x="592" y="251"/>
                  <a:pt x="592" y="249"/>
                  <a:pt x="592" y="248"/>
                </a:cubicBezTo>
                <a:cubicBezTo>
                  <a:pt x="592" y="247"/>
                  <a:pt x="592" y="246"/>
                  <a:pt x="591" y="246"/>
                </a:cubicBezTo>
                <a:cubicBezTo>
                  <a:pt x="588" y="244"/>
                  <a:pt x="586" y="243"/>
                  <a:pt x="583" y="244"/>
                </a:cubicBezTo>
                <a:cubicBezTo>
                  <a:pt x="582" y="244"/>
                  <a:pt x="581" y="244"/>
                  <a:pt x="579" y="245"/>
                </a:cubicBezTo>
                <a:cubicBezTo>
                  <a:pt x="579" y="245"/>
                  <a:pt x="579" y="245"/>
                  <a:pt x="579" y="245"/>
                </a:cubicBezTo>
                <a:cubicBezTo>
                  <a:pt x="579" y="245"/>
                  <a:pt x="579" y="245"/>
                  <a:pt x="578" y="245"/>
                </a:cubicBezTo>
                <a:cubicBezTo>
                  <a:pt x="578" y="245"/>
                  <a:pt x="578" y="246"/>
                  <a:pt x="577" y="246"/>
                </a:cubicBezTo>
                <a:cubicBezTo>
                  <a:pt x="578" y="245"/>
                  <a:pt x="578" y="245"/>
                  <a:pt x="578" y="245"/>
                </a:cubicBezTo>
                <a:cubicBezTo>
                  <a:pt x="579" y="243"/>
                  <a:pt x="580" y="243"/>
                  <a:pt x="582" y="243"/>
                </a:cubicBezTo>
                <a:cubicBezTo>
                  <a:pt x="583" y="242"/>
                  <a:pt x="584" y="242"/>
                  <a:pt x="583" y="241"/>
                </a:cubicBezTo>
                <a:cubicBezTo>
                  <a:pt x="583" y="239"/>
                  <a:pt x="582" y="239"/>
                  <a:pt x="581" y="239"/>
                </a:cubicBezTo>
                <a:cubicBezTo>
                  <a:pt x="579" y="238"/>
                  <a:pt x="576" y="237"/>
                  <a:pt x="573" y="238"/>
                </a:cubicBezTo>
                <a:cubicBezTo>
                  <a:pt x="572" y="239"/>
                  <a:pt x="571" y="239"/>
                  <a:pt x="571" y="239"/>
                </a:cubicBezTo>
                <a:cubicBezTo>
                  <a:pt x="571" y="239"/>
                  <a:pt x="570" y="239"/>
                  <a:pt x="569" y="239"/>
                </a:cubicBezTo>
                <a:cubicBezTo>
                  <a:pt x="568" y="239"/>
                  <a:pt x="568" y="239"/>
                  <a:pt x="568" y="239"/>
                </a:cubicBezTo>
                <a:cubicBezTo>
                  <a:pt x="567" y="239"/>
                  <a:pt x="566" y="240"/>
                  <a:pt x="566" y="240"/>
                </a:cubicBezTo>
                <a:cubicBezTo>
                  <a:pt x="565" y="242"/>
                  <a:pt x="563" y="244"/>
                  <a:pt x="563" y="246"/>
                </a:cubicBezTo>
                <a:cubicBezTo>
                  <a:pt x="562" y="247"/>
                  <a:pt x="563" y="247"/>
                  <a:pt x="562" y="248"/>
                </a:cubicBezTo>
                <a:cubicBezTo>
                  <a:pt x="562" y="248"/>
                  <a:pt x="562" y="249"/>
                  <a:pt x="562" y="250"/>
                </a:cubicBezTo>
                <a:cubicBezTo>
                  <a:pt x="561" y="250"/>
                  <a:pt x="561" y="249"/>
                  <a:pt x="561" y="249"/>
                </a:cubicBezTo>
                <a:cubicBezTo>
                  <a:pt x="561" y="247"/>
                  <a:pt x="562" y="245"/>
                  <a:pt x="563" y="243"/>
                </a:cubicBezTo>
                <a:cubicBezTo>
                  <a:pt x="564" y="242"/>
                  <a:pt x="564" y="241"/>
                  <a:pt x="565" y="240"/>
                </a:cubicBezTo>
                <a:cubicBezTo>
                  <a:pt x="566" y="239"/>
                  <a:pt x="566" y="238"/>
                  <a:pt x="565" y="237"/>
                </a:cubicBezTo>
                <a:cubicBezTo>
                  <a:pt x="565" y="237"/>
                  <a:pt x="565" y="236"/>
                  <a:pt x="565" y="236"/>
                </a:cubicBezTo>
                <a:cubicBezTo>
                  <a:pt x="565" y="236"/>
                  <a:pt x="565" y="236"/>
                  <a:pt x="565" y="236"/>
                </a:cubicBezTo>
                <a:cubicBezTo>
                  <a:pt x="565" y="236"/>
                  <a:pt x="566" y="236"/>
                  <a:pt x="566" y="236"/>
                </a:cubicBezTo>
                <a:cubicBezTo>
                  <a:pt x="566" y="236"/>
                  <a:pt x="566" y="236"/>
                  <a:pt x="566" y="236"/>
                </a:cubicBezTo>
                <a:cubicBezTo>
                  <a:pt x="567" y="237"/>
                  <a:pt x="567" y="238"/>
                  <a:pt x="568" y="238"/>
                </a:cubicBezTo>
                <a:cubicBezTo>
                  <a:pt x="569" y="237"/>
                  <a:pt x="570" y="236"/>
                  <a:pt x="572" y="236"/>
                </a:cubicBezTo>
                <a:cubicBezTo>
                  <a:pt x="574" y="235"/>
                  <a:pt x="576" y="234"/>
                  <a:pt x="579" y="235"/>
                </a:cubicBezTo>
                <a:cubicBezTo>
                  <a:pt x="579" y="236"/>
                  <a:pt x="580" y="235"/>
                  <a:pt x="580" y="235"/>
                </a:cubicBezTo>
                <a:cubicBezTo>
                  <a:pt x="581" y="234"/>
                  <a:pt x="580" y="234"/>
                  <a:pt x="580" y="233"/>
                </a:cubicBezTo>
                <a:cubicBezTo>
                  <a:pt x="579" y="233"/>
                  <a:pt x="579" y="233"/>
                  <a:pt x="578" y="233"/>
                </a:cubicBezTo>
                <a:cubicBezTo>
                  <a:pt x="577" y="233"/>
                  <a:pt x="577" y="232"/>
                  <a:pt x="576" y="232"/>
                </a:cubicBezTo>
                <a:cubicBezTo>
                  <a:pt x="575" y="231"/>
                  <a:pt x="573" y="232"/>
                  <a:pt x="572" y="232"/>
                </a:cubicBezTo>
                <a:cubicBezTo>
                  <a:pt x="572" y="232"/>
                  <a:pt x="572" y="232"/>
                  <a:pt x="572" y="232"/>
                </a:cubicBezTo>
                <a:cubicBezTo>
                  <a:pt x="571" y="231"/>
                  <a:pt x="569" y="231"/>
                  <a:pt x="568" y="231"/>
                </a:cubicBezTo>
                <a:cubicBezTo>
                  <a:pt x="566" y="231"/>
                  <a:pt x="563" y="231"/>
                  <a:pt x="561" y="231"/>
                </a:cubicBezTo>
                <a:cubicBezTo>
                  <a:pt x="561" y="230"/>
                  <a:pt x="562" y="230"/>
                  <a:pt x="563" y="229"/>
                </a:cubicBezTo>
                <a:cubicBezTo>
                  <a:pt x="563" y="229"/>
                  <a:pt x="564" y="230"/>
                  <a:pt x="565" y="229"/>
                </a:cubicBezTo>
                <a:cubicBezTo>
                  <a:pt x="565" y="229"/>
                  <a:pt x="566" y="229"/>
                  <a:pt x="567" y="229"/>
                </a:cubicBezTo>
                <a:cubicBezTo>
                  <a:pt x="567" y="229"/>
                  <a:pt x="567" y="229"/>
                  <a:pt x="567" y="229"/>
                </a:cubicBezTo>
                <a:cubicBezTo>
                  <a:pt x="568" y="230"/>
                  <a:pt x="570" y="230"/>
                  <a:pt x="571" y="230"/>
                </a:cubicBezTo>
                <a:cubicBezTo>
                  <a:pt x="572" y="230"/>
                  <a:pt x="572" y="231"/>
                  <a:pt x="573" y="230"/>
                </a:cubicBezTo>
                <a:cubicBezTo>
                  <a:pt x="576" y="229"/>
                  <a:pt x="578" y="230"/>
                  <a:pt x="580" y="230"/>
                </a:cubicBezTo>
                <a:cubicBezTo>
                  <a:pt x="581" y="231"/>
                  <a:pt x="583" y="231"/>
                  <a:pt x="583" y="233"/>
                </a:cubicBezTo>
                <a:cubicBezTo>
                  <a:pt x="583" y="234"/>
                  <a:pt x="584" y="235"/>
                  <a:pt x="584" y="236"/>
                </a:cubicBezTo>
                <a:cubicBezTo>
                  <a:pt x="587" y="237"/>
                  <a:pt x="590" y="238"/>
                  <a:pt x="593" y="238"/>
                </a:cubicBezTo>
                <a:cubicBezTo>
                  <a:pt x="594" y="238"/>
                  <a:pt x="595" y="238"/>
                  <a:pt x="595" y="237"/>
                </a:cubicBezTo>
                <a:cubicBezTo>
                  <a:pt x="596" y="236"/>
                  <a:pt x="595" y="235"/>
                  <a:pt x="595" y="235"/>
                </a:cubicBezTo>
                <a:cubicBezTo>
                  <a:pt x="594" y="234"/>
                  <a:pt x="594" y="234"/>
                  <a:pt x="594" y="233"/>
                </a:cubicBezTo>
                <a:cubicBezTo>
                  <a:pt x="593" y="233"/>
                  <a:pt x="594" y="232"/>
                  <a:pt x="593" y="232"/>
                </a:cubicBezTo>
                <a:cubicBezTo>
                  <a:pt x="593" y="231"/>
                  <a:pt x="592" y="231"/>
                  <a:pt x="592" y="230"/>
                </a:cubicBezTo>
                <a:cubicBezTo>
                  <a:pt x="593" y="231"/>
                  <a:pt x="594" y="230"/>
                  <a:pt x="594" y="229"/>
                </a:cubicBezTo>
                <a:cubicBezTo>
                  <a:pt x="595" y="229"/>
                  <a:pt x="595" y="228"/>
                  <a:pt x="594" y="228"/>
                </a:cubicBezTo>
                <a:cubicBezTo>
                  <a:pt x="593" y="228"/>
                  <a:pt x="592" y="227"/>
                  <a:pt x="591" y="227"/>
                </a:cubicBezTo>
                <a:cubicBezTo>
                  <a:pt x="591" y="227"/>
                  <a:pt x="591" y="227"/>
                  <a:pt x="591" y="227"/>
                </a:cubicBezTo>
                <a:cubicBezTo>
                  <a:pt x="589" y="227"/>
                  <a:pt x="586" y="227"/>
                  <a:pt x="584" y="227"/>
                </a:cubicBezTo>
                <a:cubicBezTo>
                  <a:pt x="583" y="227"/>
                  <a:pt x="582" y="228"/>
                  <a:pt x="581" y="227"/>
                </a:cubicBezTo>
                <a:cubicBezTo>
                  <a:pt x="581" y="227"/>
                  <a:pt x="581" y="226"/>
                  <a:pt x="580" y="226"/>
                </a:cubicBezTo>
                <a:cubicBezTo>
                  <a:pt x="576" y="225"/>
                  <a:pt x="572" y="224"/>
                  <a:pt x="569" y="227"/>
                </a:cubicBezTo>
                <a:cubicBezTo>
                  <a:pt x="568" y="227"/>
                  <a:pt x="568" y="227"/>
                  <a:pt x="568" y="227"/>
                </a:cubicBezTo>
                <a:cubicBezTo>
                  <a:pt x="568" y="227"/>
                  <a:pt x="568" y="226"/>
                  <a:pt x="569" y="226"/>
                </a:cubicBezTo>
                <a:cubicBezTo>
                  <a:pt x="570" y="226"/>
                  <a:pt x="569" y="225"/>
                  <a:pt x="569" y="225"/>
                </a:cubicBezTo>
                <a:cubicBezTo>
                  <a:pt x="569" y="225"/>
                  <a:pt x="569" y="225"/>
                  <a:pt x="569" y="225"/>
                </a:cubicBezTo>
                <a:cubicBezTo>
                  <a:pt x="568" y="224"/>
                  <a:pt x="567" y="224"/>
                  <a:pt x="567" y="224"/>
                </a:cubicBezTo>
                <a:cubicBezTo>
                  <a:pt x="566" y="223"/>
                  <a:pt x="564" y="223"/>
                  <a:pt x="563" y="223"/>
                </a:cubicBezTo>
                <a:cubicBezTo>
                  <a:pt x="563" y="222"/>
                  <a:pt x="564" y="221"/>
                  <a:pt x="565" y="222"/>
                </a:cubicBezTo>
                <a:cubicBezTo>
                  <a:pt x="566" y="223"/>
                  <a:pt x="568" y="222"/>
                  <a:pt x="570" y="223"/>
                </a:cubicBezTo>
                <a:cubicBezTo>
                  <a:pt x="571" y="223"/>
                  <a:pt x="571" y="222"/>
                  <a:pt x="571" y="222"/>
                </a:cubicBezTo>
                <a:cubicBezTo>
                  <a:pt x="570" y="220"/>
                  <a:pt x="569" y="219"/>
                  <a:pt x="569" y="217"/>
                </a:cubicBezTo>
                <a:cubicBezTo>
                  <a:pt x="569" y="217"/>
                  <a:pt x="569" y="217"/>
                  <a:pt x="570" y="217"/>
                </a:cubicBezTo>
                <a:cubicBezTo>
                  <a:pt x="570" y="218"/>
                  <a:pt x="571" y="217"/>
                  <a:pt x="571" y="217"/>
                </a:cubicBezTo>
                <a:cubicBezTo>
                  <a:pt x="572" y="218"/>
                  <a:pt x="572" y="220"/>
                  <a:pt x="573" y="221"/>
                </a:cubicBezTo>
                <a:cubicBezTo>
                  <a:pt x="573" y="222"/>
                  <a:pt x="574" y="222"/>
                  <a:pt x="575" y="222"/>
                </a:cubicBezTo>
                <a:cubicBezTo>
                  <a:pt x="576" y="222"/>
                  <a:pt x="577" y="222"/>
                  <a:pt x="578" y="222"/>
                </a:cubicBezTo>
                <a:cubicBezTo>
                  <a:pt x="579" y="222"/>
                  <a:pt x="581" y="223"/>
                  <a:pt x="583" y="222"/>
                </a:cubicBezTo>
                <a:cubicBezTo>
                  <a:pt x="581" y="221"/>
                  <a:pt x="581" y="220"/>
                  <a:pt x="580" y="219"/>
                </a:cubicBezTo>
                <a:cubicBezTo>
                  <a:pt x="580" y="218"/>
                  <a:pt x="580" y="217"/>
                  <a:pt x="579" y="217"/>
                </a:cubicBezTo>
                <a:cubicBezTo>
                  <a:pt x="578" y="216"/>
                  <a:pt x="576" y="216"/>
                  <a:pt x="575" y="216"/>
                </a:cubicBezTo>
                <a:cubicBezTo>
                  <a:pt x="573" y="215"/>
                  <a:pt x="572" y="215"/>
                  <a:pt x="571" y="215"/>
                </a:cubicBezTo>
                <a:cubicBezTo>
                  <a:pt x="571" y="214"/>
                  <a:pt x="571" y="214"/>
                  <a:pt x="571" y="213"/>
                </a:cubicBezTo>
                <a:cubicBezTo>
                  <a:pt x="571" y="213"/>
                  <a:pt x="571" y="212"/>
                  <a:pt x="572" y="212"/>
                </a:cubicBezTo>
                <a:cubicBezTo>
                  <a:pt x="572" y="213"/>
                  <a:pt x="572" y="214"/>
                  <a:pt x="573" y="214"/>
                </a:cubicBezTo>
                <a:cubicBezTo>
                  <a:pt x="573" y="214"/>
                  <a:pt x="573" y="214"/>
                  <a:pt x="573" y="214"/>
                </a:cubicBezTo>
                <a:cubicBezTo>
                  <a:pt x="574" y="215"/>
                  <a:pt x="575" y="214"/>
                  <a:pt x="575" y="214"/>
                </a:cubicBezTo>
                <a:cubicBezTo>
                  <a:pt x="577" y="214"/>
                  <a:pt x="578" y="214"/>
                  <a:pt x="579" y="215"/>
                </a:cubicBezTo>
                <a:cubicBezTo>
                  <a:pt x="579" y="215"/>
                  <a:pt x="579" y="215"/>
                  <a:pt x="579" y="215"/>
                </a:cubicBezTo>
                <a:cubicBezTo>
                  <a:pt x="579" y="215"/>
                  <a:pt x="580" y="215"/>
                  <a:pt x="580" y="215"/>
                </a:cubicBezTo>
                <a:cubicBezTo>
                  <a:pt x="580" y="215"/>
                  <a:pt x="580" y="216"/>
                  <a:pt x="581" y="216"/>
                </a:cubicBezTo>
                <a:cubicBezTo>
                  <a:pt x="581" y="216"/>
                  <a:pt x="581" y="217"/>
                  <a:pt x="581" y="218"/>
                </a:cubicBezTo>
                <a:cubicBezTo>
                  <a:pt x="582" y="219"/>
                  <a:pt x="583" y="218"/>
                  <a:pt x="583" y="218"/>
                </a:cubicBezTo>
                <a:cubicBezTo>
                  <a:pt x="584" y="218"/>
                  <a:pt x="583" y="219"/>
                  <a:pt x="584" y="218"/>
                </a:cubicBezTo>
                <a:cubicBezTo>
                  <a:pt x="585" y="218"/>
                  <a:pt x="585" y="219"/>
                  <a:pt x="585" y="219"/>
                </a:cubicBezTo>
                <a:cubicBezTo>
                  <a:pt x="586" y="220"/>
                  <a:pt x="586" y="221"/>
                  <a:pt x="588" y="221"/>
                </a:cubicBezTo>
                <a:cubicBezTo>
                  <a:pt x="589" y="221"/>
                  <a:pt x="589" y="221"/>
                  <a:pt x="590" y="221"/>
                </a:cubicBezTo>
                <a:cubicBezTo>
                  <a:pt x="591" y="221"/>
                  <a:pt x="592" y="220"/>
                  <a:pt x="592" y="220"/>
                </a:cubicBezTo>
                <a:cubicBezTo>
                  <a:pt x="592" y="219"/>
                  <a:pt x="592" y="217"/>
                  <a:pt x="591" y="217"/>
                </a:cubicBezTo>
                <a:cubicBezTo>
                  <a:pt x="590" y="216"/>
                  <a:pt x="590" y="216"/>
                  <a:pt x="590" y="215"/>
                </a:cubicBezTo>
                <a:cubicBezTo>
                  <a:pt x="591" y="213"/>
                  <a:pt x="591" y="216"/>
                  <a:pt x="592" y="216"/>
                </a:cubicBezTo>
                <a:cubicBezTo>
                  <a:pt x="593" y="216"/>
                  <a:pt x="593" y="218"/>
                  <a:pt x="594" y="218"/>
                </a:cubicBezTo>
                <a:cubicBezTo>
                  <a:pt x="595" y="218"/>
                  <a:pt x="596" y="218"/>
                  <a:pt x="597" y="218"/>
                </a:cubicBezTo>
                <a:cubicBezTo>
                  <a:pt x="599" y="218"/>
                  <a:pt x="600" y="217"/>
                  <a:pt x="600" y="214"/>
                </a:cubicBezTo>
                <a:cubicBezTo>
                  <a:pt x="600" y="214"/>
                  <a:pt x="600" y="213"/>
                  <a:pt x="600" y="212"/>
                </a:cubicBezTo>
                <a:cubicBezTo>
                  <a:pt x="600" y="212"/>
                  <a:pt x="600" y="212"/>
                  <a:pt x="600" y="212"/>
                </a:cubicBezTo>
                <a:cubicBezTo>
                  <a:pt x="601" y="213"/>
                  <a:pt x="601" y="214"/>
                  <a:pt x="602" y="215"/>
                </a:cubicBezTo>
                <a:cubicBezTo>
                  <a:pt x="602" y="215"/>
                  <a:pt x="602" y="215"/>
                  <a:pt x="603" y="215"/>
                </a:cubicBezTo>
                <a:cubicBezTo>
                  <a:pt x="603" y="215"/>
                  <a:pt x="603" y="215"/>
                  <a:pt x="603" y="215"/>
                </a:cubicBezTo>
                <a:cubicBezTo>
                  <a:pt x="605" y="214"/>
                  <a:pt x="607" y="214"/>
                  <a:pt x="607" y="213"/>
                </a:cubicBezTo>
                <a:cubicBezTo>
                  <a:pt x="607" y="210"/>
                  <a:pt x="607" y="207"/>
                  <a:pt x="605" y="204"/>
                </a:cubicBezTo>
                <a:cubicBezTo>
                  <a:pt x="605" y="203"/>
                  <a:pt x="605" y="203"/>
                  <a:pt x="605" y="202"/>
                </a:cubicBezTo>
                <a:cubicBezTo>
                  <a:pt x="605" y="201"/>
                  <a:pt x="605" y="201"/>
                  <a:pt x="604" y="202"/>
                </a:cubicBezTo>
                <a:cubicBezTo>
                  <a:pt x="603" y="202"/>
                  <a:pt x="602" y="202"/>
                  <a:pt x="602" y="201"/>
                </a:cubicBezTo>
                <a:cubicBezTo>
                  <a:pt x="600" y="200"/>
                  <a:pt x="598" y="200"/>
                  <a:pt x="596" y="200"/>
                </a:cubicBezTo>
                <a:cubicBezTo>
                  <a:pt x="593" y="200"/>
                  <a:pt x="593" y="200"/>
                  <a:pt x="592" y="198"/>
                </a:cubicBezTo>
                <a:cubicBezTo>
                  <a:pt x="593" y="197"/>
                  <a:pt x="595" y="198"/>
                  <a:pt x="596" y="197"/>
                </a:cubicBezTo>
                <a:cubicBezTo>
                  <a:pt x="597" y="195"/>
                  <a:pt x="599" y="196"/>
                  <a:pt x="600" y="196"/>
                </a:cubicBezTo>
                <a:cubicBezTo>
                  <a:pt x="600" y="197"/>
                  <a:pt x="601" y="197"/>
                  <a:pt x="601" y="197"/>
                </a:cubicBezTo>
                <a:cubicBezTo>
                  <a:pt x="601" y="198"/>
                  <a:pt x="600" y="198"/>
                  <a:pt x="601" y="199"/>
                </a:cubicBezTo>
                <a:cubicBezTo>
                  <a:pt x="601" y="199"/>
                  <a:pt x="602" y="199"/>
                  <a:pt x="603" y="199"/>
                </a:cubicBezTo>
                <a:cubicBezTo>
                  <a:pt x="605" y="199"/>
                  <a:pt x="606" y="199"/>
                  <a:pt x="608" y="199"/>
                </a:cubicBezTo>
                <a:cubicBezTo>
                  <a:pt x="608" y="200"/>
                  <a:pt x="608" y="200"/>
                  <a:pt x="608" y="201"/>
                </a:cubicBezTo>
                <a:cubicBezTo>
                  <a:pt x="608" y="201"/>
                  <a:pt x="608" y="202"/>
                  <a:pt x="608" y="203"/>
                </a:cubicBezTo>
                <a:cubicBezTo>
                  <a:pt x="608" y="204"/>
                  <a:pt x="609" y="205"/>
                  <a:pt x="610" y="206"/>
                </a:cubicBezTo>
                <a:cubicBezTo>
                  <a:pt x="610" y="206"/>
                  <a:pt x="610" y="206"/>
                  <a:pt x="610" y="206"/>
                </a:cubicBezTo>
                <a:cubicBezTo>
                  <a:pt x="611" y="206"/>
                  <a:pt x="611" y="207"/>
                  <a:pt x="612" y="206"/>
                </a:cubicBezTo>
                <a:cubicBezTo>
                  <a:pt x="613" y="205"/>
                  <a:pt x="614" y="206"/>
                  <a:pt x="615" y="207"/>
                </a:cubicBezTo>
                <a:cubicBezTo>
                  <a:pt x="617" y="206"/>
                  <a:pt x="618" y="205"/>
                  <a:pt x="620" y="204"/>
                </a:cubicBezTo>
                <a:cubicBezTo>
                  <a:pt x="622" y="203"/>
                  <a:pt x="624" y="202"/>
                  <a:pt x="625" y="200"/>
                </a:cubicBezTo>
                <a:cubicBezTo>
                  <a:pt x="625" y="199"/>
                  <a:pt x="625" y="198"/>
                  <a:pt x="626" y="198"/>
                </a:cubicBezTo>
                <a:cubicBezTo>
                  <a:pt x="627" y="197"/>
                  <a:pt x="627" y="196"/>
                  <a:pt x="627" y="196"/>
                </a:cubicBezTo>
                <a:cubicBezTo>
                  <a:pt x="627" y="195"/>
                  <a:pt x="626" y="194"/>
                  <a:pt x="625" y="194"/>
                </a:cubicBezTo>
                <a:cubicBezTo>
                  <a:pt x="624" y="194"/>
                  <a:pt x="624" y="195"/>
                  <a:pt x="623" y="195"/>
                </a:cubicBezTo>
                <a:cubicBezTo>
                  <a:pt x="623" y="195"/>
                  <a:pt x="622" y="196"/>
                  <a:pt x="622" y="195"/>
                </a:cubicBezTo>
                <a:cubicBezTo>
                  <a:pt x="622" y="193"/>
                  <a:pt x="623" y="192"/>
                  <a:pt x="625" y="192"/>
                </a:cubicBezTo>
                <a:cubicBezTo>
                  <a:pt x="627" y="192"/>
                  <a:pt x="628" y="191"/>
                  <a:pt x="628" y="189"/>
                </a:cubicBezTo>
                <a:cubicBezTo>
                  <a:pt x="628" y="189"/>
                  <a:pt x="629" y="188"/>
                  <a:pt x="629" y="188"/>
                </a:cubicBezTo>
                <a:cubicBezTo>
                  <a:pt x="630" y="187"/>
                  <a:pt x="630" y="185"/>
                  <a:pt x="628" y="183"/>
                </a:cubicBezTo>
                <a:cubicBezTo>
                  <a:pt x="626" y="184"/>
                  <a:pt x="624" y="185"/>
                  <a:pt x="622" y="186"/>
                </a:cubicBezTo>
                <a:cubicBezTo>
                  <a:pt x="622" y="186"/>
                  <a:pt x="621" y="186"/>
                  <a:pt x="620" y="187"/>
                </a:cubicBezTo>
                <a:cubicBezTo>
                  <a:pt x="618" y="187"/>
                  <a:pt x="617" y="187"/>
                  <a:pt x="615" y="187"/>
                </a:cubicBezTo>
                <a:cubicBezTo>
                  <a:pt x="614" y="187"/>
                  <a:pt x="614" y="186"/>
                  <a:pt x="614" y="186"/>
                </a:cubicBezTo>
                <a:cubicBezTo>
                  <a:pt x="615" y="186"/>
                  <a:pt x="615" y="186"/>
                  <a:pt x="615" y="186"/>
                </a:cubicBezTo>
                <a:cubicBezTo>
                  <a:pt x="616" y="186"/>
                  <a:pt x="617" y="185"/>
                  <a:pt x="617" y="184"/>
                </a:cubicBezTo>
                <a:cubicBezTo>
                  <a:pt x="617" y="184"/>
                  <a:pt x="617" y="183"/>
                  <a:pt x="616" y="183"/>
                </a:cubicBezTo>
                <a:cubicBezTo>
                  <a:pt x="615" y="182"/>
                  <a:pt x="614" y="180"/>
                  <a:pt x="613" y="179"/>
                </a:cubicBezTo>
                <a:cubicBezTo>
                  <a:pt x="613" y="178"/>
                  <a:pt x="614" y="179"/>
                  <a:pt x="614" y="179"/>
                </a:cubicBezTo>
                <a:cubicBezTo>
                  <a:pt x="615" y="180"/>
                  <a:pt x="616" y="180"/>
                  <a:pt x="617" y="181"/>
                </a:cubicBezTo>
                <a:cubicBezTo>
                  <a:pt x="617" y="181"/>
                  <a:pt x="617" y="181"/>
                  <a:pt x="618" y="182"/>
                </a:cubicBezTo>
                <a:cubicBezTo>
                  <a:pt x="618" y="183"/>
                  <a:pt x="618" y="184"/>
                  <a:pt x="619" y="184"/>
                </a:cubicBezTo>
                <a:cubicBezTo>
                  <a:pt x="621" y="185"/>
                  <a:pt x="621" y="183"/>
                  <a:pt x="622" y="183"/>
                </a:cubicBezTo>
                <a:cubicBezTo>
                  <a:pt x="622" y="182"/>
                  <a:pt x="623" y="182"/>
                  <a:pt x="623" y="182"/>
                </a:cubicBezTo>
                <a:cubicBezTo>
                  <a:pt x="623" y="182"/>
                  <a:pt x="624" y="182"/>
                  <a:pt x="624" y="181"/>
                </a:cubicBezTo>
                <a:cubicBezTo>
                  <a:pt x="625" y="181"/>
                  <a:pt x="625" y="181"/>
                  <a:pt x="625" y="181"/>
                </a:cubicBezTo>
                <a:cubicBezTo>
                  <a:pt x="627" y="181"/>
                  <a:pt x="627" y="180"/>
                  <a:pt x="628" y="180"/>
                </a:cubicBezTo>
                <a:cubicBezTo>
                  <a:pt x="628" y="180"/>
                  <a:pt x="629" y="180"/>
                  <a:pt x="629" y="180"/>
                </a:cubicBezTo>
                <a:cubicBezTo>
                  <a:pt x="630" y="180"/>
                  <a:pt x="630" y="180"/>
                  <a:pt x="631" y="180"/>
                </a:cubicBezTo>
                <a:cubicBezTo>
                  <a:pt x="632" y="181"/>
                  <a:pt x="633" y="181"/>
                  <a:pt x="634" y="179"/>
                </a:cubicBezTo>
                <a:cubicBezTo>
                  <a:pt x="634" y="179"/>
                  <a:pt x="634" y="178"/>
                  <a:pt x="634" y="178"/>
                </a:cubicBezTo>
                <a:cubicBezTo>
                  <a:pt x="635" y="177"/>
                  <a:pt x="635" y="177"/>
                  <a:pt x="634" y="176"/>
                </a:cubicBezTo>
                <a:cubicBezTo>
                  <a:pt x="634" y="175"/>
                  <a:pt x="633" y="175"/>
                  <a:pt x="632" y="174"/>
                </a:cubicBezTo>
                <a:cubicBezTo>
                  <a:pt x="632" y="174"/>
                  <a:pt x="631" y="173"/>
                  <a:pt x="631" y="173"/>
                </a:cubicBezTo>
                <a:cubicBezTo>
                  <a:pt x="630" y="173"/>
                  <a:pt x="630" y="172"/>
                  <a:pt x="630" y="172"/>
                </a:cubicBezTo>
                <a:cubicBezTo>
                  <a:pt x="631" y="170"/>
                  <a:pt x="631" y="168"/>
                  <a:pt x="630" y="166"/>
                </a:cubicBezTo>
                <a:cubicBezTo>
                  <a:pt x="629" y="164"/>
                  <a:pt x="629" y="162"/>
                  <a:pt x="627" y="161"/>
                </a:cubicBezTo>
                <a:cubicBezTo>
                  <a:pt x="627" y="161"/>
                  <a:pt x="628" y="160"/>
                  <a:pt x="628" y="161"/>
                </a:cubicBezTo>
                <a:cubicBezTo>
                  <a:pt x="629" y="163"/>
                  <a:pt x="630" y="164"/>
                  <a:pt x="631" y="166"/>
                </a:cubicBezTo>
                <a:cubicBezTo>
                  <a:pt x="632" y="167"/>
                  <a:pt x="633" y="168"/>
                  <a:pt x="632" y="169"/>
                </a:cubicBezTo>
                <a:cubicBezTo>
                  <a:pt x="632" y="170"/>
                  <a:pt x="632" y="170"/>
                  <a:pt x="632" y="171"/>
                </a:cubicBezTo>
                <a:cubicBezTo>
                  <a:pt x="631" y="172"/>
                  <a:pt x="632" y="172"/>
                  <a:pt x="632" y="172"/>
                </a:cubicBezTo>
                <a:cubicBezTo>
                  <a:pt x="634" y="173"/>
                  <a:pt x="638" y="172"/>
                  <a:pt x="639" y="170"/>
                </a:cubicBezTo>
                <a:cubicBezTo>
                  <a:pt x="640" y="169"/>
                  <a:pt x="641" y="167"/>
                  <a:pt x="641" y="166"/>
                </a:cubicBezTo>
                <a:cubicBezTo>
                  <a:pt x="641" y="163"/>
                  <a:pt x="643" y="161"/>
                  <a:pt x="644" y="159"/>
                </a:cubicBezTo>
                <a:cubicBezTo>
                  <a:pt x="644" y="159"/>
                  <a:pt x="644" y="158"/>
                  <a:pt x="643" y="158"/>
                </a:cubicBezTo>
                <a:cubicBezTo>
                  <a:pt x="644" y="158"/>
                  <a:pt x="644" y="157"/>
                  <a:pt x="645" y="157"/>
                </a:cubicBezTo>
                <a:cubicBezTo>
                  <a:pt x="648" y="154"/>
                  <a:pt x="649" y="150"/>
                  <a:pt x="653" y="147"/>
                </a:cubicBezTo>
                <a:cubicBezTo>
                  <a:pt x="654" y="147"/>
                  <a:pt x="654" y="146"/>
                  <a:pt x="654" y="146"/>
                </a:cubicBezTo>
                <a:cubicBezTo>
                  <a:pt x="654" y="145"/>
                  <a:pt x="654" y="144"/>
                  <a:pt x="655" y="144"/>
                </a:cubicBezTo>
                <a:cubicBezTo>
                  <a:pt x="656" y="143"/>
                  <a:pt x="657" y="142"/>
                  <a:pt x="656" y="141"/>
                </a:cubicBezTo>
                <a:cubicBezTo>
                  <a:pt x="656" y="140"/>
                  <a:pt x="657" y="140"/>
                  <a:pt x="657" y="140"/>
                </a:cubicBezTo>
                <a:cubicBezTo>
                  <a:pt x="658" y="140"/>
                  <a:pt x="659" y="140"/>
                  <a:pt x="659" y="139"/>
                </a:cubicBezTo>
                <a:cubicBezTo>
                  <a:pt x="660" y="138"/>
                  <a:pt x="662" y="138"/>
                  <a:pt x="663" y="136"/>
                </a:cubicBezTo>
                <a:cubicBezTo>
                  <a:pt x="664" y="134"/>
                  <a:pt x="666" y="132"/>
                  <a:pt x="667" y="129"/>
                </a:cubicBezTo>
                <a:cubicBezTo>
                  <a:pt x="667" y="129"/>
                  <a:pt x="668" y="128"/>
                  <a:pt x="668" y="127"/>
                </a:cubicBezTo>
                <a:cubicBezTo>
                  <a:pt x="669" y="126"/>
                  <a:pt x="669" y="124"/>
                  <a:pt x="670" y="123"/>
                </a:cubicBezTo>
                <a:cubicBezTo>
                  <a:pt x="672" y="124"/>
                  <a:pt x="673" y="123"/>
                  <a:pt x="674" y="122"/>
                </a:cubicBezTo>
                <a:cubicBezTo>
                  <a:pt x="677" y="121"/>
                  <a:pt x="678" y="118"/>
                  <a:pt x="679" y="117"/>
                </a:cubicBezTo>
                <a:cubicBezTo>
                  <a:pt x="680" y="116"/>
                  <a:pt x="680" y="116"/>
                  <a:pt x="681" y="115"/>
                </a:cubicBezTo>
                <a:cubicBezTo>
                  <a:pt x="681" y="115"/>
                  <a:pt x="681" y="115"/>
                  <a:pt x="681" y="114"/>
                </a:cubicBezTo>
                <a:cubicBezTo>
                  <a:pt x="682" y="113"/>
                  <a:pt x="683" y="112"/>
                  <a:pt x="683" y="111"/>
                </a:cubicBezTo>
                <a:cubicBezTo>
                  <a:pt x="684" y="110"/>
                  <a:pt x="684" y="108"/>
                  <a:pt x="684" y="107"/>
                </a:cubicBezTo>
                <a:cubicBezTo>
                  <a:pt x="684" y="107"/>
                  <a:pt x="684" y="107"/>
                  <a:pt x="684" y="107"/>
                </a:cubicBezTo>
                <a:cubicBezTo>
                  <a:pt x="683" y="106"/>
                  <a:pt x="684" y="105"/>
                  <a:pt x="683" y="104"/>
                </a:cubicBezTo>
                <a:cubicBezTo>
                  <a:pt x="682" y="105"/>
                  <a:pt x="680" y="105"/>
                  <a:pt x="679" y="105"/>
                </a:cubicBezTo>
                <a:cubicBezTo>
                  <a:pt x="679" y="106"/>
                  <a:pt x="678" y="106"/>
                  <a:pt x="677" y="106"/>
                </a:cubicBezTo>
                <a:cubicBezTo>
                  <a:pt x="675" y="107"/>
                  <a:pt x="674" y="107"/>
                  <a:pt x="672" y="108"/>
                </a:cubicBezTo>
                <a:cubicBezTo>
                  <a:pt x="672" y="108"/>
                  <a:pt x="672" y="108"/>
                  <a:pt x="672" y="109"/>
                </a:cubicBezTo>
                <a:cubicBezTo>
                  <a:pt x="671" y="109"/>
                  <a:pt x="670" y="110"/>
                  <a:pt x="669" y="110"/>
                </a:cubicBezTo>
                <a:cubicBezTo>
                  <a:pt x="667" y="111"/>
                  <a:pt x="665" y="112"/>
                  <a:pt x="663" y="114"/>
                </a:cubicBezTo>
                <a:cubicBezTo>
                  <a:pt x="662" y="114"/>
                  <a:pt x="661" y="114"/>
                  <a:pt x="661" y="115"/>
                </a:cubicBezTo>
                <a:cubicBezTo>
                  <a:pt x="661" y="115"/>
                  <a:pt x="660" y="115"/>
                  <a:pt x="660" y="115"/>
                </a:cubicBezTo>
                <a:cubicBezTo>
                  <a:pt x="660" y="115"/>
                  <a:pt x="659" y="115"/>
                  <a:pt x="659" y="115"/>
                </a:cubicBezTo>
                <a:cubicBezTo>
                  <a:pt x="657" y="115"/>
                  <a:pt x="657" y="116"/>
                  <a:pt x="656" y="117"/>
                </a:cubicBezTo>
                <a:cubicBezTo>
                  <a:pt x="655" y="117"/>
                  <a:pt x="654" y="117"/>
                  <a:pt x="654" y="118"/>
                </a:cubicBezTo>
                <a:cubicBezTo>
                  <a:pt x="652" y="119"/>
                  <a:pt x="651" y="120"/>
                  <a:pt x="649" y="121"/>
                </a:cubicBezTo>
                <a:cubicBezTo>
                  <a:pt x="649" y="121"/>
                  <a:pt x="649" y="121"/>
                  <a:pt x="649" y="121"/>
                </a:cubicBezTo>
                <a:cubicBezTo>
                  <a:pt x="647" y="121"/>
                  <a:pt x="645" y="122"/>
                  <a:pt x="643" y="124"/>
                </a:cubicBezTo>
                <a:cubicBezTo>
                  <a:pt x="641" y="123"/>
                  <a:pt x="640" y="125"/>
                  <a:pt x="639" y="126"/>
                </a:cubicBezTo>
                <a:cubicBezTo>
                  <a:pt x="639" y="127"/>
                  <a:pt x="637" y="128"/>
                  <a:pt x="637" y="129"/>
                </a:cubicBezTo>
                <a:cubicBezTo>
                  <a:pt x="636" y="129"/>
                  <a:pt x="635" y="130"/>
                  <a:pt x="635" y="131"/>
                </a:cubicBezTo>
                <a:cubicBezTo>
                  <a:pt x="634" y="131"/>
                  <a:pt x="634" y="131"/>
                  <a:pt x="634" y="131"/>
                </a:cubicBezTo>
                <a:cubicBezTo>
                  <a:pt x="635" y="130"/>
                  <a:pt x="635" y="129"/>
                  <a:pt x="636" y="128"/>
                </a:cubicBezTo>
                <a:cubicBezTo>
                  <a:pt x="637" y="128"/>
                  <a:pt x="637" y="127"/>
                  <a:pt x="637" y="126"/>
                </a:cubicBezTo>
                <a:cubicBezTo>
                  <a:pt x="637" y="126"/>
                  <a:pt x="636" y="127"/>
                  <a:pt x="636" y="127"/>
                </a:cubicBezTo>
                <a:cubicBezTo>
                  <a:pt x="634" y="127"/>
                  <a:pt x="633" y="127"/>
                  <a:pt x="633" y="126"/>
                </a:cubicBezTo>
                <a:cubicBezTo>
                  <a:pt x="633" y="126"/>
                  <a:pt x="633" y="126"/>
                  <a:pt x="633" y="126"/>
                </a:cubicBezTo>
                <a:cubicBezTo>
                  <a:pt x="634" y="126"/>
                  <a:pt x="635" y="126"/>
                  <a:pt x="635" y="126"/>
                </a:cubicBezTo>
                <a:cubicBezTo>
                  <a:pt x="636" y="125"/>
                  <a:pt x="637" y="125"/>
                  <a:pt x="638" y="124"/>
                </a:cubicBezTo>
                <a:cubicBezTo>
                  <a:pt x="639" y="124"/>
                  <a:pt x="641" y="123"/>
                  <a:pt x="640" y="121"/>
                </a:cubicBezTo>
                <a:cubicBezTo>
                  <a:pt x="639" y="121"/>
                  <a:pt x="640" y="121"/>
                  <a:pt x="640" y="121"/>
                </a:cubicBezTo>
                <a:cubicBezTo>
                  <a:pt x="641" y="122"/>
                  <a:pt x="642" y="122"/>
                  <a:pt x="644" y="121"/>
                </a:cubicBezTo>
                <a:cubicBezTo>
                  <a:pt x="644" y="120"/>
                  <a:pt x="644" y="120"/>
                  <a:pt x="645" y="120"/>
                </a:cubicBezTo>
                <a:cubicBezTo>
                  <a:pt x="645" y="120"/>
                  <a:pt x="646" y="120"/>
                  <a:pt x="646" y="119"/>
                </a:cubicBezTo>
                <a:cubicBezTo>
                  <a:pt x="647" y="119"/>
                  <a:pt x="648" y="119"/>
                  <a:pt x="649" y="118"/>
                </a:cubicBezTo>
                <a:cubicBezTo>
                  <a:pt x="651" y="116"/>
                  <a:pt x="653" y="115"/>
                  <a:pt x="655" y="113"/>
                </a:cubicBezTo>
                <a:cubicBezTo>
                  <a:pt x="656" y="113"/>
                  <a:pt x="657" y="112"/>
                  <a:pt x="658" y="111"/>
                </a:cubicBezTo>
                <a:cubicBezTo>
                  <a:pt x="658" y="111"/>
                  <a:pt x="658" y="111"/>
                  <a:pt x="659" y="111"/>
                </a:cubicBezTo>
                <a:cubicBezTo>
                  <a:pt x="661" y="110"/>
                  <a:pt x="663" y="109"/>
                  <a:pt x="664" y="107"/>
                </a:cubicBezTo>
                <a:cubicBezTo>
                  <a:pt x="665" y="107"/>
                  <a:pt x="664" y="107"/>
                  <a:pt x="664" y="106"/>
                </a:cubicBezTo>
                <a:cubicBezTo>
                  <a:pt x="664" y="106"/>
                  <a:pt x="663" y="105"/>
                  <a:pt x="663" y="105"/>
                </a:cubicBezTo>
                <a:cubicBezTo>
                  <a:pt x="663" y="104"/>
                  <a:pt x="662" y="104"/>
                  <a:pt x="662" y="104"/>
                </a:cubicBezTo>
                <a:cubicBezTo>
                  <a:pt x="662" y="104"/>
                  <a:pt x="661" y="104"/>
                  <a:pt x="661" y="104"/>
                </a:cubicBezTo>
                <a:cubicBezTo>
                  <a:pt x="660" y="104"/>
                  <a:pt x="659" y="103"/>
                  <a:pt x="658" y="104"/>
                </a:cubicBezTo>
                <a:cubicBezTo>
                  <a:pt x="658" y="104"/>
                  <a:pt x="657" y="104"/>
                  <a:pt x="656" y="104"/>
                </a:cubicBezTo>
                <a:cubicBezTo>
                  <a:pt x="656" y="104"/>
                  <a:pt x="655" y="104"/>
                  <a:pt x="654" y="104"/>
                </a:cubicBezTo>
                <a:cubicBezTo>
                  <a:pt x="653" y="105"/>
                  <a:pt x="652" y="105"/>
                  <a:pt x="651" y="105"/>
                </a:cubicBezTo>
                <a:cubicBezTo>
                  <a:pt x="650" y="105"/>
                  <a:pt x="649" y="106"/>
                  <a:pt x="648" y="106"/>
                </a:cubicBezTo>
                <a:cubicBezTo>
                  <a:pt x="648" y="106"/>
                  <a:pt x="648" y="106"/>
                  <a:pt x="648" y="106"/>
                </a:cubicBezTo>
                <a:cubicBezTo>
                  <a:pt x="647" y="106"/>
                  <a:pt x="647" y="106"/>
                  <a:pt x="647" y="106"/>
                </a:cubicBezTo>
                <a:cubicBezTo>
                  <a:pt x="647" y="106"/>
                  <a:pt x="647" y="106"/>
                  <a:pt x="646" y="106"/>
                </a:cubicBezTo>
                <a:cubicBezTo>
                  <a:pt x="647" y="106"/>
                  <a:pt x="647" y="105"/>
                  <a:pt x="647" y="105"/>
                </a:cubicBezTo>
                <a:cubicBezTo>
                  <a:pt x="647" y="105"/>
                  <a:pt x="648" y="105"/>
                  <a:pt x="648" y="105"/>
                </a:cubicBezTo>
                <a:cubicBezTo>
                  <a:pt x="649" y="104"/>
                  <a:pt x="649" y="104"/>
                  <a:pt x="648" y="103"/>
                </a:cubicBezTo>
                <a:cubicBezTo>
                  <a:pt x="647" y="102"/>
                  <a:pt x="646" y="100"/>
                  <a:pt x="645" y="99"/>
                </a:cubicBezTo>
                <a:cubicBezTo>
                  <a:pt x="645" y="99"/>
                  <a:pt x="645" y="99"/>
                  <a:pt x="645" y="99"/>
                </a:cubicBezTo>
                <a:cubicBezTo>
                  <a:pt x="644" y="97"/>
                  <a:pt x="643" y="96"/>
                  <a:pt x="642" y="95"/>
                </a:cubicBezTo>
                <a:cubicBezTo>
                  <a:pt x="643" y="96"/>
                  <a:pt x="644" y="97"/>
                  <a:pt x="645" y="98"/>
                </a:cubicBezTo>
                <a:cubicBezTo>
                  <a:pt x="646" y="100"/>
                  <a:pt x="648" y="101"/>
                  <a:pt x="649" y="103"/>
                </a:cubicBezTo>
                <a:cubicBezTo>
                  <a:pt x="650" y="103"/>
                  <a:pt x="650" y="103"/>
                  <a:pt x="651" y="103"/>
                </a:cubicBezTo>
                <a:cubicBezTo>
                  <a:pt x="652" y="103"/>
                  <a:pt x="653" y="102"/>
                  <a:pt x="654" y="102"/>
                </a:cubicBezTo>
                <a:cubicBezTo>
                  <a:pt x="656" y="102"/>
                  <a:pt x="657" y="102"/>
                  <a:pt x="659" y="101"/>
                </a:cubicBezTo>
                <a:cubicBezTo>
                  <a:pt x="662" y="100"/>
                  <a:pt x="665" y="99"/>
                  <a:pt x="668" y="100"/>
                </a:cubicBezTo>
                <a:cubicBezTo>
                  <a:pt x="668" y="100"/>
                  <a:pt x="669" y="100"/>
                  <a:pt x="669" y="99"/>
                </a:cubicBezTo>
                <a:cubicBezTo>
                  <a:pt x="669" y="99"/>
                  <a:pt x="669" y="99"/>
                  <a:pt x="670" y="98"/>
                </a:cubicBezTo>
                <a:cubicBezTo>
                  <a:pt x="670" y="99"/>
                  <a:pt x="671" y="100"/>
                  <a:pt x="672" y="99"/>
                </a:cubicBezTo>
                <a:cubicBezTo>
                  <a:pt x="673" y="98"/>
                  <a:pt x="673" y="98"/>
                  <a:pt x="674" y="98"/>
                </a:cubicBezTo>
                <a:cubicBezTo>
                  <a:pt x="675" y="98"/>
                  <a:pt x="675" y="97"/>
                  <a:pt x="676" y="96"/>
                </a:cubicBezTo>
                <a:cubicBezTo>
                  <a:pt x="676" y="96"/>
                  <a:pt x="676" y="96"/>
                  <a:pt x="675" y="96"/>
                </a:cubicBezTo>
                <a:cubicBezTo>
                  <a:pt x="675" y="96"/>
                  <a:pt x="675" y="96"/>
                  <a:pt x="675" y="96"/>
                </a:cubicBezTo>
                <a:cubicBezTo>
                  <a:pt x="673" y="97"/>
                  <a:pt x="672" y="96"/>
                  <a:pt x="670" y="96"/>
                </a:cubicBezTo>
                <a:cubicBezTo>
                  <a:pt x="671" y="95"/>
                  <a:pt x="672" y="95"/>
                  <a:pt x="674" y="94"/>
                </a:cubicBezTo>
                <a:cubicBezTo>
                  <a:pt x="674" y="94"/>
                  <a:pt x="675" y="94"/>
                  <a:pt x="675" y="94"/>
                </a:cubicBezTo>
                <a:cubicBezTo>
                  <a:pt x="676" y="93"/>
                  <a:pt x="676" y="92"/>
                  <a:pt x="677" y="92"/>
                </a:cubicBezTo>
                <a:cubicBezTo>
                  <a:pt x="677" y="93"/>
                  <a:pt x="678" y="92"/>
                  <a:pt x="678" y="92"/>
                </a:cubicBezTo>
                <a:cubicBezTo>
                  <a:pt x="679" y="92"/>
                  <a:pt x="680" y="92"/>
                  <a:pt x="681" y="93"/>
                </a:cubicBezTo>
                <a:cubicBezTo>
                  <a:pt x="681" y="94"/>
                  <a:pt x="682" y="94"/>
                  <a:pt x="683" y="94"/>
                </a:cubicBezTo>
                <a:cubicBezTo>
                  <a:pt x="684" y="94"/>
                  <a:pt x="685" y="95"/>
                  <a:pt x="685" y="93"/>
                </a:cubicBezTo>
                <a:cubicBezTo>
                  <a:pt x="686" y="92"/>
                  <a:pt x="687" y="91"/>
                  <a:pt x="685" y="89"/>
                </a:cubicBezTo>
                <a:cubicBezTo>
                  <a:pt x="685" y="89"/>
                  <a:pt x="685" y="88"/>
                  <a:pt x="685" y="88"/>
                </a:cubicBezTo>
                <a:cubicBezTo>
                  <a:pt x="686" y="88"/>
                  <a:pt x="686" y="88"/>
                  <a:pt x="686" y="89"/>
                </a:cubicBezTo>
                <a:cubicBezTo>
                  <a:pt x="688" y="90"/>
                  <a:pt x="688" y="90"/>
                  <a:pt x="689" y="89"/>
                </a:cubicBezTo>
                <a:cubicBezTo>
                  <a:pt x="691" y="88"/>
                  <a:pt x="691" y="87"/>
                  <a:pt x="692" y="85"/>
                </a:cubicBezTo>
                <a:cubicBezTo>
                  <a:pt x="692" y="85"/>
                  <a:pt x="693" y="85"/>
                  <a:pt x="693" y="85"/>
                </a:cubicBezTo>
                <a:cubicBezTo>
                  <a:pt x="695" y="84"/>
                  <a:pt x="696" y="83"/>
                  <a:pt x="698" y="81"/>
                </a:cubicBezTo>
                <a:cubicBezTo>
                  <a:pt x="699" y="80"/>
                  <a:pt x="702" y="79"/>
                  <a:pt x="701" y="76"/>
                </a:cubicBezTo>
                <a:cubicBezTo>
                  <a:pt x="703" y="76"/>
                  <a:pt x="704" y="75"/>
                  <a:pt x="704" y="74"/>
                </a:cubicBezTo>
                <a:cubicBezTo>
                  <a:pt x="704" y="74"/>
                  <a:pt x="705" y="73"/>
                  <a:pt x="705" y="73"/>
                </a:cubicBezTo>
                <a:cubicBezTo>
                  <a:pt x="705" y="71"/>
                  <a:pt x="708" y="70"/>
                  <a:pt x="705" y="68"/>
                </a:cubicBezTo>
                <a:cubicBezTo>
                  <a:pt x="707" y="68"/>
                  <a:pt x="708" y="67"/>
                  <a:pt x="709" y="66"/>
                </a:cubicBezTo>
                <a:cubicBezTo>
                  <a:pt x="710" y="66"/>
                  <a:pt x="710" y="65"/>
                  <a:pt x="711" y="64"/>
                </a:cubicBezTo>
                <a:cubicBezTo>
                  <a:pt x="712" y="63"/>
                  <a:pt x="713" y="62"/>
                  <a:pt x="713" y="60"/>
                </a:cubicBezTo>
                <a:cubicBezTo>
                  <a:pt x="714" y="57"/>
                  <a:pt x="714" y="53"/>
                  <a:pt x="712" y="50"/>
                </a:cubicBezTo>
                <a:close/>
                <a:moveTo>
                  <a:pt x="525" y="127"/>
                </a:moveTo>
                <a:cubicBezTo>
                  <a:pt x="525" y="127"/>
                  <a:pt x="525" y="127"/>
                  <a:pt x="525" y="127"/>
                </a:cubicBezTo>
                <a:cubicBezTo>
                  <a:pt x="525" y="127"/>
                  <a:pt x="525" y="127"/>
                  <a:pt x="525" y="127"/>
                </a:cubicBezTo>
                <a:close/>
                <a:moveTo>
                  <a:pt x="504" y="295"/>
                </a:moveTo>
                <a:cubicBezTo>
                  <a:pt x="504" y="295"/>
                  <a:pt x="504" y="295"/>
                  <a:pt x="504" y="295"/>
                </a:cubicBezTo>
                <a:cubicBezTo>
                  <a:pt x="504" y="295"/>
                  <a:pt x="504" y="295"/>
                  <a:pt x="504" y="295"/>
                </a:cubicBezTo>
                <a:close/>
                <a:moveTo>
                  <a:pt x="482" y="331"/>
                </a:moveTo>
                <a:cubicBezTo>
                  <a:pt x="482" y="331"/>
                  <a:pt x="482" y="331"/>
                  <a:pt x="482" y="331"/>
                </a:cubicBezTo>
                <a:cubicBezTo>
                  <a:pt x="482" y="331"/>
                  <a:pt x="482" y="331"/>
                  <a:pt x="482" y="331"/>
                </a:cubicBezTo>
                <a:cubicBezTo>
                  <a:pt x="482" y="331"/>
                  <a:pt x="482" y="331"/>
                  <a:pt x="482" y="331"/>
                </a:cubicBezTo>
                <a:close/>
                <a:moveTo>
                  <a:pt x="488" y="342"/>
                </a:moveTo>
                <a:cubicBezTo>
                  <a:pt x="488" y="342"/>
                  <a:pt x="488" y="342"/>
                  <a:pt x="488" y="342"/>
                </a:cubicBezTo>
                <a:cubicBezTo>
                  <a:pt x="488" y="342"/>
                  <a:pt x="488" y="342"/>
                  <a:pt x="488" y="342"/>
                </a:cubicBezTo>
                <a:cubicBezTo>
                  <a:pt x="489" y="342"/>
                  <a:pt x="489" y="342"/>
                  <a:pt x="489" y="343"/>
                </a:cubicBezTo>
                <a:cubicBezTo>
                  <a:pt x="489" y="342"/>
                  <a:pt x="489" y="342"/>
                  <a:pt x="488" y="342"/>
                </a:cubicBezTo>
                <a:close/>
                <a:moveTo>
                  <a:pt x="552" y="324"/>
                </a:moveTo>
                <a:cubicBezTo>
                  <a:pt x="552" y="324"/>
                  <a:pt x="552" y="324"/>
                  <a:pt x="552" y="324"/>
                </a:cubicBezTo>
                <a:cubicBezTo>
                  <a:pt x="552" y="324"/>
                  <a:pt x="552" y="324"/>
                  <a:pt x="552" y="324"/>
                </a:cubicBezTo>
                <a:cubicBezTo>
                  <a:pt x="552" y="324"/>
                  <a:pt x="552" y="324"/>
                  <a:pt x="552" y="324"/>
                </a:cubicBezTo>
                <a:close/>
                <a:moveTo>
                  <a:pt x="565" y="248"/>
                </a:moveTo>
                <a:cubicBezTo>
                  <a:pt x="565" y="248"/>
                  <a:pt x="565" y="248"/>
                  <a:pt x="565" y="248"/>
                </a:cubicBezTo>
                <a:cubicBezTo>
                  <a:pt x="565" y="248"/>
                  <a:pt x="565" y="248"/>
                  <a:pt x="565" y="248"/>
                </a:cubicBezTo>
                <a:cubicBezTo>
                  <a:pt x="565" y="248"/>
                  <a:pt x="565" y="248"/>
                  <a:pt x="565" y="248"/>
                </a:cubicBezTo>
                <a:close/>
                <a:moveTo>
                  <a:pt x="614" y="190"/>
                </a:moveTo>
                <a:cubicBezTo>
                  <a:pt x="614" y="190"/>
                  <a:pt x="614" y="190"/>
                  <a:pt x="614" y="190"/>
                </a:cubicBezTo>
                <a:cubicBezTo>
                  <a:pt x="614" y="190"/>
                  <a:pt x="614" y="190"/>
                  <a:pt x="614" y="190"/>
                </a:cubicBezTo>
                <a:cubicBezTo>
                  <a:pt x="614" y="190"/>
                  <a:pt x="614" y="190"/>
                  <a:pt x="614" y="190"/>
                </a:cubicBezTo>
                <a:close/>
                <a:moveTo>
                  <a:pt x="669" y="118"/>
                </a:moveTo>
                <a:cubicBezTo>
                  <a:pt x="669" y="118"/>
                  <a:pt x="669" y="118"/>
                  <a:pt x="669" y="118"/>
                </a:cubicBezTo>
                <a:cubicBezTo>
                  <a:pt x="669" y="118"/>
                  <a:pt x="669" y="118"/>
                  <a:pt x="669" y="118"/>
                </a:cubicBezTo>
                <a:cubicBezTo>
                  <a:pt x="669" y="118"/>
                  <a:pt x="669" y="118"/>
                  <a:pt x="669" y="118"/>
                </a:cubicBezTo>
                <a:close/>
                <a:moveTo>
                  <a:pt x="641" y="126"/>
                </a:moveTo>
                <a:cubicBezTo>
                  <a:pt x="641" y="126"/>
                  <a:pt x="641" y="126"/>
                  <a:pt x="641" y="126"/>
                </a:cubicBezTo>
                <a:cubicBezTo>
                  <a:pt x="641" y="126"/>
                  <a:pt x="641" y="126"/>
                  <a:pt x="641" y="126"/>
                </a:cubicBezTo>
                <a:close/>
                <a:moveTo>
                  <a:pt x="386" y="395"/>
                </a:moveTo>
                <a:cubicBezTo>
                  <a:pt x="386" y="394"/>
                  <a:pt x="384" y="393"/>
                  <a:pt x="385" y="391"/>
                </a:cubicBezTo>
                <a:cubicBezTo>
                  <a:pt x="384" y="393"/>
                  <a:pt x="384" y="394"/>
                  <a:pt x="385" y="395"/>
                </a:cubicBezTo>
                <a:cubicBezTo>
                  <a:pt x="386" y="395"/>
                  <a:pt x="386" y="396"/>
                  <a:pt x="386" y="397"/>
                </a:cubicBezTo>
                <a:cubicBezTo>
                  <a:pt x="385" y="397"/>
                  <a:pt x="385" y="399"/>
                  <a:pt x="384" y="398"/>
                </a:cubicBezTo>
                <a:cubicBezTo>
                  <a:pt x="383" y="398"/>
                  <a:pt x="381" y="398"/>
                  <a:pt x="380" y="399"/>
                </a:cubicBezTo>
                <a:cubicBezTo>
                  <a:pt x="379" y="399"/>
                  <a:pt x="378" y="399"/>
                  <a:pt x="377" y="397"/>
                </a:cubicBezTo>
                <a:cubicBezTo>
                  <a:pt x="376" y="398"/>
                  <a:pt x="376" y="399"/>
                  <a:pt x="376" y="399"/>
                </a:cubicBezTo>
                <a:cubicBezTo>
                  <a:pt x="375" y="399"/>
                  <a:pt x="374" y="399"/>
                  <a:pt x="373" y="399"/>
                </a:cubicBezTo>
                <a:cubicBezTo>
                  <a:pt x="372" y="398"/>
                  <a:pt x="373" y="397"/>
                  <a:pt x="373" y="396"/>
                </a:cubicBezTo>
                <a:cubicBezTo>
                  <a:pt x="373" y="396"/>
                  <a:pt x="374" y="396"/>
                  <a:pt x="374" y="395"/>
                </a:cubicBezTo>
                <a:cubicBezTo>
                  <a:pt x="373" y="396"/>
                  <a:pt x="371" y="397"/>
                  <a:pt x="372" y="399"/>
                </a:cubicBezTo>
                <a:cubicBezTo>
                  <a:pt x="372" y="399"/>
                  <a:pt x="371" y="400"/>
                  <a:pt x="371" y="400"/>
                </a:cubicBezTo>
                <a:cubicBezTo>
                  <a:pt x="369" y="400"/>
                  <a:pt x="367" y="399"/>
                  <a:pt x="365" y="399"/>
                </a:cubicBezTo>
                <a:cubicBezTo>
                  <a:pt x="363" y="398"/>
                  <a:pt x="364" y="396"/>
                  <a:pt x="364" y="394"/>
                </a:cubicBezTo>
                <a:cubicBezTo>
                  <a:pt x="363" y="394"/>
                  <a:pt x="363" y="393"/>
                  <a:pt x="363" y="392"/>
                </a:cubicBezTo>
                <a:cubicBezTo>
                  <a:pt x="363" y="391"/>
                  <a:pt x="363" y="391"/>
                  <a:pt x="364" y="391"/>
                </a:cubicBezTo>
                <a:cubicBezTo>
                  <a:pt x="365" y="391"/>
                  <a:pt x="366" y="391"/>
                  <a:pt x="367" y="391"/>
                </a:cubicBezTo>
                <a:cubicBezTo>
                  <a:pt x="366" y="390"/>
                  <a:pt x="365" y="390"/>
                  <a:pt x="365" y="390"/>
                </a:cubicBezTo>
                <a:cubicBezTo>
                  <a:pt x="364" y="390"/>
                  <a:pt x="365" y="390"/>
                  <a:pt x="365" y="389"/>
                </a:cubicBezTo>
                <a:cubicBezTo>
                  <a:pt x="365" y="389"/>
                  <a:pt x="365" y="389"/>
                  <a:pt x="365" y="388"/>
                </a:cubicBezTo>
                <a:cubicBezTo>
                  <a:pt x="365" y="388"/>
                  <a:pt x="364" y="388"/>
                  <a:pt x="364" y="388"/>
                </a:cubicBezTo>
                <a:cubicBezTo>
                  <a:pt x="363" y="388"/>
                  <a:pt x="362" y="389"/>
                  <a:pt x="362" y="388"/>
                </a:cubicBezTo>
                <a:cubicBezTo>
                  <a:pt x="362" y="387"/>
                  <a:pt x="362" y="387"/>
                  <a:pt x="361" y="387"/>
                </a:cubicBezTo>
                <a:cubicBezTo>
                  <a:pt x="362" y="387"/>
                  <a:pt x="362" y="386"/>
                  <a:pt x="363" y="386"/>
                </a:cubicBezTo>
                <a:cubicBezTo>
                  <a:pt x="363" y="385"/>
                  <a:pt x="362" y="385"/>
                  <a:pt x="361" y="384"/>
                </a:cubicBezTo>
                <a:cubicBezTo>
                  <a:pt x="363" y="383"/>
                  <a:pt x="365" y="383"/>
                  <a:pt x="367" y="383"/>
                </a:cubicBezTo>
                <a:cubicBezTo>
                  <a:pt x="366" y="382"/>
                  <a:pt x="365" y="383"/>
                  <a:pt x="365" y="382"/>
                </a:cubicBezTo>
                <a:cubicBezTo>
                  <a:pt x="366" y="382"/>
                  <a:pt x="368" y="382"/>
                  <a:pt x="369" y="382"/>
                </a:cubicBezTo>
                <a:cubicBezTo>
                  <a:pt x="369" y="382"/>
                  <a:pt x="370" y="381"/>
                  <a:pt x="370" y="381"/>
                </a:cubicBezTo>
                <a:cubicBezTo>
                  <a:pt x="370" y="380"/>
                  <a:pt x="369" y="381"/>
                  <a:pt x="369" y="381"/>
                </a:cubicBezTo>
                <a:cubicBezTo>
                  <a:pt x="367" y="381"/>
                  <a:pt x="366" y="381"/>
                  <a:pt x="365" y="381"/>
                </a:cubicBezTo>
                <a:cubicBezTo>
                  <a:pt x="366" y="380"/>
                  <a:pt x="367" y="381"/>
                  <a:pt x="368" y="380"/>
                </a:cubicBezTo>
                <a:cubicBezTo>
                  <a:pt x="368" y="380"/>
                  <a:pt x="367" y="380"/>
                  <a:pt x="367" y="380"/>
                </a:cubicBezTo>
                <a:cubicBezTo>
                  <a:pt x="367" y="379"/>
                  <a:pt x="367" y="379"/>
                  <a:pt x="368" y="379"/>
                </a:cubicBezTo>
                <a:cubicBezTo>
                  <a:pt x="369" y="379"/>
                  <a:pt x="369" y="378"/>
                  <a:pt x="370" y="378"/>
                </a:cubicBezTo>
                <a:cubicBezTo>
                  <a:pt x="370" y="377"/>
                  <a:pt x="368" y="377"/>
                  <a:pt x="369" y="376"/>
                </a:cubicBezTo>
                <a:cubicBezTo>
                  <a:pt x="370" y="376"/>
                  <a:pt x="370" y="375"/>
                  <a:pt x="370" y="375"/>
                </a:cubicBezTo>
                <a:cubicBezTo>
                  <a:pt x="366" y="375"/>
                  <a:pt x="361" y="377"/>
                  <a:pt x="357" y="378"/>
                </a:cubicBezTo>
                <a:cubicBezTo>
                  <a:pt x="357" y="378"/>
                  <a:pt x="356" y="378"/>
                  <a:pt x="356" y="378"/>
                </a:cubicBezTo>
                <a:cubicBezTo>
                  <a:pt x="354" y="378"/>
                  <a:pt x="353" y="378"/>
                  <a:pt x="352" y="379"/>
                </a:cubicBezTo>
                <a:cubicBezTo>
                  <a:pt x="351" y="379"/>
                  <a:pt x="350" y="380"/>
                  <a:pt x="348" y="379"/>
                </a:cubicBezTo>
                <a:cubicBezTo>
                  <a:pt x="347" y="379"/>
                  <a:pt x="346" y="380"/>
                  <a:pt x="345" y="380"/>
                </a:cubicBezTo>
                <a:cubicBezTo>
                  <a:pt x="345" y="381"/>
                  <a:pt x="344" y="382"/>
                  <a:pt x="344" y="381"/>
                </a:cubicBezTo>
                <a:cubicBezTo>
                  <a:pt x="344" y="380"/>
                  <a:pt x="342" y="380"/>
                  <a:pt x="343" y="379"/>
                </a:cubicBezTo>
                <a:cubicBezTo>
                  <a:pt x="343" y="379"/>
                  <a:pt x="343" y="378"/>
                  <a:pt x="343" y="378"/>
                </a:cubicBezTo>
                <a:cubicBezTo>
                  <a:pt x="342" y="378"/>
                  <a:pt x="342" y="377"/>
                  <a:pt x="342" y="377"/>
                </a:cubicBezTo>
                <a:cubicBezTo>
                  <a:pt x="342" y="376"/>
                  <a:pt x="343" y="377"/>
                  <a:pt x="344" y="377"/>
                </a:cubicBezTo>
                <a:cubicBezTo>
                  <a:pt x="343" y="375"/>
                  <a:pt x="345" y="375"/>
                  <a:pt x="345" y="374"/>
                </a:cubicBezTo>
                <a:cubicBezTo>
                  <a:pt x="346" y="373"/>
                  <a:pt x="348" y="373"/>
                  <a:pt x="348" y="374"/>
                </a:cubicBezTo>
                <a:cubicBezTo>
                  <a:pt x="349" y="374"/>
                  <a:pt x="349" y="374"/>
                  <a:pt x="349" y="374"/>
                </a:cubicBezTo>
                <a:cubicBezTo>
                  <a:pt x="348" y="373"/>
                  <a:pt x="347" y="372"/>
                  <a:pt x="349" y="371"/>
                </a:cubicBezTo>
                <a:cubicBezTo>
                  <a:pt x="349" y="371"/>
                  <a:pt x="348" y="371"/>
                  <a:pt x="348" y="371"/>
                </a:cubicBezTo>
                <a:cubicBezTo>
                  <a:pt x="347" y="371"/>
                  <a:pt x="347" y="372"/>
                  <a:pt x="346" y="371"/>
                </a:cubicBezTo>
                <a:cubicBezTo>
                  <a:pt x="346" y="370"/>
                  <a:pt x="346" y="369"/>
                  <a:pt x="348" y="368"/>
                </a:cubicBezTo>
                <a:cubicBezTo>
                  <a:pt x="348" y="368"/>
                  <a:pt x="348" y="368"/>
                  <a:pt x="349" y="368"/>
                </a:cubicBezTo>
                <a:cubicBezTo>
                  <a:pt x="350" y="367"/>
                  <a:pt x="351" y="367"/>
                  <a:pt x="352" y="369"/>
                </a:cubicBezTo>
                <a:cubicBezTo>
                  <a:pt x="352" y="369"/>
                  <a:pt x="353" y="370"/>
                  <a:pt x="353" y="370"/>
                </a:cubicBezTo>
                <a:cubicBezTo>
                  <a:pt x="354" y="370"/>
                  <a:pt x="354" y="370"/>
                  <a:pt x="354" y="371"/>
                </a:cubicBezTo>
                <a:cubicBezTo>
                  <a:pt x="354" y="372"/>
                  <a:pt x="355" y="373"/>
                  <a:pt x="356" y="372"/>
                </a:cubicBezTo>
                <a:cubicBezTo>
                  <a:pt x="357" y="371"/>
                  <a:pt x="357" y="372"/>
                  <a:pt x="358" y="372"/>
                </a:cubicBezTo>
                <a:cubicBezTo>
                  <a:pt x="358" y="371"/>
                  <a:pt x="359" y="371"/>
                  <a:pt x="358" y="370"/>
                </a:cubicBezTo>
                <a:cubicBezTo>
                  <a:pt x="358" y="370"/>
                  <a:pt x="357" y="371"/>
                  <a:pt x="356" y="371"/>
                </a:cubicBezTo>
                <a:cubicBezTo>
                  <a:pt x="355" y="371"/>
                  <a:pt x="355" y="371"/>
                  <a:pt x="355" y="370"/>
                </a:cubicBezTo>
                <a:cubicBezTo>
                  <a:pt x="356" y="369"/>
                  <a:pt x="356" y="369"/>
                  <a:pt x="354" y="368"/>
                </a:cubicBezTo>
                <a:cubicBezTo>
                  <a:pt x="353" y="368"/>
                  <a:pt x="353" y="367"/>
                  <a:pt x="353" y="367"/>
                </a:cubicBezTo>
                <a:cubicBezTo>
                  <a:pt x="353" y="366"/>
                  <a:pt x="353" y="365"/>
                  <a:pt x="354" y="364"/>
                </a:cubicBezTo>
                <a:cubicBezTo>
                  <a:pt x="355" y="364"/>
                  <a:pt x="355" y="364"/>
                  <a:pt x="356" y="363"/>
                </a:cubicBezTo>
                <a:cubicBezTo>
                  <a:pt x="355" y="363"/>
                  <a:pt x="354" y="364"/>
                  <a:pt x="353" y="364"/>
                </a:cubicBezTo>
                <a:cubicBezTo>
                  <a:pt x="352" y="364"/>
                  <a:pt x="351" y="364"/>
                  <a:pt x="351" y="363"/>
                </a:cubicBezTo>
                <a:cubicBezTo>
                  <a:pt x="351" y="362"/>
                  <a:pt x="351" y="361"/>
                  <a:pt x="350" y="360"/>
                </a:cubicBezTo>
                <a:cubicBezTo>
                  <a:pt x="350" y="360"/>
                  <a:pt x="350" y="360"/>
                  <a:pt x="350" y="360"/>
                </a:cubicBezTo>
                <a:cubicBezTo>
                  <a:pt x="351" y="359"/>
                  <a:pt x="351" y="356"/>
                  <a:pt x="354" y="356"/>
                </a:cubicBezTo>
                <a:cubicBezTo>
                  <a:pt x="354" y="356"/>
                  <a:pt x="355" y="355"/>
                  <a:pt x="355" y="354"/>
                </a:cubicBezTo>
                <a:cubicBezTo>
                  <a:pt x="354" y="354"/>
                  <a:pt x="354" y="355"/>
                  <a:pt x="352" y="356"/>
                </a:cubicBezTo>
                <a:cubicBezTo>
                  <a:pt x="351" y="356"/>
                  <a:pt x="350" y="355"/>
                  <a:pt x="349" y="356"/>
                </a:cubicBezTo>
                <a:cubicBezTo>
                  <a:pt x="349" y="356"/>
                  <a:pt x="348" y="355"/>
                  <a:pt x="348" y="355"/>
                </a:cubicBezTo>
                <a:cubicBezTo>
                  <a:pt x="350" y="354"/>
                  <a:pt x="348" y="352"/>
                  <a:pt x="349" y="351"/>
                </a:cubicBezTo>
                <a:cubicBezTo>
                  <a:pt x="349" y="351"/>
                  <a:pt x="349" y="350"/>
                  <a:pt x="350" y="350"/>
                </a:cubicBezTo>
                <a:cubicBezTo>
                  <a:pt x="350" y="350"/>
                  <a:pt x="350" y="350"/>
                  <a:pt x="350" y="350"/>
                </a:cubicBezTo>
                <a:cubicBezTo>
                  <a:pt x="349" y="349"/>
                  <a:pt x="349" y="349"/>
                  <a:pt x="349" y="348"/>
                </a:cubicBezTo>
                <a:cubicBezTo>
                  <a:pt x="350" y="348"/>
                  <a:pt x="350" y="347"/>
                  <a:pt x="351" y="347"/>
                </a:cubicBezTo>
                <a:cubicBezTo>
                  <a:pt x="352" y="346"/>
                  <a:pt x="354" y="347"/>
                  <a:pt x="355" y="348"/>
                </a:cubicBezTo>
                <a:cubicBezTo>
                  <a:pt x="355" y="348"/>
                  <a:pt x="356" y="349"/>
                  <a:pt x="356" y="349"/>
                </a:cubicBezTo>
                <a:cubicBezTo>
                  <a:pt x="357" y="350"/>
                  <a:pt x="358" y="351"/>
                  <a:pt x="357" y="353"/>
                </a:cubicBezTo>
                <a:cubicBezTo>
                  <a:pt x="357" y="354"/>
                  <a:pt x="357" y="355"/>
                  <a:pt x="359" y="355"/>
                </a:cubicBezTo>
                <a:cubicBezTo>
                  <a:pt x="360" y="355"/>
                  <a:pt x="360" y="356"/>
                  <a:pt x="361" y="357"/>
                </a:cubicBezTo>
                <a:cubicBezTo>
                  <a:pt x="361" y="358"/>
                  <a:pt x="362" y="359"/>
                  <a:pt x="362" y="361"/>
                </a:cubicBezTo>
                <a:cubicBezTo>
                  <a:pt x="362" y="361"/>
                  <a:pt x="362" y="361"/>
                  <a:pt x="363" y="361"/>
                </a:cubicBezTo>
                <a:cubicBezTo>
                  <a:pt x="365" y="361"/>
                  <a:pt x="365" y="363"/>
                  <a:pt x="366" y="365"/>
                </a:cubicBezTo>
                <a:cubicBezTo>
                  <a:pt x="366" y="366"/>
                  <a:pt x="368" y="366"/>
                  <a:pt x="368" y="367"/>
                </a:cubicBezTo>
                <a:cubicBezTo>
                  <a:pt x="368" y="367"/>
                  <a:pt x="369" y="367"/>
                  <a:pt x="369" y="367"/>
                </a:cubicBezTo>
                <a:cubicBezTo>
                  <a:pt x="370" y="366"/>
                  <a:pt x="371" y="365"/>
                  <a:pt x="372" y="365"/>
                </a:cubicBezTo>
                <a:cubicBezTo>
                  <a:pt x="372" y="364"/>
                  <a:pt x="371" y="364"/>
                  <a:pt x="371" y="365"/>
                </a:cubicBezTo>
                <a:cubicBezTo>
                  <a:pt x="369" y="366"/>
                  <a:pt x="368" y="365"/>
                  <a:pt x="367" y="364"/>
                </a:cubicBezTo>
                <a:cubicBezTo>
                  <a:pt x="367" y="362"/>
                  <a:pt x="366" y="361"/>
                  <a:pt x="366" y="359"/>
                </a:cubicBezTo>
                <a:cubicBezTo>
                  <a:pt x="365" y="358"/>
                  <a:pt x="367" y="357"/>
                  <a:pt x="368" y="358"/>
                </a:cubicBezTo>
                <a:cubicBezTo>
                  <a:pt x="370" y="360"/>
                  <a:pt x="371" y="358"/>
                  <a:pt x="372" y="358"/>
                </a:cubicBezTo>
                <a:cubicBezTo>
                  <a:pt x="371" y="357"/>
                  <a:pt x="370" y="359"/>
                  <a:pt x="369" y="357"/>
                </a:cubicBezTo>
                <a:cubicBezTo>
                  <a:pt x="368" y="356"/>
                  <a:pt x="366" y="356"/>
                  <a:pt x="365" y="356"/>
                </a:cubicBezTo>
                <a:cubicBezTo>
                  <a:pt x="364" y="356"/>
                  <a:pt x="363" y="355"/>
                  <a:pt x="363" y="354"/>
                </a:cubicBezTo>
                <a:cubicBezTo>
                  <a:pt x="363" y="353"/>
                  <a:pt x="364" y="353"/>
                  <a:pt x="365" y="353"/>
                </a:cubicBezTo>
                <a:cubicBezTo>
                  <a:pt x="366" y="353"/>
                  <a:pt x="366" y="353"/>
                  <a:pt x="366" y="353"/>
                </a:cubicBezTo>
                <a:cubicBezTo>
                  <a:pt x="367" y="353"/>
                  <a:pt x="367" y="353"/>
                  <a:pt x="368" y="353"/>
                </a:cubicBezTo>
                <a:cubicBezTo>
                  <a:pt x="368" y="352"/>
                  <a:pt x="365" y="351"/>
                  <a:pt x="366" y="349"/>
                </a:cubicBezTo>
                <a:cubicBezTo>
                  <a:pt x="365" y="349"/>
                  <a:pt x="363" y="349"/>
                  <a:pt x="361" y="349"/>
                </a:cubicBezTo>
                <a:cubicBezTo>
                  <a:pt x="361" y="350"/>
                  <a:pt x="361" y="349"/>
                  <a:pt x="361" y="349"/>
                </a:cubicBezTo>
                <a:cubicBezTo>
                  <a:pt x="360" y="348"/>
                  <a:pt x="360" y="347"/>
                  <a:pt x="359" y="347"/>
                </a:cubicBezTo>
                <a:cubicBezTo>
                  <a:pt x="358" y="345"/>
                  <a:pt x="358" y="344"/>
                  <a:pt x="360" y="344"/>
                </a:cubicBezTo>
                <a:cubicBezTo>
                  <a:pt x="360" y="344"/>
                  <a:pt x="361" y="344"/>
                  <a:pt x="361" y="343"/>
                </a:cubicBezTo>
                <a:cubicBezTo>
                  <a:pt x="361" y="342"/>
                  <a:pt x="361" y="342"/>
                  <a:pt x="362" y="341"/>
                </a:cubicBezTo>
                <a:cubicBezTo>
                  <a:pt x="362" y="341"/>
                  <a:pt x="363" y="341"/>
                  <a:pt x="363" y="341"/>
                </a:cubicBezTo>
                <a:cubicBezTo>
                  <a:pt x="364" y="339"/>
                  <a:pt x="366" y="339"/>
                  <a:pt x="367" y="340"/>
                </a:cubicBezTo>
                <a:cubicBezTo>
                  <a:pt x="368" y="341"/>
                  <a:pt x="368" y="341"/>
                  <a:pt x="369" y="340"/>
                </a:cubicBezTo>
                <a:cubicBezTo>
                  <a:pt x="369" y="340"/>
                  <a:pt x="369" y="340"/>
                  <a:pt x="369" y="340"/>
                </a:cubicBezTo>
                <a:cubicBezTo>
                  <a:pt x="370" y="339"/>
                  <a:pt x="370" y="339"/>
                  <a:pt x="371" y="340"/>
                </a:cubicBezTo>
                <a:cubicBezTo>
                  <a:pt x="372" y="341"/>
                  <a:pt x="370" y="340"/>
                  <a:pt x="370" y="341"/>
                </a:cubicBezTo>
                <a:cubicBezTo>
                  <a:pt x="371" y="341"/>
                  <a:pt x="372" y="341"/>
                  <a:pt x="372" y="342"/>
                </a:cubicBezTo>
                <a:cubicBezTo>
                  <a:pt x="372" y="343"/>
                  <a:pt x="373" y="343"/>
                  <a:pt x="373" y="344"/>
                </a:cubicBezTo>
                <a:cubicBezTo>
                  <a:pt x="374" y="345"/>
                  <a:pt x="374" y="345"/>
                  <a:pt x="374" y="347"/>
                </a:cubicBezTo>
                <a:cubicBezTo>
                  <a:pt x="374" y="347"/>
                  <a:pt x="374" y="348"/>
                  <a:pt x="374" y="348"/>
                </a:cubicBezTo>
                <a:cubicBezTo>
                  <a:pt x="375" y="348"/>
                  <a:pt x="375" y="349"/>
                  <a:pt x="375" y="348"/>
                </a:cubicBezTo>
                <a:cubicBezTo>
                  <a:pt x="376" y="348"/>
                  <a:pt x="376" y="348"/>
                  <a:pt x="376" y="348"/>
                </a:cubicBezTo>
                <a:cubicBezTo>
                  <a:pt x="375" y="347"/>
                  <a:pt x="375" y="346"/>
                  <a:pt x="376" y="346"/>
                </a:cubicBezTo>
                <a:cubicBezTo>
                  <a:pt x="377" y="346"/>
                  <a:pt x="376" y="347"/>
                  <a:pt x="377" y="347"/>
                </a:cubicBezTo>
                <a:cubicBezTo>
                  <a:pt x="378" y="346"/>
                  <a:pt x="377" y="346"/>
                  <a:pt x="377" y="345"/>
                </a:cubicBezTo>
                <a:cubicBezTo>
                  <a:pt x="376" y="344"/>
                  <a:pt x="376" y="343"/>
                  <a:pt x="376" y="342"/>
                </a:cubicBezTo>
                <a:cubicBezTo>
                  <a:pt x="376" y="341"/>
                  <a:pt x="376" y="341"/>
                  <a:pt x="377" y="341"/>
                </a:cubicBezTo>
                <a:cubicBezTo>
                  <a:pt x="378" y="340"/>
                  <a:pt x="379" y="341"/>
                  <a:pt x="380" y="341"/>
                </a:cubicBezTo>
                <a:cubicBezTo>
                  <a:pt x="380" y="340"/>
                  <a:pt x="380" y="341"/>
                  <a:pt x="380" y="340"/>
                </a:cubicBezTo>
                <a:cubicBezTo>
                  <a:pt x="381" y="340"/>
                  <a:pt x="381" y="340"/>
                  <a:pt x="381" y="339"/>
                </a:cubicBezTo>
                <a:cubicBezTo>
                  <a:pt x="380" y="339"/>
                  <a:pt x="380" y="339"/>
                  <a:pt x="380" y="339"/>
                </a:cubicBezTo>
                <a:cubicBezTo>
                  <a:pt x="379" y="339"/>
                  <a:pt x="379" y="339"/>
                  <a:pt x="379" y="339"/>
                </a:cubicBezTo>
                <a:cubicBezTo>
                  <a:pt x="378" y="339"/>
                  <a:pt x="378" y="339"/>
                  <a:pt x="378" y="338"/>
                </a:cubicBezTo>
                <a:cubicBezTo>
                  <a:pt x="378" y="338"/>
                  <a:pt x="378" y="338"/>
                  <a:pt x="378" y="338"/>
                </a:cubicBezTo>
                <a:cubicBezTo>
                  <a:pt x="379" y="337"/>
                  <a:pt x="381" y="338"/>
                  <a:pt x="381" y="339"/>
                </a:cubicBezTo>
                <a:cubicBezTo>
                  <a:pt x="381" y="340"/>
                  <a:pt x="382" y="341"/>
                  <a:pt x="383" y="341"/>
                </a:cubicBezTo>
                <a:cubicBezTo>
                  <a:pt x="383" y="342"/>
                  <a:pt x="382" y="341"/>
                  <a:pt x="382" y="342"/>
                </a:cubicBezTo>
                <a:cubicBezTo>
                  <a:pt x="382" y="342"/>
                  <a:pt x="382" y="342"/>
                  <a:pt x="383" y="343"/>
                </a:cubicBezTo>
                <a:cubicBezTo>
                  <a:pt x="383" y="343"/>
                  <a:pt x="384" y="343"/>
                  <a:pt x="384" y="343"/>
                </a:cubicBezTo>
                <a:cubicBezTo>
                  <a:pt x="384" y="344"/>
                  <a:pt x="386" y="344"/>
                  <a:pt x="387" y="344"/>
                </a:cubicBezTo>
                <a:cubicBezTo>
                  <a:pt x="388" y="344"/>
                  <a:pt x="388" y="345"/>
                  <a:pt x="388" y="346"/>
                </a:cubicBezTo>
                <a:cubicBezTo>
                  <a:pt x="388" y="348"/>
                  <a:pt x="388" y="349"/>
                  <a:pt x="387" y="351"/>
                </a:cubicBezTo>
                <a:cubicBezTo>
                  <a:pt x="387" y="352"/>
                  <a:pt x="388" y="354"/>
                  <a:pt x="389" y="355"/>
                </a:cubicBezTo>
                <a:cubicBezTo>
                  <a:pt x="390" y="357"/>
                  <a:pt x="390" y="358"/>
                  <a:pt x="389" y="359"/>
                </a:cubicBezTo>
                <a:cubicBezTo>
                  <a:pt x="389" y="360"/>
                  <a:pt x="389" y="360"/>
                  <a:pt x="389" y="360"/>
                </a:cubicBezTo>
                <a:cubicBezTo>
                  <a:pt x="389" y="362"/>
                  <a:pt x="388" y="364"/>
                  <a:pt x="388" y="366"/>
                </a:cubicBezTo>
                <a:cubicBezTo>
                  <a:pt x="388" y="367"/>
                  <a:pt x="389" y="368"/>
                  <a:pt x="389" y="368"/>
                </a:cubicBezTo>
                <a:cubicBezTo>
                  <a:pt x="389" y="370"/>
                  <a:pt x="387" y="371"/>
                  <a:pt x="386" y="373"/>
                </a:cubicBezTo>
                <a:cubicBezTo>
                  <a:pt x="388" y="373"/>
                  <a:pt x="389" y="374"/>
                  <a:pt x="390" y="374"/>
                </a:cubicBezTo>
                <a:cubicBezTo>
                  <a:pt x="391" y="374"/>
                  <a:pt x="391" y="376"/>
                  <a:pt x="391" y="376"/>
                </a:cubicBezTo>
                <a:cubicBezTo>
                  <a:pt x="390" y="379"/>
                  <a:pt x="391" y="382"/>
                  <a:pt x="391" y="385"/>
                </a:cubicBezTo>
                <a:cubicBezTo>
                  <a:pt x="390" y="384"/>
                  <a:pt x="390" y="384"/>
                  <a:pt x="390" y="384"/>
                </a:cubicBezTo>
                <a:cubicBezTo>
                  <a:pt x="391" y="382"/>
                  <a:pt x="389" y="381"/>
                  <a:pt x="388" y="380"/>
                </a:cubicBezTo>
                <a:cubicBezTo>
                  <a:pt x="388" y="379"/>
                  <a:pt x="388" y="379"/>
                  <a:pt x="387" y="379"/>
                </a:cubicBezTo>
                <a:cubicBezTo>
                  <a:pt x="387" y="379"/>
                  <a:pt x="386" y="379"/>
                  <a:pt x="387" y="380"/>
                </a:cubicBezTo>
                <a:cubicBezTo>
                  <a:pt x="387" y="381"/>
                  <a:pt x="387" y="382"/>
                  <a:pt x="387" y="382"/>
                </a:cubicBezTo>
                <a:cubicBezTo>
                  <a:pt x="387" y="382"/>
                  <a:pt x="387" y="382"/>
                  <a:pt x="387" y="382"/>
                </a:cubicBezTo>
                <a:cubicBezTo>
                  <a:pt x="386" y="380"/>
                  <a:pt x="386" y="381"/>
                  <a:pt x="384" y="382"/>
                </a:cubicBezTo>
                <a:cubicBezTo>
                  <a:pt x="385" y="383"/>
                  <a:pt x="386" y="383"/>
                  <a:pt x="387" y="384"/>
                </a:cubicBezTo>
                <a:cubicBezTo>
                  <a:pt x="386" y="385"/>
                  <a:pt x="385" y="384"/>
                  <a:pt x="385" y="385"/>
                </a:cubicBezTo>
                <a:cubicBezTo>
                  <a:pt x="385" y="385"/>
                  <a:pt x="386" y="385"/>
                  <a:pt x="386" y="386"/>
                </a:cubicBezTo>
                <a:cubicBezTo>
                  <a:pt x="386" y="387"/>
                  <a:pt x="385" y="386"/>
                  <a:pt x="384" y="386"/>
                </a:cubicBezTo>
                <a:cubicBezTo>
                  <a:pt x="383" y="387"/>
                  <a:pt x="384" y="387"/>
                  <a:pt x="384" y="387"/>
                </a:cubicBezTo>
                <a:cubicBezTo>
                  <a:pt x="384" y="387"/>
                  <a:pt x="384" y="388"/>
                  <a:pt x="384" y="388"/>
                </a:cubicBezTo>
                <a:cubicBezTo>
                  <a:pt x="384" y="388"/>
                  <a:pt x="384" y="389"/>
                  <a:pt x="384" y="389"/>
                </a:cubicBezTo>
                <a:cubicBezTo>
                  <a:pt x="384" y="389"/>
                  <a:pt x="385" y="388"/>
                  <a:pt x="385" y="388"/>
                </a:cubicBezTo>
                <a:cubicBezTo>
                  <a:pt x="386" y="388"/>
                  <a:pt x="385" y="389"/>
                  <a:pt x="385" y="389"/>
                </a:cubicBezTo>
                <a:cubicBezTo>
                  <a:pt x="387" y="389"/>
                  <a:pt x="386" y="390"/>
                  <a:pt x="387" y="390"/>
                </a:cubicBezTo>
                <a:cubicBezTo>
                  <a:pt x="387" y="391"/>
                  <a:pt x="387" y="392"/>
                  <a:pt x="389" y="393"/>
                </a:cubicBezTo>
                <a:cubicBezTo>
                  <a:pt x="389" y="393"/>
                  <a:pt x="389" y="394"/>
                  <a:pt x="389" y="394"/>
                </a:cubicBezTo>
                <a:cubicBezTo>
                  <a:pt x="388" y="395"/>
                  <a:pt x="387" y="396"/>
                  <a:pt x="386" y="395"/>
                </a:cubicBezTo>
                <a:close/>
                <a:moveTo>
                  <a:pt x="413" y="306"/>
                </a:moveTo>
                <a:cubicBezTo>
                  <a:pt x="412" y="306"/>
                  <a:pt x="410" y="306"/>
                  <a:pt x="409" y="306"/>
                </a:cubicBezTo>
                <a:cubicBezTo>
                  <a:pt x="407" y="306"/>
                  <a:pt x="405" y="307"/>
                  <a:pt x="403" y="305"/>
                </a:cubicBezTo>
                <a:cubicBezTo>
                  <a:pt x="402" y="304"/>
                  <a:pt x="401" y="302"/>
                  <a:pt x="400" y="301"/>
                </a:cubicBezTo>
                <a:cubicBezTo>
                  <a:pt x="400" y="297"/>
                  <a:pt x="403" y="294"/>
                  <a:pt x="406" y="293"/>
                </a:cubicBezTo>
                <a:cubicBezTo>
                  <a:pt x="407" y="293"/>
                  <a:pt x="407" y="292"/>
                  <a:pt x="407" y="292"/>
                </a:cubicBezTo>
                <a:cubicBezTo>
                  <a:pt x="408" y="292"/>
                  <a:pt x="408" y="293"/>
                  <a:pt x="408" y="294"/>
                </a:cubicBezTo>
                <a:cubicBezTo>
                  <a:pt x="408" y="295"/>
                  <a:pt x="408" y="295"/>
                  <a:pt x="409" y="295"/>
                </a:cubicBezTo>
                <a:cubicBezTo>
                  <a:pt x="411" y="295"/>
                  <a:pt x="412" y="293"/>
                  <a:pt x="414" y="293"/>
                </a:cubicBezTo>
                <a:cubicBezTo>
                  <a:pt x="415" y="293"/>
                  <a:pt x="415" y="293"/>
                  <a:pt x="416" y="293"/>
                </a:cubicBezTo>
                <a:cubicBezTo>
                  <a:pt x="417" y="294"/>
                  <a:pt x="419" y="294"/>
                  <a:pt x="420" y="294"/>
                </a:cubicBezTo>
                <a:cubicBezTo>
                  <a:pt x="422" y="295"/>
                  <a:pt x="422" y="295"/>
                  <a:pt x="423" y="294"/>
                </a:cubicBezTo>
                <a:cubicBezTo>
                  <a:pt x="424" y="293"/>
                  <a:pt x="424" y="293"/>
                  <a:pt x="425" y="294"/>
                </a:cubicBezTo>
                <a:cubicBezTo>
                  <a:pt x="425" y="295"/>
                  <a:pt x="426" y="295"/>
                  <a:pt x="427" y="295"/>
                </a:cubicBezTo>
                <a:cubicBezTo>
                  <a:pt x="428" y="295"/>
                  <a:pt x="429" y="298"/>
                  <a:pt x="429" y="298"/>
                </a:cubicBezTo>
                <a:cubicBezTo>
                  <a:pt x="429" y="299"/>
                  <a:pt x="429" y="299"/>
                  <a:pt x="428" y="299"/>
                </a:cubicBezTo>
                <a:cubicBezTo>
                  <a:pt x="427" y="299"/>
                  <a:pt x="426" y="299"/>
                  <a:pt x="426" y="301"/>
                </a:cubicBezTo>
                <a:cubicBezTo>
                  <a:pt x="425" y="303"/>
                  <a:pt x="426" y="304"/>
                  <a:pt x="425" y="306"/>
                </a:cubicBezTo>
                <a:cubicBezTo>
                  <a:pt x="425" y="307"/>
                  <a:pt x="425" y="308"/>
                  <a:pt x="424" y="307"/>
                </a:cubicBezTo>
                <a:cubicBezTo>
                  <a:pt x="423" y="307"/>
                  <a:pt x="422" y="307"/>
                  <a:pt x="421" y="307"/>
                </a:cubicBezTo>
                <a:cubicBezTo>
                  <a:pt x="419" y="306"/>
                  <a:pt x="416" y="306"/>
                  <a:pt x="413" y="306"/>
                </a:cubicBezTo>
                <a:close/>
                <a:moveTo>
                  <a:pt x="458" y="314"/>
                </a:moveTo>
                <a:cubicBezTo>
                  <a:pt x="457" y="316"/>
                  <a:pt x="456" y="317"/>
                  <a:pt x="454" y="317"/>
                </a:cubicBezTo>
                <a:cubicBezTo>
                  <a:pt x="454" y="317"/>
                  <a:pt x="453" y="317"/>
                  <a:pt x="453" y="316"/>
                </a:cubicBezTo>
                <a:cubicBezTo>
                  <a:pt x="450" y="315"/>
                  <a:pt x="448" y="313"/>
                  <a:pt x="446" y="310"/>
                </a:cubicBezTo>
                <a:cubicBezTo>
                  <a:pt x="446" y="310"/>
                  <a:pt x="446" y="309"/>
                  <a:pt x="446" y="309"/>
                </a:cubicBezTo>
                <a:cubicBezTo>
                  <a:pt x="446" y="307"/>
                  <a:pt x="446" y="306"/>
                  <a:pt x="445" y="305"/>
                </a:cubicBezTo>
                <a:cubicBezTo>
                  <a:pt x="445" y="303"/>
                  <a:pt x="446" y="302"/>
                  <a:pt x="446" y="300"/>
                </a:cubicBezTo>
                <a:cubicBezTo>
                  <a:pt x="446" y="300"/>
                  <a:pt x="447" y="300"/>
                  <a:pt x="447" y="300"/>
                </a:cubicBezTo>
                <a:cubicBezTo>
                  <a:pt x="448" y="298"/>
                  <a:pt x="450" y="298"/>
                  <a:pt x="452" y="299"/>
                </a:cubicBezTo>
                <a:cubicBezTo>
                  <a:pt x="452" y="299"/>
                  <a:pt x="452" y="299"/>
                  <a:pt x="452" y="299"/>
                </a:cubicBezTo>
                <a:cubicBezTo>
                  <a:pt x="453" y="299"/>
                  <a:pt x="454" y="299"/>
                  <a:pt x="454" y="300"/>
                </a:cubicBezTo>
                <a:cubicBezTo>
                  <a:pt x="454" y="301"/>
                  <a:pt x="456" y="302"/>
                  <a:pt x="457" y="303"/>
                </a:cubicBezTo>
                <a:cubicBezTo>
                  <a:pt x="458" y="305"/>
                  <a:pt x="459" y="306"/>
                  <a:pt x="459" y="309"/>
                </a:cubicBezTo>
                <a:cubicBezTo>
                  <a:pt x="459" y="309"/>
                  <a:pt x="459" y="310"/>
                  <a:pt x="459" y="310"/>
                </a:cubicBezTo>
                <a:cubicBezTo>
                  <a:pt x="461" y="312"/>
                  <a:pt x="459" y="313"/>
                  <a:pt x="458" y="314"/>
                </a:cubicBezTo>
                <a:close/>
                <a:moveTo>
                  <a:pt x="366" y="194"/>
                </a:moveTo>
                <a:cubicBezTo>
                  <a:pt x="366" y="192"/>
                  <a:pt x="366" y="190"/>
                  <a:pt x="366" y="188"/>
                </a:cubicBezTo>
                <a:cubicBezTo>
                  <a:pt x="367" y="186"/>
                  <a:pt x="368" y="185"/>
                  <a:pt x="369" y="183"/>
                </a:cubicBezTo>
                <a:cubicBezTo>
                  <a:pt x="369" y="182"/>
                  <a:pt x="371" y="182"/>
                  <a:pt x="372" y="184"/>
                </a:cubicBezTo>
                <a:cubicBezTo>
                  <a:pt x="372" y="185"/>
                  <a:pt x="373" y="185"/>
                  <a:pt x="374" y="184"/>
                </a:cubicBezTo>
                <a:cubicBezTo>
                  <a:pt x="374" y="184"/>
                  <a:pt x="376" y="184"/>
                  <a:pt x="376" y="184"/>
                </a:cubicBezTo>
                <a:cubicBezTo>
                  <a:pt x="376" y="185"/>
                  <a:pt x="377" y="185"/>
                  <a:pt x="378" y="187"/>
                </a:cubicBezTo>
                <a:cubicBezTo>
                  <a:pt x="379" y="190"/>
                  <a:pt x="378" y="194"/>
                  <a:pt x="379" y="198"/>
                </a:cubicBezTo>
                <a:cubicBezTo>
                  <a:pt x="380" y="200"/>
                  <a:pt x="379" y="202"/>
                  <a:pt x="378" y="205"/>
                </a:cubicBezTo>
                <a:cubicBezTo>
                  <a:pt x="378" y="205"/>
                  <a:pt x="379" y="206"/>
                  <a:pt x="378" y="206"/>
                </a:cubicBezTo>
                <a:cubicBezTo>
                  <a:pt x="377" y="206"/>
                  <a:pt x="377" y="205"/>
                  <a:pt x="377" y="205"/>
                </a:cubicBezTo>
                <a:cubicBezTo>
                  <a:pt x="376" y="204"/>
                  <a:pt x="375" y="203"/>
                  <a:pt x="374" y="203"/>
                </a:cubicBezTo>
                <a:cubicBezTo>
                  <a:pt x="373" y="202"/>
                  <a:pt x="373" y="202"/>
                  <a:pt x="373" y="200"/>
                </a:cubicBezTo>
                <a:cubicBezTo>
                  <a:pt x="374" y="200"/>
                  <a:pt x="374" y="199"/>
                  <a:pt x="374" y="198"/>
                </a:cubicBezTo>
                <a:cubicBezTo>
                  <a:pt x="373" y="197"/>
                  <a:pt x="372" y="196"/>
                  <a:pt x="371" y="195"/>
                </a:cubicBezTo>
                <a:cubicBezTo>
                  <a:pt x="370" y="196"/>
                  <a:pt x="370" y="196"/>
                  <a:pt x="369" y="196"/>
                </a:cubicBezTo>
                <a:cubicBezTo>
                  <a:pt x="367" y="197"/>
                  <a:pt x="365" y="196"/>
                  <a:pt x="366" y="194"/>
                </a:cubicBezTo>
                <a:close/>
                <a:moveTo>
                  <a:pt x="211" y="361"/>
                </a:moveTo>
                <a:cubicBezTo>
                  <a:pt x="211" y="363"/>
                  <a:pt x="209" y="365"/>
                  <a:pt x="208" y="368"/>
                </a:cubicBezTo>
                <a:cubicBezTo>
                  <a:pt x="208" y="371"/>
                  <a:pt x="206" y="374"/>
                  <a:pt x="205" y="376"/>
                </a:cubicBezTo>
                <a:cubicBezTo>
                  <a:pt x="204" y="378"/>
                  <a:pt x="203" y="379"/>
                  <a:pt x="202" y="380"/>
                </a:cubicBezTo>
                <a:cubicBezTo>
                  <a:pt x="201" y="381"/>
                  <a:pt x="200" y="381"/>
                  <a:pt x="200" y="380"/>
                </a:cubicBezTo>
                <a:cubicBezTo>
                  <a:pt x="199" y="379"/>
                  <a:pt x="198" y="378"/>
                  <a:pt x="196" y="379"/>
                </a:cubicBezTo>
                <a:cubicBezTo>
                  <a:pt x="196" y="379"/>
                  <a:pt x="195" y="378"/>
                  <a:pt x="195" y="378"/>
                </a:cubicBezTo>
                <a:cubicBezTo>
                  <a:pt x="194" y="378"/>
                  <a:pt x="194" y="377"/>
                  <a:pt x="194" y="376"/>
                </a:cubicBezTo>
                <a:cubicBezTo>
                  <a:pt x="196" y="374"/>
                  <a:pt x="198" y="373"/>
                  <a:pt x="199" y="371"/>
                </a:cubicBezTo>
                <a:cubicBezTo>
                  <a:pt x="199" y="370"/>
                  <a:pt x="199" y="370"/>
                  <a:pt x="199" y="369"/>
                </a:cubicBezTo>
                <a:cubicBezTo>
                  <a:pt x="200" y="367"/>
                  <a:pt x="202" y="366"/>
                  <a:pt x="203" y="364"/>
                </a:cubicBezTo>
                <a:cubicBezTo>
                  <a:pt x="204" y="364"/>
                  <a:pt x="204" y="364"/>
                  <a:pt x="205" y="364"/>
                </a:cubicBezTo>
                <a:cubicBezTo>
                  <a:pt x="206" y="364"/>
                  <a:pt x="206" y="364"/>
                  <a:pt x="206" y="363"/>
                </a:cubicBezTo>
                <a:cubicBezTo>
                  <a:pt x="206" y="362"/>
                  <a:pt x="206" y="362"/>
                  <a:pt x="207" y="362"/>
                </a:cubicBezTo>
                <a:cubicBezTo>
                  <a:pt x="207" y="362"/>
                  <a:pt x="208" y="361"/>
                  <a:pt x="208" y="361"/>
                </a:cubicBezTo>
                <a:cubicBezTo>
                  <a:pt x="208" y="360"/>
                  <a:pt x="209" y="359"/>
                  <a:pt x="209" y="359"/>
                </a:cubicBezTo>
                <a:cubicBezTo>
                  <a:pt x="210" y="359"/>
                  <a:pt x="210" y="359"/>
                  <a:pt x="211" y="359"/>
                </a:cubicBezTo>
                <a:cubicBezTo>
                  <a:pt x="211" y="360"/>
                  <a:pt x="211" y="360"/>
                  <a:pt x="211" y="361"/>
                </a:cubicBezTo>
                <a:close/>
                <a:moveTo>
                  <a:pt x="328" y="360"/>
                </a:moveTo>
                <a:cubicBezTo>
                  <a:pt x="327" y="360"/>
                  <a:pt x="328" y="358"/>
                  <a:pt x="328" y="357"/>
                </a:cubicBezTo>
                <a:cubicBezTo>
                  <a:pt x="329" y="356"/>
                  <a:pt x="330" y="356"/>
                  <a:pt x="331" y="355"/>
                </a:cubicBezTo>
                <a:cubicBezTo>
                  <a:pt x="334" y="354"/>
                  <a:pt x="338" y="353"/>
                  <a:pt x="341" y="352"/>
                </a:cubicBezTo>
                <a:cubicBezTo>
                  <a:pt x="343" y="351"/>
                  <a:pt x="343" y="351"/>
                  <a:pt x="345" y="354"/>
                </a:cubicBezTo>
                <a:cubicBezTo>
                  <a:pt x="346" y="356"/>
                  <a:pt x="345" y="359"/>
                  <a:pt x="342" y="361"/>
                </a:cubicBezTo>
                <a:cubicBezTo>
                  <a:pt x="340" y="362"/>
                  <a:pt x="338" y="362"/>
                  <a:pt x="335" y="362"/>
                </a:cubicBezTo>
                <a:cubicBezTo>
                  <a:pt x="335" y="362"/>
                  <a:pt x="334" y="362"/>
                  <a:pt x="333" y="362"/>
                </a:cubicBezTo>
                <a:cubicBezTo>
                  <a:pt x="332" y="361"/>
                  <a:pt x="330" y="361"/>
                  <a:pt x="328" y="360"/>
                </a:cubicBezTo>
                <a:close/>
                <a:moveTo>
                  <a:pt x="327" y="345"/>
                </a:moveTo>
                <a:cubicBezTo>
                  <a:pt x="327" y="344"/>
                  <a:pt x="327" y="344"/>
                  <a:pt x="327" y="344"/>
                </a:cubicBezTo>
                <a:cubicBezTo>
                  <a:pt x="326" y="343"/>
                  <a:pt x="325" y="342"/>
                  <a:pt x="326" y="341"/>
                </a:cubicBezTo>
                <a:cubicBezTo>
                  <a:pt x="327" y="340"/>
                  <a:pt x="328" y="339"/>
                  <a:pt x="329" y="338"/>
                </a:cubicBezTo>
                <a:cubicBezTo>
                  <a:pt x="330" y="338"/>
                  <a:pt x="331" y="338"/>
                  <a:pt x="332" y="339"/>
                </a:cubicBezTo>
                <a:cubicBezTo>
                  <a:pt x="333" y="340"/>
                  <a:pt x="332" y="340"/>
                  <a:pt x="332" y="341"/>
                </a:cubicBezTo>
                <a:cubicBezTo>
                  <a:pt x="332" y="341"/>
                  <a:pt x="331" y="342"/>
                  <a:pt x="331" y="342"/>
                </a:cubicBezTo>
                <a:cubicBezTo>
                  <a:pt x="332" y="342"/>
                  <a:pt x="333" y="342"/>
                  <a:pt x="333" y="341"/>
                </a:cubicBezTo>
                <a:cubicBezTo>
                  <a:pt x="333" y="341"/>
                  <a:pt x="333" y="340"/>
                  <a:pt x="333" y="340"/>
                </a:cubicBezTo>
                <a:cubicBezTo>
                  <a:pt x="334" y="340"/>
                  <a:pt x="336" y="343"/>
                  <a:pt x="336" y="343"/>
                </a:cubicBezTo>
                <a:cubicBezTo>
                  <a:pt x="336" y="344"/>
                  <a:pt x="336" y="345"/>
                  <a:pt x="337" y="345"/>
                </a:cubicBezTo>
                <a:cubicBezTo>
                  <a:pt x="338" y="345"/>
                  <a:pt x="339" y="345"/>
                  <a:pt x="339" y="345"/>
                </a:cubicBezTo>
                <a:cubicBezTo>
                  <a:pt x="339" y="345"/>
                  <a:pt x="339" y="346"/>
                  <a:pt x="339" y="346"/>
                </a:cubicBezTo>
                <a:cubicBezTo>
                  <a:pt x="340" y="346"/>
                  <a:pt x="341" y="347"/>
                  <a:pt x="340" y="348"/>
                </a:cubicBezTo>
                <a:cubicBezTo>
                  <a:pt x="339" y="350"/>
                  <a:pt x="338" y="351"/>
                  <a:pt x="337" y="351"/>
                </a:cubicBezTo>
                <a:cubicBezTo>
                  <a:pt x="336" y="351"/>
                  <a:pt x="336" y="352"/>
                  <a:pt x="335" y="352"/>
                </a:cubicBezTo>
                <a:cubicBezTo>
                  <a:pt x="333" y="353"/>
                  <a:pt x="331" y="351"/>
                  <a:pt x="329" y="351"/>
                </a:cubicBezTo>
                <a:cubicBezTo>
                  <a:pt x="329" y="350"/>
                  <a:pt x="330" y="351"/>
                  <a:pt x="331" y="351"/>
                </a:cubicBezTo>
                <a:cubicBezTo>
                  <a:pt x="330" y="350"/>
                  <a:pt x="330" y="350"/>
                  <a:pt x="329" y="350"/>
                </a:cubicBezTo>
                <a:cubicBezTo>
                  <a:pt x="328" y="349"/>
                  <a:pt x="328" y="349"/>
                  <a:pt x="328" y="348"/>
                </a:cubicBezTo>
                <a:cubicBezTo>
                  <a:pt x="329" y="347"/>
                  <a:pt x="329" y="345"/>
                  <a:pt x="327" y="345"/>
                </a:cubicBezTo>
                <a:cubicBezTo>
                  <a:pt x="327" y="345"/>
                  <a:pt x="327" y="345"/>
                  <a:pt x="327" y="345"/>
                </a:cubicBezTo>
                <a:close/>
                <a:moveTo>
                  <a:pt x="334" y="387"/>
                </a:moveTo>
                <a:cubicBezTo>
                  <a:pt x="334" y="389"/>
                  <a:pt x="335" y="391"/>
                  <a:pt x="335" y="392"/>
                </a:cubicBezTo>
                <a:cubicBezTo>
                  <a:pt x="335" y="394"/>
                  <a:pt x="333" y="397"/>
                  <a:pt x="332" y="397"/>
                </a:cubicBezTo>
                <a:cubicBezTo>
                  <a:pt x="331" y="397"/>
                  <a:pt x="330" y="398"/>
                  <a:pt x="328" y="397"/>
                </a:cubicBezTo>
                <a:cubicBezTo>
                  <a:pt x="326" y="397"/>
                  <a:pt x="326" y="396"/>
                  <a:pt x="324" y="395"/>
                </a:cubicBezTo>
                <a:cubicBezTo>
                  <a:pt x="324" y="395"/>
                  <a:pt x="324" y="394"/>
                  <a:pt x="324" y="394"/>
                </a:cubicBezTo>
                <a:cubicBezTo>
                  <a:pt x="325" y="391"/>
                  <a:pt x="326" y="387"/>
                  <a:pt x="328" y="385"/>
                </a:cubicBezTo>
                <a:cubicBezTo>
                  <a:pt x="328" y="384"/>
                  <a:pt x="330" y="383"/>
                  <a:pt x="331" y="384"/>
                </a:cubicBezTo>
                <a:cubicBezTo>
                  <a:pt x="332" y="384"/>
                  <a:pt x="333" y="385"/>
                  <a:pt x="334" y="387"/>
                </a:cubicBezTo>
                <a:close/>
                <a:moveTo>
                  <a:pt x="233" y="286"/>
                </a:moveTo>
                <a:cubicBezTo>
                  <a:pt x="233" y="286"/>
                  <a:pt x="233" y="285"/>
                  <a:pt x="233" y="285"/>
                </a:cubicBezTo>
                <a:cubicBezTo>
                  <a:pt x="233" y="285"/>
                  <a:pt x="233" y="286"/>
                  <a:pt x="234" y="286"/>
                </a:cubicBezTo>
                <a:cubicBezTo>
                  <a:pt x="235" y="286"/>
                  <a:pt x="234" y="284"/>
                  <a:pt x="235" y="285"/>
                </a:cubicBezTo>
                <a:cubicBezTo>
                  <a:pt x="235" y="282"/>
                  <a:pt x="237" y="282"/>
                  <a:pt x="238" y="281"/>
                </a:cubicBezTo>
                <a:cubicBezTo>
                  <a:pt x="238" y="280"/>
                  <a:pt x="239" y="280"/>
                  <a:pt x="239" y="280"/>
                </a:cubicBezTo>
                <a:cubicBezTo>
                  <a:pt x="239" y="281"/>
                  <a:pt x="239" y="281"/>
                  <a:pt x="239" y="281"/>
                </a:cubicBezTo>
                <a:cubicBezTo>
                  <a:pt x="239" y="282"/>
                  <a:pt x="239" y="283"/>
                  <a:pt x="239" y="284"/>
                </a:cubicBezTo>
                <a:cubicBezTo>
                  <a:pt x="240" y="285"/>
                  <a:pt x="241" y="284"/>
                  <a:pt x="242" y="284"/>
                </a:cubicBezTo>
                <a:cubicBezTo>
                  <a:pt x="241" y="285"/>
                  <a:pt x="242" y="286"/>
                  <a:pt x="242" y="286"/>
                </a:cubicBezTo>
                <a:cubicBezTo>
                  <a:pt x="242" y="287"/>
                  <a:pt x="243" y="287"/>
                  <a:pt x="243" y="287"/>
                </a:cubicBezTo>
                <a:cubicBezTo>
                  <a:pt x="245" y="288"/>
                  <a:pt x="245" y="290"/>
                  <a:pt x="246" y="291"/>
                </a:cubicBezTo>
                <a:cubicBezTo>
                  <a:pt x="246" y="292"/>
                  <a:pt x="244" y="295"/>
                  <a:pt x="243" y="295"/>
                </a:cubicBezTo>
                <a:cubicBezTo>
                  <a:pt x="241" y="297"/>
                  <a:pt x="239" y="296"/>
                  <a:pt x="238" y="294"/>
                </a:cubicBezTo>
                <a:cubicBezTo>
                  <a:pt x="238" y="293"/>
                  <a:pt x="237" y="293"/>
                  <a:pt x="237" y="292"/>
                </a:cubicBezTo>
                <a:cubicBezTo>
                  <a:pt x="235" y="290"/>
                  <a:pt x="234" y="288"/>
                  <a:pt x="233" y="286"/>
                </a:cubicBezTo>
                <a:close/>
                <a:moveTo>
                  <a:pt x="347" y="295"/>
                </a:moveTo>
                <a:cubicBezTo>
                  <a:pt x="346" y="295"/>
                  <a:pt x="346" y="295"/>
                  <a:pt x="346" y="294"/>
                </a:cubicBezTo>
                <a:cubicBezTo>
                  <a:pt x="346" y="294"/>
                  <a:pt x="346" y="294"/>
                  <a:pt x="346" y="293"/>
                </a:cubicBezTo>
                <a:cubicBezTo>
                  <a:pt x="344" y="293"/>
                  <a:pt x="346" y="291"/>
                  <a:pt x="345" y="290"/>
                </a:cubicBezTo>
                <a:cubicBezTo>
                  <a:pt x="345" y="289"/>
                  <a:pt x="346" y="289"/>
                  <a:pt x="346" y="289"/>
                </a:cubicBezTo>
                <a:cubicBezTo>
                  <a:pt x="348" y="289"/>
                  <a:pt x="349" y="287"/>
                  <a:pt x="351" y="288"/>
                </a:cubicBezTo>
                <a:cubicBezTo>
                  <a:pt x="353" y="288"/>
                  <a:pt x="354" y="289"/>
                  <a:pt x="356" y="290"/>
                </a:cubicBezTo>
                <a:cubicBezTo>
                  <a:pt x="358" y="291"/>
                  <a:pt x="358" y="293"/>
                  <a:pt x="359" y="294"/>
                </a:cubicBezTo>
                <a:cubicBezTo>
                  <a:pt x="359" y="295"/>
                  <a:pt x="358" y="296"/>
                  <a:pt x="357" y="296"/>
                </a:cubicBezTo>
                <a:cubicBezTo>
                  <a:pt x="355" y="295"/>
                  <a:pt x="354" y="295"/>
                  <a:pt x="352" y="297"/>
                </a:cubicBezTo>
                <a:cubicBezTo>
                  <a:pt x="351" y="298"/>
                  <a:pt x="349" y="298"/>
                  <a:pt x="348" y="296"/>
                </a:cubicBezTo>
                <a:cubicBezTo>
                  <a:pt x="348" y="296"/>
                  <a:pt x="347" y="295"/>
                  <a:pt x="347" y="295"/>
                </a:cubicBezTo>
                <a:close/>
                <a:moveTo>
                  <a:pt x="270" y="291"/>
                </a:moveTo>
                <a:cubicBezTo>
                  <a:pt x="270" y="291"/>
                  <a:pt x="271" y="291"/>
                  <a:pt x="271" y="292"/>
                </a:cubicBezTo>
                <a:cubicBezTo>
                  <a:pt x="272" y="294"/>
                  <a:pt x="274" y="293"/>
                  <a:pt x="275" y="293"/>
                </a:cubicBezTo>
                <a:cubicBezTo>
                  <a:pt x="277" y="293"/>
                  <a:pt x="277" y="293"/>
                  <a:pt x="277" y="295"/>
                </a:cubicBezTo>
                <a:cubicBezTo>
                  <a:pt x="277" y="296"/>
                  <a:pt x="278" y="298"/>
                  <a:pt x="277" y="300"/>
                </a:cubicBezTo>
                <a:cubicBezTo>
                  <a:pt x="277" y="300"/>
                  <a:pt x="277" y="300"/>
                  <a:pt x="277" y="301"/>
                </a:cubicBezTo>
                <a:cubicBezTo>
                  <a:pt x="277" y="303"/>
                  <a:pt x="277" y="304"/>
                  <a:pt x="275" y="305"/>
                </a:cubicBezTo>
                <a:cubicBezTo>
                  <a:pt x="274" y="306"/>
                  <a:pt x="273" y="306"/>
                  <a:pt x="272" y="307"/>
                </a:cubicBezTo>
                <a:cubicBezTo>
                  <a:pt x="270" y="308"/>
                  <a:pt x="269" y="308"/>
                  <a:pt x="267" y="308"/>
                </a:cubicBezTo>
                <a:cubicBezTo>
                  <a:pt x="267" y="308"/>
                  <a:pt x="266" y="308"/>
                  <a:pt x="266" y="308"/>
                </a:cubicBezTo>
                <a:cubicBezTo>
                  <a:pt x="265" y="309"/>
                  <a:pt x="264" y="310"/>
                  <a:pt x="263" y="310"/>
                </a:cubicBezTo>
                <a:cubicBezTo>
                  <a:pt x="262" y="310"/>
                  <a:pt x="262" y="310"/>
                  <a:pt x="262" y="311"/>
                </a:cubicBezTo>
                <a:cubicBezTo>
                  <a:pt x="259" y="312"/>
                  <a:pt x="257" y="311"/>
                  <a:pt x="256" y="308"/>
                </a:cubicBezTo>
                <a:cubicBezTo>
                  <a:pt x="256" y="308"/>
                  <a:pt x="255" y="307"/>
                  <a:pt x="255" y="307"/>
                </a:cubicBezTo>
                <a:cubicBezTo>
                  <a:pt x="255" y="307"/>
                  <a:pt x="254" y="306"/>
                  <a:pt x="254" y="306"/>
                </a:cubicBezTo>
                <a:cubicBezTo>
                  <a:pt x="252" y="307"/>
                  <a:pt x="252" y="306"/>
                  <a:pt x="252" y="305"/>
                </a:cubicBezTo>
                <a:cubicBezTo>
                  <a:pt x="251" y="305"/>
                  <a:pt x="251" y="304"/>
                  <a:pt x="251" y="304"/>
                </a:cubicBezTo>
                <a:cubicBezTo>
                  <a:pt x="250" y="304"/>
                  <a:pt x="249" y="303"/>
                  <a:pt x="250" y="302"/>
                </a:cubicBezTo>
                <a:cubicBezTo>
                  <a:pt x="250" y="301"/>
                  <a:pt x="250" y="299"/>
                  <a:pt x="250" y="298"/>
                </a:cubicBezTo>
                <a:cubicBezTo>
                  <a:pt x="249" y="294"/>
                  <a:pt x="248" y="291"/>
                  <a:pt x="249" y="288"/>
                </a:cubicBezTo>
                <a:cubicBezTo>
                  <a:pt x="250" y="287"/>
                  <a:pt x="250" y="287"/>
                  <a:pt x="251" y="287"/>
                </a:cubicBezTo>
                <a:cubicBezTo>
                  <a:pt x="251" y="288"/>
                  <a:pt x="251" y="288"/>
                  <a:pt x="252" y="288"/>
                </a:cubicBezTo>
                <a:cubicBezTo>
                  <a:pt x="252" y="287"/>
                  <a:pt x="253" y="286"/>
                  <a:pt x="254" y="286"/>
                </a:cubicBezTo>
                <a:cubicBezTo>
                  <a:pt x="254" y="285"/>
                  <a:pt x="255" y="285"/>
                  <a:pt x="256" y="284"/>
                </a:cubicBezTo>
                <a:cubicBezTo>
                  <a:pt x="256" y="283"/>
                  <a:pt x="257" y="283"/>
                  <a:pt x="257" y="284"/>
                </a:cubicBezTo>
                <a:cubicBezTo>
                  <a:pt x="258" y="284"/>
                  <a:pt x="258" y="284"/>
                  <a:pt x="259" y="283"/>
                </a:cubicBezTo>
                <a:cubicBezTo>
                  <a:pt x="260" y="283"/>
                  <a:pt x="261" y="282"/>
                  <a:pt x="262" y="282"/>
                </a:cubicBezTo>
                <a:cubicBezTo>
                  <a:pt x="263" y="282"/>
                  <a:pt x="263" y="282"/>
                  <a:pt x="263" y="282"/>
                </a:cubicBezTo>
                <a:cubicBezTo>
                  <a:pt x="264" y="281"/>
                  <a:pt x="267" y="281"/>
                  <a:pt x="268" y="280"/>
                </a:cubicBezTo>
                <a:cubicBezTo>
                  <a:pt x="269" y="279"/>
                  <a:pt x="269" y="280"/>
                  <a:pt x="270" y="281"/>
                </a:cubicBezTo>
                <a:cubicBezTo>
                  <a:pt x="271" y="281"/>
                  <a:pt x="271" y="281"/>
                  <a:pt x="271" y="280"/>
                </a:cubicBezTo>
                <a:cubicBezTo>
                  <a:pt x="272" y="279"/>
                  <a:pt x="273" y="279"/>
                  <a:pt x="274" y="279"/>
                </a:cubicBezTo>
                <a:cubicBezTo>
                  <a:pt x="275" y="279"/>
                  <a:pt x="277" y="279"/>
                  <a:pt x="278" y="279"/>
                </a:cubicBezTo>
                <a:cubicBezTo>
                  <a:pt x="282" y="279"/>
                  <a:pt x="283" y="281"/>
                  <a:pt x="281" y="284"/>
                </a:cubicBezTo>
                <a:cubicBezTo>
                  <a:pt x="281" y="286"/>
                  <a:pt x="280" y="286"/>
                  <a:pt x="279" y="287"/>
                </a:cubicBezTo>
                <a:cubicBezTo>
                  <a:pt x="277" y="287"/>
                  <a:pt x="275" y="288"/>
                  <a:pt x="274" y="289"/>
                </a:cubicBezTo>
                <a:cubicBezTo>
                  <a:pt x="273" y="289"/>
                  <a:pt x="272" y="289"/>
                  <a:pt x="271" y="289"/>
                </a:cubicBezTo>
                <a:cubicBezTo>
                  <a:pt x="270" y="289"/>
                  <a:pt x="270" y="291"/>
                  <a:pt x="270" y="291"/>
                </a:cubicBezTo>
                <a:close/>
                <a:moveTo>
                  <a:pt x="247" y="332"/>
                </a:moveTo>
                <a:cubicBezTo>
                  <a:pt x="248" y="334"/>
                  <a:pt x="247" y="335"/>
                  <a:pt x="246" y="336"/>
                </a:cubicBezTo>
                <a:cubicBezTo>
                  <a:pt x="246" y="337"/>
                  <a:pt x="245" y="336"/>
                  <a:pt x="244" y="336"/>
                </a:cubicBezTo>
                <a:cubicBezTo>
                  <a:pt x="243" y="336"/>
                  <a:pt x="242" y="336"/>
                  <a:pt x="241" y="336"/>
                </a:cubicBezTo>
                <a:cubicBezTo>
                  <a:pt x="239" y="336"/>
                  <a:pt x="238" y="335"/>
                  <a:pt x="236" y="335"/>
                </a:cubicBezTo>
                <a:cubicBezTo>
                  <a:pt x="236" y="335"/>
                  <a:pt x="235" y="335"/>
                  <a:pt x="235" y="334"/>
                </a:cubicBezTo>
                <a:cubicBezTo>
                  <a:pt x="235" y="332"/>
                  <a:pt x="235" y="331"/>
                  <a:pt x="236" y="331"/>
                </a:cubicBezTo>
                <a:cubicBezTo>
                  <a:pt x="237" y="330"/>
                  <a:pt x="238" y="330"/>
                  <a:pt x="239" y="330"/>
                </a:cubicBezTo>
                <a:cubicBezTo>
                  <a:pt x="240" y="330"/>
                  <a:pt x="242" y="330"/>
                  <a:pt x="243" y="329"/>
                </a:cubicBezTo>
                <a:cubicBezTo>
                  <a:pt x="244" y="329"/>
                  <a:pt x="244" y="329"/>
                  <a:pt x="245" y="330"/>
                </a:cubicBezTo>
                <a:cubicBezTo>
                  <a:pt x="246" y="330"/>
                  <a:pt x="246" y="331"/>
                  <a:pt x="247" y="332"/>
                </a:cubicBezTo>
                <a:close/>
                <a:moveTo>
                  <a:pt x="319" y="375"/>
                </a:moveTo>
                <a:cubicBezTo>
                  <a:pt x="319" y="372"/>
                  <a:pt x="319" y="370"/>
                  <a:pt x="318" y="368"/>
                </a:cubicBezTo>
                <a:cubicBezTo>
                  <a:pt x="318" y="368"/>
                  <a:pt x="318" y="367"/>
                  <a:pt x="318" y="367"/>
                </a:cubicBezTo>
                <a:cubicBezTo>
                  <a:pt x="318" y="366"/>
                  <a:pt x="317" y="366"/>
                  <a:pt x="317" y="366"/>
                </a:cubicBezTo>
                <a:cubicBezTo>
                  <a:pt x="316" y="364"/>
                  <a:pt x="315" y="364"/>
                  <a:pt x="314" y="363"/>
                </a:cubicBezTo>
                <a:cubicBezTo>
                  <a:pt x="312" y="361"/>
                  <a:pt x="310" y="361"/>
                  <a:pt x="309" y="361"/>
                </a:cubicBezTo>
                <a:cubicBezTo>
                  <a:pt x="307" y="361"/>
                  <a:pt x="308" y="363"/>
                  <a:pt x="307" y="364"/>
                </a:cubicBezTo>
                <a:cubicBezTo>
                  <a:pt x="307" y="364"/>
                  <a:pt x="307" y="364"/>
                  <a:pt x="307" y="364"/>
                </a:cubicBezTo>
                <a:cubicBezTo>
                  <a:pt x="305" y="365"/>
                  <a:pt x="306" y="366"/>
                  <a:pt x="306" y="368"/>
                </a:cubicBezTo>
                <a:cubicBezTo>
                  <a:pt x="306" y="369"/>
                  <a:pt x="306" y="370"/>
                  <a:pt x="308" y="371"/>
                </a:cubicBezTo>
                <a:cubicBezTo>
                  <a:pt x="306" y="371"/>
                  <a:pt x="306" y="371"/>
                  <a:pt x="306" y="373"/>
                </a:cubicBezTo>
                <a:cubicBezTo>
                  <a:pt x="306" y="373"/>
                  <a:pt x="306" y="374"/>
                  <a:pt x="306" y="375"/>
                </a:cubicBezTo>
                <a:cubicBezTo>
                  <a:pt x="306" y="376"/>
                  <a:pt x="306" y="376"/>
                  <a:pt x="305" y="376"/>
                </a:cubicBezTo>
                <a:cubicBezTo>
                  <a:pt x="305" y="374"/>
                  <a:pt x="305" y="373"/>
                  <a:pt x="305" y="371"/>
                </a:cubicBezTo>
                <a:cubicBezTo>
                  <a:pt x="304" y="370"/>
                  <a:pt x="304" y="370"/>
                  <a:pt x="304" y="369"/>
                </a:cubicBezTo>
                <a:cubicBezTo>
                  <a:pt x="304" y="367"/>
                  <a:pt x="303" y="366"/>
                  <a:pt x="301" y="366"/>
                </a:cubicBezTo>
                <a:cubicBezTo>
                  <a:pt x="300" y="367"/>
                  <a:pt x="299" y="367"/>
                  <a:pt x="298" y="369"/>
                </a:cubicBezTo>
                <a:cubicBezTo>
                  <a:pt x="298" y="370"/>
                  <a:pt x="297" y="371"/>
                  <a:pt x="296" y="372"/>
                </a:cubicBezTo>
                <a:cubicBezTo>
                  <a:pt x="296" y="371"/>
                  <a:pt x="296" y="370"/>
                  <a:pt x="296" y="369"/>
                </a:cubicBezTo>
                <a:cubicBezTo>
                  <a:pt x="297" y="368"/>
                  <a:pt x="297" y="366"/>
                  <a:pt x="298" y="365"/>
                </a:cubicBezTo>
                <a:cubicBezTo>
                  <a:pt x="299" y="364"/>
                  <a:pt x="299" y="363"/>
                  <a:pt x="298" y="362"/>
                </a:cubicBezTo>
                <a:cubicBezTo>
                  <a:pt x="297" y="361"/>
                  <a:pt x="296" y="361"/>
                  <a:pt x="295" y="361"/>
                </a:cubicBezTo>
                <a:cubicBezTo>
                  <a:pt x="294" y="361"/>
                  <a:pt x="293" y="362"/>
                  <a:pt x="292" y="362"/>
                </a:cubicBezTo>
                <a:cubicBezTo>
                  <a:pt x="292" y="361"/>
                  <a:pt x="292" y="360"/>
                  <a:pt x="292" y="360"/>
                </a:cubicBezTo>
                <a:cubicBezTo>
                  <a:pt x="293" y="358"/>
                  <a:pt x="292" y="356"/>
                  <a:pt x="295" y="356"/>
                </a:cubicBezTo>
                <a:cubicBezTo>
                  <a:pt x="295" y="355"/>
                  <a:pt x="295" y="355"/>
                  <a:pt x="295" y="355"/>
                </a:cubicBezTo>
                <a:cubicBezTo>
                  <a:pt x="293" y="354"/>
                  <a:pt x="295" y="354"/>
                  <a:pt x="295" y="353"/>
                </a:cubicBezTo>
                <a:cubicBezTo>
                  <a:pt x="295" y="352"/>
                  <a:pt x="294" y="352"/>
                  <a:pt x="294" y="351"/>
                </a:cubicBezTo>
                <a:cubicBezTo>
                  <a:pt x="294" y="349"/>
                  <a:pt x="293" y="348"/>
                  <a:pt x="292" y="348"/>
                </a:cubicBezTo>
                <a:cubicBezTo>
                  <a:pt x="291" y="348"/>
                  <a:pt x="291" y="347"/>
                  <a:pt x="291" y="347"/>
                </a:cubicBezTo>
                <a:cubicBezTo>
                  <a:pt x="292" y="346"/>
                  <a:pt x="291" y="346"/>
                  <a:pt x="291" y="345"/>
                </a:cubicBezTo>
                <a:cubicBezTo>
                  <a:pt x="291" y="344"/>
                  <a:pt x="290" y="343"/>
                  <a:pt x="291" y="343"/>
                </a:cubicBezTo>
                <a:cubicBezTo>
                  <a:pt x="291" y="342"/>
                  <a:pt x="291" y="342"/>
                  <a:pt x="291" y="342"/>
                </a:cubicBezTo>
                <a:cubicBezTo>
                  <a:pt x="290" y="341"/>
                  <a:pt x="288" y="339"/>
                  <a:pt x="291" y="339"/>
                </a:cubicBezTo>
                <a:cubicBezTo>
                  <a:pt x="291" y="339"/>
                  <a:pt x="291" y="338"/>
                  <a:pt x="291" y="338"/>
                </a:cubicBezTo>
                <a:cubicBezTo>
                  <a:pt x="291" y="337"/>
                  <a:pt x="292" y="337"/>
                  <a:pt x="292" y="337"/>
                </a:cubicBezTo>
                <a:cubicBezTo>
                  <a:pt x="293" y="336"/>
                  <a:pt x="292" y="336"/>
                  <a:pt x="292" y="335"/>
                </a:cubicBezTo>
                <a:cubicBezTo>
                  <a:pt x="291" y="335"/>
                  <a:pt x="291" y="334"/>
                  <a:pt x="290" y="335"/>
                </a:cubicBezTo>
                <a:cubicBezTo>
                  <a:pt x="290" y="335"/>
                  <a:pt x="290" y="335"/>
                  <a:pt x="290" y="335"/>
                </a:cubicBezTo>
                <a:cubicBezTo>
                  <a:pt x="290" y="334"/>
                  <a:pt x="289" y="334"/>
                  <a:pt x="290" y="333"/>
                </a:cubicBezTo>
                <a:cubicBezTo>
                  <a:pt x="290" y="333"/>
                  <a:pt x="290" y="333"/>
                  <a:pt x="290" y="332"/>
                </a:cubicBezTo>
                <a:cubicBezTo>
                  <a:pt x="290" y="332"/>
                  <a:pt x="289" y="332"/>
                  <a:pt x="289" y="332"/>
                </a:cubicBezTo>
                <a:cubicBezTo>
                  <a:pt x="288" y="332"/>
                  <a:pt x="288" y="332"/>
                  <a:pt x="288" y="333"/>
                </a:cubicBezTo>
                <a:cubicBezTo>
                  <a:pt x="288" y="333"/>
                  <a:pt x="288" y="333"/>
                  <a:pt x="288" y="333"/>
                </a:cubicBezTo>
                <a:cubicBezTo>
                  <a:pt x="285" y="332"/>
                  <a:pt x="284" y="333"/>
                  <a:pt x="284" y="335"/>
                </a:cubicBezTo>
                <a:cubicBezTo>
                  <a:pt x="283" y="335"/>
                  <a:pt x="283" y="336"/>
                  <a:pt x="283" y="337"/>
                </a:cubicBezTo>
                <a:cubicBezTo>
                  <a:pt x="282" y="339"/>
                  <a:pt x="282" y="340"/>
                  <a:pt x="281" y="341"/>
                </a:cubicBezTo>
                <a:cubicBezTo>
                  <a:pt x="280" y="341"/>
                  <a:pt x="280" y="343"/>
                  <a:pt x="280" y="343"/>
                </a:cubicBezTo>
                <a:cubicBezTo>
                  <a:pt x="281" y="344"/>
                  <a:pt x="281" y="345"/>
                  <a:pt x="280" y="345"/>
                </a:cubicBezTo>
                <a:cubicBezTo>
                  <a:pt x="279" y="345"/>
                  <a:pt x="279" y="345"/>
                  <a:pt x="279" y="345"/>
                </a:cubicBezTo>
                <a:cubicBezTo>
                  <a:pt x="278" y="345"/>
                  <a:pt x="277" y="347"/>
                  <a:pt x="276" y="347"/>
                </a:cubicBezTo>
                <a:cubicBezTo>
                  <a:pt x="275" y="347"/>
                  <a:pt x="275" y="348"/>
                  <a:pt x="275" y="349"/>
                </a:cubicBezTo>
                <a:cubicBezTo>
                  <a:pt x="275" y="350"/>
                  <a:pt x="275" y="352"/>
                  <a:pt x="275" y="352"/>
                </a:cubicBezTo>
                <a:cubicBezTo>
                  <a:pt x="277" y="353"/>
                  <a:pt x="278" y="354"/>
                  <a:pt x="279" y="355"/>
                </a:cubicBezTo>
                <a:cubicBezTo>
                  <a:pt x="279" y="355"/>
                  <a:pt x="279" y="355"/>
                  <a:pt x="279" y="354"/>
                </a:cubicBezTo>
                <a:cubicBezTo>
                  <a:pt x="280" y="354"/>
                  <a:pt x="281" y="355"/>
                  <a:pt x="281" y="355"/>
                </a:cubicBezTo>
                <a:cubicBezTo>
                  <a:pt x="281" y="356"/>
                  <a:pt x="281" y="356"/>
                  <a:pt x="282" y="356"/>
                </a:cubicBezTo>
                <a:cubicBezTo>
                  <a:pt x="282" y="358"/>
                  <a:pt x="285" y="358"/>
                  <a:pt x="284" y="360"/>
                </a:cubicBezTo>
                <a:cubicBezTo>
                  <a:pt x="284" y="360"/>
                  <a:pt x="284" y="361"/>
                  <a:pt x="284" y="361"/>
                </a:cubicBezTo>
                <a:cubicBezTo>
                  <a:pt x="285" y="362"/>
                  <a:pt x="284" y="363"/>
                  <a:pt x="283" y="363"/>
                </a:cubicBezTo>
                <a:cubicBezTo>
                  <a:pt x="282" y="364"/>
                  <a:pt x="282" y="364"/>
                  <a:pt x="282" y="365"/>
                </a:cubicBezTo>
                <a:cubicBezTo>
                  <a:pt x="281" y="365"/>
                  <a:pt x="280" y="365"/>
                  <a:pt x="280" y="365"/>
                </a:cubicBezTo>
                <a:cubicBezTo>
                  <a:pt x="279" y="365"/>
                  <a:pt x="279" y="366"/>
                  <a:pt x="279" y="366"/>
                </a:cubicBezTo>
                <a:cubicBezTo>
                  <a:pt x="279" y="367"/>
                  <a:pt x="278" y="367"/>
                  <a:pt x="278" y="368"/>
                </a:cubicBezTo>
                <a:cubicBezTo>
                  <a:pt x="279" y="369"/>
                  <a:pt x="279" y="368"/>
                  <a:pt x="280" y="368"/>
                </a:cubicBezTo>
                <a:cubicBezTo>
                  <a:pt x="281" y="368"/>
                  <a:pt x="281" y="368"/>
                  <a:pt x="281" y="369"/>
                </a:cubicBezTo>
                <a:cubicBezTo>
                  <a:pt x="281" y="370"/>
                  <a:pt x="281" y="371"/>
                  <a:pt x="283" y="370"/>
                </a:cubicBezTo>
                <a:cubicBezTo>
                  <a:pt x="283" y="370"/>
                  <a:pt x="283" y="372"/>
                  <a:pt x="285" y="372"/>
                </a:cubicBezTo>
                <a:cubicBezTo>
                  <a:pt x="287" y="372"/>
                  <a:pt x="288" y="374"/>
                  <a:pt x="288" y="376"/>
                </a:cubicBezTo>
                <a:cubicBezTo>
                  <a:pt x="289" y="377"/>
                  <a:pt x="288" y="379"/>
                  <a:pt x="288" y="379"/>
                </a:cubicBezTo>
                <a:cubicBezTo>
                  <a:pt x="287" y="380"/>
                  <a:pt x="287" y="380"/>
                  <a:pt x="288" y="380"/>
                </a:cubicBezTo>
                <a:cubicBezTo>
                  <a:pt x="289" y="381"/>
                  <a:pt x="288" y="381"/>
                  <a:pt x="288" y="381"/>
                </a:cubicBezTo>
                <a:cubicBezTo>
                  <a:pt x="288" y="382"/>
                  <a:pt x="288" y="382"/>
                  <a:pt x="287" y="382"/>
                </a:cubicBezTo>
                <a:cubicBezTo>
                  <a:pt x="286" y="382"/>
                  <a:pt x="285" y="381"/>
                  <a:pt x="284" y="381"/>
                </a:cubicBezTo>
                <a:cubicBezTo>
                  <a:pt x="281" y="380"/>
                  <a:pt x="278" y="380"/>
                  <a:pt x="276" y="380"/>
                </a:cubicBezTo>
                <a:cubicBezTo>
                  <a:pt x="275" y="380"/>
                  <a:pt x="274" y="380"/>
                  <a:pt x="274" y="379"/>
                </a:cubicBezTo>
                <a:cubicBezTo>
                  <a:pt x="274" y="379"/>
                  <a:pt x="274" y="379"/>
                  <a:pt x="274" y="379"/>
                </a:cubicBezTo>
                <a:cubicBezTo>
                  <a:pt x="273" y="379"/>
                  <a:pt x="271" y="379"/>
                  <a:pt x="270" y="380"/>
                </a:cubicBezTo>
                <a:cubicBezTo>
                  <a:pt x="269" y="381"/>
                  <a:pt x="267" y="381"/>
                  <a:pt x="266" y="380"/>
                </a:cubicBezTo>
                <a:cubicBezTo>
                  <a:pt x="266" y="378"/>
                  <a:pt x="266" y="376"/>
                  <a:pt x="266" y="375"/>
                </a:cubicBezTo>
                <a:cubicBezTo>
                  <a:pt x="266" y="373"/>
                  <a:pt x="265" y="371"/>
                  <a:pt x="264" y="370"/>
                </a:cubicBezTo>
                <a:cubicBezTo>
                  <a:pt x="264" y="370"/>
                  <a:pt x="265" y="370"/>
                  <a:pt x="265" y="369"/>
                </a:cubicBezTo>
                <a:cubicBezTo>
                  <a:pt x="265" y="368"/>
                  <a:pt x="264" y="369"/>
                  <a:pt x="264" y="369"/>
                </a:cubicBezTo>
                <a:cubicBezTo>
                  <a:pt x="263" y="370"/>
                  <a:pt x="262" y="370"/>
                  <a:pt x="261" y="370"/>
                </a:cubicBezTo>
                <a:cubicBezTo>
                  <a:pt x="260" y="370"/>
                  <a:pt x="260" y="370"/>
                  <a:pt x="260" y="370"/>
                </a:cubicBezTo>
                <a:cubicBezTo>
                  <a:pt x="260" y="369"/>
                  <a:pt x="260" y="369"/>
                  <a:pt x="260" y="369"/>
                </a:cubicBezTo>
                <a:cubicBezTo>
                  <a:pt x="259" y="370"/>
                  <a:pt x="259" y="370"/>
                  <a:pt x="258" y="370"/>
                </a:cubicBezTo>
                <a:cubicBezTo>
                  <a:pt x="258" y="370"/>
                  <a:pt x="258" y="369"/>
                  <a:pt x="259" y="368"/>
                </a:cubicBezTo>
                <a:cubicBezTo>
                  <a:pt x="260" y="368"/>
                  <a:pt x="261" y="367"/>
                  <a:pt x="262" y="367"/>
                </a:cubicBezTo>
                <a:cubicBezTo>
                  <a:pt x="262" y="367"/>
                  <a:pt x="263" y="366"/>
                  <a:pt x="262" y="366"/>
                </a:cubicBezTo>
                <a:cubicBezTo>
                  <a:pt x="261" y="365"/>
                  <a:pt x="260" y="364"/>
                  <a:pt x="259" y="363"/>
                </a:cubicBezTo>
                <a:cubicBezTo>
                  <a:pt x="256" y="361"/>
                  <a:pt x="256" y="361"/>
                  <a:pt x="256" y="357"/>
                </a:cubicBezTo>
                <a:cubicBezTo>
                  <a:pt x="256" y="356"/>
                  <a:pt x="256" y="356"/>
                  <a:pt x="255" y="356"/>
                </a:cubicBezTo>
                <a:cubicBezTo>
                  <a:pt x="254" y="356"/>
                  <a:pt x="253" y="356"/>
                  <a:pt x="252" y="354"/>
                </a:cubicBezTo>
                <a:cubicBezTo>
                  <a:pt x="252" y="353"/>
                  <a:pt x="251" y="353"/>
                  <a:pt x="251" y="354"/>
                </a:cubicBezTo>
                <a:cubicBezTo>
                  <a:pt x="249" y="353"/>
                  <a:pt x="248" y="353"/>
                  <a:pt x="247" y="355"/>
                </a:cubicBezTo>
                <a:cubicBezTo>
                  <a:pt x="246" y="355"/>
                  <a:pt x="245" y="356"/>
                  <a:pt x="243" y="356"/>
                </a:cubicBezTo>
                <a:cubicBezTo>
                  <a:pt x="242" y="356"/>
                  <a:pt x="242" y="355"/>
                  <a:pt x="242" y="354"/>
                </a:cubicBezTo>
                <a:cubicBezTo>
                  <a:pt x="242" y="354"/>
                  <a:pt x="242" y="354"/>
                  <a:pt x="242" y="353"/>
                </a:cubicBezTo>
                <a:cubicBezTo>
                  <a:pt x="241" y="352"/>
                  <a:pt x="240" y="351"/>
                  <a:pt x="242" y="349"/>
                </a:cubicBezTo>
                <a:cubicBezTo>
                  <a:pt x="242" y="349"/>
                  <a:pt x="242" y="348"/>
                  <a:pt x="242" y="347"/>
                </a:cubicBezTo>
                <a:cubicBezTo>
                  <a:pt x="241" y="344"/>
                  <a:pt x="238" y="345"/>
                  <a:pt x="235" y="344"/>
                </a:cubicBezTo>
                <a:cubicBezTo>
                  <a:pt x="235" y="344"/>
                  <a:pt x="235" y="344"/>
                  <a:pt x="234" y="345"/>
                </a:cubicBezTo>
                <a:cubicBezTo>
                  <a:pt x="234" y="345"/>
                  <a:pt x="233" y="345"/>
                  <a:pt x="233" y="345"/>
                </a:cubicBezTo>
                <a:cubicBezTo>
                  <a:pt x="231" y="346"/>
                  <a:pt x="229" y="346"/>
                  <a:pt x="227" y="348"/>
                </a:cubicBezTo>
                <a:cubicBezTo>
                  <a:pt x="226" y="349"/>
                  <a:pt x="226" y="350"/>
                  <a:pt x="226" y="351"/>
                </a:cubicBezTo>
                <a:cubicBezTo>
                  <a:pt x="225" y="353"/>
                  <a:pt x="226" y="354"/>
                  <a:pt x="228" y="354"/>
                </a:cubicBezTo>
                <a:cubicBezTo>
                  <a:pt x="230" y="354"/>
                  <a:pt x="232" y="354"/>
                  <a:pt x="234" y="356"/>
                </a:cubicBezTo>
                <a:cubicBezTo>
                  <a:pt x="234" y="357"/>
                  <a:pt x="235" y="357"/>
                  <a:pt x="235" y="357"/>
                </a:cubicBezTo>
                <a:cubicBezTo>
                  <a:pt x="236" y="357"/>
                  <a:pt x="236" y="357"/>
                  <a:pt x="237" y="357"/>
                </a:cubicBezTo>
                <a:cubicBezTo>
                  <a:pt x="235" y="358"/>
                  <a:pt x="234" y="358"/>
                  <a:pt x="232" y="357"/>
                </a:cubicBezTo>
                <a:cubicBezTo>
                  <a:pt x="231" y="356"/>
                  <a:pt x="230" y="356"/>
                  <a:pt x="229" y="356"/>
                </a:cubicBezTo>
                <a:cubicBezTo>
                  <a:pt x="228" y="356"/>
                  <a:pt x="227" y="356"/>
                  <a:pt x="226" y="356"/>
                </a:cubicBezTo>
                <a:cubicBezTo>
                  <a:pt x="222" y="355"/>
                  <a:pt x="220" y="357"/>
                  <a:pt x="219" y="360"/>
                </a:cubicBezTo>
                <a:cubicBezTo>
                  <a:pt x="218" y="361"/>
                  <a:pt x="218" y="362"/>
                  <a:pt x="220" y="362"/>
                </a:cubicBezTo>
                <a:cubicBezTo>
                  <a:pt x="220" y="362"/>
                  <a:pt x="220" y="363"/>
                  <a:pt x="221" y="364"/>
                </a:cubicBezTo>
                <a:cubicBezTo>
                  <a:pt x="221" y="364"/>
                  <a:pt x="220" y="364"/>
                  <a:pt x="220" y="364"/>
                </a:cubicBezTo>
                <a:cubicBezTo>
                  <a:pt x="219" y="364"/>
                  <a:pt x="218" y="364"/>
                  <a:pt x="218" y="365"/>
                </a:cubicBezTo>
                <a:cubicBezTo>
                  <a:pt x="218" y="366"/>
                  <a:pt x="218" y="367"/>
                  <a:pt x="220" y="367"/>
                </a:cubicBezTo>
                <a:cubicBezTo>
                  <a:pt x="221" y="368"/>
                  <a:pt x="223" y="368"/>
                  <a:pt x="225" y="367"/>
                </a:cubicBezTo>
                <a:cubicBezTo>
                  <a:pt x="228" y="367"/>
                  <a:pt x="231" y="368"/>
                  <a:pt x="234" y="366"/>
                </a:cubicBezTo>
                <a:cubicBezTo>
                  <a:pt x="234" y="366"/>
                  <a:pt x="235" y="366"/>
                  <a:pt x="235" y="367"/>
                </a:cubicBezTo>
                <a:cubicBezTo>
                  <a:pt x="235" y="367"/>
                  <a:pt x="235" y="368"/>
                  <a:pt x="234" y="368"/>
                </a:cubicBezTo>
                <a:cubicBezTo>
                  <a:pt x="234" y="368"/>
                  <a:pt x="234" y="368"/>
                  <a:pt x="234" y="368"/>
                </a:cubicBezTo>
                <a:cubicBezTo>
                  <a:pt x="232" y="368"/>
                  <a:pt x="230" y="369"/>
                  <a:pt x="228" y="369"/>
                </a:cubicBezTo>
                <a:cubicBezTo>
                  <a:pt x="227" y="369"/>
                  <a:pt x="226" y="369"/>
                  <a:pt x="225" y="369"/>
                </a:cubicBezTo>
                <a:cubicBezTo>
                  <a:pt x="223" y="370"/>
                  <a:pt x="221" y="370"/>
                  <a:pt x="219" y="370"/>
                </a:cubicBezTo>
                <a:cubicBezTo>
                  <a:pt x="218" y="370"/>
                  <a:pt x="217" y="370"/>
                  <a:pt x="216" y="371"/>
                </a:cubicBezTo>
                <a:cubicBezTo>
                  <a:pt x="215" y="373"/>
                  <a:pt x="214" y="375"/>
                  <a:pt x="214" y="377"/>
                </a:cubicBezTo>
                <a:cubicBezTo>
                  <a:pt x="214" y="377"/>
                  <a:pt x="213" y="378"/>
                  <a:pt x="214" y="378"/>
                </a:cubicBezTo>
                <a:cubicBezTo>
                  <a:pt x="217" y="379"/>
                  <a:pt x="220" y="379"/>
                  <a:pt x="223" y="378"/>
                </a:cubicBezTo>
                <a:cubicBezTo>
                  <a:pt x="226" y="376"/>
                  <a:pt x="229" y="376"/>
                  <a:pt x="232" y="374"/>
                </a:cubicBezTo>
                <a:cubicBezTo>
                  <a:pt x="232" y="374"/>
                  <a:pt x="232" y="374"/>
                  <a:pt x="233" y="374"/>
                </a:cubicBezTo>
                <a:cubicBezTo>
                  <a:pt x="233" y="374"/>
                  <a:pt x="233" y="374"/>
                  <a:pt x="233" y="375"/>
                </a:cubicBezTo>
                <a:cubicBezTo>
                  <a:pt x="232" y="375"/>
                  <a:pt x="232" y="375"/>
                  <a:pt x="231" y="376"/>
                </a:cubicBezTo>
                <a:cubicBezTo>
                  <a:pt x="231" y="376"/>
                  <a:pt x="231" y="377"/>
                  <a:pt x="230" y="377"/>
                </a:cubicBezTo>
                <a:cubicBezTo>
                  <a:pt x="228" y="378"/>
                  <a:pt x="227" y="380"/>
                  <a:pt x="225" y="381"/>
                </a:cubicBezTo>
                <a:cubicBezTo>
                  <a:pt x="225" y="381"/>
                  <a:pt x="225" y="382"/>
                  <a:pt x="224" y="382"/>
                </a:cubicBezTo>
                <a:cubicBezTo>
                  <a:pt x="222" y="382"/>
                  <a:pt x="220" y="382"/>
                  <a:pt x="218" y="382"/>
                </a:cubicBezTo>
                <a:cubicBezTo>
                  <a:pt x="217" y="382"/>
                  <a:pt x="217" y="382"/>
                  <a:pt x="217" y="382"/>
                </a:cubicBezTo>
                <a:cubicBezTo>
                  <a:pt x="215" y="382"/>
                  <a:pt x="213" y="382"/>
                  <a:pt x="212" y="384"/>
                </a:cubicBezTo>
                <a:cubicBezTo>
                  <a:pt x="211" y="385"/>
                  <a:pt x="211" y="387"/>
                  <a:pt x="210" y="388"/>
                </a:cubicBezTo>
                <a:cubicBezTo>
                  <a:pt x="210" y="390"/>
                  <a:pt x="210" y="391"/>
                  <a:pt x="211" y="392"/>
                </a:cubicBezTo>
                <a:cubicBezTo>
                  <a:pt x="212" y="393"/>
                  <a:pt x="213" y="393"/>
                  <a:pt x="214" y="393"/>
                </a:cubicBezTo>
                <a:cubicBezTo>
                  <a:pt x="215" y="393"/>
                  <a:pt x="216" y="393"/>
                  <a:pt x="217" y="394"/>
                </a:cubicBezTo>
                <a:cubicBezTo>
                  <a:pt x="218" y="395"/>
                  <a:pt x="219" y="395"/>
                  <a:pt x="219" y="393"/>
                </a:cubicBezTo>
                <a:cubicBezTo>
                  <a:pt x="219" y="393"/>
                  <a:pt x="219" y="393"/>
                  <a:pt x="220" y="392"/>
                </a:cubicBezTo>
                <a:cubicBezTo>
                  <a:pt x="220" y="392"/>
                  <a:pt x="221" y="392"/>
                  <a:pt x="222" y="391"/>
                </a:cubicBezTo>
                <a:cubicBezTo>
                  <a:pt x="223" y="392"/>
                  <a:pt x="222" y="392"/>
                  <a:pt x="222" y="393"/>
                </a:cubicBezTo>
                <a:cubicBezTo>
                  <a:pt x="222" y="395"/>
                  <a:pt x="222" y="395"/>
                  <a:pt x="224" y="395"/>
                </a:cubicBezTo>
                <a:cubicBezTo>
                  <a:pt x="224" y="396"/>
                  <a:pt x="222" y="396"/>
                  <a:pt x="223" y="397"/>
                </a:cubicBezTo>
                <a:cubicBezTo>
                  <a:pt x="223" y="398"/>
                  <a:pt x="224" y="398"/>
                  <a:pt x="225" y="399"/>
                </a:cubicBezTo>
                <a:cubicBezTo>
                  <a:pt x="225" y="399"/>
                  <a:pt x="225" y="399"/>
                  <a:pt x="225" y="399"/>
                </a:cubicBezTo>
                <a:cubicBezTo>
                  <a:pt x="226" y="399"/>
                  <a:pt x="227" y="400"/>
                  <a:pt x="228" y="399"/>
                </a:cubicBezTo>
                <a:cubicBezTo>
                  <a:pt x="229" y="399"/>
                  <a:pt x="229" y="398"/>
                  <a:pt x="228" y="397"/>
                </a:cubicBezTo>
                <a:cubicBezTo>
                  <a:pt x="228" y="396"/>
                  <a:pt x="228" y="396"/>
                  <a:pt x="228" y="395"/>
                </a:cubicBezTo>
                <a:cubicBezTo>
                  <a:pt x="228" y="395"/>
                  <a:pt x="227" y="395"/>
                  <a:pt x="228" y="394"/>
                </a:cubicBezTo>
                <a:cubicBezTo>
                  <a:pt x="228" y="394"/>
                  <a:pt x="228" y="394"/>
                  <a:pt x="229" y="394"/>
                </a:cubicBezTo>
                <a:cubicBezTo>
                  <a:pt x="229" y="395"/>
                  <a:pt x="229" y="395"/>
                  <a:pt x="230" y="395"/>
                </a:cubicBezTo>
                <a:cubicBezTo>
                  <a:pt x="230" y="395"/>
                  <a:pt x="230" y="394"/>
                  <a:pt x="231" y="393"/>
                </a:cubicBezTo>
                <a:cubicBezTo>
                  <a:pt x="231" y="393"/>
                  <a:pt x="231" y="393"/>
                  <a:pt x="232" y="393"/>
                </a:cubicBezTo>
                <a:cubicBezTo>
                  <a:pt x="232" y="394"/>
                  <a:pt x="232" y="395"/>
                  <a:pt x="232" y="396"/>
                </a:cubicBezTo>
                <a:cubicBezTo>
                  <a:pt x="231" y="397"/>
                  <a:pt x="231" y="397"/>
                  <a:pt x="231" y="398"/>
                </a:cubicBezTo>
                <a:cubicBezTo>
                  <a:pt x="232" y="400"/>
                  <a:pt x="233" y="400"/>
                  <a:pt x="234" y="399"/>
                </a:cubicBezTo>
                <a:cubicBezTo>
                  <a:pt x="235" y="399"/>
                  <a:pt x="236" y="398"/>
                  <a:pt x="237" y="398"/>
                </a:cubicBezTo>
                <a:cubicBezTo>
                  <a:pt x="238" y="396"/>
                  <a:pt x="239" y="395"/>
                  <a:pt x="239" y="393"/>
                </a:cubicBezTo>
                <a:cubicBezTo>
                  <a:pt x="239" y="391"/>
                  <a:pt x="239" y="390"/>
                  <a:pt x="237" y="389"/>
                </a:cubicBezTo>
                <a:cubicBezTo>
                  <a:pt x="237" y="389"/>
                  <a:pt x="237" y="389"/>
                  <a:pt x="237" y="389"/>
                </a:cubicBezTo>
                <a:cubicBezTo>
                  <a:pt x="237" y="389"/>
                  <a:pt x="237" y="389"/>
                  <a:pt x="237" y="388"/>
                </a:cubicBezTo>
                <a:cubicBezTo>
                  <a:pt x="237" y="388"/>
                  <a:pt x="237" y="388"/>
                  <a:pt x="237" y="388"/>
                </a:cubicBezTo>
                <a:cubicBezTo>
                  <a:pt x="238" y="389"/>
                  <a:pt x="239" y="389"/>
                  <a:pt x="239" y="389"/>
                </a:cubicBezTo>
                <a:cubicBezTo>
                  <a:pt x="239" y="390"/>
                  <a:pt x="239" y="391"/>
                  <a:pt x="240" y="391"/>
                </a:cubicBezTo>
                <a:cubicBezTo>
                  <a:pt x="241" y="391"/>
                  <a:pt x="241" y="390"/>
                  <a:pt x="241" y="389"/>
                </a:cubicBezTo>
                <a:cubicBezTo>
                  <a:pt x="241" y="388"/>
                  <a:pt x="241" y="388"/>
                  <a:pt x="242" y="387"/>
                </a:cubicBezTo>
                <a:cubicBezTo>
                  <a:pt x="241" y="385"/>
                  <a:pt x="242" y="384"/>
                  <a:pt x="242" y="383"/>
                </a:cubicBezTo>
                <a:cubicBezTo>
                  <a:pt x="242" y="382"/>
                  <a:pt x="240" y="383"/>
                  <a:pt x="240" y="382"/>
                </a:cubicBezTo>
                <a:cubicBezTo>
                  <a:pt x="241" y="382"/>
                  <a:pt x="242" y="382"/>
                  <a:pt x="242" y="382"/>
                </a:cubicBezTo>
                <a:cubicBezTo>
                  <a:pt x="243" y="383"/>
                  <a:pt x="243" y="385"/>
                  <a:pt x="244" y="385"/>
                </a:cubicBezTo>
                <a:cubicBezTo>
                  <a:pt x="244" y="386"/>
                  <a:pt x="244" y="386"/>
                  <a:pt x="244" y="385"/>
                </a:cubicBezTo>
                <a:cubicBezTo>
                  <a:pt x="245" y="385"/>
                  <a:pt x="246" y="385"/>
                  <a:pt x="246" y="384"/>
                </a:cubicBezTo>
                <a:cubicBezTo>
                  <a:pt x="247" y="384"/>
                  <a:pt x="247" y="384"/>
                  <a:pt x="248" y="384"/>
                </a:cubicBezTo>
                <a:cubicBezTo>
                  <a:pt x="248" y="385"/>
                  <a:pt x="247" y="385"/>
                  <a:pt x="247" y="386"/>
                </a:cubicBezTo>
                <a:cubicBezTo>
                  <a:pt x="245" y="387"/>
                  <a:pt x="244" y="388"/>
                  <a:pt x="243" y="390"/>
                </a:cubicBezTo>
                <a:cubicBezTo>
                  <a:pt x="243" y="393"/>
                  <a:pt x="243" y="393"/>
                  <a:pt x="246" y="392"/>
                </a:cubicBezTo>
                <a:cubicBezTo>
                  <a:pt x="245" y="393"/>
                  <a:pt x="245" y="393"/>
                  <a:pt x="244" y="393"/>
                </a:cubicBezTo>
                <a:cubicBezTo>
                  <a:pt x="243" y="394"/>
                  <a:pt x="243" y="395"/>
                  <a:pt x="243" y="396"/>
                </a:cubicBezTo>
                <a:cubicBezTo>
                  <a:pt x="243" y="397"/>
                  <a:pt x="244" y="397"/>
                  <a:pt x="245" y="397"/>
                </a:cubicBezTo>
                <a:cubicBezTo>
                  <a:pt x="246" y="397"/>
                  <a:pt x="246" y="396"/>
                  <a:pt x="247" y="396"/>
                </a:cubicBezTo>
                <a:cubicBezTo>
                  <a:pt x="248" y="397"/>
                  <a:pt x="249" y="396"/>
                  <a:pt x="250" y="395"/>
                </a:cubicBezTo>
                <a:cubicBezTo>
                  <a:pt x="250" y="395"/>
                  <a:pt x="251" y="396"/>
                  <a:pt x="252" y="395"/>
                </a:cubicBezTo>
                <a:cubicBezTo>
                  <a:pt x="253" y="395"/>
                  <a:pt x="254" y="394"/>
                  <a:pt x="254" y="393"/>
                </a:cubicBezTo>
                <a:cubicBezTo>
                  <a:pt x="253" y="392"/>
                  <a:pt x="254" y="390"/>
                  <a:pt x="254" y="389"/>
                </a:cubicBezTo>
                <a:cubicBezTo>
                  <a:pt x="255" y="390"/>
                  <a:pt x="255" y="390"/>
                  <a:pt x="255" y="391"/>
                </a:cubicBezTo>
                <a:cubicBezTo>
                  <a:pt x="254" y="392"/>
                  <a:pt x="255" y="392"/>
                  <a:pt x="255" y="393"/>
                </a:cubicBezTo>
                <a:cubicBezTo>
                  <a:pt x="256" y="393"/>
                  <a:pt x="256" y="392"/>
                  <a:pt x="256" y="392"/>
                </a:cubicBezTo>
                <a:cubicBezTo>
                  <a:pt x="256" y="391"/>
                  <a:pt x="256" y="391"/>
                  <a:pt x="257" y="391"/>
                </a:cubicBezTo>
                <a:cubicBezTo>
                  <a:pt x="257" y="390"/>
                  <a:pt x="257" y="391"/>
                  <a:pt x="257" y="391"/>
                </a:cubicBezTo>
                <a:cubicBezTo>
                  <a:pt x="257" y="392"/>
                  <a:pt x="258" y="392"/>
                  <a:pt x="257" y="392"/>
                </a:cubicBezTo>
                <a:cubicBezTo>
                  <a:pt x="257" y="393"/>
                  <a:pt x="257" y="393"/>
                  <a:pt x="257" y="393"/>
                </a:cubicBezTo>
                <a:cubicBezTo>
                  <a:pt x="256" y="393"/>
                  <a:pt x="256" y="393"/>
                  <a:pt x="256" y="394"/>
                </a:cubicBezTo>
                <a:cubicBezTo>
                  <a:pt x="256" y="395"/>
                  <a:pt x="257" y="394"/>
                  <a:pt x="257" y="394"/>
                </a:cubicBezTo>
                <a:cubicBezTo>
                  <a:pt x="258" y="394"/>
                  <a:pt x="258" y="394"/>
                  <a:pt x="259" y="394"/>
                </a:cubicBezTo>
                <a:cubicBezTo>
                  <a:pt x="260" y="395"/>
                  <a:pt x="262" y="392"/>
                  <a:pt x="264" y="394"/>
                </a:cubicBezTo>
                <a:cubicBezTo>
                  <a:pt x="264" y="394"/>
                  <a:pt x="264" y="394"/>
                  <a:pt x="264" y="394"/>
                </a:cubicBezTo>
                <a:cubicBezTo>
                  <a:pt x="265" y="393"/>
                  <a:pt x="267" y="392"/>
                  <a:pt x="267" y="390"/>
                </a:cubicBezTo>
                <a:cubicBezTo>
                  <a:pt x="267" y="390"/>
                  <a:pt x="267" y="390"/>
                  <a:pt x="267" y="390"/>
                </a:cubicBezTo>
                <a:cubicBezTo>
                  <a:pt x="268" y="390"/>
                  <a:pt x="268" y="389"/>
                  <a:pt x="269" y="390"/>
                </a:cubicBezTo>
                <a:cubicBezTo>
                  <a:pt x="269" y="390"/>
                  <a:pt x="270" y="390"/>
                  <a:pt x="270" y="391"/>
                </a:cubicBezTo>
                <a:cubicBezTo>
                  <a:pt x="269" y="392"/>
                  <a:pt x="269" y="393"/>
                  <a:pt x="268" y="394"/>
                </a:cubicBezTo>
                <a:cubicBezTo>
                  <a:pt x="268" y="394"/>
                  <a:pt x="268" y="394"/>
                  <a:pt x="268" y="394"/>
                </a:cubicBezTo>
                <a:cubicBezTo>
                  <a:pt x="267" y="394"/>
                  <a:pt x="267" y="395"/>
                  <a:pt x="266" y="396"/>
                </a:cubicBezTo>
                <a:cubicBezTo>
                  <a:pt x="266" y="397"/>
                  <a:pt x="265" y="397"/>
                  <a:pt x="264" y="397"/>
                </a:cubicBezTo>
                <a:cubicBezTo>
                  <a:pt x="265" y="398"/>
                  <a:pt x="264" y="398"/>
                  <a:pt x="264" y="399"/>
                </a:cubicBezTo>
                <a:cubicBezTo>
                  <a:pt x="263" y="399"/>
                  <a:pt x="263" y="399"/>
                  <a:pt x="262" y="399"/>
                </a:cubicBezTo>
                <a:cubicBezTo>
                  <a:pt x="259" y="398"/>
                  <a:pt x="256" y="399"/>
                  <a:pt x="254" y="399"/>
                </a:cubicBezTo>
                <a:cubicBezTo>
                  <a:pt x="252" y="400"/>
                  <a:pt x="251" y="400"/>
                  <a:pt x="250" y="401"/>
                </a:cubicBezTo>
                <a:cubicBezTo>
                  <a:pt x="250" y="402"/>
                  <a:pt x="249" y="403"/>
                  <a:pt x="249" y="403"/>
                </a:cubicBezTo>
                <a:cubicBezTo>
                  <a:pt x="250" y="405"/>
                  <a:pt x="249" y="404"/>
                  <a:pt x="248" y="404"/>
                </a:cubicBezTo>
                <a:cubicBezTo>
                  <a:pt x="248" y="404"/>
                  <a:pt x="247" y="404"/>
                  <a:pt x="247" y="404"/>
                </a:cubicBezTo>
                <a:cubicBezTo>
                  <a:pt x="245" y="405"/>
                  <a:pt x="243" y="405"/>
                  <a:pt x="241" y="407"/>
                </a:cubicBezTo>
                <a:cubicBezTo>
                  <a:pt x="238" y="409"/>
                  <a:pt x="238" y="410"/>
                  <a:pt x="240" y="413"/>
                </a:cubicBezTo>
                <a:cubicBezTo>
                  <a:pt x="241" y="413"/>
                  <a:pt x="242" y="414"/>
                  <a:pt x="243" y="415"/>
                </a:cubicBezTo>
                <a:cubicBezTo>
                  <a:pt x="245" y="418"/>
                  <a:pt x="248" y="419"/>
                  <a:pt x="252" y="419"/>
                </a:cubicBezTo>
                <a:cubicBezTo>
                  <a:pt x="255" y="419"/>
                  <a:pt x="258" y="418"/>
                  <a:pt x="260" y="417"/>
                </a:cubicBezTo>
                <a:cubicBezTo>
                  <a:pt x="262" y="416"/>
                  <a:pt x="263" y="416"/>
                  <a:pt x="264" y="415"/>
                </a:cubicBezTo>
                <a:cubicBezTo>
                  <a:pt x="266" y="413"/>
                  <a:pt x="268" y="412"/>
                  <a:pt x="270" y="411"/>
                </a:cubicBezTo>
                <a:cubicBezTo>
                  <a:pt x="271" y="410"/>
                  <a:pt x="272" y="409"/>
                  <a:pt x="273" y="409"/>
                </a:cubicBezTo>
                <a:cubicBezTo>
                  <a:pt x="273" y="408"/>
                  <a:pt x="272" y="408"/>
                  <a:pt x="272" y="407"/>
                </a:cubicBezTo>
                <a:cubicBezTo>
                  <a:pt x="272" y="407"/>
                  <a:pt x="272" y="407"/>
                  <a:pt x="272" y="407"/>
                </a:cubicBezTo>
                <a:cubicBezTo>
                  <a:pt x="272" y="406"/>
                  <a:pt x="272" y="406"/>
                  <a:pt x="273" y="406"/>
                </a:cubicBezTo>
                <a:cubicBezTo>
                  <a:pt x="274" y="406"/>
                  <a:pt x="274" y="405"/>
                  <a:pt x="275" y="404"/>
                </a:cubicBezTo>
                <a:cubicBezTo>
                  <a:pt x="276" y="405"/>
                  <a:pt x="278" y="405"/>
                  <a:pt x="279" y="403"/>
                </a:cubicBezTo>
                <a:cubicBezTo>
                  <a:pt x="279" y="403"/>
                  <a:pt x="279" y="403"/>
                  <a:pt x="280" y="403"/>
                </a:cubicBezTo>
                <a:cubicBezTo>
                  <a:pt x="280" y="403"/>
                  <a:pt x="281" y="403"/>
                  <a:pt x="281" y="403"/>
                </a:cubicBezTo>
                <a:cubicBezTo>
                  <a:pt x="282" y="404"/>
                  <a:pt x="283" y="403"/>
                  <a:pt x="283" y="402"/>
                </a:cubicBezTo>
                <a:cubicBezTo>
                  <a:pt x="283" y="401"/>
                  <a:pt x="284" y="401"/>
                  <a:pt x="285" y="400"/>
                </a:cubicBezTo>
                <a:cubicBezTo>
                  <a:pt x="286" y="400"/>
                  <a:pt x="287" y="399"/>
                  <a:pt x="288" y="398"/>
                </a:cubicBezTo>
                <a:cubicBezTo>
                  <a:pt x="288" y="397"/>
                  <a:pt x="288" y="396"/>
                  <a:pt x="289" y="397"/>
                </a:cubicBezTo>
                <a:cubicBezTo>
                  <a:pt x="291" y="397"/>
                  <a:pt x="292" y="399"/>
                  <a:pt x="291" y="399"/>
                </a:cubicBezTo>
                <a:cubicBezTo>
                  <a:pt x="291" y="401"/>
                  <a:pt x="291" y="402"/>
                  <a:pt x="293" y="401"/>
                </a:cubicBezTo>
                <a:cubicBezTo>
                  <a:pt x="294" y="401"/>
                  <a:pt x="294" y="401"/>
                  <a:pt x="295" y="401"/>
                </a:cubicBezTo>
                <a:cubicBezTo>
                  <a:pt x="296" y="401"/>
                  <a:pt x="296" y="401"/>
                  <a:pt x="296" y="400"/>
                </a:cubicBezTo>
                <a:cubicBezTo>
                  <a:pt x="296" y="399"/>
                  <a:pt x="297" y="399"/>
                  <a:pt x="297" y="398"/>
                </a:cubicBezTo>
                <a:cubicBezTo>
                  <a:pt x="298" y="398"/>
                  <a:pt x="298" y="398"/>
                  <a:pt x="299" y="399"/>
                </a:cubicBezTo>
                <a:cubicBezTo>
                  <a:pt x="299" y="399"/>
                  <a:pt x="299" y="399"/>
                  <a:pt x="299" y="399"/>
                </a:cubicBezTo>
                <a:cubicBezTo>
                  <a:pt x="299" y="400"/>
                  <a:pt x="300" y="400"/>
                  <a:pt x="301" y="401"/>
                </a:cubicBezTo>
                <a:cubicBezTo>
                  <a:pt x="303" y="402"/>
                  <a:pt x="307" y="401"/>
                  <a:pt x="307" y="399"/>
                </a:cubicBezTo>
                <a:cubicBezTo>
                  <a:pt x="307" y="399"/>
                  <a:pt x="307" y="399"/>
                  <a:pt x="307" y="399"/>
                </a:cubicBezTo>
                <a:cubicBezTo>
                  <a:pt x="308" y="399"/>
                  <a:pt x="308" y="399"/>
                  <a:pt x="308" y="399"/>
                </a:cubicBezTo>
                <a:cubicBezTo>
                  <a:pt x="310" y="400"/>
                  <a:pt x="311" y="398"/>
                  <a:pt x="313" y="397"/>
                </a:cubicBezTo>
                <a:cubicBezTo>
                  <a:pt x="314" y="397"/>
                  <a:pt x="313" y="396"/>
                  <a:pt x="313" y="396"/>
                </a:cubicBezTo>
                <a:cubicBezTo>
                  <a:pt x="313" y="395"/>
                  <a:pt x="313" y="395"/>
                  <a:pt x="314" y="394"/>
                </a:cubicBezTo>
                <a:cubicBezTo>
                  <a:pt x="316" y="393"/>
                  <a:pt x="314" y="391"/>
                  <a:pt x="315" y="390"/>
                </a:cubicBezTo>
                <a:cubicBezTo>
                  <a:pt x="315" y="388"/>
                  <a:pt x="317" y="387"/>
                  <a:pt x="317" y="385"/>
                </a:cubicBezTo>
                <a:cubicBezTo>
                  <a:pt x="317" y="385"/>
                  <a:pt x="316" y="385"/>
                  <a:pt x="317" y="384"/>
                </a:cubicBezTo>
                <a:cubicBezTo>
                  <a:pt x="318" y="384"/>
                  <a:pt x="317" y="383"/>
                  <a:pt x="317" y="382"/>
                </a:cubicBezTo>
                <a:cubicBezTo>
                  <a:pt x="316" y="381"/>
                  <a:pt x="316" y="381"/>
                  <a:pt x="317" y="380"/>
                </a:cubicBezTo>
                <a:cubicBezTo>
                  <a:pt x="319" y="379"/>
                  <a:pt x="319" y="377"/>
                  <a:pt x="319" y="376"/>
                </a:cubicBezTo>
                <a:cubicBezTo>
                  <a:pt x="320" y="376"/>
                  <a:pt x="319" y="375"/>
                  <a:pt x="319" y="375"/>
                </a:cubicBezTo>
                <a:close/>
                <a:moveTo>
                  <a:pt x="318" y="368"/>
                </a:moveTo>
                <a:cubicBezTo>
                  <a:pt x="318" y="368"/>
                  <a:pt x="318" y="368"/>
                  <a:pt x="318" y="368"/>
                </a:cubicBezTo>
                <a:cubicBezTo>
                  <a:pt x="318" y="368"/>
                  <a:pt x="318" y="368"/>
                  <a:pt x="318" y="368"/>
                </a:cubicBezTo>
                <a:close/>
                <a:moveTo>
                  <a:pt x="458" y="342"/>
                </a:moveTo>
                <a:cubicBezTo>
                  <a:pt x="458" y="343"/>
                  <a:pt x="459" y="343"/>
                  <a:pt x="459" y="344"/>
                </a:cubicBezTo>
                <a:cubicBezTo>
                  <a:pt x="459" y="344"/>
                  <a:pt x="459" y="345"/>
                  <a:pt x="459" y="345"/>
                </a:cubicBezTo>
                <a:cubicBezTo>
                  <a:pt x="458" y="345"/>
                  <a:pt x="458" y="345"/>
                  <a:pt x="458" y="344"/>
                </a:cubicBezTo>
                <a:cubicBezTo>
                  <a:pt x="457" y="344"/>
                  <a:pt x="457" y="344"/>
                  <a:pt x="457" y="344"/>
                </a:cubicBezTo>
                <a:cubicBezTo>
                  <a:pt x="457" y="344"/>
                  <a:pt x="457" y="345"/>
                  <a:pt x="457" y="346"/>
                </a:cubicBezTo>
                <a:cubicBezTo>
                  <a:pt x="456" y="346"/>
                  <a:pt x="455" y="345"/>
                  <a:pt x="455" y="344"/>
                </a:cubicBezTo>
                <a:cubicBezTo>
                  <a:pt x="454" y="341"/>
                  <a:pt x="453" y="339"/>
                  <a:pt x="451" y="336"/>
                </a:cubicBezTo>
                <a:cubicBezTo>
                  <a:pt x="451" y="336"/>
                  <a:pt x="451" y="336"/>
                  <a:pt x="451" y="335"/>
                </a:cubicBezTo>
                <a:cubicBezTo>
                  <a:pt x="451" y="333"/>
                  <a:pt x="454" y="333"/>
                  <a:pt x="455" y="332"/>
                </a:cubicBezTo>
                <a:cubicBezTo>
                  <a:pt x="456" y="331"/>
                  <a:pt x="457" y="331"/>
                  <a:pt x="457" y="332"/>
                </a:cubicBezTo>
                <a:cubicBezTo>
                  <a:pt x="458" y="333"/>
                  <a:pt x="459" y="334"/>
                  <a:pt x="459" y="335"/>
                </a:cubicBezTo>
                <a:cubicBezTo>
                  <a:pt x="459" y="337"/>
                  <a:pt x="460" y="338"/>
                  <a:pt x="458" y="338"/>
                </a:cubicBezTo>
                <a:cubicBezTo>
                  <a:pt x="457" y="339"/>
                  <a:pt x="457" y="341"/>
                  <a:pt x="458" y="342"/>
                </a:cubicBezTo>
                <a:close/>
                <a:moveTo>
                  <a:pt x="249" y="268"/>
                </a:moveTo>
                <a:cubicBezTo>
                  <a:pt x="250" y="268"/>
                  <a:pt x="249" y="266"/>
                  <a:pt x="250" y="266"/>
                </a:cubicBezTo>
                <a:cubicBezTo>
                  <a:pt x="251" y="264"/>
                  <a:pt x="253" y="263"/>
                  <a:pt x="254" y="262"/>
                </a:cubicBezTo>
                <a:cubicBezTo>
                  <a:pt x="255" y="260"/>
                  <a:pt x="257" y="260"/>
                  <a:pt x="259" y="259"/>
                </a:cubicBezTo>
                <a:cubicBezTo>
                  <a:pt x="261" y="259"/>
                  <a:pt x="262" y="260"/>
                  <a:pt x="264" y="258"/>
                </a:cubicBezTo>
                <a:cubicBezTo>
                  <a:pt x="265" y="258"/>
                  <a:pt x="265" y="257"/>
                  <a:pt x="266" y="256"/>
                </a:cubicBezTo>
                <a:cubicBezTo>
                  <a:pt x="267" y="254"/>
                  <a:pt x="267" y="252"/>
                  <a:pt x="270" y="252"/>
                </a:cubicBezTo>
                <a:cubicBezTo>
                  <a:pt x="270" y="252"/>
                  <a:pt x="271" y="252"/>
                  <a:pt x="271" y="252"/>
                </a:cubicBezTo>
                <a:cubicBezTo>
                  <a:pt x="273" y="249"/>
                  <a:pt x="275" y="249"/>
                  <a:pt x="276" y="252"/>
                </a:cubicBezTo>
                <a:cubicBezTo>
                  <a:pt x="277" y="253"/>
                  <a:pt x="278" y="253"/>
                  <a:pt x="279" y="254"/>
                </a:cubicBezTo>
                <a:cubicBezTo>
                  <a:pt x="279" y="254"/>
                  <a:pt x="279" y="254"/>
                  <a:pt x="279" y="254"/>
                </a:cubicBezTo>
                <a:cubicBezTo>
                  <a:pt x="279" y="255"/>
                  <a:pt x="279" y="256"/>
                  <a:pt x="280" y="256"/>
                </a:cubicBezTo>
                <a:cubicBezTo>
                  <a:pt x="281" y="256"/>
                  <a:pt x="281" y="257"/>
                  <a:pt x="281" y="257"/>
                </a:cubicBezTo>
                <a:cubicBezTo>
                  <a:pt x="281" y="257"/>
                  <a:pt x="281" y="258"/>
                  <a:pt x="281" y="258"/>
                </a:cubicBezTo>
                <a:cubicBezTo>
                  <a:pt x="283" y="257"/>
                  <a:pt x="283" y="258"/>
                  <a:pt x="284" y="259"/>
                </a:cubicBezTo>
                <a:cubicBezTo>
                  <a:pt x="284" y="260"/>
                  <a:pt x="284" y="261"/>
                  <a:pt x="284" y="261"/>
                </a:cubicBezTo>
                <a:cubicBezTo>
                  <a:pt x="285" y="262"/>
                  <a:pt x="284" y="263"/>
                  <a:pt x="284" y="264"/>
                </a:cubicBezTo>
                <a:cubicBezTo>
                  <a:pt x="284" y="264"/>
                  <a:pt x="284" y="265"/>
                  <a:pt x="284" y="265"/>
                </a:cubicBezTo>
                <a:cubicBezTo>
                  <a:pt x="285" y="269"/>
                  <a:pt x="284" y="270"/>
                  <a:pt x="280" y="271"/>
                </a:cubicBezTo>
                <a:cubicBezTo>
                  <a:pt x="279" y="271"/>
                  <a:pt x="279" y="270"/>
                  <a:pt x="279" y="270"/>
                </a:cubicBezTo>
                <a:cubicBezTo>
                  <a:pt x="279" y="270"/>
                  <a:pt x="279" y="270"/>
                  <a:pt x="279" y="270"/>
                </a:cubicBezTo>
                <a:cubicBezTo>
                  <a:pt x="278" y="270"/>
                  <a:pt x="277" y="271"/>
                  <a:pt x="276" y="271"/>
                </a:cubicBezTo>
                <a:cubicBezTo>
                  <a:pt x="275" y="272"/>
                  <a:pt x="275" y="272"/>
                  <a:pt x="274" y="271"/>
                </a:cubicBezTo>
                <a:cubicBezTo>
                  <a:pt x="272" y="271"/>
                  <a:pt x="270" y="270"/>
                  <a:pt x="270" y="268"/>
                </a:cubicBezTo>
                <a:cubicBezTo>
                  <a:pt x="269" y="267"/>
                  <a:pt x="268" y="267"/>
                  <a:pt x="268" y="267"/>
                </a:cubicBezTo>
                <a:cubicBezTo>
                  <a:pt x="267" y="267"/>
                  <a:pt x="266" y="267"/>
                  <a:pt x="267" y="268"/>
                </a:cubicBezTo>
                <a:cubicBezTo>
                  <a:pt x="267" y="270"/>
                  <a:pt x="265" y="269"/>
                  <a:pt x="265" y="270"/>
                </a:cubicBezTo>
                <a:cubicBezTo>
                  <a:pt x="266" y="272"/>
                  <a:pt x="265" y="272"/>
                  <a:pt x="264" y="272"/>
                </a:cubicBezTo>
                <a:cubicBezTo>
                  <a:pt x="263" y="272"/>
                  <a:pt x="262" y="272"/>
                  <a:pt x="261" y="270"/>
                </a:cubicBezTo>
                <a:cubicBezTo>
                  <a:pt x="261" y="269"/>
                  <a:pt x="262" y="268"/>
                  <a:pt x="260" y="268"/>
                </a:cubicBezTo>
                <a:cubicBezTo>
                  <a:pt x="259" y="268"/>
                  <a:pt x="258" y="268"/>
                  <a:pt x="257" y="268"/>
                </a:cubicBezTo>
                <a:cubicBezTo>
                  <a:pt x="255" y="268"/>
                  <a:pt x="253" y="270"/>
                  <a:pt x="252" y="271"/>
                </a:cubicBezTo>
                <a:cubicBezTo>
                  <a:pt x="251" y="272"/>
                  <a:pt x="250" y="272"/>
                  <a:pt x="249" y="272"/>
                </a:cubicBezTo>
                <a:cubicBezTo>
                  <a:pt x="249" y="271"/>
                  <a:pt x="248" y="269"/>
                  <a:pt x="249" y="268"/>
                </a:cubicBezTo>
                <a:close/>
                <a:moveTo>
                  <a:pt x="343" y="372"/>
                </a:moveTo>
                <a:cubicBezTo>
                  <a:pt x="341" y="372"/>
                  <a:pt x="340" y="373"/>
                  <a:pt x="338" y="372"/>
                </a:cubicBezTo>
                <a:cubicBezTo>
                  <a:pt x="338" y="372"/>
                  <a:pt x="337" y="372"/>
                  <a:pt x="337" y="372"/>
                </a:cubicBezTo>
                <a:cubicBezTo>
                  <a:pt x="338" y="371"/>
                  <a:pt x="338" y="370"/>
                  <a:pt x="338" y="370"/>
                </a:cubicBezTo>
                <a:cubicBezTo>
                  <a:pt x="339" y="370"/>
                  <a:pt x="340" y="369"/>
                  <a:pt x="340" y="368"/>
                </a:cubicBezTo>
                <a:cubicBezTo>
                  <a:pt x="340" y="367"/>
                  <a:pt x="341" y="366"/>
                  <a:pt x="342" y="366"/>
                </a:cubicBezTo>
                <a:cubicBezTo>
                  <a:pt x="344" y="365"/>
                  <a:pt x="346" y="365"/>
                  <a:pt x="347" y="364"/>
                </a:cubicBezTo>
                <a:cubicBezTo>
                  <a:pt x="348" y="363"/>
                  <a:pt x="349" y="363"/>
                  <a:pt x="349" y="364"/>
                </a:cubicBezTo>
                <a:cubicBezTo>
                  <a:pt x="350" y="365"/>
                  <a:pt x="350" y="365"/>
                  <a:pt x="349" y="366"/>
                </a:cubicBezTo>
                <a:cubicBezTo>
                  <a:pt x="349" y="366"/>
                  <a:pt x="348" y="367"/>
                  <a:pt x="348" y="367"/>
                </a:cubicBezTo>
                <a:cubicBezTo>
                  <a:pt x="346" y="367"/>
                  <a:pt x="345" y="369"/>
                  <a:pt x="345" y="371"/>
                </a:cubicBezTo>
                <a:cubicBezTo>
                  <a:pt x="345" y="372"/>
                  <a:pt x="344" y="372"/>
                  <a:pt x="343" y="372"/>
                </a:cubicBezTo>
                <a:close/>
                <a:moveTo>
                  <a:pt x="397" y="385"/>
                </a:moveTo>
                <a:cubicBezTo>
                  <a:pt x="397" y="386"/>
                  <a:pt x="396" y="386"/>
                  <a:pt x="396" y="386"/>
                </a:cubicBezTo>
                <a:cubicBezTo>
                  <a:pt x="395" y="387"/>
                  <a:pt x="395" y="386"/>
                  <a:pt x="395" y="385"/>
                </a:cubicBezTo>
                <a:cubicBezTo>
                  <a:pt x="394" y="385"/>
                  <a:pt x="394" y="384"/>
                  <a:pt x="394" y="383"/>
                </a:cubicBezTo>
                <a:cubicBezTo>
                  <a:pt x="394" y="381"/>
                  <a:pt x="395" y="380"/>
                  <a:pt x="397" y="379"/>
                </a:cubicBezTo>
                <a:cubicBezTo>
                  <a:pt x="398" y="379"/>
                  <a:pt x="399" y="378"/>
                  <a:pt x="399" y="376"/>
                </a:cubicBezTo>
                <a:cubicBezTo>
                  <a:pt x="399" y="376"/>
                  <a:pt x="400" y="376"/>
                  <a:pt x="401" y="376"/>
                </a:cubicBezTo>
                <a:cubicBezTo>
                  <a:pt x="401" y="377"/>
                  <a:pt x="402" y="378"/>
                  <a:pt x="403" y="378"/>
                </a:cubicBezTo>
                <a:cubicBezTo>
                  <a:pt x="404" y="378"/>
                  <a:pt x="404" y="379"/>
                  <a:pt x="404" y="379"/>
                </a:cubicBezTo>
                <a:cubicBezTo>
                  <a:pt x="403" y="381"/>
                  <a:pt x="402" y="382"/>
                  <a:pt x="402" y="383"/>
                </a:cubicBezTo>
                <a:cubicBezTo>
                  <a:pt x="401" y="383"/>
                  <a:pt x="401" y="383"/>
                  <a:pt x="401" y="383"/>
                </a:cubicBezTo>
                <a:cubicBezTo>
                  <a:pt x="401" y="381"/>
                  <a:pt x="399" y="381"/>
                  <a:pt x="399" y="380"/>
                </a:cubicBezTo>
                <a:cubicBezTo>
                  <a:pt x="398" y="380"/>
                  <a:pt x="398" y="381"/>
                  <a:pt x="398" y="382"/>
                </a:cubicBezTo>
                <a:cubicBezTo>
                  <a:pt x="399" y="383"/>
                  <a:pt x="399" y="383"/>
                  <a:pt x="398" y="383"/>
                </a:cubicBezTo>
                <a:cubicBezTo>
                  <a:pt x="397" y="384"/>
                  <a:pt x="397" y="384"/>
                  <a:pt x="397" y="385"/>
                </a:cubicBezTo>
                <a:close/>
                <a:moveTo>
                  <a:pt x="333" y="366"/>
                </a:moveTo>
                <a:cubicBezTo>
                  <a:pt x="333" y="365"/>
                  <a:pt x="333" y="365"/>
                  <a:pt x="334" y="365"/>
                </a:cubicBezTo>
                <a:cubicBezTo>
                  <a:pt x="337" y="364"/>
                  <a:pt x="341" y="362"/>
                  <a:pt x="345" y="360"/>
                </a:cubicBezTo>
                <a:cubicBezTo>
                  <a:pt x="345" y="360"/>
                  <a:pt x="347" y="361"/>
                  <a:pt x="347" y="362"/>
                </a:cubicBezTo>
                <a:cubicBezTo>
                  <a:pt x="347" y="363"/>
                  <a:pt x="347" y="363"/>
                  <a:pt x="346" y="363"/>
                </a:cubicBezTo>
                <a:cubicBezTo>
                  <a:pt x="343" y="364"/>
                  <a:pt x="340" y="366"/>
                  <a:pt x="338" y="367"/>
                </a:cubicBezTo>
                <a:cubicBezTo>
                  <a:pt x="337" y="367"/>
                  <a:pt x="336" y="367"/>
                  <a:pt x="336" y="367"/>
                </a:cubicBezTo>
                <a:cubicBezTo>
                  <a:pt x="335" y="367"/>
                  <a:pt x="334" y="367"/>
                  <a:pt x="334" y="367"/>
                </a:cubicBezTo>
                <a:cubicBezTo>
                  <a:pt x="333" y="367"/>
                  <a:pt x="333" y="366"/>
                  <a:pt x="333" y="366"/>
                </a:cubicBezTo>
                <a:close/>
                <a:moveTo>
                  <a:pt x="551" y="402"/>
                </a:moveTo>
                <a:cubicBezTo>
                  <a:pt x="550" y="401"/>
                  <a:pt x="550" y="400"/>
                  <a:pt x="550" y="399"/>
                </a:cubicBezTo>
                <a:cubicBezTo>
                  <a:pt x="550" y="399"/>
                  <a:pt x="550" y="398"/>
                  <a:pt x="549" y="398"/>
                </a:cubicBezTo>
                <a:cubicBezTo>
                  <a:pt x="547" y="398"/>
                  <a:pt x="546" y="398"/>
                  <a:pt x="545" y="400"/>
                </a:cubicBezTo>
                <a:cubicBezTo>
                  <a:pt x="545" y="400"/>
                  <a:pt x="544" y="401"/>
                  <a:pt x="543" y="400"/>
                </a:cubicBezTo>
                <a:cubicBezTo>
                  <a:pt x="543" y="399"/>
                  <a:pt x="542" y="398"/>
                  <a:pt x="543" y="397"/>
                </a:cubicBezTo>
                <a:cubicBezTo>
                  <a:pt x="545" y="397"/>
                  <a:pt x="546" y="396"/>
                  <a:pt x="547" y="394"/>
                </a:cubicBezTo>
                <a:cubicBezTo>
                  <a:pt x="547" y="394"/>
                  <a:pt x="547" y="394"/>
                  <a:pt x="547" y="394"/>
                </a:cubicBezTo>
                <a:cubicBezTo>
                  <a:pt x="548" y="393"/>
                  <a:pt x="548" y="393"/>
                  <a:pt x="548" y="393"/>
                </a:cubicBezTo>
                <a:cubicBezTo>
                  <a:pt x="550" y="392"/>
                  <a:pt x="550" y="391"/>
                  <a:pt x="550" y="390"/>
                </a:cubicBezTo>
                <a:cubicBezTo>
                  <a:pt x="551" y="389"/>
                  <a:pt x="550" y="389"/>
                  <a:pt x="549" y="389"/>
                </a:cubicBezTo>
                <a:cubicBezTo>
                  <a:pt x="549" y="389"/>
                  <a:pt x="549" y="388"/>
                  <a:pt x="549" y="388"/>
                </a:cubicBezTo>
                <a:cubicBezTo>
                  <a:pt x="550" y="387"/>
                  <a:pt x="550" y="386"/>
                  <a:pt x="549" y="385"/>
                </a:cubicBezTo>
                <a:cubicBezTo>
                  <a:pt x="549" y="384"/>
                  <a:pt x="548" y="384"/>
                  <a:pt x="549" y="383"/>
                </a:cubicBezTo>
                <a:cubicBezTo>
                  <a:pt x="550" y="382"/>
                  <a:pt x="548" y="382"/>
                  <a:pt x="548" y="382"/>
                </a:cubicBezTo>
                <a:cubicBezTo>
                  <a:pt x="547" y="383"/>
                  <a:pt x="546" y="382"/>
                  <a:pt x="544" y="382"/>
                </a:cubicBezTo>
                <a:cubicBezTo>
                  <a:pt x="544" y="383"/>
                  <a:pt x="543" y="383"/>
                  <a:pt x="542" y="382"/>
                </a:cubicBezTo>
                <a:cubicBezTo>
                  <a:pt x="543" y="382"/>
                  <a:pt x="545" y="382"/>
                  <a:pt x="545" y="380"/>
                </a:cubicBezTo>
                <a:cubicBezTo>
                  <a:pt x="544" y="376"/>
                  <a:pt x="542" y="375"/>
                  <a:pt x="538" y="377"/>
                </a:cubicBezTo>
                <a:cubicBezTo>
                  <a:pt x="538" y="377"/>
                  <a:pt x="538" y="377"/>
                  <a:pt x="537" y="377"/>
                </a:cubicBezTo>
                <a:cubicBezTo>
                  <a:pt x="537" y="376"/>
                  <a:pt x="537" y="376"/>
                  <a:pt x="536" y="376"/>
                </a:cubicBezTo>
                <a:cubicBezTo>
                  <a:pt x="536" y="376"/>
                  <a:pt x="536" y="376"/>
                  <a:pt x="535" y="376"/>
                </a:cubicBezTo>
                <a:cubicBezTo>
                  <a:pt x="533" y="375"/>
                  <a:pt x="534" y="375"/>
                  <a:pt x="535" y="374"/>
                </a:cubicBezTo>
                <a:cubicBezTo>
                  <a:pt x="536" y="373"/>
                  <a:pt x="537" y="372"/>
                  <a:pt x="535" y="372"/>
                </a:cubicBezTo>
                <a:cubicBezTo>
                  <a:pt x="532" y="370"/>
                  <a:pt x="528" y="370"/>
                  <a:pt x="524" y="369"/>
                </a:cubicBezTo>
                <a:cubicBezTo>
                  <a:pt x="524" y="369"/>
                  <a:pt x="523" y="369"/>
                  <a:pt x="523" y="370"/>
                </a:cubicBezTo>
                <a:cubicBezTo>
                  <a:pt x="521" y="370"/>
                  <a:pt x="519" y="373"/>
                  <a:pt x="516" y="373"/>
                </a:cubicBezTo>
                <a:cubicBezTo>
                  <a:pt x="516" y="373"/>
                  <a:pt x="516" y="373"/>
                  <a:pt x="515" y="372"/>
                </a:cubicBezTo>
                <a:cubicBezTo>
                  <a:pt x="515" y="371"/>
                  <a:pt x="514" y="371"/>
                  <a:pt x="512" y="370"/>
                </a:cubicBezTo>
                <a:cubicBezTo>
                  <a:pt x="512" y="370"/>
                  <a:pt x="510" y="370"/>
                  <a:pt x="510" y="370"/>
                </a:cubicBezTo>
                <a:cubicBezTo>
                  <a:pt x="510" y="371"/>
                  <a:pt x="509" y="372"/>
                  <a:pt x="508" y="372"/>
                </a:cubicBezTo>
                <a:cubicBezTo>
                  <a:pt x="508" y="372"/>
                  <a:pt x="507" y="372"/>
                  <a:pt x="507" y="373"/>
                </a:cubicBezTo>
                <a:cubicBezTo>
                  <a:pt x="507" y="374"/>
                  <a:pt x="507" y="374"/>
                  <a:pt x="506" y="374"/>
                </a:cubicBezTo>
                <a:cubicBezTo>
                  <a:pt x="505" y="374"/>
                  <a:pt x="505" y="374"/>
                  <a:pt x="504" y="374"/>
                </a:cubicBezTo>
                <a:cubicBezTo>
                  <a:pt x="504" y="375"/>
                  <a:pt x="504" y="376"/>
                  <a:pt x="504" y="376"/>
                </a:cubicBezTo>
                <a:cubicBezTo>
                  <a:pt x="503" y="376"/>
                  <a:pt x="503" y="376"/>
                  <a:pt x="502" y="375"/>
                </a:cubicBezTo>
                <a:cubicBezTo>
                  <a:pt x="501" y="375"/>
                  <a:pt x="501" y="375"/>
                  <a:pt x="501" y="375"/>
                </a:cubicBezTo>
                <a:cubicBezTo>
                  <a:pt x="500" y="376"/>
                  <a:pt x="499" y="377"/>
                  <a:pt x="498" y="378"/>
                </a:cubicBezTo>
                <a:cubicBezTo>
                  <a:pt x="498" y="379"/>
                  <a:pt x="497" y="379"/>
                  <a:pt x="496" y="379"/>
                </a:cubicBezTo>
                <a:cubicBezTo>
                  <a:pt x="496" y="378"/>
                  <a:pt x="495" y="378"/>
                  <a:pt x="495" y="378"/>
                </a:cubicBezTo>
                <a:cubicBezTo>
                  <a:pt x="494" y="379"/>
                  <a:pt x="494" y="379"/>
                  <a:pt x="493" y="380"/>
                </a:cubicBezTo>
                <a:cubicBezTo>
                  <a:pt x="492" y="380"/>
                  <a:pt x="491" y="380"/>
                  <a:pt x="491" y="381"/>
                </a:cubicBezTo>
                <a:cubicBezTo>
                  <a:pt x="492" y="383"/>
                  <a:pt x="494" y="384"/>
                  <a:pt x="495" y="384"/>
                </a:cubicBezTo>
                <a:cubicBezTo>
                  <a:pt x="494" y="385"/>
                  <a:pt x="494" y="384"/>
                  <a:pt x="493" y="385"/>
                </a:cubicBezTo>
                <a:cubicBezTo>
                  <a:pt x="493" y="385"/>
                  <a:pt x="492" y="384"/>
                  <a:pt x="492" y="384"/>
                </a:cubicBezTo>
                <a:cubicBezTo>
                  <a:pt x="491" y="384"/>
                  <a:pt x="490" y="384"/>
                  <a:pt x="489" y="385"/>
                </a:cubicBezTo>
                <a:cubicBezTo>
                  <a:pt x="489" y="385"/>
                  <a:pt x="489" y="385"/>
                  <a:pt x="489" y="385"/>
                </a:cubicBezTo>
                <a:cubicBezTo>
                  <a:pt x="488" y="386"/>
                  <a:pt x="487" y="387"/>
                  <a:pt x="486" y="386"/>
                </a:cubicBezTo>
                <a:cubicBezTo>
                  <a:pt x="487" y="385"/>
                  <a:pt x="487" y="385"/>
                  <a:pt x="488" y="385"/>
                </a:cubicBezTo>
                <a:cubicBezTo>
                  <a:pt x="488" y="385"/>
                  <a:pt x="489" y="384"/>
                  <a:pt x="488" y="384"/>
                </a:cubicBezTo>
                <a:cubicBezTo>
                  <a:pt x="488" y="383"/>
                  <a:pt x="487" y="382"/>
                  <a:pt x="486" y="382"/>
                </a:cubicBezTo>
                <a:cubicBezTo>
                  <a:pt x="484" y="382"/>
                  <a:pt x="483" y="381"/>
                  <a:pt x="482" y="379"/>
                </a:cubicBezTo>
                <a:cubicBezTo>
                  <a:pt x="482" y="378"/>
                  <a:pt x="481" y="377"/>
                  <a:pt x="480" y="378"/>
                </a:cubicBezTo>
                <a:cubicBezTo>
                  <a:pt x="479" y="378"/>
                  <a:pt x="478" y="380"/>
                  <a:pt x="479" y="381"/>
                </a:cubicBezTo>
                <a:cubicBezTo>
                  <a:pt x="480" y="382"/>
                  <a:pt x="479" y="383"/>
                  <a:pt x="478" y="383"/>
                </a:cubicBezTo>
                <a:cubicBezTo>
                  <a:pt x="479" y="382"/>
                  <a:pt x="478" y="381"/>
                  <a:pt x="477" y="380"/>
                </a:cubicBezTo>
                <a:cubicBezTo>
                  <a:pt x="477" y="379"/>
                  <a:pt x="476" y="378"/>
                  <a:pt x="475" y="380"/>
                </a:cubicBezTo>
                <a:cubicBezTo>
                  <a:pt x="474" y="380"/>
                  <a:pt x="473" y="381"/>
                  <a:pt x="472" y="382"/>
                </a:cubicBezTo>
                <a:cubicBezTo>
                  <a:pt x="472" y="381"/>
                  <a:pt x="473" y="381"/>
                  <a:pt x="472" y="380"/>
                </a:cubicBezTo>
                <a:cubicBezTo>
                  <a:pt x="471" y="379"/>
                  <a:pt x="470" y="377"/>
                  <a:pt x="469" y="376"/>
                </a:cubicBezTo>
                <a:cubicBezTo>
                  <a:pt x="469" y="375"/>
                  <a:pt x="468" y="375"/>
                  <a:pt x="468" y="375"/>
                </a:cubicBezTo>
                <a:cubicBezTo>
                  <a:pt x="467" y="375"/>
                  <a:pt x="467" y="376"/>
                  <a:pt x="467" y="376"/>
                </a:cubicBezTo>
                <a:cubicBezTo>
                  <a:pt x="467" y="376"/>
                  <a:pt x="467" y="377"/>
                  <a:pt x="467" y="377"/>
                </a:cubicBezTo>
                <a:cubicBezTo>
                  <a:pt x="466" y="377"/>
                  <a:pt x="466" y="378"/>
                  <a:pt x="466" y="378"/>
                </a:cubicBezTo>
                <a:cubicBezTo>
                  <a:pt x="467" y="380"/>
                  <a:pt x="467" y="381"/>
                  <a:pt x="468" y="383"/>
                </a:cubicBezTo>
                <a:cubicBezTo>
                  <a:pt x="468" y="383"/>
                  <a:pt x="468" y="384"/>
                  <a:pt x="467" y="384"/>
                </a:cubicBezTo>
                <a:cubicBezTo>
                  <a:pt x="467" y="384"/>
                  <a:pt x="466" y="384"/>
                  <a:pt x="466" y="384"/>
                </a:cubicBezTo>
                <a:cubicBezTo>
                  <a:pt x="466" y="382"/>
                  <a:pt x="464" y="382"/>
                  <a:pt x="464" y="380"/>
                </a:cubicBezTo>
                <a:cubicBezTo>
                  <a:pt x="464" y="378"/>
                  <a:pt x="463" y="378"/>
                  <a:pt x="461" y="379"/>
                </a:cubicBezTo>
                <a:cubicBezTo>
                  <a:pt x="461" y="379"/>
                  <a:pt x="461" y="379"/>
                  <a:pt x="461" y="379"/>
                </a:cubicBezTo>
                <a:cubicBezTo>
                  <a:pt x="460" y="378"/>
                  <a:pt x="459" y="378"/>
                  <a:pt x="459" y="378"/>
                </a:cubicBezTo>
                <a:cubicBezTo>
                  <a:pt x="459" y="378"/>
                  <a:pt x="459" y="378"/>
                  <a:pt x="459" y="377"/>
                </a:cubicBezTo>
                <a:cubicBezTo>
                  <a:pt x="460" y="377"/>
                  <a:pt x="460" y="377"/>
                  <a:pt x="461" y="377"/>
                </a:cubicBezTo>
                <a:cubicBezTo>
                  <a:pt x="462" y="378"/>
                  <a:pt x="463" y="377"/>
                  <a:pt x="463" y="376"/>
                </a:cubicBezTo>
                <a:cubicBezTo>
                  <a:pt x="463" y="375"/>
                  <a:pt x="464" y="373"/>
                  <a:pt x="463" y="372"/>
                </a:cubicBezTo>
                <a:cubicBezTo>
                  <a:pt x="463" y="372"/>
                  <a:pt x="463" y="372"/>
                  <a:pt x="463" y="372"/>
                </a:cubicBezTo>
                <a:cubicBezTo>
                  <a:pt x="463" y="372"/>
                  <a:pt x="463" y="372"/>
                  <a:pt x="463" y="372"/>
                </a:cubicBezTo>
                <a:cubicBezTo>
                  <a:pt x="463" y="370"/>
                  <a:pt x="462" y="370"/>
                  <a:pt x="462" y="370"/>
                </a:cubicBezTo>
                <a:cubicBezTo>
                  <a:pt x="461" y="370"/>
                  <a:pt x="461" y="369"/>
                  <a:pt x="461" y="369"/>
                </a:cubicBezTo>
                <a:cubicBezTo>
                  <a:pt x="461" y="369"/>
                  <a:pt x="461" y="369"/>
                  <a:pt x="461" y="369"/>
                </a:cubicBezTo>
                <a:cubicBezTo>
                  <a:pt x="461" y="369"/>
                  <a:pt x="461" y="369"/>
                  <a:pt x="461" y="369"/>
                </a:cubicBezTo>
                <a:cubicBezTo>
                  <a:pt x="460" y="369"/>
                  <a:pt x="460" y="369"/>
                  <a:pt x="460" y="369"/>
                </a:cubicBezTo>
                <a:cubicBezTo>
                  <a:pt x="459" y="369"/>
                  <a:pt x="459" y="371"/>
                  <a:pt x="458" y="371"/>
                </a:cubicBezTo>
                <a:cubicBezTo>
                  <a:pt x="458" y="370"/>
                  <a:pt x="459" y="368"/>
                  <a:pt x="459" y="367"/>
                </a:cubicBezTo>
                <a:cubicBezTo>
                  <a:pt x="458" y="366"/>
                  <a:pt x="457" y="365"/>
                  <a:pt x="457" y="364"/>
                </a:cubicBezTo>
                <a:cubicBezTo>
                  <a:pt x="457" y="363"/>
                  <a:pt x="456" y="363"/>
                  <a:pt x="456" y="363"/>
                </a:cubicBezTo>
                <a:cubicBezTo>
                  <a:pt x="455" y="363"/>
                  <a:pt x="455" y="363"/>
                  <a:pt x="455" y="364"/>
                </a:cubicBezTo>
                <a:cubicBezTo>
                  <a:pt x="455" y="364"/>
                  <a:pt x="455" y="365"/>
                  <a:pt x="455" y="366"/>
                </a:cubicBezTo>
                <a:cubicBezTo>
                  <a:pt x="454" y="364"/>
                  <a:pt x="454" y="364"/>
                  <a:pt x="452" y="366"/>
                </a:cubicBezTo>
                <a:cubicBezTo>
                  <a:pt x="451" y="366"/>
                  <a:pt x="452" y="366"/>
                  <a:pt x="452" y="365"/>
                </a:cubicBezTo>
                <a:cubicBezTo>
                  <a:pt x="452" y="365"/>
                  <a:pt x="453" y="364"/>
                  <a:pt x="452" y="364"/>
                </a:cubicBezTo>
                <a:cubicBezTo>
                  <a:pt x="451" y="363"/>
                  <a:pt x="451" y="364"/>
                  <a:pt x="451" y="365"/>
                </a:cubicBezTo>
                <a:cubicBezTo>
                  <a:pt x="451" y="365"/>
                  <a:pt x="450" y="365"/>
                  <a:pt x="450" y="365"/>
                </a:cubicBezTo>
                <a:cubicBezTo>
                  <a:pt x="450" y="365"/>
                  <a:pt x="450" y="365"/>
                  <a:pt x="450" y="364"/>
                </a:cubicBezTo>
                <a:cubicBezTo>
                  <a:pt x="450" y="364"/>
                  <a:pt x="450" y="364"/>
                  <a:pt x="450" y="364"/>
                </a:cubicBezTo>
                <a:cubicBezTo>
                  <a:pt x="449" y="364"/>
                  <a:pt x="449" y="364"/>
                  <a:pt x="449" y="364"/>
                </a:cubicBezTo>
                <a:cubicBezTo>
                  <a:pt x="449" y="365"/>
                  <a:pt x="448" y="366"/>
                  <a:pt x="448" y="366"/>
                </a:cubicBezTo>
                <a:cubicBezTo>
                  <a:pt x="447" y="367"/>
                  <a:pt x="446" y="367"/>
                  <a:pt x="446" y="368"/>
                </a:cubicBezTo>
                <a:cubicBezTo>
                  <a:pt x="447" y="369"/>
                  <a:pt x="446" y="370"/>
                  <a:pt x="445" y="370"/>
                </a:cubicBezTo>
                <a:cubicBezTo>
                  <a:pt x="446" y="369"/>
                  <a:pt x="446" y="368"/>
                  <a:pt x="446" y="367"/>
                </a:cubicBezTo>
                <a:cubicBezTo>
                  <a:pt x="446" y="367"/>
                  <a:pt x="446" y="366"/>
                  <a:pt x="447" y="366"/>
                </a:cubicBezTo>
                <a:cubicBezTo>
                  <a:pt x="448" y="366"/>
                  <a:pt x="448" y="365"/>
                  <a:pt x="447" y="364"/>
                </a:cubicBezTo>
                <a:cubicBezTo>
                  <a:pt x="448" y="363"/>
                  <a:pt x="450" y="362"/>
                  <a:pt x="451" y="362"/>
                </a:cubicBezTo>
                <a:cubicBezTo>
                  <a:pt x="452" y="362"/>
                  <a:pt x="453" y="362"/>
                  <a:pt x="454" y="362"/>
                </a:cubicBezTo>
                <a:cubicBezTo>
                  <a:pt x="454" y="362"/>
                  <a:pt x="454" y="362"/>
                  <a:pt x="454" y="362"/>
                </a:cubicBezTo>
                <a:cubicBezTo>
                  <a:pt x="455" y="361"/>
                  <a:pt x="454" y="361"/>
                  <a:pt x="454" y="361"/>
                </a:cubicBezTo>
                <a:cubicBezTo>
                  <a:pt x="453" y="361"/>
                  <a:pt x="452" y="359"/>
                  <a:pt x="451" y="361"/>
                </a:cubicBezTo>
                <a:cubicBezTo>
                  <a:pt x="450" y="361"/>
                  <a:pt x="450" y="361"/>
                  <a:pt x="449" y="361"/>
                </a:cubicBezTo>
                <a:cubicBezTo>
                  <a:pt x="450" y="360"/>
                  <a:pt x="450" y="360"/>
                  <a:pt x="450" y="359"/>
                </a:cubicBezTo>
                <a:cubicBezTo>
                  <a:pt x="448" y="358"/>
                  <a:pt x="446" y="357"/>
                  <a:pt x="444" y="358"/>
                </a:cubicBezTo>
                <a:cubicBezTo>
                  <a:pt x="445" y="356"/>
                  <a:pt x="445" y="356"/>
                  <a:pt x="444" y="355"/>
                </a:cubicBezTo>
                <a:cubicBezTo>
                  <a:pt x="443" y="355"/>
                  <a:pt x="443" y="354"/>
                  <a:pt x="442" y="354"/>
                </a:cubicBezTo>
                <a:cubicBezTo>
                  <a:pt x="443" y="354"/>
                  <a:pt x="444" y="354"/>
                  <a:pt x="445" y="355"/>
                </a:cubicBezTo>
                <a:cubicBezTo>
                  <a:pt x="446" y="357"/>
                  <a:pt x="448" y="357"/>
                  <a:pt x="450" y="357"/>
                </a:cubicBezTo>
                <a:cubicBezTo>
                  <a:pt x="453" y="357"/>
                  <a:pt x="455" y="357"/>
                  <a:pt x="457" y="357"/>
                </a:cubicBezTo>
                <a:cubicBezTo>
                  <a:pt x="459" y="357"/>
                  <a:pt x="460" y="357"/>
                  <a:pt x="462" y="357"/>
                </a:cubicBezTo>
                <a:cubicBezTo>
                  <a:pt x="463" y="356"/>
                  <a:pt x="464" y="355"/>
                  <a:pt x="463" y="354"/>
                </a:cubicBezTo>
                <a:cubicBezTo>
                  <a:pt x="463" y="352"/>
                  <a:pt x="462" y="352"/>
                  <a:pt x="460" y="352"/>
                </a:cubicBezTo>
                <a:cubicBezTo>
                  <a:pt x="460" y="351"/>
                  <a:pt x="459" y="351"/>
                  <a:pt x="458" y="351"/>
                </a:cubicBezTo>
                <a:cubicBezTo>
                  <a:pt x="456" y="350"/>
                  <a:pt x="454" y="348"/>
                  <a:pt x="452" y="349"/>
                </a:cubicBezTo>
                <a:cubicBezTo>
                  <a:pt x="452" y="349"/>
                  <a:pt x="451" y="349"/>
                  <a:pt x="451" y="349"/>
                </a:cubicBezTo>
                <a:cubicBezTo>
                  <a:pt x="450" y="347"/>
                  <a:pt x="448" y="347"/>
                  <a:pt x="446" y="347"/>
                </a:cubicBezTo>
                <a:cubicBezTo>
                  <a:pt x="446" y="347"/>
                  <a:pt x="446" y="347"/>
                  <a:pt x="446" y="347"/>
                </a:cubicBezTo>
                <a:cubicBezTo>
                  <a:pt x="445" y="346"/>
                  <a:pt x="443" y="346"/>
                  <a:pt x="443" y="345"/>
                </a:cubicBezTo>
                <a:cubicBezTo>
                  <a:pt x="443" y="344"/>
                  <a:pt x="444" y="344"/>
                  <a:pt x="444" y="344"/>
                </a:cubicBezTo>
                <a:cubicBezTo>
                  <a:pt x="445" y="345"/>
                  <a:pt x="447" y="346"/>
                  <a:pt x="448" y="345"/>
                </a:cubicBezTo>
                <a:cubicBezTo>
                  <a:pt x="448" y="345"/>
                  <a:pt x="448" y="345"/>
                  <a:pt x="448" y="345"/>
                </a:cubicBezTo>
                <a:cubicBezTo>
                  <a:pt x="449" y="347"/>
                  <a:pt x="451" y="346"/>
                  <a:pt x="452" y="346"/>
                </a:cubicBezTo>
                <a:cubicBezTo>
                  <a:pt x="452" y="346"/>
                  <a:pt x="452" y="346"/>
                  <a:pt x="452" y="346"/>
                </a:cubicBezTo>
                <a:cubicBezTo>
                  <a:pt x="452" y="345"/>
                  <a:pt x="452" y="344"/>
                  <a:pt x="452" y="343"/>
                </a:cubicBezTo>
                <a:cubicBezTo>
                  <a:pt x="451" y="342"/>
                  <a:pt x="450" y="342"/>
                  <a:pt x="449" y="341"/>
                </a:cubicBezTo>
                <a:cubicBezTo>
                  <a:pt x="449" y="340"/>
                  <a:pt x="448" y="339"/>
                  <a:pt x="447" y="339"/>
                </a:cubicBezTo>
                <a:cubicBezTo>
                  <a:pt x="444" y="337"/>
                  <a:pt x="440" y="337"/>
                  <a:pt x="438" y="340"/>
                </a:cubicBezTo>
                <a:cubicBezTo>
                  <a:pt x="437" y="340"/>
                  <a:pt x="436" y="342"/>
                  <a:pt x="434" y="340"/>
                </a:cubicBezTo>
                <a:cubicBezTo>
                  <a:pt x="434" y="340"/>
                  <a:pt x="434" y="340"/>
                  <a:pt x="434" y="340"/>
                </a:cubicBezTo>
                <a:cubicBezTo>
                  <a:pt x="433" y="341"/>
                  <a:pt x="432" y="341"/>
                  <a:pt x="431" y="340"/>
                </a:cubicBezTo>
                <a:cubicBezTo>
                  <a:pt x="430" y="340"/>
                  <a:pt x="429" y="341"/>
                  <a:pt x="428" y="342"/>
                </a:cubicBezTo>
                <a:cubicBezTo>
                  <a:pt x="428" y="343"/>
                  <a:pt x="428" y="345"/>
                  <a:pt x="427" y="346"/>
                </a:cubicBezTo>
                <a:cubicBezTo>
                  <a:pt x="425" y="349"/>
                  <a:pt x="425" y="349"/>
                  <a:pt x="425" y="349"/>
                </a:cubicBezTo>
                <a:cubicBezTo>
                  <a:pt x="424" y="348"/>
                  <a:pt x="424" y="347"/>
                  <a:pt x="425" y="346"/>
                </a:cubicBezTo>
                <a:cubicBezTo>
                  <a:pt x="426" y="345"/>
                  <a:pt x="427" y="343"/>
                  <a:pt x="427" y="342"/>
                </a:cubicBezTo>
                <a:cubicBezTo>
                  <a:pt x="427" y="340"/>
                  <a:pt x="428" y="339"/>
                  <a:pt x="428" y="337"/>
                </a:cubicBezTo>
                <a:cubicBezTo>
                  <a:pt x="428" y="335"/>
                  <a:pt x="426" y="333"/>
                  <a:pt x="424" y="331"/>
                </a:cubicBezTo>
                <a:cubicBezTo>
                  <a:pt x="425" y="329"/>
                  <a:pt x="424" y="329"/>
                  <a:pt x="422" y="328"/>
                </a:cubicBezTo>
                <a:cubicBezTo>
                  <a:pt x="421" y="327"/>
                  <a:pt x="421" y="329"/>
                  <a:pt x="420" y="329"/>
                </a:cubicBezTo>
                <a:cubicBezTo>
                  <a:pt x="420" y="330"/>
                  <a:pt x="419" y="330"/>
                  <a:pt x="418" y="330"/>
                </a:cubicBezTo>
                <a:cubicBezTo>
                  <a:pt x="418" y="328"/>
                  <a:pt x="416" y="329"/>
                  <a:pt x="416" y="327"/>
                </a:cubicBezTo>
                <a:cubicBezTo>
                  <a:pt x="416" y="326"/>
                  <a:pt x="415" y="326"/>
                  <a:pt x="415" y="326"/>
                </a:cubicBezTo>
                <a:cubicBezTo>
                  <a:pt x="414" y="326"/>
                  <a:pt x="413" y="326"/>
                  <a:pt x="412" y="326"/>
                </a:cubicBezTo>
                <a:cubicBezTo>
                  <a:pt x="410" y="325"/>
                  <a:pt x="409" y="325"/>
                  <a:pt x="408" y="323"/>
                </a:cubicBezTo>
                <a:cubicBezTo>
                  <a:pt x="408" y="323"/>
                  <a:pt x="408" y="323"/>
                  <a:pt x="408" y="323"/>
                </a:cubicBezTo>
                <a:cubicBezTo>
                  <a:pt x="405" y="322"/>
                  <a:pt x="402" y="323"/>
                  <a:pt x="399" y="324"/>
                </a:cubicBezTo>
                <a:cubicBezTo>
                  <a:pt x="399" y="324"/>
                  <a:pt x="401" y="324"/>
                  <a:pt x="400" y="325"/>
                </a:cubicBezTo>
                <a:cubicBezTo>
                  <a:pt x="400" y="326"/>
                  <a:pt x="399" y="327"/>
                  <a:pt x="398" y="326"/>
                </a:cubicBezTo>
                <a:cubicBezTo>
                  <a:pt x="397" y="326"/>
                  <a:pt x="396" y="326"/>
                  <a:pt x="396" y="326"/>
                </a:cubicBezTo>
                <a:cubicBezTo>
                  <a:pt x="396" y="327"/>
                  <a:pt x="397" y="327"/>
                  <a:pt x="397" y="327"/>
                </a:cubicBezTo>
                <a:cubicBezTo>
                  <a:pt x="396" y="327"/>
                  <a:pt x="396" y="328"/>
                  <a:pt x="395" y="328"/>
                </a:cubicBezTo>
                <a:cubicBezTo>
                  <a:pt x="394" y="329"/>
                  <a:pt x="395" y="330"/>
                  <a:pt x="395" y="331"/>
                </a:cubicBezTo>
                <a:cubicBezTo>
                  <a:pt x="395" y="331"/>
                  <a:pt x="396" y="331"/>
                  <a:pt x="396" y="331"/>
                </a:cubicBezTo>
                <a:cubicBezTo>
                  <a:pt x="397" y="330"/>
                  <a:pt x="397" y="331"/>
                  <a:pt x="398" y="331"/>
                </a:cubicBezTo>
                <a:cubicBezTo>
                  <a:pt x="398" y="332"/>
                  <a:pt x="398" y="332"/>
                  <a:pt x="399" y="332"/>
                </a:cubicBezTo>
                <a:cubicBezTo>
                  <a:pt x="399" y="333"/>
                  <a:pt x="400" y="333"/>
                  <a:pt x="400" y="333"/>
                </a:cubicBezTo>
                <a:cubicBezTo>
                  <a:pt x="399" y="334"/>
                  <a:pt x="399" y="333"/>
                  <a:pt x="398" y="333"/>
                </a:cubicBezTo>
                <a:cubicBezTo>
                  <a:pt x="397" y="334"/>
                  <a:pt x="398" y="334"/>
                  <a:pt x="399" y="335"/>
                </a:cubicBezTo>
                <a:cubicBezTo>
                  <a:pt x="398" y="335"/>
                  <a:pt x="397" y="335"/>
                  <a:pt x="396" y="334"/>
                </a:cubicBezTo>
                <a:cubicBezTo>
                  <a:pt x="396" y="333"/>
                  <a:pt x="396" y="333"/>
                  <a:pt x="396" y="333"/>
                </a:cubicBezTo>
                <a:cubicBezTo>
                  <a:pt x="396" y="333"/>
                  <a:pt x="395" y="332"/>
                  <a:pt x="395" y="333"/>
                </a:cubicBezTo>
                <a:cubicBezTo>
                  <a:pt x="395" y="333"/>
                  <a:pt x="395" y="334"/>
                  <a:pt x="395" y="334"/>
                </a:cubicBezTo>
                <a:cubicBezTo>
                  <a:pt x="395" y="334"/>
                  <a:pt x="396" y="335"/>
                  <a:pt x="395" y="335"/>
                </a:cubicBezTo>
                <a:cubicBezTo>
                  <a:pt x="395" y="335"/>
                  <a:pt x="394" y="336"/>
                  <a:pt x="395" y="336"/>
                </a:cubicBezTo>
                <a:cubicBezTo>
                  <a:pt x="395" y="337"/>
                  <a:pt x="396" y="337"/>
                  <a:pt x="397" y="337"/>
                </a:cubicBezTo>
                <a:cubicBezTo>
                  <a:pt x="398" y="337"/>
                  <a:pt x="398" y="338"/>
                  <a:pt x="399" y="339"/>
                </a:cubicBezTo>
                <a:cubicBezTo>
                  <a:pt x="400" y="340"/>
                  <a:pt x="401" y="340"/>
                  <a:pt x="401" y="341"/>
                </a:cubicBezTo>
                <a:cubicBezTo>
                  <a:pt x="401" y="342"/>
                  <a:pt x="403" y="341"/>
                  <a:pt x="403" y="342"/>
                </a:cubicBezTo>
                <a:cubicBezTo>
                  <a:pt x="403" y="343"/>
                  <a:pt x="404" y="342"/>
                  <a:pt x="405" y="343"/>
                </a:cubicBezTo>
                <a:cubicBezTo>
                  <a:pt x="405" y="343"/>
                  <a:pt x="405" y="342"/>
                  <a:pt x="405" y="342"/>
                </a:cubicBezTo>
                <a:cubicBezTo>
                  <a:pt x="405" y="342"/>
                  <a:pt x="405" y="342"/>
                  <a:pt x="405" y="342"/>
                </a:cubicBezTo>
                <a:cubicBezTo>
                  <a:pt x="405" y="341"/>
                  <a:pt x="406" y="340"/>
                  <a:pt x="406" y="341"/>
                </a:cubicBezTo>
                <a:cubicBezTo>
                  <a:pt x="407" y="341"/>
                  <a:pt x="406" y="342"/>
                  <a:pt x="406" y="342"/>
                </a:cubicBezTo>
                <a:cubicBezTo>
                  <a:pt x="405" y="343"/>
                  <a:pt x="404" y="345"/>
                  <a:pt x="403" y="344"/>
                </a:cubicBezTo>
                <a:cubicBezTo>
                  <a:pt x="402" y="343"/>
                  <a:pt x="402" y="344"/>
                  <a:pt x="402" y="345"/>
                </a:cubicBezTo>
                <a:cubicBezTo>
                  <a:pt x="402" y="345"/>
                  <a:pt x="403" y="346"/>
                  <a:pt x="403" y="346"/>
                </a:cubicBezTo>
                <a:cubicBezTo>
                  <a:pt x="403" y="348"/>
                  <a:pt x="404" y="348"/>
                  <a:pt x="405" y="349"/>
                </a:cubicBezTo>
                <a:cubicBezTo>
                  <a:pt x="406" y="349"/>
                  <a:pt x="407" y="349"/>
                  <a:pt x="408" y="349"/>
                </a:cubicBezTo>
                <a:cubicBezTo>
                  <a:pt x="408" y="349"/>
                  <a:pt x="407" y="349"/>
                  <a:pt x="408" y="350"/>
                </a:cubicBezTo>
                <a:cubicBezTo>
                  <a:pt x="408" y="350"/>
                  <a:pt x="409" y="350"/>
                  <a:pt x="409" y="350"/>
                </a:cubicBezTo>
                <a:cubicBezTo>
                  <a:pt x="409" y="349"/>
                  <a:pt x="409" y="349"/>
                  <a:pt x="409" y="349"/>
                </a:cubicBezTo>
                <a:cubicBezTo>
                  <a:pt x="410" y="351"/>
                  <a:pt x="411" y="350"/>
                  <a:pt x="412" y="350"/>
                </a:cubicBezTo>
                <a:cubicBezTo>
                  <a:pt x="413" y="351"/>
                  <a:pt x="413" y="351"/>
                  <a:pt x="413" y="352"/>
                </a:cubicBezTo>
                <a:cubicBezTo>
                  <a:pt x="412" y="351"/>
                  <a:pt x="411" y="351"/>
                  <a:pt x="410" y="352"/>
                </a:cubicBezTo>
                <a:cubicBezTo>
                  <a:pt x="410" y="353"/>
                  <a:pt x="409" y="353"/>
                  <a:pt x="409" y="353"/>
                </a:cubicBezTo>
                <a:cubicBezTo>
                  <a:pt x="408" y="353"/>
                  <a:pt x="409" y="355"/>
                  <a:pt x="409" y="355"/>
                </a:cubicBezTo>
                <a:cubicBezTo>
                  <a:pt x="410" y="355"/>
                  <a:pt x="411" y="356"/>
                  <a:pt x="412" y="354"/>
                </a:cubicBezTo>
                <a:cubicBezTo>
                  <a:pt x="413" y="354"/>
                  <a:pt x="414" y="353"/>
                  <a:pt x="415" y="352"/>
                </a:cubicBezTo>
                <a:cubicBezTo>
                  <a:pt x="415" y="353"/>
                  <a:pt x="416" y="353"/>
                  <a:pt x="416" y="353"/>
                </a:cubicBezTo>
                <a:cubicBezTo>
                  <a:pt x="417" y="353"/>
                  <a:pt x="418" y="353"/>
                  <a:pt x="419" y="353"/>
                </a:cubicBezTo>
                <a:cubicBezTo>
                  <a:pt x="420" y="354"/>
                  <a:pt x="421" y="354"/>
                  <a:pt x="422" y="354"/>
                </a:cubicBezTo>
                <a:cubicBezTo>
                  <a:pt x="423" y="354"/>
                  <a:pt x="423" y="352"/>
                  <a:pt x="423" y="351"/>
                </a:cubicBezTo>
                <a:cubicBezTo>
                  <a:pt x="424" y="352"/>
                  <a:pt x="424" y="353"/>
                  <a:pt x="425" y="352"/>
                </a:cubicBezTo>
                <a:cubicBezTo>
                  <a:pt x="425" y="352"/>
                  <a:pt x="426" y="351"/>
                  <a:pt x="426" y="350"/>
                </a:cubicBezTo>
                <a:cubicBezTo>
                  <a:pt x="427" y="350"/>
                  <a:pt x="428" y="350"/>
                  <a:pt x="429" y="350"/>
                </a:cubicBezTo>
                <a:cubicBezTo>
                  <a:pt x="429" y="350"/>
                  <a:pt x="429" y="350"/>
                  <a:pt x="429" y="351"/>
                </a:cubicBezTo>
                <a:cubicBezTo>
                  <a:pt x="429" y="354"/>
                  <a:pt x="432" y="356"/>
                  <a:pt x="433" y="358"/>
                </a:cubicBezTo>
                <a:cubicBezTo>
                  <a:pt x="433" y="359"/>
                  <a:pt x="433" y="360"/>
                  <a:pt x="433" y="361"/>
                </a:cubicBezTo>
                <a:cubicBezTo>
                  <a:pt x="433" y="362"/>
                  <a:pt x="433" y="362"/>
                  <a:pt x="433" y="364"/>
                </a:cubicBezTo>
                <a:cubicBezTo>
                  <a:pt x="434" y="365"/>
                  <a:pt x="435" y="366"/>
                  <a:pt x="436" y="367"/>
                </a:cubicBezTo>
                <a:cubicBezTo>
                  <a:pt x="438" y="368"/>
                  <a:pt x="438" y="370"/>
                  <a:pt x="437" y="371"/>
                </a:cubicBezTo>
                <a:cubicBezTo>
                  <a:pt x="437" y="372"/>
                  <a:pt x="437" y="373"/>
                  <a:pt x="438" y="374"/>
                </a:cubicBezTo>
                <a:cubicBezTo>
                  <a:pt x="438" y="375"/>
                  <a:pt x="438" y="378"/>
                  <a:pt x="437" y="379"/>
                </a:cubicBezTo>
                <a:cubicBezTo>
                  <a:pt x="436" y="381"/>
                  <a:pt x="435" y="383"/>
                  <a:pt x="434" y="385"/>
                </a:cubicBezTo>
                <a:cubicBezTo>
                  <a:pt x="434" y="386"/>
                  <a:pt x="435" y="386"/>
                  <a:pt x="435" y="386"/>
                </a:cubicBezTo>
                <a:cubicBezTo>
                  <a:pt x="434" y="389"/>
                  <a:pt x="434" y="391"/>
                  <a:pt x="436" y="393"/>
                </a:cubicBezTo>
                <a:cubicBezTo>
                  <a:pt x="436" y="394"/>
                  <a:pt x="436" y="394"/>
                  <a:pt x="437" y="394"/>
                </a:cubicBezTo>
                <a:cubicBezTo>
                  <a:pt x="438" y="393"/>
                  <a:pt x="438" y="395"/>
                  <a:pt x="439" y="395"/>
                </a:cubicBezTo>
                <a:cubicBezTo>
                  <a:pt x="439" y="396"/>
                  <a:pt x="438" y="396"/>
                  <a:pt x="437" y="396"/>
                </a:cubicBezTo>
                <a:cubicBezTo>
                  <a:pt x="436" y="396"/>
                  <a:pt x="436" y="397"/>
                  <a:pt x="436" y="397"/>
                </a:cubicBezTo>
                <a:cubicBezTo>
                  <a:pt x="437" y="398"/>
                  <a:pt x="437" y="399"/>
                  <a:pt x="437" y="399"/>
                </a:cubicBezTo>
                <a:cubicBezTo>
                  <a:pt x="438" y="401"/>
                  <a:pt x="438" y="402"/>
                  <a:pt x="438" y="403"/>
                </a:cubicBezTo>
                <a:cubicBezTo>
                  <a:pt x="438" y="406"/>
                  <a:pt x="438" y="407"/>
                  <a:pt x="441" y="408"/>
                </a:cubicBezTo>
                <a:cubicBezTo>
                  <a:pt x="442" y="408"/>
                  <a:pt x="442" y="408"/>
                  <a:pt x="442" y="409"/>
                </a:cubicBezTo>
                <a:cubicBezTo>
                  <a:pt x="441" y="410"/>
                  <a:pt x="441" y="410"/>
                  <a:pt x="442" y="411"/>
                </a:cubicBezTo>
                <a:cubicBezTo>
                  <a:pt x="444" y="411"/>
                  <a:pt x="444" y="411"/>
                  <a:pt x="445" y="409"/>
                </a:cubicBezTo>
                <a:cubicBezTo>
                  <a:pt x="445" y="409"/>
                  <a:pt x="445" y="409"/>
                  <a:pt x="445" y="409"/>
                </a:cubicBezTo>
                <a:cubicBezTo>
                  <a:pt x="445" y="410"/>
                  <a:pt x="444" y="412"/>
                  <a:pt x="446" y="411"/>
                </a:cubicBezTo>
                <a:cubicBezTo>
                  <a:pt x="447" y="411"/>
                  <a:pt x="446" y="410"/>
                  <a:pt x="446" y="409"/>
                </a:cubicBezTo>
                <a:cubicBezTo>
                  <a:pt x="445" y="408"/>
                  <a:pt x="446" y="408"/>
                  <a:pt x="446" y="407"/>
                </a:cubicBezTo>
                <a:cubicBezTo>
                  <a:pt x="447" y="406"/>
                  <a:pt x="449" y="405"/>
                  <a:pt x="449" y="403"/>
                </a:cubicBezTo>
                <a:cubicBezTo>
                  <a:pt x="450" y="404"/>
                  <a:pt x="449" y="405"/>
                  <a:pt x="449" y="406"/>
                </a:cubicBezTo>
                <a:cubicBezTo>
                  <a:pt x="448" y="406"/>
                  <a:pt x="448" y="407"/>
                  <a:pt x="448" y="408"/>
                </a:cubicBezTo>
                <a:cubicBezTo>
                  <a:pt x="448" y="409"/>
                  <a:pt x="448" y="409"/>
                  <a:pt x="448" y="409"/>
                </a:cubicBezTo>
                <a:cubicBezTo>
                  <a:pt x="448" y="409"/>
                  <a:pt x="449" y="409"/>
                  <a:pt x="449" y="409"/>
                </a:cubicBezTo>
                <a:cubicBezTo>
                  <a:pt x="449" y="408"/>
                  <a:pt x="449" y="408"/>
                  <a:pt x="449" y="409"/>
                </a:cubicBezTo>
                <a:cubicBezTo>
                  <a:pt x="450" y="409"/>
                  <a:pt x="450" y="410"/>
                  <a:pt x="450" y="410"/>
                </a:cubicBezTo>
                <a:cubicBezTo>
                  <a:pt x="450" y="411"/>
                  <a:pt x="451" y="412"/>
                  <a:pt x="452" y="412"/>
                </a:cubicBezTo>
                <a:cubicBezTo>
                  <a:pt x="453" y="412"/>
                  <a:pt x="453" y="412"/>
                  <a:pt x="454" y="413"/>
                </a:cubicBezTo>
                <a:cubicBezTo>
                  <a:pt x="454" y="413"/>
                  <a:pt x="455" y="414"/>
                  <a:pt x="456" y="413"/>
                </a:cubicBezTo>
                <a:cubicBezTo>
                  <a:pt x="457" y="413"/>
                  <a:pt x="457" y="414"/>
                  <a:pt x="458" y="414"/>
                </a:cubicBezTo>
                <a:cubicBezTo>
                  <a:pt x="460" y="414"/>
                  <a:pt x="461" y="413"/>
                  <a:pt x="463" y="413"/>
                </a:cubicBezTo>
                <a:cubicBezTo>
                  <a:pt x="464" y="413"/>
                  <a:pt x="464" y="412"/>
                  <a:pt x="464" y="412"/>
                </a:cubicBezTo>
                <a:cubicBezTo>
                  <a:pt x="464" y="410"/>
                  <a:pt x="464" y="409"/>
                  <a:pt x="463" y="409"/>
                </a:cubicBezTo>
                <a:cubicBezTo>
                  <a:pt x="463" y="408"/>
                  <a:pt x="463" y="408"/>
                  <a:pt x="463" y="407"/>
                </a:cubicBezTo>
                <a:cubicBezTo>
                  <a:pt x="465" y="408"/>
                  <a:pt x="465" y="408"/>
                  <a:pt x="465" y="406"/>
                </a:cubicBezTo>
                <a:cubicBezTo>
                  <a:pt x="465" y="406"/>
                  <a:pt x="464" y="405"/>
                  <a:pt x="465" y="405"/>
                </a:cubicBezTo>
                <a:cubicBezTo>
                  <a:pt x="466" y="406"/>
                  <a:pt x="466" y="408"/>
                  <a:pt x="466" y="409"/>
                </a:cubicBezTo>
                <a:cubicBezTo>
                  <a:pt x="466" y="410"/>
                  <a:pt x="466" y="410"/>
                  <a:pt x="467" y="410"/>
                </a:cubicBezTo>
                <a:cubicBezTo>
                  <a:pt x="467" y="410"/>
                  <a:pt x="467" y="410"/>
                  <a:pt x="467" y="409"/>
                </a:cubicBezTo>
                <a:cubicBezTo>
                  <a:pt x="467" y="408"/>
                  <a:pt x="467" y="406"/>
                  <a:pt x="468" y="405"/>
                </a:cubicBezTo>
                <a:cubicBezTo>
                  <a:pt x="468" y="405"/>
                  <a:pt x="468" y="404"/>
                  <a:pt x="468" y="404"/>
                </a:cubicBezTo>
                <a:cubicBezTo>
                  <a:pt x="469" y="405"/>
                  <a:pt x="469" y="404"/>
                  <a:pt x="469" y="404"/>
                </a:cubicBezTo>
                <a:cubicBezTo>
                  <a:pt x="469" y="403"/>
                  <a:pt x="469" y="403"/>
                  <a:pt x="469" y="402"/>
                </a:cubicBezTo>
                <a:cubicBezTo>
                  <a:pt x="470" y="403"/>
                  <a:pt x="469" y="403"/>
                  <a:pt x="470" y="403"/>
                </a:cubicBezTo>
                <a:cubicBezTo>
                  <a:pt x="470" y="404"/>
                  <a:pt x="469" y="405"/>
                  <a:pt x="470" y="406"/>
                </a:cubicBezTo>
                <a:cubicBezTo>
                  <a:pt x="471" y="406"/>
                  <a:pt x="470" y="407"/>
                  <a:pt x="470" y="408"/>
                </a:cubicBezTo>
                <a:cubicBezTo>
                  <a:pt x="470" y="409"/>
                  <a:pt x="470" y="411"/>
                  <a:pt x="469" y="412"/>
                </a:cubicBezTo>
                <a:cubicBezTo>
                  <a:pt x="469" y="414"/>
                  <a:pt x="469" y="416"/>
                  <a:pt x="471" y="416"/>
                </a:cubicBezTo>
                <a:cubicBezTo>
                  <a:pt x="472" y="416"/>
                  <a:pt x="472" y="415"/>
                  <a:pt x="473" y="416"/>
                </a:cubicBezTo>
                <a:cubicBezTo>
                  <a:pt x="473" y="416"/>
                  <a:pt x="473" y="416"/>
                  <a:pt x="474" y="416"/>
                </a:cubicBezTo>
                <a:cubicBezTo>
                  <a:pt x="474" y="416"/>
                  <a:pt x="475" y="417"/>
                  <a:pt x="475" y="416"/>
                </a:cubicBezTo>
                <a:cubicBezTo>
                  <a:pt x="476" y="416"/>
                  <a:pt x="476" y="416"/>
                  <a:pt x="476" y="415"/>
                </a:cubicBezTo>
                <a:cubicBezTo>
                  <a:pt x="476" y="416"/>
                  <a:pt x="476" y="417"/>
                  <a:pt x="477" y="417"/>
                </a:cubicBezTo>
                <a:cubicBezTo>
                  <a:pt x="479" y="417"/>
                  <a:pt x="479" y="416"/>
                  <a:pt x="480" y="415"/>
                </a:cubicBezTo>
                <a:cubicBezTo>
                  <a:pt x="480" y="417"/>
                  <a:pt x="481" y="417"/>
                  <a:pt x="483" y="416"/>
                </a:cubicBezTo>
                <a:cubicBezTo>
                  <a:pt x="483" y="416"/>
                  <a:pt x="483" y="416"/>
                  <a:pt x="483" y="416"/>
                </a:cubicBezTo>
                <a:cubicBezTo>
                  <a:pt x="484" y="417"/>
                  <a:pt x="486" y="417"/>
                  <a:pt x="486" y="417"/>
                </a:cubicBezTo>
                <a:cubicBezTo>
                  <a:pt x="487" y="416"/>
                  <a:pt x="486" y="416"/>
                  <a:pt x="485" y="415"/>
                </a:cubicBezTo>
                <a:cubicBezTo>
                  <a:pt x="485" y="415"/>
                  <a:pt x="485" y="415"/>
                  <a:pt x="485" y="414"/>
                </a:cubicBezTo>
                <a:cubicBezTo>
                  <a:pt x="485" y="414"/>
                  <a:pt x="485" y="413"/>
                  <a:pt x="485" y="412"/>
                </a:cubicBezTo>
                <a:cubicBezTo>
                  <a:pt x="485" y="412"/>
                  <a:pt x="485" y="412"/>
                  <a:pt x="485" y="413"/>
                </a:cubicBezTo>
                <a:cubicBezTo>
                  <a:pt x="486" y="414"/>
                  <a:pt x="486" y="416"/>
                  <a:pt x="488" y="416"/>
                </a:cubicBezTo>
                <a:cubicBezTo>
                  <a:pt x="490" y="417"/>
                  <a:pt x="490" y="415"/>
                  <a:pt x="490" y="414"/>
                </a:cubicBezTo>
                <a:cubicBezTo>
                  <a:pt x="490" y="414"/>
                  <a:pt x="490" y="413"/>
                  <a:pt x="490" y="413"/>
                </a:cubicBezTo>
                <a:cubicBezTo>
                  <a:pt x="490" y="413"/>
                  <a:pt x="490" y="413"/>
                  <a:pt x="490" y="413"/>
                </a:cubicBezTo>
                <a:cubicBezTo>
                  <a:pt x="491" y="413"/>
                  <a:pt x="491" y="414"/>
                  <a:pt x="491" y="414"/>
                </a:cubicBezTo>
                <a:cubicBezTo>
                  <a:pt x="491" y="414"/>
                  <a:pt x="491" y="415"/>
                  <a:pt x="491" y="415"/>
                </a:cubicBezTo>
                <a:cubicBezTo>
                  <a:pt x="491" y="416"/>
                  <a:pt x="491" y="416"/>
                  <a:pt x="491" y="417"/>
                </a:cubicBezTo>
                <a:cubicBezTo>
                  <a:pt x="491" y="417"/>
                  <a:pt x="492" y="417"/>
                  <a:pt x="492" y="417"/>
                </a:cubicBezTo>
                <a:cubicBezTo>
                  <a:pt x="493" y="416"/>
                  <a:pt x="494" y="416"/>
                  <a:pt x="495" y="416"/>
                </a:cubicBezTo>
                <a:cubicBezTo>
                  <a:pt x="496" y="416"/>
                  <a:pt x="496" y="415"/>
                  <a:pt x="496" y="415"/>
                </a:cubicBezTo>
                <a:cubicBezTo>
                  <a:pt x="497" y="413"/>
                  <a:pt x="496" y="412"/>
                  <a:pt x="496" y="411"/>
                </a:cubicBezTo>
                <a:cubicBezTo>
                  <a:pt x="496" y="410"/>
                  <a:pt x="496" y="410"/>
                  <a:pt x="497" y="411"/>
                </a:cubicBezTo>
                <a:cubicBezTo>
                  <a:pt x="497" y="412"/>
                  <a:pt x="498" y="414"/>
                  <a:pt x="498" y="416"/>
                </a:cubicBezTo>
                <a:cubicBezTo>
                  <a:pt x="500" y="416"/>
                  <a:pt x="500" y="416"/>
                  <a:pt x="501" y="414"/>
                </a:cubicBezTo>
                <a:cubicBezTo>
                  <a:pt x="501" y="414"/>
                  <a:pt x="501" y="413"/>
                  <a:pt x="501" y="413"/>
                </a:cubicBezTo>
                <a:cubicBezTo>
                  <a:pt x="501" y="412"/>
                  <a:pt x="501" y="411"/>
                  <a:pt x="501" y="410"/>
                </a:cubicBezTo>
                <a:cubicBezTo>
                  <a:pt x="501" y="410"/>
                  <a:pt x="501" y="409"/>
                  <a:pt x="501" y="410"/>
                </a:cubicBezTo>
                <a:cubicBezTo>
                  <a:pt x="501" y="410"/>
                  <a:pt x="501" y="410"/>
                  <a:pt x="501" y="410"/>
                </a:cubicBezTo>
                <a:cubicBezTo>
                  <a:pt x="501" y="412"/>
                  <a:pt x="501" y="413"/>
                  <a:pt x="502" y="415"/>
                </a:cubicBezTo>
                <a:cubicBezTo>
                  <a:pt x="502" y="415"/>
                  <a:pt x="502" y="416"/>
                  <a:pt x="503" y="415"/>
                </a:cubicBezTo>
                <a:cubicBezTo>
                  <a:pt x="503" y="415"/>
                  <a:pt x="504" y="415"/>
                  <a:pt x="505" y="415"/>
                </a:cubicBezTo>
                <a:cubicBezTo>
                  <a:pt x="506" y="416"/>
                  <a:pt x="508" y="416"/>
                  <a:pt x="510" y="414"/>
                </a:cubicBezTo>
                <a:cubicBezTo>
                  <a:pt x="511" y="414"/>
                  <a:pt x="512" y="414"/>
                  <a:pt x="513" y="414"/>
                </a:cubicBezTo>
                <a:cubicBezTo>
                  <a:pt x="514" y="414"/>
                  <a:pt x="515" y="414"/>
                  <a:pt x="515" y="413"/>
                </a:cubicBezTo>
                <a:cubicBezTo>
                  <a:pt x="515" y="411"/>
                  <a:pt x="515" y="410"/>
                  <a:pt x="516" y="409"/>
                </a:cubicBezTo>
                <a:cubicBezTo>
                  <a:pt x="516" y="408"/>
                  <a:pt x="517" y="406"/>
                  <a:pt x="515" y="405"/>
                </a:cubicBezTo>
                <a:cubicBezTo>
                  <a:pt x="514" y="405"/>
                  <a:pt x="514" y="404"/>
                  <a:pt x="513" y="403"/>
                </a:cubicBezTo>
                <a:cubicBezTo>
                  <a:pt x="514" y="403"/>
                  <a:pt x="514" y="403"/>
                  <a:pt x="514" y="403"/>
                </a:cubicBezTo>
                <a:cubicBezTo>
                  <a:pt x="514" y="403"/>
                  <a:pt x="514" y="402"/>
                  <a:pt x="514" y="402"/>
                </a:cubicBezTo>
                <a:cubicBezTo>
                  <a:pt x="515" y="402"/>
                  <a:pt x="515" y="403"/>
                  <a:pt x="515" y="403"/>
                </a:cubicBezTo>
                <a:cubicBezTo>
                  <a:pt x="516" y="404"/>
                  <a:pt x="516" y="405"/>
                  <a:pt x="517" y="405"/>
                </a:cubicBezTo>
                <a:cubicBezTo>
                  <a:pt x="517" y="405"/>
                  <a:pt x="517" y="405"/>
                  <a:pt x="518" y="405"/>
                </a:cubicBezTo>
                <a:cubicBezTo>
                  <a:pt x="518" y="406"/>
                  <a:pt x="518" y="406"/>
                  <a:pt x="518" y="407"/>
                </a:cubicBezTo>
                <a:cubicBezTo>
                  <a:pt x="517" y="409"/>
                  <a:pt x="518" y="411"/>
                  <a:pt x="519" y="413"/>
                </a:cubicBezTo>
                <a:cubicBezTo>
                  <a:pt x="520" y="415"/>
                  <a:pt x="521" y="415"/>
                  <a:pt x="523" y="415"/>
                </a:cubicBezTo>
                <a:cubicBezTo>
                  <a:pt x="524" y="415"/>
                  <a:pt x="523" y="414"/>
                  <a:pt x="524" y="413"/>
                </a:cubicBezTo>
                <a:cubicBezTo>
                  <a:pt x="524" y="414"/>
                  <a:pt x="524" y="415"/>
                  <a:pt x="526" y="415"/>
                </a:cubicBezTo>
                <a:cubicBezTo>
                  <a:pt x="526" y="416"/>
                  <a:pt x="527" y="416"/>
                  <a:pt x="528" y="416"/>
                </a:cubicBezTo>
                <a:cubicBezTo>
                  <a:pt x="528" y="416"/>
                  <a:pt x="528" y="416"/>
                  <a:pt x="528" y="416"/>
                </a:cubicBezTo>
                <a:cubicBezTo>
                  <a:pt x="529" y="417"/>
                  <a:pt x="530" y="417"/>
                  <a:pt x="530" y="416"/>
                </a:cubicBezTo>
                <a:cubicBezTo>
                  <a:pt x="531" y="416"/>
                  <a:pt x="532" y="415"/>
                  <a:pt x="532" y="415"/>
                </a:cubicBezTo>
                <a:cubicBezTo>
                  <a:pt x="533" y="413"/>
                  <a:pt x="535" y="413"/>
                  <a:pt x="537" y="413"/>
                </a:cubicBezTo>
                <a:cubicBezTo>
                  <a:pt x="537" y="413"/>
                  <a:pt x="537" y="413"/>
                  <a:pt x="538" y="413"/>
                </a:cubicBezTo>
                <a:cubicBezTo>
                  <a:pt x="539" y="414"/>
                  <a:pt x="541" y="413"/>
                  <a:pt x="543" y="413"/>
                </a:cubicBezTo>
                <a:cubicBezTo>
                  <a:pt x="544" y="412"/>
                  <a:pt x="544" y="411"/>
                  <a:pt x="543" y="410"/>
                </a:cubicBezTo>
                <a:cubicBezTo>
                  <a:pt x="543" y="409"/>
                  <a:pt x="543" y="409"/>
                  <a:pt x="544" y="409"/>
                </a:cubicBezTo>
                <a:cubicBezTo>
                  <a:pt x="544" y="408"/>
                  <a:pt x="544" y="408"/>
                  <a:pt x="543" y="407"/>
                </a:cubicBezTo>
                <a:cubicBezTo>
                  <a:pt x="545" y="406"/>
                  <a:pt x="545" y="405"/>
                  <a:pt x="543" y="404"/>
                </a:cubicBezTo>
                <a:cubicBezTo>
                  <a:pt x="542" y="403"/>
                  <a:pt x="542" y="402"/>
                  <a:pt x="542" y="401"/>
                </a:cubicBezTo>
                <a:cubicBezTo>
                  <a:pt x="543" y="403"/>
                  <a:pt x="544" y="404"/>
                  <a:pt x="545" y="405"/>
                </a:cubicBezTo>
                <a:cubicBezTo>
                  <a:pt x="546" y="405"/>
                  <a:pt x="547" y="405"/>
                  <a:pt x="548" y="405"/>
                </a:cubicBezTo>
                <a:cubicBezTo>
                  <a:pt x="549" y="404"/>
                  <a:pt x="550" y="404"/>
                  <a:pt x="551" y="403"/>
                </a:cubicBezTo>
                <a:cubicBezTo>
                  <a:pt x="552" y="403"/>
                  <a:pt x="552" y="402"/>
                  <a:pt x="551" y="402"/>
                </a:cubicBezTo>
                <a:close/>
                <a:moveTo>
                  <a:pt x="419" y="332"/>
                </a:moveTo>
                <a:cubicBezTo>
                  <a:pt x="419" y="332"/>
                  <a:pt x="419" y="332"/>
                  <a:pt x="419" y="332"/>
                </a:cubicBezTo>
                <a:cubicBezTo>
                  <a:pt x="419" y="332"/>
                  <a:pt x="419" y="332"/>
                  <a:pt x="419" y="332"/>
                </a:cubicBezTo>
                <a:cubicBezTo>
                  <a:pt x="419" y="332"/>
                  <a:pt x="419" y="332"/>
                  <a:pt x="419" y="332"/>
                </a:cubicBezTo>
                <a:close/>
                <a:moveTo>
                  <a:pt x="488" y="413"/>
                </a:moveTo>
                <a:cubicBezTo>
                  <a:pt x="488" y="413"/>
                  <a:pt x="488" y="413"/>
                  <a:pt x="488" y="413"/>
                </a:cubicBezTo>
                <a:cubicBezTo>
                  <a:pt x="488" y="413"/>
                  <a:pt x="488" y="413"/>
                  <a:pt x="488" y="413"/>
                </a:cubicBezTo>
                <a:cubicBezTo>
                  <a:pt x="488" y="413"/>
                  <a:pt x="488" y="413"/>
                  <a:pt x="488" y="413"/>
                </a:cubicBezTo>
                <a:close/>
                <a:moveTo>
                  <a:pt x="488" y="413"/>
                </a:moveTo>
                <a:cubicBezTo>
                  <a:pt x="488" y="413"/>
                  <a:pt x="488" y="413"/>
                  <a:pt x="488" y="413"/>
                </a:cubicBezTo>
                <a:cubicBezTo>
                  <a:pt x="488" y="413"/>
                  <a:pt x="488" y="413"/>
                  <a:pt x="488" y="413"/>
                </a:cubicBezTo>
                <a:cubicBezTo>
                  <a:pt x="488" y="413"/>
                  <a:pt x="488" y="413"/>
                  <a:pt x="488" y="413"/>
                </a:cubicBezTo>
                <a:close/>
                <a:moveTo>
                  <a:pt x="494" y="410"/>
                </a:moveTo>
                <a:cubicBezTo>
                  <a:pt x="494" y="410"/>
                  <a:pt x="494" y="410"/>
                  <a:pt x="494" y="410"/>
                </a:cubicBezTo>
                <a:cubicBezTo>
                  <a:pt x="494" y="410"/>
                  <a:pt x="494" y="410"/>
                  <a:pt x="494" y="410"/>
                </a:cubicBezTo>
                <a:cubicBezTo>
                  <a:pt x="494" y="410"/>
                  <a:pt x="494" y="410"/>
                  <a:pt x="494" y="410"/>
                </a:cubicBezTo>
                <a:close/>
                <a:moveTo>
                  <a:pt x="534" y="377"/>
                </a:moveTo>
                <a:cubicBezTo>
                  <a:pt x="534" y="377"/>
                  <a:pt x="534" y="377"/>
                  <a:pt x="535" y="377"/>
                </a:cubicBezTo>
                <a:cubicBezTo>
                  <a:pt x="534" y="377"/>
                  <a:pt x="534" y="377"/>
                  <a:pt x="534" y="377"/>
                </a:cubicBezTo>
                <a:close/>
                <a:moveTo>
                  <a:pt x="556" y="362"/>
                </a:moveTo>
                <a:cubicBezTo>
                  <a:pt x="555" y="363"/>
                  <a:pt x="554" y="363"/>
                  <a:pt x="554" y="364"/>
                </a:cubicBezTo>
                <a:cubicBezTo>
                  <a:pt x="552" y="365"/>
                  <a:pt x="553" y="366"/>
                  <a:pt x="554" y="367"/>
                </a:cubicBezTo>
                <a:cubicBezTo>
                  <a:pt x="554" y="368"/>
                  <a:pt x="555" y="368"/>
                  <a:pt x="555" y="368"/>
                </a:cubicBezTo>
                <a:cubicBezTo>
                  <a:pt x="556" y="368"/>
                  <a:pt x="556" y="369"/>
                  <a:pt x="555" y="369"/>
                </a:cubicBezTo>
                <a:cubicBezTo>
                  <a:pt x="555" y="369"/>
                  <a:pt x="555" y="369"/>
                  <a:pt x="555" y="369"/>
                </a:cubicBezTo>
                <a:cubicBezTo>
                  <a:pt x="554" y="368"/>
                  <a:pt x="553" y="368"/>
                  <a:pt x="552" y="368"/>
                </a:cubicBezTo>
                <a:cubicBezTo>
                  <a:pt x="551" y="368"/>
                  <a:pt x="551" y="369"/>
                  <a:pt x="551" y="371"/>
                </a:cubicBezTo>
                <a:cubicBezTo>
                  <a:pt x="550" y="370"/>
                  <a:pt x="550" y="370"/>
                  <a:pt x="550" y="369"/>
                </a:cubicBezTo>
                <a:cubicBezTo>
                  <a:pt x="550" y="368"/>
                  <a:pt x="548" y="369"/>
                  <a:pt x="548" y="368"/>
                </a:cubicBezTo>
                <a:cubicBezTo>
                  <a:pt x="549" y="367"/>
                  <a:pt x="550" y="366"/>
                  <a:pt x="551" y="364"/>
                </a:cubicBezTo>
                <a:cubicBezTo>
                  <a:pt x="552" y="363"/>
                  <a:pt x="553" y="361"/>
                  <a:pt x="554" y="359"/>
                </a:cubicBezTo>
                <a:cubicBezTo>
                  <a:pt x="554" y="359"/>
                  <a:pt x="554" y="359"/>
                  <a:pt x="554" y="359"/>
                </a:cubicBezTo>
                <a:cubicBezTo>
                  <a:pt x="554" y="359"/>
                  <a:pt x="555" y="358"/>
                  <a:pt x="556" y="359"/>
                </a:cubicBezTo>
                <a:cubicBezTo>
                  <a:pt x="557" y="360"/>
                  <a:pt x="557" y="361"/>
                  <a:pt x="556" y="362"/>
                </a:cubicBezTo>
                <a:close/>
                <a:moveTo>
                  <a:pt x="352" y="341"/>
                </a:moveTo>
                <a:cubicBezTo>
                  <a:pt x="353" y="341"/>
                  <a:pt x="353" y="340"/>
                  <a:pt x="354" y="340"/>
                </a:cubicBezTo>
                <a:cubicBezTo>
                  <a:pt x="355" y="339"/>
                  <a:pt x="355" y="339"/>
                  <a:pt x="356" y="339"/>
                </a:cubicBezTo>
                <a:cubicBezTo>
                  <a:pt x="357" y="339"/>
                  <a:pt x="358" y="338"/>
                  <a:pt x="358" y="337"/>
                </a:cubicBezTo>
                <a:cubicBezTo>
                  <a:pt x="359" y="335"/>
                  <a:pt x="362" y="334"/>
                  <a:pt x="364" y="335"/>
                </a:cubicBezTo>
                <a:cubicBezTo>
                  <a:pt x="364" y="335"/>
                  <a:pt x="364" y="336"/>
                  <a:pt x="364" y="336"/>
                </a:cubicBezTo>
                <a:cubicBezTo>
                  <a:pt x="363" y="337"/>
                  <a:pt x="363" y="338"/>
                  <a:pt x="361" y="338"/>
                </a:cubicBezTo>
                <a:cubicBezTo>
                  <a:pt x="360" y="340"/>
                  <a:pt x="358" y="341"/>
                  <a:pt x="356" y="342"/>
                </a:cubicBezTo>
                <a:cubicBezTo>
                  <a:pt x="355" y="343"/>
                  <a:pt x="354" y="343"/>
                  <a:pt x="354" y="343"/>
                </a:cubicBezTo>
                <a:cubicBezTo>
                  <a:pt x="353" y="342"/>
                  <a:pt x="353" y="342"/>
                  <a:pt x="352" y="341"/>
                </a:cubicBezTo>
                <a:close/>
                <a:moveTo>
                  <a:pt x="402" y="154"/>
                </a:moveTo>
                <a:cubicBezTo>
                  <a:pt x="402" y="153"/>
                  <a:pt x="403" y="153"/>
                  <a:pt x="404" y="153"/>
                </a:cubicBezTo>
                <a:cubicBezTo>
                  <a:pt x="406" y="153"/>
                  <a:pt x="408" y="152"/>
                  <a:pt x="410" y="152"/>
                </a:cubicBezTo>
                <a:cubicBezTo>
                  <a:pt x="411" y="153"/>
                  <a:pt x="412" y="154"/>
                  <a:pt x="412" y="155"/>
                </a:cubicBezTo>
                <a:cubicBezTo>
                  <a:pt x="412" y="156"/>
                  <a:pt x="410" y="157"/>
                  <a:pt x="410" y="157"/>
                </a:cubicBezTo>
                <a:cubicBezTo>
                  <a:pt x="409" y="157"/>
                  <a:pt x="409" y="157"/>
                  <a:pt x="409" y="156"/>
                </a:cubicBezTo>
                <a:cubicBezTo>
                  <a:pt x="407" y="155"/>
                  <a:pt x="405" y="155"/>
                  <a:pt x="403" y="155"/>
                </a:cubicBezTo>
                <a:cubicBezTo>
                  <a:pt x="403" y="154"/>
                  <a:pt x="402" y="154"/>
                  <a:pt x="402" y="154"/>
                </a:cubicBezTo>
                <a:close/>
                <a:moveTo>
                  <a:pt x="413" y="365"/>
                </a:moveTo>
                <a:cubicBezTo>
                  <a:pt x="414" y="365"/>
                  <a:pt x="415" y="364"/>
                  <a:pt x="416" y="364"/>
                </a:cubicBezTo>
                <a:cubicBezTo>
                  <a:pt x="417" y="364"/>
                  <a:pt x="417" y="365"/>
                  <a:pt x="417" y="366"/>
                </a:cubicBezTo>
                <a:cubicBezTo>
                  <a:pt x="417" y="367"/>
                  <a:pt x="417" y="367"/>
                  <a:pt x="417" y="368"/>
                </a:cubicBezTo>
                <a:cubicBezTo>
                  <a:pt x="417" y="368"/>
                  <a:pt x="417" y="368"/>
                  <a:pt x="417" y="368"/>
                </a:cubicBezTo>
                <a:cubicBezTo>
                  <a:pt x="418" y="368"/>
                  <a:pt x="418" y="369"/>
                  <a:pt x="418" y="369"/>
                </a:cubicBezTo>
                <a:cubicBezTo>
                  <a:pt x="418" y="370"/>
                  <a:pt x="419" y="372"/>
                  <a:pt x="418" y="372"/>
                </a:cubicBezTo>
                <a:cubicBezTo>
                  <a:pt x="417" y="373"/>
                  <a:pt x="416" y="372"/>
                  <a:pt x="414" y="372"/>
                </a:cubicBezTo>
                <a:cubicBezTo>
                  <a:pt x="414" y="372"/>
                  <a:pt x="414" y="372"/>
                  <a:pt x="414" y="372"/>
                </a:cubicBezTo>
                <a:cubicBezTo>
                  <a:pt x="413" y="371"/>
                  <a:pt x="414" y="370"/>
                  <a:pt x="414" y="369"/>
                </a:cubicBezTo>
                <a:cubicBezTo>
                  <a:pt x="413" y="368"/>
                  <a:pt x="414" y="367"/>
                  <a:pt x="413" y="366"/>
                </a:cubicBezTo>
                <a:cubicBezTo>
                  <a:pt x="413" y="366"/>
                  <a:pt x="413" y="365"/>
                  <a:pt x="413" y="365"/>
                </a:cubicBezTo>
                <a:close/>
                <a:moveTo>
                  <a:pt x="338" y="277"/>
                </a:moveTo>
                <a:cubicBezTo>
                  <a:pt x="338" y="276"/>
                  <a:pt x="339" y="275"/>
                  <a:pt x="339" y="274"/>
                </a:cubicBezTo>
                <a:cubicBezTo>
                  <a:pt x="340" y="274"/>
                  <a:pt x="340" y="273"/>
                  <a:pt x="341" y="273"/>
                </a:cubicBezTo>
                <a:cubicBezTo>
                  <a:pt x="341" y="272"/>
                  <a:pt x="342" y="272"/>
                  <a:pt x="343" y="272"/>
                </a:cubicBezTo>
                <a:cubicBezTo>
                  <a:pt x="344" y="275"/>
                  <a:pt x="341" y="276"/>
                  <a:pt x="341" y="278"/>
                </a:cubicBezTo>
                <a:cubicBezTo>
                  <a:pt x="340" y="279"/>
                  <a:pt x="340" y="279"/>
                  <a:pt x="339" y="279"/>
                </a:cubicBezTo>
                <a:cubicBezTo>
                  <a:pt x="338" y="278"/>
                  <a:pt x="338" y="278"/>
                  <a:pt x="338" y="277"/>
                </a:cubicBezTo>
                <a:close/>
                <a:moveTo>
                  <a:pt x="450" y="317"/>
                </a:moveTo>
                <a:cubicBezTo>
                  <a:pt x="451" y="318"/>
                  <a:pt x="450" y="318"/>
                  <a:pt x="450" y="319"/>
                </a:cubicBezTo>
                <a:cubicBezTo>
                  <a:pt x="449" y="319"/>
                  <a:pt x="448" y="320"/>
                  <a:pt x="447" y="319"/>
                </a:cubicBezTo>
                <a:cubicBezTo>
                  <a:pt x="447" y="319"/>
                  <a:pt x="446" y="318"/>
                  <a:pt x="446" y="318"/>
                </a:cubicBezTo>
                <a:cubicBezTo>
                  <a:pt x="445" y="317"/>
                  <a:pt x="445" y="317"/>
                  <a:pt x="445" y="316"/>
                </a:cubicBezTo>
                <a:cubicBezTo>
                  <a:pt x="445" y="315"/>
                  <a:pt x="446" y="315"/>
                  <a:pt x="447" y="315"/>
                </a:cubicBezTo>
                <a:cubicBezTo>
                  <a:pt x="449" y="315"/>
                  <a:pt x="449" y="316"/>
                  <a:pt x="450" y="317"/>
                </a:cubicBezTo>
                <a:close/>
                <a:moveTo>
                  <a:pt x="497" y="303"/>
                </a:moveTo>
                <a:cubicBezTo>
                  <a:pt x="497" y="303"/>
                  <a:pt x="497" y="303"/>
                  <a:pt x="496" y="303"/>
                </a:cubicBezTo>
                <a:cubicBezTo>
                  <a:pt x="499" y="301"/>
                  <a:pt x="500" y="301"/>
                  <a:pt x="502" y="303"/>
                </a:cubicBezTo>
                <a:cubicBezTo>
                  <a:pt x="502" y="304"/>
                  <a:pt x="502" y="304"/>
                  <a:pt x="502" y="304"/>
                </a:cubicBezTo>
                <a:cubicBezTo>
                  <a:pt x="503" y="305"/>
                  <a:pt x="503" y="305"/>
                  <a:pt x="502" y="306"/>
                </a:cubicBezTo>
                <a:cubicBezTo>
                  <a:pt x="502" y="306"/>
                  <a:pt x="501" y="306"/>
                  <a:pt x="501" y="307"/>
                </a:cubicBezTo>
                <a:cubicBezTo>
                  <a:pt x="500" y="307"/>
                  <a:pt x="500" y="307"/>
                  <a:pt x="500" y="306"/>
                </a:cubicBezTo>
                <a:cubicBezTo>
                  <a:pt x="500" y="304"/>
                  <a:pt x="499" y="304"/>
                  <a:pt x="497" y="303"/>
                </a:cubicBezTo>
                <a:close/>
                <a:moveTo>
                  <a:pt x="410" y="414"/>
                </a:moveTo>
                <a:cubicBezTo>
                  <a:pt x="410" y="416"/>
                  <a:pt x="409" y="416"/>
                  <a:pt x="407" y="416"/>
                </a:cubicBezTo>
                <a:cubicBezTo>
                  <a:pt x="406" y="415"/>
                  <a:pt x="406" y="414"/>
                  <a:pt x="405" y="414"/>
                </a:cubicBezTo>
                <a:cubicBezTo>
                  <a:pt x="404" y="413"/>
                  <a:pt x="404" y="412"/>
                  <a:pt x="405" y="412"/>
                </a:cubicBezTo>
                <a:cubicBezTo>
                  <a:pt x="406" y="411"/>
                  <a:pt x="406" y="410"/>
                  <a:pt x="407" y="411"/>
                </a:cubicBezTo>
                <a:cubicBezTo>
                  <a:pt x="408" y="412"/>
                  <a:pt x="409" y="413"/>
                  <a:pt x="410" y="414"/>
                </a:cubicBezTo>
                <a:close/>
                <a:moveTo>
                  <a:pt x="598" y="252"/>
                </a:moveTo>
                <a:cubicBezTo>
                  <a:pt x="597" y="253"/>
                  <a:pt x="597" y="254"/>
                  <a:pt x="596" y="254"/>
                </a:cubicBezTo>
                <a:cubicBezTo>
                  <a:pt x="595" y="253"/>
                  <a:pt x="594" y="252"/>
                  <a:pt x="594" y="251"/>
                </a:cubicBezTo>
                <a:cubicBezTo>
                  <a:pt x="594" y="250"/>
                  <a:pt x="594" y="249"/>
                  <a:pt x="595" y="250"/>
                </a:cubicBezTo>
                <a:cubicBezTo>
                  <a:pt x="596" y="250"/>
                  <a:pt x="597" y="251"/>
                  <a:pt x="598" y="252"/>
                </a:cubicBezTo>
                <a:cubicBezTo>
                  <a:pt x="598" y="252"/>
                  <a:pt x="598" y="252"/>
                  <a:pt x="598" y="252"/>
                </a:cubicBezTo>
                <a:close/>
                <a:moveTo>
                  <a:pt x="391" y="413"/>
                </a:moveTo>
                <a:cubicBezTo>
                  <a:pt x="391" y="415"/>
                  <a:pt x="390" y="416"/>
                  <a:pt x="389" y="416"/>
                </a:cubicBezTo>
                <a:cubicBezTo>
                  <a:pt x="389" y="417"/>
                  <a:pt x="388" y="417"/>
                  <a:pt x="388" y="417"/>
                </a:cubicBezTo>
                <a:cubicBezTo>
                  <a:pt x="387" y="416"/>
                  <a:pt x="387" y="415"/>
                  <a:pt x="388" y="415"/>
                </a:cubicBezTo>
                <a:cubicBezTo>
                  <a:pt x="388" y="414"/>
                  <a:pt x="389" y="413"/>
                  <a:pt x="390" y="412"/>
                </a:cubicBezTo>
                <a:cubicBezTo>
                  <a:pt x="390" y="412"/>
                  <a:pt x="390" y="411"/>
                  <a:pt x="391" y="412"/>
                </a:cubicBezTo>
                <a:cubicBezTo>
                  <a:pt x="391" y="412"/>
                  <a:pt x="391" y="412"/>
                  <a:pt x="391" y="413"/>
                </a:cubicBezTo>
                <a:close/>
                <a:moveTo>
                  <a:pt x="181" y="367"/>
                </a:moveTo>
                <a:cubicBezTo>
                  <a:pt x="181" y="369"/>
                  <a:pt x="180" y="371"/>
                  <a:pt x="179" y="372"/>
                </a:cubicBezTo>
                <a:cubicBezTo>
                  <a:pt x="179" y="373"/>
                  <a:pt x="178" y="373"/>
                  <a:pt x="178" y="372"/>
                </a:cubicBezTo>
                <a:cubicBezTo>
                  <a:pt x="177" y="372"/>
                  <a:pt x="178" y="371"/>
                  <a:pt x="178" y="371"/>
                </a:cubicBezTo>
                <a:cubicBezTo>
                  <a:pt x="179" y="370"/>
                  <a:pt x="180" y="369"/>
                  <a:pt x="180" y="367"/>
                </a:cubicBezTo>
                <a:cubicBezTo>
                  <a:pt x="180" y="367"/>
                  <a:pt x="179" y="366"/>
                  <a:pt x="180" y="366"/>
                </a:cubicBezTo>
                <a:cubicBezTo>
                  <a:pt x="181" y="366"/>
                  <a:pt x="181" y="367"/>
                  <a:pt x="181" y="367"/>
                </a:cubicBezTo>
                <a:close/>
                <a:moveTo>
                  <a:pt x="329" y="322"/>
                </a:moveTo>
                <a:cubicBezTo>
                  <a:pt x="329" y="322"/>
                  <a:pt x="328" y="322"/>
                  <a:pt x="328" y="321"/>
                </a:cubicBezTo>
                <a:cubicBezTo>
                  <a:pt x="328" y="320"/>
                  <a:pt x="330" y="318"/>
                  <a:pt x="331" y="318"/>
                </a:cubicBezTo>
                <a:cubicBezTo>
                  <a:pt x="331" y="318"/>
                  <a:pt x="332" y="319"/>
                  <a:pt x="332" y="319"/>
                </a:cubicBezTo>
                <a:cubicBezTo>
                  <a:pt x="332" y="320"/>
                  <a:pt x="330" y="322"/>
                  <a:pt x="329" y="322"/>
                </a:cubicBezTo>
                <a:close/>
                <a:moveTo>
                  <a:pt x="324" y="320"/>
                </a:moveTo>
                <a:cubicBezTo>
                  <a:pt x="324" y="320"/>
                  <a:pt x="323" y="319"/>
                  <a:pt x="323" y="318"/>
                </a:cubicBezTo>
                <a:cubicBezTo>
                  <a:pt x="322" y="318"/>
                  <a:pt x="322" y="317"/>
                  <a:pt x="321" y="318"/>
                </a:cubicBezTo>
                <a:cubicBezTo>
                  <a:pt x="321" y="319"/>
                  <a:pt x="320" y="319"/>
                  <a:pt x="320" y="318"/>
                </a:cubicBezTo>
                <a:cubicBezTo>
                  <a:pt x="320" y="315"/>
                  <a:pt x="317" y="313"/>
                  <a:pt x="318" y="310"/>
                </a:cubicBezTo>
                <a:cubicBezTo>
                  <a:pt x="318" y="309"/>
                  <a:pt x="317" y="308"/>
                  <a:pt x="317" y="307"/>
                </a:cubicBezTo>
                <a:cubicBezTo>
                  <a:pt x="316" y="306"/>
                  <a:pt x="316" y="306"/>
                  <a:pt x="317" y="305"/>
                </a:cubicBezTo>
                <a:cubicBezTo>
                  <a:pt x="317" y="304"/>
                  <a:pt x="317" y="304"/>
                  <a:pt x="316" y="304"/>
                </a:cubicBezTo>
                <a:cubicBezTo>
                  <a:pt x="316" y="304"/>
                  <a:pt x="316" y="303"/>
                  <a:pt x="316" y="303"/>
                </a:cubicBezTo>
                <a:cubicBezTo>
                  <a:pt x="315" y="302"/>
                  <a:pt x="315" y="302"/>
                  <a:pt x="315" y="301"/>
                </a:cubicBezTo>
                <a:cubicBezTo>
                  <a:pt x="316" y="299"/>
                  <a:pt x="315" y="298"/>
                  <a:pt x="314" y="297"/>
                </a:cubicBezTo>
                <a:cubicBezTo>
                  <a:pt x="313" y="296"/>
                  <a:pt x="313" y="296"/>
                  <a:pt x="313" y="295"/>
                </a:cubicBezTo>
                <a:cubicBezTo>
                  <a:pt x="314" y="294"/>
                  <a:pt x="314" y="294"/>
                  <a:pt x="315" y="294"/>
                </a:cubicBezTo>
                <a:cubicBezTo>
                  <a:pt x="318" y="295"/>
                  <a:pt x="319" y="296"/>
                  <a:pt x="320" y="298"/>
                </a:cubicBezTo>
                <a:cubicBezTo>
                  <a:pt x="321" y="300"/>
                  <a:pt x="322" y="300"/>
                  <a:pt x="322" y="302"/>
                </a:cubicBezTo>
                <a:cubicBezTo>
                  <a:pt x="323" y="304"/>
                  <a:pt x="323" y="305"/>
                  <a:pt x="323" y="307"/>
                </a:cubicBezTo>
                <a:cubicBezTo>
                  <a:pt x="322" y="308"/>
                  <a:pt x="322" y="308"/>
                  <a:pt x="323" y="309"/>
                </a:cubicBezTo>
                <a:cubicBezTo>
                  <a:pt x="324" y="309"/>
                  <a:pt x="324" y="308"/>
                  <a:pt x="324" y="308"/>
                </a:cubicBezTo>
                <a:cubicBezTo>
                  <a:pt x="326" y="309"/>
                  <a:pt x="326" y="310"/>
                  <a:pt x="326" y="311"/>
                </a:cubicBezTo>
                <a:cubicBezTo>
                  <a:pt x="328" y="312"/>
                  <a:pt x="329" y="314"/>
                  <a:pt x="329" y="317"/>
                </a:cubicBezTo>
                <a:cubicBezTo>
                  <a:pt x="329" y="319"/>
                  <a:pt x="326" y="321"/>
                  <a:pt x="324" y="320"/>
                </a:cubicBezTo>
                <a:close/>
                <a:moveTo>
                  <a:pt x="416" y="276"/>
                </a:moveTo>
                <a:cubicBezTo>
                  <a:pt x="416" y="275"/>
                  <a:pt x="416" y="274"/>
                  <a:pt x="415" y="273"/>
                </a:cubicBezTo>
                <a:cubicBezTo>
                  <a:pt x="415" y="273"/>
                  <a:pt x="415" y="272"/>
                  <a:pt x="415" y="272"/>
                </a:cubicBezTo>
                <a:cubicBezTo>
                  <a:pt x="415" y="272"/>
                  <a:pt x="416" y="272"/>
                  <a:pt x="416" y="272"/>
                </a:cubicBezTo>
                <a:cubicBezTo>
                  <a:pt x="418" y="273"/>
                  <a:pt x="417" y="274"/>
                  <a:pt x="418" y="275"/>
                </a:cubicBezTo>
                <a:cubicBezTo>
                  <a:pt x="418" y="276"/>
                  <a:pt x="418" y="276"/>
                  <a:pt x="417" y="277"/>
                </a:cubicBezTo>
                <a:cubicBezTo>
                  <a:pt x="417" y="277"/>
                  <a:pt x="417" y="276"/>
                  <a:pt x="416" y="276"/>
                </a:cubicBezTo>
                <a:close/>
                <a:moveTo>
                  <a:pt x="440" y="102"/>
                </a:moveTo>
                <a:cubicBezTo>
                  <a:pt x="440" y="102"/>
                  <a:pt x="439" y="101"/>
                  <a:pt x="440" y="100"/>
                </a:cubicBezTo>
                <a:cubicBezTo>
                  <a:pt x="440" y="100"/>
                  <a:pt x="441" y="100"/>
                  <a:pt x="441" y="100"/>
                </a:cubicBezTo>
                <a:cubicBezTo>
                  <a:pt x="442" y="101"/>
                  <a:pt x="443" y="101"/>
                  <a:pt x="443" y="102"/>
                </a:cubicBezTo>
                <a:cubicBezTo>
                  <a:pt x="443" y="103"/>
                  <a:pt x="442" y="103"/>
                  <a:pt x="441" y="104"/>
                </a:cubicBezTo>
                <a:cubicBezTo>
                  <a:pt x="440" y="104"/>
                  <a:pt x="440" y="103"/>
                  <a:pt x="440" y="102"/>
                </a:cubicBezTo>
                <a:close/>
                <a:moveTo>
                  <a:pt x="371" y="337"/>
                </a:moveTo>
                <a:cubicBezTo>
                  <a:pt x="370" y="337"/>
                  <a:pt x="369" y="337"/>
                  <a:pt x="368" y="336"/>
                </a:cubicBezTo>
                <a:cubicBezTo>
                  <a:pt x="368" y="336"/>
                  <a:pt x="368" y="336"/>
                  <a:pt x="368" y="336"/>
                </a:cubicBezTo>
                <a:cubicBezTo>
                  <a:pt x="368" y="335"/>
                  <a:pt x="368" y="335"/>
                  <a:pt x="368" y="335"/>
                </a:cubicBezTo>
                <a:cubicBezTo>
                  <a:pt x="369" y="336"/>
                  <a:pt x="370" y="334"/>
                  <a:pt x="371" y="335"/>
                </a:cubicBezTo>
                <a:cubicBezTo>
                  <a:pt x="371" y="336"/>
                  <a:pt x="371" y="336"/>
                  <a:pt x="372" y="336"/>
                </a:cubicBezTo>
                <a:cubicBezTo>
                  <a:pt x="372" y="336"/>
                  <a:pt x="373" y="337"/>
                  <a:pt x="372" y="337"/>
                </a:cubicBezTo>
                <a:cubicBezTo>
                  <a:pt x="372" y="338"/>
                  <a:pt x="372" y="339"/>
                  <a:pt x="371" y="338"/>
                </a:cubicBezTo>
                <a:cubicBezTo>
                  <a:pt x="370" y="338"/>
                  <a:pt x="371" y="337"/>
                  <a:pt x="371" y="337"/>
                </a:cubicBezTo>
                <a:close/>
                <a:moveTo>
                  <a:pt x="567" y="291"/>
                </a:moveTo>
                <a:cubicBezTo>
                  <a:pt x="567" y="293"/>
                  <a:pt x="566" y="293"/>
                  <a:pt x="565" y="293"/>
                </a:cubicBezTo>
                <a:cubicBezTo>
                  <a:pt x="564" y="293"/>
                  <a:pt x="564" y="292"/>
                  <a:pt x="564" y="291"/>
                </a:cubicBezTo>
                <a:cubicBezTo>
                  <a:pt x="564" y="290"/>
                  <a:pt x="565" y="290"/>
                  <a:pt x="566" y="290"/>
                </a:cubicBezTo>
                <a:cubicBezTo>
                  <a:pt x="567" y="290"/>
                  <a:pt x="567" y="291"/>
                  <a:pt x="567" y="291"/>
                </a:cubicBezTo>
                <a:close/>
                <a:moveTo>
                  <a:pt x="410" y="317"/>
                </a:moveTo>
                <a:cubicBezTo>
                  <a:pt x="411" y="318"/>
                  <a:pt x="410" y="319"/>
                  <a:pt x="409" y="318"/>
                </a:cubicBezTo>
                <a:cubicBezTo>
                  <a:pt x="408" y="318"/>
                  <a:pt x="407" y="317"/>
                  <a:pt x="407" y="316"/>
                </a:cubicBezTo>
                <a:cubicBezTo>
                  <a:pt x="407" y="315"/>
                  <a:pt x="407" y="316"/>
                  <a:pt x="408" y="316"/>
                </a:cubicBezTo>
                <a:cubicBezTo>
                  <a:pt x="409" y="316"/>
                  <a:pt x="410" y="316"/>
                  <a:pt x="410" y="317"/>
                </a:cubicBezTo>
                <a:close/>
                <a:moveTo>
                  <a:pt x="560" y="14"/>
                </a:moveTo>
                <a:cubicBezTo>
                  <a:pt x="560" y="14"/>
                  <a:pt x="560" y="13"/>
                  <a:pt x="561" y="13"/>
                </a:cubicBezTo>
                <a:cubicBezTo>
                  <a:pt x="561" y="13"/>
                  <a:pt x="562" y="13"/>
                  <a:pt x="562" y="13"/>
                </a:cubicBezTo>
                <a:cubicBezTo>
                  <a:pt x="562" y="13"/>
                  <a:pt x="563" y="14"/>
                  <a:pt x="562" y="15"/>
                </a:cubicBezTo>
                <a:cubicBezTo>
                  <a:pt x="562" y="15"/>
                  <a:pt x="562" y="16"/>
                  <a:pt x="561" y="17"/>
                </a:cubicBezTo>
                <a:cubicBezTo>
                  <a:pt x="560" y="16"/>
                  <a:pt x="561" y="15"/>
                  <a:pt x="560" y="14"/>
                </a:cubicBezTo>
                <a:close/>
                <a:moveTo>
                  <a:pt x="668" y="103"/>
                </a:moveTo>
                <a:cubicBezTo>
                  <a:pt x="666" y="104"/>
                  <a:pt x="664" y="104"/>
                  <a:pt x="663" y="103"/>
                </a:cubicBezTo>
                <a:cubicBezTo>
                  <a:pt x="664" y="102"/>
                  <a:pt x="666" y="102"/>
                  <a:pt x="668" y="103"/>
                </a:cubicBezTo>
                <a:close/>
                <a:moveTo>
                  <a:pt x="488" y="243"/>
                </a:moveTo>
                <a:cubicBezTo>
                  <a:pt x="489" y="241"/>
                  <a:pt x="490" y="240"/>
                  <a:pt x="490" y="239"/>
                </a:cubicBezTo>
                <a:cubicBezTo>
                  <a:pt x="490" y="239"/>
                  <a:pt x="490" y="238"/>
                  <a:pt x="490" y="238"/>
                </a:cubicBezTo>
                <a:cubicBezTo>
                  <a:pt x="491" y="238"/>
                  <a:pt x="492" y="236"/>
                  <a:pt x="494" y="236"/>
                </a:cubicBezTo>
                <a:cubicBezTo>
                  <a:pt x="495" y="235"/>
                  <a:pt x="496" y="235"/>
                  <a:pt x="498" y="236"/>
                </a:cubicBezTo>
                <a:cubicBezTo>
                  <a:pt x="500" y="237"/>
                  <a:pt x="500" y="239"/>
                  <a:pt x="498" y="240"/>
                </a:cubicBezTo>
                <a:cubicBezTo>
                  <a:pt x="497" y="241"/>
                  <a:pt x="495" y="242"/>
                  <a:pt x="493" y="242"/>
                </a:cubicBezTo>
                <a:cubicBezTo>
                  <a:pt x="492" y="243"/>
                  <a:pt x="491" y="243"/>
                  <a:pt x="490" y="244"/>
                </a:cubicBezTo>
                <a:cubicBezTo>
                  <a:pt x="489" y="244"/>
                  <a:pt x="488" y="244"/>
                  <a:pt x="488" y="243"/>
                </a:cubicBezTo>
                <a:close/>
                <a:moveTo>
                  <a:pt x="337" y="369"/>
                </a:moveTo>
                <a:cubicBezTo>
                  <a:pt x="337" y="369"/>
                  <a:pt x="336" y="370"/>
                  <a:pt x="335" y="369"/>
                </a:cubicBezTo>
                <a:cubicBezTo>
                  <a:pt x="335" y="369"/>
                  <a:pt x="334" y="369"/>
                  <a:pt x="334" y="369"/>
                </a:cubicBezTo>
                <a:cubicBezTo>
                  <a:pt x="334" y="369"/>
                  <a:pt x="333" y="369"/>
                  <a:pt x="333" y="368"/>
                </a:cubicBezTo>
                <a:cubicBezTo>
                  <a:pt x="334" y="368"/>
                  <a:pt x="334" y="368"/>
                  <a:pt x="334" y="368"/>
                </a:cubicBezTo>
                <a:cubicBezTo>
                  <a:pt x="335" y="368"/>
                  <a:pt x="336" y="368"/>
                  <a:pt x="337" y="368"/>
                </a:cubicBezTo>
                <a:cubicBezTo>
                  <a:pt x="337" y="367"/>
                  <a:pt x="338" y="368"/>
                  <a:pt x="338" y="368"/>
                </a:cubicBezTo>
                <a:cubicBezTo>
                  <a:pt x="338" y="368"/>
                  <a:pt x="338" y="368"/>
                  <a:pt x="337" y="369"/>
                </a:cubicBezTo>
                <a:close/>
                <a:moveTo>
                  <a:pt x="351" y="276"/>
                </a:moveTo>
                <a:cubicBezTo>
                  <a:pt x="351" y="275"/>
                  <a:pt x="351" y="274"/>
                  <a:pt x="352" y="274"/>
                </a:cubicBezTo>
                <a:cubicBezTo>
                  <a:pt x="353" y="274"/>
                  <a:pt x="353" y="275"/>
                  <a:pt x="353" y="276"/>
                </a:cubicBezTo>
                <a:cubicBezTo>
                  <a:pt x="353" y="276"/>
                  <a:pt x="353" y="277"/>
                  <a:pt x="352" y="277"/>
                </a:cubicBezTo>
                <a:cubicBezTo>
                  <a:pt x="352" y="277"/>
                  <a:pt x="351" y="277"/>
                  <a:pt x="351" y="276"/>
                </a:cubicBezTo>
                <a:close/>
                <a:moveTo>
                  <a:pt x="596" y="0"/>
                </a:moveTo>
                <a:cubicBezTo>
                  <a:pt x="596" y="0"/>
                  <a:pt x="596" y="0"/>
                  <a:pt x="597" y="0"/>
                </a:cubicBezTo>
                <a:cubicBezTo>
                  <a:pt x="598" y="0"/>
                  <a:pt x="599" y="0"/>
                  <a:pt x="600" y="1"/>
                </a:cubicBezTo>
                <a:cubicBezTo>
                  <a:pt x="600" y="1"/>
                  <a:pt x="600" y="1"/>
                  <a:pt x="600" y="1"/>
                </a:cubicBezTo>
                <a:cubicBezTo>
                  <a:pt x="599" y="2"/>
                  <a:pt x="599" y="2"/>
                  <a:pt x="598" y="2"/>
                </a:cubicBezTo>
                <a:cubicBezTo>
                  <a:pt x="598" y="2"/>
                  <a:pt x="597" y="1"/>
                  <a:pt x="596" y="1"/>
                </a:cubicBezTo>
                <a:cubicBezTo>
                  <a:pt x="596" y="1"/>
                  <a:pt x="596" y="0"/>
                  <a:pt x="596" y="0"/>
                </a:cubicBezTo>
                <a:close/>
                <a:moveTo>
                  <a:pt x="679" y="94"/>
                </a:moveTo>
                <a:cubicBezTo>
                  <a:pt x="679" y="94"/>
                  <a:pt x="680" y="95"/>
                  <a:pt x="681" y="95"/>
                </a:cubicBezTo>
                <a:cubicBezTo>
                  <a:pt x="680" y="96"/>
                  <a:pt x="679" y="96"/>
                  <a:pt x="678" y="96"/>
                </a:cubicBezTo>
                <a:cubicBezTo>
                  <a:pt x="678" y="96"/>
                  <a:pt x="677" y="96"/>
                  <a:pt x="677" y="95"/>
                </a:cubicBezTo>
                <a:cubicBezTo>
                  <a:pt x="677" y="94"/>
                  <a:pt x="678" y="94"/>
                  <a:pt x="679" y="94"/>
                </a:cubicBezTo>
                <a:close/>
                <a:moveTo>
                  <a:pt x="390" y="326"/>
                </a:moveTo>
                <a:cubicBezTo>
                  <a:pt x="391" y="325"/>
                  <a:pt x="390" y="323"/>
                  <a:pt x="392" y="324"/>
                </a:cubicBezTo>
                <a:cubicBezTo>
                  <a:pt x="392" y="324"/>
                  <a:pt x="393" y="324"/>
                  <a:pt x="393" y="325"/>
                </a:cubicBezTo>
                <a:cubicBezTo>
                  <a:pt x="392" y="326"/>
                  <a:pt x="392" y="327"/>
                  <a:pt x="390" y="326"/>
                </a:cubicBezTo>
                <a:close/>
                <a:moveTo>
                  <a:pt x="413" y="359"/>
                </a:moveTo>
                <a:cubicBezTo>
                  <a:pt x="413" y="360"/>
                  <a:pt x="413" y="361"/>
                  <a:pt x="412" y="361"/>
                </a:cubicBezTo>
                <a:cubicBezTo>
                  <a:pt x="411" y="361"/>
                  <a:pt x="411" y="360"/>
                  <a:pt x="411" y="359"/>
                </a:cubicBezTo>
                <a:cubicBezTo>
                  <a:pt x="411" y="359"/>
                  <a:pt x="412" y="359"/>
                  <a:pt x="413" y="359"/>
                </a:cubicBezTo>
                <a:cubicBezTo>
                  <a:pt x="413" y="358"/>
                  <a:pt x="414" y="359"/>
                  <a:pt x="413" y="359"/>
                </a:cubicBezTo>
                <a:close/>
                <a:moveTo>
                  <a:pt x="363" y="378"/>
                </a:moveTo>
                <a:cubicBezTo>
                  <a:pt x="362" y="378"/>
                  <a:pt x="361" y="379"/>
                  <a:pt x="360" y="380"/>
                </a:cubicBezTo>
                <a:cubicBezTo>
                  <a:pt x="359" y="380"/>
                  <a:pt x="359" y="380"/>
                  <a:pt x="359" y="379"/>
                </a:cubicBezTo>
                <a:cubicBezTo>
                  <a:pt x="358" y="379"/>
                  <a:pt x="359" y="379"/>
                  <a:pt x="359" y="379"/>
                </a:cubicBezTo>
                <a:cubicBezTo>
                  <a:pt x="361" y="379"/>
                  <a:pt x="362" y="377"/>
                  <a:pt x="363" y="378"/>
                </a:cubicBezTo>
                <a:close/>
                <a:moveTo>
                  <a:pt x="509" y="346"/>
                </a:moveTo>
                <a:cubicBezTo>
                  <a:pt x="509" y="345"/>
                  <a:pt x="509" y="345"/>
                  <a:pt x="509" y="345"/>
                </a:cubicBezTo>
                <a:cubicBezTo>
                  <a:pt x="510" y="345"/>
                  <a:pt x="510" y="345"/>
                  <a:pt x="510" y="345"/>
                </a:cubicBezTo>
                <a:cubicBezTo>
                  <a:pt x="511" y="346"/>
                  <a:pt x="511" y="347"/>
                  <a:pt x="511" y="348"/>
                </a:cubicBezTo>
                <a:cubicBezTo>
                  <a:pt x="510" y="347"/>
                  <a:pt x="508" y="347"/>
                  <a:pt x="509" y="346"/>
                </a:cubicBezTo>
                <a:close/>
                <a:moveTo>
                  <a:pt x="364" y="378"/>
                </a:moveTo>
                <a:cubicBezTo>
                  <a:pt x="364" y="378"/>
                  <a:pt x="364" y="378"/>
                  <a:pt x="363" y="378"/>
                </a:cubicBezTo>
                <a:cubicBezTo>
                  <a:pt x="364" y="377"/>
                  <a:pt x="364" y="377"/>
                  <a:pt x="364" y="377"/>
                </a:cubicBezTo>
                <a:cubicBezTo>
                  <a:pt x="365" y="377"/>
                  <a:pt x="365" y="377"/>
                  <a:pt x="365" y="377"/>
                </a:cubicBezTo>
                <a:cubicBezTo>
                  <a:pt x="366" y="378"/>
                  <a:pt x="366" y="378"/>
                  <a:pt x="365" y="378"/>
                </a:cubicBezTo>
                <a:cubicBezTo>
                  <a:pt x="365" y="379"/>
                  <a:pt x="364" y="379"/>
                  <a:pt x="364" y="378"/>
                </a:cubicBezTo>
                <a:close/>
                <a:moveTo>
                  <a:pt x="244" y="321"/>
                </a:moveTo>
                <a:cubicBezTo>
                  <a:pt x="243" y="321"/>
                  <a:pt x="243" y="320"/>
                  <a:pt x="243" y="320"/>
                </a:cubicBezTo>
                <a:cubicBezTo>
                  <a:pt x="243" y="319"/>
                  <a:pt x="244" y="318"/>
                  <a:pt x="244" y="319"/>
                </a:cubicBezTo>
                <a:cubicBezTo>
                  <a:pt x="245" y="319"/>
                  <a:pt x="245" y="319"/>
                  <a:pt x="245" y="320"/>
                </a:cubicBezTo>
                <a:cubicBezTo>
                  <a:pt x="245" y="321"/>
                  <a:pt x="245" y="320"/>
                  <a:pt x="244" y="321"/>
                </a:cubicBezTo>
                <a:close/>
                <a:moveTo>
                  <a:pt x="397" y="373"/>
                </a:moveTo>
                <a:cubicBezTo>
                  <a:pt x="397" y="371"/>
                  <a:pt x="397" y="370"/>
                  <a:pt x="399" y="370"/>
                </a:cubicBezTo>
                <a:cubicBezTo>
                  <a:pt x="399" y="371"/>
                  <a:pt x="399" y="372"/>
                  <a:pt x="397" y="373"/>
                </a:cubicBezTo>
                <a:close/>
                <a:moveTo>
                  <a:pt x="168" y="367"/>
                </a:moveTo>
                <a:cubicBezTo>
                  <a:pt x="168" y="368"/>
                  <a:pt x="167" y="368"/>
                  <a:pt x="167" y="367"/>
                </a:cubicBezTo>
                <a:cubicBezTo>
                  <a:pt x="166" y="367"/>
                  <a:pt x="166" y="367"/>
                  <a:pt x="165" y="366"/>
                </a:cubicBezTo>
                <a:cubicBezTo>
                  <a:pt x="166" y="365"/>
                  <a:pt x="167" y="366"/>
                  <a:pt x="168" y="366"/>
                </a:cubicBezTo>
                <a:cubicBezTo>
                  <a:pt x="168" y="366"/>
                  <a:pt x="168" y="367"/>
                  <a:pt x="168" y="367"/>
                </a:cubicBezTo>
                <a:close/>
                <a:moveTo>
                  <a:pt x="317" y="233"/>
                </a:moveTo>
                <a:cubicBezTo>
                  <a:pt x="317" y="234"/>
                  <a:pt x="318" y="235"/>
                  <a:pt x="317" y="235"/>
                </a:cubicBezTo>
                <a:cubicBezTo>
                  <a:pt x="318" y="235"/>
                  <a:pt x="318" y="235"/>
                  <a:pt x="318" y="235"/>
                </a:cubicBezTo>
                <a:cubicBezTo>
                  <a:pt x="318" y="235"/>
                  <a:pt x="317" y="235"/>
                  <a:pt x="317" y="235"/>
                </a:cubicBezTo>
                <a:cubicBezTo>
                  <a:pt x="317" y="236"/>
                  <a:pt x="317" y="237"/>
                  <a:pt x="318" y="238"/>
                </a:cubicBezTo>
                <a:cubicBezTo>
                  <a:pt x="318" y="238"/>
                  <a:pt x="319" y="239"/>
                  <a:pt x="319" y="239"/>
                </a:cubicBezTo>
                <a:cubicBezTo>
                  <a:pt x="321" y="238"/>
                  <a:pt x="322" y="238"/>
                  <a:pt x="323" y="237"/>
                </a:cubicBezTo>
                <a:cubicBezTo>
                  <a:pt x="324" y="237"/>
                  <a:pt x="324" y="237"/>
                  <a:pt x="324" y="237"/>
                </a:cubicBezTo>
                <a:cubicBezTo>
                  <a:pt x="325" y="237"/>
                  <a:pt x="325" y="237"/>
                  <a:pt x="326" y="237"/>
                </a:cubicBezTo>
                <a:cubicBezTo>
                  <a:pt x="326" y="238"/>
                  <a:pt x="326" y="239"/>
                  <a:pt x="325" y="240"/>
                </a:cubicBezTo>
                <a:cubicBezTo>
                  <a:pt x="325" y="242"/>
                  <a:pt x="324" y="244"/>
                  <a:pt x="323" y="246"/>
                </a:cubicBezTo>
                <a:cubicBezTo>
                  <a:pt x="323" y="247"/>
                  <a:pt x="323" y="247"/>
                  <a:pt x="324" y="248"/>
                </a:cubicBezTo>
                <a:cubicBezTo>
                  <a:pt x="324" y="248"/>
                  <a:pt x="324" y="248"/>
                  <a:pt x="324" y="248"/>
                </a:cubicBezTo>
                <a:cubicBezTo>
                  <a:pt x="325" y="248"/>
                  <a:pt x="326" y="248"/>
                  <a:pt x="326" y="247"/>
                </a:cubicBezTo>
                <a:cubicBezTo>
                  <a:pt x="327" y="245"/>
                  <a:pt x="328" y="244"/>
                  <a:pt x="328" y="242"/>
                </a:cubicBezTo>
                <a:cubicBezTo>
                  <a:pt x="328" y="241"/>
                  <a:pt x="328" y="241"/>
                  <a:pt x="328" y="241"/>
                </a:cubicBezTo>
                <a:cubicBezTo>
                  <a:pt x="330" y="242"/>
                  <a:pt x="330" y="240"/>
                  <a:pt x="330" y="240"/>
                </a:cubicBezTo>
                <a:cubicBezTo>
                  <a:pt x="330" y="240"/>
                  <a:pt x="331" y="239"/>
                  <a:pt x="331" y="240"/>
                </a:cubicBezTo>
                <a:cubicBezTo>
                  <a:pt x="331" y="241"/>
                  <a:pt x="332" y="242"/>
                  <a:pt x="333" y="242"/>
                </a:cubicBezTo>
                <a:cubicBezTo>
                  <a:pt x="334" y="243"/>
                  <a:pt x="334" y="244"/>
                  <a:pt x="333" y="245"/>
                </a:cubicBezTo>
                <a:cubicBezTo>
                  <a:pt x="332" y="246"/>
                  <a:pt x="331" y="247"/>
                  <a:pt x="330" y="248"/>
                </a:cubicBezTo>
                <a:cubicBezTo>
                  <a:pt x="329" y="249"/>
                  <a:pt x="331" y="249"/>
                  <a:pt x="331" y="250"/>
                </a:cubicBezTo>
                <a:cubicBezTo>
                  <a:pt x="332" y="251"/>
                  <a:pt x="332" y="250"/>
                  <a:pt x="333" y="250"/>
                </a:cubicBezTo>
                <a:cubicBezTo>
                  <a:pt x="333" y="249"/>
                  <a:pt x="333" y="249"/>
                  <a:pt x="333" y="248"/>
                </a:cubicBezTo>
                <a:cubicBezTo>
                  <a:pt x="335" y="248"/>
                  <a:pt x="334" y="250"/>
                  <a:pt x="334" y="251"/>
                </a:cubicBezTo>
                <a:cubicBezTo>
                  <a:pt x="335" y="250"/>
                  <a:pt x="336" y="250"/>
                  <a:pt x="337" y="249"/>
                </a:cubicBezTo>
                <a:cubicBezTo>
                  <a:pt x="338" y="250"/>
                  <a:pt x="338" y="251"/>
                  <a:pt x="337" y="252"/>
                </a:cubicBezTo>
                <a:cubicBezTo>
                  <a:pt x="337" y="252"/>
                  <a:pt x="337" y="252"/>
                  <a:pt x="337" y="253"/>
                </a:cubicBezTo>
                <a:cubicBezTo>
                  <a:pt x="337" y="254"/>
                  <a:pt x="336" y="254"/>
                  <a:pt x="334" y="254"/>
                </a:cubicBezTo>
                <a:cubicBezTo>
                  <a:pt x="334" y="254"/>
                  <a:pt x="334" y="254"/>
                  <a:pt x="334" y="254"/>
                </a:cubicBezTo>
                <a:cubicBezTo>
                  <a:pt x="333" y="254"/>
                  <a:pt x="332" y="255"/>
                  <a:pt x="332" y="256"/>
                </a:cubicBezTo>
                <a:cubicBezTo>
                  <a:pt x="332" y="257"/>
                  <a:pt x="333" y="256"/>
                  <a:pt x="334" y="257"/>
                </a:cubicBezTo>
                <a:cubicBezTo>
                  <a:pt x="335" y="257"/>
                  <a:pt x="335" y="257"/>
                  <a:pt x="336" y="257"/>
                </a:cubicBezTo>
                <a:cubicBezTo>
                  <a:pt x="337" y="256"/>
                  <a:pt x="338" y="257"/>
                  <a:pt x="337" y="258"/>
                </a:cubicBezTo>
                <a:cubicBezTo>
                  <a:pt x="337" y="259"/>
                  <a:pt x="336" y="259"/>
                  <a:pt x="337" y="260"/>
                </a:cubicBezTo>
                <a:cubicBezTo>
                  <a:pt x="337" y="261"/>
                  <a:pt x="337" y="261"/>
                  <a:pt x="337" y="261"/>
                </a:cubicBezTo>
                <a:cubicBezTo>
                  <a:pt x="336" y="262"/>
                  <a:pt x="336" y="262"/>
                  <a:pt x="335" y="261"/>
                </a:cubicBezTo>
                <a:cubicBezTo>
                  <a:pt x="335" y="261"/>
                  <a:pt x="334" y="261"/>
                  <a:pt x="333" y="261"/>
                </a:cubicBezTo>
                <a:cubicBezTo>
                  <a:pt x="332" y="261"/>
                  <a:pt x="331" y="261"/>
                  <a:pt x="330" y="260"/>
                </a:cubicBezTo>
                <a:cubicBezTo>
                  <a:pt x="329" y="259"/>
                  <a:pt x="329" y="259"/>
                  <a:pt x="329" y="259"/>
                </a:cubicBezTo>
                <a:cubicBezTo>
                  <a:pt x="327" y="258"/>
                  <a:pt x="325" y="258"/>
                  <a:pt x="324" y="261"/>
                </a:cubicBezTo>
                <a:cubicBezTo>
                  <a:pt x="323" y="263"/>
                  <a:pt x="323" y="265"/>
                  <a:pt x="325" y="267"/>
                </a:cubicBezTo>
                <a:cubicBezTo>
                  <a:pt x="325" y="267"/>
                  <a:pt x="324" y="269"/>
                  <a:pt x="325" y="268"/>
                </a:cubicBezTo>
                <a:cubicBezTo>
                  <a:pt x="326" y="272"/>
                  <a:pt x="329" y="273"/>
                  <a:pt x="332" y="273"/>
                </a:cubicBezTo>
                <a:cubicBezTo>
                  <a:pt x="332" y="273"/>
                  <a:pt x="332" y="273"/>
                  <a:pt x="333" y="273"/>
                </a:cubicBezTo>
                <a:cubicBezTo>
                  <a:pt x="333" y="271"/>
                  <a:pt x="335" y="270"/>
                  <a:pt x="336" y="270"/>
                </a:cubicBezTo>
                <a:cubicBezTo>
                  <a:pt x="337" y="270"/>
                  <a:pt x="337" y="270"/>
                  <a:pt x="338" y="269"/>
                </a:cubicBezTo>
                <a:cubicBezTo>
                  <a:pt x="339" y="268"/>
                  <a:pt x="340" y="268"/>
                  <a:pt x="341" y="268"/>
                </a:cubicBezTo>
                <a:cubicBezTo>
                  <a:pt x="341" y="268"/>
                  <a:pt x="342" y="268"/>
                  <a:pt x="342" y="267"/>
                </a:cubicBezTo>
                <a:cubicBezTo>
                  <a:pt x="343" y="266"/>
                  <a:pt x="343" y="267"/>
                  <a:pt x="344" y="267"/>
                </a:cubicBezTo>
                <a:cubicBezTo>
                  <a:pt x="344" y="268"/>
                  <a:pt x="344" y="268"/>
                  <a:pt x="344" y="269"/>
                </a:cubicBezTo>
                <a:cubicBezTo>
                  <a:pt x="343" y="270"/>
                  <a:pt x="342" y="271"/>
                  <a:pt x="343" y="272"/>
                </a:cubicBezTo>
                <a:cubicBezTo>
                  <a:pt x="345" y="274"/>
                  <a:pt x="346" y="272"/>
                  <a:pt x="348" y="271"/>
                </a:cubicBezTo>
                <a:cubicBezTo>
                  <a:pt x="348" y="271"/>
                  <a:pt x="349" y="271"/>
                  <a:pt x="349" y="271"/>
                </a:cubicBezTo>
                <a:cubicBezTo>
                  <a:pt x="349" y="272"/>
                  <a:pt x="351" y="272"/>
                  <a:pt x="351" y="273"/>
                </a:cubicBezTo>
                <a:cubicBezTo>
                  <a:pt x="353" y="273"/>
                  <a:pt x="355" y="274"/>
                  <a:pt x="355" y="276"/>
                </a:cubicBezTo>
                <a:cubicBezTo>
                  <a:pt x="355" y="276"/>
                  <a:pt x="356" y="277"/>
                  <a:pt x="356" y="276"/>
                </a:cubicBezTo>
                <a:cubicBezTo>
                  <a:pt x="358" y="275"/>
                  <a:pt x="358" y="276"/>
                  <a:pt x="358" y="278"/>
                </a:cubicBezTo>
                <a:cubicBezTo>
                  <a:pt x="359" y="279"/>
                  <a:pt x="360" y="280"/>
                  <a:pt x="360" y="282"/>
                </a:cubicBezTo>
                <a:cubicBezTo>
                  <a:pt x="360" y="285"/>
                  <a:pt x="361" y="287"/>
                  <a:pt x="362" y="289"/>
                </a:cubicBezTo>
                <a:cubicBezTo>
                  <a:pt x="363" y="291"/>
                  <a:pt x="366" y="292"/>
                  <a:pt x="368" y="293"/>
                </a:cubicBezTo>
                <a:cubicBezTo>
                  <a:pt x="368" y="293"/>
                  <a:pt x="368" y="293"/>
                  <a:pt x="368" y="293"/>
                </a:cubicBezTo>
                <a:cubicBezTo>
                  <a:pt x="369" y="291"/>
                  <a:pt x="370" y="292"/>
                  <a:pt x="371" y="292"/>
                </a:cubicBezTo>
                <a:cubicBezTo>
                  <a:pt x="372" y="292"/>
                  <a:pt x="373" y="291"/>
                  <a:pt x="374" y="291"/>
                </a:cubicBezTo>
                <a:cubicBezTo>
                  <a:pt x="375" y="291"/>
                  <a:pt x="376" y="288"/>
                  <a:pt x="376" y="288"/>
                </a:cubicBezTo>
                <a:cubicBezTo>
                  <a:pt x="375" y="287"/>
                  <a:pt x="376" y="285"/>
                  <a:pt x="376" y="284"/>
                </a:cubicBezTo>
                <a:cubicBezTo>
                  <a:pt x="376" y="283"/>
                  <a:pt x="377" y="282"/>
                  <a:pt x="377" y="281"/>
                </a:cubicBezTo>
                <a:cubicBezTo>
                  <a:pt x="376" y="279"/>
                  <a:pt x="375" y="277"/>
                  <a:pt x="373" y="275"/>
                </a:cubicBezTo>
                <a:cubicBezTo>
                  <a:pt x="373" y="274"/>
                  <a:pt x="372" y="274"/>
                  <a:pt x="372" y="273"/>
                </a:cubicBezTo>
                <a:cubicBezTo>
                  <a:pt x="372" y="272"/>
                  <a:pt x="372" y="271"/>
                  <a:pt x="371" y="271"/>
                </a:cubicBezTo>
                <a:cubicBezTo>
                  <a:pt x="369" y="271"/>
                  <a:pt x="369" y="270"/>
                  <a:pt x="369" y="268"/>
                </a:cubicBezTo>
                <a:cubicBezTo>
                  <a:pt x="370" y="267"/>
                  <a:pt x="370" y="266"/>
                  <a:pt x="369" y="266"/>
                </a:cubicBezTo>
                <a:cubicBezTo>
                  <a:pt x="368" y="265"/>
                  <a:pt x="369" y="264"/>
                  <a:pt x="369" y="264"/>
                </a:cubicBezTo>
                <a:cubicBezTo>
                  <a:pt x="370" y="263"/>
                  <a:pt x="370" y="262"/>
                  <a:pt x="370" y="262"/>
                </a:cubicBezTo>
                <a:cubicBezTo>
                  <a:pt x="370" y="260"/>
                  <a:pt x="370" y="260"/>
                  <a:pt x="371" y="259"/>
                </a:cubicBezTo>
                <a:cubicBezTo>
                  <a:pt x="372" y="258"/>
                  <a:pt x="372" y="258"/>
                  <a:pt x="371" y="258"/>
                </a:cubicBezTo>
                <a:cubicBezTo>
                  <a:pt x="370" y="258"/>
                  <a:pt x="370" y="257"/>
                  <a:pt x="369" y="256"/>
                </a:cubicBezTo>
                <a:cubicBezTo>
                  <a:pt x="369" y="256"/>
                  <a:pt x="369" y="256"/>
                  <a:pt x="368" y="256"/>
                </a:cubicBezTo>
                <a:cubicBezTo>
                  <a:pt x="367" y="257"/>
                  <a:pt x="367" y="256"/>
                  <a:pt x="367" y="255"/>
                </a:cubicBezTo>
                <a:cubicBezTo>
                  <a:pt x="368" y="253"/>
                  <a:pt x="368" y="252"/>
                  <a:pt x="366" y="250"/>
                </a:cubicBezTo>
                <a:cubicBezTo>
                  <a:pt x="365" y="250"/>
                  <a:pt x="365" y="249"/>
                  <a:pt x="364" y="248"/>
                </a:cubicBezTo>
                <a:cubicBezTo>
                  <a:pt x="364" y="247"/>
                  <a:pt x="363" y="247"/>
                  <a:pt x="362" y="248"/>
                </a:cubicBezTo>
                <a:cubicBezTo>
                  <a:pt x="361" y="249"/>
                  <a:pt x="360" y="248"/>
                  <a:pt x="359" y="249"/>
                </a:cubicBezTo>
                <a:cubicBezTo>
                  <a:pt x="359" y="249"/>
                  <a:pt x="359" y="249"/>
                  <a:pt x="358" y="249"/>
                </a:cubicBezTo>
                <a:cubicBezTo>
                  <a:pt x="358" y="249"/>
                  <a:pt x="358" y="248"/>
                  <a:pt x="358" y="248"/>
                </a:cubicBezTo>
                <a:cubicBezTo>
                  <a:pt x="356" y="248"/>
                  <a:pt x="357" y="247"/>
                  <a:pt x="357" y="246"/>
                </a:cubicBezTo>
                <a:cubicBezTo>
                  <a:pt x="357" y="245"/>
                  <a:pt x="358" y="244"/>
                  <a:pt x="358" y="243"/>
                </a:cubicBezTo>
                <a:cubicBezTo>
                  <a:pt x="358" y="242"/>
                  <a:pt x="358" y="240"/>
                  <a:pt x="357" y="240"/>
                </a:cubicBezTo>
                <a:cubicBezTo>
                  <a:pt x="355" y="240"/>
                  <a:pt x="354" y="238"/>
                  <a:pt x="354" y="237"/>
                </a:cubicBezTo>
                <a:cubicBezTo>
                  <a:pt x="353" y="236"/>
                  <a:pt x="352" y="236"/>
                  <a:pt x="351" y="235"/>
                </a:cubicBezTo>
                <a:cubicBezTo>
                  <a:pt x="350" y="235"/>
                  <a:pt x="349" y="235"/>
                  <a:pt x="349" y="236"/>
                </a:cubicBezTo>
                <a:cubicBezTo>
                  <a:pt x="349" y="237"/>
                  <a:pt x="348" y="238"/>
                  <a:pt x="348" y="238"/>
                </a:cubicBezTo>
                <a:cubicBezTo>
                  <a:pt x="346" y="238"/>
                  <a:pt x="346" y="239"/>
                  <a:pt x="347" y="240"/>
                </a:cubicBezTo>
                <a:cubicBezTo>
                  <a:pt x="347" y="241"/>
                  <a:pt x="346" y="243"/>
                  <a:pt x="346" y="244"/>
                </a:cubicBezTo>
                <a:cubicBezTo>
                  <a:pt x="346" y="244"/>
                  <a:pt x="345" y="245"/>
                  <a:pt x="345" y="245"/>
                </a:cubicBezTo>
                <a:cubicBezTo>
                  <a:pt x="344" y="245"/>
                  <a:pt x="344" y="244"/>
                  <a:pt x="344" y="243"/>
                </a:cubicBezTo>
                <a:cubicBezTo>
                  <a:pt x="344" y="243"/>
                  <a:pt x="344" y="243"/>
                  <a:pt x="345" y="243"/>
                </a:cubicBezTo>
                <a:cubicBezTo>
                  <a:pt x="345" y="241"/>
                  <a:pt x="345" y="240"/>
                  <a:pt x="343" y="241"/>
                </a:cubicBezTo>
                <a:cubicBezTo>
                  <a:pt x="344" y="238"/>
                  <a:pt x="344" y="235"/>
                  <a:pt x="343" y="232"/>
                </a:cubicBezTo>
                <a:cubicBezTo>
                  <a:pt x="343" y="231"/>
                  <a:pt x="341" y="231"/>
                  <a:pt x="342" y="230"/>
                </a:cubicBezTo>
                <a:cubicBezTo>
                  <a:pt x="342" y="229"/>
                  <a:pt x="342" y="229"/>
                  <a:pt x="341" y="228"/>
                </a:cubicBezTo>
                <a:cubicBezTo>
                  <a:pt x="340" y="226"/>
                  <a:pt x="339" y="224"/>
                  <a:pt x="337" y="224"/>
                </a:cubicBezTo>
                <a:cubicBezTo>
                  <a:pt x="336" y="224"/>
                  <a:pt x="336" y="224"/>
                  <a:pt x="335" y="223"/>
                </a:cubicBezTo>
                <a:cubicBezTo>
                  <a:pt x="333" y="220"/>
                  <a:pt x="331" y="221"/>
                  <a:pt x="328" y="223"/>
                </a:cubicBezTo>
                <a:cubicBezTo>
                  <a:pt x="326" y="224"/>
                  <a:pt x="325" y="223"/>
                  <a:pt x="323" y="224"/>
                </a:cubicBezTo>
                <a:cubicBezTo>
                  <a:pt x="322" y="225"/>
                  <a:pt x="320" y="225"/>
                  <a:pt x="319" y="224"/>
                </a:cubicBezTo>
                <a:cubicBezTo>
                  <a:pt x="319" y="223"/>
                  <a:pt x="319" y="223"/>
                  <a:pt x="318" y="223"/>
                </a:cubicBezTo>
                <a:cubicBezTo>
                  <a:pt x="318" y="224"/>
                  <a:pt x="318" y="224"/>
                  <a:pt x="318" y="224"/>
                </a:cubicBezTo>
                <a:cubicBezTo>
                  <a:pt x="319" y="225"/>
                  <a:pt x="319" y="226"/>
                  <a:pt x="318" y="227"/>
                </a:cubicBezTo>
                <a:cubicBezTo>
                  <a:pt x="317" y="227"/>
                  <a:pt x="318" y="228"/>
                  <a:pt x="318" y="228"/>
                </a:cubicBezTo>
                <a:cubicBezTo>
                  <a:pt x="316" y="230"/>
                  <a:pt x="317" y="232"/>
                  <a:pt x="317" y="233"/>
                </a:cubicBezTo>
                <a:close/>
                <a:moveTo>
                  <a:pt x="394" y="332"/>
                </a:moveTo>
                <a:cubicBezTo>
                  <a:pt x="394" y="333"/>
                  <a:pt x="394" y="333"/>
                  <a:pt x="393" y="333"/>
                </a:cubicBezTo>
                <a:cubicBezTo>
                  <a:pt x="393" y="333"/>
                  <a:pt x="392" y="332"/>
                  <a:pt x="392" y="331"/>
                </a:cubicBezTo>
                <a:cubicBezTo>
                  <a:pt x="392" y="331"/>
                  <a:pt x="392" y="331"/>
                  <a:pt x="393" y="331"/>
                </a:cubicBezTo>
                <a:cubicBezTo>
                  <a:pt x="393" y="331"/>
                  <a:pt x="393" y="332"/>
                  <a:pt x="394" y="332"/>
                </a:cubicBezTo>
                <a:close/>
                <a:moveTo>
                  <a:pt x="404" y="384"/>
                </a:moveTo>
                <a:cubicBezTo>
                  <a:pt x="403" y="385"/>
                  <a:pt x="402" y="385"/>
                  <a:pt x="402" y="386"/>
                </a:cubicBezTo>
                <a:cubicBezTo>
                  <a:pt x="402" y="386"/>
                  <a:pt x="401" y="385"/>
                  <a:pt x="401" y="385"/>
                </a:cubicBezTo>
                <a:cubicBezTo>
                  <a:pt x="401" y="384"/>
                  <a:pt x="402" y="384"/>
                  <a:pt x="403" y="384"/>
                </a:cubicBezTo>
                <a:cubicBezTo>
                  <a:pt x="403" y="384"/>
                  <a:pt x="403" y="384"/>
                  <a:pt x="404" y="384"/>
                </a:cubicBezTo>
                <a:close/>
                <a:moveTo>
                  <a:pt x="373" y="182"/>
                </a:moveTo>
                <a:cubicBezTo>
                  <a:pt x="373" y="181"/>
                  <a:pt x="373" y="181"/>
                  <a:pt x="374" y="180"/>
                </a:cubicBezTo>
                <a:cubicBezTo>
                  <a:pt x="374" y="180"/>
                  <a:pt x="375" y="180"/>
                  <a:pt x="375" y="181"/>
                </a:cubicBezTo>
                <a:cubicBezTo>
                  <a:pt x="374" y="181"/>
                  <a:pt x="373" y="181"/>
                  <a:pt x="373" y="182"/>
                </a:cubicBezTo>
                <a:close/>
                <a:moveTo>
                  <a:pt x="387" y="343"/>
                </a:moveTo>
                <a:cubicBezTo>
                  <a:pt x="386" y="343"/>
                  <a:pt x="385" y="343"/>
                  <a:pt x="384" y="343"/>
                </a:cubicBezTo>
                <a:cubicBezTo>
                  <a:pt x="385" y="341"/>
                  <a:pt x="385" y="341"/>
                  <a:pt x="387" y="343"/>
                </a:cubicBezTo>
                <a:close/>
                <a:moveTo>
                  <a:pt x="247" y="321"/>
                </a:moveTo>
                <a:cubicBezTo>
                  <a:pt x="247" y="320"/>
                  <a:pt x="248" y="320"/>
                  <a:pt x="248" y="320"/>
                </a:cubicBezTo>
                <a:cubicBezTo>
                  <a:pt x="249" y="320"/>
                  <a:pt x="249" y="320"/>
                  <a:pt x="249" y="321"/>
                </a:cubicBezTo>
                <a:cubicBezTo>
                  <a:pt x="249" y="321"/>
                  <a:pt x="248" y="321"/>
                  <a:pt x="248" y="321"/>
                </a:cubicBezTo>
                <a:cubicBezTo>
                  <a:pt x="248" y="321"/>
                  <a:pt x="247" y="321"/>
                  <a:pt x="247" y="321"/>
                </a:cubicBezTo>
                <a:close/>
                <a:moveTo>
                  <a:pt x="473" y="267"/>
                </a:moveTo>
                <a:cubicBezTo>
                  <a:pt x="474" y="269"/>
                  <a:pt x="472" y="270"/>
                  <a:pt x="472" y="272"/>
                </a:cubicBezTo>
                <a:cubicBezTo>
                  <a:pt x="472" y="273"/>
                  <a:pt x="472" y="273"/>
                  <a:pt x="471" y="273"/>
                </a:cubicBezTo>
                <a:cubicBezTo>
                  <a:pt x="471" y="273"/>
                  <a:pt x="471" y="272"/>
                  <a:pt x="471" y="272"/>
                </a:cubicBezTo>
                <a:cubicBezTo>
                  <a:pt x="471" y="271"/>
                  <a:pt x="471" y="269"/>
                  <a:pt x="472" y="268"/>
                </a:cubicBezTo>
                <a:cubicBezTo>
                  <a:pt x="473" y="268"/>
                  <a:pt x="472" y="267"/>
                  <a:pt x="472" y="267"/>
                </a:cubicBezTo>
                <a:cubicBezTo>
                  <a:pt x="472" y="266"/>
                  <a:pt x="472" y="265"/>
                  <a:pt x="473" y="264"/>
                </a:cubicBezTo>
                <a:cubicBezTo>
                  <a:pt x="474" y="264"/>
                  <a:pt x="474" y="264"/>
                  <a:pt x="474" y="265"/>
                </a:cubicBezTo>
                <a:cubicBezTo>
                  <a:pt x="474" y="266"/>
                  <a:pt x="474" y="266"/>
                  <a:pt x="473" y="267"/>
                </a:cubicBezTo>
                <a:close/>
                <a:moveTo>
                  <a:pt x="404" y="366"/>
                </a:moveTo>
                <a:cubicBezTo>
                  <a:pt x="404" y="366"/>
                  <a:pt x="404" y="365"/>
                  <a:pt x="405" y="364"/>
                </a:cubicBezTo>
                <a:cubicBezTo>
                  <a:pt x="405" y="364"/>
                  <a:pt x="405" y="364"/>
                  <a:pt x="405" y="364"/>
                </a:cubicBezTo>
                <a:cubicBezTo>
                  <a:pt x="405" y="365"/>
                  <a:pt x="405" y="366"/>
                  <a:pt x="404" y="367"/>
                </a:cubicBezTo>
                <a:cubicBezTo>
                  <a:pt x="404" y="367"/>
                  <a:pt x="404" y="367"/>
                  <a:pt x="404" y="366"/>
                </a:cubicBezTo>
                <a:close/>
                <a:moveTo>
                  <a:pt x="396" y="376"/>
                </a:moveTo>
                <a:cubicBezTo>
                  <a:pt x="396" y="377"/>
                  <a:pt x="395" y="377"/>
                  <a:pt x="395" y="378"/>
                </a:cubicBezTo>
                <a:cubicBezTo>
                  <a:pt x="394" y="377"/>
                  <a:pt x="394" y="377"/>
                  <a:pt x="396" y="376"/>
                </a:cubicBezTo>
                <a:close/>
                <a:moveTo>
                  <a:pt x="534" y="358"/>
                </a:moveTo>
                <a:cubicBezTo>
                  <a:pt x="533" y="358"/>
                  <a:pt x="533" y="358"/>
                  <a:pt x="533" y="357"/>
                </a:cubicBezTo>
                <a:cubicBezTo>
                  <a:pt x="533" y="357"/>
                  <a:pt x="533" y="356"/>
                  <a:pt x="534" y="356"/>
                </a:cubicBezTo>
                <a:cubicBezTo>
                  <a:pt x="534" y="356"/>
                  <a:pt x="535" y="356"/>
                  <a:pt x="535" y="357"/>
                </a:cubicBezTo>
                <a:cubicBezTo>
                  <a:pt x="534" y="357"/>
                  <a:pt x="534" y="358"/>
                  <a:pt x="534" y="358"/>
                </a:cubicBezTo>
                <a:close/>
                <a:moveTo>
                  <a:pt x="380" y="422"/>
                </a:moveTo>
                <a:cubicBezTo>
                  <a:pt x="380" y="422"/>
                  <a:pt x="379" y="423"/>
                  <a:pt x="378" y="422"/>
                </a:cubicBezTo>
                <a:cubicBezTo>
                  <a:pt x="378" y="422"/>
                  <a:pt x="378" y="421"/>
                  <a:pt x="379" y="421"/>
                </a:cubicBezTo>
                <a:cubicBezTo>
                  <a:pt x="379" y="421"/>
                  <a:pt x="380" y="421"/>
                  <a:pt x="380" y="422"/>
                </a:cubicBezTo>
                <a:close/>
                <a:moveTo>
                  <a:pt x="356" y="380"/>
                </a:moveTo>
                <a:cubicBezTo>
                  <a:pt x="355" y="381"/>
                  <a:pt x="355" y="381"/>
                  <a:pt x="354" y="380"/>
                </a:cubicBezTo>
                <a:cubicBezTo>
                  <a:pt x="354" y="379"/>
                  <a:pt x="355" y="380"/>
                  <a:pt x="356" y="380"/>
                </a:cubicBezTo>
                <a:cubicBezTo>
                  <a:pt x="356" y="380"/>
                  <a:pt x="356" y="380"/>
                  <a:pt x="356" y="380"/>
                </a:cubicBezTo>
                <a:close/>
                <a:moveTo>
                  <a:pt x="392" y="387"/>
                </a:moveTo>
                <a:cubicBezTo>
                  <a:pt x="393" y="388"/>
                  <a:pt x="393" y="389"/>
                  <a:pt x="393" y="390"/>
                </a:cubicBezTo>
                <a:cubicBezTo>
                  <a:pt x="392" y="389"/>
                  <a:pt x="392" y="388"/>
                  <a:pt x="392" y="387"/>
                </a:cubicBezTo>
                <a:close/>
                <a:moveTo>
                  <a:pt x="263" y="368"/>
                </a:moveTo>
                <a:cubicBezTo>
                  <a:pt x="263" y="368"/>
                  <a:pt x="263" y="368"/>
                  <a:pt x="263" y="368"/>
                </a:cubicBezTo>
                <a:cubicBezTo>
                  <a:pt x="263" y="369"/>
                  <a:pt x="262" y="369"/>
                  <a:pt x="261" y="368"/>
                </a:cubicBezTo>
                <a:cubicBezTo>
                  <a:pt x="262" y="368"/>
                  <a:pt x="263" y="368"/>
                  <a:pt x="263" y="368"/>
                </a:cubicBezTo>
                <a:close/>
                <a:moveTo>
                  <a:pt x="399" y="342"/>
                </a:moveTo>
                <a:cubicBezTo>
                  <a:pt x="399" y="342"/>
                  <a:pt x="399" y="341"/>
                  <a:pt x="400" y="341"/>
                </a:cubicBezTo>
                <a:cubicBezTo>
                  <a:pt x="400" y="341"/>
                  <a:pt x="400" y="342"/>
                  <a:pt x="400" y="342"/>
                </a:cubicBezTo>
                <a:cubicBezTo>
                  <a:pt x="399" y="342"/>
                  <a:pt x="399" y="342"/>
                  <a:pt x="399" y="342"/>
                </a:cubicBezTo>
                <a:close/>
                <a:moveTo>
                  <a:pt x="455" y="359"/>
                </a:moveTo>
                <a:cubicBezTo>
                  <a:pt x="454" y="359"/>
                  <a:pt x="454" y="358"/>
                  <a:pt x="453" y="358"/>
                </a:cubicBezTo>
                <a:cubicBezTo>
                  <a:pt x="454" y="358"/>
                  <a:pt x="454" y="358"/>
                  <a:pt x="455" y="359"/>
                </a:cubicBezTo>
                <a:close/>
                <a:moveTo>
                  <a:pt x="180" y="335"/>
                </a:moveTo>
                <a:cubicBezTo>
                  <a:pt x="180" y="334"/>
                  <a:pt x="180" y="335"/>
                  <a:pt x="181" y="334"/>
                </a:cubicBezTo>
                <a:cubicBezTo>
                  <a:pt x="181" y="335"/>
                  <a:pt x="181" y="335"/>
                  <a:pt x="180" y="335"/>
                </a:cubicBezTo>
                <a:cubicBezTo>
                  <a:pt x="180" y="335"/>
                  <a:pt x="180" y="335"/>
                  <a:pt x="180" y="335"/>
                </a:cubicBezTo>
                <a:close/>
                <a:moveTo>
                  <a:pt x="164" y="362"/>
                </a:moveTo>
                <a:cubicBezTo>
                  <a:pt x="164" y="362"/>
                  <a:pt x="163" y="362"/>
                  <a:pt x="162" y="362"/>
                </a:cubicBezTo>
                <a:cubicBezTo>
                  <a:pt x="163" y="362"/>
                  <a:pt x="163" y="361"/>
                  <a:pt x="164" y="362"/>
                </a:cubicBezTo>
                <a:close/>
                <a:moveTo>
                  <a:pt x="407" y="407"/>
                </a:moveTo>
                <a:cubicBezTo>
                  <a:pt x="407" y="407"/>
                  <a:pt x="407" y="407"/>
                  <a:pt x="407" y="406"/>
                </a:cubicBezTo>
                <a:cubicBezTo>
                  <a:pt x="408" y="407"/>
                  <a:pt x="408" y="407"/>
                  <a:pt x="408" y="407"/>
                </a:cubicBezTo>
                <a:cubicBezTo>
                  <a:pt x="408" y="408"/>
                  <a:pt x="407" y="408"/>
                  <a:pt x="407" y="407"/>
                </a:cubicBezTo>
                <a:close/>
                <a:moveTo>
                  <a:pt x="393" y="344"/>
                </a:moveTo>
                <a:cubicBezTo>
                  <a:pt x="393" y="345"/>
                  <a:pt x="393" y="345"/>
                  <a:pt x="393" y="346"/>
                </a:cubicBezTo>
                <a:cubicBezTo>
                  <a:pt x="392" y="345"/>
                  <a:pt x="392" y="345"/>
                  <a:pt x="393" y="344"/>
                </a:cubicBezTo>
                <a:close/>
                <a:moveTo>
                  <a:pt x="383" y="407"/>
                </a:moveTo>
                <a:cubicBezTo>
                  <a:pt x="383" y="408"/>
                  <a:pt x="383" y="408"/>
                  <a:pt x="383" y="408"/>
                </a:cubicBezTo>
                <a:cubicBezTo>
                  <a:pt x="382" y="408"/>
                  <a:pt x="382" y="408"/>
                  <a:pt x="382" y="408"/>
                </a:cubicBezTo>
                <a:cubicBezTo>
                  <a:pt x="382" y="407"/>
                  <a:pt x="383" y="407"/>
                  <a:pt x="383" y="407"/>
                </a:cubicBezTo>
                <a:cubicBezTo>
                  <a:pt x="383" y="407"/>
                  <a:pt x="383" y="407"/>
                  <a:pt x="383" y="407"/>
                </a:cubicBezTo>
                <a:close/>
                <a:moveTo>
                  <a:pt x="402" y="408"/>
                </a:moveTo>
                <a:cubicBezTo>
                  <a:pt x="402" y="408"/>
                  <a:pt x="401" y="409"/>
                  <a:pt x="401" y="409"/>
                </a:cubicBezTo>
                <a:cubicBezTo>
                  <a:pt x="401" y="409"/>
                  <a:pt x="401" y="408"/>
                  <a:pt x="401" y="408"/>
                </a:cubicBezTo>
                <a:cubicBezTo>
                  <a:pt x="401" y="408"/>
                  <a:pt x="401" y="408"/>
                  <a:pt x="401" y="408"/>
                </a:cubicBezTo>
                <a:cubicBezTo>
                  <a:pt x="402" y="408"/>
                  <a:pt x="402" y="408"/>
                  <a:pt x="402" y="408"/>
                </a:cubicBezTo>
                <a:close/>
                <a:moveTo>
                  <a:pt x="361" y="387"/>
                </a:moveTo>
                <a:cubicBezTo>
                  <a:pt x="361" y="387"/>
                  <a:pt x="361" y="387"/>
                  <a:pt x="361" y="387"/>
                </a:cubicBezTo>
                <a:cubicBezTo>
                  <a:pt x="361" y="387"/>
                  <a:pt x="361" y="387"/>
                  <a:pt x="361" y="387"/>
                </a:cubicBezTo>
                <a:close/>
                <a:moveTo>
                  <a:pt x="361" y="387"/>
                </a:moveTo>
                <a:cubicBezTo>
                  <a:pt x="361" y="387"/>
                  <a:pt x="361" y="387"/>
                  <a:pt x="360" y="387"/>
                </a:cubicBezTo>
                <a:cubicBezTo>
                  <a:pt x="361" y="386"/>
                  <a:pt x="361" y="386"/>
                  <a:pt x="361" y="387"/>
                </a:cubicBezTo>
                <a:close/>
                <a:moveTo>
                  <a:pt x="395" y="326"/>
                </a:moveTo>
                <a:cubicBezTo>
                  <a:pt x="395" y="327"/>
                  <a:pt x="395" y="327"/>
                  <a:pt x="394" y="327"/>
                </a:cubicBezTo>
                <a:cubicBezTo>
                  <a:pt x="394" y="327"/>
                  <a:pt x="394" y="327"/>
                  <a:pt x="394" y="327"/>
                </a:cubicBezTo>
                <a:cubicBezTo>
                  <a:pt x="394" y="326"/>
                  <a:pt x="394" y="326"/>
                  <a:pt x="395" y="326"/>
                </a:cubicBezTo>
                <a:cubicBezTo>
                  <a:pt x="395" y="326"/>
                  <a:pt x="395" y="326"/>
                  <a:pt x="395" y="326"/>
                </a:cubicBezTo>
                <a:close/>
                <a:moveTo>
                  <a:pt x="414" y="362"/>
                </a:moveTo>
                <a:cubicBezTo>
                  <a:pt x="414" y="362"/>
                  <a:pt x="414" y="361"/>
                  <a:pt x="414" y="361"/>
                </a:cubicBezTo>
                <a:cubicBezTo>
                  <a:pt x="414" y="361"/>
                  <a:pt x="414" y="361"/>
                  <a:pt x="414" y="361"/>
                </a:cubicBezTo>
                <a:cubicBezTo>
                  <a:pt x="414" y="361"/>
                  <a:pt x="414" y="361"/>
                  <a:pt x="414" y="361"/>
                </a:cubicBezTo>
                <a:cubicBezTo>
                  <a:pt x="414" y="361"/>
                  <a:pt x="414" y="362"/>
                  <a:pt x="414" y="362"/>
                </a:cubicBezTo>
                <a:close/>
                <a:moveTo>
                  <a:pt x="162" y="362"/>
                </a:moveTo>
                <a:cubicBezTo>
                  <a:pt x="162" y="362"/>
                  <a:pt x="162" y="363"/>
                  <a:pt x="162" y="363"/>
                </a:cubicBezTo>
                <a:cubicBezTo>
                  <a:pt x="162" y="363"/>
                  <a:pt x="162" y="363"/>
                  <a:pt x="162" y="363"/>
                </a:cubicBezTo>
                <a:cubicBezTo>
                  <a:pt x="162" y="362"/>
                  <a:pt x="162" y="362"/>
                  <a:pt x="162" y="362"/>
                </a:cubicBezTo>
                <a:close/>
                <a:moveTo>
                  <a:pt x="366" y="353"/>
                </a:moveTo>
                <a:cubicBezTo>
                  <a:pt x="366" y="353"/>
                  <a:pt x="366" y="353"/>
                  <a:pt x="366" y="353"/>
                </a:cubicBezTo>
                <a:cubicBezTo>
                  <a:pt x="366" y="353"/>
                  <a:pt x="366" y="353"/>
                  <a:pt x="366" y="353"/>
                </a:cubicBezTo>
                <a:cubicBezTo>
                  <a:pt x="366" y="353"/>
                  <a:pt x="366" y="353"/>
                  <a:pt x="366" y="353"/>
                </a:cubicBezTo>
                <a:close/>
                <a:moveTo>
                  <a:pt x="366" y="353"/>
                </a:moveTo>
                <a:cubicBezTo>
                  <a:pt x="366" y="353"/>
                  <a:pt x="366" y="353"/>
                  <a:pt x="366" y="352"/>
                </a:cubicBezTo>
                <a:cubicBezTo>
                  <a:pt x="366" y="352"/>
                  <a:pt x="366" y="352"/>
                  <a:pt x="366" y="352"/>
                </a:cubicBezTo>
                <a:cubicBezTo>
                  <a:pt x="366" y="352"/>
                  <a:pt x="366" y="353"/>
                  <a:pt x="366" y="353"/>
                </a:cubicBezTo>
                <a:close/>
                <a:moveTo>
                  <a:pt x="732" y="940"/>
                </a:moveTo>
                <a:cubicBezTo>
                  <a:pt x="732" y="940"/>
                  <a:pt x="732" y="940"/>
                  <a:pt x="732" y="939"/>
                </a:cubicBezTo>
                <a:cubicBezTo>
                  <a:pt x="733" y="938"/>
                  <a:pt x="734" y="938"/>
                  <a:pt x="735" y="937"/>
                </a:cubicBezTo>
                <a:cubicBezTo>
                  <a:pt x="734" y="938"/>
                  <a:pt x="735" y="938"/>
                  <a:pt x="735" y="939"/>
                </a:cubicBezTo>
                <a:cubicBezTo>
                  <a:pt x="735" y="939"/>
                  <a:pt x="736" y="938"/>
                  <a:pt x="736" y="939"/>
                </a:cubicBezTo>
                <a:cubicBezTo>
                  <a:pt x="736" y="939"/>
                  <a:pt x="736" y="939"/>
                  <a:pt x="736" y="939"/>
                </a:cubicBezTo>
                <a:cubicBezTo>
                  <a:pt x="735" y="940"/>
                  <a:pt x="735" y="939"/>
                  <a:pt x="734" y="940"/>
                </a:cubicBezTo>
                <a:cubicBezTo>
                  <a:pt x="734" y="940"/>
                  <a:pt x="733" y="940"/>
                  <a:pt x="733" y="940"/>
                </a:cubicBezTo>
                <a:cubicBezTo>
                  <a:pt x="732" y="940"/>
                  <a:pt x="732" y="940"/>
                  <a:pt x="732" y="940"/>
                </a:cubicBezTo>
                <a:close/>
                <a:moveTo>
                  <a:pt x="776" y="924"/>
                </a:moveTo>
                <a:cubicBezTo>
                  <a:pt x="777" y="924"/>
                  <a:pt x="777" y="924"/>
                  <a:pt x="777" y="923"/>
                </a:cubicBezTo>
                <a:cubicBezTo>
                  <a:pt x="777" y="923"/>
                  <a:pt x="777" y="923"/>
                  <a:pt x="777" y="923"/>
                </a:cubicBezTo>
                <a:cubicBezTo>
                  <a:pt x="777" y="923"/>
                  <a:pt x="778" y="923"/>
                  <a:pt x="778" y="923"/>
                </a:cubicBezTo>
                <a:cubicBezTo>
                  <a:pt x="779" y="923"/>
                  <a:pt x="779" y="923"/>
                  <a:pt x="779" y="924"/>
                </a:cubicBezTo>
                <a:cubicBezTo>
                  <a:pt x="779" y="924"/>
                  <a:pt x="778" y="924"/>
                  <a:pt x="778" y="925"/>
                </a:cubicBezTo>
                <a:cubicBezTo>
                  <a:pt x="778" y="925"/>
                  <a:pt x="777" y="925"/>
                  <a:pt x="777" y="925"/>
                </a:cubicBezTo>
                <a:cubicBezTo>
                  <a:pt x="776" y="925"/>
                  <a:pt x="776" y="925"/>
                  <a:pt x="776" y="924"/>
                </a:cubicBezTo>
                <a:close/>
                <a:moveTo>
                  <a:pt x="771" y="925"/>
                </a:moveTo>
                <a:cubicBezTo>
                  <a:pt x="771" y="925"/>
                  <a:pt x="772" y="925"/>
                  <a:pt x="772" y="925"/>
                </a:cubicBezTo>
                <a:cubicBezTo>
                  <a:pt x="772" y="925"/>
                  <a:pt x="772" y="925"/>
                  <a:pt x="773" y="925"/>
                </a:cubicBezTo>
                <a:cubicBezTo>
                  <a:pt x="773" y="925"/>
                  <a:pt x="773" y="925"/>
                  <a:pt x="773" y="924"/>
                </a:cubicBezTo>
                <a:cubicBezTo>
                  <a:pt x="773" y="924"/>
                  <a:pt x="773" y="924"/>
                  <a:pt x="774" y="924"/>
                </a:cubicBezTo>
                <a:cubicBezTo>
                  <a:pt x="774" y="924"/>
                  <a:pt x="774" y="924"/>
                  <a:pt x="774" y="924"/>
                </a:cubicBezTo>
                <a:cubicBezTo>
                  <a:pt x="774" y="924"/>
                  <a:pt x="774" y="924"/>
                  <a:pt x="774" y="925"/>
                </a:cubicBezTo>
                <a:cubicBezTo>
                  <a:pt x="774" y="925"/>
                  <a:pt x="774" y="925"/>
                  <a:pt x="774" y="925"/>
                </a:cubicBezTo>
                <a:cubicBezTo>
                  <a:pt x="773" y="925"/>
                  <a:pt x="773" y="926"/>
                  <a:pt x="773" y="926"/>
                </a:cubicBezTo>
                <a:cubicBezTo>
                  <a:pt x="772" y="926"/>
                  <a:pt x="772" y="926"/>
                  <a:pt x="772" y="926"/>
                </a:cubicBezTo>
                <a:cubicBezTo>
                  <a:pt x="772" y="926"/>
                  <a:pt x="771" y="926"/>
                  <a:pt x="771" y="925"/>
                </a:cubicBezTo>
                <a:close/>
                <a:moveTo>
                  <a:pt x="791" y="953"/>
                </a:moveTo>
                <a:cubicBezTo>
                  <a:pt x="791" y="953"/>
                  <a:pt x="791" y="952"/>
                  <a:pt x="791" y="951"/>
                </a:cubicBezTo>
                <a:cubicBezTo>
                  <a:pt x="791" y="951"/>
                  <a:pt x="791" y="951"/>
                  <a:pt x="791" y="951"/>
                </a:cubicBezTo>
                <a:cubicBezTo>
                  <a:pt x="791" y="950"/>
                  <a:pt x="791" y="950"/>
                  <a:pt x="791" y="950"/>
                </a:cubicBezTo>
                <a:cubicBezTo>
                  <a:pt x="790" y="950"/>
                  <a:pt x="790" y="949"/>
                  <a:pt x="790" y="950"/>
                </a:cubicBezTo>
                <a:cubicBezTo>
                  <a:pt x="790" y="950"/>
                  <a:pt x="790" y="950"/>
                  <a:pt x="790" y="950"/>
                </a:cubicBezTo>
                <a:cubicBezTo>
                  <a:pt x="790" y="950"/>
                  <a:pt x="790" y="951"/>
                  <a:pt x="790" y="951"/>
                </a:cubicBezTo>
                <a:cubicBezTo>
                  <a:pt x="789" y="951"/>
                  <a:pt x="790" y="951"/>
                  <a:pt x="790" y="951"/>
                </a:cubicBezTo>
                <a:cubicBezTo>
                  <a:pt x="789" y="952"/>
                  <a:pt x="789" y="952"/>
                  <a:pt x="788" y="953"/>
                </a:cubicBezTo>
                <a:cubicBezTo>
                  <a:pt x="788" y="953"/>
                  <a:pt x="788" y="953"/>
                  <a:pt x="788" y="953"/>
                </a:cubicBezTo>
                <a:cubicBezTo>
                  <a:pt x="788" y="953"/>
                  <a:pt x="788" y="953"/>
                  <a:pt x="788" y="954"/>
                </a:cubicBezTo>
                <a:cubicBezTo>
                  <a:pt x="787" y="954"/>
                  <a:pt x="787" y="954"/>
                  <a:pt x="787" y="954"/>
                </a:cubicBezTo>
                <a:cubicBezTo>
                  <a:pt x="787" y="954"/>
                  <a:pt x="787" y="954"/>
                  <a:pt x="787" y="954"/>
                </a:cubicBezTo>
                <a:cubicBezTo>
                  <a:pt x="787" y="954"/>
                  <a:pt x="787" y="954"/>
                  <a:pt x="787" y="954"/>
                </a:cubicBezTo>
                <a:cubicBezTo>
                  <a:pt x="786" y="954"/>
                  <a:pt x="787" y="953"/>
                  <a:pt x="787" y="953"/>
                </a:cubicBezTo>
                <a:cubicBezTo>
                  <a:pt x="787" y="953"/>
                  <a:pt x="787" y="952"/>
                  <a:pt x="786" y="952"/>
                </a:cubicBezTo>
                <a:cubicBezTo>
                  <a:pt x="786" y="952"/>
                  <a:pt x="786" y="952"/>
                  <a:pt x="786" y="951"/>
                </a:cubicBezTo>
                <a:cubicBezTo>
                  <a:pt x="787" y="951"/>
                  <a:pt x="787" y="951"/>
                  <a:pt x="787" y="950"/>
                </a:cubicBezTo>
                <a:cubicBezTo>
                  <a:pt x="786" y="950"/>
                  <a:pt x="787" y="950"/>
                  <a:pt x="787" y="949"/>
                </a:cubicBezTo>
                <a:cubicBezTo>
                  <a:pt x="787" y="949"/>
                  <a:pt x="787" y="949"/>
                  <a:pt x="788" y="948"/>
                </a:cubicBezTo>
                <a:cubicBezTo>
                  <a:pt x="788" y="948"/>
                  <a:pt x="788" y="948"/>
                  <a:pt x="788" y="948"/>
                </a:cubicBezTo>
                <a:cubicBezTo>
                  <a:pt x="787" y="947"/>
                  <a:pt x="788" y="947"/>
                  <a:pt x="788" y="947"/>
                </a:cubicBezTo>
                <a:cubicBezTo>
                  <a:pt x="788" y="947"/>
                  <a:pt x="788" y="947"/>
                  <a:pt x="789" y="946"/>
                </a:cubicBezTo>
                <a:cubicBezTo>
                  <a:pt x="789" y="946"/>
                  <a:pt x="788" y="946"/>
                  <a:pt x="788" y="946"/>
                </a:cubicBezTo>
                <a:cubicBezTo>
                  <a:pt x="789" y="946"/>
                  <a:pt x="789" y="945"/>
                  <a:pt x="789" y="945"/>
                </a:cubicBezTo>
                <a:cubicBezTo>
                  <a:pt x="789" y="945"/>
                  <a:pt x="790" y="945"/>
                  <a:pt x="789" y="945"/>
                </a:cubicBezTo>
                <a:cubicBezTo>
                  <a:pt x="789" y="945"/>
                  <a:pt x="789" y="944"/>
                  <a:pt x="789" y="944"/>
                </a:cubicBezTo>
                <a:cubicBezTo>
                  <a:pt x="789" y="944"/>
                  <a:pt x="788" y="944"/>
                  <a:pt x="788" y="945"/>
                </a:cubicBezTo>
                <a:cubicBezTo>
                  <a:pt x="788" y="945"/>
                  <a:pt x="788" y="946"/>
                  <a:pt x="787" y="946"/>
                </a:cubicBezTo>
                <a:cubicBezTo>
                  <a:pt x="786" y="946"/>
                  <a:pt x="786" y="946"/>
                  <a:pt x="785" y="947"/>
                </a:cubicBezTo>
                <a:cubicBezTo>
                  <a:pt x="785" y="947"/>
                  <a:pt x="785" y="948"/>
                  <a:pt x="785" y="948"/>
                </a:cubicBezTo>
                <a:cubicBezTo>
                  <a:pt x="784" y="949"/>
                  <a:pt x="783" y="949"/>
                  <a:pt x="784" y="951"/>
                </a:cubicBezTo>
                <a:cubicBezTo>
                  <a:pt x="784" y="951"/>
                  <a:pt x="784" y="951"/>
                  <a:pt x="784" y="951"/>
                </a:cubicBezTo>
                <a:cubicBezTo>
                  <a:pt x="783" y="951"/>
                  <a:pt x="783" y="952"/>
                  <a:pt x="783" y="952"/>
                </a:cubicBezTo>
                <a:cubicBezTo>
                  <a:pt x="783" y="952"/>
                  <a:pt x="783" y="953"/>
                  <a:pt x="783" y="953"/>
                </a:cubicBezTo>
                <a:cubicBezTo>
                  <a:pt x="782" y="952"/>
                  <a:pt x="782" y="952"/>
                  <a:pt x="782" y="952"/>
                </a:cubicBezTo>
                <a:cubicBezTo>
                  <a:pt x="782" y="951"/>
                  <a:pt x="782" y="951"/>
                  <a:pt x="782" y="951"/>
                </a:cubicBezTo>
                <a:cubicBezTo>
                  <a:pt x="781" y="952"/>
                  <a:pt x="781" y="951"/>
                  <a:pt x="781" y="951"/>
                </a:cubicBezTo>
                <a:cubicBezTo>
                  <a:pt x="781" y="951"/>
                  <a:pt x="781" y="950"/>
                  <a:pt x="780" y="950"/>
                </a:cubicBezTo>
                <a:cubicBezTo>
                  <a:pt x="780" y="949"/>
                  <a:pt x="780" y="949"/>
                  <a:pt x="780" y="949"/>
                </a:cubicBezTo>
                <a:cubicBezTo>
                  <a:pt x="781" y="949"/>
                  <a:pt x="781" y="949"/>
                  <a:pt x="781" y="949"/>
                </a:cubicBezTo>
                <a:cubicBezTo>
                  <a:pt x="782" y="949"/>
                  <a:pt x="782" y="948"/>
                  <a:pt x="782" y="947"/>
                </a:cubicBezTo>
                <a:cubicBezTo>
                  <a:pt x="782" y="947"/>
                  <a:pt x="782" y="947"/>
                  <a:pt x="783" y="946"/>
                </a:cubicBezTo>
                <a:cubicBezTo>
                  <a:pt x="783" y="946"/>
                  <a:pt x="783" y="946"/>
                  <a:pt x="783" y="946"/>
                </a:cubicBezTo>
                <a:cubicBezTo>
                  <a:pt x="782" y="946"/>
                  <a:pt x="782" y="946"/>
                  <a:pt x="782" y="946"/>
                </a:cubicBezTo>
                <a:cubicBezTo>
                  <a:pt x="782" y="946"/>
                  <a:pt x="782" y="946"/>
                  <a:pt x="781" y="946"/>
                </a:cubicBezTo>
                <a:cubicBezTo>
                  <a:pt x="781" y="947"/>
                  <a:pt x="781" y="947"/>
                  <a:pt x="781" y="946"/>
                </a:cubicBezTo>
                <a:cubicBezTo>
                  <a:pt x="781" y="946"/>
                  <a:pt x="781" y="946"/>
                  <a:pt x="781" y="946"/>
                </a:cubicBezTo>
                <a:cubicBezTo>
                  <a:pt x="781" y="946"/>
                  <a:pt x="782" y="946"/>
                  <a:pt x="782" y="946"/>
                </a:cubicBezTo>
                <a:cubicBezTo>
                  <a:pt x="782" y="946"/>
                  <a:pt x="782" y="946"/>
                  <a:pt x="782" y="946"/>
                </a:cubicBezTo>
                <a:cubicBezTo>
                  <a:pt x="782" y="945"/>
                  <a:pt x="782" y="945"/>
                  <a:pt x="782" y="945"/>
                </a:cubicBezTo>
                <a:cubicBezTo>
                  <a:pt x="781" y="945"/>
                  <a:pt x="780" y="945"/>
                  <a:pt x="780" y="945"/>
                </a:cubicBezTo>
                <a:cubicBezTo>
                  <a:pt x="780" y="945"/>
                  <a:pt x="780" y="945"/>
                  <a:pt x="780" y="945"/>
                </a:cubicBezTo>
                <a:cubicBezTo>
                  <a:pt x="780" y="945"/>
                  <a:pt x="780" y="945"/>
                  <a:pt x="780" y="945"/>
                </a:cubicBezTo>
                <a:cubicBezTo>
                  <a:pt x="780" y="945"/>
                  <a:pt x="780" y="945"/>
                  <a:pt x="780" y="945"/>
                </a:cubicBezTo>
                <a:cubicBezTo>
                  <a:pt x="780" y="945"/>
                  <a:pt x="780" y="945"/>
                  <a:pt x="780" y="944"/>
                </a:cubicBezTo>
                <a:cubicBezTo>
                  <a:pt x="779" y="944"/>
                  <a:pt x="779" y="944"/>
                  <a:pt x="779" y="944"/>
                </a:cubicBezTo>
                <a:cubicBezTo>
                  <a:pt x="779" y="944"/>
                  <a:pt x="779" y="944"/>
                  <a:pt x="779" y="944"/>
                </a:cubicBezTo>
                <a:cubicBezTo>
                  <a:pt x="780" y="944"/>
                  <a:pt x="780" y="943"/>
                  <a:pt x="780" y="944"/>
                </a:cubicBezTo>
                <a:cubicBezTo>
                  <a:pt x="780" y="944"/>
                  <a:pt x="781" y="944"/>
                  <a:pt x="781" y="944"/>
                </a:cubicBezTo>
                <a:cubicBezTo>
                  <a:pt x="781" y="945"/>
                  <a:pt x="780" y="944"/>
                  <a:pt x="780" y="944"/>
                </a:cubicBezTo>
                <a:cubicBezTo>
                  <a:pt x="780" y="945"/>
                  <a:pt x="780" y="945"/>
                  <a:pt x="781" y="945"/>
                </a:cubicBezTo>
                <a:cubicBezTo>
                  <a:pt x="782" y="945"/>
                  <a:pt x="782" y="945"/>
                  <a:pt x="783" y="945"/>
                </a:cubicBezTo>
                <a:cubicBezTo>
                  <a:pt x="783" y="945"/>
                  <a:pt x="784" y="945"/>
                  <a:pt x="783" y="944"/>
                </a:cubicBezTo>
                <a:cubicBezTo>
                  <a:pt x="783" y="944"/>
                  <a:pt x="783" y="944"/>
                  <a:pt x="783" y="944"/>
                </a:cubicBezTo>
                <a:cubicBezTo>
                  <a:pt x="783" y="944"/>
                  <a:pt x="782" y="945"/>
                  <a:pt x="782" y="944"/>
                </a:cubicBezTo>
                <a:cubicBezTo>
                  <a:pt x="783" y="944"/>
                  <a:pt x="783" y="943"/>
                  <a:pt x="784" y="943"/>
                </a:cubicBezTo>
                <a:cubicBezTo>
                  <a:pt x="785" y="942"/>
                  <a:pt x="785" y="942"/>
                  <a:pt x="785" y="942"/>
                </a:cubicBezTo>
                <a:cubicBezTo>
                  <a:pt x="785" y="941"/>
                  <a:pt x="785" y="941"/>
                  <a:pt x="786" y="942"/>
                </a:cubicBezTo>
                <a:cubicBezTo>
                  <a:pt x="786" y="942"/>
                  <a:pt x="786" y="942"/>
                  <a:pt x="787" y="942"/>
                </a:cubicBezTo>
                <a:cubicBezTo>
                  <a:pt x="787" y="941"/>
                  <a:pt x="787" y="941"/>
                  <a:pt x="787" y="941"/>
                </a:cubicBezTo>
                <a:cubicBezTo>
                  <a:pt x="788" y="940"/>
                  <a:pt x="788" y="940"/>
                  <a:pt x="788" y="939"/>
                </a:cubicBezTo>
                <a:cubicBezTo>
                  <a:pt x="788" y="939"/>
                  <a:pt x="788" y="939"/>
                  <a:pt x="788" y="938"/>
                </a:cubicBezTo>
                <a:cubicBezTo>
                  <a:pt x="788" y="938"/>
                  <a:pt x="788" y="938"/>
                  <a:pt x="788" y="938"/>
                </a:cubicBezTo>
                <a:cubicBezTo>
                  <a:pt x="788" y="937"/>
                  <a:pt x="787" y="938"/>
                  <a:pt x="787" y="938"/>
                </a:cubicBezTo>
                <a:cubicBezTo>
                  <a:pt x="787" y="938"/>
                  <a:pt x="787" y="938"/>
                  <a:pt x="787" y="938"/>
                </a:cubicBezTo>
                <a:cubicBezTo>
                  <a:pt x="786" y="939"/>
                  <a:pt x="786" y="939"/>
                  <a:pt x="785" y="939"/>
                </a:cubicBezTo>
                <a:cubicBezTo>
                  <a:pt x="785" y="939"/>
                  <a:pt x="785" y="939"/>
                  <a:pt x="785" y="939"/>
                </a:cubicBezTo>
                <a:cubicBezTo>
                  <a:pt x="785" y="938"/>
                  <a:pt x="785" y="938"/>
                  <a:pt x="785" y="938"/>
                </a:cubicBezTo>
                <a:cubicBezTo>
                  <a:pt x="785" y="938"/>
                  <a:pt x="784" y="938"/>
                  <a:pt x="784" y="938"/>
                </a:cubicBezTo>
                <a:cubicBezTo>
                  <a:pt x="784" y="939"/>
                  <a:pt x="784" y="940"/>
                  <a:pt x="783" y="940"/>
                </a:cubicBezTo>
                <a:cubicBezTo>
                  <a:pt x="783" y="940"/>
                  <a:pt x="783" y="940"/>
                  <a:pt x="783" y="940"/>
                </a:cubicBezTo>
                <a:cubicBezTo>
                  <a:pt x="783" y="940"/>
                  <a:pt x="783" y="940"/>
                  <a:pt x="782" y="940"/>
                </a:cubicBezTo>
                <a:cubicBezTo>
                  <a:pt x="782" y="940"/>
                  <a:pt x="782" y="940"/>
                  <a:pt x="782" y="940"/>
                </a:cubicBezTo>
                <a:cubicBezTo>
                  <a:pt x="782" y="940"/>
                  <a:pt x="782" y="940"/>
                  <a:pt x="782" y="940"/>
                </a:cubicBezTo>
                <a:cubicBezTo>
                  <a:pt x="782" y="940"/>
                  <a:pt x="782" y="939"/>
                  <a:pt x="782" y="939"/>
                </a:cubicBezTo>
                <a:cubicBezTo>
                  <a:pt x="782" y="939"/>
                  <a:pt x="782" y="940"/>
                  <a:pt x="782" y="940"/>
                </a:cubicBezTo>
                <a:cubicBezTo>
                  <a:pt x="781" y="940"/>
                  <a:pt x="781" y="941"/>
                  <a:pt x="780" y="941"/>
                </a:cubicBezTo>
                <a:cubicBezTo>
                  <a:pt x="780" y="941"/>
                  <a:pt x="780" y="941"/>
                  <a:pt x="780" y="941"/>
                </a:cubicBezTo>
                <a:cubicBezTo>
                  <a:pt x="780" y="941"/>
                  <a:pt x="781" y="941"/>
                  <a:pt x="781" y="940"/>
                </a:cubicBezTo>
                <a:cubicBezTo>
                  <a:pt x="780" y="940"/>
                  <a:pt x="780" y="940"/>
                  <a:pt x="780" y="940"/>
                </a:cubicBezTo>
                <a:cubicBezTo>
                  <a:pt x="780" y="940"/>
                  <a:pt x="780" y="940"/>
                  <a:pt x="780" y="940"/>
                </a:cubicBezTo>
                <a:cubicBezTo>
                  <a:pt x="780" y="940"/>
                  <a:pt x="780" y="940"/>
                  <a:pt x="780" y="940"/>
                </a:cubicBezTo>
                <a:cubicBezTo>
                  <a:pt x="781" y="940"/>
                  <a:pt x="781" y="940"/>
                  <a:pt x="781" y="940"/>
                </a:cubicBezTo>
                <a:cubicBezTo>
                  <a:pt x="781" y="940"/>
                  <a:pt x="781" y="939"/>
                  <a:pt x="782" y="939"/>
                </a:cubicBezTo>
                <a:cubicBezTo>
                  <a:pt x="781" y="939"/>
                  <a:pt x="781" y="939"/>
                  <a:pt x="781" y="939"/>
                </a:cubicBezTo>
                <a:cubicBezTo>
                  <a:pt x="781" y="939"/>
                  <a:pt x="781" y="939"/>
                  <a:pt x="781" y="939"/>
                </a:cubicBezTo>
                <a:cubicBezTo>
                  <a:pt x="781" y="938"/>
                  <a:pt x="781" y="938"/>
                  <a:pt x="782" y="938"/>
                </a:cubicBezTo>
                <a:cubicBezTo>
                  <a:pt x="782" y="938"/>
                  <a:pt x="782" y="938"/>
                  <a:pt x="782" y="938"/>
                </a:cubicBezTo>
                <a:cubicBezTo>
                  <a:pt x="783" y="937"/>
                  <a:pt x="783" y="937"/>
                  <a:pt x="782" y="937"/>
                </a:cubicBezTo>
                <a:cubicBezTo>
                  <a:pt x="782" y="937"/>
                  <a:pt x="782" y="937"/>
                  <a:pt x="782" y="937"/>
                </a:cubicBezTo>
                <a:cubicBezTo>
                  <a:pt x="781" y="937"/>
                  <a:pt x="781" y="937"/>
                  <a:pt x="781" y="937"/>
                </a:cubicBezTo>
                <a:cubicBezTo>
                  <a:pt x="781" y="936"/>
                  <a:pt x="780" y="936"/>
                  <a:pt x="780" y="937"/>
                </a:cubicBezTo>
                <a:cubicBezTo>
                  <a:pt x="780" y="937"/>
                  <a:pt x="780" y="937"/>
                  <a:pt x="779" y="937"/>
                </a:cubicBezTo>
                <a:cubicBezTo>
                  <a:pt x="779" y="937"/>
                  <a:pt x="779" y="937"/>
                  <a:pt x="779" y="937"/>
                </a:cubicBezTo>
                <a:cubicBezTo>
                  <a:pt x="780" y="936"/>
                  <a:pt x="780" y="936"/>
                  <a:pt x="780" y="936"/>
                </a:cubicBezTo>
                <a:cubicBezTo>
                  <a:pt x="780" y="936"/>
                  <a:pt x="780" y="936"/>
                  <a:pt x="780" y="936"/>
                </a:cubicBezTo>
                <a:cubicBezTo>
                  <a:pt x="780" y="936"/>
                  <a:pt x="780" y="936"/>
                  <a:pt x="780" y="936"/>
                </a:cubicBezTo>
                <a:cubicBezTo>
                  <a:pt x="780" y="936"/>
                  <a:pt x="781" y="936"/>
                  <a:pt x="781" y="935"/>
                </a:cubicBezTo>
                <a:cubicBezTo>
                  <a:pt x="780" y="935"/>
                  <a:pt x="780" y="935"/>
                  <a:pt x="780" y="935"/>
                </a:cubicBezTo>
                <a:cubicBezTo>
                  <a:pt x="780" y="935"/>
                  <a:pt x="779" y="936"/>
                  <a:pt x="779" y="936"/>
                </a:cubicBezTo>
                <a:cubicBezTo>
                  <a:pt x="779" y="935"/>
                  <a:pt x="778" y="936"/>
                  <a:pt x="778" y="936"/>
                </a:cubicBezTo>
                <a:cubicBezTo>
                  <a:pt x="777" y="936"/>
                  <a:pt x="777" y="936"/>
                  <a:pt x="777" y="936"/>
                </a:cubicBezTo>
                <a:cubicBezTo>
                  <a:pt x="777" y="935"/>
                  <a:pt x="778" y="935"/>
                  <a:pt x="778" y="935"/>
                </a:cubicBezTo>
                <a:cubicBezTo>
                  <a:pt x="778" y="935"/>
                  <a:pt x="779" y="935"/>
                  <a:pt x="779" y="935"/>
                </a:cubicBezTo>
                <a:cubicBezTo>
                  <a:pt x="780" y="934"/>
                  <a:pt x="780" y="934"/>
                  <a:pt x="780" y="934"/>
                </a:cubicBezTo>
                <a:cubicBezTo>
                  <a:pt x="781" y="934"/>
                  <a:pt x="781" y="933"/>
                  <a:pt x="781" y="933"/>
                </a:cubicBezTo>
                <a:cubicBezTo>
                  <a:pt x="781" y="933"/>
                  <a:pt x="781" y="933"/>
                  <a:pt x="781" y="933"/>
                </a:cubicBezTo>
                <a:cubicBezTo>
                  <a:pt x="781" y="933"/>
                  <a:pt x="781" y="933"/>
                  <a:pt x="781" y="933"/>
                </a:cubicBezTo>
                <a:cubicBezTo>
                  <a:pt x="781" y="933"/>
                  <a:pt x="781" y="932"/>
                  <a:pt x="781" y="932"/>
                </a:cubicBezTo>
                <a:cubicBezTo>
                  <a:pt x="781" y="932"/>
                  <a:pt x="782" y="932"/>
                  <a:pt x="782" y="933"/>
                </a:cubicBezTo>
                <a:cubicBezTo>
                  <a:pt x="783" y="933"/>
                  <a:pt x="783" y="932"/>
                  <a:pt x="783" y="932"/>
                </a:cubicBezTo>
                <a:cubicBezTo>
                  <a:pt x="783" y="931"/>
                  <a:pt x="783" y="931"/>
                  <a:pt x="783" y="931"/>
                </a:cubicBezTo>
                <a:cubicBezTo>
                  <a:pt x="784" y="930"/>
                  <a:pt x="784" y="930"/>
                  <a:pt x="783" y="929"/>
                </a:cubicBezTo>
                <a:cubicBezTo>
                  <a:pt x="783" y="929"/>
                  <a:pt x="783" y="929"/>
                  <a:pt x="783" y="928"/>
                </a:cubicBezTo>
                <a:cubicBezTo>
                  <a:pt x="782" y="928"/>
                  <a:pt x="782" y="928"/>
                  <a:pt x="781" y="928"/>
                </a:cubicBezTo>
                <a:cubicBezTo>
                  <a:pt x="781" y="927"/>
                  <a:pt x="780" y="927"/>
                  <a:pt x="780" y="927"/>
                </a:cubicBezTo>
                <a:cubicBezTo>
                  <a:pt x="780" y="927"/>
                  <a:pt x="780" y="927"/>
                  <a:pt x="779" y="927"/>
                </a:cubicBezTo>
                <a:cubicBezTo>
                  <a:pt x="779" y="927"/>
                  <a:pt x="779" y="927"/>
                  <a:pt x="779" y="927"/>
                </a:cubicBezTo>
                <a:cubicBezTo>
                  <a:pt x="779" y="926"/>
                  <a:pt x="778" y="927"/>
                  <a:pt x="778" y="927"/>
                </a:cubicBezTo>
                <a:cubicBezTo>
                  <a:pt x="778" y="927"/>
                  <a:pt x="778" y="927"/>
                  <a:pt x="778" y="927"/>
                </a:cubicBezTo>
                <a:cubicBezTo>
                  <a:pt x="778" y="927"/>
                  <a:pt x="777" y="927"/>
                  <a:pt x="777" y="927"/>
                </a:cubicBezTo>
                <a:cubicBezTo>
                  <a:pt x="777" y="927"/>
                  <a:pt x="777" y="927"/>
                  <a:pt x="777" y="927"/>
                </a:cubicBezTo>
                <a:cubicBezTo>
                  <a:pt x="776" y="927"/>
                  <a:pt x="776" y="927"/>
                  <a:pt x="776" y="927"/>
                </a:cubicBezTo>
                <a:cubicBezTo>
                  <a:pt x="775" y="927"/>
                  <a:pt x="775" y="928"/>
                  <a:pt x="775" y="928"/>
                </a:cubicBezTo>
                <a:cubicBezTo>
                  <a:pt x="776" y="929"/>
                  <a:pt x="775" y="929"/>
                  <a:pt x="775" y="929"/>
                </a:cubicBezTo>
                <a:cubicBezTo>
                  <a:pt x="775" y="928"/>
                  <a:pt x="775" y="927"/>
                  <a:pt x="775" y="925"/>
                </a:cubicBezTo>
                <a:cubicBezTo>
                  <a:pt x="774" y="926"/>
                  <a:pt x="773" y="926"/>
                  <a:pt x="773" y="927"/>
                </a:cubicBezTo>
                <a:cubicBezTo>
                  <a:pt x="773" y="927"/>
                  <a:pt x="773" y="927"/>
                  <a:pt x="773" y="926"/>
                </a:cubicBezTo>
                <a:cubicBezTo>
                  <a:pt x="773" y="926"/>
                  <a:pt x="773" y="926"/>
                  <a:pt x="773" y="926"/>
                </a:cubicBezTo>
                <a:cubicBezTo>
                  <a:pt x="773" y="926"/>
                  <a:pt x="773" y="926"/>
                  <a:pt x="773" y="926"/>
                </a:cubicBezTo>
                <a:cubicBezTo>
                  <a:pt x="772" y="926"/>
                  <a:pt x="773" y="927"/>
                  <a:pt x="772" y="927"/>
                </a:cubicBezTo>
                <a:cubicBezTo>
                  <a:pt x="772" y="927"/>
                  <a:pt x="773" y="927"/>
                  <a:pt x="773" y="927"/>
                </a:cubicBezTo>
                <a:cubicBezTo>
                  <a:pt x="773" y="928"/>
                  <a:pt x="772" y="928"/>
                  <a:pt x="772" y="928"/>
                </a:cubicBezTo>
                <a:cubicBezTo>
                  <a:pt x="772" y="929"/>
                  <a:pt x="771" y="929"/>
                  <a:pt x="771" y="928"/>
                </a:cubicBezTo>
                <a:cubicBezTo>
                  <a:pt x="771" y="928"/>
                  <a:pt x="771" y="928"/>
                  <a:pt x="771" y="927"/>
                </a:cubicBezTo>
                <a:cubicBezTo>
                  <a:pt x="771" y="928"/>
                  <a:pt x="771" y="928"/>
                  <a:pt x="771" y="929"/>
                </a:cubicBezTo>
                <a:cubicBezTo>
                  <a:pt x="771" y="929"/>
                  <a:pt x="771" y="929"/>
                  <a:pt x="771" y="929"/>
                </a:cubicBezTo>
                <a:cubicBezTo>
                  <a:pt x="770" y="929"/>
                  <a:pt x="770" y="929"/>
                  <a:pt x="770" y="929"/>
                </a:cubicBezTo>
                <a:cubicBezTo>
                  <a:pt x="769" y="929"/>
                  <a:pt x="768" y="929"/>
                  <a:pt x="768" y="930"/>
                </a:cubicBezTo>
                <a:cubicBezTo>
                  <a:pt x="768" y="930"/>
                  <a:pt x="767" y="931"/>
                  <a:pt x="768" y="931"/>
                </a:cubicBezTo>
                <a:cubicBezTo>
                  <a:pt x="768" y="931"/>
                  <a:pt x="768" y="931"/>
                  <a:pt x="768" y="931"/>
                </a:cubicBezTo>
                <a:cubicBezTo>
                  <a:pt x="767" y="932"/>
                  <a:pt x="767" y="932"/>
                  <a:pt x="767" y="932"/>
                </a:cubicBezTo>
                <a:cubicBezTo>
                  <a:pt x="767" y="932"/>
                  <a:pt x="767" y="932"/>
                  <a:pt x="767" y="931"/>
                </a:cubicBezTo>
                <a:cubicBezTo>
                  <a:pt x="767" y="931"/>
                  <a:pt x="767" y="931"/>
                  <a:pt x="767" y="931"/>
                </a:cubicBezTo>
                <a:cubicBezTo>
                  <a:pt x="767" y="931"/>
                  <a:pt x="767" y="931"/>
                  <a:pt x="767" y="930"/>
                </a:cubicBezTo>
                <a:cubicBezTo>
                  <a:pt x="767" y="930"/>
                  <a:pt x="767" y="930"/>
                  <a:pt x="768" y="930"/>
                </a:cubicBezTo>
                <a:cubicBezTo>
                  <a:pt x="768" y="929"/>
                  <a:pt x="768" y="929"/>
                  <a:pt x="768" y="929"/>
                </a:cubicBezTo>
                <a:cubicBezTo>
                  <a:pt x="768" y="928"/>
                  <a:pt x="768" y="928"/>
                  <a:pt x="769" y="927"/>
                </a:cubicBezTo>
                <a:cubicBezTo>
                  <a:pt x="769" y="927"/>
                  <a:pt x="769" y="927"/>
                  <a:pt x="769" y="926"/>
                </a:cubicBezTo>
                <a:cubicBezTo>
                  <a:pt x="769" y="926"/>
                  <a:pt x="769" y="926"/>
                  <a:pt x="768" y="926"/>
                </a:cubicBezTo>
                <a:cubicBezTo>
                  <a:pt x="768" y="926"/>
                  <a:pt x="768" y="926"/>
                  <a:pt x="767" y="926"/>
                </a:cubicBezTo>
                <a:cubicBezTo>
                  <a:pt x="767" y="926"/>
                  <a:pt x="767" y="926"/>
                  <a:pt x="768" y="926"/>
                </a:cubicBezTo>
                <a:cubicBezTo>
                  <a:pt x="768" y="927"/>
                  <a:pt x="768" y="928"/>
                  <a:pt x="768" y="928"/>
                </a:cubicBezTo>
                <a:cubicBezTo>
                  <a:pt x="767" y="929"/>
                  <a:pt x="767" y="929"/>
                  <a:pt x="767" y="928"/>
                </a:cubicBezTo>
                <a:cubicBezTo>
                  <a:pt x="767" y="928"/>
                  <a:pt x="767" y="928"/>
                  <a:pt x="767" y="928"/>
                </a:cubicBezTo>
                <a:cubicBezTo>
                  <a:pt x="766" y="928"/>
                  <a:pt x="766" y="928"/>
                  <a:pt x="767" y="927"/>
                </a:cubicBezTo>
                <a:cubicBezTo>
                  <a:pt x="767" y="927"/>
                  <a:pt x="767" y="927"/>
                  <a:pt x="767" y="927"/>
                </a:cubicBezTo>
                <a:cubicBezTo>
                  <a:pt x="767" y="927"/>
                  <a:pt x="767" y="927"/>
                  <a:pt x="767" y="927"/>
                </a:cubicBezTo>
                <a:cubicBezTo>
                  <a:pt x="767" y="927"/>
                  <a:pt x="767" y="926"/>
                  <a:pt x="767" y="926"/>
                </a:cubicBezTo>
                <a:cubicBezTo>
                  <a:pt x="767" y="926"/>
                  <a:pt x="767" y="926"/>
                  <a:pt x="767" y="926"/>
                </a:cubicBezTo>
                <a:cubicBezTo>
                  <a:pt x="767" y="926"/>
                  <a:pt x="767" y="926"/>
                  <a:pt x="766" y="926"/>
                </a:cubicBezTo>
                <a:cubicBezTo>
                  <a:pt x="766" y="926"/>
                  <a:pt x="766" y="926"/>
                  <a:pt x="766" y="926"/>
                </a:cubicBezTo>
                <a:cubicBezTo>
                  <a:pt x="766" y="927"/>
                  <a:pt x="765" y="927"/>
                  <a:pt x="765" y="927"/>
                </a:cubicBezTo>
                <a:cubicBezTo>
                  <a:pt x="765" y="927"/>
                  <a:pt x="765" y="927"/>
                  <a:pt x="765" y="926"/>
                </a:cubicBezTo>
                <a:cubicBezTo>
                  <a:pt x="765" y="927"/>
                  <a:pt x="764" y="927"/>
                  <a:pt x="764" y="927"/>
                </a:cubicBezTo>
                <a:cubicBezTo>
                  <a:pt x="764" y="927"/>
                  <a:pt x="764" y="927"/>
                  <a:pt x="764" y="927"/>
                </a:cubicBezTo>
                <a:cubicBezTo>
                  <a:pt x="764" y="927"/>
                  <a:pt x="764" y="926"/>
                  <a:pt x="763" y="926"/>
                </a:cubicBezTo>
                <a:cubicBezTo>
                  <a:pt x="762" y="925"/>
                  <a:pt x="761" y="926"/>
                  <a:pt x="761" y="927"/>
                </a:cubicBezTo>
                <a:cubicBezTo>
                  <a:pt x="761" y="927"/>
                  <a:pt x="760" y="927"/>
                  <a:pt x="760" y="927"/>
                </a:cubicBezTo>
                <a:cubicBezTo>
                  <a:pt x="760" y="927"/>
                  <a:pt x="760" y="927"/>
                  <a:pt x="760" y="927"/>
                </a:cubicBezTo>
                <a:cubicBezTo>
                  <a:pt x="760" y="926"/>
                  <a:pt x="760" y="926"/>
                  <a:pt x="761" y="926"/>
                </a:cubicBezTo>
                <a:cubicBezTo>
                  <a:pt x="762" y="925"/>
                  <a:pt x="762" y="925"/>
                  <a:pt x="763" y="924"/>
                </a:cubicBezTo>
                <a:cubicBezTo>
                  <a:pt x="762" y="925"/>
                  <a:pt x="762" y="925"/>
                  <a:pt x="762" y="924"/>
                </a:cubicBezTo>
                <a:cubicBezTo>
                  <a:pt x="762" y="924"/>
                  <a:pt x="762" y="924"/>
                  <a:pt x="762" y="924"/>
                </a:cubicBezTo>
                <a:cubicBezTo>
                  <a:pt x="761" y="924"/>
                  <a:pt x="761" y="924"/>
                  <a:pt x="761" y="924"/>
                </a:cubicBezTo>
                <a:cubicBezTo>
                  <a:pt x="761" y="923"/>
                  <a:pt x="761" y="923"/>
                  <a:pt x="761" y="924"/>
                </a:cubicBezTo>
                <a:cubicBezTo>
                  <a:pt x="761" y="923"/>
                  <a:pt x="760" y="923"/>
                  <a:pt x="760" y="923"/>
                </a:cubicBezTo>
                <a:cubicBezTo>
                  <a:pt x="760" y="923"/>
                  <a:pt x="761" y="923"/>
                  <a:pt x="761" y="923"/>
                </a:cubicBezTo>
                <a:cubicBezTo>
                  <a:pt x="761" y="923"/>
                  <a:pt x="762" y="922"/>
                  <a:pt x="763" y="922"/>
                </a:cubicBezTo>
                <a:cubicBezTo>
                  <a:pt x="764" y="922"/>
                  <a:pt x="764" y="920"/>
                  <a:pt x="766" y="920"/>
                </a:cubicBezTo>
                <a:cubicBezTo>
                  <a:pt x="766" y="920"/>
                  <a:pt x="766" y="919"/>
                  <a:pt x="766" y="919"/>
                </a:cubicBezTo>
                <a:cubicBezTo>
                  <a:pt x="765" y="919"/>
                  <a:pt x="765" y="919"/>
                  <a:pt x="765" y="919"/>
                </a:cubicBezTo>
                <a:cubicBezTo>
                  <a:pt x="765" y="919"/>
                  <a:pt x="764" y="919"/>
                  <a:pt x="764" y="919"/>
                </a:cubicBezTo>
                <a:cubicBezTo>
                  <a:pt x="764" y="919"/>
                  <a:pt x="764" y="919"/>
                  <a:pt x="764" y="920"/>
                </a:cubicBezTo>
                <a:cubicBezTo>
                  <a:pt x="763" y="920"/>
                  <a:pt x="763" y="920"/>
                  <a:pt x="763" y="920"/>
                </a:cubicBezTo>
                <a:cubicBezTo>
                  <a:pt x="763" y="919"/>
                  <a:pt x="762" y="919"/>
                  <a:pt x="762" y="919"/>
                </a:cubicBezTo>
                <a:cubicBezTo>
                  <a:pt x="762" y="919"/>
                  <a:pt x="762" y="918"/>
                  <a:pt x="761" y="919"/>
                </a:cubicBezTo>
                <a:cubicBezTo>
                  <a:pt x="761" y="919"/>
                  <a:pt x="760" y="919"/>
                  <a:pt x="760" y="919"/>
                </a:cubicBezTo>
                <a:cubicBezTo>
                  <a:pt x="760" y="919"/>
                  <a:pt x="760" y="919"/>
                  <a:pt x="760" y="919"/>
                </a:cubicBezTo>
                <a:cubicBezTo>
                  <a:pt x="760" y="918"/>
                  <a:pt x="760" y="918"/>
                  <a:pt x="760" y="917"/>
                </a:cubicBezTo>
                <a:cubicBezTo>
                  <a:pt x="760" y="917"/>
                  <a:pt x="760" y="917"/>
                  <a:pt x="759" y="917"/>
                </a:cubicBezTo>
                <a:cubicBezTo>
                  <a:pt x="759" y="917"/>
                  <a:pt x="759" y="918"/>
                  <a:pt x="758" y="918"/>
                </a:cubicBezTo>
                <a:cubicBezTo>
                  <a:pt x="758" y="919"/>
                  <a:pt x="757" y="920"/>
                  <a:pt x="757" y="921"/>
                </a:cubicBezTo>
                <a:cubicBezTo>
                  <a:pt x="755" y="922"/>
                  <a:pt x="755" y="923"/>
                  <a:pt x="754" y="924"/>
                </a:cubicBezTo>
                <a:cubicBezTo>
                  <a:pt x="754" y="924"/>
                  <a:pt x="754" y="925"/>
                  <a:pt x="754" y="925"/>
                </a:cubicBezTo>
                <a:cubicBezTo>
                  <a:pt x="754" y="924"/>
                  <a:pt x="754" y="924"/>
                  <a:pt x="754" y="924"/>
                </a:cubicBezTo>
                <a:cubicBezTo>
                  <a:pt x="754" y="923"/>
                  <a:pt x="754" y="923"/>
                  <a:pt x="753" y="923"/>
                </a:cubicBezTo>
                <a:cubicBezTo>
                  <a:pt x="753" y="923"/>
                  <a:pt x="753" y="922"/>
                  <a:pt x="753" y="922"/>
                </a:cubicBezTo>
                <a:cubicBezTo>
                  <a:pt x="754" y="922"/>
                  <a:pt x="754" y="921"/>
                  <a:pt x="754" y="920"/>
                </a:cubicBezTo>
                <a:cubicBezTo>
                  <a:pt x="755" y="920"/>
                  <a:pt x="754" y="920"/>
                  <a:pt x="754" y="920"/>
                </a:cubicBezTo>
                <a:cubicBezTo>
                  <a:pt x="754" y="919"/>
                  <a:pt x="754" y="919"/>
                  <a:pt x="755" y="918"/>
                </a:cubicBezTo>
                <a:cubicBezTo>
                  <a:pt x="755" y="918"/>
                  <a:pt x="755" y="918"/>
                  <a:pt x="755" y="918"/>
                </a:cubicBezTo>
                <a:cubicBezTo>
                  <a:pt x="755" y="917"/>
                  <a:pt x="756" y="917"/>
                  <a:pt x="756" y="917"/>
                </a:cubicBezTo>
                <a:cubicBezTo>
                  <a:pt x="756" y="917"/>
                  <a:pt x="756" y="917"/>
                  <a:pt x="756" y="917"/>
                </a:cubicBezTo>
                <a:cubicBezTo>
                  <a:pt x="757" y="916"/>
                  <a:pt x="757" y="915"/>
                  <a:pt x="757" y="914"/>
                </a:cubicBezTo>
                <a:cubicBezTo>
                  <a:pt x="757" y="914"/>
                  <a:pt x="757" y="914"/>
                  <a:pt x="757" y="914"/>
                </a:cubicBezTo>
                <a:cubicBezTo>
                  <a:pt x="757" y="913"/>
                  <a:pt x="758" y="913"/>
                  <a:pt x="758" y="913"/>
                </a:cubicBezTo>
                <a:cubicBezTo>
                  <a:pt x="758" y="913"/>
                  <a:pt x="758" y="913"/>
                  <a:pt x="758" y="912"/>
                </a:cubicBezTo>
                <a:cubicBezTo>
                  <a:pt x="759" y="912"/>
                  <a:pt x="759" y="912"/>
                  <a:pt x="759" y="911"/>
                </a:cubicBezTo>
                <a:cubicBezTo>
                  <a:pt x="759" y="911"/>
                  <a:pt x="759" y="911"/>
                  <a:pt x="759" y="910"/>
                </a:cubicBezTo>
                <a:cubicBezTo>
                  <a:pt x="760" y="910"/>
                  <a:pt x="760" y="910"/>
                  <a:pt x="760" y="910"/>
                </a:cubicBezTo>
                <a:cubicBezTo>
                  <a:pt x="760" y="909"/>
                  <a:pt x="760" y="909"/>
                  <a:pt x="760" y="909"/>
                </a:cubicBezTo>
                <a:cubicBezTo>
                  <a:pt x="759" y="909"/>
                  <a:pt x="759" y="908"/>
                  <a:pt x="760" y="908"/>
                </a:cubicBezTo>
                <a:cubicBezTo>
                  <a:pt x="760" y="908"/>
                  <a:pt x="760" y="908"/>
                  <a:pt x="760" y="908"/>
                </a:cubicBezTo>
                <a:cubicBezTo>
                  <a:pt x="760" y="909"/>
                  <a:pt x="761" y="908"/>
                  <a:pt x="761" y="908"/>
                </a:cubicBezTo>
                <a:cubicBezTo>
                  <a:pt x="761" y="908"/>
                  <a:pt x="761" y="908"/>
                  <a:pt x="761" y="908"/>
                </a:cubicBezTo>
                <a:cubicBezTo>
                  <a:pt x="761" y="907"/>
                  <a:pt x="762" y="907"/>
                  <a:pt x="762" y="906"/>
                </a:cubicBezTo>
                <a:cubicBezTo>
                  <a:pt x="762" y="906"/>
                  <a:pt x="762" y="906"/>
                  <a:pt x="763" y="905"/>
                </a:cubicBezTo>
                <a:cubicBezTo>
                  <a:pt x="763" y="905"/>
                  <a:pt x="763" y="904"/>
                  <a:pt x="763" y="904"/>
                </a:cubicBezTo>
                <a:cubicBezTo>
                  <a:pt x="764" y="904"/>
                  <a:pt x="764" y="903"/>
                  <a:pt x="763" y="903"/>
                </a:cubicBezTo>
                <a:cubicBezTo>
                  <a:pt x="763" y="902"/>
                  <a:pt x="763" y="902"/>
                  <a:pt x="763" y="902"/>
                </a:cubicBezTo>
                <a:cubicBezTo>
                  <a:pt x="762" y="902"/>
                  <a:pt x="762" y="902"/>
                  <a:pt x="762" y="902"/>
                </a:cubicBezTo>
                <a:cubicBezTo>
                  <a:pt x="761" y="902"/>
                  <a:pt x="761" y="902"/>
                  <a:pt x="761" y="901"/>
                </a:cubicBezTo>
                <a:cubicBezTo>
                  <a:pt x="761" y="901"/>
                  <a:pt x="761" y="901"/>
                  <a:pt x="761" y="901"/>
                </a:cubicBezTo>
                <a:cubicBezTo>
                  <a:pt x="761" y="900"/>
                  <a:pt x="761" y="900"/>
                  <a:pt x="761" y="900"/>
                </a:cubicBezTo>
                <a:cubicBezTo>
                  <a:pt x="762" y="900"/>
                  <a:pt x="763" y="900"/>
                  <a:pt x="764" y="900"/>
                </a:cubicBezTo>
                <a:cubicBezTo>
                  <a:pt x="764" y="900"/>
                  <a:pt x="765" y="900"/>
                  <a:pt x="765" y="900"/>
                </a:cubicBezTo>
                <a:cubicBezTo>
                  <a:pt x="765" y="900"/>
                  <a:pt x="765" y="900"/>
                  <a:pt x="765" y="900"/>
                </a:cubicBezTo>
                <a:cubicBezTo>
                  <a:pt x="765" y="900"/>
                  <a:pt x="766" y="900"/>
                  <a:pt x="766" y="899"/>
                </a:cubicBezTo>
                <a:cubicBezTo>
                  <a:pt x="766" y="899"/>
                  <a:pt x="766" y="899"/>
                  <a:pt x="766" y="898"/>
                </a:cubicBezTo>
                <a:cubicBezTo>
                  <a:pt x="766" y="898"/>
                  <a:pt x="766" y="897"/>
                  <a:pt x="766" y="897"/>
                </a:cubicBezTo>
                <a:cubicBezTo>
                  <a:pt x="766" y="896"/>
                  <a:pt x="766" y="896"/>
                  <a:pt x="766" y="896"/>
                </a:cubicBezTo>
                <a:cubicBezTo>
                  <a:pt x="765" y="896"/>
                  <a:pt x="764" y="896"/>
                  <a:pt x="764" y="897"/>
                </a:cubicBezTo>
                <a:cubicBezTo>
                  <a:pt x="764" y="897"/>
                  <a:pt x="763" y="897"/>
                  <a:pt x="764" y="897"/>
                </a:cubicBezTo>
                <a:cubicBezTo>
                  <a:pt x="764" y="897"/>
                  <a:pt x="763" y="897"/>
                  <a:pt x="763" y="898"/>
                </a:cubicBezTo>
                <a:cubicBezTo>
                  <a:pt x="762" y="898"/>
                  <a:pt x="762" y="898"/>
                  <a:pt x="762" y="897"/>
                </a:cubicBezTo>
                <a:cubicBezTo>
                  <a:pt x="762" y="897"/>
                  <a:pt x="762" y="896"/>
                  <a:pt x="762" y="896"/>
                </a:cubicBezTo>
                <a:cubicBezTo>
                  <a:pt x="762" y="896"/>
                  <a:pt x="762" y="896"/>
                  <a:pt x="762" y="896"/>
                </a:cubicBezTo>
                <a:cubicBezTo>
                  <a:pt x="761" y="896"/>
                  <a:pt x="760" y="897"/>
                  <a:pt x="760" y="897"/>
                </a:cubicBezTo>
                <a:cubicBezTo>
                  <a:pt x="759" y="897"/>
                  <a:pt x="759" y="897"/>
                  <a:pt x="759" y="898"/>
                </a:cubicBezTo>
                <a:cubicBezTo>
                  <a:pt x="758" y="898"/>
                  <a:pt x="757" y="899"/>
                  <a:pt x="756" y="899"/>
                </a:cubicBezTo>
                <a:cubicBezTo>
                  <a:pt x="755" y="899"/>
                  <a:pt x="755" y="900"/>
                  <a:pt x="754" y="901"/>
                </a:cubicBezTo>
                <a:cubicBezTo>
                  <a:pt x="754" y="901"/>
                  <a:pt x="754" y="901"/>
                  <a:pt x="754" y="902"/>
                </a:cubicBezTo>
                <a:cubicBezTo>
                  <a:pt x="754" y="902"/>
                  <a:pt x="754" y="902"/>
                  <a:pt x="754" y="902"/>
                </a:cubicBezTo>
                <a:cubicBezTo>
                  <a:pt x="754" y="903"/>
                  <a:pt x="753" y="903"/>
                  <a:pt x="753" y="904"/>
                </a:cubicBezTo>
                <a:cubicBezTo>
                  <a:pt x="753" y="904"/>
                  <a:pt x="753" y="905"/>
                  <a:pt x="752" y="905"/>
                </a:cubicBezTo>
                <a:cubicBezTo>
                  <a:pt x="752" y="905"/>
                  <a:pt x="752" y="905"/>
                  <a:pt x="752" y="906"/>
                </a:cubicBezTo>
                <a:cubicBezTo>
                  <a:pt x="752" y="906"/>
                  <a:pt x="753" y="906"/>
                  <a:pt x="752" y="906"/>
                </a:cubicBezTo>
                <a:cubicBezTo>
                  <a:pt x="752" y="907"/>
                  <a:pt x="752" y="907"/>
                  <a:pt x="752" y="907"/>
                </a:cubicBezTo>
                <a:cubicBezTo>
                  <a:pt x="751" y="908"/>
                  <a:pt x="750" y="909"/>
                  <a:pt x="749" y="909"/>
                </a:cubicBezTo>
                <a:cubicBezTo>
                  <a:pt x="749" y="909"/>
                  <a:pt x="749" y="909"/>
                  <a:pt x="749" y="909"/>
                </a:cubicBezTo>
                <a:cubicBezTo>
                  <a:pt x="749" y="910"/>
                  <a:pt x="749" y="910"/>
                  <a:pt x="749" y="911"/>
                </a:cubicBezTo>
                <a:cubicBezTo>
                  <a:pt x="749" y="911"/>
                  <a:pt x="749" y="911"/>
                  <a:pt x="749" y="911"/>
                </a:cubicBezTo>
                <a:cubicBezTo>
                  <a:pt x="749" y="911"/>
                  <a:pt x="748" y="911"/>
                  <a:pt x="748" y="912"/>
                </a:cubicBezTo>
                <a:cubicBezTo>
                  <a:pt x="748" y="912"/>
                  <a:pt x="748" y="912"/>
                  <a:pt x="748" y="912"/>
                </a:cubicBezTo>
                <a:cubicBezTo>
                  <a:pt x="748" y="913"/>
                  <a:pt x="747" y="914"/>
                  <a:pt x="747" y="915"/>
                </a:cubicBezTo>
                <a:cubicBezTo>
                  <a:pt x="747" y="916"/>
                  <a:pt x="746" y="917"/>
                  <a:pt x="746" y="918"/>
                </a:cubicBezTo>
                <a:cubicBezTo>
                  <a:pt x="746" y="918"/>
                  <a:pt x="746" y="919"/>
                  <a:pt x="745" y="919"/>
                </a:cubicBezTo>
                <a:cubicBezTo>
                  <a:pt x="745" y="919"/>
                  <a:pt x="745" y="920"/>
                  <a:pt x="745" y="920"/>
                </a:cubicBezTo>
                <a:cubicBezTo>
                  <a:pt x="745" y="920"/>
                  <a:pt x="744" y="921"/>
                  <a:pt x="745" y="921"/>
                </a:cubicBezTo>
                <a:cubicBezTo>
                  <a:pt x="745" y="921"/>
                  <a:pt x="745" y="921"/>
                  <a:pt x="745" y="921"/>
                </a:cubicBezTo>
                <a:cubicBezTo>
                  <a:pt x="744" y="921"/>
                  <a:pt x="744" y="921"/>
                  <a:pt x="744" y="922"/>
                </a:cubicBezTo>
                <a:cubicBezTo>
                  <a:pt x="744" y="922"/>
                  <a:pt x="744" y="922"/>
                  <a:pt x="744" y="923"/>
                </a:cubicBezTo>
                <a:cubicBezTo>
                  <a:pt x="743" y="923"/>
                  <a:pt x="743" y="924"/>
                  <a:pt x="743" y="924"/>
                </a:cubicBezTo>
                <a:cubicBezTo>
                  <a:pt x="744" y="925"/>
                  <a:pt x="744" y="925"/>
                  <a:pt x="744" y="925"/>
                </a:cubicBezTo>
                <a:cubicBezTo>
                  <a:pt x="744" y="926"/>
                  <a:pt x="744" y="926"/>
                  <a:pt x="744" y="926"/>
                </a:cubicBezTo>
                <a:cubicBezTo>
                  <a:pt x="745" y="926"/>
                  <a:pt x="745" y="926"/>
                  <a:pt x="745" y="926"/>
                </a:cubicBezTo>
                <a:cubicBezTo>
                  <a:pt x="745" y="926"/>
                  <a:pt x="744" y="926"/>
                  <a:pt x="744" y="926"/>
                </a:cubicBezTo>
                <a:cubicBezTo>
                  <a:pt x="744" y="926"/>
                  <a:pt x="744" y="926"/>
                  <a:pt x="744" y="926"/>
                </a:cubicBezTo>
                <a:cubicBezTo>
                  <a:pt x="744" y="926"/>
                  <a:pt x="744" y="926"/>
                  <a:pt x="744" y="926"/>
                </a:cubicBezTo>
                <a:cubicBezTo>
                  <a:pt x="743" y="925"/>
                  <a:pt x="743" y="925"/>
                  <a:pt x="743" y="925"/>
                </a:cubicBezTo>
                <a:cubicBezTo>
                  <a:pt x="743" y="926"/>
                  <a:pt x="742" y="926"/>
                  <a:pt x="742" y="926"/>
                </a:cubicBezTo>
                <a:cubicBezTo>
                  <a:pt x="741" y="927"/>
                  <a:pt x="741" y="927"/>
                  <a:pt x="741" y="927"/>
                </a:cubicBezTo>
                <a:cubicBezTo>
                  <a:pt x="741" y="928"/>
                  <a:pt x="741" y="928"/>
                  <a:pt x="741" y="929"/>
                </a:cubicBezTo>
                <a:cubicBezTo>
                  <a:pt x="741" y="929"/>
                  <a:pt x="741" y="929"/>
                  <a:pt x="741" y="929"/>
                </a:cubicBezTo>
                <a:cubicBezTo>
                  <a:pt x="741" y="930"/>
                  <a:pt x="741" y="930"/>
                  <a:pt x="742" y="930"/>
                </a:cubicBezTo>
                <a:cubicBezTo>
                  <a:pt x="742" y="930"/>
                  <a:pt x="743" y="930"/>
                  <a:pt x="743" y="930"/>
                </a:cubicBezTo>
                <a:cubicBezTo>
                  <a:pt x="743" y="930"/>
                  <a:pt x="742" y="930"/>
                  <a:pt x="742" y="930"/>
                </a:cubicBezTo>
                <a:cubicBezTo>
                  <a:pt x="742" y="931"/>
                  <a:pt x="742" y="931"/>
                  <a:pt x="742" y="931"/>
                </a:cubicBezTo>
                <a:cubicBezTo>
                  <a:pt x="743" y="931"/>
                  <a:pt x="743" y="931"/>
                  <a:pt x="744" y="931"/>
                </a:cubicBezTo>
                <a:cubicBezTo>
                  <a:pt x="743" y="932"/>
                  <a:pt x="743" y="931"/>
                  <a:pt x="742" y="931"/>
                </a:cubicBezTo>
                <a:cubicBezTo>
                  <a:pt x="742" y="931"/>
                  <a:pt x="742" y="931"/>
                  <a:pt x="742" y="931"/>
                </a:cubicBezTo>
                <a:cubicBezTo>
                  <a:pt x="742" y="932"/>
                  <a:pt x="742" y="932"/>
                  <a:pt x="742" y="932"/>
                </a:cubicBezTo>
                <a:cubicBezTo>
                  <a:pt x="741" y="932"/>
                  <a:pt x="741" y="932"/>
                  <a:pt x="740" y="932"/>
                </a:cubicBezTo>
                <a:cubicBezTo>
                  <a:pt x="740" y="932"/>
                  <a:pt x="740" y="932"/>
                  <a:pt x="740" y="931"/>
                </a:cubicBezTo>
                <a:cubicBezTo>
                  <a:pt x="740" y="931"/>
                  <a:pt x="740" y="931"/>
                  <a:pt x="740" y="931"/>
                </a:cubicBezTo>
                <a:cubicBezTo>
                  <a:pt x="739" y="931"/>
                  <a:pt x="739" y="931"/>
                  <a:pt x="739" y="931"/>
                </a:cubicBezTo>
                <a:cubicBezTo>
                  <a:pt x="739" y="931"/>
                  <a:pt x="739" y="931"/>
                  <a:pt x="739" y="932"/>
                </a:cubicBezTo>
                <a:cubicBezTo>
                  <a:pt x="739" y="932"/>
                  <a:pt x="739" y="933"/>
                  <a:pt x="738" y="934"/>
                </a:cubicBezTo>
                <a:cubicBezTo>
                  <a:pt x="738" y="934"/>
                  <a:pt x="738" y="935"/>
                  <a:pt x="738" y="935"/>
                </a:cubicBezTo>
                <a:cubicBezTo>
                  <a:pt x="738" y="935"/>
                  <a:pt x="738" y="935"/>
                  <a:pt x="738" y="935"/>
                </a:cubicBezTo>
                <a:cubicBezTo>
                  <a:pt x="737" y="937"/>
                  <a:pt x="737" y="938"/>
                  <a:pt x="737" y="939"/>
                </a:cubicBezTo>
                <a:cubicBezTo>
                  <a:pt x="737" y="939"/>
                  <a:pt x="738" y="939"/>
                  <a:pt x="739" y="940"/>
                </a:cubicBezTo>
                <a:cubicBezTo>
                  <a:pt x="739" y="940"/>
                  <a:pt x="739" y="940"/>
                  <a:pt x="739" y="941"/>
                </a:cubicBezTo>
                <a:cubicBezTo>
                  <a:pt x="739" y="941"/>
                  <a:pt x="739" y="941"/>
                  <a:pt x="739" y="941"/>
                </a:cubicBezTo>
                <a:cubicBezTo>
                  <a:pt x="738" y="941"/>
                  <a:pt x="738" y="941"/>
                  <a:pt x="737" y="941"/>
                </a:cubicBezTo>
                <a:cubicBezTo>
                  <a:pt x="737" y="941"/>
                  <a:pt x="737" y="942"/>
                  <a:pt x="737" y="942"/>
                </a:cubicBezTo>
                <a:cubicBezTo>
                  <a:pt x="737" y="942"/>
                  <a:pt x="737" y="942"/>
                  <a:pt x="737" y="942"/>
                </a:cubicBezTo>
                <a:cubicBezTo>
                  <a:pt x="735" y="943"/>
                  <a:pt x="734" y="945"/>
                  <a:pt x="733" y="946"/>
                </a:cubicBezTo>
                <a:cubicBezTo>
                  <a:pt x="732" y="946"/>
                  <a:pt x="732" y="946"/>
                  <a:pt x="732" y="946"/>
                </a:cubicBezTo>
                <a:cubicBezTo>
                  <a:pt x="731" y="947"/>
                  <a:pt x="731" y="947"/>
                  <a:pt x="731" y="948"/>
                </a:cubicBezTo>
                <a:cubicBezTo>
                  <a:pt x="730" y="948"/>
                  <a:pt x="730" y="948"/>
                  <a:pt x="730" y="948"/>
                </a:cubicBezTo>
                <a:cubicBezTo>
                  <a:pt x="731" y="948"/>
                  <a:pt x="731" y="949"/>
                  <a:pt x="731" y="949"/>
                </a:cubicBezTo>
                <a:cubicBezTo>
                  <a:pt x="731" y="950"/>
                  <a:pt x="731" y="950"/>
                  <a:pt x="731" y="950"/>
                </a:cubicBezTo>
                <a:cubicBezTo>
                  <a:pt x="731" y="950"/>
                  <a:pt x="731" y="950"/>
                  <a:pt x="731" y="951"/>
                </a:cubicBezTo>
                <a:cubicBezTo>
                  <a:pt x="731" y="951"/>
                  <a:pt x="731" y="951"/>
                  <a:pt x="731" y="951"/>
                </a:cubicBezTo>
                <a:cubicBezTo>
                  <a:pt x="731" y="951"/>
                  <a:pt x="731" y="952"/>
                  <a:pt x="731" y="952"/>
                </a:cubicBezTo>
                <a:cubicBezTo>
                  <a:pt x="732" y="952"/>
                  <a:pt x="732" y="952"/>
                  <a:pt x="732" y="952"/>
                </a:cubicBezTo>
                <a:cubicBezTo>
                  <a:pt x="733" y="952"/>
                  <a:pt x="733" y="952"/>
                  <a:pt x="733" y="952"/>
                </a:cubicBezTo>
                <a:cubicBezTo>
                  <a:pt x="733" y="952"/>
                  <a:pt x="733" y="952"/>
                  <a:pt x="734" y="952"/>
                </a:cubicBezTo>
                <a:cubicBezTo>
                  <a:pt x="735" y="952"/>
                  <a:pt x="735" y="952"/>
                  <a:pt x="736" y="952"/>
                </a:cubicBezTo>
                <a:cubicBezTo>
                  <a:pt x="737" y="952"/>
                  <a:pt x="738" y="951"/>
                  <a:pt x="739" y="951"/>
                </a:cubicBezTo>
                <a:cubicBezTo>
                  <a:pt x="739" y="951"/>
                  <a:pt x="739" y="951"/>
                  <a:pt x="739" y="951"/>
                </a:cubicBezTo>
                <a:cubicBezTo>
                  <a:pt x="740" y="950"/>
                  <a:pt x="740" y="950"/>
                  <a:pt x="740" y="950"/>
                </a:cubicBezTo>
                <a:cubicBezTo>
                  <a:pt x="740" y="950"/>
                  <a:pt x="740" y="950"/>
                  <a:pt x="740" y="951"/>
                </a:cubicBezTo>
                <a:cubicBezTo>
                  <a:pt x="740" y="951"/>
                  <a:pt x="740" y="951"/>
                  <a:pt x="740" y="951"/>
                </a:cubicBezTo>
                <a:cubicBezTo>
                  <a:pt x="741" y="951"/>
                  <a:pt x="742" y="950"/>
                  <a:pt x="743" y="951"/>
                </a:cubicBezTo>
                <a:cubicBezTo>
                  <a:pt x="744" y="951"/>
                  <a:pt x="744" y="951"/>
                  <a:pt x="744" y="950"/>
                </a:cubicBezTo>
                <a:cubicBezTo>
                  <a:pt x="744" y="951"/>
                  <a:pt x="744" y="951"/>
                  <a:pt x="745" y="951"/>
                </a:cubicBezTo>
                <a:cubicBezTo>
                  <a:pt x="746" y="952"/>
                  <a:pt x="747" y="951"/>
                  <a:pt x="748" y="952"/>
                </a:cubicBezTo>
                <a:cubicBezTo>
                  <a:pt x="749" y="952"/>
                  <a:pt x="749" y="951"/>
                  <a:pt x="749" y="951"/>
                </a:cubicBezTo>
                <a:cubicBezTo>
                  <a:pt x="749" y="951"/>
                  <a:pt x="749" y="951"/>
                  <a:pt x="749" y="951"/>
                </a:cubicBezTo>
                <a:cubicBezTo>
                  <a:pt x="749" y="951"/>
                  <a:pt x="749" y="950"/>
                  <a:pt x="749" y="950"/>
                </a:cubicBezTo>
                <a:cubicBezTo>
                  <a:pt x="749" y="951"/>
                  <a:pt x="749" y="951"/>
                  <a:pt x="749" y="951"/>
                </a:cubicBezTo>
                <a:cubicBezTo>
                  <a:pt x="749" y="952"/>
                  <a:pt x="749" y="952"/>
                  <a:pt x="749" y="952"/>
                </a:cubicBezTo>
                <a:cubicBezTo>
                  <a:pt x="749" y="952"/>
                  <a:pt x="750" y="952"/>
                  <a:pt x="750" y="952"/>
                </a:cubicBezTo>
                <a:cubicBezTo>
                  <a:pt x="750" y="952"/>
                  <a:pt x="750" y="952"/>
                  <a:pt x="750" y="952"/>
                </a:cubicBezTo>
                <a:cubicBezTo>
                  <a:pt x="750" y="952"/>
                  <a:pt x="751" y="952"/>
                  <a:pt x="751" y="952"/>
                </a:cubicBezTo>
                <a:cubicBezTo>
                  <a:pt x="751" y="952"/>
                  <a:pt x="751" y="952"/>
                  <a:pt x="751" y="952"/>
                </a:cubicBezTo>
                <a:cubicBezTo>
                  <a:pt x="752" y="952"/>
                  <a:pt x="752" y="952"/>
                  <a:pt x="753" y="953"/>
                </a:cubicBezTo>
                <a:cubicBezTo>
                  <a:pt x="754" y="953"/>
                  <a:pt x="754" y="953"/>
                  <a:pt x="754" y="953"/>
                </a:cubicBezTo>
                <a:cubicBezTo>
                  <a:pt x="755" y="952"/>
                  <a:pt x="755" y="952"/>
                  <a:pt x="755" y="952"/>
                </a:cubicBezTo>
                <a:cubicBezTo>
                  <a:pt x="755" y="952"/>
                  <a:pt x="755" y="952"/>
                  <a:pt x="755" y="952"/>
                </a:cubicBezTo>
                <a:cubicBezTo>
                  <a:pt x="756" y="952"/>
                  <a:pt x="756" y="952"/>
                  <a:pt x="757" y="952"/>
                </a:cubicBezTo>
                <a:cubicBezTo>
                  <a:pt x="757" y="952"/>
                  <a:pt x="758" y="952"/>
                  <a:pt x="758" y="952"/>
                </a:cubicBezTo>
                <a:cubicBezTo>
                  <a:pt x="758" y="952"/>
                  <a:pt x="758" y="952"/>
                  <a:pt x="759" y="951"/>
                </a:cubicBezTo>
                <a:cubicBezTo>
                  <a:pt x="759" y="951"/>
                  <a:pt x="760" y="952"/>
                  <a:pt x="760" y="951"/>
                </a:cubicBezTo>
                <a:cubicBezTo>
                  <a:pt x="759" y="950"/>
                  <a:pt x="760" y="950"/>
                  <a:pt x="760" y="950"/>
                </a:cubicBezTo>
                <a:cubicBezTo>
                  <a:pt x="760" y="950"/>
                  <a:pt x="761" y="950"/>
                  <a:pt x="761" y="950"/>
                </a:cubicBezTo>
                <a:cubicBezTo>
                  <a:pt x="761" y="950"/>
                  <a:pt x="761" y="950"/>
                  <a:pt x="762" y="950"/>
                </a:cubicBezTo>
                <a:cubicBezTo>
                  <a:pt x="762" y="949"/>
                  <a:pt x="762" y="949"/>
                  <a:pt x="762" y="949"/>
                </a:cubicBezTo>
                <a:cubicBezTo>
                  <a:pt x="763" y="949"/>
                  <a:pt x="763" y="950"/>
                  <a:pt x="762" y="950"/>
                </a:cubicBezTo>
                <a:cubicBezTo>
                  <a:pt x="762" y="950"/>
                  <a:pt x="762" y="951"/>
                  <a:pt x="761" y="951"/>
                </a:cubicBezTo>
                <a:cubicBezTo>
                  <a:pt x="761" y="951"/>
                  <a:pt x="761" y="951"/>
                  <a:pt x="760" y="951"/>
                </a:cubicBezTo>
                <a:cubicBezTo>
                  <a:pt x="760" y="951"/>
                  <a:pt x="760" y="951"/>
                  <a:pt x="760" y="951"/>
                </a:cubicBezTo>
                <a:cubicBezTo>
                  <a:pt x="761" y="952"/>
                  <a:pt x="761" y="952"/>
                  <a:pt x="762" y="952"/>
                </a:cubicBezTo>
                <a:cubicBezTo>
                  <a:pt x="762" y="952"/>
                  <a:pt x="763" y="951"/>
                  <a:pt x="763" y="951"/>
                </a:cubicBezTo>
                <a:cubicBezTo>
                  <a:pt x="763" y="952"/>
                  <a:pt x="762" y="952"/>
                  <a:pt x="762" y="952"/>
                </a:cubicBezTo>
                <a:cubicBezTo>
                  <a:pt x="761" y="952"/>
                  <a:pt x="761" y="953"/>
                  <a:pt x="760" y="953"/>
                </a:cubicBezTo>
                <a:cubicBezTo>
                  <a:pt x="760" y="953"/>
                  <a:pt x="760" y="953"/>
                  <a:pt x="760" y="953"/>
                </a:cubicBezTo>
                <a:cubicBezTo>
                  <a:pt x="760" y="954"/>
                  <a:pt x="760" y="954"/>
                  <a:pt x="760" y="954"/>
                </a:cubicBezTo>
                <a:cubicBezTo>
                  <a:pt x="761" y="953"/>
                  <a:pt x="762" y="953"/>
                  <a:pt x="763" y="952"/>
                </a:cubicBezTo>
                <a:cubicBezTo>
                  <a:pt x="763" y="952"/>
                  <a:pt x="763" y="952"/>
                  <a:pt x="763" y="952"/>
                </a:cubicBezTo>
                <a:cubicBezTo>
                  <a:pt x="763" y="952"/>
                  <a:pt x="763" y="952"/>
                  <a:pt x="763" y="952"/>
                </a:cubicBezTo>
                <a:cubicBezTo>
                  <a:pt x="763" y="953"/>
                  <a:pt x="762" y="953"/>
                  <a:pt x="762" y="953"/>
                </a:cubicBezTo>
                <a:cubicBezTo>
                  <a:pt x="762" y="954"/>
                  <a:pt x="763" y="954"/>
                  <a:pt x="763" y="954"/>
                </a:cubicBezTo>
                <a:cubicBezTo>
                  <a:pt x="763" y="954"/>
                  <a:pt x="763" y="954"/>
                  <a:pt x="763" y="954"/>
                </a:cubicBezTo>
                <a:cubicBezTo>
                  <a:pt x="764" y="953"/>
                  <a:pt x="764" y="953"/>
                  <a:pt x="765" y="953"/>
                </a:cubicBezTo>
                <a:cubicBezTo>
                  <a:pt x="764" y="953"/>
                  <a:pt x="765" y="954"/>
                  <a:pt x="765" y="954"/>
                </a:cubicBezTo>
                <a:cubicBezTo>
                  <a:pt x="765" y="954"/>
                  <a:pt x="764" y="954"/>
                  <a:pt x="765" y="954"/>
                </a:cubicBezTo>
                <a:cubicBezTo>
                  <a:pt x="765" y="954"/>
                  <a:pt x="765" y="954"/>
                  <a:pt x="765" y="954"/>
                </a:cubicBezTo>
                <a:cubicBezTo>
                  <a:pt x="765" y="954"/>
                  <a:pt x="766" y="954"/>
                  <a:pt x="766" y="954"/>
                </a:cubicBezTo>
                <a:cubicBezTo>
                  <a:pt x="766" y="954"/>
                  <a:pt x="766" y="954"/>
                  <a:pt x="766" y="953"/>
                </a:cubicBezTo>
                <a:cubicBezTo>
                  <a:pt x="766" y="953"/>
                  <a:pt x="766" y="953"/>
                  <a:pt x="766" y="952"/>
                </a:cubicBezTo>
                <a:cubicBezTo>
                  <a:pt x="767" y="952"/>
                  <a:pt x="767" y="952"/>
                  <a:pt x="766" y="951"/>
                </a:cubicBezTo>
                <a:cubicBezTo>
                  <a:pt x="766" y="951"/>
                  <a:pt x="766" y="951"/>
                  <a:pt x="766" y="951"/>
                </a:cubicBezTo>
                <a:cubicBezTo>
                  <a:pt x="766" y="951"/>
                  <a:pt x="766" y="950"/>
                  <a:pt x="767" y="950"/>
                </a:cubicBezTo>
                <a:cubicBezTo>
                  <a:pt x="767" y="951"/>
                  <a:pt x="767" y="951"/>
                  <a:pt x="767" y="951"/>
                </a:cubicBezTo>
                <a:cubicBezTo>
                  <a:pt x="768" y="951"/>
                  <a:pt x="768" y="951"/>
                  <a:pt x="769" y="952"/>
                </a:cubicBezTo>
                <a:cubicBezTo>
                  <a:pt x="769" y="952"/>
                  <a:pt x="769" y="952"/>
                  <a:pt x="769" y="952"/>
                </a:cubicBezTo>
                <a:cubicBezTo>
                  <a:pt x="770" y="952"/>
                  <a:pt x="770" y="952"/>
                  <a:pt x="771" y="952"/>
                </a:cubicBezTo>
                <a:cubicBezTo>
                  <a:pt x="771" y="951"/>
                  <a:pt x="772" y="951"/>
                  <a:pt x="772" y="951"/>
                </a:cubicBezTo>
                <a:cubicBezTo>
                  <a:pt x="772" y="952"/>
                  <a:pt x="771" y="952"/>
                  <a:pt x="771" y="953"/>
                </a:cubicBezTo>
                <a:cubicBezTo>
                  <a:pt x="771" y="953"/>
                  <a:pt x="771" y="953"/>
                  <a:pt x="771" y="953"/>
                </a:cubicBezTo>
                <a:cubicBezTo>
                  <a:pt x="770" y="953"/>
                  <a:pt x="770" y="953"/>
                  <a:pt x="769" y="953"/>
                </a:cubicBezTo>
                <a:cubicBezTo>
                  <a:pt x="769" y="953"/>
                  <a:pt x="768" y="954"/>
                  <a:pt x="768" y="955"/>
                </a:cubicBezTo>
                <a:cubicBezTo>
                  <a:pt x="767" y="955"/>
                  <a:pt x="768" y="955"/>
                  <a:pt x="768" y="955"/>
                </a:cubicBezTo>
                <a:cubicBezTo>
                  <a:pt x="767" y="956"/>
                  <a:pt x="767" y="956"/>
                  <a:pt x="767" y="957"/>
                </a:cubicBezTo>
                <a:cubicBezTo>
                  <a:pt x="767" y="957"/>
                  <a:pt x="766" y="957"/>
                  <a:pt x="766" y="958"/>
                </a:cubicBezTo>
                <a:cubicBezTo>
                  <a:pt x="766" y="958"/>
                  <a:pt x="765" y="958"/>
                  <a:pt x="765" y="958"/>
                </a:cubicBezTo>
                <a:cubicBezTo>
                  <a:pt x="764" y="959"/>
                  <a:pt x="764" y="959"/>
                  <a:pt x="763" y="959"/>
                </a:cubicBezTo>
                <a:cubicBezTo>
                  <a:pt x="763" y="958"/>
                  <a:pt x="763" y="959"/>
                  <a:pt x="763" y="959"/>
                </a:cubicBezTo>
                <a:cubicBezTo>
                  <a:pt x="762" y="959"/>
                  <a:pt x="762" y="959"/>
                  <a:pt x="762" y="960"/>
                </a:cubicBezTo>
                <a:cubicBezTo>
                  <a:pt x="761" y="960"/>
                  <a:pt x="761" y="960"/>
                  <a:pt x="761" y="961"/>
                </a:cubicBezTo>
                <a:cubicBezTo>
                  <a:pt x="761" y="961"/>
                  <a:pt x="762" y="961"/>
                  <a:pt x="762" y="961"/>
                </a:cubicBezTo>
                <a:cubicBezTo>
                  <a:pt x="763" y="962"/>
                  <a:pt x="764" y="962"/>
                  <a:pt x="764" y="961"/>
                </a:cubicBezTo>
                <a:cubicBezTo>
                  <a:pt x="765" y="961"/>
                  <a:pt x="765" y="961"/>
                  <a:pt x="766" y="961"/>
                </a:cubicBezTo>
                <a:cubicBezTo>
                  <a:pt x="767" y="962"/>
                  <a:pt x="768" y="961"/>
                  <a:pt x="768" y="960"/>
                </a:cubicBezTo>
                <a:cubicBezTo>
                  <a:pt x="768" y="960"/>
                  <a:pt x="769" y="959"/>
                  <a:pt x="769" y="959"/>
                </a:cubicBezTo>
                <a:cubicBezTo>
                  <a:pt x="770" y="959"/>
                  <a:pt x="770" y="958"/>
                  <a:pt x="769" y="958"/>
                </a:cubicBezTo>
                <a:cubicBezTo>
                  <a:pt x="770" y="958"/>
                  <a:pt x="770" y="957"/>
                  <a:pt x="770" y="957"/>
                </a:cubicBezTo>
                <a:cubicBezTo>
                  <a:pt x="770" y="957"/>
                  <a:pt x="770" y="957"/>
                  <a:pt x="770" y="957"/>
                </a:cubicBezTo>
                <a:cubicBezTo>
                  <a:pt x="770" y="956"/>
                  <a:pt x="771" y="955"/>
                  <a:pt x="772" y="955"/>
                </a:cubicBezTo>
                <a:cubicBezTo>
                  <a:pt x="772" y="955"/>
                  <a:pt x="772" y="955"/>
                  <a:pt x="772" y="955"/>
                </a:cubicBezTo>
                <a:cubicBezTo>
                  <a:pt x="772" y="955"/>
                  <a:pt x="772" y="955"/>
                  <a:pt x="772" y="955"/>
                </a:cubicBezTo>
                <a:cubicBezTo>
                  <a:pt x="773" y="955"/>
                  <a:pt x="774" y="954"/>
                  <a:pt x="774" y="954"/>
                </a:cubicBezTo>
                <a:cubicBezTo>
                  <a:pt x="774" y="954"/>
                  <a:pt x="774" y="954"/>
                  <a:pt x="774" y="954"/>
                </a:cubicBezTo>
                <a:cubicBezTo>
                  <a:pt x="774" y="954"/>
                  <a:pt x="774" y="955"/>
                  <a:pt x="774" y="955"/>
                </a:cubicBezTo>
                <a:cubicBezTo>
                  <a:pt x="775" y="955"/>
                  <a:pt x="775" y="954"/>
                  <a:pt x="775" y="954"/>
                </a:cubicBezTo>
                <a:cubicBezTo>
                  <a:pt x="776" y="953"/>
                  <a:pt x="776" y="952"/>
                  <a:pt x="776" y="952"/>
                </a:cubicBezTo>
                <a:cubicBezTo>
                  <a:pt x="777" y="951"/>
                  <a:pt x="777" y="950"/>
                  <a:pt x="777" y="948"/>
                </a:cubicBezTo>
                <a:cubicBezTo>
                  <a:pt x="777" y="948"/>
                  <a:pt x="777" y="948"/>
                  <a:pt x="777" y="948"/>
                </a:cubicBezTo>
                <a:cubicBezTo>
                  <a:pt x="777" y="948"/>
                  <a:pt x="778" y="948"/>
                  <a:pt x="778" y="948"/>
                </a:cubicBezTo>
                <a:cubicBezTo>
                  <a:pt x="778" y="949"/>
                  <a:pt x="778" y="949"/>
                  <a:pt x="778" y="949"/>
                </a:cubicBezTo>
                <a:cubicBezTo>
                  <a:pt x="779" y="948"/>
                  <a:pt x="779" y="949"/>
                  <a:pt x="779" y="949"/>
                </a:cubicBezTo>
                <a:cubicBezTo>
                  <a:pt x="779" y="949"/>
                  <a:pt x="779" y="949"/>
                  <a:pt x="779" y="949"/>
                </a:cubicBezTo>
                <a:cubicBezTo>
                  <a:pt x="779" y="949"/>
                  <a:pt x="779" y="949"/>
                  <a:pt x="779" y="950"/>
                </a:cubicBezTo>
                <a:cubicBezTo>
                  <a:pt x="779" y="950"/>
                  <a:pt x="779" y="951"/>
                  <a:pt x="780" y="951"/>
                </a:cubicBezTo>
                <a:cubicBezTo>
                  <a:pt x="780" y="952"/>
                  <a:pt x="780" y="953"/>
                  <a:pt x="780" y="954"/>
                </a:cubicBezTo>
                <a:cubicBezTo>
                  <a:pt x="780" y="954"/>
                  <a:pt x="780" y="954"/>
                  <a:pt x="780" y="954"/>
                </a:cubicBezTo>
                <a:cubicBezTo>
                  <a:pt x="780" y="955"/>
                  <a:pt x="780" y="955"/>
                  <a:pt x="780" y="955"/>
                </a:cubicBezTo>
                <a:cubicBezTo>
                  <a:pt x="780" y="956"/>
                  <a:pt x="780" y="956"/>
                  <a:pt x="780" y="956"/>
                </a:cubicBezTo>
                <a:cubicBezTo>
                  <a:pt x="779" y="956"/>
                  <a:pt x="779" y="957"/>
                  <a:pt x="779" y="958"/>
                </a:cubicBezTo>
                <a:cubicBezTo>
                  <a:pt x="778" y="959"/>
                  <a:pt x="777" y="960"/>
                  <a:pt x="778" y="961"/>
                </a:cubicBezTo>
                <a:cubicBezTo>
                  <a:pt x="778" y="962"/>
                  <a:pt x="778" y="962"/>
                  <a:pt x="777" y="962"/>
                </a:cubicBezTo>
                <a:cubicBezTo>
                  <a:pt x="777" y="962"/>
                  <a:pt x="778" y="962"/>
                  <a:pt x="778" y="962"/>
                </a:cubicBezTo>
                <a:cubicBezTo>
                  <a:pt x="778" y="963"/>
                  <a:pt x="779" y="963"/>
                  <a:pt x="779" y="962"/>
                </a:cubicBezTo>
                <a:cubicBezTo>
                  <a:pt x="780" y="961"/>
                  <a:pt x="782" y="959"/>
                  <a:pt x="783" y="958"/>
                </a:cubicBezTo>
                <a:cubicBezTo>
                  <a:pt x="783" y="958"/>
                  <a:pt x="783" y="957"/>
                  <a:pt x="783" y="958"/>
                </a:cubicBezTo>
                <a:cubicBezTo>
                  <a:pt x="783" y="958"/>
                  <a:pt x="783" y="958"/>
                  <a:pt x="783" y="958"/>
                </a:cubicBezTo>
                <a:cubicBezTo>
                  <a:pt x="783" y="958"/>
                  <a:pt x="783" y="959"/>
                  <a:pt x="783" y="959"/>
                </a:cubicBezTo>
                <a:cubicBezTo>
                  <a:pt x="782" y="960"/>
                  <a:pt x="782" y="960"/>
                  <a:pt x="783" y="960"/>
                </a:cubicBezTo>
                <a:cubicBezTo>
                  <a:pt x="783" y="961"/>
                  <a:pt x="783" y="961"/>
                  <a:pt x="783" y="961"/>
                </a:cubicBezTo>
                <a:cubicBezTo>
                  <a:pt x="782" y="961"/>
                  <a:pt x="782" y="962"/>
                  <a:pt x="783" y="963"/>
                </a:cubicBezTo>
                <a:cubicBezTo>
                  <a:pt x="783" y="963"/>
                  <a:pt x="783" y="963"/>
                  <a:pt x="783" y="963"/>
                </a:cubicBezTo>
                <a:cubicBezTo>
                  <a:pt x="782" y="964"/>
                  <a:pt x="782" y="964"/>
                  <a:pt x="783" y="965"/>
                </a:cubicBezTo>
                <a:cubicBezTo>
                  <a:pt x="783" y="965"/>
                  <a:pt x="783" y="965"/>
                  <a:pt x="784" y="965"/>
                </a:cubicBezTo>
                <a:cubicBezTo>
                  <a:pt x="784" y="965"/>
                  <a:pt x="784" y="964"/>
                  <a:pt x="785" y="964"/>
                </a:cubicBezTo>
                <a:cubicBezTo>
                  <a:pt x="785" y="963"/>
                  <a:pt x="785" y="963"/>
                  <a:pt x="786" y="963"/>
                </a:cubicBezTo>
                <a:cubicBezTo>
                  <a:pt x="786" y="963"/>
                  <a:pt x="786" y="964"/>
                  <a:pt x="786" y="964"/>
                </a:cubicBezTo>
                <a:cubicBezTo>
                  <a:pt x="786" y="964"/>
                  <a:pt x="786" y="964"/>
                  <a:pt x="786" y="964"/>
                </a:cubicBezTo>
                <a:cubicBezTo>
                  <a:pt x="786" y="964"/>
                  <a:pt x="786" y="965"/>
                  <a:pt x="787" y="965"/>
                </a:cubicBezTo>
                <a:cubicBezTo>
                  <a:pt x="787" y="965"/>
                  <a:pt x="788" y="965"/>
                  <a:pt x="788" y="964"/>
                </a:cubicBezTo>
                <a:cubicBezTo>
                  <a:pt x="788" y="964"/>
                  <a:pt x="788" y="963"/>
                  <a:pt x="789" y="963"/>
                </a:cubicBezTo>
                <a:cubicBezTo>
                  <a:pt x="789" y="962"/>
                  <a:pt x="789" y="962"/>
                  <a:pt x="789" y="962"/>
                </a:cubicBezTo>
                <a:cubicBezTo>
                  <a:pt x="789" y="961"/>
                  <a:pt x="789" y="961"/>
                  <a:pt x="789" y="960"/>
                </a:cubicBezTo>
                <a:cubicBezTo>
                  <a:pt x="790" y="960"/>
                  <a:pt x="790" y="959"/>
                  <a:pt x="789" y="959"/>
                </a:cubicBezTo>
                <a:cubicBezTo>
                  <a:pt x="789" y="959"/>
                  <a:pt x="789" y="958"/>
                  <a:pt x="789" y="958"/>
                </a:cubicBezTo>
                <a:cubicBezTo>
                  <a:pt x="790" y="958"/>
                  <a:pt x="790" y="958"/>
                  <a:pt x="790" y="957"/>
                </a:cubicBezTo>
                <a:cubicBezTo>
                  <a:pt x="790" y="957"/>
                  <a:pt x="790" y="956"/>
                  <a:pt x="791" y="956"/>
                </a:cubicBezTo>
                <a:cubicBezTo>
                  <a:pt x="791" y="955"/>
                  <a:pt x="791" y="955"/>
                  <a:pt x="791" y="955"/>
                </a:cubicBezTo>
                <a:cubicBezTo>
                  <a:pt x="791" y="955"/>
                  <a:pt x="791" y="954"/>
                  <a:pt x="791" y="953"/>
                </a:cubicBezTo>
                <a:close/>
                <a:moveTo>
                  <a:pt x="765" y="908"/>
                </a:moveTo>
                <a:cubicBezTo>
                  <a:pt x="766" y="908"/>
                  <a:pt x="766" y="908"/>
                  <a:pt x="766" y="908"/>
                </a:cubicBezTo>
                <a:cubicBezTo>
                  <a:pt x="766" y="908"/>
                  <a:pt x="765" y="909"/>
                  <a:pt x="765" y="909"/>
                </a:cubicBezTo>
                <a:cubicBezTo>
                  <a:pt x="765" y="909"/>
                  <a:pt x="764" y="909"/>
                  <a:pt x="764" y="909"/>
                </a:cubicBezTo>
                <a:cubicBezTo>
                  <a:pt x="764" y="908"/>
                  <a:pt x="765" y="908"/>
                  <a:pt x="765" y="908"/>
                </a:cubicBezTo>
                <a:close/>
                <a:moveTo>
                  <a:pt x="778" y="953"/>
                </a:moveTo>
                <a:cubicBezTo>
                  <a:pt x="778" y="953"/>
                  <a:pt x="777" y="954"/>
                  <a:pt x="777" y="954"/>
                </a:cubicBezTo>
                <a:cubicBezTo>
                  <a:pt x="777" y="955"/>
                  <a:pt x="777" y="954"/>
                  <a:pt x="776" y="954"/>
                </a:cubicBezTo>
                <a:cubicBezTo>
                  <a:pt x="777" y="954"/>
                  <a:pt x="777" y="953"/>
                  <a:pt x="778" y="952"/>
                </a:cubicBezTo>
                <a:cubicBezTo>
                  <a:pt x="778" y="952"/>
                  <a:pt x="778" y="952"/>
                  <a:pt x="778" y="952"/>
                </a:cubicBezTo>
                <a:cubicBezTo>
                  <a:pt x="778" y="952"/>
                  <a:pt x="778" y="953"/>
                  <a:pt x="778" y="953"/>
                </a:cubicBezTo>
                <a:close/>
                <a:moveTo>
                  <a:pt x="765" y="906"/>
                </a:moveTo>
                <a:cubicBezTo>
                  <a:pt x="765" y="906"/>
                  <a:pt x="765" y="906"/>
                  <a:pt x="765" y="906"/>
                </a:cubicBezTo>
                <a:cubicBezTo>
                  <a:pt x="764" y="906"/>
                  <a:pt x="764" y="905"/>
                  <a:pt x="765" y="905"/>
                </a:cubicBezTo>
                <a:cubicBezTo>
                  <a:pt x="765" y="905"/>
                  <a:pt x="765" y="905"/>
                  <a:pt x="765" y="905"/>
                </a:cubicBezTo>
                <a:cubicBezTo>
                  <a:pt x="765" y="905"/>
                  <a:pt x="765" y="906"/>
                  <a:pt x="765" y="906"/>
                </a:cubicBezTo>
                <a:cubicBezTo>
                  <a:pt x="765" y="906"/>
                  <a:pt x="765" y="906"/>
                  <a:pt x="765" y="906"/>
                </a:cubicBezTo>
                <a:close/>
                <a:moveTo>
                  <a:pt x="764" y="926"/>
                </a:moveTo>
                <a:cubicBezTo>
                  <a:pt x="764" y="926"/>
                  <a:pt x="764" y="926"/>
                  <a:pt x="763" y="926"/>
                </a:cubicBezTo>
                <a:cubicBezTo>
                  <a:pt x="763" y="926"/>
                  <a:pt x="763" y="926"/>
                  <a:pt x="763" y="926"/>
                </a:cubicBezTo>
                <a:cubicBezTo>
                  <a:pt x="763" y="925"/>
                  <a:pt x="764" y="925"/>
                  <a:pt x="764" y="925"/>
                </a:cubicBezTo>
                <a:cubicBezTo>
                  <a:pt x="764" y="925"/>
                  <a:pt x="764" y="926"/>
                  <a:pt x="764" y="926"/>
                </a:cubicBezTo>
                <a:close/>
                <a:moveTo>
                  <a:pt x="764" y="925"/>
                </a:moveTo>
                <a:cubicBezTo>
                  <a:pt x="764" y="925"/>
                  <a:pt x="764" y="925"/>
                  <a:pt x="764" y="925"/>
                </a:cubicBezTo>
                <a:cubicBezTo>
                  <a:pt x="764" y="925"/>
                  <a:pt x="764" y="925"/>
                  <a:pt x="764" y="925"/>
                </a:cubicBezTo>
                <a:cubicBezTo>
                  <a:pt x="764" y="925"/>
                  <a:pt x="764" y="924"/>
                  <a:pt x="764" y="924"/>
                </a:cubicBezTo>
                <a:cubicBezTo>
                  <a:pt x="764" y="924"/>
                  <a:pt x="764" y="924"/>
                  <a:pt x="764" y="925"/>
                </a:cubicBezTo>
                <a:close/>
                <a:moveTo>
                  <a:pt x="761" y="950"/>
                </a:moveTo>
                <a:cubicBezTo>
                  <a:pt x="761" y="950"/>
                  <a:pt x="761" y="950"/>
                  <a:pt x="762" y="950"/>
                </a:cubicBezTo>
                <a:cubicBezTo>
                  <a:pt x="762" y="950"/>
                  <a:pt x="762" y="950"/>
                  <a:pt x="762" y="950"/>
                </a:cubicBezTo>
                <a:cubicBezTo>
                  <a:pt x="762" y="950"/>
                  <a:pt x="762" y="950"/>
                  <a:pt x="761" y="950"/>
                </a:cubicBezTo>
                <a:close/>
                <a:moveTo>
                  <a:pt x="779" y="951"/>
                </a:moveTo>
                <a:cubicBezTo>
                  <a:pt x="779" y="952"/>
                  <a:pt x="779" y="952"/>
                  <a:pt x="779" y="952"/>
                </a:cubicBezTo>
                <a:cubicBezTo>
                  <a:pt x="779" y="952"/>
                  <a:pt x="779" y="952"/>
                  <a:pt x="779" y="951"/>
                </a:cubicBezTo>
                <a:close/>
                <a:moveTo>
                  <a:pt x="772" y="924"/>
                </a:moveTo>
                <a:cubicBezTo>
                  <a:pt x="772" y="924"/>
                  <a:pt x="772" y="924"/>
                  <a:pt x="772" y="924"/>
                </a:cubicBezTo>
                <a:cubicBezTo>
                  <a:pt x="773" y="924"/>
                  <a:pt x="773" y="924"/>
                  <a:pt x="773" y="924"/>
                </a:cubicBezTo>
                <a:cubicBezTo>
                  <a:pt x="773" y="924"/>
                  <a:pt x="773" y="924"/>
                  <a:pt x="772" y="924"/>
                </a:cubicBezTo>
                <a:cubicBezTo>
                  <a:pt x="772" y="924"/>
                  <a:pt x="772" y="924"/>
                  <a:pt x="772" y="924"/>
                </a:cubicBezTo>
                <a:close/>
                <a:moveTo>
                  <a:pt x="764" y="916"/>
                </a:moveTo>
                <a:cubicBezTo>
                  <a:pt x="764" y="916"/>
                  <a:pt x="764" y="916"/>
                  <a:pt x="764" y="916"/>
                </a:cubicBezTo>
                <a:cubicBezTo>
                  <a:pt x="763" y="916"/>
                  <a:pt x="763" y="916"/>
                  <a:pt x="763" y="916"/>
                </a:cubicBezTo>
                <a:cubicBezTo>
                  <a:pt x="763" y="916"/>
                  <a:pt x="764" y="916"/>
                  <a:pt x="764" y="916"/>
                </a:cubicBezTo>
                <a:close/>
                <a:moveTo>
                  <a:pt x="764" y="926"/>
                </a:moveTo>
                <a:cubicBezTo>
                  <a:pt x="764" y="926"/>
                  <a:pt x="764" y="926"/>
                  <a:pt x="764" y="926"/>
                </a:cubicBezTo>
                <a:cubicBezTo>
                  <a:pt x="764" y="926"/>
                  <a:pt x="764" y="926"/>
                  <a:pt x="764" y="926"/>
                </a:cubicBezTo>
                <a:cubicBezTo>
                  <a:pt x="764" y="926"/>
                  <a:pt x="764" y="926"/>
                  <a:pt x="764" y="926"/>
                </a:cubicBezTo>
                <a:cubicBezTo>
                  <a:pt x="764" y="926"/>
                  <a:pt x="764" y="926"/>
                  <a:pt x="764" y="926"/>
                </a:cubicBezTo>
                <a:close/>
                <a:moveTo>
                  <a:pt x="710" y="932"/>
                </a:moveTo>
                <a:cubicBezTo>
                  <a:pt x="710" y="932"/>
                  <a:pt x="709" y="932"/>
                  <a:pt x="709" y="932"/>
                </a:cubicBezTo>
                <a:cubicBezTo>
                  <a:pt x="708" y="932"/>
                  <a:pt x="707" y="932"/>
                  <a:pt x="705" y="932"/>
                </a:cubicBezTo>
                <a:cubicBezTo>
                  <a:pt x="705" y="932"/>
                  <a:pt x="705" y="932"/>
                  <a:pt x="705" y="932"/>
                </a:cubicBezTo>
                <a:cubicBezTo>
                  <a:pt x="704" y="931"/>
                  <a:pt x="702" y="931"/>
                  <a:pt x="701" y="931"/>
                </a:cubicBezTo>
                <a:cubicBezTo>
                  <a:pt x="700" y="931"/>
                  <a:pt x="698" y="930"/>
                  <a:pt x="697" y="930"/>
                </a:cubicBezTo>
                <a:cubicBezTo>
                  <a:pt x="696" y="929"/>
                  <a:pt x="695" y="928"/>
                  <a:pt x="694" y="928"/>
                </a:cubicBezTo>
                <a:cubicBezTo>
                  <a:pt x="693" y="928"/>
                  <a:pt x="693" y="928"/>
                  <a:pt x="693" y="927"/>
                </a:cubicBezTo>
                <a:cubicBezTo>
                  <a:pt x="693" y="927"/>
                  <a:pt x="693" y="926"/>
                  <a:pt x="693" y="926"/>
                </a:cubicBezTo>
                <a:cubicBezTo>
                  <a:pt x="692" y="925"/>
                  <a:pt x="691" y="924"/>
                  <a:pt x="689" y="923"/>
                </a:cubicBezTo>
                <a:cubicBezTo>
                  <a:pt x="688" y="923"/>
                  <a:pt x="687" y="923"/>
                  <a:pt x="687" y="922"/>
                </a:cubicBezTo>
                <a:cubicBezTo>
                  <a:pt x="687" y="922"/>
                  <a:pt x="686" y="922"/>
                  <a:pt x="686" y="922"/>
                </a:cubicBezTo>
                <a:cubicBezTo>
                  <a:pt x="686" y="922"/>
                  <a:pt x="686" y="922"/>
                  <a:pt x="685" y="922"/>
                </a:cubicBezTo>
                <a:cubicBezTo>
                  <a:pt x="685" y="921"/>
                  <a:pt x="685" y="921"/>
                  <a:pt x="685" y="921"/>
                </a:cubicBezTo>
                <a:cubicBezTo>
                  <a:pt x="686" y="921"/>
                  <a:pt x="686" y="921"/>
                  <a:pt x="686" y="920"/>
                </a:cubicBezTo>
                <a:cubicBezTo>
                  <a:pt x="688" y="920"/>
                  <a:pt x="689" y="920"/>
                  <a:pt x="690" y="921"/>
                </a:cubicBezTo>
                <a:cubicBezTo>
                  <a:pt x="691" y="921"/>
                  <a:pt x="691" y="921"/>
                  <a:pt x="691" y="921"/>
                </a:cubicBezTo>
                <a:cubicBezTo>
                  <a:pt x="692" y="921"/>
                  <a:pt x="692" y="921"/>
                  <a:pt x="693" y="922"/>
                </a:cubicBezTo>
                <a:cubicBezTo>
                  <a:pt x="694" y="922"/>
                  <a:pt x="696" y="922"/>
                  <a:pt x="697" y="922"/>
                </a:cubicBezTo>
                <a:cubicBezTo>
                  <a:pt x="698" y="923"/>
                  <a:pt x="699" y="923"/>
                  <a:pt x="700" y="924"/>
                </a:cubicBezTo>
                <a:cubicBezTo>
                  <a:pt x="701" y="924"/>
                  <a:pt x="702" y="924"/>
                  <a:pt x="702" y="925"/>
                </a:cubicBezTo>
                <a:cubicBezTo>
                  <a:pt x="702" y="925"/>
                  <a:pt x="702" y="925"/>
                  <a:pt x="702" y="925"/>
                </a:cubicBezTo>
                <a:cubicBezTo>
                  <a:pt x="703" y="925"/>
                  <a:pt x="703" y="925"/>
                  <a:pt x="703" y="926"/>
                </a:cubicBezTo>
                <a:cubicBezTo>
                  <a:pt x="704" y="926"/>
                  <a:pt x="704" y="927"/>
                  <a:pt x="705" y="927"/>
                </a:cubicBezTo>
                <a:cubicBezTo>
                  <a:pt x="705" y="927"/>
                  <a:pt x="705" y="927"/>
                  <a:pt x="705" y="927"/>
                </a:cubicBezTo>
                <a:cubicBezTo>
                  <a:pt x="706" y="928"/>
                  <a:pt x="706" y="928"/>
                  <a:pt x="707" y="928"/>
                </a:cubicBezTo>
                <a:cubicBezTo>
                  <a:pt x="707" y="928"/>
                  <a:pt x="707" y="928"/>
                  <a:pt x="707" y="928"/>
                </a:cubicBezTo>
                <a:cubicBezTo>
                  <a:pt x="707" y="928"/>
                  <a:pt x="708" y="928"/>
                  <a:pt x="708" y="928"/>
                </a:cubicBezTo>
                <a:cubicBezTo>
                  <a:pt x="709" y="928"/>
                  <a:pt x="709" y="929"/>
                  <a:pt x="709" y="929"/>
                </a:cubicBezTo>
                <a:cubicBezTo>
                  <a:pt x="709" y="930"/>
                  <a:pt x="710" y="930"/>
                  <a:pt x="710" y="931"/>
                </a:cubicBezTo>
                <a:cubicBezTo>
                  <a:pt x="710" y="931"/>
                  <a:pt x="710" y="932"/>
                  <a:pt x="710" y="932"/>
                </a:cubicBezTo>
                <a:close/>
                <a:moveTo>
                  <a:pt x="707" y="967"/>
                </a:moveTo>
                <a:cubicBezTo>
                  <a:pt x="707" y="967"/>
                  <a:pt x="707" y="967"/>
                  <a:pt x="707" y="967"/>
                </a:cubicBezTo>
                <a:cubicBezTo>
                  <a:pt x="706" y="967"/>
                  <a:pt x="705" y="967"/>
                  <a:pt x="704" y="967"/>
                </a:cubicBezTo>
                <a:cubicBezTo>
                  <a:pt x="703" y="967"/>
                  <a:pt x="702" y="967"/>
                  <a:pt x="701" y="967"/>
                </a:cubicBezTo>
                <a:cubicBezTo>
                  <a:pt x="701" y="967"/>
                  <a:pt x="700" y="967"/>
                  <a:pt x="700" y="967"/>
                </a:cubicBezTo>
                <a:cubicBezTo>
                  <a:pt x="699" y="968"/>
                  <a:pt x="697" y="968"/>
                  <a:pt x="696" y="968"/>
                </a:cubicBezTo>
                <a:cubicBezTo>
                  <a:pt x="696" y="967"/>
                  <a:pt x="696" y="967"/>
                  <a:pt x="696" y="967"/>
                </a:cubicBezTo>
                <a:cubicBezTo>
                  <a:pt x="695" y="967"/>
                  <a:pt x="695" y="967"/>
                  <a:pt x="695" y="967"/>
                </a:cubicBezTo>
                <a:cubicBezTo>
                  <a:pt x="695" y="967"/>
                  <a:pt x="694" y="967"/>
                  <a:pt x="694" y="967"/>
                </a:cubicBezTo>
                <a:cubicBezTo>
                  <a:pt x="694" y="966"/>
                  <a:pt x="693" y="966"/>
                  <a:pt x="693" y="966"/>
                </a:cubicBezTo>
                <a:cubicBezTo>
                  <a:pt x="693" y="966"/>
                  <a:pt x="692" y="966"/>
                  <a:pt x="692" y="966"/>
                </a:cubicBezTo>
                <a:cubicBezTo>
                  <a:pt x="692" y="966"/>
                  <a:pt x="692" y="967"/>
                  <a:pt x="692" y="967"/>
                </a:cubicBezTo>
                <a:cubicBezTo>
                  <a:pt x="692" y="967"/>
                  <a:pt x="692" y="967"/>
                  <a:pt x="692" y="967"/>
                </a:cubicBezTo>
                <a:cubicBezTo>
                  <a:pt x="691" y="967"/>
                  <a:pt x="691" y="967"/>
                  <a:pt x="691" y="967"/>
                </a:cubicBezTo>
                <a:cubicBezTo>
                  <a:pt x="691" y="967"/>
                  <a:pt x="691" y="966"/>
                  <a:pt x="691" y="966"/>
                </a:cubicBezTo>
                <a:cubicBezTo>
                  <a:pt x="691" y="965"/>
                  <a:pt x="691" y="965"/>
                  <a:pt x="690" y="964"/>
                </a:cubicBezTo>
                <a:cubicBezTo>
                  <a:pt x="690" y="964"/>
                  <a:pt x="689" y="964"/>
                  <a:pt x="689" y="963"/>
                </a:cubicBezTo>
                <a:cubicBezTo>
                  <a:pt x="689" y="963"/>
                  <a:pt x="689" y="963"/>
                  <a:pt x="689" y="963"/>
                </a:cubicBezTo>
                <a:cubicBezTo>
                  <a:pt x="689" y="962"/>
                  <a:pt x="689" y="962"/>
                  <a:pt x="690" y="962"/>
                </a:cubicBezTo>
                <a:cubicBezTo>
                  <a:pt x="690" y="961"/>
                  <a:pt x="690" y="960"/>
                  <a:pt x="690" y="960"/>
                </a:cubicBezTo>
                <a:cubicBezTo>
                  <a:pt x="690" y="960"/>
                  <a:pt x="689" y="959"/>
                  <a:pt x="689" y="960"/>
                </a:cubicBezTo>
                <a:cubicBezTo>
                  <a:pt x="689" y="960"/>
                  <a:pt x="688" y="960"/>
                  <a:pt x="688" y="961"/>
                </a:cubicBezTo>
                <a:cubicBezTo>
                  <a:pt x="688" y="962"/>
                  <a:pt x="687" y="962"/>
                  <a:pt x="687" y="963"/>
                </a:cubicBezTo>
                <a:cubicBezTo>
                  <a:pt x="686" y="963"/>
                  <a:pt x="686" y="964"/>
                  <a:pt x="686" y="964"/>
                </a:cubicBezTo>
                <a:cubicBezTo>
                  <a:pt x="686" y="965"/>
                  <a:pt x="686" y="965"/>
                  <a:pt x="687" y="965"/>
                </a:cubicBezTo>
                <a:cubicBezTo>
                  <a:pt x="687" y="965"/>
                  <a:pt x="688" y="965"/>
                  <a:pt x="688" y="965"/>
                </a:cubicBezTo>
                <a:cubicBezTo>
                  <a:pt x="688" y="965"/>
                  <a:pt x="688" y="965"/>
                  <a:pt x="688" y="965"/>
                </a:cubicBezTo>
                <a:cubicBezTo>
                  <a:pt x="689" y="965"/>
                  <a:pt x="689" y="965"/>
                  <a:pt x="689" y="966"/>
                </a:cubicBezTo>
                <a:cubicBezTo>
                  <a:pt x="689" y="966"/>
                  <a:pt x="688" y="966"/>
                  <a:pt x="688" y="967"/>
                </a:cubicBezTo>
                <a:cubicBezTo>
                  <a:pt x="688" y="968"/>
                  <a:pt x="688" y="968"/>
                  <a:pt x="689" y="968"/>
                </a:cubicBezTo>
                <a:cubicBezTo>
                  <a:pt x="690" y="968"/>
                  <a:pt x="691" y="968"/>
                  <a:pt x="692" y="968"/>
                </a:cubicBezTo>
                <a:cubicBezTo>
                  <a:pt x="692" y="968"/>
                  <a:pt x="692" y="968"/>
                  <a:pt x="692" y="968"/>
                </a:cubicBezTo>
                <a:cubicBezTo>
                  <a:pt x="692" y="968"/>
                  <a:pt x="692" y="969"/>
                  <a:pt x="692" y="969"/>
                </a:cubicBezTo>
                <a:cubicBezTo>
                  <a:pt x="691" y="969"/>
                  <a:pt x="691" y="969"/>
                  <a:pt x="692" y="969"/>
                </a:cubicBezTo>
                <a:cubicBezTo>
                  <a:pt x="692" y="969"/>
                  <a:pt x="692" y="969"/>
                  <a:pt x="692" y="970"/>
                </a:cubicBezTo>
                <a:cubicBezTo>
                  <a:pt x="692" y="970"/>
                  <a:pt x="692" y="970"/>
                  <a:pt x="692" y="970"/>
                </a:cubicBezTo>
                <a:cubicBezTo>
                  <a:pt x="692" y="970"/>
                  <a:pt x="692" y="970"/>
                  <a:pt x="693" y="970"/>
                </a:cubicBezTo>
                <a:cubicBezTo>
                  <a:pt x="694" y="970"/>
                  <a:pt x="695" y="971"/>
                  <a:pt x="696" y="971"/>
                </a:cubicBezTo>
                <a:cubicBezTo>
                  <a:pt x="696" y="971"/>
                  <a:pt x="696" y="971"/>
                  <a:pt x="696" y="971"/>
                </a:cubicBezTo>
                <a:cubicBezTo>
                  <a:pt x="696" y="971"/>
                  <a:pt x="697" y="971"/>
                  <a:pt x="697" y="971"/>
                </a:cubicBezTo>
                <a:cubicBezTo>
                  <a:pt x="697" y="971"/>
                  <a:pt x="697" y="971"/>
                  <a:pt x="697" y="970"/>
                </a:cubicBezTo>
                <a:cubicBezTo>
                  <a:pt x="697" y="970"/>
                  <a:pt x="697" y="970"/>
                  <a:pt x="697" y="970"/>
                </a:cubicBezTo>
                <a:cubicBezTo>
                  <a:pt x="697" y="970"/>
                  <a:pt x="697" y="970"/>
                  <a:pt x="697" y="970"/>
                </a:cubicBezTo>
                <a:cubicBezTo>
                  <a:pt x="697" y="971"/>
                  <a:pt x="698" y="971"/>
                  <a:pt x="698" y="971"/>
                </a:cubicBezTo>
                <a:cubicBezTo>
                  <a:pt x="698" y="971"/>
                  <a:pt x="698" y="971"/>
                  <a:pt x="699" y="971"/>
                </a:cubicBezTo>
                <a:cubicBezTo>
                  <a:pt x="699" y="971"/>
                  <a:pt x="699" y="971"/>
                  <a:pt x="699" y="972"/>
                </a:cubicBezTo>
                <a:cubicBezTo>
                  <a:pt x="699" y="972"/>
                  <a:pt x="699" y="972"/>
                  <a:pt x="699" y="972"/>
                </a:cubicBezTo>
                <a:cubicBezTo>
                  <a:pt x="699" y="972"/>
                  <a:pt x="698" y="972"/>
                  <a:pt x="698" y="972"/>
                </a:cubicBezTo>
                <a:cubicBezTo>
                  <a:pt x="698" y="972"/>
                  <a:pt x="699" y="972"/>
                  <a:pt x="699" y="972"/>
                </a:cubicBezTo>
                <a:cubicBezTo>
                  <a:pt x="699" y="973"/>
                  <a:pt x="700" y="974"/>
                  <a:pt x="701" y="974"/>
                </a:cubicBezTo>
                <a:cubicBezTo>
                  <a:pt x="701" y="974"/>
                  <a:pt x="702" y="974"/>
                  <a:pt x="703" y="973"/>
                </a:cubicBezTo>
                <a:cubicBezTo>
                  <a:pt x="703" y="973"/>
                  <a:pt x="703" y="973"/>
                  <a:pt x="702" y="973"/>
                </a:cubicBezTo>
                <a:cubicBezTo>
                  <a:pt x="703" y="972"/>
                  <a:pt x="703" y="972"/>
                  <a:pt x="703" y="972"/>
                </a:cubicBezTo>
                <a:cubicBezTo>
                  <a:pt x="703" y="971"/>
                  <a:pt x="703" y="971"/>
                  <a:pt x="703" y="971"/>
                </a:cubicBezTo>
                <a:cubicBezTo>
                  <a:pt x="702" y="971"/>
                  <a:pt x="703" y="971"/>
                  <a:pt x="703" y="970"/>
                </a:cubicBezTo>
                <a:cubicBezTo>
                  <a:pt x="703" y="970"/>
                  <a:pt x="702" y="970"/>
                  <a:pt x="703" y="970"/>
                </a:cubicBezTo>
                <a:cubicBezTo>
                  <a:pt x="704" y="971"/>
                  <a:pt x="704" y="970"/>
                  <a:pt x="704" y="969"/>
                </a:cubicBezTo>
                <a:cubicBezTo>
                  <a:pt x="704" y="969"/>
                  <a:pt x="705" y="968"/>
                  <a:pt x="705" y="968"/>
                </a:cubicBezTo>
                <a:cubicBezTo>
                  <a:pt x="706" y="969"/>
                  <a:pt x="706" y="968"/>
                  <a:pt x="707" y="968"/>
                </a:cubicBezTo>
                <a:cubicBezTo>
                  <a:pt x="707" y="968"/>
                  <a:pt x="707" y="968"/>
                  <a:pt x="707" y="968"/>
                </a:cubicBezTo>
                <a:cubicBezTo>
                  <a:pt x="707" y="967"/>
                  <a:pt x="707" y="967"/>
                  <a:pt x="707" y="967"/>
                </a:cubicBezTo>
                <a:close/>
                <a:moveTo>
                  <a:pt x="651" y="753"/>
                </a:moveTo>
                <a:cubicBezTo>
                  <a:pt x="651" y="753"/>
                  <a:pt x="651" y="752"/>
                  <a:pt x="651" y="752"/>
                </a:cubicBezTo>
                <a:cubicBezTo>
                  <a:pt x="652" y="752"/>
                  <a:pt x="652" y="752"/>
                  <a:pt x="653" y="752"/>
                </a:cubicBezTo>
                <a:cubicBezTo>
                  <a:pt x="653" y="752"/>
                  <a:pt x="653" y="752"/>
                  <a:pt x="653" y="752"/>
                </a:cubicBezTo>
                <a:cubicBezTo>
                  <a:pt x="654" y="752"/>
                  <a:pt x="654" y="752"/>
                  <a:pt x="654" y="752"/>
                </a:cubicBezTo>
                <a:cubicBezTo>
                  <a:pt x="654" y="753"/>
                  <a:pt x="654" y="753"/>
                  <a:pt x="655" y="754"/>
                </a:cubicBezTo>
                <a:cubicBezTo>
                  <a:pt x="655" y="754"/>
                  <a:pt x="655" y="754"/>
                  <a:pt x="655" y="754"/>
                </a:cubicBezTo>
                <a:cubicBezTo>
                  <a:pt x="655" y="754"/>
                  <a:pt x="655" y="755"/>
                  <a:pt x="655" y="755"/>
                </a:cubicBezTo>
                <a:cubicBezTo>
                  <a:pt x="655" y="755"/>
                  <a:pt x="655" y="755"/>
                  <a:pt x="654" y="756"/>
                </a:cubicBezTo>
                <a:cubicBezTo>
                  <a:pt x="654" y="756"/>
                  <a:pt x="654" y="756"/>
                  <a:pt x="654" y="757"/>
                </a:cubicBezTo>
                <a:cubicBezTo>
                  <a:pt x="654" y="757"/>
                  <a:pt x="654" y="757"/>
                  <a:pt x="654" y="757"/>
                </a:cubicBezTo>
                <a:cubicBezTo>
                  <a:pt x="654" y="757"/>
                  <a:pt x="654" y="757"/>
                  <a:pt x="654" y="757"/>
                </a:cubicBezTo>
                <a:cubicBezTo>
                  <a:pt x="654" y="757"/>
                  <a:pt x="653" y="757"/>
                  <a:pt x="653" y="757"/>
                </a:cubicBezTo>
                <a:cubicBezTo>
                  <a:pt x="653" y="757"/>
                  <a:pt x="652" y="757"/>
                  <a:pt x="652" y="758"/>
                </a:cubicBezTo>
                <a:cubicBezTo>
                  <a:pt x="652" y="758"/>
                  <a:pt x="652" y="758"/>
                  <a:pt x="651" y="758"/>
                </a:cubicBezTo>
                <a:cubicBezTo>
                  <a:pt x="651" y="759"/>
                  <a:pt x="651" y="759"/>
                  <a:pt x="651" y="759"/>
                </a:cubicBezTo>
                <a:cubicBezTo>
                  <a:pt x="651" y="759"/>
                  <a:pt x="650" y="759"/>
                  <a:pt x="650" y="759"/>
                </a:cubicBezTo>
                <a:cubicBezTo>
                  <a:pt x="650" y="758"/>
                  <a:pt x="650" y="758"/>
                  <a:pt x="650" y="757"/>
                </a:cubicBezTo>
                <a:cubicBezTo>
                  <a:pt x="650" y="757"/>
                  <a:pt x="650" y="757"/>
                  <a:pt x="650" y="757"/>
                </a:cubicBezTo>
                <a:cubicBezTo>
                  <a:pt x="650" y="756"/>
                  <a:pt x="650" y="756"/>
                  <a:pt x="650" y="755"/>
                </a:cubicBezTo>
                <a:cubicBezTo>
                  <a:pt x="651" y="755"/>
                  <a:pt x="651" y="755"/>
                  <a:pt x="651" y="754"/>
                </a:cubicBezTo>
                <a:cubicBezTo>
                  <a:pt x="651" y="754"/>
                  <a:pt x="651" y="753"/>
                  <a:pt x="651" y="753"/>
                </a:cubicBezTo>
                <a:close/>
                <a:moveTo>
                  <a:pt x="684" y="754"/>
                </a:moveTo>
                <a:cubicBezTo>
                  <a:pt x="684" y="754"/>
                  <a:pt x="684" y="754"/>
                  <a:pt x="684" y="754"/>
                </a:cubicBezTo>
                <a:cubicBezTo>
                  <a:pt x="684" y="755"/>
                  <a:pt x="685" y="755"/>
                  <a:pt x="685" y="756"/>
                </a:cubicBezTo>
                <a:cubicBezTo>
                  <a:pt x="685" y="756"/>
                  <a:pt x="685" y="757"/>
                  <a:pt x="685" y="757"/>
                </a:cubicBezTo>
                <a:cubicBezTo>
                  <a:pt x="685" y="757"/>
                  <a:pt x="685" y="757"/>
                  <a:pt x="684" y="757"/>
                </a:cubicBezTo>
                <a:cubicBezTo>
                  <a:pt x="684" y="757"/>
                  <a:pt x="684" y="757"/>
                  <a:pt x="684" y="757"/>
                </a:cubicBezTo>
                <a:cubicBezTo>
                  <a:pt x="684" y="756"/>
                  <a:pt x="683" y="756"/>
                  <a:pt x="683" y="756"/>
                </a:cubicBezTo>
                <a:cubicBezTo>
                  <a:pt x="683" y="756"/>
                  <a:pt x="682" y="755"/>
                  <a:pt x="682" y="755"/>
                </a:cubicBezTo>
                <a:cubicBezTo>
                  <a:pt x="682" y="755"/>
                  <a:pt x="682" y="755"/>
                  <a:pt x="682" y="755"/>
                </a:cubicBezTo>
                <a:cubicBezTo>
                  <a:pt x="682" y="755"/>
                  <a:pt x="682" y="754"/>
                  <a:pt x="681" y="754"/>
                </a:cubicBezTo>
                <a:cubicBezTo>
                  <a:pt x="681" y="754"/>
                  <a:pt x="681" y="754"/>
                  <a:pt x="681" y="754"/>
                </a:cubicBezTo>
                <a:cubicBezTo>
                  <a:pt x="682" y="754"/>
                  <a:pt x="682" y="754"/>
                  <a:pt x="682" y="754"/>
                </a:cubicBezTo>
                <a:cubicBezTo>
                  <a:pt x="682" y="754"/>
                  <a:pt x="682" y="754"/>
                  <a:pt x="682" y="754"/>
                </a:cubicBezTo>
                <a:cubicBezTo>
                  <a:pt x="683" y="754"/>
                  <a:pt x="683" y="754"/>
                  <a:pt x="683" y="754"/>
                </a:cubicBezTo>
                <a:cubicBezTo>
                  <a:pt x="683" y="754"/>
                  <a:pt x="684" y="754"/>
                  <a:pt x="684" y="754"/>
                </a:cubicBezTo>
                <a:close/>
                <a:moveTo>
                  <a:pt x="528" y="877"/>
                </a:moveTo>
                <a:cubicBezTo>
                  <a:pt x="528" y="876"/>
                  <a:pt x="528" y="876"/>
                  <a:pt x="528" y="876"/>
                </a:cubicBezTo>
                <a:cubicBezTo>
                  <a:pt x="528" y="876"/>
                  <a:pt x="528" y="876"/>
                  <a:pt x="528" y="876"/>
                </a:cubicBezTo>
                <a:cubicBezTo>
                  <a:pt x="529" y="875"/>
                  <a:pt x="529" y="875"/>
                  <a:pt x="529" y="874"/>
                </a:cubicBezTo>
                <a:cubicBezTo>
                  <a:pt x="530" y="874"/>
                  <a:pt x="532" y="873"/>
                  <a:pt x="533" y="873"/>
                </a:cubicBezTo>
                <a:cubicBezTo>
                  <a:pt x="534" y="873"/>
                  <a:pt x="535" y="873"/>
                  <a:pt x="536" y="873"/>
                </a:cubicBezTo>
                <a:cubicBezTo>
                  <a:pt x="537" y="874"/>
                  <a:pt x="538" y="874"/>
                  <a:pt x="538" y="875"/>
                </a:cubicBezTo>
                <a:cubicBezTo>
                  <a:pt x="539" y="875"/>
                  <a:pt x="539" y="876"/>
                  <a:pt x="540" y="877"/>
                </a:cubicBezTo>
                <a:cubicBezTo>
                  <a:pt x="540" y="878"/>
                  <a:pt x="541" y="880"/>
                  <a:pt x="540" y="881"/>
                </a:cubicBezTo>
                <a:cubicBezTo>
                  <a:pt x="540" y="881"/>
                  <a:pt x="540" y="881"/>
                  <a:pt x="540" y="881"/>
                </a:cubicBezTo>
                <a:cubicBezTo>
                  <a:pt x="540" y="881"/>
                  <a:pt x="540" y="881"/>
                  <a:pt x="540" y="881"/>
                </a:cubicBezTo>
                <a:cubicBezTo>
                  <a:pt x="539" y="881"/>
                  <a:pt x="539" y="881"/>
                  <a:pt x="538" y="881"/>
                </a:cubicBezTo>
                <a:cubicBezTo>
                  <a:pt x="537" y="880"/>
                  <a:pt x="536" y="880"/>
                  <a:pt x="536" y="879"/>
                </a:cubicBezTo>
                <a:cubicBezTo>
                  <a:pt x="535" y="879"/>
                  <a:pt x="534" y="879"/>
                  <a:pt x="534" y="879"/>
                </a:cubicBezTo>
                <a:cubicBezTo>
                  <a:pt x="533" y="878"/>
                  <a:pt x="532" y="878"/>
                  <a:pt x="532" y="878"/>
                </a:cubicBezTo>
                <a:cubicBezTo>
                  <a:pt x="531" y="878"/>
                  <a:pt x="530" y="878"/>
                  <a:pt x="529" y="877"/>
                </a:cubicBezTo>
                <a:cubicBezTo>
                  <a:pt x="529" y="877"/>
                  <a:pt x="528" y="877"/>
                  <a:pt x="528" y="877"/>
                </a:cubicBezTo>
                <a:close/>
                <a:moveTo>
                  <a:pt x="553" y="890"/>
                </a:moveTo>
                <a:cubicBezTo>
                  <a:pt x="553" y="891"/>
                  <a:pt x="552" y="891"/>
                  <a:pt x="552" y="891"/>
                </a:cubicBezTo>
                <a:cubicBezTo>
                  <a:pt x="552" y="891"/>
                  <a:pt x="552" y="891"/>
                  <a:pt x="552" y="891"/>
                </a:cubicBezTo>
                <a:cubicBezTo>
                  <a:pt x="552" y="892"/>
                  <a:pt x="552" y="892"/>
                  <a:pt x="552" y="892"/>
                </a:cubicBezTo>
                <a:cubicBezTo>
                  <a:pt x="552" y="892"/>
                  <a:pt x="552" y="892"/>
                  <a:pt x="552" y="892"/>
                </a:cubicBezTo>
                <a:cubicBezTo>
                  <a:pt x="552" y="892"/>
                  <a:pt x="552" y="892"/>
                  <a:pt x="552" y="892"/>
                </a:cubicBezTo>
                <a:cubicBezTo>
                  <a:pt x="551" y="892"/>
                  <a:pt x="550" y="892"/>
                  <a:pt x="550" y="892"/>
                </a:cubicBezTo>
                <a:cubicBezTo>
                  <a:pt x="550" y="892"/>
                  <a:pt x="550" y="892"/>
                  <a:pt x="550" y="892"/>
                </a:cubicBezTo>
                <a:cubicBezTo>
                  <a:pt x="550" y="892"/>
                  <a:pt x="550" y="892"/>
                  <a:pt x="550" y="892"/>
                </a:cubicBezTo>
                <a:cubicBezTo>
                  <a:pt x="550" y="892"/>
                  <a:pt x="549" y="892"/>
                  <a:pt x="549" y="891"/>
                </a:cubicBezTo>
                <a:cubicBezTo>
                  <a:pt x="549" y="891"/>
                  <a:pt x="549" y="891"/>
                  <a:pt x="549" y="891"/>
                </a:cubicBezTo>
                <a:cubicBezTo>
                  <a:pt x="549" y="891"/>
                  <a:pt x="549" y="891"/>
                  <a:pt x="549" y="891"/>
                </a:cubicBezTo>
                <a:cubicBezTo>
                  <a:pt x="550" y="891"/>
                  <a:pt x="550" y="891"/>
                  <a:pt x="550" y="891"/>
                </a:cubicBezTo>
                <a:cubicBezTo>
                  <a:pt x="550" y="891"/>
                  <a:pt x="550" y="891"/>
                  <a:pt x="550" y="891"/>
                </a:cubicBezTo>
                <a:cubicBezTo>
                  <a:pt x="551" y="891"/>
                  <a:pt x="551" y="891"/>
                  <a:pt x="551" y="890"/>
                </a:cubicBezTo>
                <a:cubicBezTo>
                  <a:pt x="551" y="890"/>
                  <a:pt x="552" y="890"/>
                  <a:pt x="552" y="890"/>
                </a:cubicBezTo>
                <a:cubicBezTo>
                  <a:pt x="552" y="890"/>
                  <a:pt x="552" y="890"/>
                  <a:pt x="552" y="890"/>
                </a:cubicBezTo>
                <a:cubicBezTo>
                  <a:pt x="552" y="890"/>
                  <a:pt x="552" y="890"/>
                  <a:pt x="552" y="890"/>
                </a:cubicBezTo>
                <a:cubicBezTo>
                  <a:pt x="553" y="890"/>
                  <a:pt x="553" y="890"/>
                  <a:pt x="553" y="890"/>
                </a:cubicBezTo>
                <a:close/>
                <a:moveTo>
                  <a:pt x="323" y="584"/>
                </a:moveTo>
                <a:cubicBezTo>
                  <a:pt x="323" y="584"/>
                  <a:pt x="323" y="584"/>
                  <a:pt x="323" y="584"/>
                </a:cubicBezTo>
                <a:cubicBezTo>
                  <a:pt x="323" y="584"/>
                  <a:pt x="323" y="584"/>
                  <a:pt x="324" y="584"/>
                </a:cubicBezTo>
                <a:cubicBezTo>
                  <a:pt x="324" y="584"/>
                  <a:pt x="325" y="584"/>
                  <a:pt x="325" y="584"/>
                </a:cubicBezTo>
                <a:cubicBezTo>
                  <a:pt x="326" y="584"/>
                  <a:pt x="326" y="584"/>
                  <a:pt x="326" y="584"/>
                </a:cubicBezTo>
                <a:cubicBezTo>
                  <a:pt x="326" y="584"/>
                  <a:pt x="327" y="584"/>
                  <a:pt x="327" y="585"/>
                </a:cubicBezTo>
                <a:cubicBezTo>
                  <a:pt x="327" y="585"/>
                  <a:pt x="327" y="585"/>
                  <a:pt x="327" y="585"/>
                </a:cubicBezTo>
                <a:cubicBezTo>
                  <a:pt x="328" y="585"/>
                  <a:pt x="328" y="586"/>
                  <a:pt x="328" y="586"/>
                </a:cubicBezTo>
                <a:cubicBezTo>
                  <a:pt x="328" y="586"/>
                  <a:pt x="328" y="586"/>
                  <a:pt x="328" y="586"/>
                </a:cubicBezTo>
                <a:cubicBezTo>
                  <a:pt x="328" y="586"/>
                  <a:pt x="328" y="586"/>
                  <a:pt x="328" y="586"/>
                </a:cubicBezTo>
                <a:cubicBezTo>
                  <a:pt x="328" y="587"/>
                  <a:pt x="328" y="587"/>
                  <a:pt x="328" y="587"/>
                </a:cubicBezTo>
                <a:cubicBezTo>
                  <a:pt x="328" y="587"/>
                  <a:pt x="328" y="587"/>
                  <a:pt x="328" y="587"/>
                </a:cubicBezTo>
                <a:cubicBezTo>
                  <a:pt x="328" y="588"/>
                  <a:pt x="328" y="588"/>
                  <a:pt x="328" y="588"/>
                </a:cubicBezTo>
                <a:cubicBezTo>
                  <a:pt x="327" y="588"/>
                  <a:pt x="327" y="588"/>
                  <a:pt x="327" y="588"/>
                </a:cubicBezTo>
                <a:cubicBezTo>
                  <a:pt x="327" y="588"/>
                  <a:pt x="326" y="588"/>
                  <a:pt x="326" y="588"/>
                </a:cubicBezTo>
                <a:cubicBezTo>
                  <a:pt x="326" y="588"/>
                  <a:pt x="325" y="588"/>
                  <a:pt x="325" y="588"/>
                </a:cubicBezTo>
                <a:cubicBezTo>
                  <a:pt x="325" y="588"/>
                  <a:pt x="325" y="588"/>
                  <a:pt x="325" y="588"/>
                </a:cubicBezTo>
                <a:cubicBezTo>
                  <a:pt x="324" y="587"/>
                  <a:pt x="324" y="587"/>
                  <a:pt x="323" y="586"/>
                </a:cubicBezTo>
                <a:cubicBezTo>
                  <a:pt x="323" y="586"/>
                  <a:pt x="323" y="586"/>
                  <a:pt x="322" y="586"/>
                </a:cubicBezTo>
                <a:cubicBezTo>
                  <a:pt x="322" y="586"/>
                  <a:pt x="322" y="585"/>
                  <a:pt x="322" y="585"/>
                </a:cubicBezTo>
                <a:cubicBezTo>
                  <a:pt x="322" y="585"/>
                  <a:pt x="322" y="585"/>
                  <a:pt x="323" y="585"/>
                </a:cubicBezTo>
                <a:cubicBezTo>
                  <a:pt x="323" y="585"/>
                  <a:pt x="322" y="585"/>
                  <a:pt x="323" y="584"/>
                </a:cubicBezTo>
                <a:close/>
                <a:moveTo>
                  <a:pt x="297" y="621"/>
                </a:moveTo>
                <a:cubicBezTo>
                  <a:pt x="297" y="621"/>
                  <a:pt x="298" y="620"/>
                  <a:pt x="298" y="621"/>
                </a:cubicBezTo>
                <a:cubicBezTo>
                  <a:pt x="298" y="621"/>
                  <a:pt x="298" y="621"/>
                  <a:pt x="298" y="621"/>
                </a:cubicBezTo>
                <a:cubicBezTo>
                  <a:pt x="298" y="622"/>
                  <a:pt x="298" y="622"/>
                  <a:pt x="298" y="622"/>
                </a:cubicBezTo>
                <a:cubicBezTo>
                  <a:pt x="298" y="622"/>
                  <a:pt x="299" y="622"/>
                  <a:pt x="299" y="622"/>
                </a:cubicBezTo>
                <a:cubicBezTo>
                  <a:pt x="299" y="622"/>
                  <a:pt x="299" y="622"/>
                  <a:pt x="299" y="622"/>
                </a:cubicBezTo>
                <a:cubicBezTo>
                  <a:pt x="299" y="622"/>
                  <a:pt x="299" y="622"/>
                  <a:pt x="299" y="622"/>
                </a:cubicBezTo>
                <a:cubicBezTo>
                  <a:pt x="299" y="621"/>
                  <a:pt x="300" y="621"/>
                  <a:pt x="299" y="621"/>
                </a:cubicBezTo>
                <a:cubicBezTo>
                  <a:pt x="299" y="621"/>
                  <a:pt x="299" y="621"/>
                  <a:pt x="299" y="621"/>
                </a:cubicBezTo>
                <a:cubicBezTo>
                  <a:pt x="299" y="621"/>
                  <a:pt x="299" y="621"/>
                  <a:pt x="299" y="621"/>
                </a:cubicBezTo>
                <a:cubicBezTo>
                  <a:pt x="299" y="621"/>
                  <a:pt x="299" y="620"/>
                  <a:pt x="299" y="620"/>
                </a:cubicBezTo>
                <a:cubicBezTo>
                  <a:pt x="299" y="620"/>
                  <a:pt x="299" y="620"/>
                  <a:pt x="299" y="620"/>
                </a:cubicBezTo>
                <a:cubicBezTo>
                  <a:pt x="299" y="620"/>
                  <a:pt x="299" y="620"/>
                  <a:pt x="299" y="620"/>
                </a:cubicBezTo>
                <a:cubicBezTo>
                  <a:pt x="300" y="620"/>
                  <a:pt x="300" y="620"/>
                  <a:pt x="300" y="620"/>
                </a:cubicBezTo>
                <a:cubicBezTo>
                  <a:pt x="300" y="620"/>
                  <a:pt x="300" y="620"/>
                  <a:pt x="300" y="620"/>
                </a:cubicBezTo>
                <a:cubicBezTo>
                  <a:pt x="300" y="621"/>
                  <a:pt x="300" y="621"/>
                  <a:pt x="300" y="621"/>
                </a:cubicBezTo>
                <a:cubicBezTo>
                  <a:pt x="300" y="621"/>
                  <a:pt x="300" y="621"/>
                  <a:pt x="300" y="621"/>
                </a:cubicBezTo>
                <a:cubicBezTo>
                  <a:pt x="300" y="621"/>
                  <a:pt x="300" y="622"/>
                  <a:pt x="300" y="622"/>
                </a:cubicBezTo>
                <a:cubicBezTo>
                  <a:pt x="300" y="623"/>
                  <a:pt x="300" y="623"/>
                  <a:pt x="300" y="623"/>
                </a:cubicBezTo>
                <a:cubicBezTo>
                  <a:pt x="300" y="623"/>
                  <a:pt x="299" y="623"/>
                  <a:pt x="299" y="623"/>
                </a:cubicBezTo>
                <a:cubicBezTo>
                  <a:pt x="299" y="623"/>
                  <a:pt x="299" y="623"/>
                  <a:pt x="299" y="623"/>
                </a:cubicBezTo>
                <a:cubicBezTo>
                  <a:pt x="299" y="623"/>
                  <a:pt x="299" y="623"/>
                  <a:pt x="299" y="623"/>
                </a:cubicBezTo>
                <a:cubicBezTo>
                  <a:pt x="299" y="623"/>
                  <a:pt x="299" y="623"/>
                  <a:pt x="299" y="623"/>
                </a:cubicBezTo>
                <a:cubicBezTo>
                  <a:pt x="299" y="623"/>
                  <a:pt x="298" y="623"/>
                  <a:pt x="298" y="623"/>
                </a:cubicBezTo>
                <a:cubicBezTo>
                  <a:pt x="298" y="623"/>
                  <a:pt x="298" y="623"/>
                  <a:pt x="298" y="622"/>
                </a:cubicBezTo>
                <a:cubicBezTo>
                  <a:pt x="298" y="622"/>
                  <a:pt x="298" y="622"/>
                  <a:pt x="298" y="622"/>
                </a:cubicBezTo>
                <a:cubicBezTo>
                  <a:pt x="298" y="622"/>
                  <a:pt x="298" y="622"/>
                  <a:pt x="298" y="622"/>
                </a:cubicBezTo>
                <a:cubicBezTo>
                  <a:pt x="298" y="622"/>
                  <a:pt x="298" y="622"/>
                  <a:pt x="298" y="623"/>
                </a:cubicBezTo>
                <a:cubicBezTo>
                  <a:pt x="298" y="623"/>
                  <a:pt x="298" y="623"/>
                  <a:pt x="298" y="624"/>
                </a:cubicBezTo>
                <a:cubicBezTo>
                  <a:pt x="297" y="624"/>
                  <a:pt x="297" y="624"/>
                  <a:pt x="297" y="624"/>
                </a:cubicBezTo>
                <a:cubicBezTo>
                  <a:pt x="297" y="624"/>
                  <a:pt x="297" y="624"/>
                  <a:pt x="297" y="623"/>
                </a:cubicBezTo>
                <a:cubicBezTo>
                  <a:pt x="297" y="623"/>
                  <a:pt x="297" y="623"/>
                  <a:pt x="297" y="623"/>
                </a:cubicBezTo>
                <a:cubicBezTo>
                  <a:pt x="297" y="623"/>
                  <a:pt x="297" y="623"/>
                  <a:pt x="297" y="623"/>
                </a:cubicBezTo>
                <a:cubicBezTo>
                  <a:pt x="297" y="623"/>
                  <a:pt x="297" y="622"/>
                  <a:pt x="297" y="622"/>
                </a:cubicBezTo>
                <a:cubicBezTo>
                  <a:pt x="297" y="621"/>
                  <a:pt x="297" y="621"/>
                  <a:pt x="297" y="621"/>
                </a:cubicBezTo>
                <a:cubicBezTo>
                  <a:pt x="297" y="621"/>
                  <a:pt x="297" y="621"/>
                  <a:pt x="297" y="621"/>
                </a:cubicBezTo>
                <a:close/>
                <a:moveTo>
                  <a:pt x="297" y="612"/>
                </a:moveTo>
                <a:cubicBezTo>
                  <a:pt x="297" y="612"/>
                  <a:pt x="297" y="612"/>
                  <a:pt x="297" y="613"/>
                </a:cubicBezTo>
                <a:cubicBezTo>
                  <a:pt x="296" y="613"/>
                  <a:pt x="297" y="613"/>
                  <a:pt x="297" y="613"/>
                </a:cubicBezTo>
                <a:cubicBezTo>
                  <a:pt x="297" y="613"/>
                  <a:pt x="297" y="614"/>
                  <a:pt x="297" y="614"/>
                </a:cubicBezTo>
                <a:cubicBezTo>
                  <a:pt x="297" y="614"/>
                  <a:pt x="297" y="614"/>
                  <a:pt x="297" y="614"/>
                </a:cubicBezTo>
                <a:cubicBezTo>
                  <a:pt x="296" y="614"/>
                  <a:pt x="296" y="614"/>
                  <a:pt x="296" y="614"/>
                </a:cubicBezTo>
                <a:cubicBezTo>
                  <a:pt x="296" y="613"/>
                  <a:pt x="296" y="613"/>
                  <a:pt x="296" y="613"/>
                </a:cubicBezTo>
                <a:cubicBezTo>
                  <a:pt x="296" y="613"/>
                  <a:pt x="296" y="613"/>
                  <a:pt x="296" y="613"/>
                </a:cubicBezTo>
                <a:cubicBezTo>
                  <a:pt x="295" y="613"/>
                  <a:pt x="296" y="612"/>
                  <a:pt x="296" y="612"/>
                </a:cubicBezTo>
                <a:cubicBezTo>
                  <a:pt x="296" y="612"/>
                  <a:pt x="296" y="612"/>
                  <a:pt x="296" y="612"/>
                </a:cubicBezTo>
                <a:cubicBezTo>
                  <a:pt x="296" y="612"/>
                  <a:pt x="296" y="612"/>
                  <a:pt x="296" y="612"/>
                </a:cubicBezTo>
                <a:cubicBezTo>
                  <a:pt x="296" y="612"/>
                  <a:pt x="296" y="612"/>
                  <a:pt x="296" y="612"/>
                </a:cubicBezTo>
                <a:cubicBezTo>
                  <a:pt x="296" y="612"/>
                  <a:pt x="296" y="612"/>
                  <a:pt x="296" y="611"/>
                </a:cubicBezTo>
                <a:cubicBezTo>
                  <a:pt x="296" y="611"/>
                  <a:pt x="296" y="611"/>
                  <a:pt x="296" y="611"/>
                </a:cubicBezTo>
                <a:cubicBezTo>
                  <a:pt x="296" y="611"/>
                  <a:pt x="296" y="611"/>
                  <a:pt x="296" y="611"/>
                </a:cubicBezTo>
                <a:cubicBezTo>
                  <a:pt x="296" y="611"/>
                  <a:pt x="296" y="611"/>
                  <a:pt x="296" y="611"/>
                </a:cubicBezTo>
                <a:cubicBezTo>
                  <a:pt x="296" y="611"/>
                  <a:pt x="296" y="611"/>
                  <a:pt x="297" y="611"/>
                </a:cubicBezTo>
                <a:cubicBezTo>
                  <a:pt x="297" y="611"/>
                  <a:pt x="297" y="610"/>
                  <a:pt x="297" y="610"/>
                </a:cubicBezTo>
                <a:cubicBezTo>
                  <a:pt x="297" y="611"/>
                  <a:pt x="297" y="611"/>
                  <a:pt x="297" y="611"/>
                </a:cubicBezTo>
                <a:cubicBezTo>
                  <a:pt x="297" y="611"/>
                  <a:pt x="297" y="612"/>
                  <a:pt x="297" y="612"/>
                </a:cubicBezTo>
                <a:cubicBezTo>
                  <a:pt x="297" y="612"/>
                  <a:pt x="297" y="612"/>
                  <a:pt x="297" y="612"/>
                </a:cubicBezTo>
                <a:close/>
                <a:moveTo>
                  <a:pt x="296" y="606"/>
                </a:moveTo>
                <a:cubicBezTo>
                  <a:pt x="296" y="607"/>
                  <a:pt x="296" y="607"/>
                  <a:pt x="296" y="607"/>
                </a:cubicBezTo>
                <a:cubicBezTo>
                  <a:pt x="296" y="608"/>
                  <a:pt x="297" y="608"/>
                  <a:pt x="297" y="608"/>
                </a:cubicBezTo>
                <a:cubicBezTo>
                  <a:pt x="297" y="608"/>
                  <a:pt x="297" y="608"/>
                  <a:pt x="297" y="608"/>
                </a:cubicBezTo>
                <a:cubicBezTo>
                  <a:pt x="297" y="608"/>
                  <a:pt x="297" y="608"/>
                  <a:pt x="297" y="608"/>
                </a:cubicBezTo>
                <a:cubicBezTo>
                  <a:pt x="297" y="608"/>
                  <a:pt x="296" y="608"/>
                  <a:pt x="296" y="608"/>
                </a:cubicBezTo>
                <a:cubicBezTo>
                  <a:pt x="296" y="608"/>
                  <a:pt x="296" y="609"/>
                  <a:pt x="296" y="609"/>
                </a:cubicBezTo>
                <a:cubicBezTo>
                  <a:pt x="296" y="609"/>
                  <a:pt x="296" y="609"/>
                  <a:pt x="296" y="609"/>
                </a:cubicBezTo>
                <a:cubicBezTo>
                  <a:pt x="296" y="609"/>
                  <a:pt x="296" y="609"/>
                  <a:pt x="296" y="609"/>
                </a:cubicBezTo>
                <a:cubicBezTo>
                  <a:pt x="296" y="609"/>
                  <a:pt x="296" y="609"/>
                  <a:pt x="296" y="609"/>
                </a:cubicBezTo>
                <a:cubicBezTo>
                  <a:pt x="296" y="609"/>
                  <a:pt x="296" y="609"/>
                  <a:pt x="296" y="610"/>
                </a:cubicBezTo>
                <a:cubicBezTo>
                  <a:pt x="296" y="610"/>
                  <a:pt x="296" y="610"/>
                  <a:pt x="296" y="610"/>
                </a:cubicBezTo>
                <a:cubicBezTo>
                  <a:pt x="296" y="610"/>
                  <a:pt x="295" y="610"/>
                  <a:pt x="295" y="611"/>
                </a:cubicBezTo>
                <a:cubicBezTo>
                  <a:pt x="295" y="611"/>
                  <a:pt x="295" y="611"/>
                  <a:pt x="295" y="611"/>
                </a:cubicBezTo>
                <a:cubicBezTo>
                  <a:pt x="295" y="611"/>
                  <a:pt x="295" y="611"/>
                  <a:pt x="295" y="611"/>
                </a:cubicBezTo>
                <a:cubicBezTo>
                  <a:pt x="294" y="611"/>
                  <a:pt x="294" y="611"/>
                  <a:pt x="294" y="611"/>
                </a:cubicBezTo>
                <a:cubicBezTo>
                  <a:pt x="294" y="611"/>
                  <a:pt x="294" y="611"/>
                  <a:pt x="294" y="611"/>
                </a:cubicBezTo>
                <a:cubicBezTo>
                  <a:pt x="294" y="610"/>
                  <a:pt x="294" y="610"/>
                  <a:pt x="294" y="610"/>
                </a:cubicBezTo>
                <a:cubicBezTo>
                  <a:pt x="294" y="610"/>
                  <a:pt x="294" y="610"/>
                  <a:pt x="294" y="610"/>
                </a:cubicBezTo>
                <a:cubicBezTo>
                  <a:pt x="295" y="610"/>
                  <a:pt x="295" y="610"/>
                  <a:pt x="295" y="609"/>
                </a:cubicBezTo>
                <a:cubicBezTo>
                  <a:pt x="295" y="609"/>
                  <a:pt x="295" y="609"/>
                  <a:pt x="295" y="609"/>
                </a:cubicBezTo>
                <a:cubicBezTo>
                  <a:pt x="295" y="609"/>
                  <a:pt x="295" y="609"/>
                  <a:pt x="295" y="609"/>
                </a:cubicBezTo>
                <a:cubicBezTo>
                  <a:pt x="295" y="609"/>
                  <a:pt x="295" y="609"/>
                  <a:pt x="295" y="609"/>
                </a:cubicBezTo>
                <a:cubicBezTo>
                  <a:pt x="295" y="609"/>
                  <a:pt x="295" y="609"/>
                  <a:pt x="295" y="608"/>
                </a:cubicBezTo>
                <a:cubicBezTo>
                  <a:pt x="295" y="608"/>
                  <a:pt x="295" y="608"/>
                  <a:pt x="295" y="608"/>
                </a:cubicBezTo>
                <a:cubicBezTo>
                  <a:pt x="295" y="607"/>
                  <a:pt x="295" y="607"/>
                  <a:pt x="295" y="606"/>
                </a:cubicBezTo>
                <a:cubicBezTo>
                  <a:pt x="295" y="606"/>
                  <a:pt x="295" y="606"/>
                  <a:pt x="295" y="606"/>
                </a:cubicBezTo>
                <a:cubicBezTo>
                  <a:pt x="295" y="606"/>
                  <a:pt x="296" y="606"/>
                  <a:pt x="296" y="606"/>
                </a:cubicBezTo>
                <a:cubicBezTo>
                  <a:pt x="296" y="606"/>
                  <a:pt x="296" y="606"/>
                  <a:pt x="296" y="606"/>
                </a:cubicBezTo>
                <a:close/>
                <a:moveTo>
                  <a:pt x="292" y="610"/>
                </a:moveTo>
                <a:cubicBezTo>
                  <a:pt x="292" y="610"/>
                  <a:pt x="292" y="610"/>
                  <a:pt x="292" y="610"/>
                </a:cubicBezTo>
                <a:cubicBezTo>
                  <a:pt x="292" y="609"/>
                  <a:pt x="292" y="609"/>
                  <a:pt x="292" y="609"/>
                </a:cubicBezTo>
                <a:cubicBezTo>
                  <a:pt x="292" y="609"/>
                  <a:pt x="292" y="609"/>
                  <a:pt x="292" y="609"/>
                </a:cubicBezTo>
                <a:cubicBezTo>
                  <a:pt x="292" y="608"/>
                  <a:pt x="292" y="608"/>
                  <a:pt x="292" y="608"/>
                </a:cubicBezTo>
                <a:cubicBezTo>
                  <a:pt x="292" y="608"/>
                  <a:pt x="292" y="608"/>
                  <a:pt x="292" y="608"/>
                </a:cubicBezTo>
                <a:cubicBezTo>
                  <a:pt x="292" y="608"/>
                  <a:pt x="292" y="608"/>
                  <a:pt x="293" y="608"/>
                </a:cubicBezTo>
                <a:cubicBezTo>
                  <a:pt x="293" y="609"/>
                  <a:pt x="293" y="609"/>
                  <a:pt x="293" y="609"/>
                </a:cubicBezTo>
                <a:cubicBezTo>
                  <a:pt x="293" y="609"/>
                  <a:pt x="293" y="609"/>
                  <a:pt x="293" y="609"/>
                </a:cubicBezTo>
                <a:cubicBezTo>
                  <a:pt x="293" y="609"/>
                  <a:pt x="293" y="609"/>
                  <a:pt x="293" y="609"/>
                </a:cubicBezTo>
                <a:cubicBezTo>
                  <a:pt x="293" y="609"/>
                  <a:pt x="293" y="609"/>
                  <a:pt x="293" y="609"/>
                </a:cubicBezTo>
                <a:cubicBezTo>
                  <a:pt x="293" y="608"/>
                  <a:pt x="293" y="609"/>
                  <a:pt x="293" y="609"/>
                </a:cubicBezTo>
                <a:cubicBezTo>
                  <a:pt x="293" y="609"/>
                  <a:pt x="293" y="609"/>
                  <a:pt x="293" y="609"/>
                </a:cubicBezTo>
                <a:cubicBezTo>
                  <a:pt x="294" y="609"/>
                  <a:pt x="293" y="609"/>
                  <a:pt x="293" y="610"/>
                </a:cubicBezTo>
                <a:cubicBezTo>
                  <a:pt x="293" y="610"/>
                  <a:pt x="293" y="610"/>
                  <a:pt x="293" y="610"/>
                </a:cubicBezTo>
                <a:cubicBezTo>
                  <a:pt x="293" y="610"/>
                  <a:pt x="293" y="610"/>
                  <a:pt x="293" y="610"/>
                </a:cubicBezTo>
                <a:cubicBezTo>
                  <a:pt x="293" y="610"/>
                  <a:pt x="293" y="610"/>
                  <a:pt x="293" y="610"/>
                </a:cubicBezTo>
                <a:cubicBezTo>
                  <a:pt x="293" y="610"/>
                  <a:pt x="293" y="610"/>
                  <a:pt x="293" y="610"/>
                </a:cubicBezTo>
                <a:cubicBezTo>
                  <a:pt x="293" y="610"/>
                  <a:pt x="293" y="610"/>
                  <a:pt x="292" y="610"/>
                </a:cubicBezTo>
                <a:cubicBezTo>
                  <a:pt x="292" y="610"/>
                  <a:pt x="292" y="610"/>
                  <a:pt x="292" y="610"/>
                </a:cubicBezTo>
                <a:cubicBezTo>
                  <a:pt x="292" y="610"/>
                  <a:pt x="292" y="610"/>
                  <a:pt x="292" y="610"/>
                </a:cubicBezTo>
                <a:close/>
                <a:moveTo>
                  <a:pt x="295" y="599"/>
                </a:moveTo>
                <a:cubicBezTo>
                  <a:pt x="295" y="599"/>
                  <a:pt x="295" y="599"/>
                  <a:pt x="295" y="599"/>
                </a:cubicBezTo>
                <a:cubicBezTo>
                  <a:pt x="295" y="599"/>
                  <a:pt x="295" y="599"/>
                  <a:pt x="295" y="599"/>
                </a:cubicBezTo>
                <a:cubicBezTo>
                  <a:pt x="296" y="599"/>
                  <a:pt x="296" y="599"/>
                  <a:pt x="296" y="600"/>
                </a:cubicBezTo>
                <a:cubicBezTo>
                  <a:pt x="295" y="600"/>
                  <a:pt x="295" y="600"/>
                  <a:pt x="295" y="601"/>
                </a:cubicBezTo>
                <a:cubicBezTo>
                  <a:pt x="295" y="601"/>
                  <a:pt x="295" y="601"/>
                  <a:pt x="295" y="601"/>
                </a:cubicBezTo>
                <a:cubicBezTo>
                  <a:pt x="295" y="601"/>
                  <a:pt x="295" y="601"/>
                  <a:pt x="295" y="601"/>
                </a:cubicBezTo>
                <a:cubicBezTo>
                  <a:pt x="295" y="601"/>
                  <a:pt x="295" y="601"/>
                  <a:pt x="295" y="601"/>
                </a:cubicBezTo>
                <a:cubicBezTo>
                  <a:pt x="295" y="601"/>
                  <a:pt x="294" y="600"/>
                  <a:pt x="294" y="600"/>
                </a:cubicBezTo>
                <a:cubicBezTo>
                  <a:pt x="294" y="600"/>
                  <a:pt x="294" y="600"/>
                  <a:pt x="294" y="600"/>
                </a:cubicBezTo>
                <a:cubicBezTo>
                  <a:pt x="294" y="600"/>
                  <a:pt x="294" y="600"/>
                  <a:pt x="294" y="600"/>
                </a:cubicBezTo>
                <a:cubicBezTo>
                  <a:pt x="294" y="599"/>
                  <a:pt x="294" y="599"/>
                  <a:pt x="294" y="599"/>
                </a:cubicBezTo>
                <a:cubicBezTo>
                  <a:pt x="295" y="599"/>
                  <a:pt x="295" y="599"/>
                  <a:pt x="295" y="599"/>
                </a:cubicBezTo>
                <a:cubicBezTo>
                  <a:pt x="295" y="598"/>
                  <a:pt x="295" y="598"/>
                  <a:pt x="295" y="599"/>
                </a:cubicBezTo>
                <a:close/>
                <a:moveTo>
                  <a:pt x="281" y="594"/>
                </a:moveTo>
                <a:cubicBezTo>
                  <a:pt x="280" y="594"/>
                  <a:pt x="280" y="594"/>
                  <a:pt x="280" y="594"/>
                </a:cubicBezTo>
                <a:cubicBezTo>
                  <a:pt x="280" y="594"/>
                  <a:pt x="280" y="595"/>
                  <a:pt x="280" y="595"/>
                </a:cubicBezTo>
                <a:cubicBezTo>
                  <a:pt x="279" y="595"/>
                  <a:pt x="279" y="595"/>
                  <a:pt x="279" y="595"/>
                </a:cubicBezTo>
                <a:cubicBezTo>
                  <a:pt x="279" y="595"/>
                  <a:pt x="279" y="595"/>
                  <a:pt x="279" y="595"/>
                </a:cubicBezTo>
                <a:cubicBezTo>
                  <a:pt x="279" y="594"/>
                  <a:pt x="280" y="594"/>
                  <a:pt x="281" y="593"/>
                </a:cubicBezTo>
                <a:cubicBezTo>
                  <a:pt x="281" y="593"/>
                  <a:pt x="281" y="593"/>
                  <a:pt x="281" y="592"/>
                </a:cubicBezTo>
                <a:cubicBezTo>
                  <a:pt x="281" y="592"/>
                  <a:pt x="281" y="592"/>
                  <a:pt x="282" y="592"/>
                </a:cubicBezTo>
                <a:cubicBezTo>
                  <a:pt x="282" y="592"/>
                  <a:pt x="282" y="592"/>
                  <a:pt x="282" y="592"/>
                </a:cubicBezTo>
                <a:cubicBezTo>
                  <a:pt x="282" y="592"/>
                  <a:pt x="282" y="592"/>
                  <a:pt x="282" y="592"/>
                </a:cubicBezTo>
                <a:cubicBezTo>
                  <a:pt x="282" y="593"/>
                  <a:pt x="281" y="593"/>
                  <a:pt x="281" y="593"/>
                </a:cubicBezTo>
                <a:cubicBezTo>
                  <a:pt x="281" y="594"/>
                  <a:pt x="281" y="594"/>
                  <a:pt x="281" y="594"/>
                </a:cubicBezTo>
                <a:close/>
                <a:moveTo>
                  <a:pt x="285" y="597"/>
                </a:moveTo>
                <a:cubicBezTo>
                  <a:pt x="284" y="597"/>
                  <a:pt x="284" y="597"/>
                  <a:pt x="284" y="597"/>
                </a:cubicBezTo>
                <a:cubicBezTo>
                  <a:pt x="284" y="597"/>
                  <a:pt x="284" y="598"/>
                  <a:pt x="284" y="598"/>
                </a:cubicBezTo>
                <a:cubicBezTo>
                  <a:pt x="284" y="598"/>
                  <a:pt x="284" y="598"/>
                  <a:pt x="284" y="598"/>
                </a:cubicBezTo>
                <a:cubicBezTo>
                  <a:pt x="284" y="598"/>
                  <a:pt x="284" y="598"/>
                  <a:pt x="284" y="598"/>
                </a:cubicBezTo>
                <a:cubicBezTo>
                  <a:pt x="284" y="598"/>
                  <a:pt x="283" y="598"/>
                  <a:pt x="283" y="598"/>
                </a:cubicBezTo>
                <a:cubicBezTo>
                  <a:pt x="283" y="598"/>
                  <a:pt x="283" y="598"/>
                  <a:pt x="283" y="598"/>
                </a:cubicBezTo>
                <a:cubicBezTo>
                  <a:pt x="283" y="598"/>
                  <a:pt x="283" y="598"/>
                  <a:pt x="283" y="598"/>
                </a:cubicBezTo>
                <a:cubicBezTo>
                  <a:pt x="283" y="597"/>
                  <a:pt x="283" y="597"/>
                  <a:pt x="283" y="596"/>
                </a:cubicBezTo>
                <a:cubicBezTo>
                  <a:pt x="283" y="596"/>
                  <a:pt x="283" y="596"/>
                  <a:pt x="283" y="596"/>
                </a:cubicBezTo>
                <a:cubicBezTo>
                  <a:pt x="283" y="596"/>
                  <a:pt x="283" y="596"/>
                  <a:pt x="283" y="596"/>
                </a:cubicBezTo>
                <a:cubicBezTo>
                  <a:pt x="284" y="596"/>
                  <a:pt x="284" y="596"/>
                  <a:pt x="284" y="596"/>
                </a:cubicBezTo>
                <a:cubicBezTo>
                  <a:pt x="284" y="596"/>
                  <a:pt x="284" y="596"/>
                  <a:pt x="284" y="597"/>
                </a:cubicBezTo>
                <a:cubicBezTo>
                  <a:pt x="284" y="597"/>
                  <a:pt x="284" y="597"/>
                  <a:pt x="284" y="597"/>
                </a:cubicBezTo>
                <a:cubicBezTo>
                  <a:pt x="284" y="597"/>
                  <a:pt x="284" y="597"/>
                  <a:pt x="284" y="597"/>
                </a:cubicBezTo>
                <a:cubicBezTo>
                  <a:pt x="284" y="597"/>
                  <a:pt x="284" y="597"/>
                  <a:pt x="284" y="597"/>
                </a:cubicBezTo>
                <a:cubicBezTo>
                  <a:pt x="285" y="597"/>
                  <a:pt x="285" y="597"/>
                  <a:pt x="285" y="597"/>
                </a:cubicBezTo>
                <a:close/>
                <a:moveTo>
                  <a:pt x="288" y="601"/>
                </a:moveTo>
                <a:cubicBezTo>
                  <a:pt x="288" y="601"/>
                  <a:pt x="287" y="600"/>
                  <a:pt x="287" y="600"/>
                </a:cubicBezTo>
                <a:cubicBezTo>
                  <a:pt x="287" y="600"/>
                  <a:pt x="287" y="600"/>
                  <a:pt x="287" y="600"/>
                </a:cubicBezTo>
                <a:cubicBezTo>
                  <a:pt x="287" y="600"/>
                  <a:pt x="286" y="600"/>
                  <a:pt x="286" y="600"/>
                </a:cubicBezTo>
                <a:cubicBezTo>
                  <a:pt x="286" y="600"/>
                  <a:pt x="286" y="599"/>
                  <a:pt x="286" y="599"/>
                </a:cubicBezTo>
                <a:cubicBezTo>
                  <a:pt x="286" y="599"/>
                  <a:pt x="287" y="599"/>
                  <a:pt x="287" y="599"/>
                </a:cubicBezTo>
                <a:cubicBezTo>
                  <a:pt x="287" y="599"/>
                  <a:pt x="287" y="599"/>
                  <a:pt x="287" y="599"/>
                </a:cubicBezTo>
                <a:cubicBezTo>
                  <a:pt x="287" y="599"/>
                  <a:pt x="287" y="599"/>
                  <a:pt x="287" y="599"/>
                </a:cubicBezTo>
                <a:cubicBezTo>
                  <a:pt x="288" y="599"/>
                  <a:pt x="288" y="599"/>
                  <a:pt x="288" y="599"/>
                </a:cubicBezTo>
                <a:cubicBezTo>
                  <a:pt x="288" y="599"/>
                  <a:pt x="288" y="599"/>
                  <a:pt x="288" y="599"/>
                </a:cubicBezTo>
                <a:cubicBezTo>
                  <a:pt x="288" y="599"/>
                  <a:pt x="288" y="599"/>
                  <a:pt x="288" y="599"/>
                </a:cubicBezTo>
                <a:cubicBezTo>
                  <a:pt x="288" y="599"/>
                  <a:pt x="288" y="599"/>
                  <a:pt x="288" y="600"/>
                </a:cubicBezTo>
                <a:cubicBezTo>
                  <a:pt x="288" y="600"/>
                  <a:pt x="288" y="600"/>
                  <a:pt x="288" y="600"/>
                </a:cubicBezTo>
                <a:cubicBezTo>
                  <a:pt x="288" y="601"/>
                  <a:pt x="288" y="601"/>
                  <a:pt x="288" y="601"/>
                </a:cubicBezTo>
                <a:close/>
                <a:moveTo>
                  <a:pt x="484" y="596"/>
                </a:moveTo>
                <a:cubicBezTo>
                  <a:pt x="484" y="596"/>
                  <a:pt x="484" y="595"/>
                  <a:pt x="485" y="595"/>
                </a:cubicBezTo>
                <a:cubicBezTo>
                  <a:pt x="485" y="595"/>
                  <a:pt x="485" y="594"/>
                  <a:pt x="485" y="594"/>
                </a:cubicBezTo>
                <a:cubicBezTo>
                  <a:pt x="485" y="593"/>
                  <a:pt x="486" y="592"/>
                  <a:pt x="487" y="591"/>
                </a:cubicBezTo>
                <a:cubicBezTo>
                  <a:pt x="487" y="591"/>
                  <a:pt x="487" y="591"/>
                  <a:pt x="487" y="591"/>
                </a:cubicBezTo>
                <a:cubicBezTo>
                  <a:pt x="487" y="591"/>
                  <a:pt x="487" y="591"/>
                  <a:pt x="488" y="591"/>
                </a:cubicBezTo>
                <a:cubicBezTo>
                  <a:pt x="488" y="591"/>
                  <a:pt x="488" y="591"/>
                  <a:pt x="488" y="592"/>
                </a:cubicBezTo>
                <a:cubicBezTo>
                  <a:pt x="489" y="592"/>
                  <a:pt x="489" y="592"/>
                  <a:pt x="489" y="593"/>
                </a:cubicBezTo>
                <a:cubicBezTo>
                  <a:pt x="489" y="593"/>
                  <a:pt x="489" y="593"/>
                  <a:pt x="489" y="594"/>
                </a:cubicBezTo>
                <a:cubicBezTo>
                  <a:pt x="489" y="596"/>
                  <a:pt x="489" y="598"/>
                  <a:pt x="489" y="600"/>
                </a:cubicBezTo>
                <a:cubicBezTo>
                  <a:pt x="489" y="600"/>
                  <a:pt x="489" y="601"/>
                  <a:pt x="489" y="601"/>
                </a:cubicBezTo>
                <a:cubicBezTo>
                  <a:pt x="489" y="602"/>
                  <a:pt x="489" y="603"/>
                  <a:pt x="488" y="604"/>
                </a:cubicBezTo>
                <a:cubicBezTo>
                  <a:pt x="488" y="604"/>
                  <a:pt x="488" y="604"/>
                  <a:pt x="488" y="604"/>
                </a:cubicBezTo>
                <a:cubicBezTo>
                  <a:pt x="488" y="604"/>
                  <a:pt x="487" y="604"/>
                  <a:pt x="487" y="604"/>
                </a:cubicBezTo>
                <a:cubicBezTo>
                  <a:pt x="486" y="604"/>
                  <a:pt x="486" y="604"/>
                  <a:pt x="486" y="604"/>
                </a:cubicBezTo>
                <a:cubicBezTo>
                  <a:pt x="486" y="604"/>
                  <a:pt x="486" y="604"/>
                  <a:pt x="486" y="604"/>
                </a:cubicBezTo>
                <a:cubicBezTo>
                  <a:pt x="486" y="603"/>
                  <a:pt x="485" y="603"/>
                  <a:pt x="485" y="603"/>
                </a:cubicBezTo>
                <a:cubicBezTo>
                  <a:pt x="485" y="603"/>
                  <a:pt x="485" y="602"/>
                  <a:pt x="485" y="602"/>
                </a:cubicBezTo>
                <a:cubicBezTo>
                  <a:pt x="485" y="602"/>
                  <a:pt x="485" y="602"/>
                  <a:pt x="485" y="601"/>
                </a:cubicBezTo>
                <a:cubicBezTo>
                  <a:pt x="485" y="601"/>
                  <a:pt x="485" y="601"/>
                  <a:pt x="485" y="601"/>
                </a:cubicBezTo>
                <a:cubicBezTo>
                  <a:pt x="484" y="601"/>
                  <a:pt x="484" y="600"/>
                  <a:pt x="484" y="600"/>
                </a:cubicBezTo>
                <a:cubicBezTo>
                  <a:pt x="485" y="599"/>
                  <a:pt x="485" y="599"/>
                  <a:pt x="485" y="598"/>
                </a:cubicBezTo>
                <a:cubicBezTo>
                  <a:pt x="485" y="598"/>
                  <a:pt x="485" y="597"/>
                  <a:pt x="485" y="597"/>
                </a:cubicBezTo>
                <a:cubicBezTo>
                  <a:pt x="484" y="597"/>
                  <a:pt x="484" y="596"/>
                  <a:pt x="484" y="596"/>
                </a:cubicBezTo>
                <a:close/>
                <a:moveTo>
                  <a:pt x="533" y="564"/>
                </a:moveTo>
                <a:cubicBezTo>
                  <a:pt x="533" y="563"/>
                  <a:pt x="533" y="563"/>
                  <a:pt x="533" y="563"/>
                </a:cubicBezTo>
                <a:cubicBezTo>
                  <a:pt x="533" y="563"/>
                  <a:pt x="533" y="563"/>
                  <a:pt x="533" y="563"/>
                </a:cubicBezTo>
                <a:cubicBezTo>
                  <a:pt x="533" y="562"/>
                  <a:pt x="533" y="562"/>
                  <a:pt x="533" y="562"/>
                </a:cubicBezTo>
                <a:cubicBezTo>
                  <a:pt x="533" y="562"/>
                  <a:pt x="532" y="562"/>
                  <a:pt x="532" y="562"/>
                </a:cubicBezTo>
                <a:cubicBezTo>
                  <a:pt x="532" y="562"/>
                  <a:pt x="532" y="562"/>
                  <a:pt x="531" y="561"/>
                </a:cubicBezTo>
                <a:cubicBezTo>
                  <a:pt x="531" y="561"/>
                  <a:pt x="531" y="561"/>
                  <a:pt x="531" y="561"/>
                </a:cubicBezTo>
                <a:cubicBezTo>
                  <a:pt x="531" y="561"/>
                  <a:pt x="531" y="561"/>
                  <a:pt x="531" y="561"/>
                </a:cubicBezTo>
                <a:cubicBezTo>
                  <a:pt x="532" y="560"/>
                  <a:pt x="532" y="560"/>
                  <a:pt x="532" y="561"/>
                </a:cubicBezTo>
                <a:cubicBezTo>
                  <a:pt x="532" y="561"/>
                  <a:pt x="532" y="561"/>
                  <a:pt x="532" y="561"/>
                </a:cubicBezTo>
                <a:cubicBezTo>
                  <a:pt x="533" y="561"/>
                  <a:pt x="533" y="562"/>
                  <a:pt x="533" y="562"/>
                </a:cubicBezTo>
                <a:cubicBezTo>
                  <a:pt x="533" y="562"/>
                  <a:pt x="533" y="562"/>
                  <a:pt x="533" y="562"/>
                </a:cubicBezTo>
                <a:cubicBezTo>
                  <a:pt x="533" y="562"/>
                  <a:pt x="534" y="562"/>
                  <a:pt x="534" y="562"/>
                </a:cubicBezTo>
                <a:cubicBezTo>
                  <a:pt x="534" y="562"/>
                  <a:pt x="534" y="562"/>
                  <a:pt x="533" y="562"/>
                </a:cubicBezTo>
                <a:cubicBezTo>
                  <a:pt x="533" y="563"/>
                  <a:pt x="533" y="563"/>
                  <a:pt x="533" y="564"/>
                </a:cubicBezTo>
                <a:cubicBezTo>
                  <a:pt x="533" y="564"/>
                  <a:pt x="533" y="564"/>
                  <a:pt x="533" y="564"/>
                </a:cubicBezTo>
                <a:cubicBezTo>
                  <a:pt x="533" y="564"/>
                  <a:pt x="533" y="564"/>
                  <a:pt x="533" y="564"/>
                </a:cubicBezTo>
                <a:cubicBezTo>
                  <a:pt x="533" y="564"/>
                  <a:pt x="533" y="565"/>
                  <a:pt x="534" y="565"/>
                </a:cubicBezTo>
                <a:cubicBezTo>
                  <a:pt x="533" y="565"/>
                  <a:pt x="533" y="565"/>
                  <a:pt x="532" y="565"/>
                </a:cubicBezTo>
                <a:cubicBezTo>
                  <a:pt x="532" y="565"/>
                  <a:pt x="532" y="565"/>
                  <a:pt x="532" y="565"/>
                </a:cubicBezTo>
                <a:cubicBezTo>
                  <a:pt x="532" y="565"/>
                  <a:pt x="532" y="564"/>
                  <a:pt x="531" y="564"/>
                </a:cubicBezTo>
                <a:cubicBezTo>
                  <a:pt x="531" y="564"/>
                  <a:pt x="531" y="564"/>
                  <a:pt x="531" y="564"/>
                </a:cubicBezTo>
                <a:cubicBezTo>
                  <a:pt x="531" y="565"/>
                  <a:pt x="531" y="565"/>
                  <a:pt x="530" y="565"/>
                </a:cubicBezTo>
                <a:cubicBezTo>
                  <a:pt x="530" y="565"/>
                  <a:pt x="530" y="564"/>
                  <a:pt x="530" y="564"/>
                </a:cubicBezTo>
                <a:cubicBezTo>
                  <a:pt x="530" y="564"/>
                  <a:pt x="530" y="564"/>
                  <a:pt x="530" y="564"/>
                </a:cubicBezTo>
                <a:cubicBezTo>
                  <a:pt x="529" y="564"/>
                  <a:pt x="530" y="563"/>
                  <a:pt x="530" y="563"/>
                </a:cubicBezTo>
                <a:cubicBezTo>
                  <a:pt x="530" y="563"/>
                  <a:pt x="530" y="563"/>
                  <a:pt x="530" y="563"/>
                </a:cubicBezTo>
                <a:cubicBezTo>
                  <a:pt x="530" y="563"/>
                  <a:pt x="530" y="563"/>
                  <a:pt x="531" y="563"/>
                </a:cubicBezTo>
                <a:cubicBezTo>
                  <a:pt x="531" y="563"/>
                  <a:pt x="532" y="563"/>
                  <a:pt x="532" y="563"/>
                </a:cubicBezTo>
                <a:cubicBezTo>
                  <a:pt x="532" y="563"/>
                  <a:pt x="532" y="563"/>
                  <a:pt x="532" y="563"/>
                </a:cubicBezTo>
                <a:cubicBezTo>
                  <a:pt x="532" y="564"/>
                  <a:pt x="532" y="564"/>
                  <a:pt x="533" y="564"/>
                </a:cubicBezTo>
                <a:close/>
                <a:moveTo>
                  <a:pt x="454" y="563"/>
                </a:moveTo>
                <a:cubicBezTo>
                  <a:pt x="455" y="563"/>
                  <a:pt x="455" y="562"/>
                  <a:pt x="455" y="562"/>
                </a:cubicBezTo>
                <a:cubicBezTo>
                  <a:pt x="456" y="563"/>
                  <a:pt x="456" y="563"/>
                  <a:pt x="456" y="563"/>
                </a:cubicBezTo>
                <a:cubicBezTo>
                  <a:pt x="456" y="563"/>
                  <a:pt x="456" y="563"/>
                  <a:pt x="456" y="563"/>
                </a:cubicBezTo>
                <a:cubicBezTo>
                  <a:pt x="456" y="563"/>
                  <a:pt x="456" y="563"/>
                  <a:pt x="456" y="563"/>
                </a:cubicBezTo>
                <a:cubicBezTo>
                  <a:pt x="456" y="563"/>
                  <a:pt x="456" y="564"/>
                  <a:pt x="456" y="564"/>
                </a:cubicBezTo>
                <a:cubicBezTo>
                  <a:pt x="456" y="564"/>
                  <a:pt x="456" y="565"/>
                  <a:pt x="456" y="565"/>
                </a:cubicBezTo>
                <a:cubicBezTo>
                  <a:pt x="456" y="565"/>
                  <a:pt x="456" y="565"/>
                  <a:pt x="456" y="565"/>
                </a:cubicBezTo>
                <a:cubicBezTo>
                  <a:pt x="455" y="565"/>
                  <a:pt x="455" y="566"/>
                  <a:pt x="455" y="566"/>
                </a:cubicBezTo>
                <a:cubicBezTo>
                  <a:pt x="455" y="566"/>
                  <a:pt x="455" y="566"/>
                  <a:pt x="455" y="566"/>
                </a:cubicBezTo>
                <a:cubicBezTo>
                  <a:pt x="454" y="567"/>
                  <a:pt x="454" y="567"/>
                  <a:pt x="454" y="567"/>
                </a:cubicBezTo>
                <a:cubicBezTo>
                  <a:pt x="454" y="566"/>
                  <a:pt x="454" y="566"/>
                  <a:pt x="453" y="566"/>
                </a:cubicBezTo>
                <a:cubicBezTo>
                  <a:pt x="453" y="566"/>
                  <a:pt x="453" y="566"/>
                  <a:pt x="453" y="566"/>
                </a:cubicBezTo>
                <a:cubicBezTo>
                  <a:pt x="453" y="565"/>
                  <a:pt x="453" y="565"/>
                  <a:pt x="453" y="565"/>
                </a:cubicBezTo>
                <a:cubicBezTo>
                  <a:pt x="453" y="564"/>
                  <a:pt x="453" y="564"/>
                  <a:pt x="453" y="564"/>
                </a:cubicBezTo>
                <a:cubicBezTo>
                  <a:pt x="453" y="564"/>
                  <a:pt x="453" y="564"/>
                  <a:pt x="453" y="563"/>
                </a:cubicBezTo>
                <a:cubicBezTo>
                  <a:pt x="454" y="563"/>
                  <a:pt x="454" y="563"/>
                  <a:pt x="454" y="563"/>
                </a:cubicBezTo>
                <a:close/>
                <a:moveTo>
                  <a:pt x="442" y="551"/>
                </a:moveTo>
                <a:cubicBezTo>
                  <a:pt x="442" y="551"/>
                  <a:pt x="443" y="551"/>
                  <a:pt x="443" y="551"/>
                </a:cubicBezTo>
                <a:cubicBezTo>
                  <a:pt x="443" y="551"/>
                  <a:pt x="443" y="552"/>
                  <a:pt x="443" y="552"/>
                </a:cubicBezTo>
                <a:cubicBezTo>
                  <a:pt x="443" y="552"/>
                  <a:pt x="443" y="552"/>
                  <a:pt x="443" y="552"/>
                </a:cubicBezTo>
                <a:cubicBezTo>
                  <a:pt x="443" y="552"/>
                  <a:pt x="443" y="552"/>
                  <a:pt x="443" y="552"/>
                </a:cubicBezTo>
                <a:cubicBezTo>
                  <a:pt x="443" y="552"/>
                  <a:pt x="442" y="552"/>
                  <a:pt x="442" y="552"/>
                </a:cubicBezTo>
                <a:cubicBezTo>
                  <a:pt x="442" y="552"/>
                  <a:pt x="442" y="552"/>
                  <a:pt x="441" y="552"/>
                </a:cubicBezTo>
                <a:cubicBezTo>
                  <a:pt x="441" y="553"/>
                  <a:pt x="441" y="553"/>
                  <a:pt x="441" y="553"/>
                </a:cubicBezTo>
                <a:cubicBezTo>
                  <a:pt x="441" y="553"/>
                  <a:pt x="441" y="553"/>
                  <a:pt x="441" y="553"/>
                </a:cubicBezTo>
                <a:cubicBezTo>
                  <a:pt x="441" y="552"/>
                  <a:pt x="441" y="552"/>
                  <a:pt x="441" y="552"/>
                </a:cubicBezTo>
                <a:cubicBezTo>
                  <a:pt x="441" y="552"/>
                  <a:pt x="441" y="552"/>
                  <a:pt x="441" y="552"/>
                </a:cubicBezTo>
                <a:cubicBezTo>
                  <a:pt x="441" y="551"/>
                  <a:pt x="441" y="551"/>
                  <a:pt x="441" y="551"/>
                </a:cubicBezTo>
                <a:cubicBezTo>
                  <a:pt x="442" y="551"/>
                  <a:pt x="442" y="551"/>
                  <a:pt x="442" y="551"/>
                </a:cubicBezTo>
                <a:cubicBezTo>
                  <a:pt x="442" y="551"/>
                  <a:pt x="442" y="551"/>
                  <a:pt x="442" y="551"/>
                </a:cubicBezTo>
                <a:close/>
                <a:moveTo>
                  <a:pt x="444" y="552"/>
                </a:moveTo>
                <a:cubicBezTo>
                  <a:pt x="444" y="553"/>
                  <a:pt x="444" y="553"/>
                  <a:pt x="445" y="553"/>
                </a:cubicBezTo>
                <a:cubicBezTo>
                  <a:pt x="445" y="553"/>
                  <a:pt x="445" y="553"/>
                  <a:pt x="445" y="553"/>
                </a:cubicBezTo>
                <a:cubicBezTo>
                  <a:pt x="445" y="553"/>
                  <a:pt x="445" y="553"/>
                  <a:pt x="445" y="553"/>
                </a:cubicBezTo>
                <a:cubicBezTo>
                  <a:pt x="444" y="553"/>
                  <a:pt x="444" y="553"/>
                  <a:pt x="444" y="553"/>
                </a:cubicBezTo>
                <a:cubicBezTo>
                  <a:pt x="444" y="554"/>
                  <a:pt x="444" y="554"/>
                  <a:pt x="444" y="554"/>
                </a:cubicBezTo>
                <a:cubicBezTo>
                  <a:pt x="444" y="554"/>
                  <a:pt x="444" y="554"/>
                  <a:pt x="444" y="554"/>
                </a:cubicBezTo>
                <a:cubicBezTo>
                  <a:pt x="444" y="555"/>
                  <a:pt x="444" y="555"/>
                  <a:pt x="444" y="555"/>
                </a:cubicBezTo>
                <a:cubicBezTo>
                  <a:pt x="443" y="555"/>
                  <a:pt x="443" y="555"/>
                  <a:pt x="443" y="555"/>
                </a:cubicBezTo>
                <a:cubicBezTo>
                  <a:pt x="443" y="555"/>
                  <a:pt x="443" y="555"/>
                  <a:pt x="443" y="554"/>
                </a:cubicBezTo>
                <a:cubicBezTo>
                  <a:pt x="443" y="554"/>
                  <a:pt x="443" y="554"/>
                  <a:pt x="443" y="554"/>
                </a:cubicBezTo>
                <a:cubicBezTo>
                  <a:pt x="443" y="554"/>
                  <a:pt x="443" y="554"/>
                  <a:pt x="443" y="554"/>
                </a:cubicBezTo>
                <a:cubicBezTo>
                  <a:pt x="443" y="554"/>
                  <a:pt x="443" y="554"/>
                  <a:pt x="442" y="554"/>
                </a:cubicBezTo>
                <a:cubicBezTo>
                  <a:pt x="442" y="554"/>
                  <a:pt x="442" y="554"/>
                  <a:pt x="442" y="554"/>
                </a:cubicBezTo>
                <a:cubicBezTo>
                  <a:pt x="442" y="554"/>
                  <a:pt x="442" y="554"/>
                  <a:pt x="442" y="554"/>
                </a:cubicBezTo>
                <a:cubicBezTo>
                  <a:pt x="442" y="553"/>
                  <a:pt x="442" y="553"/>
                  <a:pt x="443" y="553"/>
                </a:cubicBezTo>
                <a:cubicBezTo>
                  <a:pt x="443" y="553"/>
                  <a:pt x="443" y="553"/>
                  <a:pt x="444" y="553"/>
                </a:cubicBezTo>
                <a:cubicBezTo>
                  <a:pt x="444" y="553"/>
                  <a:pt x="444" y="552"/>
                  <a:pt x="444" y="552"/>
                </a:cubicBezTo>
                <a:close/>
                <a:moveTo>
                  <a:pt x="458" y="581"/>
                </a:moveTo>
                <a:cubicBezTo>
                  <a:pt x="458" y="581"/>
                  <a:pt x="458" y="581"/>
                  <a:pt x="458" y="581"/>
                </a:cubicBezTo>
                <a:cubicBezTo>
                  <a:pt x="458" y="581"/>
                  <a:pt x="458" y="581"/>
                  <a:pt x="457" y="581"/>
                </a:cubicBezTo>
                <a:cubicBezTo>
                  <a:pt x="457" y="581"/>
                  <a:pt x="457" y="581"/>
                  <a:pt x="457" y="581"/>
                </a:cubicBezTo>
                <a:cubicBezTo>
                  <a:pt x="457" y="581"/>
                  <a:pt x="457" y="581"/>
                  <a:pt x="457" y="581"/>
                </a:cubicBezTo>
                <a:cubicBezTo>
                  <a:pt x="457" y="581"/>
                  <a:pt x="457" y="581"/>
                  <a:pt x="457" y="580"/>
                </a:cubicBezTo>
                <a:cubicBezTo>
                  <a:pt x="457" y="580"/>
                  <a:pt x="457" y="580"/>
                  <a:pt x="457" y="580"/>
                </a:cubicBezTo>
                <a:cubicBezTo>
                  <a:pt x="457" y="580"/>
                  <a:pt x="457" y="579"/>
                  <a:pt x="457" y="579"/>
                </a:cubicBezTo>
                <a:cubicBezTo>
                  <a:pt x="457" y="579"/>
                  <a:pt x="457" y="578"/>
                  <a:pt x="457" y="578"/>
                </a:cubicBezTo>
                <a:cubicBezTo>
                  <a:pt x="457" y="578"/>
                  <a:pt x="457" y="578"/>
                  <a:pt x="458" y="578"/>
                </a:cubicBezTo>
                <a:cubicBezTo>
                  <a:pt x="458" y="578"/>
                  <a:pt x="458" y="578"/>
                  <a:pt x="458" y="578"/>
                </a:cubicBezTo>
                <a:cubicBezTo>
                  <a:pt x="458" y="578"/>
                  <a:pt x="459" y="579"/>
                  <a:pt x="459" y="579"/>
                </a:cubicBezTo>
                <a:cubicBezTo>
                  <a:pt x="459" y="579"/>
                  <a:pt x="459" y="579"/>
                  <a:pt x="459" y="580"/>
                </a:cubicBezTo>
                <a:cubicBezTo>
                  <a:pt x="459" y="580"/>
                  <a:pt x="458" y="580"/>
                  <a:pt x="458" y="581"/>
                </a:cubicBezTo>
                <a:close/>
                <a:moveTo>
                  <a:pt x="558" y="826"/>
                </a:moveTo>
                <a:cubicBezTo>
                  <a:pt x="558" y="826"/>
                  <a:pt x="558" y="826"/>
                  <a:pt x="558" y="826"/>
                </a:cubicBezTo>
                <a:cubicBezTo>
                  <a:pt x="558" y="827"/>
                  <a:pt x="558" y="827"/>
                  <a:pt x="558" y="827"/>
                </a:cubicBezTo>
                <a:cubicBezTo>
                  <a:pt x="558" y="827"/>
                  <a:pt x="558" y="827"/>
                  <a:pt x="558" y="827"/>
                </a:cubicBezTo>
                <a:cubicBezTo>
                  <a:pt x="558" y="827"/>
                  <a:pt x="558" y="827"/>
                  <a:pt x="558" y="828"/>
                </a:cubicBezTo>
                <a:cubicBezTo>
                  <a:pt x="558" y="828"/>
                  <a:pt x="558" y="828"/>
                  <a:pt x="557" y="828"/>
                </a:cubicBezTo>
                <a:cubicBezTo>
                  <a:pt x="557" y="828"/>
                  <a:pt x="557" y="828"/>
                  <a:pt x="557" y="828"/>
                </a:cubicBezTo>
                <a:cubicBezTo>
                  <a:pt x="557" y="828"/>
                  <a:pt x="556" y="828"/>
                  <a:pt x="556" y="828"/>
                </a:cubicBezTo>
                <a:cubicBezTo>
                  <a:pt x="556" y="828"/>
                  <a:pt x="556" y="828"/>
                  <a:pt x="556" y="828"/>
                </a:cubicBezTo>
                <a:cubicBezTo>
                  <a:pt x="556" y="827"/>
                  <a:pt x="557" y="827"/>
                  <a:pt x="557" y="826"/>
                </a:cubicBezTo>
                <a:cubicBezTo>
                  <a:pt x="557" y="826"/>
                  <a:pt x="557" y="826"/>
                  <a:pt x="557" y="826"/>
                </a:cubicBezTo>
                <a:cubicBezTo>
                  <a:pt x="557" y="826"/>
                  <a:pt x="557" y="826"/>
                  <a:pt x="557" y="825"/>
                </a:cubicBezTo>
                <a:cubicBezTo>
                  <a:pt x="557" y="825"/>
                  <a:pt x="557" y="825"/>
                  <a:pt x="557" y="825"/>
                </a:cubicBezTo>
                <a:cubicBezTo>
                  <a:pt x="557" y="825"/>
                  <a:pt x="557" y="825"/>
                  <a:pt x="557" y="824"/>
                </a:cubicBezTo>
                <a:cubicBezTo>
                  <a:pt x="557" y="824"/>
                  <a:pt x="557" y="824"/>
                  <a:pt x="557" y="824"/>
                </a:cubicBezTo>
                <a:cubicBezTo>
                  <a:pt x="557" y="824"/>
                  <a:pt x="558" y="823"/>
                  <a:pt x="558" y="823"/>
                </a:cubicBezTo>
                <a:cubicBezTo>
                  <a:pt x="558" y="823"/>
                  <a:pt x="558" y="823"/>
                  <a:pt x="558" y="824"/>
                </a:cubicBezTo>
                <a:cubicBezTo>
                  <a:pt x="558" y="824"/>
                  <a:pt x="558" y="825"/>
                  <a:pt x="558" y="825"/>
                </a:cubicBezTo>
                <a:cubicBezTo>
                  <a:pt x="558" y="826"/>
                  <a:pt x="559" y="826"/>
                  <a:pt x="558" y="826"/>
                </a:cubicBezTo>
                <a:close/>
                <a:moveTo>
                  <a:pt x="547" y="818"/>
                </a:moveTo>
                <a:cubicBezTo>
                  <a:pt x="547" y="818"/>
                  <a:pt x="547" y="817"/>
                  <a:pt x="547" y="817"/>
                </a:cubicBezTo>
                <a:cubicBezTo>
                  <a:pt x="547" y="817"/>
                  <a:pt x="547" y="817"/>
                  <a:pt x="547" y="817"/>
                </a:cubicBezTo>
                <a:cubicBezTo>
                  <a:pt x="547" y="817"/>
                  <a:pt x="547" y="816"/>
                  <a:pt x="547" y="816"/>
                </a:cubicBezTo>
                <a:cubicBezTo>
                  <a:pt x="547" y="816"/>
                  <a:pt x="547" y="816"/>
                  <a:pt x="547" y="816"/>
                </a:cubicBezTo>
                <a:cubicBezTo>
                  <a:pt x="548" y="815"/>
                  <a:pt x="547" y="815"/>
                  <a:pt x="548" y="815"/>
                </a:cubicBezTo>
                <a:cubicBezTo>
                  <a:pt x="548" y="815"/>
                  <a:pt x="548" y="815"/>
                  <a:pt x="548" y="815"/>
                </a:cubicBezTo>
                <a:cubicBezTo>
                  <a:pt x="548" y="815"/>
                  <a:pt x="548" y="815"/>
                  <a:pt x="548" y="815"/>
                </a:cubicBezTo>
                <a:cubicBezTo>
                  <a:pt x="548" y="815"/>
                  <a:pt x="548" y="815"/>
                  <a:pt x="548" y="815"/>
                </a:cubicBezTo>
                <a:cubicBezTo>
                  <a:pt x="548" y="815"/>
                  <a:pt x="548" y="815"/>
                  <a:pt x="548" y="815"/>
                </a:cubicBezTo>
                <a:cubicBezTo>
                  <a:pt x="548" y="815"/>
                  <a:pt x="549" y="816"/>
                  <a:pt x="549" y="816"/>
                </a:cubicBezTo>
                <a:cubicBezTo>
                  <a:pt x="549" y="816"/>
                  <a:pt x="549" y="817"/>
                  <a:pt x="549" y="817"/>
                </a:cubicBezTo>
                <a:cubicBezTo>
                  <a:pt x="549" y="817"/>
                  <a:pt x="549" y="817"/>
                  <a:pt x="549" y="817"/>
                </a:cubicBezTo>
                <a:cubicBezTo>
                  <a:pt x="549" y="817"/>
                  <a:pt x="549" y="817"/>
                  <a:pt x="549" y="817"/>
                </a:cubicBezTo>
                <a:cubicBezTo>
                  <a:pt x="548" y="818"/>
                  <a:pt x="548" y="817"/>
                  <a:pt x="548" y="817"/>
                </a:cubicBezTo>
                <a:cubicBezTo>
                  <a:pt x="548" y="817"/>
                  <a:pt x="548" y="817"/>
                  <a:pt x="548" y="817"/>
                </a:cubicBezTo>
                <a:cubicBezTo>
                  <a:pt x="548" y="817"/>
                  <a:pt x="547" y="818"/>
                  <a:pt x="547" y="818"/>
                </a:cubicBezTo>
                <a:close/>
                <a:moveTo>
                  <a:pt x="557" y="829"/>
                </a:moveTo>
                <a:cubicBezTo>
                  <a:pt x="557" y="829"/>
                  <a:pt x="557" y="829"/>
                  <a:pt x="557" y="829"/>
                </a:cubicBezTo>
                <a:cubicBezTo>
                  <a:pt x="556" y="829"/>
                  <a:pt x="556" y="829"/>
                  <a:pt x="556" y="830"/>
                </a:cubicBezTo>
                <a:cubicBezTo>
                  <a:pt x="556" y="830"/>
                  <a:pt x="556" y="830"/>
                  <a:pt x="556" y="830"/>
                </a:cubicBezTo>
                <a:cubicBezTo>
                  <a:pt x="556" y="830"/>
                  <a:pt x="556" y="830"/>
                  <a:pt x="556" y="830"/>
                </a:cubicBezTo>
                <a:cubicBezTo>
                  <a:pt x="556" y="830"/>
                  <a:pt x="556" y="830"/>
                  <a:pt x="556" y="830"/>
                </a:cubicBezTo>
                <a:cubicBezTo>
                  <a:pt x="555" y="830"/>
                  <a:pt x="555" y="831"/>
                  <a:pt x="555" y="831"/>
                </a:cubicBezTo>
                <a:cubicBezTo>
                  <a:pt x="555" y="832"/>
                  <a:pt x="555" y="833"/>
                  <a:pt x="554" y="833"/>
                </a:cubicBezTo>
                <a:cubicBezTo>
                  <a:pt x="554" y="833"/>
                  <a:pt x="554" y="833"/>
                  <a:pt x="554" y="833"/>
                </a:cubicBezTo>
                <a:cubicBezTo>
                  <a:pt x="554" y="833"/>
                  <a:pt x="554" y="833"/>
                  <a:pt x="554" y="833"/>
                </a:cubicBezTo>
                <a:cubicBezTo>
                  <a:pt x="554" y="833"/>
                  <a:pt x="554" y="833"/>
                  <a:pt x="554" y="833"/>
                </a:cubicBezTo>
                <a:cubicBezTo>
                  <a:pt x="555" y="832"/>
                  <a:pt x="555" y="832"/>
                  <a:pt x="555" y="831"/>
                </a:cubicBezTo>
                <a:cubicBezTo>
                  <a:pt x="555" y="831"/>
                  <a:pt x="555" y="830"/>
                  <a:pt x="555" y="830"/>
                </a:cubicBezTo>
                <a:cubicBezTo>
                  <a:pt x="555" y="829"/>
                  <a:pt x="556" y="829"/>
                  <a:pt x="556" y="829"/>
                </a:cubicBezTo>
                <a:cubicBezTo>
                  <a:pt x="556" y="829"/>
                  <a:pt x="556" y="829"/>
                  <a:pt x="556" y="829"/>
                </a:cubicBezTo>
                <a:cubicBezTo>
                  <a:pt x="556" y="829"/>
                  <a:pt x="556" y="829"/>
                  <a:pt x="556" y="829"/>
                </a:cubicBezTo>
                <a:cubicBezTo>
                  <a:pt x="556" y="829"/>
                  <a:pt x="556" y="829"/>
                  <a:pt x="557" y="829"/>
                </a:cubicBezTo>
                <a:cubicBezTo>
                  <a:pt x="557" y="829"/>
                  <a:pt x="557" y="828"/>
                  <a:pt x="557" y="829"/>
                </a:cubicBezTo>
                <a:close/>
                <a:moveTo>
                  <a:pt x="550" y="818"/>
                </a:moveTo>
                <a:cubicBezTo>
                  <a:pt x="550" y="818"/>
                  <a:pt x="550" y="818"/>
                  <a:pt x="550" y="818"/>
                </a:cubicBezTo>
                <a:cubicBezTo>
                  <a:pt x="550" y="817"/>
                  <a:pt x="550" y="818"/>
                  <a:pt x="550" y="818"/>
                </a:cubicBezTo>
                <a:cubicBezTo>
                  <a:pt x="551" y="818"/>
                  <a:pt x="551" y="818"/>
                  <a:pt x="551" y="818"/>
                </a:cubicBezTo>
                <a:cubicBezTo>
                  <a:pt x="551" y="819"/>
                  <a:pt x="551" y="819"/>
                  <a:pt x="551" y="819"/>
                </a:cubicBezTo>
                <a:cubicBezTo>
                  <a:pt x="551" y="819"/>
                  <a:pt x="551" y="820"/>
                  <a:pt x="551" y="820"/>
                </a:cubicBezTo>
                <a:cubicBezTo>
                  <a:pt x="551" y="820"/>
                  <a:pt x="551" y="819"/>
                  <a:pt x="551" y="820"/>
                </a:cubicBezTo>
                <a:cubicBezTo>
                  <a:pt x="550" y="820"/>
                  <a:pt x="550" y="820"/>
                  <a:pt x="550" y="820"/>
                </a:cubicBezTo>
                <a:cubicBezTo>
                  <a:pt x="550" y="820"/>
                  <a:pt x="550" y="820"/>
                  <a:pt x="550" y="819"/>
                </a:cubicBezTo>
                <a:cubicBezTo>
                  <a:pt x="550" y="819"/>
                  <a:pt x="550" y="819"/>
                  <a:pt x="550" y="819"/>
                </a:cubicBezTo>
                <a:cubicBezTo>
                  <a:pt x="550" y="819"/>
                  <a:pt x="550" y="819"/>
                  <a:pt x="550" y="819"/>
                </a:cubicBezTo>
                <a:cubicBezTo>
                  <a:pt x="550" y="818"/>
                  <a:pt x="550" y="818"/>
                  <a:pt x="550" y="818"/>
                </a:cubicBezTo>
                <a:close/>
                <a:moveTo>
                  <a:pt x="551" y="823"/>
                </a:moveTo>
                <a:cubicBezTo>
                  <a:pt x="551" y="823"/>
                  <a:pt x="551" y="823"/>
                  <a:pt x="551" y="824"/>
                </a:cubicBezTo>
                <a:cubicBezTo>
                  <a:pt x="551" y="824"/>
                  <a:pt x="551" y="825"/>
                  <a:pt x="550" y="825"/>
                </a:cubicBezTo>
                <a:cubicBezTo>
                  <a:pt x="550" y="825"/>
                  <a:pt x="550" y="826"/>
                  <a:pt x="550" y="826"/>
                </a:cubicBezTo>
                <a:cubicBezTo>
                  <a:pt x="550" y="826"/>
                  <a:pt x="550" y="826"/>
                  <a:pt x="550" y="826"/>
                </a:cubicBezTo>
                <a:cubicBezTo>
                  <a:pt x="550" y="826"/>
                  <a:pt x="550" y="825"/>
                  <a:pt x="550" y="825"/>
                </a:cubicBezTo>
                <a:cubicBezTo>
                  <a:pt x="550" y="825"/>
                  <a:pt x="550" y="824"/>
                  <a:pt x="551" y="823"/>
                </a:cubicBezTo>
                <a:cubicBezTo>
                  <a:pt x="551" y="823"/>
                  <a:pt x="551" y="823"/>
                  <a:pt x="551" y="823"/>
                </a:cubicBezTo>
                <a:close/>
                <a:moveTo>
                  <a:pt x="553" y="828"/>
                </a:moveTo>
                <a:cubicBezTo>
                  <a:pt x="553" y="829"/>
                  <a:pt x="552" y="832"/>
                  <a:pt x="551" y="832"/>
                </a:cubicBezTo>
                <a:cubicBezTo>
                  <a:pt x="551" y="832"/>
                  <a:pt x="550" y="832"/>
                  <a:pt x="550" y="832"/>
                </a:cubicBezTo>
                <a:cubicBezTo>
                  <a:pt x="550" y="832"/>
                  <a:pt x="550" y="832"/>
                  <a:pt x="550" y="832"/>
                </a:cubicBezTo>
                <a:cubicBezTo>
                  <a:pt x="549" y="832"/>
                  <a:pt x="549" y="833"/>
                  <a:pt x="549" y="833"/>
                </a:cubicBezTo>
                <a:cubicBezTo>
                  <a:pt x="549" y="833"/>
                  <a:pt x="549" y="833"/>
                  <a:pt x="549" y="833"/>
                </a:cubicBezTo>
                <a:cubicBezTo>
                  <a:pt x="549" y="832"/>
                  <a:pt x="550" y="831"/>
                  <a:pt x="550" y="830"/>
                </a:cubicBezTo>
                <a:cubicBezTo>
                  <a:pt x="551" y="830"/>
                  <a:pt x="551" y="829"/>
                  <a:pt x="551" y="829"/>
                </a:cubicBezTo>
                <a:cubicBezTo>
                  <a:pt x="551" y="829"/>
                  <a:pt x="551" y="829"/>
                  <a:pt x="551" y="829"/>
                </a:cubicBezTo>
                <a:cubicBezTo>
                  <a:pt x="551" y="828"/>
                  <a:pt x="551" y="828"/>
                  <a:pt x="551" y="828"/>
                </a:cubicBezTo>
                <a:cubicBezTo>
                  <a:pt x="551" y="828"/>
                  <a:pt x="551" y="828"/>
                  <a:pt x="550" y="828"/>
                </a:cubicBezTo>
                <a:cubicBezTo>
                  <a:pt x="550" y="829"/>
                  <a:pt x="550" y="830"/>
                  <a:pt x="549" y="830"/>
                </a:cubicBezTo>
                <a:cubicBezTo>
                  <a:pt x="549" y="831"/>
                  <a:pt x="549" y="831"/>
                  <a:pt x="548" y="832"/>
                </a:cubicBezTo>
                <a:cubicBezTo>
                  <a:pt x="548" y="832"/>
                  <a:pt x="548" y="832"/>
                  <a:pt x="548" y="832"/>
                </a:cubicBezTo>
                <a:cubicBezTo>
                  <a:pt x="548" y="833"/>
                  <a:pt x="548" y="833"/>
                  <a:pt x="548" y="833"/>
                </a:cubicBezTo>
                <a:cubicBezTo>
                  <a:pt x="547" y="833"/>
                  <a:pt x="547" y="833"/>
                  <a:pt x="547" y="833"/>
                </a:cubicBezTo>
                <a:cubicBezTo>
                  <a:pt x="547" y="833"/>
                  <a:pt x="547" y="833"/>
                  <a:pt x="547" y="833"/>
                </a:cubicBezTo>
                <a:cubicBezTo>
                  <a:pt x="547" y="833"/>
                  <a:pt x="547" y="833"/>
                  <a:pt x="547" y="833"/>
                </a:cubicBezTo>
                <a:cubicBezTo>
                  <a:pt x="547" y="833"/>
                  <a:pt x="547" y="833"/>
                  <a:pt x="547" y="833"/>
                </a:cubicBezTo>
                <a:cubicBezTo>
                  <a:pt x="547" y="832"/>
                  <a:pt x="547" y="832"/>
                  <a:pt x="547" y="832"/>
                </a:cubicBezTo>
                <a:cubicBezTo>
                  <a:pt x="547" y="832"/>
                  <a:pt x="546" y="832"/>
                  <a:pt x="546" y="832"/>
                </a:cubicBezTo>
                <a:cubicBezTo>
                  <a:pt x="546" y="832"/>
                  <a:pt x="546" y="831"/>
                  <a:pt x="546" y="831"/>
                </a:cubicBezTo>
                <a:cubicBezTo>
                  <a:pt x="547" y="831"/>
                  <a:pt x="547" y="830"/>
                  <a:pt x="548" y="830"/>
                </a:cubicBezTo>
                <a:cubicBezTo>
                  <a:pt x="548" y="830"/>
                  <a:pt x="548" y="830"/>
                  <a:pt x="548" y="829"/>
                </a:cubicBezTo>
                <a:cubicBezTo>
                  <a:pt x="548" y="829"/>
                  <a:pt x="549" y="828"/>
                  <a:pt x="549" y="828"/>
                </a:cubicBezTo>
                <a:cubicBezTo>
                  <a:pt x="549" y="827"/>
                  <a:pt x="549" y="827"/>
                  <a:pt x="550" y="827"/>
                </a:cubicBezTo>
                <a:cubicBezTo>
                  <a:pt x="550" y="826"/>
                  <a:pt x="551" y="826"/>
                  <a:pt x="551" y="825"/>
                </a:cubicBezTo>
                <a:cubicBezTo>
                  <a:pt x="551" y="824"/>
                  <a:pt x="551" y="823"/>
                  <a:pt x="551" y="823"/>
                </a:cubicBezTo>
                <a:cubicBezTo>
                  <a:pt x="551" y="822"/>
                  <a:pt x="551" y="822"/>
                  <a:pt x="551" y="822"/>
                </a:cubicBezTo>
                <a:cubicBezTo>
                  <a:pt x="551" y="822"/>
                  <a:pt x="551" y="821"/>
                  <a:pt x="551" y="821"/>
                </a:cubicBezTo>
                <a:cubicBezTo>
                  <a:pt x="551" y="821"/>
                  <a:pt x="551" y="822"/>
                  <a:pt x="551" y="822"/>
                </a:cubicBezTo>
                <a:cubicBezTo>
                  <a:pt x="551" y="822"/>
                  <a:pt x="552" y="822"/>
                  <a:pt x="552" y="823"/>
                </a:cubicBezTo>
                <a:cubicBezTo>
                  <a:pt x="552" y="823"/>
                  <a:pt x="551" y="824"/>
                  <a:pt x="551" y="824"/>
                </a:cubicBezTo>
                <a:cubicBezTo>
                  <a:pt x="551" y="825"/>
                  <a:pt x="551" y="825"/>
                  <a:pt x="551" y="825"/>
                </a:cubicBezTo>
                <a:cubicBezTo>
                  <a:pt x="551" y="826"/>
                  <a:pt x="551" y="826"/>
                  <a:pt x="551" y="827"/>
                </a:cubicBezTo>
                <a:cubicBezTo>
                  <a:pt x="551" y="827"/>
                  <a:pt x="550" y="827"/>
                  <a:pt x="550" y="827"/>
                </a:cubicBezTo>
                <a:cubicBezTo>
                  <a:pt x="550" y="828"/>
                  <a:pt x="550" y="828"/>
                  <a:pt x="550" y="828"/>
                </a:cubicBezTo>
                <a:cubicBezTo>
                  <a:pt x="550" y="828"/>
                  <a:pt x="550" y="828"/>
                  <a:pt x="551" y="827"/>
                </a:cubicBezTo>
                <a:cubicBezTo>
                  <a:pt x="551" y="827"/>
                  <a:pt x="551" y="827"/>
                  <a:pt x="551" y="827"/>
                </a:cubicBezTo>
                <a:cubicBezTo>
                  <a:pt x="552" y="827"/>
                  <a:pt x="552" y="827"/>
                  <a:pt x="552" y="826"/>
                </a:cubicBezTo>
                <a:cubicBezTo>
                  <a:pt x="552" y="826"/>
                  <a:pt x="552" y="825"/>
                  <a:pt x="552" y="824"/>
                </a:cubicBezTo>
                <a:cubicBezTo>
                  <a:pt x="553" y="823"/>
                  <a:pt x="553" y="823"/>
                  <a:pt x="553" y="822"/>
                </a:cubicBezTo>
                <a:cubicBezTo>
                  <a:pt x="553" y="821"/>
                  <a:pt x="553" y="821"/>
                  <a:pt x="553" y="821"/>
                </a:cubicBezTo>
                <a:cubicBezTo>
                  <a:pt x="553" y="821"/>
                  <a:pt x="553" y="820"/>
                  <a:pt x="553" y="820"/>
                </a:cubicBezTo>
                <a:cubicBezTo>
                  <a:pt x="553" y="820"/>
                  <a:pt x="553" y="819"/>
                  <a:pt x="553" y="819"/>
                </a:cubicBezTo>
                <a:cubicBezTo>
                  <a:pt x="553" y="819"/>
                  <a:pt x="554" y="819"/>
                  <a:pt x="554" y="820"/>
                </a:cubicBezTo>
                <a:cubicBezTo>
                  <a:pt x="554" y="820"/>
                  <a:pt x="554" y="820"/>
                  <a:pt x="554" y="820"/>
                </a:cubicBezTo>
                <a:cubicBezTo>
                  <a:pt x="554" y="820"/>
                  <a:pt x="553" y="820"/>
                  <a:pt x="553" y="820"/>
                </a:cubicBezTo>
                <a:cubicBezTo>
                  <a:pt x="553" y="820"/>
                  <a:pt x="553" y="821"/>
                  <a:pt x="553" y="821"/>
                </a:cubicBezTo>
                <a:cubicBezTo>
                  <a:pt x="553" y="821"/>
                  <a:pt x="553" y="822"/>
                  <a:pt x="553" y="821"/>
                </a:cubicBezTo>
                <a:cubicBezTo>
                  <a:pt x="554" y="821"/>
                  <a:pt x="554" y="821"/>
                  <a:pt x="554" y="822"/>
                </a:cubicBezTo>
                <a:cubicBezTo>
                  <a:pt x="554" y="822"/>
                  <a:pt x="554" y="822"/>
                  <a:pt x="554" y="822"/>
                </a:cubicBezTo>
                <a:cubicBezTo>
                  <a:pt x="554" y="822"/>
                  <a:pt x="554" y="822"/>
                  <a:pt x="554" y="822"/>
                </a:cubicBezTo>
                <a:cubicBezTo>
                  <a:pt x="554" y="823"/>
                  <a:pt x="555" y="823"/>
                  <a:pt x="555" y="823"/>
                </a:cubicBezTo>
                <a:cubicBezTo>
                  <a:pt x="555" y="823"/>
                  <a:pt x="556" y="824"/>
                  <a:pt x="556" y="823"/>
                </a:cubicBezTo>
                <a:cubicBezTo>
                  <a:pt x="556" y="823"/>
                  <a:pt x="556" y="823"/>
                  <a:pt x="556" y="824"/>
                </a:cubicBezTo>
                <a:cubicBezTo>
                  <a:pt x="556" y="824"/>
                  <a:pt x="556" y="824"/>
                  <a:pt x="556" y="825"/>
                </a:cubicBezTo>
                <a:cubicBezTo>
                  <a:pt x="556" y="825"/>
                  <a:pt x="556" y="825"/>
                  <a:pt x="556" y="825"/>
                </a:cubicBezTo>
                <a:cubicBezTo>
                  <a:pt x="556" y="825"/>
                  <a:pt x="556" y="825"/>
                  <a:pt x="556" y="826"/>
                </a:cubicBezTo>
                <a:cubicBezTo>
                  <a:pt x="556" y="826"/>
                  <a:pt x="556" y="826"/>
                  <a:pt x="556" y="826"/>
                </a:cubicBezTo>
                <a:cubicBezTo>
                  <a:pt x="556" y="826"/>
                  <a:pt x="556" y="826"/>
                  <a:pt x="556" y="826"/>
                </a:cubicBezTo>
                <a:cubicBezTo>
                  <a:pt x="555" y="826"/>
                  <a:pt x="555" y="826"/>
                  <a:pt x="556" y="826"/>
                </a:cubicBezTo>
                <a:cubicBezTo>
                  <a:pt x="556" y="825"/>
                  <a:pt x="556" y="825"/>
                  <a:pt x="556" y="824"/>
                </a:cubicBezTo>
                <a:cubicBezTo>
                  <a:pt x="556" y="824"/>
                  <a:pt x="556" y="824"/>
                  <a:pt x="556" y="824"/>
                </a:cubicBezTo>
                <a:cubicBezTo>
                  <a:pt x="556" y="824"/>
                  <a:pt x="556" y="824"/>
                  <a:pt x="555" y="824"/>
                </a:cubicBezTo>
                <a:cubicBezTo>
                  <a:pt x="555" y="824"/>
                  <a:pt x="555" y="824"/>
                  <a:pt x="555" y="825"/>
                </a:cubicBezTo>
                <a:cubicBezTo>
                  <a:pt x="555" y="825"/>
                  <a:pt x="555" y="825"/>
                  <a:pt x="555" y="825"/>
                </a:cubicBezTo>
                <a:cubicBezTo>
                  <a:pt x="555" y="826"/>
                  <a:pt x="554" y="826"/>
                  <a:pt x="555" y="827"/>
                </a:cubicBezTo>
                <a:cubicBezTo>
                  <a:pt x="555" y="827"/>
                  <a:pt x="554" y="827"/>
                  <a:pt x="555" y="827"/>
                </a:cubicBezTo>
                <a:cubicBezTo>
                  <a:pt x="555" y="827"/>
                  <a:pt x="555" y="827"/>
                  <a:pt x="555" y="827"/>
                </a:cubicBezTo>
                <a:cubicBezTo>
                  <a:pt x="554" y="828"/>
                  <a:pt x="554" y="828"/>
                  <a:pt x="554" y="828"/>
                </a:cubicBezTo>
                <a:cubicBezTo>
                  <a:pt x="554" y="828"/>
                  <a:pt x="554" y="827"/>
                  <a:pt x="554" y="827"/>
                </a:cubicBezTo>
                <a:cubicBezTo>
                  <a:pt x="554" y="827"/>
                  <a:pt x="554" y="826"/>
                  <a:pt x="554" y="826"/>
                </a:cubicBezTo>
                <a:cubicBezTo>
                  <a:pt x="554" y="826"/>
                  <a:pt x="554" y="827"/>
                  <a:pt x="554" y="827"/>
                </a:cubicBezTo>
                <a:cubicBezTo>
                  <a:pt x="554" y="827"/>
                  <a:pt x="554" y="827"/>
                  <a:pt x="553" y="827"/>
                </a:cubicBezTo>
                <a:cubicBezTo>
                  <a:pt x="553" y="827"/>
                  <a:pt x="554" y="827"/>
                  <a:pt x="554" y="826"/>
                </a:cubicBezTo>
                <a:cubicBezTo>
                  <a:pt x="554" y="826"/>
                  <a:pt x="554" y="826"/>
                  <a:pt x="554" y="825"/>
                </a:cubicBezTo>
                <a:cubicBezTo>
                  <a:pt x="554" y="825"/>
                  <a:pt x="554" y="825"/>
                  <a:pt x="554" y="825"/>
                </a:cubicBezTo>
                <a:cubicBezTo>
                  <a:pt x="555" y="825"/>
                  <a:pt x="555" y="825"/>
                  <a:pt x="554" y="825"/>
                </a:cubicBezTo>
                <a:cubicBezTo>
                  <a:pt x="554" y="825"/>
                  <a:pt x="554" y="824"/>
                  <a:pt x="554" y="824"/>
                </a:cubicBezTo>
                <a:cubicBezTo>
                  <a:pt x="554" y="824"/>
                  <a:pt x="554" y="824"/>
                  <a:pt x="554" y="824"/>
                </a:cubicBezTo>
                <a:cubicBezTo>
                  <a:pt x="554" y="824"/>
                  <a:pt x="554" y="824"/>
                  <a:pt x="554" y="824"/>
                </a:cubicBezTo>
                <a:cubicBezTo>
                  <a:pt x="554" y="825"/>
                  <a:pt x="554" y="825"/>
                  <a:pt x="554" y="826"/>
                </a:cubicBezTo>
                <a:cubicBezTo>
                  <a:pt x="553" y="827"/>
                  <a:pt x="553" y="828"/>
                  <a:pt x="553" y="829"/>
                </a:cubicBezTo>
                <a:cubicBezTo>
                  <a:pt x="553" y="829"/>
                  <a:pt x="552" y="829"/>
                  <a:pt x="552" y="829"/>
                </a:cubicBezTo>
                <a:cubicBezTo>
                  <a:pt x="552" y="829"/>
                  <a:pt x="552" y="829"/>
                  <a:pt x="552" y="829"/>
                </a:cubicBezTo>
                <a:cubicBezTo>
                  <a:pt x="552" y="829"/>
                  <a:pt x="552" y="830"/>
                  <a:pt x="552" y="830"/>
                </a:cubicBezTo>
                <a:cubicBezTo>
                  <a:pt x="552" y="829"/>
                  <a:pt x="552" y="828"/>
                  <a:pt x="552" y="828"/>
                </a:cubicBezTo>
                <a:cubicBezTo>
                  <a:pt x="552" y="828"/>
                  <a:pt x="552" y="827"/>
                  <a:pt x="552" y="827"/>
                </a:cubicBezTo>
                <a:cubicBezTo>
                  <a:pt x="552" y="827"/>
                  <a:pt x="552" y="826"/>
                  <a:pt x="553" y="826"/>
                </a:cubicBezTo>
                <a:cubicBezTo>
                  <a:pt x="552" y="826"/>
                  <a:pt x="552" y="826"/>
                  <a:pt x="552" y="826"/>
                </a:cubicBezTo>
                <a:cubicBezTo>
                  <a:pt x="552" y="826"/>
                  <a:pt x="552" y="826"/>
                  <a:pt x="552" y="826"/>
                </a:cubicBezTo>
                <a:cubicBezTo>
                  <a:pt x="552" y="827"/>
                  <a:pt x="552" y="828"/>
                  <a:pt x="552" y="828"/>
                </a:cubicBezTo>
                <a:cubicBezTo>
                  <a:pt x="551" y="828"/>
                  <a:pt x="551" y="829"/>
                  <a:pt x="551" y="829"/>
                </a:cubicBezTo>
                <a:cubicBezTo>
                  <a:pt x="551" y="829"/>
                  <a:pt x="551" y="830"/>
                  <a:pt x="551" y="830"/>
                </a:cubicBezTo>
                <a:cubicBezTo>
                  <a:pt x="551" y="830"/>
                  <a:pt x="551" y="830"/>
                  <a:pt x="551" y="831"/>
                </a:cubicBezTo>
                <a:cubicBezTo>
                  <a:pt x="550" y="831"/>
                  <a:pt x="551" y="831"/>
                  <a:pt x="551" y="831"/>
                </a:cubicBezTo>
                <a:cubicBezTo>
                  <a:pt x="551" y="832"/>
                  <a:pt x="551" y="832"/>
                  <a:pt x="552" y="831"/>
                </a:cubicBezTo>
                <a:cubicBezTo>
                  <a:pt x="552" y="831"/>
                  <a:pt x="552" y="830"/>
                  <a:pt x="553" y="829"/>
                </a:cubicBezTo>
                <a:cubicBezTo>
                  <a:pt x="553" y="829"/>
                  <a:pt x="553" y="829"/>
                  <a:pt x="553" y="828"/>
                </a:cubicBezTo>
                <a:close/>
                <a:moveTo>
                  <a:pt x="546" y="827"/>
                </a:moveTo>
                <a:cubicBezTo>
                  <a:pt x="546" y="827"/>
                  <a:pt x="546" y="827"/>
                  <a:pt x="546" y="827"/>
                </a:cubicBezTo>
                <a:cubicBezTo>
                  <a:pt x="546" y="827"/>
                  <a:pt x="546" y="826"/>
                  <a:pt x="546" y="826"/>
                </a:cubicBezTo>
                <a:cubicBezTo>
                  <a:pt x="546" y="826"/>
                  <a:pt x="546" y="826"/>
                  <a:pt x="546" y="826"/>
                </a:cubicBezTo>
                <a:cubicBezTo>
                  <a:pt x="546" y="826"/>
                  <a:pt x="546" y="826"/>
                  <a:pt x="546" y="826"/>
                </a:cubicBezTo>
                <a:cubicBezTo>
                  <a:pt x="546" y="825"/>
                  <a:pt x="546" y="825"/>
                  <a:pt x="546" y="825"/>
                </a:cubicBezTo>
                <a:cubicBezTo>
                  <a:pt x="546" y="825"/>
                  <a:pt x="547" y="825"/>
                  <a:pt x="547" y="825"/>
                </a:cubicBezTo>
                <a:cubicBezTo>
                  <a:pt x="547" y="825"/>
                  <a:pt x="547" y="825"/>
                  <a:pt x="547" y="825"/>
                </a:cubicBezTo>
                <a:cubicBezTo>
                  <a:pt x="548" y="825"/>
                  <a:pt x="548" y="825"/>
                  <a:pt x="548" y="825"/>
                </a:cubicBezTo>
                <a:cubicBezTo>
                  <a:pt x="548" y="825"/>
                  <a:pt x="548" y="824"/>
                  <a:pt x="548" y="824"/>
                </a:cubicBezTo>
                <a:cubicBezTo>
                  <a:pt x="548" y="824"/>
                  <a:pt x="548" y="824"/>
                  <a:pt x="548" y="824"/>
                </a:cubicBezTo>
                <a:cubicBezTo>
                  <a:pt x="549" y="825"/>
                  <a:pt x="549" y="824"/>
                  <a:pt x="550" y="824"/>
                </a:cubicBezTo>
                <a:cubicBezTo>
                  <a:pt x="550" y="824"/>
                  <a:pt x="550" y="823"/>
                  <a:pt x="550" y="823"/>
                </a:cubicBezTo>
                <a:cubicBezTo>
                  <a:pt x="550" y="823"/>
                  <a:pt x="550" y="822"/>
                  <a:pt x="550" y="822"/>
                </a:cubicBezTo>
                <a:cubicBezTo>
                  <a:pt x="551" y="822"/>
                  <a:pt x="551" y="822"/>
                  <a:pt x="551" y="822"/>
                </a:cubicBezTo>
                <a:cubicBezTo>
                  <a:pt x="551" y="822"/>
                  <a:pt x="551" y="822"/>
                  <a:pt x="551" y="822"/>
                </a:cubicBezTo>
                <a:cubicBezTo>
                  <a:pt x="551" y="822"/>
                  <a:pt x="550" y="823"/>
                  <a:pt x="550" y="823"/>
                </a:cubicBezTo>
                <a:cubicBezTo>
                  <a:pt x="550" y="823"/>
                  <a:pt x="550" y="824"/>
                  <a:pt x="550" y="824"/>
                </a:cubicBezTo>
                <a:cubicBezTo>
                  <a:pt x="550" y="825"/>
                  <a:pt x="550" y="825"/>
                  <a:pt x="550" y="825"/>
                </a:cubicBezTo>
                <a:cubicBezTo>
                  <a:pt x="550" y="825"/>
                  <a:pt x="549" y="825"/>
                  <a:pt x="549" y="826"/>
                </a:cubicBezTo>
                <a:cubicBezTo>
                  <a:pt x="548" y="826"/>
                  <a:pt x="548" y="826"/>
                  <a:pt x="548" y="827"/>
                </a:cubicBezTo>
                <a:cubicBezTo>
                  <a:pt x="547" y="827"/>
                  <a:pt x="547" y="827"/>
                  <a:pt x="547" y="827"/>
                </a:cubicBezTo>
                <a:cubicBezTo>
                  <a:pt x="547" y="827"/>
                  <a:pt x="546" y="827"/>
                  <a:pt x="546" y="827"/>
                </a:cubicBezTo>
                <a:cubicBezTo>
                  <a:pt x="546" y="827"/>
                  <a:pt x="546" y="827"/>
                  <a:pt x="546" y="827"/>
                </a:cubicBezTo>
                <a:close/>
                <a:moveTo>
                  <a:pt x="555" y="825"/>
                </a:moveTo>
                <a:cubicBezTo>
                  <a:pt x="555" y="826"/>
                  <a:pt x="555" y="826"/>
                  <a:pt x="555" y="826"/>
                </a:cubicBezTo>
                <a:cubicBezTo>
                  <a:pt x="555" y="826"/>
                  <a:pt x="555" y="826"/>
                  <a:pt x="555" y="826"/>
                </a:cubicBezTo>
                <a:cubicBezTo>
                  <a:pt x="555" y="826"/>
                  <a:pt x="555" y="826"/>
                  <a:pt x="555" y="826"/>
                </a:cubicBezTo>
                <a:cubicBezTo>
                  <a:pt x="555" y="826"/>
                  <a:pt x="555" y="825"/>
                  <a:pt x="555" y="825"/>
                </a:cubicBezTo>
                <a:cubicBezTo>
                  <a:pt x="555" y="825"/>
                  <a:pt x="555" y="825"/>
                  <a:pt x="555" y="825"/>
                </a:cubicBezTo>
                <a:cubicBezTo>
                  <a:pt x="555" y="825"/>
                  <a:pt x="556" y="825"/>
                  <a:pt x="555" y="825"/>
                </a:cubicBezTo>
                <a:close/>
                <a:moveTo>
                  <a:pt x="550" y="817"/>
                </a:moveTo>
                <a:cubicBezTo>
                  <a:pt x="549" y="816"/>
                  <a:pt x="549" y="816"/>
                  <a:pt x="549" y="815"/>
                </a:cubicBezTo>
                <a:cubicBezTo>
                  <a:pt x="549" y="816"/>
                  <a:pt x="550" y="816"/>
                  <a:pt x="550" y="817"/>
                </a:cubicBezTo>
                <a:close/>
                <a:moveTo>
                  <a:pt x="553" y="835"/>
                </a:moveTo>
                <a:cubicBezTo>
                  <a:pt x="553" y="835"/>
                  <a:pt x="553" y="835"/>
                  <a:pt x="553" y="835"/>
                </a:cubicBezTo>
                <a:cubicBezTo>
                  <a:pt x="552" y="835"/>
                  <a:pt x="552" y="835"/>
                  <a:pt x="552" y="835"/>
                </a:cubicBezTo>
                <a:cubicBezTo>
                  <a:pt x="552" y="835"/>
                  <a:pt x="552" y="834"/>
                  <a:pt x="552" y="834"/>
                </a:cubicBezTo>
                <a:cubicBezTo>
                  <a:pt x="552" y="834"/>
                  <a:pt x="552" y="835"/>
                  <a:pt x="553" y="835"/>
                </a:cubicBezTo>
                <a:close/>
                <a:moveTo>
                  <a:pt x="555" y="829"/>
                </a:moveTo>
                <a:cubicBezTo>
                  <a:pt x="555" y="829"/>
                  <a:pt x="554" y="830"/>
                  <a:pt x="554" y="830"/>
                </a:cubicBezTo>
                <a:cubicBezTo>
                  <a:pt x="554" y="830"/>
                  <a:pt x="554" y="830"/>
                  <a:pt x="554" y="830"/>
                </a:cubicBezTo>
                <a:cubicBezTo>
                  <a:pt x="554" y="830"/>
                  <a:pt x="554" y="829"/>
                  <a:pt x="555" y="829"/>
                </a:cubicBezTo>
                <a:close/>
                <a:moveTo>
                  <a:pt x="554" y="834"/>
                </a:moveTo>
                <a:cubicBezTo>
                  <a:pt x="554" y="835"/>
                  <a:pt x="553" y="835"/>
                  <a:pt x="554" y="835"/>
                </a:cubicBezTo>
                <a:cubicBezTo>
                  <a:pt x="553" y="835"/>
                  <a:pt x="553" y="834"/>
                  <a:pt x="554" y="834"/>
                </a:cubicBezTo>
                <a:close/>
                <a:moveTo>
                  <a:pt x="554" y="821"/>
                </a:moveTo>
                <a:cubicBezTo>
                  <a:pt x="554" y="821"/>
                  <a:pt x="554" y="821"/>
                  <a:pt x="554" y="821"/>
                </a:cubicBezTo>
                <a:cubicBezTo>
                  <a:pt x="554" y="821"/>
                  <a:pt x="554" y="821"/>
                  <a:pt x="554" y="821"/>
                </a:cubicBezTo>
                <a:cubicBezTo>
                  <a:pt x="554" y="821"/>
                  <a:pt x="554" y="821"/>
                  <a:pt x="554" y="821"/>
                </a:cubicBezTo>
                <a:cubicBezTo>
                  <a:pt x="554" y="821"/>
                  <a:pt x="554" y="821"/>
                  <a:pt x="554" y="821"/>
                </a:cubicBezTo>
                <a:close/>
                <a:moveTo>
                  <a:pt x="554" y="829"/>
                </a:moveTo>
                <a:cubicBezTo>
                  <a:pt x="554" y="829"/>
                  <a:pt x="554" y="828"/>
                  <a:pt x="554" y="828"/>
                </a:cubicBezTo>
                <a:cubicBezTo>
                  <a:pt x="554" y="828"/>
                  <a:pt x="554" y="829"/>
                  <a:pt x="554" y="829"/>
                </a:cubicBezTo>
                <a:close/>
                <a:moveTo>
                  <a:pt x="555" y="828"/>
                </a:moveTo>
                <a:cubicBezTo>
                  <a:pt x="555" y="828"/>
                  <a:pt x="555" y="827"/>
                  <a:pt x="555" y="827"/>
                </a:cubicBezTo>
                <a:cubicBezTo>
                  <a:pt x="555" y="827"/>
                  <a:pt x="555" y="828"/>
                  <a:pt x="555" y="828"/>
                </a:cubicBezTo>
                <a:close/>
                <a:moveTo>
                  <a:pt x="555" y="829"/>
                </a:moveTo>
                <a:cubicBezTo>
                  <a:pt x="555" y="828"/>
                  <a:pt x="555" y="828"/>
                  <a:pt x="555" y="828"/>
                </a:cubicBezTo>
                <a:cubicBezTo>
                  <a:pt x="555" y="828"/>
                  <a:pt x="555" y="828"/>
                  <a:pt x="555" y="829"/>
                </a:cubicBezTo>
                <a:close/>
                <a:moveTo>
                  <a:pt x="552" y="831"/>
                </a:moveTo>
                <a:cubicBezTo>
                  <a:pt x="552" y="830"/>
                  <a:pt x="552" y="830"/>
                  <a:pt x="552" y="830"/>
                </a:cubicBezTo>
                <a:cubicBezTo>
                  <a:pt x="552" y="830"/>
                  <a:pt x="552" y="830"/>
                  <a:pt x="552" y="831"/>
                </a:cubicBezTo>
                <a:close/>
                <a:moveTo>
                  <a:pt x="550" y="817"/>
                </a:moveTo>
                <a:cubicBezTo>
                  <a:pt x="551" y="817"/>
                  <a:pt x="551" y="817"/>
                  <a:pt x="551" y="817"/>
                </a:cubicBezTo>
                <a:cubicBezTo>
                  <a:pt x="551" y="817"/>
                  <a:pt x="551" y="817"/>
                  <a:pt x="551" y="817"/>
                </a:cubicBezTo>
                <a:cubicBezTo>
                  <a:pt x="550" y="817"/>
                  <a:pt x="550" y="817"/>
                  <a:pt x="550" y="817"/>
                </a:cubicBezTo>
                <a:close/>
                <a:moveTo>
                  <a:pt x="554" y="831"/>
                </a:moveTo>
                <a:cubicBezTo>
                  <a:pt x="554" y="831"/>
                  <a:pt x="554" y="831"/>
                  <a:pt x="554" y="831"/>
                </a:cubicBezTo>
                <a:cubicBezTo>
                  <a:pt x="554" y="831"/>
                  <a:pt x="554" y="831"/>
                  <a:pt x="554" y="831"/>
                </a:cubicBezTo>
                <a:close/>
                <a:moveTo>
                  <a:pt x="556" y="827"/>
                </a:moveTo>
                <a:cubicBezTo>
                  <a:pt x="556" y="827"/>
                  <a:pt x="556" y="826"/>
                  <a:pt x="556" y="826"/>
                </a:cubicBezTo>
                <a:cubicBezTo>
                  <a:pt x="557" y="826"/>
                  <a:pt x="557" y="826"/>
                  <a:pt x="557" y="826"/>
                </a:cubicBezTo>
                <a:cubicBezTo>
                  <a:pt x="557" y="826"/>
                  <a:pt x="557" y="827"/>
                  <a:pt x="556" y="827"/>
                </a:cubicBezTo>
                <a:close/>
                <a:moveTo>
                  <a:pt x="554" y="830"/>
                </a:moveTo>
                <a:cubicBezTo>
                  <a:pt x="554" y="831"/>
                  <a:pt x="554" y="831"/>
                  <a:pt x="553" y="832"/>
                </a:cubicBezTo>
                <a:cubicBezTo>
                  <a:pt x="553" y="831"/>
                  <a:pt x="554" y="831"/>
                  <a:pt x="554" y="830"/>
                </a:cubicBezTo>
                <a:cubicBezTo>
                  <a:pt x="554" y="830"/>
                  <a:pt x="554" y="830"/>
                  <a:pt x="554" y="830"/>
                </a:cubicBezTo>
                <a:cubicBezTo>
                  <a:pt x="554" y="830"/>
                  <a:pt x="554" y="830"/>
                  <a:pt x="554" y="830"/>
                </a:cubicBezTo>
                <a:close/>
                <a:moveTo>
                  <a:pt x="549" y="826"/>
                </a:moveTo>
                <a:cubicBezTo>
                  <a:pt x="549" y="826"/>
                  <a:pt x="549" y="827"/>
                  <a:pt x="549" y="827"/>
                </a:cubicBezTo>
                <a:cubicBezTo>
                  <a:pt x="549" y="827"/>
                  <a:pt x="549" y="827"/>
                  <a:pt x="549" y="827"/>
                </a:cubicBezTo>
                <a:cubicBezTo>
                  <a:pt x="549" y="827"/>
                  <a:pt x="549" y="826"/>
                  <a:pt x="549" y="826"/>
                </a:cubicBezTo>
                <a:close/>
                <a:moveTo>
                  <a:pt x="554" y="831"/>
                </a:moveTo>
                <a:cubicBezTo>
                  <a:pt x="554" y="831"/>
                  <a:pt x="554" y="830"/>
                  <a:pt x="554" y="830"/>
                </a:cubicBezTo>
                <a:cubicBezTo>
                  <a:pt x="554" y="830"/>
                  <a:pt x="554" y="831"/>
                  <a:pt x="554" y="831"/>
                </a:cubicBezTo>
                <a:close/>
                <a:moveTo>
                  <a:pt x="552" y="831"/>
                </a:moveTo>
                <a:cubicBezTo>
                  <a:pt x="552" y="831"/>
                  <a:pt x="552" y="831"/>
                  <a:pt x="552" y="831"/>
                </a:cubicBezTo>
                <a:cubicBezTo>
                  <a:pt x="552" y="831"/>
                  <a:pt x="552" y="831"/>
                  <a:pt x="552" y="831"/>
                </a:cubicBezTo>
                <a:cubicBezTo>
                  <a:pt x="552" y="831"/>
                  <a:pt x="551" y="831"/>
                  <a:pt x="551" y="831"/>
                </a:cubicBezTo>
                <a:cubicBezTo>
                  <a:pt x="551" y="831"/>
                  <a:pt x="552" y="831"/>
                  <a:pt x="552" y="831"/>
                </a:cubicBezTo>
                <a:close/>
                <a:moveTo>
                  <a:pt x="554" y="831"/>
                </a:moveTo>
                <a:cubicBezTo>
                  <a:pt x="554" y="831"/>
                  <a:pt x="554" y="831"/>
                  <a:pt x="554" y="831"/>
                </a:cubicBezTo>
                <a:cubicBezTo>
                  <a:pt x="554" y="831"/>
                  <a:pt x="554" y="831"/>
                  <a:pt x="554" y="831"/>
                </a:cubicBezTo>
                <a:close/>
                <a:moveTo>
                  <a:pt x="90" y="889"/>
                </a:moveTo>
                <a:cubicBezTo>
                  <a:pt x="90" y="889"/>
                  <a:pt x="90" y="889"/>
                  <a:pt x="90" y="889"/>
                </a:cubicBezTo>
                <a:cubicBezTo>
                  <a:pt x="90" y="889"/>
                  <a:pt x="90" y="889"/>
                  <a:pt x="90" y="889"/>
                </a:cubicBezTo>
                <a:cubicBezTo>
                  <a:pt x="91" y="889"/>
                  <a:pt x="91" y="888"/>
                  <a:pt x="90" y="888"/>
                </a:cubicBezTo>
                <a:cubicBezTo>
                  <a:pt x="90" y="888"/>
                  <a:pt x="90" y="888"/>
                  <a:pt x="89" y="888"/>
                </a:cubicBezTo>
                <a:cubicBezTo>
                  <a:pt x="89" y="888"/>
                  <a:pt x="89" y="888"/>
                  <a:pt x="89" y="888"/>
                </a:cubicBezTo>
                <a:cubicBezTo>
                  <a:pt x="89" y="888"/>
                  <a:pt x="89" y="888"/>
                  <a:pt x="89" y="888"/>
                </a:cubicBezTo>
                <a:cubicBezTo>
                  <a:pt x="89" y="888"/>
                  <a:pt x="90" y="888"/>
                  <a:pt x="90" y="888"/>
                </a:cubicBezTo>
                <a:cubicBezTo>
                  <a:pt x="90" y="888"/>
                  <a:pt x="90" y="888"/>
                  <a:pt x="90" y="888"/>
                </a:cubicBezTo>
                <a:cubicBezTo>
                  <a:pt x="90" y="888"/>
                  <a:pt x="90" y="887"/>
                  <a:pt x="90" y="887"/>
                </a:cubicBezTo>
                <a:cubicBezTo>
                  <a:pt x="89" y="888"/>
                  <a:pt x="89" y="887"/>
                  <a:pt x="89" y="887"/>
                </a:cubicBezTo>
                <a:cubicBezTo>
                  <a:pt x="89" y="887"/>
                  <a:pt x="89" y="887"/>
                  <a:pt x="89" y="887"/>
                </a:cubicBezTo>
                <a:cubicBezTo>
                  <a:pt x="89" y="887"/>
                  <a:pt x="89" y="887"/>
                  <a:pt x="88" y="887"/>
                </a:cubicBezTo>
                <a:cubicBezTo>
                  <a:pt x="88" y="887"/>
                  <a:pt x="88" y="887"/>
                  <a:pt x="88" y="888"/>
                </a:cubicBezTo>
                <a:cubicBezTo>
                  <a:pt x="88" y="888"/>
                  <a:pt x="88" y="888"/>
                  <a:pt x="88" y="888"/>
                </a:cubicBezTo>
                <a:cubicBezTo>
                  <a:pt x="88" y="888"/>
                  <a:pt x="88" y="888"/>
                  <a:pt x="88" y="888"/>
                </a:cubicBezTo>
                <a:cubicBezTo>
                  <a:pt x="88" y="888"/>
                  <a:pt x="88" y="887"/>
                  <a:pt x="88" y="887"/>
                </a:cubicBezTo>
                <a:cubicBezTo>
                  <a:pt x="87" y="887"/>
                  <a:pt x="87" y="887"/>
                  <a:pt x="87" y="886"/>
                </a:cubicBezTo>
                <a:cubicBezTo>
                  <a:pt x="87" y="886"/>
                  <a:pt x="87" y="886"/>
                  <a:pt x="87" y="886"/>
                </a:cubicBezTo>
                <a:cubicBezTo>
                  <a:pt x="87" y="886"/>
                  <a:pt x="87" y="886"/>
                  <a:pt x="87" y="886"/>
                </a:cubicBezTo>
                <a:cubicBezTo>
                  <a:pt x="87" y="886"/>
                  <a:pt x="87" y="885"/>
                  <a:pt x="87" y="885"/>
                </a:cubicBezTo>
                <a:cubicBezTo>
                  <a:pt x="87" y="885"/>
                  <a:pt x="87" y="885"/>
                  <a:pt x="86" y="885"/>
                </a:cubicBezTo>
                <a:cubicBezTo>
                  <a:pt x="86" y="885"/>
                  <a:pt x="86" y="885"/>
                  <a:pt x="86" y="885"/>
                </a:cubicBezTo>
                <a:cubicBezTo>
                  <a:pt x="86" y="884"/>
                  <a:pt x="86" y="884"/>
                  <a:pt x="86" y="884"/>
                </a:cubicBezTo>
                <a:cubicBezTo>
                  <a:pt x="86" y="884"/>
                  <a:pt x="86" y="884"/>
                  <a:pt x="86" y="884"/>
                </a:cubicBezTo>
                <a:cubicBezTo>
                  <a:pt x="85" y="884"/>
                  <a:pt x="85" y="884"/>
                  <a:pt x="85" y="884"/>
                </a:cubicBezTo>
                <a:cubicBezTo>
                  <a:pt x="85" y="884"/>
                  <a:pt x="85" y="884"/>
                  <a:pt x="85" y="884"/>
                </a:cubicBezTo>
                <a:cubicBezTo>
                  <a:pt x="85" y="884"/>
                  <a:pt x="85" y="884"/>
                  <a:pt x="84" y="884"/>
                </a:cubicBezTo>
                <a:cubicBezTo>
                  <a:pt x="85" y="883"/>
                  <a:pt x="85" y="883"/>
                  <a:pt x="85" y="883"/>
                </a:cubicBezTo>
                <a:cubicBezTo>
                  <a:pt x="84" y="883"/>
                  <a:pt x="84" y="882"/>
                  <a:pt x="84" y="882"/>
                </a:cubicBezTo>
                <a:cubicBezTo>
                  <a:pt x="84" y="882"/>
                  <a:pt x="84" y="882"/>
                  <a:pt x="84" y="882"/>
                </a:cubicBezTo>
                <a:cubicBezTo>
                  <a:pt x="84" y="882"/>
                  <a:pt x="84" y="882"/>
                  <a:pt x="84" y="882"/>
                </a:cubicBezTo>
                <a:cubicBezTo>
                  <a:pt x="84" y="882"/>
                  <a:pt x="84" y="882"/>
                  <a:pt x="84" y="881"/>
                </a:cubicBezTo>
                <a:cubicBezTo>
                  <a:pt x="83" y="881"/>
                  <a:pt x="83" y="881"/>
                  <a:pt x="83" y="880"/>
                </a:cubicBezTo>
                <a:cubicBezTo>
                  <a:pt x="83" y="880"/>
                  <a:pt x="83" y="880"/>
                  <a:pt x="83" y="880"/>
                </a:cubicBezTo>
                <a:cubicBezTo>
                  <a:pt x="83" y="880"/>
                  <a:pt x="83" y="880"/>
                  <a:pt x="83" y="880"/>
                </a:cubicBezTo>
                <a:cubicBezTo>
                  <a:pt x="84" y="880"/>
                  <a:pt x="84" y="880"/>
                  <a:pt x="84" y="880"/>
                </a:cubicBezTo>
                <a:cubicBezTo>
                  <a:pt x="84" y="880"/>
                  <a:pt x="84" y="880"/>
                  <a:pt x="83" y="880"/>
                </a:cubicBezTo>
                <a:cubicBezTo>
                  <a:pt x="83" y="879"/>
                  <a:pt x="82" y="879"/>
                  <a:pt x="83" y="879"/>
                </a:cubicBezTo>
                <a:cubicBezTo>
                  <a:pt x="83" y="879"/>
                  <a:pt x="83" y="879"/>
                  <a:pt x="82" y="878"/>
                </a:cubicBezTo>
                <a:cubicBezTo>
                  <a:pt x="82" y="878"/>
                  <a:pt x="82" y="878"/>
                  <a:pt x="82" y="878"/>
                </a:cubicBezTo>
                <a:cubicBezTo>
                  <a:pt x="82" y="879"/>
                  <a:pt x="82" y="879"/>
                  <a:pt x="82" y="878"/>
                </a:cubicBezTo>
                <a:cubicBezTo>
                  <a:pt x="82" y="878"/>
                  <a:pt x="82" y="878"/>
                  <a:pt x="82" y="878"/>
                </a:cubicBezTo>
                <a:cubicBezTo>
                  <a:pt x="82" y="878"/>
                  <a:pt x="82" y="878"/>
                  <a:pt x="82" y="878"/>
                </a:cubicBezTo>
                <a:cubicBezTo>
                  <a:pt x="82" y="878"/>
                  <a:pt x="82" y="878"/>
                  <a:pt x="82" y="878"/>
                </a:cubicBezTo>
                <a:cubicBezTo>
                  <a:pt x="82" y="878"/>
                  <a:pt x="82" y="878"/>
                  <a:pt x="82" y="878"/>
                </a:cubicBezTo>
                <a:cubicBezTo>
                  <a:pt x="83" y="878"/>
                  <a:pt x="83" y="878"/>
                  <a:pt x="83" y="878"/>
                </a:cubicBezTo>
                <a:cubicBezTo>
                  <a:pt x="83" y="879"/>
                  <a:pt x="83" y="879"/>
                  <a:pt x="83" y="878"/>
                </a:cubicBezTo>
                <a:cubicBezTo>
                  <a:pt x="83" y="878"/>
                  <a:pt x="84" y="878"/>
                  <a:pt x="84" y="878"/>
                </a:cubicBezTo>
                <a:cubicBezTo>
                  <a:pt x="84" y="879"/>
                  <a:pt x="84" y="879"/>
                  <a:pt x="84" y="878"/>
                </a:cubicBezTo>
                <a:cubicBezTo>
                  <a:pt x="85" y="878"/>
                  <a:pt x="85" y="878"/>
                  <a:pt x="85" y="878"/>
                </a:cubicBezTo>
                <a:cubicBezTo>
                  <a:pt x="85" y="878"/>
                  <a:pt x="84" y="877"/>
                  <a:pt x="85" y="877"/>
                </a:cubicBezTo>
                <a:cubicBezTo>
                  <a:pt x="85" y="877"/>
                  <a:pt x="85" y="877"/>
                  <a:pt x="85" y="877"/>
                </a:cubicBezTo>
                <a:cubicBezTo>
                  <a:pt x="85" y="877"/>
                  <a:pt x="84" y="877"/>
                  <a:pt x="84" y="877"/>
                </a:cubicBezTo>
                <a:cubicBezTo>
                  <a:pt x="84" y="877"/>
                  <a:pt x="84" y="877"/>
                  <a:pt x="84" y="876"/>
                </a:cubicBezTo>
                <a:cubicBezTo>
                  <a:pt x="83" y="876"/>
                  <a:pt x="83" y="876"/>
                  <a:pt x="83" y="876"/>
                </a:cubicBezTo>
                <a:cubicBezTo>
                  <a:pt x="82" y="876"/>
                  <a:pt x="82" y="876"/>
                  <a:pt x="82" y="877"/>
                </a:cubicBezTo>
                <a:cubicBezTo>
                  <a:pt x="82" y="877"/>
                  <a:pt x="82" y="877"/>
                  <a:pt x="82" y="877"/>
                </a:cubicBezTo>
                <a:cubicBezTo>
                  <a:pt x="82" y="876"/>
                  <a:pt x="82" y="876"/>
                  <a:pt x="81" y="876"/>
                </a:cubicBezTo>
                <a:cubicBezTo>
                  <a:pt x="81" y="876"/>
                  <a:pt x="82" y="876"/>
                  <a:pt x="82" y="876"/>
                </a:cubicBezTo>
                <a:cubicBezTo>
                  <a:pt x="83" y="876"/>
                  <a:pt x="83" y="876"/>
                  <a:pt x="84" y="876"/>
                </a:cubicBezTo>
                <a:cubicBezTo>
                  <a:pt x="84" y="876"/>
                  <a:pt x="84" y="876"/>
                  <a:pt x="85" y="876"/>
                </a:cubicBezTo>
                <a:cubicBezTo>
                  <a:pt x="85" y="876"/>
                  <a:pt x="85" y="876"/>
                  <a:pt x="85" y="876"/>
                </a:cubicBezTo>
                <a:cubicBezTo>
                  <a:pt x="85" y="876"/>
                  <a:pt x="85" y="875"/>
                  <a:pt x="85" y="875"/>
                </a:cubicBezTo>
                <a:cubicBezTo>
                  <a:pt x="85" y="875"/>
                  <a:pt x="84" y="875"/>
                  <a:pt x="84" y="875"/>
                </a:cubicBezTo>
                <a:cubicBezTo>
                  <a:pt x="84" y="875"/>
                  <a:pt x="84" y="874"/>
                  <a:pt x="84" y="874"/>
                </a:cubicBezTo>
                <a:cubicBezTo>
                  <a:pt x="83" y="874"/>
                  <a:pt x="83" y="874"/>
                  <a:pt x="83" y="874"/>
                </a:cubicBezTo>
                <a:cubicBezTo>
                  <a:pt x="84" y="874"/>
                  <a:pt x="83" y="873"/>
                  <a:pt x="83" y="873"/>
                </a:cubicBezTo>
                <a:cubicBezTo>
                  <a:pt x="83" y="873"/>
                  <a:pt x="83" y="873"/>
                  <a:pt x="83" y="873"/>
                </a:cubicBezTo>
                <a:cubicBezTo>
                  <a:pt x="82" y="873"/>
                  <a:pt x="82" y="873"/>
                  <a:pt x="82" y="874"/>
                </a:cubicBezTo>
                <a:cubicBezTo>
                  <a:pt x="82" y="874"/>
                  <a:pt x="81" y="874"/>
                  <a:pt x="81" y="874"/>
                </a:cubicBezTo>
                <a:cubicBezTo>
                  <a:pt x="80" y="875"/>
                  <a:pt x="80" y="874"/>
                  <a:pt x="80" y="874"/>
                </a:cubicBezTo>
                <a:cubicBezTo>
                  <a:pt x="80" y="874"/>
                  <a:pt x="80" y="874"/>
                  <a:pt x="80" y="874"/>
                </a:cubicBezTo>
                <a:cubicBezTo>
                  <a:pt x="80" y="874"/>
                  <a:pt x="80" y="874"/>
                  <a:pt x="80" y="874"/>
                </a:cubicBezTo>
                <a:cubicBezTo>
                  <a:pt x="80" y="874"/>
                  <a:pt x="80" y="874"/>
                  <a:pt x="80" y="874"/>
                </a:cubicBezTo>
                <a:cubicBezTo>
                  <a:pt x="80" y="874"/>
                  <a:pt x="80" y="874"/>
                  <a:pt x="79" y="874"/>
                </a:cubicBezTo>
                <a:cubicBezTo>
                  <a:pt x="79" y="874"/>
                  <a:pt x="79" y="874"/>
                  <a:pt x="79" y="874"/>
                </a:cubicBezTo>
                <a:cubicBezTo>
                  <a:pt x="79" y="873"/>
                  <a:pt x="79" y="873"/>
                  <a:pt x="79" y="873"/>
                </a:cubicBezTo>
                <a:cubicBezTo>
                  <a:pt x="79" y="873"/>
                  <a:pt x="79" y="874"/>
                  <a:pt x="79" y="874"/>
                </a:cubicBezTo>
                <a:cubicBezTo>
                  <a:pt x="79" y="874"/>
                  <a:pt x="79" y="874"/>
                  <a:pt x="79" y="874"/>
                </a:cubicBezTo>
                <a:cubicBezTo>
                  <a:pt x="79" y="873"/>
                  <a:pt x="80" y="873"/>
                  <a:pt x="80" y="873"/>
                </a:cubicBezTo>
                <a:cubicBezTo>
                  <a:pt x="80" y="873"/>
                  <a:pt x="80" y="873"/>
                  <a:pt x="80" y="873"/>
                </a:cubicBezTo>
                <a:cubicBezTo>
                  <a:pt x="81" y="873"/>
                  <a:pt x="81" y="873"/>
                  <a:pt x="81" y="873"/>
                </a:cubicBezTo>
                <a:cubicBezTo>
                  <a:pt x="81" y="873"/>
                  <a:pt x="82" y="873"/>
                  <a:pt x="82" y="873"/>
                </a:cubicBezTo>
                <a:cubicBezTo>
                  <a:pt x="82" y="872"/>
                  <a:pt x="82" y="872"/>
                  <a:pt x="82" y="871"/>
                </a:cubicBezTo>
                <a:cubicBezTo>
                  <a:pt x="83" y="870"/>
                  <a:pt x="82" y="869"/>
                  <a:pt x="82" y="868"/>
                </a:cubicBezTo>
                <a:cubicBezTo>
                  <a:pt x="82" y="868"/>
                  <a:pt x="82" y="868"/>
                  <a:pt x="82" y="868"/>
                </a:cubicBezTo>
                <a:cubicBezTo>
                  <a:pt x="82" y="867"/>
                  <a:pt x="83" y="867"/>
                  <a:pt x="83" y="866"/>
                </a:cubicBezTo>
                <a:cubicBezTo>
                  <a:pt x="83" y="865"/>
                  <a:pt x="83" y="865"/>
                  <a:pt x="83" y="865"/>
                </a:cubicBezTo>
                <a:cubicBezTo>
                  <a:pt x="83" y="864"/>
                  <a:pt x="84" y="863"/>
                  <a:pt x="84" y="862"/>
                </a:cubicBezTo>
                <a:cubicBezTo>
                  <a:pt x="84" y="862"/>
                  <a:pt x="84" y="862"/>
                  <a:pt x="84" y="862"/>
                </a:cubicBezTo>
                <a:cubicBezTo>
                  <a:pt x="84" y="862"/>
                  <a:pt x="84" y="861"/>
                  <a:pt x="84" y="861"/>
                </a:cubicBezTo>
                <a:cubicBezTo>
                  <a:pt x="85" y="861"/>
                  <a:pt x="84" y="861"/>
                  <a:pt x="84" y="860"/>
                </a:cubicBezTo>
                <a:cubicBezTo>
                  <a:pt x="85" y="860"/>
                  <a:pt x="85" y="860"/>
                  <a:pt x="85" y="860"/>
                </a:cubicBezTo>
                <a:cubicBezTo>
                  <a:pt x="85" y="860"/>
                  <a:pt x="85" y="860"/>
                  <a:pt x="85" y="859"/>
                </a:cubicBezTo>
                <a:cubicBezTo>
                  <a:pt x="85" y="859"/>
                  <a:pt x="85" y="859"/>
                  <a:pt x="85" y="859"/>
                </a:cubicBezTo>
                <a:cubicBezTo>
                  <a:pt x="85" y="859"/>
                  <a:pt x="85" y="859"/>
                  <a:pt x="85" y="859"/>
                </a:cubicBezTo>
                <a:cubicBezTo>
                  <a:pt x="84" y="859"/>
                  <a:pt x="84" y="860"/>
                  <a:pt x="84" y="860"/>
                </a:cubicBezTo>
                <a:cubicBezTo>
                  <a:pt x="83" y="860"/>
                  <a:pt x="82" y="861"/>
                  <a:pt x="81" y="861"/>
                </a:cubicBezTo>
                <a:cubicBezTo>
                  <a:pt x="81" y="861"/>
                  <a:pt x="80" y="861"/>
                  <a:pt x="80" y="861"/>
                </a:cubicBezTo>
                <a:cubicBezTo>
                  <a:pt x="80" y="861"/>
                  <a:pt x="80" y="861"/>
                  <a:pt x="80" y="862"/>
                </a:cubicBezTo>
                <a:cubicBezTo>
                  <a:pt x="80" y="862"/>
                  <a:pt x="80" y="862"/>
                  <a:pt x="80" y="862"/>
                </a:cubicBezTo>
                <a:cubicBezTo>
                  <a:pt x="80" y="862"/>
                  <a:pt x="80" y="861"/>
                  <a:pt x="80" y="861"/>
                </a:cubicBezTo>
                <a:cubicBezTo>
                  <a:pt x="79" y="861"/>
                  <a:pt x="79" y="861"/>
                  <a:pt x="79" y="860"/>
                </a:cubicBezTo>
                <a:cubicBezTo>
                  <a:pt x="79" y="860"/>
                  <a:pt x="79" y="860"/>
                  <a:pt x="78" y="860"/>
                </a:cubicBezTo>
                <a:cubicBezTo>
                  <a:pt x="78" y="860"/>
                  <a:pt x="78" y="860"/>
                  <a:pt x="77" y="860"/>
                </a:cubicBezTo>
                <a:cubicBezTo>
                  <a:pt x="77" y="860"/>
                  <a:pt x="77" y="861"/>
                  <a:pt x="76" y="861"/>
                </a:cubicBezTo>
                <a:cubicBezTo>
                  <a:pt x="76" y="861"/>
                  <a:pt x="76" y="860"/>
                  <a:pt x="76" y="860"/>
                </a:cubicBezTo>
                <a:cubicBezTo>
                  <a:pt x="76" y="859"/>
                  <a:pt x="76" y="859"/>
                  <a:pt x="75" y="859"/>
                </a:cubicBezTo>
                <a:cubicBezTo>
                  <a:pt x="75" y="859"/>
                  <a:pt x="74" y="860"/>
                  <a:pt x="74" y="859"/>
                </a:cubicBezTo>
                <a:cubicBezTo>
                  <a:pt x="73" y="859"/>
                  <a:pt x="73" y="859"/>
                  <a:pt x="72" y="859"/>
                </a:cubicBezTo>
                <a:cubicBezTo>
                  <a:pt x="72" y="859"/>
                  <a:pt x="72" y="859"/>
                  <a:pt x="72" y="859"/>
                </a:cubicBezTo>
                <a:cubicBezTo>
                  <a:pt x="72" y="859"/>
                  <a:pt x="72" y="859"/>
                  <a:pt x="72" y="860"/>
                </a:cubicBezTo>
                <a:cubicBezTo>
                  <a:pt x="72" y="860"/>
                  <a:pt x="72" y="861"/>
                  <a:pt x="72" y="861"/>
                </a:cubicBezTo>
                <a:cubicBezTo>
                  <a:pt x="72" y="861"/>
                  <a:pt x="72" y="862"/>
                  <a:pt x="71" y="862"/>
                </a:cubicBezTo>
                <a:cubicBezTo>
                  <a:pt x="71" y="863"/>
                  <a:pt x="71" y="863"/>
                  <a:pt x="72" y="864"/>
                </a:cubicBezTo>
                <a:cubicBezTo>
                  <a:pt x="72" y="864"/>
                  <a:pt x="72" y="864"/>
                  <a:pt x="72" y="864"/>
                </a:cubicBezTo>
                <a:cubicBezTo>
                  <a:pt x="71" y="865"/>
                  <a:pt x="71" y="865"/>
                  <a:pt x="72" y="865"/>
                </a:cubicBezTo>
                <a:cubicBezTo>
                  <a:pt x="72" y="865"/>
                  <a:pt x="72" y="865"/>
                  <a:pt x="72" y="866"/>
                </a:cubicBezTo>
                <a:cubicBezTo>
                  <a:pt x="73" y="866"/>
                  <a:pt x="73" y="866"/>
                  <a:pt x="73" y="866"/>
                </a:cubicBezTo>
                <a:cubicBezTo>
                  <a:pt x="73" y="866"/>
                  <a:pt x="73" y="866"/>
                  <a:pt x="72" y="867"/>
                </a:cubicBezTo>
                <a:cubicBezTo>
                  <a:pt x="73" y="867"/>
                  <a:pt x="73" y="867"/>
                  <a:pt x="73" y="867"/>
                </a:cubicBezTo>
                <a:cubicBezTo>
                  <a:pt x="73" y="868"/>
                  <a:pt x="74" y="867"/>
                  <a:pt x="74" y="868"/>
                </a:cubicBezTo>
                <a:cubicBezTo>
                  <a:pt x="73" y="868"/>
                  <a:pt x="73" y="868"/>
                  <a:pt x="73" y="868"/>
                </a:cubicBezTo>
                <a:cubicBezTo>
                  <a:pt x="73" y="867"/>
                  <a:pt x="73" y="868"/>
                  <a:pt x="73" y="868"/>
                </a:cubicBezTo>
                <a:cubicBezTo>
                  <a:pt x="73" y="868"/>
                  <a:pt x="72" y="868"/>
                  <a:pt x="72" y="868"/>
                </a:cubicBezTo>
                <a:cubicBezTo>
                  <a:pt x="72" y="868"/>
                  <a:pt x="73" y="868"/>
                  <a:pt x="73" y="868"/>
                </a:cubicBezTo>
                <a:cubicBezTo>
                  <a:pt x="73" y="868"/>
                  <a:pt x="73" y="868"/>
                  <a:pt x="73" y="868"/>
                </a:cubicBezTo>
                <a:cubicBezTo>
                  <a:pt x="73" y="869"/>
                  <a:pt x="73" y="869"/>
                  <a:pt x="73" y="869"/>
                </a:cubicBezTo>
                <a:cubicBezTo>
                  <a:pt x="74" y="869"/>
                  <a:pt x="74" y="869"/>
                  <a:pt x="74" y="869"/>
                </a:cubicBezTo>
                <a:cubicBezTo>
                  <a:pt x="74" y="869"/>
                  <a:pt x="74" y="869"/>
                  <a:pt x="73" y="869"/>
                </a:cubicBezTo>
                <a:cubicBezTo>
                  <a:pt x="73" y="869"/>
                  <a:pt x="73" y="870"/>
                  <a:pt x="74" y="870"/>
                </a:cubicBezTo>
                <a:cubicBezTo>
                  <a:pt x="74" y="870"/>
                  <a:pt x="75" y="869"/>
                  <a:pt x="75" y="869"/>
                </a:cubicBezTo>
                <a:cubicBezTo>
                  <a:pt x="75" y="869"/>
                  <a:pt x="75" y="869"/>
                  <a:pt x="75" y="869"/>
                </a:cubicBezTo>
                <a:cubicBezTo>
                  <a:pt x="75" y="870"/>
                  <a:pt x="75" y="870"/>
                  <a:pt x="75" y="870"/>
                </a:cubicBezTo>
                <a:cubicBezTo>
                  <a:pt x="75" y="870"/>
                  <a:pt x="75" y="870"/>
                  <a:pt x="75" y="870"/>
                </a:cubicBezTo>
                <a:cubicBezTo>
                  <a:pt x="76" y="870"/>
                  <a:pt x="76" y="870"/>
                  <a:pt x="76" y="870"/>
                </a:cubicBezTo>
                <a:cubicBezTo>
                  <a:pt x="76" y="870"/>
                  <a:pt x="77" y="870"/>
                  <a:pt x="77" y="871"/>
                </a:cubicBezTo>
                <a:cubicBezTo>
                  <a:pt x="77" y="871"/>
                  <a:pt x="77" y="871"/>
                  <a:pt x="77" y="871"/>
                </a:cubicBezTo>
                <a:cubicBezTo>
                  <a:pt x="77" y="871"/>
                  <a:pt x="77" y="871"/>
                  <a:pt x="78" y="872"/>
                </a:cubicBezTo>
                <a:cubicBezTo>
                  <a:pt x="78" y="872"/>
                  <a:pt x="78" y="872"/>
                  <a:pt x="78" y="872"/>
                </a:cubicBezTo>
                <a:cubicBezTo>
                  <a:pt x="77" y="872"/>
                  <a:pt x="77" y="872"/>
                  <a:pt x="77" y="872"/>
                </a:cubicBezTo>
                <a:cubicBezTo>
                  <a:pt x="77" y="872"/>
                  <a:pt x="77" y="872"/>
                  <a:pt x="77" y="872"/>
                </a:cubicBezTo>
                <a:cubicBezTo>
                  <a:pt x="77" y="872"/>
                  <a:pt x="77" y="872"/>
                  <a:pt x="77" y="871"/>
                </a:cubicBezTo>
                <a:cubicBezTo>
                  <a:pt x="77" y="871"/>
                  <a:pt x="77" y="871"/>
                  <a:pt x="76" y="871"/>
                </a:cubicBezTo>
                <a:cubicBezTo>
                  <a:pt x="76" y="871"/>
                  <a:pt x="76" y="871"/>
                  <a:pt x="75" y="871"/>
                </a:cubicBezTo>
                <a:cubicBezTo>
                  <a:pt x="75" y="871"/>
                  <a:pt x="75" y="871"/>
                  <a:pt x="75" y="871"/>
                </a:cubicBezTo>
                <a:cubicBezTo>
                  <a:pt x="75" y="872"/>
                  <a:pt x="75" y="872"/>
                  <a:pt x="75" y="872"/>
                </a:cubicBezTo>
                <a:cubicBezTo>
                  <a:pt x="75" y="872"/>
                  <a:pt x="75" y="872"/>
                  <a:pt x="75" y="872"/>
                </a:cubicBezTo>
                <a:cubicBezTo>
                  <a:pt x="75" y="872"/>
                  <a:pt x="76" y="872"/>
                  <a:pt x="76" y="872"/>
                </a:cubicBezTo>
                <a:cubicBezTo>
                  <a:pt x="76" y="872"/>
                  <a:pt x="76" y="872"/>
                  <a:pt x="76" y="872"/>
                </a:cubicBezTo>
                <a:cubicBezTo>
                  <a:pt x="76" y="872"/>
                  <a:pt x="76" y="873"/>
                  <a:pt x="75" y="872"/>
                </a:cubicBezTo>
                <a:cubicBezTo>
                  <a:pt x="75" y="872"/>
                  <a:pt x="75" y="873"/>
                  <a:pt x="75" y="873"/>
                </a:cubicBezTo>
                <a:cubicBezTo>
                  <a:pt x="75" y="873"/>
                  <a:pt x="75" y="873"/>
                  <a:pt x="75" y="873"/>
                </a:cubicBezTo>
                <a:cubicBezTo>
                  <a:pt x="75" y="873"/>
                  <a:pt x="75" y="873"/>
                  <a:pt x="76" y="873"/>
                </a:cubicBezTo>
                <a:cubicBezTo>
                  <a:pt x="76" y="873"/>
                  <a:pt x="76" y="873"/>
                  <a:pt x="76" y="874"/>
                </a:cubicBezTo>
                <a:cubicBezTo>
                  <a:pt x="76" y="874"/>
                  <a:pt x="76" y="874"/>
                  <a:pt x="77" y="874"/>
                </a:cubicBezTo>
                <a:cubicBezTo>
                  <a:pt x="77" y="874"/>
                  <a:pt x="77" y="875"/>
                  <a:pt x="77" y="875"/>
                </a:cubicBezTo>
                <a:cubicBezTo>
                  <a:pt x="77" y="875"/>
                  <a:pt x="77" y="875"/>
                  <a:pt x="77" y="875"/>
                </a:cubicBezTo>
                <a:cubicBezTo>
                  <a:pt x="77" y="875"/>
                  <a:pt x="78" y="875"/>
                  <a:pt x="78" y="875"/>
                </a:cubicBezTo>
                <a:cubicBezTo>
                  <a:pt x="78" y="875"/>
                  <a:pt x="78" y="875"/>
                  <a:pt x="78" y="875"/>
                </a:cubicBezTo>
                <a:cubicBezTo>
                  <a:pt x="78" y="875"/>
                  <a:pt x="78" y="874"/>
                  <a:pt x="78" y="875"/>
                </a:cubicBezTo>
                <a:cubicBezTo>
                  <a:pt x="78" y="875"/>
                  <a:pt x="78" y="875"/>
                  <a:pt x="78" y="875"/>
                </a:cubicBezTo>
                <a:cubicBezTo>
                  <a:pt x="77" y="875"/>
                  <a:pt x="77" y="875"/>
                  <a:pt x="76" y="874"/>
                </a:cubicBezTo>
                <a:cubicBezTo>
                  <a:pt x="76" y="874"/>
                  <a:pt x="76" y="874"/>
                  <a:pt x="76" y="874"/>
                </a:cubicBezTo>
                <a:cubicBezTo>
                  <a:pt x="76" y="875"/>
                  <a:pt x="76" y="875"/>
                  <a:pt x="76" y="875"/>
                </a:cubicBezTo>
                <a:cubicBezTo>
                  <a:pt x="76" y="875"/>
                  <a:pt x="76" y="875"/>
                  <a:pt x="76" y="875"/>
                </a:cubicBezTo>
                <a:cubicBezTo>
                  <a:pt x="77" y="875"/>
                  <a:pt x="77" y="875"/>
                  <a:pt x="77" y="875"/>
                </a:cubicBezTo>
                <a:cubicBezTo>
                  <a:pt x="76" y="875"/>
                  <a:pt x="76" y="875"/>
                  <a:pt x="76" y="876"/>
                </a:cubicBezTo>
                <a:cubicBezTo>
                  <a:pt x="77" y="876"/>
                  <a:pt x="77" y="876"/>
                  <a:pt x="77" y="876"/>
                </a:cubicBezTo>
                <a:cubicBezTo>
                  <a:pt x="77" y="876"/>
                  <a:pt x="78" y="876"/>
                  <a:pt x="78" y="876"/>
                </a:cubicBezTo>
                <a:cubicBezTo>
                  <a:pt x="78" y="876"/>
                  <a:pt x="78" y="876"/>
                  <a:pt x="78" y="876"/>
                </a:cubicBezTo>
                <a:cubicBezTo>
                  <a:pt x="78" y="876"/>
                  <a:pt x="78" y="876"/>
                  <a:pt x="79" y="876"/>
                </a:cubicBezTo>
                <a:cubicBezTo>
                  <a:pt x="79" y="876"/>
                  <a:pt x="78" y="876"/>
                  <a:pt x="79" y="876"/>
                </a:cubicBezTo>
                <a:cubicBezTo>
                  <a:pt x="79" y="876"/>
                  <a:pt x="79" y="876"/>
                  <a:pt x="79" y="877"/>
                </a:cubicBezTo>
                <a:cubicBezTo>
                  <a:pt x="79" y="877"/>
                  <a:pt x="79" y="877"/>
                  <a:pt x="78" y="877"/>
                </a:cubicBezTo>
                <a:cubicBezTo>
                  <a:pt x="78" y="877"/>
                  <a:pt x="78" y="877"/>
                  <a:pt x="78" y="877"/>
                </a:cubicBezTo>
                <a:cubicBezTo>
                  <a:pt x="78" y="877"/>
                  <a:pt x="79" y="877"/>
                  <a:pt x="79" y="877"/>
                </a:cubicBezTo>
                <a:cubicBezTo>
                  <a:pt x="80" y="877"/>
                  <a:pt x="80" y="877"/>
                  <a:pt x="80" y="878"/>
                </a:cubicBezTo>
                <a:cubicBezTo>
                  <a:pt x="79" y="877"/>
                  <a:pt x="79" y="877"/>
                  <a:pt x="79" y="877"/>
                </a:cubicBezTo>
                <a:cubicBezTo>
                  <a:pt x="78" y="877"/>
                  <a:pt x="78" y="878"/>
                  <a:pt x="78" y="878"/>
                </a:cubicBezTo>
                <a:cubicBezTo>
                  <a:pt x="79" y="878"/>
                  <a:pt x="79" y="879"/>
                  <a:pt x="79" y="879"/>
                </a:cubicBezTo>
                <a:cubicBezTo>
                  <a:pt x="79" y="879"/>
                  <a:pt x="79" y="880"/>
                  <a:pt x="80" y="880"/>
                </a:cubicBezTo>
                <a:cubicBezTo>
                  <a:pt x="80" y="880"/>
                  <a:pt x="80" y="880"/>
                  <a:pt x="80" y="880"/>
                </a:cubicBezTo>
                <a:cubicBezTo>
                  <a:pt x="80" y="880"/>
                  <a:pt x="81" y="881"/>
                  <a:pt x="81" y="880"/>
                </a:cubicBezTo>
                <a:cubicBezTo>
                  <a:pt x="81" y="880"/>
                  <a:pt x="81" y="880"/>
                  <a:pt x="81" y="879"/>
                </a:cubicBezTo>
                <a:cubicBezTo>
                  <a:pt x="81" y="879"/>
                  <a:pt x="81" y="880"/>
                  <a:pt x="81" y="880"/>
                </a:cubicBezTo>
                <a:cubicBezTo>
                  <a:pt x="82" y="880"/>
                  <a:pt x="82" y="880"/>
                  <a:pt x="82" y="881"/>
                </a:cubicBezTo>
                <a:cubicBezTo>
                  <a:pt x="82" y="881"/>
                  <a:pt x="82" y="880"/>
                  <a:pt x="81" y="880"/>
                </a:cubicBezTo>
                <a:cubicBezTo>
                  <a:pt x="81" y="880"/>
                  <a:pt x="82" y="880"/>
                  <a:pt x="82" y="881"/>
                </a:cubicBezTo>
                <a:cubicBezTo>
                  <a:pt x="81" y="881"/>
                  <a:pt x="81" y="881"/>
                  <a:pt x="81" y="880"/>
                </a:cubicBezTo>
                <a:cubicBezTo>
                  <a:pt x="81" y="880"/>
                  <a:pt x="81" y="880"/>
                  <a:pt x="81" y="880"/>
                </a:cubicBezTo>
                <a:cubicBezTo>
                  <a:pt x="81" y="881"/>
                  <a:pt x="81" y="881"/>
                  <a:pt x="81" y="881"/>
                </a:cubicBezTo>
                <a:cubicBezTo>
                  <a:pt x="81" y="882"/>
                  <a:pt x="82" y="882"/>
                  <a:pt x="82" y="882"/>
                </a:cubicBezTo>
                <a:cubicBezTo>
                  <a:pt x="82" y="883"/>
                  <a:pt x="83" y="883"/>
                  <a:pt x="83" y="883"/>
                </a:cubicBezTo>
                <a:cubicBezTo>
                  <a:pt x="82" y="883"/>
                  <a:pt x="83" y="883"/>
                  <a:pt x="83" y="883"/>
                </a:cubicBezTo>
                <a:cubicBezTo>
                  <a:pt x="83" y="883"/>
                  <a:pt x="83" y="883"/>
                  <a:pt x="83" y="883"/>
                </a:cubicBezTo>
                <a:cubicBezTo>
                  <a:pt x="83" y="884"/>
                  <a:pt x="83" y="884"/>
                  <a:pt x="84" y="884"/>
                </a:cubicBezTo>
                <a:cubicBezTo>
                  <a:pt x="84" y="884"/>
                  <a:pt x="84" y="884"/>
                  <a:pt x="85" y="884"/>
                </a:cubicBezTo>
                <a:cubicBezTo>
                  <a:pt x="85" y="885"/>
                  <a:pt x="85" y="885"/>
                  <a:pt x="85" y="885"/>
                </a:cubicBezTo>
                <a:cubicBezTo>
                  <a:pt x="85" y="885"/>
                  <a:pt x="85" y="885"/>
                  <a:pt x="85" y="885"/>
                </a:cubicBezTo>
                <a:cubicBezTo>
                  <a:pt x="85" y="885"/>
                  <a:pt x="86" y="885"/>
                  <a:pt x="86" y="885"/>
                </a:cubicBezTo>
                <a:cubicBezTo>
                  <a:pt x="86" y="885"/>
                  <a:pt x="86" y="886"/>
                  <a:pt x="86" y="886"/>
                </a:cubicBezTo>
                <a:cubicBezTo>
                  <a:pt x="85" y="886"/>
                  <a:pt x="85" y="886"/>
                  <a:pt x="85" y="886"/>
                </a:cubicBezTo>
                <a:cubicBezTo>
                  <a:pt x="85" y="886"/>
                  <a:pt x="85" y="886"/>
                  <a:pt x="85" y="886"/>
                </a:cubicBezTo>
                <a:cubicBezTo>
                  <a:pt x="86" y="886"/>
                  <a:pt x="86" y="887"/>
                  <a:pt x="86" y="887"/>
                </a:cubicBezTo>
                <a:cubicBezTo>
                  <a:pt x="86" y="887"/>
                  <a:pt x="87" y="888"/>
                  <a:pt x="87" y="888"/>
                </a:cubicBezTo>
                <a:cubicBezTo>
                  <a:pt x="87" y="888"/>
                  <a:pt x="87" y="889"/>
                  <a:pt x="87" y="889"/>
                </a:cubicBezTo>
                <a:cubicBezTo>
                  <a:pt x="88" y="888"/>
                  <a:pt x="87" y="888"/>
                  <a:pt x="88" y="889"/>
                </a:cubicBezTo>
                <a:cubicBezTo>
                  <a:pt x="88" y="889"/>
                  <a:pt x="88" y="890"/>
                  <a:pt x="88" y="890"/>
                </a:cubicBezTo>
                <a:cubicBezTo>
                  <a:pt x="89" y="890"/>
                  <a:pt x="88" y="889"/>
                  <a:pt x="89" y="889"/>
                </a:cubicBezTo>
                <a:cubicBezTo>
                  <a:pt x="89" y="889"/>
                  <a:pt x="89" y="890"/>
                  <a:pt x="89" y="890"/>
                </a:cubicBezTo>
                <a:cubicBezTo>
                  <a:pt x="89" y="890"/>
                  <a:pt x="89" y="889"/>
                  <a:pt x="89" y="889"/>
                </a:cubicBezTo>
                <a:cubicBezTo>
                  <a:pt x="89" y="889"/>
                  <a:pt x="89" y="889"/>
                  <a:pt x="89" y="889"/>
                </a:cubicBezTo>
                <a:cubicBezTo>
                  <a:pt x="89" y="889"/>
                  <a:pt x="89" y="889"/>
                  <a:pt x="90" y="889"/>
                </a:cubicBezTo>
                <a:close/>
                <a:moveTo>
                  <a:pt x="77" y="874"/>
                </a:moveTo>
                <a:cubicBezTo>
                  <a:pt x="77" y="874"/>
                  <a:pt x="77" y="874"/>
                  <a:pt x="77" y="874"/>
                </a:cubicBezTo>
                <a:cubicBezTo>
                  <a:pt x="77" y="874"/>
                  <a:pt x="77" y="874"/>
                  <a:pt x="77" y="874"/>
                </a:cubicBezTo>
                <a:close/>
                <a:moveTo>
                  <a:pt x="85" y="881"/>
                </a:moveTo>
                <a:cubicBezTo>
                  <a:pt x="85" y="881"/>
                  <a:pt x="85" y="881"/>
                  <a:pt x="85" y="881"/>
                </a:cubicBezTo>
                <a:cubicBezTo>
                  <a:pt x="85" y="881"/>
                  <a:pt x="85" y="881"/>
                  <a:pt x="85" y="881"/>
                </a:cubicBezTo>
                <a:cubicBezTo>
                  <a:pt x="85" y="881"/>
                  <a:pt x="85" y="881"/>
                  <a:pt x="85" y="881"/>
                </a:cubicBezTo>
                <a:cubicBezTo>
                  <a:pt x="85" y="881"/>
                  <a:pt x="86" y="881"/>
                  <a:pt x="86" y="881"/>
                </a:cubicBezTo>
                <a:cubicBezTo>
                  <a:pt x="86" y="881"/>
                  <a:pt x="86" y="881"/>
                  <a:pt x="86" y="881"/>
                </a:cubicBezTo>
                <a:cubicBezTo>
                  <a:pt x="86" y="881"/>
                  <a:pt x="87" y="881"/>
                  <a:pt x="86" y="881"/>
                </a:cubicBezTo>
                <a:cubicBezTo>
                  <a:pt x="86" y="882"/>
                  <a:pt x="87" y="882"/>
                  <a:pt x="86" y="882"/>
                </a:cubicBezTo>
                <a:cubicBezTo>
                  <a:pt x="86" y="883"/>
                  <a:pt x="86" y="882"/>
                  <a:pt x="86" y="882"/>
                </a:cubicBezTo>
                <a:cubicBezTo>
                  <a:pt x="85" y="882"/>
                  <a:pt x="85" y="882"/>
                  <a:pt x="85" y="882"/>
                </a:cubicBezTo>
                <a:cubicBezTo>
                  <a:pt x="85" y="882"/>
                  <a:pt x="85" y="882"/>
                  <a:pt x="85" y="882"/>
                </a:cubicBezTo>
                <a:cubicBezTo>
                  <a:pt x="85" y="882"/>
                  <a:pt x="86" y="883"/>
                  <a:pt x="86" y="883"/>
                </a:cubicBezTo>
                <a:cubicBezTo>
                  <a:pt x="85" y="883"/>
                  <a:pt x="85" y="883"/>
                  <a:pt x="85" y="883"/>
                </a:cubicBezTo>
                <a:cubicBezTo>
                  <a:pt x="85" y="883"/>
                  <a:pt x="85" y="882"/>
                  <a:pt x="85" y="882"/>
                </a:cubicBezTo>
                <a:cubicBezTo>
                  <a:pt x="85" y="882"/>
                  <a:pt x="85" y="882"/>
                  <a:pt x="84" y="882"/>
                </a:cubicBezTo>
                <a:cubicBezTo>
                  <a:pt x="84" y="881"/>
                  <a:pt x="84" y="881"/>
                  <a:pt x="84" y="881"/>
                </a:cubicBezTo>
                <a:cubicBezTo>
                  <a:pt x="84" y="881"/>
                  <a:pt x="85" y="881"/>
                  <a:pt x="85" y="881"/>
                </a:cubicBezTo>
                <a:close/>
                <a:moveTo>
                  <a:pt x="91" y="891"/>
                </a:moveTo>
                <a:cubicBezTo>
                  <a:pt x="91" y="891"/>
                  <a:pt x="91" y="891"/>
                  <a:pt x="91" y="891"/>
                </a:cubicBezTo>
                <a:cubicBezTo>
                  <a:pt x="90" y="891"/>
                  <a:pt x="90" y="891"/>
                  <a:pt x="90" y="891"/>
                </a:cubicBezTo>
                <a:cubicBezTo>
                  <a:pt x="90" y="891"/>
                  <a:pt x="90" y="890"/>
                  <a:pt x="90" y="891"/>
                </a:cubicBezTo>
                <a:cubicBezTo>
                  <a:pt x="90" y="891"/>
                  <a:pt x="90" y="891"/>
                  <a:pt x="90" y="891"/>
                </a:cubicBezTo>
                <a:cubicBezTo>
                  <a:pt x="90" y="891"/>
                  <a:pt x="91" y="891"/>
                  <a:pt x="91" y="891"/>
                </a:cubicBezTo>
                <a:cubicBezTo>
                  <a:pt x="90" y="891"/>
                  <a:pt x="90" y="891"/>
                  <a:pt x="90" y="891"/>
                </a:cubicBezTo>
                <a:cubicBezTo>
                  <a:pt x="90" y="892"/>
                  <a:pt x="90" y="892"/>
                  <a:pt x="90" y="892"/>
                </a:cubicBezTo>
                <a:cubicBezTo>
                  <a:pt x="90" y="892"/>
                  <a:pt x="90" y="892"/>
                  <a:pt x="90" y="892"/>
                </a:cubicBezTo>
                <a:cubicBezTo>
                  <a:pt x="90" y="892"/>
                  <a:pt x="90" y="892"/>
                  <a:pt x="90" y="891"/>
                </a:cubicBezTo>
                <a:cubicBezTo>
                  <a:pt x="90" y="891"/>
                  <a:pt x="89" y="891"/>
                  <a:pt x="90" y="891"/>
                </a:cubicBezTo>
                <a:cubicBezTo>
                  <a:pt x="89" y="890"/>
                  <a:pt x="89" y="890"/>
                  <a:pt x="89" y="890"/>
                </a:cubicBezTo>
                <a:cubicBezTo>
                  <a:pt x="89" y="890"/>
                  <a:pt x="89" y="889"/>
                  <a:pt x="90" y="889"/>
                </a:cubicBezTo>
                <a:cubicBezTo>
                  <a:pt x="90" y="889"/>
                  <a:pt x="90" y="890"/>
                  <a:pt x="90" y="890"/>
                </a:cubicBezTo>
                <a:cubicBezTo>
                  <a:pt x="90" y="890"/>
                  <a:pt x="90" y="890"/>
                  <a:pt x="91" y="890"/>
                </a:cubicBezTo>
                <a:cubicBezTo>
                  <a:pt x="91" y="890"/>
                  <a:pt x="91" y="890"/>
                  <a:pt x="91" y="890"/>
                </a:cubicBezTo>
                <a:cubicBezTo>
                  <a:pt x="91" y="890"/>
                  <a:pt x="91" y="890"/>
                  <a:pt x="91" y="891"/>
                </a:cubicBezTo>
                <a:close/>
                <a:moveTo>
                  <a:pt x="87" y="885"/>
                </a:moveTo>
                <a:cubicBezTo>
                  <a:pt x="88" y="885"/>
                  <a:pt x="88" y="885"/>
                  <a:pt x="88" y="885"/>
                </a:cubicBezTo>
                <a:cubicBezTo>
                  <a:pt x="88" y="885"/>
                  <a:pt x="88" y="885"/>
                  <a:pt x="88" y="885"/>
                </a:cubicBezTo>
                <a:cubicBezTo>
                  <a:pt x="88" y="886"/>
                  <a:pt x="88" y="886"/>
                  <a:pt x="88" y="886"/>
                </a:cubicBezTo>
                <a:cubicBezTo>
                  <a:pt x="88" y="886"/>
                  <a:pt x="88" y="886"/>
                  <a:pt x="88" y="886"/>
                </a:cubicBezTo>
                <a:cubicBezTo>
                  <a:pt x="88" y="886"/>
                  <a:pt x="88" y="886"/>
                  <a:pt x="88" y="886"/>
                </a:cubicBezTo>
                <a:cubicBezTo>
                  <a:pt x="88" y="886"/>
                  <a:pt x="88" y="886"/>
                  <a:pt x="88" y="886"/>
                </a:cubicBezTo>
                <a:cubicBezTo>
                  <a:pt x="88" y="886"/>
                  <a:pt x="88" y="887"/>
                  <a:pt x="87" y="886"/>
                </a:cubicBezTo>
                <a:cubicBezTo>
                  <a:pt x="87" y="886"/>
                  <a:pt x="87" y="886"/>
                  <a:pt x="87" y="885"/>
                </a:cubicBezTo>
                <a:close/>
                <a:moveTo>
                  <a:pt x="84" y="879"/>
                </a:moveTo>
                <a:cubicBezTo>
                  <a:pt x="84" y="880"/>
                  <a:pt x="83" y="880"/>
                  <a:pt x="83" y="879"/>
                </a:cubicBezTo>
                <a:cubicBezTo>
                  <a:pt x="84" y="879"/>
                  <a:pt x="84" y="879"/>
                  <a:pt x="84" y="879"/>
                </a:cubicBezTo>
                <a:close/>
                <a:moveTo>
                  <a:pt x="72" y="858"/>
                </a:moveTo>
                <a:cubicBezTo>
                  <a:pt x="72" y="858"/>
                  <a:pt x="72" y="858"/>
                  <a:pt x="72" y="858"/>
                </a:cubicBezTo>
                <a:cubicBezTo>
                  <a:pt x="73" y="858"/>
                  <a:pt x="73" y="858"/>
                  <a:pt x="73" y="858"/>
                </a:cubicBezTo>
                <a:cubicBezTo>
                  <a:pt x="73" y="858"/>
                  <a:pt x="73" y="858"/>
                  <a:pt x="73" y="858"/>
                </a:cubicBezTo>
                <a:cubicBezTo>
                  <a:pt x="73" y="858"/>
                  <a:pt x="73" y="859"/>
                  <a:pt x="73" y="859"/>
                </a:cubicBezTo>
                <a:cubicBezTo>
                  <a:pt x="72" y="859"/>
                  <a:pt x="72" y="859"/>
                  <a:pt x="72" y="858"/>
                </a:cubicBezTo>
                <a:cubicBezTo>
                  <a:pt x="72" y="858"/>
                  <a:pt x="72" y="858"/>
                  <a:pt x="72" y="858"/>
                </a:cubicBezTo>
                <a:cubicBezTo>
                  <a:pt x="72" y="858"/>
                  <a:pt x="72" y="858"/>
                  <a:pt x="72" y="858"/>
                </a:cubicBezTo>
                <a:close/>
                <a:moveTo>
                  <a:pt x="84" y="880"/>
                </a:moveTo>
                <a:cubicBezTo>
                  <a:pt x="84" y="880"/>
                  <a:pt x="84" y="880"/>
                  <a:pt x="84" y="880"/>
                </a:cubicBezTo>
                <a:cubicBezTo>
                  <a:pt x="84" y="880"/>
                  <a:pt x="84" y="880"/>
                  <a:pt x="84" y="880"/>
                </a:cubicBezTo>
                <a:cubicBezTo>
                  <a:pt x="84" y="880"/>
                  <a:pt x="85" y="880"/>
                  <a:pt x="85" y="880"/>
                </a:cubicBezTo>
                <a:cubicBezTo>
                  <a:pt x="85" y="880"/>
                  <a:pt x="85" y="881"/>
                  <a:pt x="85" y="881"/>
                </a:cubicBezTo>
                <a:cubicBezTo>
                  <a:pt x="84" y="881"/>
                  <a:pt x="84" y="881"/>
                  <a:pt x="84" y="880"/>
                </a:cubicBezTo>
                <a:close/>
                <a:moveTo>
                  <a:pt x="87" y="883"/>
                </a:moveTo>
                <a:cubicBezTo>
                  <a:pt x="87" y="883"/>
                  <a:pt x="87" y="883"/>
                  <a:pt x="87" y="883"/>
                </a:cubicBezTo>
                <a:cubicBezTo>
                  <a:pt x="87" y="883"/>
                  <a:pt x="87" y="883"/>
                  <a:pt x="87" y="883"/>
                </a:cubicBezTo>
                <a:cubicBezTo>
                  <a:pt x="87" y="883"/>
                  <a:pt x="87" y="883"/>
                  <a:pt x="87" y="884"/>
                </a:cubicBezTo>
                <a:cubicBezTo>
                  <a:pt x="87" y="884"/>
                  <a:pt x="87" y="883"/>
                  <a:pt x="87" y="883"/>
                </a:cubicBezTo>
                <a:close/>
                <a:moveTo>
                  <a:pt x="81" y="874"/>
                </a:moveTo>
                <a:cubicBezTo>
                  <a:pt x="81" y="874"/>
                  <a:pt x="81" y="874"/>
                  <a:pt x="81" y="874"/>
                </a:cubicBezTo>
                <a:cubicBezTo>
                  <a:pt x="81" y="874"/>
                  <a:pt x="80" y="874"/>
                  <a:pt x="80" y="874"/>
                </a:cubicBezTo>
                <a:cubicBezTo>
                  <a:pt x="81" y="874"/>
                  <a:pt x="81" y="873"/>
                  <a:pt x="81" y="873"/>
                </a:cubicBezTo>
                <a:cubicBezTo>
                  <a:pt x="81" y="873"/>
                  <a:pt x="81" y="873"/>
                  <a:pt x="81" y="874"/>
                </a:cubicBezTo>
                <a:close/>
                <a:moveTo>
                  <a:pt x="84" y="880"/>
                </a:moveTo>
                <a:cubicBezTo>
                  <a:pt x="84" y="881"/>
                  <a:pt x="84" y="881"/>
                  <a:pt x="84" y="881"/>
                </a:cubicBezTo>
                <a:cubicBezTo>
                  <a:pt x="84" y="881"/>
                  <a:pt x="84" y="881"/>
                  <a:pt x="84" y="881"/>
                </a:cubicBezTo>
                <a:cubicBezTo>
                  <a:pt x="84" y="881"/>
                  <a:pt x="84" y="880"/>
                  <a:pt x="84" y="880"/>
                </a:cubicBezTo>
                <a:close/>
                <a:moveTo>
                  <a:pt x="87" y="885"/>
                </a:moveTo>
                <a:cubicBezTo>
                  <a:pt x="87" y="885"/>
                  <a:pt x="87" y="885"/>
                  <a:pt x="87" y="885"/>
                </a:cubicBezTo>
                <a:cubicBezTo>
                  <a:pt x="87" y="885"/>
                  <a:pt x="87" y="885"/>
                  <a:pt x="87" y="885"/>
                </a:cubicBezTo>
                <a:cubicBezTo>
                  <a:pt x="87" y="885"/>
                  <a:pt x="87" y="885"/>
                  <a:pt x="87" y="885"/>
                </a:cubicBezTo>
                <a:cubicBezTo>
                  <a:pt x="87" y="885"/>
                  <a:pt x="87" y="885"/>
                  <a:pt x="87" y="885"/>
                </a:cubicBezTo>
                <a:close/>
                <a:moveTo>
                  <a:pt x="73" y="869"/>
                </a:moveTo>
                <a:cubicBezTo>
                  <a:pt x="73" y="869"/>
                  <a:pt x="73" y="869"/>
                  <a:pt x="73" y="869"/>
                </a:cubicBezTo>
                <a:cubicBezTo>
                  <a:pt x="73" y="869"/>
                  <a:pt x="73" y="869"/>
                  <a:pt x="73" y="869"/>
                </a:cubicBezTo>
                <a:cubicBezTo>
                  <a:pt x="73" y="869"/>
                  <a:pt x="73" y="869"/>
                  <a:pt x="73" y="869"/>
                </a:cubicBezTo>
                <a:cubicBezTo>
                  <a:pt x="73" y="869"/>
                  <a:pt x="73" y="869"/>
                  <a:pt x="73" y="869"/>
                </a:cubicBezTo>
                <a:close/>
                <a:moveTo>
                  <a:pt x="97" y="846"/>
                </a:moveTo>
                <a:cubicBezTo>
                  <a:pt x="97" y="846"/>
                  <a:pt x="97" y="846"/>
                  <a:pt x="97" y="846"/>
                </a:cubicBezTo>
                <a:cubicBezTo>
                  <a:pt x="97" y="847"/>
                  <a:pt x="97" y="847"/>
                  <a:pt x="97" y="847"/>
                </a:cubicBezTo>
                <a:cubicBezTo>
                  <a:pt x="97" y="848"/>
                  <a:pt x="97" y="848"/>
                  <a:pt x="96" y="848"/>
                </a:cubicBezTo>
                <a:cubicBezTo>
                  <a:pt x="96" y="848"/>
                  <a:pt x="96" y="848"/>
                  <a:pt x="96" y="848"/>
                </a:cubicBezTo>
                <a:cubicBezTo>
                  <a:pt x="95" y="849"/>
                  <a:pt x="95" y="849"/>
                  <a:pt x="95" y="850"/>
                </a:cubicBezTo>
                <a:cubicBezTo>
                  <a:pt x="95" y="850"/>
                  <a:pt x="94" y="851"/>
                  <a:pt x="94" y="850"/>
                </a:cubicBezTo>
                <a:cubicBezTo>
                  <a:pt x="94" y="850"/>
                  <a:pt x="94" y="850"/>
                  <a:pt x="94" y="850"/>
                </a:cubicBezTo>
                <a:cubicBezTo>
                  <a:pt x="94" y="850"/>
                  <a:pt x="94" y="849"/>
                  <a:pt x="94" y="849"/>
                </a:cubicBezTo>
                <a:cubicBezTo>
                  <a:pt x="95" y="848"/>
                  <a:pt x="96" y="847"/>
                  <a:pt x="97" y="846"/>
                </a:cubicBezTo>
                <a:cubicBezTo>
                  <a:pt x="97" y="846"/>
                  <a:pt x="97" y="846"/>
                  <a:pt x="97" y="846"/>
                </a:cubicBezTo>
                <a:close/>
                <a:moveTo>
                  <a:pt x="91" y="853"/>
                </a:moveTo>
                <a:cubicBezTo>
                  <a:pt x="91" y="853"/>
                  <a:pt x="91" y="852"/>
                  <a:pt x="91" y="852"/>
                </a:cubicBezTo>
                <a:cubicBezTo>
                  <a:pt x="91" y="852"/>
                  <a:pt x="91" y="852"/>
                  <a:pt x="92" y="852"/>
                </a:cubicBezTo>
                <a:cubicBezTo>
                  <a:pt x="92" y="853"/>
                  <a:pt x="92" y="853"/>
                  <a:pt x="92" y="853"/>
                </a:cubicBezTo>
                <a:cubicBezTo>
                  <a:pt x="91" y="853"/>
                  <a:pt x="91" y="853"/>
                  <a:pt x="91" y="853"/>
                </a:cubicBezTo>
                <a:cubicBezTo>
                  <a:pt x="91" y="853"/>
                  <a:pt x="91" y="854"/>
                  <a:pt x="91" y="854"/>
                </a:cubicBezTo>
                <a:cubicBezTo>
                  <a:pt x="91" y="854"/>
                  <a:pt x="91" y="854"/>
                  <a:pt x="91" y="854"/>
                </a:cubicBezTo>
                <a:cubicBezTo>
                  <a:pt x="91" y="853"/>
                  <a:pt x="91" y="853"/>
                  <a:pt x="91" y="853"/>
                </a:cubicBezTo>
                <a:close/>
                <a:moveTo>
                  <a:pt x="92" y="855"/>
                </a:moveTo>
                <a:cubicBezTo>
                  <a:pt x="92" y="855"/>
                  <a:pt x="92" y="855"/>
                  <a:pt x="92" y="855"/>
                </a:cubicBezTo>
                <a:cubicBezTo>
                  <a:pt x="92" y="855"/>
                  <a:pt x="92" y="855"/>
                  <a:pt x="92" y="855"/>
                </a:cubicBezTo>
                <a:cubicBezTo>
                  <a:pt x="92" y="855"/>
                  <a:pt x="92" y="855"/>
                  <a:pt x="92" y="855"/>
                </a:cubicBezTo>
                <a:cubicBezTo>
                  <a:pt x="92" y="855"/>
                  <a:pt x="92" y="856"/>
                  <a:pt x="92" y="856"/>
                </a:cubicBezTo>
                <a:cubicBezTo>
                  <a:pt x="92" y="856"/>
                  <a:pt x="92" y="856"/>
                  <a:pt x="92" y="856"/>
                </a:cubicBezTo>
                <a:cubicBezTo>
                  <a:pt x="92" y="855"/>
                  <a:pt x="92" y="855"/>
                  <a:pt x="92" y="855"/>
                </a:cubicBezTo>
                <a:moveTo>
                  <a:pt x="92" y="859"/>
                </a:moveTo>
                <a:cubicBezTo>
                  <a:pt x="92" y="859"/>
                  <a:pt x="92" y="859"/>
                  <a:pt x="92" y="859"/>
                </a:cubicBezTo>
                <a:cubicBezTo>
                  <a:pt x="92" y="859"/>
                  <a:pt x="92" y="859"/>
                  <a:pt x="92" y="858"/>
                </a:cubicBezTo>
                <a:cubicBezTo>
                  <a:pt x="92" y="859"/>
                  <a:pt x="92" y="859"/>
                  <a:pt x="93" y="859"/>
                </a:cubicBezTo>
                <a:cubicBezTo>
                  <a:pt x="93" y="859"/>
                  <a:pt x="93" y="859"/>
                  <a:pt x="93" y="859"/>
                </a:cubicBezTo>
                <a:cubicBezTo>
                  <a:pt x="93" y="859"/>
                  <a:pt x="93" y="860"/>
                  <a:pt x="93" y="860"/>
                </a:cubicBezTo>
                <a:cubicBezTo>
                  <a:pt x="93" y="860"/>
                  <a:pt x="93" y="860"/>
                  <a:pt x="92" y="860"/>
                </a:cubicBezTo>
                <a:cubicBezTo>
                  <a:pt x="92" y="860"/>
                  <a:pt x="92" y="860"/>
                  <a:pt x="92" y="859"/>
                </a:cubicBezTo>
                <a:cubicBezTo>
                  <a:pt x="92" y="859"/>
                  <a:pt x="92" y="859"/>
                  <a:pt x="92" y="859"/>
                </a:cubicBezTo>
                <a:close/>
                <a:moveTo>
                  <a:pt x="96" y="863"/>
                </a:moveTo>
                <a:cubicBezTo>
                  <a:pt x="96" y="863"/>
                  <a:pt x="96" y="863"/>
                  <a:pt x="96" y="863"/>
                </a:cubicBezTo>
                <a:cubicBezTo>
                  <a:pt x="96" y="863"/>
                  <a:pt x="96" y="864"/>
                  <a:pt x="96" y="864"/>
                </a:cubicBezTo>
                <a:cubicBezTo>
                  <a:pt x="96" y="864"/>
                  <a:pt x="95" y="864"/>
                  <a:pt x="95" y="864"/>
                </a:cubicBezTo>
                <a:cubicBezTo>
                  <a:pt x="95" y="864"/>
                  <a:pt x="95" y="864"/>
                  <a:pt x="95" y="864"/>
                </a:cubicBezTo>
                <a:cubicBezTo>
                  <a:pt x="95" y="863"/>
                  <a:pt x="95" y="863"/>
                  <a:pt x="95" y="863"/>
                </a:cubicBezTo>
                <a:cubicBezTo>
                  <a:pt x="95" y="863"/>
                  <a:pt x="95" y="863"/>
                  <a:pt x="94" y="863"/>
                </a:cubicBezTo>
                <a:cubicBezTo>
                  <a:pt x="94" y="863"/>
                  <a:pt x="94" y="863"/>
                  <a:pt x="94" y="862"/>
                </a:cubicBezTo>
                <a:cubicBezTo>
                  <a:pt x="94" y="862"/>
                  <a:pt x="93" y="862"/>
                  <a:pt x="93" y="862"/>
                </a:cubicBezTo>
                <a:cubicBezTo>
                  <a:pt x="93" y="862"/>
                  <a:pt x="93" y="862"/>
                  <a:pt x="93" y="861"/>
                </a:cubicBezTo>
                <a:cubicBezTo>
                  <a:pt x="93" y="861"/>
                  <a:pt x="94" y="861"/>
                  <a:pt x="94" y="861"/>
                </a:cubicBezTo>
                <a:cubicBezTo>
                  <a:pt x="94" y="861"/>
                  <a:pt x="94" y="860"/>
                  <a:pt x="95" y="860"/>
                </a:cubicBezTo>
                <a:cubicBezTo>
                  <a:pt x="95" y="860"/>
                  <a:pt x="95" y="860"/>
                  <a:pt x="95" y="860"/>
                </a:cubicBezTo>
                <a:cubicBezTo>
                  <a:pt x="95" y="860"/>
                  <a:pt x="96" y="860"/>
                  <a:pt x="96" y="861"/>
                </a:cubicBezTo>
                <a:cubicBezTo>
                  <a:pt x="96" y="861"/>
                  <a:pt x="96" y="861"/>
                  <a:pt x="96" y="861"/>
                </a:cubicBezTo>
                <a:cubicBezTo>
                  <a:pt x="96" y="861"/>
                  <a:pt x="97" y="861"/>
                  <a:pt x="97" y="861"/>
                </a:cubicBezTo>
                <a:cubicBezTo>
                  <a:pt x="97" y="862"/>
                  <a:pt x="97" y="862"/>
                  <a:pt x="97" y="862"/>
                </a:cubicBezTo>
                <a:cubicBezTo>
                  <a:pt x="96" y="863"/>
                  <a:pt x="96" y="863"/>
                  <a:pt x="96" y="863"/>
                </a:cubicBezTo>
                <a:close/>
                <a:moveTo>
                  <a:pt x="101" y="873"/>
                </a:moveTo>
                <a:cubicBezTo>
                  <a:pt x="101" y="873"/>
                  <a:pt x="100" y="874"/>
                  <a:pt x="100" y="874"/>
                </a:cubicBezTo>
                <a:cubicBezTo>
                  <a:pt x="100" y="874"/>
                  <a:pt x="100" y="874"/>
                  <a:pt x="99" y="874"/>
                </a:cubicBezTo>
                <a:cubicBezTo>
                  <a:pt x="99" y="874"/>
                  <a:pt x="99" y="874"/>
                  <a:pt x="99" y="874"/>
                </a:cubicBezTo>
                <a:cubicBezTo>
                  <a:pt x="99" y="873"/>
                  <a:pt x="99" y="873"/>
                  <a:pt x="98" y="873"/>
                </a:cubicBezTo>
                <a:cubicBezTo>
                  <a:pt x="98" y="872"/>
                  <a:pt x="98" y="872"/>
                  <a:pt x="98" y="872"/>
                </a:cubicBezTo>
                <a:cubicBezTo>
                  <a:pt x="98" y="871"/>
                  <a:pt x="98" y="871"/>
                  <a:pt x="97" y="871"/>
                </a:cubicBezTo>
                <a:cubicBezTo>
                  <a:pt x="97" y="871"/>
                  <a:pt x="97" y="871"/>
                  <a:pt x="97" y="871"/>
                </a:cubicBezTo>
                <a:cubicBezTo>
                  <a:pt x="96" y="870"/>
                  <a:pt x="96" y="870"/>
                  <a:pt x="95" y="870"/>
                </a:cubicBezTo>
                <a:cubicBezTo>
                  <a:pt x="95" y="869"/>
                  <a:pt x="95" y="869"/>
                  <a:pt x="95" y="869"/>
                </a:cubicBezTo>
                <a:cubicBezTo>
                  <a:pt x="94" y="869"/>
                  <a:pt x="94" y="868"/>
                  <a:pt x="94" y="868"/>
                </a:cubicBezTo>
                <a:cubicBezTo>
                  <a:pt x="94" y="867"/>
                  <a:pt x="94" y="867"/>
                  <a:pt x="95" y="867"/>
                </a:cubicBezTo>
                <a:cubicBezTo>
                  <a:pt x="95" y="867"/>
                  <a:pt x="95" y="867"/>
                  <a:pt x="95" y="867"/>
                </a:cubicBezTo>
                <a:cubicBezTo>
                  <a:pt x="95" y="867"/>
                  <a:pt x="96" y="868"/>
                  <a:pt x="96" y="868"/>
                </a:cubicBezTo>
                <a:cubicBezTo>
                  <a:pt x="97" y="868"/>
                  <a:pt x="97" y="868"/>
                  <a:pt x="97" y="868"/>
                </a:cubicBezTo>
                <a:cubicBezTo>
                  <a:pt x="97" y="868"/>
                  <a:pt x="97" y="868"/>
                  <a:pt x="98" y="869"/>
                </a:cubicBezTo>
                <a:cubicBezTo>
                  <a:pt x="98" y="869"/>
                  <a:pt x="98" y="869"/>
                  <a:pt x="99" y="869"/>
                </a:cubicBezTo>
                <a:cubicBezTo>
                  <a:pt x="99" y="870"/>
                  <a:pt x="99" y="870"/>
                  <a:pt x="99" y="870"/>
                </a:cubicBezTo>
                <a:cubicBezTo>
                  <a:pt x="99" y="870"/>
                  <a:pt x="100" y="870"/>
                  <a:pt x="100" y="871"/>
                </a:cubicBezTo>
                <a:cubicBezTo>
                  <a:pt x="100" y="871"/>
                  <a:pt x="100" y="871"/>
                  <a:pt x="100" y="872"/>
                </a:cubicBezTo>
                <a:cubicBezTo>
                  <a:pt x="101" y="872"/>
                  <a:pt x="101" y="873"/>
                  <a:pt x="101" y="873"/>
                </a:cubicBezTo>
                <a:close/>
                <a:moveTo>
                  <a:pt x="108" y="867"/>
                </a:moveTo>
                <a:cubicBezTo>
                  <a:pt x="108" y="868"/>
                  <a:pt x="108" y="867"/>
                  <a:pt x="108" y="868"/>
                </a:cubicBezTo>
                <a:cubicBezTo>
                  <a:pt x="107" y="868"/>
                  <a:pt x="107" y="868"/>
                  <a:pt x="107" y="868"/>
                </a:cubicBezTo>
                <a:cubicBezTo>
                  <a:pt x="107" y="869"/>
                  <a:pt x="108" y="869"/>
                  <a:pt x="108" y="869"/>
                </a:cubicBezTo>
                <a:cubicBezTo>
                  <a:pt x="108" y="870"/>
                  <a:pt x="108" y="870"/>
                  <a:pt x="108" y="871"/>
                </a:cubicBezTo>
                <a:cubicBezTo>
                  <a:pt x="108" y="871"/>
                  <a:pt x="108" y="871"/>
                  <a:pt x="108" y="871"/>
                </a:cubicBezTo>
                <a:cubicBezTo>
                  <a:pt x="108" y="872"/>
                  <a:pt x="108" y="872"/>
                  <a:pt x="107" y="872"/>
                </a:cubicBezTo>
                <a:cubicBezTo>
                  <a:pt x="107" y="872"/>
                  <a:pt x="107" y="871"/>
                  <a:pt x="107" y="871"/>
                </a:cubicBezTo>
                <a:cubicBezTo>
                  <a:pt x="107" y="871"/>
                  <a:pt x="107" y="871"/>
                  <a:pt x="107" y="871"/>
                </a:cubicBezTo>
                <a:cubicBezTo>
                  <a:pt x="107" y="871"/>
                  <a:pt x="107" y="870"/>
                  <a:pt x="107" y="870"/>
                </a:cubicBezTo>
                <a:cubicBezTo>
                  <a:pt x="107" y="870"/>
                  <a:pt x="107" y="870"/>
                  <a:pt x="107" y="870"/>
                </a:cubicBezTo>
                <a:cubicBezTo>
                  <a:pt x="107" y="870"/>
                  <a:pt x="107" y="870"/>
                  <a:pt x="107" y="870"/>
                </a:cubicBezTo>
                <a:cubicBezTo>
                  <a:pt x="107" y="869"/>
                  <a:pt x="107" y="870"/>
                  <a:pt x="107" y="870"/>
                </a:cubicBezTo>
                <a:cubicBezTo>
                  <a:pt x="107" y="869"/>
                  <a:pt x="107" y="869"/>
                  <a:pt x="107" y="868"/>
                </a:cubicBezTo>
                <a:cubicBezTo>
                  <a:pt x="107" y="868"/>
                  <a:pt x="107" y="867"/>
                  <a:pt x="107" y="867"/>
                </a:cubicBezTo>
                <a:cubicBezTo>
                  <a:pt x="107" y="866"/>
                  <a:pt x="107" y="866"/>
                  <a:pt x="108" y="866"/>
                </a:cubicBezTo>
                <a:cubicBezTo>
                  <a:pt x="108" y="866"/>
                  <a:pt x="108" y="866"/>
                  <a:pt x="108" y="865"/>
                </a:cubicBezTo>
                <a:cubicBezTo>
                  <a:pt x="108" y="865"/>
                  <a:pt x="108" y="865"/>
                  <a:pt x="108" y="865"/>
                </a:cubicBezTo>
                <a:cubicBezTo>
                  <a:pt x="109" y="865"/>
                  <a:pt x="109" y="865"/>
                  <a:pt x="109" y="866"/>
                </a:cubicBezTo>
                <a:cubicBezTo>
                  <a:pt x="109" y="866"/>
                  <a:pt x="109" y="866"/>
                  <a:pt x="109" y="867"/>
                </a:cubicBezTo>
                <a:cubicBezTo>
                  <a:pt x="109" y="867"/>
                  <a:pt x="109" y="867"/>
                  <a:pt x="108" y="867"/>
                </a:cubicBezTo>
                <a:close/>
                <a:moveTo>
                  <a:pt x="106" y="873"/>
                </a:moveTo>
                <a:cubicBezTo>
                  <a:pt x="106" y="872"/>
                  <a:pt x="106" y="872"/>
                  <a:pt x="106" y="872"/>
                </a:cubicBezTo>
                <a:cubicBezTo>
                  <a:pt x="106" y="872"/>
                  <a:pt x="106" y="872"/>
                  <a:pt x="106" y="872"/>
                </a:cubicBezTo>
                <a:cubicBezTo>
                  <a:pt x="106" y="873"/>
                  <a:pt x="106" y="873"/>
                  <a:pt x="106" y="874"/>
                </a:cubicBezTo>
                <a:cubicBezTo>
                  <a:pt x="106" y="874"/>
                  <a:pt x="106" y="874"/>
                  <a:pt x="106" y="874"/>
                </a:cubicBezTo>
                <a:cubicBezTo>
                  <a:pt x="106" y="875"/>
                  <a:pt x="106" y="875"/>
                  <a:pt x="106" y="875"/>
                </a:cubicBezTo>
                <a:cubicBezTo>
                  <a:pt x="106" y="875"/>
                  <a:pt x="106" y="875"/>
                  <a:pt x="105" y="875"/>
                </a:cubicBezTo>
                <a:cubicBezTo>
                  <a:pt x="105" y="875"/>
                  <a:pt x="105" y="875"/>
                  <a:pt x="105" y="875"/>
                </a:cubicBezTo>
                <a:cubicBezTo>
                  <a:pt x="105" y="875"/>
                  <a:pt x="105" y="874"/>
                  <a:pt x="105" y="874"/>
                </a:cubicBezTo>
                <a:cubicBezTo>
                  <a:pt x="105" y="874"/>
                  <a:pt x="105" y="874"/>
                  <a:pt x="105" y="874"/>
                </a:cubicBezTo>
                <a:cubicBezTo>
                  <a:pt x="105" y="873"/>
                  <a:pt x="105" y="873"/>
                  <a:pt x="105" y="873"/>
                </a:cubicBezTo>
                <a:cubicBezTo>
                  <a:pt x="105" y="873"/>
                  <a:pt x="105" y="873"/>
                  <a:pt x="105" y="873"/>
                </a:cubicBezTo>
                <a:cubicBezTo>
                  <a:pt x="105" y="873"/>
                  <a:pt x="106" y="873"/>
                  <a:pt x="106" y="873"/>
                </a:cubicBezTo>
                <a:close/>
                <a:moveTo>
                  <a:pt x="103" y="874"/>
                </a:moveTo>
                <a:cubicBezTo>
                  <a:pt x="103" y="874"/>
                  <a:pt x="103" y="874"/>
                  <a:pt x="104" y="874"/>
                </a:cubicBezTo>
                <a:cubicBezTo>
                  <a:pt x="104" y="874"/>
                  <a:pt x="104" y="874"/>
                  <a:pt x="104" y="874"/>
                </a:cubicBezTo>
                <a:cubicBezTo>
                  <a:pt x="104" y="875"/>
                  <a:pt x="105" y="875"/>
                  <a:pt x="105" y="876"/>
                </a:cubicBezTo>
                <a:cubicBezTo>
                  <a:pt x="105" y="876"/>
                  <a:pt x="105" y="876"/>
                  <a:pt x="105" y="876"/>
                </a:cubicBezTo>
                <a:cubicBezTo>
                  <a:pt x="105" y="876"/>
                  <a:pt x="105" y="877"/>
                  <a:pt x="105" y="877"/>
                </a:cubicBezTo>
                <a:cubicBezTo>
                  <a:pt x="105" y="877"/>
                  <a:pt x="105" y="877"/>
                  <a:pt x="104" y="877"/>
                </a:cubicBezTo>
                <a:cubicBezTo>
                  <a:pt x="104" y="876"/>
                  <a:pt x="104" y="876"/>
                  <a:pt x="104" y="876"/>
                </a:cubicBezTo>
                <a:cubicBezTo>
                  <a:pt x="104" y="876"/>
                  <a:pt x="104" y="876"/>
                  <a:pt x="104" y="875"/>
                </a:cubicBezTo>
                <a:cubicBezTo>
                  <a:pt x="104" y="875"/>
                  <a:pt x="104" y="875"/>
                  <a:pt x="104" y="875"/>
                </a:cubicBezTo>
                <a:cubicBezTo>
                  <a:pt x="103" y="875"/>
                  <a:pt x="103" y="875"/>
                  <a:pt x="103" y="875"/>
                </a:cubicBezTo>
                <a:cubicBezTo>
                  <a:pt x="103" y="874"/>
                  <a:pt x="103" y="874"/>
                  <a:pt x="103" y="874"/>
                </a:cubicBezTo>
                <a:close/>
                <a:moveTo>
                  <a:pt x="102" y="876"/>
                </a:moveTo>
                <a:cubicBezTo>
                  <a:pt x="102" y="875"/>
                  <a:pt x="102" y="875"/>
                  <a:pt x="102" y="875"/>
                </a:cubicBezTo>
                <a:cubicBezTo>
                  <a:pt x="101" y="875"/>
                  <a:pt x="101" y="875"/>
                  <a:pt x="101" y="874"/>
                </a:cubicBezTo>
                <a:cubicBezTo>
                  <a:pt x="102" y="875"/>
                  <a:pt x="102" y="875"/>
                  <a:pt x="102" y="875"/>
                </a:cubicBezTo>
                <a:cubicBezTo>
                  <a:pt x="102" y="875"/>
                  <a:pt x="102" y="875"/>
                  <a:pt x="102" y="875"/>
                </a:cubicBezTo>
                <a:cubicBezTo>
                  <a:pt x="102" y="875"/>
                  <a:pt x="103" y="876"/>
                  <a:pt x="103" y="876"/>
                </a:cubicBezTo>
                <a:cubicBezTo>
                  <a:pt x="103" y="876"/>
                  <a:pt x="103" y="876"/>
                  <a:pt x="103" y="876"/>
                </a:cubicBezTo>
                <a:cubicBezTo>
                  <a:pt x="103" y="876"/>
                  <a:pt x="103" y="877"/>
                  <a:pt x="103" y="877"/>
                </a:cubicBezTo>
                <a:cubicBezTo>
                  <a:pt x="103" y="877"/>
                  <a:pt x="102" y="877"/>
                  <a:pt x="102" y="876"/>
                </a:cubicBezTo>
                <a:cubicBezTo>
                  <a:pt x="102" y="876"/>
                  <a:pt x="102" y="876"/>
                  <a:pt x="102" y="876"/>
                </a:cubicBezTo>
                <a:cubicBezTo>
                  <a:pt x="102" y="876"/>
                  <a:pt x="102" y="876"/>
                  <a:pt x="102" y="876"/>
                </a:cubicBezTo>
                <a:close/>
                <a:moveTo>
                  <a:pt x="105" y="880"/>
                </a:moveTo>
                <a:cubicBezTo>
                  <a:pt x="105" y="880"/>
                  <a:pt x="106" y="880"/>
                  <a:pt x="106" y="879"/>
                </a:cubicBezTo>
                <a:cubicBezTo>
                  <a:pt x="106" y="879"/>
                  <a:pt x="106" y="879"/>
                  <a:pt x="106" y="880"/>
                </a:cubicBezTo>
                <a:cubicBezTo>
                  <a:pt x="106" y="880"/>
                  <a:pt x="106" y="880"/>
                  <a:pt x="106" y="880"/>
                </a:cubicBezTo>
                <a:cubicBezTo>
                  <a:pt x="107" y="880"/>
                  <a:pt x="108" y="881"/>
                  <a:pt x="108" y="882"/>
                </a:cubicBezTo>
                <a:cubicBezTo>
                  <a:pt x="108" y="882"/>
                  <a:pt x="108" y="882"/>
                  <a:pt x="108" y="882"/>
                </a:cubicBezTo>
                <a:cubicBezTo>
                  <a:pt x="109" y="883"/>
                  <a:pt x="109" y="883"/>
                  <a:pt x="109" y="884"/>
                </a:cubicBezTo>
                <a:cubicBezTo>
                  <a:pt x="109" y="884"/>
                  <a:pt x="108" y="884"/>
                  <a:pt x="108" y="884"/>
                </a:cubicBezTo>
                <a:cubicBezTo>
                  <a:pt x="108" y="884"/>
                  <a:pt x="108" y="884"/>
                  <a:pt x="108" y="884"/>
                </a:cubicBezTo>
                <a:cubicBezTo>
                  <a:pt x="108" y="883"/>
                  <a:pt x="107" y="884"/>
                  <a:pt x="107" y="883"/>
                </a:cubicBezTo>
                <a:cubicBezTo>
                  <a:pt x="107" y="883"/>
                  <a:pt x="107" y="883"/>
                  <a:pt x="106" y="882"/>
                </a:cubicBezTo>
                <a:cubicBezTo>
                  <a:pt x="106" y="881"/>
                  <a:pt x="105" y="881"/>
                  <a:pt x="105" y="880"/>
                </a:cubicBezTo>
                <a:cubicBezTo>
                  <a:pt x="105" y="880"/>
                  <a:pt x="105" y="880"/>
                  <a:pt x="105" y="880"/>
                </a:cubicBezTo>
                <a:close/>
                <a:moveTo>
                  <a:pt x="117" y="896"/>
                </a:moveTo>
                <a:cubicBezTo>
                  <a:pt x="117" y="896"/>
                  <a:pt x="117" y="896"/>
                  <a:pt x="117" y="897"/>
                </a:cubicBezTo>
                <a:cubicBezTo>
                  <a:pt x="117" y="897"/>
                  <a:pt x="117" y="897"/>
                  <a:pt x="118" y="897"/>
                </a:cubicBezTo>
                <a:cubicBezTo>
                  <a:pt x="118" y="897"/>
                  <a:pt x="118" y="897"/>
                  <a:pt x="118" y="897"/>
                </a:cubicBezTo>
                <a:cubicBezTo>
                  <a:pt x="118" y="898"/>
                  <a:pt x="118" y="899"/>
                  <a:pt x="117" y="899"/>
                </a:cubicBezTo>
                <a:cubicBezTo>
                  <a:pt x="117" y="899"/>
                  <a:pt x="117" y="899"/>
                  <a:pt x="117" y="899"/>
                </a:cubicBezTo>
                <a:cubicBezTo>
                  <a:pt x="116" y="899"/>
                  <a:pt x="116" y="899"/>
                  <a:pt x="116" y="899"/>
                </a:cubicBezTo>
                <a:cubicBezTo>
                  <a:pt x="116" y="898"/>
                  <a:pt x="116" y="898"/>
                  <a:pt x="116" y="898"/>
                </a:cubicBezTo>
                <a:cubicBezTo>
                  <a:pt x="116" y="898"/>
                  <a:pt x="116" y="897"/>
                  <a:pt x="116" y="897"/>
                </a:cubicBezTo>
                <a:cubicBezTo>
                  <a:pt x="116" y="897"/>
                  <a:pt x="115" y="897"/>
                  <a:pt x="116" y="896"/>
                </a:cubicBezTo>
                <a:cubicBezTo>
                  <a:pt x="116" y="896"/>
                  <a:pt x="116" y="896"/>
                  <a:pt x="116" y="896"/>
                </a:cubicBezTo>
                <a:cubicBezTo>
                  <a:pt x="116" y="896"/>
                  <a:pt x="116" y="896"/>
                  <a:pt x="116" y="896"/>
                </a:cubicBezTo>
                <a:cubicBezTo>
                  <a:pt x="116" y="896"/>
                  <a:pt x="116" y="895"/>
                  <a:pt x="117" y="895"/>
                </a:cubicBezTo>
                <a:cubicBezTo>
                  <a:pt x="117" y="895"/>
                  <a:pt x="117" y="895"/>
                  <a:pt x="117" y="896"/>
                </a:cubicBezTo>
                <a:cubicBezTo>
                  <a:pt x="117" y="896"/>
                  <a:pt x="117" y="896"/>
                  <a:pt x="117" y="896"/>
                </a:cubicBezTo>
                <a:close/>
                <a:moveTo>
                  <a:pt x="118" y="915"/>
                </a:moveTo>
                <a:cubicBezTo>
                  <a:pt x="117" y="914"/>
                  <a:pt x="117" y="914"/>
                  <a:pt x="117" y="914"/>
                </a:cubicBezTo>
                <a:cubicBezTo>
                  <a:pt x="117" y="913"/>
                  <a:pt x="118" y="913"/>
                  <a:pt x="118" y="913"/>
                </a:cubicBezTo>
                <a:cubicBezTo>
                  <a:pt x="118" y="913"/>
                  <a:pt x="118" y="913"/>
                  <a:pt x="118" y="913"/>
                </a:cubicBezTo>
                <a:cubicBezTo>
                  <a:pt x="118" y="913"/>
                  <a:pt x="118" y="912"/>
                  <a:pt x="118" y="913"/>
                </a:cubicBezTo>
                <a:cubicBezTo>
                  <a:pt x="118" y="913"/>
                  <a:pt x="117" y="913"/>
                  <a:pt x="117" y="913"/>
                </a:cubicBezTo>
                <a:cubicBezTo>
                  <a:pt x="117" y="913"/>
                  <a:pt x="117" y="913"/>
                  <a:pt x="117" y="913"/>
                </a:cubicBezTo>
                <a:cubicBezTo>
                  <a:pt x="116" y="913"/>
                  <a:pt x="116" y="913"/>
                  <a:pt x="116" y="913"/>
                </a:cubicBezTo>
                <a:cubicBezTo>
                  <a:pt x="116" y="912"/>
                  <a:pt x="115" y="912"/>
                  <a:pt x="115" y="911"/>
                </a:cubicBezTo>
                <a:cubicBezTo>
                  <a:pt x="114" y="911"/>
                  <a:pt x="114" y="911"/>
                  <a:pt x="114" y="910"/>
                </a:cubicBezTo>
                <a:cubicBezTo>
                  <a:pt x="114" y="910"/>
                  <a:pt x="114" y="910"/>
                  <a:pt x="113" y="910"/>
                </a:cubicBezTo>
                <a:cubicBezTo>
                  <a:pt x="113" y="910"/>
                  <a:pt x="113" y="909"/>
                  <a:pt x="113" y="909"/>
                </a:cubicBezTo>
                <a:cubicBezTo>
                  <a:pt x="113" y="909"/>
                  <a:pt x="114" y="908"/>
                  <a:pt x="114" y="908"/>
                </a:cubicBezTo>
                <a:cubicBezTo>
                  <a:pt x="114" y="908"/>
                  <a:pt x="114" y="908"/>
                  <a:pt x="115" y="908"/>
                </a:cubicBezTo>
                <a:cubicBezTo>
                  <a:pt x="115" y="908"/>
                  <a:pt x="115" y="908"/>
                  <a:pt x="116" y="908"/>
                </a:cubicBezTo>
                <a:cubicBezTo>
                  <a:pt x="117" y="907"/>
                  <a:pt x="118" y="908"/>
                  <a:pt x="118" y="908"/>
                </a:cubicBezTo>
                <a:cubicBezTo>
                  <a:pt x="119" y="908"/>
                  <a:pt x="119" y="908"/>
                  <a:pt x="119" y="908"/>
                </a:cubicBezTo>
                <a:cubicBezTo>
                  <a:pt x="121" y="908"/>
                  <a:pt x="122" y="910"/>
                  <a:pt x="123" y="910"/>
                </a:cubicBezTo>
                <a:cubicBezTo>
                  <a:pt x="123" y="910"/>
                  <a:pt x="124" y="911"/>
                  <a:pt x="124" y="911"/>
                </a:cubicBezTo>
                <a:cubicBezTo>
                  <a:pt x="125" y="911"/>
                  <a:pt x="125" y="911"/>
                  <a:pt x="126" y="912"/>
                </a:cubicBezTo>
                <a:cubicBezTo>
                  <a:pt x="126" y="912"/>
                  <a:pt x="126" y="912"/>
                  <a:pt x="126" y="912"/>
                </a:cubicBezTo>
                <a:cubicBezTo>
                  <a:pt x="127" y="912"/>
                  <a:pt x="127" y="912"/>
                  <a:pt x="127" y="912"/>
                </a:cubicBezTo>
                <a:cubicBezTo>
                  <a:pt x="128" y="912"/>
                  <a:pt x="128" y="913"/>
                  <a:pt x="129" y="913"/>
                </a:cubicBezTo>
                <a:cubicBezTo>
                  <a:pt x="129" y="913"/>
                  <a:pt x="130" y="913"/>
                  <a:pt x="130" y="913"/>
                </a:cubicBezTo>
                <a:cubicBezTo>
                  <a:pt x="131" y="913"/>
                  <a:pt x="133" y="913"/>
                  <a:pt x="134" y="914"/>
                </a:cubicBezTo>
                <a:cubicBezTo>
                  <a:pt x="135" y="914"/>
                  <a:pt x="135" y="914"/>
                  <a:pt x="135" y="914"/>
                </a:cubicBezTo>
                <a:cubicBezTo>
                  <a:pt x="136" y="915"/>
                  <a:pt x="137" y="915"/>
                  <a:pt x="138" y="915"/>
                </a:cubicBezTo>
                <a:cubicBezTo>
                  <a:pt x="139" y="915"/>
                  <a:pt x="139" y="915"/>
                  <a:pt x="139" y="915"/>
                </a:cubicBezTo>
                <a:cubicBezTo>
                  <a:pt x="140" y="915"/>
                  <a:pt x="140" y="916"/>
                  <a:pt x="140" y="916"/>
                </a:cubicBezTo>
                <a:cubicBezTo>
                  <a:pt x="140" y="917"/>
                  <a:pt x="141" y="918"/>
                  <a:pt x="141" y="918"/>
                </a:cubicBezTo>
                <a:cubicBezTo>
                  <a:pt x="142" y="918"/>
                  <a:pt x="142" y="918"/>
                  <a:pt x="142" y="919"/>
                </a:cubicBezTo>
                <a:cubicBezTo>
                  <a:pt x="142" y="919"/>
                  <a:pt x="142" y="920"/>
                  <a:pt x="142" y="921"/>
                </a:cubicBezTo>
                <a:cubicBezTo>
                  <a:pt x="143" y="922"/>
                  <a:pt x="144" y="922"/>
                  <a:pt x="144" y="923"/>
                </a:cubicBezTo>
                <a:cubicBezTo>
                  <a:pt x="144" y="924"/>
                  <a:pt x="145" y="926"/>
                  <a:pt x="147" y="927"/>
                </a:cubicBezTo>
                <a:cubicBezTo>
                  <a:pt x="147" y="928"/>
                  <a:pt x="148" y="928"/>
                  <a:pt x="148" y="928"/>
                </a:cubicBezTo>
                <a:cubicBezTo>
                  <a:pt x="149" y="928"/>
                  <a:pt x="149" y="928"/>
                  <a:pt x="150" y="929"/>
                </a:cubicBezTo>
                <a:cubicBezTo>
                  <a:pt x="151" y="929"/>
                  <a:pt x="153" y="930"/>
                  <a:pt x="154" y="931"/>
                </a:cubicBezTo>
                <a:cubicBezTo>
                  <a:pt x="154" y="931"/>
                  <a:pt x="154" y="931"/>
                  <a:pt x="155" y="931"/>
                </a:cubicBezTo>
                <a:cubicBezTo>
                  <a:pt x="155" y="931"/>
                  <a:pt x="155" y="931"/>
                  <a:pt x="155" y="931"/>
                </a:cubicBezTo>
                <a:cubicBezTo>
                  <a:pt x="155" y="932"/>
                  <a:pt x="155" y="932"/>
                  <a:pt x="155" y="932"/>
                </a:cubicBezTo>
                <a:cubicBezTo>
                  <a:pt x="154" y="933"/>
                  <a:pt x="155" y="934"/>
                  <a:pt x="156" y="935"/>
                </a:cubicBezTo>
                <a:cubicBezTo>
                  <a:pt x="156" y="935"/>
                  <a:pt x="156" y="935"/>
                  <a:pt x="156" y="935"/>
                </a:cubicBezTo>
                <a:cubicBezTo>
                  <a:pt x="156" y="935"/>
                  <a:pt x="157" y="936"/>
                  <a:pt x="157" y="936"/>
                </a:cubicBezTo>
                <a:cubicBezTo>
                  <a:pt x="157" y="937"/>
                  <a:pt x="157" y="938"/>
                  <a:pt x="157" y="939"/>
                </a:cubicBezTo>
                <a:cubicBezTo>
                  <a:pt x="157" y="939"/>
                  <a:pt x="158" y="938"/>
                  <a:pt x="158" y="938"/>
                </a:cubicBezTo>
                <a:cubicBezTo>
                  <a:pt x="158" y="938"/>
                  <a:pt x="158" y="939"/>
                  <a:pt x="159" y="940"/>
                </a:cubicBezTo>
                <a:cubicBezTo>
                  <a:pt x="159" y="940"/>
                  <a:pt x="159" y="941"/>
                  <a:pt x="158" y="941"/>
                </a:cubicBezTo>
                <a:cubicBezTo>
                  <a:pt x="158" y="941"/>
                  <a:pt x="158" y="941"/>
                  <a:pt x="157" y="941"/>
                </a:cubicBezTo>
                <a:cubicBezTo>
                  <a:pt x="157" y="941"/>
                  <a:pt x="157" y="942"/>
                  <a:pt x="157" y="942"/>
                </a:cubicBezTo>
                <a:cubicBezTo>
                  <a:pt x="156" y="943"/>
                  <a:pt x="155" y="942"/>
                  <a:pt x="155" y="942"/>
                </a:cubicBezTo>
                <a:cubicBezTo>
                  <a:pt x="152" y="941"/>
                  <a:pt x="150" y="940"/>
                  <a:pt x="148" y="939"/>
                </a:cubicBezTo>
                <a:cubicBezTo>
                  <a:pt x="147" y="939"/>
                  <a:pt x="146" y="939"/>
                  <a:pt x="145" y="938"/>
                </a:cubicBezTo>
                <a:cubicBezTo>
                  <a:pt x="145" y="938"/>
                  <a:pt x="144" y="937"/>
                  <a:pt x="144" y="937"/>
                </a:cubicBezTo>
                <a:cubicBezTo>
                  <a:pt x="143" y="937"/>
                  <a:pt x="142" y="937"/>
                  <a:pt x="142" y="936"/>
                </a:cubicBezTo>
                <a:cubicBezTo>
                  <a:pt x="142" y="935"/>
                  <a:pt x="144" y="935"/>
                  <a:pt x="144" y="934"/>
                </a:cubicBezTo>
                <a:cubicBezTo>
                  <a:pt x="143" y="934"/>
                  <a:pt x="142" y="934"/>
                  <a:pt x="142" y="933"/>
                </a:cubicBezTo>
                <a:cubicBezTo>
                  <a:pt x="142" y="934"/>
                  <a:pt x="141" y="934"/>
                  <a:pt x="141" y="934"/>
                </a:cubicBezTo>
                <a:cubicBezTo>
                  <a:pt x="141" y="934"/>
                  <a:pt x="140" y="934"/>
                  <a:pt x="141" y="933"/>
                </a:cubicBezTo>
                <a:cubicBezTo>
                  <a:pt x="140" y="933"/>
                  <a:pt x="140" y="934"/>
                  <a:pt x="140" y="934"/>
                </a:cubicBezTo>
                <a:cubicBezTo>
                  <a:pt x="139" y="934"/>
                  <a:pt x="139" y="934"/>
                  <a:pt x="138" y="934"/>
                </a:cubicBezTo>
                <a:cubicBezTo>
                  <a:pt x="138" y="933"/>
                  <a:pt x="138" y="933"/>
                  <a:pt x="137" y="932"/>
                </a:cubicBezTo>
                <a:cubicBezTo>
                  <a:pt x="137" y="932"/>
                  <a:pt x="136" y="932"/>
                  <a:pt x="136" y="932"/>
                </a:cubicBezTo>
                <a:cubicBezTo>
                  <a:pt x="135" y="931"/>
                  <a:pt x="137" y="930"/>
                  <a:pt x="136" y="929"/>
                </a:cubicBezTo>
                <a:cubicBezTo>
                  <a:pt x="136" y="929"/>
                  <a:pt x="136" y="930"/>
                  <a:pt x="136" y="930"/>
                </a:cubicBezTo>
                <a:cubicBezTo>
                  <a:pt x="135" y="930"/>
                  <a:pt x="135" y="930"/>
                  <a:pt x="135" y="929"/>
                </a:cubicBezTo>
                <a:cubicBezTo>
                  <a:pt x="135" y="929"/>
                  <a:pt x="135" y="929"/>
                  <a:pt x="136" y="928"/>
                </a:cubicBezTo>
                <a:cubicBezTo>
                  <a:pt x="135" y="928"/>
                  <a:pt x="135" y="928"/>
                  <a:pt x="134" y="929"/>
                </a:cubicBezTo>
                <a:cubicBezTo>
                  <a:pt x="134" y="929"/>
                  <a:pt x="134" y="929"/>
                  <a:pt x="134" y="930"/>
                </a:cubicBezTo>
                <a:cubicBezTo>
                  <a:pt x="134" y="930"/>
                  <a:pt x="133" y="930"/>
                  <a:pt x="133" y="930"/>
                </a:cubicBezTo>
                <a:cubicBezTo>
                  <a:pt x="133" y="929"/>
                  <a:pt x="133" y="928"/>
                  <a:pt x="133" y="928"/>
                </a:cubicBezTo>
                <a:cubicBezTo>
                  <a:pt x="132" y="928"/>
                  <a:pt x="132" y="928"/>
                  <a:pt x="132" y="928"/>
                </a:cubicBezTo>
                <a:cubicBezTo>
                  <a:pt x="131" y="928"/>
                  <a:pt x="131" y="927"/>
                  <a:pt x="130" y="927"/>
                </a:cubicBezTo>
                <a:cubicBezTo>
                  <a:pt x="130" y="927"/>
                  <a:pt x="130" y="928"/>
                  <a:pt x="130" y="928"/>
                </a:cubicBezTo>
                <a:cubicBezTo>
                  <a:pt x="130" y="928"/>
                  <a:pt x="130" y="927"/>
                  <a:pt x="130" y="927"/>
                </a:cubicBezTo>
                <a:cubicBezTo>
                  <a:pt x="130" y="926"/>
                  <a:pt x="130" y="926"/>
                  <a:pt x="130" y="925"/>
                </a:cubicBezTo>
                <a:cubicBezTo>
                  <a:pt x="130" y="925"/>
                  <a:pt x="131" y="925"/>
                  <a:pt x="131" y="925"/>
                </a:cubicBezTo>
                <a:cubicBezTo>
                  <a:pt x="131" y="925"/>
                  <a:pt x="131" y="924"/>
                  <a:pt x="131" y="924"/>
                </a:cubicBezTo>
                <a:cubicBezTo>
                  <a:pt x="130" y="924"/>
                  <a:pt x="130" y="924"/>
                  <a:pt x="130" y="924"/>
                </a:cubicBezTo>
                <a:cubicBezTo>
                  <a:pt x="130" y="925"/>
                  <a:pt x="130" y="924"/>
                  <a:pt x="130" y="924"/>
                </a:cubicBezTo>
                <a:cubicBezTo>
                  <a:pt x="130" y="923"/>
                  <a:pt x="130" y="923"/>
                  <a:pt x="129" y="923"/>
                </a:cubicBezTo>
                <a:cubicBezTo>
                  <a:pt x="129" y="924"/>
                  <a:pt x="129" y="924"/>
                  <a:pt x="129" y="925"/>
                </a:cubicBezTo>
                <a:cubicBezTo>
                  <a:pt x="128" y="925"/>
                  <a:pt x="128" y="925"/>
                  <a:pt x="127" y="925"/>
                </a:cubicBezTo>
                <a:cubicBezTo>
                  <a:pt x="127" y="924"/>
                  <a:pt x="126" y="924"/>
                  <a:pt x="127" y="923"/>
                </a:cubicBezTo>
                <a:cubicBezTo>
                  <a:pt x="127" y="923"/>
                  <a:pt x="127" y="923"/>
                  <a:pt x="127" y="922"/>
                </a:cubicBezTo>
                <a:cubicBezTo>
                  <a:pt x="127" y="922"/>
                  <a:pt x="127" y="922"/>
                  <a:pt x="126" y="922"/>
                </a:cubicBezTo>
                <a:cubicBezTo>
                  <a:pt x="127" y="922"/>
                  <a:pt x="127" y="921"/>
                  <a:pt x="127" y="921"/>
                </a:cubicBezTo>
                <a:cubicBezTo>
                  <a:pt x="127" y="921"/>
                  <a:pt x="127" y="921"/>
                  <a:pt x="126" y="921"/>
                </a:cubicBezTo>
                <a:cubicBezTo>
                  <a:pt x="126" y="921"/>
                  <a:pt x="126" y="922"/>
                  <a:pt x="125" y="922"/>
                </a:cubicBezTo>
                <a:cubicBezTo>
                  <a:pt x="125" y="922"/>
                  <a:pt x="125" y="922"/>
                  <a:pt x="125" y="922"/>
                </a:cubicBezTo>
                <a:cubicBezTo>
                  <a:pt x="124" y="921"/>
                  <a:pt x="124" y="921"/>
                  <a:pt x="124" y="920"/>
                </a:cubicBezTo>
                <a:cubicBezTo>
                  <a:pt x="124" y="920"/>
                  <a:pt x="124" y="919"/>
                  <a:pt x="124" y="919"/>
                </a:cubicBezTo>
                <a:cubicBezTo>
                  <a:pt x="124" y="919"/>
                  <a:pt x="124" y="918"/>
                  <a:pt x="124" y="918"/>
                </a:cubicBezTo>
                <a:cubicBezTo>
                  <a:pt x="123" y="918"/>
                  <a:pt x="123" y="919"/>
                  <a:pt x="123" y="919"/>
                </a:cubicBezTo>
                <a:cubicBezTo>
                  <a:pt x="123" y="919"/>
                  <a:pt x="122" y="919"/>
                  <a:pt x="122" y="919"/>
                </a:cubicBezTo>
                <a:cubicBezTo>
                  <a:pt x="122" y="919"/>
                  <a:pt x="121" y="918"/>
                  <a:pt x="121" y="918"/>
                </a:cubicBezTo>
                <a:cubicBezTo>
                  <a:pt x="121" y="918"/>
                  <a:pt x="121" y="918"/>
                  <a:pt x="121" y="918"/>
                </a:cubicBezTo>
                <a:cubicBezTo>
                  <a:pt x="121" y="918"/>
                  <a:pt x="121" y="918"/>
                  <a:pt x="121" y="918"/>
                </a:cubicBezTo>
                <a:cubicBezTo>
                  <a:pt x="120" y="918"/>
                  <a:pt x="120" y="918"/>
                  <a:pt x="120" y="918"/>
                </a:cubicBezTo>
                <a:cubicBezTo>
                  <a:pt x="120" y="917"/>
                  <a:pt x="119" y="918"/>
                  <a:pt x="119" y="918"/>
                </a:cubicBezTo>
                <a:cubicBezTo>
                  <a:pt x="119" y="918"/>
                  <a:pt x="119" y="918"/>
                  <a:pt x="119" y="918"/>
                </a:cubicBezTo>
                <a:cubicBezTo>
                  <a:pt x="118" y="919"/>
                  <a:pt x="118" y="919"/>
                  <a:pt x="118" y="918"/>
                </a:cubicBezTo>
                <a:cubicBezTo>
                  <a:pt x="118" y="918"/>
                  <a:pt x="117" y="918"/>
                  <a:pt x="117" y="918"/>
                </a:cubicBezTo>
                <a:cubicBezTo>
                  <a:pt x="117" y="917"/>
                  <a:pt x="118" y="917"/>
                  <a:pt x="118" y="917"/>
                </a:cubicBezTo>
                <a:cubicBezTo>
                  <a:pt x="118" y="917"/>
                  <a:pt x="118" y="917"/>
                  <a:pt x="119" y="917"/>
                </a:cubicBezTo>
                <a:cubicBezTo>
                  <a:pt x="119" y="916"/>
                  <a:pt x="119" y="916"/>
                  <a:pt x="118" y="915"/>
                </a:cubicBezTo>
                <a:cubicBezTo>
                  <a:pt x="118" y="915"/>
                  <a:pt x="118" y="915"/>
                  <a:pt x="118" y="915"/>
                </a:cubicBezTo>
                <a:cubicBezTo>
                  <a:pt x="118" y="915"/>
                  <a:pt x="117" y="915"/>
                  <a:pt x="118" y="915"/>
                </a:cubicBezTo>
                <a:close/>
                <a:moveTo>
                  <a:pt x="129" y="910"/>
                </a:moveTo>
                <a:cubicBezTo>
                  <a:pt x="129" y="909"/>
                  <a:pt x="129" y="909"/>
                  <a:pt x="129" y="909"/>
                </a:cubicBezTo>
                <a:cubicBezTo>
                  <a:pt x="130" y="909"/>
                  <a:pt x="130" y="909"/>
                  <a:pt x="130" y="909"/>
                </a:cubicBezTo>
                <a:cubicBezTo>
                  <a:pt x="130" y="909"/>
                  <a:pt x="131" y="909"/>
                  <a:pt x="131" y="909"/>
                </a:cubicBezTo>
                <a:cubicBezTo>
                  <a:pt x="131" y="909"/>
                  <a:pt x="131" y="908"/>
                  <a:pt x="131" y="908"/>
                </a:cubicBezTo>
                <a:cubicBezTo>
                  <a:pt x="132" y="908"/>
                  <a:pt x="132" y="908"/>
                  <a:pt x="133" y="908"/>
                </a:cubicBezTo>
                <a:cubicBezTo>
                  <a:pt x="133" y="908"/>
                  <a:pt x="133" y="908"/>
                  <a:pt x="133" y="908"/>
                </a:cubicBezTo>
                <a:cubicBezTo>
                  <a:pt x="133" y="909"/>
                  <a:pt x="133" y="909"/>
                  <a:pt x="133" y="909"/>
                </a:cubicBezTo>
                <a:cubicBezTo>
                  <a:pt x="133" y="909"/>
                  <a:pt x="133" y="909"/>
                  <a:pt x="133" y="909"/>
                </a:cubicBezTo>
                <a:cubicBezTo>
                  <a:pt x="132" y="909"/>
                  <a:pt x="132" y="909"/>
                  <a:pt x="132" y="910"/>
                </a:cubicBezTo>
                <a:cubicBezTo>
                  <a:pt x="132" y="910"/>
                  <a:pt x="132" y="910"/>
                  <a:pt x="132" y="910"/>
                </a:cubicBezTo>
                <a:cubicBezTo>
                  <a:pt x="132" y="910"/>
                  <a:pt x="132" y="910"/>
                  <a:pt x="132" y="910"/>
                </a:cubicBezTo>
                <a:cubicBezTo>
                  <a:pt x="131" y="910"/>
                  <a:pt x="131" y="910"/>
                  <a:pt x="130" y="910"/>
                </a:cubicBezTo>
                <a:cubicBezTo>
                  <a:pt x="130" y="910"/>
                  <a:pt x="130" y="910"/>
                  <a:pt x="130" y="910"/>
                </a:cubicBezTo>
                <a:cubicBezTo>
                  <a:pt x="130" y="910"/>
                  <a:pt x="130" y="910"/>
                  <a:pt x="130" y="910"/>
                </a:cubicBezTo>
                <a:cubicBezTo>
                  <a:pt x="130" y="910"/>
                  <a:pt x="129" y="910"/>
                  <a:pt x="129" y="910"/>
                </a:cubicBezTo>
                <a:cubicBezTo>
                  <a:pt x="129" y="910"/>
                  <a:pt x="129" y="910"/>
                  <a:pt x="129" y="910"/>
                </a:cubicBezTo>
                <a:close/>
                <a:moveTo>
                  <a:pt x="130" y="911"/>
                </a:moveTo>
                <a:cubicBezTo>
                  <a:pt x="130" y="911"/>
                  <a:pt x="130" y="911"/>
                  <a:pt x="131" y="911"/>
                </a:cubicBezTo>
                <a:cubicBezTo>
                  <a:pt x="131" y="911"/>
                  <a:pt x="131" y="911"/>
                  <a:pt x="131" y="911"/>
                </a:cubicBezTo>
                <a:cubicBezTo>
                  <a:pt x="131" y="911"/>
                  <a:pt x="131" y="911"/>
                  <a:pt x="131" y="911"/>
                </a:cubicBezTo>
                <a:cubicBezTo>
                  <a:pt x="131" y="911"/>
                  <a:pt x="131" y="912"/>
                  <a:pt x="132" y="911"/>
                </a:cubicBezTo>
                <a:cubicBezTo>
                  <a:pt x="132" y="911"/>
                  <a:pt x="132" y="911"/>
                  <a:pt x="132" y="911"/>
                </a:cubicBezTo>
                <a:cubicBezTo>
                  <a:pt x="133" y="911"/>
                  <a:pt x="133" y="911"/>
                  <a:pt x="133" y="911"/>
                </a:cubicBezTo>
                <a:cubicBezTo>
                  <a:pt x="134" y="911"/>
                  <a:pt x="134" y="911"/>
                  <a:pt x="134" y="911"/>
                </a:cubicBezTo>
                <a:cubicBezTo>
                  <a:pt x="134" y="911"/>
                  <a:pt x="134" y="911"/>
                  <a:pt x="134" y="911"/>
                </a:cubicBezTo>
                <a:cubicBezTo>
                  <a:pt x="133" y="911"/>
                  <a:pt x="133" y="911"/>
                  <a:pt x="133" y="912"/>
                </a:cubicBezTo>
                <a:cubicBezTo>
                  <a:pt x="132" y="912"/>
                  <a:pt x="132" y="912"/>
                  <a:pt x="132" y="912"/>
                </a:cubicBezTo>
                <a:cubicBezTo>
                  <a:pt x="132" y="912"/>
                  <a:pt x="132" y="912"/>
                  <a:pt x="132" y="912"/>
                </a:cubicBezTo>
                <a:cubicBezTo>
                  <a:pt x="131" y="912"/>
                  <a:pt x="131" y="912"/>
                  <a:pt x="130" y="912"/>
                </a:cubicBezTo>
                <a:cubicBezTo>
                  <a:pt x="130" y="912"/>
                  <a:pt x="129" y="912"/>
                  <a:pt x="129" y="912"/>
                </a:cubicBezTo>
                <a:cubicBezTo>
                  <a:pt x="129" y="912"/>
                  <a:pt x="129" y="912"/>
                  <a:pt x="129" y="912"/>
                </a:cubicBezTo>
                <a:cubicBezTo>
                  <a:pt x="129" y="912"/>
                  <a:pt x="129" y="912"/>
                  <a:pt x="129" y="912"/>
                </a:cubicBezTo>
                <a:cubicBezTo>
                  <a:pt x="129" y="911"/>
                  <a:pt x="130" y="911"/>
                  <a:pt x="130" y="911"/>
                </a:cubicBezTo>
                <a:cubicBezTo>
                  <a:pt x="130" y="911"/>
                  <a:pt x="130" y="911"/>
                  <a:pt x="130" y="911"/>
                </a:cubicBezTo>
                <a:close/>
                <a:moveTo>
                  <a:pt x="127" y="908"/>
                </a:moveTo>
                <a:cubicBezTo>
                  <a:pt x="127" y="908"/>
                  <a:pt x="127" y="908"/>
                  <a:pt x="127" y="908"/>
                </a:cubicBezTo>
                <a:cubicBezTo>
                  <a:pt x="127" y="907"/>
                  <a:pt x="128" y="907"/>
                  <a:pt x="128" y="908"/>
                </a:cubicBezTo>
                <a:cubicBezTo>
                  <a:pt x="128" y="908"/>
                  <a:pt x="128" y="908"/>
                  <a:pt x="128" y="908"/>
                </a:cubicBezTo>
                <a:cubicBezTo>
                  <a:pt x="128" y="908"/>
                  <a:pt x="129" y="908"/>
                  <a:pt x="129" y="908"/>
                </a:cubicBezTo>
                <a:cubicBezTo>
                  <a:pt x="129" y="908"/>
                  <a:pt x="129" y="908"/>
                  <a:pt x="129" y="908"/>
                </a:cubicBezTo>
                <a:cubicBezTo>
                  <a:pt x="129" y="908"/>
                  <a:pt x="129" y="908"/>
                  <a:pt x="129" y="908"/>
                </a:cubicBezTo>
                <a:cubicBezTo>
                  <a:pt x="129" y="908"/>
                  <a:pt x="129" y="908"/>
                  <a:pt x="129" y="909"/>
                </a:cubicBezTo>
                <a:cubicBezTo>
                  <a:pt x="129" y="909"/>
                  <a:pt x="129" y="909"/>
                  <a:pt x="129" y="909"/>
                </a:cubicBezTo>
                <a:cubicBezTo>
                  <a:pt x="129" y="909"/>
                  <a:pt x="129" y="909"/>
                  <a:pt x="129" y="909"/>
                </a:cubicBezTo>
                <a:cubicBezTo>
                  <a:pt x="129" y="909"/>
                  <a:pt x="129" y="909"/>
                  <a:pt x="129" y="909"/>
                </a:cubicBezTo>
                <a:cubicBezTo>
                  <a:pt x="128" y="909"/>
                  <a:pt x="128" y="909"/>
                  <a:pt x="127" y="909"/>
                </a:cubicBezTo>
                <a:cubicBezTo>
                  <a:pt x="127" y="909"/>
                  <a:pt x="127" y="909"/>
                  <a:pt x="127" y="909"/>
                </a:cubicBezTo>
                <a:cubicBezTo>
                  <a:pt x="127" y="909"/>
                  <a:pt x="127" y="909"/>
                  <a:pt x="127" y="909"/>
                </a:cubicBezTo>
                <a:cubicBezTo>
                  <a:pt x="127" y="908"/>
                  <a:pt x="127" y="908"/>
                  <a:pt x="127" y="908"/>
                </a:cubicBezTo>
                <a:cubicBezTo>
                  <a:pt x="127" y="908"/>
                  <a:pt x="127" y="908"/>
                  <a:pt x="127" y="908"/>
                </a:cubicBezTo>
                <a:close/>
                <a:moveTo>
                  <a:pt x="148" y="923"/>
                </a:moveTo>
                <a:cubicBezTo>
                  <a:pt x="148" y="923"/>
                  <a:pt x="148" y="923"/>
                  <a:pt x="148" y="923"/>
                </a:cubicBezTo>
                <a:cubicBezTo>
                  <a:pt x="149" y="923"/>
                  <a:pt x="149" y="923"/>
                  <a:pt x="149" y="923"/>
                </a:cubicBezTo>
                <a:cubicBezTo>
                  <a:pt x="149" y="924"/>
                  <a:pt x="149" y="924"/>
                  <a:pt x="149" y="924"/>
                </a:cubicBezTo>
                <a:cubicBezTo>
                  <a:pt x="150" y="924"/>
                  <a:pt x="150" y="924"/>
                  <a:pt x="150" y="924"/>
                </a:cubicBezTo>
                <a:cubicBezTo>
                  <a:pt x="150" y="925"/>
                  <a:pt x="151" y="925"/>
                  <a:pt x="151" y="925"/>
                </a:cubicBezTo>
                <a:cubicBezTo>
                  <a:pt x="151" y="926"/>
                  <a:pt x="151" y="926"/>
                  <a:pt x="151" y="926"/>
                </a:cubicBezTo>
                <a:cubicBezTo>
                  <a:pt x="151" y="926"/>
                  <a:pt x="151" y="926"/>
                  <a:pt x="151" y="926"/>
                </a:cubicBezTo>
                <a:cubicBezTo>
                  <a:pt x="151" y="926"/>
                  <a:pt x="151" y="926"/>
                  <a:pt x="151" y="926"/>
                </a:cubicBezTo>
                <a:cubicBezTo>
                  <a:pt x="150" y="925"/>
                  <a:pt x="149" y="925"/>
                  <a:pt x="149" y="925"/>
                </a:cubicBezTo>
                <a:cubicBezTo>
                  <a:pt x="149" y="925"/>
                  <a:pt x="148" y="925"/>
                  <a:pt x="148" y="924"/>
                </a:cubicBezTo>
                <a:cubicBezTo>
                  <a:pt x="148" y="924"/>
                  <a:pt x="148" y="924"/>
                  <a:pt x="148" y="924"/>
                </a:cubicBezTo>
                <a:cubicBezTo>
                  <a:pt x="148" y="924"/>
                  <a:pt x="147" y="923"/>
                  <a:pt x="148" y="923"/>
                </a:cubicBezTo>
                <a:cubicBezTo>
                  <a:pt x="148" y="923"/>
                  <a:pt x="148" y="923"/>
                  <a:pt x="148" y="923"/>
                </a:cubicBezTo>
                <a:close/>
                <a:moveTo>
                  <a:pt x="158" y="934"/>
                </a:moveTo>
                <a:cubicBezTo>
                  <a:pt x="158" y="934"/>
                  <a:pt x="158" y="934"/>
                  <a:pt x="158" y="935"/>
                </a:cubicBezTo>
                <a:cubicBezTo>
                  <a:pt x="158" y="935"/>
                  <a:pt x="159" y="935"/>
                  <a:pt x="159" y="935"/>
                </a:cubicBezTo>
                <a:cubicBezTo>
                  <a:pt x="159" y="935"/>
                  <a:pt x="159" y="935"/>
                  <a:pt x="159" y="935"/>
                </a:cubicBezTo>
                <a:cubicBezTo>
                  <a:pt x="159" y="935"/>
                  <a:pt x="159" y="935"/>
                  <a:pt x="159" y="935"/>
                </a:cubicBezTo>
                <a:cubicBezTo>
                  <a:pt x="159" y="935"/>
                  <a:pt x="159" y="935"/>
                  <a:pt x="159" y="935"/>
                </a:cubicBezTo>
                <a:cubicBezTo>
                  <a:pt x="159" y="935"/>
                  <a:pt x="158" y="935"/>
                  <a:pt x="158" y="935"/>
                </a:cubicBezTo>
                <a:cubicBezTo>
                  <a:pt x="158" y="935"/>
                  <a:pt x="158" y="935"/>
                  <a:pt x="158" y="936"/>
                </a:cubicBezTo>
                <a:cubicBezTo>
                  <a:pt x="158" y="936"/>
                  <a:pt x="158" y="936"/>
                  <a:pt x="158" y="936"/>
                </a:cubicBezTo>
                <a:cubicBezTo>
                  <a:pt x="158" y="936"/>
                  <a:pt x="158" y="936"/>
                  <a:pt x="158" y="936"/>
                </a:cubicBezTo>
                <a:cubicBezTo>
                  <a:pt x="158" y="936"/>
                  <a:pt x="158" y="937"/>
                  <a:pt x="158" y="937"/>
                </a:cubicBezTo>
                <a:cubicBezTo>
                  <a:pt x="158" y="937"/>
                  <a:pt x="157" y="937"/>
                  <a:pt x="157" y="937"/>
                </a:cubicBezTo>
                <a:cubicBezTo>
                  <a:pt x="157" y="937"/>
                  <a:pt x="157" y="936"/>
                  <a:pt x="157" y="936"/>
                </a:cubicBezTo>
                <a:cubicBezTo>
                  <a:pt x="157" y="936"/>
                  <a:pt x="157" y="936"/>
                  <a:pt x="157" y="936"/>
                </a:cubicBezTo>
                <a:cubicBezTo>
                  <a:pt x="157" y="935"/>
                  <a:pt x="157" y="935"/>
                  <a:pt x="157" y="935"/>
                </a:cubicBezTo>
                <a:cubicBezTo>
                  <a:pt x="157" y="935"/>
                  <a:pt x="156" y="935"/>
                  <a:pt x="156" y="935"/>
                </a:cubicBezTo>
                <a:cubicBezTo>
                  <a:pt x="156" y="935"/>
                  <a:pt x="157" y="935"/>
                  <a:pt x="157" y="935"/>
                </a:cubicBezTo>
                <a:cubicBezTo>
                  <a:pt x="157" y="934"/>
                  <a:pt x="157" y="934"/>
                  <a:pt x="158" y="934"/>
                </a:cubicBezTo>
                <a:cubicBezTo>
                  <a:pt x="158" y="934"/>
                  <a:pt x="158" y="934"/>
                  <a:pt x="158" y="934"/>
                </a:cubicBezTo>
                <a:close/>
                <a:moveTo>
                  <a:pt x="765" y="886"/>
                </a:moveTo>
                <a:cubicBezTo>
                  <a:pt x="764" y="886"/>
                  <a:pt x="764" y="886"/>
                  <a:pt x="764" y="886"/>
                </a:cubicBezTo>
                <a:cubicBezTo>
                  <a:pt x="763" y="886"/>
                  <a:pt x="762" y="886"/>
                  <a:pt x="761" y="886"/>
                </a:cubicBezTo>
                <a:cubicBezTo>
                  <a:pt x="761" y="886"/>
                  <a:pt x="761" y="886"/>
                  <a:pt x="761" y="886"/>
                </a:cubicBezTo>
                <a:cubicBezTo>
                  <a:pt x="761" y="887"/>
                  <a:pt x="761" y="887"/>
                  <a:pt x="761" y="887"/>
                </a:cubicBezTo>
                <a:cubicBezTo>
                  <a:pt x="762" y="887"/>
                  <a:pt x="763" y="887"/>
                  <a:pt x="763" y="887"/>
                </a:cubicBezTo>
                <a:cubicBezTo>
                  <a:pt x="763" y="887"/>
                  <a:pt x="763" y="888"/>
                  <a:pt x="764" y="888"/>
                </a:cubicBezTo>
                <a:cubicBezTo>
                  <a:pt x="764" y="888"/>
                  <a:pt x="764" y="888"/>
                  <a:pt x="764" y="888"/>
                </a:cubicBezTo>
                <a:cubicBezTo>
                  <a:pt x="764" y="888"/>
                  <a:pt x="764" y="889"/>
                  <a:pt x="764" y="889"/>
                </a:cubicBezTo>
                <a:cubicBezTo>
                  <a:pt x="764" y="889"/>
                  <a:pt x="764" y="889"/>
                  <a:pt x="764" y="890"/>
                </a:cubicBezTo>
                <a:cubicBezTo>
                  <a:pt x="764" y="890"/>
                  <a:pt x="763" y="890"/>
                  <a:pt x="763" y="891"/>
                </a:cubicBezTo>
                <a:cubicBezTo>
                  <a:pt x="763" y="891"/>
                  <a:pt x="763" y="891"/>
                  <a:pt x="763" y="891"/>
                </a:cubicBezTo>
                <a:cubicBezTo>
                  <a:pt x="763" y="891"/>
                  <a:pt x="763" y="891"/>
                  <a:pt x="762" y="891"/>
                </a:cubicBezTo>
                <a:cubicBezTo>
                  <a:pt x="762" y="891"/>
                  <a:pt x="762" y="891"/>
                  <a:pt x="762" y="892"/>
                </a:cubicBezTo>
                <a:cubicBezTo>
                  <a:pt x="761" y="892"/>
                  <a:pt x="762" y="892"/>
                  <a:pt x="762" y="892"/>
                </a:cubicBezTo>
                <a:cubicBezTo>
                  <a:pt x="761" y="892"/>
                  <a:pt x="761" y="893"/>
                  <a:pt x="761" y="893"/>
                </a:cubicBezTo>
                <a:cubicBezTo>
                  <a:pt x="760" y="893"/>
                  <a:pt x="760" y="894"/>
                  <a:pt x="759" y="895"/>
                </a:cubicBezTo>
                <a:cubicBezTo>
                  <a:pt x="758" y="895"/>
                  <a:pt x="758" y="895"/>
                  <a:pt x="758" y="895"/>
                </a:cubicBezTo>
                <a:cubicBezTo>
                  <a:pt x="757" y="895"/>
                  <a:pt x="757" y="896"/>
                  <a:pt x="756" y="896"/>
                </a:cubicBezTo>
                <a:cubicBezTo>
                  <a:pt x="756" y="896"/>
                  <a:pt x="756" y="897"/>
                  <a:pt x="755" y="897"/>
                </a:cubicBezTo>
                <a:cubicBezTo>
                  <a:pt x="754" y="898"/>
                  <a:pt x="753" y="899"/>
                  <a:pt x="752" y="900"/>
                </a:cubicBezTo>
                <a:cubicBezTo>
                  <a:pt x="751" y="900"/>
                  <a:pt x="751" y="900"/>
                  <a:pt x="751" y="900"/>
                </a:cubicBezTo>
                <a:cubicBezTo>
                  <a:pt x="750" y="900"/>
                  <a:pt x="750" y="899"/>
                  <a:pt x="750" y="899"/>
                </a:cubicBezTo>
                <a:cubicBezTo>
                  <a:pt x="750" y="899"/>
                  <a:pt x="749" y="898"/>
                  <a:pt x="749" y="899"/>
                </a:cubicBezTo>
                <a:cubicBezTo>
                  <a:pt x="748" y="899"/>
                  <a:pt x="748" y="899"/>
                  <a:pt x="748" y="899"/>
                </a:cubicBezTo>
                <a:cubicBezTo>
                  <a:pt x="748" y="900"/>
                  <a:pt x="747" y="899"/>
                  <a:pt x="746" y="899"/>
                </a:cubicBezTo>
                <a:cubicBezTo>
                  <a:pt x="745" y="899"/>
                  <a:pt x="745" y="899"/>
                  <a:pt x="745" y="899"/>
                </a:cubicBezTo>
                <a:cubicBezTo>
                  <a:pt x="744" y="900"/>
                  <a:pt x="744" y="900"/>
                  <a:pt x="744" y="900"/>
                </a:cubicBezTo>
                <a:cubicBezTo>
                  <a:pt x="744" y="900"/>
                  <a:pt x="743" y="901"/>
                  <a:pt x="743" y="901"/>
                </a:cubicBezTo>
                <a:cubicBezTo>
                  <a:pt x="742" y="902"/>
                  <a:pt x="742" y="902"/>
                  <a:pt x="741" y="902"/>
                </a:cubicBezTo>
                <a:cubicBezTo>
                  <a:pt x="741" y="902"/>
                  <a:pt x="740" y="902"/>
                  <a:pt x="740" y="902"/>
                </a:cubicBezTo>
                <a:cubicBezTo>
                  <a:pt x="740" y="902"/>
                  <a:pt x="740" y="902"/>
                  <a:pt x="740" y="902"/>
                </a:cubicBezTo>
                <a:cubicBezTo>
                  <a:pt x="740" y="903"/>
                  <a:pt x="740" y="903"/>
                  <a:pt x="740" y="903"/>
                </a:cubicBezTo>
                <a:cubicBezTo>
                  <a:pt x="739" y="903"/>
                  <a:pt x="739" y="903"/>
                  <a:pt x="738" y="902"/>
                </a:cubicBezTo>
                <a:cubicBezTo>
                  <a:pt x="738" y="902"/>
                  <a:pt x="738" y="902"/>
                  <a:pt x="738" y="902"/>
                </a:cubicBezTo>
                <a:cubicBezTo>
                  <a:pt x="738" y="902"/>
                  <a:pt x="737" y="902"/>
                  <a:pt x="737" y="903"/>
                </a:cubicBezTo>
                <a:cubicBezTo>
                  <a:pt x="738" y="903"/>
                  <a:pt x="738" y="903"/>
                  <a:pt x="738" y="904"/>
                </a:cubicBezTo>
                <a:cubicBezTo>
                  <a:pt x="738" y="904"/>
                  <a:pt x="737" y="904"/>
                  <a:pt x="737" y="905"/>
                </a:cubicBezTo>
                <a:cubicBezTo>
                  <a:pt x="736" y="905"/>
                  <a:pt x="736" y="905"/>
                  <a:pt x="736" y="905"/>
                </a:cubicBezTo>
                <a:cubicBezTo>
                  <a:pt x="736" y="905"/>
                  <a:pt x="736" y="905"/>
                  <a:pt x="736" y="905"/>
                </a:cubicBezTo>
                <a:cubicBezTo>
                  <a:pt x="735" y="906"/>
                  <a:pt x="735" y="906"/>
                  <a:pt x="735" y="906"/>
                </a:cubicBezTo>
                <a:cubicBezTo>
                  <a:pt x="735" y="906"/>
                  <a:pt x="734" y="906"/>
                  <a:pt x="734" y="907"/>
                </a:cubicBezTo>
                <a:cubicBezTo>
                  <a:pt x="734" y="907"/>
                  <a:pt x="734" y="908"/>
                  <a:pt x="735" y="908"/>
                </a:cubicBezTo>
                <a:cubicBezTo>
                  <a:pt x="735" y="908"/>
                  <a:pt x="735" y="908"/>
                  <a:pt x="735" y="908"/>
                </a:cubicBezTo>
                <a:cubicBezTo>
                  <a:pt x="735" y="909"/>
                  <a:pt x="735" y="909"/>
                  <a:pt x="734" y="909"/>
                </a:cubicBezTo>
                <a:cubicBezTo>
                  <a:pt x="734" y="909"/>
                  <a:pt x="733" y="909"/>
                  <a:pt x="732" y="910"/>
                </a:cubicBezTo>
                <a:cubicBezTo>
                  <a:pt x="732" y="910"/>
                  <a:pt x="731" y="911"/>
                  <a:pt x="731" y="912"/>
                </a:cubicBezTo>
                <a:cubicBezTo>
                  <a:pt x="731" y="912"/>
                  <a:pt x="731" y="911"/>
                  <a:pt x="730" y="911"/>
                </a:cubicBezTo>
                <a:cubicBezTo>
                  <a:pt x="730" y="911"/>
                  <a:pt x="730" y="912"/>
                  <a:pt x="730" y="912"/>
                </a:cubicBezTo>
                <a:cubicBezTo>
                  <a:pt x="729" y="913"/>
                  <a:pt x="728" y="914"/>
                  <a:pt x="726" y="914"/>
                </a:cubicBezTo>
                <a:cubicBezTo>
                  <a:pt x="726" y="915"/>
                  <a:pt x="727" y="915"/>
                  <a:pt x="727" y="915"/>
                </a:cubicBezTo>
                <a:cubicBezTo>
                  <a:pt x="726" y="915"/>
                  <a:pt x="726" y="916"/>
                  <a:pt x="725" y="916"/>
                </a:cubicBezTo>
                <a:cubicBezTo>
                  <a:pt x="723" y="917"/>
                  <a:pt x="721" y="917"/>
                  <a:pt x="719" y="917"/>
                </a:cubicBezTo>
                <a:cubicBezTo>
                  <a:pt x="717" y="917"/>
                  <a:pt x="714" y="917"/>
                  <a:pt x="712" y="918"/>
                </a:cubicBezTo>
                <a:cubicBezTo>
                  <a:pt x="711" y="918"/>
                  <a:pt x="711" y="918"/>
                  <a:pt x="711" y="918"/>
                </a:cubicBezTo>
                <a:cubicBezTo>
                  <a:pt x="710" y="918"/>
                  <a:pt x="709" y="918"/>
                  <a:pt x="709" y="918"/>
                </a:cubicBezTo>
                <a:cubicBezTo>
                  <a:pt x="705" y="916"/>
                  <a:pt x="701" y="916"/>
                  <a:pt x="697" y="916"/>
                </a:cubicBezTo>
                <a:cubicBezTo>
                  <a:pt x="697" y="916"/>
                  <a:pt x="697" y="916"/>
                  <a:pt x="696" y="916"/>
                </a:cubicBezTo>
                <a:cubicBezTo>
                  <a:pt x="696" y="916"/>
                  <a:pt x="696" y="917"/>
                  <a:pt x="697" y="917"/>
                </a:cubicBezTo>
                <a:cubicBezTo>
                  <a:pt x="694" y="917"/>
                  <a:pt x="691" y="915"/>
                  <a:pt x="689" y="916"/>
                </a:cubicBezTo>
                <a:cubicBezTo>
                  <a:pt x="689" y="916"/>
                  <a:pt x="688" y="916"/>
                  <a:pt x="688" y="916"/>
                </a:cubicBezTo>
                <a:cubicBezTo>
                  <a:pt x="688" y="916"/>
                  <a:pt x="687" y="916"/>
                  <a:pt x="687" y="916"/>
                </a:cubicBezTo>
                <a:cubicBezTo>
                  <a:pt x="686" y="915"/>
                  <a:pt x="685" y="915"/>
                  <a:pt x="684" y="916"/>
                </a:cubicBezTo>
                <a:cubicBezTo>
                  <a:pt x="680" y="916"/>
                  <a:pt x="676" y="916"/>
                  <a:pt x="673" y="916"/>
                </a:cubicBezTo>
                <a:cubicBezTo>
                  <a:pt x="672" y="916"/>
                  <a:pt x="671" y="916"/>
                  <a:pt x="670" y="917"/>
                </a:cubicBezTo>
                <a:cubicBezTo>
                  <a:pt x="669" y="917"/>
                  <a:pt x="668" y="917"/>
                  <a:pt x="667" y="917"/>
                </a:cubicBezTo>
                <a:cubicBezTo>
                  <a:pt x="667" y="917"/>
                  <a:pt x="666" y="918"/>
                  <a:pt x="666" y="918"/>
                </a:cubicBezTo>
                <a:cubicBezTo>
                  <a:pt x="665" y="919"/>
                  <a:pt x="664" y="919"/>
                  <a:pt x="664" y="920"/>
                </a:cubicBezTo>
                <a:cubicBezTo>
                  <a:pt x="663" y="921"/>
                  <a:pt x="662" y="922"/>
                  <a:pt x="661" y="923"/>
                </a:cubicBezTo>
                <a:cubicBezTo>
                  <a:pt x="661" y="924"/>
                  <a:pt x="661" y="926"/>
                  <a:pt x="660" y="928"/>
                </a:cubicBezTo>
                <a:cubicBezTo>
                  <a:pt x="660" y="928"/>
                  <a:pt x="660" y="929"/>
                  <a:pt x="659" y="929"/>
                </a:cubicBezTo>
                <a:cubicBezTo>
                  <a:pt x="659" y="929"/>
                  <a:pt x="659" y="929"/>
                  <a:pt x="658" y="929"/>
                </a:cubicBezTo>
                <a:cubicBezTo>
                  <a:pt x="658" y="930"/>
                  <a:pt x="657" y="930"/>
                  <a:pt x="656" y="930"/>
                </a:cubicBezTo>
                <a:cubicBezTo>
                  <a:pt x="655" y="930"/>
                  <a:pt x="653" y="930"/>
                  <a:pt x="653" y="930"/>
                </a:cubicBezTo>
                <a:cubicBezTo>
                  <a:pt x="652" y="931"/>
                  <a:pt x="652" y="932"/>
                  <a:pt x="651" y="933"/>
                </a:cubicBezTo>
                <a:cubicBezTo>
                  <a:pt x="650" y="933"/>
                  <a:pt x="649" y="932"/>
                  <a:pt x="649" y="933"/>
                </a:cubicBezTo>
                <a:cubicBezTo>
                  <a:pt x="649" y="933"/>
                  <a:pt x="649" y="933"/>
                  <a:pt x="648" y="934"/>
                </a:cubicBezTo>
                <a:cubicBezTo>
                  <a:pt x="648" y="935"/>
                  <a:pt x="647" y="936"/>
                  <a:pt x="645" y="936"/>
                </a:cubicBezTo>
                <a:cubicBezTo>
                  <a:pt x="645" y="936"/>
                  <a:pt x="645" y="936"/>
                  <a:pt x="645" y="937"/>
                </a:cubicBezTo>
                <a:cubicBezTo>
                  <a:pt x="644" y="937"/>
                  <a:pt x="644" y="937"/>
                  <a:pt x="644" y="937"/>
                </a:cubicBezTo>
                <a:cubicBezTo>
                  <a:pt x="644" y="938"/>
                  <a:pt x="644" y="939"/>
                  <a:pt x="643" y="940"/>
                </a:cubicBezTo>
                <a:cubicBezTo>
                  <a:pt x="642" y="940"/>
                  <a:pt x="642" y="941"/>
                  <a:pt x="641" y="942"/>
                </a:cubicBezTo>
                <a:cubicBezTo>
                  <a:pt x="640" y="944"/>
                  <a:pt x="639" y="945"/>
                  <a:pt x="638" y="946"/>
                </a:cubicBezTo>
                <a:cubicBezTo>
                  <a:pt x="637" y="947"/>
                  <a:pt x="637" y="948"/>
                  <a:pt x="636" y="950"/>
                </a:cubicBezTo>
                <a:cubicBezTo>
                  <a:pt x="635" y="951"/>
                  <a:pt x="635" y="952"/>
                  <a:pt x="634" y="953"/>
                </a:cubicBezTo>
                <a:cubicBezTo>
                  <a:pt x="633" y="954"/>
                  <a:pt x="632" y="955"/>
                  <a:pt x="632" y="956"/>
                </a:cubicBezTo>
                <a:cubicBezTo>
                  <a:pt x="630" y="958"/>
                  <a:pt x="629" y="960"/>
                  <a:pt x="627" y="962"/>
                </a:cubicBezTo>
                <a:cubicBezTo>
                  <a:pt x="629" y="960"/>
                  <a:pt x="631" y="960"/>
                  <a:pt x="632" y="959"/>
                </a:cubicBezTo>
                <a:cubicBezTo>
                  <a:pt x="633" y="958"/>
                  <a:pt x="634" y="957"/>
                  <a:pt x="634" y="956"/>
                </a:cubicBezTo>
                <a:cubicBezTo>
                  <a:pt x="636" y="954"/>
                  <a:pt x="637" y="952"/>
                  <a:pt x="639" y="950"/>
                </a:cubicBezTo>
                <a:cubicBezTo>
                  <a:pt x="640" y="949"/>
                  <a:pt x="641" y="947"/>
                  <a:pt x="643" y="945"/>
                </a:cubicBezTo>
                <a:cubicBezTo>
                  <a:pt x="644" y="945"/>
                  <a:pt x="645" y="944"/>
                  <a:pt x="646" y="943"/>
                </a:cubicBezTo>
                <a:cubicBezTo>
                  <a:pt x="647" y="943"/>
                  <a:pt x="648" y="942"/>
                  <a:pt x="649" y="941"/>
                </a:cubicBezTo>
                <a:cubicBezTo>
                  <a:pt x="653" y="938"/>
                  <a:pt x="657" y="936"/>
                  <a:pt x="661" y="934"/>
                </a:cubicBezTo>
                <a:cubicBezTo>
                  <a:pt x="662" y="934"/>
                  <a:pt x="664" y="933"/>
                  <a:pt x="665" y="933"/>
                </a:cubicBezTo>
                <a:cubicBezTo>
                  <a:pt x="668" y="932"/>
                  <a:pt x="671" y="931"/>
                  <a:pt x="674" y="930"/>
                </a:cubicBezTo>
                <a:cubicBezTo>
                  <a:pt x="675" y="930"/>
                  <a:pt x="676" y="930"/>
                  <a:pt x="677" y="930"/>
                </a:cubicBezTo>
                <a:cubicBezTo>
                  <a:pt x="680" y="930"/>
                  <a:pt x="682" y="931"/>
                  <a:pt x="684" y="932"/>
                </a:cubicBezTo>
                <a:cubicBezTo>
                  <a:pt x="685" y="932"/>
                  <a:pt x="685" y="933"/>
                  <a:pt x="686" y="933"/>
                </a:cubicBezTo>
                <a:cubicBezTo>
                  <a:pt x="687" y="934"/>
                  <a:pt x="687" y="934"/>
                  <a:pt x="687" y="935"/>
                </a:cubicBezTo>
                <a:cubicBezTo>
                  <a:pt x="687" y="935"/>
                  <a:pt x="687" y="936"/>
                  <a:pt x="687" y="936"/>
                </a:cubicBezTo>
                <a:cubicBezTo>
                  <a:pt x="687" y="936"/>
                  <a:pt x="687" y="936"/>
                  <a:pt x="687" y="936"/>
                </a:cubicBezTo>
                <a:cubicBezTo>
                  <a:pt x="686" y="935"/>
                  <a:pt x="685" y="935"/>
                  <a:pt x="685" y="935"/>
                </a:cubicBezTo>
                <a:cubicBezTo>
                  <a:pt x="685" y="935"/>
                  <a:pt x="685" y="935"/>
                  <a:pt x="685" y="936"/>
                </a:cubicBezTo>
                <a:cubicBezTo>
                  <a:pt x="686" y="936"/>
                  <a:pt x="687" y="937"/>
                  <a:pt x="688" y="939"/>
                </a:cubicBezTo>
                <a:cubicBezTo>
                  <a:pt x="687" y="939"/>
                  <a:pt x="687" y="939"/>
                  <a:pt x="687" y="939"/>
                </a:cubicBezTo>
                <a:cubicBezTo>
                  <a:pt x="687" y="939"/>
                  <a:pt x="688" y="940"/>
                  <a:pt x="687" y="940"/>
                </a:cubicBezTo>
                <a:cubicBezTo>
                  <a:pt x="687" y="941"/>
                  <a:pt x="687" y="941"/>
                  <a:pt x="687" y="941"/>
                </a:cubicBezTo>
                <a:cubicBezTo>
                  <a:pt x="686" y="942"/>
                  <a:pt x="686" y="941"/>
                  <a:pt x="686" y="942"/>
                </a:cubicBezTo>
                <a:cubicBezTo>
                  <a:pt x="685" y="942"/>
                  <a:pt x="684" y="942"/>
                  <a:pt x="684" y="942"/>
                </a:cubicBezTo>
                <a:cubicBezTo>
                  <a:pt x="683" y="943"/>
                  <a:pt x="683" y="943"/>
                  <a:pt x="682" y="944"/>
                </a:cubicBezTo>
                <a:cubicBezTo>
                  <a:pt x="682" y="945"/>
                  <a:pt x="681" y="945"/>
                  <a:pt x="681" y="945"/>
                </a:cubicBezTo>
                <a:cubicBezTo>
                  <a:pt x="680" y="946"/>
                  <a:pt x="679" y="946"/>
                  <a:pt x="678" y="947"/>
                </a:cubicBezTo>
                <a:cubicBezTo>
                  <a:pt x="678" y="947"/>
                  <a:pt x="677" y="947"/>
                  <a:pt x="676" y="947"/>
                </a:cubicBezTo>
                <a:cubicBezTo>
                  <a:pt x="676" y="947"/>
                  <a:pt x="676" y="946"/>
                  <a:pt x="676" y="946"/>
                </a:cubicBezTo>
                <a:cubicBezTo>
                  <a:pt x="675" y="946"/>
                  <a:pt x="675" y="946"/>
                  <a:pt x="674" y="945"/>
                </a:cubicBezTo>
                <a:cubicBezTo>
                  <a:pt x="673" y="945"/>
                  <a:pt x="673" y="945"/>
                  <a:pt x="673" y="944"/>
                </a:cubicBezTo>
                <a:cubicBezTo>
                  <a:pt x="672" y="944"/>
                  <a:pt x="672" y="945"/>
                  <a:pt x="672" y="945"/>
                </a:cubicBezTo>
                <a:cubicBezTo>
                  <a:pt x="671" y="945"/>
                  <a:pt x="671" y="945"/>
                  <a:pt x="671" y="945"/>
                </a:cubicBezTo>
                <a:cubicBezTo>
                  <a:pt x="670" y="946"/>
                  <a:pt x="669" y="946"/>
                  <a:pt x="669" y="946"/>
                </a:cubicBezTo>
                <a:cubicBezTo>
                  <a:pt x="668" y="946"/>
                  <a:pt x="668" y="946"/>
                  <a:pt x="668" y="946"/>
                </a:cubicBezTo>
                <a:cubicBezTo>
                  <a:pt x="668" y="945"/>
                  <a:pt x="668" y="945"/>
                  <a:pt x="668" y="945"/>
                </a:cubicBezTo>
                <a:cubicBezTo>
                  <a:pt x="668" y="945"/>
                  <a:pt x="667" y="945"/>
                  <a:pt x="667" y="945"/>
                </a:cubicBezTo>
                <a:cubicBezTo>
                  <a:pt x="667" y="946"/>
                  <a:pt x="668" y="946"/>
                  <a:pt x="668" y="946"/>
                </a:cubicBezTo>
                <a:cubicBezTo>
                  <a:pt x="668" y="947"/>
                  <a:pt x="669" y="947"/>
                  <a:pt x="669" y="947"/>
                </a:cubicBezTo>
                <a:cubicBezTo>
                  <a:pt x="670" y="947"/>
                  <a:pt x="670" y="947"/>
                  <a:pt x="670" y="948"/>
                </a:cubicBezTo>
                <a:cubicBezTo>
                  <a:pt x="671" y="948"/>
                  <a:pt x="672" y="948"/>
                  <a:pt x="673" y="948"/>
                </a:cubicBezTo>
                <a:cubicBezTo>
                  <a:pt x="673" y="948"/>
                  <a:pt x="674" y="948"/>
                  <a:pt x="674" y="948"/>
                </a:cubicBezTo>
                <a:cubicBezTo>
                  <a:pt x="674" y="949"/>
                  <a:pt x="674" y="949"/>
                  <a:pt x="674" y="949"/>
                </a:cubicBezTo>
                <a:cubicBezTo>
                  <a:pt x="674" y="950"/>
                  <a:pt x="674" y="950"/>
                  <a:pt x="674" y="951"/>
                </a:cubicBezTo>
                <a:cubicBezTo>
                  <a:pt x="675" y="951"/>
                  <a:pt x="675" y="951"/>
                  <a:pt x="675" y="951"/>
                </a:cubicBezTo>
                <a:cubicBezTo>
                  <a:pt x="675" y="951"/>
                  <a:pt x="675" y="951"/>
                  <a:pt x="675" y="951"/>
                </a:cubicBezTo>
                <a:cubicBezTo>
                  <a:pt x="676" y="951"/>
                  <a:pt x="677" y="951"/>
                  <a:pt x="678" y="950"/>
                </a:cubicBezTo>
                <a:cubicBezTo>
                  <a:pt x="679" y="950"/>
                  <a:pt x="679" y="949"/>
                  <a:pt x="680" y="949"/>
                </a:cubicBezTo>
                <a:cubicBezTo>
                  <a:pt x="680" y="949"/>
                  <a:pt x="680" y="949"/>
                  <a:pt x="680" y="949"/>
                </a:cubicBezTo>
                <a:cubicBezTo>
                  <a:pt x="680" y="949"/>
                  <a:pt x="680" y="949"/>
                  <a:pt x="680" y="950"/>
                </a:cubicBezTo>
                <a:cubicBezTo>
                  <a:pt x="680" y="950"/>
                  <a:pt x="680" y="950"/>
                  <a:pt x="680" y="950"/>
                </a:cubicBezTo>
                <a:cubicBezTo>
                  <a:pt x="680" y="950"/>
                  <a:pt x="681" y="950"/>
                  <a:pt x="681" y="950"/>
                </a:cubicBezTo>
                <a:cubicBezTo>
                  <a:pt x="682" y="950"/>
                  <a:pt x="682" y="950"/>
                  <a:pt x="682" y="950"/>
                </a:cubicBezTo>
                <a:cubicBezTo>
                  <a:pt x="682" y="950"/>
                  <a:pt x="683" y="950"/>
                  <a:pt x="683" y="950"/>
                </a:cubicBezTo>
                <a:cubicBezTo>
                  <a:pt x="683" y="950"/>
                  <a:pt x="683" y="950"/>
                  <a:pt x="683" y="950"/>
                </a:cubicBezTo>
                <a:cubicBezTo>
                  <a:pt x="683" y="950"/>
                  <a:pt x="683" y="950"/>
                  <a:pt x="683" y="950"/>
                </a:cubicBezTo>
                <a:cubicBezTo>
                  <a:pt x="683" y="950"/>
                  <a:pt x="684" y="950"/>
                  <a:pt x="684" y="950"/>
                </a:cubicBezTo>
                <a:cubicBezTo>
                  <a:pt x="684" y="950"/>
                  <a:pt x="684" y="950"/>
                  <a:pt x="684" y="950"/>
                </a:cubicBezTo>
                <a:cubicBezTo>
                  <a:pt x="684" y="949"/>
                  <a:pt x="684" y="949"/>
                  <a:pt x="683" y="949"/>
                </a:cubicBezTo>
                <a:cubicBezTo>
                  <a:pt x="684" y="949"/>
                  <a:pt x="684" y="949"/>
                  <a:pt x="684" y="949"/>
                </a:cubicBezTo>
                <a:cubicBezTo>
                  <a:pt x="684" y="949"/>
                  <a:pt x="684" y="949"/>
                  <a:pt x="684" y="949"/>
                </a:cubicBezTo>
                <a:cubicBezTo>
                  <a:pt x="684" y="949"/>
                  <a:pt x="684" y="949"/>
                  <a:pt x="684" y="949"/>
                </a:cubicBezTo>
                <a:cubicBezTo>
                  <a:pt x="684" y="950"/>
                  <a:pt x="684" y="951"/>
                  <a:pt x="683" y="951"/>
                </a:cubicBezTo>
                <a:cubicBezTo>
                  <a:pt x="683" y="951"/>
                  <a:pt x="682" y="951"/>
                  <a:pt x="682" y="952"/>
                </a:cubicBezTo>
                <a:cubicBezTo>
                  <a:pt x="681" y="952"/>
                  <a:pt x="681" y="953"/>
                  <a:pt x="681" y="954"/>
                </a:cubicBezTo>
                <a:cubicBezTo>
                  <a:pt x="681" y="955"/>
                  <a:pt x="681" y="956"/>
                  <a:pt x="680" y="957"/>
                </a:cubicBezTo>
                <a:cubicBezTo>
                  <a:pt x="680" y="957"/>
                  <a:pt x="679" y="958"/>
                  <a:pt x="678" y="959"/>
                </a:cubicBezTo>
                <a:cubicBezTo>
                  <a:pt x="678" y="959"/>
                  <a:pt x="678" y="959"/>
                  <a:pt x="677" y="959"/>
                </a:cubicBezTo>
                <a:cubicBezTo>
                  <a:pt x="678" y="959"/>
                  <a:pt x="678" y="959"/>
                  <a:pt x="678" y="959"/>
                </a:cubicBezTo>
                <a:cubicBezTo>
                  <a:pt x="679" y="959"/>
                  <a:pt x="679" y="959"/>
                  <a:pt x="679" y="959"/>
                </a:cubicBezTo>
                <a:cubicBezTo>
                  <a:pt x="679" y="959"/>
                  <a:pt x="679" y="959"/>
                  <a:pt x="679" y="959"/>
                </a:cubicBezTo>
                <a:cubicBezTo>
                  <a:pt x="679" y="959"/>
                  <a:pt x="679" y="959"/>
                  <a:pt x="680" y="959"/>
                </a:cubicBezTo>
                <a:cubicBezTo>
                  <a:pt x="680" y="959"/>
                  <a:pt x="681" y="959"/>
                  <a:pt x="682" y="959"/>
                </a:cubicBezTo>
                <a:cubicBezTo>
                  <a:pt x="682" y="959"/>
                  <a:pt x="682" y="959"/>
                  <a:pt x="682" y="959"/>
                </a:cubicBezTo>
                <a:cubicBezTo>
                  <a:pt x="682" y="960"/>
                  <a:pt x="682" y="960"/>
                  <a:pt x="682" y="960"/>
                </a:cubicBezTo>
                <a:cubicBezTo>
                  <a:pt x="682" y="960"/>
                  <a:pt x="682" y="960"/>
                  <a:pt x="682" y="960"/>
                </a:cubicBezTo>
                <a:cubicBezTo>
                  <a:pt x="682" y="960"/>
                  <a:pt x="682" y="961"/>
                  <a:pt x="682" y="961"/>
                </a:cubicBezTo>
                <a:cubicBezTo>
                  <a:pt x="682" y="961"/>
                  <a:pt x="682" y="961"/>
                  <a:pt x="682" y="962"/>
                </a:cubicBezTo>
                <a:cubicBezTo>
                  <a:pt x="681" y="962"/>
                  <a:pt x="681" y="962"/>
                  <a:pt x="681" y="963"/>
                </a:cubicBezTo>
                <a:cubicBezTo>
                  <a:pt x="681" y="963"/>
                  <a:pt x="681" y="963"/>
                  <a:pt x="681" y="963"/>
                </a:cubicBezTo>
                <a:cubicBezTo>
                  <a:pt x="682" y="963"/>
                  <a:pt x="682" y="964"/>
                  <a:pt x="682" y="964"/>
                </a:cubicBezTo>
                <a:cubicBezTo>
                  <a:pt x="682" y="964"/>
                  <a:pt x="682" y="964"/>
                  <a:pt x="682" y="964"/>
                </a:cubicBezTo>
                <a:cubicBezTo>
                  <a:pt x="682" y="964"/>
                  <a:pt x="683" y="964"/>
                  <a:pt x="683" y="964"/>
                </a:cubicBezTo>
                <a:cubicBezTo>
                  <a:pt x="683" y="964"/>
                  <a:pt x="683" y="965"/>
                  <a:pt x="683" y="965"/>
                </a:cubicBezTo>
                <a:cubicBezTo>
                  <a:pt x="683" y="965"/>
                  <a:pt x="683" y="966"/>
                  <a:pt x="683" y="967"/>
                </a:cubicBezTo>
                <a:cubicBezTo>
                  <a:pt x="684" y="967"/>
                  <a:pt x="684" y="967"/>
                  <a:pt x="684" y="968"/>
                </a:cubicBezTo>
                <a:cubicBezTo>
                  <a:pt x="684" y="968"/>
                  <a:pt x="684" y="968"/>
                  <a:pt x="684" y="969"/>
                </a:cubicBezTo>
                <a:cubicBezTo>
                  <a:pt x="684" y="969"/>
                  <a:pt x="685" y="969"/>
                  <a:pt x="685" y="969"/>
                </a:cubicBezTo>
                <a:cubicBezTo>
                  <a:pt x="685" y="969"/>
                  <a:pt x="685" y="969"/>
                  <a:pt x="685" y="970"/>
                </a:cubicBezTo>
                <a:cubicBezTo>
                  <a:pt x="685" y="970"/>
                  <a:pt x="685" y="970"/>
                  <a:pt x="685" y="970"/>
                </a:cubicBezTo>
                <a:cubicBezTo>
                  <a:pt x="686" y="970"/>
                  <a:pt x="687" y="970"/>
                  <a:pt x="688" y="970"/>
                </a:cubicBezTo>
                <a:cubicBezTo>
                  <a:pt x="689" y="971"/>
                  <a:pt x="689" y="971"/>
                  <a:pt x="690" y="971"/>
                </a:cubicBezTo>
                <a:cubicBezTo>
                  <a:pt x="690" y="971"/>
                  <a:pt x="691" y="971"/>
                  <a:pt x="691" y="972"/>
                </a:cubicBezTo>
                <a:cubicBezTo>
                  <a:pt x="691" y="972"/>
                  <a:pt x="691" y="972"/>
                  <a:pt x="691" y="972"/>
                </a:cubicBezTo>
                <a:cubicBezTo>
                  <a:pt x="691" y="972"/>
                  <a:pt x="691" y="972"/>
                  <a:pt x="691" y="972"/>
                </a:cubicBezTo>
                <a:cubicBezTo>
                  <a:pt x="691" y="972"/>
                  <a:pt x="690" y="973"/>
                  <a:pt x="690" y="973"/>
                </a:cubicBezTo>
                <a:cubicBezTo>
                  <a:pt x="690" y="973"/>
                  <a:pt x="689" y="973"/>
                  <a:pt x="689" y="973"/>
                </a:cubicBezTo>
                <a:cubicBezTo>
                  <a:pt x="689" y="973"/>
                  <a:pt x="689" y="973"/>
                  <a:pt x="689" y="973"/>
                </a:cubicBezTo>
                <a:cubicBezTo>
                  <a:pt x="689" y="973"/>
                  <a:pt x="690" y="973"/>
                  <a:pt x="690" y="974"/>
                </a:cubicBezTo>
                <a:cubicBezTo>
                  <a:pt x="690" y="974"/>
                  <a:pt x="690" y="974"/>
                  <a:pt x="691" y="974"/>
                </a:cubicBezTo>
                <a:cubicBezTo>
                  <a:pt x="691" y="974"/>
                  <a:pt x="691" y="975"/>
                  <a:pt x="692" y="975"/>
                </a:cubicBezTo>
                <a:cubicBezTo>
                  <a:pt x="692" y="975"/>
                  <a:pt x="692" y="975"/>
                  <a:pt x="693" y="975"/>
                </a:cubicBezTo>
                <a:cubicBezTo>
                  <a:pt x="694" y="975"/>
                  <a:pt x="695" y="976"/>
                  <a:pt x="696" y="976"/>
                </a:cubicBezTo>
                <a:cubicBezTo>
                  <a:pt x="696" y="976"/>
                  <a:pt x="696" y="976"/>
                  <a:pt x="696" y="976"/>
                </a:cubicBezTo>
                <a:cubicBezTo>
                  <a:pt x="696" y="976"/>
                  <a:pt x="696" y="976"/>
                  <a:pt x="696" y="976"/>
                </a:cubicBezTo>
                <a:cubicBezTo>
                  <a:pt x="696" y="976"/>
                  <a:pt x="696" y="976"/>
                  <a:pt x="696" y="976"/>
                </a:cubicBezTo>
                <a:cubicBezTo>
                  <a:pt x="695" y="976"/>
                  <a:pt x="695" y="977"/>
                  <a:pt x="695" y="977"/>
                </a:cubicBezTo>
                <a:cubicBezTo>
                  <a:pt x="696" y="977"/>
                  <a:pt x="696" y="977"/>
                  <a:pt x="697" y="977"/>
                </a:cubicBezTo>
                <a:cubicBezTo>
                  <a:pt x="697" y="976"/>
                  <a:pt x="698" y="976"/>
                  <a:pt x="698" y="976"/>
                </a:cubicBezTo>
                <a:cubicBezTo>
                  <a:pt x="698" y="976"/>
                  <a:pt x="699" y="976"/>
                  <a:pt x="699" y="976"/>
                </a:cubicBezTo>
                <a:cubicBezTo>
                  <a:pt x="699" y="976"/>
                  <a:pt x="699" y="976"/>
                  <a:pt x="699" y="976"/>
                </a:cubicBezTo>
                <a:cubicBezTo>
                  <a:pt x="700" y="976"/>
                  <a:pt x="700" y="976"/>
                  <a:pt x="700" y="976"/>
                </a:cubicBezTo>
                <a:cubicBezTo>
                  <a:pt x="700" y="977"/>
                  <a:pt x="700" y="977"/>
                  <a:pt x="701" y="977"/>
                </a:cubicBezTo>
                <a:cubicBezTo>
                  <a:pt x="701" y="977"/>
                  <a:pt x="702" y="977"/>
                  <a:pt x="702" y="977"/>
                </a:cubicBezTo>
                <a:cubicBezTo>
                  <a:pt x="702" y="978"/>
                  <a:pt x="703" y="978"/>
                  <a:pt x="703" y="978"/>
                </a:cubicBezTo>
                <a:cubicBezTo>
                  <a:pt x="703" y="978"/>
                  <a:pt x="704" y="978"/>
                  <a:pt x="704" y="977"/>
                </a:cubicBezTo>
                <a:cubicBezTo>
                  <a:pt x="705" y="977"/>
                  <a:pt x="707" y="976"/>
                  <a:pt x="708" y="975"/>
                </a:cubicBezTo>
                <a:cubicBezTo>
                  <a:pt x="708" y="975"/>
                  <a:pt x="708" y="976"/>
                  <a:pt x="708" y="976"/>
                </a:cubicBezTo>
                <a:cubicBezTo>
                  <a:pt x="708" y="977"/>
                  <a:pt x="708" y="977"/>
                  <a:pt x="708" y="977"/>
                </a:cubicBezTo>
                <a:cubicBezTo>
                  <a:pt x="708" y="977"/>
                  <a:pt x="708" y="977"/>
                  <a:pt x="708" y="977"/>
                </a:cubicBezTo>
                <a:cubicBezTo>
                  <a:pt x="709" y="977"/>
                  <a:pt x="709" y="978"/>
                  <a:pt x="709" y="978"/>
                </a:cubicBezTo>
                <a:cubicBezTo>
                  <a:pt x="710" y="978"/>
                  <a:pt x="710" y="978"/>
                  <a:pt x="710" y="978"/>
                </a:cubicBezTo>
                <a:cubicBezTo>
                  <a:pt x="711" y="978"/>
                  <a:pt x="711" y="977"/>
                  <a:pt x="711" y="977"/>
                </a:cubicBezTo>
                <a:cubicBezTo>
                  <a:pt x="711" y="977"/>
                  <a:pt x="712" y="977"/>
                  <a:pt x="712" y="977"/>
                </a:cubicBezTo>
                <a:cubicBezTo>
                  <a:pt x="712" y="977"/>
                  <a:pt x="712" y="976"/>
                  <a:pt x="712" y="976"/>
                </a:cubicBezTo>
                <a:cubicBezTo>
                  <a:pt x="712" y="975"/>
                  <a:pt x="712" y="974"/>
                  <a:pt x="712" y="973"/>
                </a:cubicBezTo>
                <a:cubicBezTo>
                  <a:pt x="712" y="973"/>
                  <a:pt x="712" y="973"/>
                  <a:pt x="712" y="973"/>
                </a:cubicBezTo>
                <a:cubicBezTo>
                  <a:pt x="712" y="973"/>
                  <a:pt x="712" y="972"/>
                  <a:pt x="712" y="972"/>
                </a:cubicBezTo>
                <a:cubicBezTo>
                  <a:pt x="713" y="972"/>
                  <a:pt x="713" y="971"/>
                  <a:pt x="713" y="971"/>
                </a:cubicBezTo>
                <a:cubicBezTo>
                  <a:pt x="713" y="971"/>
                  <a:pt x="713" y="970"/>
                  <a:pt x="714" y="970"/>
                </a:cubicBezTo>
                <a:cubicBezTo>
                  <a:pt x="714" y="969"/>
                  <a:pt x="715" y="968"/>
                  <a:pt x="716" y="967"/>
                </a:cubicBezTo>
                <a:cubicBezTo>
                  <a:pt x="716" y="966"/>
                  <a:pt x="716" y="965"/>
                  <a:pt x="717" y="965"/>
                </a:cubicBezTo>
                <a:cubicBezTo>
                  <a:pt x="717" y="964"/>
                  <a:pt x="717" y="963"/>
                  <a:pt x="718" y="963"/>
                </a:cubicBezTo>
                <a:cubicBezTo>
                  <a:pt x="718" y="962"/>
                  <a:pt x="719" y="962"/>
                  <a:pt x="719" y="961"/>
                </a:cubicBezTo>
                <a:cubicBezTo>
                  <a:pt x="719" y="961"/>
                  <a:pt x="720" y="960"/>
                  <a:pt x="720" y="960"/>
                </a:cubicBezTo>
                <a:cubicBezTo>
                  <a:pt x="720" y="960"/>
                  <a:pt x="721" y="960"/>
                  <a:pt x="721" y="960"/>
                </a:cubicBezTo>
                <a:cubicBezTo>
                  <a:pt x="721" y="960"/>
                  <a:pt x="721" y="960"/>
                  <a:pt x="721" y="960"/>
                </a:cubicBezTo>
                <a:cubicBezTo>
                  <a:pt x="721" y="960"/>
                  <a:pt x="722" y="960"/>
                  <a:pt x="722" y="960"/>
                </a:cubicBezTo>
                <a:cubicBezTo>
                  <a:pt x="722" y="961"/>
                  <a:pt x="722" y="961"/>
                  <a:pt x="722" y="961"/>
                </a:cubicBezTo>
                <a:cubicBezTo>
                  <a:pt x="721" y="961"/>
                  <a:pt x="721" y="961"/>
                  <a:pt x="721" y="961"/>
                </a:cubicBezTo>
                <a:cubicBezTo>
                  <a:pt x="721" y="962"/>
                  <a:pt x="722" y="962"/>
                  <a:pt x="722" y="962"/>
                </a:cubicBezTo>
                <a:cubicBezTo>
                  <a:pt x="722" y="962"/>
                  <a:pt x="723" y="963"/>
                  <a:pt x="722" y="963"/>
                </a:cubicBezTo>
                <a:cubicBezTo>
                  <a:pt x="722" y="964"/>
                  <a:pt x="722" y="964"/>
                  <a:pt x="721" y="965"/>
                </a:cubicBezTo>
                <a:cubicBezTo>
                  <a:pt x="722" y="965"/>
                  <a:pt x="722" y="965"/>
                  <a:pt x="722" y="966"/>
                </a:cubicBezTo>
                <a:cubicBezTo>
                  <a:pt x="722" y="966"/>
                  <a:pt x="722" y="966"/>
                  <a:pt x="722" y="967"/>
                </a:cubicBezTo>
                <a:cubicBezTo>
                  <a:pt x="722" y="967"/>
                  <a:pt x="721" y="967"/>
                  <a:pt x="721" y="967"/>
                </a:cubicBezTo>
                <a:cubicBezTo>
                  <a:pt x="721" y="968"/>
                  <a:pt x="721" y="968"/>
                  <a:pt x="721" y="968"/>
                </a:cubicBezTo>
                <a:cubicBezTo>
                  <a:pt x="721" y="969"/>
                  <a:pt x="720" y="969"/>
                  <a:pt x="720" y="969"/>
                </a:cubicBezTo>
                <a:cubicBezTo>
                  <a:pt x="720" y="969"/>
                  <a:pt x="720" y="970"/>
                  <a:pt x="720" y="970"/>
                </a:cubicBezTo>
                <a:cubicBezTo>
                  <a:pt x="721" y="970"/>
                  <a:pt x="721" y="970"/>
                  <a:pt x="721" y="970"/>
                </a:cubicBezTo>
                <a:cubicBezTo>
                  <a:pt x="721" y="969"/>
                  <a:pt x="721" y="969"/>
                  <a:pt x="721" y="969"/>
                </a:cubicBezTo>
                <a:cubicBezTo>
                  <a:pt x="721" y="969"/>
                  <a:pt x="722" y="969"/>
                  <a:pt x="722" y="969"/>
                </a:cubicBezTo>
                <a:cubicBezTo>
                  <a:pt x="722" y="969"/>
                  <a:pt x="722" y="969"/>
                  <a:pt x="722" y="969"/>
                </a:cubicBezTo>
                <a:cubicBezTo>
                  <a:pt x="723" y="969"/>
                  <a:pt x="723" y="969"/>
                  <a:pt x="723" y="969"/>
                </a:cubicBezTo>
                <a:cubicBezTo>
                  <a:pt x="723" y="969"/>
                  <a:pt x="723" y="969"/>
                  <a:pt x="723" y="969"/>
                </a:cubicBezTo>
                <a:cubicBezTo>
                  <a:pt x="723" y="969"/>
                  <a:pt x="723" y="970"/>
                  <a:pt x="723" y="970"/>
                </a:cubicBezTo>
                <a:cubicBezTo>
                  <a:pt x="723" y="970"/>
                  <a:pt x="723" y="970"/>
                  <a:pt x="723" y="970"/>
                </a:cubicBezTo>
                <a:cubicBezTo>
                  <a:pt x="723" y="970"/>
                  <a:pt x="724" y="971"/>
                  <a:pt x="724" y="971"/>
                </a:cubicBezTo>
                <a:cubicBezTo>
                  <a:pt x="724" y="970"/>
                  <a:pt x="724" y="970"/>
                  <a:pt x="724" y="970"/>
                </a:cubicBezTo>
                <a:cubicBezTo>
                  <a:pt x="725" y="970"/>
                  <a:pt x="725" y="970"/>
                  <a:pt x="725" y="970"/>
                </a:cubicBezTo>
                <a:cubicBezTo>
                  <a:pt x="726" y="970"/>
                  <a:pt x="726" y="970"/>
                  <a:pt x="726" y="971"/>
                </a:cubicBezTo>
                <a:cubicBezTo>
                  <a:pt x="726" y="971"/>
                  <a:pt x="726" y="971"/>
                  <a:pt x="727" y="972"/>
                </a:cubicBezTo>
                <a:cubicBezTo>
                  <a:pt x="727" y="972"/>
                  <a:pt x="727" y="972"/>
                  <a:pt x="727" y="972"/>
                </a:cubicBezTo>
                <a:cubicBezTo>
                  <a:pt x="727" y="972"/>
                  <a:pt x="727" y="972"/>
                  <a:pt x="727" y="972"/>
                </a:cubicBezTo>
                <a:cubicBezTo>
                  <a:pt x="726" y="973"/>
                  <a:pt x="726" y="973"/>
                  <a:pt x="726" y="973"/>
                </a:cubicBezTo>
                <a:cubicBezTo>
                  <a:pt x="726" y="973"/>
                  <a:pt x="726" y="973"/>
                  <a:pt x="726" y="973"/>
                </a:cubicBezTo>
                <a:cubicBezTo>
                  <a:pt x="727" y="973"/>
                  <a:pt x="727" y="973"/>
                  <a:pt x="727" y="973"/>
                </a:cubicBezTo>
                <a:cubicBezTo>
                  <a:pt x="727" y="973"/>
                  <a:pt x="727" y="973"/>
                  <a:pt x="727" y="973"/>
                </a:cubicBezTo>
                <a:cubicBezTo>
                  <a:pt x="727" y="974"/>
                  <a:pt x="727" y="974"/>
                  <a:pt x="726" y="974"/>
                </a:cubicBezTo>
                <a:cubicBezTo>
                  <a:pt x="726" y="975"/>
                  <a:pt x="726" y="975"/>
                  <a:pt x="725" y="975"/>
                </a:cubicBezTo>
                <a:cubicBezTo>
                  <a:pt x="725" y="975"/>
                  <a:pt x="725" y="975"/>
                  <a:pt x="725" y="975"/>
                </a:cubicBezTo>
                <a:cubicBezTo>
                  <a:pt x="724" y="975"/>
                  <a:pt x="724" y="975"/>
                  <a:pt x="724" y="975"/>
                </a:cubicBezTo>
                <a:cubicBezTo>
                  <a:pt x="724" y="975"/>
                  <a:pt x="724" y="976"/>
                  <a:pt x="724" y="976"/>
                </a:cubicBezTo>
                <a:cubicBezTo>
                  <a:pt x="724" y="976"/>
                  <a:pt x="723" y="977"/>
                  <a:pt x="723" y="977"/>
                </a:cubicBezTo>
                <a:cubicBezTo>
                  <a:pt x="722" y="977"/>
                  <a:pt x="721" y="978"/>
                  <a:pt x="720" y="978"/>
                </a:cubicBezTo>
                <a:cubicBezTo>
                  <a:pt x="720" y="978"/>
                  <a:pt x="720" y="978"/>
                  <a:pt x="720" y="978"/>
                </a:cubicBezTo>
                <a:cubicBezTo>
                  <a:pt x="720" y="978"/>
                  <a:pt x="720" y="979"/>
                  <a:pt x="719" y="979"/>
                </a:cubicBezTo>
                <a:cubicBezTo>
                  <a:pt x="719" y="979"/>
                  <a:pt x="719" y="979"/>
                  <a:pt x="719" y="979"/>
                </a:cubicBezTo>
                <a:cubicBezTo>
                  <a:pt x="719" y="979"/>
                  <a:pt x="719" y="979"/>
                  <a:pt x="718" y="978"/>
                </a:cubicBezTo>
                <a:cubicBezTo>
                  <a:pt x="718" y="978"/>
                  <a:pt x="718" y="978"/>
                  <a:pt x="718" y="978"/>
                </a:cubicBezTo>
                <a:cubicBezTo>
                  <a:pt x="718" y="978"/>
                  <a:pt x="718" y="978"/>
                  <a:pt x="718" y="978"/>
                </a:cubicBezTo>
                <a:cubicBezTo>
                  <a:pt x="717" y="978"/>
                  <a:pt x="717" y="978"/>
                  <a:pt x="717" y="978"/>
                </a:cubicBezTo>
                <a:cubicBezTo>
                  <a:pt x="716" y="978"/>
                  <a:pt x="716" y="978"/>
                  <a:pt x="715" y="978"/>
                </a:cubicBezTo>
                <a:cubicBezTo>
                  <a:pt x="715" y="978"/>
                  <a:pt x="715" y="978"/>
                  <a:pt x="715" y="978"/>
                </a:cubicBezTo>
                <a:cubicBezTo>
                  <a:pt x="715" y="978"/>
                  <a:pt x="715" y="979"/>
                  <a:pt x="715" y="979"/>
                </a:cubicBezTo>
                <a:cubicBezTo>
                  <a:pt x="714" y="979"/>
                  <a:pt x="714" y="978"/>
                  <a:pt x="714" y="978"/>
                </a:cubicBezTo>
                <a:cubicBezTo>
                  <a:pt x="714" y="979"/>
                  <a:pt x="713" y="979"/>
                  <a:pt x="714" y="979"/>
                </a:cubicBezTo>
                <a:cubicBezTo>
                  <a:pt x="714" y="979"/>
                  <a:pt x="714" y="979"/>
                  <a:pt x="714" y="980"/>
                </a:cubicBezTo>
                <a:cubicBezTo>
                  <a:pt x="714" y="980"/>
                  <a:pt x="714" y="980"/>
                  <a:pt x="714" y="980"/>
                </a:cubicBezTo>
                <a:cubicBezTo>
                  <a:pt x="714" y="981"/>
                  <a:pt x="713" y="981"/>
                  <a:pt x="712" y="981"/>
                </a:cubicBezTo>
                <a:cubicBezTo>
                  <a:pt x="712" y="981"/>
                  <a:pt x="712" y="981"/>
                  <a:pt x="712" y="981"/>
                </a:cubicBezTo>
                <a:cubicBezTo>
                  <a:pt x="712" y="981"/>
                  <a:pt x="712" y="981"/>
                  <a:pt x="712" y="981"/>
                </a:cubicBezTo>
                <a:cubicBezTo>
                  <a:pt x="713" y="982"/>
                  <a:pt x="714" y="981"/>
                  <a:pt x="715" y="981"/>
                </a:cubicBezTo>
                <a:cubicBezTo>
                  <a:pt x="716" y="981"/>
                  <a:pt x="716" y="982"/>
                  <a:pt x="716" y="982"/>
                </a:cubicBezTo>
                <a:cubicBezTo>
                  <a:pt x="716" y="982"/>
                  <a:pt x="717" y="982"/>
                  <a:pt x="717" y="982"/>
                </a:cubicBezTo>
                <a:cubicBezTo>
                  <a:pt x="717" y="982"/>
                  <a:pt x="716" y="982"/>
                  <a:pt x="716" y="983"/>
                </a:cubicBezTo>
                <a:cubicBezTo>
                  <a:pt x="716" y="983"/>
                  <a:pt x="716" y="983"/>
                  <a:pt x="716" y="983"/>
                </a:cubicBezTo>
                <a:cubicBezTo>
                  <a:pt x="716" y="983"/>
                  <a:pt x="716" y="983"/>
                  <a:pt x="716" y="983"/>
                </a:cubicBezTo>
                <a:cubicBezTo>
                  <a:pt x="716" y="983"/>
                  <a:pt x="716" y="983"/>
                  <a:pt x="715" y="983"/>
                </a:cubicBezTo>
                <a:cubicBezTo>
                  <a:pt x="715" y="983"/>
                  <a:pt x="715" y="983"/>
                  <a:pt x="715" y="983"/>
                </a:cubicBezTo>
                <a:cubicBezTo>
                  <a:pt x="715" y="983"/>
                  <a:pt x="714" y="983"/>
                  <a:pt x="714" y="983"/>
                </a:cubicBezTo>
                <a:cubicBezTo>
                  <a:pt x="713" y="983"/>
                  <a:pt x="713" y="983"/>
                  <a:pt x="713" y="983"/>
                </a:cubicBezTo>
                <a:cubicBezTo>
                  <a:pt x="713" y="983"/>
                  <a:pt x="713" y="984"/>
                  <a:pt x="713" y="984"/>
                </a:cubicBezTo>
                <a:cubicBezTo>
                  <a:pt x="713" y="984"/>
                  <a:pt x="713" y="984"/>
                  <a:pt x="713" y="984"/>
                </a:cubicBezTo>
                <a:cubicBezTo>
                  <a:pt x="712" y="984"/>
                  <a:pt x="711" y="984"/>
                  <a:pt x="710" y="984"/>
                </a:cubicBezTo>
                <a:cubicBezTo>
                  <a:pt x="710" y="984"/>
                  <a:pt x="710" y="984"/>
                  <a:pt x="710" y="984"/>
                </a:cubicBezTo>
                <a:cubicBezTo>
                  <a:pt x="710" y="984"/>
                  <a:pt x="710" y="985"/>
                  <a:pt x="710" y="985"/>
                </a:cubicBezTo>
                <a:cubicBezTo>
                  <a:pt x="710" y="985"/>
                  <a:pt x="710" y="985"/>
                  <a:pt x="710" y="985"/>
                </a:cubicBezTo>
                <a:cubicBezTo>
                  <a:pt x="709" y="985"/>
                  <a:pt x="709" y="985"/>
                  <a:pt x="708" y="985"/>
                </a:cubicBezTo>
                <a:cubicBezTo>
                  <a:pt x="708" y="986"/>
                  <a:pt x="708" y="986"/>
                  <a:pt x="708" y="986"/>
                </a:cubicBezTo>
                <a:cubicBezTo>
                  <a:pt x="708" y="986"/>
                  <a:pt x="708" y="986"/>
                  <a:pt x="708" y="986"/>
                </a:cubicBezTo>
                <a:cubicBezTo>
                  <a:pt x="707" y="986"/>
                  <a:pt x="707" y="986"/>
                  <a:pt x="707" y="986"/>
                </a:cubicBezTo>
                <a:cubicBezTo>
                  <a:pt x="706" y="986"/>
                  <a:pt x="706" y="986"/>
                  <a:pt x="705" y="987"/>
                </a:cubicBezTo>
                <a:cubicBezTo>
                  <a:pt x="704" y="987"/>
                  <a:pt x="703" y="988"/>
                  <a:pt x="702" y="988"/>
                </a:cubicBezTo>
                <a:cubicBezTo>
                  <a:pt x="701" y="989"/>
                  <a:pt x="701" y="988"/>
                  <a:pt x="700" y="989"/>
                </a:cubicBezTo>
                <a:cubicBezTo>
                  <a:pt x="700" y="989"/>
                  <a:pt x="700" y="989"/>
                  <a:pt x="700" y="989"/>
                </a:cubicBezTo>
                <a:cubicBezTo>
                  <a:pt x="699" y="989"/>
                  <a:pt x="699" y="989"/>
                  <a:pt x="699" y="989"/>
                </a:cubicBezTo>
                <a:cubicBezTo>
                  <a:pt x="698" y="989"/>
                  <a:pt x="698" y="990"/>
                  <a:pt x="698" y="990"/>
                </a:cubicBezTo>
                <a:cubicBezTo>
                  <a:pt x="698" y="990"/>
                  <a:pt x="698" y="990"/>
                  <a:pt x="697" y="990"/>
                </a:cubicBezTo>
                <a:cubicBezTo>
                  <a:pt x="697" y="990"/>
                  <a:pt x="697" y="990"/>
                  <a:pt x="697" y="990"/>
                </a:cubicBezTo>
                <a:cubicBezTo>
                  <a:pt x="696" y="990"/>
                  <a:pt x="696" y="990"/>
                  <a:pt x="696" y="989"/>
                </a:cubicBezTo>
                <a:cubicBezTo>
                  <a:pt x="696" y="989"/>
                  <a:pt x="695" y="989"/>
                  <a:pt x="695" y="989"/>
                </a:cubicBezTo>
                <a:cubicBezTo>
                  <a:pt x="695" y="989"/>
                  <a:pt x="695" y="989"/>
                  <a:pt x="695" y="990"/>
                </a:cubicBezTo>
                <a:cubicBezTo>
                  <a:pt x="695" y="990"/>
                  <a:pt x="696" y="990"/>
                  <a:pt x="696" y="990"/>
                </a:cubicBezTo>
                <a:cubicBezTo>
                  <a:pt x="695" y="990"/>
                  <a:pt x="694" y="991"/>
                  <a:pt x="694" y="991"/>
                </a:cubicBezTo>
                <a:cubicBezTo>
                  <a:pt x="694" y="991"/>
                  <a:pt x="693" y="991"/>
                  <a:pt x="693" y="991"/>
                </a:cubicBezTo>
                <a:cubicBezTo>
                  <a:pt x="693" y="992"/>
                  <a:pt x="694" y="992"/>
                  <a:pt x="694" y="992"/>
                </a:cubicBezTo>
                <a:cubicBezTo>
                  <a:pt x="694" y="992"/>
                  <a:pt x="694" y="992"/>
                  <a:pt x="693" y="993"/>
                </a:cubicBezTo>
                <a:cubicBezTo>
                  <a:pt x="693" y="993"/>
                  <a:pt x="693" y="993"/>
                  <a:pt x="693" y="993"/>
                </a:cubicBezTo>
                <a:cubicBezTo>
                  <a:pt x="693" y="993"/>
                  <a:pt x="692" y="992"/>
                  <a:pt x="692" y="993"/>
                </a:cubicBezTo>
                <a:cubicBezTo>
                  <a:pt x="692" y="993"/>
                  <a:pt x="692" y="993"/>
                  <a:pt x="692" y="993"/>
                </a:cubicBezTo>
                <a:cubicBezTo>
                  <a:pt x="692" y="993"/>
                  <a:pt x="691" y="993"/>
                  <a:pt x="691" y="993"/>
                </a:cubicBezTo>
                <a:cubicBezTo>
                  <a:pt x="691" y="993"/>
                  <a:pt x="691" y="992"/>
                  <a:pt x="691" y="992"/>
                </a:cubicBezTo>
                <a:cubicBezTo>
                  <a:pt x="691" y="992"/>
                  <a:pt x="691" y="992"/>
                  <a:pt x="690" y="992"/>
                </a:cubicBezTo>
                <a:cubicBezTo>
                  <a:pt x="690" y="992"/>
                  <a:pt x="690" y="991"/>
                  <a:pt x="690" y="990"/>
                </a:cubicBezTo>
                <a:cubicBezTo>
                  <a:pt x="690" y="991"/>
                  <a:pt x="689" y="991"/>
                  <a:pt x="689" y="991"/>
                </a:cubicBezTo>
                <a:cubicBezTo>
                  <a:pt x="689" y="991"/>
                  <a:pt x="689" y="992"/>
                  <a:pt x="689" y="992"/>
                </a:cubicBezTo>
                <a:cubicBezTo>
                  <a:pt x="689" y="992"/>
                  <a:pt x="689" y="992"/>
                  <a:pt x="689" y="992"/>
                </a:cubicBezTo>
                <a:cubicBezTo>
                  <a:pt x="689" y="992"/>
                  <a:pt x="689" y="992"/>
                  <a:pt x="689" y="992"/>
                </a:cubicBezTo>
                <a:cubicBezTo>
                  <a:pt x="689" y="992"/>
                  <a:pt x="689" y="992"/>
                  <a:pt x="689" y="992"/>
                </a:cubicBezTo>
                <a:cubicBezTo>
                  <a:pt x="688" y="992"/>
                  <a:pt x="688" y="992"/>
                  <a:pt x="688" y="992"/>
                </a:cubicBezTo>
                <a:cubicBezTo>
                  <a:pt x="688" y="992"/>
                  <a:pt x="688" y="992"/>
                  <a:pt x="688" y="992"/>
                </a:cubicBezTo>
                <a:cubicBezTo>
                  <a:pt x="687" y="992"/>
                  <a:pt x="687" y="992"/>
                  <a:pt x="687" y="992"/>
                </a:cubicBezTo>
                <a:cubicBezTo>
                  <a:pt x="687" y="992"/>
                  <a:pt x="686" y="992"/>
                  <a:pt x="687" y="992"/>
                </a:cubicBezTo>
                <a:cubicBezTo>
                  <a:pt x="687" y="992"/>
                  <a:pt x="687" y="993"/>
                  <a:pt x="687" y="993"/>
                </a:cubicBezTo>
                <a:cubicBezTo>
                  <a:pt x="687" y="993"/>
                  <a:pt x="687" y="993"/>
                  <a:pt x="686" y="993"/>
                </a:cubicBezTo>
                <a:cubicBezTo>
                  <a:pt x="686" y="993"/>
                  <a:pt x="686" y="993"/>
                  <a:pt x="686" y="993"/>
                </a:cubicBezTo>
                <a:cubicBezTo>
                  <a:pt x="686" y="993"/>
                  <a:pt x="686" y="993"/>
                  <a:pt x="686" y="993"/>
                </a:cubicBezTo>
                <a:cubicBezTo>
                  <a:pt x="687" y="993"/>
                  <a:pt x="687" y="993"/>
                  <a:pt x="687" y="994"/>
                </a:cubicBezTo>
                <a:cubicBezTo>
                  <a:pt x="687" y="994"/>
                  <a:pt x="687" y="994"/>
                  <a:pt x="687" y="994"/>
                </a:cubicBezTo>
                <a:cubicBezTo>
                  <a:pt x="687" y="994"/>
                  <a:pt x="687" y="994"/>
                  <a:pt x="687" y="994"/>
                </a:cubicBezTo>
                <a:cubicBezTo>
                  <a:pt x="686" y="995"/>
                  <a:pt x="686" y="996"/>
                  <a:pt x="685" y="996"/>
                </a:cubicBezTo>
                <a:cubicBezTo>
                  <a:pt x="685" y="997"/>
                  <a:pt x="685" y="997"/>
                  <a:pt x="685" y="997"/>
                </a:cubicBezTo>
                <a:cubicBezTo>
                  <a:pt x="685" y="997"/>
                  <a:pt x="685" y="998"/>
                  <a:pt x="684" y="998"/>
                </a:cubicBezTo>
                <a:cubicBezTo>
                  <a:pt x="684" y="998"/>
                  <a:pt x="684" y="998"/>
                  <a:pt x="684" y="998"/>
                </a:cubicBezTo>
                <a:cubicBezTo>
                  <a:pt x="684" y="998"/>
                  <a:pt x="683" y="999"/>
                  <a:pt x="683" y="999"/>
                </a:cubicBezTo>
                <a:cubicBezTo>
                  <a:pt x="683" y="999"/>
                  <a:pt x="683" y="999"/>
                  <a:pt x="683" y="999"/>
                </a:cubicBezTo>
                <a:cubicBezTo>
                  <a:pt x="683" y="999"/>
                  <a:pt x="682" y="999"/>
                  <a:pt x="682" y="1000"/>
                </a:cubicBezTo>
                <a:cubicBezTo>
                  <a:pt x="682" y="1000"/>
                  <a:pt x="682" y="1001"/>
                  <a:pt x="682" y="1001"/>
                </a:cubicBezTo>
                <a:cubicBezTo>
                  <a:pt x="682" y="1001"/>
                  <a:pt x="682" y="1001"/>
                  <a:pt x="682" y="1001"/>
                </a:cubicBezTo>
                <a:cubicBezTo>
                  <a:pt x="682" y="1001"/>
                  <a:pt x="681" y="1001"/>
                  <a:pt x="681" y="1001"/>
                </a:cubicBezTo>
                <a:cubicBezTo>
                  <a:pt x="681" y="1001"/>
                  <a:pt x="681" y="1001"/>
                  <a:pt x="680" y="1001"/>
                </a:cubicBezTo>
                <a:cubicBezTo>
                  <a:pt x="680" y="1002"/>
                  <a:pt x="680" y="1002"/>
                  <a:pt x="680" y="1002"/>
                </a:cubicBezTo>
                <a:cubicBezTo>
                  <a:pt x="680" y="1002"/>
                  <a:pt x="680" y="1002"/>
                  <a:pt x="680" y="1002"/>
                </a:cubicBezTo>
                <a:cubicBezTo>
                  <a:pt x="680" y="1002"/>
                  <a:pt x="679" y="1002"/>
                  <a:pt x="679" y="1002"/>
                </a:cubicBezTo>
                <a:cubicBezTo>
                  <a:pt x="679" y="1002"/>
                  <a:pt x="679" y="1002"/>
                  <a:pt x="679" y="1002"/>
                </a:cubicBezTo>
                <a:cubicBezTo>
                  <a:pt x="679" y="1002"/>
                  <a:pt x="679" y="1002"/>
                  <a:pt x="679" y="1002"/>
                </a:cubicBezTo>
                <a:cubicBezTo>
                  <a:pt x="679" y="1002"/>
                  <a:pt x="679" y="1002"/>
                  <a:pt x="679" y="1001"/>
                </a:cubicBezTo>
                <a:cubicBezTo>
                  <a:pt x="679" y="1001"/>
                  <a:pt x="679" y="1001"/>
                  <a:pt x="678" y="1002"/>
                </a:cubicBezTo>
                <a:cubicBezTo>
                  <a:pt x="678" y="1002"/>
                  <a:pt x="678" y="1002"/>
                  <a:pt x="678" y="1002"/>
                </a:cubicBezTo>
                <a:cubicBezTo>
                  <a:pt x="678" y="1002"/>
                  <a:pt x="678" y="1002"/>
                  <a:pt x="678" y="1002"/>
                </a:cubicBezTo>
                <a:cubicBezTo>
                  <a:pt x="678" y="1002"/>
                  <a:pt x="678" y="1003"/>
                  <a:pt x="678" y="1003"/>
                </a:cubicBezTo>
                <a:cubicBezTo>
                  <a:pt x="678" y="1003"/>
                  <a:pt x="677" y="1004"/>
                  <a:pt x="677" y="1004"/>
                </a:cubicBezTo>
                <a:cubicBezTo>
                  <a:pt x="677" y="1004"/>
                  <a:pt x="677" y="1004"/>
                  <a:pt x="677" y="1004"/>
                </a:cubicBezTo>
                <a:cubicBezTo>
                  <a:pt x="677" y="1004"/>
                  <a:pt x="677" y="1004"/>
                  <a:pt x="677" y="1004"/>
                </a:cubicBezTo>
                <a:cubicBezTo>
                  <a:pt x="676" y="1005"/>
                  <a:pt x="676" y="1005"/>
                  <a:pt x="676" y="1005"/>
                </a:cubicBezTo>
                <a:cubicBezTo>
                  <a:pt x="675" y="1005"/>
                  <a:pt x="675" y="1004"/>
                  <a:pt x="675" y="1004"/>
                </a:cubicBezTo>
                <a:cubicBezTo>
                  <a:pt x="675" y="1004"/>
                  <a:pt x="675" y="1004"/>
                  <a:pt x="675" y="1005"/>
                </a:cubicBezTo>
                <a:cubicBezTo>
                  <a:pt x="675" y="1005"/>
                  <a:pt x="675" y="1005"/>
                  <a:pt x="675" y="1005"/>
                </a:cubicBezTo>
                <a:cubicBezTo>
                  <a:pt x="675" y="1005"/>
                  <a:pt x="675" y="1005"/>
                  <a:pt x="675" y="1005"/>
                </a:cubicBezTo>
                <a:cubicBezTo>
                  <a:pt x="675" y="1005"/>
                  <a:pt x="675" y="1005"/>
                  <a:pt x="674" y="1005"/>
                </a:cubicBezTo>
                <a:cubicBezTo>
                  <a:pt x="674" y="1005"/>
                  <a:pt x="674" y="1005"/>
                  <a:pt x="674" y="1004"/>
                </a:cubicBezTo>
                <a:cubicBezTo>
                  <a:pt x="674" y="1004"/>
                  <a:pt x="674" y="1004"/>
                  <a:pt x="674" y="1004"/>
                </a:cubicBezTo>
                <a:cubicBezTo>
                  <a:pt x="674" y="1004"/>
                  <a:pt x="674" y="1004"/>
                  <a:pt x="674" y="1003"/>
                </a:cubicBezTo>
                <a:cubicBezTo>
                  <a:pt x="674" y="1003"/>
                  <a:pt x="673" y="1002"/>
                  <a:pt x="673" y="1002"/>
                </a:cubicBezTo>
                <a:cubicBezTo>
                  <a:pt x="673" y="1002"/>
                  <a:pt x="672" y="1001"/>
                  <a:pt x="673" y="1001"/>
                </a:cubicBezTo>
                <a:cubicBezTo>
                  <a:pt x="672" y="1001"/>
                  <a:pt x="672" y="1001"/>
                  <a:pt x="672" y="1001"/>
                </a:cubicBezTo>
                <a:cubicBezTo>
                  <a:pt x="672" y="1001"/>
                  <a:pt x="672" y="1002"/>
                  <a:pt x="672" y="1002"/>
                </a:cubicBezTo>
                <a:cubicBezTo>
                  <a:pt x="671" y="1002"/>
                  <a:pt x="671" y="1002"/>
                  <a:pt x="671" y="1002"/>
                </a:cubicBezTo>
                <a:cubicBezTo>
                  <a:pt x="670" y="1001"/>
                  <a:pt x="670" y="1001"/>
                  <a:pt x="670" y="1001"/>
                </a:cubicBezTo>
                <a:cubicBezTo>
                  <a:pt x="670" y="1000"/>
                  <a:pt x="670" y="1000"/>
                  <a:pt x="670" y="1000"/>
                </a:cubicBezTo>
                <a:cubicBezTo>
                  <a:pt x="670" y="999"/>
                  <a:pt x="670" y="998"/>
                  <a:pt x="670" y="997"/>
                </a:cubicBezTo>
                <a:cubicBezTo>
                  <a:pt x="670" y="996"/>
                  <a:pt x="670" y="996"/>
                  <a:pt x="670" y="995"/>
                </a:cubicBezTo>
                <a:cubicBezTo>
                  <a:pt x="671" y="995"/>
                  <a:pt x="671" y="994"/>
                  <a:pt x="671" y="993"/>
                </a:cubicBezTo>
                <a:cubicBezTo>
                  <a:pt x="671" y="993"/>
                  <a:pt x="671" y="993"/>
                  <a:pt x="671" y="993"/>
                </a:cubicBezTo>
                <a:cubicBezTo>
                  <a:pt x="671" y="993"/>
                  <a:pt x="671" y="993"/>
                  <a:pt x="671" y="992"/>
                </a:cubicBezTo>
                <a:cubicBezTo>
                  <a:pt x="672" y="992"/>
                  <a:pt x="672" y="992"/>
                  <a:pt x="673" y="991"/>
                </a:cubicBezTo>
                <a:cubicBezTo>
                  <a:pt x="673" y="991"/>
                  <a:pt x="672" y="991"/>
                  <a:pt x="672" y="991"/>
                </a:cubicBezTo>
                <a:cubicBezTo>
                  <a:pt x="672" y="991"/>
                  <a:pt x="672" y="991"/>
                  <a:pt x="672" y="991"/>
                </a:cubicBezTo>
                <a:cubicBezTo>
                  <a:pt x="673" y="990"/>
                  <a:pt x="673" y="990"/>
                  <a:pt x="674" y="990"/>
                </a:cubicBezTo>
                <a:cubicBezTo>
                  <a:pt x="674" y="990"/>
                  <a:pt x="674" y="990"/>
                  <a:pt x="674" y="990"/>
                </a:cubicBezTo>
                <a:cubicBezTo>
                  <a:pt x="674" y="991"/>
                  <a:pt x="674" y="990"/>
                  <a:pt x="674" y="990"/>
                </a:cubicBezTo>
                <a:cubicBezTo>
                  <a:pt x="675" y="990"/>
                  <a:pt x="675" y="990"/>
                  <a:pt x="676" y="990"/>
                </a:cubicBezTo>
                <a:cubicBezTo>
                  <a:pt x="675" y="990"/>
                  <a:pt x="675" y="990"/>
                  <a:pt x="674" y="990"/>
                </a:cubicBezTo>
                <a:cubicBezTo>
                  <a:pt x="674" y="990"/>
                  <a:pt x="674" y="990"/>
                  <a:pt x="674" y="989"/>
                </a:cubicBezTo>
                <a:cubicBezTo>
                  <a:pt x="674" y="989"/>
                  <a:pt x="674" y="989"/>
                  <a:pt x="675" y="989"/>
                </a:cubicBezTo>
                <a:cubicBezTo>
                  <a:pt x="677" y="988"/>
                  <a:pt x="679" y="986"/>
                  <a:pt x="681" y="985"/>
                </a:cubicBezTo>
                <a:cubicBezTo>
                  <a:pt x="681" y="985"/>
                  <a:pt x="682" y="985"/>
                  <a:pt x="682" y="984"/>
                </a:cubicBezTo>
                <a:cubicBezTo>
                  <a:pt x="683" y="984"/>
                  <a:pt x="683" y="984"/>
                  <a:pt x="683" y="984"/>
                </a:cubicBezTo>
                <a:cubicBezTo>
                  <a:pt x="684" y="983"/>
                  <a:pt x="685" y="983"/>
                  <a:pt x="686" y="983"/>
                </a:cubicBezTo>
                <a:cubicBezTo>
                  <a:pt x="686" y="983"/>
                  <a:pt x="686" y="983"/>
                  <a:pt x="686" y="984"/>
                </a:cubicBezTo>
                <a:cubicBezTo>
                  <a:pt x="686" y="984"/>
                  <a:pt x="687" y="984"/>
                  <a:pt x="687" y="984"/>
                </a:cubicBezTo>
                <a:cubicBezTo>
                  <a:pt x="687" y="984"/>
                  <a:pt x="687" y="985"/>
                  <a:pt x="688" y="985"/>
                </a:cubicBezTo>
                <a:cubicBezTo>
                  <a:pt x="688" y="986"/>
                  <a:pt x="688" y="986"/>
                  <a:pt x="689" y="986"/>
                </a:cubicBezTo>
                <a:cubicBezTo>
                  <a:pt x="688" y="985"/>
                  <a:pt x="688" y="985"/>
                  <a:pt x="688" y="985"/>
                </a:cubicBezTo>
                <a:cubicBezTo>
                  <a:pt x="688" y="984"/>
                  <a:pt x="688" y="984"/>
                  <a:pt x="688" y="984"/>
                </a:cubicBezTo>
                <a:cubicBezTo>
                  <a:pt x="688" y="983"/>
                  <a:pt x="689" y="983"/>
                  <a:pt x="689" y="983"/>
                </a:cubicBezTo>
                <a:cubicBezTo>
                  <a:pt x="690" y="983"/>
                  <a:pt x="691" y="982"/>
                  <a:pt x="693" y="982"/>
                </a:cubicBezTo>
                <a:cubicBezTo>
                  <a:pt x="693" y="982"/>
                  <a:pt x="693" y="982"/>
                  <a:pt x="694" y="982"/>
                </a:cubicBezTo>
                <a:cubicBezTo>
                  <a:pt x="694" y="982"/>
                  <a:pt x="695" y="982"/>
                  <a:pt x="695" y="981"/>
                </a:cubicBezTo>
                <a:cubicBezTo>
                  <a:pt x="694" y="981"/>
                  <a:pt x="693" y="982"/>
                  <a:pt x="692" y="981"/>
                </a:cubicBezTo>
                <a:cubicBezTo>
                  <a:pt x="692" y="981"/>
                  <a:pt x="691" y="981"/>
                  <a:pt x="691" y="981"/>
                </a:cubicBezTo>
                <a:cubicBezTo>
                  <a:pt x="691" y="981"/>
                  <a:pt x="691" y="981"/>
                  <a:pt x="691" y="981"/>
                </a:cubicBezTo>
                <a:cubicBezTo>
                  <a:pt x="691" y="981"/>
                  <a:pt x="691" y="981"/>
                  <a:pt x="690" y="981"/>
                </a:cubicBezTo>
                <a:cubicBezTo>
                  <a:pt x="690" y="981"/>
                  <a:pt x="689" y="981"/>
                  <a:pt x="688" y="981"/>
                </a:cubicBezTo>
                <a:cubicBezTo>
                  <a:pt x="688" y="981"/>
                  <a:pt x="688" y="981"/>
                  <a:pt x="687" y="981"/>
                </a:cubicBezTo>
                <a:cubicBezTo>
                  <a:pt x="686" y="981"/>
                  <a:pt x="686" y="981"/>
                  <a:pt x="685" y="981"/>
                </a:cubicBezTo>
                <a:cubicBezTo>
                  <a:pt x="685" y="981"/>
                  <a:pt x="684" y="981"/>
                  <a:pt x="683" y="981"/>
                </a:cubicBezTo>
                <a:cubicBezTo>
                  <a:pt x="683" y="981"/>
                  <a:pt x="683" y="982"/>
                  <a:pt x="683" y="982"/>
                </a:cubicBezTo>
                <a:cubicBezTo>
                  <a:pt x="683" y="982"/>
                  <a:pt x="682" y="982"/>
                  <a:pt x="682" y="982"/>
                </a:cubicBezTo>
                <a:cubicBezTo>
                  <a:pt x="682" y="982"/>
                  <a:pt x="682" y="982"/>
                  <a:pt x="682" y="982"/>
                </a:cubicBezTo>
                <a:cubicBezTo>
                  <a:pt x="682" y="981"/>
                  <a:pt x="682" y="982"/>
                  <a:pt x="682" y="981"/>
                </a:cubicBezTo>
                <a:cubicBezTo>
                  <a:pt x="681" y="981"/>
                  <a:pt x="681" y="981"/>
                  <a:pt x="682" y="980"/>
                </a:cubicBezTo>
                <a:cubicBezTo>
                  <a:pt x="682" y="980"/>
                  <a:pt x="682" y="980"/>
                  <a:pt x="683" y="980"/>
                </a:cubicBezTo>
                <a:cubicBezTo>
                  <a:pt x="683" y="979"/>
                  <a:pt x="684" y="979"/>
                  <a:pt x="684" y="979"/>
                </a:cubicBezTo>
                <a:cubicBezTo>
                  <a:pt x="685" y="978"/>
                  <a:pt x="686" y="976"/>
                  <a:pt x="687" y="975"/>
                </a:cubicBezTo>
                <a:cubicBezTo>
                  <a:pt x="687" y="975"/>
                  <a:pt x="687" y="975"/>
                  <a:pt x="687" y="975"/>
                </a:cubicBezTo>
                <a:cubicBezTo>
                  <a:pt x="686" y="975"/>
                  <a:pt x="686" y="975"/>
                  <a:pt x="685" y="976"/>
                </a:cubicBezTo>
                <a:cubicBezTo>
                  <a:pt x="685" y="976"/>
                  <a:pt x="685" y="976"/>
                  <a:pt x="685" y="976"/>
                </a:cubicBezTo>
                <a:cubicBezTo>
                  <a:pt x="685" y="976"/>
                  <a:pt x="685" y="976"/>
                  <a:pt x="685" y="976"/>
                </a:cubicBezTo>
                <a:cubicBezTo>
                  <a:pt x="685" y="975"/>
                  <a:pt x="684" y="974"/>
                  <a:pt x="683" y="974"/>
                </a:cubicBezTo>
                <a:cubicBezTo>
                  <a:pt x="683" y="974"/>
                  <a:pt x="683" y="974"/>
                  <a:pt x="684" y="975"/>
                </a:cubicBezTo>
                <a:cubicBezTo>
                  <a:pt x="684" y="975"/>
                  <a:pt x="684" y="975"/>
                  <a:pt x="684" y="975"/>
                </a:cubicBezTo>
                <a:cubicBezTo>
                  <a:pt x="684" y="975"/>
                  <a:pt x="684" y="975"/>
                  <a:pt x="684" y="976"/>
                </a:cubicBezTo>
                <a:cubicBezTo>
                  <a:pt x="684" y="977"/>
                  <a:pt x="683" y="977"/>
                  <a:pt x="682" y="978"/>
                </a:cubicBezTo>
                <a:cubicBezTo>
                  <a:pt x="681" y="979"/>
                  <a:pt x="680" y="979"/>
                  <a:pt x="679" y="979"/>
                </a:cubicBezTo>
                <a:cubicBezTo>
                  <a:pt x="678" y="980"/>
                  <a:pt x="677" y="981"/>
                  <a:pt x="676" y="981"/>
                </a:cubicBezTo>
                <a:cubicBezTo>
                  <a:pt x="675" y="982"/>
                  <a:pt x="674" y="983"/>
                  <a:pt x="673" y="983"/>
                </a:cubicBezTo>
                <a:cubicBezTo>
                  <a:pt x="673" y="983"/>
                  <a:pt x="673" y="984"/>
                  <a:pt x="672" y="984"/>
                </a:cubicBezTo>
                <a:cubicBezTo>
                  <a:pt x="672" y="984"/>
                  <a:pt x="672" y="983"/>
                  <a:pt x="671" y="983"/>
                </a:cubicBezTo>
                <a:cubicBezTo>
                  <a:pt x="671" y="982"/>
                  <a:pt x="671" y="982"/>
                  <a:pt x="672" y="981"/>
                </a:cubicBezTo>
                <a:cubicBezTo>
                  <a:pt x="672" y="981"/>
                  <a:pt x="672" y="981"/>
                  <a:pt x="672" y="980"/>
                </a:cubicBezTo>
                <a:cubicBezTo>
                  <a:pt x="671" y="980"/>
                  <a:pt x="671" y="981"/>
                  <a:pt x="671" y="981"/>
                </a:cubicBezTo>
                <a:cubicBezTo>
                  <a:pt x="670" y="981"/>
                  <a:pt x="670" y="981"/>
                  <a:pt x="670" y="981"/>
                </a:cubicBezTo>
                <a:cubicBezTo>
                  <a:pt x="670" y="981"/>
                  <a:pt x="669" y="981"/>
                  <a:pt x="669" y="981"/>
                </a:cubicBezTo>
                <a:cubicBezTo>
                  <a:pt x="669" y="981"/>
                  <a:pt x="669" y="982"/>
                  <a:pt x="669" y="982"/>
                </a:cubicBezTo>
                <a:cubicBezTo>
                  <a:pt x="670" y="982"/>
                  <a:pt x="670" y="983"/>
                  <a:pt x="670" y="983"/>
                </a:cubicBezTo>
                <a:cubicBezTo>
                  <a:pt x="670" y="983"/>
                  <a:pt x="670" y="983"/>
                  <a:pt x="670" y="983"/>
                </a:cubicBezTo>
                <a:cubicBezTo>
                  <a:pt x="670" y="983"/>
                  <a:pt x="670" y="983"/>
                  <a:pt x="670" y="983"/>
                </a:cubicBezTo>
                <a:cubicBezTo>
                  <a:pt x="670" y="983"/>
                  <a:pt x="670" y="984"/>
                  <a:pt x="670" y="984"/>
                </a:cubicBezTo>
                <a:cubicBezTo>
                  <a:pt x="669" y="984"/>
                  <a:pt x="669" y="984"/>
                  <a:pt x="668" y="985"/>
                </a:cubicBezTo>
                <a:cubicBezTo>
                  <a:pt x="668" y="985"/>
                  <a:pt x="668" y="985"/>
                  <a:pt x="667" y="985"/>
                </a:cubicBezTo>
                <a:cubicBezTo>
                  <a:pt x="667" y="985"/>
                  <a:pt x="667" y="985"/>
                  <a:pt x="667" y="985"/>
                </a:cubicBezTo>
                <a:cubicBezTo>
                  <a:pt x="667" y="984"/>
                  <a:pt x="667" y="984"/>
                  <a:pt x="667" y="984"/>
                </a:cubicBezTo>
                <a:cubicBezTo>
                  <a:pt x="667" y="984"/>
                  <a:pt x="667" y="984"/>
                  <a:pt x="666" y="984"/>
                </a:cubicBezTo>
                <a:cubicBezTo>
                  <a:pt x="666" y="985"/>
                  <a:pt x="666" y="985"/>
                  <a:pt x="665" y="985"/>
                </a:cubicBezTo>
                <a:cubicBezTo>
                  <a:pt x="665" y="985"/>
                  <a:pt x="664" y="986"/>
                  <a:pt x="663" y="985"/>
                </a:cubicBezTo>
                <a:cubicBezTo>
                  <a:pt x="663" y="985"/>
                  <a:pt x="663" y="985"/>
                  <a:pt x="663" y="984"/>
                </a:cubicBezTo>
                <a:cubicBezTo>
                  <a:pt x="663" y="984"/>
                  <a:pt x="663" y="984"/>
                  <a:pt x="663" y="984"/>
                </a:cubicBezTo>
                <a:cubicBezTo>
                  <a:pt x="663" y="984"/>
                  <a:pt x="663" y="984"/>
                  <a:pt x="663" y="984"/>
                </a:cubicBezTo>
                <a:cubicBezTo>
                  <a:pt x="663" y="984"/>
                  <a:pt x="663" y="984"/>
                  <a:pt x="662" y="984"/>
                </a:cubicBezTo>
                <a:cubicBezTo>
                  <a:pt x="662" y="984"/>
                  <a:pt x="662" y="984"/>
                  <a:pt x="662" y="985"/>
                </a:cubicBezTo>
                <a:cubicBezTo>
                  <a:pt x="662" y="985"/>
                  <a:pt x="662" y="985"/>
                  <a:pt x="662" y="985"/>
                </a:cubicBezTo>
                <a:cubicBezTo>
                  <a:pt x="662" y="985"/>
                  <a:pt x="662" y="985"/>
                  <a:pt x="662" y="985"/>
                </a:cubicBezTo>
                <a:cubicBezTo>
                  <a:pt x="661" y="984"/>
                  <a:pt x="661" y="984"/>
                  <a:pt x="661" y="984"/>
                </a:cubicBezTo>
                <a:cubicBezTo>
                  <a:pt x="661" y="984"/>
                  <a:pt x="660" y="983"/>
                  <a:pt x="660" y="983"/>
                </a:cubicBezTo>
                <a:cubicBezTo>
                  <a:pt x="660" y="983"/>
                  <a:pt x="660" y="984"/>
                  <a:pt x="659" y="984"/>
                </a:cubicBezTo>
                <a:cubicBezTo>
                  <a:pt x="659" y="984"/>
                  <a:pt x="659" y="984"/>
                  <a:pt x="659" y="984"/>
                </a:cubicBezTo>
                <a:cubicBezTo>
                  <a:pt x="659" y="984"/>
                  <a:pt x="658" y="983"/>
                  <a:pt x="658" y="983"/>
                </a:cubicBezTo>
                <a:cubicBezTo>
                  <a:pt x="658" y="983"/>
                  <a:pt x="658" y="982"/>
                  <a:pt x="658" y="982"/>
                </a:cubicBezTo>
                <a:cubicBezTo>
                  <a:pt x="658" y="982"/>
                  <a:pt x="659" y="981"/>
                  <a:pt x="659" y="981"/>
                </a:cubicBezTo>
                <a:cubicBezTo>
                  <a:pt x="659" y="981"/>
                  <a:pt x="659" y="981"/>
                  <a:pt x="659" y="981"/>
                </a:cubicBezTo>
                <a:cubicBezTo>
                  <a:pt x="659" y="981"/>
                  <a:pt x="658" y="980"/>
                  <a:pt x="658" y="980"/>
                </a:cubicBezTo>
                <a:cubicBezTo>
                  <a:pt x="658" y="980"/>
                  <a:pt x="658" y="979"/>
                  <a:pt x="658" y="979"/>
                </a:cubicBezTo>
                <a:cubicBezTo>
                  <a:pt x="658" y="979"/>
                  <a:pt x="659" y="979"/>
                  <a:pt x="659" y="979"/>
                </a:cubicBezTo>
                <a:cubicBezTo>
                  <a:pt x="659" y="979"/>
                  <a:pt x="659" y="978"/>
                  <a:pt x="659" y="978"/>
                </a:cubicBezTo>
                <a:cubicBezTo>
                  <a:pt x="659" y="978"/>
                  <a:pt x="655" y="977"/>
                  <a:pt x="655" y="977"/>
                </a:cubicBezTo>
                <a:cubicBezTo>
                  <a:pt x="655" y="977"/>
                  <a:pt x="655" y="977"/>
                  <a:pt x="655" y="977"/>
                </a:cubicBezTo>
                <a:cubicBezTo>
                  <a:pt x="655" y="976"/>
                  <a:pt x="656" y="976"/>
                  <a:pt x="656" y="976"/>
                </a:cubicBezTo>
                <a:cubicBezTo>
                  <a:pt x="656" y="976"/>
                  <a:pt x="656" y="975"/>
                  <a:pt x="656" y="975"/>
                </a:cubicBezTo>
                <a:cubicBezTo>
                  <a:pt x="656" y="975"/>
                  <a:pt x="655" y="975"/>
                  <a:pt x="655" y="975"/>
                </a:cubicBezTo>
                <a:cubicBezTo>
                  <a:pt x="655" y="974"/>
                  <a:pt x="656" y="974"/>
                  <a:pt x="656" y="974"/>
                </a:cubicBezTo>
                <a:cubicBezTo>
                  <a:pt x="656" y="959"/>
                  <a:pt x="656" y="959"/>
                  <a:pt x="656" y="959"/>
                </a:cubicBezTo>
                <a:cubicBezTo>
                  <a:pt x="652" y="955"/>
                  <a:pt x="652" y="955"/>
                  <a:pt x="652" y="955"/>
                </a:cubicBezTo>
                <a:cubicBezTo>
                  <a:pt x="650" y="955"/>
                  <a:pt x="650" y="955"/>
                  <a:pt x="650" y="955"/>
                </a:cubicBezTo>
                <a:cubicBezTo>
                  <a:pt x="650" y="956"/>
                  <a:pt x="650" y="956"/>
                  <a:pt x="650" y="956"/>
                </a:cubicBezTo>
                <a:cubicBezTo>
                  <a:pt x="648" y="956"/>
                  <a:pt x="648" y="956"/>
                  <a:pt x="648" y="956"/>
                </a:cubicBezTo>
                <a:cubicBezTo>
                  <a:pt x="645" y="958"/>
                  <a:pt x="645" y="958"/>
                  <a:pt x="645" y="958"/>
                </a:cubicBezTo>
                <a:cubicBezTo>
                  <a:pt x="644" y="957"/>
                  <a:pt x="644" y="957"/>
                  <a:pt x="644" y="957"/>
                </a:cubicBezTo>
                <a:cubicBezTo>
                  <a:pt x="644" y="954"/>
                  <a:pt x="644" y="954"/>
                  <a:pt x="644" y="954"/>
                </a:cubicBezTo>
                <a:cubicBezTo>
                  <a:pt x="642" y="954"/>
                  <a:pt x="642" y="954"/>
                  <a:pt x="642" y="954"/>
                </a:cubicBezTo>
                <a:cubicBezTo>
                  <a:pt x="636" y="964"/>
                  <a:pt x="636" y="964"/>
                  <a:pt x="636" y="964"/>
                </a:cubicBezTo>
                <a:cubicBezTo>
                  <a:pt x="636" y="964"/>
                  <a:pt x="635" y="966"/>
                  <a:pt x="635" y="966"/>
                </a:cubicBezTo>
                <a:cubicBezTo>
                  <a:pt x="635" y="966"/>
                  <a:pt x="635" y="967"/>
                  <a:pt x="635" y="967"/>
                </a:cubicBezTo>
                <a:cubicBezTo>
                  <a:pt x="635" y="968"/>
                  <a:pt x="635" y="968"/>
                  <a:pt x="635" y="968"/>
                </a:cubicBezTo>
                <a:cubicBezTo>
                  <a:pt x="634" y="968"/>
                  <a:pt x="634" y="968"/>
                  <a:pt x="634" y="968"/>
                </a:cubicBezTo>
                <a:cubicBezTo>
                  <a:pt x="633" y="970"/>
                  <a:pt x="633" y="970"/>
                  <a:pt x="633" y="970"/>
                </a:cubicBezTo>
                <a:cubicBezTo>
                  <a:pt x="633" y="970"/>
                  <a:pt x="633" y="970"/>
                  <a:pt x="633" y="971"/>
                </a:cubicBezTo>
                <a:cubicBezTo>
                  <a:pt x="633" y="971"/>
                  <a:pt x="634" y="971"/>
                  <a:pt x="634" y="971"/>
                </a:cubicBezTo>
                <a:cubicBezTo>
                  <a:pt x="633" y="972"/>
                  <a:pt x="633" y="972"/>
                  <a:pt x="633" y="972"/>
                </a:cubicBezTo>
                <a:cubicBezTo>
                  <a:pt x="633" y="972"/>
                  <a:pt x="633" y="972"/>
                  <a:pt x="633" y="973"/>
                </a:cubicBezTo>
                <a:cubicBezTo>
                  <a:pt x="633" y="973"/>
                  <a:pt x="633" y="973"/>
                  <a:pt x="633" y="973"/>
                </a:cubicBezTo>
                <a:cubicBezTo>
                  <a:pt x="633" y="974"/>
                  <a:pt x="633" y="974"/>
                  <a:pt x="633" y="974"/>
                </a:cubicBezTo>
                <a:cubicBezTo>
                  <a:pt x="632" y="975"/>
                  <a:pt x="632" y="975"/>
                  <a:pt x="632" y="975"/>
                </a:cubicBezTo>
                <a:cubicBezTo>
                  <a:pt x="632" y="977"/>
                  <a:pt x="632" y="977"/>
                  <a:pt x="632" y="977"/>
                </a:cubicBezTo>
                <a:cubicBezTo>
                  <a:pt x="632" y="977"/>
                  <a:pt x="631" y="977"/>
                  <a:pt x="631" y="977"/>
                </a:cubicBezTo>
                <a:cubicBezTo>
                  <a:pt x="631" y="977"/>
                  <a:pt x="630" y="978"/>
                  <a:pt x="630" y="978"/>
                </a:cubicBezTo>
                <a:cubicBezTo>
                  <a:pt x="630" y="978"/>
                  <a:pt x="629" y="979"/>
                  <a:pt x="629" y="979"/>
                </a:cubicBezTo>
                <a:cubicBezTo>
                  <a:pt x="629" y="979"/>
                  <a:pt x="630" y="980"/>
                  <a:pt x="630" y="980"/>
                </a:cubicBezTo>
                <a:cubicBezTo>
                  <a:pt x="630" y="980"/>
                  <a:pt x="630" y="981"/>
                  <a:pt x="630" y="981"/>
                </a:cubicBezTo>
                <a:cubicBezTo>
                  <a:pt x="630" y="981"/>
                  <a:pt x="629" y="981"/>
                  <a:pt x="629" y="981"/>
                </a:cubicBezTo>
                <a:cubicBezTo>
                  <a:pt x="629" y="981"/>
                  <a:pt x="629" y="980"/>
                  <a:pt x="629" y="980"/>
                </a:cubicBezTo>
                <a:cubicBezTo>
                  <a:pt x="629" y="980"/>
                  <a:pt x="629" y="981"/>
                  <a:pt x="629" y="981"/>
                </a:cubicBezTo>
                <a:cubicBezTo>
                  <a:pt x="629" y="981"/>
                  <a:pt x="628" y="981"/>
                  <a:pt x="628" y="982"/>
                </a:cubicBezTo>
                <a:cubicBezTo>
                  <a:pt x="628" y="982"/>
                  <a:pt x="628" y="983"/>
                  <a:pt x="628" y="983"/>
                </a:cubicBezTo>
                <a:cubicBezTo>
                  <a:pt x="627" y="981"/>
                  <a:pt x="627" y="981"/>
                  <a:pt x="627" y="981"/>
                </a:cubicBezTo>
                <a:cubicBezTo>
                  <a:pt x="625" y="983"/>
                  <a:pt x="625" y="983"/>
                  <a:pt x="625" y="983"/>
                </a:cubicBezTo>
                <a:cubicBezTo>
                  <a:pt x="625" y="983"/>
                  <a:pt x="624" y="982"/>
                  <a:pt x="624" y="982"/>
                </a:cubicBezTo>
                <a:cubicBezTo>
                  <a:pt x="624" y="982"/>
                  <a:pt x="623" y="983"/>
                  <a:pt x="623" y="983"/>
                </a:cubicBezTo>
                <a:cubicBezTo>
                  <a:pt x="623" y="983"/>
                  <a:pt x="623" y="984"/>
                  <a:pt x="623" y="984"/>
                </a:cubicBezTo>
                <a:cubicBezTo>
                  <a:pt x="623" y="984"/>
                  <a:pt x="623" y="984"/>
                  <a:pt x="623" y="984"/>
                </a:cubicBezTo>
                <a:cubicBezTo>
                  <a:pt x="623" y="984"/>
                  <a:pt x="622" y="985"/>
                  <a:pt x="622" y="985"/>
                </a:cubicBezTo>
                <a:cubicBezTo>
                  <a:pt x="592" y="985"/>
                  <a:pt x="592" y="985"/>
                  <a:pt x="592" y="985"/>
                </a:cubicBezTo>
                <a:cubicBezTo>
                  <a:pt x="587" y="988"/>
                  <a:pt x="587" y="988"/>
                  <a:pt x="587" y="988"/>
                </a:cubicBezTo>
                <a:cubicBezTo>
                  <a:pt x="582" y="994"/>
                  <a:pt x="582" y="994"/>
                  <a:pt x="582" y="994"/>
                </a:cubicBezTo>
                <a:cubicBezTo>
                  <a:pt x="578" y="997"/>
                  <a:pt x="578" y="997"/>
                  <a:pt x="578" y="997"/>
                </a:cubicBezTo>
                <a:cubicBezTo>
                  <a:pt x="575" y="1003"/>
                  <a:pt x="575" y="1003"/>
                  <a:pt x="575" y="1003"/>
                </a:cubicBezTo>
                <a:cubicBezTo>
                  <a:pt x="557" y="1003"/>
                  <a:pt x="557" y="1003"/>
                  <a:pt x="557" y="1003"/>
                </a:cubicBezTo>
                <a:cubicBezTo>
                  <a:pt x="553" y="1005"/>
                  <a:pt x="553" y="1005"/>
                  <a:pt x="553" y="1005"/>
                </a:cubicBezTo>
                <a:cubicBezTo>
                  <a:pt x="555" y="1007"/>
                  <a:pt x="555" y="1007"/>
                  <a:pt x="555" y="1007"/>
                </a:cubicBezTo>
                <a:cubicBezTo>
                  <a:pt x="555" y="1009"/>
                  <a:pt x="555" y="1009"/>
                  <a:pt x="555" y="1009"/>
                </a:cubicBezTo>
                <a:cubicBezTo>
                  <a:pt x="556" y="1011"/>
                  <a:pt x="556" y="1011"/>
                  <a:pt x="556" y="1011"/>
                </a:cubicBezTo>
                <a:cubicBezTo>
                  <a:pt x="556" y="1013"/>
                  <a:pt x="556" y="1013"/>
                  <a:pt x="556" y="1013"/>
                </a:cubicBezTo>
                <a:cubicBezTo>
                  <a:pt x="546" y="1018"/>
                  <a:pt x="546" y="1018"/>
                  <a:pt x="546" y="1018"/>
                </a:cubicBezTo>
                <a:cubicBezTo>
                  <a:pt x="535" y="1020"/>
                  <a:pt x="535" y="1020"/>
                  <a:pt x="535" y="1020"/>
                </a:cubicBezTo>
                <a:cubicBezTo>
                  <a:pt x="525" y="1027"/>
                  <a:pt x="525" y="1027"/>
                  <a:pt x="525" y="1027"/>
                </a:cubicBezTo>
                <a:cubicBezTo>
                  <a:pt x="522" y="1027"/>
                  <a:pt x="522" y="1027"/>
                  <a:pt x="522" y="1027"/>
                </a:cubicBezTo>
                <a:cubicBezTo>
                  <a:pt x="518" y="1024"/>
                  <a:pt x="518" y="1024"/>
                  <a:pt x="518" y="1024"/>
                </a:cubicBezTo>
                <a:cubicBezTo>
                  <a:pt x="518" y="1024"/>
                  <a:pt x="518" y="1023"/>
                  <a:pt x="518" y="1023"/>
                </a:cubicBezTo>
                <a:cubicBezTo>
                  <a:pt x="518" y="1022"/>
                  <a:pt x="518" y="1022"/>
                  <a:pt x="518" y="1022"/>
                </a:cubicBezTo>
                <a:cubicBezTo>
                  <a:pt x="518" y="1022"/>
                  <a:pt x="519" y="1021"/>
                  <a:pt x="519" y="1021"/>
                </a:cubicBezTo>
                <a:cubicBezTo>
                  <a:pt x="519" y="1021"/>
                  <a:pt x="518" y="1019"/>
                  <a:pt x="518" y="1019"/>
                </a:cubicBezTo>
                <a:cubicBezTo>
                  <a:pt x="518" y="1019"/>
                  <a:pt x="521" y="1018"/>
                  <a:pt x="521" y="1018"/>
                </a:cubicBezTo>
                <a:cubicBezTo>
                  <a:pt x="521" y="1018"/>
                  <a:pt x="524" y="1015"/>
                  <a:pt x="524" y="1015"/>
                </a:cubicBezTo>
                <a:cubicBezTo>
                  <a:pt x="524" y="1013"/>
                  <a:pt x="524" y="1013"/>
                  <a:pt x="524" y="1013"/>
                </a:cubicBezTo>
                <a:cubicBezTo>
                  <a:pt x="524" y="1013"/>
                  <a:pt x="524" y="1011"/>
                  <a:pt x="524" y="1011"/>
                </a:cubicBezTo>
                <a:cubicBezTo>
                  <a:pt x="524" y="1011"/>
                  <a:pt x="527" y="1004"/>
                  <a:pt x="527" y="1004"/>
                </a:cubicBezTo>
                <a:cubicBezTo>
                  <a:pt x="524" y="982"/>
                  <a:pt x="524" y="982"/>
                  <a:pt x="524" y="982"/>
                </a:cubicBezTo>
                <a:cubicBezTo>
                  <a:pt x="514" y="975"/>
                  <a:pt x="514" y="975"/>
                  <a:pt x="514" y="975"/>
                </a:cubicBezTo>
                <a:cubicBezTo>
                  <a:pt x="516" y="973"/>
                  <a:pt x="516" y="973"/>
                  <a:pt x="516" y="973"/>
                </a:cubicBezTo>
                <a:cubicBezTo>
                  <a:pt x="514" y="971"/>
                  <a:pt x="514" y="971"/>
                  <a:pt x="514" y="971"/>
                </a:cubicBezTo>
                <a:cubicBezTo>
                  <a:pt x="512" y="971"/>
                  <a:pt x="512" y="971"/>
                  <a:pt x="512" y="971"/>
                </a:cubicBezTo>
                <a:cubicBezTo>
                  <a:pt x="511" y="972"/>
                  <a:pt x="511" y="972"/>
                  <a:pt x="511" y="972"/>
                </a:cubicBezTo>
                <a:cubicBezTo>
                  <a:pt x="509" y="970"/>
                  <a:pt x="509" y="970"/>
                  <a:pt x="509" y="970"/>
                </a:cubicBezTo>
                <a:cubicBezTo>
                  <a:pt x="509" y="966"/>
                  <a:pt x="509" y="966"/>
                  <a:pt x="509" y="966"/>
                </a:cubicBezTo>
                <a:cubicBezTo>
                  <a:pt x="507" y="967"/>
                  <a:pt x="507" y="967"/>
                  <a:pt x="507" y="967"/>
                </a:cubicBezTo>
                <a:cubicBezTo>
                  <a:pt x="505" y="967"/>
                  <a:pt x="505" y="967"/>
                  <a:pt x="505" y="967"/>
                </a:cubicBezTo>
                <a:cubicBezTo>
                  <a:pt x="503" y="965"/>
                  <a:pt x="503" y="965"/>
                  <a:pt x="503" y="965"/>
                </a:cubicBezTo>
                <a:cubicBezTo>
                  <a:pt x="503" y="962"/>
                  <a:pt x="503" y="962"/>
                  <a:pt x="503" y="962"/>
                </a:cubicBezTo>
                <a:cubicBezTo>
                  <a:pt x="471" y="942"/>
                  <a:pt x="471" y="942"/>
                  <a:pt x="471" y="942"/>
                </a:cubicBezTo>
                <a:cubicBezTo>
                  <a:pt x="469" y="943"/>
                  <a:pt x="469" y="943"/>
                  <a:pt x="469" y="943"/>
                </a:cubicBezTo>
                <a:cubicBezTo>
                  <a:pt x="462" y="947"/>
                  <a:pt x="462" y="947"/>
                  <a:pt x="462" y="947"/>
                </a:cubicBezTo>
                <a:cubicBezTo>
                  <a:pt x="460" y="946"/>
                  <a:pt x="460" y="946"/>
                  <a:pt x="460" y="946"/>
                </a:cubicBezTo>
                <a:cubicBezTo>
                  <a:pt x="460" y="946"/>
                  <a:pt x="459" y="946"/>
                  <a:pt x="459" y="946"/>
                </a:cubicBezTo>
                <a:cubicBezTo>
                  <a:pt x="459" y="946"/>
                  <a:pt x="458" y="947"/>
                  <a:pt x="458" y="947"/>
                </a:cubicBezTo>
                <a:cubicBezTo>
                  <a:pt x="457" y="947"/>
                  <a:pt x="457" y="947"/>
                  <a:pt x="457" y="947"/>
                </a:cubicBezTo>
                <a:cubicBezTo>
                  <a:pt x="456" y="945"/>
                  <a:pt x="456" y="945"/>
                  <a:pt x="456" y="945"/>
                </a:cubicBezTo>
                <a:cubicBezTo>
                  <a:pt x="450" y="945"/>
                  <a:pt x="450" y="945"/>
                  <a:pt x="450" y="945"/>
                </a:cubicBezTo>
                <a:cubicBezTo>
                  <a:pt x="449" y="943"/>
                  <a:pt x="449" y="943"/>
                  <a:pt x="449" y="943"/>
                </a:cubicBezTo>
                <a:cubicBezTo>
                  <a:pt x="445" y="946"/>
                  <a:pt x="445" y="946"/>
                  <a:pt x="445" y="946"/>
                </a:cubicBezTo>
                <a:cubicBezTo>
                  <a:pt x="443" y="946"/>
                  <a:pt x="443" y="946"/>
                  <a:pt x="443" y="946"/>
                </a:cubicBezTo>
                <a:cubicBezTo>
                  <a:pt x="443" y="945"/>
                  <a:pt x="443" y="945"/>
                  <a:pt x="443" y="945"/>
                </a:cubicBezTo>
                <a:cubicBezTo>
                  <a:pt x="441" y="945"/>
                  <a:pt x="441" y="945"/>
                  <a:pt x="441" y="945"/>
                </a:cubicBezTo>
                <a:cubicBezTo>
                  <a:pt x="441" y="944"/>
                  <a:pt x="441" y="944"/>
                  <a:pt x="441" y="944"/>
                </a:cubicBezTo>
                <a:cubicBezTo>
                  <a:pt x="439" y="944"/>
                  <a:pt x="439" y="944"/>
                  <a:pt x="439" y="944"/>
                </a:cubicBezTo>
                <a:cubicBezTo>
                  <a:pt x="439" y="942"/>
                  <a:pt x="439" y="942"/>
                  <a:pt x="439" y="942"/>
                </a:cubicBezTo>
                <a:cubicBezTo>
                  <a:pt x="437" y="942"/>
                  <a:pt x="437" y="942"/>
                  <a:pt x="437" y="942"/>
                </a:cubicBezTo>
                <a:cubicBezTo>
                  <a:pt x="436" y="944"/>
                  <a:pt x="436" y="944"/>
                  <a:pt x="436" y="944"/>
                </a:cubicBezTo>
                <a:cubicBezTo>
                  <a:pt x="436" y="944"/>
                  <a:pt x="436" y="944"/>
                  <a:pt x="436" y="944"/>
                </a:cubicBezTo>
                <a:cubicBezTo>
                  <a:pt x="435" y="942"/>
                  <a:pt x="435" y="942"/>
                  <a:pt x="435" y="942"/>
                </a:cubicBezTo>
                <a:cubicBezTo>
                  <a:pt x="434" y="941"/>
                  <a:pt x="434" y="941"/>
                  <a:pt x="434" y="941"/>
                </a:cubicBezTo>
                <a:cubicBezTo>
                  <a:pt x="433" y="940"/>
                  <a:pt x="433" y="940"/>
                  <a:pt x="433" y="940"/>
                </a:cubicBezTo>
                <a:cubicBezTo>
                  <a:pt x="433" y="939"/>
                  <a:pt x="433" y="939"/>
                  <a:pt x="433" y="939"/>
                </a:cubicBezTo>
                <a:cubicBezTo>
                  <a:pt x="432" y="939"/>
                  <a:pt x="432" y="939"/>
                  <a:pt x="432" y="939"/>
                </a:cubicBezTo>
                <a:cubicBezTo>
                  <a:pt x="430" y="938"/>
                  <a:pt x="430" y="938"/>
                  <a:pt x="430" y="938"/>
                </a:cubicBezTo>
                <a:cubicBezTo>
                  <a:pt x="428" y="938"/>
                  <a:pt x="428" y="938"/>
                  <a:pt x="428" y="938"/>
                </a:cubicBezTo>
                <a:cubicBezTo>
                  <a:pt x="426" y="939"/>
                  <a:pt x="426" y="939"/>
                  <a:pt x="426" y="939"/>
                </a:cubicBezTo>
                <a:cubicBezTo>
                  <a:pt x="425" y="939"/>
                  <a:pt x="425" y="939"/>
                  <a:pt x="425" y="939"/>
                </a:cubicBezTo>
                <a:cubicBezTo>
                  <a:pt x="423" y="939"/>
                  <a:pt x="423" y="939"/>
                  <a:pt x="423" y="939"/>
                </a:cubicBezTo>
                <a:cubicBezTo>
                  <a:pt x="422" y="938"/>
                  <a:pt x="422" y="938"/>
                  <a:pt x="422" y="938"/>
                </a:cubicBezTo>
                <a:cubicBezTo>
                  <a:pt x="422" y="938"/>
                  <a:pt x="419" y="937"/>
                  <a:pt x="419" y="937"/>
                </a:cubicBezTo>
                <a:cubicBezTo>
                  <a:pt x="419" y="937"/>
                  <a:pt x="417" y="937"/>
                  <a:pt x="417" y="937"/>
                </a:cubicBezTo>
                <a:cubicBezTo>
                  <a:pt x="415" y="936"/>
                  <a:pt x="415" y="936"/>
                  <a:pt x="415" y="936"/>
                </a:cubicBezTo>
                <a:cubicBezTo>
                  <a:pt x="415" y="933"/>
                  <a:pt x="415" y="933"/>
                  <a:pt x="415" y="933"/>
                </a:cubicBezTo>
                <a:cubicBezTo>
                  <a:pt x="414" y="931"/>
                  <a:pt x="414" y="931"/>
                  <a:pt x="414" y="931"/>
                </a:cubicBezTo>
                <a:cubicBezTo>
                  <a:pt x="414" y="929"/>
                  <a:pt x="414" y="929"/>
                  <a:pt x="414" y="929"/>
                </a:cubicBezTo>
                <a:cubicBezTo>
                  <a:pt x="414" y="929"/>
                  <a:pt x="413" y="928"/>
                  <a:pt x="413" y="928"/>
                </a:cubicBezTo>
                <a:cubicBezTo>
                  <a:pt x="413" y="928"/>
                  <a:pt x="411" y="928"/>
                  <a:pt x="411" y="928"/>
                </a:cubicBezTo>
                <a:cubicBezTo>
                  <a:pt x="411" y="933"/>
                  <a:pt x="411" y="933"/>
                  <a:pt x="411" y="933"/>
                </a:cubicBezTo>
                <a:cubicBezTo>
                  <a:pt x="163" y="933"/>
                  <a:pt x="163" y="933"/>
                  <a:pt x="163" y="933"/>
                </a:cubicBezTo>
                <a:cubicBezTo>
                  <a:pt x="163" y="933"/>
                  <a:pt x="163" y="933"/>
                  <a:pt x="162" y="933"/>
                </a:cubicBezTo>
                <a:cubicBezTo>
                  <a:pt x="162" y="932"/>
                  <a:pt x="162" y="932"/>
                  <a:pt x="162" y="932"/>
                </a:cubicBezTo>
                <a:cubicBezTo>
                  <a:pt x="162" y="932"/>
                  <a:pt x="162" y="932"/>
                  <a:pt x="161" y="933"/>
                </a:cubicBezTo>
                <a:cubicBezTo>
                  <a:pt x="161" y="933"/>
                  <a:pt x="161" y="933"/>
                  <a:pt x="161" y="933"/>
                </a:cubicBezTo>
                <a:cubicBezTo>
                  <a:pt x="161" y="933"/>
                  <a:pt x="160" y="933"/>
                  <a:pt x="160" y="932"/>
                </a:cubicBezTo>
                <a:cubicBezTo>
                  <a:pt x="160" y="932"/>
                  <a:pt x="160" y="932"/>
                  <a:pt x="160" y="932"/>
                </a:cubicBezTo>
                <a:cubicBezTo>
                  <a:pt x="160" y="932"/>
                  <a:pt x="160" y="932"/>
                  <a:pt x="160" y="932"/>
                </a:cubicBezTo>
                <a:cubicBezTo>
                  <a:pt x="160" y="931"/>
                  <a:pt x="160" y="931"/>
                  <a:pt x="160" y="930"/>
                </a:cubicBezTo>
                <a:cubicBezTo>
                  <a:pt x="160" y="930"/>
                  <a:pt x="160" y="929"/>
                  <a:pt x="160" y="929"/>
                </a:cubicBezTo>
                <a:cubicBezTo>
                  <a:pt x="160" y="929"/>
                  <a:pt x="161" y="930"/>
                  <a:pt x="161" y="930"/>
                </a:cubicBezTo>
                <a:cubicBezTo>
                  <a:pt x="161" y="930"/>
                  <a:pt x="161" y="929"/>
                  <a:pt x="161" y="929"/>
                </a:cubicBezTo>
                <a:cubicBezTo>
                  <a:pt x="161" y="929"/>
                  <a:pt x="160" y="929"/>
                  <a:pt x="160" y="929"/>
                </a:cubicBezTo>
                <a:cubicBezTo>
                  <a:pt x="160" y="929"/>
                  <a:pt x="159" y="929"/>
                  <a:pt x="159" y="928"/>
                </a:cubicBezTo>
                <a:cubicBezTo>
                  <a:pt x="159" y="928"/>
                  <a:pt x="159" y="928"/>
                  <a:pt x="159" y="928"/>
                </a:cubicBezTo>
                <a:cubicBezTo>
                  <a:pt x="159" y="928"/>
                  <a:pt x="159" y="929"/>
                  <a:pt x="158" y="929"/>
                </a:cubicBezTo>
                <a:cubicBezTo>
                  <a:pt x="158" y="929"/>
                  <a:pt x="158" y="929"/>
                  <a:pt x="158" y="928"/>
                </a:cubicBezTo>
                <a:cubicBezTo>
                  <a:pt x="158" y="928"/>
                  <a:pt x="158" y="928"/>
                  <a:pt x="158" y="928"/>
                </a:cubicBezTo>
                <a:cubicBezTo>
                  <a:pt x="158" y="928"/>
                  <a:pt x="159" y="927"/>
                  <a:pt x="159" y="927"/>
                </a:cubicBezTo>
                <a:cubicBezTo>
                  <a:pt x="159" y="927"/>
                  <a:pt x="159" y="926"/>
                  <a:pt x="159" y="926"/>
                </a:cubicBezTo>
                <a:cubicBezTo>
                  <a:pt x="159" y="925"/>
                  <a:pt x="159" y="925"/>
                  <a:pt x="160" y="925"/>
                </a:cubicBezTo>
                <a:cubicBezTo>
                  <a:pt x="160" y="924"/>
                  <a:pt x="160" y="924"/>
                  <a:pt x="160" y="924"/>
                </a:cubicBezTo>
                <a:cubicBezTo>
                  <a:pt x="160" y="924"/>
                  <a:pt x="160" y="924"/>
                  <a:pt x="160" y="924"/>
                </a:cubicBezTo>
                <a:cubicBezTo>
                  <a:pt x="160" y="924"/>
                  <a:pt x="159" y="924"/>
                  <a:pt x="159" y="924"/>
                </a:cubicBezTo>
                <a:cubicBezTo>
                  <a:pt x="159" y="924"/>
                  <a:pt x="159" y="925"/>
                  <a:pt x="159" y="925"/>
                </a:cubicBezTo>
                <a:cubicBezTo>
                  <a:pt x="159" y="925"/>
                  <a:pt x="159" y="926"/>
                  <a:pt x="158" y="926"/>
                </a:cubicBezTo>
                <a:cubicBezTo>
                  <a:pt x="158" y="926"/>
                  <a:pt x="158" y="926"/>
                  <a:pt x="158" y="926"/>
                </a:cubicBezTo>
                <a:cubicBezTo>
                  <a:pt x="158" y="926"/>
                  <a:pt x="158" y="926"/>
                  <a:pt x="158" y="926"/>
                </a:cubicBezTo>
                <a:cubicBezTo>
                  <a:pt x="158" y="926"/>
                  <a:pt x="158" y="926"/>
                  <a:pt x="158" y="926"/>
                </a:cubicBezTo>
                <a:cubicBezTo>
                  <a:pt x="158" y="926"/>
                  <a:pt x="158" y="926"/>
                  <a:pt x="158" y="926"/>
                </a:cubicBezTo>
                <a:cubicBezTo>
                  <a:pt x="159" y="926"/>
                  <a:pt x="159" y="927"/>
                  <a:pt x="158" y="927"/>
                </a:cubicBezTo>
                <a:cubicBezTo>
                  <a:pt x="158" y="927"/>
                  <a:pt x="158" y="927"/>
                  <a:pt x="158" y="927"/>
                </a:cubicBezTo>
                <a:cubicBezTo>
                  <a:pt x="158" y="927"/>
                  <a:pt x="157" y="927"/>
                  <a:pt x="157" y="927"/>
                </a:cubicBezTo>
                <a:cubicBezTo>
                  <a:pt x="157" y="927"/>
                  <a:pt x="157" y="928"/>
                  <a:pt x="157" y="928"/>
                </a:cubicBezTo>
                <a:cubicBezTo>
                  <a:pt x="157" y="928"/>
                  <a:pt x="156" y="928"/>
                  <a:pt x="156" y="928"/>
                </a:cubicBezTo>
                <a:cubicBezTo>
                  <a:pt x="156" y="927"/>
                  <a:pt x="156" y="927"/>
                  <a:pt x="155" y="927"/>
                </a:cubicBezTo>
                <a:cubicBezTo>
                  <a:pt x="155" y="927"/>
                  <a:pt x="155" y="927"/>
                  <a:pt x="154" y="927"/>
                </a:cubicBezTo>
                <a:cubicBezTo>
                  <a:pt x="154" y="927"/>
                  <a:pt x="154" y="927"/>
                  <a:pt x="153" y="927"/>
                </a:cubicBezTo>
                <a:cubicBezTo>
                  <a:pt x="153" y="926"/>
                  <a:pt x="153" y="926"/>
                  <a:pt x="153" y="926"/>
                </a:cubicBezTo>
                <a:cubicBezTo>
                  <a:pt x="153" y="925"/>
                  <a:pt x="153" y="925"/>
                  <a:pt x="153" y="925"/>
                </a:cubicBezTo>
                <a:cubicBezTo>
                  <a:pt x="153" y="925"/>
                  <a:pt x="153" y="925"/>
                  <a:pt x="153" y="925"/>
                </a:cubicBezTo>
                <a:cubicBezTo>
                  <a:pt x="152" y="924"/>
                  <a:pt x="152" y="924"/>
                  <a:pt x="151" y="924"/>
                </a:cubicBezTo>
                <a:cubicBezTo>
                  <a:pt x="151" y="923"/>
                  <a:pt x="151" y="923"/>
                  <a:pt x="151" y="923"/>
                </a:cubicBezTo>
                <a:cubicBezTo>
                  <a:pt x="152" y="923"/>
                  <a:pt x="152" y="923"/>
                  <a:pt x="152" y="923"/>
                </a:cubicBezTo>
                <a:cubicBezTo>
                  <a:pt x="153" y="923"/>
                  <a:pt x="153" y="923"/>
                  <a:pt x="154" y="922"/>
                </a:cubicBezTo>
                <a:cubicBezTo>
                  <a:pt x="154" y="922"/>
                  <a:pt x="154" y="922"/>
                  <a:pt x="154" y="922"/>
                </a:cubicBezTo>
                <a:cubicBezTo>
                  <a:pt x="154" y="922"/>
                  <a:pt x="154" y="922"/>
                  <a:pt x="154" y="922"/>
                </a:cubicBezTo>
                <a:cubicBezTo>
                  <a:pt x="154" y="922"/>
                  <a:pt x="154" y="922"/>
                  <a:pt x="154" y="921"/>
                </a:cubicBezTo>
                <a:cubicBezTo>
                  <a:pt x="154" y="921"/>
                  <a:pt x="154" y="921"/>
                  <a:pt x="154" y="921"/>
                </a:cubicBezTo>
                <a:cubicBezTo>
                  <a:pt x="154" y="921"/>
                  <a:pt x="154" y="920"/>
                  <a:pt x="154" y="920"/>
                </a:cubicBezTo>
                <a:cubicBezTo>
                  <a:pt x="154" y="920"/>
                  <a:pt x="154" y="920"/>
                  <a:pt x="154" y="920"/>
                </a:cubicBezTo>
                <a:cubicBezTo>
                  <a:pt x="154" y="919"/>
                  <a:pt x="154" y="919"/>
                  <a:pt x="155" y="919"/>
                </a:cubicBezTo>
                <a:cubicBezTo>
                  <a:pt x="155" y="919"/>
                  <a:pt x="155" y="918"/>
                  <a:pt x="155" y="918"/>
                </a:cubicBezTo>
                <a:cubicBezTo>
                  <a:pt x="155" y="918"/>
                  <a:pt x="154" y="917"/>
                  <a:pt x="154" y="917"/>
                </a:cubicBezTo>
                <a:cubicBezTo>
                  <a:pt x="154" y="917"/>
                  <a:pt x="154" y="917"/>
                  <a:pt x="153" y="917"/>
                </a:cubicBezTo>
                <a:cubicBezTo>
                  <a:pt x="153" y="917"/>
                  <a:pt x="153" y="917"/>
                  <a:pt x="153" y="917"/>
                </a:cubicBezTo>
                <a:cubicBezTo>
                  <a:pt x="153" y="917"/>
                  <a:pt x="153" y="918"/>
                  <a:pt x="153" y="918"/>
                </a:cubicBezTo>
                <a:cubicBezTo>
                  <a:pt x="153" y="918"/>
                  <a:pt x="154" y="918"/>
                  <a:pt x="154" y="918"/>
                </a:cubicBezTo>
                <a:cubicBezTo>
                  <a:pt x="154" y="918"/>
                  <a:pt x="154" y="918"/>
                  <a:pt x="154" y="918"/>
                </a:cubicBezTo>
                <a:cubicBezTo>
                  <a:pt x="154" y="919"/>
                  <a:pt x="153" y="919"/>
                  <a:pt x="153" y="919"/>
                </a:cubicBezTo>
                <a:cubicBezTo>
                  <a:pt x="153" y="919"/>
                  <a:pt x="153" y="919"/>
                  <a:pt x="153" y="919"/>
                </a:cubicBezTo>
                <a:cubicBezTo>
                  <a:pt x="153" y="920"/>
                  <a:pt x="153" y="920"/>
                  <a:pt x="152" y="920"/>
                </a:cubicBezTo>
                <a:cubicBezTo>
                  <a:pt x="152" y="920"/>
                  <a:pt x="153" y="920"/>
                  <a:pt x="153" y="921"/>
                </a:cubicBezTo>
                <a:cubicBezTo>
                  <a:pt x="153" y="921"/>
                  <a:pt x="153" y="921"/>
                  <a:pt x="153" y="921"/>
                </a:cubicBezTo>
                <a:cubicBezTo>
                  <a:pt x="153" y="921"/>
                  <a:pt x="153" y="921"/>
                  <a:pt x="153" y="921"/>
                </a:cubicBezTo>
                <a:cubicBezTo>
                  <a:pt x="153" y="922"/>
                  <a:pt x="153" y="922"/>
                  <a:pt x="153" y="922"/>
                </a:cubicBezTo>
                <a:cubicBezTo>
                  <a:pt x="153" y="922"/>
                  <a:pt x="153" y="922"/>
                  <a:pt x="152" y="922"/>
                </a:cubicBezTo>
                <a:cubicBezTo>
                  <a:pt x="152" y="922"/>
                  <a:pt x="152" y="922"/>
                  <a:pt x="152" y="922"/>
                </a:cubicBezTo>
                <a:cubicBezTo>
                  <a:pt x="152" y="923"/>
                  <a:pt x="151" y="923"/>
                  <a:pt x="151" y="923"/>
                </a:cubicBezTo>
                <a:cubicBezTo>
                  <a:pt x="151" y="923"/>
                  <a:pt x="151" y="923"/>
                  <a:pt x="151" y="923"/>
                </a:cubicBezTo>
                <a:cubicBezTo>
                  <a:pt x="150" y="923"/>
                  <a:pt x="150" y="923"/>
                  <a:pt x="149" y="923"/>
                </a:cubicBezTo>
                <a:cubicBezTo>
                  <a:pt x="149" y="923"/>
                  <a:pt x="149" y="923"/>
                  <a:pt x="149" y="922"/>
                </a:cubicBezTo>
                <a:cubicBezTo>
                  <a:pt x="148" y="922"/>
                  <a:pt x="148" y="922"/>
                  <a:pt x="148" y="922"/>
                </a:cubicBezTo>
                <a:cubicBezTo>
                  <a:pt x="148" y="922"/>
                  <a:pt x="147" y="921"/>
                  <a:pt x="147" y="920"/>
                </a:cubicBezTo>
                <a:cubicBezTo>
                  <a:pt x="146" y="920"/>
                  <a:pt x="145" y="919"/>
                  <a:pt x="145" y="919"/>
                </a:cubicBezTo>
                <a:cubicBezTo>
                  <a:pt x="145" y="919"/>
                  <a:pt x="145" y="919"/>
                  <a:pt x="145" y="918"/>
                </a:cubicBezTo>
                <a:cubicBezTo>
                  <a:pt x="145" y="918"/>
                  <a:pt x="145" y="918"/>
                  <a:pt x="145" y="918"/>
                </a:cubicBezTo>
                <a:cubicBezTo>
                  <a:pt x="145" y="918"/>
                  <a:pt x="146" y="918"/>
                  <a:pt x="146" y="918"/>
                </a:cubicBezTo>
                <a:cubicBezTo>
                  <a:pt x="146" y="918"/>
                  <a:pt x="147" y="918"/>
                  <a:pt x="147" y="918"/>
                </a:cubicBezTo>
                <a:cubicBezTo>
                  <a:pt x="147" y="918"/>
                  <a:pt x="147" y="917"/>
                  <a:pt x="147" y="917"/>
                </a:cubicBezTo>
                <a:cubicBezTo>
                  <a:pt x="147" y="917"/>
                  <a:pt x="147" y="916"/>
                  <a:pt x="147" y="915"/>
                </a:cubicBezTo>
                <a:cubicBezTo>
                  <a:pt x="147" y="915"/>
                  <a:pt x="147" y="915"/>
                  <a:pt x="147" y="915"/>
                </a:cubicBezTo>
                <a:cubicBezTo>
                  <a:pt x="147" y="915"/>
                  <a:pt x="147" y="915"/>
                  <a:pt x="148" y="914"/>
                </a:cubicBezTo>
                <a:cubicBezTo>
                  <a:pt x="148" y="914"/>
                  <a:pt x="147" y="914"/>
                  <a:pt x="147" y="913"/>
                </a:cubicBezTo>
                <a:cubicBezTo>
                  <a:pt x="147" y="913"/>
                  <a:pt x="147" y="913"/>
                  <a:pt x="146" y="913"/>
                </a:cubicBezTo>
                <a:cubicBezTo>
                  <a:pt x="146" y="914"/>
                  <a:pt x="146" y="915"/>
                  <a:pt x="145" y="915"/>
                </a:cubicBezTo>
                <a:cubicBezTo>
                  <a:pt x="145" y="915"/>
                  <a:pt x="145" y="915"/>
                  <a:pt x="144" y="914"/>
                </a:cubicBezTo>
                <a:cubicBezTo>
                  <a:pt x="144" y="914"/>
                  <a:pt x="144" y="914"/>
                  <a:pt x="144" y="914"/>
                </a:cubicBezTo>
                <a:cubicBezTo>
                  <a:pt x="143" y="914"/>
                  <a:pt x="143" y="913"/>
                  <a:pt x="144" y="913"/>
                </a:cubicBezTo>
                <a:cubicBezTo>
                  <a:pt x="144" y="913"/>
                  <a:pt x="144" y="912"/>
                  <a:pt x="144" y="912"/>
                </a:cubicBezTo>
                <a:cubicBezTo>
                  <a:pt x="144" y="912"/>
                  <a:pt x="145" y="911"/>
                  <a:pt x="145" y="911"/>
                </a:cubicBezTo>
                <a:cubicBezTo>
                  <a:pt x="145" y="910"/>
                  <a:pt x="145" y="909"/>
                  <a:pt x="145" y="909"/>
                </a:cubicBezTo>
                <a:cubicBezTo>
                  <a:pt x="145" y="909"/>
                  <a:pt x="145" y="908"/>
                  <a:pt x="145" y="908"/>
                </a:cubicBezTo>
                <a:cubicBezTo>
                  <a:pt x="145" y="908"/>
                  <a:pt x="145" y="907"/>
                  <a:pt x="145" y="907"/>
                </a:cubicBezTo>
                <a:cubicBezTo>
                  <a:pt x="145" y="907"/>
                  <a:pt x="145" y="907"/>
                  <a:pt x="145" y="907"/>
                </a:cubicBezTo>
                <a:cubicBezTo>
                  <a:pt x="145" y="907"/>
                  <a:pt x="145" y="907"/>
                  <a:pt x="145" y="907"/>
                </a:cubicBezTo>
                <a:cubicBezTo>
                  <a:pt x="144" y="907"/>
                  <a:pt x="144" y="908"/>
                  <a:pt x="144" y="908"/>
                </a:cubicBezTo>
                <a:cubicBezTo>
                  <a:pt x="144" y="908"/>
                  <a:pt x="144" y="909"/>
                  <a:pt x="144" y="909"/>
                </a:cubicBezTo>
                <a:cubicBezTo>
                  <a:pt x="144" y="909"/>
                  <a:pt x="144" y="910"/>
                  <a:pt x="144" y="911"/>
                </a:cubicBezTo>
                <a:cubicBezTo>
                  <a:pt x="144" y="911"/>
                  <a:pt x="144" y="912"/>
                  <a:pt x="143" y="912"/>
                </a:cubicBezTo>
                <a:cubicBezTo>
                  <a:pt x="143" y="913"/>
                  <a:pt x="143" y="913"/>
                  <a:pt x="142" y="914"/>
                </a:cubicBezTo>
                <a:cubicBezTo>
                  <a:pt x="142" y="914"/>
                  <a:pt x="142" y="914"/>
                  <a:pt x="142" y="914"/>
                </a:cubicBezTo>
                <a:cubicBezTo>
                  <a:pt x="142" y="915"/>
                  <a:pt x="142" y="915"/>
                  <a:pt x="142" y="915"/>
                </a:cubicBezTo>
                <a:cubicBezTo>
                  <a:pt x="143" y="915"/>
                  <a:pt x="143" y="916"/>
                  <a:pt x="143" y="916"/>
                </a:cubicBezTo>
                <a:cubicBezTo>
                  <a:pt x="143" y="916"/>
                  <a:pt x="143" y="917"/>
                  <a:pt x="144" y="917"/>
                </a:cubicBezTo>
                <a:cubicBezTo>
                  <a:pt x="144" y="917"/>
                  <a:pt x="144" y="917"/>
                  <a:pt x="145" y="918"/>
                </a:cubicBezTo>
                <a:cubicBezTo>
                  <a:pt x="145" y="918"/>
                  <a:pt x="145" y="918"/>
                  <a:pt x="145" y="918"/>
                </a:cubicBezTo>
                <a:cubicBezTo>
                  <a:pt x="145" y="918"/>
                  <a:pt x="144" y="919"/>
                  <a:pt x="144" y="919"/>
                </a:cubicBezTo>
                <a:cubicBezTo>
                  <a:pt x="144" y="919"/>
                  <a:pt x="144" y="919"/>
                  <a:pt x="144" y="919"/>
                </a:cubicBezTo>
                <a:cubicBezTo>
                  <a:pt x="144" y="919"/>
                  <a:pt x="144" y="919"/>
                  <a:pt x="144" y="919"/>
                </a:cubicBezTo>
                <a:cubicBezTo>
                  <a:pt x="144" y="918"/>
                  <a:pt x="144" y="918"/>
                  <a:pt x="144" y="918"/>
                </a:cubicBezTo>
                <a:cubicBezTo>
                  <a:pt x="143" y="918"/>
                  <a:pt x="143" y="918"/>
                  <a:pt x="143" y="917"/>
                </a:cubicBezTo>
                <a:cubicBezTo>
                  <a:pt x="143" y="917"/>
                  <a:pt x="142" y="916"/>
                  <a:pt x="142" y="917"/>
                </a:cubicBezTo>
                <a:cubicBezTo>
                  <a:pt x="142" y="917"/>
                  <a:pt x="142" y="917"/>
                  <a:pt x="142" y="917"/>
                </a:cubicBezTo>
                <a:cubicBezTo>
                  <a:pt x="142" y="917"/>
                  <a:pt x="142" y="917"/>
                  <a:pt x="142" y="918"/>
                </a:cubicBezTo>
                <a:cubicBezTo>
                  <a:pt x="142" y="918"/>
                  <a:pt x="142" y="918"/>
                  <a:pt x="142" y="918"/>
                </a:cubicBezTo>
                <a:cubicBezTo>
                  <a:pt x="142" y="918"/>
                  <a:pt x="142" y="918"/>
                  <a:pt x="142" y="918"/>
                </a:cubicBezTo>
                <a:cubicBezTo>
                  <a:pt x="141" y="918"/>
                  <a:pt x="141" y="917"/>
                  <a:pt x="141" y="916"/>
                </a:cubicBezTo>
                <a:cubicBezTo>
                  <a:pt x="141" y="916"/>
                  <a:pt x="141" y="915"/>
                  <a:pt x="141" y="914"/>
                </a:cubicBezTo>
                <a:cubicBezTo>
                  <a:pt x="141" y="914"/>
                  <a:pt x="141" y="913"/>
                  <a:pt x="141" y="913"/>
                </a:cubicBezTo>
                <a:cubicBezTo>
                  <a:pt x="141" y="913"/>
                  <a:pt x="140" y="913"/>
                  <a:pt x="140" y="913"/>
                </a:cubicBezTo>
                <a:cubicBezTo>
                  <a:pt x="140" y="913"/>
                  <a:pt x="140" y="913"/>
                  <a:pt x="140" y="913"/>
                </a:cubicBezTo>
                <a:cubicBezTo>
                  <a:pt x="140" y="914"/>
                  <a:pt x="140" y="914"/>
                  <a:pt x="140" y="914"/>
                </a:cubicBezTo>
                <a:cubicBezTo>
                  <a:pt x="140" y="914"/>
                  <a:pt x="140" y="914"/>
                  <a:pt x="140" y="915"/>
                </a:cubicBezTo>
                <a:cubicBezTo>
                  <a:pt x="140" y="915"/>
                  <a:pt x="140" y="915"/>
                  <a:pt x="140" y="915"/>
                </a:cubicBezTo>
                <a:cubicBezTo>
                  <a:pt x="140" y="915"/>
                  <a:pt x="140" y="915"/>
                  <a:pt x="139" y="914"/>
                </a:cubicBezTo>
                <a:cubicBezTo>
                  <a:pt x="139" y="914"/>
                  <a:pt x="139" y="914"/>
                  <a:pt x="139" y="914"/>
                </a:cubicBezTo>
                <a:cubicBezTo>
                  <a:pt x="138" y="914"/>
                  <a:pt x="138" y="915"/>
                  <a:pt x="138" y="914"/>
                </a:cubicBezTo>
                <a:cubicBezTo>
                  <a:pt x="138" y="914"/>
                  <a:pt x="138" y="914"/>
                  <a:pt x="138" y="914"/>
                </a:cubicBezTo>
                <a:cubicBezTo>
                  <a:pt x="138" y="914"/>
                  <a:pt x="138" y="913"/>
                  <a:pt x="138" y="913"/>
                </a:cubicBezTo>
                <a:cubicBezTo>
                  <a:pt x="139" y="913"/>
                  <a:pt x="139" y="913"/>
                  <a:pt x="139" y="912"/>
                </a:cubicBezTo>
                <a:cubicBezTo>
                  <a:pt x="139" y="912"/>
                  <a:pt x="139" y="911"/>
                  <a:pt x="139" y="912"/>
                </a:cubicBezTo>
                <a:cubicBezTo>
                  <a:pt x="138" y="912"/>
                  <a:pt x="138" y="913"/>
                  <a:pt x="137" y="913"/>
                </a:cubicBezTo>
                <a:cubicBezTo>
                  <a:pt x="137" y="914"/>
                  <a:pt x="137" y="914"/>
                  <a:pt x="137" y="914"/>
                </a:cubicBezTo>
                <a:cubicBezTo>
                  <a:pt x="136" y="914"/>
                  <a:pt x="136" y="914"/>
                  <a:pt x="136" y="914"/>
                </a:cubicBezTo>
                <a:cubicBezTo>
                  <a:pt x="136" y="913"/>
                  <a:pt x="136" y="913"/>
                  <a:pt x="137" y="913"/>
                </a:cubicBezTo>
                <a:cubicBezTo>
                  <a:pt x="137" y="913"/>
                  <a:pt x="137" y="913"/>
                  <a:pt x="137" y="912"/>
                </a:cubicBezTo>
                <a:cubicBezTo>
                  <a:pt x="136" y="912"/>
                  <a:pt x="136" y="913"/>
                  <a:pt x="136" y="913"/>
                </a:cubicBezTo>
                <a:cubicBezTo>
                  <a:pt x="135" y="913"/>
                  <a:pt x="134" y="913"/>
                  <a:pt x="133" y="912"/>
                </a:cubicBezTo>
                <a:cubicBezTo>
                  <a:pt x="134" y="912"/>
                  <a:pt x="134" y="912"/>
                  <a:pt x="134" y="911"/>
                </a:cubicBezTo>
                <a:cubicBezTo>
                  <a:pt x="135" y="911"/>
                  <a:pt x="135" y="911"/>
                  <a:pt x="136" y="911"/>
                </a:cubicBezTo>
                <a:cubicBezTo>
                  <a:pt x="136" y="911"/>
                  <a:pt x="137" y="910"/>
                  <a:pt x="138" y="910"/>
                </a:cubicBezTo>
                <a:cubicBezTo>
                  <a:pt x="138" y="910"/>
                  <a:pt x="138" y="909"/>
                  <a:pt x="138" y="909"/>
                </a:cubicBezTo>
                <a:cubicBezTo>
                  <a:pt x="139" y="909"/>
                  <a:pt x="139" y="909"/>
                  <a:pt x="139" y="908"/>
                </a:cubicBezTo>
                <a:cubicBezTo>
                  <a:pt x="139" y="907"/>
                  <a:pt x="139" y="907"/>
                  <a:pt x="139" y="906"/>
                </a:cubicBezTo>
                <a:cubicBezTo>
                  <a:pt x="139" y="905"/>
                  <a:pt x="139" y="905"/>
                  <a:pt x="139" y="905"/>
                </a:cubicBezTo>
                <a:cubicBezTo>
                  <a:pt x="139" y="905"/>
                  <a:pt x="139" y="905"/>
                  <a:pt x="139" y="905"/>
                </a:cubicBezTo>
                <a:cubicBezTo>
                  <a:pt x="139" y="905"/>
                  <a:pt x="138" y="905"/>
                  <a:pt x="138" y="905"/>
                </a:cubicBezTo>
                <a:cubicBezTo>
                  <a:pt x="138" y="905"/>
                  <a:pt x="138" y="906"/>
                  <a:pt x="138" y="906"/>
                </a:cubicBezTo>
                <a:cubicBezTo>
                  <a:pt x="138" y="906"/>
                  <a:pt x="138" y="907"/>
                  <a:pt x="138" y="907"/>
                </a:cubicBezTo>
                <a:cubicBezTo>
                  <a:pt x="137" y="908"/>
                  <a:pt x="137" y="908"/>
                  <a:pt x="137" y="909"/>
                </a:cubicBezTo>
                <a:cubicBezTo>
                  <a:pt x="137" y="910"/>
                  <a:pt x="136" y="910"/>
                  <a:pt x="135" y="910"/>
                </a:cubicBezTo>
                <a:cubicBezTo>
                  <a:pt x="135" y="910"/>
                  <a:pt x="134" y="910"/>
                  <a:pt x="133" y="910"/>
                </a:cubicBezTo>
                <a:cubicBezTo>
                  <a:pt x="133" y="910"/>
                  <a:pt x="133" y="909"/>
                  <a:pt x="133" y="909"/>
                </a:cubicBezTo>
                <a:cubicBezTo>
                  <a:pt x="134" y="909"/>
                  <a:pt x="134" y="909"/>
                  <a:pt x="134" y="909"/>
                </a:cubicBezTo>
                <a:cubicBezTo>
                  <a:pt x="134" y="908"/>
                  <a:pt x="134" y="908"/>
                  <a:pt x="133" y="908"/>
                </a:cubicBezTo>
                <a:cubicBezTo>
                  <a:pt x="132" y="907"/>
                  <a:pt x="131" y="907"/>
                  <a:pt x="131" y="908"/>
                </a:cubicBezTo>
                <a:cubicBezTo>
                  <a:pt x="131" y="908"/>
                  <a:pt x="130" y="908"/>
                  <a:pt x="130" y="908"/>
                </a:cubicBezTo>
                <a:cubicBezTo>
                  <a:pt x="130" y="907"/>
                  <a:pt x="130" y="907"/>
                  <a:pt x="130" y="907"/>
                </a:cubicBezTo>
                <a:cubicBezTo>
                  <a:pt x="131" y="907"/>
                  <a:pt x="131" y="907"/>
                  <a:pt x="132" y="907"/>
                </a:cubicBezTo>
                <a:cubicBezTo>
                  <a:pt x="132" y="907"/>
                  <a:pt x="133" y="907"/>
                  <a:pt x="133" y="906"/>
                </a:cubicBezTo>
                <a:cubicBezTo>
                  <a:pt x="132" y="906"/>
                  <a:pt x="131" y="906"/>
                  <a:pt x="131" y="906"/>
                </a:cubicBezTo>
                <a:cubicBezTo>
                  <a:pt x="130" y="906"/>
                  <a:pt x="130" y="906"/>
                  <a:pt x="130" y="906"/>
                </a:cubicBezTo>
                <a:cubicBezTo>
                  <a:pt x="130" y="906"/>
                  <a:pt x="130" y="907"/>
                  <a:pt x="129" y="907"/>
                </a:cubicBezTo>
                <a:cubicBezTo>
                  <a:pt x="129" y="908"/>
                  <a:pt x="127" y="907"/>
                  <a:pt x="127" y="907"/>
                </a:cubicBezTo>
                <a:cubicBezTo>
                  <a:pt x="126" y="907"/>
                  <a:pt x="126" y="908"/>
                  <a:pt x="125" y="908"/>
                </a:cubicBezTo>
                <a:cubicBezTo>
                  <a:pt x="125" y="908"/>
                  <a:pt x="125" y="908"/>
                  <a:pt x="124" y="907"/>
                </a:cubicBezTo>
                <a:cubicBezTo>
                  <a:pt x="124" y="907"/>
                  <a:pt x="123" y="907"/>
                  <a:pt x="122" y="907"/>
                </a:cubicBezTo>
                <a:cubicBezTo>
                  <a:pt x="122" y="907"/>
                  <a:pt x="122" y="906"/>
                  <a:pt x="122" y="906"/>
                </a:cubicBezTo>
                <a:cubicBezTo>
                  <a:pt x="121" y="905"/>
                  <a:pt x="120" y="904"/>
                  <a:pt x="119" y="903"/>
                </a:cubicBezTo>
                <a:cubicBezTo>
                  <a:pt x="119" y="903"/>
                  <a:pt x="119" y="903"/>
                  <a:pt x="119" y="903"/>
                </a:cubicBezTo>
                <a:cubicBezTo>
                  <a:pt x="119" y="902"/>
                  <a:pt x="119" y="902"/>
                  <a:pt x="120" y="902"/>
                </a:cubicBezTo>
                <a:cubicBezTo>
                  <a:pt x="120" y="902"/>
                  <a:pt x="121" y="901"/>
                  <a:pt x="121" y="901"/>
                </a:cubicBezTo>
                <a:cubicBezTo>
                  <a:pt x="121" y="901"/>
                  <a:pt x="121" y="901"/>
                  <a:pt x="121" y="901"/>
                </a:cubicBezTo>
                <a:cubicBezTo>
                  <a:pt x="120" y="901"/>
                  <a:pt x="119" y="901"/>
                  <a:pt x="119" y="900"/>
                </a:cubicBezTo>
                <a:cubicBezTo>
                  <a:pt x="119" y="900"/>
                  <a:pt x="119" y="900"/>
                  <a:pt x="120" y="900"/>
                </a:cubicBezTo>
                <a:cubicBezTo>
                  <a:pt x="120" y="900"/>
                  <a:pt x="121" y="899"/>
                  <a:pt x="121" y="898"/>
                </a:cubicBezTo>
                <a:cubicBezTo>
                  <a:pt x="121" y="898"/>
                  <a:pt x="122" y="898"/>
                  <a:pt x="121" y="897"/>
                </a:cubicBezTo>
                <a:cubicBezTo>
                  <a:pt x="121" y="897"/>
                  <a:pt x="121" y="897"/>
                  <a:pt x="122" y="896"/>
                </a:cubicBezTo>
                <a:cubicBezTo>
                  <a:pt x="122" y="896"/>
                  <a:pt x="122" y="896"/>
                  <a:pt x="122" y="896"/>
                </a:cubicBezTo>
                <a:cubicBezTo>
                  <a:pt x="123" y="896"/>
                  <a:pt x="123" y="896"/>
                  <a:pt x="123" y="896"/>
                </a:cubicBezTo>
                <a:cubicBezTo>
                  <a:pt x="123" y="895"/>
                  <a:pt x="123" y="895"/>
                  <a:pt x="123" y="895"/>
                </a:cubicBezTo>
                <a:cubicBezTo>
                  <a:pt x="122" y="895"/>
                  <a:pt x="122" y="895"/>
                  <a:pt x="122" y="894"/>
                </a:cubicBezTo>
                <a:cubicBezTo>
                  <a:pt x="122" y="894"/>
                  <a:pt x="122" y="894"/>
                  <a:pt x="122" y="894"/>
                </a:cubicBezTo>
                <a:cubicBezTo>
                  <a:pt x="121" y="895"/>
                  <a:pt x="121" y="895"/>
                  <a:pt x="121" y="895"/>
                </a:cubicBezTo>
                <a:cubicBezTo>
                  <a:pt x="121" y="896"/>
                  <a:pt x="120" y="897"/>
                  <a:pt x="121" y="897"/>
                </a:cubicBezTo>
                <a:cubicBezTo>
                  <a:pt x="121" y="897"/>
                  <a:pt x="121" y="897"/>
                  <a:pt x="121" y="898"/>
                </a:cubicBezTo>
                <a:cubicBezTo>
                  <a:pt x="121" y="898"/>
                  <a:pt x="120" y="898"/>
                  <a:pt x="120" y="899"/>
                </a:cubicBezTo>
                <a:cubicBezTo>
                  <a:pt x="120" y="899"/>
                  <a:pt x="119" y="899"/>
                  <a:pt x="119" y="899"/>
                </a:cubicBezTo>
                <a:cubicBezTo>
                  <a:pt x="119" y="898"/>
                  <a:pt x="119" y="898"/>
                  <a:pt x="119" y="898"/>
                </a:cubicBezTo>
                <a:cubicBezTo>
                  <a:pt x="119" y="898"/>
                  <a:pt x="119" y="898"/>
                  <a:pt x="118" y="897"/>
                </a:cubicBezTo>
                <a:cubicBezTo>
                  <a:pt x="118" y="897"/>
                  <a:pt x="119" y="896"/>
                  <a:pt x="118" y="896"/>
                </a:cubicBezTo>
                <a:cubicBezTo>
                  <a:pt x="118" y="896"/>
                  <a:pt x="118" y="896"/>
                  <a:pt x="118" y="896"/>
                </a:cubicBezTo>
                <a:cubicBezTo>
                  <a:pt x="118" y="895"/>
                  <a:pt x="118" y="895"/>
                  <a:pt x="118" y="895"/>
                </a:cubicBezTo>
                <a:cubicBezTo>
                  <a:pt x="118" y="894"/>
                  <a:pt x="118" y="893"/>
                  <a:pt x="118" y="893"/>
                </a:cubicBezTo>
                <a:cubicBezTo>
                  <a:pt x="119" y="892"/>
                  <a:pt x="119" y="892"/>
                  <a:pt x="119" y="892"/>
                </a:cubicBezTo>
                <a:cubicBezTo>
                  <a:pt x="119" y="892"/>
                  <a:pt x="119" y="892"/>
                  <a:pt x="119" y="892"/>
                </a:cubicBezTo>
                <a:cubicBezTo>
                  <a:pt x="119" y="892"/>
                  <a:pt x="119" y="892"/>
                  <a:pt x="119" y="892"/>
                </a:cubicBezTo>
                <a:cubicBezTo>
                  <a:pt x="119" y="892"/>
                  <a:pt x="119" y="892"/>
                  <a:pt x="119" y="892"/>
                </a:cubicBezTo>
                <a:cubicBezTo>
                  <a:pt x="119" y="892"/>
                  <a:pt x="119" y="892"/>
                  <a:pt x="119" y="892"/>
                </a:cubicBezTo>
                <a:cubicBezTo>
                  <a:pt x="118" y="892"/>
                  <a:pt x="118" y="892"/>
                  <a:pt x="118" y="892"/>
                </a:cubicBezTo>
                <a:cubicBezTo>
                  <a:pt x="118" y="891"/>
                  <a:pt x="118" y="891"/>
                  <a:pt x="118" y="891"/>
                </a:cubicBezTo>
                <a:cubicBezTo>
                  <a:pt x="118" y="890"/>
                  <a:pt x="118" y="890"/>
                  <a:pt x="119" y="889"/>
                </a:cubicBezTo>
                <a:cubicBezTo>
                  <a:pt x="119" y="888"/>
                  <a:pt x="119" y="888"/>
                  <a:pt x="119" y="888"/>
                </a:cubicBezTo>
                <a:cubicBezTo>
                  <a:pt x="120" y="888"/>
                  <a:pt x="120" y="888"/>
                  <a:pt x="120" y="887"/>
                </a:cubicBezTo>
                <a:cubicBezTo>
                  <a:pt x="121" y="887"/>
                  <a:pt x="122" y="886"/>
                  <a:pt x="122" y="886"/>
                </a:cubicBezTo>
                <a:cubicBezTo>
                  <a:pt x="122" y="885"/>
                  <a:pt x="123" y="885"/>
                  <a:pt x="123" y="885"/>
                </a:cubicBezTo>
                <a:cubicBezTo>
                  <a:pt x="123" y="885"/>
                  <a:pt x="123" y="886"/>
                  <a:pt x="123" y="886"/>
                </a:cubicBezTo>
                <a:cubicBezTo>
                  <a:pt x="123" y="886"/>
                  <a:pt x="123" y="886"/>
                  <a:pt x="123" y="886"/>
                </a:cubicBezTo>
                <a:cubicBezTo>
                  <a:pt x="122" y="887"/>
                  <a:pt x="122" y="888"/>
                  <a:pt x="121" y="888"/>
                </a:cubicBezTo>
                <a:cubicBezTo>
                  <a:pt x="121" y="889"/>
                  <a:pt x="120" y="889"/>
                  <a:pt x="120" y="889"/>
                </a:cubicBezTo>
                <a:cubicBezTo>
                  <a:pt x="120" y="889"/>
                  <a:pt x="120" y="889"/>
                  <a:pt x="120" y="889"/>
                </a:cubicBezTo>
                <a:cubicBezTo>
                  <a:pt x="120" y="890"/>
                  <a:pt x="119" y="890"/>
                  <a:pt x="119" y="890"/>
                </a:cubicBezTo>
                <a:cubicBezTo>
                  <a:pt x="120" y="890"/>
                  <a:pt x="120" y="890"/>
                  <a:pt x="120" y="890"/>
                </a:cubicBezTo>
                <a:cubicBezTo>
                  <a:pt x="121" y="890"/>
                  <a:pt x="121" y="890"/>
                  <a:pt x="121" y="889"/>
                </a:cubicBezTo>
                <a:cubicBezTo>
                  <a:pt x="121" y="889"/>
                  <a:pt x="121" y="889"/>
                  <a:pt x="121" y="889"/>
                </a:cubicBezTo>
                <a:cubicBezTo>
                  <a:pt x="121" y="889"/>
                  <a:pt x="121" y="889"/>
                  <a:pt x="121" y="889"/>
                </a:cubicBezTo>
                <a:cubicBezTo>
                  <a:pt x="121" y="889"/>
                  <a:pt x="121" y="889"/>
                  <a:pt x="122" y="889"/>
                </a:cubicBezTo>
                <a:cubicBezTo>
                  <a:pt x="122" y="889"/>
                  <a:pt x="122" y="889"/>
                  <a:pt x="122" y="888"/>
                </a:cubicBezTo>
                <a:cubicBezTo>
                  <a:pt x="123" y="888"/>
                  <a:pt x="123" y="888"/>
                  <a:pt x="123" y="888"/>
                </a:cubicBezTo>
                <a:cubicBezTo>
                  <a:pt x="123" y="888"/>
                  <a:pt x="124" y="887"/>
                  <a:pt x="124" y="887"/>
                </a:cubicBezTo>
                <a:cubicBezTo>
                  <a:pt x="124" y="887"/>
                  <a:pt x="125" y="887"/>
                  <a:pt x="125" y="887"/>
                </a:cubicBezTo>
                <a:cubicBezTo>
                  <a:pt x="126" y="887"/>
                  <a:pt x="126" y="887"/>
                  <a:pt x="126" y="887"/>
                </a:cubicBezTo>
                <a:cubicBezTo>
                  <a:pt x="126" y="887"/>
                  <a:pt x="126" y="887"/>
                  <a:pt x="126" y="888"/>
                </a:cubicBezTo>
                <a:cubicBezTo>
                  <a:pt x="126" y="888"/>
                  <a:pt x="127" y="889"/>
                  <a:pt x="127" y="890"/>
                </a:cubicBezTo>
                <a:cubicBezTo>
                  <a:pt x="127" y="890"/>
                  <a:pt x="128" y="890"/>
                  <a:pt x="128" y="890"/>
                </a:cubicBezTo>
                <a:cubicBezTo>
                  <a:pt x="128" y="890"/>
                  <a:pt x="128" y="890"/>
                  <a:pt x="128" y="890"/>
                </a:cubicBezTo>
                <a:cubicBezTo>
                  <a:pt x="128" y="889"/>
                  <a:pt x="128" y="889"/>
                  <a:pt x="128" y="888"/>
                </a:cubicBezTo>
                <a:cubicBezTo>
                  <a:pt x="127" y="888"/>
                  <a:pt x="127" y="888"/>
                  <a:pt x="127" y="888"/>
                </a:cubicBezTo>
                <a:cubicBezTo>
                  <a:pt x="127" y="887"/>
                  <a:pt x="127" y="887"/>
                  <a:pt x="127" y="887"/>
                </a:cubicBezTo>
                <a:cubicBezTo>
                  <a:pt x="127" y="887"/>
                  <a:pt x="127" y="887"/>
                  <a:pt x="127" y="887"/>
                </a:cubicBezTo>
                <a:cubicBezTo>
                  <a:pt x="127" y="886"/>
                  <a:pt x="127" y="886"/>
                  <a:pt x="127" y="886"/>
                </a:cubicBezTo>
                <a:cubicBezTo>
                  <a:pt x="127" y="886"/>
                  <a:pt x="127" y="886"/>
                  <a:pt x="127" y="886"/>
                </a:cubicBezTo>
                <a:cubicBezTo>
                  <a:pt x="127" y="885"/>
                  <a:pt x="127" y="885"/>
                  <a:pt x="127" y="885"/>
                </a:cubicBezTo>
                <a:cubicBezTo>
                  <a:pt x="127" y="885"/>
                  <a:pt x="127" y="885"/>
                  <a:pt x="127" y="886"/>
                </a:cubicBezTo>
                <a:cubicBezTo>
                  <a:pt x="126" y="886"/>
                  <a:pt x="126" y="886"/>
                  <a:pt x="125" y="886"/>
                </a:cubicBezTo>
                <a:cubicBezTo>
                  <a:pt x="125" y="886"/>
                  <a:pt x="125" y="886"/>
                  <a:pt x="124" y="886"/>
                </a:cubicBezTo>
                <a:cubicBezTo>
                  <a:pt x="124" y="885"/>
                  <a:pt x="124" y="885"/>
                  <a:pt x="124" y="885"/>
                </a:cubicBezTo>
                <a:cubicBezTo>
                  <a:pt x="124" y="885"/>
                  <a:pt x="124" y="885"/>
                  <a:pt x="124" y="885"/>
                </a:cubicBezTo>
                <a:cubicBezTo>
                  <a:pt x="124" y="885"/>
                  <a:pt x="124" y="885"/>
                  <a:pt x="124" y="885"/>
                </a:cubicBezTo>
                <a:cubicBezTo>
                  <a:pt x="124" y="885"/>
                  <a:pt x="124" y="884"/>
                  <a:pt x="124" y="884"/>
                </a:cubicBezTo>
                <a:cubicBezTo>
                  <a:pt x="124" y="884"/>
                  <a:pt x="124" y="884"/>
                  <a:pt x="124" y="884"/>
                </a:cubicBezTo>
                <a:cubicBezTo>
                  <a:pt x="124" y="884"/>
                  <a:pt x="124" y="884"/>
                  <a:pt x="124" y="884"/>
                </a:cubicBezTo>
                <a:cubicBezTo>
                  <a:pt x="124" y="884"/>
                  <a:pt x="124" y="883"/>
                  <a:pt x="124" y="883"/>
                </a:cubicBezTo>
                <a:cubicBezTo>
                  <a:pt x="124" y="883"/>
                  <a:pt x="125" y="883"/>
                  <a:pt x="125" y="882"/>
                </a:cubicBezTo>
                <a:cubicBezTo>
                  <a:pt x="126" y="882"/>
                  <a:pt x="127" y="881"/>
                  <a:pt x="127" y="880"/>
                </a:cubicBezTo>
                <a:cubicBezTo>
                  <a:pt x="126" y="879"/>
                  <a:pt x="126" y="878"/>
                  <a:pt x="126" y="878"/>
                </a:cubicBezTo>
                <a:cubicBezTo>
                  <a:pt x="126" y="879"/>
                  <a:pt x="126" y="880"/>
                  <a:pt x="125" y="881"/>
                </a:cubicBezTo>
                <a:cubicBezTo>
                  <a:pt x="125" y="882"/>
                  <a:pt x="125" y="882"/>
                  <a:pt x="124" y="882"/>
                </a:cubicBezTo>
                <a:cubicBezTo>
                  <a:pt x="124" y="883"/>
                  <a:pt x="123" y="884"/>
                  <a:pt x="123" y="884"/>
                </a:cubicBezTo>
                <a:cubicBezTo>
                  <a:pt x="123" y="885"/>
                  <a:pt x="123" y="885"/>
                  <a:pt x="123" y="885"/>
                </a:cubicBezTo>
                <a:cubicBezTo>
                  <a:pt x="122" y="885"/>
                  <a:pt x="122" y="885"/>
                  <a:pt x="122" y="885"/>
                </a:cubicBezTo>
                <a:cubicBezTo>
                  <a:pt x="122" y="885"/>
                  <a:pt x="122" y="884"/>
                  <a:pt x="122" y="884"/>
                </a:cubicBezTo>
                <a:cubicBezTo>
                  <a:pt x="121" y="884"/>
                  <a:pt x="121" y="885"/>
                  <a:pt x="121" y="885"/>
                </a:cubicBezTo>
                <a:cubicBezTo>
                  <a:pt x="122" y="886"/>
                  <a:pt x="121" y="887"/>
                  <a:pt x="120" y="887"/>
                </a:cubicBezTo>
                <a:cubicBezTo>
                  <a:pt x="120" y="887"/>
                  <a:pt x="120" y="887"/>
                  <a:pt x="120" y="887"/>
                </a:cubicBezTo>
                <a:cubicBezTo>
                  <a:pt x="119" y="887"/>
                  <a:pt x="119" y="887"/>
                  <a:pt x="119" y="887"/>
                </a:cubicBezTo>
                <a:cubicBezTo>
                  <a:pt x="119" y="888"/>
                  <a:pt x="118" y="888"/>
                  <a:pt x="118" y="889"/>
                </a:cubicBezTo>
                <a:cubicBezTo>
                  <a:pt x="117" y="889"/>
                  <a:pt x="117" y="890"/>
                  <a:pt x="117" y="890"/>
                </a:cubicBezTo>
                <a:cubicBezTo>
                  <a:pt x="117" y="890"/>
                  <a:pt x="117" y="890"/>
                  <a:pt x="116" y="890"/>
                </a:cubicBezTo>
                <a:cubicBezTo>
                  <a:pt x="116" y="890"/>
                  <a:pt x="116" y="891"/>
                  <a:pt x="117" y="891"/>
                </a:cubicBezTo>
                <a:cubicBezTo>
                  <a:pt x="117" y="892"/>
                  <a:pt x="117" y="893"/>
                  <a:pt x="117" y="893"/>
                </a:cubicBezTo>
                <a:cubicBezTo>
                  <a:pt x="116" y="894"/>
                  <a:pt x="115" y="893"/>
                  <a:pt x="115" y="892"/>
                </a:cubicBezTo>
                <a:cubicBezTo>
                  <a:pt x="115" y="891"/>
                  <a:pt x="116" y="891"/>
                  <a:pt x="116" y="890"/>
                </a:cubicBezTo>
                <a:cubicBezTo>
                  <a:pt x="115" y="890"/>
                  <a:pt x="115" y="891"/>
                  <a:pt x="115" y="891"/>
                </a:cubicBezTo>
                <a:cubicBezTo>
                  <a:pt x="115" y="891"/>
                  <a:pt x="114" y="890"/>
                  <a:pt x="114" y="890"/>
                </a:cubicBezTo>
                <a:cubicBezTo>
                  <a:pt x="114" y="889"/>
                  <a:pt x="114" y="889"/>
                  <a:pt x="113" y="889"/>
                </a:cubicBezTo>
                <a:cubicBezTo>
                  <a:pt x="113" y="889"/>
                  <a:pt x="113" y="889"/>
                  <a:pt x="113" y="889"/>
                </a:cubicBezTo>
                <a:cubicBezTo>
                  <a:pt x="113" y="888"/>
                  <a:pt x="113" y="888"/>
                  <a:pt x="113" y="888"/>
                </a:cubicBezTo>
                <a:cubicBezTo>
                  <a:pt x="114" y="888"/>
                  <a:pt x="115" y="888"/>
                  <a:pt x="115" y="888"/>
                </a:cubicBezTo>
                <a:cubicBezTo>
                  <a:pt x="115" y="889"/>
                  <a:pt x="115" y="889"/>
                  <a:pt x="116" y="889"/>
                </a:cubicBezTo>
                <a:cubicBezTo>
                  <a:pt x="116" y="889"/>
                  <a:pt x="116" y="889"/>
                  <a:pt x="117" y="888"/>
                </a:cubicBezTo>
                <a:cubicBezTo>
                  <a:pt x="117" y="888"/>
                  <a:pt x="117" y="888"/>
                  <a:pt x="117" y="887"/>
                </a:cubicBezTo>
                <a:cubicBezTo>
                  <a:pt x="117" y="887"/>
                  <a:pt x="117" y="886"/>
                  <a:pt x="117" y="886"/>
                </a:cubicBezTo>
                <a:cubicBezTo>
                  <a:pt x="116" y="886"/>
                  <a:pt x="117" y="887"/>
                  <a:pt x="116" y="887"/>
                </a:cubicBezTo>
                <a:cubicBezTo>
                  <a:pt x="116" y="888"/>
                  <a:pt x="116" y="888"/>
                  <a:pt x="116" y="888"/>
                </a:cubicBezTo>
                <a:cubicBezTo>
                  <a:pt x="115" y="888"/>
                  <a:pt x="116" y="888"/>
                  <a:pt x="116" y="887"/>
                </a:cubicBezTo>
                <a:cubicBezTo>
                  <a:pt x="116" y="887"/>
                  <a:pt x="116" y="887"/>
                  <a:pt x="116" y="887"/>
                </a:cubicBezTo>
                <a:cubicBezTo>
                  <a:pt x="116" y="887"/>
                  <a:pt x="116" y="887"/>
                  <a:pt x="116" y="887"/>
                </a:cubicBezTo>
                <a:cubicBezTo>
                  <a:pt x="115" y="886"/>
                  <a:pt x="115" y="886"/>
                  <a:pt x="116" y="886"/>
                </a:cubicBezTo>
                <a:cubicBezTo>
                  <a:pt x="116" y="885"/>
                  <a:pt x="116" y="885"/>
                  <a:pt x="117" y="884"/>
                </a:cubicBezTo>
                <a:cubicBezTo>
                  <a:pt x="117" y="884"/>
                  <a:pt x="117" y="883"/>
                  <a:pt x="118" y="884"/>
                </a:cubicBezTo>
                <a:cubicBezTo>
                  <a:pt x="118" y="884"/>
                  <a:pt x="118" y="884"/>
                  <a:pt x="118" y="884"/>
                </a:cubicBezTo>
                <a:cubicBezTo>
                  <a:pt x="118" y="884"/>
                  <a:pt x="118" y="884"/>
                  <a:pt x="118" y="884"/>
                </a:cubicBezTo>
                <a:cubicBezTo>
                  <a:pt x="118" y="883"/>
                  <a:pt x="118" y="883"/>
                  <a:pt x="117" y="883"/>
                </a:cubicBezTo>
                <a:cubicBezTo>
                  <a:pt x="117" y="883"/>
                  <a:pt x="117" y="883"/>
                  <a:pt x="117" y="884"/>
                </a:cubicBezTo>
                <a:cubicBezTo>
                  <a:pt x="116" y="884"/>
                  <a:pt x="116" y="885"/>
                  <a:pt x="115" y="886"/>
                </a:cubicBezTo>
                <a:cubicBezTo>
                  <a:pt x="115" y="886"/>
                  <a:pt x="114" y="887"/>
                  <a:pt x="114" y="887"/>
                </a:cubicBezTo>
                <a:cubicBezTo>
                  <a:pt x="114" y="887"/>
                  <a:pt x="114" y="887"/>
                  <a:pt x="114" y="887"/>
                </a:cubicBezTo>
                <a:cubicBezTo>
                  <a:pt x="113" y="887"/>
                  <a:pt x="114" y="887"/>
                  <a:pt x="114" y="887"/>
                </a:cubicBezTo>
                <a:cubicBezTo>
                  <a:pt x="114" y="886"/>
                  <a:pt x="114" y="885"/>
                  <a:pt x="115" y="885"/>
                </a:cubicBezTo>
                <a:cubicBezTo>
                  <a:pt x="115" y="884"/>
                  <a:pt x="115" y="884"/>
                  <a:pt x="115" y="884"/>
                </a:cubicBezTo>
                <a:cubicBezTo>
                  <a:pt x="115" y="884"/>
                  <a:pt x="115" y="883"/>
                  <a:pt x="115" y="883"/>
                </a:cubicBezTo>
                <a:cubicBezTo>
                  <a:pt x="115" y="882"/>
                  <a:pt x="116" y="881"/>
                  <a:pt x="116" y="881"/>
                </a:cubicBezTo>
                <a:cubicBezTo>
                  <a:pt x="116" y="880"/>
                  <a:pt x="116" y="880"/>
                  <a:pt x="116" y="880"/>
                </a:cubicBezTo>
                <a:cubicBezTo>
                  <a:pt x="116" y="880"/>
                  <a:pt x="117" y="880"/>
                  <a:pt x="117" y="880"/>
                </a:cubicBezTo>
                <a:cubicBezTo>
                  <a:pt x="116" y="880"/>
                  <a:pt x="116" y="879"/>
                  <a:pt x="116" y="879"/>
                </a:cubicBezTo>
                <a:cubicBezTo>
                  <a:pt x="116" y="879"/>
                  <a:pt x="115" y="879"/>
                  <a:pt x="115" y="879"/>
                </a:cubicBezTo>
                <a:cubicBezTo>
                  <a:pt x="115" y="879"/>
                  <a:pt x="115" y="879"/>
                  <a:pt x="115" y="880"/>
                </a:cubicBezTo>
                <a:cubicBezTo>
                  <a:pt x="115" y="880"/>
                  <a:pt x="115" y="880"/>
                  <a:pt x="115" y="881"/>
                </a:cubicBezTo>
                <a:cubicBezTo>
                  <a:pt x="115" y="881"/>
                  <a:pt x="115" y="882"/>
                  <a:pt x="115" y="882"/>
                </a:cubicBezTo>
                <a:cubicBezTo>
                  <a:pt x="114" y="883"/>
                  <a:pt x="114" y="884"/>
                  <a:pt x="114" y="885"/>
                </a:cubicBezTo>
                <a:cubicBezTo>
                  <a:pt x="114" y="886"/>
                  <a:pt x="114" y="886"/>
                  <a:pt x="113" y="886"/>
                </a:cubicBezTo>
                <a:cubicBezTo>
                  <a:pt x="113" y="886"/>
                  <a:pt x="113" y="886"/>
                  <a:pt x="113" y="886"/>
                </a:cubicBezTo>
                <a:cubicBezTo>
                  <a:pt x="113" y="886"/>
                  <a:pt x="113" y="885"/>
                  <a:pt x="113" y="885"/>
                </a:cubicBezTo>
                <a:cubicBezTo>
                  <a:pt x="113" y="884"/>
                  <a:pt x="113" y="883"/>
                  <a:pt x="113" y="882"/>
                </a:cubicBezTo>
                <a:cubicBezTo>
                  <a:pt x="113" y="881"/>
                  <a:pt x="113" y="880"/>
                  <a:pt x="114" y="879"/>
                </a:cubicBezTo>
                <a:cubicBezTo>
                  <a:pt x="113" y="879"/>
                  <a:pt x="113" y="879"/>
                  <a:pt x="113" y="878"/>
                </a:cubicBezTo>
                <a:cubicBezTo>
                  <a:pt x="113" y="878"/>
                  <a:pt x="113" y="878"/>
                  <a:pt x="113" y="878"/>
                </a:cubicBezTo>
                <a:cubicBezTo>
                  <a:pt x="113" y="878"/>
                  <a:pt x="113" y="877"/>
                  <a:pt x="113" y="877"/>
                </a:cubicBezTo>
                <a:cubicBezTo>
                  <a:pt x="112" y="878"/>
                  <a:pt x="112" y="878"/>
                  <a:pt x="112" y="878"/>
                </a:cubicBezTo>
                <a:cubicBezTo>
                  <a:pt x="112" y="879"/>
                  <a:pt x="112" y="880"/>
                  <a:pt x="112" y="880"/>
                </a:cubicBezTo>
                <a:cubicBezTo>
                  <a:pt x="112" y="881"/>
                  <a:pt x="112" y="881"/>
                  <a:pt x="112" y="881"/>
                </a:cubicBezTo>
                <a:cubicBezTo>
                  <a:pt x="112" y="881"/>
                  <a:pt x="112" y="881"/>
                  <a:pt x="112" y="881"/>
                </a:cubicBezTo>
                <a:cubicBezTo>
                  <a:pt x="112" y="882"/>
                  <a:pt x="112" y="882"/>
                  <a:pt x="112" y="882"/>
                </a:cubicBezTo>
                <a:cubicBezTo>
                  <a:pt x="112" y="883"/>
                  <a:pt x="112" y="883"/>
                  <a:pt x="112" y="884"/>
                </a:cubicBezTo>
                <a:cubicBezTo>
                  <a:pt x="113" y="884"/>
                  <a:pt x="112" y="885"/>
                  <a:pt x="112" y="885"/>
                </a:cubicBezTo>
                <a:cubicBezTo>
                  <a:pt x="112" y="885"/>
                  <a:pt x="112" y="885"/>
                  <a:pt x="112" y="885"/>
                </a:cubicBezTo>
                <a:cubicBezTo>
                  <a:pt x="112" y="885"/>
                  <a:pt x="111" y="885"/>
                  <a:pt x="111" y="885"/>
                </a:cubicBezTo>
                <a:cubicBezTo>
                  <a:pt x="111" y="885"/>
                  <a:pt x="111" y="885"/>
                  <a:pt x="111" y="885"/>
                </a:cubicBezTo>
                <a:cubicBezTo>
                  <a:pt x="111" y="885"/>
                  <a:pt x="111" y="885"/>
                  <a:pt x="111" y="886"/>
                </a:cubicBezTo>
                <a:cubicBezTo>
                  <a:pt x="112" y="886"/>
                  <a:pt x="111" y="886"/>
                  <a:pt x="111" y="886"/>
                </a:cubicBezTo>
                <a:cubicBezTo>
                  <a:pt x="111" y="887"/>
                  <a:pt x="111" y="887"/>
                  <a:pt x="111" y="887"/>
                </a:cubicBezTo>
                <a:cubicBezTo>
                  <a:pt x="111" y="887"/>
                  <a:pt x="111" y="886"/>
                  <a:pt x="111" y="886"/>
                </a:cubicBezTo>
                <a:cubicBezTo>
                  <a:pt x="111" y="886"/>
                  <a:pt x="110" y="886"/>
                  <a:pt x="110" y="886"/>
                </a:cubicBezTo>
                <a:cubicBezTo>
                  <a:pt x="110" y="885"/>
                  <a:pt x="110" y="885"/>
                  <a:pt x="110" y="885"/>
                </a:cubicBezTo>
                <a:cubicBezTo>
                  <a:pt x="109" y="885"/>
                  <a:pt x="109" y="885"/>
                  <a:pt x="110" y="885"/>
                </a:cubicBezTo>
                <a:cubicBezTo>
                  <a:pt x="110" y="884"/>
                  <a:pt x="111" y="883"/>
                  <a:pt x="110" y="883"/>
                </a:cubicBezTo>
                <a:cubicBezTo>
                  <a:pt x="110" y="883"/>
                  <a:pt x="110" y="882"/>
                  <a:pt x="110" y="882"/>
                </a:cubicBezTo>
                <a:cubicBezTo>
                  <a:pt x="110" y="882"/>
                  <a:pt x="110" y="882"/>
                  <a:pt x="110" y="881"/>
                </a:cubicBezTo>
                <a:cubicBezTo>
                  <a:pt x="110" y="881"/>
                  <a:pt x="110" y="881"/>
                  <a:pt x="110" y="881"/>
                </a:cubicBezTo>
                <a:cubicBezTo>
                  <a:pt x="111" y="881"/>
                  <a:pt x="110" y="880"/>
                  <a:pt x="110" y="879"/>
                </a:cubicBezTo>
                <a:cubicBezTo>
                  <a:pt x="111" y="879"/>
                  <a:pt x="111" y="879"/>
                  <a:pt x="111" y="878"/>
                </a:cubicBezTo>
                <a:cubicBezTo>
                  <a:pt x="111" y="878"/>
                  <a:pt x="111" y="878"/>
                  <a:pt x="111" y="878"/>
                </a:cubicBezTo>
                <a:cubicBezTo>
                  <a:pt x="110" y="878"/>
                  <a:pt x="110" y="879"/>
                  <a:pt x="110" y="880"/>
                </a:cubicBezTo>
                <a:cubicBezTo>
                  <a:pt x="110" y="881"/>
                  <a:pt x="110" y="881"/>
                  <a:pt x="109" y="881"/>
                </a:cubicBezTo>
                <a:cubicBezTo>
                  <a:pt x="109" y="882"/>
                  <a:pt x="109" y="882"/>
                  <a:pt x="108" y="881"/>
                </a:cubicBezTo>
                <a:cubicBezTo>
                  <a:pt x="108" y="881"/>
                  <a:pt x="108" y="881"/>
                  <a:pt x="108" y="881"/>
                </a:cubicBezTo>
                <a:cubicBezTo>
                  <a:pt x="107" y="880"/>
                  <a:pt x="107" y="879"/>
                  <a:pt x="107" y="879"/>
                </a:cubicBezTo>
                <a:cubicBezTo>
                  <a:pt x="107" y="878"/>
                  <a:pt x="107" y="878"/>
                  <a:pt x="107" y="878"/>
                </a:cubicBezTo>
                <a:cubicBezTo>
                  <a:pt x="107" y="878"/>
                  <a:pt x="107" y="878"/>
                  <a:pt x="107" y="878"/>
                </a:cubicBezTo>
                <a:cubicBezTo>
                  <a:pt x="106" y="878"/>
                  <a:pt x="106" y="877"/>
                  <a:pt x="107" y="877"/>
                </a:cubicBezTo>
                <a:cubicBezTo>
                  <a:pt x="107" y="877"/>
                  <a:pt x="107" y="876"/>
                  <a:pt x="107" y="875"/>
                </a:cubicBezTo>
                <a:cubicBezTo>
                  <a:pt x="107" y="874"/>
                  <a:pt x="108" y="873"/>
                  <a:pt x="107" y="872"/>
                </a:cubicBezTo>
                <a:cubicBezTo>
                  <a:pt x="108" y="872"/>
                  <a:pt x="108" y="872"/>
                  <a:pt x="109" y="872"/>
                </a:cubicBezTo>
                <a:cubicBezTo>
                  <a:pt x="109" y="872"/>
                  <a:pt x="109" y="871"/>
                  <a:pt x="109" y="870"/>
                </a:cubicBezTo>
                <a:cubicBezTo>
                  <a:pt x="109" y="870"/>
                  <a:pt x="109" y="870"/>
                  <a:pt x="109" y="869"/>
                </a:cubicBezTo>
                <a:cubicBezTo>
                  <a:pt x="108" y="869"/>
                  <a:pt x="108" y="869"/>
                  <a:pt x="108" y="869"/>
                </a:cubicBezTo>
                <a:cubicBezTo>
                  <a:pt x="108" y="869"/>
                  <a:pt x="109" y="868"/>
                  <a:pt x="109" y="868"/>
                </a:cubicBezTo>
                <a:cubicBezTo>
                  <a:pt x="110" y="869"/>
                  <a:pt x="110" y="869"/>
                  <a:pt x="110" y="869"/>
                </a:cubicBezTo>
                <a:cubicBezTo>
                  <a:pt x="111" y="870"/>
                  <a:pt x="112" y="870"/>
                  <a:pt x="113" y="870"/>
                </a:cubicBezTo>
                <a:cubicBezTo>
                  <a:pt x="113" y="870"/>
                  <a:pt x="114" y="870"/>
                  <a:pt x="114" y="870"/>
                </a:cubicBezTo>
                <a:cubicBezTo>
                  <a:pt x="115" y="870"/>
                  <a:pt x="115" y="870"/>
                  <a:pt x="116" y="871"/>
                </a:cubicBezTo>
                <a:cubicBezTo>
                  <a:pt x="117" y="871"/>
                  <a:pt x="117" y="871"/>
                  <a:pt x="117" y="871"/>
                </a:cubicBezTo>
                <a:cubicBezTo>
                  <a:pt x="117" y="870"/>
                  <a:pt x="116" y="870"/>
                  <a:pt x="116" y="870"/>
                </a:cubicBezTo>
                <a:cubicBezTo>
                  <a:pt x="115" y="869"/>
                  <a:pt x="115" y="869"/>
                  <a:pt x="114" y="869"/>
                </a:cubicBezTo>
                <a:cubicBezTo>
                  <a:pt x="114" y="869"/>
                  <a:pt x="114" y="870"/>
                  <a:pt x="113" y="870"/>
                </a:cubicBezTo>
                <a:cubicBezTo>
                  <a:pt x="113" y="870"/>
                  <a:pt x="112" y="870"/>
                  <a:pt x="112" y="869"/>
                </a:cubicBezTo>
                <a:cubicBezTo>
                  <a:pt x="112" y="869"/>
                  <a:pt x="111" y="869"/>
                  <a:pt x="110" y="868"/>
                </a:cubicBezTo>
                <a:cubicBezTo>
                  <a:pt x="110" y="868"/>
                  <a:pt x="110" y="867"/>
                  <a:pt x="110" y="866"/>
                </a:cubicBezTo>
                <a:cubicBezTo>
                  <a:pt x="110" y="866"/>
                  <a:pt x="110" y="866"/>
                  <a:pt x="110" y="866"/>
                </a:cubicBezTo>
                <a:cubicBezTo>
                  <a:pt x="110" y="866"/>
                  <a:pt x="110" y="865"/>
                  <a:pt x="109" y="865"/>
                </a:cubicBezTo>
                <a:cubicBezTo>
                  <a:pt x="109" y="865"/>
                  <a:pt x="110" y="865"/>
                  <a:pt x="110" y="865"/>
                </a:cubicBezTo>
                <a:cubicBezTo>
                  <a:pt x="111" y="864"/>
                  <a:pt x="111" y="863"/>
                  <a:pt x="111" y="863"/>
                </a:cubicBezTo>
                <a:cubicBezTo>
                  <a:pt x="111" y="862"/>
                  <a:pt x="111" y="862"/>
                  <a:pt x="111" y="862"/>
                </a:cubicBezTo>
                <a:cubicBezTo>
                  <a:pt x="111" y="862"/>
                  <a:pt x="111" y="862"/>
                  <a:pt x="110" y="862"/>
                </a:cubicBezTo>
                <a:cubicBezTo>
                  <a:pt x="110" y="862"/>
                  <a:pt x="110" y="863"/>
                  <a:pt x="110" y="863"/>
                </a:cubicBezTo>
                <a:cubicBezTo>
                  <a:pt x="110" y="863"/>
                  <a:pt x="109" y="864"/>
                  <a:pt x="108" y="864"/>
                </a:cubicBezTo>
                <a:cubicBezTo>
                  <a:pt x="108" y="865"/>
                  <a:pt x="108" y="865"/>
                  <a:pt x="108" y="865"/>
                </a:cubicBezTo>
                <a:cubicBezTo>
                  <a:pt x="107" y="866"/>
                  <a:pt x="106" y="866"/>
                  <a:pt x="106" y="867"/>
                </a:cubicBezTo>
                <a:cubicBezTo>
                  <a:pt x="105" y="868"/>
                  <a:pt x="106" y="869"/>
                  <a:pt x="106" y="870"/>
                </a:cubicBezTo>
                <a:cubicBezTo>
                  <a:pt x="106" y="870"/>
                  <a:pt x="106" y="871"/>
                  <a:pt x="105" y="871"/>
                </a:cubicBezTo>
                <a:cubicBezTo>
                  <a:pt x="105" y="871"/>
                  <a:pt x="105" y="871"/>
                  <a:pt x="105" y="871"/>
                </a:cubicBezTo>
                <a:cubicBezTo>
                  <a:pt x="105" y="871"/>
                  <a:pt x="105" y="871"/>
                  <a:pt x="105" y="871"/>
                </a:cubicBezTo>
                <a:cubicBezTo>
                  <a:pt x="105" y="871"/>
                  <a:pt x="104" y="872"/>
                  <a:pt x="104" y="871"/>
                </a:cubicBezTo>
                <a:cubicBezTo>
                  <a:pt x="104" y="872"/>
                  <a:pt x="103" y="873"/>
                  <a:pt x="103" y="873"/>
                </a:cubicBezTo>
                <a:cubicBezTo>
                  <a:pt x="103" y="873"/>
                  <a:pt x="103" y="873"/>
                  <a:pt x="102" y="872"/>
                </a:cubicBezTo>
                <a:cubicBezTo>
                  <a:pt x="102" y="872"/>
                  <a:pt x="101" y="872"/>
                  <a:pt x="101" y="871"/>
                </a:cubicBezTo>
                <a:cubicBezTo>
                  <a:pt x="101" y="871"/>
                  <a:pt x="101" y="870"/>
                  <a:pt x="100" y="870"/>
                </a:cubicBezTo>
                <a:cubicBezTo>
                  <a:pt x="100" y="870"/>
                  <a:pt x="100" y="869"/>
                  <a:pt x="100" y="869"/>
                </a:cubicBezTo>
                <a:cubicBezTo>
                  <a:pt x="99" y="869"/>
                  <a:pt x="100" y="868"/>
                  <a:pt x="99" y="868"/>
                </a:cubicBezTo>
                <a:cubicBezTo>
                  <a:pt x="99" y="868"/>
                  <a:pt x="99" y="868"/>
                  <a:pt x="99" y="868"/>
                </a:cubicBezTo>
                <a:cubicBezTo>
                  <a:pt x="99" y="867"/>
                  <a:pt x="98" y="867"/>
                  <a:pt x="98" y="866"/>
                </a:cubicBezTo>
                <a:cubicBezTo>
                  <a:pt x="98" y="866"/>
                  <a:pt x="98" y="866"/>
                  <a:pt x="97" y="866"/>
                </a:cubicBezTo>
                <a:cubicBezTo>
                  <a:pt x="97" y="867"/>
                  <a:pt x="98" y="867"/>
                  <a:pt x="98" y="868"/>
                </a:cubicBezTo>
                <a:cubicBezTo>
                  <a:pt x="98" y="868"/>
                  <a:pt x="98" y="868"/>
                  <a:pt x="98" y="868"/>
                </a:cubicBezTo>
                <a:cubicBezTo>
                  <a:pt x="97" y="868"/>
                  <a:pt x="97" y="868"/>
                  <a:pt x="97" y="868"/>
                </a:cubicBezTo>
                <a:cubicBezTo>
                  <a:pt x="97" y="867"/>
                  <a:pt x="96" y="867"/>
                  <a:pt x="96" y="867"/>
                </a:cubicBezTo>
                <a:cubicBezTo>
                  <a:pt x="95" y="866"/>
                  <a:pt x="96" y="866"/>
                  <a:pt x="96" y="865"/>
                </a:cubicBezTo>
                <a:cubicBezTo>
                  <a:pt x="96" y="865"/>
                  <a:pt x="96" y="865"/>
                  <a:pt x="96" y="865"/>
                </a:cubicBezTo>
                <a:cubicBezTo>
                  <a:pt x="96" y="865"/>
                  <a:pt x="97" y="865"/>
                  <a:pt x="97" y="865"/>
                </a:cubicBezTo>
                <a:cubicBezTo>
                  <a:pt x="97" y="865"/>
                  <a:pt x="97" y="865"/>
                  <a:pt x="98" y="865"/>
                </a:cubicBezTo>
                <a:cubicBezTo>
                  <a:pt x="98" y="865"/>
                  <a:pt x="98" y="865"/>
                  <a:pt x="97" y="864"/>
                </a:cubicBezTo>
                <a:cubicBezTo>
                  <a:pt x="97" y="864"/>
                  <a:pt x="97" y="864"/>
                  <a:pt x="97" y="864"/>
                </a:cubicBezTo>
                <a:cubicBezTo>
                  <a:pt x="97" y="864"/>
                  <a:pt x="97" y="864"/>
                  <a:pt x="97" y="863"/>
                </a:cubicBezTo>
                <a:cubicBezTo>
                  <a:pt x="97" y="863"/>
                  <a:pt x="97" y="863"/>
                  <a:pt x="98" y="863"/>
                </a:cubicBezTo>
                <a:cubicBezTo>
                  <a:pt x="98" y="863"/>
                  <a:pt x="98" y="863"/>
                  <a:pt x="98" y="864"/>
                </a:cubicBezTo>
                <a:cubicBezTo>
                  <a:pt x="99" y="864"/>
                  <a:pt x="100" y="865"/>
                  <a:pt x="100" y="866"/>
                </a:cubicBezTo>
                <a:cubicBezTo>
                  <a:pt x="100" y="866"/>
                  <a:pt x="100" y="866"/>
                  <a:pt x="101" y="866"/>
                </a:cubicBezTo>
                <a:cubicBezTo>
                  <a:pt x="101" y="866"/>
                  <a:pt x="101" y="866"/>
                  <a:pt x="101" y="866"/>
                </a:cubicBezTo>
                <a:cubicBezTo>
                  <a:pt x="101" y="866"/>
                  <a:pt x="101" y="866"/>
                  <a:pt x="101" y="866"/>
                </a:cubicBezTo>
                <a:cubicBezTo>
                  <a:pt x="100" y="865"/>
                  <a:pt x="99" y="864"/>
                  <a:pt x="98" y="863"/>
                </a:cubicBezTo>
                <a:cubicBezTo>
                  <a:pt x="98" y="862"/>
                  <a:pt x="98" y="862"/>
                  <a:pt x="98" y="861"/>
                </a:cubicBezTo>
                <a:cubicBezTo>
                  <a:pt x="98" y="861"/>
                  <a:pt x="98" y="861"/>
                  <a:pt x="98" y="860"/>
                </a:cubicBezTo>
                <a:cubicBezTo>
                  <a:pt x="98" y="860"/>
                  <a:pt x="98" y="860"/>
                  <a:pt x="98" y="860"/>
                </a:cubicBezTo>
                <a:cubicBezTo>
                  <a:pt x="99" y="859"/>
                  <a:pt x="99" y="859"/>
                  <a:pt x="100" y="859"/>
                </a:cubicBezTo>
                <a:cubicBezTo>
                  <a:pt x="100" y="859"/>
                  <a:pt x="100" y="859"/>
                  <a:pt x="100" y="859"/>
                </a:cubicBezTo>
                <a:cubicBezTo>
                  <a:pt x="100" y="859"/>
                  <a:pt x="100" y="859"/>
                  <a:pt x="99" y="859"/>
                </a:cubicBezTo>
                <a:cubicBezTo>
                  <a:pt x="99" y="859"/>
                  <a:pt x="99" y="859"/>
                  <a:pt x="99" y="858"/>
                </a:cubicBezTo>
                <a:cubicBezTo>
                  <a:pt x="99" y="858"/>
                  <a:pt x="99" y="858"/>
                  <a:pt x="99" y="859"/>
                </a:cubicBezTo>
                <a:cubicBezTo>
                  <a:pt x="99" y="859"/>
                  <a:pt x="99" y="859"/>
                  <a:pt x="99" y="859"/>
                </a:cubicBezTo>
                <a:cubicBezTo>
                  <a:pt x="98" y="859"/>
                  <a:pt x="98" y="859"/>
                  <a:pt x="98" y="859"/>
                </a:cubicBezTo>
                <a:cubicBezTo>
                  <a:pt x="98" y="859"/>
                  <a:pt x="98" y="859"/>
                  <a:pt x="97" y="860"/>
                </a:cubicBezTo>
                <a:cubicBezTo>
                  <a:pt x="97" y="860"/>
                  <a:pt x="97" y="860"/>
                  <a:pt x="97" y="860"/>
                </a:cubicBezTo>
                <a:cubicBezTo>
                  <a:pt x="97" y="860"/>
                  <a:pt x="97" y="860"/>
                  <a:pt x="97" y="860"/>
                </a:cubicBezTo>
                <a:cubicBezTo>
                  <a:pt x="96" y="860"/>
                  <a:pt x="96" y="859"/>
                  <a:pt x="96" y="859"/>
                </a:cubicBezTo>
                <a:cubicBezTo>
                  <a:pt x="96" y="859"/>
                  <a:pt x="97" y="859"/>
                  <a:pt x="97" y="858"/>
                </a:cubicBezTo>
                <a:cubicBezTo>
                  <a:pt x="97" y="858"/>
                  <a:pt x="96" y="858"/>
                  <a:pt x="96" y="858"/>
                </a:cubicBezTo>
                <a:cubicBezTo>
                  <a:pt x="96" y="857"/>
                  <a:pt x="96" y="857"/>
                  <a:pt x="97" y="857"/>
                </a:cubicBezTo>
                <a:cubicBezTo>
                  <a:pt x="97" y="857"/>
                  <a:pt x="97" y="857"/>
                  <a:pt x="97" y="857"/>
                </a:cubicBezTo>
                <a:cubicBezTo>
                  <a:pt x="97" y="857"/>
                  <a:pt x="97" y="857"/>
                  <a:pt x="97" y="857"/>
                </a:cubicBezTo>
                <a:cubicBezTo>
                  <a:pt x="97" y="857"/>
                  <a:pt x="97" y="856"/>
                  <a:pt x="97" y="856"/>
                </a:cubicBezTo>
                <a:cubicBezTo>
                  <a:pt x="97" y="856"/>
                  <a:pt x="97" y="856"/>
                  <a:pt x="97" y="856"/>
                </a:cubicBezTo>
                <a:cubicBezTo>
                  <a:pt x="97" y="856"/>
                  <a:pt x="97" y="856"/>
                  <a:pt x="97" y="856"/>
                </a:cubicBezTo>
                <a:cubicBezTo>
                  <a:pt x="96" y="856"/>
                  <a:pt x="96" y="856"/>
                  <a:pt x="96" y="856"/>
                </a:cubicBezTo>
                <a:cubicBezTo>
                  <a:pt x="96" y="857"/>
                  <a:pt x="95" y="857"/>
                  <a:pt x="95" y="856"/>
                </a:cubicBezTo>
                <a:cubicBezTo>
                  <a:pt x="95" y="856"/>
                  <a:pt x="95" y="856"/>
                  <a:pt x="95" y="856"/>
                </a:cubicBezTo>
                <a:cubicBezTo>
                  <a:pt x="95" y="855"/>
                  <a:pt x="95" y="855"/>
                  <a:pt x="95" y="855"/>
                </a:cubicBezTo>
                <a:cubicBezTo>
                  <a:pt x="95" y="855"/>
                  <a:pt x="95" y="855"/>
                  <a:pt x="95" y="854"/>
                </a:cubicBezTo>
                <a:cubicBezTo>
                  <a:pt x="95" y="854"/>
                  <a:pt x="95" y="854"/>
                  <a:pt x="95" y="854"/>
                </a:cubicBezTo>
                <a:cubicBezTo>
                  <a:pt x="95" y="854"/>
                  <a:pt x="95" y="854"/>
                  <a:pt x="95" y="854"/>
                </a:cubicBezTo>
                <a:cubicBezTo>
                  <a:pt x="95" y="854"/>
                  <a:pt x="95" y="853"/>
                  <a:pt x="95" y="853"/>
                </a:cubicBezTo>
                <a:cubicBezTo>
                  <a:pt x="95" y="853"/>
                  <a:pt x="96" y="853"/>
                  <a:pt x="96" y="853"/>
                </a:cubicBezTo>
                <a:cubicBezTo>
                  <a:pt x="96" y="853"/>
                  <a:pt x="96" y="853"/>
                  <a:pt x="96" y="854"/>
                </a:cubicBezTo>
                <a:cubicBezTo>
                  <a:pt x="97" y="854"/>
                  <a:pt x="97" y="854"/>
                  <a:pt x="97" y="855"/>
                </a:cubicBezTo>
                <a:cubicBezTo>
                  <a:pt x="97" y="855"/>
                  <a:pt x="98" y="855"/>
                  <a:pt x="98" y="855"/>
                </a:cubicBezTo>
                <a:cubicBezTo>
                  <a:pt x="98" y="855"/>
                  <a:pt x="98" y="855"/>
                  <a:pt x="98" y="854"/>
                </a:cubicBezTo>
                <a:cubicBezTo>
                  <a:pt x="98" y="854"/>
                  <a:pt x="98" y="854"/>
                  <a:pt x="98" y="854"/>
                </a:cubicBezTo>
                <a:cubicBezTo>
                  <a:pt x="97" y="854"/>
                  <a:pt x="97" y="854"/>
                  <a:pt x="97" y="853"/>
                </a:cubicBezTo>
                <a:cubicBezTo>
                  <a:pt x="97" y="853"/>
                  <a:pt x="97" y="853"/>
                  <a:pt x="97" y="853"/>
                </a:cubicBezTo>
                <a:cubicBezTo>
                  <a:pt x="97" y="853"/>
                  <a:pt x="97" y="853"/>
                  <a:pt x="97" y="852"/>
                </a:cubicBezTo>
                <a:cubicBezTo>
                  <a:pt x="96" y="852"/>
                  <a:pt x="96" y="852"/>
                  <a:pt x="96" y="852"/>
                </a:cubicBezTo>
                <a:cubicBezTo>
                  <a:pt x="96" y="852"/>
                  <a:pt x="96" y="852"/>
                  <a:pt x="96" y="852"/>
                </a:cubicBezTo>
                <a:cubicBezTo>
                  <a:pt x="96" y="853"/>
                  <a:pt x="95" y="853"/>
                  <a:pt x="95" y="853"/>
                </a:cubicBezTo>
                <a:cubicBezTo>
                  <a:pt x="95" y="853"/>
                  <a:pt x="95" y="853"/>
                  <a:pt x="95" y="853"/>
                </a:cubicBezTo>
                <a:cubicBezTo>
                  <a:pt x="95" y="853"/>
                  <a:pt x="95" y="852"/>
                  <a:pt x="95" y="852"/>
                </a:cubicBezTo>
                <a:cubicBezTo>
                  <a:pt x="95" y="852"/>
                  <a:pt x="95" y="851"/>
                  <a:pt x="95" y="851"/>
                </a:cubicBezTo>
                <a:cubicBezTo>
                  <a:pt x="96" y="851"/>
                  <a:pt x="96" y="851"/>
                  <a:pt x="96" y="851"/>
                </a:cubicBezTo>
                <a:cubicBezTo>
                  <a:pt x="96" y="851"/>
                  <a:pt x="96" y="851"/>
                  <a:pt x="96" y="851"/>
                </a:cubicBezTo>
                <a:cubicBezTo>
                  <a:pt x="96" y="851"/>
                  <a:pt x="96" y="850"/>
                  <a:pt x="96" y="850"/>
                </a:cubicBezTo>
                <a:cubicBezTo>
                  <a:pt x="96" y="850"/>
                  <a:pt x="96" y="850"/>
                  <a:pt x="96" y="850"/>
                </a:cubicBezTo>
                <a:cubicBezTo>
                  <a:pt x="96" y="850"/>
                  <a:pt x="96" y="850"/>
                  <a:pt x="96" y="850"/>
                </a:cubicBezTo>
                <a:cubicBezTo>
                  <a:pt x="97" y="849"/>
                  <a:pt x="97" y="849"/>
                  <a:pt x="97" y="849"/>
                </a:cubicBezTo>
                <a:cubicBezTo>
                  <a:pt x="98" y="849"/>
                  <a:pt x="98" y="848"/>
                  <a:pt x="98" y="848"/>
                </a:cubicBezTo>
                <a:cubicBezTo>
                  <a:pt x="98" y="848"/>
                  <a:pt x="98" y="848"/>
                  <a:pt x="98" y="848"/>
                </a:cubicBezTo>
                <a:cubicBezTo>
                  <a:pt x="98" y="848"/>
                  <a:pt x="98" y="848"/>
                  <a:pt x="98" y="848"/>
                </a:cubicBezTo>
                <a:cubicBezTo>
                  <a:pt x="98" y="847"/>
                  <a:pt x="98" y="847"/>
                  <a:pt x="98" y="847"/>
                </a:cubicBezTo>
                <a:cubicBezTo>
                  <a:pt x="99" y="847"/>
                  <a:pt x="99" y="847"/>
                  <a:pt x="99" y="847"/>
                </a:cubicBezTo>
                <a:cubicBezTo>
                  <a:pt x="99" y="847"/>
                  <a:pt x="99" y="847"/>
                  <a:pt x="99" y="847"/>
                </a:cubicBezTo>
                <a:cubicBezTo>
                  <a:pt x="100" y="847"/>
                  <a:pt x="100" y="847"/>
                  <a:pt x="100" y="847"/>
                </a:cubicBezTo>
                <a:cubicBezTo>
                  <a:pt x="100" y="846"/>
                  <a:pt x="101" y="847"/>
                  <a:pt x="101" y="847"/>
                </a:cubicBezTo>
                <a:cubicBezTo>
                  <a:pt x="102" y="846"/>
                  <a:pt x="102" y="846"/>
                  <a:pt x="102" y="846"/>
                </a:cubicBezTo>
                <a:cubicBezTo>
                  <a:pt x="102" y="846"/>
                  <a:pt x="102" y="846"/>
                  <a:pt x="102" y="846"/>
                </a:cubicBezTo>
                <a:cubicBezTo>
                  <a:pt x="101" y="846"/>
                  <a:pt x="101" y="846"/>
                  <a:pt x="101" y="846"/>
                </a:cubicBezTo>
                <a:cubicBezTo>
                  <a:pt x="101" y="846"/>
                  <a:pt x="101" y="846"/>
                  <a:pt x="101" y="846"/>
                </a:cubicBezTo>
                <a:cubicBezTo>
                  <a:pt x="100" y="846"/>
                  <a:pt x="100" y="846"/>
                  <a:pt x="100" y="846"/>
                </a:cubicBezTo>
                <a:cubicBezTo>
                  <a:pt x="100" y="846"/>
                  <a:pt x="100" y="846"/>
                  <a:pt x="99" y="846"/>
                </a:cubicBezTo>
                <a:cubicBezTo>
                  <a:pt x="99" y="846"/>
                  <a:pt x="99" y="846"/>
                  <a:pt x="99" y="846"/>
                </a:cubicBezTo>
                <a:cubicBezTo>
                  <a:pt x="99" y="846"/>
                  <a:pt x="100" y="845"/>
                  <a:pt x="100" y="845"/>
                </a:cubicBezTo>
                <a:cubicBezTo>
                  <a:pt x="100" y="845"/>
                  <a:pt x="100" y="845"/>
                  <a:pt x="100" y="845"/>
                </a:cubicBezTo>
                <a:cubicBezTo>
                  <a:pt x="100" y="844"/>
                  <a:pt x="100" y="844"/>
                  <a:pt x="100" y="844"/>
                </a:cubicBezTo>
                <a:cubicBezTo>
                  <a:pt x="100" y="843"/>
                  <a:pt x="101" y="843"/>
                  <a:pt x="101" y="842"/>
                </a:cubicBezTo>
                <a:cubicBezTo>
                  <a:pt x="101" y="842"/>
                  <a:pt x="101" y="841"/>
                  <a:pt x="101" y="841"/>
                </a:cubicBezTo>
                <a:cubicBezTo>
                  <a:pt x="102" y="841"/>
                  <a:pt x="102" y="840"/>
                  <a:pt x="102" y="840"/>
                </a:cubicBezTo>
                <a:cubicBezTo>
                  <a:pt x="102" y="840"/>
                  <a:pt x="102" y="840"/>
                  <a:pt x="102" y="839"/>
                </a:cubicBezTo>
                <a:cubicBezTo>
                  <a:pt x="102" y="839"/>
                  <a:pt x="102" y="839"/>
                  <a:pt x="101" y="839"/>
                </a:cubicBezTo>
                <a:cubicBezTo>
                  <a:pt x="101" y="838"/>
                  <a:pt x="101" y="838"/>
                  <a:pt x="101" y="838"/>
                </a:cubicBezTo>
                <a:cubicBezTo>
                  <a:pt x="101" y="838"/>
                  <a:pt x="101" y="838"/>
                  <a:pt x="101" y="838"/>
                </a:cubicBezTo>
                <a:cubicBezTo>
                  <a:pt x="101" y="838"/>
                  <a:pt x="101" y="839"/>
                  <a:pt x="101" y="839"/>
                </a:cubicBezTo>
                <a:cubicBezTo>
                  <a:pt x="101" y="840"/>
                  <a:pt x="101" y="840"/>
                  <a:pt x="101" y="840"/>
                </a:cubicBezTo>
                <a:cubicBezTo>
                  <a:pt x="101" y="840"/>
                  <a:pt x="101" y="841"/>
                  <a:pt x="101" y="841"/>
                </a:cubicBezTo>
                <a:cubicBezTo>
                  <a:pt x="100" y="841"/>
                  <a:pt x="100" y="842"/>
                  <a:pt x="100" y="842"/>
                </a:cubicBezTo>
                <a:cubicBezTo>
                  <a:pt x="100" y="843"/>
                  <a:pt x="100" y="843"/>
                  <a:pt x="99" y="843"/>
                </a:cubicBezTo>
                <a:cubicBezTo>
                  <a:pt x="99" y="844"/>
                  <a:pt x="99" y="844"/>
                  <a:pt x="99" y="845"/>
                </a:cubicBezTo>
                <a:cubicBezTo>
                  <a:pt x="99" y="845"/>
                  <a:pt x="99" y="846"/>
                  <a:pt x="98" y="846"/>
                </a:cubicBezTo>
                <a:cubicBezTo>
                  <a:pt x="98" y="846"/>
                  <a:pt x="98" y="845"/>
                  <a:pt x="98" y="845"/>
                </a:cubicBezTo>
                <a:cubicBezTo>
                  <a:pt x="98" y="844"/>
                  <a:pt x="98" y="844"/>
                  <a:pt x="98" y="844"/>
                </a:cubicBezTo>
                <a:cubicBezTo>
                  <a:pt x="98" y="844"/>
                  <a:pt x="98" y="844"/>
                  <a:pt x="99" y="843"/>
                </a:cubicBezTo>
                <a:cubicBezTo>
                  <a:pt x="99" y="843"/>
                  <a:pt x="99" y="843"/>
                  <a:pt x="99" y="843"/>
                </a:cubicBezTo>
                <a:cubicBezTo>
                  <a:pt x="99" y="843"/>
                  <a:pt x="99" y="843"/>
                  <a:pt x="99" y="843"/>
                </a:cubicBezTo>
                <a:cubicBezTo>
                  <a:pt x="99" y="842"/>
                  <a:pt x="100" y="841"/>
                  <a:pt x="99" y="840"/>
                </a:cubicBezTo>
                <a:cubicBezTo>
                  <a:pt x="99" y="839"/>
                  <a:pt x="99" y="838"/>
                  <a:pt x="98" y="837"/>
                </a:cubicBezTo>
                <a:cubicBezTo>
                  <a:pt x="98" y="836"/>
                  <a:pt x="99" y="834"/>
                  <a:pt x="98" y="833"/>
                </a:cubicBezTo>
                <a:cubicBezTo>
                  <a:pt x="98" y="833"/>
                  <a:pt x="98" y="833"/>
                  <a:pt x="98" y="833"/>
                </a:cubicBezTo>
                <a:cubicBezTo>
                  <a:pt x="99" y="832"/>
                  <a:pt x="99" y="832"/>
                  <a:pt x="99" y="832"/>
                </a:cubicBezTo>
                <a:cubicBezTo>
                  <a:pt x="99" y="832"/>
                  <a:pt x="99" y="830"/>
                  <a:pt x="99" y="830"/>
                </a:cubicBezTo>
                <a:cubicBezTo>
                  <a:pt x="99" y="830"/>
                  <a:pt x="98" y="828"/>
                  <a:pt x="98" y="828"/>
                </a:cubicBezTo>
                <a:cubicBezTo>
                  <a:pt x="97" y="828"/>
                  <a:pt x="97" y="828"/>
                  <a:pt x="97" y="828"/>
                </a:cubicBezTo>
                <a:cubicBezTo>
                  <a:pt x="96" y="828"/>
                  <a:pt x="96" y="828"/>
                  <a:pt x="96" y="828"/>
                </a:cubicBezTo>
                <a:cubicBezTo>
                  <a:pt x="95" y="828"/>
                  <a:pt x="95" y="828"/>
                  <a:pt x="95" y="828"/>
                </a:cubicBezTo>
                <a:cubicBezTo>
                  <a:pt x="95" y="826"/>
                  <a:pt x="95" y="826"/>
                  <a:pt x="95" y="826"/>
                </a:cubicBezTo>
                <a:cubicBezTo>
                  <a:pt x="95" y="826"/>
                  <a:pt x="94" y="826"/>
                  <a:pt x="94" y="826"/>
                </a:cubicBezTo>
                <a:cubicBezTo>
                  <a:pt x="94" y="826"/>
                  <a:pt x="92" y="824"/>
                  <a:pt x="92" y="824"/>
                </a:cubicBezTo>
                <a:cubicBezTo>
                  <a:pt x="91" y="824"/>
                  <a:pt x="91" y="824"/>
                  <a:pt x="91" y="824"/>
                </a:cubicBezTo>
                <a:cubicBezTo>
                  <a:pt x="89" y="824"/>
                  <a:pt x="89" y="824"/>
                  <a:pt x="89" y="824"/>
                </a:cubicBezTo>
                <a:cubicBezTo>
                  <a:pt x="89" y="824"/>
                  <a:pt x="85" y="820"/>
                  <a:pt x="85" y="820"/>
                </a:cubicBezTo>
                <a:cubicBezTo>
                  <a:pt x="85" y="820"/>
                  <a:pt x="82" y="820"/>
                  <a:pt x="82" y="820"/>
                </a:cubicBezTo>
                <a:cubicBezTo>
                  <a:pt x="82" y="817"/>
                  <a:pt x="82" y="817"/>
                  <a:pt x="82" y="817"/>
                </a:cubicBezTo>
                <a:cubicBezTo>
                  <a:pt x="80" y="816"/>
                  <a:pt x="80" y="816"/>
                  <a:pt x="80" y="816"/>
                </a:cubicBezTo>
                <a:cubicBezTo>
                  <a:pt x="80" y="815"/>
                  <a:pt x="80" y="815"/>
                  <a:pt x="80" y="815"/>
                </a:cubicBezTo>
                <a:cubicBezTo>
                  <a:pt x="81" y="814"/>
                  <a:pt x="81" y="814"/>
                  <a:pt x="81" y="814"/>
                </a:cubicBezTo>
                <a:cubicBezTo>
                  <a:pt x="80" y="813"/>
                  <a:pt x="80" y="813"/>
                  <a:pt x="80" y="813"/>
                </a:cubicBezTo>
                <a:cubicBezTo>
                  <a:pt x="78" y="812"/>
                  <a:pt x="78" y="812"/>
                  <a:pt x="78" y="812"/>
                </a:cubicBezTo>
                <a:cubicBezTo>
                  <a:pt x="78" y="812"/>
                  <a:pt x="78" y="811"/>
                  <a:pt x="78" y="811"/>
                </a:cubicBezTo>
                <a:cubicBezTo>
                  <a:pt x="78" y="811"/>
                  <a:pt x="79" y="810"/>
                  <a:pt x="79" y="810"/>
                </a:cubicBezTo>
                <a:cubicBezTo>
                  <a:pt x="68" y="791"/>
                  <a:pt x="68" y="791"/>
                  <a:pt x="68" y="791"/>
                </a:cubicBezTo>
                <a:cubicBezTo>
                  <a:pt x="69" y="790"/>
                  <a:pt x="69" y="790"/>
                  <a:pt x="69" y="790"/>
                </a:cubicBezTo>
                <a:cubicBezTo>
                  <a:pt x="65" y="785"/>
                  <a:pt x="65" y="785"/>
                  <a:pt x="65" y="785"/>
                </a:cubicBezTo>
                <a:cubicBezTo>
                  <a:pt x="61" y="783"/>
                  <a:pt x="61" y="783"/>
                  <a:pt x="61" y="783"/>
                </a:cubicBezTo>
                <a:cubicBezTo>
                  <a:pt x="60" y="782"/>
                  <a:pt x="60" y="782"/>
                  <a:pt x="60" y="782"/>
                </a:cubicBezTo>
                <a:cubicBezTo>
                  <a:pt x="60" y="780"/>
                  <a:pt x="60" y="780"/>
                  <a:pt x="60" y="780"/>
                </a:cubicBezTo>
                <a:cubicBezTo>
                  <a:pt x="60" y="779"/>
                  <a:pt x="60" y="779"/>
                  <a:pt x="60" y="779"/>
                </a:cubicBezTo>
                <a:cubicBezTo>
                  <a:pt x="57" y="777"/>
                  <a:pt x="57" y="777"/>
                  <a:pt x="57" y="777"/>
                </a:cubicBezTo>
                <a:cubicBezTo>
                  <a:pt x="57" y="776"/>
                  <a:pt x="57" y="776"/>
                  <a:pt x="57" y="776"/>
                </a:cubicBezTo>
                <a:cubicBezTo>
                  <a:pt x="54" y="775"/>
                  <a:pt x="54" y="775"/>
                  <a:pt x="54" y="775"/>
                </a:cubicBezTo>
                <a:cubicBezTo>
                  <a:pt x="54" y="773"/>
                  <a:pt x="54" y="773"/>
                  <a:pt x="54" y="773"/>
                </a:cubicBezTo>
                <a:cubicBezTo>
                  <a:pt x="53" y="773"/>
                  <a:pt x="53" y="773"/>
                  <a:pt x="53" y="773"/>
                </a:cubicBezTo>
                <a:cubicBezTo>
                  <a:pt x="53" y="772"/>
                  <a:pt x="53" y="772"/>
                  <a:pt x="53" y="772"/>
                </a:cubicBezTo>
                <a:cubicBezTo>
                  <a:pt x="54" y="771"/>
                  <a:pt x="54" y="771"/>
                  <a:pt x="54" y="771"/>
                </a:cubicBezTo>
                <a:cubicBezTo>
                  <a:pt x="54" y="770"/>
                  <a:pt x="54" y="770"/>
                  <a:pt x="54" y="770"/>
                </a:cubicBezTo>
                <a:cubicBezTo>
                  <a:pt x="50" y="766"/>
                  <a:pt x="50" y="766"/>
                  <a:pt x="50" y="766"/>
                </a:cubicBezTo>
                <a:cubicBezTo>
                  <a:pt x="49" y="766"/>
                  <a:pt x="49" y="766"/>
                  <a:pt x="49" y="766"/>
                </a:cubicBezTo>
                <a:cubicBezTo>
                  <a:pt x="45" y="769"/>
                  <a:pt x="45" y="769"/>
                  <a:pt x="45" y="769"/>
                </a:cubicBezTo>
                <a:cubicBezTo>
                  <a:pt x="42" y="769"/>
                  <a:pt x="42" y="769"/>
                  <a:pt x="42" y="769"/>
                </a:cubicBezTo>
                <a:cubicBezTo>
                  <a:pt x="42" y="770"/>
                  <a:pt x="42" y="770"/>
                  <a:pt x="42" y="770"/>
                </a:cubicBezTo>
                <a:cubicBezTo>
                  <a:pt x="43" y="770"/>
                  <a:pt x="43" y="770"/>
                  <a:pt x="43" y="770"/>
                </a:cubicBezTo>
                <a:cubicBezTo>
                  <a:pt x="43" y="770"/>
                  <a:pt x="43" y="771"/>
                  <a:pt x="43" y="771"/>
                </a:cubicBezTo>
                <a:cubicBezTo>
                  <a:pt x="43" y="771"/>
                  <a:pt x="43" y="772"/>
                  <a:pt x="43" y="772"/>
                </a:cubicBezTo>
                <a:cubicBezTo>
                  <a:pt x="41" y="772"/>
                  <a:pt x="41" y="772"/>
                  <a:pt x="41" y="772"/>
                </a:cubicBezTo>
                <a:cubicBezTo>
                  <a:pt x="41" y="775"/>
                  <a:pt x="41" y="775"/>
                  <a:pt x="41" y="775"/>
                </a:cubicBezTo>
                <a:cubicBezTo>
                  <a:pt x="40" y="777"/>
                  <a:pt x="40" y="777"/>
                  <a:pt x="40" y="777"/>
                </a:cubicBezTo>
                <a:cubicBezTo>
                  <a:pt x="38" y="777"/>
                  <a:pt x="38" y="777"/>
                  <a:pt x="38" y="777"/>
                </a:cubicBezTo>
                <a:cubicBezTo>
                  <a:pt x="31" y="782"/>
                  <a:pt x="31" y="782"/>
                  <a:pt x="31" y="782"/>
                </a:cubicBezTo>
                <a:cubicBezTo>
                  <a:pt x="31" y="776"/>
                  <a:pt x="31" y="776"/>
                  <a:pt x="31" y="776"/>
                </a:cubicBezTo>
                <a:cubicBezTo>
                  <a:pt x="22" y="766"/>
                  <a:pt x="22" y="766"/>
                  <a:pt x="22" y="766"/>
                </a:cubicBezTo>
                <a:cubicBezTo>
                  <a:pt x="21" y="765"/>
                  <a:pt x="21" y="765"/>
                  <a:pt x="21" y="765"/>
                </a:cubicBezTo>
                <a:cubicBezTo>
                  <a:pt x="21" y="764"/>
                  <a:pt x="21" y="764"/>
                  <a:pt x="21" y="764"/>
                </a:cubicBezTo>
                <a:cubicBezTo>
                  <a:pt x="18" y="762"/>
                  <a:pt x="18" y="762"/>
                  <a:pt x="18" y="762"/>
                </a:cubicBezTo>
                <a:cubicBezTo>
                  <a:pt x="16" y="761"/>
                  <a:pt x="16" y="761"/>
                  <a:pt x="16" y="761"/>
                </a:cubicBezTo>
                <a:cubicBezTo>
                  <a:pt x="16" y="761"/>
                  <a:pt x="17" y="760"/>
                  <a:pt x="17" y="760"/>
                </a:cubicBezTo>
                <a:cubicBezTo>
                  <a:pt x="17" y="759"/>
                  <a:pt x="17" y="758"/>
                  <a:pt x="17" y="758"/>
                </a:cubicBezTo>
                <a:cubicBezTo>
                  <a:pt x="17" y="758"/>
                  <a:pt x="17" y="756"/>
                  <a:pt x="17" y="756"/>
                </a:cubicBezTo>
                <a:cubicBezTo>
                  <a:pt x="12" y="756"/>
                  <a:pt x="12" y="756"/>
                  <a:pt x="12" y="756"/>
                </a:cubicBezTo>
                <a:cubicBezTo>
                  <a:pt x="10" y="759"/>
                  <a:pt x="10" y="759"/>
                  <a:pt x="10" y="759"/>
                </a:cubicBezTo>
                <a:cubicBezTo>
                  <a:pt x="10" y="759"/>
                  <a:pt x="5" y="756"/>
                  <a:pt x="5" y="757"/>
                </a:cubicBezTo>
                <a:cubicBezTo>
                  <a:pt x="5" y="757"/>
                  <a:pt x="5" y="758"/>
                  <a:pt x="5" y="758"/>
                </a:cubicBezTo>
                <a:cubicBezTo>
                  <a:pt x="0" y="757"/>
                  <a:pt x="0" y="757"/>
                  <a:pt x="0" y="757"/>
                </a:cubicBezTo>
                <a:cubicBezTo>
                  <a:pt x="0" y="557"/>
                  <a:pt x="0" y="557"/>
                  <a:pt x="0" y="557"/>
                </a:cubicBezTo>
                <a:cubicBezTo>
                  <a:pt x="1" y="557"/>
                  <a:pt x="2" y="558"/>
                  <a:pt x="3" y="558"/>
                </a:cubicBezTo>
                <a:cubicBezTo>
                  <a:pt x="4" y="558"/>
                  <a:pt x="5" y="559"/>
                  <a:pt x="6" y="559"/>
                </a:cubicBezTo>
                <a:cubicBezTo>
                  <a:pt x="8" y="559"/>
                  <a:pt x="10" y="558"/>
                  <a:pt x="11" y="559"/>
                </a:cubicBezTo>
                <a:cubicBezTo>
                  <a:pt x="12" y="559"/>
                  <a:pt x="13" y="559"/>
                  <a:pt x="14" y="560"/>
                </a:cubicBezTo>
                <a:cubicBezTo>
                  <a:pt x="15" y="560"/>
                  <a:pt x="16" y="561"/>
                  <a:pt x="17" y="561"/>
                </a:cubicBezTo>
                <a:cubicBezTo>
                  <a:pt x="17" y="561"/>
                  <a:pt x="18" y="561"/>
                  <a:pt x="18" y="562"/>
                </a:cubicBezTo>
                <a:cubicBezTo>
                  <a:pt x="18" y="562"/>
                  <a:pt x="19" y="562"/>
                  <a:pt x="19" y="563"/>
                </a:cubicBezTo>
                <a:cubicBezTo>
                  <a:pt x="19" y="563"/>
                  <a:pt x="20" y="564"/>
                  <a:pt x="20" y="564"/>
                </a:cubicBezTo>
                <a:cubicBezTo>
                  <a:pt x="21" y="565"/>
                  <a:pt x="22" y="566"/>
                  <a:pt x="23" y="567"/>
                </a:cubicBezTo>
                <a:cubicBezTo>
                  <a:pt x="23" y="567"/>
                  <a:pt x="23" y="568"/>
                  <a:pt x="24" y="567"/>
                </a:cubicBezTo>
                <a:cubicBezTo>
                  <a:pt x="24" y="567"/>
                  <a:pt x="24" y="567"/>
                  <a:pt x="24" y="567"/>
                </a:cubicBezTo>
                <a:cubicBezTo>
                  <a:pt x="24" y="567"/>
                  <a:pt x="25" y="567"/>
                  <a:pt x="25" y="567"/>
                </a:cubicBezTo>
                <a:cubicBezTo>
                  <a:pt x="25" y="567"/>
                  <a:pt x="25" y="568"/>
                  <a:pt x="25" y="568"/>
                </a:cubicBezTo>
                <a:cubicBezTo>
                  <a:pt x="25" y="568"/>
                  <a:pt x="25" y="568"/>
                  <a:pt x="25" y="568"/>
                </a:cubicBezTo>
                <a:cubicBezTo>
                  <a:pt x="25" y="569"/>
                  <a:pt x="26" y="569"/>
                  <a:pt x="26" y="570"/>
                </a:cubicBezTo>
                <a:cubicBezTo>
                  <a:pt x="27" y="570"/>
                  <a:pt x="28" y="571"/>
                  <a:pt x="29" y="572"/>
                </a:cubicBezTo>
                <a:cubicBezTo>
                  <a:pt x="30" y="573"/>
                  <a:pt x="32" y="573"/>
                  <a:pt x="33" y="574"/>
                </a:cubicBezTo>
                <a:cubicBezTo>
                  <a:pt x="34" y="575"/>
                  <a:pt x="35" y="575"/>
                  <a:pt x="35" y="575"/>
                </a:cubicBezTo>
                <a:cubicBezTo>
                  <a:pt x="36" y="575"/>
                  <a:pt x="36" y="575"/>
                  <a:pt x="37" y="575"/>
                </a:cubicBezTo>
                <a:cubicBezTo>
                  <a:pt x="37" y="576"/>
                  <a:pt x="38" y="577"/>
                  <a:pt x="39" y="577"/>
                </a:cubicBezTo>
                <a:cubicBezTo>
                  <a:pt x="39" y="577"/>
                  <a:pt x="40" y="577"/>
                  <a:pt x="41" y="577"/>
                </a:cubicBezTo>
                <a:cubicBezTo>
                  <a:pt x="41" y="576"/>
                  <a:pt x="42" y="577"/>
                  <a:pt x="43" y="577"/>
                </a:cubicBezTo>
                <a:cubicBezTo>
                  <a:pt x="44" y="577"/>
                  <a:pt x="44" y="577"/>
                  <a:pt x="45" y="577"/>
                </a:cubicBezTo>
                <a:cubicBezTo>
                  <a:pt x="46" y="577"/>
                  <a:pt x="46" y="578"/>
                  <a:pt x="47" y="578"/>
                </a:cubicBezTo>
                <a:cubicBezTo>
                  <a:pt x="47" y="579"/>
                  <a:pt x="48" y="579"/>
                  <a:pt x="48" y="579"/>
                </a:cubicBezTo>
                <a:cubicBezTo>
                  <a:pt x="49" y="580"/>
                  <a:pt x="50" y="580"/>
                  <a:pt x="50" y="580"/>
                </a:cubicBezTo>
                <a:cubicBezTo>
                  <a:pt x="51" y="581"/>
                  <a:pt x="51" y="581"/>
                  <a:pt x="51" y="582"/>
                </a:cubicBezTo>
                <a:cubicBezTo>
                  <a:pt x="51" y="582"/>
                  <a:pt x="52" y="582"/>
                  <a:pt x="52" y="582"/>
                </a:cubicBezTo>
                <a:cubicBezTo>
                  <a:pt x="53" y="582"/>
                  <a:pt x="53" y="583"/>
                  <a:pt x="54" y="583"/>
                </a:cubicBezTo>
                <a:cubicBezTo>
                  <a:pt x="52" y="581"/>
                  <a:pt x="51" y="580"/>
                  <a:pt x="49" y="578"/>
                </a:cubicBezTo>
                <a:cubicBezTo>
                  <a:pt x="49" y="578"/>
                  <a:pt x="49" y="577"/>
                  <a:pt x="49" y="577"/>
                </a:cubicBezTo>
                <a:cubicBezTo>
                  <a:pt x="49" y="577"/>
                  <a:pt x="49" y="577"/>
                  <a:pt x="50" y="576"/>
                </a:cubicBezTo>
                <a:cubicBezTo>
                  <a:pt x="50" y="576"/>
                  <a:pt x="50" y="576"/>
                  <a:pt x="51" y="576"/>
                </a:cubicBezTo>
                <a:cubicBezTo>
                  <a:pt x="51" y="576"/>
                  <a:pt x="51" y="576"/>
                  <a:pt x="51" y="576"/>
                </a:cubicBezTo>
                <a:cubicBezTo>
                  <a:pt x="51" y="576"/>
                  <a:pt x="51" y="576"/>
                  <a:pt x="51" y="576"/>
                </a:cubicBezTo>
                <a:cubicBezTo>
                  <a:pt x="50" y="575"/>
                  <a:pt x="50" y="575"/>
                  <a:pt x="50" y="574"/>
                </a:cubicBezTo>
                <a:cubicBezTo>
                  <a:pt x="50" y="574"/>
                  <a:pt x="51" y="574"/>
                  <a:pt x="51" y="574"/>
                </a:cubicBezTo>
                <a:cubicBezTo>
                  <a:pt x="50" y="574"/>
                  <a:pt x="50" y="574"/>
                  <a:pt x="50" y="574"/>
                </a:cubicBezTo>
                <a:cubicBezTo>
                  <a:pt x="50" y="574"/>
                  <a:pt x="50" y="573"/>
                  <a:pt x="50" y="573"/>
                </a:cubicBezTo>
                <a:cubicBezTo>
                  <a:pt x="49" y="573"/>
                  <a:pt x="49" y="574"/>
                  <a:pt x="49" y="574"/>
                </a:cubicBezTo>
                <a:cubicBezTo>
                  <a:pt x="49" y="574"/>
                  <a:pt x="48" y="574"/>
                  <a:pt x="48" y="573"/>
                </a:cubicBezTo>
                <a:cubicBezTo>
                  <a:pt x="48" y="573"/>
                  <a:pt x="48" y="573"/>
                  <a:pt x="48" y="573"/>
                </a:cubicBezTo>
                <a:cubicBezTo>
                  <a:pt x="48" y="573"/>
                  <a:pt x="47" y="572"/>
                  <a:pt x="47" y="572"/>
                </a:cubicBezTo>
                <a:cubicBezTo>
                  <a:pt x="47" y="572"/>
                  <a:pt x="46" y="571"/>
                  <a:pt x="46" y="570"/>
                </a:cubicBezTo>
                <a:cubicBezTo>
                  <a:pt x="45" y="570"/>
                  <a:pt x="45" y="570"/>
                  <a:pt x="45" y="570"/>
                </a:cubicBezTo>
                <a:cubicBezTo>
                  <a:pt x="45" y="570"/>
                  <a:pt x="45" y="570"/>
                  <a:pt x="45" y="571"/>
                </a:cubicBezTo>
                <a:cubicBezTo>
                  <a:pt x="45" y="571"/>
                  <a:pt x="45" y="571"/>
                  <a:pt x="45" y="571"/>
                </a:cubicBezTo>
                <a:cubicBezTo>
                  <a:pt x="45" y="571"/>
                  <a:pt x="45" y="571"/>
                  <a:pt x="45" y="571"/>
                </a:cubicBezTo>
                <a:cubicBezTo>
                  <a:pt x="44" y="571"/>
                  <a:pt x="44" y="571"/>
                  <a:pt x="44" y="571"/>
                </a:cubicBezTo>
                <a:cubicBezTo>
                  <a:pt x="43" y="571"/>
                  <a:pt x="43" y="571"/>
                  <a:pt x="43" y="571"/>
                </a:cubicBezTo>
                <a:cubicBezTo>
                  <a:pt x="43" y="570"/>
                  <a:pt x="43" y="570"/>
                  <a:pt x="43" y="570"/>
                </a:cubicBezTo>
                <a:cubicBezTo>
                  <a:pt x="43" y="570"/>
                  <a:pt x="43" y="569"/>
                  <a:pt x="44" y="569"/>
                </a:cubicBezTo>
                <a:cubicBezTo>
                  <a:pt x="44" y="569"/>
                  <a:pt x="45" y="569"/>
                  <a:pt x="45" y="569"/>
                </a:cubicBezTo>
                <a:cubicBezTo>
                  <a:pt x="45" y="569"/>
                  <a:pt x="45" y="569"/>
                  <a:pt x="46" y="569"/>
                </a:cubicBezTo>
                <a:cubicBezTo>
                  <a:pt x="46" y="568"/>
                  <a:pt x="46" y="568"/>
                  <a:pt x="46" y="568"/>
                </a:cubicBezTo>
                <a:cubicBezTo>
                  <a:pt x="46" y="568"/>
                  <a:pt x="47" y="568"/>
                  <a:pt x="47" y="568"/>
                </a:cubicBezTo>
                <a:cubicBezTo>
                  <a:pt x="47" y="569"/>
                  <a:pt x="47" y="569"/>
                  <a:pt x="48" y="569"/>
                </a:cubicBezTo>
                <a:cubicBezTo>
                  <a:pt x="48" y="569"/>
                  <a:pt x="48" y="569"/>
                  <a:pt x="48" y="568"/>
                </a:cubicBezTo>
                <a:cubicBezTo>
                  <a:pt x="47" y="568"/>
                  <a:pt x="47" y="568"/>
                  <a:pt x="47" y="568"/>
                </a:cubicBezTo>
                <a:cubicBezTo>
                  <a:pt x="47" y="568"/>
                  <a:pt x="47" y="567"/>
                  <a:pt x="47" y="566"/>
                </a:cubicBezTo>
                <a:cubicBezTo>
                  <a:pt x="47" y="566"/>
                  <a:pt x="48" y="566"/>
                  <a:pt x="48" y="566"/>
                </a:cubicBezTo>
                <a:cubicBezTo>
                  <a:pt x="49" y="566"/>
                  <a:pt x="49" y="565"/>
                  <a:pt x="50" y="565"/>
                </a:cubicBezTo>
                <a:cubicBezTo>
                  <a:pt x="51" y="566"/>
                  <a:pt x="52" y="567"/>
                  <a:pt x="53" y="567"/>
                </a:cubicBezTo>
                <a:cubicBezTo>
                  <a:pt x="53" y="567"/>
                  <a:pt x="53" y="567"/>
                  <a:pt x="52" y="566"/>
                </a:cubicBezTo>
                <a:cubicBezTo>
                  <a:pt x="52" y="566"/>
                  <a:pt x="52" y="566"/>
                  <a:pt x="51" y="566"/>
                </a:cubicBezTo>
                <a:cubicBezTo>
                  <a:pt x="51" y="565"/>
                  <a:pt x="50" y="565"/>
                  <a:pt x="50" y="565"/>
                </a:cubicBezTo>
                <a:cubicBezTo>
                  <a:pt x="50" y="565"/>
                  <a:pt x="50" y="564"/>
                  <a:pt x="50" y="564"/>
                </a:cubicBezTo>
                <a:cubicBezTo>
                  <a:pt x="50" y="564"/>
                  <a:pt x="50" y="564"/>
                  <a:pt x="50" y="564"/>
                </a:cubicBezTo>
                <a:cubicBezTo>
                  <a:pt x="51" y="564"/>
                  <a:pt x="51" y="564"/>
                  <a:pt x="52" y="565"/>
                </a:cubicBezTo>
                <a:cubicBezTo>
                  <a:pt x="52" y="564"/>
                  <a:pt x="52" y="564"/>
                  <a:pt x="52" y="563"/>
                </a:cubicBezTo>
                <a:cubicBezTo>
                  <a:pt x="52" y="563"/>
                  <a:pt x="53" y="563"/>
                  <a:pt x="53" y="562"/>
                </a:cubicBezTo>
                <a:cubicBezTo>
                  <a:pt x="54" y="562"/>
                  <a:pt x="54" y="562"/>
                  <a:pt x="54" y="562"/>
                </a:cubicBezTo>
                <a:cubicBezTo>
                  <a:pt x="54" y="562"/>
                  <a:pt x="55" y="562"/>
                  <a:pt x="55" y="562"/>
                </a:cubicBezTo>
                <a:cubicBezTo>
                  <a:pt x="56" y="562"/>
                  <a:pt x="57" y="562"/>
                  <a:pt x="58" y="562"/>
                </a:cubicBezTo>
                <a:cubicBezTo>
                  <a:pt x="59" y="562"/>
                  <a:pt x="59" y="562"/>
                  <a:pt x="59" y="562"/>
                </a:cubicBezTo>
                <a:cubicBezTo>
                  <a:pt x="59" y="562"/>
                  <a:pt x="59" y="562"/>
                  <a:pt x="59" y="561"/>
                </a:cubicBezTo>
                <a:cubicBezTo>
                  <a:pt x="59" y="561"/>
                  <a:pt x="59" y="561"/>
                  <a:pt x="58" y="561"/>
                </a:cubicBezTo>
                <a:cubicBezTo>
                  <a:pt x="58" y="561"/>
                  <a:pt x="58" y="561"/>
                  <a:pt x="58" y="561"/>
                </a:cubicBezTo>
                <a:cubicBezTo>
                  <a:pt x="58" y="560"/>
                  <a:pt x="59" y="560"/>
                  <a:pt x="59" y="560"/>
                </a:cubicBezTo>
                <a:cubicBezTo>
                  <a:pt x="59" y="560"/>
                  <a:pt x="59" y="559"/>
                  <a:pt x="59" y="559"/>
                </a:cubicBezTo>
                <a:cubicBezTo>
                  <a:pt x="59" y="559"/>
                  <a:pt x="59" y="559"/>
                  <a:pt x="59" y="559"/>
                </a:cubicBezTo>
                <a:cubicBezTo>
                  <a:pt x="60" y="558"/>
                  <a:pt x="59" y="557"/>
                  <a:pt x="59" y="557"/>
                </a:cubicBezTo>
                <a:cubicBezTo>
                  <a:pt x="59" y="556"/>
                  <a:pt x="59" y="556"/>
                  <a:pt x="59" y="556"/>
                </a:cubicBezTo>
                <a:cubicBezTo>
                  <a:pt x="60" y="556"/>
                  <a:pt x="60" y="556"/>
                  <a:pt x="60" y="556"/>
                </a:cubicBezTo>
                <a:cubicBezTo>
                  <a:pt x="61" y="557"/>
                  <a:pt x="61" y="557"/>
                  <a:pt x="62" y="556"/>
                </a:cubicBezTo>
                <a:cubicBezTo>
                  <a:pt x="62" y="557"/>
                  <a:pt x="61" y="558"/>
                  <a:pt x="61" y="559"/>
                </a:cubicBezTo>
                <a:cubicBezTo>
                  <a:pt x="61" y="559"/>
                  <a:pt x="61" y="559"/>
                  <a:pt x="62" y="559"/>
                </a:cubicBezTo>
                <a:cubicBezTo>
                  <a:pt x="62" y="559"/>
                  <a:pt x="62" y="560"/>
                  <a:pt x="62" y="560"/>
                </a:cubicBezTo>
                <a:cubicBezTo>
                  <a:pt x="63" y="560"/>
                  <a:pt x="63" y="560"/>
                  <a:pt x="63" y="560"/>
                </a:cubicBezTo>
                <a:cubicBezTo>
                  <a:pt x="63" y="559"/>
                  <a:pt x="63" y="559"/>
                  <a:pt x="63" y="559"/>
                </a:cubicBezTo>
                <a:cubicBezTo>
                  <a:pt x="64" y="559"/>
                  <a:pt x="64" y="559"/>
                  <a:pt x="65" y="558"/>
                </a:cubicBezTo>
                <a:cubicBezTo>
                  <a:pt x="64" y="559"/>
                  <a:pt x="64" y="560"/>
                  <a:pt x="64" y="560"/>
                </a:cubicBezTo>
                <a:cubicBezTo>
                  <a:pt x="64" y="560"/>
                  <a:pt x="64" y="560"/>
                  <a:pt x="64" y="561"/>
                </a:cubicBezTo>
                <a:cubicBezTo>
                  <a:pt x="64" y="561"/>
                  <a:pt x="64" y="561"/>
                  <a:pt x="64" y="561"/>
                </a:cubicBezTo>
                <a:cubicBezTo>
                  <a:pt x="65" y="560"/>
                  <a:pt x="65" y="560"/>
                  <a:pt x="65" y="560"/>
                </a:cubicBezTo>
                <a:cubicBezTo>
                  <a:pt x="65" y="561"/>
                  <a:pt x="65" y="562"/>
                  <a:pt x="65" y="563"/>
                </a:cubicBezTo>
                <a:cubicBezTo>
                  <a:pt x="65" y="563"/>
                  <a:pt x="65" y="563"/>
                  <a:pt x="64" y="564"/>
                </a:cubicBezTo>
                <a:cubicBezTo>
                  <a:pt x="64" y="564"/>
                  <a:pt x="64" y="564"/>
                  <a:pt x="64" y="564"/>
                </a:cubicBezTo>
                <a:cubicBezTo>
                  <a:pt x="63" y="564"/>
                  <a:pt x="63" y="565"/>
                  <a:pt x="63" y="565"/>
                </a:cubicBezTo>
                <a:cubicBezTo>
                  <a:pt x="64" y="565"/>
                  <a:pt x="64" y="565"/>
                  <a:pt x="64" y="565"/>
                </a:cubicBezTo>
                <a:cubicBezTo>
                  <a:pt x="64" y="566"/>
                  <a:pt x="64" y="566"/>
                  <a:pt x="64" y="566"/>
                </a:cubicBezTo>
                <a:cubicBezTo>
                  <a:pt x="63" y="566"/>
                  <a:pt x="63" y="566"/>
                  <a:pt x="63" y="567"/>
                </a:cubicBezTo>
                <a:cubicBezTo>
                  <a:pt x="62" y="567"/>
                  <a:pt x="61" y="567"/>
                  <a:pt x="61" y="567"/>
                </a:cubicBezTo>
                <a:cubicBezTo>
                  <a:pt x="61" y="568"/>
                  <a:pt x="61" y="568"/>
                  <a:pt x="61" y="569"/>
                </a:cubicBezTo>
                <a:cubicBezTo>
                  <a:pt x="62" y="567"/>
                  <a:pt x="64" y="568"/>
                  <a:pt x="65" y="566"/>
                </a:cubicBezTo>
                <a:cubicBezTo>
                  <a:pt x="65" y="566"/>
                  <a:pt x="65" y="566"/>
                  <a:pt x="65" y="566"/>
                </a:cubicBezTo>
                <a:cubicBezTo>
                  <a:pt x="65" y="565"/>
                  <a:pt x="65" y="565"/>
                  <a:pt x="66" y="565"/>
                </a:cubicBezTo>
                <a:cubicBezTo>
                  <a:pt x="66" y="565"/>
                  <a:pt x="66" y="566"/>
                  <a:pt x="66" y="566"/>
                </a:cubicBezTo>
                <a:cubicBezTo>
                  <a:pt x="66" y="566"/>
                  <a:pt x="66" y="566"/>
                  <a:pt x="67" y="566"/>
                </a:cubicBezTo>
                <a:cubicBezTo>
                  <a:pt x="67" y="565"/>
                  <a:pt x="66" y="565"/>
                  <a:pt x="66" y="565"/>
                </a:cubicBezTo>
                <a:cubicBezTo>
                  <a:pt x="67" y="564"/>
                  <a:pt x="68" y="564"/>
                  <a:pt x="70" y="564"/>
                </a:cubicBezTo>
                <a:cubicBezTo>
                  <a:pt x="70" y="564"/>
                  <a:pt x="70" y="564"/>
                  <a:pt x="70" y="564"/>
                </a:cubicBezTo>
                <a:cubicBezTo>
                  <a:pt x="70" y="564"/>
                  <a:pt x="70" y="564"/>
                  <a:pt x="70" y="564"/>
                </a:cubicBezTo>
                <a:cubicBezTo>
                  <a:pt x="71" y="564"/>
                  <a:pt x="71" y="563"/>
                  <a:pt x="72" y="563"/>
                </a:cubicBezTo>
                <a:cubicBezTo>
                  <a:pt x="72" y="563"/>
                  <a:pt x="72" y="563"/>
                  <a:pt x="72" y="563"/>
                </a:cubicBezTo>
                <a:cubicBezTo>
                  <a:pt x="73" y="563"/>
                  <a:pt x="73" y="562"/>
                  <a:pt x="73" y="562"/>
                </a:cubicBezTo>
                <a:cubicBezTo>
                  <a:pt x="73" y="561"/>
                  <a:pt x="72" y="560"/>
                  <a:pt x="72" y="559"/>
                </a:cubicBezTo>
                <a:cubicBezTo>
                  <a:pt x="72" y="558"/>
                  <a:pt x="72" y="558"/>
                  <a:pt x="73" y="558"/>
                </a:cubicBezTo>
                <a:cubicBezTo>
                  <a:pt x="73" y="557"/>
                  <a:pt x="74" y="557"/>
                  <a:pt x="74" y="557"/>
                </a:cubicBezTo>
                <a:cubicBezTo>
                  <a:pt x="74" y="558"/>
                  <a:pt x="74" y="558"/>
                  <a:pt x="74" y="558"/>
                </a:cubicBezTo>
                <a:cubicBezTo>
                  <a:pt x="75" y="558"/>
                  <a:pt x="75" y="558"/>
                  <a:pt x="75" y="558"/>
                </a:cubicBezTo>
                <a:cubicBezTo>
                  <a:pt x="75" y="557"/>
                  <a:pt x="76" y="557"/>
                  <a:pt x="76" y="557"/>
                </a:cubicBezTo>
                <a:cubicBezTo>
                  <a:pt x="76" y="556"/>
                  <a:pt x="76" y="556"/>
                  <a:pt x="76" y="555"/>
                </a:cubicBezTo>
                <a:cubicBezTo>
                  <a:pt x="77" y="555"/>
                  <a:pt x="77" y="556"/>
                  <a:pt x="77" y="556"/>
                </a:cubicBezTo>
                <a:cubicBezTo>
                  <a:pt x="77" y="556"/>
                  <a:pt x="77" y="557"/>
                  <a:pt x="77" y="557"/>
                </a:cubicBezTo>
                <a:cubicBezTo>
                  <a:pt x="76" y="557"/>
                  <a:pt x="76" y="557"/>
                  <a:pt x="76" y="558"/>
                </a:cubicBezTo>
                <a:cubicBezTo>
                  <a:pt x="76" y="558"/>
                  <a:pt x="76" y="558"/>
                  <a:pt x="77" y="558"/>
                </a:cubicBezTo>
                <a:cubicBezTo>
                  <a:pt x="77" y="558"/>
                  <a:pt x="77" y="558"/>
                  <a:pt x="77" y="558"/>
                </a:cubicBezTo>
                <a:cubicBezTo>
                  <a:pt x="78" y="557"/>
                  <a:pt x="78" y="557"/>
                  <a:pt x="78" y="557"/>
                </a:cubicBezTo>
                <a:cubicBezTo>
                  <a:pt x="78" y="556"/>
                  <a:pt x="78" y="556"/>
                  <a:pt x="78" y="555"/>
                </a:cubicBezTo>
                <a:cubicBezTo>
                  <a:pt x="78" y="555"/>
                  <a:pt x="78" y="555"/>
                  <a:pt x="79" y="556"/>
                </a:cubicBezTo>
                <a:cubicBezTo>
                  <a:pt x="79" y="556"/>
                  <a:pt x="79" y="556"/>
                  <a:pt x="79" y="556"/>
                </a:cubicBezTo>
                <a:cubicBezTo>
                  <a:pt x="80" y="556"/>
                  <a:pt x="80" y="556"/>
                  <a:pt x="80" y="556"/>
                </a:cubicBezTo>
                <a:cubicBezTo>
                  <a:pt x="80" y="556"/>
                  <a:pt x="80" y="555"/>
                  <a:pt x="81" y="555"/>
                </a:cubicBezTo>
                <a:cubicBezTo>
                  <a:pt x="81" y="555"/>
                  <a:pt x="81" y="555"/>
                  <a:pt x="81" y="555"/>
                </a:cubicBezTo>
                <a:cubicBezTo>
                  <a:pt x="81" y="555"/>
                  <a:pt x="82" y="555"/>
                  <a:pt x="82" y="554"/>
                </a:cubicBezTo>
                <a:cubicBezTo>
                  <a:pt x="83" y="553"/>
                  <a:pt x="85" y="552"/>
                  <a:pt x="86" y="551"/>
                </a:cubicBezTo>
                <a:cubicBezTo>
                  <a:pt x="86" y="551"/>
                  <a:pt x="86" y="551"/>
                  <a:pt x="86" y="550"/>
                </a:cubicBezTo>
                <a:cubicBezTo>
                  <a:pt x="86" y="550"/>
                  <a:pt x="86" y="550"/>
                  <a:pt x="86" y="550"/>
                </a:cubicBezTo>
                <a:cubicBezTo>
                  <a:pt x="86" y="550"/>
                  <a:pt x="86" y="549"/>
                  <a:pt x="87" y="549"/>
                </a:cubicBezTo>
                <a:cubicBezTo>
                  <a:pt x="87" y="550"/>
                  <a:pt x="88" y="550"/>
                  <a:pt x="88" y="550"/>
                </a:cubicBezTo>
                <a:cubicBezTo>
                  <a:pt x="88" y="550"/>
                  <a:pt x="88" y="551"/>
                  <a:pt x="88" y="551"/>
                </a:cubicBezTo>
                <a:cubicBezTo>
                  <a:pt x="89" y="551"/>
                  <a:pt x="89" y="551"/>
                  <a:pt x="90" y="551"/>
                </a:cubicBezTo>
                <a:cubicBezTo>
                  <a:pt x="90" y="550"/>
                  <a:pt x="89" y="549"/>
                  <a:pt x="90" y="549"/>
                </a:cubicBezTo>
                <a:cubicBezTo>
                  <a:pt x="90" y="548"/>
                  <a:pt x="90" y="548"/>
                  <a:pt x="90" y="548"/>
                </a:cubicBezTo>
                <a:cubicBezTo>
                  <a:pt x="91" y="548"/>
                  <a:pt x="91" y="548"/>
                  <a:pt x="91" y="547"/>
                </a:cubicBezTo>
                <a:cubicBezTo>
                  <a:pt x="91" y="547"/>
                  <a:pt x="91" y="547"/>
                  <a:pt x="90" y="547"/>
                </a:cubicBezTo>
                <a:cubicBezTo>
                  <a:pt x="91" y="546"/>
                  <a:pt x="92" y="546"/>
                  <a:pt x="93" y="546"/>
                </a:cubicBezTo>
                <a:cubicBezTo>
                  <a:pt x="93" y="546"/>
                  <a:pt x="93" y="546"/>
                  <a:pt x="93" y="546"/>
                </a:cubicBezTo>
                <a:cubicBezTo>
                  <a:pt x="93" y="546"/>
                  <a:pt x="94" y="546"/>
                  <a:pt x="94" y="545"/>
                </a:cubicBezTo>
                <a:cubicBezTo>
                  <a:pt x="94" y="545"/>
                  <a:pt x="94" y="545"/>
                  <a:pt x="94" y="545"/>
                </a:cubicBezTo>
                <a:cubicBezTo>
                  <a:pt x="94" y="545"/>
                  <a:pt x="95" y="545"/>
                  <a:pt x="95" y="545"/>
                </a:cubicBezTo>
                <a:cubicBezTo>
                  <a:pt x="95" y="545"/>
                  <a:pt x="96" y="545"/>
                  <a:pt x="96" y="545"/>
                </a:cubicBezTo>
                <a:cubicBezTo>
                  <a:pt x="96" y="545"/>
                  <a:pt x="96" y="545"/>
                  <a:pt x="97" y="546"/>
                </a:cubicBezTo>
                <a:cubicBezTo>
                  <a:pt x="97" y="546"/>
                  <a:pt x="98" y="546"/>
                  <a:pt x="99" y="546"/>
                </a:cubicBezTo>
                <a:cubicBezTo>
                  <a:pt x="99" y="546"/>
                  <a:pt x="100" y="546"/>
                  <a:pt x="100" y="546"/>
                </a:cubicBezTo>
                <a:cubicBezTo>
                  <a:pt x="100" y="546"/>
                  <a:pt x="101" y="545"/>
                  <a:pt x="101" y="545"/>
                </a:cubicBezTo>
                <a:cubicBezTo>
                  <a:pt x="101" y="544"/>
                  <a:pt x="102" y="542"/>
                  <a:pt x="102" y="541"/>
                </a:cubicBezTo>
                <a:cubicBezTo>
                  <a:pt x="103" y="542"/>
                  <a:pt x="102" y="543"/>
                  <a:pt x="103" y="543"/>
                </a:cubicBezTo>
                <a:cubicBezTo>
                  <a:pt x="103" y="544"/>
                  <a:pt x="103" y="544"/>
                  <a:pt x="104" y="544"/>
                </a:cubicBezTo>
                <a:cubicBezTo>
                  <a:pt x="104" y="544"/>
                  <a:pt x="104" y="545"/>
                  <a:pt x="104" y="545"/>
                </a:cubicBezTo>
                <a:cubicBezTo>
                  <a:pt x="104" y="545"/>
                  <a:pt x="104" y="546"/>
                  <a:pt x="104" y="546"/>
                </a:cubicBezTo>
                <a:cubicBezTo>
                  <a:pt x="104" y="546"/>
                  <a:pt x="104" y="546"/>
                  <a:pt x="104" y="546"/>
                </a:cubicBezTo>
                <a:cubicBezTo>
                  <a:pt x="104" y="547"/>
                  <a:pt x="103" y="546"/>
                  <a:pt x="104" y="547"/>
                </a:cubicBezTo>
                <a:cubicBezTo>
                  <a:pt x="104" y="547"/>
                  <a:pt x="104" y="547"/>
                  <a:pt x="104" y="547"/>
                </a:cubicBezTo>
                <a:cubicBezTo>
                  <a:pt x="104" y="547"/>
                  <a:pt x="104" y="547"/>
                  <a:pt x="104" y="548"/>
                </a:cubicBezTo>
                <a:cubicBezTo>
                  <a:pt x="102" y="549"/>
                  <a:pt x="101" y="550"/>
                  <a:pt x="99" y="551"/>
                </a:cubicBezTo>
                <a:cubicBezTo>
                  <a:pt x="99" y="551"/>
                  <a:pt x="98" y="552"/>
                  <a:pt x="97" y="552"/>
                </a:cubicBezTo>
                <a:cubicBezTo>
                  <a:pt x="96" y="553"/>
                  <a:pt x="95" y="554"/>
                  <a:pt x="95" y="554"/>
                </a:cubicBezTo>
                <a:cubicBezTo>
                  <a:pt x="93" y="556"/>
                  <a:pt x="92" y="558"/>
                  <a:pt x="90" y="560"/>
                </a:cubicBezTo>
                <a:cubicBezTo>
                  <a:pt x="90" y="560"/>
                  <a:pt x="90" y="559"/>
                  <a:pt x="90" y="559"/>
                </a:cubicBezTo>
                <a:cubicBezTo>
                  <a:pt x="90" y="559"/>
                  <a:pt x="89" y="558"/>
                  <a:pt x="89" y="558"/>
                </a:cubicBezTo>
                <a:cubicBezTo>
                  <a:pt x="88" y="558"/>
                  <a:pt x="88" y="558"/>
                  <a:pt x="88" y="559"/>
                </a:cubicBezTo>
                <a:cubicBezTo>
                  <a:pt x="86" y="560"/>
                  <a:pt x="83" y="559"/>
                  <a:pt x="81" y="561"/>
                </a:cubicBezTo>
                <a:cubicBezTo>
                  <a:pt x="81" y="561"/>
                  <a:pt x="80" y="562"/>
                  <a:pt x="80" y="563"/>
                </a:cubicBezTo>
                <a:cubicBezTo>
                  <a:pt x="80" y="564"/>
                  <a:pt x="80" y="565"/>
                  <a:pt x="79" y="566"/>
                </a:cubicBezTo>
                <a:cubicBezTo>
                  <a:pt x="79" y="566"/>
                  <a:pt x="78" y="566"/>
                  <a:pt x="78" y="566"/>
                </a:cubicBezTo>
                <a:cubicBezTo>
                  <a:pt x="77" y="567"/>
                  <a:pt x="77" y="567"/>
                  <a:pt x="76" y="568"/>
                </a:cubicBezTo>
                <a:cubicBezTo>
                  <a:pt x="76" y="568"/>
                  <a:pt x="76" y="567"/>
                  <a:pt x="76" y="567"/>
                </a:cubicBezTo>
                <a:cubicBezTo>
                  <a:pt x="76" y="567"/>
                  <a:pt x="75" y="568"/>
                  <a:pt x="74" y="568"/>
                </a:cubicBezTo>
                <a:cubicBezTo>
                  <a:pt x="74" y="568"/>
                  <a:pt x="74" y="568"/>
                  <a:pt x="74" y="569"/>
                </a:cubicBezTo>
                <a:cubicBezTo>
                  <a:pt x="74" y="569"/>
                  <a:pt x="74" y="569"/>
                  <a:pt x="73" y="569"/>
                </a:cubicBezTo>
                <a:cubicBezTo>
                  <a:pt x="73" y="570"/>
                  <a:pt x="73" y="571"/>
                  <a:pt x="73" y="571"/>
                </a:cubicBezTo>
                <a:cubicBezTo>
                  <a:pt x="74" y="572"/>
                  <a:pt x="75" y="572"/>
                  <a:pt x="75" y="572"/>
                </a:cubicBezTo>
                <a:cubicBezTo>
                  <a:pt x="75" y="571"/>
                  <a:pt x="75" y="571"/>
                  <a:pt x="75" y="571"/>
                </a:cubicBezTo>
                <a:cubicBezTo>
                  <a:pt x="76" y="571"/>
                  <a:pt x="76" y="571"/>
                  <a:pt x="76" y="571"/>
                </a:cubicBezTo>
                <a:cubicBezTo>
                  <a:pt x="77" y="571"/>
                  <a:pt x="77" y="571"/>
                  <a:pt x="78" y="570"/>
                </a:cubicBezTo>
                <a:cubicBezTo>
                  <a:pt x="78" y="570"/>
                  <a:pt x="78" y="570"/>
                  <a:pt x="78" y="570"/>
                </a:cubicBezTo>
                <a:cubicBezTo>
                  <a:pt x="78" y="570"/>
                  <a:pt x="78" y="570"/>
                  <a:pt x="78" y="570"/>
                </a:cubicBezTo>
                <a:cubicBezTo>
                  <a:pt x="79" y="569"/>
                  <a:pt x="79" y="569"/>
                  <a:pt x="80" y="568"/>
                </a:cubicBezTo>
                <a:cubicBezTo>
                  <a:pt x="80" y="568"/>
                  <a:pt x="80" y="568"/>
                  <a:pt x="80" y="568"/>
                </a:cubicBezTo>
                <a:cubicBezTo>
                  <a:pt x="82" y="567"/>
                  <a:pt x="83" y="566"/>
                  <a:pt x="83" y="565"/>
                </a:cubicBezTo>
                <a:cubicBezTo>
                  <a:pt x="83" y="565"/>
                  <a:pt x="83" y="564"/>
                  <a:pt x="83" y="564"/>
                </a:cubicBezTo>
                <a:cubicBezTo>
                  <a:pt x="83" y="564"/>
                  <a:pt x="83" y="565"/>
                  <a:pt x="83" y="565"/>
                </a:cubicBezTo>
                <a:cubicBezTo>
                  <a:pt x="82" y="565"/>
                  <a:pt x="82" y="564"/>
                  <a:pt x="82" y="564"/>
                </a:cubicBezTo>
                <a:cubicBezTo>
                  <a:pt x="82" y="564"/>
                  <a:pt x="82" y="563"/>
                  <a:pt x="83" y="563"/>
                </a:cubicBezTo>
                <a:cubicBezTo>
                  <a:pt x="83" y="563"/>
                  <a:pt x="83" y="564"/>
                  <a:pt x="84" y="563"/>
                </a:cubicBezTo>
                <a:cubicBezTo>
                  <a:pt x="84" y="563"/>
                  <a:pt x="84" y="563"/>
                  <a:pt x="84" y="562"/>
                </a:cubicBezTo>
                <a:cubicBezTo>
                  <a:pt x="85" y="562"/>
                  <a:pt x="85" y="562"/>
                  <a:pt x="85" y="563"/>
                </a:cubicBezTo>
                <a:cubicBezTo>
                  <a:pt x="85" y="563"/>
                  <a:pt x="86" y="563"/>
                  <a:pt x="86" y="563"/>
                </a:cubicBezTo>
                <a:cubicBezTo>
                  <a:pt x="86" y="564"/>
                  <a:pt x="86" y="564"/>
                  <a:pt x="86" y="565"/>
                </a:cubicBezTo>
                <a:cubicBezTo>
                  <a:pt x="86" y="565"/>
                  <a:pt x="86" y="565"/>
                  <a:pt x="86" y="565"/>
                </a:cubicBezTo>
                <a:cubicBezTo>
                  <a:pt x="87" y="565"/>
                  <a:pt x="87" y="565"/>
                  <a:pt x="87" y="565"/>
                </a:cubicBezTo>
                <a:cubicBezTo>
                  <a:pt x="87" y="564"/>
                  <a:pt x="87" y="563"/>
                  <a:pt x="88" y="562"/>
                </a:cubicBezTo>
                <a:cubicBezTo>
                  <a:pt x="88" y="561"/>
                  <a:pt x="89" y="560"/>
                  <a:pt x="88" y="560"/>
                </a:cubicBezTo>
                <a:cubicBezTo>
                  <a:pt x="89" y="560"/>
                  <a:pt x="89" y="560"/>
                  <a:pt x="89" y="561"/>
                </a:cubicBezTo>
                <a:cubicBezTo>
                  <a:pt x="89" y="561"/>
                  <a:pt x="89" y="561"/>
                  <a:pt x="89" y="561"/>
                </a:cubicBezTo>
                <a:cubicBezTo>
                  <a:pt x="89" y="562"/>
                  <a:pt x="89" y="562"/>
                  <a:pt x="89" y="562"/>
                </a:cubicBezTo>
                <a:cubicBezTo>
                  <a:pt x="89" y="563"/>
                  <a:pt x="89" y="563"/>
                  <a:pt x="89" y="564"/>
                </a:cubicBezTo>
                <a:cubicBezTo>
                  <a:pt x="88" y="565"/>
                  <a:pt x="88" y="565"/>
                  <a:pt x="87" y="565"/>
                </a:cubicBezTo>
                <a:cubicBezTo>
                  <a:pt x="88" y="565"/>
                  <a:pt x="88" y="565"/>
                  <a:pt x="88" y="565"/>
                </a:cubicBezTo>
                <a:cubicBezTo>
                  <a:pt x="88" y="565"/>
                  <a:pt x="89" y="565"/>
                  <a:pt x="89" y="565"/>
                </a:cubicBezTo>
                <a:cubicBezTo>
                  <a:pt x="89" y="565"/>
                  <a:pt x="90" y="565"/>
                  <a:pt x="90" y="565"/>
                </a:cubicBezTo>
                <a:cubicBezTo>
                  <a:pt x="90" y="565"/>
                  <a:pt x="90" y="565"/>
                  <a:pt x="90" y="564"/>
                </a:cubicBezTo>
                <a:cubicBezTo>
                  <a:pt x="90" y="564"/>
                  <a:pt x="89" y="563"/>
                  <a:pt x="90" y="562"/>
                </a:cubicBezTo>
                <a:cubicBezTo>
                  <a:pt x="90" y="562"/>
                  <a:pt x="91" y="562"/>
                  <a:pt x="91" y="562"/>
                </a:cubicBezTo>
                <a:cubicBezTo>
                  <a:pt x="91" y="562"/>
                  <a:pt x="91" y="561"/>
                  <a:pt x="91" y="561"/>
                </a:cubicBezTo>
                <a:cubicBezTo>
                  <a:pt x="91" y="561"/>
                  <a:pt x="91" y="561"/>
                  <a:pt x="91" y="561"/>
                </a:cubicBezTo>
                <a:cubicBezTo>
                  <a:pt x="92" y="562"/>
                  <a:pt x="92" y="562"/>
                  <a:pt x="91" y="563"/>
                </a:cubicBezTo>
                <a:cubicBezTo>
                  <a:pt x="91" y="563"/>
                  <a:pt x="91" y="563"/>
                  <a:pt x="91" y="563"/>
                </a:cubicBezTo>
                <a:cubicBezTo>
                  <a:pt x="91" y="564"/>
                  <a:pt x="91" y="564"/>
                  <a:pt x="91" y="565"/>
                </a:cubicBezTo>
                <a:cubicBezTo>
                  <a:pt x="91" y="565"/>
                  <a:pt x="91" y="566"/>
                  <a:pt x="90" y="567"/>
                </a:cubicBezTo>
                <a:cubicBezTo>
                  <a:pt x="90" y="567"/>
                  <a:pt x="90" y="568"/>
                  <a:pt x="90" y="569"/>
                </a:cubicBezTo>
                <a:cubicBezTo>
                  <a:pt x="91" y="568"/>
                  <a:pt x="91" y="567"/>
                  <a:pt x="91" y="567"/>
                </a:cubicBezTo>
                <a:cubicBezTo>
                  <a:pt x="91" y="566"/>
                  <a:pt x="91" y="565"/>
                  <a:pt x="92" y="564"/>
                </a:cubicBezTo>
                <a:cubicBezTo>
                  <a:pt x="92" y="564"/>
                  <a:pt x="93" y="564"/>
                  <a:pt x="93" y="563"/>
                </a:cubicBezTo>
                <a:cubicBezTo>
                  <a:pt x="93" y="563"/>
                  <a:pt x="94" y="562"/>
                  <a:pt x="94" y="562"/>
                </a:cubicBezTo>
                <a:cubicBezTo>
                  <a:pt x="94" y="561"/>
                  <a:pt x="95" y="560"/>
                  <a:pt x="95" y="558"/>
                </a:cubicBezTo>
                <a:cubicBezTo>
                  <a:pt x="95" y="558"/>
                  <a:pt x="96" y="557"/>
                  <a:pt x="96" y="557"/>
                </a:cubicBezTo>
                <a:cubicBezTo>
                  <a:pt x="96" y="557"/>
                  <a:pt x="97" y="556"/>
                  <a:pt x="97" y="556"/>
                </a:cubicBezTo>
                <a:cubicBezTo>
                  <a:pt x="98" y="556"/>
                  <a:pt x="99" y="555"/>
                  <a:pt x="100" y="555"/>
                </a:cubicBezTo>
                <a:cubicBezTo>
                  <a:pt x="101" y="554"/>
                  <a:pt x="102" y="554"/>
                  <a:pt x="103" y="553"/>
                </a:cubicBezTo>
                <a:cubicBezTo>
                  <a:pt x="104" y="553"/>
                  <a:pt x="105" y="552"/>
                  <a:pt x="106" y="552"/>
                </a:cubicBezTo>
                <a:cubicBezTo>
                  <a:pt x="107" y="552"/>
                  <a:pt x="107" y="553"/>
                  <a:pt x="107" y="553"/>
                </a:cubicBezTo>
                <a:cubicBezTo>
                  <a:pt x="107" y="553"/>
                  <a:pt x="107" y="553"/>
                  <a:pt x="107" y="553"/>
                </a:cubicBezTo>
                <a:cubicBezTo>
                  <a:pt x="107" y="554"/>
                  <a:pt x="107" y="554"/>
                  <a:pt x="107" y="555"/>
                </a:cubicBezTo>
                <a:cubicBezTo>
                  <a:pt x="107" y="555"/>
                  <a:pt x="106" y="555"/>
                  <a:pt x="107" y="556"/>
                </a:cubicBezTo>
                <a:cubicBezTo>
                  <a:pt x="107" y="556"/>
                  <a:pt x="107" y="556"/>
                  <a:pt x="108" y="556"/>
                </a:cubicBezTo>
                <a:cubicBezTo>
                  <a:pt x="108" y="556"/>
                  <a:pt x="109" y="555"/>
                  <a:pt x="109" y="555"/>
                </a:cubicBezTo>
                <a:cubicBezTo>
                  <a:pt x="109" y="555"/>
                  <a:pt x="110" y="555"/>
                  <a:pt x="110" y="555"/>
                </a:cubicBezTo>
                <a:cubicBezTo>
                  <a:pt x="110" y="554"/>
                  <a:pt x="110" y="554"/>
                  <a:pt x="110" y="554"/>
                </a:cubicBezTo>
                <a:cubicBezTo>
                  <a:pt x="111" y="552"/>
                  <a:pt x="112" y="551"/>
                  <a:pt x="113" y="550"/>
                </a:cubicBezTo>
                <a:cubicBezTo>
                  <a:pt x="113" y="550"/>
                  <a:pt x="113" y="550"/>
                  <a:pt x="113" y="550"/>
                </a:cubicBezTo>
                <a:cubicBezTo>
                  <a:pt x="114" y="550"/>
                  <a:pt x="114" y="550"/>
                  <a:pt x="114" y="550"/>
                </a:cubicBezTo>
                <a:cubicBezTo>
                  <a:pt x="114" y="550"/>
                  <a:pt x="114" y="550"/>
                  <a:pt x="114" y="550"/>
                </a:cubicBezTo>
                <a:cubicBezTo>
                  <a:pt x="114" y="551"/>
                  <a:pt x="115" y="550"/>
                  <a:pt x="115" y="550"/>
                </a:cubicBezTo>
                <a:cubicBezTo>
                  <a:pt x="115" y="550"/>
                  <a:pt x="115" y="550"/>
                  <a:pt x="115" y="550"/>
                </a:cubicBezTo>
                <a:cubicBezTo>
                  <a:pt x="115" y="549"/>
                  <a:pt x="114" y="548"/>
                  <a:pt x="114" y="547"/>
                </a:cubicBezTo>
                <a:cubicBezTo>
                  <a:pt x="114" y="547"/>
                  <a:pt x="113" y="547"/>
                  <a:pt x="113" y="546"/>
                </a:cubicBezTo>
                <a:cubicBezTo>
                  <a:pt x="113" y="546"/>
                  <a:pt x="114" y="546"/>
                  <a:pt x="114" y="546"/>
                </a:cubicBezTo>
                <a:cubicBezTo>
                  <a:pt x="114" y="545"/>
                  <a:pt x="116" y="544"/>
                  <a:pt x="117" y="544"/>
                </a:cubicBezTo>
                <a:cubicBezTo>
                  <a:pt x="118" y="543"/>
                  <a:pt x="119" y="543"/>
                  <a:pt x="120" y="543"/>
                </a:cubicBezTo>
                <a:cubicBezTo>
                  <a:pt x="120" y="543"/>
                  <a:pt x="121" y="543"/>
                  <a:pt x="122" y="542"/>
                </a:cubicBezTo>
                <a:cubicBezTo>
                  <a:pt x="120" y="542"/>
                  <a:pt x="119" y="542"/>
                  <a:pt x="118" y="541"/>
                </a:cubicBezTo>
                <a:cubicBezTo>
                  <a:pt x="118" y="541"/>
                  <a:pt x="117" y="541"/>
                  <a:pt x="117" y="541"/>
                </a:cubicBezTo>
                <a:cubicBezTo>
                  <a:pt x="116" y="540"/>
                  <a:pt x="116" y="540"/>
                  <a:pt x="116" y="539"/>
                </a:cubicBezTo>
                <a:cubicBezTo>
                  <a:pt x="117" y="539"/>
                  <a:pt x="117" y="539"/>
                  <a:pt x="117" y="539"/>
                </a:cubicBezTo>
                <a:cubicBezTo>
                  <a:pt x="117" y="539"/>
                  <a:pt x="117" y="539"/>
                  <a:pt x="118" y="539"/>
                </a:cubicBezTo>
                <a:cubicBezTo>
                  <a:pt x="118" y="539"/>
                  <a:pt x="117" y="538"/>
                  <a:pt x="117" y="538"/>
                </a:cubicBezTo>
                <a:cubicBezTo>
                  <a:pt x="117" y="538"/>
                  <a:pt x="117" y="539"/>
                  <a:pt x="116" y="539"/>
                </a:cubicBezTo>
                <a:cubicBezTo>
                  <a:pt x="116" y="539"/>
                  <a:pt x="116" y="538"/>
                  <a:pt x="116" y="538"/>
                </a:cubicBezTo>
                <a:cubicBezTo>
                  <a:pt x="115" y="538"/>
                  <a:pt x="115" y="537"/>
                  <a:pt x="115" y="537"/>
                </a:cubicBezTo>
                <a:cubicBezTo>
                  <a:pt x="116" y="536"/>
                  <a:pt x="116" y="535"/>
                  <a:pt x="117" y="534"/>
                </a:cubicBezTo>
                <a:cubicBezTo>
                  <a:pt x="117" y="533"/>
                  <a:pt x="117" y="533"/>
                  <a:pt x="117" y="533"/>
                </a:cubicBezTo>
                <a:cubicBezTo>
                  <a:pt x="117" y="533"/>
                  <a:pt x="117" y="533"/>
                  <a:pt x="117" y="533"/>
                </a:cubicBezTo>
                <a:cubicBezTo>
                  <a:pt x="119" y="534"/>
                  <a:pt x="121" y="536"/>
                  <a:pt x="122" y="538"/>
                </a:cubicBezTo>
                <a:cubicBezTo>
                  <a:pt x="122" y="539"/>
                  <a:pt x="123" y="539"/>
                  <a:pt x="123" y="540"/>
                </a:cubicBezTo>
                <a:cubicBezTo>
                  <a:pt x="125" y="543"/>
                  <a:pt x="126" y="546"/>
                  <a:pt x="127" y="550"/>
                </a:cubicBezTo>
                <a:cubicBezTo>
                  <a:pt x="128" y="553"/>
                  <a:pt x="129" y="556"/>
                  <a:pt x="131" y="559"/>
                </a:cubicBezTo>
                <a:cubicBezTo>
                  <a:pt x="132" y="561"/>
                  <a:pt x="134" y="562"/>
                  <a:pt x="135" y="564"/>
                </a:cubicBezTo>
                <a:cubicBezTo>
                  <a:pt x="136" y="564"/>
                  <a:pt x="136" y="564"/>
                  <a:pt x="137" y="564"/>
                </a:cubicBezTo>
                <a:cubicBezTo>
                  <a:pt x="137" y="564"/>
                  <a:pt x="137" y="564"/>
                  <a:pt x="138" y="564"/>
                </a:cubicBezTo>
                <a:cubicBezTo>
                  <a:pt x="138" y="564"/>
                  <a:pt x="139" y="565"/>
                  <a:pt x="139" y="565"/>
                </a:cubicBezTo>
                <a:cubicBezTo>
                  <a:pt x="140" y="566"/>
                  <a:pt x="140" y="565"/>
                  <a:pt x="140" y="565"/>
                </a:cubicBezTo>
                <a:cubicBezTo>
                  <a:pt x="140" y="565"/>
                  <a:pt x="140" y="564"/>
                  <a:pt x="140" y="564"/>
                </a:cubicBezTo>
                <a:cubicBezTo>
                  <a:pt x="141" y="564"/>
                  <a:pt x="141" y="564"/>
                  <a:pt x="142" y="564"/>
                </a:cubicBezTo>
                <a:cubicBezTo>
                  <a:pt x="142" y="564"/>
                  <a:pt x="143" y="564"/>
                  <a:pt x="143" y="564"/>
                </a:cubicBezTo>
                <a:cubicBezTo>
                  <a:pt x="142" y="564"/>
                  <a:pt x="142" y="563"/>
                  <a:pt x="142" y="563"/>
                </a:cubicBezTo>
                <a:cubicBezTo>
                  <a:pt x="142" y="563"/>
                  <a:pt x="143" y="563"/>
                  <a:pt x="143" y="562"/>
                </a:cubicBezTo>
                <a:cubicBezTo>
                  <a:pt x="142" y="562"/>
                  <a:pt x="142" y="562"/>
                  <a:pt x="142" y="562"/>
                </a:cubicBezTo>
                <a:cubicBezTo>
                  <a:pt x="141" y="562"/>
                  <a:pt x="140" y="562"/>
                  <a:pt x="139" y="563"/>
                </a:cubicBezTo>
                <a:cubicBezTo>
                  <a:pt x="139" y="563"/>
                  <a:pt x="139" y="563"/>
                  <a:pt x="138" y="563"/>
                </a:cubicBezTo>
                <a:cubicBezTo>
                  <a:pt x="138" y="563"/>
                  <a:pt x="138" y="562"/>
                  <a:pt x="139" y="562"/>
                </a:cubicBezTo>
                <a:cubicBezTo>
                  <a:pt x="139" y="562"/>
                  <a:pt x="139" y="561"/>
                  <a:pt x="139" y="561"/>
                </a:cubicBezTo>
                <a:cubicBezTo>
                  <a:pt x="139" y="561"/>
                  <a:pt x="139" y="561"/>
                  <a:pt x="140" y="561"/>
                </a:cubicBezTo>
                <a:cubicBezTo>
                  <a:pt x="140" y="561"/>
                  <a:pt x="140" y="561"/>
                  <a:pt x="140" y="561"/>
                </a:cubicBezTo>
                <a:cubicBezTo>
                  <a:pt x="141" y="561"/>
                  <a:pt x="142" y="561"/>
                  <a:pt x="143" y="561"/>
                </a:cubicBezTo>
                <a:cubicBezTo>
                  <a:pt x="143" y="561"/>
                  <a:pt x="142" y="561"/>
                  <a:pt x="142" y="561"/>
                </a:cubicBezTo>
                <a:cubicBezTo>
                  <a:pt x="142" y="560"/>
                  <a:pt x="142" y="559"/>
                  <a:pt x="142" y="559"/>
                </a:cubicBezTo>
                <a:cubicBezTo>
                  <a:pt x="141" y="559"/>
                  <a:pt x="140" y="559"/>
                  <a:pt x="140" y="558"/>
                </a:cubicBezTo>
                <a:cubicBezTo>
                  <a:pt x="140" y="558"/>
                  <a:pt x="140" y="557"/>
                  <a:pt x="140" y="556"/>
                </a:cubicBezTo>
                <a:cubicBezTo>
                  <a:pt x="141" y="556"/>
                  <a:pt x="142" y="556"/>
                  <a:pt x="143" y="555"/>
                </a:cubicBezTo>
                <a:cubicBezTo>
                  <a:pt x="143" y="555"/>
                  <a:pt x="143" y="554"/>
                  <a:pt x="142" y="554"/>
                </a:cubicBezTo>
                <a:cubicBezTo>
                  <a:pt x="142" y="554"/>
                  <a:pt x="142" y="554"/>
                  <a:pt x="142" y="554"/>
                </a:cubicBezTo>
                <a:cubicBezTo>
                  <a:pt x="142" y="554"/>
                  <a:pt x="141" y="554"/>
                  <a:pt x="141" y="553"/>
                </a:cubicBezTo>
                <a:cubicBezTo>
                  <a:pt x="141" y="553"/>
                  <a:pt x="141" y="552"/>
                  <a:pt x="142" y="552"/>
                </a:cubicBezTo>
                <a:cubicBezTo>
                  <a:pt x="142" y="552"/>
                  <a:pt x="142" y="553"/>
                  <a:pt x="142" y="553"/>
                </a:cubicBezTo>
                <a:cubicBezTo>
                  <a:pt x="142" y="554"/>
                  <a:pt x="143" y="553"/>
                  <a:pt x="143" y="553"/>
                </a:cubicBezTo>
                <a:cubicBezTo>
                  <a:pt x="144" y="553"/>
                  <a:pt x="144" y="553"/>
                  <a:pt x="144" y="552"/>
                </a:cubicBezTo>
                <a:cubicBezTo>
                  <a:pt x="144" y="552"/>
                  <a:pt x="144" y="552"/>
                  <a:pt x="144" y="552"/>
                </a:cubicBezTo>
                <a:cubicBezTo>
                  <a:pt x="144" y="552"/>
                  <a:pt x="144" y="551"/>
                  <a:pt x="144" y="551"/>
                </a:cubicBezTo>
                <a:cubicBezTo>
                  <a:pt x="144" y="550"/>
                  <a:pt x="145" y="550"/>
                  <a:pt x="145" y="549"/>
                </a:cubicBezTo>
                <a:cubicBezTo>
                  <a:pt x="145" y="549"/>
                  <a:pt x="145" y="548"/>
                  <a:pt x="145" y="548"/>
                </a:cubicBezTo>
                <a:cubicBezTo>
                  <a:pt x="144" y="548"/>
                  <a:pt x="144" y="548"/>
                  <a:pt x="143" y="549"/>
                </a:cubicBezTo>
                <a:cubicBezTo>
                  <a:pt x="143" y="549"/>
                  <a:pt x="143" y="549"/>
                  <a:pt x="143" y="549"/>
                </a:cubicBezTo>
                <a:cubicBezTo>
                  <a:pt x="143" y="549"/>
                  <a:pt x="142" y="550"/>
                  <a:pt x="142" y="550"/>
                </a:cubicBezTo>
                <a:cubicBezTo>
                  <a:pt x="142" y="549"/>
                  <a:pt x="142" y="549"/>
                  <a:pt x="142" y="549"/>
                </a:cubicBezTo>
                <a:cubicBezTo>
                  <a:pt x="142" y="548"/>
                  <a:pt x="142" y="548"/>
                  <a:pt x="142" y="548"/>
                </a:cubicBezTo>
                <a:cubicBezTo>
                  <a:pt x="142" y="547"/>
                  <a:pt x="143" y="547"/>
                  <a:pt x="144" y="547"/>
                </a:cubicBezTo>
                <a:cubicBezTo>
                  <a:pt x="144" y="547"/>
                  <a:pt x="144" y="547"/>
                  <a:pt x="144" y="547"/>
                </a:cubicBezTo>
                <a:cubicBezTo>
                  <a:pt x="145" y="547"/>
                  <a:pt x="146" y="546"/>
                  <a:pt x="147" y="545"/>
                </a:cubicBezTo>
                <a:cubicBezTo>
                  <a:pt x="146" y="545"/>
                  <a:pt x="146" y="545"/>
                  <a:pt x="146" y="545"/>
                </a:cubicBezTo>
                <a:cubicBezTo>
                  <a:pt x="146" y="545"/>
                  <a:pt x="146" y="545"/>
                  <a:pt x="146" y="544"/>
                </a:cubicBezTo>
                <a:cubicBezTo>
                  <a:pt x="147" y="544"/>
                  <a:pt x="146" y="544"/>
                  <a:pt x="146" y="544"/>
                </a:cubicBezTo>
                <a:cubicBezTo>
                  <a:pt x="146" y="543"/>
                  <a:pt x="147" y="543"/>
                  <a:pt x="147" y="543"/>
                </a:cubicBezTo>
                <a:cubicBezTo>
                  <a:pt x="147" y="543"/>
                  <a:pt x="148" y="543"/>
                  <a:pt x="148" y="543"/>
                </a:cubicBezTo>
                <a:cubicBezTo>
                  <a:pt x="148" y="543"/>
                  <a:pt x="148" y="543"/>
                  <a:pt x="148" y="543"/>
                </a:cubicBezTo>
                <a:cubicBezTo>
                  <a:pt x="148" y="544"/>
                  <a:pt x="148" y="544"/>
                  <a:pt x="148" y="544"/>
                </a:cubicBezTo>
                <a:cubicBezTo>
                  <a:pt x="148" y="544"/>
                  <a:pt x="148" y="544"/>
                  <a:pt x="148" y="544"/>
                </a:cubicBezTo>
                <a:cubicBezTo>
                  <a:pt x="149" y="544"/>
                  <a:pt x="149" y="545"/>
                  <a:pt x="149" y="545"/>
                </a:cubicBezTo>
                <a:cubicBezTo>
                  <a:pt x="149" y="545"/>
                  <a:pt x="149" y="546"/>
                  <a:pt x="150" y="546"/>
                </a:cubicBezTo>
                <a:cubicBezTo>
                  <a:pt x="150" y="547"/>
                  <a:pt x="150" y="548"/>
                  <a:pt x="149" y="549"/>
                </a:cubicBezTo>
                <a:cubicBezTo>
                  <a:pt x="149" y="549"/>
                  <a:pt x="148" y="549"/>
                  <a:pt x="149" y="549"/>
                </a:cubicBezTo>
                <a:cubicBezTo>
                  <a:pt x="149" y="549"/>
                  <a:pt x="149" y="549"/>
                  <a:pt x="149" y="550"/>
                </a:cubicBezTo>
                <a:cubicBezTo>
                  <a:pt x="149" y="550"/>
                  <a:pt x="149" y="550"/>
                  <a:pt x="149" y="550"/>
                </a:cubicBezTo>
                <a:cubicBezTo>
                  <a:pt x="149" y="550"/>
                  <a:pt x="149" y="551"/>
                  <a:pt x="149" y="551"/>
                </a:cubicBezTo>
                <a:cubicBezTo>
                  <a:pt x="149" y="552"/>
                  <a:pt x="149" y="553"/>
                  <a:pt x="148" y="554"/>
                </a:cubicBezTo>
                <a:cubicBezTo>
                  <a:pt x="148" y="555"/>
                  <a:pt x="148" y="555"/>
                  <a:pt x="148" y="555"/>
                </a:cubicBezTo>
                <a:cubicBezTo>
                  <a:pt x="148" y="555"/>
                  <a:pt x="149" y="555"/>
                  <a:pt x="149" y="555"/>
                </a:cubicBezTo>
                <a:cubicBezTo>
                  <a:pt x="149" y="556"/>
                  <a:pt x="149" y="556"/>
                  <a:pt x="150" y="556"/>
                </a:cubicBezTo>
                <a:cubicBezTo>
                  <a:pt x="150" y="556"/>
                  <a:pt x="150" y="556"/>
                  <a:pt x="151" y="556"/>
                </a:cubicBezTo>
                <a:cubicBezTo>
                  <a:pt x="151" y="555"/>
                  <a:pt x="152" y="555"/>
                  <a:pt x="152" y="556"/>
                </a:cubicBezTo>
                <a:cubicBezTo>
                  <a:pt x="152" y="556"/>
                  <a:pt x="152" y="557"/>
                  <a:pt x="152" y="557"/>
                </a:cubicBezTo>
                <a:cubicBezTo>
                  <a:pt x="152" y="558"/>
                  <a:pt x="151" y="558"/>
                  <a:pt x="151" y="559"/>
                </a:cubicBezTo>
                <a:cubicBezTo>
                  <a:pt x="151" y="560"/>
                  <a:pt x="150" y="560"/>
                  <a:pt x="150" y="561"/>
                </a:cubicBezTo>
                <a:cubicBezTo>
                  <a:pt x="150" y="561"/>
                  <a:pt x="149" y="561"/>
                  <a:pt x="149" y="561"/>
                </a:cubicBezTo>
                <a:cubicBezTo>
                  <a:pt x="149" y="562"/>
                  <a:pt x="149" y="563"/>
                  <a:pt x="149" y="563"/>
                </a:cubicBezTo>
                <a:cubicBezTo>
                  <a:pt x="148" y="564"/>
                  <a:pt x="148" y="564"/>
                  <a:pt x="148" y="564"/>
                </a:cubicBezTo>
                <a:cubicBezTo>
                  <a:pt x="148" y="564"/>
                  <a:pt x="148" y="564"/>
                  <a:pt x="148" y="564"/>
                </a:cubicBezTo>
                <a:cubicBezTo>
                  <a:pt x="149" y="565"/>
                  <a:pt x="151" y="565"/>
                  <a:pt x="152" y="565"/>
                </a:cubicBezTo>
                <a:cubicBezTo>
                  <a:pt x="152" y="565"/>
                  <a:pt x="153" y="564"/>
                  <a:pt x="153" y="564"/>
                </a:cubicBezTo>
                <a:cubicBezTo>
                  <a:pt x="153" y="564"/>
                  <a:pt x="153" y="564"/>
                  <a:pt x="153" y="564"/>
                </a:cubicBezTo>
                <a:cubicBezTo>
                  <a:pt x="154" y="564"/>
                  <a:pt x="154" y="565"/>
                  <a:pt x="154" y="565"/>
                </a:cubicBezTo>
                <a:cubicBezTo>
                  <a:pt x="155" y="565"/>
                  <a:pt x="155" y="565"/>
                  <a:pt x="155" y="565"/>
                </a:cubicBezTo>
                <a:cubicBezTo>
                  <a:pt x="155" y="566"/>
                  <a:pt x="155" y="566"/>
                  <a:pt x="155" y="565"/>
                </a:cubicBezTo>
                <a:cubicBezTo>
                  <a:pt x="156" y="565"/>
                  <a:pt x="156" y="565"/>
                  <a:pt x="156" y="565"/>
                </a:cubicBezTo>
                <a:cubicBezTo>
                  <a:pt x="156" y="564"/>
                  <a:pt x="157" y="564"/>
                  <a:pt x="157" y="564"/>
                </a:cubicBezTo>
                <a:cubicBezTo>
                  <a:pt x="157" y="564"/>
                  <a:pt x="158" y="564"/>
                  <a:pt x="158" y="563"/>
                </a:cubicBezTo>
                <a:cubicBezTo>
                  <a:pt x="158" y="563"/>
                  <a:pt x="158" y="563"/>
                  <a:pt x="158" y="563"/>
                </a:cubicBezTo>
                <a:cubicBezTo>
                  <a:pt x="158" y="563"/>
                  <a:pt x="158" y="563"/>
                  <a:pt x="158" y="562"/>
                </a:cubicBezTo>
                <a:cubicBezTo>
                  <a:pt x="158" y="562"/>
                  <a:pt x="158" y="562"/>
                  <a:pt x="159" y="562"/>
                </a:cubicBezTo>
                <a:cubicBezTo>
                  <a:pt x="159" y="561"/>
                  <a:pt x="159" y="561"/>
                  <a:pt x="160" y="561"/>
                </a:cubicBezTo>
                <a:cubicBezTo>
                  <a:pt x="160" y="561"/>
                  <a:pt x="160" y="561"/>
                  <a:pt x="160" y="561"/>
                </a:cubicBezTo>
                <a:cubicBezTo>
                  <a:pt x="160" y="560"/>
                  <a:pt x="161" y="560"/>
                  <a:pt x="161" y="559"/>
                </a:cubicBezTo>
                <a:cubicBezTo>
                  <a:pt x="160" y="559"/>
                  <a:pt x="160" y="559"/>
                  <a:pt x="160" y="558"/>
                </a:cubicBezTo>
                <a:cubicBezTo>
                  <a:pt x="161" y="557"/>
                  <a:pt x="161" y="557"/>
                  <a:pt x="161" y="556"/>
                </a:cubicBezTo>
                <a:cubicBezTo>
                  <a:pt x="161" y="556"/>
                  <a:pt x="161" y="555"/>
                  <a:pt x="161" y="555"/>
                </a:cubicBezTo>
                <a:cubicBezTo>
                  <a:pt x="161" y="554"/>
                  <a:pt x="161" y="554"/>
                  <a:pt x="161" y="554"/>
                </a:cubicBezTo>
                <a:cubicBezTo>
                  <a:pt x="161" y="553"/>
                  <a:pt x="162" y="553"/>
                  <a:pt x="162" y="553"/>
                </a:cubicBezTo>
                <a:cubicBezTo>
                  <a:pt x="162" y="553"/>
                  <a:pt x="162" y="553"/>
                  <a:pt x="162" y="553"/>
                </a:cubicBezTo>
                <a:cubicBezTo>
                  <a:pt x="162" y="553"/>
                  <a:pt x="163" y="553"/>
                  <a:pt x="163" y="553"/>
                </a:cubicBezTo>
                <a:cubicBezTo>
                  <a:pt x="164" y="553"/>
                  <a:pt x="164" y="553"/>
                  <a:pt x="165" y="553"/>
                </a:cubicBezTo>
                <a:cubicBezTo>
                  <a:pt x="165" y="553"/>
                  <a:pt x="165" y="553"/>
                  <a:pt x="166" y="553"/>
                </a:cubicBezTo>
                <a:cubicBezTo>
                  <a:pt x="166" y="554"/>
                  <a:pt x="167" y="553"/>
                  <a:pt x="168" y="553"/>
                </a:cubicBezTo>
                <a:cubicBezTo>
                  <a:pt x="169" y="553"/>
                  <a:pt x="169" y="553"/>
                  <a:pt x="170" y="553"/>
                </a:cubicBezTo>
                <a:cubicBezTo>
                  <a:pt x="170" y="553"/>
                  <a:pt x="170" y="553"/>
                  <a:pt x="170" y="553"/>
                </a:cubicBezTo>
                <a:cubicBezTo>
                  <a:pt x="170" y="553"/>
                  <a:pt x="171" y="553"/>
                  <a:pt x="171" y="553"/>
                </a:cubicBezTo>
                <a:cubicBezTo>
                  <a:pt x="172" y="553"/>
                  <a:pt x="173" y="553"/>
                  <a:pt x="174" y="553"/>
                </a:cubicBezTo>
                <a:cubicBezTo>
                  <a:pt x="174" y="553"/>
                  <a:pt x="174" y="554"/>
                  <a:pt x="174" y="554"/>
                </a:cubicBezTo>
                <a:cubicBezTo>
                  <a:pt x="175" y="554"/>
                  <a:pt x="175" y="554"/>
                  <a:pt x="176" y="554"/>
                </a:cubicBezTo>
                <a:cubicBezTo>
                  <a:pt x="177" y="554"/>
                  <a:pt x="177" y="555"/>
                  <a:pt x="178" y="556"/>
                </a:cubicBezTo>
                <a:cubicBezTo>
                  <a:pt x="179" y="556"/>
                  <a:pt x="179" y="556"/>
                  <a:pt x="180" y="557"/>
                </a:cubicBezTo>
                <a:cubicBezTo>
                  <a:pt x="180" y="557"/>
                  <a:pt x="181" y="558"/>
                  <a:pt x="181" y="558"/>
                </a:cubicBezTo>
                <a:cubicBezTo>
                  <a:pt x="182" y="559"/>
                  <a:pt x="183" y="560"/>
                  <a:pt x="184" y="561"/>
                </a:cubicBezTo>
                <a:cubicBezTo>
                  <a:pt x="184" y="562"/>
                  <a:pt x="185" y="562"/>
                  <a:pt x="186" y="563"/>
                </a:cubicBezTo>
                <a:cubicBezTo>
                  <a:pt x="187" y="564"/>
                  <a:pt x="188" y="565"/>
                  <a:pt x="190" y="565"/>
                </a:cubicBezTo>
                <a:cubicBezTo>
                  <a:pt x="191" y="566"/>
                  <a:pt x="193" y="565"/>
                  <a:pt x="194" y="566"/>
                </a:cubicBezTo>
                <a:cubicBezTo>
                  <a:pt x="194" y="567"/>
                  <a:pt x="195" y="567"/>
                  <a:pt x="195" y="567"/>
                </a:cubicBezTo>
                <a:cubicBezTo>
                  <a:pt x="195" y="567"/>
                  <a:pt x="195" y="567"/>
                  <a:pt x="195" y="567"/>
                </a:cubicBezTo>
                <a:cubicBezTo>
                  <a:pt x="195" y="566"/>
                  <a:pt x="196" y="567"/>
                  <a:pt x="196" y="567"/>
                </a:cubicBezTo>
                <a:cubicBezTo>
                  <a:pt x="197" y="567"/>
                  <a:pt x="197" y="567"/>
                  <a:pt x="198" y="567"/>
                </a:cubicBezTo>
                <a:cubicBezTo>
                  <a:pt x="199" y="567"/>
                  <a:pt x="201" y="568"/>
                  <a:pt x="201" y="569"/>
                </a:cubicBezTo>
                <a:cubicBezTo>
                  <a:pt x="202" y="569"/>
                  <a:pt x="202" y="570"/>
                  <a:pt x="203" y="571"/>
                </a:cubicBezTo>
                <a:cubicBezTo>
                  <a:pt x="204" y="571"/>
                  <a:pt x="205" y="571"/>
                  <a:pt x="205" y="572"/>
                </a:cubicBezTo>
                <a:cubicBezTo>
                  <a:pt x="206" y="572"/>
                  <a:pt x="206" y="573"/>
                  <a:pt x="207" y="573"/>
                </a:cubicBezTo>
                <a:cubicBezTo>
                  <a:pt x="208" y="574"/>
                  <a:pt x="209" y="574"/>
                  <a:pt x="211" y="574"/>
                </a:cubicBezTo>
                <a:cubicBezTo>
                  <a:pt x="211" y="574"/>
                  <a:pt x="212" y="575"/>
                  <a:pt x="213" y="575"/>
                </a:cubicBezTo>
                <a:cubicBezTo>
                  <a:pt x="213" y="575"/>
                  <a:pt x="213" y="576"/>
                  <a:pt x="214" y="576"/>
                </a:cubicBezTo>
                <a:cubicBezTo>
                  <a:pt x="214" y="576"/>
                  <a:pt x="215" y="576"/>
                  <a:pt x="216" y="576"/>
                </a:cubicBezTo>
                <a:cubicBezTo>
                  <a:pt x="216" y="576"/>
                  <a:pt x="216" y="576"/>
                  <a:pt x="216" y="576"/>
                </a:cubicBezTo>
                <a:cubicBezTo>
                  <a:pt x="217" y="576"/>
                  <a:pt x="217" y="576"/>
                  <a:pt x="218" y="576"/>
                </a:cubicBezTo>
                <a:cubicBezTo>
                  <a:pt x="218" y="576"/>
                  <a:pt x="218" y="576"/>
                  <a:pt x="218" y="576"/>
                </a:cubicBezTo>
                <a:cubicBezTo>
                  <a:pt x="218" y="577"/>
                  <a:pt x="219" y="577"/>
                  <a:pt x="220" y="577"/>
                </a:cubicBezTo>
                <a:cubicBezTo>
                  <a:pt x="220" y="577"/>
                  <a:pt x="221" y="577"/>
                  <a:pt x="221" y="577"/>
                </a:cubicBezTo>
                <a:cubicBezTo>
                  <a:pt x="221" y="577"/>
                  <a:pt x="221" y="577"/>
                  <a:pt x="221" y="577"/>
                </a:cubicBezTo>
                <a:cubicBezTo>
                  <a:pt x="221" y="577"/>
                  <a:pt x="221" y="577"/>
                  <a:pt x="222" y="577"/>
                </a:cubicBezTo>
                <a:cubicBezTo>
                  <a:pt x="222" y="577"/>
                  <a:pt x="223" y="578"/>
                  <a:pt x="224" y="578"/>
                </a:cubicBezTo>
                <a:cubicBezTo>
                  <a:pt x="224" y="578"/>
                  <a:pt x="225" y="579"/>
                  <a:pt x="225" y="579"/>
                </a:cubicBezTo>
                <a:cubicBezTo>
                  <a:pt x="225" y="579"/>
                  <a:pt x="225" y="578"/>
                  <a:pt x="225" y="578"/>
                </a:cubicBezTo>
                <a:cubicBezTo>
                  <a:pt x="225" y="578"/>
                  <a:pt x="225" y="578"/>
                  <a:pt x="225" y="578"/>
                </a:cubicBezTo>
                <a:cubicBezTo>
                  <a:pt x="224" y="577"/>
                  <a:pt x="223" y="577"/>
                  <a:pt x="223" y="576"/>
                </a:cubicBezTo>
                <a:cubicBezTo>
                  <a:pt x="224" y="576"/>
                  <a:pt x="225" y="576"/>
                  <a:pt x="226" y="576"/>
                </a:cubicBezTo>
                <a:cubicBezTo>
                  <a:pt x="225" y="576"/>
                  <a:pt x="225" y="575"/>
                  <a:pt x="224" y="575"/>
                </a:cubicBezTo>
                <a:cubicBezTo>
                  <a:pt x="224" y="575"/>
                  <a:pt x="224" y="575"/>
                  <a:pt x="224" y="575"/>
                </a:cubicBezTo>
                <a:cubicBezTo>
                  <a:pt x="224" y="575"/>
                  <a:pt x="224" y="575"/>
                  <a:pt x="223" y="575"/>
                </a:cubicBezTo>
                <a:cubicBezTo>
                  <a:pt x="223" y="575"/>
                  <a:pt x="223" y="575"/>
                  <a:pt x="222" y="575"/>
                </a:cubicBezTo>
                <a:cubicBezTo>
                  <a:pt x="222" y="575"/>
                  <a:pt x="222" y="574"/>
                  <a:pt x="222" y="574"/>
                </a:cubicBezTo>
                <a:cubicBezTo>
                  <a:pt x="222" y="574"/>
                  <a:pt x="223" y="574"/>
                  <a:pt x="223" y="574"/>
                </a:cubicBezTo>
                <a:cubicBezTo>
                  <a:pt x="223" y="574"/>
                  <a:pt x="224" y="574"/>
                  <a:pt x="224" y="574"/>
                </a:cubicBezTo>
                <a:cubicBezTo>
                  <a:pt x="225" y="575"/>
                  <a:pt x="225" y="575"/>
                  <a:pt x="225" y="575"/>
                </a:cubicBezTo>
                <a:cubicBezTo>
                  <a:pt x="226" y="575"/>
                  <a:pt x="226" y="575"/>
                  <a:pt x="226" y="575"/>
                </a:cubicBezTo>
                <a:cubicBezTo>
                  <a:pt x="226" y="575"/>
                  <a:pt x="226" y="574"/>
                  <a:pt x="226" y="574"/>
                </a:cubicBezTo>
                <a:cubicBezTo>
                  <a:pt x="226" y="574"/>
                  <a:pt x="226" y="574"/>
                  <a:pt x="227" y="574"/>
                </a:cubicBezTo>
                <a:cubicBezTo>
                  <a:pt x="227" y="574"/>
                  <a:pt x="227" y="574"/>
                  <a:pt x="227" y="574"/>
                </a:cubicBezTo>
                <a:cubicBezTo>
                  <a:pt x="228" y="574"/>
                  <a:pt x="229" y="575"/>
                  <a:pt x="230" y="576"/>
                </a:cubicBezTo>
                <a:cubicBezTo>
                  <a:pt x="230" y="576"/>
                  <a:pt x="231" y="576"/>
                  <a:pt x="231" y="576"/>
                </a:cubicBezTo>
                <a:cubicBezTo>
                  <a:pt x="232" y="577"/>
                  <a:pt x="232" y="577"/>
                  <a:pt x="233" y="577"/>
                </a:cubicBezTo>
                <a:cubicBezTo>
                  <a:pt x="234" y="577"/>
                  <a:pt x="235" y="578"/>
                  <a:pt x="235" y="579"/>
                </a:cubicBezTo>
                <a:cubicBezTo>
                  <a:pt x="235" y="579"/>
                  <a:pt x="235" y="579"/>
                  <a:pt x="236" y="580"/>
                </a:cubicBezTo>
                <a:cubicBezTo>
                  <a:pt x="236" y="580"/>
                  <a:pt x="237" y="580"/>
                  <a:pt x="237" y="580"/>
                </a:cubicBezTo>
                <a:cubicBezTo>
                  <a:pt x="238" y="580"/>
                  <a:pt x="238" y="581"/>
                  <a:pt x="238" y="581"/>
                </a:cubicBezTo>
                <a:cubicBezTo>
                  <a:pt x="238" y="581"/>
                  <a:pt x="238" y="581"/>
                  <a:pt x="238" y="582"/>
                </a:cubicBezTo>
                <a:cubicBezTo>
                  <a:pt x="238" y="583"/>
                  <a:pt x="239" y="583"/>
                  <a:pt x="239" y="584"/>
                </a:cubicBezTo>
                <a:cubicBezTo>
                  <a:pt x="240" y="584"/>
                  <a:pt x="240" y="584"/>
                  <a:pt x="241" y="585"/>
                </a:cubicBezTo>
                <a:cubicBezTo>
                  <a:pt x="241" y="585"/>
                  <a:pt x="241" y="585"/>
                  <a:pt x="241" y="585"/>
                </a:cubicBezTo>
                <a:cubicBezTo>
                  <a:pt x="242" y="586"/>
                  <a:pt x="242" y="587"/>
                  <a:pt x="242" y="588"/>
                </a:cubicBezTo>
                <a:cubicBezTo>
                  <a:pt x="242" y="588"/>
                  <a:pt x="242" y="588"/>
                  <a:pt x="242" y="588"/>
                </a:cubicBezTo>
                <a:cubicBezTo>
                  <a:pt x="242" y="589"/>
                  <a:pt x="242" y="588"/>
                  <a:pt x="243" y="588"/>
                </a:cubicBezTo>
                <a:cubicBezTo>
                  <a:pt x="243" y="588"/>
                  <a:pt x="243" y="588"/>
                  <a:pt x="243" y="588"/>
                </a:cubicBezTo>
                <a:cubicBezTo>
                  <a:pt x="243" y="589"/>
                  <a:pt x="243" y="589"/>
                  <a:pt x="243" y="589"/>
                </a:cubicBezTo>
                <a:cubicBezTo>
                  <a:pt x="242" y="589"/>
                  <a:pt x="242" y="589"/>
                  <a:pt x="243" y="589"/>
                </a:cubicBezTo>
                <a:cubicBezTo>
                  <a:pt x="243" y="590"/>
                  <a:pt x="243" y="590"/>
                  <a:pt x="242" y="590"/>
                </a:cubicBezTo>
                <a:cubicBezTo>
                  <a:pt x="242" y="590"/>
                  <a:pt x="242" y="591"/>
                  <a:pt x="242" y="592"/>
                </a:cubicBezTo>
                <a:cubicBezTo>
                  <a:pt x="242" y="592"/>
                  <a:pt x="241" y="592"/>
                  <a:pt x="241" y="592"/>
                </a:cubicBezTo>
                <a:cubicBezTo>
                  <a:pt x="241" y="592"/>
                  <a:pt x="240" y="593"/>
                  <a:pt x="240" y="593"/>
                </a:cubicBezTo>
                <a:cubicBezTo>
                  <a:pt x="240" y="593"/>
                  <a:pt x="240" y="593"/>
                  <a:pt x="240" y="593"/>
                </a:cubicBezTo>
                <a:cubicBezTo>
                  <a:pt x="240" y="593"/>
                  <a:pt x="240" y="593"/>
                  <a:pt x="240" y="593"/>
                </a:cubicBezTo>
                <a:cubicBezTo>
                  <a:pt x="239" y="592"/>
                  <a:pt x="239" y="592"/>
                  <a:pt x="238" y="592"/>
                </a:cubicBezTo>
                <a:cubicBezTo>
                  <a:pt x="238" y="592"/>
                  <a:pt x="238" y="592"/>
                  <a:pt x="237" y="592"/>
                </a:cubicBezTo>
                <a:cubicBezTo>
                  <a:pt x="237" y="592"/>
                  <a:pt x="236" y="592"/>
                  <a:pt x="235" y="592"/>
                </a:cubicBezTo>
                <a:cubicBezTo>
                  <a:pt x="235" y="592"/>
                  <a:pt x="235" y="592"/>
                  <a:pt x="235" y="591"/>
                </a:cubicBezTo>
                <a:cubicBezTo>
                  <a:pt x="234" y="591"/>
                  <a:pt x="235" y="591"/>
                  <a:pt x="234" y="590"/>
                </a:cubicBezTo>
                <a:cubicBezTo>
                  <a:pt x="234" y="590"/>
                  <a:pt x="234" y="590"/>
                  <a:pt x="234" y="591"/>
                </a:cubicBezTo>
                <a:cubicBezTo>
                  <a:pt x="234" y="591"/>
                  <a:pt x="234" y="591"/>
                  <a:pt x="234" y="592"/>
                </a:cubicBezTo>
                <a:cubicBezTo>
                  <a:pt x="235" y="592"/>
                  <a:pt x="235" y="593"/>
                  <a:pt x="235" y="593"/>
                </a:cubicBezTo>
                <a:cubicBezTo>
                  <a:pt x="235" y="593"/>
                  <a:pt x="235" y="594"/>
                  <a:pt x="235" y="594"/>
                </a:cubicBezTo>
                <a:cubicBezTo>
                  <a:pt x="235" y="594"/>
                  <a:pt x="235" y="594"/>
                  <a:pt x="235" y="594"/>
                </a:cubicBezTo>
                <a:cubicBezTo>
                  <a:pt x="235" y="595"/>
                  <a:pt x="234" y="594"/>
                  <a:pt x="234" y="594"/>
                </a:cubicBezTo>
                <a:cubicBezTo>
                  <a:pt x="233" y="594"/>
                  <a:pt x="233" y="594"/>
                  <a:pt x="232" y="594"/>
                </a:cubicBezTo>
                <a:cubicBezTo>
                  <a:pt x="232" y="594"/>
                  <a:pt x="232" y="594"/>
                  <a:pt x="232" y="594"/>
                </a:cubicBezTo>
                <a:cubicBezTo>
                  <a:pt x="231" y="594"/>
                  <a:pt x="232" y="594"/>
                  <a:pt x="232" y="595"/>
                </a:cubicBezTo>
                <a:cubicBezTo>
                  <a:pt x="232" y="595"/>
                  <a:pt x="232" y="596"/>
                  <a:pt x="231" y="596"/>
                </a:cubicBezTo>
                <a:cubicBezTo>
                  <a:pt x="231" y="597"/>
                  <a:pt x="231" y="597"/>
                  <a:pt x="231" y="598"/>
                </a:cubicBezTo>
                <a:cubicBezTo>
                  <a:pt x="232" y="598"/>
                  <a:pt x="232" y="598"/>
                  <a:pt x="232" y="598"/>
                </a:cubicBezTo>
                <a:cubicBezTo>
                  <a:pt x="232" y="598"/>
                  <a:pt x="232" y="598"/>
                  <a:pt x="232" y="598"/>
                </a:cubicBezTo>
                <a:cubicBezTo>
                  <a:pt x="231" y="599"/>
                  <a:pt x="230" y="599"/>
                  <a:pt x="229" y="600"/>
                </a:cubicBezTo>
                <a:cubicBezTo>
                  <a:pt x="229" y="600"/>
                  <a:pt x="228" y="600"/>
                  <a:pt x="228" y="600"/>
                </a:cubicBezTo>
                <a:cubicBezTo>
                  <a:pt x="228" y="600"/>
                  <a:pt x="229" y="601"/>
                  <a:pt x="229" y="601"/>
                </a:cubicBezTo>
                <a:cubicBezTo>
                  <a:pt x="231" y="601"/>
                  <a:pt x="232" y="602"/>
                  <a:pt x="233" y="603"/>
                </a:cubicBezTo>
                <a:cubicBezTo>
                  <a:pt x="233" y="603"/>
                  <a:pt x="233" y="603"/>
                  <a:pt x="233" y="603"/>
                </a:cubicBezTo>
                <a:cubicBezTo>
                  <a:pt x="233" y="603"/>
                  <a:pt x="234" y="603"/>
                  <a:pt x="234" y="603"/>
                </a:cubicBezTo>
                <a:cubicBezTo>
                  <a:pt x="235" y="603"/>
                  <a:pt x="236" y="603"/>
                  <a:pt x="238" y="603"/>
                </a:cubicBezTo>
                <a:cubicBezTo>
                  <a:pt x="238" y="603"/>
                  <a:pt x="238" y="603"/>
                  <a:pt x="239" y="603"/>
                </a:cubicBezTo>
                <a:cubicBezTo>
                  <a:pt x="239" y="603"/>
                  <a:pt x="239" y="604"/>
                  <a:pt x="239" y="604"/>
                </a:cubicBezTo>
                <a:cubicBezTo>
                  <a:pt x="239" y="604"/>
                  <a:pt x="240" y="604"/>
                  <a:pt x="240" y="604"/>
                </a:cubicBezTo>
                <a:cubicBezTo>
                  <a:pt x="243" y="605"/>
                  <a:pt x="246" y="606"/>
                  <a:pt x="248" y="605"/>
                </a:cubicBezTo>
                <a:cubicBezTo>
                  <a:pt x="248" y="605"/>
                  <a:pt x="249" y="605"/>
                  <a:pt x="249" y="605"/>
                </a:cubicBezTo>
                <a:cubicBezTo>
                  <a:pt x="249" y="605"/>
                  <a:pt x="250" y="605"/>
                  <a:pt x="250" y="605"/>
                </a:cubicBezTo>
                <a:cubicBezTo>
                  <a:pt x="251" y="605"/>
                  <a:pt x="252" y="606"/>
                  <a:pt x="253" y="606"/>
                </a:cubicBezTo>
                <a:cubicBezTo>
                  <a:pt x="254" y="606"/>
                  <a:pt x="255" y="606"/>
                  <a:pt x="256" y="606"/>
                </a:cubicBezTo>
                <a:cubicBezTo>
                  <a:pt x="256" y="605"/>
                  <a:pt x="257" y="605"/>
                  <a:pt x="257" y="605"/>
                </a:cubicBezTo>
                <a:cubicBezTo>
                  <a:pt x="257" y="605"/>
                  <a:pt x="258" y="605"/>
                  <a:pt x="258" y="604"/>
                </a:cubicBezTo>
                <a:cubicBezTo>
                  <a:pt x="258" y="604"/>
                  <a:pt x="258" y="604"/>
                  <a:pt x="259" y="604"/>
                </a:cubicBezTo>
                <a:cubicBezTo>
                  <a:pt x="261" y="604"/>
                  <a:pt x="262" y="604"/>
                  <a:pt x="264" y="603"/>
                </a:cubicBezTo>
                <a:cubicBezTo>
                  <a:pt x="265" y="603"/>
                  <a:pt x="265" y="603"/>
                  <a:pt x="265" y="603"/>
                </a:cubicBezTo>
                <a:cubicBezTo>
                  <a:pt x="266" y="603"/>
                  <a:pt x="266" y="603"/>
                  <a:pt x="266" y="603"/>
                </a:cubicBezTo>
                <a:cubicBezTo>
                  <a:pt x="266" y="603"/>
                  <a:pt x="267" y="603"/>
                  <a:pt x="267" y="602"/>
                </a:cubicBezTo>
                <a:cubicBezTo>
                  <a:pt x="267" y="602"/>
                  <a:pt x="268" y="602"/>
                  <a:pt x="268" y="602"/>
                </a:cubicBezTo>
                <a:cubicBezTo>
                  <a:pt x="268" y="602"/>
                  <a:pt x="268" y="603"/>
                  <a:pt x="268" y="603"/>
                </a:cubicBezTo>
                <a:cubicBezTo>
                  <a:pt x="268" y="603"/>
                  <a:pt x="269" y="603"/>
                  <a:pt x="269" y="603"/>
                </a:cubicBezTo>
                <a:cubicBezTo>
                  <a:pt x="270" y="603"/>
                  <a:pt x="270" y="603"/>
                  <a:pt x="271" y="602"/>
                </a:cubicBezTo>
                <a:cubicBezTo>
                  <a:pt x="271" y="602"/>
                  <a:pt x="272" y="601"/>
                  <a:pt x="273" y="600"/>
                </a:cubicBezTo>
                <a:cubicBezTo>
                  <a:pt x="274" y="600"/>
                  <a:pt x="274" y="600"/>
                  <a:pt x="274" y="599"/>
                </a:cubicBezTo>
                <a:cubicBezTo>
                  <a:pt x="275" y="599"/>
                  <a:pt x="275" y="599"/>
                  <a:pt x="275" y="599"/>
                </a:cubicBezTo>
                <a:cubicBezTo>
                  <a:pt x="276" y="599"/>
                  <a:pt x="277" y="598"/>
                  <a:pt x="277" y="598"/>
                </a:cubicBezTo>
                <a:cubicBezTo>
                  <a:pt x="278" y="598"/>
                  <a:pt x="278" y="599"/>
                  <a:pt x="278" y="600"/>
                </a:cubicBezTo>
                <a:cubicBezTo>
                  <a:pt x="279" y="600"/>
                  <a:pt x="279" y="601"/>
                  <a:pt x="280" y="601"/>
                </a:cubicBezTo>
                <a:cubicBezTo>
                  <a:pt x="280" y="602"/>
                  <a:pt x="281" y="603"/>
                  <a:pt x="281" y="604"/>
                </a:cubicBezTo>
                <a:cubicBezTo>
                  <a:pt x="281" y="604"/>
                  <a:pt x="281" y="604"/>
                  <a:pt x="281" y="604"/>
                </a:cubicBezTo>
                <a:cubicBezTo>
                  <a:pt x="281" y="605"/>
                  <a:pt x="281" y="605"/>
                  <a:pt x="281" y="605"/>
                </a:cubicBezTo>
                <a:cubicBezTo>
                  <a:pt x="282" y="605"/>
                  <a:pt x="282" y="605"/>
                  <a:pt x="282" y="605"/>
                </a:cubicBezTo>
                <a:cubicBezTo>
                  <a:pt x="283" y="605"/>
                  <a:pt x="283" y="604"/>
                  <a:pt x="283" y="604"/>
                </a:cubicBezTo>
                <a:cubicBezTo>
                  <a:pt x="283" y="604"/>
                  <a:pt x="284" y="604"/>
                  <a:pt x="285" y="604"/>
                </a:cubicBezTo>
                <a:cubicBezTo>
                  <a:pt x="285" y="605"/>
                  <a:pt x="285" y="605"/>
                  <a:pt x="285" y="605"/>
                </a:cubicBezTo>
                <a:cubicBezTo>
                  <a:pt x="285" y="605"/>
                  <a:pt x="286" y="604"/>
                  <a:pt x="286" y="604"/>
                </a:cubicBezTo>
                <a:cubicBezTo>
                  <a:pt x="286" y="604"/>
                  <a:pt x="287" y="605"/>
                  <a:pt x="287" y="605"/>
                </a:cubicBezTo>
                <a:cubicBezTo>
                  <a:pt x="287" y="605"/>
                  <a:pt x="287" y="606"/>
                  <a:pt x="287" y="606"/>
                </a:cubicBezTo>
                <a:cubicBezTo>
                  <a:pt x="287" y="607"/>
                  <a:pt x="288" y="608"/>
                  <a:pt x="288" y="609"/>
                </a:cubicBezTo>
                <a:cubicBezTo>
                  <a:pt x="288" y="609"/>
                  <a:pt x="288" y="610"/>
                  <a:pt x="288" y="610"/>
                </a:cubicBezTo>
                <a:cubicBezTo>
                  <a:pt x="288" y="610"/>
                  <a:pt x="288" y="610"/>
                  <a:pt x="287" y="610"/>
                </a:cubicBezTo>
                <a:cubicBezTo>
                  <a:pt x="287" y="610"/>
                  <a:pt x="287" y="611"/>
                  <a:pt x="287" y="611"/>
                </a:cubicBezTo>
                <a:cubicBezTo>
                  <a:pt x="287" y="611"/>
                  <a:pt x="288" y="611"/>
                  <a:pt x="288" y="612"/>
                </a:cubicBezTo>
                <a:cubicBezTo>
                  <a:pt x="288" y="612"/>
                  <a:pt x="288" y="613"/>
                  <a:pt x="289" y="613"/>
                </a:cubicBezTo>
                <a:cubicBezTo>
                  <a:pt x="289" y="613"/>
                  <a:pt x="289" y="613"/>
                  <a:pt x="289" y="613"/>
                </a:cubicBezTo>
                <a:cubicBezTo>
                  <a:pt x="289" y="613"/>
                  <a:pt x="289" y="613"/>
                  <a:pt x="289" y="613"/>
                </a:cubicBezTo>
                <a:cubicBezTo>
                  <a:pt x="290" y="612"/>
                  <a:pt x="289" y="610"/>
                  <a:pt x="290" y="609"/>
                </a:cubicBezTo>
                <a:cubicBezTo>
                  <a:pt x="290" y="609"/>
                  <a:pt x="290" y="609"/>
                  <a:pt x="290" y="608"/>
                </a:cubicBezTo>
                <a:cubicBezTo>
                  <a:pt x="290" y="608"/>
                  <a:pt x="290" y="608"/>
                  <a:pt x="290" y="608"/>
                </a:cubicBezTo>
                <a:cubicBezTo>
                  <a:pt x="290" y="608"/>
                  <a:pt x="290" y="607"/>
                  <a:pt x="290" y="607"/>
                </a:cubicBezTo>
                <a:cubicBezTo>
                  <a:pt x="291" y="608"/>
                  <a:pt x="290" y="608"/>
                  <a:pt x="291" y="609"/>
                </a:cubicBezTo>
                <a:cubicBezTo>
                  <a:pt x="291" y="609"/>
                  <a:pt x="291" y="609"/>
                  <a:pt x="291" y="609"/>
                </a:cubicBezTo>
                <a:cubicBezTo>
                  <a:pt x="291" y="609"/>
                  <a:pt x="291" y="610"/>
                  <a:pt x="291" y="610"/>
                </a:cubicBezTo>
                <a:cubicBezTo>
                  <a:pt x="291" y="610"/>
                  <a:pt x="291" y="611"/>
                  <a:pt x="291" y="611"/>
                </a:cubicBezTo>
                <a:cubicBezTo>
                  <a:pt x="291" y="611"/>
                  <a:pt x="292" y="612"/>
                  <a:pt x="292" y="612"/>
                </a:cubicBezTo>
                <a:cubicBezTo>
                  <a:pt x="292" y="612"/>
                  <a:pt x="292" y="613"/>
                  <a:pt x="292" y="613"/>
                </a:cubicBezTo>
                <a:cubicBezTo>
                  <a:pt x="292" y="612"/>
                  <a:pt x="293" y="612"/>
                  <a:pt x="293" y="611"/>
                </a:cubicBezTo>
                <a:cubicBezTo>
                  <a:pt x="294" y="612"/>
                  <a:pt x="294" y="613"/>
                  <a:pt x="295" y="613"/>
                </a:cubicBezTo>
                <a:cubicBezTo>
                  <a:pt x="295" y="614"/>
                  <a:pt x="295" y="614"/>
                  <a:pt x="296" y="614"/>
                </a:cubicBezTo>
                <a:cubicBezTo>
                  <a:pt x="296" y="615"/>
                  <a:pt x="296" y="615"/>
                  <a:pt x="297" y="616"/>
                </a:cubicBezTo>
                <a:cubicBezTo>
                  <a:pt x="297" y="617"/>
                  <a:pt x="297" y="618"/>
                  <a:pt x="297" y="618"/>
                </a:cubicBezTo>
                <a:cubicBezTo>
                  <a:pt x="297" y="619"/>
                  <a:pt x="298" y="619"/>
                  <a:pt x="298" y="619"/>
                </a:cubicBezTo>
                <a:cubicBezTo>
                  <a:pt x="298" y="619"/>
                  <a:pt x="298" y="620"/>
                  <a:pt x="297" y="620"/>
                </a:cubicBezTo>
                <a:cubicBezTo>
                  <a:pt x="297" y="620"/>
                  <a:pt x="296" y="620"/>
                  <a:pt x="296" y="620"/>
                </a:cubicBezTo>
                <a:cubicBezTo>
                  <a:pt x="296" y="620"/>
                  <a:pt x="296" y="620"/>
                  <a:pt x="295" y="620"/>
                </a:cubicBezTo>
                <a:cubicBezTo>
                  <a:pt x="295" y="620"/>
                  <a:pt x="295" y="620"/>
                  <a:pt x="295" y="620"/>
                </a:cubicBezTo>
                <a:cubicBezTo>
                  <a:pt x="294" y="621"/>
                  <a:pt x="294" y="621"/>
                  <a:pt x="294" y="621"/>
                </a:cubicBezTo>
                <a:cubicBezTo>
                  <a:pt x="294" y="621"/>
                  <a:pt x="294" y="621"/>
                  <a:pt x="294" y="621"/>
                </a:cubicBezTo>
                <a:cubicBezTo>
                  <a:pt x="293" y="620"/>
                  <a:pt x="292" y="619"/>
                  <a:pt x="291" y="618"/>
                </a:cubicBezTo>
                <a:cubicBezTo>
                  <a:pt x="291" y="619"/>
                  <a:pt x="291" y="619"/>
                  <a:pt x="291" y="620"/>
                </a:cubicBezTo>
                <a:cubicBezTo>
                  <a:pt x="291" y="620"/>
                  <a:pt x="291" y="621"/>
                  <a:pt x="292" y="621"/>
                </a:cubicBezTo>
                <a:cubicBezTo>
                  <a:pt x="292" y="621"/>
                  <a:pt x="292" y="621"/>
                  <a:pt x="292" y="621"/>
                </a:cubicBezTo>
                <a:cubicBezTo>
                  <a:pt x="292" y="621"/>
                  <a:pt x="293" y="621"/>
                  <a:pt x="293" y="621"/>
                </a:cubicBezTo>
                <a:cubicBezTo>
                  <a:pt x="293" y="621"/>
                  <a:pt x="293" y="622"/>
                  <a:pt x="294" y="622"/>
                </a:cubicBezTo>
                <a:cubicBezTo>
                  <a:pt x="294" y="622"/>
                  <a:pt x="295" y="622"/>
                  <a:pt x="295" y="623"/>
                </a:cubicBezTo>
                <a:cubicBezTo>
                  <a:pt x="295" y="623"/>
                  <a:pt x="295" y="622"/>
                  <a:pt x="296" y="622"/>
                </a:cubicBezTo>
                <a:cubicBezTo>
                  <a:pt x="296" y="622"/>
                  <a:pt x="296" y="622"/>
                  <a:pt x="296" y="622"/>
                </a:cubicBezTo>
                <a:cubicBezTo>
                  <a:pt x="296" y="622"/>
                  <a:pt x="296" y="623"/>
                  <a:pt x="296" y="623"/>
                </a:cubicBezTo>
                <a:cubicBezTo>
                  <a:pt x="296" y="623"/>
                  <a:pt x="296" y="623"/>
                  <a:pt x="296" y="623"/>
                </a:cubicBezTo>
                <a:cubicBezTo>
                  <a:pt x="296" y="623"/>
                  <a:pt x="296" y="623"/>
                  <a:pt x="295" y="624"/>
                </a:cubicBezTo>
                <a:cubicBezTo>
                  <a:pt x="295" y="624"/>
                  <a:pt x="295" y="624"/>
                  <a:pt x="295" y="625"/>
                </a:cubicBezTo>
                <a:cubicBezTo>
                  <a:pt x="295" y="625"/>
                  <a:pt x="296" y="625"/>
                  <a:pt x="296" y="625"/>
                </a:cubicBezTo>
                <a:cubicBezTo>
                  <a:pt x="297" y="626"/>
                  <a:pt x="297" y="626"/>
                  <a:pt x="297" y="626"/>
                </a:cubicBezTo>
                <a:cubicBezTo>
                  <a:pt x="296" y="627"/>
                  <a:pt x="296" y="627"/>
                  <a:pt x="296" y="627"/>
                </a:cubicBezTo>
                <a:cubicBezTo>
                  <a:pt x="297" y="628"/>
                  <a:pt x="297" y="628"/>
                  <a:pt x="297" y="628"/>
                </a:cubicBezTo>
                <a:cubicBezTo>
                  <a:pt x="297" y="628"/>
                  <a:pt x="297" y="629"/>
                  <a:pt x="297" y="629"/>
                </a:cubicBezTo>
                <a:cubicBezTo>
                  <a:pt x="297" y="629"/>
                  <a:pt x="297" y="628"/>
                  <a:pt x="297" y="628"/>
                </a:cubicBezTo>
                <a:cubicBezTo>
                  <a:pt x="298" y="628"/>
                  <a:pt x="298" y="628"/>
                  <a:pt x="298" y="628"/>
                </a:cubicBezTo>
                <a:cubicBezTo>
                  <a:pt x="299" y="629"/>
                  <a:pt x="299" y="630"/>
                  <a:pt x="300" y="631"/>
                </a:cubicBezTo>
                <a:cubicBezTo>
                  <a:pt x="300" y="632"/>
                  <a:pt x="300" y="633"/>
                  <a:pt x="301" y="633"/>
                </a:cubicBezTo>
                <a:cubicBezTo>
                  <a:pt x="302" y="634"/>
                  <a:pt x="302" y="635"/>
                  <a:pt x="303" y="636"/>
                </a:cubicBezTo>
                <a:cubicBezTo>
                  <a:pt x="303" y="636"/>
                  <a:pt x="303" y="635"/>
                  <a:pt x="303" y="635"/>
                </a:cubicBezTo>
                <a:cubicBezTo>
                  <a:pt x="303" y="635"/>
                  <a:pt x="303" y="634"/>
                  <a:pt x="303" y="634"/>
                </a:cubicBezTo>
                <a:cubicBezTo>
                  <a:pt x="303" y="634"/>
                  <a:pt x="303" y="634"/>
                  <a:pt x="303" y="634"/>
                </a:cubicBezTo>
                <a:cubicBezTo>
                  <a:pt x="303" y="634"/>
                  <a:pt x="303" y="634"/>
                  <a:pt x="303" y="634"/>
                </a:cubicBezTo>
                <a:cubicBezTo>
                  <a:pt x="303" y="634"/>
                  <a:pt x="302" y="634"/>
                  <a:pt x="302" y="633"/>
                </a:cubicBezTo>
                <a:cubicBezTo>
                  <a:pt x="302" y="633"/>
                  <a:pt x="301" y="632"/>
                  <a:pt x="301" y="632"/>
                </a:cubicBezTo>
                <a:cubicBezTo>
                  <a:pt x="301" y="632"/>
                  <a:pt x="301" y="631"/>
                  <a:pt x="301" y="631"/>
                </a:cubicBezTo>
                <a:cubicBezTo>
                  <a:pt x="300" y="631"/>
                  <a:pt x="300" y="630"/>
                  <a:pt x="300" y="630"/>
                </a:cubicBezTo>
                <a:cubicBezTo>
                  <a:pt x="301" y="630"/>
                  <a:pt x="301" y="630"/>
                  <a:pt x="301" y="630"/>
                </a:cubicBezTo>
                <a:cubicBezTo>
                  <a:pt x="301" y="630"/>
                  <a:pt x="301" y="629"/>
                  <a:pt x="301" y="629"/>
                </a:cubicBezTo>
                <a:cubicBezTo>
                  <a:pt x="301" y="629"/>
                  <a:pt x="301" y="629"/>
                  <a:pt x="301" y="629"/>
                </a:cubicBezTo>
                <a:cubicBezTo>
                  <a:pt x="301" y="629"/>
                  <a:pt x="300" y="629"/>
                  <a:pt x="300" y="629"/>
                </a:cubicBezTo>
                <a:cubicBezTo>
                  <a:pt x="300" y="629"/>
                  <a:pt x="299" y="628"/>
                  <a:pt x="299" y="628"/>
                </a:cubicBezTo>
                <a:cubicBezTo>
                  <a:pt x="299" y="628"/>
                  <a:pt x="299" y="628"/>
                  <a:pt x="299" y="627"/>
                </a:cubicBezTo>
                <a:cubicBezTo>
                  <a:pt x="298" y="627"/>
                  <a:pt x="299" y="627"/>
                  <a:pt x="299" y="627"/>
                </a:cubicBezTo>
                <a:cubicBezTo>
                  <a:pt x="299" y="626"/>
                  <a:pt x="299" y="625"/>
                  <a:pt x="299" y="625"/>
                </a:cubicBezTo>
                <a:cubicBezTo>
                  <a:pt x="299" y="625"/>
                  <a:pt x="299" y="624"/>
                  <a:pt x="299" y="624"/>
                </a:cubicBezTo>
                <a:cubicBezTo>
                  <a:pt x="299" y="624"/>
                  <a:pt x="299" y="624"/>
                  <a:pt x="300" y="624"/>
                </a:cubicBezTo>
                <a:cubicBezTo>
                  <a:pt x="300" y="624"/>
                  <a:pt x="300" y="624"/>
                  <a:pt x="300" y="625"/>
                </a:cubicBezTo>
                <a:cubicBezTo>
                  <a:pt x="301" y="624"/>
                  <a:pt x="301" y="624"/>
                  <a:pt x="301" y="624"/>
                </a:cubicBezTo>
                <a:cubicBezTo>
                  <a:pt x="301" y="624"/>
                  <a:pt x="301" y="623"/>
                  <a:pt x="301" y="623"/>
                </a:cubicBezTo>
                <a:cubicBezTo>
                  <a:pt x="302" y="623"/>
                  <a:pt x="301" y="623"/>
                  <a:pt x="301" y="623"/>
                </a:cubicBezTo>
                <a:cubicBezTo>
                  <a:pt x="301" y="623"/>
                  <a:pt x="301" y="622"/>
                  <a:pt x="301" y="622"/>
                </a:cubicBezTo>
                <a:cubicBezTo>
                  <a:pt x="302" y="622"/>
                  <a:pt x="302" y="622"/>
                  <a:pt x="302" y="623"/>
                </a:cubicBezTo>
                <a:cubicBezTo>
                  <a:pt x="302" y="623"/>
                  <a:pt x="303" y="623"/>
                  <a:pt x="303" y="624"/>
                </a:cubicBezTo>
                <a:cubicBezTo>
                  <a:pt x="303" y="624"/>
                  <a:pt x="303" y="624"/>
                  <a:pt x="303" y="624"/>
                </a:cubicBezTo>
                <a:cubicBezTo>
                  <a:pt x="304" y="624"/>
                  <a:pt x="304" y="624"/>
                  <a:pt x="304" y="624"/>
                </a:cubicBezTo>
                <a:cubicBezTo>
                  <a:pt x="304" y="623"/>
                  <a:pt x="304" y="623"/>
                  <a:pt x="304" y="623"/>
                </a:cubicBezTo>
                <a:cubicBezTo>
                  <a:pt x="303" y="622"/>
                  <a:pt x="302" y="621"/>
                  <a:pt x="301" y="621"/>
                </a:cubicBezTo>
                <a:cubicBezTo>
                  <a:pt x="301" y="620"/>
                  <a:pt x="301" y="620"/>
                  <a:pt x="301" y="620"/>
                </a:cubicBezTo>
                <a:cubicBezTo>
                  <a:pt x="301" y="620"/>
                  <a:pt x="302" y="620"/>
                  <a:pt x="302" y="620"/>
                </a:cubicBezTo>
                <a:cubicBezTo>
                  <a:pt x="302" y="620"/>
                  <a:pt x="302" y="619"/>
                  <a:pt x="302" y="619"/>
                </a:cubicBezTo>
                <a:cubicBezTo>
                  <a:pt x="302" y="619"/>
                  <a:pt x="302" y="618"/>
                  <a:pt x="302" y="618"/>
                </a:cubicBezTo>
                <a:cubicBezTo>
                  <a:pt x="302" y="618"/>
                  <a:pt x="302" y="618"/>
                  <a:pt x="302" y="618"/>
                </a:cubicBezTo>
                <a:cubicBezTo>
                  <a:pt x="301" y="618"/>
                  <a:pt x="300" y="617"/>
                  <a:pt x="300" y="616"/>
                </a:cubicBezTo>
                <a:cubicBezTo>
                  <a:pt x="300" y="616"/>
                  <a:pt x="299" y="615"/>
                  <a:pt x="299" y="615"/>
                </a:cubicBezTo>
                <a:cubicBezTo>
                  <a:pt x="299" y="614"/>
                  <a:pt x="299" y="613"/>
                  <a:pt x="299" y="612"/>
                </a:cubicBezTo>
                <a:cubicBezTo>
                  <a:pt x="299" y="611"/>
                  <a:pt x="299" y="611"/>
                  <a:pt x="299" y="610"/>
                </a:cubicBezTo>
                <a:cubicBezTo>
                  <a:pt x="300" y="610"/>
                  <a:pt x="299" y="609"/>
                  <a:pt x="299" y="609"/>
                </a:cubicBezTo>
                <a:cubicBezTo>
                  <a:pt x="299" y="609"/>
                  <a:pt x="299" y="609"/>
                  <a:pt x="299" y="609"/>
                </a:cubicBezTo>
                <a:cubicBezTo>
                  <a:pt x="299" y="609"/>
                  <a:pt x="299" y="609"/>
                  <a:pt x="299" y="608"/>
                </a:cubicBezTo>
                <a:cubicBezTo>
                  <a:pt x="299" y="608"/>
                  <a:pt x="299" y="608"/>
                  <a:pt x="299" y="607"/>
                </a:cubicBezTo>
                <a:cubicBezTo>
                  <a:pt x="298" y="607"/>
                  <a:pt x="298" y="607"/>
                  <a:pt x="298" y="606"/>
                </a:cubicBezTo>
                <a:cubicBezTo>
                  <a:pt x="298" y="606"/>
                  <a:pt x="298" y="606"/>
                  <a:pt x="298" y="606"/>
                </a:cubicBezTo>
                <a:cubicBezTo>
                  <a:pt x="298" y="606"/>
                  <a:pt x="297" y="606"/>
                  <a:pt x="297" y="605"/>
                </a:cubicBezTo>
                <a:cubicBezTo>
                  <a:pt x="297" y="605"/>
                  <a:pt x="296" y="605"/>
                  <a:pt x="296" y="604"/>
                </a:cubicBezTo>
                <a:cubicBezTo>
                  <a:pt x="296" y="604"/>
                  <a:pt x="296" y="604"/>
                  <a:pt x="296" y="604"/>
                </a:cubicBezTo>
                <a:cubicBezTo>
                  <a:pt x="296" y="603"/>
                  <a:pt x="296" y="603"/>
                  <a:pt x="296" y="603"/>
                </a:cubicBezTo>
                <a:cubicBezTo>
                  <a:pt x="297" y="602"/>
                  <a:pt x="297" y="601"/>
                  <a:pt x="298" y="600"/>
                </a:cubicBezTo>
                <a:cubicBezTo>
                  <a:pt x="299" y="600"/>
                  <a:pt x="299" y="600"/>
                  <a:pt x="299" y="600"/>
                </a:cubicBezTo>
                <a:cubicBezTo>
                  <a:pt x="299" y="600"/>
                  <a:pt x="299" y="599"/>
                  <a:pt x="299" y="599"/>
                </a:cubicBezTo>
                <a:cubicBezTo>
                  <a:pt x="299" y="599"/>
                  <a:pt x="298" y="599"/>
                  <a:pt x="298" y="598"/>
                </a:cubicBezTo>
                <a:cubicBezTo>
                  <a:pt x="298" y="598"/>
                  <a:pt x="298" y="598"/>
                  <a:pt x="299" y="598"/>
                </a:cubicBezTo>
                <a:cubicBezTo>
                  <a:pt x="299" y="598"/>
                  <a:pt x="299" y="597"/>
                  <a:pt x="298" y="597"/>
                </a:cubicBezTo>
                <a:cubicBezTo>
                  <a:pt x="298" y="597"/>
                  <a:pt x="298" y="598"/>
                  <a:pt x="298" y="598"/>
                </a:cubicBezTo>
                <a:cubicBezTo>
                  <a:pt x="298" y="598"/>
                  <a:pt x="298" y="598"/>
                  <a:pt x="297" y="597"/>
                </a:cubicBezTo>
                <a:cubicBezTo>
                  <a:pt x="297" y="597"/>
                  <a:pt x="297" y="597"/>
                  <a:pt x="297" y="597"/>
                </a:cubicBezTo>
                <a:cubicBezTo>
                  <a:pt x="297" y="597"/>
                  <a:pt x="297" y="596"/>
                  <a:pt x="297" y="596"/>
                </a:cubicBezTo>
                <a:cubicBezTo>
                  <a:pt x="298" y="596"/>
                  <a:pt x="298" y="596"/>
                  <a:pt x="298" y="596"/>
                </a:cubicBezTo>
                <a:cubicBezTo>
                  <a:pt x="298" y="596"/>
                  <a:pt x="299" y="596"/>
                  <a:pt x="298" y="596"/>
                </a:cubicBezTo>
                <a:cubicBezTo>
                  <a:pt x="298" y="596"/>
                  <a:pt x="298" y="596"/>
                  <a:pt x="298" y="597"/>
                </a:cubicBezTo>
                <a:cubicBezTo>
                  <a:pt x="298" y="597"/>
                  <a:pt x="298" y="597"/>
                  <a:pt x="298" y="597"/>
                </a:cubicBezTo>
                <a:cubicBezTo>
                  <a:pt x="298" y="597"/>
                  <a:pt x="299" y="597"/>
                  <a:pt x="299" y="597"/>
                </a:cubicBezTo>
                <a:cubicBezTo>
                  <a:pt x="299" y="597"/>
                  <a:pt x="300" y="597"/>
                  <a:pt x="300" y="596"/>
                </a:cubicBezTo>
                <a:cubicBezTo>
                  <a:pt x="300" y="596"/>
                  <a:pt x="301" y="596"/>
                  <a:pt x="301" y="596"/>
                </a:cubicBezTo>
                <a:cubicBezTo>
                  <a:pt x="301" y="596"/>
                  <a:pt x="301" y="596"/>
                  <a:pt x="301" y="597"/>
                </a:cubicBezTo>
                <a:cubicBezTo>
                  <a:pt x="301" y="597"/>
                  <a:pt x="302" y="597"/>
                  <a:pt x="303" y="596"/>
                </a:cubicBezTo>
                <a:cubicBezTo>
                  <a:pt x="303" y="596"/>
                  <a:pt x="304" y="595"/>
                  <a:pt x="304" y="595"/>
                </a:cubicBezTo>
                <a:cubicBezTo>
                  <a:pt x="305" y="595"/>
                  <a:pt x="306" y="595"/>
                  <a:pt x="307" y="595"/>
                </a:cubicBezTo>
                <a:cubicBezTo>
                  <a:pt x="307" y="595"/>
                  <a:pt x="307" y="595"/>
                  <a:pt x="307" y="595"/>
                </a:cubicBezTo>
                <a:cubicBezTo>
                  <a:pt x="307" y="595"/>
                  <a:pt x="307" y="595"/>
                  <a:pt x="307" y="595"/>
                </a:cubicBezTo>
                <a:cubicBezTo>
                  <a:pt x="308" y="594"/>
                  <a:pt x="308" y="594"/>
                  <a:pt x="308" y="594"/>
                </a:cubicBezTo>
                <a:cubicBezTo>
                  <a:pt x="308" y="594"/>
                  <a:pt x="308" y="593"/>
                  <a:pt x="308" y="593"/>
                </a:cubicBezTo>
                <a:cubicBezTo>
                  <a:pt x="308" y="593"/>
                  <a:pt x="308" y="593"/>
                  <a:pt x="308" y="593"/>
                </a:cubicBezTo>
                <a:cubicBezTo>
                  <a:pt x="308" y="593"/>
                  <a:pt x="308" y="593"/>
                  <a:pt x="308" y="593"/>
                </a:cubicBezTo>
                <a:cubicBezTo>
                  <a:pt x="308" y="593"/>
                  <a:pt x="308" y="593"/>
                  <a:pt x="308" y="593"/>
                </a:cubicBezTo>
                <a:cubicBezTo>
                  <a:pt x="308" y="593"/>
                  <a:pt x="308" y="593"/>
                  <a:pt x="308" y="593"/>
                </a:cubicBezTo>
                <a:cubicBezTo>
                  <a:pt x="309" y="593"/>
                  <a:pt x="309" y="593"/>
                  <a:pt x="309" y="592"/>
                </a:cubicBezTo>
                <a:cubicBezTo>
                  <a:pt x="309" y="592"/>
                  <a:pt x="309" y="592"/>
                  <a:pt x="309" y="592"/>
                </a:cubicBezTo>
                <a:cubicBezTo>
                  <a:pt x="309" y="592"/>
                  <a:pt x="309" y="592"/>
                  <a:pt x="309" y="592"/>
                </a:cubicBezTo>
                <a:cubicBezTo>
                  <a:pt x="310" y="592"/>
                  <a:pt x="310" y="593"/>
                  <a:pt x="310" y="593"/>
                </a:cubicBezTo>
                <a:cubicBezTo>
                  <a:pt x="310" y="593"/>
                  <a:pt x="310" y="593"/>
                  <a:pt x="310" y="593"/>
                </a:cubicBezTo>
                <a:cubicBezTo>
                  <a:pt x="310" y="593"/>
                  <a:pt x="310" y="593"/>
                  <a:pt x="310" y="594"/>
                </a:cubicBezTo>
                <a:cubicBezTo>
                  <a:pt x="311" y="594"/>
                  <a:pt x="311" y="594"/>
                  <a:pt x="311" y="594"/>
                </a:cubicBezTo>
                <a:cubicBezTo>
                  <a:pt x="311" y="594"/>
                  <a:pt x="311" y="594"/>
                  <a:pt x="311" y="594"/>
                </a:cubicBezTo>
                <a:cubicBezTo>
                  <a:pt x="311" y="594"/>
                  <a:pt x="311" y="593"/>
                  <a:pt x="311" y="593"/>
                </a:cubicBezTo>
                <a:cubicBezTo>
                  <a:pt x="311" y="593"/>
                  <a:pt x="311" y="593"/>
                  <a:pt x="311" y="593"/>
                </a:cubicBezTo>
                <a:cubicBezTo>
                  <a:pt x="311" y="593"/>
                  <a:pt x="310" y="593"/>
                  <a:pt x="310" y="592"/>
                </a:cubicBezTo>
                <a:cubicBezTo>
                  <a:pt x="310" y="592"/>
                  <a:pt x="310" y="592"/>
                  <a:pt x="310" y="592"/>
                </a:cubicBezTo>
                <a:cubicBezTo>
                  <a:pt x="310" y="592"/>
                  <a:pt x="310" y="592"/>
                  <a:pt x="310" y="592"/>
                </a:cubicBezTo>
                <a:cubicBezTo>
                  <a:pt x="310" y="592"/>
                  <a:pt x="310" y="591"/>
                  <a:pt x="310" y="591"/>
                </a:cubicBezTo>
                <a:cubicBezTo>
                  <a:pt x="310" y="591"/>
                  <a:pt x="310" y="591"/>
                  <a:pt x="310" y="591"/>
                </a:cubicBezTo>
                <a:cubicBezTo>
                  <a:pt x="310" y="591"/>
                  <a:pt x="310" y="591"/>
                  <a:pt x="310" y="591"/>
                </a:cubicBezTo>
                <a:cubicBezTo>
                  <a:pt x="310" y="590"/>
                  <a:pt x="310" y="590"/>
                  <a:pt x="310" y="590"/>
                </a:cubicBezTo>
                <a:cubicBezTo>
                  <a:pt x="311" y="590"/>
                  <a:pt x="311" y="590"/>
                  <a:pt x="311" y="590"/>
                </a:cubicBezTo>
                <a:cubicBezTo>
                  <a:pt x="311" y="590"/>
                  <a:pt x="312" y="589"/>
                  <a:pt x="312" y="589"/>
                </a:cubicBezTo>
                <a:cubicBezTo>
                  <a:pt x="312" y="589"/>
                  <a:pt x="312" y="589"/>
                  <a:pt x="312" y="589"/>
                </a:cubicBezTo>
                <a:cubicBezTo>
                  <a:pt x="312" y="589"/>
                  <a:pt x="312" y="589"/>
                  <a:pt x="312" y="589"/>
                </a:cubicBezTo>
                <a:cubicBezTo>
                  <a:pt x="312" y="588"/>
                  <a:pt x="313" y="589"/>
                  <a:pt x="313" y="589"/>
                </a:cubicBezTo>
                <a:cubicBezTo>
                  <a:pt x="313" y="589"/>
                  <a:pt x="313" y="589"/>
                  <a:pt x="313" y="589"/>
                </a:cubicBezTo>
                <a:cubicBezTo>
                  <a:pt x="313" y="589"/>
                  <a:pt x="313" y="589"/>
                  <a:pt x="313" y="589"/>
                </a:cubicBezTo>
                <a:cubicBezTo>
                  <a:pt x="314" y="589"/>
                  <a:pt x="314" y="589"/>
                  <a:pt x="314" y="589"/>
                </a:cubicBezTo>
                <a:cubicBezTo>
                  <a:pt x="314" y="588"/>
                  <a:pt x="314" y="588"/>
                  <a:pt x="314" y="588"/>
                </a:cubicBezTo>
                <a:cubicBezTo>
                  <a:pt x="314" y="588"/>
                  <a:pt x="314" y="588"/>
                  <a:pt x="315" y="588"/>
                </a:cubicBezTo>
                <a:cubicBezTo>
                  <a:pt x="315" y="588"/>
                  <a:pt x="315" y="588"/>
                  <a:pt x="315" y="588"/>
                </a:cubicBezTo>
                <a:cubicBezTo>
                  <a:pt x="315" y="588"/>
                  <a:pt x="315" y="587"/>
                  <a:pt x="316" y="587"/>
                </a:cubicBezTo>
                <a:cubicBezTo>
                  <a:pt x="316" y="587"/>
                  <a:pt x="316" y="588"/>
                  <a:pt x="316" y="588"/>
                </a:cubicBezTo>
                <a:cubicBezTo>
                  <a:pt x="316" y="588"/>
                  <a:pt x="316" y="588"/>
                  <a:pt x="316" y="588"/>
                </a:cubicBezTo>
                <a:cubicBezTo>
                  <a:pt x="316" y="587"/>
                  <a:pt x="316" y="587"/>
                  <a:pt x="316" y="587"/>
                </a:cubicBezTo>
                <a:cubicBezTo>
                  <a:pt x="317" y="587"/>
                  <a:pt x="317" y="586"/>
                  <a:pt x="317" y="585"/>
                </a:cubicBezTo>
                <a:cubicBezTo>
                  <a:pt x="316" y="585"/>
                  <a:pt x="316" y="585"/>
                  <a:pt x="316" y="585"/>
                </a:cubicBezTo>
                <a:cubicBezTo>
                  <a:pt x="316" y="585"/>
                  <a:pt x="316" y="585"/>
                  <a:pt x="316" y="585"/>
                </a:cubicBezTo>
                <a:cubicBezTo>
                  <a:pt x="316" y="585"/>
                  <a:pt x="316" y="585"/>
                  <a:pt x="316" y="584"/>
                </a:cubicBezTo>
                <a:cubicBezTo>
                  <a:pt x="316" y="584"/>
                  <a:pt x="316" y="584"/>
                  <a:pt x="316" y="584"/>
                </a:cubicBezTo>
                <a:cubicBezTo>
                  <a:pt x="316" y="584"/>
                  <a:pt x="316" y="584"/>
                  <a:pt x="317" y="584"/>
                </a:cubicBezTo>
                <a:cubicBezTo>
                  <a:pt x="317" y="584"/>
                  <a:pt x="317" y="584"/>
                  <a:pt x="317" y="584"/>
                </a:cubicBezTo>
                <a:cubicBezTo>
                  <a:pt x="317" y="583"/>
                  <a:pt x="317" y="583"/>
                  <a:pt x="317" y="583"/>
                </a:cubicBezTo>
                <a:cubicBezTo>
                  <a:pt x="317" y="583"/>
                  <a:pt x="317" y="583"/>
                  <a:pt x="316" y="583"/>
                </a:cubicBezTo>
                <a:cubicBezTo>
                  <a:pt x="316" y="583"/>
                  <a:pt x="316" y="583"/>
                  <a:pt x="316" y="583"/>
                </a:cubicBezTo>
                <a:cubicBezTo>
                  <a:pt x="316" y="583"/>
                  <a:pt x="316" y="583"/>
                  <a:pt x="316" y="583"/>
                </a:cubicBezTo>
                <a:cubicBezTo>
                  <a:pt x="316" y="583"/>
                  <a:pt x="315" y="583"/>
                  <a:pt x="314" y="583"/>
                </a:cubicBezTo>
                <a:cubicBezTo>
                  <a:pt x="314" y="583"/>
                  <a:pt x="314" y="583"/>
                  <a:pt x="314" y="583"/>
                </a:cubicBezTo>
                <a:cubicBezTo>
                  <a:pt x="313" y="583"/>
                  <a:pt x="313" y="583"/>
                  <a:pt x="313" y="584"/>
                </a:cubicBezTo>
                <a:cubicBezTo>
                  <a:pt x="313" y="584"/>
                  <a:pt x="313" y="584"/>
                  <a:pt x="313" y="584"/>
                </a:cubicBezTo>
                <a:cubicBezTo>
                  <a:pt x="312" y="584"/>
                  <a:pt x="312" y="584"/>
                  <a:pt x="312" y="584"/>
                </a:cubicBezTo>
                <a:cubicBezTo>
                  <a:pt x="312" y="584"/>
                  <a:pt x="311" y="584"/>
                  <a:pt x="311" y="584"/>
                </a:cubicBezTo>
                <a:cubicBezTo>
                  <a:pt x="311" y="584"/>
                  <a:pt x="311" y="585"/>
                  <a:pt x="311" y="585"/>
                </a:cubicBezTo>
                <a:cubicBezTo>
                  <a:pt x="311" y="585"/>
                  <a:pt x="311" y="585"/>
                  <a:pt x="310" y="585"/>
                </a:cubicBezTo>
                <a:cubicBezTo>
                  <a:pt x="310" y="585"/>
                  <a:pt x="309" y="586"/>
                  <a:pt x="309" y="586"/>
                </a:cubicBezTo>
                <a:cubicBezTo>
                  <a:pt x="309" y="586"/>
                  <a:pt x="309" y="586"/>
                  <a:pt x="309" y="586"/>
                </a:cubicBezTo>
                <a:cubicBezTo>
                  <a:pt x="309" y="586"/>
                  <a:pt x="309" y="586"/>
                  <a:pt x="309" y="586"/>
                </a:cubicBezTo>
                <a:cubicBezTo>
                  <a:pt x="309" y="586"/>
                  <a:pt x="310" y="586"/>
                  <a:pt x="310" y="587"/>
                </a:cubicBezTo>
                <a:cubicBezTo>
                  <a:pt x="310" y="587"/>
                  <a:pt x="310" y="587"/>
                  <a:pt x="310" y="587"/>
                </a:cubicBezTo>
                <a:cubicBezTo>
                  <a:pt x="309" y="587"/>
                  <a:pt x="309" y="587"/>
                  <a:pt x="309" y="587"/>
                </a:cubicBezTo>
                <a:cubicBezTo>
                  <a:pt x="309" y="587"/>
                  <a:pt x="309" y="588"/>
                  <a:pt x="309" y="588"/>
                </a:cubicBezTo>
                <a:cubicBezTo>
                  <a:pt x="309" y="588"/>
                  <a:pt x="309" y="588"/>
                  <a:pt x="309" y="588"/>
                </a:cubicBezTo>
                <a:cubicBezTo>
                  <a:pt x="309" y="588"/>
                  <a:pt x="310" y="588"/>
                  <a:pt x="310" y="589"/>
                </a:cubicBezTo>
                <a:cubicBezTo>
                  <a:pt x="310" y="589"/>
                  <a:pt x="310" y="589"/>
                  <a:pt x="310" y="589"/>
                </a:cubicBezTo>
                <a:cubicBezTo>
                  <a:pt x="310" y="589"/>
                  <a:pt x="310" y="589"/>
                  <a:pt x="309" y="590"/>
                </a:cubicBezTo>
                <a:cubicBezTo>
                  <a:pt x="309" y="590"/>
                  <a:pt x="309" y="590"/>
                  <a:pt x="309" y="590"/>
                </a:cubicBezTo>
                <a:cubicBezTo>
                  <a:pt x="309" y="590"/>
                  <a:pt x="309" y="590"/>
                  <a:pt x="309" y="590"/>
                </a:cubicBezTo>
                <a:cubicBezTo>
                  <a:pt x="309" y="591"/>
                  <a:pt x="309" y="591"/>
                  <a:pt x="309" y="591"/>
                </a:cubicBezTo>
                <a:cubicBezTo>
                  <a:pt x="309" y="591"/>
                  <a:pt x="309" y="590"/>
                  <a:pt x="309" y="590"/>
                </a:cubicBezTo>
                <a:cubicBezTo>
                  <a:pt x="308" y="590"/>
                  <a:pt x="308" y="589"/>
                  <a:pt x="307" y="588"/>
                </a:cubicBezTo>
                <a:cubicBezTo>
                  <a:pt x="307" y="588"/>
                  <a:pt x="307" y="588"/>
                  <a:pt x="307" y="588"/>
                </a:cubicBezTo>
                <a:cubicBezTo>
                  <a:pt x="307" y="588"/>
                  <a:pt x="307" y="588"/>
                  <a:pt x="307" y="588"/>
                </a:cubicBezTo>
                <a:cubicBezTo>
                  <a:pt x="307" y="589"/>
                  <a:pt x="307" y="589"/>
                  <a:pt x="307" y="589"/>
                </a:cubicBezTo>
                <a:cubicBezTo>
                  <a:pt x="307" y="590"/>
                  <a:pt x="306" y="590"/>
                  <a:pt x="306" y="590"/>
                </a:cubicBezTo>
                <a:cubicBezTo>
                  <a:pt x="306" y="590"/>
                  <a:pt x="305" y="590"/>
                  <a:pt x="305" y="590"/>
                </a:cubicBezTo>
                <a:cubicBezTo>
                  <a:pt x="306" y="591"/>
                  <a:pt x="306" y="591"/>
                  <a:pt x="306" y="591"/>
                </a:cubicBezTo>
                <a:cubicBezTo>
                  <a:pt x="305" y="591"/>
                  <a:pt x="305" y="591"/>
                  <a:pt x="305" y="591"/>
                </a:cubicBezTo>
                <a:cubicBezTo>
                  <a:pt x="305" y="591"/>
                  <a:pt x="305" y="591"/>
                  <a:pt x="305" y="591"/>
                </a:cubicBezTo>
                <a:cubicBezTo>
                  <a:pt x="305" y="591"/>
                  <a:pt x="305" y="590"/>
                  <a:pt x="305" y="590"/>
                </a:cubicBezTo>
                <a:cubicBezTo>
                  <a:pt x="304" y="590"/>
                  <a:pt x="304" y="590"/>
                  <a:pt x="304" y="591"/>
                </a:cubicBezTo>
                <a:cubicBezTo>
                  <a:pt x="304" y="591"/>
                  <a:pt x="304" y="591"/>
                  <a:pt x="304" y="591"/>
                </a:cubicBezTo>
                <a:cubicBezTo>
                  <a:pt x="304" y="591"/>
                  <a:pt x="303" y="591"/>
                  <a:pt x="303" y="591"/>
                </a:cubicBezTo>
                <a:cubicBezTo>
                  <a:pt x="303" y="591"/>
                  <a:pt x="303" y="591"/>
                  <a:pt x="303" y="591"/>
                </a:cubicBezTo>
                <a:cubicBezTo>
                  <a:pt x="303" y="591"/>
                  <a:pt x="302" y="591"/>
                  <a:pt x="302" y="591"/>
                </a:cubicBezTo>
                <a:cubicBezTo>
                  <a:pt x="302" y="591"/>
                  <a:pt x="302" y="591"/>
                  <a:pt x="302" y="591"/>
                </a:cubicBezTo>
                <a:cubicBezTo>
                  <a:pt x="302" y="591"/>
                  <a:pt x="303" y="591"/>
                  <a:pt x="303" y="590"/>
                </a:cubicBezTo>
                <a:cubicBezTo>
                  <a:pt x="302" y="590"/>
                  <a:pt x="301" y="590"/>
                  <a:pt x="300" y="590"/>
                </a:cubicBezTo>
                <a:cubicBezTo>
                  <a:pt x="300" y="590"/>
                  <a:pt x="300" y="590"/>
                  <a:pt x="300" y="590"/>
                </a:cubicBezTo>
                <a:cubicBezTo>
                  <a:pt x="300" y="589"/>
                  <a:pt x="300" y="590"/>
                  <a:pt x="300" y="590"/>
                </a:cubicBezTo>
                <a:cubicBezTo>
                  <a:pt x="299" y="590"/>
                  <a:pt x="299" y="590"/>
                  <a:pt x="298" y="590"/>
                </a:cubicBezTo>
                <a:cubicBezTo>
                  <a:pt x="298" y="590"/>
                  <a:pt x="298" y="589"/>
                  <a:pt x="298" y="589"/>
                </a:cubicBezTo>
                <a:cubicBezTo>
                  <a:pt x="299" y="589"/>
                  <a:pt x="299" y="589"/>
                  <a:pt x="299" y="589"/>
                </a:cubicBezTo>
                <a:cubicBezTo>
                  <a:pt x="299" y="589"/>
                  <a:pt x="299" y="589"/>
                  <a:pt x="299" y="589"/>
                </a:cubicBezTo>
                <a:cubicBezTo>
                  <a:pt x="298" y="589"/>
                  <a:pt x="298" y="589"/>
                  <a:pt x="298" y="589"/>
                </a:cubicBezTo>
                <a:cubicBezTo>
                  <a:pt x="298" y="589"/>
                  <a:pt x="298" y="589"/>
                  <a:pt x="298" y="590"/>
                </a:cubicBezTo>
                <a:cubicBezTo>
                  <a:pt x="298" y="590"/>
                  <a:pt x="297" y="590"/>
                  <a:pt x="297" y="590"/>
                </a:cubicBezTo>
                <a:cubicBezTo>
                  <a:pt x="297" y="590"/>
                  <a:pt x="297" y="591"/>
                  <a:pt x="297" y="591"/>
                </a:cubicBezTo>
                <a:cubicBezTo>
                  <a:pt x="297" y="592"/>
                  <a:pt x="297" y="592"/>
                  <a:pt x="297" y="592"/>
                </a:cubicBezTo>
                <a:cubicBezTo>
                  <a:pt x="298" y="592"/>
                  <a:pt x="298" y="592"/>
                  <a:pt x="298" y="592"/>
                </a:cubicBezTo>
                <a:cubicBezTo>
                  <a:pt x="298" y="592"/>
                  <a:pt x="298" y="593"/>
                  <a:pt x="299" y="593"/>
                </a:cubicBezTo>
                <a:cubicBezTo>
                  <a:pt x="299" y="593"/>
                  <a:pt x="299" y="593"/>
                  <a:pt x="300" y="594"/>
                </a:cubicBezTo>
                <a:cubicBezTo>
                  <a:pt x="299" y="594"/>
                  <a:pt x="299" y="594"/>
                  <a:pt x="298" y="594"/>
                </a:cubicBezTo>
                <a:cubicBezTo>
                  <a:pt x="298" y="594"/>
                  <a:pt x="297" y="594"/>
                  <a:pt x="297" y="595"/>
                </a:cubicBezTo>
                <a:cubicBezTo>
                  <a:pt x="297" y="595"/>
                  <a:pt x="296" y="595"/>
                  <a:pt x="296" y="594"/>
                </a:cubicBezTo>
                <a:cubicBezTo>
                  <a:pt x="296" y="594"/>
                  <a:pt x="296" y="594"/>
                  <a:pt x="296" y="594"/>
                </a:cubicBezTo>
                <a:cubicBezTo>
                  <a:pt x="296" y="594"/>
                  <a:pt x="296" y="594"/>
                  <a:pt x="295" y="594"/>
                </a:cubicBezTo>
                <a:cubicBezTo>
                  <a:pt x="295" y="594"/>
                  <a:pt x="295" y="594"/>
                  <a:pt x="294" y="594"/>
                </a:cubicBezTo>
                <a:cubicBezTo>
                  <a:pt x="294" y="594"/>
                  <a:pt x="294" y="594"/>
                  <a:pt x="294" y="595"/>
                </a:cubicBezTo>
                <a:cubicBezTo>
                  <a:pt x="294" y="595"/>
                  <a:pt x="294" y="595"/>
                  <a:pt x="293" y="595"/>
                </a:cubicBezTo>
                <a:cubicBezTo>
                  <a:pt x="293" y="595"/>
                  <a:pt x="293" y="595"/>
                  <a:pt x="293" y="594"/>
                </a:cubicBezTo>
                <a:cubicBezTo>
                  <a:pt x="293" y="594"/>
                  <a:pt x="293" y="594"/>
                  <a:pt x="293" y="594"/>
                </a:cubicBezTo>
                <a:cubicBezTo>
                  <a:pt x="293" y="594"/>
                  <a:pt x="294" y="594"/>
                  <a:pt x="294" y="593"/>
                </a:cubicBezTo>
                <a:cubicBezTo>
                  <a:pt x="294" y="593"/>
                  <a:pt x="293" y="593"/>
                  <a:pt x="293" y="593"/>
                </a:cubicBezTo>
                <a:cubicBezTo>
                  <a:pt x="293" y="593"/>
                  <a:pt x="293" y="592"/>
                  <a:pt x="293" y="592"/>
                </a:cubicBezTo>
                <a:cubicBezTo>
                  <a:pt x="293" y="592"/>
                  <a:pt x="293" y="592"/>
                  <a:pt x="293" y="593"/>
                </a:cubicBezTo>
                <a:cubicBezTo>
                  <a:pt x="293" y="593"/>
                  <a:pt x="293" y="593"/>
                  <a:pt x="293" y="593"/>
                </a:cubicBezTo>
                <a:cubicBezTo>
                  <a:pt x="292" y="593"/>
                  <a:pt x="293" y="592"/>
                  <a:pt x="293" y="592"/>
                </a:cubicBezTo>
                <a:cubicBezTo>
                  <a:pt x="293" y="592"/>
                  <a:pt x="293" y="592"/>
                  <a:pt x="293" y="591"/>
                </a:cubicBezTo>
                <a:cubicBezTo>
                  <a:pt x="293" y="591"/>
                  <a:pt x="293" y="591"/>
                  <a:pt x="292" y="591"/>
                </a:cubicBezTo>
                <a:cubicBezTo>
                  <a:pt x="292" y="591"/>
                  <a:pt x="292" y="591"/>
                  <a:pt x="292" y="591"/>
                </a:cubicBezTo>
                <a:cubicBezTo>
                  <a:pt x="291" y="591"/>
                  <a:pt x="291" y="591"/>
                  <a:pt x="291" y="591"/>
                </a:cubicBezTo>
                <a:cubicBezTo>
                  <a:pt x="291" y="592"/>
                  <a:pt x="290" y="592"/>
                  <a:pt x="290" y="592"/>
                </a:cubicBezTo>
                <a:cubicBezTo>
                  <a:pt x="290" y="592"/>
                  <a:pt x="290" y="592"/>
                  <a:pt x="290" y="592"/>
                </a:cubicBezTo>
                <a:cubicBezTo>
                  <a:pt x="289" y="592"/>
                  <a:pt x="289" y="592"/>
                  <a:pt x="289" y="592"/>
                </a:cubicBezTo>
                <a:cubicBezTo>
                  <a:pt x="289" y="592"/>
                  <a:pt x="289" y="592"/>
                  <a:pt x="289" y="592"/>
                </a:cubicBezTo>
                <a:cubicBezTo>
                  <a:pt x="289" y="592"/>
                  <a:pt x="289" y="592"/>
                  <a:pt x="289" y="592"/>
                </a:cubicBezTo>
                <a:cubicBezTo>
                  <a:pt x="289" y="591"/>
                  <a:pt x="289" y="591"/>
                  <a:pt x="289" y="591"/>
                </a:cubicBezTo>
                <a:cubicBezTo>
                  <a:pt x="289" y="591"/>
                  <a:pt x="289" y="591"/>
                  <a:pt x="289" y="591"/>
                </a:cubicBezTo>
                <a:cubicBezTo>
                  <a:pt x="290" y="591"/>
                  <a:pt x="290" y="591"/>
                  <a:pt x="290" y="591"/>
                </a:cubicBezTo>
                <a:cubicBezTo>
                  <a:pt x="290" y="590"/>
                  <a:pt x="290" y="590"/>
                  <a:pt x="290" y="590"/>
                </a:cubicBezTo>
                <a:cubicBezTo>
                  <a:pt x="290" y="589"/>
                  <a:pt x="290" y="589"/>
                  <a:pt x="290" y="589"/>
                </a:cubicBezTo>
                <a:cubicBezTo>
                  <a:pt x="291" y="588"/>
                  <a:pt x="291" y="588"/>
                  <a:pt x="291" y="588"/>
                </a:cubicBezTo>
                <a:cubicBezTo>
                  <a:pt x="291" y="587"/>
                  <a:pt x="292" y="587"/>
                  <a:pt x="292" y="586"/>
                </a:cubicBezTo>
                <a:cubicBezTo>
                  <a:pt x="292" y="585"/>
                  <a:pt x="293" y="585"/>
                  <a:pt x="293" y="584"/>
                </a:cubicBezTo>
                <a:cubicBezTo>
                  <a:pt x="293" y="583"/>
                  <a:pt x="293" y="583"/>
                  <a:pt x="293" y="583"/>
                </a:cubicBezTo>
                <a:cubicBezTo>
                  <a:pt x="294" y="583"/>
                  <a:pt x="294" y="583"/>
                  <a:pt x="294" y="583"/>
                </a:cubicBezTo>
                <a:cubicBezTo>
                  <a:pt x="294" y="583"/>
                  <a:pt x="295" y="583"/>
                  <a:pt x="295" y="583"/>
                </a:cubicBezTo>
                <a:cubicBezTo>
                  <a:pt x="296" y="583"/>
                  <a:pt x="297" y="583"/>
                  <a:pt x="298" y="582"/>
                </a:cubicBezTo>
                <a:cubicBezTo>
                  <a:pt x="298" y="582"/>
                  <a:pt x="299" y="582"/>
                  <a:pt x="300" y="582"/>
                </a:cubicBezTo>
                <a:cubicBezTo>
                  <a:pt x="301" y="581"/>
                  <a:pt x="302" y="581"/>
                  <a:pt x="302" y="581"/>
                </a:cubicBezTo>
                <a:cubicBezTo>
                  <a:pt x="304" y="580"/>
                  <a:pt x="305" y="580"/>
                  <a:pt x="306" y="579"/>
                </a:cubicBezTo>
                <a:cubicBezTo>
                  <a:pt x="307" y="579"/>
                  <a:pt x="308" y="578"/>
                  <a:pt x="309" y="578"/>
                </a:cubicBezTo>
                <a:cubicBezTo>
                  <a:pt x="310" y="577"/>
                  <a:pt x="311" y="576"/>
                  <a:pt x="313" y="575"/>
                </a:cubicBezTo>
                <a:cubicBezTo>
                  <a:pt x="313" y="575"/>
                  <a:pt x="313" y="576"/>
                  <a:pt x="313" y="576"/>
                </a:cubicBezTo>
                <a:cubicBezTo>
                  <a:pt x="314" y="576"/>
                  <a:pt x="314" y="576"/>
                  <a:pt x="314" y="576"/>
                </a:cubicBezTo>
                <a:cubicBezTo>
                  <a:pt x="315" y="577"/>
                  <a:pt x="315" y="577"/>
                  <a:pt x="316" y="577"/>
                </a:cubicBezTo>
                <a:cubicBezTo>
                  <a:pt x="316" y="577"/>
                  <a:pt x="316" y="577"/>
                  <a:pt x="316" y="577"/>
                </a:cubicBezTo>
                <a:cubicBezTo>
                  <a:pt x="316" y="577"/>
                  <a:pt x="316" y="577"/>
                  <a:pt x="316" y="577"/>
                </a:cubicBezTo>
                <a:cubicBezTo>
                  <a:pt x="317" y="578"/>
                  <a:pt x="318" y="578"/>
                  <a:pt x="318" y="579"/>
                </a:cubicBezTo>
                <a:cubicBezTo>
                  <a:pt x="318" y="579"/>
                  <a:pt x="318" y="579"/>
                  <a:pt x="318" y="579"/>
                </a:cubicBezTo>
                <a:cubicBezTo>
                  <a:pt x="318" y="580"/>
                  <a:pt x="318" y="580"/>
                  <a:pt x="319" y="580"/>
                </a:cubicBezTo>
                <a:cubicBezTo>
                  <a:pt x="319" y="580"/>
                  <a:pt x="319" y="580"/>
                  <a:pt x="319" y="580"/>
                </a:cubicBezTo>
                <a:cubicBezTo>
                  <a:pt x="319" y="580"/>
                  <a:pt x="319" y="580"/>
                  <a:pt x="319" y="580"/>
                </a:cubicBezTo>
                <a:cubicBezTo>
                  <a:pt x="319" y="581"/>
                  <a:pt x="319" y="581"/>
                  <a:pt x="319" y="581"/>
                </a:cubicBezTo>
                <a:cubicBezTo>
                  <a:pt x="318" y="581"/>
                  <a:pt x="318" y="581"/>
                  <a:pt x="318" y="581"/>
                </a:cubicBezTo>
                <a:cubicBezTo>
                  <a:pt x="318" y="581"/>
                  <a:pt x="318" y="581"/>
                  <a:pt x="318" y="581"/>
                </a:cubicBezTo>
                <a:cubicBezTo>
                  <a:pt x="318" y="582"/>
                  <a:pt x="318" y="582"/>
                  <a:pt x="318" y="582"/>
                </a:cubicBezTo>
                <a:cubicBezTo>
                  <a:pt x="318" y="582"/>
                  <a:pt x="319" y="582"/>
                  <a:pt x="318" y="582"/>
                </a:cubicBezTo>
                <a:cubicBezTo>
                  <a:pt x="318" y="582"/>
                  <a:pt x="318" y="583"/>
                  <a:pt x="318" y="583"/>
                </a:cubicBezTo>
                <a:cubicBezTo>
                  <a:pt x="319" y="583"/>
                  <a:pt x="319" y="583"/>
                  <a:pt x="319" y="583"/>
                </a:cubicBezTo>
                <a:cubicBezTo>
                  <a:pt x="319" y="584"/>
                  <a:pt x="319" y="584"/>
                  <a:pt x="319" y="584"/>
                </a:cubicBezTo>
                <a:cubicBezTo>
                  <a:pt x="319" y="584"/>
                  <a:pt x="319" y="584"/>
                  <a:pt x="319" y="584"/>
                </a:cubicBezTo>
                <a:cubicBezTo>
                  <a:pt x="319" y="584"/>
                  <a:pt x="319" y="585"/>
                  <a:pt x="319" y="585"/>
                </a:cubicBezTo>
                <a:cubicBezTo>
                  <a:pt x="319" y="585"/>
                  <a:pt x="319" y="585"/>
                  <a:pt x="320" y="585"/>
                </a:cubicBezTo>
                <a:cubicBezTo>
                  <a:pt x="320" y="585"/>
                  <a:pt x="320" y="585"/>
                  <a:pt x="320" y="585"/>
                </a:cubicBezTo>
                <a:cubicBezTo>
                  <a:pt x="320" y="585"/>
                  <a:pt x="320" y="585"/>
                  <a:pt x="320" y="586"/>
                </a:cubicBezTo>
                <a:cubicBezTo>
                  <a:pt x="320" y="586"/>
                  <a:pt x="320" y="586"/>
                  <a:pt x="320" y="586"/>
                </a:cubicBezTo>
                <a:cubicBezTo>
                  <a:pt x="320" y="586"/>
                  <a:pt x="320" y="586"/>
                  <a:pt x="320" y="586"/>
                </a:cubicBezTo>
                <a:cubicBezTo>
                  <a:pt x="320" y="587"/>
                  <a:pt x="320" y="587"/>
                  <a:pt x="320" y="587"/>
                </a:cubicBezTo>
                <a:cubicBezTo>
                  <a:pt x="320" y="586"/>
                  <a:pt x="320" y="586"/>
                  <a:pt x="320" y="586"/>
                </a:cubicBezTo>
                <a:cubicBezTo>
                  <a:pt x="320" y="586"/>
                  <a:pt x="320" y="586"/>
                  <a:pt x="320" y="587"/>
                </a:cubicBezTo>
                <a:cubicBezTo>
                  <a:pt x="319" y="587"/>
                  <a:pt x="319" y="587"/>
                  <a:pt x="319" y="587"/>
                </a:cubicBezTo>
                <a:cubicBezTo>
                  <a:pt x="319" y="588"/>
                  <a:pt x="319" y="588"/>
                  <a:pt x="319" y="588"/>
                </a:cubicBezTo>
                <a:cubicBezTo>
                  <a:pt x="319" y="588"/>
                  <a:pt x="319" y="588"/>
                  <a:pt x="319" y="588"/>
                </a:cubicBezTo>
                <a:cubicBezTo>
                  <a:pt x="319" y="588"/>
                  <a:pt x="319" y="588"/>
                  <a:pt x="319" y="588"/>
                </a:cubicBezTo>
                <a:cubicBezTo>
                  <a:pt x="319" y="588"/>
                  <a:pt x="320" y="588"/>
                  <a:pt x="320" y="587"/>
                </a:cubicBezTo>
                <a:cubicBezTo>
                  <a:pt x="320" y="587"/>
                  <a:pt x="320" y="588"/>
                  <a:pt x="320" y="588"/>
                </a:cubicBezTo>
                <a:cubicBezTo>
                  <a:pt x="320" y="588"/>
                  <a:pt x="320" y="588"/>
                  <a:pt x="320" y="588"/>
                </a:cubicBezTo>
                <a:cubicBezTo>
                  <a:pt x="320" y="588"/>
                  <a:pt x="321" y="588"/>
                  <a:pt x="321" y="588"/>
                </a:cubicBezTo>
                <a:cubicBezTo>
                  <a:pt x="321" y="589"/>
                  <a:pt x="321" y="589"/>
                  <a:pt x="321" y="589"/>
                </a:cubicBezTo>
                <a:cubicBezTo>
                  <a:pt x="321" y="589"/>
                  <a:pt x="321" y="589"/>
                  <a:pt x="321" y="589"/>
                </a:cubicBezTo>
                <a:cubicBezTo>
                  <a:pt x="321" y="590"/>
                  <a:pt x="322" y="590"/>
                  <a:pt x="322" y="590"/>
                </a:cubicBezTo>
                <a:cubicBezTo>
                  <a:pt x="322" y="590"/>
                  <a:pt x="322" y="590"/>
                  <a:pt x="322" y="589"/>
                </a:cubicBezTo>
                <a:cubicBezTo>
                  <a:pt x="322" y="589"/>
                  <a:pt x="322" y="590"/>
                  <a:pt x="323" y="590"/>
                </a:cubicBezTo>
                <a:cubicBezTo>
                  <a:pt x="323" y="590"/>
                  <a:pt x="323" y="590"/>
                  <a:pt x="323" y="590"/>
                </a:cubicBezTo>
                <a:cubicBezTo>
                  <a:pt x="323" y="590"/>
                  <a:pt x="323" y="590"/>
                  <a:pt x="323" y="590"/>
                </a:cubicBezTo>
                <a:cubicBezTo>
                  <a:pt x="323" y="590"/>
                  <a:pt x="324" y="590"/>
                  <a:pt x="324" y="590"/>
                </a:cubicBezTo>
                <a:cubicBezTo>
                  <a:pt x="324" y="590"/>
                  <a:pt x="324" y="590"/>
                  <a:pt x="324" y="590"/>
                </a:cubicBezTo>
                <a:cubicBezTo>
                  <a:pt x="325" y="590"/>
                  <a:pt x="324" y="590"/>
                  <a:pt x="325" y="591"/>
                </a:cubicBezTo>
                <a:cubicBezTo>
                  <a:pt x="325" y="591"/>
                  <a:pt x="325" y="591"/>
                  <a:pt x="325" y="591"/>
                </a:cubicBezTo>
                <a:cubicBezTo>
                  <a:pt x="325" y="591"/>
                  <a:pt x="325" y="591"/>
                  <a:pt x="325" y="591"/>
                </a:cubicBezTo>
                <a:cubicBezTo>
                  <a:pt x="325" y="591"/>
                  <a:pt x="324" y="591"/>
                  <a:pt x="324" y="591"/>
                </a:cubicBezTo>
                <a:cubicBezTo>
                  <a:pt x="324" y="591"/>
                  <a:pt x="324" y="591"/>
                  <a:pt x="324" y="592"/>
                </a:cubicBezTo>
                <a:cubicBezTo>
                  <a:pt x="323" y="592"/>
                  <a:pt x="323" y="592"/>
                  <a:pt x="323" y="592"/>
                </a:cubicBezTo>
                <a:cubicBezTo>
                  <a:pt x="324" y="592"/>
                  <a:pt x="324" y="592"/>
                  <a:pt x="324" y="592"/>
                </a:cubicBezTo>
                <a:cubicBezTo>
                  <a:pt x="324" y="592"/>
                  <a:pt x="324" y="592"/>
                  <a:pt x="324" y="592"/>
                </a:cubicBezTo>
                <a:cubicBezTo>
                  <a:pt x="324" y="592"/>
                  <a:pt x="325" y="592"/>
                  <a:pt x="325" y="592"/>
                </a:cubicBezTo>
                <a:cubicBezTo>
                  <a:pt x="325" y="592"/>
                  <a:pt x="325" y="592"/>
                  <a:pt x="325" y="592"/>
                </a:cubicBezTo>
                <a:cubicBezTo>
                  <a:pt x="325" y="592"/>
                  <a:pt x="326" y="592"/>
                  <a:pt x="326" y="592"/>
                </a:cubicBezTo>
                <a:cubicBezTo>
                  <a:pt x="326" y="592"/>
                  <a:pt x="326" y="592"/>
                  <a:pt x="326" y="592"/>
                </a:cubicBezTo>
                <a:cubicBezTo>
                  <a:pt x="326" y="592"/>
                  <a:pt x="326" y="592"/>
                  <a:pt x="326" y="592"/>
                </a:cubicBezTo>
                <a:cubicBezTo>
                  <a:pt x="326" y="592"/>
                  <a:pt x="326" y="592"/>
                  <a:pt x="327" y="592"/>
                </a:cubicBezTo>
                <a:cubicBezTo>
                  <a:pt x="327" y="592"/>
                  <a:pt x="327" y="592"/>
                  <a:pt x="327" y="592"/>
                </a:cubicBezTo>
                <a:cubicBezTo>
                  <a:pt x="327" y="593"/>
                  <a:pt x="327" y="593"/>
                  <a:pt x="326" y="593"/>
                </a:cubicBezTo>
                <a:cubicBezTo>
                  <a:pt x="326" y="594"/>
                  <a:pt x="326" y="594"/>
                  <a:pt x="326" y="594"/>
                </a:cubicBezTo>
                <a:cubicBezTo>
                  <a:pt x="326" y="594"/>
                  <a:pt x="327" y="595"/>
                  <a:pt x="327" y="594"/>
                </a:cubicBezTo>
                <a:cubicBezTo>
                  <a:pt x="327" y="594"/>
                  <a:pt x="327" y="594"/>
                  <a:pt x="328" y="594"/>
                </a:cubicBezTo>
                <a:cubicBezTo>
                  <a:pt x="328" y="594"/>
                  <a:pt x="328" y="594"/>
                  <a:pt x="328" y="594"/>
                </a:cubicBezTo>
                <a:cubicBezTo>
                  <a:pt x="329" y="594"/>
                  <a:pt x="329" y="593"/>
                  <a:pt x="329" y="593"/>
                </a:cubicBezTo>
                <a:cubicBezTo>
                  <a:pt x="329" y="594"/>
                  <a:pt x="328" y="594"/>
                  <a:pt x="328" y="595"/>
                </a:cubicBezTo>
                <a:cubicBezTo>
                  <a:pt x="328" y="595"/>
                  <a:pt x="328" y="595"/>
                  <a:pt x="328" y="595"/>
                </a:cubicBezTo>
                <a:cubicBezTo>
                  <a:pt x="328" y="595"/>
                  <a:pt x="328" y="595"/>
                  <a:pt x="328" y="596"/>
                </a:cubicBezTo>
                <a:cubicBezTo>
                  <a:pt x="328" y="596"/>
                  <a:pt x="328" y="596"/>
                  <a:pt x="328" y="596"/>
                </a:cubicBezTo>
                <a:cubicBezTo>
                  <a:pt x="327" y="596"/>
                  <a:pt x="327" y="596"/>
                  <a:pt x="327" y="596"/>
                </a:cubicBezTo>
                <a:cubicBezTo>
                  <a:pt x="327" y="596"/>
                  <a:pt x="328" y="596"/>
                  <a:pt x="328" y="596"/>
                </a:cubicBezTo>
                <a:cubicBezTo>
                  <a:pt x="328" y="596"/>
                  <a:pt x="328" y="597"/>
                  <a:pt x="328" y="597"/>
                </a:cubicBezTo>
                <a:cubicBezTo>
                  <a:pt x="328" y="597"/>
                  <a:pt x="328" y="597"/>
                  <a:pt x="328" y="597"/>
                </a:cubicBezTo>
                <a:cubicBezTo>
                  <a:pt x="328" y="597"/>
                  <a:pt x="329" y="597"/>
                  <a:pt x="329" y="597"/>
                </a:cubicBezTo>
                <a:cubicBezTo>
                  <a:pt x="329" y="597"/>
                  <a:pt x="329" y="597"/>
                  <a:pt x="329" y="597"/>
                </a:cubicBezTo>
                <a:cubicBezTo>
                  <a:pt x="329" y="597"/>
                  <a:pt x="329" y="597"/>
                  <a:pt x="329" y="597"/>
                </a:cubicBezTo>
                <a:cubicBezTo>
                  <a:pt x="330" y="597"/>
                  <a:pt x="330" y="597"/>
                  <a:pt x="330" y="597"/>
                </a:cubicBezTo>
                <a:cubicBezTo>
                  <a:pt x="330" y="598"/>
                  <a:pt x="330" y="598"/>
                  <a:pt x="331" y="598"/>
                </a:cubicBezTo>
                <a:cubicBezTo>
                  <a:pt x="331" y="598"/>
                  <a:pt x="331" y="598"/>
                  <a:pt x="331" y="598"/>
                </a:cubicBezTo>
                <a:cubicBezTo>
                  <a:pt x="331" y="597"/>
                  <a:pt x="331" y="597"/>
                  <a:pt x="331" y="597"/>
                </a:cubicBezTo>
                <a:cubicBezTo>
                  <a:pt x="332" y="597"/>
                  <a:pt x="332" y="597"/>
                  <a:pt x="333" y="597"/>
                </a:cubicBezTo>
                <a:cubicBezTo>
                  <a:pt x="333" y="597"/>
                  <a:pt x="333" y="597"/>
                  <a:pt x="333" y="597"/>
                </a:cubicBezTo>
                <a:cubicBezTo>
                  <a:pt x="334" y="597"/>
                  <a:pt x="335" y="597"/>
                  <a:pt x="335" y="596"/>
                </a:cubicBezTo>
                <a:cubicBezTo>
                  <a:pt x="335" y="596"/>
                  <a:pt x="335" y="596"/>
                  <a:pt x="335" y="596"/>
                </a:cubicBezTo>
                <a:cubicBezTo>
                  <a:pt x="335" y="596"/>
                  <a:pt x="335" y="596"/>
                  <a:pt x="335" y="596"/>
                </a:cubicBezTo>
                <a:cubicBezTo>
                  <a:pt x="335" y="597"/>
                  <a:pt x="335" y="597"/>
                  <a:pt x="336" y="597"/>
                </a:cubicBezTo>
                <a:cubicBezTo>
                  <a:pt x="336" y="597"/>
                  <a:pt x="336" y="597"/>
                  <a:pt x="336" y="597"/>
                </a:cubicBezTo>
                <a:cubicBezTo>
                  <a:pt x="336" y="597"/>
                  <a:pt x="336" y="597"/>
                  <a:pt x="336" y="597"/>
                </a:cubicBezTo>
                <a:cubicBezTo>
                  <a:pt x="336" y="596"/>
                  <a:pt x="337" y="596"/>
                  <a:pt x="337" y="596"/>
                </a:cubicBezTo>
                <a:cubicBezTo>
                  <a:pt x="337" y="596"/>
                  <a:pt x="336" y="596"/>
                  <a:pt x="336" y="596"/>
                </a:cubicBezTo>
                <a:cubicBezTo>
                  <a:pt x="336" y="596"/>
                  <a:pt x="336" y="596"/>
                  <a:pt x="336" y="595"/>
                </a:cubicBezTo>
                <a:cubicBezTo>
                  <a:pt x="336" y="595"/>
                  <a:pt x="337" y="595"/>
                  <a:pt x="337" y="595"/>
                </a:cubicBezTo>
                <a:cubicBezTo>
                  <a:pt x="337" y="595"/>
                  <a:pt x="337" y="594"/>
                  <a:pt x="337" y="594"/>
                </a:cubicBezTo>
                <a:cubicBezTo>
                  <a:pt x="337" y="594"/>
                  <a:pt x="337" y="594"/>
                  <a:pt x="337" y="594"/>
                </a:cubicBezTo>
                <a:cubicBezTo>
                  <a:pt x="337" y="594"/>
                  <a:pt x="337" y="595"/>
                  <a:pt x="337" y="595"/>
                </a:cubicBezTo>
                <a:cubicBezTo>
                  <a:pt x="337" y="595"/>
                  <a:pt x="338" y="595"/>
                  <a:pt x="338" y="595"/>
                </a:cubicBezTo>
                <a:cubicBezTo>
                  <a:pt x="338" y="595"/>
                  <a:pt x="338" y="595"/>
                  <a:pt x="338" y="595"/>
                </a:cubicBezTo>
                <a:cubicBezTo>
                  <a:pt x="338" y="596"/>
                  <a:pt x="338" y="596"/>
                  <a:pt x="338" y="597"/>
                </a:cubicBezTo>
                <a:cubicBezTo>
                  <a:pt x="338" y="597"/>
                  <a:pt x="338" y="597"/>
                  <a:pt x="338" y="597"/>
                </a:cubicBezTo>
                <a:cubicBezTo>
                  <a:pt x="338" y="598"/>
                  <a:pt x="338" y="598"/>
                  <a:pt x="338" y="598"/>
                </a:cubicBezTo>
                <a:cubicBezTo>
                  <a:pt x="338" y="598"/>
                  <a:pt x="338" y="598"/>
                  <a:pt x="338" y="598"/>
                </a:cubicBezTo>
                <a:cubicBezTo>
                  <a:pt x="339" y="598"/>
                  <a:pt x="339" y="598"/>
                  <a:pt x="339" y="599"/>
                </a:cubicBezTo>
                <a:cubicBezTo>
                  <a:pt x="339" y="599"/>
                  <a:pt x="339" y="599"/>
                  <a:pt x="339" y="599"/>
                </a:cubicBezTo>
                <a:cubicBezTo>
                  <a:pt x="340" y="599"/>
                  <a:pt x="340" y="599"/>
                  <a:pt x="340" y="599"/>
                </a:cubicBezTo>
                <a:cubicBezTo>
                  <a:pt x="340" y="599"/>
                  <a:pt x="340" y="600"/>
                  <a:pt x="340" y="600"/>
                </a:cubicBezTo>
                <a:cubicBezTo>
                  <a:pt x="341" y="600"/>
                  <a:pt x="341" y="600"/>
                  <a:pt x="341" y="600"/>
                </a:cubicBezTo>
                <a:cubicBezTo>
                  <a:pt x="341" y="600"/>
                  <a:pt x="342" y="600"/>
                  <a:pt x="342" y="600"/>
                </a:cubicBezTo>
                <a:cubicBezTo>
                  <a:pt x="342" y="600"/>
                  <a:pt x="342" y="600"/>
                  <a:pt x="342" y="600"/>
                </a:cubicBezTo>
                <a:cubicBezTo>
                  <a:pt x="342" y="600"/>
                  <a:pt x="342" y="601"/>
                  <a:pt x="342" y="601"/>
                </a:cubicBezTo>
                <a:cubicBezTo>
                  <a:pt x="342" y="601"/>
                  <a:pt x="342" y="602"/>
                  <a:pt x="342" y="602"/>
                </a:cubicBezTo>
                <a:cubicBezTo>
                  <a:pt x="342" y="602"/>
                  <a:pt x="343" y="602"/>
                  <a:pt x="343" y="602"/>
                </a:cubicBezTo>
                <a:cubicBezTo>
                  <a:pt x="344" y="602"/>
                  <a:pt x="344" y="603"/>
                  <a:pt x="344" y="603"/>
                </a:cubicBezTo>
                <a:cubicBezTo>
                  <a:pt x="344" y="603"/>
                  <a:pt x="344" y="603"/>
                  <a:pt x="345" y="603"/>
                </a:cubicBezTo>
                <a:cubicBezTo>
                  <a:pt x="345" y="603"/>
                  <a:pt x="345" y="603"/>
                  <a:pt x="345" y="603"/>
                </a:cubicBezTo>
                <a:cubicBezTo>
                  <a:pt x="346" y="603"/>
                  <a:pt x="346" y="603"/>
                  <a:pt x="346" y="604"/>
                </a:cubicBezTo>
                <a:cubicBezTo>
                  <a:pt x="347" y="604"/>
                  <a:pt x="347" y="604"/>
                  <a:pt x="347" y="605"/>
                </a:cubicBezTo>
                <a:cubicBezTo>
                  <a:pt x="347" y="605"/>
                  <a:pt x="347" y="605"/>
                  <a:pt x="347" y="605"/>
                </a:cubicBezTo>
                <a:cubicBezTo>
                  <a:pt x="348" y="605"/>
                  <a:pt x="348" y="605"/>
                  <a:pt x="348" y="605"/>
                </a:cubicBezTo>
                <a:cubicBezTo>
                  <a:pt x="348" y="605"/>
                  <a:pt x="348" y="604"/>
                  <a:pt x="348" y="604"/>
                </a:cubicBezTo>
                <a:cubicBezTo>
                  <a:pt x="348" y="604"/>
                  <a:pt x="348" y="604"/>
                  <a:pt x="348" y="604"/>
                </a:cubicBezTo>
                <a:cubicBezTo>
                  <a:pt x="349" y="604"/>
                  <a:pt x="349" y="604"/>
                  <a:pt x="349" y="604"/>
                </a:cubicBezTo>
                <a:cubicBezTo>
                  <a:pt x="349" y="604"/>
                  <a:pt x="349" y="604"/>
                  <a:pt x="350" y="604"/>
                </a:cubicBezTo>
                <a:cubicBezTo>
                  <a:pt x="350" y="604"/>
                  <a:pt x="350" y="604"/>
                  <a:pt x="350" y="604"/>
                </a:cubicBezTo>
                <a:cubicBezTo>
                  <a:pt x="350" y="604"/>
                  <a:pt x="350" y="604"/>
                  <a:pt x="350" y="603"/>
                </a:cubicBezTo>
                <a:cubicBezTo>
                  <a:pt x="350" y="603"/>
                  <a:pt x="351" y="604"/>
                  <a:pt x="351" y="604"/>
                </a:cubicBezTo>
                <a:cubicBezTo>
                  <a:pt x="351" y="604"/>
                  <a:pt x="351" y="604"/>
                  <a:pt x="351" y="604"/>
                </a:cubicBezTo>
                <a:cubicBezTo>
                  <a:pt x="351" y="604"/>
                  <a:pt x="351" y="604"/>
                  <a:pt x="351" y="604"/>
                </a:cubicBezTo>
                <a:cubicBezTo>
                  <a:pt x="351" y="604"/>
                  <a:pt x="352" y="604"/>
                  <a:pt x="352" y="604"/>
                </a:cubicBezTo>
                <a:cubicBezTo>
                  <a:pt x="352" y="604"/>
                  <a:pt x="352" y="605"/>
                  <a:pt x="353" y="605"/>
                </a:cubicBezTo>
                <a:cubicBezTo>
                  <a:pt x="353" y="605"/>
                  <a:pt x="353" y="605"/>
                  <a:pt x="353" y="605"/>
                </a:cubicBezTo>
                <a:cubicBezTo>
                  <a:pt x="353" y="605"/>
                  <a:pt x="353" y="605"/>
                  <a:pt x="353" y="605"/>
                </a:cubicBezTo>
                <a:cubicBezTo>
                  <a:pt x="354" y="605"/>
                  <a:pt x="354" y="605"/>
                  <a:pt x="355" y="605"/>
                </a:cubicBezTo>
                <a:cubicBezTo>
                  <a:pt x="355" y="605"/>
                  <a:pt x="355" y="605"/>
                  <a:pt x="355" y="605"/>
                </a:cubicBezTo>
                <a:cubicBezTo>
                  <a:pt x="355" y="605"/>
                  <a:pt x="355" y="605"/>
                  <a:pt x="355" y="605"/>
                </a:cubicBezTo>
                <a:cubicBezTo>
                  <a:pt x="355" y="605"/>
                  <a:pt x="356" y="605"/>
                  <a:pt x="356" y="605"/>
                </a:cubicBezTo>
                <a:cubicBezTo>
                  <a:pt x="356" y="605"/>
                  <a:pt x="357" y="604"/>
                  <a:pt x="357" y="604"/>
                </a:cubicBezTo>
                <a:cubicBezTo>
                  <a:pt x="357" y="604"/>
                  <a:pt x="357" y="604"/>
                  <a:pt x="357" y="604"/>
                </a:cubicBezTo>
                <a:cubicBezTo>
                  <a:pt x="357" y="603"/>
                  <a:pt x="358" y="604"/>
                  <a:pt x="358" y="604"/>
                </a:cubicBezTo>
                <a:cubicBezTo>
                  <a:pt x="358" y="603"/>
                  <a:pt x="358" y="603"/>
                  <a:pt x="358" y="603"/>
                </a:cubicBezTo>
                <a:cubicBezTo>
                  <a:pt x="358" y="603"/>
                  <a:pt x="358" y="603"/>
                  <a:pt x="358" y="604"/>
                </a:cubicBezTo>
                <a:cubicBezTo>
                  <a:pt x="358" y="604"/>
                  <a:pt x="359" y="604"/>
                  <a:pt x="359" y="604"/>
                </a:cubicBezTo>
                <a:cubicBezTo>
                  <a:pt x="359" y="604"/>
                  <a:pt x="359" y="603"/>
                  <a:pt x="359" y="603"/>
                </a:cubicBezTo>
                <a:cubicBezTo>
                  <a:pt x="359" y="603"/>
                  <a:pt x="360" y="603"/>
                  <a:pt x="360" y="603"/>
                </a:cubicBezTo>
                <a:cubicBezTo>
                  <a:pt x="360" y="603"/>
                  <a:pt x="361" y="603"/>
                  <a:pt x="361" y="602"/>
                </a:cubicBezTo>
                <a:cubicBezTo>
                  <a:pt x="362" y="602"/>
                  <a:pt x="362" y="602"/>
                  <a:pt x="362" y="602"/>
                </a:cubicBezTo>
                <a:cubicBezTo>
                  <a:pt x="362" y="602"/>
                  <a:pt x="362" y="602"/>
                  <a:pt x="362" y="602"/>
                </a:cubicBezTo>
                <a:cubicBezTo>
                  <a:pt x="362" y="602"/>
                  <a:pt x="363" y="603"/>
                  <a:pt x="363" y="603"/>
                </a:cubicBezTo>
                <a:cubicBezTo>
                  <a:pt x="363" y="603"/>
                  <a:pt x="363" y="603"/>
                  <a:pt x="363" y="603"/>
                </a:cubicBezTo>
                <a:cubicBezTo>
                  <a:pt x="363" y="602"/>
                  <a:pt x="363" y="602"/>
                  <a:pt x="363" y="602"/>
                </a:cubicBezTo>
                <a:cubicBezTo>
                  <a:pt x="363" y="602"/>
                  <a:pt x="363" y="602"/>
                  <a:pt x="364" y="602"/>
                </a:cubicBezTo>
                <a:cubicBezTo>
                  <a:pt x="364" y="602"/>
                  <a:pt x="364" y="602"/>
                  <a:pt x="364" y="602"/>
                </a:cubicBezTo>
                <a:cubicBezTo>
                  <a:pt x="364" y="601"/>
                  <a:pt x="364" y="602"/>
                  <a:pt x="364" y="602"/>
                </a:cubicBezTo>
                <a:cubicBezTo>
                  <a:pt x="365" y="602"/>
                  <a:pt x="365" y="602"/>
                  <a:pt x="365" y="602"/>
                </a:cubicBezTo>
                <a:cubicBezTo>
                  <a:pt x="365" y="602"/>
                  <a:pt x="365" y="602"/>
                  <a:pt x="365" y="602"/>
                </a:cubicBezTo>
                <a:cubicBezTo>
                  <a:pt x="365" y="601"/>
                  <a:pt x="365" y="601"/>
                  <a:pt x="366" y="601"/>
                </a:cubicBezTo>
                <a:cubicBezTo>
                  <a:pt x="366" y="601"/>
                  <a:pt x="366" y="601"/>
                  <a:pt x="366" y="602"/>
                </a:cubicBezTo>
                <a:cubicBezTo>
                  <a:pt x="367" y="602"/>
                  <a:pt x="368" y="602"/>
                  <a:pt x="368" y="602"/>
                </a:cubicBezTo>
                <a:cubicBezTo>
                  <a:pt x="368" y="603"/>
                  <a:pt x="368" y="603"/>
                  <a:pt x="368" y="603"/>
                </a:cubicBezTo>
                <a:cubicBezTo>
                  <a:pt x="369" y="603"/>
                  <a:pt x="369" y="602"/>
                  <a:pt x="369" y="602"/>
                </a:cubicBezTo>
                <a:cubicBezTo>
                  <a:pt x="369" y="602"/>
                  <a:pt x="369" y="603"/>
                  <a:pt x="369" y="603"/>
                </a:cubicBezTo>
                <a:cubicBezTo>
                  <a:pt x="369" y="603"/>
                  <a:pt x="370" y="602"/>
                  <a:pt x="370" y="602"/>
                </a:cubicBezTo>
                <a:cubicBezTo>
                  <a:pt x="370" y="602"/>
                  <a:pt x="370" y="602"/>
                  <a:pt x="370" y="602"/>
                </a:cubicBezTo>
                <a:cubicBezTo>
                  <a:pt x="371" y="602"/>
                  <a:pt x="371" y="603"/>
                  <a:pt x="371" y="603"/>
                </a:cubicBezTo>
                <a:cubicBezTo>
                  <a:pt x="371" y="603"/>
                  <a:pt x="372" y="602"/>
                  <a:pt x="372" y="602"/>
                </a:cubicBezTo>
                <a:cubicBezTo>
                  <a:pt x="372" y="603"/>
                  <a:pt x="372" y="603"/>
                  <a:pt x="372" y="603"/>
                </a:cubicBezTo>
                <a:cubicBezTo>
                  <a:pt x="372" y="603"/>
                  <a:pt x="372" y="603"/>
                  <a:pt x="372" y="603"/>
                </a:cubicBezTo>
                <a:cubicBezTo>
                  <a:pt x="373" y="603"/>
                  <a:pt x="373" y="603"/>
                  <a:pt x="373" y="603"/>
                </a:cubicBezTo>
                <a:cubicBezTo>
                  <a:pt x="374" y="603"/>
                  <a:pt x="374" y="603"/>
                  <a:pt x="374" y="604"/>
                </a:cubicBezTo>
                <a:cubicBezTo>
                  <a:pt x="375" y="604"/>
                  <a:pt x="375" y="604"/>
                  <a:pt x="376" y="604"/>
                </a:cubicBezTo>
                <a:cubicBezTo>
                  <a:pt x="376" y="604"/>
                  <a:pt x="377" y="604"/>
                  <a:pt x="377" y="605"/>
                </a:cubicBezTo>
                <a:cubicBezTo>
                  <a:pt x="377" y="605"/>
                  <a:pt x="377" y="605"/>
                  <a:pt x="377" y="605"/>
                </a:cubicBezTo>
                <a:cubicBezTo>
                  <a:pt x="378" y="605"/>
                  <a:pt x="378" y="604"/>
                  <a:pt x="378" y="604"/>
                </a:cubicBezTo>
                <a:cubicBezTo>
                  <a:pt x="378" y="604"/>
                  <a:pt x="378" y="604"/>
                  <a:pt x="378" y="604"/>
                </a:cubicBezTo>
                <a:cubicBezTo>
                  <a:pt x="379" y="604"/>
                  <a:pt x="379" y="603"/>
                  <a:pt x="379" y="603"/>
                </a:cubicBezTo>
                <a:cubicBezTo>
                  <a:pt x="380" y="603"/>
                  <a:pt x="380" y="603"/>
                  <a:pt x="380" y="603"/>
                </a:cubicBezTo>
                <a:cubicBezTo>
                  <a:pt x="380" y="603"/>
                  <a:pt x="380" y="603"/>
                  <a:pt x="380" y="603"/>
                </a:cubicBezTo>
                <a:cubicBezTo>
                  <a:pt x="380" y="603"/>
                  <a:pt x="380" y="603"/>
                  <a:pt x="380" y="603"/>
                </a:cubicBezTo>
                <a:cubicBezTo>
                  <a:pt x="381" y="603"/>
                  <a:pt x="381" y="603"/>
                  <a:pt x="381" y="603"/>
                </a:cubicBezTo>
                <a:cubicBezTo>
                  <a:pt x="381" y="603"/>
                  <a:pt x="382" y="603"/>
                  <a:pt x="382" y="603"/>
                </a:cubicBezTo>
                <a:cubicBezTo>
                  <a:pt x="382" y="603"/>
                  <a:pt x="382" y="602"/>
                  <a:pt x="382" y="602"/>
                </a:cubicBezTo>
                <a:cubicBezTo>
                  <a:pt x="382" y="602"/>
                  <a:pt x="382" y="602"/>
                  <a:pt x="382" y="601"/>
                </a:cubicBezTo>
                <a:cubicBezTo>
                  <a:pt x="382" y="601"/>
                  <a:pt x="382" y="601"/>
                  <a:pt x="382" y="601"/>
                </a:cubicBezTo>
                <a:cubicBezTo>
                  <a:pt x="382" y="601"/>
                  <a:pt x="382" y="601"/>
                  <a:pt x="381" y="601"/>
                </a:cubicBezTo>
                <a:cubicBezTo>
                  <a:pt x="381" y="601"/>
                  <a:pt x="380" y="600"/>
                  <a:pt x="380" y="600"/>
                </a:cubicBezTo>
                <a:cubicBezTo>
                  <a:pt x="380" y="600"/>
                  <a:pt x="380" y="600"/>
                  <a:pt x="380" y="599"/>
                </a:cubicBezTo>
                <a:cubicBezTo>
                  <a:pt x="379" y="599"/>
                  <a:pt x="379" y="599"/>
                  <a:pt x="379" y="599"/>
                </a:cubicBezTo>
                <a:cubicBezTo>
                  <a:pt x="379" y="599"/>
                  <a:pt x="379" y="599"/>
                  <a:pt x="379" y="599"/>
                </a:cubicBezTo>
                <a:cubicBezTo>
                  <a:pt x="379" y="599"/>
                  <a:pt x="379" y="598"/>
                  <a:pt x="379" y="598"/>
                </a:cubicBezTo>
                <a:cubicBezTo>
                  <a:pt x="379" y="598"/>
                  <a:pt x="379" y="597"/>
                  <a:pt x="379" y="596"/>
                </a:cubicBezTo>
                <a:cubicBezTo>
                  <a:pt x="379" y="596"/>
                  <a:pt x="380" y="596"/>
                  <a:pt x="380" y="596"/>
                </a:cubicBezTo>
                <a:cubicBezTo>
                  <a:pt x="380" y="596"/>
                  <a:pt x="380" y="596"/>
                  <a:pt x="380" y="596"/>
                </a:cubicBezTo>
                <a:cubicBezTo>
                  <a:pt x="381" y="596"/>
                  <a:pt x="381" y="596"/>
                  <a:pt x="381" y="596"/>
                </a:cubicBezTo>
                <a:cubicBezTo>
                  <a:pt x="381" y="597"/>
                  <a:pt x="381" y="597"/>
                  <a:pt x="381" y="597"/>
                </a:cubicBezTo>
                <a:cubicBezTo>
                  <a:pt x="381" y="597"/>
                  <a:pt x="382" y="598"/>
                  <a:pt x="382" y="598"/>
                </a:cubicBezTo>
                <a:cubicBezTo>
                  <a:pt x="382" y="598"/>
                  <a:pt x="383" y="598"/>
                  <a:pt x="383" y="599"/>
                </a:cubicBezTo>
                <a:cubicBezTo>
                  <a:pt x="383" y="599"/>
                  <a:pt x="383" y="600"/>
                  <a:pt x="384" y="600"/>
                </a:cubicBezTo>
                <a:cubicBezTo>
                  <a:pt x="384" y="600"/>
                  <a:pt x="384" y="599"/>
                  <a:pt x="384" y="599"/>
                </a:cubicBezTo>
                <a:cubicBezTo>
                  <a:pt x="384" y="599"/>
                  <a:pt x="383" y="599"/>
                  <a:pt x="383" y="599"/>
                </a:cubicBezTo>
                <a:cubicBezTo>
                  <a:pt x="383" y="599"/>
                  <a:pt x="383" y="598"/>
                  <a:pt x="382" y="598"/>
                </a:cubicBezTo>
                <a:cubicBezTo>
                  <a:pt x="382" y="597"/>
                  <a:pt x="382" y="597"/>
                  <a:pt x="382" y="597"/>
                </a:cubicBezTo>
                <a:cubicBezTo>
                  <a:pt x="382" y="597"/>
                  <a:pt x="382" y="596"/>
                  <a:pt x="382" y="596"/>
                </a:cubicBezTo>
                <a:cubicBezTo>
                  <a:pt x="382" y="596"/>
                  <a:pt x="382" y="596"/>
                  <a:pt x="381" y="596"/>
                </a:cubicBezTo>
                <a:cubicBezTo>
                  <a:pt x="381" y="595"/>
                  <a:pt x="381" y="594"/>
                  <a:pt x="381" y="594"/>
                </a:cubicBezTo>
                <a:cubicBezTo>
                  <a:pt x="381" y="594"/>
                  <a:pt x="381" y="594"/>
                  <a:pt x="381" y="594"/>
                </a:cubicBezTo>
                <a:cubicBezTo>
                  <a:pt x="382" y="594"/>
                  <a:pt x="382" y="594"/>
                  <a:pt x="382" y="594"/>
                </a:cubicBezTo>
                <a:cubicBezTo>
                  <a:pt x="382" y="594"/>
                  <a:pt x="382" y="594"/>
                  <a:pt x="382" y="594"/>
                </a:cubicBezTo>
                <a:cubicBezTo>
                  <a:pt x="382" y="594"/>
                  <a:pt x="382" y="594"/>
                  <a:pt x="382" y="594"/>
                </a:cubicBezTo>
                <a:cubicBezTo>
                  <a:pt x="382" y="595"/>
                  <a:pt x="382" y="595"/>
                  <a:pt x="382" y="595"/>
                </a:cubicBezTo>
                <a:cubicBezTo>
                  <a:pt x="382" y="595"/>
                  <a:pt x="382" y="595"/>
                  <a:pt x="382" y="595"/>
                </a:cubicBezTo>
                <a:cubicBezTo>
                  <a:pt x="382" y="595"/>
                  <a:pt x="382" y="595"/>
                  <a:pt x="382" y="595"/>
                </a:cubicBezTo>
                <a:cubicBezTo>
                  <a:pt x="382" y="595"/>
                  <a:pt x="382" y="596"/>
                  <a:pt x="382" y="596"/>
                </a:cubicBezTo>
                <a:cubicBezTo>
                  <a:pt x="382" y="596"/>
                  <a:pt x="382" y="596"/>
                  <a:pt x="383" y="596"/>
                </a:cubicBezTo>
                <a:cubicBezTo>
                  <a:pt x="383" y="596"/>
                  <a:pt x="383" y="596"/>
                  <a:pt x="383" y="595"/>
                </a:cubicBezTo>
                <a:cubicBezTo>
                  <a:pt x="383" y="595"/>
                  <a:pt x="383" y="595"/>
                  <a:pt x="383" y="594"/>
                </a:cubicBezTo>
                <a:cubicBezTo>
                  <a:pt x="383" y="594"/>
                  <a:pt x="383" y="594"/>
                  <a:pt x="383" y="594"/>
                </a:cubicBezTo>
                <a:cubicBezTo>
                  <a:pt x="383" y="594"/>
                  <a:pt x="383" y="594"/>
                  <a:pt x="382" y="594"/>
                </a:cubicBezTo>
                <a:cubicBezTo>
                  <a:pt x="382" y="593"/>
                  <a:pt x="382" y="593"/>
                  <a:pt x="381" y="593"/>
                </a:cubicBezTo>
                <a:cubicBezTo>
                  <a:pt x="381" y="592"/>
                  <a:pt x="381" y="592"/>
                  <a:pt x="381" y="592"/>
                </a:cubicBezTo>
                <a:cubicBezTo>
                  <a:pt x="381" y="591"/>
                  <a:pt x="381" y="591"/>
                  <a:pt x="380" y="590"/>
                </a:cubicBezTo>
                <a:cubicBezTo>
                  <a:pt x="380" y="590"/>
                  <a:pt x="379" y="590"/>
                  <a:pt x="379" y="590"/>
                </a:cubicBezTo>
                <a:cubicBezTo>
                  <a:pt x="379" y="589"/>
                  <a:pt x="379" y="589"/>
                  <a:pt x="380" y="589"/>
                </a:cubicBezTo>
                <a:cubicBezTo>
                  <a:pt x="380" y="589"/>
                  <a:pt x="380" y="589"/>
                  <a:pt x="380" y="589"/>
                </a:cubicBezTo>
                <a:cubicBezTo>
                  <a:pt x="380" y="589"/>
                  <a:pt x="381" y="589"/>
                  <a:pt x="381" y="589"/>
                </a:cubicBezTo>
                <a:cubicBezTo>
                  <a:pt x="381" y="589"/>
                  <a:pt x="381" y="589"/>
                  <a:pt x="381" y="588"/>
                </a:cubicBezTo>
                <a:cubicBezTo>
                  <a:pt x="382" y="588"/>
                  <a:pt x="382" y="589"/>
                  <a:pt x="382" y="589"/>
                </a:cubicBezTo>
                <a:cubicBezTo>
                  <a:pt x="382" y="589"/>
                  <a:pt x="383" y="589"/>
                  <a:pt x="383" y="589"/>
                </a:cubicBezTo>
                <a:cubicBezTo>
                  <a:pt x="383" y="589"/>
                  <a:pt x="383" y="590"/>
                  <a:pt x="383" y="590"/>
                </a:cubicBezTo>
                <a:cubicBezTo>
                  <a:pt x="383" y="590"/>
                  <a:pt x="384" y="590"/>
                  <a:pt x="384" y="590"/>
                </a:cubicBezTo>
                <a:cubicBezTo>
                  <a:pt x="385" y="590"/>
                  <a:pt x="385" y="589"/>
                  <a:pt x="385" y="589"/>
                </a:cubicBezTo>
                <a:cubicBezTo>
                  <a:pt x="385" y="589"/>
                  <a:pt x="386" y="589"/>
                  <a:pt x="386" y="589"/>
                </a:cubicBezTo>
                <a:cubicBezTo>
                  <a:pt x="386" y="589"/>
                  <a:pt x="386" y="589"/>
                  <a:pt x="386" y="589"/>
                </a:cubicBezTo>
                <a:cubicBezTo>
                  <a:pt x="387" y="589"/>
                  <a:pt x="387" y="589"/>
                  <a:pt x="387" y="589"/>
                </a:cubicBezTo>
                <a:cubicBezTo>
                  <a:pt x="387" y="589"/>
                  <a:pt x="388" y="589"/>
                  <a:pt x="388" y="589"/>
                </a:cubicBezTo>
                <a:cubicBezTo>
                  <a:pt x="388" y="589"/>
                  <a:pt x="388" y="589"/>
                  <a:pt x="388" y="589"/>
                </a:cubicBezTo>
                <a:cubicBezTo>
                  <a:pt x="388" y="589"/>
                  <a:pt x="388" y="589"/>
                  <a:pt x="388" y="589"/>
                </a:cubicBezTo>
                <a:cubicBezTo>
                  <a:pt x="387" y="588"/>
                  <a:pt x="387" y="588"/>
                  <a:pt x="387" y="587"/>
                </a:cubicBezTo>
                <a:cubicBezTo>
                  <a:pt x="386" y="587"/>
                  <a:pt x="386" y="587"/>
                  <a:pt x="386" y="587"/>
                </a:cubicBezTo>
                <a:cubicBezTo>
                  <a:pt x="386" y="587"/>
                  <a:pt x="386" y="587"/>
                  <a:pt x="386" y="586"/>
                </a:cubicBezTo>
                <a:cubicBezTo>
                  <a:pt x="386" y="586"/>
                  <a:pt x="386" y="586"/>
                  <a:pt x="386" y="585"/>
                </a:cubicBezTo>
                <a:cubicBezTo>
                  <a:pt x="386" y="585"/>
                  <a:pt x="386" y="585"/>
                  <a:pt x="387" y="585"/>
                </a:cubicBezTo>
                <a:cubicBezTo>
                  <a:pt x="388" y="585"/>
                  <a:pt x="388" y="585"/>
                  <a:pt x="389" y="585"/>
                </a:cubicBezTo>
                <a:cubicBezTo>
                  <a:pt x="389" y="586"/>
                  <a:pt x="390" y="586"/>
                  <a:pt x="390" y="586"/>
                </a:cubicBezTo>
                <a:cubicBezTo>
                  <a:pt x="391" y="586"/>
                  <a:pt x="391" y="585"/>
                  <a:pt x="391" y="586"/>
                </a:cubicBezTo>
                <a:cubicBezTo>
                  <a:pt x="392" y="586"/>
                  <a:pt x="392" y="586"/>
                  <a:pt x="392" y="586"/>
                </a:cubicBezTo>
                <a:cubicBezTo>
                  <a:pt x="392" y="586"/>
                  <a:pt x="392" y="586"/>
                  <a:pt x="392" y="587"/>
                </a:cubicBezTo>
                <a:cubicBezTo>
                  <a:pt x="393" y="587"/>
                  <a:pt x="393" y="587"/>
                  <a:pt x="393" y="587"/>
                </a:cubicBezTo>
                <a:cubicBezTo>
                  <a:pt x="393" y="588"/>
                  <a:pt x="393" y="588"/>
                  <a:pt x="394" y="588"/>
                </a:cubicBezTo>
                <a:cubicBezTo>
                  <a:pt x="394" y="588"/>
                  <a:pt x="394" y="589"/>
                  <a:pt x="394" y="589"/>
                </a:cubicBezTo>
                <a:cubicBezTo>
                  <a:pt x="394" y="589"/>
                  <a:pt x="394" y="589"/>
                  <a:pt x="394" y="589"/>
                </a:cubicBezTo>
                <a:cubicBezTo>
                  <a:pt x="394" y="590"/>
                  <a:pt x="395" y="590"/>
                  <a:pt x="395" y="590"/>
                </a:cubicBezTo>
                <a:cubicBezTo>
                  <a:pt x="395" y="590"/>
                  <a:pt x="395" y="591"/>
                  <a:pt x="394" y="591"/>
                </a:cubicBezTo>
                <a:cubicBezTo>
                  <a:pt x="395" y="591"/>
                  <a:pt x="395" y="591"/>
                  <a:pt x="396" y="592"/>
                </a:cubicBezTo>
                <a:cubicBezTo>
                  <a:pt x="396" y="592"/>
                  <a:pt x="397" y="592"/>
                  <a:pt x="397" y="592"/>
                </a:cubicBezTo>
                <a:cubicBezTo>
                  <a:pt x="397" y="591"/>
                  <a:pt x="398" y="591"/>
                  <a:pt x="398" y="592"/>
                </a:cubicBezTo>
                <a:cubicBezTo>
                  <a:pt x="398" y="592"/>
                  <a:pt x="398" y="592"/>
                  <a:pt x="399" y="592"/>
                </a:cubicBezTo>
                <a:cubicBezTo>
                  <a:pt x="399" y="592"/>
                  <a:pt x="399" y="592"/>
                  <a:pt x="399" y="592"/>
                </a:cubicBezTo>
                <a:cubicBezTo>
                  <a:pt x="399" y="592"/>
                  <a:pt x="399" y="591"/>
                  <a:pt x="399" y="591"/>
                </a:cubicBezTo>
                <a:cubicBezTo>
                  <a:pt x="399" y="591"/>
                  <a:pt x="400" y="590"/>
                  <a:pt x="400" y="591"/>
                </a:cubicBezTo>
                <a:cubicBezTo>
                  <a:pt x="400" y="591"/>
                  <a:pt x="400" y="591"/>
                  <a:pt x="400" y="591"/>
                </a:cubicBezTo>
                <a:cubicBezTo>
                  <a:pt x="400" y="592"/>
                  <a:pt x="399" y="592"/>
                  <a:pt x="399" y="592"/>
                </a:cubicBezTo>
                <a:cubicBezTo>
                  <a:pt x="399" y="592"/>
                  <a:pt x="400" y="592"/>
                  <a:pt x="400" y="592"/>
                </a:cubicBezTo>
                <a:cubicBezTo>
                  <a:pt x="400" y="592"/>
                  <a:pt x="400" y="592"/>
                  <a:pt x="400" y="592"/>
                </a:cubicBezTo>
                <a:cubicBezTo>
                  <a:pt x="401" y="592"/>
                  <a:pt x="401" y="592"/>
                  <a:pt x="400" y="593"/>
                </a:cubicBezTo>
                <a:cubicBezTo>
                  <a:pt x="400" y="593"/>
                  <a:pt x="400" y="593"/>
                  <a:pt x="400" y="593"/>
                </a:cubicBezTo>
                <a:cubicBezTo>
                  <a:pt x="399" y="594"/>
                  <a:pt x="398" y="595"/>
                  <a:pt x="398" y="596"/>
                </a:cubicBezTo>
                <a:cubicBezTo>
                  <a:pt x="397" y="596"/>
                  <a:pt x="397" y="596"/>
                  <a:pt x="397" y="596"/>
                </a:cubicBezTo>
                <a:cubicBezTo>
                  <a:pt x="397" y="597"/>
                  <a:pt x="396" y="597"/>
                  <a:pt x="396" y="597"/>
                </a:cubicBezTo>
                <a:cubicBezTo>
                  <a:pt x="396" y="597"/>
                  <a:pt x="396" y="597"/>
                  <a:pt x="396" y="597"/>
                </a:cubicBezTo>
                <a:cubicBezTo>
                  <a:pt x="397" y="598"/>
                  <a:pt x="397" y="598"/>
                  <a:pt x="398" y="598"/>
                </a:cubicBezTo>
                <a:cubicBezTo>
                  <a:pt x="398" y="597"/>
                  <a:pt x="398" y="597"/>
                  <a:pt x="398" y="597"/>
                </a:cubicBezTo>
                <a:cubicBezTo>
                  <a:pt x="398" y="597"/>
                  <a:pt x="399" y="597"/>
                  <a:pt x="399" y="597"/>
                </a:cubicBezTo>
                <a:cubicBezTo>
                  <a:pt x="399" y="597"/>
                  <a:pt x="399" y="596"/>
                  <a:pt x="399" y="596"/>
                </a:cubicBezTo>
                <a:cubicBezTo>
                  <a:pt x="400" y="595"/>
                  <a:pt x="400" y="594"/>
                  <a:pt x="401" y="593"/>
                </a:cubicBezTo>
                <a:cubicBezTo>
                  <a:pt x="402" y="593"/>
                  <a:pt x="403" y="592"/>
                  <a:pt x="404" y="592"/>
                </a:cubicBezTo>
                <a:cubicBezTo>
                  <a:pt x="404" y="592"/>
                  <a:pt x="404" y="593"/>
                  <a:pt x="404" y="593"/>
                </a:cubicBezTo>
                <a:cubicBezTo>
                  <a:pt x="403" y="593"/>
                  <a:pt x="403" y="594"/>
                  <a:pt x="403" y="594"/>
                </a:cubicBezTo>
                <a:cubicBezTo>
                  <a:pt x="403" y="595"/>
                  <a:pt x="403" y="595"/>
                  <a:pt x="403" y="596"/>
                </a:cubicBezTo>
                <a:cubicBezTo>
                  <a:pt x="403" y="596"/>
                  <a:pt x="403" y="597"/>
                  <a:pt x="403" y="598"/>
                </a:cubicBezTo>
                <a:cubicBezTo>
                  <a:pt x="403" y="598"/>
                  <a:pt x="402" y="598"/>
                  <a:pt x="402" y="599"/>
                </a:cubicBezTo>
                <a:cubicBezTo>
                  <a:pt x="402" y="600"/>
                  <a:pt x="402" y="601"/>
                  <a:pt x="402" y="602"/>
                </a:cubicBezTo>
                <a:cubicBezTo>
                  <a:pt x="402" y="602"/>
                  <a:pt x="403" y="602"/>
                  <a:pt x="403" y="602"/>
                </a:cubicBezTo>
                <a:cubicBezTo>
                  <a:pt x="404" y="602"/>
                  <a:pt x="403" y="602"/>
                  <a:pt x="403" y="603"/>
                </a:cubicBezTo>
                <a:cubicBezTo>
                  <a:pt x="403" y="603"/>
                  <a:pt x="403" y="603"/>
                  <a:pt x="402" y="603"/>
                </a:cubicBezTo>
                <a:cubicBezTo>
                  <a:pt x="402" y="603"/>
                  <a:pt x="402" y="603"/>
                  <a:pt x="402" y="603"/>
                </a:cubicBezTo>
                <a:cubicBezTo>
                  <a:pt x="402" y="604"/>
                  <a:pt x="402" y="604"/>
                  <a:pt x="402" y="604"/>
                </a:cubicBezTo>
                <a:cubicBezTo>
                  <a:pt x="402" y="605"/>
                  <a:pt x="402" y="607"/>
                  <a:pt x="402" y="608"/>
                </a:cubicBezTo>
                <a:cubicBezTo>
                  <a:pt x="401" y="608"/>
                  <a:pt x="401" y="607"/>
                  <a:pt x="401" y="607"/>
                </a:cubicBezTo>
                <a:cubicBezTo>
                  <a:pt x="401" y="606"/>
                  <a:pt x="401" y="606"/>
                  <a:pt x="401" y="606"/>
                </a:cubicBezTo>
                <a:cubicBezTo>
                  <a:pt x="400" y="606"/>
                  <a:pt x="401" y="607"/>
                  <a:pt x="400" y="608"/>
                </a:cubicBezTo>
                <a:cubicBezTo>
                  <a:pt x="400" y="608"/>
                  <a:pt x="400" y="609"/>
                  <a:pt x="399" y="609"/>
                </a:cubicBezTo>
                <a:cubicBezTo>
                  <a:pt x="399" y="609"/>
                  <a:pt x="399" y="610"/>
                  <a:pt x="399" y="610"/>
                </a:cubicBezTo>
                <a:cubicBezTo>
                  <a:pt x="399" y="610"/>
                  <a:pt x="400" y="610"/>
                  <a:pt x="400" y="610"/>
                </a:cubicBezTo>
                <a:cubicBezTo>
                  <a:pt x="400" y="610"/>
                  <a:pt x="400" y="610"/>
                  <a:pt x="400" y="610"/>
                </a:cubicBezTo>
                <a:cubicBezTo>
                  <a:pt x="400" y="611"/>
                  <a:pt x="401" y="611"/>
                  <a:pt x="402" y="611"/>
                </a:cubicBezTo>
                <a:cubicBezTo>
                  <a:pt x="402" y="611"/>
                  <a:pt x="402" y="611"/>
                  <a:pt x="402" y="611"/>
                </a:cubicBezTo>
                <a:cubicBezTo>
                  <a:pt x="403" y="611"/>
                  <a:pt x="403" y="611"/>
                  <a:pt x="403" y="611"/>
                </a:cubicBezTo>
                <a:cubicBezTo>
                  <a:pt x="403" y="612"/>
                  <a:pt x="402" y="614"/>
                  <a:pt x="401" y="615"/>
                </a:cubicBezTo>
                <a:cubicBezTo>
                  <a:pt x="402" y="615"/>
                  <a:pt x="402" y="615"/>
                  <a:pt x="402" y="616"/>
                </a:cubicBezTo>
                <a:cubicBezTo>
                  <a:pt x="402" y="616"/>
                  <a:pt x="403" y="616"/>
                  <a:pt x="403" y="616"/>
                </a:cubicBezTo>
                <a:cubicBezTo>
                  <a:pt x="403" y="616"/>
                  <a:pt x="403" y="616"/>
                  <a:pt x="403" y="616"/>
                </a:cubicBezTo>
                <a:cubicBezTo>
                  <a:pt x="403" y="616"/>
                  <a:pt x="403" y="615"/>
                  <a:pt x="403" y="615"/>
                </a:cubicBezTo>
                <a:cubicBezTo>
                  <a:pt x="404" y="615"/>
                  <a:pt x="404" y="615"/>
                  <a:pt x="405" y="614"/>
                </a:cubicBezTo>
                <a:cubicBezTo>
                  <a:pt x="405" y="614"/>
                  <a:pt x="406" y="613"/>
                  <a:pt x="406" y="613"/>
                </a:cubicBezTo>
                <a:cubicBezTo>
                  <a:pt x="406" y="613"/>
                  <a:pt x="407" y="613"/>
                  <a:pt x="407" y="613"/>
                </a:cubicBezTo>
                <a:cubicBezTo>
                  <a:pt x="407" y="613"/>
                  <a:pt x="408" y="613"/>
                  <a:pt x="408" y="613"/>
                </a:cubicBezTo>
                <a:cubicBezTo>
                  <a:pt x="408" y="613"/>
                  <a:pt x="408" y="613"/>
                  <a:pt x="408" y="614"/>
                </a:cubicBezTo>
                <a:cubicBezTo>
                  <a:pt x="407" y="615"/>
                  <a:pt x="406" y="616"/>
                  <a:pt x="405" y="617"/>
                </a:cubicBezTo>
                <a:cubicBezTo>
                  <a:pt x="407" y="617"/>
                  <a:pt x="408" y="616"/>
                  <a:pt x="409" y="615"/>
                </a:cubicBezTo>
                <a:cubicBezTo>
                  <a:pt x="409" y="616"/>
                  <a:pt x="409" y="616"/>
                  <a:pt x="409" y="616"/>
                </a:cubicBezTo>
                <a:cubicBezTo>
                  <a:pt x="410" y="616"/>
                  <a:pt x="410" y="617"/>
                  <a:pt x="409" y="617"/>
                </a:cubicBezTo>
                <a:cubicBezTo>
                  <a:pt x="409" y="617"/>
                  <a:pt x="409" y="617"/>
                  <a:pt x="409" y="617"/>
                </a:cubicBezTo>
                <a:cubicBezTo>
                  <a:pt x="408" y="617"/>
                  <a:pt x="408" y="617"/>
                  <a:pt x="408" y="618"/>
                </a:cubicBezTo>
                <a:cubicBezTo>
                  <a:pt x="408" y="618"/>
                  <a:pt x="409" y="618"/>
                  <a:pt x="409" y="618"/>
                </a:cubicBezTo>
                <a:cubicBezTo>
                  <a:pt x="409" y="619"/>
                  <a:pt x="409" y="619"/>
                  <a:pt x="409" y="620"/>
                </a:cubicBezTo>
                <a:cubicBezTo>
                  <a:pt x="409" y="620"/>
                  <a:pt x="409" y="620"/>
                  <a:pt x="410" y="620"/>
                </a:cubicBezTo>
                <a:cubicBezTo>
                  <a:pt x="410" y="620"/>
                  <a:pt x="410" y="619"/>
                  <a:pt x="410" y="619"/>
                </a:cubicBezTo>
                <a:cubicBezTo>
                  <a:pt x="410" y="619"/>
                  <a:pt x="410" y="619"/>
                  <a:pt x="411" y="618"/>
                </a:cubicBezTo>
                <a:cubicBezTo>
                  <a:pt x="412" y="618"/>
                  <a:pt x="413" y="617"/>
                  <a:pt x="413" y="616"/>
                </a:cubicBezTo>
                <a:cubicBezTo>
                  <a:pt x="413" y="616"/>
                  <a:pt x="412" y="617"/>
                  <a:pt x="412" y="617"/>
                </a:cubicBezTo>
                <a:cubicBezTo>
                  <a:pt x="411" y="618"/>
                  <a:pt x="410" y="618"/>
                  <a:pt x="410" y="618"/>
                </a:cubicBezTo>
                <a:cubicBezTo>
                  <a:pt x="410" y="618"/>
                  <a:pt x="410" y="617"/>
                  <a:pt x="410" y="617"/>
                </a:cubicBezTo>
                <a:cubicBezTo>
                  <a:pt x="410" y="616"/>
                  <a:pt x="411" y="616"/>
                  <a:pt x="411" y="615"/>
                </a:cubicBezTo>
                <a:cubicBezTo>
                  <a:pt x="411" y="615"/>
                  <a:pt x="411" y="615"/>
                  <a:pt x="411" y="615"/>
                </a:cubicBezTo>
                <a:cubicBezTo>
                  <a:pt x="411" y="614"/>
                  <a:pt x="410" y="614"/>
                  <a:pt x="410" y="614"/>
                </a:cubicBezTo>
                <a:cubicBezTo>
                  <a:pt x="410" y="614"/>
                  <a:pt x="410" y="613"/>
                  <a:pt x="409" y="612"/>
                </a:cubicBezTo>
                <a:cubicBezTo>
                  <a:pt x="409" y="612"/>
                  <a:pt x="409" y="611"/>
                  <a:pt x="409" y="611"/>
                </a:cubicBezTo>
                <a:cubicBezTo>
                  <a:pt x="409" y="610"/>
                  <a:pt x="409" y="610"/>
                  <a:pt x="409" y="610"/>
                </a:cubicBezTo>
                <a:cubicBezTo>
                  <a:pt x="410" y="610"/>
                  <a:pt x="410" y="609"/>
                  <a:pt x="410" y="609"/>
                </a:cubicBezTo>
                <a:cubicBezTo>
                  <a:pt x="410" y="609"/>
                  <a:pt x="410" y="609"/>
                  <a:pt x="409" y="609"/>
                </a:cubicBezTo>
                <a:cubicBezTo>
                  <a:pt x="408" y="608"/>
                  <a:pt x="408" y="607"/>
                  <a:pt x="407" y="606"/>
                </a:cubicBezTo>
                <a:cubicBezTo>
                  <a:pt x="407" y="605"/>
                  <a:pt x="406" y="605"/>
                  <a:pt x="406" y="604"/>
                </a:cubicBezTo>
                <a:cubicBezTo>
                  <a:pt x="406" y="603"/>
                  <a:pt x="407" y="603"/>
                  <a:pt x="408" y="602"/>
                </a:cubicBezTo>
                <a:cubicBezTo>
                  <a:pt x="408" y="601"/>
                  <a:pt x="408" y="601"/>
                  <a:pt x="408" y="600"/>
                </a:cubicBezTo>
                <a:cubicBezTo>
                  <a:pt x="408" y="600"/>
                  <a:pt x="408" y="599"/>
                  <a:pt x="408" y="598"/>
                </a:cubicBezTo>
                <a:cubicBezTo>
                  <a:pt x="409" y="598"/>
                  <a:pt x="409" y="598"/>
                  <a:pt x="409" y="598"/>
                </a:cubicBezTo>
                <a:cubicBezTo>
                  <a:pt x="409" y="597"/>
                  <a:pt x="408" y="597"/>
                  <a:pt x="408" y="597"/>
                </a:cubicBezTo>
                <a:cubicBezTo>
                  <a:pt x="408" y="597"/>
                  <a:pt x="408" y="597"/>
                  <a:pt x="408" y="597"/>
                </a:cubicBezTo>
                <a:cubicBezTo>
                  <a:pt x="409" y="597"/>
                  <a:pt x="409" y="596"/>
                  <a:pt x="409" y="596"/>
                </a:cubicBezTo>
                <a:cubicBezTo>
                  <a:pt x="409" y="596"/>
                  <a:pt x="410" y="596"/>
                  <a:pt x="410" y="597"/>
                </a:cubicBezTo>
                <a:cubicBezTo>
                  <a:pt x="411" y="597"/>
                  <a:pt x="411" y="597"/>
                  <a:pt x="411" y="597"/>
                </a:cubicBezTo>
                <a:cubicBezTo>
                  <a:pt x="411" y="596"/>
                  <a:pt x="412" y="596"/>
                  <a:pt x="412" y="596"/>
                </a:cubicBezTo>
                <a:cubicBezTo>
                  <a:pt x="412" y="597"/>
                  <a:pt x="413" y="597"/>
                  <a:pt x="413" y="596"/>
                </a:cubicBezTo>
                <a:cubicBezTo>
                  <a:pt x="413" y="597"/>
                  <a:pt x="414" y="597"/>
                  <a:pt x="415" y="597"/>
                </a:cubicBezTo>
                <a:cubicBezTo>
                  <a:pt x="415" y="596"/>
                  <a:pt x="415" y="596"/>
                  <a:pt x="415" y="596"/>
                </a:cubicBezTo>
                <a:cubicBezTo>
                  <a:pt x="416" y="595"/>
                  <a:pt x="416" y="595"/>
                  <a:pt x="417" y="594"/>
                </a:cubicBezTo>
                <a:cubicBezTo>
                  <a:pt x="417" y="594"/>
                  <a:pt x="418" y="593"/>
                  <a:pt x="418" y="593"/>
                </a:cubicBezTo>
                <a:cubicBezTo>
                  <a:pt x="419" y="592"/>
                  <a:pt x="419" y="592"/>
                  <a:pt x="420" y="591"/>
                </a:cubicBezTo>
                <a:cubicBezTo>
                  <a:pt x="420" y="591"/>
                  <a:pt x="420" y="591"/>
                  <a:pt x="420" y="591"/>
                </a:cubicBezTo>
                <a:cubicBezTo>
                  <a:pt x="420" y="591"/>
                  <a:pt x="420" y="591"/>
                  <a:pt x="420" y="591"/>
                </a:cubicBezTo>
                <a:cubicBezTo>
                  <a:pt x="419" y="590"/>
                  <a:pt x="420" y="589"/>
                  <a:pt x="420" y="588"/>
                </a:cubicBezTo>
                <a:cubicBezTo>
                  <a:pt x="421" y="587"/>
                  <a:pt x="422" y="587"/>
                  <a:pt x="423" y="586"/>
                </a:cubicBezTo>
                <a:cubicBezTo>
                  <a:pt x="423" y="586"/>
                  <a:pt x="423" y="586"/>
                  <a:pt x="424" y="586"/>
                </a:cubicBezTo>
                <a:cubicBezTo>
                  <a:pt x="424" y="586"/>
                  <a:pt x="424" y="585"/>
                  <a:pt x="425" y="585"/>
                </a:cubicBezTo>
                <a:cubicBezTo>
                  <a:pt x="425" y="585"/>
                  <a:pt x="425" y="584"/>
                  <a:pt x="425" y="584"/>
                </a:cubicBezTo>
                <a:cubicBezTo>
                  <a:pt x="425" y="584"/>
                  <a:pt x="425" y="583"/>
                  <a:pt x="425" y="583"/>
                </a:cubicBezTo>
                <a:cubicBezTo>
                  <a:pt x="425" y="583"/>
                  <a:pt x="424" y="583"/>
                  <a:pt x="424" y="582"/>
                </a:cubicBezTo>
                <a:cubicBezTo>
                  <a:pt x="424" y="582"/>
                  <a:pt x="424" y="582"/>
                  <a:pt x="424" y="581"/>
                </a:cubicBezTo>
                <a:cubicBezTo>
                  <a:pt x="424" y="581"/>
                  <a:pt x="424" y="581"/>
                  <a:pt x="424" y="581"/>
                </a:cubicBezTo>
                <a:cubicBezTo>
                  <a:pt x="424" y="580"/>
                  <a:pt x="424" y="580"/>
                  <a:pt x="424" y="579"/>
                </a:cubicBezTo>
                <a:cubicBezTo>
                  <a:pt x="424" y="579"/>
                  <a:pt x="425" y="578"/>
                  <a:pt x="425" y="578"/>
                </a:cubicBezTo>
                <a:cubicBezTo>
                  <a:pt x="425" y="577"/>
                  <a:pt x="424" y="576"/>
                  <a:pt x="424" y="576"/>
                </a:cubicBezTo>
                <a:cubicBezTo>
                  <a:pt x="425" y="575"/>
                  <a:pt x="425" y="575"/>
                  <a:pt x="424" y="574"/>
                </a:cubicBezTo>
                <a:cubicBezTo>
                  <a:pt x="424" y="574"/>
                  <a:pt x="424" y="574"/>
                  <a:pt x="424" y="574"/>
                </a:cubicBezTo>
                <a:cubicBezTo>
                  <a:pt x="423" y="574"/>
                  <a:pt x="423" y="574"/>
                  <a:pt x="422" y="574"/>
                </a:cubicBezTo>
                <a:cubicBezTo>
                  <a:pt x="422" y="574"/>
                  <a:pt x="422" y="574"/>
                  <a:pt x="422" y="574"/>
                </a:cubicBezTo>
                <a:cubicBezTo>
                  <a:pt x="422" y="574"/>
                  <a:pt x="422" y="574"/>
                  <a:pt x="422" y="574"/>
                </a:cubicBezTo>
                <a:cubicBezTo>
                  <a:pt x="422" y="574"/>
                  <a:pt x="422" y="575"/>
                  <a:pt x="422" y="575"/>
                </a:cubicBezTo>
                <a:cubicBezTo>
                  <a:pt x="422" y="575"/>
                  <a:pt x="422" y="575"/>
                  <a:pt x="422" y="575"/>
                </a:cubicBezTo>
                <a:cubicBezTo>
                  <a:pt x="422" y="575"/>
                  <a:pt x="421" y="576"/>
                  <a:pt x="421" y="576"/>
                </a:cubicBezTo>
                <a:cubicBezTo>
                  <a:pt x="420" y="576"/>
                  <a:pt x="420" y="577"/>
                  <a:pt x="420" y="577"/>
                </a:cubicBezTo>
                <a:cubicBezTo>
                  <a:pt x="421" y="577"/>
                  <a:pt x="421" y="577"/>
                  <a:pt x="421" y="577"/>
                </a:cubicBezTo>
                <a:cubicBezTo>
                  <a:pt x="421" y="577"/>
                  <a:pt x="422" y="577"/>
                  <a:pt x="422" y="577"/>
                </a:cubicBezTo>
                <a:cubicBezTo>
                  <a:pt x="422" y="577"/>
                  <a:pt x="422" y="578"/>
                  <a:pt x="422" y="578"/>
                </a:cubicBezTo>
                <a:cubicBezTo>
                  <a:pt x="422" y="578"/>
                  <a:pt x="421" y="579"/>
                  <a:pt x="421" y="579"/>
                </a:cubicBezTo>
                <a:cubicBezTo>
                  <a:pt x="421" y="579"/>
                  <a:pt x="420" y="580"/>
                  <a:pt x="420" y="580"/>
                </a:cubicBezTo>
                <a:cubicBezTo>
                  <a:pt x="420" y="580"/>
                  <a:pt x="419" y="580"/>
                  <a:pt x="419" y="580"/>
                </a:cubicBezTo>
                <a:cubicBezTo>
                  <a:pt x="419" y="580"/>
                  <a:pt x="419" y="580"/>
                  <a:pt x="418" y="580"/>
                </a:cubicBezTo>
                <a:cubicBezTo>
                  <a:pt x="418" y="580"/>
                  <a:pt x="418" y="580"/>
                  <a:pt x="417" y="580"/>
                </a:cubicBezTo>
                <a:cubicBezTo>
                  <a:pt x="417" y="580"/>
                  <a:pt x="417" y="580"/>
                  <a:pt x="416" y="580"/>
                </a:cubicBezTo>
                <a:cubicBezTo>
                  <a:pt x="416" y="579"/>
                  <a:pt x="416" y="580"/>
                  <a:pt x="416" y="579"/>
                </a:cubicBezTo>
                <a:cubicBezTo>
                  <a:pt x="416" y="579"/>
                  <a:pt x="416" y="579"/>
                  <a:pt x="416" y="579"/>
                </a:cubicBezTo>
                <a:cubicBezTo>
                  <a:pt x="416" y="578"/>
                  <a:pt x="416" y="578"/>
                  <a:pt x="416" y="577"/>
                </a:cubicBezTo>
                <a:cubicBezTo>
                  <a:pt x="416" y="576"/>
                  <a:pt x="417" y="575"/>
                  <a:pt x="416" y="574"/>
                </a:cubicBezTo>
                <a:cubicBezTo>
                  <a:pt x="416" y="574"/>
                  <a:pt x="416" y="574"/>
                  <a:pt x="417" y="574"/>
                </a:cubicBezTo>
                <a:cubicBezTo>
                  <a:pt x="417" y="574"/>
                  <a:pt x="417" y="574"/>
                  <a:pt x="418" y="574"/>
                </a:cubicBezTo>
                <a:cubicBezTo>
                  <a:pt x="418" y="574"/>
                  <a:pt x="418" y="574"/>
                  <a:pt x="418" y="574"/>
                </a:cubicBezTo>
                <a:cubicBezTo>
                  <a:pt x="418" y="573"/>
                  <a:pt x="418" y="572"/>
                  <a:pt x="419" y="572"/>
                </a:cubicBezTo>
                <a:cubicBezTo>
                  <a:pt x="419" y="572"/>
                  <a:pt x="419" y="572"/>
                  <a:pt x="419" y="572"/>
                </a:cubicBezTo>
                <a:cubicBezTo>
                  <a:pt x="420" y="572"/>
                  <a:pt x="421" y="571"/>
                  <a:pt x="421" y="571"/>
                </a:cubicBezTo>
                <a:cubicBezTo>
                  <a:pt x="421" y="571"/>
                  <a:pt x="420" y="571"/>
                  <a:pt x="420" y="571"/>
                </a:cubicBezTo>
                <a:cubicBezTo>
                  <a:pt x="420" y="570"/>
                  <a:pt x="420" y="570"/>
                  <a:pt x="420" y="570"/>
                </a:cubicBezTo>
                <a:cubicBezTo>
                  <a:pt x="420" y="570"/>
                  <a:pt x="419" y="570"/>
                  <a:pt x="419" y="570"/>
                </a:cubicBezTo>
                <a:cubicBezTo>
                  <a:pt x="418" y="570"/>
                  <a:pt x="418" y="569"/>
                  <a:pt x="419" y="569"/>
                </a:cubicBezTo>
                <a:cubicBezTo>
                  <a:pt x="419" y="568"/>
                  <a:pt x="419" y="567"/>
                  <a:pt x="419" y="566"/>
                </a:cubicBezTo>
                <a:cubicBezTo>
                  <a:pt x="419" y="566"/>
                  <a:pt x="419" y="566"/>
                  <a:pt x="419" y="566"/>
                </a:cubicBezTo>
                <a:cubicBezTo>
                  <a:pt x="419" y="565"/>
                  <a:pt x="420" y="565"/>
                  <a:pt x="420" y="565"/>
                </a:cubicBezTo>
                <a:cubicBezTo>
                  <a:pt x="421" y="565"/>
                  <a:pt x="421" y="565"/>
                  <a:pt x="422" y="564"/>
                </a:cubicBezTo>
                <a:cubicBezTo>
                  <a:pt x="422" y="564"/>
                  <a:pt x="422" y="564"/>
                  <a:pt x="422" y="564"/>
                </a:cubicBezTo>
                <a:cubicBezTo>
                  <a:pt x="422" y="564"/>
                  <a:pt x="423" y="564"/>
                  <a:pt x="423" y="564"/>
                </a:cubicBezTo>
                <a:cubicBezTo>
                  <a:pt x="423" y="564"/>
                  <a:pt x="423" y="564"/>
                  <a:pt x="423" y="564"/>
                </a:cubicBezTo>
                <a:cubicBezTo>
                  <a:pt x="424" y="564"/>
                  <a:pt x="424" y="563"/>
                  <a:pt x="425" y="563"/>
                </a:cubicBezTo>
                <a:cubicBezTo>
                  <a:pt x="425" y="563"/>
                  <a:pt x="425" y="564"/>
                  <a:pt x="424" y="565"/>
                </a:cubicBezTo>
                <a:cubicBezTo>
                  <a:pt x="424" y="565"/>
                  <a:pt x="423" y="566"/>
                  <a:pt x="423" y="566"/>
                </a:cubicBezTo>
                <a:cubicBezTo>
                  <a:pt x="423" y="567"/>
                  <a:pt x="423" y="567"/>
                  <a:pt x="423" y="568"/>
                </a:cubicBezTo>
                <a:cubicBezTo>
                  <a:pt x="423" y="568"/>
                  <a:pt x="423" y="568"/>
                  <a:pt x="423" y="568"/>
                </a:cubicBezTo>
                <a:cubicBezTo>
                  <a:pt x="423" y="568"/>
                  <a:pt x="423" y="569"/>
                  <a:pt x="423" y="569"/>
                </a:cubicBezTo>
                <a:cubicBezTo>
                  <a:pt x="423" y="569"/>
                  <a:pt x="423" y="569"/>
                  <a:pt x="424" y="568"/>
                </a:cubicBezTo>
                <a:cubicBezTo>
                  <a:pt x="425" y="567"/>
                  <a:pt x="426" y="566"/>
                  <a:pt x="427" y="564"/>
                </a:cubicBezTo>
                <a:cubicBezTo>
                  <a:pt x="426" y="565"/>
                  <a:pt x="425" y="564"/>
                  <a:pt x="425" y="564"/>
                </a:cubicBezTo>
                <a:cubicBezTo>
                  <a:pt x="425" y="563"/>
                  <a:pt x="426" y="563"/>
                  <a:pt x="426" y="562"/>
                </a:cubicBezTo>
                <a:cubicBezTo>
                  <a:pt x="426" y="562"/>
                  <a:pt x="426" y="561"/>
                  <a:pt x="426" y="561"/>
                </a:cubicBezTo>
                <a:cubicBezTo>
                  <a:pt x="425" y="560"/>
                  <a:pt x="424" y="560"/>
                  <a:pt x="424" y="561"/>
                </a:cubicBezTo>
                <a:cubicBezTo>
                  <a:pt x="424" y="561"/>
                  <a:pt x="424" y="561"/>
                  <a:pt x="423" y="561"/>
                </a:cubicBezTo>
                <a:cubicBezTo>
                  <a:pt x="423" y="561"/>
                  <a:pt x="423" y="561"/>
                  <a:pt x="423" y="561"/>
                </a:cubicBezTo>
                <a:cubicBezTo>
                  <a:pt x="423" y="561"/>
                  <a:pt x="423" y="562"/>
                  <a:pt x="422" y="562"/>
                </a:cubicBezTo>
                <a:cubicBezTo>
                  <a:pt x="422" y="562"/>
                  <a:pt x="422" y="562"/>
                  <a:pt x="422" y="562"/>
                </a:cubicBezTo>
                <a:cubicBezTo>
                  <a:pt x="421" y="563"/>
                  <a:pt x="420" y="563"/>
                  <a:pt x="419" y="562"/>
                </a:cubicBezTo>
                <a:cubicBezTo>
                  <a:pt x="419" y="562"/>
                  <a:pt x="419" y="562"/>
                  <a:pt x="419" y="562"/>
                </a:cubicBezTo>
                <a:cubicBezTo>
                  <a:pt x="419" y="562"/>
                  <a:pt x="418" y="562"/>
                  <a:pt x="418" y="562"/>
                </a:cubicBezTo>
                <a:cubicBezTo>
                  <a:pt x="418" y="561"/>
                  <a:pt x="417" y="560"/>
                  <a:pt x="417" y="559"/>
                </a:cubicBezTo>
                <a:cubicBezTo>
                  <a:pt x="417" y="559"/>
                  <a:pt x="417" y="558"/>
                  <a:pt x="417" y="558"/>
                </a:cubicBezTo>
                <a:cubicBezTo>
                  <a:pt x="417" y="558"/>
                  <a:pt x="416" y="557"/>
                  <a:pt x="416" y="557"/>
                </a:cubicBezTo>
                <a:cubicBezTo>
                  <a:pt x="416" y="557"/>
                  <a:pt x="416" y="557"/>
                  <a:pt x="415" y="557"/>
                </a:cubicBezTo>
                <a:cubicBezTo>
                  <a:pt x="415" y="557"/>
                  <a:pt x="415" y="557"/>
                  <a:pt x="414" y="557"/>
                </a:cubicBezTo>
                <a:cubicBezTo>
                  <a:pt x="415" y="557"/>
                  <a:pt x="415" y="558"/>
                  <a:pt x="415" y="559"/>
                </a:cubicBezTo>
                <a:cubicBezTo>
                  <a:pt x="414" y="559"/>
                  <a:pt x="413" y="560"/>
                  <a:pt x="413" y="559"/>
                </a:cubicBezTo>
                <a:cubicBezTo>
                  <a:pt x="413" y="559"/>
                  <a:pt x="413" y="558"/>
                  <a:pt x="413" y="558"/>
                </a:cubicBezTo>
                <a:cubicBezTo>
                  <a:pt x="412" y="558"/>
                  <a:pt x="412" y="558"/>
                  <a:pt x="412" y="558"/>
                </a:cubicBezTo>
                <a:cubicBezTo>
                  <a:pt x="411" y="558"/>
                  <a:pt x="411" y="557"/>
                  <a:pt x="410" y="557"/>
                </a:cubicBezTo>
                <a:cubicBezTo>
                  <a:pt x="409" y="557"/>
                  <a:pt x="409" y="556"/>
                  <a:pt x="408" y="556"/>
                </a:cubicBezTo>
                <a:cubicBezTo>
                  <a:pt x="408" y="555"/>
                  <a:pt x="407" y="555"/>
                  <a:pt x="407" y="554"/>
                </a:cubicBezTo>
                <a:cubicBezTo>
                  <a:pt x="407" y="554"/>
                  <a:pt x="407" y="554"/>
                  <a:pt x="406" y="554"/>
                </a:cubicBezTo>
                <a:cubicBezTo>
                  <a:pt x="406" y="554"/>
                  <a:pt x="406" y="554"/>
                  <a:pt x="406" y="554"/>
                </a:cubicBezTo>
                <a:cubicBezTo>
                  <a:pt x="406" y="554"/>
                  <a:pt x="406" y="554"/>
                  <a:pt x="406" y="554"/>
                </a:cubicBezTo>
                <a:cubicBezTo>
                  <a:pt x="405" y="554"/>
                  <a:pt x="405" y="554"/>
                  <a:pt x="405" y="554"/>
                </a:cubicBezTo>
                <a:cubicBezTo>
                  <a:pt x="405" y="554"/>
                  <a:pt x="404" y="554"/>
                  <a:pt x="404" y="553"/>
                </a:cubicBezTo>
                <a:cubicBezTo>
                  <a:pt x="403" y="553"/>
                  <a:pt x="403" y="553"/>
                  <a:pt x="403" y="552"/>
                </a:cubicBezTo>
                <a:cubicBezTo>
                  <a:pt x="402" y="552"/>
                  <a:pt x="402" y="552"/>
                  <a:pt x="402" y="552"/>
                </a:cubicBezTo>
                <a:cubicBezTo>
                  <a:pt x="402" y="552"/>
                  <a:pt x="402" y="552"/>
                  <a:pt x="402" y="552"/>
                </a:cubicBezTo>
                <a:cubicBezTo>
                  <a:pt x="403" y="551"/>
                  <a:pt x="403" y="551"/>
                  <a:pt x="403" y="551"/>
                </a:cubicBezTo>
                <a:cubicBezTo>
                  <a:pt x="403" y="551"/>
                  <a:pt x="403" y="550"/>
                  <a:pt x="403" y="550"/>
                </a:cubicBezTo>
                <a:cubicBezTo>
                  <a:pt x="403" y="549"/>
                  <a:pt x="403" y="549"/>
                  <a:pt x="403" y="549"/>
                </a:cubicBezTo>
                <a:cubicBezTo>
                  <a:pt x="402" y="549"/>
                  <a:pt x="402" y="549"/>
                  <a:pt x="402" y="549"/>
                </a:cubicBezTo>
                <a:cubicBezTo>
                  <a:pt x="402" y="549"/>
                  <a:pt x="401" y="549"/>
                  <a:pt x="401" y="549"/>
                </a:cubicBezTo>
                <a:cubicBezTo>
                  <a:pt x="401" y="549"/>
                  <a:pt x="400" y="548"/>
                  <a:pt x="400" y="548"/>
                </a:cubicBezTo>
                <a:cubicBezTo>
                  <a:pt x="400" y="547"/>
                  <a:pt x="400" y="547"/>
                  <a:pt x="400" y="547"/>
                </a:cubicBezTo>
                <a:cubicBezTo>
                  <a:pt x="399" y="546"/>
                  <a:pt x="399" y="546"/>
                  <a:pt x="399" y="545"/>
                </a:cubicBezTo>
                <a:cubicBezTo>
                  <a:pt x="399" y="545"/>
                  <a:pt x="399" y="544"/>
                  <a:pt x="399" y="544"/>
                </a:cubicBezTo>
                <a:cubicBezTo>
                  <a:pt x="399" y="544"/>
                  <a:pt x="399" y="543"/>
                  <a:pt x="399" y="543"/>
                </a:cubicBezTo>
                <a:cubicBezTo>
                  <a:pt x="399" y="543"/>
                  <a:pt x="399" y="542"/>
                  <a:pt x="399" y="542"/>
                </a:cubicBezTo>
                <a:cubicBezTo>
                  <a:pt x="399" y="541"/>
                  <a:pt x="399" y="541"/>
                  <a:pt x="399" y="540"/>
                </a:cubicBezTo>
                <a:cubicBezTo>
                  <a:pt x="399" y="539"/>
                  <a:pt x="399" y="538"/>
                  <a:pt x="399" y="537"/>
                </a:cubicBezTo>
                <a:cubicBezTo>
                  <a:pt x="399" y="537"/>
                  <a:pt x="399" y="537"/>
                  <a:pt x="399" y="537"/>
                </a:cubicBezTo>
                <a:cubicBezTo>
                  <a:pt x="400" y="537"/>
                  <a:pt x="400" y="537"/>
                  <a:pt x="400" y="537"/>
                </a:cubicBezTo>
                <a:cubicBezTo>
                  <a:pt x="400" y="537"/>
                  <a:pt x="401" y="537"/>
                  <a:pt x="401" y="536"/>
                </a:cubicBezTo>
                <a:cubicBezTo>
                  <a:pt x="401" y="536"/>
                  <a:pt x="401" y="536"/>
                  <a:pt x="401" y="535"/>
                </a:cubicBezTo>
                <a:cubicBezTo>
                  <a:pt x="401" y="535"/>
                  <a:pt x="401" y="534"/>
                  <a:pt x="401" y="534"/>
                </a:cubicBezTo>
                <a:cubicBezTo>
                  <a:pt x="401" y="534"/>
                  <a:pt x="401" y="534"/>
                  <a:pt x="401" y="534"/>
                </a:cubicBezTo>
                <a:cubicBezTo>
                  <a:pt x="401" y="533"/>
                  <a:pt x="402" y="534"/>
                  <a:pt x="402" y="534"/>
                </a:cubicBezTo>
                <a:cubicBezTo>
                  <a:pt x="402" y="534"/>
                  <a:pt x="402" y="534"/>
                  <a:pt x="402" y="533"/>
                </a:cubicBezTo>
                <a:cubicBezTo>
                  <a:pt x="402" y="533"/>
                  <a:pt x="402" y="533"/>
                  <a:pt x="403" y="533"/>
                </a:cubicBezTo>
                <a:cubicBezTo>
                  <a:pt x="403" y="533"/>
                  <a:pt x="403" y="533"/>
                  <a:pt x="403" y="532"/>
                </a:cubicBezTo>
                <a:cubicBezTo>
                  <a:pt x="403" y="532"/>
                  <a:pt x="404" y="532"/>
                  <a:pt x="403" y="532"/>
                </a:cubicBezTo>
                <a:cubicBezTo>
                  <a:pt x="403" y="532"/>
                  <a:pt x="403" y="532"/>
                  <a:pt x="403" y="532"/>
                </a:cubicBezTo>
                <a:cubicBezTo>
                  <a:pt x="403" y="532"/>
                  <a:pt x="403" y="531"/>
                  <a:pt x="404" y="531"/>
                </a:cubicBezTo>
                <a:cubicBezTo>
                  <a:pt x="404" y="530"/>
                  <a:pt x="404" y="530"/>
                  <a:pt x="405" y="529"/>
                </a:cubicBezTo>
                <a:cubicBezTo>
                  <a:pt x="404" y="529"/>
                  <a:pt x="404" y="529"/>
                  <a:pt x="403" y="530"/>
                </a:cubicBezTo>
                <a:cubicBezTo>
                  <a:pt x="403" y="530"/>
                  <a:pt x="402" y="531"/>
                  <a:pt x="402" y="531"/>
                </a:cubicBezTo>
                <a:cubicBezTo>
                  <a:pt x="402" y="531"/>
                  <a:pt x="402" y="531"/>
                  <a:pt x="402" y="531"/>
                </a:cubicBezTo>
                <a:cubicBezTo>
                  <a:pt x="401" y="531"/>
                  <a:pt x="401" y="531"/>
                  <a:pt x="401" y="531"/>
                </a:cubicBezTo>
                <a:cubicBezTo>
                  <a:pt x="400" y="531"/>
                  <a:pt x="400" y="530"/>
                  <a:pt x="400" y="529"/>
                </a:cubicBezTo>
                <a:cubicBezTo>
                  <a:pt x="400" y="529"/>
                  <a:pt x="400" y="529"/>
                  <a:pt x="400" y="528"/>
                </a:cubicBezTo>
                <a:cubicBezTo>
                  <a:pt x="400" y="528"/>
                  <a:pt x="399" y="528"/>
                  <a:pt x="399" y="528"/>
                </a:cubicBezTo>
                <a:cubicBezTo>
                  <a:pt x="398" y="527"/>
                  <a:pt x="398" y="527"/>
                  <a:pt x="398" y="526"/>
                </a:cubicBezTo>
                <a:cubicBezTo>
                  <a:pt x="398" y="525"/>
                  <a:pt x="398" y="524"/>
                  <a:pt x="399" y="523"/>
                </a:cubicBezTo>
                <a:cubicBezTo>
                  <a:pt x="399" y="523"/>
                  <a:pt x="399" y="522"/>
                  <a:pt x="399" y="521"/>
                </a:cubicBezTo>
                <a:cubicBezTo>
                  <a:pt x="399" y="521"/>
                  <a:pt x="400" y="520"/>
                  <a:pt x="400" y="520"/>
                </a:cubicBezTo>
                <a:cubicBezTo>
                  <a:pt x="400" y="519"/>
                  <a:pt x="400" y="519"/>
                  <a:pt x="401" y="519"/>
                </a:cubicBezTo>
                <a:cubicBezTo>
                  <a:pt x="401" y="519"/>
                  <a:pt x="401" y="519"/>
                  <a:pt x="401" y="519"/>
                </a:cubicBezTo>
                <a:cubicBezTo>
                  <a:pt x="400" y="519"/>
                  <a:pt x="400" y="519"/>
                  <a:pt x="400" y="519"/>
                </a:cubicBezTo>
                <a:cubicBezTo>
                  <a:pt x="400" y="519"/>
                  <a:pt x="400" y="519"/>
                  <a:pt x="400" y="519"/>
                </a:cubicBezTo>
                <a:cubicBezTo>
                  <a:pt x="399" y="519"/>
                  <a:pt x="399" y="519"/>
                  <a:pt x="399" y="519"/>
                </a:cubicBezTo>
                <a:cubicBezTo>
                  <a:pt x="399" y="518"/>
                  <a:pt x="399" y="518"/>
                  <a:pt x="399" y="518"/>
                </a:cubicBezTo>
                <a:cubicBezTo>
                  <a:pt x="399" y="518"/>
                  <a:pt x="399" y="518"/>
                  <a:pt x="399" y="518"/>
                </a:cubicBezTo>
                <a:cubicBezTo>
                  <a:pt x="399" y="517"/>
                  <a:pt x="399" y="517"/>
                  <a:pt x="399" y="517"/>
                </a:cubicBezTo>
                <a:cubicBezTo>
                  <a:pt x="399" y="517"/>
                  <a:pt x="399" y="517"/>
                  <a:pt x="400" y="517"/>
                </a:cubicBezTo>
                <a:cubicBezTo>
                  <a:pt x="400" y="517"/>
                  <a:pt x="400" y="517"/>
                  <a:pt x="400" y="517"/>
                </a:cubicBezTo>
                <a:cubicBezTo>
                  <a:pt x="400" y="517"/>
                  <a:pt x="400" y="516"/>
                  <a:pt x="400" y="516"/>
                </a:cubicBezTo>
                <a:cubicBezTo>
                  <a:pt x="400" y="515"/>
                  <a:pt x="400" y="514"/>
                  <a:pt x="399" y="514"/>
                </a:cubicBezTo>
                <a:cubicBezTo>
                  <a:pt x="400" y="513"/>
                  <a:pt x="400" y="513"/>
                  <a:pt x="400" y="513"/>
                </a:cubicBezTo>
                <a:cubicBezTo>
                  <a:pt x="400" y="513"/>
                  <a:pt x="401" y="513"/>
                  <a:pt x="401" y="513"/>
                </a:cubicBezTo>
                <a:cubicBezTo>
                  <a:pt x="401" y="513"/>
                  <a:pt x="401" y="513"/>
                  <a:pt x="401" y="513"/>
                </a:cubicBezTo>
                <a:cubicBezTo>
                  <a:pt x="401" y="512"/>
                  <a:pt x="401" y="511"/>
                  <a:pt x="402" y="511"/>
                </a:cubicBezTo>
                <a:cubicBezTo>
                  <a:pt x="402" y="510"/>
                  <a:pt x="402" y="510"/>
                  <a:pt x="403" y="509"/>
                </a:cubicBezTo>
                <a:cubicBezTo>
                  <a:pt x="404" y="509"/>
                  <a:pt x="404" y="510"/>
                  <a:pt x="405" y="510"/>
                </a:cubicBezTo>
                <a:cubicBezTo>
                  <a:pt x="405" y="511"/>
                  <a:pt x="405" y="511"/>
                  <a:pt x="405" y="511"/>
                </a:cubicBezTo>
                <a:cubicBezTo>
                  <a:pt x="405" y="512"/>
                  <a:pt x="405" y="512"/>
                  <a:pt x="405" y="512"/>
                </a:cubicBezTo>
                <a:cubicBezTo>
                  <a:pt x="406" y="512"/>
                  <a:pt x="406" y="513"/>
                  <a:pt x="407" y="513"/>
                </a:cubicBezTo>
                <a:cubicBezTo>
                  <a:pt x="407" y="513"/>
                  <a:pt x="407" y="513"/>
                  <a:pt x="407" y="513"/>
                </a:cubicBezTo>
                <a:cubicBezTo>
                  <a:pt x="407" y="513"/>
                  <a:pt x="407" y="513"/>
                  <a:pt x="407" y="513"/>
                </a:cubicBezTo>
                <a:cubicBezTo>
                  <a:pt x="408" y="513"/>
                  <a:pt x="408" y="512"/>
                  <a:pt x="408" y="511"/>
                </a:cubicBezTo>
                <a:cubicBezTo>
                  <a:pt x="408" y="511"/>
                  <a:pt x="409" y="511"/>
                  <a:pt x="409" y="511"/>
                </a:cubicBezTo>
                <a:cubicBezTo>
                  <a:pt x="408" y="510"/>
                  <a:pt x="408" y="510"/>
                  <a:pt x="408" y="510"/>
                </a:cubicBezTo>
                <a:cubicBezTo>
                  <a:pt x="408" y="510"/>
                  <a:pt x="407" y="510"/>
                  <a:pt x="407" y="509"/>
                </a:cubicBezTo>
                <a:cubicBezTo>
                  <a:pt x="407" y="509"/>
                  <a:pt x="408" y="509"/>
                  <a:pt x="408" y="509"/>
                </a:cubicBezTo>
                <a:cubicBezTo>
                  <a:pt x="408" y="509"/>
                  <a:pt x="408" y="508"/>
                  <a:pt x="408" y="508"/>
                </a:cubicBezTo>
                <a:cubicBezTo>
                  <a:pt x="408" y="508"/>
                  <a:pt x="408" y="508"/>
                  <a:pt x="409" y="508"/>
                </a:cubicBezTo>
                <a:cubicBezTo>
                  <a:pt x="409" y="508"/>
                  <a:pt x="409" y="507"/>
                  <a:pt x="408" y="507"/>
                </a:cubicBezTo>
                <a:cubicBezTo>
                  <a:pt x="408" y="507"/>
                  <a:pt x="408" y="507"/>
                  <a:pt x="408" y="507"/>
                </a:cubicBezTo>
                <a:cubicBezTo>
                  <a:pt x="407" y="507"/>
                  <a:pt x="406" y="507"/>
                  <a:pt x="405" y="507"/>
                </a:cubicBezTo>
                <a:cubicBezTo>
                  <a:pt x="405" y="507"/>
                  <a:pt x="405" y="507"/>
                  <a:pt x="405" y="507"/>
                </a:cubicBezTo>
                <a:cubicBezTo>
                  <a:pt x="405" y="507"/>
                  <a:pt x="405" y="507"/>
                  <a:pt x="405" y="507"/>
                </a:cubicBezTo>
                <a:cubicBezTo>
                  <a:pt x="405" y="506"/>
                  <a:pt x="404" y="506"/>
                  <a:pt x="404" y="506"/>
                </a:cubicBezTo>
                <a:cubicBezTo>
                  <a:pt x="404" y="506"/>
                  <a:pt x="404" y="506"/>
                  <a:pt x="404" y="506"/>
                </a:cubicBezTo>
                <a:cubicBezTo>
                  <a:pt x="404" y="506"/>
                  <a:pt x="404" y="506"/>
                  <a:pt x="404" y="505"/>
                </a:cubicBezTo>
                <a:cubicBezTo>
                  <a:pt x="405" y="505"/>
                  <a:pt x="405" y="505"/>
                  <a:pt x="405" y="504"/>
                </a:cubicBezTo>
                <a:cubicBezTo>
                  <a:pt x="405" y="504"/>
                  <a:pt x="405" y="504"/>
                  <a:pt x="405" y="504"/>
                </a:cubicBezTo>
                <a:cubicBezTo>
                  <a:pt x="405" y="504"/>
                  <a:pt x="405" y="504"/>
                  <a:pt x="405" y="504"/>
                </a:cubicBezTo>
                <a:cubicBezTo>
                  <a:pt x="405" y="503"/>
                  <a:pt x="406" y="504"/>
                  <a:pt x="406" y="503"/>
                </a:cubicBezTo>
                <a:cubicBezTo>
                  <a:pt x="407" y="503"/>
                  <a:pt x="407" y="502"/>
                  <a:pt x="407" y="502"/>
                </a:cubicBezTo>
                <a:cubicBezTo>
                  <a:pt x="407" y="501"/>
                  <a:pt x="408" y="501"/>
                  <a:pt x="408" y="500"/>
                </a:cubicBezTo>
                <a:cubicBezTo>
                  <a:pt x="408" y="500"/>
                  <a:pt x="408" y="500"/>
                  <a:pt x="408" y="499"/>
                </a:cubicBezTo>
                <a:cubicBezTo>
                  <a:pt x="408" y="499"/>
                  <a:pt x="408" y="499"/>
                  <a:pt x="409" y="499"/>
                </a:cubicBezTo>
                <a:cubicBezTo>
                  <a:pt x="409" y="499"/>
                  <a:pt x="409" y="498"/>
                  <a:pt x="409" y="498"/>
                </a:cubicBezTo>
                <a:cubicBezTo>
                  <a:pt x="409" y="498"/>
                  <a:pt x="409" y="498"/>
                  <a:pt x="409" y="498"/>
                </a:cubicBezTo>
                <a:cubicBezTo>
                  <a:pt x="408" y="498"/>
                  <a:pt x="409" y="498"/>
                  <a:pt x="409" y="498"/>
                </a:cubicBezTo>
                <a:cubicBezTo>
                  <a:pt x="409" y="497"/>
                  <a:pt x="410" y="497"/>
                  <a:pt x="410" y="498"/>
                </a:cubicBezTo>
                <a:cubicBezTo>
                  <a:pt x="410" y="498"/>
                  <a:pt x="410" y="498"/>
                  <a:pt x="410" y="498"/>
                </a:cubicBezTo>
                <a:cubicBezTo>
                  <a:pt x="410" y="498"/>
                  <a:pt x="410" y="498"/>
                  <a:pt x="410" y="498"/>
                </a:cubicBezTo>
                <a:cubicBezTo>
                  <a:pt x="411" y="498"/>
                  <a:pt x="411" y="497"/>
                  <a:pt x="411" y="497"/>
                </a:cubicBezTo>
                <a:cubicBezTo>
                  <a:pt x="410" y="497"/>
                  <a:pt x="410" y="497"/>
                  <a:pt x="410" y="496"/>
                </a:cubicBezTo>
                <a:cubicBezTo>
                  <a:pt x="410" y="496"/>
                  <a:pt x="411" y="495"/>
                  <a:pt x="411" y="494"/>
                </a:cubicBezTo>
                <a:cubicBezTo>
                  <a:pt x="411" y="494"/>
                  <a:pt x="411" y="494"/>
                  <a:pt x="411" y="494"/>
                </a:cubicBezTo>
                <a:cubicBezTo>
                  <a:pt x="412" y="494"/>
                  <a:pt x="412" y="494"/>
                  <a:pt x="413" y="494"/>
                </a:cubicBezTo>
                <a:cubicBezTo>
                  <a:pt x="412" y="494"/>
                  <a:pt x="412" y="493"/>
                  <a:pt x="411" y="493"/>
                </a:cubicBezTo>
                <a:cubicBezTo>
                  <a:pt x="411" y="493"/>
                  <a:pt x="410" y="493"/>
                  <a:pt x="410" y="493"/>
                </a:cubicBezTo>
                <a:cubicBezTo>
                  <a:pt x="410" y="493"/>
                  <a:pt x="410" y="492"/>
                  <a:pt x="411" y="492"/>
                </a:cubicBezTo>
                <a:cubicBezTo>
                  <a:pt x="411" y="492"/>
                  <a:pt x="411" y="492"/>
                  <a:pt x="411" y="492"/>
                </a:cubicBezTo>
                <a:cubicBezTo>
                  <a:pt x="411" y="492"/>
                  <a:pt x="411" y="492"/>
                  <a:pt x="411" y="492"/>
                </a:cubicBezTo>
                <a:cubicBezTo>
                  <a:pt x="410" y="492"/>
                  <a:pt x="410" y="491"/>
                  <a:pt x="411" y="491"/>
                </a:cubicBezTo>
                <a:cubicBezTo>
                  <a:pt x="411" y="491"/>
                  <a:pt x="411" y="491"/>
                  <a:pt x="411" y="491"/>
                </a:cubicBezTo>
                <a:cubicBezTo>
                  <a:pt x="411" y="490"/>
                  <a:pt x="411" y="490"/>
                  <a:pt x="411" y="490"/>
                </a:cubicBezTo>
                <a:cubicBezTo>
                  <a:pt x="412" y="489"/>
                  <a:pt x="413" y="489"/>
                  <a:pt x="414" y="489"/>
                </a:cubicBezTo>
                <a:cubicBezTo>
                  <a:pt x="414" y="489"/>
                  <a:pt x="415" y="489"/>
                  <a:pt x="414" y="489"/>
                </a:cubicBezTo>
                <a:cubicBezTo>
                  <a:pt x="414" y="488"/>
                  <a:pt x="414" y="488"/>
                  <a:pt x="414" y="488"/>
                </a:cubicBezTo>
                <a:cubicBezTo>
                  <a:pt x="414" y="488"/>
                  <a:pt x="413" y="488"/>
                  <a:pt x="413" y="488"/>
                </a:cubicBezTo>
                <a:cubicBezTo>
                  <a:pt x="412" y="489"/>
                  <a:pt x="411" y="489"/>
                  <a:pt x="411" y="489"/>
                </a:cubicBezTo>
                <a:cubicBezTo>
                  <a:pt x="411" y="489"/>
                  <a:pt x="411" y="488"/>
                  <a:pt x="411" y="487"/>
                </a:cubicBezTo>
                <a:cubicBezTo>
                  <a:pt x="411" y="486"/>
                  <a:pt x="411" y="484"/>
                  <a:pt x="411" y="482"/>
                </a:cubicBezTo>
                <a:cubicBezTo>
                  <a:pt x="411" y="481"/>
                  <a:pt x="411" y="481"/>
                  <a:pt x="410" y="481"/>
                </a:cubicBezTo>
                <a:cubicBezTo>
                  <a:pt x="410" y="481"/>
                  <a:pt x="410" y="481"/>
                  <a:pt x="410" y="481"/>
                </a:cubicBezTo>
                <a:cubicBezTo>
                  <a:pt x="410" y="481"/>
                  <a:pt x="410" y="481"/>
                  <a:pt x="410" y="481"/>
                </a:cubicBezTo>
                <a:cubicBezTo>
                  <a:pt x="411" y="480"/>
                  <a:pt x="411" y="480"/>
                  <a:pt x="411" y="480"/>
                </a:cubicBezTo>
                <a:cubicBezTo>
                  <a:pt x="411" y="480"/>
                  <a:pt x="411" y="479"/>
                  <a:pt x="411" y="479"/>
                </a:cubicBezTo>
                <a:cubicBezTo>
                  <a:pt x="411" y="479"/>
                  <a:pt x="411" y="479"/>
                  <a:pt x="411" y="479"/>
                </a:cubicBezTo>
                <a:cubicBezTo>
                  <a:pt x="411" y="478"/>
                  <a:pt x="411" y="478"/>
                  <a:pt x="410" y="477"/>
                </a:cubicBezTo>
                <a:cubicBezTo>
                  <a:pt x="410" y="477"/>
                  <a:pt x="410" y="477"/>
                  <a:pt x="410" y="477"/>
                </a:cubicBezTo>
                <a:cubicBezTo>
                  <a:pt x="410" y="476"/>
                  <a:pt x="410" y="476"/>
                  <a:pt x="410" y="476"/>
                </a:cubicBezTo>
                <a:cubicBezTo>
                  <a:pt x="409" y="476"/>
                  <a:pt x="409" y="476"/>
                  <a:pt x="409" y="476"/>
                </a:cubicBezTo>
                <a:cubicBezTo>
                  <a:pt x="409" y="475"/>
                  <a:pt x="409" y="475"/>
                  <a:pt x="409" y="475"/>
                </a:cubicBezTo>
                <a:cubicBezTo>
                  <a:pt x="409" y="474"/>
                  <a:pt x="409" y="474"/>
                  <a:pt x="409" y="473"/>
                </a:cubicBezTo>
                <a:cubicBezTo>
                  <a:pt x="408" y="473"/>
                  <a:pt x="408" y="472"/>
                  <a:pt x="407" y="473"/>
                </a:cubicBezTo>
                <a:cubicBezTo>
                  <a:pt x="407" y="473"/>
                  <a:pt x="407" y="472"/>
                  <a:pt x="407" y="472"/>
                </a:cubicBezTo>
                <a:cubicBezTo>
                  <a:pt x="407" y="472"/>
                  <a:pt x="407" y="472"/>
                  <a:pt x="407" y="472"/>
                </a:cubicBezTo>
                <a:cubicBezTo>
                  <a:pt x="407" y="472"/>
                  <a:pt x="407" y="472"/>
                  <a:pt x="408" y="472"/>
                </a:cubicBezTo>
                <a:cubicBezTo>
                  <a:pt x="408" y="472"/>
                  <a:pt x="408" y="471"/>
                  <a:pt x="408" y="471"/>
                </a:cubicBezTo>
                <a:cubicBezTo>
                  <a:pt x="408" y="471"/>
                  <a:pt x="407" y="470"/>
                  <a:pt x="407" y="470"/>
                </a:cubicBezTo>
                <a:cubicBezTo>
                  <a:pt x="407" y="470"/>
                  <a:pt x="407" y="470"/>
                  <a:pt x="406" y="470"/>
                </a:cubicBezTo>
                <a:cubicBezTo>
                  <a:pt x="406" y="470"/>
                  <a:pt x="406" y="470"/>
                  <a:pt x="406" y="470"/>
                </a:cubicBezTo>
                <a:cubicBezTo>
                  <a:pt x="406" y="470"/>
                  <a:pt x="406" y="470"/>
                  <a:pt x="406" y="469"/>
                </a:cubicBezTo>
                <a:cubicBezTo>
                  <a:pt x="406" y="468"/>
                  <a:pt x="407" y="467"/>
                  <a:pt x="407" y="466"/>
                </a:cubicBezTo>
                <a:cubicBezTo>
                  <a:pt x="407" y="465"/>
                  <a:pt x="407" y="465"/>
                  <a:pt x="406" y="465"/>
                </a:cubicBezTo>
                <a:cubicBezTo>
                  <a:pt x="406" y="465"/>
                  <a:pt x="406" y="464"/>
                  <a:pt x="406" y="464"/>
                </a:cubicBezTo>
                <a:cubicBezTo>
                  <a:pt x="406" y="464"/>
                  <a:pt x="406" y="463"/>
                  <a:pt x="407" y="463"/>
                </a:cubicBezTo>
                <a:cubicBezTo>
                  <a:pt x="407" y="462"/>
                  <a:pt x="407" y="462"/>
                  <a:pt x="407" y="461"/>
                </a:cubicBezTo>
                <a:cubicBezTo>
                  <a:pt x="406" y="461"/>
                  <a:pt x="406" y="461"/>
                  <a:pt x="406" y="460"/>
                </a:cubicBezTo>
                <a:cubicBezTo>
                  <a:pt x="406" y="460"/>
                  <a:pt x="406" y="460"/>
                  <a:pt x="406" y="460"/>
                </a:cubicBezTo>
                <a:cubicBezTo>
                  <a:pt x="406" y="460"/>
                  <a:pt x="406" y="460"/>
                  <a:pt x="407" y="460"/>
                </a:cubicBezTo>
                <a:cubicBezTo>
                  <a:pt x="407" y="460"/>
                  <a:pt x="407" y="460"/>
                  <a:pt x="408" y="460"/>
                </a:cubicBezTo>
                <a:cubicBezTo>
                  <a:pt x="406" y="458"/>
                  <a:pt x="407" y="455"/>
                  <a:pt x="407" y="453"/>
                </a:cubicBezTo>
                <a:cubicBezTo>
                  <a:pt x="407" y="452"/>
                  <a:pt x="406" y="450"/>
                  <a:pt x="406" y="449"/>
                </a:cubicBezTo>
                <a:cubicBezTo>
                  <a:pt x="406" y="448"/>
                  <a:pt x="407" y="448"/>
                  <a:pt x="407" y="447"/>
                </a:cubicBezTo>
                <a:cubicBezTo>
                  <a:pt x="407" y="447"/>
                  <a:pt x="407" y="446"/>
                  <a:pt x="406" y="446"/>
                </a:cubicBezTo>
                <a:cubicBezTo>
                  <a:pt x="407" y="446"/>
                  <a:pt x="407" y="445"/>
                  <a:pt x="407" y="445"/>
                </a:cubicBezTo>
                <a:cubicBezTo>
                  <a:pt x="407" y="444"/>
                  <a:pt x="406" y="444"/>
                  <a:pt x="406" y="444"/>
                </a:cubicBezTo>
                <a:cubicBezTo>
                  <a:pt x="406" y="443"/>
                  <a:pt x="406" y="441"/>
                  <a:pt x="407" y="441"/>
                </a:cubicBezTo>
                <a:cubicBezTo>
                  <a:pt x="408" y="440"/>
                  <a:pt x="410" y="440"/>
                  <a:pt x="411" y="440"/>
                </a:cubicBezTo>
                <a:cubicBezTo>
                  <a:pt x="410" y="441"/>
                  <a:pt x="411" y="442"/>
                  <a:pt x="412" y="443"/>
                </a:cubicBezTo>
                <a:cubicBezTo>
                  <a:pt x="413" y="443"/>
                  <a:pt x="413" y="443"/>
                  <a:pt x="414" y="443"/>
                </a:cubicBezTo>
                <a:cubicBezTo>
                  <a:pt x="415" y="444"/>
                  <a:pt x="415" y="444"/>
                  <a:pt x="416" y="443"/>
                </a:cubicBezTo>
                <a:cubicBezTo>
                  <a:pt x="416" y="443"/>
                  <a:pt x="415" y="442"/>
                  <a:pt x="415" y="442"/>
                </a:cubicBezTo>
                <a:cubicBezTo>
                  <a:pt x="414" y="442"/>
                  <a:pt x="413" y="441"/>
                  <a:pt x="412" y="440"/>
                </a:cubicBezTo>
                <a:cubicBezTo>
                  <a:pt x="412" y="440"/>
                  <a:pt x="412" y="439"/>
                  <a:pt x="412" y="439"/>
                </a:cubicBezTo>
                <a:cubicBezTo>
                  <a:pt x="411" y="438"/>
                  <a:pt x="412" y="437"/>
                  <a:pt x="412" y="437"/>
                </a:cubicBezTo>
                <a:cubicBezTo>
                  <a:pt x="412" y="437"/>
                  <a:pt x="412" y="437"/>
                  <a:pt x="412" y="437"/>
                </a:cubicBezTo>
                <a:cubicBezTo>
                  <a:pt x="411" y="437"/>
                  <a:pt x="411" y="437"/>
                  <a:pt x="410" y="437"/>
                </a:cubicBezTo>
                <a:cubicBezTo>
                  <a:pt x="410" y="437"/>
                  <a:pt x="410" y="437"/>
                  <a:pt x="410" y="436"/>
                </a:cubicBezTo>
                <a:cubicBezTo>
                  <a:pt x="409" y="435"/>
                  <a:pt x="410" y="433"/>
                  <a:pt x="411" y="432"/>
                </a:cubicBezTo>
                <a:cubicBezTo>
                  <a:pt x="413" y="430"/>
                  <a:pt x="416" y="429"/>
                  <a:pt x="418" y="428"/>
                </a:cubicBezTo>
                <a:cubicBezTo>
                  <a:pt x="420" y="428"/>
                  <a:pt x="421" y="428"/>
                  <a:pt x="422" y="428"/>
                </a:cubicBezTo>
                <a:cubicBezTo>
                  <a:pt x="422" y="428"/>
                  <a:pt x="422" y="429"/>
                  <a:pt x="423" y="429"/>
                </a:cubicBezTo>
                <a:cubicBezTo>
                  <a:pt x="424" y="429"/>
                  <a:pt x="423" y="428"/>
                  <a:pt x="424" y="427"/>
                </a:cubicBezTo>
                <a:cubicBezTo>
                  <a:pt x="424" y="427"/>
                  <a:pt x="425" y="427"/>
                  <a:pt x="426" y="427"/>
                </a:cubicBezTo>
                <a:cubicBezTo>
                  <a:pt x="429" y="427"/>
                  <a:pt x="431" y="428"/>
                  <a:pt x="433" y="429"/>
                </a:cubicBezTo>
                <a:cubicBezTo>
                  <a:pt x="433" y="429"/>
                  <a:pt x="434" y="429"/>
                  <a:pt x="434" y="429"/>
                </a:cubicBezTo>
                <a:cubicBezTo>
                  <a:pt x="434" y="429"/>
                  <a:pt x="434" y="430"/>
                  <a:pt x="435" y="430"/>
                </a:cubicBezTo>
                <a:cubicBezTo>
                  <a:pt x="435" y="430"/>
                  <a:pt x="436" y="431"/>
                  <a:pt x="436" y="431"/>
                </a:cubicBezTo>
                <a:cubicBezTo>
                  <a:pt x="437" y="432"/>
                  <a:pt x="436" y="433"/>
                  <a:pt x="436" y="434"/>
                </a:cubicBezTo>
                <a:cubicBezTo>
                  <a:pt x="437" y="434"/>
                  <a:pt x="437" y="434"/>
                  <a:pt x="438" y="433"/>
                </a:cubicBezTo>
                <a:cubicBezTo>
                  <a:pt x="438" y="433"/>
                  <a:pt x="439" y="432"/>
                  <a:pt x="439" y="432"/>
                </a:cubicBezTo>
                <a:cubicBezTo>
                  <a:pt x="441" y="431"/>
                  <a:pt x="443" y="432"/>
                  <a:pt x="445" y="432"/>
                </a:cubicBezTo>
                <a:cubicBezTo>
                  <a:pt x="446" y="432"/>
                  <a:pt x="447" y="432"/>
                  <a:pt x="448" y="432"/>
                </a:cubicBezTo>
                <a:cubicBezTo>
                  <a:pt x="449" y="433"/>
                  <a:pt x="450" y="433"/>
                  <a:pt x="450" y="434"/>
                </a:cubicBezTo>
                <a:cubicBezTo>
                  <a:pt x="451" y="434"/>
                  <a:pt x="452" y="435"/>
                  <a:pt x="454" y="435"/>
                </a:cubicBezTo>
                <a:cubicBezTo>
                  <a:pt x="454" y="435"/>
                  <a:pt x="455" y="435"/>
                  <a:pt x="455" y="435"/>
                </a:cubicBezTo>
                <a:cubicBezTo>
                  <a:pt x="456" y="435"/>
                  <a:pt x="456" y="436"/>
                  <a:pt x="455" y="436"/>
                </a:cubicBezTo>
                <a:cubicBezTo>
                  <a:pt x="455" y="436"/>
                  <a:pt x="455" y="436"/>
                  <a:pt x="455" y="436"/>
                </a:cubicBezTo>
                <a:cubicBezTo>
                  <a:pt x="453" y="437"/>
                  <a:pt x="454" y="438"/>
                  <a:pt x="453" y="440"/>
                </a:cubicBezTo>
                <a:cubicBezTo>
                  <a:pt x="453" y="441"/>
                  <a:pt x="453" y="442"/>
                  <a:pt x="452" y="443"/>
                </a:cubicBezTo>
                <a:cubicBezTo>
                  <a:pt x="451" y="445"/>
                  <a:pt x="450" y="447"/>
                  <a:pt x="448" y="447"/>
                </a:cubicBezTo>
                <a:cubicBezTo>
                  <a:pt x="449" y="447"/>
                  <a:pt x="449" y="448"/>
                  <a:pt x="448" y="449"/>
                </a:cubicBezTo>
                <a:cubicBezTo>
                  <a:pt x="448" y="450"/>
                  <a:pt x="448" y="450"/>
                  <a:pt x="447" y="451"/>
                </a:cubicBezTo>
                <a:cubicBezTo>
                  <a:pt x="447" y="452"/>
                  <a:pt x="446" y="453"/>
                  <a:pt x="446" y="454"/>
                </a:cubicBezTo>
                <a:cubicBezTo>
                  <a:pt x="445" y="456"/>
                  <a:pt x="444" y="457"/>
                  <a:pt x="443" y="457"/>
                </a:cubicBezTo>
                <a:cubicBezTo>
                  <a:pt x="444" y="457"/>
                  <a:pt x="444" y="457"/>
                  <a:pt x="445" y="457"/>
                </a:cubicBezTo>
                <a:cubicBezTo>
                  <a:pt x="445" y="457"/>
                  <a:pt x="445" y="458"/>
                  <a:pt x="445" y="458"/>
                </a:cubicBezTo>
                <a:cubicBezTo>
                  <a:pt x="443" y="462"/>
                  <a:pt x="441" y="466"/>
                  <a:pt x="439" y="470"/>
                </a:cubicBezTo>
                <a:cubicBezTo>
                  <a:pt x="439" y="471"/>
                  <a:pt x="439" y="471"/>
                  <a:pt x="438" y="472"/>
                </a:cubicBezTo>
                <a:cubicBezTo>
                  <a:pt x="437" y="473"/>
                  <a:pt x="436" y="472"/>
                  <a:pt x="434" y="472"/>
                </a:cubicBezTo>
                <a:cubicBezTo>
                  <a:pt x="433" y="472"/>
                  <a:pt x="431" y="471"/>
                  <a:pt x="430" y="471"/>
                </a:cubicBezTo>
                <a:cubicBezTo>
                  <a:pt x="430" y="470"/>
                  <a:pt x="429" y="470"/>
                  <a:pt x="429" y="470"/>
                </a:cubicBezTo>
                <a:cubicBezTo>
                  <a:pt x="429" y="470"/>
                  <a:pt x="428" y="470"/>
                  <a:pt x="428" y="470"/>
                </a:cubicBezTo>
                <a:cubicBezTo>
                  <a:pt x="428" y="470"/>
                  <a:pt x="428" y="470"/>
                  <a:pt x="428" y="470"/>
                </a:cubicBezTo>
                <a:cubicBezTo>
                  <a:pt x="427" y="469"/>
                  <a:pt x="426" y="469"/>
                  <a:pt x="426" y="470"/>
                </a:cubicBezTo>
                <a:cubicBezTo>
                  <a:pt x="424" y="470"/>
                  <a:pt x="422" y="470"/>
                  <a:pt x="420" y="471"/>
                </a:cubicBezTo>
                <a:cubicBezTo>
                  <a:pt x="419" y="471"/>
                  <a:pt x="419" y="471"/>
                  <a:pt x="419" y="471"/>
                </a:cubicBezTo>
                <a:cubicBezTo>
                  <a:pt x="418" y="471"/>
                  <a:pt x="418" y="472"/>
                  <a:pt x="419" y="472"/>
                </a:cubicBezTo>
                <a:cubicBezTo>
                  <a:pt x="420" y="472"/>
                  <a:pt x="421" y="473"/>
                  <a:pt x="423" y="473"/>
                </a:cubicBezTo>
                <a:cubicBezTo>
                  <a:pt x="423" y="473"/>
                  <a:pt x="423" y="474"/>
                  <a:pt x="422" y="474"/>
                </a:cubicBezTo>
                <a:cubicBezTo>
                  <a:pt x="423" y="474"/>
                  <a:pt x="423" y="474"/>
                  <a:pt x="423" y="475"/>
                </a:cubicBezTo>
                <a:cubicBezTo>
                  <a:pt x="424" y="475"/>
                  <a:pt x="424" y="475"/>
                  <a:pt x="425" y="475"/>
                </a:cubicBezTo>
                <a:cubicBezTo>
                  <a:pt x="424" y="476"/>
                  <a:pt x="425" y="477"/>
                  <a:pt x="425" y="477"/>
                </a:cubicBezTo>
                <a:cubicBezTo>
                  <a:pt x="425" y="477"/>
                  <a:pt x="426" y="477"/>
                  <a:pt x="426" y="478"/>
                </a:cubicBezTo>
                <a:cubicBezTo>
                  <a:pt x="426" y="478"/>
                  <a:pt x="426" y="478"/>
                  <a:pt x="426" y="478"/>
                </a:cubicBezTo>
                <a:cubicBezTo>
                  <a:pt x="426" y="479"/>
                  <a:pt x="426" y="479"/>
                  <a:pt x="426" y="479"/>
                </a:cubicBezTo>
                <a:cubicBezTo>
                  <a:pt x="426" y="480"/>
                  <a:pt x="426" y="480"/>
                  <a:pt x="426" y="481"/>
                </a:cubicBezTo>
                <a:cubicBezTo>
                  <a:pt x="426" y="481"/>
                  <a:pt x="425" y="481"/>
                  <a:pt x="425" y="482"/>
                </a:cubicBezTo>
                <a:cubicBezTo>
                  <a:pt x="425" y="482"/>
                  <a:pt x="425" y="482"/>
                  <a:pt x="425" y="483"/>
                </a:cubicBezTo>
                <a:cubicBezTo>
                  <a:pt x="425" y="483"/>
                  <a:pt x="425" y="483"/>
                  <a:pt x="425" y="483"/>
                </a:cubicBezTo>
                <a:cubicBezTo>
                  <a:pt x="424" y="483"/>
                  <a:pt x="424" y="484"/>
                  <a:pt x="424" y="484"/>
                </a:cubicBezTo>
                <a:cubicBezTo>
                  <a:pt x="423" y="484"/>
                  <a:pt x="422" y="485"/>
                  <a:pt x="422" y="486"/>
                </a:cubicBezTo>
                <a:cubicBezTo>
                  <a:pt x="422" y="487"/>
                  <a:pt x="421" y="488"/>
                  <a:pt x="421" y="490"/>
                </a:cubicBezTo>
                <a:cubicBezTo>
                  <a:pt x="421" y="490"/>
                  <a:pt x="421" y="491"/>
                  <a:pt x="420" y="491"/>
                </a:cubicBezTo>
                <a:cubicBezTo>
                  <a:pt x="420" y="492"/>
                  <a:pt x="419" y="492"/>
                  <a:pt x="418" y="493"/>
                </a:cubicBezTo>
                <a:cubicBezTo>
                  <a:pt x="417" y="493"/>
                  <a:pt x="416" y="493"/>
                  <a:pt x="415" y="493"/>
                </a:cubicBezTo>
                <a:cubicBezTo>
                  <a:pt x="415" y="493"/>
                  <a:pt x="414" y="493"/>
                  <a:pt x="414" y="494"/>
                </a:cubicBezTo>
                <a:cubicBezTo>
                  <a:pt x="415" y="494"/>
                  <a:pt x="416" y="494"/>
                  <a:pt x="417" y="494"/>
                </a:cubicBezTo>
                <a:cubicBezTo>
                  <a:pt x="417" y="495"/>
                  <a:pt x="417" y="495"/>
                  <a:pt x="417" y="496"/>
                </a:cubicBezTo>
                <a:cubicBezTo>
                  <a:pt x="417" y="496"/>
                  <a:pt x="417" y="497"/>
                  <a:pt x="417" y="497"/>
                </a:cubicBezTo>
                <a:cubicBezTo>
                  <a:pt x="416" y="498"/>
                  <a:pt x="415" y="498"/>
                  <a:pt x="415" y="498"/>
                </a:cubicBezTo>
                <a:cubicBezTo>
                  <a:pt x="414" y="498"/>
                  <a:pt x="413" y="497"/>
                  <a:pt x="413" y="498"/>
                </a:cubicBezTo>
                <a:cubicBezTo>
                  <a:pt x="413" y="498"/>
                  <a:pt x="413" y="498"/>
                  <a:pt x="412" y="498"/>
                </a:cubicBezTo>
                <a:cubicBezTo>
                  <a:pt x="412" y="498"/>
                  <a:pt x="413" y="498"/>
                  <a:pt x="413" y="498"/>
                </a:cubicBezTo>
                <a:cubicBezTo>
                  <a:pt x="414" y="498"/>
                  <a:pt x="414" y="498"/>
                  <a:pt x="415" y="499"/>
                </a:cubicBezTo>
                <a:cubicBezTo>
                  <a:pt x="415" y="499"/>
                  <a:pt x="415" y="499"/>
                  <a:pt x="416" y="499"/>
                </a:cubicBezTo>
                <a:cubicBezTo>
                  <a:pt x="416" y="499"/>
                  <a:pt x="416" y="500"/>
                  <a:pt x="416" y="501"/>
                </a:cubicBezTo>
                <a:cubicBezTo>
                  <a:pt x="417" y="500"/>
                  <a:pt x="417" y="500"/>
                  <a:pt x="418" y="499"/>
                </a:cubicBezTo>
                <a:cubicBezTo>
                  <a:pt x="418" y="499"/>
                  <a:pt x="418" y="499"/>
                  <a:pt x="418" y="499"/>
                </a:cubicBezTo>
                <a:cubicBezTo>
                  <a:pt x="418" y="499"/>
                  <a:pt x="418" y="500"/>
                  <a:pt x="418" y="500"/>
                </a:cubicBezTo>
                <a:cubicBezTo>
                  <a:pt x="418" y="500"/>
                  <a:pt x="418" y="501"/>
                  <a:pt x="418" y="501"/>
                </a:cubicBezTo>
                <a:cubicBezTo>
                  <a:pt x="418" y="502"/>
                  <a:pt x="418" y="502"/>
                  <a:pt x="418" y="502"/>
                </a:cubicBezTo>
                <a:cubicBezTo>
                  <a:pt x="418" y="502"/>
                  <a:pt x="418" y="502"/>
                  <a:pt x="418" y="502"/>
                </a:cubicBezTo>
                <a:cubicBezTo>
                  <a:pt x="419" y="502"/>
                  <a:pt x="419" y="501"/>
                  <a:pt x="419" y="500"/>
                </a:cubicBezTo>
                <a:cubicBezTo>
                  <a:pt x="419" y="500"/>
                  <a:pt x="419" y="500"/>
                  <a:pt x="419" y="500"/>
                </a:cubicBezTo>
                <a:cubicBezTo>
                  <a:pt x="419" y="500"/>
                  <a:pt x="420" y="500"/>
                  <a:pt x="420" y="500"/>
                </a:cubicBezTo>
                <a:cubicBezTo>
                  <a:pt x="420" y="500"/>
                  <a:pt x="420" y="500"/>
                  <a:pt x="420" y="500"/>
                </a:cubicBezTo>
                <a:cubicBezTo>
                  <a:pt x="421" y="500"/>
                  <a:pt x="421" y="500"/>
                  <a:pt x="421" y="500"/>
                </a:cubicBezTo>
                <a:cubicBezTo>
                  <a:pt x="421" y="500"/>
                  <a:pt x="422" y="500"/>
                  <a:pt x="422" y="500"/>
                </a:cubicBezTo>
                <a:cubicBezTo>
                  <a:pt x="422" y="500"/>
                  <a:pt x="422" y="501"/>
                  <a:pt x="423" y="501"/>
                </a:cubicBezTo>
                <a:cubicBezTo>
                  <a:pt x="423" y="501"/>
                  <a:pt x="424" y="500"/>
                  <a:pt x="424" y="500"/>
                </a:cubicBezTo>
                <a:cubicBezTo>
                  <a:pt x="424" y="500"/>
                  <a:pt x="425" y="501"/>
                  <a:pt x="424" y="502"/>
                </a:cubicBezTo>
                <a:cubicBezTo>
                  <a:pt x="424" y="502"/>
                  <a:pt x="423" y="503"/>
                  <a:pt x="423" y="503"/>
                </a:cubicBezTo>
                <a:cubicBezTo>
                  <a:pt x="423" y="504"/>
                  <a:pt x="423" y="504"/>
                  <a:pt x="423" y="504"/>
                </a:cubicBezTo>
                <a:cubicBezTo>
                  <a:pt x="424" y="505"/>
                  <a:pt x="425" y="506"/>
                  <a:pt x="426" y="507"/>
                </a:cubicBezTo>
                <a:cubicBezTo>
                  <a:pt x="427" y="507"/>
                  <a:pt x="428" y="508"/>
                  <a:pt x="428" y="509"/>
                </a:cubicBezTo>
                <a:cubicBezTo>
                  <a:pt x="428" y="510"/>
                  <a:pt x="429" y="511"/>
                  <a:pt x="430" y="511"/>
                </a:cubicBezTo>
                <a:cubicBezTo>
                  <a:pt x="430" y="512"/>
                  <a:pt x="430" y="512"/>
                  <a:pt x="430" y="512"/>
                </a:cubicBezTo>
                <a:cubicBezTo>
                  <a:pt x="430" y="512"/>
                  <a:pt x="430" y="512"/>
                  <a:pt x="430" y="512"/>
                </a:cubicBezTo>
                <a:cubicBezTo>
                  <a:pt x="431" y="513"/>
                  <a:pt x="431" y="514"/>
                  <a:pt x="431" y="515"/>
                </a:cubicBezTo>
                <a:cubicBezTo>
                  <a:pt x="431" y="515"/>
                  <a:pt x="431" y="516"/>
                  <a:pt x="431" y="516"/>
                </a:cubicBezTo>
                <a:cubicBezTo>
                  <a:pt x="431" y="516"/>
                  <a:pt x="431" y="517"/>
                  <a:pt x="431" y="517"/>
                </a:cubicBezTo>
                <a:cubicBezTo>
                  <a:pt x="431" y="518"/>
                  <a:pt x="431" y="518"/>
                  <a:pt x="431" y="519"/>
                </a:cubicBezTo>
                <a:cubicBezTo>
                  <a:pt x="431" y="519"/>
                  <a:pt x="431" y="520"/>
                  <a:pt x="431" y="521"/>
                </a:cubicBezTo>
                <a:cubicBezTo>
                  <a:pt x="431" y="521"/>
                  <a:pt x="432" y="521"/>
                  <a:pt x="431" y="522"/>
                </a:cubicBezTo>
                <a:cubicBezTo>
                  <a:pt x="431" y="522"/>
                  <a:pt x="431" y="522"/>
                  <a:pt x="431" y="522"/>
                </a:cubicBezTo>
                <a:cubicBezTo>
                  <a:pt x="431" y="523"/>
                  <a:pt x="431" y="524"/>
                  <a:pt x="431" y="525"/>
                </a:cubicBezTo>
                <a:cubicBezTo>
                  <a:pt x="431" y="525"/>
                  <a:pt x="432" y="525"/>
                  <a:pt x="431" y="526"/>
                </a:cubicBezTo>
                <a:cubicBezTo>
                  <a:pt x="431" y="526"/>
                  <a:pt x="431" y="526"/>
                  <a:pt x="431" y="526"/>
                </a:cubicBezTo>
                <a:cubicBezTo>
                  <a:pt x="431" y="526"/>
                  <a:pt x="431" y="526"/>
                  <a:pt x="431" y="526"/>
                </a:cubicBezTo>
                <a:cubicBezTo>
                  <a:pt x="430" y="525"/>
                  <a:pt x="430" y="525"/>
                  <a:pt x="430" y="525"/>
                </a:cubicBezTo>
                <a:cubicBezTo>
                  <a:pt x="430" y="526"/>
                  <a:pt x="430" y="526"/>
                  <a:pt x="430" y="526"/>
                </a:cubicBezTo>
                <a:cubicBezTo>
                  <a:pt x="430" y="526"/>
                  <a:pt x="430" y="526"/>
                  <a:pt x="431" y="527"/>
                </a:cubicBezTo>
                <a:cubicBezTo>
                  <a:pt x="431" y="527"/>
                  <a:pt x="432" y="527"/>
                  <a:pt x="432" y="527"/>
                </a:cubicBezTo>
                <a:cubicBezTo>
                  <a:pt x="432" y="527"/>
                  <a:pt x="433" y="527"/>
                  <a:pt x="433" y="528"/>
                </a:cubicBezTo>
                <a:cubicBezTo>
                  <a:pt x="433" y="528"/>
                  <a:pt x="433" y="528"/>
                  <a:pt x="433" y="528"/>
                </a:cubicBezTo>
                <a:cubicBezTo>
                  <a:pt x="433" y="529"/>
                  <a:pt x="433" y="530"/>
                  <a:pt x="434" y="530"/>
                </a:cubicBezTo>
                <a:cubicBezTo>
                  <a:pt x="434" y="530"/>
                  <a:pt x="434" y="530"/>
                  <a:pt x="434" y="530"/>
                </a:cubicBezTo>
                <a:cubicBezTo>
                  <a:pt x="435" y="531"/>
                  <a:pt x="435" y="531"/>
                  <a:pt x="436" y="531"/>
                </a:cubicBezTo>
                <a:cubicBezTo>
                  <a:pt x="436" y="531"/>
                  <a:pt x="436" y="532"/>
                  <a:pt x="437" y="532"/>
                </a:cubicBezTo>
                <a:cubicBezTo>
                  <a:pt x="437" y="532"/>
                  <a:pt x="437" y="532"/>
                  <a:pt x="437" y="532"/>
                </a:cubicBezTo>
                <a:cubicBezTo>
                  <a:pt x="438" y="533"/>
                  <a:pt x="437" y="533"/>
                  <a:pt x="437" y="533"/>
                </a:cubicBezTo>
                <a:cubicBezTo>
                  <a:pt x="437" y="533"/>
                  <a:pt x="437" y="533"/>
                  <a:pt x="437" y="533"/>
                </a:cubicBezTo>
                <a:cubicBezTo>
                  <a:pt x="437" y="533"/>
                  <a:pt x="437" y="533"/>
                  <a:pt x="436" y="533"/>
                </a:cubicBezTo>
                <a:cubicBezTo>
                  <a:pt x="436" y="533"/>
                  <a:pt x="436" y="533"/>
                  <a:pt x="436" y="533"/>
                </a:cubicBezTo>
                <a:cubicBezTo>
                  <a:pt x="436" y="533"/>
                  <a:pt x="437" y="534"/>
                  <a:pt x="437" y="534"/>
                </a:cubicBezTo>
                <a:cubicBezTo>
                  <a:pt x="437" y="534"/>
                  <a:pt x="437" y="535"/>
                  <a:pt x="437" y="535"/>
                </a:cubicBezTo>
                <a:cubicBezTo>
                  <a:pt x="437" y="535"/>
                  <a:pt x="438" y="535"/>
                  <a:pt x="438" y="535"/>
                </a:cubicBezTo>
                <a:cubicBezTo>
                  <a:pt x="438" y="536"/>
                  <a:pt x="437" y="536"/>
                  <a:pt x="437" y="536"/>
                </a:cubicBezTo>
                <a:cubicBezTo>
                  <a:pt x="437" y="536"/>
                  <a:pt x="437" y="536"/>
                  <a:pt x="438" y="536"/>
                </a:cubicBezTo>
                <a:cubicBezTo>
                  <a:pt x="438" y="536"/>
                  <a:pt x="438" y="536"/>
                  <a:pt x="438" y="536"/>
                </a:cubicBezTo>
                <a:cubicBezTo>
                  <a:pt x="438" y="537"/>
                  <a:pt x="438" y="537"/>
                  <a:pt x="438" y="537"/>
                </a:cubicBezTo>
                <a:cubicBezTo>
                  <a:pt x="438" y="537"/>
                  <a:pt x="438" y="537"/>
                  <a:pt x="438" y="537"/>
                </a:cubicBezTo>
                <a:cubicBezTo>
                  <a:pt x="438" y="537"/>
                  <a:pt x="438" y="537"/>
                  <a:pt x="438" y="538"/>
                </a:cubicBezTo>
                <a:cubicBezTo>
                  <a:pt x="438" y="538"/>
                  <a:pt x="438" y="538"/>
                  <a:pt x="438" y="538"/>
                </a:cubicBezTo>
                <a:cubicBezTo>
                  <a:pt x="438" y="538"/>
                  <a:pt x="439" y="538"/>
                  <a:pt x="439" y="538"/>
                </a:cubicBezTo>
                <a:cubicBezTo>
                  <a:pt x="439" y="538"/>
                  <a:pt x="439" y="538"/>
                  <a:pt x="439" y="538"/>
                </a:cubicBezTo>
                <a:cubicBezTo>
                  <a:pt x="439" y="539"/>
                  <a:pt x="439" y="539"/>
                  <a:pt x="439" y="539"/>
                </a:cubicBezTo>
                <a:cubicBezTo>
                  <a:pt x="439" y="539"/>
                  <a:pt x="439" y="539"/>
                  <a:pt x="439" y="540"/>
                </a:cubicBezTo>
                <a:cubicBezTo>
                  <a:pt x="439" y="540"/>
                  <a:pt x="439" y="540"/>
                  <a:pt x="439" y="540"/>
                </a:cubicBezTo>
                <a:cubicBezTo>
                  <a:pt x="440" y="540"/>
                  <a:pt x="439" y="541"/>
                  <a:pt x="439" y="541"/>
                </a:cubicBezTo>
                <a:cubicBezTo>
                  <a:pt x="440" y="541"/>
                  <a:pt x="440" y="541"/>
                  <a:pt x="440" y="541"/>
                </a:cubicBezTo>
                <a:cubicBezTo>
                  <a:pt x="440" y="541"/>
                  <a:pt x="440" y="540"/>
                  <a:pt x="440" y="540"/>
                </a:cubicBezTo>
                <a:cubicBezTo>
                  <a:pt x="440" y="540"/>
                  <a:pt x="440" y="540"/>
                  <a:pt x="440" y="539"/>
                </a:cubicBezTo>
                <a:cubicBezTo>
                  <a:pt x="441" y="539"/>
                  <a:pt x="441" y="539"/>
                  <a:pt x="441" y="539"/>
                </a:cubicBezTo>
                <a:cubicBezTo>
                  <a:pt x="441" y="539"/>
                  <a:pt x="441" y="539"/>
                  <a:pt x="441" y="539"/>
                </a:cubicBezTo>
                <a:cubicBezTo>
                  <a:pt x="442" y="539"/>
                  <a:pt x="442" y="539"/>
                  <a:pt x="442" y="539"/>
                </a:cubicBezTo>
                <a:cubicBezTo>
                  <a:pt x="442" y="539"/>
                  <a:pt x="442" y="539"/>
                  <a:pt x="442" y="540"/>
                </a:cubicBezTo>
                <a:cubicBezTo>
                  <a:pt x="442" y="540"/>
                  <a:pt x="442" y="540"/>
                  <a:pt x="442" y="540"/>
                </a:cubicBezTo>
                <a:cubicBezTo>
                  <a:pt x="442" y="541"/>
                  <a:pt x="442" y="541"/>
                  <a:pt x="442" y="542"/>
                </a:cubicBezTo>
                <a:cubicBezTo>
                  <a:pt x="442" y="542"/>
                  <a:pt x="442" y="543"/>
                  <a:pt x="443" y="543"/>
                </a:cubicBezTo>
                <a:cubicBezTo>
                  <a:pt x="443" y="543"/>
                  <a:pt x="443" y="543"/>
                  <a:pt x="443" y="544"/>
                </a:cubicBezTo>
                <a:cubicBezTo>
                  <a:pt x="443" y="544"/>
                  <a:pt x="443" y="543"/>
                  <a:pt x="443" y="543"/>
                </a:cubicBezTo>
                <a:cubicBezTo>
                  <a:pt x="443" y="544"/>
                  <a:pt x="443" y="544"/>
                  <a:pt x="443" y="544"/>
                </a:cubicBezTo>
                <a:cubicBezTo>
                  <a:pt x="443" y="544"/>
                  <a:pt x="443" y="545"/>
                  <a:pt x="443" y="545"/>
                </a:cubicBezTo>
                <a:cubicBezTo>
                  <a:pt x="443" y="545"/>
                  <a:pt x="443" y="545"/>
                  <a:pt x="443" y="545"/>
                </a:cubicBezTo>
                <a:cubicBezTo>
                  <a:pt x="442" y="545"/>
                  <a:pt x="442" y="545"/>
                  <a:pt x="441" y="545"/>
                </a:cubicBezTo>
                <a:cubicBezTo>
                  <a:pt x="441" y="545"/>
                  <a:pt x="440" y="545"/>
                  <a:pt x="439" y="545"/>
                </a:cubicBezTo>
                <a:cubicBezTo>
                  <a:pt x="439" y="545"/>
                  <a:pt x="439" y="545"/>
                  <a:pt x="439" y="545"/>
                </a:cubicBezTo>
                <a:cubicBezTo>
                  <a:pt x="438" y="544"/>
                  <a:pt x="438" y="544"/>
                  <a:pt x="437" y="544"/>
                </a:cubicBezTo>
                <a:cubicBezTo>
                  <a:pt x="437" y="544"/>
                  <a:pt x="437" y="543"/>
                  <a:pt x="437" y="543"/>
                </a:cubicBezTo>
                <a:cubicBezTo>
                  <a:pt x="437" y="543"/>
                  <a:pt x="437" y="543"/>
                  <a:pt x="437" y="543"/>
                </a:cubicBezTo>
                <a:cubicBezTo>
                  <a:pt x="437" y="543"/>
                  <a:pt x="436" y="544"/>
                  <a:pt x="436" y="545"/>
                </a:cubicBezTo>
                <a:cubicBezTo>
                  <a:pt x="435" y="545"/>
                  <a:pt x="435" y="545"/>
                  <a:pt x="435" y="545"/>
                </a:cubicBezTo>
                <a:cubicBezTo>
                  <a:pt x="435" y="545"/>
                  <a:pt x="435" y="546"/>
                  <a:pt x="435" y="546"/>
                </a:cubicBezTo>
                <a:cubicBezTo>
                  <a:pt x="435" y="546"/>
                  <a:pt x="434" y="546"/>
                  <a:pt x="434" y="546"/>
                </a:cubicBezTo>
                <a:cubicBezTo>
                  <a:pt x="434" y="546"/>
                  <a:pt x="434" y="546"/>
                  <a:pt x="434" y="547"/>
                </a:cubicBezTo>
                <a:cubicBezTo>
                  <a:pt x="434" y="547"/>
                  <a:pt x="434" y="547"/>
                  <a:pt x="434" y="547"/>
                </a:cubicBezTo>
                <a:cubicBezTo>
                  <a:pt x="435" y="547"/>
                  <a:pt x="435" y="547"/>
                  <a:pt x="435" y="547"/>
                </a:cubicBezTo>
                <a:cubicBezTo>
                  <a:pt x="435" y="547"/>
                  <a:pt x="436" y="546"/>
                  <a:pt x="436" y="546"/>
                </a:cubicBezTo>
                <a:cubicBezTo>
                  <a:pt x="436" y="546"/>
                  <a:pt x="436" y="546"/>
                  <a:pt x="436" y="546"/>
                </a:cubicBezTo>
                <a:cubicBezTo>
                  <a:pt x="437" y="546"/>
                  <a:pt x="437" y="546"/>
                  <a:pt x="438" y="546"/>
                </a:cubicBezTo>
                <a:cubicBezTo>
                  <a:pt x="438" y="546"/>
                  <a:pt x="438" y="546"/>
                  <a:pt x="438" y="546"/>
                </a:cubicBezTo>
                <a:cubicBezTo>
                  <a:pt x="438" y="547"/>
                  <a:pt x="439" y="547"/>
                  <a:pt x="439" y="547"/>
                </a:cubicBezTo>
                <a:cubicBezTo>
                  <a:pt x="439" y="547"/>
                  <a:pt x="439" y="548"/>
                  <a:pt x="439" y="548"/>
                </a:cubicBezTo>
                <a:cubicBezTo>
                  <a:pt x="439" y="548"/>
                  <a:pt x="439" y="548"/>
                  <a:pt x="439" y="548"/>
                </a:cubicBezTo>
                <a:cubicBezTo>
                  <a:pt x="438" y="551"/>
                  <a:pt x="436" y="552"/>
                  <a:pt x="434" y="554"/>
                </a:cubicBezTo>
                <a:cubicBezTo>
                  <a:pt x="434" y="554"/>
                  <a:pt x="434" y="555"/>
                  <a:pt x="434" y="555"/>
                </a:cubicBezTo>
                <a:cubicBezTo>
                  <a:pt x="434" y="555"/>
                  <a:pt x="434" y="555"/>
                  <a:pt x="434" y="556"/>
                </a:cubicBezTo>
                <a:cubicBezTo>
                  <a:pt x="434" y="556"/>
                  <a:pt x="433" y="556"/>
                  <a:pt x="433" y="556"/>
                </a:cubicBezTo>
                <a:cubicBezTo>
                  <a:pt x="433" y="556"/>
                  <a:pt x="433" y="556"/>
                  <a:pt x="433" y="556"/>
                </a:cubicBezTo>
                <a:cubicBezTo>
                  <a:pt x="434" y="556"/>
                  <a:pt x="435" y="556"/>
                  <a:pt x="436" y="557"/>
                </a:cubicBezTo>
                <a:cubicBezTo>
                  <a:pt x="436" y="557"/>
                  <a:pt x="436" y="557"/>
                  <a:pt x="436" y="557"/>
                </a:cubicBezTo>
                <a:cubicBezTo>
                  <a:pt x="437" y="558"/>
                  <a:pt x="437" y="558"/>
                  <a:pt x="437" y="558"/>
                </a:cubicBezTo>
                <a:cubicBezTo>
                  <a:pt x="437" y="558"/>
                  <a:pt x="437" y="558"/>
                  <a:pt x="437" y="558"/>
                </a:cubicBezTo>
                <a:cubicBezTo>
                  <a:pt x="437" y="559"/>
                  <a:pt x="437" y="559"/>
                  <a:pt x="437" y="559"/>
                </a:cubicBezTo>
                <a:cubicBezTo>
                  <a:pt x="438" y="560"/>
                  <a:pt x="439" y="561"/>
                  <a:pt x="440" y="562"/>
                </a:cubicBezTo>
                <a:cubicBezTo>
                  <a:pt x="441" y="561"/>
                  <a:pt x="441" y="561"/>
                  <a:pt x="442" y="561"/>
                </a:cubicBezTo>
                <a:cubicBezTo>
                  <a:pt x="442" y="560"/>
                  <a:pt x="443" y="560"/>
                  <a:pt x="443" y="559"/>
                </a:cubicBezTo>
                <a:cubicBezTo>
                  <a:pt x="443" y="559"/>
                  <a:pt x="443" y="559"/>
                  <a:pt x="443" y="558"/>
                </a:cubicBezTo>
                <a:cubicBezTo>
                  <a:pt x="443" y="558"/>
                  <a:pt x="444" y="558"/>
                  <a:pt x="444" y="558"/>
                </a:cubicBezTo>
                <a:cubicBezTo>
                  <a:pt x="444" y="558"/>
                  <a:pt x="444" y="557"/>
                  <a:pt x="444" y="557"/>
                </a:cubicBezTo>
                <a:cubicBezTo>
                  <a:pt x="445" y="557"/>
                  <a:pt x="445" y="558"/>
                  <a:pt x="445" y="558"/>
                </a:cubicBezTo>
                <a:cubicBezTo>
                  <a:pt x="445" y="558"/>
                  <a:pt x="446" y="558"/>
                  <a:pt x="446" y="558"/>
                </a:cubicBezTo>
                <a:cubicBezTo>
                  <a:pt x="446" y="558"/>
                  <a:pt x="446" y="558"/>
                  <a:pt x="446" y="557"/>
                </a:cubicBezTo>
                <a:cubicBezTo>
                  <a:pt x="446" y="557"/>
                  <a:pt x="447" y="557"/>
                  <a:pt x="447" y="557"/>
                </a:cubicBezTo>
                <a:cubicBezTo>
                  <a:pt x="447" y="557"/>
                  <a:pt x="447" y="558"/>
                  <a:pt x="447" y="558"/>
                </a:cubicBezTo>
                <a:cubicBezTo>
                  <a:pt x="447" y="558"/>
                  <a:pt x="447" y="558"/>
                  <a:pt x="447" y="558"/>
                </a:cubicBezTo>
                <a:cubicBezTo>
                  <a:pt x="447" y="559"/>
                  <a:pt x="446" y="559"/>
                  <a:pt x="446" y="559"/>
                </a:cubicBezTo>
                <a:cubicBezTo>
                  <a:pt x="446" y="559"/>
                  <a:pt x="445" y="560"/>
                  <a:pt x="445" y="560"/>
                </a:cubicBezTo>
                <a:cubicBezTo>
                  <a:pt x="445" y="560"/>
                  <a:pt x="445" y="560"/>
                  <a:pt x="445" y="560"/>
                </a:cubicBezTo>
                <a:cubicBezTo>
                  <a:pt x="444" y="560"/>
                  <a:pt x="444" y="560"/>
                  <a:pt x="444" y="561"/>
                </a:cubicBezTo>
                <a:cubicBezTo>
                  <a:pt x="445" y="561"/>
                  <a:pt x="446" y="560"/>
                  <a:pt x="446" y="560"/>
                </a:cubicBezTo>
                <a:cubicBezTo>
                  <a:pt x="446" y="560"/>
                  <a:pt x="446" y="560"/>
                  <a:pt x="446" y="560"/>
                </a:cubicBezTo>
                <a:cubicBezTo>
                  <a:pt x="447" y="560"/>
                  <a:pt x="447" y="561"/>
                  <a:pt x="447" y="561"/>
                </a:cubicBezTo>
                <a:cubicBezTo>
                  <a:pt x="447" y="561"/>
                  <a:pt x="448" y="561"/>
                  <a:pt x="448" y="561"/>
                </a:cubicBezTo>
                <a:cubicBezTo>
                  <a:pt x="448" y="561"/>
                  <a:pt x="448" y="561"/>
                  <a:pt x="449" y="561"/>
                </a:cubicBezTo>
                <a:cubicBezTo>
                  <a:pt x="449" y="561"/>
                  <a:pt x="450" y="561"/>
                  <a:pt x="451" y="561"/>
                </a:cubicBezTo>
                <a:cubicBezTo>
                  <a:pt x="451" y="561"/>
                  <a:pt x="452" y="561"/>
                  <a:pt x="453" y="562"/>
                </a:cubicBezTo>
                <a:cubicBezTo>
                  <a:pt x="453" y="562"/>
                  <a:pt x="453" y="562"/>
                  <a:pt x="453" y="562"/>
                </a:cubicBezTo>
                <a:cubicBezTo>
                  <a:pt x="454" y="562"/>
                  <a:pt x="453" y="563"/>
                  <a:pt x="453" y="563"/>
                </a:cubicBezTo>
                <a:cubicBezTo>
                  <a:pt x="452" y="563"/>
                  <a:pt x="452" y="563"/>
                  <a:pt x="451" y="563"/>
                </a:cubicBezTo>
                <a:cubicBezTo>
                  <a:pt x="451" y="563"/>
                  <a:pt x="451" y="563"/>
                  <a:pt x="451" y="563"/>
                </a:cubicBezTo>
                <a:cubicBezTo>
                  <a:pt x="451" y="564"/>
                  <a:pt x="451" y="564"/>
                  <a:pt x="450" y="565"/>
                </a:cubicBezTo>
                <a:cubicBezTo>
                  <a:pt x="450" y="565"/>
                  <a:pt x="450" y="566"/>
                  <a:pt x="450" y="566"/>
                </a:cubicBezTo>
                <a:cubicBezTo>
                  <a:pt x="450" y="566"/>
                  <a:pt x="450" y="565"/>
                  <a:pt x="451" y="565"/>
                </a:cubicBezTo>
                <a:cubicBezTo>
                  <a:pt x="451" y="565"/>
                  <a:pt x="452" y="565"/>
                  <a:pt x="452" y="565"/>
                </a:cubicBezTo>
                <a:cubicBezTo>
                  <a:pt x="452" y="565"/>
                  <a:pt x="452" y="566"/>
                  <a:pt x="452" y="566"/>
                </a:cubicBezTo>
                <a:cubicBezTo>
                  <a:pt x="452" y="566"/>
                  <a:pt x="452" y="566"/>
                  <a:pt x="452" y="566"/>
                </a:cubicBezTo>
                <a:cubicBezTo>
                  <a:pt x="453" y="566"/>
                  <a:pt x="453" y="567"/>
                  <a:pt x="453" y="567"/>
                </a:cubicBezTo>
                <a:cubicBezTo>
                  <a:pt x="453" y="568"/>
                  <a:pt x="453" y="568"/>
                  <a:pt x="453" y="568"/>
                </a:cubicBezTo>
                <a:cubicBezTo>
                  <a:pt x="453" y="569"/>
                  <a:pt x="452" y="569"/>
                  <a:pt x="452" y="569"/>
                </a:cubicBezTo>
                <a:cubicBezTo>
                  <a:pt x="452" y="569"/>
                  <a:pt x="452" y="568"/>
                  <a:pt x="452" y="568"/>
                </a:cubicBezTo>
                <a:cubicBezTo>
                  <a:pt x="451" y="568"/>
                  <a:pt x="451" y="568"/>
                  <a:pt x="451" y="568"/>
                </a:cubicBezTo>
                <a:cubicBezTo>
                  <a:pt x="451" y="568"/>
                  <a:pt x="451" y="567"/>
                  <a:pt x="451" y="567"/>
                </a:cubicBezTo>
                <a:cubicBezTo>
                  <a:pt x="451" y="567"/>
                  <a:pt x="451" y="567"/>
                  <a:pt x="451" y="567"/>
                </a:cubicBezTo>
                <a:cubicBezTo>
                  <a:pt x="450" y="567"/>
                  <a:pt x="450" y="567"/>
                  <a:pt x="450" y="567"/>
                </a:cubicBezTo>
                <a:cubicBezTo>
                  <a:pt x="450" y="567"/>
                  <a:pt x="450" y="568"/>
                  <a:pt x="450" y="568"/>
                </a:cubicBezTo>
                <a:cubicBezTo>
                  <a:pt x="449" y="568"/>
                  <a:pt x="449" y="568"/>
                  <a:pt x="449" y="568"/>
                </a:cubicBezTo>
                <a:cubicBezTo>
                  <a:pt x="449" y="568"/>
                  <a:pt x="449" y="568"/>
                  <a:pt x="448" y="567"/>
                </a:cubicBezTo>
                <a:cubicBezTo>
                  <a:pt x="448" y="567"/>
                  <a:pt x="448" y="567"/>
                  <a:pt x="447" y="567"/>
                </a:cubicBezTo>
                <a:cubicBezTo>
                  <a:pt x="447" y="566"/>
                  <a:pt x="448" y="566"/>
                  <a:pt x="448" y="566"/>
                </a:cubicBezTo>
                <a:cubicBezTo>
                  <a:pt x="448" y="565"/>
                  <a:pt x="448" y="566"/>
                  <a:pt x="448" y="566"/>
                </a:cubicBezTo>
                <a:cubicBezTo>
                  <a:pt x="447" y="566"/>
                  <a:pt x="447" y="567"/>
                  <a:pt x="446" y="567"/>
                </a:cubicBezTo>
                <a:cubicBezTo>
                  <a:pt x="446" y="567"/>
                  <a:pt x="446" y="567"/>
                  <a:pt x="446" y="567"/>
                </a:cubicBezTo>
                <a:cubicBezTo>
                  <a:pt x="446" y="567"/>
                  <a:pt x="446" y="567"/>
                  <a:pt x="446" y="567"/>
                </a:cubicBezTo>
                <a:cubicBezTo>
                  <a:pt x="447" y="568"/>
                  <a:pt x="448" y="569"/>
                  <a:pt x="449" y="570"/>
                </a:cubicBezTo>
                <a:cubicBezTo>
                  <a:pt x="450" y="571"/>
                  <a:pt x="450" y="571"/>
                  <a:pt x="450" y="572"/>
                </a:cubicBezTo>
                <a:cubicBezTo>
                  <a:pt x="451" y="572"/>
                  <a:pt x="451" y="572"/>
                  <a:pt x="451" y="572"/>
                </a:cubicBezTo>
                <a:cubicBezTo>
                  <a:pt x="451" y="573"/>
                  <a:pt x="451" y="573"/>
                  <a:pt x="451" y="573"/>
                </a:cubicBezTo>
                <a:cubicBezTo>
                  <a:pt x="451" y="573"/>
                  <a:pt x="451" y="573"/>
                  <a:pt x="451" y="573"/>
                </a:cubicBezTo>
                <a:cubicBezTo>
                  <a:pt x="451" y="574"/>
                  <a:pt x="451" y="574"/>
                  <a:pt x="451" y="574"/>
                </a:cubicBezTo>
                <a:cubicBezTo>
                  <a:pt x="451" y="574"/>
                  <a:pt x="452" y="575"/>
                  <a:pt x="452" y="575"/>
                </a:cubicBezTo>
                <a:cubicBezTo>
                  <a:pt x="452" y="575"/>
                  <a:pt x="452" y="576"/>
                  <a:pt x="452" y="576"/>
                </a:cubicBezTo>
                <a:cubicBezTo>
                  <a:pt x="452" y="576"/>
                  <a:pt x="452" y="576"/>
                  <a:pt x="452" y="576"/>
                </a:cubicBezTo>
                <a:cubicBezTo>
                  <a:pt x="452" y="576"/>
                  <a:pt x="452" y="576"/>
                  <a:pt x="452" y="576"/>
                </a:cubicBezTo>
                <a:cubicBezTo>
                  <a:pt x="452" y="576"/>
                  <a:pt x="452" y="576"/>
                  <a:pt x="453" y="577"/>
                </a:cubicBezTo>
                <a:cubicBezTo>
                  <a:pt x="453" y="577"/>
                  <a:pt x="453" y="577"/>
                  <a:pt x="453" y="578"/>
                </a:cubicBezTo>
                <a:cubicBezTo>
                  <a:pt x="453" y="578"/>
                  <a:pt x="453" y="578"/>
                  <a:pt x="453" y="578"/>
                </a:cubicBezTo>
                <a:cubicBezTo>
                  <a:pt x="453" y="578"/>
                  <a:pt x="453" y="578"/>
                  <a:pt x="453" y="578"/>
                </a:cubicBezTo>
                <a:cubicBezTo>
                  <a:pt x="453" y="578"/>
                  <a:pt x="453" y="578"/>
                  <a:pt x="452" y="578"/>
                </a:cubicBezTo>
                <a:cubicBezTo>
                  <a:pt x="452" y="578"/>
                  <a:pt x="452" y="578"/>
                  <a:pt x="452" y="578"/>
                </a:cubicBezTo>
                <a:cubicBezTo>
                  <a:pt x="452" y="578"/>
                  <a:pt x="452" y="578"/>
                  <a:pt x="452" y="579"/>
                </a:cubicBezTo>
                <a:cubicBezTo>
                  <a:pt x="452" y="579"/>
                  <a:pt x="452" y="579"/>
                  <a:pt x="452" y="579"/>
                </a:cubicBezTo>
                <a:cubicBezTo>
                  <a:pt x="452" y="579"/>
                  <a:pt x="452" y="579"/>
                  <a:pt x="452" y="579"/>
                </a:cubicBezTo>
                <a:cubicBezTo>
                  <a:pt x="453" y="579"/>
                  <a:pt x="453" y="579"/>
                  <a:pt x="453" y="580"/>
                </a:cubicBezTo>
                <a:cubicBezTo>
                  <a:pt x="453" y="580"/>
                  <a:pt x="453" y="580"/>
                  <a:pt x="452" y="580"/>
                </a:cubicBezTo>
                <a:cubicBezTo>
                  <a:pt x="452" y="581"/>
                  <a:pt x="452" y="581"/>
                  <a:pt x="452" y="581"/>
                </a:cubicBezTo>
                <a:cubicBezTo>
                  <a:pt x="452" y="581"/>
                  <a:pt x="452" y="582"/>
                  <a:pt x="452" y="582"/>
                </a:cubicBezTo>
                <a:cubicBezTo>
                  <a:pt x="452" y="582"/>
                  <a:pt x="452" y="582"/>
                  <a:pt x="453" y="582"/>
                </a:cubicBezTo>
                <a:cubicBezTo>
                  <a:pt x="453" y="582"/>
                  <a:pt x="453" y="583"/>
                  <a:pt x="453" y="583"/>
                </a:cubicBezTo>
                <a:cubicBezTo>
                  <a:pt x="452" y="583"/>
                  <a:pt x="452" y="583"/>
                  <a:pt x="452" y="583"/>
                </a:cubicBezTo>
                <a:cubicBezTo>
                  <a:pt x="452" y="583"/>
                  <a:pt x="452" y="583"/>
                  <a:pt x="452" y="583"/>
                </a:cubicBezTo>
                <a:cubicBezTo>
                  <a:pt x="452" y="584"/>
                  <a:pt x="452" y="584"/>
                  <a:pt x="452" y="584"/>
                </a:cubicBezTo>
                <a:cubicBezTo>
                  <a:pt x="452" y="584"/>
                  <a:pt x="453" y="584"/>
                  <a:pt x="453" y="585"/>
                </a:cubicBezTo>
                <a:cubicBezTo>
                  <a:pt x="453" y="585"/>
                  <a:pt x="453" y="585"/>
                  <a:pt x="453" y="585"/>
                </a:cubicBezTo>
                <a:cubicBezTo>
                  <a:pt x="453" y="585"/>
                  <a:pt x="453" y="585"/>
                  <a:pt x="453" y="585"/>
                </a:cubicBezTo>
                <a:cubicBezTo>
                  <a:pt x="452" y="585"/>
                  <a:pt x="453" y="586"/>
                  <a:pt x="453" y="586"/>
                </a:cubicBezTo>
                <a:cubicBezTo>
                  <a:pt x="453" y="586"/>
                  <a:pt x="453" y="587"/>
                  <a:pt x="452" y="587"/>
                </a:cubicBezTo>
                <a:cubicBezTo>
                  <a:pt x="452" y="587"/>
                  <a:pt x="452" y="587"/>
                  <a:pt x="452" y="588"/>
                </a:cubicBezTo>
                <a:cubicBezTo>
                  <a:pt x="452" y="588"/>
                  <a:pt x="452" y="588"/>
                  <a:pt x="452" y="588"/>
                </a:cubicBezTo>
                <a:cubicBezTo>
                  <a:pt x="452" y="588"/>
                  <a:pt x="452" y="588"/>
                  <a:pt x="453" y="589"/>
                </a:cubicBezTo>
                <a:cubicBezTo>
                  <a:pt x="453" y="589"/>
                  <a:pt x="453" y="589"/>
                  <a:pt x="453" y="589"/>
                </a:cubicBezTo>
                <a:cubicBezTo>
                  <a:pt x="453" y="589"/>
                  <a:pt x="454" y="589"/>
                  <a:pt x="454" y="589"/>
                </a:cubicBezTo>
                <a:cubicBezTo>
                  <a:pt x="454" y="590"/>
                  <a:pt x="454" y="590"/>
                  <a:pt x="454" y="590"/>
                </a:cubicBezTo>
                <a:cubicBezTo>
                  <a:pt x="454" y="590"/>
                  <a:pt x="453" y="590"/>
                  <a:pt x="453" y="591"/>
                </a:cubicBezTo>
                <a:cubicBezTo>
                  <a:pt x="453" y="590"/>
                  <a:pt x="454" y="590"/>
                  <a:pt x="454" y="591"/>
                </a:cubicBezTo>
                <a:cubicBezTo>
                  <a:pt x="454" y="591"/>
                  <a:pt x="454" y="591"/>
                  <a:pt x="454" y="591"/>
                </a:cubicBezTo>
                <a:cubicBezTo>
                  <a:pt x="454" y="592"/>
                  <a:pt x="454" y="592"/>
                  <a:pt x="455" y="592"/>
                </a:cubicBezTo>
                <a:cubicBezTo>
                  <a:pt x="455" y="593"/>
                  <a:pt x="455" y="593"/>
                  <a:pt x="455" y="593"/>
                </a:cubicBezTo>
                <a:cubicBezTo>
                  <a:pt x="455" y="593"/>
                  <a:pt x="455" y="593"/>
                  <a:pt x="455" y="593"/>
                </a:cubicBezTo>
                <a:cubicBezTo>
                  <a:pt x="456" y="592"/>
                  <a:pt x="456" y="592"/>
                  <a:pt x="456" y="592"/>
                </a:cubicBezTo>
                <a:cubicBezTo>
                  <a:pt x="456" y="591"/>
                  <a:pt x="456" y="591"/>
                  <a:pt x="456" y="591"/>
                </a:cubicBezTo>
                <a:cubicBezTo>
                  <a:pt x="456" y="591"/>
                  <a:pt x="457" y="591"/>
                  <a:pt x="457" y="591"/>
                </a:cubicBezTo>
                <a:cubicBezTo>
                  <a:pt x="457" y="591"/>
                  <a:pt x="457" y="591"/>
                  <a:pt x="457" y="591"/>
                </a:cubicBezTo>
                <a:cubicBezTo>
                  <a:pt x="457" y="590"/>
                  <a:pt x="457" y="590"/>
                  <a:pt x="457" y="590"/>
                </a:cubicBezTo>
                <a:cubicBezTo>
                  <a:pt x="456" y="590"/>
                  <a:pt x="456" y="590"/>
                  <a:pt x="457" y="590"/>
                </a:cubicBezTo>
                <a:cubicBezTo>
                  <a:pt x="457" y="590"/>
                  <a:pt x="457" y="590"/>
                  <a:pt x="457" y="589"/>
                </a:cubicBezTo>
                <a:cubicBezTo>
                  <a:pt x="457" y="589"/>
                  <a:pt x="457" y="589"/>
                  <a:pt x="457" y="588"/>
                </a:cubicBezTo>
                <a:cubicBezTo>
                  <a:pt x="457" y="588"/>
                  <a:pt x="457" y="588"/>
                  <a:pt x="457" y="588"/>
                </a:cubicBezTo>
                <a:cubicBezTo>
                  <a:pt x="458" y="587"/>
                  <a:pt x="458" y="587"/>
                  <a:pt x="458" y="587"/>
                </a:cubicBezTo>
                <a:cubicBezTo>
                  <a:pt x="458" y="587"/>
                  <a:pt x="458" y="587"/>
                  <a:pt x="458" y="586"/>
                </a:cubicBezTo>
                <a:cubicBezTo>
                  <a:pt x="458" y="586"/>
                  <a:pt x="458" y="586"/>
                  <a:pt x="458" y="585"/>
                </a:cubicBezTo>
                <a:cubicBezTo>
                  <a:pt x="457" y="585"/>
                  <a:pt x="457" y="585"/>
                  <a:pt x="457" y="584"/>
                </a:cubicBezTo>
                <a:cubicBezTo>
                  <a:pt x="457" y="583"/>
                  <a:pt x="458" y="583"/>
                  <a:pt x="459" y="582"/>
                </a:cubicBezTo>
                <a:cubicBezTo>
                  <a:pt x="459" y="582"/>
                  <a:pt x="459" y="582"/>
                  <a:pt x="459" y="582"/>
                </a:cubicBezTo>
                <a:cubicBezTo>
                  <a:pt x="459" y="582"/>
                  <a:pt x="459" y="581"/>
                  <a:pt x="460" y="581"/>
                </a:cubicBezTo>
                <a:cubicBezTo>
                  <a:pt x="460" y="580"/>
                  <a:pt x="460" y="579"/>
                  <a:pt x="460" y="578"/>
                </a:cubicBezTo>
                <a:cubicBezTo>
                  <a:pt x="460" y="577"/>
                  <a:pt x="459" y="577"/>
                  <a:pt x="459" y="576"/>
                </a:cubicBezTo>
                <a:cubicBezTo>
                  <a:pt x="459" y="575"/>
                  <a:pt x="460" y="574"/>
                  <a:pt x="461" y="573"/>
                </a:cubicBezTo>
                <a:cubicBezTo>
                  <a:pt x="461" y="573"/>
                  <a:pt x="462" y="572"/>
                  <a:pt x="462" y="571"/>
                </a:cubicBezTo>
                <a:cubicBezTo>
                  <a:pt x="462" y="569"/>
                  <a:pt x="463" y="568"/>
                  <a:pt x="464" y="567"/>
                </a:cubicBezTo>
                <a:cubicBezTo>
                  <a:pt x="464" y="567"/>
                  <a:pt x="465" y="567"/>
                  <a:pt x="465" y="567"/>
                </a:cubicBezTo>
                <a:cubicBezTo>
                  <a:pt x="465" y="567"/>
                  <a:pt x="465" y="567"/>
                  <a:pt x="465" y="567"/>
                </a:cubicBezTo>
                <a:cubicBezTo>
                  <a:pt x="466" y="568"/>
                  <a:pt x="467" y="569"/>
                  <a:pt x="467" y="569"/>
                </a:cubicBezTo>
                <a:cubicBezTo>
                  <a:pt x="467" y="570"/>
                  <a:pt x="467" y="570"/>
                  <a:pt x="467" y="570"/>
                </a:cubicBezTo>
                <a:cubicBezTo>
                  <a:pt x="467" y="571"/>
                  <a:pt x="468" y="572"/>
                  <a:pt x="468" y="572"/>
                </a:cubicBezTo>
                <a:cubicBezTo>
                  <a:pt x="471" y="575"/>
                  <a:pt x="473" y="577"/>
                  <a:pt x="475" y="579"/>
                </a:cubicBezTo>
                <a:cubicBezTo>
                  <a:pt x="476" y="581"/>
                  <a:pt x="475" y="583"/>
                  <a:pt x="476" y="585"/>
                </a:cubicBezTo>
                <a:cubicBezTo>
                  <a:pt x="476" y="586"/>
                  <a:pt x="476" y="586"/>
                  <a:pt x="476" y="587"/>
                </a:cubicBezTo>
                <a:cubicBezTo>
                  <a:pt x="476" y="588"/>
                  <a:pt x="477" y="589"/>
                  <a:pt x="477" y="589"/>
                </a:cubicBezTo>
                <a:cubicBezTo>
                  <a:pt x="477" y="591"/>
                  <a:pt x="477" y="592"/>
                  <a:pt x="476" y="593"/>
                </a:cubicBezTo>
                <a:cubicBezTo>
                  <a:pt x="476" y="593"/>
                  <a:pt x="476" y="594"/>
                  <a:pt x="475" y="594"/>
                </a:cubicBezTo>
                <a:cubicBezTo>
                  <a:pt x="475" y="593"/>
                  <a:pt x="475" y="593"/>
                  <a:pt x="475" y="593"/>
                </a:cubicBezTo>
                <a:cubicBezTo>
                  <a:pt x="474" y="593"/>
                  <a:pt x="474" y="593"/>
                  <a:pt x="474" y="593"/>
                </a:cubicBezTo>
                <a:cubicBezTo>
                  <a:pt x="473" y="593"/>
                  <a:pt x="473" y="593"/>
                  <a:pt x="473" y="593"/>
                </a:cubicBezTo>
                <a:cubicBezTo>
                  <a:pt x="473" y="593"/>
                  <a:pt x="473" y="592"/>
                  <a:pt x="473" y="592"/>
                </a:cubicBezTo>
                <a:cubicBezTo>
                  <a:pt x="473" y="591"/>
                  <a:pt x="473" y="591"/>
                  <a:pt x="473" y="590"/>
                </a:cubicBezTo>
                <a:cubicBezTo>
                  <a:pt x="473" y="591"/>
                  <a:pt x="472" y="591"/>
                  <a:pt x="471" y="592"/>
                </a:cubicBezTo>
                <a:cubicBezTo>
                  <a:pt x="471" y="592"/>
                  <a:pt x="471" y="592"/>
                  <a:pt x="471" y="592"/>
                </a:cubicBezTo>
                <a:cubicBezTo>
                  <a:pt x="471" y="593"/>
                  <a:pt x="472" y="593"/>
                  <a:pt x="472" y="593"/>
                </a:cubicBezTo>
                <a:cubicBezTo>
                  <a:pt x="472" y="593"/>
                  <a:pt x="472" y="594"/>
                  <a:pt x="472" y="594"/>
                </a:cubicBezTo>
                <a:cubicBezTo>
                  <a:pt x="472" y="594"/>
                  <a:pt x="472" y="594"/>
                  <a:pt x="472" y="595"/>
                </a:cubicBezTo>
                <a:cubicBezTo>
                  <a:pt x="473" y="595"/>
                  <a:pt x="473" y="595"/>
                  <a:pt x="472" y="595"/>
                </a:cubicBezTo>
                <a:cubicBezTo>
                  <a:pt x="472" y="596"/>
                  <a:pt x="472" y="596"/>
                  <a:pt x="472" y="597"/>
                </a:cubicBezTo>
                <a:cubicBezTo>
                  <a:pt x="472" y="597"/>
                  <a:pt x="472" y="597"/>
                  <a:pt x="472" y="597"/>
                </a:cubicBezTo>
                <a:cubicBezTo>
                  <a:pt x="471" y="598"/>
                  <a:pt x="472" y="599"/>
                  <a:pt x="472" y="600"/>
                </a:cubicBezTo>
                <a:cubicBezTo>
                  <a:pt x="472" y="600"/>
                  <a:pt x="471" y="600"/>
                  <a:pt x="472" y="601"/>
                </a:cubicBezTo>
                <a:cubicBezTo>
                  <a:pt x="472" y="601"/>
                  <a:pt x="472" y="602"/>
                  <a:pt x="472" y="602"/>
                </a:cubicBezTo>
                <a:cubicBezTo>
                  <a:pt x="473" y="603"/>
                  <a:pt x="473" y="604"/>
                  <a:pt x="473" y="605"/>
                </a:cubicBezTo>
                <a:cubicBezTo>
                  <a:pt x="474" y="605"/>
                  <a:pt x="474" y="605"/>
                  <a:pt x="474" y="606"/>
                </a:cubicBezTo>
                <a:cubicBezTo>
                  <a:pt x="474" y="606"/>
                  <a:pt x="474" y="606"/>
                  <a:pt x="474" y="607"/>
                </a:cubicBezTo>
                <a:cubicBezTo>
                  <a:pt x="474" y="607"/>
                  <a:pt x="474" y="607"/>
                  <a:pt x="475" y="607"/>
                </a:cubicBezTo>
                <a:cubicBezTo>
                  <a:pt x="475" y="608"/>
                  <a:pt x="476" y="609"/>
                  <a:pt x="476" y="609"/>
                </a:cubicBezTo>
                <a:cubicBezTo>
                  <a:pt x="477" y="611"/>
                  <a:pt x="479" y="613"/>
                  <a:pt x="480" y="615"/>
                </a:cubicBezTo>
                <a:cubicBezTo>
                  <a:pt x="480" y="615"/>
                  <a:pt x="480" y="615"/>
                  <a:pt x="480" y="615"/>
                </a:cubicBezTo>
                <a:cubicBezTo>
                  <a:pt x="480" y="615"/>
                  <a:pt x="480" y="615"/>
                  <a:pt x="480" y="615"/>
                </a:cubicBezTo>
                <a:cubicBezTo>
                  <a:pt x="480" y="616"/>
                  <a:pt x="480" y="616"/>
                  <a:pt x="481" y="616"/>
                </a:cubicBezTo>
                <a:cubicBezTo>
                  <a:pt x="481" y="616"/>
                  <a:pt x="481" y="617"/>
                  <a:pt x="481" y="617"/>
                </a:cubicBezTo>
                <a:cubicBezTo>
                  <a:pt x="481" y="618"/>
                  <a:pt x="481" y="618"/>
                  <a:pt x="481" y="619"/>
                </a:cubicBezTo>
                <a:cubicBezTo>
                  <a:pt x="482" y="619"/>
                  <a:pt x="482" y="618"/>
                  <a:pt x="482" y="617"/>
                </a:cubicBezTo>
                <a:cubicBezTo>
                  <a:pt x="482" y="617"/>
                  <a:pt x="483" y="617"/>
                  <a:pt x="483" y="617"/>
                </a:cubicBezTo>
                <a:cubicBezTo>
                  <a:pt x="483" y="617"/>
                  <a:pt x="483" y="617"/>
                  <a:pt x="483" y="616"/>
                </a:cubicBezTo>
                <a:cubicBezTo>
                  <a:pt x="483" y="616"/>
                  <a:pt x="484" y="616"/>
                  <a:pt x="484" y="616"/>
                </a:cubicBezTo>
                <a:cubicBezTo>
                  <a:pt x="484" y="616"/>
                  <a:pt x="484" y="616"/>
                  <a:pt x="484" y="615"/>
                </a:cubicBezTo>
                <a:cubicBezTo>
                  <a:pt x="484" y="615"/>
                  <a:pt x="483" y="615"/>
                  <a:pt x="483" y="614"/>
                </a:cubicBezTo>
                <a:cubicBezTo>
                  <a:pt x="483" y="614"/>
                  <a:pt x="483" y="614"/>
                  <a:pt x="483" y="614"/>
                </a:cubicBezTo>
                <a:cubicBezTo>
                  <a:pt x="483" y="614"/>
                  <a:pt x="483" y="614"/>
                  <a:pt x="484" y="614"/>
                </a:cubicBezTo>
                <a:cubicBezTo>
                  <a:pt x="484" y="614"/>
                  <a:pt x="485" y="613"/>
                  <a:pt x="485" y="613"/>
                </a:cubicBezTo>
                <a:cubicBezTo>
                  <a:pt x="486" y="613"/>
                  <a:pt x="486" y="613"/>
                  <a:pt x="486" y="612"/>
                </a:cubicBezTo>
                <a:cubicBezTo>
                  <a:pt x="486" y="612"/>
                  <a:pt x="486" y="613"/>
                  <a:pt x="486" y="613"/>
                </a:cubicBezTo>
                <a:cubicBezTo>
                  <a:pt x="486" y="613"/>
                  <a:pt x="487" y="613"/>
                  <a:pt x="487" y="613"/>
                </a:cubicBezTo>
                <a:cubicBezTo>
                  <a:pt x="488" y="613"/>
                  <a:pt x="488" y="614"/>
                  <a:pt x="488" y="614"/>
                </a:cubicBezTo>
                <a:cubicBezTo>
                  <a:pt x="488" y="613"/>
                  <a:pt x="488" y="613"/>
                  <a:pt x="488" y="612"/>
                </a:cubicBezTo>
                <a:cubicBezTo>
                  <a:pt x="488" y="612"/>
                  <a:pt x="489" y="612"/>
                  <a:pt x="489" y="611"/>
                </a:cubicBezTo>
                <a:cubicBezTo>
                  <a:pt x="489" y="610"/>
                  <a:pt x="489" y="610"/>
                  <a:pt x="489" y="609"/>
                </a:cubicBezTo>
                <a:cubicBezTo>
                  <a:pt x="489" y="608"/>
                  <a:pt x="489" y="608"/>
                  <a:pt x="489" y="607"/>
                </a:cubicBezTo>
                <a:cubicBezTo>
                  <a:pt x="489" y="607"/>
                  <a:pt x="488" y="607"/>
                  <a:pt x="488" y="606"/>
                </a:cubicBezTo>
                <a:cubicBezTo>
                  <a:pt x="488" y="606"/>
                  <a:pt x="488" y="605"/>
                  <a:pt x="489" y="605"/>
                </a:cubicBezTo>
                <a:cubicBezTo>
                  <a:pt x="489" y="604"/>
                  <a:pt x="490" y="603"/>
                  <a:pt x="490" y="602"/>
                </a:cubicBezTo>
                <a:cubicBezTo>
                  <a:pt x="490" y="602"/>
                  <a:pt x="490" y="601"/>
                  <a:pt x="491" y="601"/>
                </a:cubicBezTo>
                <a:cubicBezTo>
                  <a:pt x="491" y="601"/>
                  <a:pt x="491" y="600"/>
                  <a:pt x="492" y="600"/>
                </a:cubicBezTo>
                <a:cubicBezTo>
                  <a:pt x="493" y="599"/>
                  <a:pt x="494" y="598"/>
                  <a:pt x="495" y="597"/>
                </a:cubicBezTo>
                <a:cubicBezTo>
                  <a:pt x="495" y="596"/>
                  <a:pt x="495" y="596"/>
                  <a:pt x="495" y="596"/>
                </a:cubicBezTo>
                <a:cubicBezTo>
                  <a:pt x="495" y="596"/>
                  <a:pt x="495" y="596"/>
                  <a:pt x="495" y="596"/>
                </a:cubicBezTo>
                <a:cubicBezTo>
                  <a:pt x="494" y="596"/>
                  <a:pt x="494" y="597"/>
                  <a:pt x="493" y="597"/>
                </a:cubicBezTo>
                <a:cubicBezTo>
                  <a:pt x="493" y="597"/>
                  <a:pt x="494" y="596"/>
                  <a:pt x="494" y="595"/>
                </a:cubicBezTo>
                <a:cubicBezTo>
                  <a:pt x="494" y="595"/>
                  <a:pt x="494" y="594"/>
                  <a:pt x="494" y="594"/>
                </a:cubicBezTo>
                <a:cubicBezTo>
                  <a:pt x="494" y="594"/>
                  <a:pt x="495" y="593"/>
                  <a:pt x="495" y="593"/>
                </a:cubicBezTo>
                <a:cubicBezTo>
                  <a:pt x="495" y="593"/>
                  <a:pt x="495" y="593"/>
                  <a:pt x="494" y="593"/>
                </a:cubicBezTo>
                <a:cubicBezTo>
                  <a:pt x="494" y="592"/>
                  <a:pt x="494" y="592"/>
                  <a:pt x="494" y="591"/>
                </a:cubicBezTo>
                <a:cubicBezTo>
                  <a:pt x="495" y="590"/>
                  <a:pt x="496" y="588"/>
                  <a:pt x="496" y="586"/>
                </a:cubicBezTo>
                <a:cubicBezTo>
                  <a:pt x="496" y="585"/>
                  <a:pt x="495" y="584"/>
                  <a:pt x="496" y="583"/>
                </a:cubicBezTo>
                <a:cubicBezTo>
                  <a:pt x="496" y="582"/>
                  <a:pt x="496" y="582"/>
                  <a:pt x="496" y="581"/>
                </a:cubicBezTo>
                <a:cubicBezTo>
                  <a:pt x="496" y="581"/>
                  <a:pt x="496" y="581"/>
                  <a:pt x="497" y="580"/>
                </a:cubicBezTo>
                <a:cubicBezTo>
                  <a:pt x="497" y="580"/>
                  <a:pt x="497" y="580"/>
                  <a:pt x="498" y="580"/>
                </a:cubicBezTo>
                <a:cubicBezTo>
                  <a:pt x="498" y="580"/>
                  <a:pt x="498" y="580"/>
                  <a:pt x="498" y="580"/>
                </a:cubicBezTo>
                <a:cubicBezTo>
                  <a:pt x="498" y="580"/>
                  <a:pt x="499" y="581"/>
                  <a:pt x="500" y="580"/>
                </a:cubicBezTo>
                <a:cubicBezTo>
                  <a:pt x="500" y="580"/>
                  <a:pt x="500" y="580"/>
                  <a:pt x="500" y="580"/>
                </a:cubicBezTo>
                <a:cubicBezTo>
                  <a:pt x="500" y="580"/>
                  <a:pt x="500" y="580"/>
                  <a:pt x="500" y="580"/>
                </a:cubicBezTo>
                <a:cubicBezTo>
                  <a:pt x="501" y="580"/>
                  <a:pt x="501" y="580"/>
                  <a:pt x="502" y="580"/>
                </a:cubicBezTo>
                <a:cubicBezTo>
                  <a:pt x="502" y="580"/>
                  <a:pt x="503" y="581"/>
                  <a:pt x="503" y="580"/>
                </a:cubicBezTo>
                <a:cubicBezTo>
                  <a:pt x="504" y="580"/>
                  <a:pt x="504" y="580"/>
                  <a:pt x="504" y="580"/>
                </a:cubicBezTo>
                <a:cubicBezTo>
                  <a:pt x="504" y="579"/>
                  <a:pt x="504" y="579"/>
                  <a:pt x="504" y="579"/>
                </a:cubicBezTo>
                <a:cubicBezTo>
                  <a:pt x="503" y="579"/>
                  <a:pt x="503" y="579"/>
                  <a:pt x="503" y="580"/>
                </a:cubicBezTo>
                <a:cubicBezTo>
                  <a:pt x="503" y="580"/>
                  <a:pt x="503" y="579"/>
                  <a:pt x="503" y="579"/>
                </a:cubicBezTo>
                <a:cubicBezTo>
                  <a:pt x="502" y="578"/>
                  <a:pt x="502" y="579"/>
                  <a:pt x="502" y="579"/>
                </a:cubicBezTo>
                <a:cubicBezTo>
                  <a:pt x="501" y="579"/>
                  <a:pt x="501" y="579"/>
                  <a:pt x="501" y="578"/>
                </a:cubicBezTo>
                <a:cubicBezTo>
                  <a:pt x="500" y="578"/>
                  <a:pt x="501" y="577"/>
                  <a:pt x="501" y="577"/>
                </a:cubicBezTo>
                <a:cubicBezTo>
                  <a:pt x="501" y="577"/>
                  <a:pt x="501" y="577"/>
                  <a:pt x="502" y="577"/>
                </a:cubicBezTo>
                <a:cubicBezTo>
                  <a:pt x="502" y="577"/>
                  <a:pt x="502" y="577"/>
                  <a:pt x="502" y="577"/>
                </a:cubicBezTo>
                <a:cubicBezTo>
                  <a:pt x="502" y="576"/>
                  <a:pt x="502" y="576"/>
                  <a:pt x="501" y="576"/>
                </a:cubicBezTo>
                <a:cubicBezTo>
                  <a:pt x="501" y="576"/>
                  <a:pt x="501" y="576"/>
                  <a:pt x="500" y="576"/>
                </a:cubicBezTo>
                <a:cubicBezTo>
                  <a:pt x="500" y="575"/>
                  <a:pt x="501" y="575"/>
                  <a:pt x="501" y="575"/>
                </a:cubicBezTo>
                <a:cubicBezTo>
                  <a:pt x="502" y="575"/>
                  <a:pt x="502" y="575"/>
                  <a:pt x="502" y="575"/>
                </a:cubicBezTo>
                <a:cubicBezTo>
                  <a:pt x="503" y="576"/>
                  <a:pt x="503" y="576"/>
                  <a:pt x="503" y="576"/>
                </a:cubicBezTo>
                <a:cubicBezTo>
                  <a:pt x="504" y="576"/>
                  <a:pt x="504" y="575"/>
                  <a:pt x="503" y="575"/>
                </a:cubicBezTo>
                <a:cubicBezTo>
                  <a:pt x="503" y="575"/>
                  <a:pt x="503" y="575"/>
                  <a:pt x="503" y="575"/>
                </a:cubicBezTo>
                <a:cubicBezTo>
                  <a:pt x="503" y="575"/>
                  <a:pt x="502" y="574"/>
                  <a:pt x="503" y="574"/>
                </a:cubicBezTo>
                <a:cubicBezTo>
                  <a:pt x="503" y="574"/>
                  <a:pt x="503" y="574"/>
                  <a:pt x="503" y="574"/>
                </a:cubicBezTo>
                <a:cubicBezTo>
                  <a:pt x="504" y="574"/>
                  <a:pt x="504" y="574"/>
                  <a:pt x="504" y="574"/>
                </a:cubicBezTo>
                <a:cubicBezTo>
                  <a:pt x="505" y="574"/>
                  <a:pt x="505" y="574"/>
                  <a:pt x="505" y="574"/>
                </a:cubicBezTo>
                <a:cubicBezTo>
                  <a:pt x="506" y="574"/>
                  <a:pt x="506" y="574"/>
                  <a:pt x="506" y="573"/>
                </a:cubicBezTo>
                <a:cubicBezTo>
                  <a:pt x="506" y="573"/>
                  <a:pt x="505" y="574"/>
                  <a:pt x="505" y="573"/>
                </a:cubicBezTo>
                <a:cubicBezTo>
                  <a:pt x="505" y="573"/>
                  <a:pt x="505" y="573"/>
                  <a:pt x="504" y="573"/>
                </a:cubicBezTo>
                <a:cubicBezTo>
                  <a:pt x="504" y="573"/>
                  <a:pt x="504" y="573"/>
                  <a:pt x="503" y="572"/>
                </a:cubicBezTo>
                <a:cubicBezTo>
                  <a:pt x="503" y="572"/>
                  <a:pt x="502" y="572"/>
                  <a:pt x="502" y="573"/>
                </a:cubicBezTo>
                <a:cubicBezTo>
                  <a:pt x="502" y="573"/>
                  <a:pt x="502" y="573"/>
                  <a:pt x="501" y="572"/>
                </a:cubicBezTo>
                <a:cubicBezTo>
                  <a:pt x="502" y="572"/>
                  <a:pt x="502" y="572"/>
                  <a:pt x="502" y="571"/>
                </a:cubicBezTo>
                <a:cubicBezTo>
                  <a:pt x="502" y="571"/>
                  <a:pt x="502" y="571"/>
                  <a:pt x="502" y="571"/>
                </a:cubicBezTo>
                <a:cubicBezTo>
                  <a:pt x="502" y="571"/>
                  <a:pt x="501" y="571"/>
                  <a:pt x="501" y="571"/>
                </a:cubicBezTo>
                <a:cubicBezTo>
                  <a:pt x="501" y="571"/>
                  <a:pt x="500" y="571"/>
                  <a:pt x="500" y="570"/>
                </a:cubicBezTo>
                <a:cubicBezTo>
                  <a:pt x="500" y="570"/>
                  <a:pt x="500" y="571"/>
                  <a:pt x="499" y="571"/>
                </a:cubicBezTo>
                <a:cubicBezTo>
                  <a:pt x="499" y="570"/>
                  <a:pt x="499" y="570"/>
                  <a:pt x="499" y="570"/>
                </a:cubicBezTo>
                <a:cubicBezTo>
                  <a:pt x="499" y="570"/>
                  <a:pt x="499" y="569"/>
                  <a:pt x="499" y="569"/>
                </a:cubicBezTo>
                <a:cubicBezTo>
                  <a:pt x="499" y="569"/>
                  <a:pt x="499" y="569"/>
                  <a:pt x="499" y="569"/>
                </a:cubicBezTo>
                <a:cubicBezTo>
                  <a:pt x="498" y="568"/>
                  <a:pt x="498" y="567"/>
                  <a:pt x="498" y="566"/>
                </a:cubicBezTo>
                <a:cubicBezTo>
                  <a:pt x="498" y="566"/>
                  <a:pt x="498" y="565"/>
                  <a:pt x="497" y="564"/>
                </a:cubicBezTo>
                <a:cubicBezTo>
                  <a:pt x="497" y="564"/>
                  <a:pt x="497" y="564"/>
                  <a:pt x="497" y="564"/>
                </a:cubicBezTo>
                <a:cubicBezTo>
                  <a:pt x="497" y="564"/>
                  <a:pt x="498" y="564"/>
                  <a:pt x="498" y="564"/>
                </a:cubicBezTo>
                <a:cubicBezTo>
                  <a:pt x="498" y="564"/>
                  <a:pt x="498" y="564"/>
                  <a:pt x="498" y="564"/>
                </a:cubicBezTo>
                <a:cubicBezTo>
                  <a:pt x="498" y="563"/>
                  <a:pt x="498" y="563"/>
                  <a:pt x="498" y="563"/>
                </a:cubicBezTo>
                <a:cubicBezTo>
                  <a:pt x="497" y="563"/>
                  <a:pt x="497" y="563"/>
                  <a:pt x="497" y="562"/>
                </a:cubicBezTo>
                <a:cubicBezTo>
                  <a:pt x="497" y="561"/>
                  <a:pt x="497" y="561"/>
                  <a:pt x="498" y="560"/>
                </a:cubicBezTo>
                <a:cubicBezTo>
                  <a:pt x="498" y="560"/>
                  <a:pt x="498" y="560"/>
                  <a:pt x="498" y="560"/>
                </a:cubicBezTo>
                <a:cubicBezTo>
                  <a:pt x="498" y="559"/>
                  <a:pt x="497" y="558"/>
                  <a:pt x="497" y="557"/>
                </a:cubicBezTo>
                <a:cubicBezTo>
                  <a:pt x="497" y="557"/>
                  <a:pt x="498" y="557"/>
                  <a:pt x="498" y="556"/>
                </a:cubicBezTo>
                <a:cubicBezTo>
                  <a:pt x="498" y="556"/>
                  <a:pt x="498" y="556"/>
                  <a:pt x="498" y="555"/>
                </a:cubicBezTo>
                <a:cubicBezTo>
                  <a:pt x="498" y="555"/>
                  <a:pt x="498" y="555"/>
                  <a:pt x="497" y="555"/>
                </a:cubicBezTo>
                <a:cubicBezTo>
                  <a:pt x="497" y="555"/>
                  <a:pt x="497" y="555"/>
                  <a:pt x="498" y="555"/>
                </a:cubicBezTo>
                <a:cubicBezTo>
                  <a:pt x="498" y="555"/>
                  <a:pt x="498" y="555"/>
                  <a:pt x="498" y="555"/>
                </a:cubicBezTo>
                <a:cubicBezTo>
                  <a:pt x="498" y="555"/>
                  <a:pt x="498" y="555"/>
                  <a:pt x="499" y="555"/>
                </a:cubicBezTo>
                <a:cubicBezTo>
                  <a:pt x="499" y="555"/>
                  <a:pt x="499" y="554"/>
                  <a:pt x="499" y="554"/>
                </a:cubicBezTo>
                <a:cubicBezTo>
                  <a:pt x="499" y="554"/>
                  <a:pt x="499" y="554"/>
                  <a:pt x="499" y="554"/>
                </a:cubicBezTo>
                <a:cubicBezTo>
                  <a:pt x="499" y="554"/>
                  <a:pt x="498" y="554"/>
                  <a:pt x="498" y="554"/>
                </a:cubicBezTo>
                <a:cubicBezTo>
                  <a:pt x="498" y="554"/>
                  <a:pt x="497" y="554"/>
                  <a:pt x="497" y="553"/>
                </a:cubicBezTo>
                <a:cubicBezTo>
                  <a:pt x="497" y="553"/>
                  <a:pt x="497" y="553"/>
                  <a:pt x="497" y="553"/>
                </a:cubicBezTo>
                <a:cubicBezTo>
                  <a:pt x="497" y="553"/>
                  <a:pt x="497" y="553"/>
                  <a:pt x="497" y="553"/>
                </a:cubicBezTo>
                <a:cubicBezTo>
                  <a:pt x="497" y="552"/>
                  <a:pt x="498" y="553"/>
                  <a:pt x="499" y="553"/>
                </a:cubicBezTo>
                <a:cubicBezTo>
                  <a:pt x="499" y="553"/>
                  <a:pt x="500" y="554"/>
                  <a:pt x="500" y="554"/>
                </a:cubicBezTo>
                <a:cubicBezTo>
                  <a:pt x="500" y="554"/>
                  <a:pt x="501" y="554"/>
                  <a:pt x="501" y="554"/>
                </a:cubicBezTo>
                <a:cubicBezTo>
                  <a:pt x="501" y="554"/>
                  <a:pt x="502" y="554"/>
                  <a:pt x="502" y="554"/>
                </a:cubicBezTo>
                <a:cubicBezTo>
                  <a:pt x="502" y="554"/>
                  <a:pt x="503" y="553"/>
                  <a:pt x="503" y="553"/>
                </a:cubicBezTo>
                <a:cubicBezTo>
                  <a:pt x="503" y="553"/>
                  <a:pt x="503" y="553"/>
                  <a:pt x="503" y="553"/>
                </a:cubicBezTo>
                <a:cubicBezTo>
                  <a:pt x="503" y="553"/>
                  <a:pt x="503" y="553"/>
                  <a:pt x="503" y="553"/>
                </a:cubicBezTo>
                <a:cubicBezTo>
                  <a:pt x="503" y="553"/>
                  <a:pt x="503" y="553"/>
                  <a:pt x="503" y="553"/>
                </a:cubicBezTo>
                <a:cubicBezTo>
                  <a:pt x="503" y="552"/>
                  <a:pt x="503" y="552"/>
                  <a:pt x="503" y="553"/>
                </a:cubicBezTo>
                <a:cubicBezTo>
                  <a:pt x="504" y="553"/>
                  <a:pt x="504" y="553"/>
                  <a:pt x="504" y="553"/>
                </a:cubicBezTo>
                <a:cubicBezTo>
                  <a:pt x="504" y="553"/>
                  <a:pt x="504" y="553"/>
                  <a:pt x="505" y="553"/>
                </a:cubicBezTo>
                <a:cubicBezTo>
                  <a:pt x="505" y="552"/>
                  <a:pt x="506" y="552"/>
                  <a:pt x="507" y="553"/>
                </a:cubicBezTo>
                <a:cubicBezTo>
                  <a:pt x="508" y="553"/>
                  <a:pt x="508" y="553"/>
                  <a:pt x="508" y="553"/>
                </a:cubicBezTo>
                <a:cubicBezTo>
                  <a:pt x="509" y="553"/>
                  <a:pt x="509" y="553"/>
                  <a:pt x="509" y="553"/>
                </a:cubicBezTo>
                <a:cubicBezTo>
                  <a:pt x="509" y="554"/>
                  <a:pt x="509" y="554"/>
                  <a:pt x="509" y="554"/>
                </a:cubicBezTo>
                <a:cubicBezTo>
                  <a:pt x="510" y="554"/>
                  <a:pt x="510" y="554"/>
                  <a:pt x="510" y="555"/>
                </a:cubicBezTo>
                <a:cubicBezTo>
                  <a:pt x="511" y="555"/>
                  <a:pt x="511" y="555"/>
                  <a:pt x="511" y="555"/>
                </a:cubicBezTo>
                <a:cubicBezTo>
                  <a:pt x="512" y="555"/>
                  <a:pt x="512" y="555"/>
                  <a:pt x="512" y="556"/>
                </a:cubicBezTo>
                <a:cubicBezTo>
                  <a:pt x="512" y="556"/>
                  <a:pt x="512" y="556"/>
                  <a:pt x="512" y="556"/>
                </a:cubicBezTo>
                <a:cubicBezTo>
                  <a:pt x="512" y="556"/>
                  <a:pt x="513" y="556"/>
                  <a:pt x="513" y="556"/>
                </a:cubicBezTo>
                <a:cubicBezTo>
                  <a:pt x="513" y="556"/>
                  <a:pt x="514" y="556"/>
                  <a:pt x="515" y="557"/>
                </a:cubicBezTo>
                <a:cubicBezTo>
                  <a:pt x="515" y="557"/>
                  <a:pt x="515" y="557"/>
                  <a:pt x="516" y="557"/>
                </a:cubicBezTo>
                <a:cubicBezTo>
                  <a:pt x="516" y="557"/>
                  <a:pt x="516" y="557"/>
                  <a:pt x="517" y="557"/>
                </a:cubicBezTo>
                <a:cubicBezTo>
                  <a:pt x="517" y="557"/>
                  <a:pt x="517" y="556"/>
                  <a:pt x="517" y="556"/>
                </a:cubicBezTo>
                <a:cubicBezTo>
                  <a:pt x="517" y="556"/>
                  <a:pt x="517" y="556"/>
                  <a:pt x="518" y="556"/>
                </a:cubicBezTo>
                <a:cubicBezTo>
                  <a:pt x="519" y="557"/>
                  <a:pt x="520" y="557"/>
                  <a:pt x="521" y="557"/>
                </a:cubicBezTo>
                <a:cubicBezTo>
                  <a:pt x="521" y="557"/>
                  <a:pt x="522" y="556"/>
                  <a:pt x="522" y="557"/>
                </a:cubicBezTo>
                <a:cubicBezTo>
                  <a:pt x="522" y="557"/>
                  <a:pt x="522" y="557"/>
                  <a:pt x="523" y="557"/>
                </a:cubicBezTo>
                <a:cubicBezTo>
                  <a:pt x="523" y="557"/>
                  <a:pt x="523" y="557"/>
                  <a:pt x="523" y="557"/>
                </a:cubicBezTo>
                <a:cubicBezTo>
                  <a:pt x="523" y="557"/>
                  <a:pt x="524" y="557"/>
                  <a:pt x="524" y="557"/>
                </a:cubicBezTo>
                <a:cubicBezTo>
                  <a:pt x="524" y="557"/>
                  <a:pt x="524" y="557"/>
                  <a:pt x="524" y="557"/>
                </a:cubicBezTo>
                <a:cubicBezTo>
                  <a:pt x="524" y="557"/>
                  <a:pt x="524" y="557"/>
                  <a:pt x="524" y="557"/>
                </a:cubicBezTo>
                <a:cubicBezTo>
                  <a:pt x="524" y="558"/>
                  <a:pt x="524" y="558"/>
                  <a:pt x="524" y="558"/>
                </a:cubicBezTo>
                <a:cubicBezTo>
                  <a:pt x="524" y="558"/>
                  <a:pt x="523" y="558"/>
                  <a:pt x="523" y="558"/>
                </a:cubicBezTo>
                <a:cubicBezTo>
                  <a:pt x="523" y="558"/>
                  <a:pt x="523" y="558"/>
                  <a:pt x="523" y="558"/>
                </a:cubicBezTo>
                <a:cubicBezTo>
                  <a:pt x="523" y="558"/>
                  <a:pt x="523" y="558"/>
                  <a:pt x="523" y="559"/>
                </a:cubicBezTo>
                <a:cubicBezTo>
                  <a:pt x="523" y="559"/>
                  <a:pt x="523" y="559"/>
                  <a:pt x="523" y="559"/>
                </a:cubicBezTo>
                <a:cubicBezTo>
                  <a:pt x="524" y="559"/>
                  <a:pt x="523" y="559"/>
                  <a:pt x="523" y="559"/>
                </a:cubicBezTo>
                <a:cubicBezTo>
                  <a:pt x="523" y="559"/>
                  <a:pt x="523" y="559"/>
                  <a:pt x="523" y="559"/>
                </a:cubicBezTo>
                <a:cubicBezTo>
                  <a:pt x="523" y="560"/>
                  <a:pt x="523" y="560"/>
                  <a:pt x="523" y="560"/>
                </a:cubicBezTo>
                <a:cubicBezTo>
                  <a:pt x="523" y="560"/>
                  <a:pt x="524" y="560"/>
                  <a:pt x="524" y="560"/>
                </a:cubicBezTo>
                <a:cubicBezTo>
                  <a:pt x="525" y="560"/>
                  <a:pt x="526" y="561"/>
                  <a:pt x="527" y="561"/>
                </a:cubicBezTo>
                <a:cubicBezTo>
                  <a:pt x="527" y="561"/>
                  <a:pt x="527" y="562"/>
                  <a:pt x="527" y="562"/>
                </a:cubicBezTo>
                <a:cubicBezTo>
                  <a:pt x="528" y="562"/>
                  <a:pt x="528" y="562"/>
                  <a:pt x="528" y="562"/>
                </a:cubicBezTo>
                <a:cubicBezTo>
                  <a:pt x="529" y="562"/>
                  <a:pt x="529" y="563"/>
                  <a:pt x="529" y="563"/>
                </a:cubicBezTo>
                <a:cubicBezTo>
                  <a:pt x="528" y="563"/>
                  <a:pt x="527" y="562"/>
                  <a:pt x="526" y="563"/>
                </a:cubicBezTo>
                <a:cubicBezTo>
                  <a:pt x="526" y="563"/>
                  <a:pt x="526" y="563"/>
                  <a:pt x="525" y="563"/>
                </a:cubicBezTo>
                <a:cubicBezTo>
                  <a:pt x="525" y="563"/>
                  <a:pt x="525" y="563"/>
                  <a:pt x="525" y="563"/>
                </a:cubicBezTo>
                <a:cubicBezTo>
                  <a:pt x="525" y="563"/>
                  <a:pt x="525" y="562"/>
                  <a:pt x="525" y="562"/>
                </a:cubicBezTo>
                <a:cubicBezTo>
                  <a:pt x="525" y="562"/>
                  <a:pt x="525" y="562"/>
                  <a:pt x="525" y="562"/>
                </a:cubicBezTo>
                <a:cubicBezTo>
                  <a:pt x="524" y="562"/>
                  <a:pt x="523" y="561"/>
                  <a:pt x="522" y="561"/>
                </a:cubicBezTo>
                <a:cubicBezTo>
                  <a:pt x="522" y="561"/>
                  <a:pt x="521" y="561"/>
                  <a:pt x="521" y="561"/>
                </a:cubicBezTo>
                <a:cubicBezTo>
                  <a:pt x="520" y="561"/>
                  <a:pt x="519" y="561"/>
                  <a:pt x="519" y="561"/>
                </a:cubicBezTo>
                <a:cubicBezTo>
                  <a:pt x="519" y="561"/>
                  <a:pt x="519" y="561"/>
                  <a:pt x="519" y="561"/>
                </a:cubicBezTo>
                <a:cubicBezTo>
                  <a:pt x="520" y="562"/>
                  <a:pt x="521" y="562"/>
                  <a:pt x="522" y="562"/>
                </a:cubicBezTo>
                <a:cubicBezTo>
                  <a:pt x="522" y="562"/>
                  <a:pt x="523" y="562"/>
                  <a:pt x="524" y="563"/>
                </a:cubicBezTo>
                <a:cubicBezTo>
                  <a:pt x="525" y="563"/>
                  <a:pt x="525" y="564"/>
                  <a:pt x="525" y="565"/>
                </a:cubicBezTo>
                <a:cubicBezTo>
                  <a:pt x="525" y="565"/>
                  <a:pt x="525" y="565"/>
                  <a:pt x="525" y="565"/>
                </a:cubicBezTo>
                <a:cubicBezTo>
                  <a:pt x="525" y="565"/>
                  <a:pt x="525" y="565"/>
                  <a:pt x="525" y="565"/>
                </a:cubicBezTo>
                <a:cubicBezTo>
                  <a:pt x="524" y="564"/>
                  <a:pt x="524" y="564"/>
                  <a:pt x="523" y="564"/>
                </a:cubicBezTo>
                <a:cubicBezTo>
                  <a:pt x="523" y="564"/>
                  <a:pt x="523" y="564"/>
                  <a:pt x="523" y="564"/>
                </a:cubicBezTo>
                <a:cubicBezTo>
                  <a:pt x="524" y="565"/>
                  <a:pt x="524" y="565"/>
                  <a:pt x="525" y="566"/>
                </a:cubicBezTo>
                <a:cubicBezTo>
                  <a:pt x="525" y="566"/>
                  <a:pt x="525" y="566"/>
                  <a:pt x="525" y="566"/>
                </a:cubicBezTo>
                <a:cubicBezTo>
                  <a:pt x="525" y="566"/>
                  <a:pt x="525" y="565"/>
                  <a:pt x="525" y="565"/>
                </a:cubicBezTo>
                <a:cubicBezTo>
                  <a:pt x="526" y="565"/>
                  <a:pt x="526" y="565"/>
                  <a:pt x="526" y="565"/>
                </a:cubicBezTo>
                <a:cubicBezTo>
                  <a:pt x="526" y="566"/>
                  <a:pt x="527" y="566"/>
                  <a:pt x="527" y="566"/>
                </a:cubicBezTo>
                <a:cubicBezTo>
                  <a:pt x="527" y="566"/>
                  <a:pt x="527" y="566"/>
                  <a:pt x="527" y="566"/>
                </a:cubicBezTo>
                <a:cubicBezTo>
                  <a:pt x="527" y="566"/>
                  <a:pt x="527" y="567"/>
                  <a:pt x="527" y="567"/>
                </a:cubicBezTo>
                <a:cubicBezTo>
                  <a:pt x="527" y="567"/>
                  <a:pt x="527" y="567"/>
                  <a:pt x="526" y="567"/>
                </a:cubicBezTo>
                <a:cubicBezTo>
                  <a:pt x="526" y="568"/>
                  <a:pt x="526" y="568"/>
                  <a:pt x="526" y="568"/>
                </a:cubicBezTo>
                <a:cubicBezTo>
                  <a:pt x="526" y="568"/>
                  <a:pt x="526" y="568"/>
                  <a:pt x="527" y="568"/>
                </a:cubicBezTo>
                <a:cubicBezTo>
                  <a:pt x="527" y="568"/>
                  <a:pt x="527" y="568"/>
                  <a:pt x="527" y="568"/>
                </a:cubicBezTo>
                <a:cubicBezTo>
                  <a:pt x="528" y="568"/>
                  <a:pt x="528" y="568"/>
                  <a:pt x="528" y="568"/>
                </a:cubicBezTo>
                <a:cubicBezTo>
                  <a:pt x="528" y="568"/>
                  <a:pt x="528" y="568"/>
                  <a:pt x="528" y="568"/>
                </a:cubicBezTo>
                <a:cubicBezTo>
                  <a:pt x="528" y="568"/>
                  <a:pt x="528" y="568"/>
                  <a:pt x="529" y="568"/>
                </a:cubicBezTo>
                <a:cubicBezTo>
                  <a:pt x="529" y="568"/>
                  <a:pt x="530" y="568"/>
                  <a:pt x="531" y="568"/>
                </a:cubicBezTo>
                <a:cubicBezTo>
                  <a:pt x="532" y="568"/>
                  <a:pt x="532" y="568"/>
                  <a:pt x="533" y="568"/>
                </a:cubicBezTo>
                <a:cubicBezTo>
                  <a:pt x="533" y="569"/>
                  <a:pt x="533" y="569"/>
                  <a:pt x="533" y="569"/>
                </a:cubicBezTo>
                <a:cubicBezTo>
                  <a:pt x="533" y="569"/>
                  <a:pt x="533" y="569"/>
                  <a:pt x="534" y="569"/>
                </a:cubicBezTo>
                <a:cubicBezTo>
                  <a:pt x="534" y="569"/>
                  <a:pt x="534" y="569"/>
                  <a:pt x="534" y="569"/>
                </a:cubicBezTo>
                <a:cubicBezTo>
                  <a:pt x="534" y="569"/>
                  <a:pt x="535" y="569"/>
                  <a:pt x="535" y="569"/>
                </a:cubicBezTo>
                <a:cubicBezTo>
                  <a:pt x="535" y="570"/>
                  <a:pt x="534" y="570"/>
                  <a:pt x="535" y="570"/>
                </a:cubicBezTo>
                <a:cubicBezTo>
                  <a:pt x="535" y="571"/>
                  <a:pt x="535" y="571"/>
                  <a:pt x="535" y="572"/>
                </a:cubicBezTo>
                <a:cubicBezTo>
                  <a:pt x="534" y="572"/>
                  <a:pt x="534" y="572"/>
                  <a:pt x="534" y="572"/>
                </a:cubicBezTo>
                <a:cubicBezTo>
                  <a:pt x="533" y="573"/>
                  <a:pt x="533" y="573"/>
                  <a:pt x="533" y="573"/>
                </a:cubicBezTo>
                <a:cubicBezTo>
                  <a:pt x="533" y="573"/>
                  <a:pt x="533" y="574"/>
                  <a:pt x="533" y="574"/>
                </a:cubicBezTo>
                <a:cubicBezTo>
                  <a:pt x="533" y="574"/>
                  <a:pt x="533" y="574"/>
                  <a:pt x="532" y="574"/>
                </a:cubicBezTo>
                <a:cubicBezTo>
                  <a:pt x="532" y="574"/>
                  <a:pt x="532" y="575"/>
                  <a:pt x="532" y="575"/>
                </a:cubicBezTo>
                <a:cubicBezTo>
                  <a:pt x="531" y="575"/>
                  <a:pt x="531" y="576"/>
                  <a:pt x="530" y="576"/>
                </a:cubicBezTo>
                <a:cubicBezTo>
                  <a:pt x="530" y="576"/>
                  <a:pt x="530" y="576"/>
                  <a:pt x="530" y="576"/>
                </a:cubicBezTo>
                <a:cubicBezTo>
                  <a:pt x="530" y="576"/>
                  <a:pt x="530" y="577"/>
                  <a:pt x="531" y="577"/>
                </a:cubicBezTo>
                <a:cubicBezTo>
                  <a:pt x="531" y="577"/>
                  <a:pt x="531" y="577"/>
                  <a:pt x="532" y="577"/>
                </a:cubicBezTo>
                <a:cubicBezTo>
                  <a:pt x="532" y="577"/>
                  <a:pt x="532" y="577"/>
                  <a:pt x="532" y="577"/>
                </a:cubicBezTo>
                <a:cubicBezTo>
                  <a:pt x="533" y="577"/>
                  <a:pt x="533" y="578"/>
                  <a:pt x="533" y="578"/>
                </a:cubicBezTo>
                <a:cubicBezTo>
                  <a:pt x="533" y="578"/>
                  <a:pt x="533" y="578"/>
                  <a:pt x="533" y="578"/>
                </a:cubicBezTo>
                <a:cubicBezTo>
                  <a:pt x="533" y="578"/>
                  <a:pt x="533" y="578"/>
                  <a:pt x="533" y="578"/>
                </a:cubicBezTo>
                <a:cubicBezTo>
                  <a:pt x="533" y="578"/>
                  <a:pt x="533" y="578"/>
                  <a:pt x="534" y="578"/>
                </a:cubicBezTo>
                <a:cubicBezTo>
                  <a:pt x="534" y="578"/>
                  <a:pt x="534" y="578"/>
                  <a:pt x="534" y="578"/>
                </a:cubicBezTo>
                <a:cubicBezTo>
                  <a:pt x="534" y="578"/>
                  <a:pt x="534" y="578"/>
                  <a:pt x="534" y="578"/>
                </a:cubicBezTo>
                <a:cubicBezTo>
                  <a:pt x="534" y="578"/>
                  <a:pt x="534" y="578"/>
                  <a:pt x="534" y="578"/>
                </a:cubicBezTo>
                <a:cubicBezTo>
                  <a:pt x="535" y="578"/>
                  <a:pt x="535" y="578"/>
                  <a:pt x="535" y="578"/>
                </a:cubicBezTo>
                <a:cubicBezTo>
                  <a:pt x="535" y="578"/>
                  <a:pt x="535" y="579"/>
                  <a:pt x="535" y="579"/>
                </a:cubicBezTo>
                <a:cubicBezTo>
                  <a:pt x="535" y="579"/>
                  <a:pt x="535" y="579"/>
                  <a:pt x="535" y="579"/>
                </a:cubicBezTo>
                <a:cubicBezTo>
                  <a:pt x="535" y="579"/>
                  <a:pt x="535" y="579"/>
                  <a:pt x="535" y="579"/>
                </a:cubicBezTo>
                <a:cubicBezTo>
                  <a:pt x="535" y="580"/>
                  <a:pt x="536" y="582"/>
                  <a:pt x="535" y="582"/>
                </a:cubicBezTo>
                <a:cubicBezTo>
                  <a:pt x="535" y="582"/>
                  <a:pt x="535" y="582"/>
                  <a:pt x="535" y="582"/>
                </a:cubicBezTo>
                <a:cubicBezTo>
                  <a:pt x="535" y="582"/>
                  <a:pt x="534" y="582"/>
                  <a:pt x="534" y="581"/>
                </a:cubicBezTo>
                <a:cubicBezTo>
                  <a:pt x="534" y="581"/>
                  <a:pt x="534" y="581"/>
                  <a:pt x="534" y="581"/>
                </a:cubicBezTo>
                <a:cubicBezTo>
                  <a:pt x="534" y="581"/>
                  <a:pt x="533" y="581"/>
                  <a:pt x="533" y="581"/>
                </a:cubicBezTo>
                <a:cubicBezTo>
                  <a:pt x="533" y="581"/>
                  <a:pt x="533" y="582"/>
                  <a:pt x="533" y="582"/>
                </a:cubicBezTo>
                <a:cubicBezTo>
                  <a:pt x="533" y="582"/>
                  <a:pt x="534" y="582"/>
                  <a:pt x="534" y="582"/>
                </a:cubicBezTo>
                <a:cubicBezTo>
                  <a:pt x="534" y="582"/>
                  <a:pt x="534" y="583"/>
                  <a:pt x="534" y="583"/>
                </a:cubicBezTo>
                <a:cubicBezTo>
                  <a:pt x="535" y="583"/>
                  <a:pt x="534" y="584"/>
                  <a:pt x="534" y="584"/>
                </a:cubicBezTo>
                <a:cubicBezTo>
                  <a:pt x="534" y="585"/>
                  <a:pt x="533" y="586"/>
                  <a:pt x="532" y="586"/>
                </a:cubicBezTo>
                <a:cubicBezTo>
                  <a:pt x="531" y="586"/>
                  <a:pt x="531" y="586"/>
                  <a:pt x="530" y="586"/>
                </a:cubicBezTo>
                <a:cubicBezTo>
                  <a:pt x="530" y="586"/>
                  <a:pt x="530" y="587"/>
                  <a:pt x="530" y="588"/>
                </a:cubicBezTo>
                <a:cubicBezTo>
                  <a:pt x="530" y="588"/>
                  <a:pt x="529" y="588"/>
                  <a:pt x="529" y="588"/>
                </a:cubicBezTo>
                <a:cubicBezTo>
                  <a:pt x="529" y="588"/>
                  <a:pt x="528" y="588"/>
                  <a:pt x="528" y="588"/>
                </a:cubicBezTo>
                <a:cubicBezTo>
                  <a:pt x="528" y="588"/>
                  <a:pt x="528" y="588"/>
                  <a:pt x="528" y="587"/>
                </a:cubicBezTo>
                <a:cubicBezTo>
                  <a:pt x="528" y="587"/>
                  <a:pt x="528" y="586"/>
                  <a:pt x="527" y="586"/>
                </a:cubicBezTo>
                <a:cubicBezTo>
                  <a:pt x="527" y="586"/>
                  <a:pt x="527" y="586"/>
                  <a:pt x="527" y="586"/>
                </a:cubicBezTo>
                <a:cubicBezTo>
                  <a:pt x="527" y="586"/>
                  <a:pt x="526" y="587"/>
                  <a:pt x="526" y="587"/>
                </a:cubicBezTo>
                <a:cubicBezTo>
                  <a:pt x="527" y="587"/>
                  <a:pt x="527" y="587"/>
                  <a:pt x="526" y="587"/>
                </a:cubicBezTo>
                <a:cubicBezTo>
                  <a:pt x="526" y="587"/>
                  <a:pt x="526" y="587"/>
                  <a:pt x="526" y="587"/>
                </a:cubicBezTo>
                <a:cubicBezTo>
                  <a:pt x="526" y="587"/>
                  <a:pt x="525" y="587"/>
                  <a:pt x="525" y="587"/>
                </a:cubicBezTo>
                <a:cubicBezTo>
                  <a:pt x="525" y="587"/>
                  <a:pt x="524" y="586"/>
                  <a:pt x="524" y="586"/>
                </a:cubicBezTo>
                <a:cubicBezTo>
                  <a:pt x="524" y="586"/>
                  <a:pt x="523" y="586"/>
                  <a:pt x="523" y="586"/>
                </a:cubicBezTo>
                <a:cubicBezTo>
                  <a:pt x="523" y="587"/>
                  <a:pt x="523" y="587"/>
                  <a:pt x="524" y="587"/>
                </a:cubicBezTo>
                <a:cubicBezTo>
                  <a:pt x="524" y="587"/>
                  <a:pt x="524" y="587"/>
                  <a:pt x="524" y="588"/>
                </a:cubicBezTo>
                <a:cubicBezTo>
                  <a:pt x="524" y="588"/>
                  <a:pt x="524" y="588"/>
                  <a:pt x="524" y="588"/>
                </a:cubicBezTo>
                <a:cubicBezTo>
                  <a:pt x="524" y="588"/>
                  <a:pt x="524" y="588"/>
                  <a:pt x="524" y="588"/>
                </a:cubicBezTo>
                <a:cubicBezTo>
                  <a:pt x="524" y="588"/>
                  <a:pt x="524" y="588"/>
                  <a:pt x="523" y="588"/>
                </a:cubicBezTo>
                <a:cubicBezTo>
                  <a:pt x="523" y="588"/>
                  <a:pt x="523" y="588"/>
                  <a:pt x="523" y="588"/>
                </a:cubicBezTo>
                <a:cubicBezTo>
                  <a:pt x="523" y="589"/>
                  <a:pt x="523" y="589"/>
                  <a:pt x="523" y="589"/>
                </a:cubicBezTo>
                <a:cubicBezTo>
                  <a:pt x="523" y="589"/>
                  <a:pt x="524" y="589"/>
                  <a:pt x="524" y="589"/>
                </a:cubicBezTo>
                <a:cubicBezTo>
                  <a:pt x="524" y="589"/>
                  <a:pt x="524" y="589"/>
                  <a:pt x="525" y="589"/>
                </a:cubicBezTo>
                <a:cubicBezTo>
                  <a:pt x="525" y="589"/>
                  <a:pt x="525" y="590"/>
                  <a:pt x="525" y="590"/>
                </a:cubicBezTo>
                <a:cubicBezTo>
                  <a:pt x="525" y="590"/>
                  <a:pt x="525" y="590"/>
                  <a:pt x="526" y="590"/>
                </a:cubicBezTo>
                <a:cubicBezTo>
                  <a:pt x="526" y="590"/>
                  <a:pt x="526" y="591"/>
                  <a:pt x="525" y="591"/>
                </a:cubicBezTo>
                <a:cubicBezTo>
                  <a:pt x="525" y="591"/>
                  <a:pt x="525" y="592"/>
                  <a:pt x="525" y="592"/>
                </a:cubicBezTo>
                <a:cubicBezTo>
                  <a:pt x="525" y="592"/>
                  <a:pt x="525" y="592"/>
                  <a:pt x="525" y="592"/>
                </a:cubicBezTo>
                <a:cubicBezTo>
                  <a:pt x="526" y="592"/>
                  <a:pt x="526" y="592"/>
                  <a:pt x="526" y="592"/>
                </a:cubicBezTo>
                <a:cubicBezTo>
                  <a:pt x="526" y="592"/>
                  <a:pt x="526" y="592"/>
                  <a:pt x="526" y="592"/>
                </a:cubicBezTo>
                <a:cubicBezTo>
                  <a:pt x="526" y="593"/>
                  <a:pt x="526" y="594"/>
                  <a:pt x="526" y="595"/>
                </a:cubicBezTo>
                <a:cubicBezTo>
                  <a:pt x="526" y="595"/>
                  <a:pt x="526" y="595"/>
                  <a:pt x="526" y="595"/>
                </a:cubicBezTo>
                <a:cubicBezTo>
                  <a:pt x="526" y="595"/>
                  <a:pt x="526" y="595"/>
                  <a:pt x="526" y="595"/>
                </a:cubicBezTo>
                <a:cubicBezTo>
                  <a:pt x="526" y="595"/>
                  <a:pt x="527" y="596"/>
                  <a:pt x="527" y="596"/>
                </a:cubicBezTo>
                <a:cubicBezTo>
                  <a:pt x="527" y="596"/>
                  <a:pt x="527" y="596"/>
                  <a:pt x="527" y="596"/>
                </a:cubicBezTo>
                <a:cubicBezTo>
                  <a:pt x="527" y="596"/>
                  <a:pt x="527" y="596"/>
                  <a:pt x="527" y="596"/>
                </a:cubicBezTo>
                <a:cubicBezTo>
                  <a:pt x="527" y="595"/>
                  <a:pt x="528" y="595"/>
                  <a:pt x="528" y="594"/>
                </a:cubicBezTo>
                <a:cubicBezTo>
                  <a:pt x="528" y="594"/>
                  <a:pt x="528" y="594"/>
                  <a:pt x="528" y="594"/>
                </a:cubicBezTo>
                <a:cubicBezTo>
                  <a:pt x="529" y="594"/>
                  <a:pt x="529" y="593"/>
                  <a:pt x="529" y="594"/>
                </a:cubicBezTo>
                <a:cubicBezTo>
                  <a:pt x="529" y="594"/>
                  <a:pt x="529" y="595"/>
                  <a:pt x="529" y="595"/>
                </a:cubicBezTo>
                <a:cubicBezTo>
                  <a:pt x="529" y="596"/>
                  <a:pt x="529" y="596"/>
                  <a:pt x="528" y="596"/>
                </a:cubicBezTo>
                <a:cubicBezTo>
                  <a:pt x="528" y="596"/>
                  <a:pt x="528" y="596"/>
                  <a:pt x="528" y="596"/>
                </a:cubicBezTo>
                <a:cubicBezTo>
                  <a:pt x="528" y="597"/>
                  <a:pt x="528" y="597"/>
                  <a:pt x="527" y="597"/>
                </a:cubicBezTo>
                <a:cubicBezTo>
                  <a:pt x="527" y="597"/>
                  <a:pt x="527" y="598"/>
                  <a:pt x="527" y="598"/>
                </a:cubicBezTo>
                <a:cubicBezTo>
                  <a:pt x="527" y="599"/>
                  <a:pt x="527" y="599"/>
                  <a:pt x="527" y="599"/>
                </a:cubicBezTo>
                <a:cubicBezTo>
                  <a:pt x="527" y="599"/>
                  <a:pt x="527" y="599"/>
                  <a:pt x="527" y="599"/>
                </a:cubicBezTo>
                <a:cubicBezTo>
                  <a:pt x="527" y="599"/>
                  <a:pt x="527" y="600"/>
                  <a:pt x="527" y="600"/>
                </a:cubicBezTo>
                <a:cubicBezTo>
                  <a:pt x="527" y="600"/>
                  <a:pt x="528" y="601"/>
                  <a:pt x="528" y="601"/>
                </a:cubicBezTo>
                <a:cubicBezTo>
                  <a:pt x="528" y="602"/>
                  <a:pt x="529" y="602"/>
                  <a:pt x="529" y="603"/>
                </a:cubicBezTo>
                <a:cubicBezTo>
                  <a:pt x="530" y="603"/>
                  <a:pt x="530" y="604"/>
                  <a:pt x="531" y="605"/>
                </a:cubicBezTo>
                <a:cubicBezTo>
                  <a:pt x="531" y="605"/>
                  <a:pt x="531" y="605"/>
                  <a:pt x="532" y="605"/>
                </a:cubicBezTo>
                <a:cubicBezTo>
                  <a:pt x="532" y="606"/>
                  <a:pt x="532" y="606"/>
                  <a:pt x="532" y="606"/>
                </a:cubicBezTo>
                <a:cubicBezTo>
                  <a:pt x="532" y="607"/>
                  <a:pt x="533" y="607"/>
                  <a:pt x="534" y="608"/>
                </a:cubicBezTo>
                <a:cubicBezTo>
                  <a:pt x="534" y="609"/>
                  <a:pt x="534" y="609"/>
                  <a:pt x="534" y="609"/>
                </a:cubicBezTo>
                <a:cubicBezTo>
                  <a:pt x="535" y="610"/>
                  <a:pt x="535" y="610"/>
                  <a:pt x="535" y="610"/>
                </a:cubicBezTo>
                <a:cubicBezTo>
                  <a:pt x="535" y="611"/>
                  <a:pt x="535" y="611"/>
                  <a:pt x="536" y="611"/>
                </a:cubicBezTo>
                <a:cubicBezTo>
                  <a:pt x="536" y="612"/>
                  <a:pt x="536" y="612"/>
                  <a:pt x="535" y="613"/>
                </a:cubicBezTo>
                <a:cubicBezTo>
                  <a:pt x="535" y="614"/>
                  <a:pt x="535" y="614"/>
                  <a:pt x="535" y="615"/>
                </a:cubicBezTo>
                <a:cubicBezTo>
                  <a:pt x="535" y="615"/>
                  <a:pt x="535" y="616"/>
                  <a:pt x="535" y="616"/>
                </a:cubicBezTo>
                <a:cubicBezTo>
                  <a:pt x="535" y="617"/>
                  <a:pt x="534" y="617"/>
                  <a:pt x="534" y="618"/>
                </a:cubicBezTo>
                <a:cubicBezTo>
                  <a:pt x="534" y="619"/>
                  <a:pt x="534" y="620"/>
                  <a:pt x="534" y="620"/>
                </a:cubicBezTo>
                <a:cubicBezTo>
                  <a:pt x="533" y="621"/>
                  <a:pt x="533" y="621"/>
                  <a:pt x="533" y="621"/>
                </a:cubicBezTo>
                <a:cubicBezTo>
                  <a:pt x="533" y="621"/>
                  <a:pt x="533" y="621"/>
                  <a:pt x="533" y="621"/>
                </a:cubicBezTo>
                <a:cubicBezTo>
                  <a:pt x="533" y="622"/>
                  <a:pt x="533" y="622"/>
                  <a:pt x="532" y="622"/>
                </a:cubicBezTo>
                <a:cubicBezTo>
                  <a:pt x="532" y="622"/>
                  <a:pt x="532" y="622"/>
                  <a:pt x="532" y="622"/>
                </a:cubicBezTo>
                <a:cubicBezTo>
                  <a:pt x="531" y="622"/>
                  <a:pt x="531" y="622"/>
                  <a:pt x="530" y="622"/>
                </a:cubicBezTo>
                <a:cubicBezTo>
                  <a:pt x="530" y="622"/>
                  <a:pt x="529" y="622"/>
                  <a:pt x="529" y="623"/>
                </a:cubicBezTo>
                <a:cubicBezTo>
                  <a:pt x="529" y="623"/>
                  <a:pt x="528" y="624"/>
                  <a:pt x="528" y="625"/>
                </a:cubicBezTo>
                <a:cubicBezTo>
                  <a:pt x="528" y="626"/>
                  <a:pt x="528" y="626"/>
                  <a:pt x="528" y="626"/>
                </a:cubicBezTo>
                <a:cubicBezTo>
                  <a:pt x="528" y="626"/>
                  <a:pt x="527" y="626"/>
                  <a:pt x="527" y="626"/>
                </a:cubicBezTo>
                <a:cubicBezTo>
                  <a:pt x="527" y="626"/>
                  <a:pt x="527" y="627"/>
                  <a:pt x="527" y="627"/>
                </a:cubicBezTo>
                <a:cubicBezTo>
                  <a:pt x="527" y="627"/>
                  <a:pt x="527" y="628"/>
                  <a:pt x="527" y="628"/>
                </a:cubicBezTo>
                <a:cubicBezTo>
                  <a:pt x="527" y="628"/>
                  <a:pt x="526" y="628"/>
                  <a:pt x="526" y="628"/>
                </a:cubicBezTo>
                <a:cubicBezTo>
                  <a:pt x="526" y="628"/>
                  <a:pt x="526" y="628"/>
                  <a:pt x="526" y="628"/>
                </a:cubicBezTo>
                <a:cubicBezTo>
                  <a:pt x="526" y="628"/>
                  <a:pt x="526" y="628"/>
                  <a:pt x="526" y="628"/>
                </a:cubicBezTo>
                <a:cubicBezTo>
                  <a:pt x="525" y="628"/>
                  <a:pt x="525" y="628"/>
                  <a:pt x="525" y="629"/>
                </a:cubicBezTo>
                <a:cubicBezTo>
                  <a:pt x="524" y="629"/>
                  <a:pt x="524" y="629"/>
                  <a:pt x="524" y="629"/>
                </a:cubicBezTo>
                <a:cubicBezTo>
                  <a:pt x="524" y="629"/>
                  <a:pt x="525" y="629"/>
                  <a:pt x="525" y="629"/>
                </a:cubicBezTo>
                <a:cubicBezTo>
                  <a:pt x="525" y="629"/>
                  <a:pt x="525" y="629"/>
                  <a:pt x="525" y="629"/>
                </a:cubicBezTo>
                <a:cubicBezTo>
                  <a:pt x="525" y="629"/>
                  <a:pt x="524" y="630"/>
                  <a:pt x="524" y="630"/>
                </a:cubicBezTo>
                <a:cubicBezTo>
                  <a:pt x="524" y="630"/>
                  <a:pt x="524" y="630"/>
                  <a:pt x="524" y="630"/>
                </a:cubicBezTo>
                <a:cubicBezTo>
                  <a:pt x="524" y="630"/>
                  <a:pt x="524" y="630"/>
                  <a:pt x="524" y="630"/>
                </a:cubicBezTo>
                <a:cubicBezTo>
                  <a:pt x="524" y="631"/>
                  <a:pt x="524" y="631"/>
                  <a:pt x="523" y="632"/>
                </a:cubicBezTo>
                <a:cubicBezTo>
                  <a:pt x="523" y="632"/>
                  <a:pt x="523" y="632"/>
                  <a:pt x="522" y="632"/>
                </a:cubicBezTo>
                <a:cubicBezTo>
                  <a:pt x="522" y="632"/>
                  <a:pt x="521" y="632"/>
                  <a:pt x="521" y="632"/>
                </a:cubicBezTo>
                <a:cubicBezTo>
                  <a:pt x="521" y="632"/>
                  <a:pt x="521" y="632"/>
                  <a:pt x="521" y="632"/>
                </a:cubicBezTo>
                <a:cubicBezTo>
                  <a:pt x="520" y="632"/>
                  <a:pt x="520" y="632"/>
                  <a:pt x="520" y="632"/>
                </a:cubicBezTo>
                <a:cubicBezTo>
                  <a:pt x="520" y="632"/>
                  <a:pt x="520" y="633"/>
                  <a:pt x="519" y="633"/>
                </a:cubicBezTo>
                <a:cubicBezTo>
                  <a:pt x="519" y="634"/>
                  <a:pt x="518" y="635"/>
                  <a:pt x="518" y="635"/>
                </a:cubicBezTo>
                <a:cubicBezTo>
                  <a:pt x="517" y="635"/>
                  <a:pt x="517" y="635"/>
                  <a:pt x="517" y="636"/>
                </a:cubicBezTo>
                <a:cubicBezTo>
                  <a:pt x="516" y="636"/>
                  <a:pt x="515" y="636"/>
                  <a:pt x="515" y="636"/>
                </a:cubicBezTo>
                <a:cubicBezTo>
                  <a:pt x="515" y="636"/>
                  <a:pt x="515" y="636"/>
                  <a:pt x="515" y="636"/>
                </a:cubicBezTo>
                <a:cubicBezTo>
                  <a:pt x="515" y="636"/>
                  <a:pt x="515" y="636"/>
                  <a:pt x="515" y="635"/>
                </a:cubicBezTo>
                <a:cubicBezTo>
                  <a:pt x="515" y="635"/>
                  <a:pt x="515" y="635"/>
                  <a:pt x="515" y="635"/>
                </a:cubicBezTo>
                <a:cubicBezTo>
                  <a:pt x="515" y="635"/>
                  <a:pt x="515" y="635"/>
                  <a:pt x="515" y="634"/>
                </a:cubicBezTo>
                <a:cubicBezTo>
                  <a:pt x="515" y="634"/>
                  <a:pt x="515" y="634"/>
                  <a:pt x="514" y="634"/>
                </a:cubicBezTo>
                <a:cubicBezTo>
                  <a:pt x="514" y="634"/>
                  <a:pt x="514" y="633"/>
                  <a:pt x="514" y="633"/>
                </a:cubicBezTo>
                <a:cubicBezTo>
                  <a:pt x="514" y="633"/>
                  <a:pt x="514" y="633"/>
                  <a:pt x="514" y="633"/>
                </a:cubicBezTo>
                <a:cubicBezTo>
                  <a:pt x="514" y="633"/>
                  <a:pt x="514" y="633"/>
                  <a:pt x="514" y="633"/>
                </a:cubicBezTo>
                <a:cubicBezTo>
                  <a:pt x="513" y="632"/>
                  <a:pt x="513" y="632"/>
                  <a:pt x="512" y="631"/>
                </a:cubicBezTo>
                <a:cubicBezTo>
                  <a:pt x="512" y="631"/>
                  <a:pt x="511" y="631"/>
                  <a:pt x="511" y="631"/>
                </a:cubicBezTo>
                <a:cubicBezTo>
                  <a:pt x="511" y="631"/>
                  <a:pt x="511" y="630"/>
                  <a:pt x="511" y="630"/>
                </a:cubicBezTo>
                <a:cubicBezTo>
                  <a:pt x="511" y="630"/>
                  <a:pt x="511" y="629"/>
                  <a:pt x="511" y="629"/>
                </a:cubicBezTo>
                <a:cubicBezTo>
                  <a:pt x="511" y="629"/>
                  <a:pt x="511" y="629"/>
                  <a:pt x="511" y="628"/>
                </a:cubicBezTo>
                <a:cubicBezTo>
                  <a:pt x="511" y="628"/>
                  <a:pt x="511" y="628"/>
                  <a:pt x="511" y="628"/>
                </a:cubicBezTo>
                <a:cubicBezTo>
                  <a:pt x="511" y="628"/>
                  <a:pt x="511" y="628"/>
                  <a:pt x="512" y="627"/>
                </a:cubicBezTo>
                <a:cubicBezTo>
                  <a:pt x="512" y="627"/>
                  <a:pt x="512" y="627"/>
                  <a:pt x="512" y="627"/>
                </a:cubicBezTo>
                <a:cubicBezTo>
                  <a:pt x="512" y="626"/>
                  <a:pt x="512" y="625"/>
                  <a:pt x="512" y="624"/>
                </a:cubicBezTo>
                <a:cubicBezTo>
                  <a:pt x="512" y="624"/>
                  <a:pt x="512" y="624"/>
                  <a:pt x="512" y="624"/>
                </a:cubicBezTo>
                <a:cubicBezTo>
                  <a:pt x="511" y="624"/>
                  <a:pt x="511" y="624"/>
                  <a:pt x="511" y="624"/>
                </a:cubicBezTo>
                <a:cubicBezTo>
                  <a:pt x="511" y="624"/>
                  <a:pt x="511" y="625"/>
                  <a:pt x="511" y="625"/>
                </a:cubicBezTo>
                <a:cubicBezTo>
                  <a:pt x="511" y="625"/>
                  <a:pt x="511" y="626"/>
                  <a:pt x="511" y="627"/>
                </a:cubicBezTo>
                <a:cubicBezTo>
                  <a:pt x="511" y="627"/>
                  <a:pt x="511" y="627"/>
                  <a:pt x="511" y="627"/>
                </a:cubicBezTo>
                <a:cubicBezTo>
                  <a:pt x="511" y="628"/>
                  <a:pt x="510" y="628"/>
                  <a:pt x="510" y="628"/>
                </a:cubicBezTo>
                <a:cubicBezTo>
                  <a:pt x="510" y="628"/>
                  <a:pt x="509" y="628"/>
                  <a:pt x="509" y="628"/>
                </a:cubicBezTo>
                <a:cubicBezTo>
                  <a:pt x="508" y="628"/>
                  <a:pt x="508" y="627"/>
                  <a:pt x="508" y="627"/>
                </a:cubicBezTo>
                <a:cubicBezTo>
                  <a:pt x="508" y="627"/>
                  <a:pt x="508" y="627"/>
                  <a:pt x="508" y="626"/>
                </a:cubicBezTo>
                <a:cubicBezTo>
                  <a:pt x="508" y="626"/>
                  <a:pt x="508" y="626"/>
                  <a:pt x="508" y="626"/>
                </a:cubicBezTo>
                <a:cubicBezTo>
                  <a:pt x="508" y="626"/>
                  <a:pt x="507" y="626"/>
                  <a:pt x="507" y="625"/>
                </a:cubicBezTo>
                <a:cubicBezTo>
                  <a:pt x="507" y="625"/>
                  <a:pt x="507" y="625"/>
                  <a:pt x="507" y="624"/>
                </a:cubicBezTo>
                <a:cubicBezTo>
                  <a:pt x="507" y="624"/>
                  <a:pt x="507" y="624"/>
                  <a:pt x="507" y="623"/>
                </a:cubicBezTo>
                <a:cubicBezTo>
                  <a:pt x="507" y="623"/>
                  <a:pt x="507" y="623"/>
                  <a:pt x="507" y="623"/>
                </a:cubicBezTo>
                <a:cubicBezTo>
                  <a:pt x="507" y="623"/>
                  <a:pt x="507" y="623"/>
                  <a:pt x="507" y="623"/>
                </a:cubicBezTo>
                <a:cubicBezTo>
                  <a:pt x="506" y="622"/>
                  <a:pt x="506" y="622"/>
                  <a:pt x="505" y="622"/>
                </a:cubicBezTo>
                <a:cubicBezTo>
                  <a:pt x="505" y="622"/>
                  <a:pt x="504" y="622"/>
                  <a:pt x="504" y="622"/>
                </a:cubicBezTo>
                <a:cubicBezTo>
                  <a:pt x="503" y="622"/>
                  <a:pt x="502" y="622"/>
                  <a:pt x="502" y="623"/>
                </a:cubicBezTo>
                <a:cubicBezTo>
                  <a:pt x="501" y="623"/>
                  <a:pt x="500" y="623"/>
                  <a:pt x="500" y="624"/>
                </a:cubicBezTo>
                <a:cubicBezTo>
                  <a:pt x="500" y="624"/>
                  <a:pt x="500" y="624"/>
                  <a:pt x="500" y="624"/>
                </a:cubicBezTo>
                <a:cubicBezTo>
                  <a:pt x="500" y="624"/>
                  <a:pt x="500" y="624"/>
                  <a:pt x="500" y="624"/>
                </a:cubicBezTo>
                <a:cubicBezTo>
                  <a:pt x="500" y="625"/>
                  <a:pt x="501" y="625"/>
                  <a:pt x="501" y="625"/>
                </a:cubicBezTo>
                <a:cubicBezTo>
                  <a:pt x="502" y="625"/>
                  <a:pt x="502" y="625"/>
                  <a:pt x="502" y="624"/>
                </a:cubicBezTo>
                <a:cubicBezTo>
                  <a:pt x="503" y="624"/>
                  <a:pt x="503" y="624"/>
                  <a:pt x="503" y="624"/>
                </a:cubicBezTo>
                <a:cubicBezTo>
                  <a:pt x="503" y="623"/>
                  <a:pt x="503" y="623"/>
                  <a:pt x="502" y="623"/>
                </a:cubicBezTo>
                <a:cubicBezTo>
                  <a:pt x="503" y="622"/>
                  <a:pt x="505" y="622"/>
                  <a:pt x="506" y="623"/>
                </a:cubicBezTo>
                <a:cubicBezTo>
                  <a:pt x="506" y="624"/>
                  <a:pt x="505" y="624"/>
                  <a:pt x="505" y="624"/>
                </a:cubicBezTo>
                <a:cubicBezTo>
                  <a:pt x="505" y="624"/>
                  <a:pt x="506" y="625"/>
                  <a:pt x="507" y="626"/>
                </a:cubicBezTo>
                <a:cubicBezTo>
                  <a:pt x="507" y="626"/>
                  <a:pt x="507" y="626"/>
                  <a:pt x="507" y="626"/>
                </a:cubicBezTo>
                <a:cubicBezTo>
                  <a:pt x="507" y="627"/>
                  <a:pt x="508" y="627"/>
                  <a:pt x="508" y="627"/>
                </a:cubicBezTo>
                <a:cubicBezTo>
                  <a:pt x="508" y="627"/>
                  <a:pt x="508" y="627"/>
                  <a:pt x="508" y="628"/>
                </a:cubicBezTo>
                <a:cubicBezTo>
                  <a:pt x="508" y="628"/>
                  <a:pt x="508" y="628"/>
                  <a:pt x="508" y="628"/>
                </a:cubicBezTo>
                <a:cubicBezTo>
                  <a:pt x="508" y="628"/>
                  <a:pt x="509" y="628"/>
                  <a:pt x="509" y="629"/>
                </a:cubicBezTo>
                <a:cubicBezTo>
                  <a:pt x="509" y="629"/>
                  <a:pt x="509" y="629"/>
                  <a:pt x="509" y="629"/>
                </a:cubicBezTo>
                <a:cubicBezTo>
                  <a:pt x="510" y="629"/>
                  <a:pt x="510" y="629"/>
                  <a:pt x="510" y="629"/>
                </a:cubicBezTo>
                <a:cubicBezTo>
                  <a:pt x="510" y="630"/>
                  <a:pt x="510" y="630"/>
                  <a:pt x="510" y="631"/>
                </a:cubicBezTo>
                <a:cubicBezTo>
                  <a:pt x="510" y="631"/>
                  <a:pt x="510" y="631"/>
                  <a:pt x="510" y="631"/>
                </a:cubicBezTo>
                <a:cubicBezTo>
                  <a:pt x="510" y="632"/>
                  <a:pt x="510" y="632"/>
                  <a:pt x="510" y="632"/>
                </a:cubicBezTo>
                <a:cubicBezTo>
                  <a:pt x="511" y="633"/>
                  <a:pt x="512" y="634"/>
                  <a:pt x="512" y="635"/>
                </a:cubicBezTo>
                <a:cubicBezTo>
                  <a:pt x="512" y="635"/>
                  <a:pt x="512" y="636"/>
                  <a:pt x="512" y="636"/>
                </a:cubicBezTo>
                <a:cubicBezTo>
                  <a:pt x="512" y="636"/>
                  <a:pt x="512" y="637"/>
                  <a:pt x="512" y="637"/>
                </a:cubicBezTo>
                <a:cubicBezTo>
                  <a:pt x="513" y="637"/>
                  <a:pt x="513" y="638"/>
                  <a:pt x="513" y="638"/>
                </a:cubicBezTo>
                <a:cubicBezTo>
                  <a:pt x="513" y="639"/>
                  <a:pt x="513" y="639"/>
                  <a:pt x="513" y="639"/>
                </a:cubicBezTo>
                <a:cubicBezTo>
                  <a:pt x="513" y="639"/>
                  <a:pt x="513" y="639"/>
                  <a:pt x="514" y="639"/>
                </a:cubicBezTo>
                <a:cubicBezTo>
                  <a:pt x="514" y="639"/>
                  <a:pt x="514" y="639"/>
                  <a:pt x="514" y="639"/>
                </a:cubicBezTo>
                <a:cubicBezTo>
                  <a:pt x="514" y="640"/>
                  <a:pt x="514" y="640"/>
                  <a:pt x="513" y="640"/>
                </a:cubicBezTo>
                <a:cubicBezTo>
                  <a:pt x="513" y="640"/>
                  <a:pt x="513" y="640"/>
                  <a:pt x="513" y="640"/>
                </a:cubicBezTo>
                <a:cubicBezTo>
                  <a:pt x="513" y="640"/>
                  <a:pt x="513" y="640"/>
                  <a:pt x="513" y="640"/>
                </a:cubicBezTo>
                <a:cubicBezTo>
                  <a:pt x="512" y="640"/>
                  <a:pt x="513" y="640"/>
                  <a:pt x="513" y="640"/>
                </a:cubicBezTo>
                <a:cubicBezTo>
                  <a:pt x="512" y="640"/>
                  <a:pt x="512" y="640"/>
                  <a:pt x="512" y="640"/>
                </a:cubicBezTo>
                <a:cubicBezTo>
                  <a:pt x="512" y="640"/>
                  <a:pt x="512" y="640"/>
                  <a:pt x="511" y="639"/>
                </a:cubicBezTo>
                <a:cubicBezTo>
                  <a:pt x="511" y="639"/>
                  <a:pt x="510" y="639"/>
                  <a:pt x="510" y="638"/>
                </a:cubicBezTo>
                <a:cubicBezTo>
                  <a:pt x="510" y="638"/>
                  <a:pt x="510" y="638"/>
                  <a:pt x="510" y="638"/>
                </a:cubicBezTo>
                <a:cubicBezTo>
                  <a:pt x="510" y="638"/>
                  <a:pt x="510" y="638"/>
                  <a:pt x="510" y="638"/>
                </a:cubicBezTo>
                <a:cubicBezTo>
                  <a:pt x="510" y="638"/>
                  <a:pt x="510" y="637"/>
                  <a:pt x="510" y="637"/>
                </a:cubicBezTo>
                <a:cubicBezTo>
                  <a:pt x="510" y="637"/>
                  <a:pt x="509" y="637"/>
                  <a:pt x="509" y="637"/>
                </a:cubicBezTo>
                <a:cubicBezTo>
                  <a:pt x="509" y="637"/>
                  <a:pt x="508" y="637"/>
                  <a:pt x="508" y="637"/>
                </a:cubicBezTo>
                <a:cubicBezTo>
                  <a:pt x="508" y="637"/>
                  <a:pt x="508" y="637"/>
                  <a:pt x="508" y="637"/>
                </a:cubicBezTo>
                <a:cubicBezTo>
                  <a:pt x="508" y="638"/>
                  <a:pt x="508" y="638"/>
                  <a:pt x="508" y="638"/>
                </a:cubicBezTo>
                <a:cubicBezTo>
                  <a:pt x="508" y="638"/>
                  <a:pt x="508" y="638"/>
                  <a:pt x="508" y="638"/>
                </a:cubicBezTo>
                <a:cubicBezTo>
                  <a:pt x="507" y="638"/>
                  <a:pt x="507" y="638"/>
                  <a:pt x="507" y="637"/>
                </a:cubicBezTo>
                <a:cubicBezTo>
                  <a:pt x="507" y="637"/>
                  <a:pt x="507" y="637"/>
                  <a:pt x="507" y="637"/>
                </a:cubicBezTo>
                <a:cubicBezTo>
                  <a:pt x="507" y="637"/>
                  <a:pt x="507" y="637"/>
                  <a:pt x="507" y="637"/>
                </a:cubicBezTo>
                <a:cubicBezTo>
                  <a:pt x="507" y="636"/>
                  <a:pt x="507" y="636"/>
                  <a:pt x="507" y="636"/>
                </a:cubicBezTo>
                <a:cubicBezTo>
                  <a:pt x="507" y="636"/>
                  <a:pt x="506" y="635"/>
                  <a:pt x="506" y="636"/>
                </a:cubicBezTo>
                <a:cubicBezTo>
                  <a:pt x="506" y="636"/>
                  <a:pt x="506" y="636"/>
                  <a:pt x="506" y="636"/>
                </a:cubicBezTo>
                <a:cubicBezTo>
                  <a:pt x="506" y="636"/>
                  <a:pt x="506" y="637"/>
                  <a:pt x="506" y="637"/>
                </a:cubicBezTo>
                <a:cubicBezTo>
                  <a:pt x="506" y="637"/>
                  <a:pt x="506" y="638"/>
                  <a:pt x="507" y="638"/>
                </a:cubicBezTo>
                <a:cubicBezTo>
                  <a:pt x="507" y="638"/>
                  <a:pt x="507" y="639"/>
                  <a:pt x="508" y="639"/>
                </a:cubicBezTo>
                <a:cubicBezTo>
                  <a:pt x="508" y="639"/>
                  <a:pt x="508" y="639"/>
                  <a:pt x="508" y="640"/>
                </a:cubicBezTo>
                <a:cubicBezTo>
                  <a:pt x="508" y="640"/>
                  <a:pt x="508" y="640"/>
                  <a:pt x="508" y="640"/>
                </a:cubicBezTo>
                <a:cubicBezTo>
                  <a:pt x="508" y="640"/>
                  <a:pt x="508" y="640"/>
                  <a:pt x="508" y="640"/>
                </a:cubicBezTo>
                <a:cubicBezTo>
                  <a:pt x="508" y="640"/>
                  <a:pt x="507" y="640"/>
                  <a:pt x="507" y="640"/>
                </a:cubicBezTo>
                <a:cubicBezTo>
                  <a:pt x="507" y="640"/>
                  <a:pt x="506" y="640"/>
                  <a:pt x="506" y="640"/>
                </a:cubicBezTo>
                <a:cubicBezTo>
                  <a:pt x="506" y="639"/>
                  <a:pt x="506" y="639"/>
                  <a:pt x="505" y="639"/>
                </a:cubicBezTo>
                <a:cubicBezTo>
                  <a:pt x="505" y="639"/>
                  <a:pt x="505" y="639"/>
                  <a:pt x="505" y="639"/>
                </a:cubicBezTo>
                <a:cubicBezTo>
                  <a:pt x="504" y="639"/>
                  <a:pt x="504" y="639"/>
                  <a:pt x="504" y="639"/>
                </a:cubicBezTo>
                <a:cubicBezTo>
                  <a:pt x="504" y="638"/>
                  <a:pt x="503" y="638"/>
                  <a:pt x="503" y="638"/>
                </a:cubicBezTo>
                <a:cubicBezTo>
                  <a:pt x="503" y="638"/>
                  <a:pt x="503" y="638"/>
                  <a:pt x="503" y="638"/>
                </a:cubicBezTo>
                <a:cubicBezTo>
                  <a:pt x="502" y="638"/>
                  <a:pt x="502" y="638"/>
                  <a:pt x="502" y="638"/>
                </a:cubicBezTo>
                <a:cubicBezTo>
                  <a:pt x="502" y="638"/>
                  <a:pt x="502" y="638"/>
                  <a:pt x="502" y="638"/>
                </a:cubicBezTo>
                <a:cubicBezTo>
                  <a:pt x="502" y="638"/>
                  <a:pt x="501" y="638"/>
                  <a:pt x="501" y="638"/>
                </a:cubicBezTo>
                <a:cubicBezTo>
                  <a:pt x="500" y="638"/>
                  <a:pt x="500" y="638"/>
                  <a:pt x="499" y="637"/>
                </a:cubicBezTo>
                <a:cubicBezTo>
                  <a:pt x="499" y="637"/>
                  <a:pt x="499" y="637"/>
                  <a:pt x="499" y="637"/>
                </a:cubicBezTo>
                <a:cubicBezTo>
                  <a:pt x="499" y="636"/>
                  <a:pt x="499" y="635"/>
                  <a:pt x="499" y="634"/>
                </a:cubicBezTo>
                <a:cubicBezTo>
                  <a:pt x="499" y="634"/>
                  <a:pt x="499" y="633"/>
                  <a:pt x="499" y="632"/>
                </a:cubicBezTo>
                <a:cubicBezTo>
                  <a:pt x="498" y="632"/>
                  <a:pt x="498" y="631"/>
                  <a:pt x="497" y="631"/>
                </a:cubicBezTo>
                <a:cubicBezTo>
                  <a:pt x="497" y="631"/>
                  <a:pt x="497" y="631"/>
                  <a:pt x="496" y="631"/>
                </a:cubicBezTo>
                <a:cubicBezTo>
                  <a:pt x="496" y="632"/>
                  <a:pt x="495" y="632"/>
                  <a:pt x="495" y="632"/>
                </a:cubicBezTo>
                <a:cubicBezTo>
                  <a:pt x="495" y="632"/>
                  <a:pt x="495" y="633"/>
                  <a:pt x="494" y="633"/>
                </a:cubicBezTo>
                <a:cubicBezTo>
                  <a:pt x="494" y="633"/>
                  <a:pt x="494" y="633"/>
                  <a:pt x="494" y="633"/>
                </a:cubicBezTo>
                <a:cubicBezTo>
                  <a:pt x="494" y="632"/>
                  <a:pt x="493" y="633"/>
                  <a:pt x="493" y="633"/>
                </a:cubicBezTo>
                <a:cubicBezTo>
                  <a:pt x="492" y="633"/>
                  <a:pt x="491" y="632"/>
                  <a:pt x="490" y="632"/>
                </a:cubicBezTo>
                <a:cubicBezTo>
                  <a:pt x="490" y="632"/>
                  <a:pt x="489" y="632"/>
                  <a:pt x="489" y="632"/>
                </a:cubicBezTo>
                <a:cubicBezTo>
                  <a:pt x="489" y="632"/>
                  <a:pt x="488" y="632"/>
                  <a:pt x="488" y="632"/>
                </a:cubicBezTo>
                <a:cubicBezTo>
                  <a:pt x="488" y="632"/>
                  <a:pt x="488" y="632"/>
                  <a:pt x="488" y="632"/>
                </a:cubicBezTo>
                <a:cubicBezTo>
                  <a:pt x="488" y="632"/>
                  <a:pt x="488" y="632"/>
                  <a:pt x="488" y="632"/>
                </a:cubicBezTo>
                <a:cubicBezTo>
                  <a:pt x="487" y="632"/>
                  <a:pt x="487" y="632"/>
                  <a:pt x="487" y="632"/>
                </a:cubicBezTo>
                <a:cubicBezTo>
                  <a:pt x="486" y="632"/>
                  <a:pt x="486" y="633"/>
                  <a:pt x="486" y="633"/>
                </a:cubicBezTo>
                <a:cubicBezTo>
                  <a:pt x="486" y="633"/>
                  <a:pt x="486" y="633"/>
                  <a:pt x="487" y="633"/>
                </a:cubicBezTo>
                <a:cubicBezTo>
                  <a:pt x="487" y="634"/>
                  <a:pt x="487" y="634"/>
                  <a:pt x="487" y="634"/>
                </a:cubicBezTo>
                <a:cubicBezTo>
                  <a:pt x="487" y="634"/>
                  <a:pt x="487" y="634"/>
                  <a:pt x="486" y="634"/>
                </a:cubicBezTo>
                <a:cubicBezTo>
                  <a:pt x="486" y="634"/>
                  <a:pt x="486" y="634"/>
                  <a:pt x="486" y="634"/>
                </a:cubicBezTo>
                <a:cubicBezTo>
                  <a:pt x="486" y="634"/>
                  <a:pt x="486" y="634"/>
                  <a:pt x="486" y="634"/>
                </a:cubicBezTo>
                <a:cubicBezTo>
                  <a:pt x="486" y="634"/>
                  <a:pt x="486" y="634"/>
                  <a:pt x="486" y="634"/>
                </a:cubicBezTo>
                <a:cubicBezTo>
                  <a:pt x="486" y="635"/>
                  <a:pt x="487" y="636"/>
                  <a:pt x="488" y="637"/>
                </a:cubicBezTo>
                <a:cubicBezTo>
                  <a:pt x="488" y="637"/>
                  <a:pt x="488" y="637"/>
                  <a:pt x="488" y="637"/>
                </a:cubicBezTo>
                <a:cubicBezTo>
                  <a:pt x="488" y="637"/>
                  <a:pt x="489" y="637"/>
                  <a:pt x="489" y="637"/>
                </a:cubicBezTo>
                <a:cubicBezTo>
                  <a:pt x="490" y="637"/>
                  <a:pt x="490" y="638"/>
                  <a:pt x="491" y="638"/>
                </a:cubicBezTo>
                <a:cubicBezTo>
                  <a:pt x="492" y="639"/>
                  <a:pt x="492" y="639"/>
                  <a:pt x="493" y="639"/>
                </a:cubicBezTo>
                <a:cubicBezTo>
                  <a:pt x="493" y="639"/>
                  <a:pt x="493" y="639"/>
                  <a:pt x="493" y="639"/>
                </a:cubicBezTo>
                <a:cubicBezTo>
                  <a:pt x="493" y="640"/>
                  <a:pt x="493" y="640"/>
                  <a:pt x="494" y="640"/>
                </a:cubicBezTo>
                <a:cubicBezTo>
                  <a:pt x="494" y="640"/>
                  <a:pt x="494" y="640"/>
                  <a:pt x="494" y="640"/>
                </a:cubicBezTo>
                <a:cubicBezTo>
                  <a:pt x="494" y="640"/>
                  <a:pt x="494" y="641"/>
                  <a:pt x="494" y="641"/>
                </a:cubicBezTo>
                <a:cubicBezTo>
                  <a:pt x="493" y="641"/>
                  <a:pt x="493" y="641"/>
                  <a:pt x="493" y="641"/>
                </a:cubicBezTo>
                <a:cubicBezTo>
                  <a:pt x="493" y="642"/>
                  <a:pt x="493" y="643"/>
                  <a:pt x="493" y="643"/>
                </a:cubicBezTo>
                <a:cubicBezTo>
                  <a:pt x="493" y="643"/>
                  <a:pt x="493" y="643"/>
                  <a:pt x="493" y="644"/>
                </a:cubicBezTo>
                <a:cubicBezTo>
                  <a:pt x="492" y="644"/>
                  <a:pt x="492" y="644"/>
                  <a:pt x="491" y="644"/>
                </a:cubicBezTo>
                <a:cubicBezTo>
                  <a:pt x="491" y="644"/>
                  <a:pt x="491" y="645"/>
                  <a:pt x="491" y="645"/>
                </a:cubicBezTo>
                <a:cubicBezTo>
                  <a:pt x="490" y="646"/>
                  <a:pt x="490" y="646"/>
                  <a:pt x="489" y="647"/>
                </a:cubicBezTo>
                <a:cubicBezTo>
                  <a:pt x="489" y="647"/>
                  <a:pt x="489" y="647"/>
                  <a:pt x="489" y="648"/>
                </a:cubicBezTo>
                <a:cubicBezTo>
                  <a:pt x="489" y="648"/>
                  <a:pt x="489" y="649"/>
                  <a:pt x="489" y="649"/>
                </a:cubicBezTo>
                <a:cubicBezTo>
                  <a:pt x="488" y="649"/>
                  <a:pt x="488" y="649"/>
                  <a:pt x="488" y="649"/>
                </a:cubicBezTo>
                <a:cubicBezTo>
                  <a:pt x="488" y="649"/>
                  <a:pt x="488" y="649"/>
                  <a:pt x="489" y="650"/>
                </a:cubicBezTo>
                <a:cubicBezTo>
                  <a:pt x="489" y="650"/>
                  <a:pt x="489" y="650"/>
                  <a:pt x="489" y="650"/>
                </a:cubicBezTo>
                <a:cubicBezTo>
                  <a:pt x="488" y="650"/>
                  <a:pt x="488" y="651"/>
                  <a:pt x="488" y="651"/>
                </a:cubicBezTo>
                <a:cubicBezTo>
                  <a:pt x="488" y="651"/>
                  <a:pt x="488" y="651"/>
                  <a:pt x="488" y="651"/>
                </a:cubicBezTo>
                <a:cubicBezTo>
                  <a:pt x="488" y="652"/>
                  <a:pt x="488" y="651"/>
                  <a:pt x="487" y="651"/>
                </a:cubicBezTo>
                <a:cubicBezTo>
                  <a:pt x="487" y="651"/>
                  <a:pt x="487" y="652"/>
                  <a:pt x="487" y="652"/>
                </a:cubicBezTo>
                <a:cubicBezTo>
                  <a:pt x="487" y="652"/>
                  <a:pt x="487" y="652"/>
                  <a:pt x="486" y="653"/>
                </a:cubicBezTo>
                <a:cubicBezTo>
                  <a:pt x="486" y="653"/>
                  <a:pt x="485" y="653"/>
                  <a:pt x="485" y="654"/>
                </a:cubicBezTo>
                <a:cubicBezTo>
                  <a:pt x="484" y="654"/>
                  <a:pt x="484" y="655"/>
                  <a:pt x="484" y="655"/>
                </a:cubicBezTo>
                <a:cubicBezTo>
                  <a:pt x="483" y="655"/>
                  <a:pt x="483" y="656"/>
                  <a:pt x="483" y="656"/>
                </a:cubicBezTo>
                <a:cubicBezTo>
                  <a:pt x="483" y="656"/>
                  <a:pt x="483" y="656"/>
                  <a:pt x="483" y="657"/>
                </a:cubicBezTo>
                <a:cubicBezTo>
                  <a:pt x="483" y="657"/>
                  <a:pt x="483" y="657"/>
                  <a:pt x="483" y="657"/>
                </a:cubicBezTo>
                <a:cubicBezTo>
                  <a:pt x="482" y="658"/>
                  <a:pt x="482" y="658"/>
                  <a:pt x="481" y="658"/>
                </a:cubicBezTo>
                <a:cubicBezTo>
                  <a:pt x="480" y="658"/>
                  <a:pt x="480" y="658"/>
                  <a:pt x="480" y="658"/>
                </a:cubicBezTo>
                <a:cubicBezTo>
                  <a:pt x="479" y="659"/>
                  <a:pt x="478" y="659"/>
                  <a:pt x="477" y="658"/>
                </a:cubicBezTo>
                <a:cubicBezTo>
                  <a:pt x="476" y="658"/>
                  <a:pt x="475" y="658"/>
                  <a:pt x="475" y="658"/>
                </a:cubicBezTo>
                <a:cubicBezTo>
                  <a:pt x="474" y="658"/>
                  <a:pt x="474" y="657"/>
                  <a:pt x="473" y="657"/>
                </a:cubicBezTo>
                <a:cubicBezTo>
                  <a:pt x="473" y="657"/>
                  <a:pt x="473" y="656"/>
                  <a:pt x="472" y="656"/>
                </a:cubicBezTo>
                <a:cubicBezTo>
                  <a:pt x="472" y="655"/>
                  <a:pt x="472" y="655"/>
                  <a:pt x="472" y="655"/>
                </a:cubicBezTo>
                <a:cubicBezTo>
                  <a:pt x="472" y="654"/>
                  <a:pt x="471" y="654"/>
                  <a:pt x="471" y="654"/>
                </a:cubicBezTo>
                <a:cubicBezTo>
                  <a:pt x="471" y="654"/>
                  <a:pt x="471" y="653"/>
                  <a:pt x="471" y="653"/>
                </a:cubicBezTo>
                <a:cubicBezTo>
                  <a:pt x="470" y="653"/>
                  <a:pt x="469" y="653"/>
                  <a:pt x="469" y="652"/>
                </a:cubicBezTo>
                <a:cubicBezTo>
                  <a:pt x="468" y="652"/>
                  <a:pt x="468" y="652"/>
                  <a:pt x="468" y="652"/>
                </a:cubicBezTo>
                <a:cubicBezTo>
                  <a:pt x="468" y="652"/>
                  <a:pt x="468" y="652"/>
                  <a:pt x="468" y="652"/>
                </a:cubicBezTo>
                <a:cubicBezTo>
                  <a:pt x="468" y="651"/>
                  <a:pt x="469" y="652"/>
                  <a:pt x="469" y="652"/>
                </a:cubicBezTo>
                <a:cubicBezTo>
                  <a:pt x="469" y="652"/>
                  <a:pt x="469" y="652"/>
                  <a:pt x="470" y="651"/>
                </a:cubicBezTo>
                <a:cubicBezTo>
                  <a:pt x="469" y="651"/>
                  <a:pt x="469" y="651"/>
                  <a:pt x="468" y="651"/>
                </a:cubicBezTo>
                <a:cubicBezTo>
                  <a:pt x="468" y="651"/>
                  <a:pt x="467" y="650"/>
                  <a:pt x="467" y="650"/>
                </a:cubicBezTo>
                <a:cubicBezTo>
                  <a:pt x="467" y="650"/>
                  <a:pt x="467" y="651"/>
                  <a:pt x="467" y="651"/>
                </a:cubicBezTo>
                <a:cubicBezTo>
                  <a:pt x="467" y="651"/>
                  <a:pt x="466" y="650"/>
                  <a:pt x="466" y="650"/>
                </a:cubicBezTo>
                <a:cubicBezTo>
                  <a:pt x="465" y="649"/>
                  <a:pt x="464" y="648"/>
                  <a:pt x="463" y="647"/>
                </a:cubicBezTo>
                <a:cubicBezTo>
                  <a:pt x="463" y="647"/>
                  <a:pt x="462" y="646"/>
                  <a:pt x="462" y="646"/>
                </a:cubicBezTo>
                <a:cubicBezTo>
                  <a:pt x="462" y="646"/>
                  <a:pt x="461" y="646"/>
                  <a:pt x="461" y="646"/>
                </a:cubicBezTo>
                <a:cubicBezTo>
                  <a:pt x="461" y="646"/>
                  <a:pt x="460" y="646"/>
                  <a:pt x="460" y="645"/>
                </a:cubicBezTo>
                <a:cubicBezTo>
                  <a:pt x="460" y="645"/>
                  <a:pt x="459" y="644"/>
                  <a:pt x="459" y="645"/>
                </a:cubicBezTo>
                <a:cubicBezTo>
                  <a:pt x="459" y="645"/>
                  <a:pt x="459" y="645"/>
                  <a:pt x="459" y="645"/>
                </a:cubicBezTo>
                <a:cubicBezTo>
                  <a:pt x="459" y="645"/>
                  <a:pt x="458" y="645"/>
                  <a:pt x="458" y="645"/>
                </a:cubicBezTo>
                <a:cubicBezTo>
                  <a:pt x="457" y="645"/>
                  <a:pt x="457" y="645"/>
                  <a:pt x="458" y="645"/>
                </a:cubicBezTo>
                <a:cubicBezTo>
                  <a:pt x="458" y="645"/>
                  <a:pt x="458" y="645"/>
                  <a:pt x="458" y="645"/>
                </a:cubicBezTo>
                <a:cubicBezTo>
                  <a:pt x="458" y="646"/>
                  <a:pt x="459" y="646"/>
                  <a:pt x="459" y="646"/>
                </a:cubicBezTo>
                <a:cubicBezTo>
                  <a:pt x="459" y="647"/>
                  <a:pt x="459" y="647"/>
                  <a:pt x="459" y="647"/>
                </a:cubicBezTo>
                <a:cubicBezTo>
                  <a:pt x="459" y="648"/>
                  <a:pt x="458" y="647"/>
                  <a:pt x="458" y="647"/>
                </a:cubicBezTo>
                <a:cubicBezTo>
                  <a:pt x="457" y="646"/>
                  <a:pt x="456" y="647"/>
                  <a:pt x="455" y="647"/>
                </a:cubicBezTo>
                <a:cubicBezTo>
                  <a:pt x="455" y="647"/>
                  <a:pt x="456" y="648"/>
                  <a:pt x="457" y="648"/>
                </a:cubicBezTo>
                <a:cubicBezTo>
                  <a:pt x="458" y="648"/>
                  <a:pt x="459" y="649"/>
                  <a:pt x="460" y="650"/>
                </a:cubicBezTo>
                <a:cubicBezTo>
                  <a:pt x="460" y="651"/>
                  <a:pt x="460" y="651"/>
                  <a:pt x="461" y="652"/>
                </a:cubicBezTo>
                <a:cubicBezTo>
                  <a:pt x="461" y="652"/>
                  <a:pt x="462" y="652"/>
                  <a:pt x="462" y="653"/>
                </a:cubicBezTo>
                <a:cubicBezTo>
                  <a:pt x="462" y="653"/>
                  <a:pt x="462" y="654"/>
                  <a:pt x="462" y="654"/>
                </a:cubicBezTo>
                <a:cubicBezTo>
                  <a:pt x="463" y="655"/>
                  <a:pt x="463" y="655"/>
                  <a:pt x="464" y="656"/>
                </a:cubicBezTo>
                <a:cubicBezTo>
                  <a:pt x="464" y="656"/>
                  <a:pt x="465" y="657"/>
                  <a:pt x="465" y="657"/>
                </a:cubicBezTo>
                <a:cubicBezTo>
                  <a:pt x="465" y="658"/>
                  <a:pt x="466" y="658"/>
                  <a:pt x="466" y="658"/>
                </a:cubicBezTo>
                <a:cubicBezTo>
                  <a:pt x="466" y="658"/>
                  <a:pt x="467" y="658"/>
                  <a:pt x="467" y="658"/>
                </a:cubicBezTo>
                <a:cubicBezTo>
                  <a:pt x="467" y="658"/>
                  <a:pt x="467" y="658"/>
                  <a:pt x="467" y="658"/>
                </a:cubicBezTo>
                <a:cubicBezTo>
                  <a:pt x="469" y="659"/>
                  <a:pt x="472" y="659"/>
                  <a:pt x="474" y="660"/>
                </a:cubicBezTo>
                <a:cubicBezTo>
                  <a:pt x="474" y="660"/>
                  <a:pt x="474" y="660"/>
                  <a:pt x="475" y="660"/>
                </a:cubicBezTo>
                <a:cubicBezTo>
                  <a:pt x="475" y="660"/>
                  <a:pt x="475" y="659"/>
                  <a:pt x="476" y="659"/>
                </a:cubicBezTo>
                <a:cubicBezTo>
                  <a:pt x="476" y="659"/>
                  <a:pt x="477" y="660"/>
                  <a:pt x="477" y="660"/>
                </a:cubicBezTo>
                <a:cubicBezTo>
                  <a:pt x="477" y="660"/>
                  <a:pt x="478" y="660"/>
                  <a:pt x="478" y="660"/>
                </a:cubicBezTo>
                <a:cubicBezTo>
                  <a:pt x="478" y="659"/>
                  <a:pt x="479" y="659"/>
                  <a:pt x="479" y="659"/>
                </a:cubicBezTo>
                <a:cubicBezTo>
                  <a:pt x="480" y="659"/>
                  <a:pt x="480" y="659"/>
                  <a:pt x="480" y="660"/>
                </a:cubicBezTo>
                <a:cubicBezTo>
                  <a:pt x="481" y="660"/>
                  <a:pt x="482" y="660"/>
                  <a:pt x="483" y="660"/>
                </a:cubicBezTo>
                <a:cubicBezTo>
                  <a:pt x="483" y="660"/>
                  <a:pt x="483" y="660"/>
                  <a:pt x="483" y="660"/>
                </a:cubicBezTo>
                <a:cubicBezTo>
                  <a:pt x="484" y="661"/>
                  <a:pt x="484" y="661"/>
                  <a:pt x="484" y="661"/>
                </a:cubicBezTo>
                <a:cubicBezTo>
                  <a:pt x="484" y="662"/>
                  <a:pt x="484" y="662"/>
                  <a:pt x="484" y="662"/>
                </a:cubicBezTo>
                <a:cubicBezTo>
                  <a:pt x="484" y="663"/>
                  <a:pt x="484" y="663"/>
                  <a:pt x="484" y="663"/>
                </a:cubicBezTo>
                <a:cubicBezTo>
                  <a:pt x="484" y="663"/>
                  <a:pt x="484" y="664"/>
                  <a:pt x="484" y="664"/>
                </a:cubicBezTo>
                <a:cubicBezTo>
                  <a:pt x="484" y="664"/>
                  <a:pt x="484" y="665"/>
                  <a:pt x="484" y="665"/>
                </a:cubicBezTo>
                <a:cubicBezTo>
                  <a:pt x="484" y="665"/>
                  <a:pt x="483" y="665"/>
                  <a:pt x="483" y="665"/>
                </a:cubicBezTo>
                <a:cubicBezTo>
                  <a:pt x="483" y="665"/>
                  <a:pt x="483" y="665"/>
                  <a:pt x="483" y="665"/>
                </a:cubicBezTo>
                <a:cubicBezTo>
                  <a:pt x="483" y="665"/>
                  <a:pt x="483" y="666"/>
                  <a:pt x="483" y="666"/>
                </a:cubicBezTo>
                <a:cubicBezTo>
                  <a:pt x="483" y="666"/>
                  <a:pt x="483" y="666"/>
                  <a:pt x="483" y="666"/>
                </a:cubicBezTo>
                <a:cubicBezTo>
                  <a:pt x="483" y="666"/>
                  <a:pt x="483" y="666"/>
                  <a:pt x="483" y="666"/>
                </a:cubicBezTo>
                <a:cubicBezTo>
                  <a:pt x="484" y="666"/>
                  <a:pt x="483" y="667"/>
                  <a:pt x="483" y="667"/>
                </a:cubicBezTo>
                <a:cubicBezTo>
                  <a:pt x="483" y="667"/>
                  <a:pt x="483" y="667"/>
                  <a:pt x="483" y="667"/>
                </a:cubicBezTo>
                <a:cubicBezTo>
                  <a:pt x="482" y="667"/>
                  <a:pt x="482" y="667"/>
                  <a:pt x="482" y="668"/>
                </a:cubicBezTo>
                <a:cubicBezTo>
                  <a:pt x="482" y="668"/>
                  <a:pt x="481" y="669"/>
                  <a:pt x="481" y="670"/>
                </a:cubicBezTo>
                <a:cubicBezTo>
                  <a:pt x="481" y="670"/>
                  <a:pt x="481" y="671"/>
                  <a:pt x="481" y="671"/>
                </a:cubicBezTo>
                <a:cubicBezTo>
                  <a:pt x="481" y="671"/>
                  <a:pt x="481" y="671"/>
                  <a:pt x="481" y="672"/>
                </a:cubicBezTo>
                <a:cubicBezTo>
                  <a:pt x="480" y="672"/>
                  <a:pt x="480" y="672"/>
                  <a:pt x="480" y="672"/>
                </a:cubicBezTo>
                <a:cubicBezTo>
                  <a:pt x="480" y="672"/>
                  <a:pt x="480" y="672"/>
                  <a:pt x="480" y="672"/>
                </a:cubicBezTo>
                <a:cubicBezTo>
                  <a:pt x="480" y="673"/>
                  <a:pt x="479" y="674"/>
                  <a:pt x="479" y="674"/>
                </a:cubicBezTo>
                <a:cubicBezTo>
                  <a:pt x="479" y="674"/>
                  <a:pt x="479" y="675"/>
                  <a:pt x="479" y="675"/>
                </a:cubicBezTo>
                <a:cubicBezTo>
                  <a:pt x="478" y="675"/>
                  <a:pt x="478" y="675"/>
                  <a:pt x="478" y="675"/>
                </a:cubicBezTo>
                <a:cubicBezTo>
                  <a:pt x="477" y="676"/>
                  <a:pt x="476" y="676"/>
                  <a:pt x="476" y="677"/>
                </a:cubicBezTo>
                <a:cubicBezTo>
                  <a:pt x="476" y="677"/>
                  <a:pt x="476" y="678"/>
                  <a:pt x="476" y="678"/>
                </a:cubicBezTo>
                <a:cubicBezTo>
                  <a:pt x="476" y="679"/>
                  <a:pt x="476" y="679"/>
                  <a:pt x="475" y="680"/>
                </a:cubicBezTo>
                <a:cubicBezTo>
                  <a:pt x="475" y="680"/>
                  <a:pt x="475" y="681"/>
                  <a:pt x="474" y="682"/>
                </a:cubicBezTo>
                <a:cubicBezTo>
                  <a:pt x="474" y="682"/>
                  <a:pt x="474" y="683"/>
                  <a:pt x="474" y="683"/>
                </a:cubicBezTo>
                <a:cubicBezTo>
                  <a:pt x="474" y="683"/>
                  <a:pt x="473" y="683"/>
                  <a:pt x="473" y="683"/>
                </a:cubicBezTo>
                <a:cubicBezTo>
                  <a:pt x="473" y="683"/>
                  <a:pt x="472" y="684"/>
                  <a:pt x="472" y="684"/>
                </a:cubicBezTo>
                <a:cubicBezTo>
                  <a:pt x="472" y="684"/>
                  <a:pt x="471" y="684"/>
                  <a:pt x="471" y="684"/>
                </a:cubicBezTo>
                <a:cubicBezTo>
                  <a:pt x="471" y="684"/>
                  <a:pt x="471" y="685"/>
                  <a:pt x="470" y="685"/>
                </a:cubicBezTo>
                <a:cubicBezTo>
                  <a:pt x="470" y="685"/>
                  <a:pt x="470" y="686"/>
                  <a:pt x="469" y="686"/>
                </a:cubicBezTo>
                <a:cubicBezTo>
                  <a:pt x="469" y="686"/>
                  <a:pt x="469" y="686"/>
                  <a:pt x="469" y="686"/>
                </a:cubicBezTo>
                <a:cubicBezTo>
                  <a:pt x="468" y="687"/>
                  <a:pt x="468" y="687"/>
                  <a:pt x="468" y="687"/>
                </a:cubicBezTo>
                <a:cubicBezTo>
                  <a:pt x="467" y="686"/>
                  <a:pt x="466" y="686"/>
                  <a:pt x="465" y="686"/>
                </a:cubicBezTo>
                <a:cubicBezTo>
                  <a:pt x="465" y="686"/>
                  <a:pt x="465" y="685"/>
                  <a:pt x="465" y="686"/>
                </a:cubicBezTo>
                <a:cubicBezTo>
                  <a:pt x="465" y="686"/>
                  <a:pt x="465" y="686"/>
                  <a:pt x="465" y="686"/>
                </a:cubicBezTo>
                <a:cubicBezTo>
                  <a:pt x="465" y="686"/>
                  <a:pt x="465" y="686"/>
                  <a:pt x="465" y="687"/>
                </a:cubicBezTo>
                <a:cubicBezTo>
                  <a:pt x="465" y="687"/>
                  <a:pt x="465" y="687"/>
                  <a:pt x="465" y="687"/>
                </a:cubicBezTo>
                <a:cubicBezTo>
                  <a:pt x="466" y="687"/>
                  <a:pt x="465" y="687"/>
                  <a:pt x="465" y="687"/>
                </a:cubicBezTo>
                <a:cubicBezTo>
                  <a:pt x="465" y="687"/>
                  <a:pt x="465" y="687"/>
                  <a:pt x="464" y="687"/>
                </a:cubicBezTo>
                <a:cubicBezTo>
                  <a:pt x="464" y="687"/>
                  <a:pt x="464" y="687"/>
                  <a:pt x="464" y="687"/>
                </a:cubicBezTo>
                <a:cubicBezTo>
                  <a:pt x="463" y="687"/>
                  <a:pt x="462" y="685"/>
                  <a:pt x="461" y="685"/>
                </a:cubicBezTo>
                <a:cubicBezTo>
                  <a:pt x="461" y="686"/>
                  <a:pt x="461" y="686"/>
                  <a:pt x="461" y="686"/>
                </a:cubicBezTo>
                <a:cubicBezTo>
                  <a:pt x="461" y="686"/>
                  <a:pt x="461" y="686"/>
                  <a:pt x="461" y="686"/>
                </a:cubicBezTo>
                <a:cubicBezTo>
                  <a:pt x="461" y="686"/>
                  <a:pt x="461" y="686"/>
                  <a:pt x="461" y="686"/>
                </a:cubicBezTo>
                <a:cubicBezTo>
                  <a:pt x="461" y="686"/>
                  <a:pt x="461" y="686"/>
                  <a:pt x="461" y="686"/>
                </a:cubicBezTo>
                <a:cubicBezTo>
                  <a:pt x="461" y="686"/>
                  <a:pt x="460" y="685"/>
                  <a:pt x="460" y="685"/>
                </a:cubicBezTo>
                <a:cubicBezTo>
                  <a:pt x="460" y="685"/>
                  <a:pt x="460" y="685"/>
                  <a:pt x="460" y="685"/>
                </a:cubicBezTo>
                <a:cubicBezTo>
                  <a:pt x="460" y="686"/>
                  <a:pt x="460" y="686"/>
                  <a:pt x="460" y="686"/>
                </a:cubicBezTo>
                <a:cubicBezTo>
                  <a:pt x="460" y="686"/>
                  <a:pt x="460" y="686"/>
                  <a:pt x="460" y="686"/>
                </a:cubicBezTo>
                <a:cubicBezTo>
                  <a:pt x="459" y="685"/>
                  <a:pt x="459" y="685"/>
                  <a:pt x="459" y="685"/>
                </a:cubicBezTo>
                <a:cubicBezTo>
                  <a:pt x="459" y="684"/>
                  <a:pt x="459" y="684"/>
                  <a:pt x="459" y="684"/>
                </a:cubicBezTo>
                <a:cubicBezTo>
                  <a:pt x="459" y="684"/>
                  <a:pt x="459" y="684"/>
                  <a:pt x="459" y="683"/>
                </a:cubicBezTo>
                <a:cubicBezTo>
                  <a:pt x="459" y="683"/>
                  <a:pt x="459" y="682"/>
                  <a:pt x="459" y="682"/>
                </a:cubicBezTo>
                <a:cubicBezTo>
                  <a:pt x="459" y="682"/>
                  <a:pt x="459" y="682"/>
                  <a:pt x="459" y="682"/>
                </a:cubicBezTo>
                <a:cubicBezTo>
                  <a:pt x="459" y="682"/>
                  <a:pt x="459" y="682"/>
                  <a:pt x="459" y="682"/>
                </a:cubicBezTo>
                <a:cubicBezTo>
                  <a:pt x="458" y="682"/>
                  <a:pt x="458" y="682"/>
                  <a:pt x="458" y="683"/>
                </a:cubicBezTo>
                <a:cubicBezTo>
                  <a:pt x="458" y="683"/>
                  <a:pt x="458" y="683"/>
                  <a:pt x="458" y="683"/>
                </a:cubicBezTo>
                <a:cubicBezTo>
                  <a:pt x="457" y="683"/>
                  <a:pt x="457" y="683"/>
                  <a:pt x="457" y="683"/>
                </a:cubicBezTo>
                <a:cubicBezTo>
                  <a:pt x="457" y="683"/>
                  <a:pt x="457" y="683"/>
                  <a:pt x="457" y="684"/>
                </a:cubicBezTo>
                <a:cubicBezTo>
                  <a:pt x="457" y="684"/>
                  <a:pt x="457" y="684"/>
                  <a:pt x="457" y="684"/>
                </a:cubicBezTo>
                <a:cubicBezTo>
                  <a:pt x="457" y="684"/>
                  <a:pt x="458" y="684"/>
                  <a:pt x="458" y="684"/>
                </a:cubicBezTo>
                <a:cubicBezTo>
                  <a:pt x="458" y="684"/>
                  <a:pt x="458" y="685"/>
                  <a:pt x="458" y="685"/>
                </a:cubicBezTo>
                <a:cubicBezTo>
                  <a:pt x="458" y="685"/>
                  <a:pt x="458" y="685"/>
                  <a:pt x="458" y="686"/>
                </a:cubicBezTo>
                <a:cubicBezTo>
                  <a:pt x="458" y="686"/>
                  <a:pt x="458" y="686"/>
                  <a:pt x="459" y="686"/>
                </a:cubicBezTo>
                <a:cubicBezTo>
                  <a:pt x="459" y="686"/>
                  <a:pt x="459" y="687"/>
                  <a:pt x="459" y="687"/>
                </a:cubicBezTo>
                <a:cubicBezTo>
                  <a:pt x="459" y="687"/>
                  <a:pt x="459" y="687"/>
                  <a:pt x="459" y="687"/>
                </a:cubicBezTo>
                <a:cubicBezTo>
                  <a:pt x="459" y="687"/>
                  <a:pt x="459" y="687"/>
                  <a:pt x="459" y="687"/>
                </a:cubicBezTo>
                <a:cubicBezTo>
                  <a:pt x="458" y="688"/>
                  <a:pt x="458" y="687"/>
                  <a:pt x="458" y="688"/>
                </a:cubicBezTo>
                <a:cubicBezTo>
                  <a:pt x="458" y="688"/>
                  <a:pt x="458" y="688"/>
                  <a:pt x="458" y="688"/>
                </a:cubicBezTo>
                <a:cubicBezTo>
                  <a:pt x="457" y="688"/>
                  <a:pt x="457" y="688"/>
                  <a:pt x="457" y="688"/>
                </a:cubicBezTo>
                <a:cubicBezTo>
                  <a:pt x="457" y="688"/>
                  <a:pt x="457" y="688"/>
                  <a:pt x="457" y="688"/>
                </a:cubicBezTo>
                <a:cubicBezTo>
                  <a:pt x="457" y="688"/>
                  <a:pt x="456" y="687"/>
                  <a:pt x="456" y="687"/>
                </a:cubicBezTo>
                <a:cubicBezTo>
                  <a:pt x="456" y="687"/>
                  <a:pt x="456" y="687"/>
                  <a:pt x="456" y="687"/>
                </a:cubicBezTo>
                <a:cubicBezTo>
                  <a:pt x="456" y="687"/>
                  <a:pt x="455" y="687"/>
                  <a:pt x="455" y="687"/>
                </a:cubicBezTo>
                <a:cubicBezTo>
                  <a:pt x="455" y="688"/>
                  <a:pt x="456" y="688"/>
                  <a:pt x="456" y="688"/>
                </a:cubicBezTo>
                <a:cubicBezTo>
                  <a:pt x="456" y="688"/>
                  <a:pt x="456" y="689"/>
                  <a:pt x="456" y="689"/>
                </a:cubicBezTo>
                <a:cubicBezTo>
                  <a:pt x="457" y="689"/>
                  <a:pt x="457" y="689"/>
                  <a:pt x="457" y="689"/>
                </a:cubicBezTo>
                <a:cubicBezTo>
                  <a:pt x="457" y="689"/>
                  <a:pt x="457" y="690"/>
                  <a:pt x="457" y="690"/>
                </a:cubicBezTo>
                <a:cubicBezTo>
                  <a:pt x="457" y="690"/>
                  <a:pt x="457" y="690"/>
                  <a:pt x="457" y="691"/>
                </a:cubicBezTo>
                <a:cubicBezTo>
                  <a:pt x="457" y="691"/>
                  <a:pt x="457" y="691"/>
                  <a:pt x="457" y="691"/>
                </a:cubicBezTo>
                <a:cubicBezTo>
                  <a:pt x="457" y="691"/>
                  <a:pt x="456" y="691"/>
                  <a:pt x="456" y="692"/>
                </a:cubicBezTo>
                <a:cubicBezTo>
                  <a:pt x="457" y="692"/>
                  <a:pt x="456" y="693"/>
                  <a:pt x="456" y="694"/>
                </a:cubicBezTo>
                <a:cubicBezTo>
                  <a:pt x="456" y="694"/>
                  <a:pt x="455" y="694"/>
                  <a:pt x="455" y="694"/>
                </a:cubicBezTo>
                <a:cubicBezTo>
                  <a:pt x="455" y="694"/>
                  <a:pt x="455" y="694"/>
                  <a:pt x="455" y="694"/>
                </a:cubicBezTo>
                <a:cubicBezTo>
                  <a:pt x="454" y="694"/>
                  <a:pt x="453" y="694"/>
                  <a:pt x="452" y="695"/>
                </a:cubicBezTo>
                <a:cubicBezTo>
                  <a:pt x="451" y="695"/>
                  <a:pt x="449" y="695"/>
                  <a:pt x="447" y="694"/>
                </a:cubicBezTo>
                <a:cubicBezTo>
                  <a:pt x="445" y="694"/>
                  <a:pt x="443" y="692"/>
                  <a:pt x="441" y="691"/>
                </a:cubicBezTo>
                <a:cubicBezTo>
                  <a:pt x="440" y="691"/>
                  <a:pt x="439" y="692"/>
                  <a:pt x="438" y="691"/>
                </a:cubicBezTo>
                <a:cubicBezTo>
                  <a:pt x="437" y="691"/>
                  <a:pt x="436" y="691"/>
                  <a:pt x="435" y="690"/>
                </a:cubicBezTo>
                <a:cubicBezTo>
                  <a:pt x="432" y="689"/>
                  <a:pt x="429" y="687"/>
                  <a:pt x="426" y="686"/>
                </a:cubicBezTo>
                <a:cubicBezTo>
                  <a:pt x="426" y="686"/>
                  <a:pt x="425" y="685"/>
                  <a:pt x="425" y="685"/>
                </a:cubicBezTo>
                <a:cubicBezTo>
                  <a:pt x="425" y="685"/>
                  <a:pt x="425" y="684"/>
                  <a:pt x="425" y="684"/>
                </a:cubicBezTo>
                <a:cubicBezTo>
                  <a:pt x="425" y="684"/>
                  <a:pt x="425" y="684"/>
                  <a:pt x="424" y="684"/>
                </a:cubicBezTo>
                <a:cubicBezTo>
                  <a:pt x="424" y="684"/>
                  <a:pt x="424" y="685"/>
                  <a:pt x="424" y="685"/>
                </a:cubicBezTo>
                <a:cubicBezTo>
                  <a:pt x="425" y="686"/>
                  <a:pt x="425" y="686"/>
                  <a:pt x="425" y="686"/>
                </a:cubicBezTo>
                <a:cubicBezTo>
                  <a:pt x="425" y="687"/>
                  <a:pt x="424" y="687"/>
                  <a:pt x="423" y="687"/>
                </a:cubicBezTo>
                <a:cubicBezTo>
                  <a:pt x="423" y="687"/>
                  <a:pt x="423" y="688"/>
                  <a:pt x="424" y="688"/>
                </a:cubicBezTo>
                <a:cubicBezTo>
                  <a:pt x="424" y="688"/>
                  <a:pt x="425" y="688"/>
                  <a:pt x="425" y="688"/>
                </a:cubicBezTo>
                <a:cubicBezTo>
                  <a:pt x="425" y="688"/>
                  <a:pt x="425" y="689"/>
                  <a:pt x="426" y="689"/>
                </a:cubicBezTo>
                <a:cubicBezTo>
                  <a:pt x="426" y="690"/>
                  <a:pt x="427" y="690"/>
                  <a:pt x="427" y="689"/>
                </a:cubicBezTo>
                <a:cubicBezTo>
                  <a:pt x="427" y="689"/>
                  <a:pt x="426" y="688"/>
                  <a:pt x="426" y="688"/>
                </a:cubicBezTo>
                <a:cubicBezTo>
                  <a:pt x="426" y="687"/>
                  <a:pt x="427" y="687"/>
                  <a:pt x="427" y="687"/>
                </a:cubicBezTo>
                <a:cubicBezTo>
                  <a:pt x="428" y="688"/>
                  <a:pt x="428" y="688"/>
                  <a:pt x="429" y="689"/>
                </a:cubicBezTo>
                <a:cubicBezTo>
                  <a:pt x="429" y="689"/>
                  <a:pt x="430" y="689"/>
                  <a:pt x="430" y="689"/>
                </a:cubicBezTo>
                <a:cubicBezTo>
                  <a:pt x="431" y="689"/>
                  <a:pt x="432" y="691"/>
                  <a:pt x="434" y="691"/>
                </a:cubicBezTo>
                <a:cubicBezTo>
                  <a:pt x="434" y="691"/>
                  <a:pt x="434" y="691"/>
                  <a:pt x="434" y="691"/>
                </a:cubicBezTo>
                <a:cubicBezTo>
                  <a:pt x="435" y="691"/>
                  <a:pt x="435" y="691"/>
                  <a:pt x="435" y="691"/>
                </a:cubicBezTo>
                <a:cubicBezTo>
                  <a:pt x="436" y="692"/>
                  <a:pt x="437" y="692"/>
                  <a:pt x="438" y="692"/>
                </a:cubicBezTo>
                <a:cubicBezTo>
                  <a:pt x="438" y="693"/>
                  <a:pt x="438" y="693"/>
                  <a:pt x="437" y="693"/>
                </a:cubicBezTo>
                <a:cubicBezTo>
                  <a:pt x="437" y="693"/>
                  <a:pt x="437" y="694"/>
                  <a:pt x="437" y="694"/>
                </a:cubicBezTo>
                <a:cubicBezTo>
                  <a:pt x="437" y="694"/>
                  <a:pt x="436" y="694"/>
                  <a:pt x="436" y="694"/>
                </a:cubicBezTo>
                <a:cubicBezTo>
                  <a:pt x="436" y="694"/>
                  <a:pt x="435" y="695"/>
                  <a:pt x="435" y="695"/>
                </a:cubicBezTo>
                <a:cubicBezTo>
                  <a:pt x="435" y="695"/>
                  <a:pt x="435" y="696"/>
                  <a:pt x="436" y="696"/>
                </a:cubicBezTo>
                <a:cubicBezTo>
                  <a:pt x="436" y="696"/>
                  <a:pt x="436" y="695"/>
                  <a:pt x="436" y="695"/>
                </a:cubicBezTo>
                <a:cubicBezTo>
                  <a:pt x="437" y="695"/>
                  <a:pt x="437" y="695"/>
                  <a:pt x="437" y="695"/>
                </a:cubicBezTo>
                <a:cubicBezTo>
                  <a:pt x="438" y="695"/>
                  <a:pt x="438" y="694"/>
                  <a:pt x="438" y="694"/>
                </a:cubicBezTo>
                <a:cubicBezTo>
                  <a:pt x="438" y="694"/>
                  <a:pt x="438" y="694"/>
                  <a:pt x="438" y="694"/>
                </a:cubicBezTo>
                <a:cubicBezTo>
                  <a:pt x="439" y="693"/>
                  <a:pt x="439" y="693"/>
                  <a:pt x="440" y="692"/>
                </a:cubicBezTo>
                <a:cubicBezTo>
                  <a:pt x="441" y="692"/>
                  <a:pt x="442" y="692"/>
                  <a:pt x="442" y="693"/>
                </a:cubicBezTo>
                <a:cubicBezTo>
                  <a:pt x="443" y="693"/>
                  <a:pt x="443" y="694"/>
                  <a:pt x="442" y="695"/>
                </a:cubicBezTo>
                <a:cubicBezTo>
                  <a:pt x="443" y="695"/>
                  <a:pt x="444" y="694"/>
                  <a:pt x="445" y="694"/>
                </a:cubicBezTo>
                <a:cubicBezTo>
                  <a:pt x="445" y="694"/>
                  <a:pt x="445" y="694"/>
                  <a:pt x="445" y="695"/>
                </a:cubicBezTo>
                <a:cubicBezTo>
                  <a:pt x="445" y="695"/>
                  <a:pt x="445" y="695"/>
                  <a:pt x="445" y="695"/>
                </a:cubicBezTo>
                <a:cubicBezTo>
                  <a:pt x="444" y="695"/>
                  <a:pt x="444" y="695"/>
                  <a:pt x="444" y="695"/>
                </a:cubicBezTo>
                <a:cubicBezTo>
                  <a:pt x="444" y="696"/>
                  <a:pt x="445" y="696"/>
                  <a:pt x="446" y="696"/>
                </a:cubicBezTo>
                <a:cubicBezTo>
                  <a:pt x="446" y="696"/>
                  <a:pt x="447" y="696"/>
                  <a:pt x="447" y="696"/>
                </a:cubicBezTo>
                <a:cubicBezTo>
                  <a:pt x="447" y="696"/>
                  <a:pt x="447" y="696"/>
                  <a:pt x="446" y="697"/>
                </a:cubicBezTo>
                <a:cubicBezTo>
                  <a:pt x="447" y="697"/>
                  <a:pt x="447" y="697"/>
                  <a:pt x="448" y="697"/>
                </a:cubicBezTo>
                <a:cubicBezTo>
                  <a:pt x="448" y="697"/>
                  <a:pt x="448" y="697"/>
                  <a:pt x="448" y="696"/>
                </a:cubicBezTo>
                <a:cubicBezTo>
                  <a:pt x="448" y="696"/>
                  <a:pt x="448" y="697"/>
                  <a:pt x="449" y="697"/>
                </a:cubicBezTo>
                <a:cubicBezTo>
                  <a:pt x="449" y="697"/>
                  <a:pt x="449" y="698"/>
                  <a:pt x="449" y="698"/>
                </a:cubicBezTo>
                <a:cubicBezTo>
                  <a:pt x="449" y="698"/>
                  <a:pt x="450" y="698"/>
                  <a:pt x="450" y="698"/>
                </a:cubicBezTo>
                <a:cubicBezTo>
                  <a:pt x="450" y="699"/>
                  <a:pt x="450" y="699"/>
                  <a:pt x="450" y="699"/>
                </a:cubicBezTo>
                <a:cubicBezTo>
                  <a:pt x="450" y="699"/>
                  <a:pt x="451" y="699"/>
                  <a:pt x="451" y="700"/>
                </a:cubicBezTo>
                <a:cubicBezTo>
                  <a:pt x="451" y="700"/>
                  <a:pt x="450" y="700"/>
                  <a:pt x="450" y="700"/>
                </a:cubicBezTo>
                <a:cubicBezTo>
                  <a:pt x="451" y="700"/>
                  <a:pt x="450" y="701"/>
                  <a:pt x="451" y="702"/>
                </a:cubicBezTo>
                <a:cubicBezTo>
                  <a:pt x="451" y="702"/>
                  <a:pt x="451" y="703"/>
                  <a:pt x="451" y="703"/>
                </a:cubicBezTo>
                <a:cubicBezTo>
                  <a:pt x="451" y="704"/>
                  <a:pt x="451" y="704"/>
                  <a:pt x="451" y="704"/>
                </a:cubicBezTo>
                <a:cubicBezTo>
                  <a:pt x="450" y="704"/>
                  <a:pt x="451" y="705"/>
                  <a:pt x="451" y="705"/>
                </a:cubicBezTo>
                <a:cubicBezTo>
                  <a:pt x="451" y="706"/>
                  <a:pt x="450" y="707"/>
                  <a:pt x="450" y="708"/>
                </a:cubicBezTo>
                <a:cubicBezTo>
                  <a:pt x="449" y="707"/>
                  <a:pt x="448" y="707"/>
                  <a:pt x="447" y="708"/>
                </a:cubicBezTo>
                <a:cubicBezTo>
                  <a:pt x="446" y="709"/>
                  <a:pt x="446" y="709"/>
                  <a:pt x="446" y="709"/>
                </a:cubicBezTo>
                <a:cubicBezTo>
                  <a:pt x="445" y="709"/>
                  <a:pt x="445" y="709"/>
                  <a:pt x="445" y="710"/>
                </a:cubicBezTo>
                <a:cubicBezTo>
                  <a:pt x="445" y="710"/>
                  <a:pt x="445" y="710"/>
                  <a:pt x="445" y="710"/>
                </a:cubicBezTo>
                <a:cubicBezTo>
                  <a:pt x="445" y="710"/>
                  <a:pt x="444" y="710"/>
                  <a:pt x="444" y="710"/>
                </a:cubicBezTo>
                <a:cubicBezTo>
                  <a:pt x="443" y="710"/>
                  <a:pt x="443" y="710"/>
                  <a:pt x="442" y="710"/>
                </a:cubicBezTo>
                <a:cubicBezTo>
                  <a:pt x="441" y="710"/>
                  <a:pt x="441" y="710"/>
                  <a:pt x="441" y="710"/>
                </a:cubicBezTo>
                <a:cubicBezTo>
                  <a:pt x="440" y="709"/>
                  <a:pt x="440" y="710"/>
                  <a:pt x="439" y="709"/>
                </a:cubicBezTo>
                <a:cubicBezTo>
                  <a:pt x="439" y="709"/>
                  <a:pt x="439" y="709"/>
                  <a:pt x="438" y="709"/>
                </a:cubicBezTo>
                <a:cubicBezTo>
                  <a:pt x="438" y="710"/>
                  <a:pt x="438" y="710"/>
                  <a:pt x="438" y="710"/>
                </a:cubicBezTo>
                <a:cubicBezTo>
                  <a:pt x="438" y="710"/>
                  <a:pt x="438" y="710"/>
                  <a:pt x="438" y="710"/>
                </a:cubicBezTo>
                <a:cubicBezTo>
                  <a:pt x="437" y="711"/>
                  <a:pt x="437" y="710"/>
                  <a:pt x="437" y="710"/>
                </a:cubicBezTo>
                <a:cubicBezTo>
                  <a:pt x="436" y="710"/>
                  <a:pt x="436" y="710"/>
                  <a:pt x="436" y="710"/>
                </a:cubicBezTo>
                <a:cubicBezTo>
                  <a:pt x="435" y="710"/>
                  <a:pt x="435" y="711"/>
                  <a:pt x="436" y="711"/>
                </a:cubicBezTo>
                <a:cubicBezTo>
                  <a:pt x="436" y="711"/>
                  <a:pt x="437" y="712"/>
                  <a:pt x="437" y="712"/>
                </a:cubicBezTo>
                <a:cubicBezTo>
                  <a:pt x="438" y="713"/>
                  <a:pt x="439" y="713"/>
                  <a:pt x="440" y="713"/>
                </a:cubicBezTo>
                <a:cubicBezTo>
                  <a:pt x="440" y="713"/>
                  <a:pt x="440" y="713"/>
                  <a:pt x="440" y="713"/>
                </a:cubicBezTo>
                <a:cubicBezTo>
                  <a:pt x="440" y="714"/>
                  <a:pt x="440" y="714"/>
                  <a:pt x="440" y="714"/>
                </a:cubicBezTo>
                <a:cubicBezTo>
                  <a:pt x="440" y="715"/>
                  <a:pt x="440" y="715"/>
                  <a:pt x="440" y="715"/>
                </a:cubicBezTo>
                <a:cubicBezTo>
                  <a:pt x="440" y="715"/>
                  <a:pt x="440" y="715"/>
                  <a:pt x="440" y="715"/>
                </a:cubicBezTo>
                <a:cubicBezTo>
                  <a:pt x="440" y="716"/>
                  <a:pt x="439" y="716"/>
                  <a:pt x="439" y="716"/>
                </a:cubicBezTo>
                <a:cubicBezTo>
                  <a:pt x="439" y="716"/>
                  <a:pt x="438" y="716"/>
                  <a:pt x="438" y="715"/>
                </a:cubicBezTo>
                <a:cubicBezTo>
                  <a:pt x="438" y="715"/>
                  <a:pt x="437" y="715"/>
                  <a:pt x="437" y="715"/>
                </a:cubicBezTo>
                <a:cubicBezTo>
                  <a:pt x="437" y="715"/>
                  <a:pt x="437" y="715"/>
                  <a:pt x="437" y="715"/>
                </a:cubicBezTo>
                <a:cubicBezTo>
                  <a:pt x="436" y="715"/>
                  <a:pt x="435" y="715"/>
                  <a:pt x="435" y="715"/>
                </a:cubicBezTo>
                <a:cubicBezTo>
                  <a:pt x="434" y="716"/>
                  <a:pt x="435" y="716"/>
                  <a:pt x="434" y="717"/>
                </a:cubicBezTo>
                <a:cubicBezTo>
                  <a:pt x="434" y="717"/>
                  <a:pt x="433" y="717"/>
                  <a:pt x="433" y="717"/>
                </a:cubicBezTo>
                <a:cubicBezTo>
                  <a:pt x="433" y="718"/>
                  <a:pt x="433" y="718"/>
                  <a:pt x="433" y="719"/>
                </a:cubicBezTo>
                <a:cubicBezTo>
                  <a:pt x="433" y="719"/>
                  <a:pt x="433" y="719"/>
                  <a:pt x="433" y="719"/>
                </a:cubicBezTo>
                <a:cubicBezTo>
                  <a:pt x="433" y="720"/>
                  <a:pt x="434" y="720"/>
                  <a:pt x="434" y="720"/>
                </a:cubicBezTo>
                <a:cubicBezTo>
                  <a:pt x="434" y="720"/>
                  <a:pt x="434" y="720"/>
                  <a:pt x="434" y="720"/>
                </a:cubicBezTo>
                <a:cubicBezTo>
                  <a:pt x="434" y="721"/>
                  <a:pt x="434" y="721"/>
                  <a:pt x="434" y="721"/>
                </a:cubicBezTo>
                <a:cubicBezTo>
                  <a:pt x="434" y="721"/>
                  <a:pt x="434" y="721"/>
                  <a:pt x="434" y="721"/>
                </a:cubicBezTo>
                <a:cubicBezTo>
                  <a:pt x="434" y="722"/>
                  <a:pt x="434" y="721"/>
                  <a:pt x="433" y="721"/>
                </a:cubicBezTo>
                <a:cubicBezTo>
                  <a:pt x="433" y="721"/>
                  <a:pt x="433" y="721"/>
                  <a:pt x="433" y="721"/>
                </a:cubicBezTo>
                <a:cubicBezTo>
                  <a:pt x="433" y="720"/>
                  <a:pt x="433" y="720"/>
                  <a:pt x="433" y="720"/>
                </a:cubicBezTo>
                <a:cubicBezTo>
                  <a:pt x="432" y="720"/>
                  <a:pt x="431" y="719"/>
                  <a:pt x="430" y="720"/>
                </a:cubicBezTo>
                <a:cubicBezTo>
                  <a:pt x="430" y="720"/>
                  <a:pt x="430" y="720"/>
                  <a:pt x="430" y="720"/>
                </a:cubicBezTo>
                <a:cubicBezTo>
                  <a:pt x="429" y="720"/>
                  <a:pt x="430" y="720"/>
                  <a:pt x="430" y="720"/>
                </a:cubicBezTo>
                <a:cubicBezTo>
                  <a:pt x="430" y="720"/>
                  <a:pt x="430" y="720"/>
                  <a:pt x="430" y="720"/>
                </a:cubicBezTo>
                <a:cubicBezTo>
                  <a:pt x="431" y="720"/>
                  <a:pt x="431" y="720"/>
                  <a:pt x="431" y="720"/>
                </a:cubicBezTo>
                <a:cubicBezTo>
                  <a:pt x="431" y="720"/>
                  <a:pt x="431" y="721"/>
                  <a:pt x="432" y="721"/>
                </a:cubicBezTo>
                <a:cubicBezTo>
                  <a:pt x="432" y="721"/>
                  <a:pt x="432" y="721"/>
                  <a:pt x="432" y="721"/>
                </a:cubicBezTo>
                <a:cubicBezTo>
                  <a:pt x="432" y="721"/>
                  <a:pt x="432" y="721"/>
                  <a:pt x="432" y="721"/>
                </a:cubicBezTo>
                <a:cubicBezTo>
                  <a:pt x="431" y="722"/>
                  <a:pt x="430" y="722"/>
                  <a:pt x="430" y="723"/>
                </a:cubicBezTo>
                <a:cubicBezTo>
                  <a:pt x="430" y="723"/>
                  <a:pt x="429" y="723"/>
                  <a:pt x="429" y="724"/>
                </a:cubicBezTo>
                <a:cubicBezTo>
                  <a:pt x="430" y="724"/>
                  <a:pt x="430" y="724"/>
                  <a:pt x="430" y="724"/>
                </a:cubicBezTo>
                <a:cubicBezTo>
                  <a:pt x="430" y="724"/>
                  <a:pt x="431" y="724"/>
                  <a:pt x="431" y="724"/>
                </a:cubicBezTo>
                <a:cubicBezTo>
                  <a:pt x="431" y="724"/>
                  <a:pt x="430" y="724"/>
                  <a:pt x="430" y="724"/>
                </a:cubicBezTo>
                <a:cubicBezTo>
                  <a:pt x="430" y="724"/>
                  <a:pt x="430" y="724"/>
                  <a:pt x="429" y="725"/>
                </a:cubicBezTo>
                <a:cubicBezTo>
                  <a:pt x="429" y="725"/>
                  <a:pt x="429" y="726"/>
                  <a:pt x="428" y="726"/>
                </a:cubicBezTo>
                <a:cubicBezTo>
                  <a:pt x="428" y="726"/>
                  <a:pt x="428" y="726"/>
                  <a:pt x="428" y="726"/>
                </a:cubicBezTo>
                <a:cubicBezTo>
                  <a:pt x="427" y="725"/>
                  <a:pt x="427" y="725"/>
                  <a:pt x="427" y="725"/>
                </a:cubicBezTo>
                <a:cubicBezTo>
                  <a:pt x="427" y="725"/>
                  <a:pt x="427" y="725"/>
                  <a:pt x="427" y="726"/>
                </a:cubicBezTo>
                <a:cubicBezTo>
                  <a:pt x="427" y="726"/>
                  <a:pt x="428" y="726"/>
                  <a:pt x="428" y="727"/>
                </a:cubicBezTo>
                <a:cubicBezTo>
                  <a:pt x="427" y="727"/>
                  <a:pt x="427" y="727"/>
                  <a:pt x="427" y="727"/>
                </a:cubicBezTo>
                <a:cubicBezTo>
                  <a:pt x="428" y="727"/>
                  <a:pt x="428" y="728"/>
                  <a:pt x="429" y="727"/>
                </a:cubicBezTo>
                <a:cubicBezTo>
                  <a:pt x="429" y="727"/>
                  <a:pt x="429" y="727"/>
                  <a:pt x="429" y="727"/>
                </a:cubicBezTo>
                <a:cubicBezTo>
                  <a:pt x="430" y="727"/>
                  <a:pt x="429" y="728"/>
                  <a:pt x="430" y="728"/>
                </a:cubicBezTo>
                <a:cubicBezTo>
                  <a:pt x="430" y="728"/>
                  <a:pt x="430" y="728"/>
                  <a:pt x="430" y="728"/>
                </a:cubicBezTo>
                <a:cubicBezTo>
                  <a:pt x="430" y="728"/>
                  <a:pt x="430" y="729"/>
                  <a:pt x="430" y="729"/>
                </a:cubicBezTo>
                <a:cubicBezTo>
                  <a:pt x="429" y="729"/>
                  <a:pt x="429" y="729"/>
                  <a:pt x="429" y="729"/>
                </a:cubicBezTo>
                <a:cubicBezTo>
                  <a:pt x="429" y="728"/>
                  <a:pt x="429" y="728"/>
                  <a:pt x="428" y="728"/>
                </a:cubicBezTo>
                <a:cubicBezTo>
                  <a:pt x="428" y="728"/>
                  <a:pt x="427" y="728"/>
                  <a:pt x="426" y="727"/>
                </a:cubicBezTo>
                <a:cubicBezTo>
                  <a:pt x="426" y="727"/>
                  <a:pt x="426" y="727"/>
                  <a:pt x="426" y="727"/>
                </a:cubicBezTo>
                <a:cubicBezTo>
                  <a:pt x="426" y="727"/>
                  <a:pt x="425" y="727"/>
                  <a:pt x="425" y="728"/>
                </a:cubicBezTo>
                <a:cubicBezTo>
                  <a:pt x="425" y="728"/>
                  <a:pt x="425" y="728"/>
                  <a:pt x="425" y="728"/>
                </a:cubicBezTo>
                <a:cubicBezTo>
                  <a:pt x="424" y="728"/>
                  <a:pt x="424" y="728"/>
                  <a:pt x="424" y="729"/>
                </a:cubicBezTo>
                <a:cubicBezTo>
                  <a:pt x="424" y="729"/>
                  <a:pt x="424" y="729"/>
                  <a:pt x="425" y="729"/>
                </a:cubicBezTo>
                <a:cubicBezTo>
                  <a:pt x="425" y="729"/>
                  <a:pt x="425" y="729"/>
                  <a:pt x="425" y="729"/>
                </a:cubicBezTo>
                <a:cubicBezTo>
                  <a:pt x="426" y="729"/>
                  <a:pt x="426" y="729"/>
                  <a:pt x="426" y="729"/>
                </a:cubicBezTo>
                <a:cubicBezTo>
                  <a:pt x="426" y="729"/>
                  <a:pt x="426" y="729"/>
                  <a:pt x="426" y="729"/>
                </a:cubicBezTo>
                <a:cubicBezTo>
                  <a:pt x="426" y="729"/>
                  <a:pt x="426" y="729"/>
                  <a:pt x="426" y="730"/>
                </a:cubicBezTo>
                <a:cubicBezTo>
                  <a:pt x="426" y="730"/>
                  <a:pt x="426" y="730"/>
                  <a:pt x="427" y="730"/>
                </a:cubicBezTo>
                <a:cubicBezTo>
                  <a:pt x="427" y="730"/>
                  <a:pt x="427" y="730"/>
                  <a:pt x="427" y="730"/>
                </a:cubicBezTo>
                <a:cubicBezTo>
                  <a:pt x="428" y="730"/>
                  <a:pt x="428" y="731"/>
                  <a:pt x="428" y="731"/>
                </a:cubicBezTo>
                <a:cubicBezTo>
                  <a:pt x="427" y="731"/>
                  <a:pt x="427" y="731"/>
                  <a:pt x="426" y="730"/>
                </a:cubicBezTo>
                <a:cubicBezTo>
                  <a:pt x="426" y="731"/>
                  <a:pt x="426" y="731"/>
                  <a:pt x="426" y="731"/>
                </a:cubicBezTo>
                <a:cubicBezTo>
                  <a:pt x="426" y="731"/>
                  <a:pt x="426" y="731"/>
                  <a:pt x="426" y="731"/>
                </a:cubicBezTo>
                <a:cubicBezTo>
                  <a:pt x="426" y="732"/>
                  <a:pt x="426" y="732"/>
                  <a:pt x="426" y="732"/>
                </a:cubicBezTo>
                <a:cubicBezTo>
                  <a:pt x="425" y="732"/>
                  <a:pt x="425" y="732"/>
                  <a:pt x="425" y="732"/>
                </a:cubicBezTo>
                <a:cubicBezTo>
                  <a:pt x="424" y="733"/>
                  <a:pt x="423" y="734"/>
                  <a:pt x="422" y="735"/>
                </a:cubicBezTo>
                <a:cubicBezTo>
                  <a:pt x="422" y="735"/>
                  <a:pt x="422" y="735"/>
                  <a:pt x="421" y="736"/>
                </a:cubicBezTo>
                <a:cubicBezTo>
                  <a:pt x="421" y="736"/>
                  <a:pt x="421" y="737"/>
                  <a:pt x="421" y="737"/>
                </a:cubicBezTo>
                <a:cubicBezTo>
                  <a:pt x="421" y="737"/>
                  <a:pt x="422" y="737"/>
                  <a:pt x="422" y="737"/>
                </a:cubicBezTo>
                <a:cubicBezTo>
                  <a:pt x="422" y="737"/>
                  <a:pt x="423" y="738"/>
                  <a:pt x="423" y="738"/>
                </a:cubicBezTo>
                <a:cubicBezTo>
                  <a:pt x="423" y="739"/>
                  <a:pt x="422" y="739"/>
                  <a:pt x="422" y="739"/>
                </a:cubicBezTo>
                <a:cubicBezTo>
                  <a:pt x="422" y="739"/>
                  <a:pt x="421" y="739"/>
                  <a:pt x="421" y="739"/>
                </a:cubicBezTo>
                <a:cubicBezTo>
                  <a:pt x="421" y="739"/>
                  <a:pt x="421" y="739"/>
                  <a:pt x="421" y="739"/>
                </a:cubicBezTo>
                <a:cubicBezTo>
                  <a:pt x="421" y="740"/>
                  <a:pt x="421" y="740"/>
                  <a:pt x="421" y="741"/>
                </a:cubicBezTo>
                <a:cubicBezTo>
                  <a:pt x="421" y="741"/>
                  <a:pt x="420" y="741"/>
                  <a:pt x="420" y="742"/>
                </a:cubicBezTo>
                <a:cubicBezTo>
                  <a:pt x="420" y="742"/>
                  <a:pt x="420" y="742"/>
                  <a:pt x="420" y="742"/>
                </a:cubicBezTo>
                <a:cubicBezTo>
                  <a:pt x="421" y="742"/>
                  <a:pt x="421" y="742"/>
                  <a:pt x="421" y="742"/>
                </a:cubicBezTo>
                <a:cubicBezTo>
                  <a:pt x="421" y="742"/>
                  <a:pt x="421" y="743"/>
                  <a:pt x="421" y="743"/>
                </a:cubicBezTo>
                <a:cubicBezTo>
                  <a:pt x="420" y="743"/>
                  <a:pt x="420" y="743"/>
                  <a:pt x="420" y="743"/>
                </a:cubicBezTo>
                <a:cubicBezTo>
                  <a:pt x="420" y="743"/>
                  <a:pt x="419" y="744"/>
                  <a:pt x="419" y="744"/>
                </a:cubicBezTo>
                <a:cubicBezTo>
                  <a:pt x="419" y="745"/>
                  <a:pt x="419" y="745"/>
                  <a:pt x="419" y="746"/>
                </a:cubicBezTo>
                <a:cubicBezTo>
                  <a:pt x="419" y="746"/>
                  <a:pt x="419" y="746"/>
                  <a:pt x="419" y="747"/>
                </a:cubicBezTo>
                <a:cubicBezTo>
                  <a:pt x="419" y="747"/>
                  <a:pt x="418" y="747"/>
                  <a:pt x="418" y="747"/>
                </a:cubicBezTo>
                <a:cubicBezTo>
                  <a:pt x="418" y="747"/>
                  <a:pt x="418" y="748"/>
                  <a:pt x="417" y="748"/>
                </a:cubicBezTo>
                <a:cubicBezTo>
                  <a:pt x="417" y="748"/>
                  <a:pt x="417" y="748"/>
                  <a:pt x="417" y="749"/>
                </a:cubicBezTo>
                <a:cubicBezTo>
                  <a:pt x="417" y="749"/>
                  <a:pt x="417" y="749"/>
                  <a:pt x="417" y="749"/>
                </a:cubicBezTo>
                <a:cubicBezTo>
                  <a:pt x="418" y="749"/>
                  <a:pt x="418" y="750"/>
                  <a:pt x="417" y="751"/>
                </a:cubicBezTo>
                <a:cubicBezTo>
                  <a:pt x="417" y="751"/>
                  <a:pt x="416" y="751"/>
                  <a:pt x="416" y="752"/>
                </a:cubicBezTo>
                <a:cubicBezTo>
                  <a:pt x="416" y="752"/>
                  <a:pt x="416" y="753"/>
                  <a:pt x="416" y="753"/>
                </a:cubicBezTo>
                <a:cubicBezTo>
                  <a:pt x="416" y="753"/>
                  <a:pt x="415" y="753"/>
                  <a:pt x="415" y="753"/>
                </a:cubicBezTo>
                <a:cubicBezTo>
                  <a:pt x="414" y="753"/>
                  <a:pt x="414" y="753"/>
                  <a:pt x="414" y="753"/>
                </a:cubicBezTo>
                <a:cubicBezTo>
                  <a:pt x="414" y="753"/>
                  <a:pt x="414" y="753"/>
                  <a:pt x="414" y="754"/>
                </a:cubicBezTo>
                <a:cubicBezTo>
                  <a:pt x="413" y="754"/>
                  <a:pt x="414" y="754"/>
                  <a:pt x="414" y="754"/>
                </a:cubicBezTo>
                <a:cubicBezTo>
                  <a:pt x="414" y="754"/>
                  <a:pt x="415" y="754"/>
                  <a:pt x="416" y="755"/>
                </a:cubicBezTo>
                <a:cubicBezTo>
                  <a:pt x="416" y="756"/>
                  <a:pt x="415" y="757"/>
                  <a:pt x="415" y="757"/>
                </a:cubicBezTo>
                <a:cubicBezTo>
                  <a:pt x="415" y="758"/>
                  <a:pt x="415" y="759"/>
                  <a:pt x="415" y="760"/>
                </a:cubicBezTo>
                <a:cubicBezTo>
                  <a:pt x="415" y="760"/>
                  <a:pt x="415" y="761"/>
                  <a:pt x="415" y="761"/>
                </a:cubicBezTo>
                <a:cubicBezTo>
                  <a:pt x="414" y="762"/>
                  <a:pt x="414" y="762"/>
                  <a:pt x="414" y="763"/>
                </a:cubicBezTo>
                <a:cubicBezTo>
                  <a:pt x="414" y="764"/>
                  <a:pt x="413" y="765"/>
                  <a:pt x="414" y="766"/>
                </a:cubicBezTo>
                <a:cubicBezTo>
                  <a:pt x="414" y="766"/>
                  <a:pt x="414" y="767"/>
                  <a:pt x="414" y="767"/>
                </a:cubicBezTo>
                <a:cubicBezTo>
                  <a:pt x="414" y="768"/>
                  <a:pt x="414" y="769"/>
                  <a:pt x="414" y="770"/>
                </a:cubicBezTo>
                <a:cubicBezTo>
                  <a:pt x="414" y="771"/>
                  <a:pt x="414" y="772"/>
                  <a:pt x="414" y="773"/>
                </a:cubicBezTo>
                <a:cubicBezTo>
                  <a:pt x="414" y="775"/>
                  <a:pt x="414" y="776"/>
                  <a:pt x="414" y="778"/>
                </a:cubicBezTo>
                <a:cubicBezTo>
                  <a:pt x="414" y="778"/>
                  <a:pt x="414" y="778"/>
                  <a:pt x="413" y="779"/>
                </a:cubicBezTo>
                <a:cubicBezTo>
                  <a:pt x="412" y="779"/>
                  <a:pt x="412" y="779"/>
                  <a:pt x="411" y="780"/>
                </a:cubicBezTo>
                <a:cubicBezTo>
                  <a:pt x="411" y="780"/>
                  <a:pt x="410" y="781"/>
                  <a:pt x="410" y="781"/>
                </a:cubicBezTo>
                <a:cubicBezTo>
                  <a:pt x="411" y="781"/>
                  <a:pt x="411" y="781"/>
                  <a:pt x="411" y="781"/>
                </a:cubicBezTo>
                <a:cubicBezTo>
                  <a:pt x="411" y="780"/>
                  <a:pt x="411" y="780"/>
                  <a:pt x="412" y="780"/>
                </a:cubicBezTo>
                <a:cubicBezTo>
                  <a:pt x="412" y="780"/>
                  <a:pt x="412" y="780"/>
                  <a:pt x="412" y="780"/>
                </a:cubicBezTo>
                <a:cubicBezTo>
                  <a:pt x="413" y="779"/>
                  <a:pt x="413" y="779"/>
                  <a:pt x="413" y="779"/>
                </a:cubicBezTo>
                <a:cubicBezTo>
                  <a:pt x="413" y="779"/>
                  <a:pt x="414" y="779"/>
                  <a:pt x="414" y="779"/>
                </a:cubicBezTo>
                <a:cubicBezTo>
                  <a:pt x="414" y="780"/>
                  <a:pt x="414" y="780"/>
                  <a:pt x="415" y="780"/>
                </a:cubicBezTo>
                <a:cubicBezTo>
                  <a:pt x="415" y="780"/>
                  <a:pt x="415" y="781"/>
                  <a:pt x="415" y="781"/>
                </a:cubicBezTo>
                <a:cubicBezTo>
                  <a:pt x="415" y="781"/>
                  <a:pt x="415" y="781"/>
                  <a:pt x="415" y="781"/>
                </a:cubicBezTo>
                <a:cubicBezTo>
                  <a:pt x="416" y="782"/>
                  <a:pt x="416" y="782"/>
                  <a:pt x="416" y="783"/>
                </a:cubicBezTo>
                <a:cubicBezTo>
                  <a:pt x="416" y="784"/>
                  <a:pt x="417" y="784"/>
                  <a:pt x="417" y="785"/>
                </a:cubicBezTo>
                <a:cubicBezTo>
                  <a:pt x="417" y="785"/>
                  <a:pt x="418" y="785"/>
                  <a:pt x="418" y="785"/>
                </a:cubicBezTo>
                <a:cubicBezTo>
                  <a:pt x="418" y="785"/>
                  <a:pt x="419" y="784"/>
                  <a:pt x="419" y="784"/>
                </a:cubicBezTo>
                <a:cubicBezTo>
                  <a:pt x="419" y="784"/>
                  <a:pt x="419" y="784"/>
                  <a:pt x="419" y="784"/>
                </a:cubicBezTo>
                <a:cubicBezTo>
                  <a:pt x="420" y="784"/>
                  <a:pt x="420" y="784"/>
                  <a:pt x="420" y="785"/>
                </a:cubicBezTo>
                <a:cubicBezTo>
                  <a:pt x="420" y="785"/>
                  <a:pt x="420" y="786"/>
                  <a:pt x="419" y="786"/>
                </a:cubicBezTo>
                <a:cubicBezTo>
                  <a:pt x="420" y="786"/>
                  <a:pt x="420" y="786"/>
                  <a:pt x="420" y="785"/>
                </a:cubicBezTo>
                <a:cubicBezTo>
                  <a:pt x="420" y="785"/>
                  <a:pt x="420" y="785"/>
                  <a:pt x="420" y="784"/>
                </a:cubicBezTo>
                <a:cubicBezTo>
                  <a:pt x="420" y="784"/>
                  <a:pt x="420" y="784"/>
                  <a:pt x="420" y="784"/>
                </a:cubicBezTo>
                <a:cubicBezTo>
                  <a:pt x="420" y="784"/>
                  <a:pt x="421" y="784"/>
                  <a:pt x="421" y="784"/>
                </a:cubicBezTo>
                <a:cubicBezTo>
                  <a:pt x="421" y="785"/>
                  <a:pt x="422" y="785"/>
                  <a:pt x="423" y="785"/>
                </a:cubicBezTo>
                <a:cubicBezTo>
                  <a:pt x="423" y="784"/>
                  <a:pt x="423" y="784"/>
                  <a:pt x="424" y="784"/>
                </a:cubicBezTo>
                <a:cubicBezTo>
                  <a:pt x="424" y="784"/>
                  <a:pt x="425" y="784"/>
                  <a:pt x="426" y="784"/>
                </a:cubicBezTo>
                <a:cubicBezTo>
                  <a:pt x="426" y="784"/>
                  <a:pt x="426" y="784"/>
                  <a:pt x="426" y="784"/>
                </a:cubicBezTo>
                <a:cubicBezTo>
                  <a:pt x="426" y="784"/>
                  <a:pt x="426" y="784"/>
                  <a:pt x="426" y="785"/>
                </a:cubicBezTo>
                <a:cubicBezTo>
                  <a:pt x="426" y="785"/>
                  <a:pt x="426" y="785"/>
                  <a:pt x="426" y="785"/>
                </a:cubicBezTo>
                <a:cubicBezTo>
                  <a:pt x="426" y="785"/>
                  <a:pt x="427" y="785"/>
                  <a:pt x="427" y="785"/>
                </a:cubicBezTo>
                <a:cubicBezTo>
                  <a:pt x="427" y="785"/>
                  <a:pt x="428" y="785"/>
                  <a:pt x="428" y="785"/>
                </a:cubicBezTo>
                <a:cubicBezTo>
                  <a:pt x="428" y="785"/>
                  <a:pt x="429" y="785"/>
                  <a:pt x="429" y="786"/>
                </a:cubicBezTo>
                <a:cubicBezTo>
                  <a:pt x="429" y="786"/>
                  <a:pt x="429" y="787"/>
                  <a:pt x="429" y="787"/>
                </a:cubicBezTo>
                <a:cubicBezTo>
                  <a:pt x="429" y="787"/>
                  <a:pt x="429" y="788"/>
                  <a:pt x="429" y="788"/>
                </a:cubicBezTo>
                <a:cubicBezTo>
                  <a:pt x="429" y="789"/>
                  <a:pt x="429" y="790"/>
                  <a:pt x="429" y="790"/>
                </a:cubicBezTo>
                <a:cubicBezTo>
                  <a:pt x="430" y="791"/>
                  <a:pt x="430" y="792"/>
                  <a:pt x="430" y="793"/>
                </a:cubicBezTo>
                <a:cubicBezTo>
                  <a:pt x="431" y="794"/>
                  <a:pt x="431" y="795"/>
                  <a:pt x="431" y="795"/>
                </a:cubicBezTo>
                <a:cubicBezTo>
                  <a:pt x="432" y="796"/>
                  <a:pt x="432" y="797"/>
                  <a:pt x="432" y="798"/>
                </a:cubicBezTo>
                <a:cubicBezTo>
                  <a:pt x="432" y="800"/>
                  <a:pt x="433" y="802"/>
                  <a:pt x="434" y="804"/>
                </a:cubicBezTo>
                <a:cubicBezTo>
                  <a:pt x="435" y="806"/>
                  <a:pt x="436" y="808"/>
                  <a:pt x="435" y="810"/>
                </a:cubicBezTo>
                <a:cubicBezTo>
                  <a:pt x="435" y="811"/>
                  <a:pt x="434" y="812"/>
                  <a:pt x="434" y="813"/>
                </a:cubicBezTo>
                <a:cubicBezTo>
                  <a:pt x="434" y="813"/>
                  <a:pt x="433" y="814"/>
                  <a:pt x="433" y="814"/>
                </a:cubicBezTo>
                <a:cubicBezTo>
                  <a:pt x="432" y="815"/>
                  <a:pt x="431" y="815"/>
                  <a:pt x="430" y="815"/>
                </a:cubicBezTo>
                <a:cubicBezTo>
                  <a:pt x="430" y="815"/>
                  <a:pt x="429" y="815"/>
                  <a:pt x="429" y="815"/>
                </a:cubicBezTo>
                <a:cubicBezTo>
                  <a:pt x="430" y="816"/>
                  <a:pt x="431" y="816"/>
                  <a:pt x="432" y="815"/>
                </a:cubicBezTo>
                <a:cubicBezTo>
                  <a:pt x="433" y="815"/>
                  <a:pt x="433" y="815"/>
                  <a:pt x="434" y="814"/>
                </a:cubicBezTo>
                <a:cubicBezTo>
                  <a:pt x="435" y="813"/>
                  <a:pt x="436" y="813"/>
                  <a:pt x="437" y="813"/>
                </a:cubicBezTo>
                <a:cubicBezTo>
                  <a:pt x="437" y="813"/>
                  <a:pt x="437" y="814"/>
                  <a:pt x="436" y="814"/>
                </a:cubicBezTo>
                <a:cubicBezTo>
                  <a:pt x="436" y="814"/>
                  <a:pt x="435" y="814"/>
                  <a:pt x="435" y="815"/>
                </a:cubicBezTo>
                <a:cubicBezTo>
                  <a:pt x="436" y="814"/>
                  <a:pt x="436" y="814"/>
                  <a:pt x="437" y="814"/>
                </a:cubicBezTo>
                <a:cubicBezTo>
                  <a:pt x="439" y="813"/>
                  <a:pt x="441" y="813"/>
                  <a:pt x="442" y="812"/>
                </a:cubicBezTo>
                <a:cubicBezTo>
                  <a:pt x="444" y="811"/>
                  <a:pt x="446" y="810"/>
                  <a:pt x="449" y="810"/>
                </a:cubicBezTo>
                <a:cubicBezTo>
                  <a:pt x="450" y="810"/>
                  <a:pt x="452" y="810"/>
                  <a:pt x="453" y="811"/>
                </a:cubicBezTo>
                <a:cubicBezTo>
                  <a:pt x="454" y="812"/>
                  <a:pt x="455" y="812"/>
                  <a:pt x="456" y="813"/>
                </a:cubicBezTo>
                <a:cubicBezTo>
                  <a:pt x="456" y="813"/>
                  <a:pt x="457" y="814"/>
                  <a:pt x="458" y="814"/>
                </a:cubicBezTo>
                <a:cubicBezTo>
                  <a:pt x="458" y="814"/>
                  <a:pt x="459" y="815"/>
                  <a:pt x="460" y="815"/>
                </a:cubicBezTo>
                <a:cubicBezTo>
                  <a:pt x="460" y="815"/>
                  <a:pt x="461" y="815"/>
                  <a:pt x="461" y="815"/>
                </a:cubicBezTo>
                <a:cubicBezTo>
                  <a:pt x="462" y="816"/>
                  <a:pt x="463" y="816"/>
                  <a:pt x="464" y="816"/>
                </a:cubicBezTo>
                <a:cubicBezTo>
                  <a:pt x="464" y="816"/>
                  <a:pt x="465" y="817"/>
                  <a:pt x="466" y="817"/>
                </a:cubicBezTo>
                <a:cubicBezTo>
                  <a:pt x="466" y="817"/>
                  <a:pt x="466" y="817"/>
                  <a:pt x="467" y="817"/>
                </a:cubicBezTo>
                <a:cubicBezTo>
                  <a:pt x="467" y="817"/>
                  <a:pt x="468" y="818"/>
                  <a:pt x="469" y="818"/>
                </a:cubicBezTo>
                <a:cubicBezTo>
                  <a:pt x="470" y="820"/>
                  <a:pt x="471" y="821"/>
                  <a:pt x="473" y="822"/>
                </a:cubicBezTo>
                <a:cubicBezTo>
                  <a:pt x="473" y="822"/>
                  <a:pt x="474" y="822"/>
                  <a:pt x="474" y="822"/>
                </a:cubicBezTo>
                <a:cubicBezTo>
                  <a:pt x="475" y="823"/>
                  <a:pt x="475" y="823"/>
                  <a:pt x="475" y="824"/>
                </a:cubicBezTo>
                <a:cubicBezTo>
                  <a:pt x="476" y="826"/>
                  <a:pt x="478" y="828"/>
                  <a:pt x="480" y="830"/>
                </a:cubicBezTo>
                <a:cubicBezTo>
                  <a:pt x="482" y="832"/>
                  <a:pt x="485" y="832"/>
                  <a:pt x="487" y="833"/>
                </a:cubicBezTo>
                <a:cubicBezTo>
                  <a:pt x="488" y="834"/>
                  <a:pt x="489" y="835"/>
                  <a:pt x="491" y="835"/>
                </a:cubicBezTo>
                <a:cubicBezTo>
                  <a:pt x="492" y="835"/>
                  <a:pt x="493" y="835"/>
                  <a:pt x="494" y="836"/>
                </a:cubicBezTo>
                <a:cubicBezTo>
                  <a:pt x="494" y="836"/>
                  <a:pt x="494" y="837"/>
                  <a:pt x="495" y="837"/>
                </a:cubicBezTo>
                <a:cubicBezTo>
                  <a:pt x="495" y="837"/>
                  <a:pt x="496" y="838"/>
                  <a:pt x="496" y="838"/>
                </a:cubicBezTo>
                <a:cubicBezTo>
                  <a:pt x="497" y="839"/>
                  <a:pt x="497" y="839"/>
                  <a:pt x="498" y="840"/>
                </a:cubicBezTo>
                <a:cubicBezTo>
                  <a:pt x="499" y="840"/>
                  <a:pt x="500" y="840"/>
                  <a:pt x="500" y="841"/>
                </a:cubicBezTo>
                <a:cubicBezTo>
                  <a:pt x="500" y="841"/>
                  <a:pt x="501" y="842"/>
                  <a:pt x="501" y="842"/>
                </a:cubicBezTo>
                <a:cubicBezTo>
                  <a:pt x="501" y="842"/>
                  <a:pt x="501" y="842"/>
                  <a:pt x="501" y="842"/>
                </a:cubicBezTo>
                <a:cubicBezTo>
                  <a:pt x="502" y="842"/>
                  <a:pt x="503" y="842"/>
                  <a:pt x="503" y="842"/>
                </a:cubicBezTo>
                <a:cubicBezTo>
                  <a:pt x="504" y="842"/>
                  <a:pt x="505" y="843"/>
                  <a:pt x="506" y="843"/>
                </a:cubicBezTo>
                <a:cubicBezTo>
                  <a:pt x="507" y="842"/>
                  <a:pt x="508" y="842"/>
                  <a:pt x="509" y="842"/>
                </a:cubicBezTo>
                <a:cubicBezTo>
                  <a:pt x="509" y="842"/>
                  <a:pt x="509" y="842"/>
                  <a:pt x="510" y="842"/>
                </a:cubicBezTo>
                <a:cubicBezTo>
                  <a:pt x="510" y="842"/>
                  <a:pt x="510" y="842"/>
                  <a:pt x="511" y="842"/>
                </a:cubicBezTo>
                <a:cubicBezTo>
                  <a:pt x="511" y="841"/>
                  <a:pt x="512" y="842"/>
                  <a:pt x="513" y="842"/>
                </a:cubicBezTo>
                <a:cubicBezTo>
                  <a:pt x="513" y="842"/>
                  <a:pt x="513" y="843"/>
                  <a:pt x="513" y="843"/>
                </a:cubicBezTo>
                <a:cubicBezTo>
                  <a:pt x="514" y="842"/>
                  <a:pt x="514" y="842"/>
                  <a:pt x="514" y="842"/>
                </a:cubicBezTo>
                <a:cubicBezTo>
                  <a:pt x="514" y="842"/>
                  <a:pt x="514" y="842"/>
                  <a:pt x="514" y="842"/>
                </a:cubicBezTo>
                <a:cubicBezTo>
                  <a:pt x="515" y="842"/>
                  <a:pt x="515" y="842"/>
                  <a:pt x="515" y="842"/>
                </a:cubicBezTo>
                <a:cubicBezTo>
                  <a:pt x="516" y="843"/>
                  <a:pt x="516" y="843"/>
                  <a:pt x="517" y="843"/>
                </a:cubicBezTo>
                <a:cubicBezTo>
                  <a:pt x="518" y="843"/>
                  <a:pt x="518" y="843"/>
                  <a:pt x="519" y="843"/>
                </a:cubicBezTo>
                <a:cubicBezTo>
                  <a:pt x="520" y="843"/>
                  <a:pt x="520" y="843"/>
                  <a:pt x="520" y="843"/>
                </a:cubicBezTo>
                <a:cubicBezTo>
                  <a:pt x="521" y="843"/>
                  <a:pt x="521" y="844"/>
                  <a:pt x="522" y="844"/>
                </a:cubicBezTo>
                <a:cubicBezTo>
                  <a:pt x="522" y="844"/>
                  <a:pt x="522" y="844"/>
                  <a:pt x="523" y="844"/>
                </a:cubicBezTo>
                <a:cubicBezTo>
                  <a:pt x="523" y="844"/>
                  <a:pt x="523" y="844"/>
                  <a:pt x="524" y="844"/>
                </a:cubicBezTo>
                <a:cubicBezTo>
                  <a:pt x="525" y="845"/>
                  <a:pt x="525" y="845"/>
                  <a:pt x="526" y="846"/>
                </a:cubicBezTo>
                <a:cubicBezTo>
                  <a:pt x="526" y="846"/>
                  <a:pt x="526" y="847"/>
                  <a:pt x="526" y="847"/>
                </a:cubicBezTo>
                <a:cubicBezTo>
                  <a:pt x="527" y="848"/>
                  <a:pt x="527" y="849"/>
                  <a:pt x="527" y="850"/>
                </a:cubicBezTo>
                <a:cubicBezTo>
                  <a:pt x="527" y="850"/>
                  <a:pt x="526" y="851"/>
                  <a:pt x="526" y="851"/>
                </a:cubicBezTo>
                <a:cubicBezTo>
                  <a:pt x="526" y="852"/>
                  <a:pt x="526" y="852"/>
                  <a:pt x="526" y="852"/>
                </a:cubicBezTo>
                <a:cubicBezTo>
                  <a:pt x="526" y="854"/>
                  <a:pt x="526" y="855"/>
                  <a:pt x="525" y="856"/>
                </a:cubicBezTo>
                <a:cubicBezTo>
                  <a:pt x="525" y="857"/>
                  <a:pt x="525" y="858"/>
                  <a:pt x="525" y="859"/>
                </a:cubicBezTo>
                <a:cubicBezTo>
                  <a:pt x="525" y="860"/>
                  <a:pt x="526" y="861"/>
                  <a:pt x="527" y="862"/>
                </a:cubicBezTo>
                <a:cubicBezTo>
                  <a:pt x="527" y="862"/>
                  <a:pt x="527" y="863"/>
                  <a:pt x="527" y="863"/>
                </a:cubicBezTo>
                <a:cubicBezTo>
                  <a:pt x="528" y="864"/>
                  <a:pt x="528" y="865"/>
                  <a:pt x="527" y="866"/>
                </a:cubicBezTo>
                <a:cubicBezTo>
                  <a:pt x="527" y="867"/>
                  <a:pt x="527" y="868"/>
                  <a:pt x="527" y="869"/>
                </a:cubicBezTo>
                <a:cubicBezTo>
                  <a:pt x="527" y="869"/>
                  <a:pt x="527" y="870"/>
                  <a:pt x="527" y="870"/>
                </a:cubicBezTo>
                <a:cubicBezTo>
                  <a:pt x="527" y="871"/>
                  <a:pt x="527" y="872"/>
                  <a:pt x="527" y="873"/>
                </a:cubicBezTo>
                <a:cubicBezTo>
                  <a:pt x="527" y="874"/>
                  <a:pt x="526" y="875"/>
                  <a:pt x="526" y="876"/>
                </a:cubicBezTo>
                <a:cubicBezTo>
                  <a:pt x="526" y="877"/>
                  <a:pt x="526" y="878"/>
                  <a:pt x="527" y="878"/>
                </a:cubicBezTo>
                <a:cubicBezTo>
                  <a:pt x="527" y="878"/>
                  <a:pt x="528" y="879"/>
                  <a:pt x="528" y="879"/>
                </a:cubicBezTo>
                <a:cubicBezTo>
                  <a:pt x="528" y="879"/>
                  <a:pt x="528" y="880"/>
                  <a:pt x="529" y="880"/>
                </a:cubicBezTo>
                <a:cubicBezTo>
                  <a:pt x="529" y="881"/>
                  <a:pt x="531" y="882"/>
                  <a:pt x="532" y="884"/>
                </a:cubicBezTo>
                <a:cubicBezTo>
                  <a:pt x="532" y="884"/>
                  <a:pt x="532" y="884"/>
                  <a:pt x="533" y="885"/>
                </a:cubicBezTo>
                <a:cubicBezTo>
                  <a:pt x="533" y="885"/>
                  <a:pt x="532" y="886"/>
                  <a:pt x="532" y="886"/>
                </a:cubicBezTo>
                <a:cubicBezTo>
                  <a:pt x="532" y="886"/>
                  <a:pt x="532" y="886"/>
                  <a:pt x="532" y="887"/>
                </a:cubicBezTo>
                <a:cubicBezTo>
                  <a:pt x="532" y="887"/>
                  <a:pt x="532" y="887"/>
                  <a:pt x="533" y="887"/>
                </a:cubicBezTo>
                <a:cubicBezTo>
                  <a:pt x="533" y="888"/>
                  <a:pt x="533" y="888"/>
                  <a:pt x="534" y="889"/>
                </a:cubicBezTo>
                <a:cubicBezTo>
                  <a:pt x="534" y="889"/>
                  <a:pt x="534" y="890"/>
                  <a:pt x="534" y="890"/>
                </a:cubicBezTo>
                <a:cubicBezTo>
                  <a:pt x="535" y="891"/>
                  <a:pt x="536" y="890"/>
                  <a:pt x="537" y="891"/>
                </a:cubicBezTo>
                <a:cubicBezTo>
                  <a:pt x="538" y="891"/>
                  <a:pt x="538" y="893"/>
                  <a:pt x="539" y="893"/>
                </a:cubicBezTo>
                <a:cubicBezTo>
                  <a:pt x="539" y="893"/>
                  <a:pt x="540" y="894"/>
                  <a:pt x="540" y="894"/>
                </a:cubicBezTo>
                <a:cubicBezTo>
                  <a:pt x="540" y="894"/>
                  <a:pt x="540" y="894"/>
                  <a:pt x="541" y="895"/>
                </a:cubicBezTo>
                <a:cubicBezTo>
                  <a:pt x="541" y="896"/>
                  <a:pt x="542" y="898"/>
                  <a:pt x="542" y="899"/>
                </a:cubicBezTo>
                <a:cubicBezTo>
                  <a:pt x="542" y="900"/>
                  <a:pt x="543" y="900"/>
                  <a:pt x="543" y="900"/>
                </a:cubicBezTo>
                <a:cubicBezTo>
                  <a:pt x="543" y="900"/>
                  <a:pt x="543" y="900"/>
                  <a:pt x="543" y="901"/>
                </a:cubicBezTo>
                <a:cubicBezTo>
                  <a:pt x="545" y="901"/>
                  <a:pt x="546" y="902"/>
                  <a:pt x="547" y="902"/>
                </a:cubicBezTo>
                <a:cubicBezTo>
                  <a:pt x="547" y="903"/>
                  <a:pt x="547" y="903"/>
                  <a:pt x="548" y="903"/>
                </a:cubicBezTo>
                <a:cubicBezTo>
                  <a:pt x="548" y="903"/>
                  <a:pt x="549" y="902"/>
                  <a:pt x="549" y="902"/>
                </a:cubicBezTo>
                <a:cubicBezTo>
                  <a:pt x="549" y="901"/>
                  <a:pt x="549" y="901"/>
                  <a:pt x="549" y="900"/>
                </a:cubicBezTo>
                <a:cubicBezTo>
                  <a:pt x="549" y="900"/>
                  <a:pt x="549" y="900"/>
                  <a:pt x="550" y="900"/>
                </a:cubicBezTo>
                <a:cubicBezTo>
                  <a:pt x="550" y="899"/>
                  <a:pt x="551" y="898"/>
                  <a:pt x="551" y="897"/>
                </a:cubicBezTo>
                <a:cubicBezTo>
                  <a:pt x="552" y="896"/>
                  <a:pt x="552" y="896"/>
                  <a:pt x="553" y="896"/>
                </a:cubicBezTo>
                <a:cubicBezTo>
                  <a:pt x="553" y="897"/>
                  <a:pt x="553" y="898"/>
                  <a:pt x="554" y="898"/>
                </a:cubicBezTo>
                <a:cubicBezTo>
                  <a:pt x="554" y="898"/>
                  <a:pt x="554" y="898"/>
                  <a:pt x="555" y="898"/>
                </a:cubicBezTo>
                <a:cubicBezTo>
                  <a:pt x="555" y="898"/>
                  <a:pt x="555" y="899"/>
                  <a:pt x="555" y="900"/>
                </a:cubicBezTo>
                <a:cubicBezTo>
                  <a:pt x="555" y="900"/>
                  <a:pt x="555" y="901"/>
                  <a:pt x="556" y="902"/>
                </a:cubicBezTo>
                <a:cubicBezTo>
                  <a:pt x="556" y="902"/>
                  <a:pt x="556" y="902"/>
                  <a:pt x="556" y="902"/>
                </a:cubicBezTo>
                <a:cubicBezTo>
                  <a:pt x="556" y="902"/>
                  <a:pt x="556" y="902"/>
                  <a:pt x="556" y="901"/>
                </a:cubicBezTo>
                <a:cubicBezTo>
                  <a:pt x="557" y="900"/>
                  <a:pt x="557" y="898"/>
                  <a:pt x="556" y="896"/>
                </a:cubicBezTo>
                <a:cubicBezTo>
                  <a:pt x="556" y="895"/>
                  <a:pt x="555" y="895"/>
                  <a:pt x="555" y="894"/>
                </a:cubicBezTo>
                <a:cubicBezTo>
                  <a:pt x="555" y="894"/>
                  <a:pt x="556" y="894"/>
                  <a:pt x="556" y="893"/>
                </a:cubicBezTo>
                <a:cubicBezTo>
                  <a:pt x="556" y="893"/>
                  <a:pt x="556" y="892"/>
                  <a:pt x="557" y="892"/>
                </a:cubicBezTo>
                <a:cubicBezTo>
                  <a:pt x="557" y="892"/>
                  <a:pt x="557" y="892"/>
                  <a:pt x="557" y="892"/>
                </a:cubicBezTo>
                <a:cubicBezTo>
                  <a:pt x="558" y="891"/>
                  <a:pt x="559" y="890"/>
                  <a:pt x="559" y="889"/>
                </a:cubicBezTo>
                <a:cubicBezTo>
                  <a:pt x="559" y="888"/>
                  <a:pt x="559" y="886"/>
                  <a:pt x="559" y="885"/>
                </a:cubicBezTo>
                <a:cubicBezTo>
                  <a:pt x="559" y="885"/>
                  <a:pt x="559" y="884"/>
                  <a:pt x="559" y="884"/>
                </a:cubicBezTo>
                <a:cubicBezTo>
                  <a:pt x="559" y="884"/>
                  <a:pt x="558" y="883"/>
                  <a:pt x="558" y="883"/>
                </a:cubicBezTo>
                <a:cubicBezTo>
                  <a:pt x="557" y="882"/>
                  <a:pt x="557" y="881"/>
                  <a:pt x="557" y="880"/>
                </a:cubicBezTo>
                <a:cubicBezTo>
                  <a:pt x="557" y="880"/>
                  <a:pt x="557" y="880"/>
                  <a:pt x="557" y="880"/>
                </a:cubicBezTo>
                <a:cubicBezTo>
                  <a:pt x="557" y="880"/>
                  <a:pt x="557" y="879"/>
                  <a:pt x="557" y="879"/>
                </a:cubicBezTo>
                <a:cubicBezTo>
                  <a:pt x="558" y="879"/>
                  <a:pt x="557" y="878"/>
                  <a:pt x="556" y="878"/>
                </a:cubicBezTo>
                <a:cubicBezTo>
                  <a:pt x="555" y="878"/>
                  <a:pt x="556" y="876"/>
                  <a:pt x="556" y="874"/>
                </a:cubicBezTo>
                <a:cubicBezTo>
                  <a:pt x="556" y="874"/>
                  <a:pt x="556" y="873"/>
                  <a:pt x="556" y="873"/>
                </a:cubicBezTo>
                <a:cubicBezTo>
                  <a:pt x="556" y="872"/>
                  <a:pt x="556" y="872"/>
                  <a:pt x="556" y="872"/>
                </a:cubicBezTo>
                <a:cubicBezTo>
                  <a:pt x="555" y="871"/>
                  <a:pt x="556" y="871"/>
                  <a:pt x="555" y="871"/>
                </a:cubicBezTo>
                <a:cubicBezTo>
                  <a:pt x="555" y="870"/>
                  <a:pt x="555" y="870"/>
                  <a:pt x="555" y="870"/>
                </a:cubicBezTo>
                <a:cubicBezTo>
                  <a:pt x="555" y="870"/>
                  <a:pt x="555" y="870"/>
                  <a:pt x="554" y="869"/>
                </a:cubicBezTo>
                <a:cubicBezTo>
                  <a:pt x="554" y="869"/>
                  <a:pt x="554" y="869"/>
                  <a:pt x="555" y="868"/>
                </a:cubicBezTo>
                <a:cubicBezTo>
                  <a:pt x="555" y="868"/>
                  <a:pt x="555" y="868"/>
                  <a:pt x="555" y="868"/>
                </a:cubicBezTo>
                <a:cubicBezTo>
                  <a:pt x="556" y="868"/>
                  <a:pt x="556" y="868"/>
                  <a:pt x="556" y="867"/>
                </a:cubicBezTo>
                <a:cubicBezTo>
                  <a:pt x="556" y="867"/>
                  <a:pt x="555" y="867"/>
                  <a:pt x="555" y="867"/>
                </a:cubicBezTo>
                <a:cubicBezTo>
                  <a:pt x="555" y="867"/>
                  <a:pt x="555" y="866"/>
                  <a:pt x="554" y="866"/>
                </a:cubicBezTo>
                <a:cubicBezTo>
                  <a:pt x="554" y="865"/>
                  <a:pt x="554" y="865"/>
                  <a:pt x="555" y="865"/>
                </a:cubicBezTo>
                <a:cubicBezTo>
                  <a:pt x="555" y="864"/>
                  <a:pt x="555" y="864"/>
                  <a:pt x="555" y="863"/>
                </a:cubicBezTo>
                <a:cubicBezTo>
                  <a:pt x="555" y="863"/>
                  <a:pt x="554" y="863"/>
                  <a:pt x="554" y="862"/>
                </a:cubicBezTo>
                <a:cubicBezTo>
                  <a:pt x="554" y="862"/>
                  <a:pt x="555" y="862"/>
                  <a:pt x="555" y="861"/>
                </a:cubicBezTo>
                <a:cubicBezTo>
                  <a:pt x="555" y="861"/>
                  <a:pt x="555" y="861"/>
                  <a:pt x="555" y="861"/>
                </a:cubicBezTo>
                <a:cubicBezTo>
                  <a:pt x="554" y="860"/>
                  <a:pt x="554" y="859"/>
                  <a:pt x="553" y="859"/>
                </a:cubicBezTo>
                <a:cubicBezTo>
                  <a:pt x="553" y="859"/>
                  <a:pt x="553" y="859"/>
                  <a:pt x="553" y="859"/>
                </a:cubicBezTo>
                <a:cubicBezTo>
                  <a:pt x="553" y="859"/>
                  <a:pt x="553" y="859"/>
                  <a:pt x="553" y="858"/>
                </a:cubicBezTo>
                <a:cubicBezTo>
                  <a:pt x="552" y="858"/>
                  <a:pt x="552" y="857"/>
                  <a:pt x="552" y="857"/>
                </a:cubicBezTo>
                <a:cubicBezTo>
                  <a:pt x="551" y="856"/>
                  <a:pt x="551" y="855"/>
                  <a:pt x="551" y="855"/>
                </a:cubicBezTo>
                <a:cubicBezTo>
                  <a:pt x="551" y="854"/>
                  <a:pt x="550" y="853"/>
                  <a:pt x="549" y="852"/>
                </a:cubicBezTo>
                <a:cubicBezTo>
                  <a:pt x="549" y="851"/>
                  <a:pt x="549" y="851"/>
                  <a:pt x="549" y="851"/>
                </a:cubicBezTo>
                <a:cubicBezTo>
                  <a:pt x="549" y="851"/>
                  <a:pt x="549" y="851"/>
                  <a:pt x="550" y="851"/>
                </a:cubicBezTo>
                <a:cubicBezTo>
                  <a:pt x="550" y="850"/>
                  <a:pt x="551" y="850"/>
                  <a:pt x="551" y="850"/>
                </a:cubicBezTo>
                <a:cubicBezTo>
                  <a:pt x="558" y="848"/>
                  <a:pt x="564" y="844"/>
                  <a:pt x="569" y="839"/>
                </a:cubicBezTo>
                <a:cubicBezTo>
                  <a:pt x="569" y="839"/>
                  <a:pt x="569" y="838"/>
                  <a:pt x="569" y="838"/>
                </a:cubicBezTo>
                <a:cubicBezTo>
                  <a:pt x="569" y="838"/>
                  <a:pt x="570" y="837"/>
                  <a:pt x="570" y="837"/>
                </a:cubicBezTo>
                <a:cubicBezTo>
                  <a:pt x="570" y="837"/>
                  <a:pt x="570" y="837"/>
                  <a:pt x="570" y="838"/>
                </a:cubicBezTo>
                <a:cubicBezTo>
                  <a:pt x="571" y="837"/>
                  <a:pt x="571" y="837"/>
                  <a:pt x="571" y="836"/>
                </a:cubicBezTo>
                <a:cubicBezTo>
                  <a:pt x="571" y="835"/>
                  <a:pt x="572" y="835"/>
                  <a:pt x="572" y="834"/>
                </a:cubicBezTo>
                <a:cubicBezTo>
                  <a:pt x="573" y="833"/>
                  <a:pt x="575" y="831"/>
                  <a:pt x="576" y="830"/>
                </a:cubicBezTo>
                <a:cubicBezTo>
                  <a:pt x="577" y="829"/>
                  <a:pt x="577" y="827"/>
                  <a:pt x="577" y="826"/>
                </a:cubicBezTo>
                <a:cubicBezTo>
                  <a:pt x="578" y="820"/>
                  <a:pt x="577" y="814"/>
                  <a:pt x="576" y="808"/>
                </a:cubicBezTo>
                <a:cubicBezTo>
                  <a:pt x="575" y="805"/>
                  <a:pt x="574" y="801"/>
                  <a:pt x="572" y="798"/>
                </a:cubicBezTo>
                <a:cubicBezTo>
                  <a:pt x="571" y="796"/>
                  <a:pt x="568" y="794"/>
                  <a:pt x="566" y="792"/>
                </a:cubicBezTo>
                <a:cubicBezTo>
                  <a:pt x="566" y="792"/>
                  <a:pt x="565" y="792"/>
                  <a:pt x="565" y="792"/>
                </a:cubicBezTo>
                <a:cubicBezTo>
                  <a:pt x="565" y="792"/>
                  <a:pt x="565" y="792"/>
                  <a:pt x="564" y="791"/>
                </a:cubicBezTo>
                <a:cubicBezTo>
                  <a:pt x="564" y="791"/>
                  <a:pt x="564" y="791"/>
                  <a:pt x="564" y="790"/>
                </a:cubicBezTo>
                <a:cubicBezTo>
                  <a:pt x="564" y="790"/>
                  <a:pt x="564" y="790"/>
                  <a:pt x="564" y="790"/>
                </a:cubicBezTo>
                <a:cubicBezTo>
                  <a:pt x="563" y="790"/>
                  <a:pt x="563" y="790"/>
                  <a:pt x="563" y="790"/>
                </a:cubicBezTo>
                <a:cubicBezTo>
                  <a:pt x="563" y="790"/>
                  <a:pt x="563" y="790"/>
                  <a:pt x="563" y="790"/>
                </a:cubicBezTo>
                <a:cubicBezTo>
                  <a:pt x="562" y="789"/>
                  <a:pt x="562" y="789"/>
                  <a:pt x="562" y="789"/>
                </a:cubicBezTo>
                <a:cubicBezTo>
                  <a:pt x="562" y="788"/>
                  <a:pt x="561" y="788"/>
                  <a:pt x="561" y="788"/>
                </a:cubicBezTo>
                <a:cubicBezTo>
                  <a:pt x="561" y="788"/>
                  <a:pt x="562" y="788"/>
                  <a:pt x="562" y="787"/>
                </a:cubicBezTo>
                <a:cubicBezTo>
                  <a:pt x="562" y="787"/>
                  <a:pt x="562" y="787"/>
                  <a:pt x="562" y="787"/>
                </a:cubicBezTo>
                <a:cubicBezTo>
                  <a:pt x="562" y="787"/>
                  <a:pt x="562" y="787"/>
                  <a:pt x="561" y="787"/>
                </a:cubicBezTo>
                <a:cubicBezTo>
                  <a:pt x="561" y="787"/>
                  <a:pt x="561" y="787"/>
                  <a:pt x="561" y="787"/>
                </a:cubicBezTo>
                <a:cubicBezTo>
                  <a:pt x="560" y="787"/>
                  <a:pt x="560" y="787"/>
                  <a:pt x="560" y="787"/>
                </a:cubicBezTo>
                <a:cubicBezTo>
                  <a:pt x="560" y="787"/>
                  <a:pt x="560" y="787"/>
                  <a:pt x="561" y="787"/>
                </a:cubicBezTo>
                <a:cubicBezTo>
                  <a:pt x="561" y="788"/>
                  <a:pt x="560" y="788"/>
                  <a:pt x="560" y="788"/>
                </a:cubicBezTo>
                <a:cubicBezTo>
                  <a:pt x="560" y="788"/>
                  <a:pt x="560" y="788"/>
                  <a:pt x="560" y="788"/>
                </a:cubicBezTo>
                <a:cubicBezTo>
                  <a:pt x="560" y="788"/>
                  <a:pt x="560" y="788"/>
                  <a:pt x="560" y="788"/>
                </a:cubicBezTo>
                <a:cubicBezTo>
                  <a:pt x="560" y="788"/>
                  <a:pt x="560" y="788"/>
                  <a:pt x="560" y="788"/>
                </a:cubicBezTo>
                <a:cubicBezTo>
                  <a:pt x="560" y="787"/>
                  <a:pt x="559" y="787"/>
                  <a:pt x="559" y="787"/>
                </a:cubicBezTo>
                <a:cubicBezTo>
                  <a:pt x="559" y="787"/>
                  <a:pt x="559" y="787"/>
                  <a:pt x="559" y="787"/>
                </a:cubicBezTo>
                <a:cubicBezTo>
                  <a:pt x="558" y="787"/>
                  <a:pt x="558" y="787"/>
                  <a:pt x="559" y="787"/>
                </a:cubicBezTo>
                <a:cubicBezTo>
                  <a:pt x="559" y="786"/>
                  <a:pt x="559" y="786"/>
                  <a:pt x="559" y="786"/>
                </a:cubicBezTo>
                <a:cubicBezTo>
                  <a:pt x="559" y="786"/>
                  <a:pt x="559" y="786"/>
                  <a:pt x="559" y="786"/>
                </a:cubicBezTo>
                <a:cubicBezTo>
                  <a:pt x="560" y="786"/>
                  <a:pt x="560" y="786"/>
                  <a:pt x="560" y="786"/>
                </a:cubicBezTo>
                <a:cubicBezTo>
                  <a:pt x="560" y="786"/>
                  <a:pt x="560" y="786"/>
                  <a:pt x="559" y="785"/>
                </a:cubicBezTo>
                <a:cubicBezTo>
                  <a:pt x="559" y="785"/>
                  <a:pt x="559" y="785"/>
                  <a:pt x="559" y="784"/>
                </a:cubicBezTo>
                <a:cubicBezTo>
                  <a:pt x="559" y="784"/>
                  <a:pt x="559" y="784"/>
                  <a:pt x="559" y="784"/>
                </a:cubicBezTo>
                <a:cubicBezTo>
                  <a:pt x="559" y="784"/>
                  <a:pt x="558" y="784"/>
                  <a:pt x="559" y="783"/>
                </a:cubicBezTo>
                <a:cubicBezTo>
                  <a:pt x="559" y="783"/>
                  <a:pt x="559" y="783"/>
                  <a:pt x="559" y="783"/>
                </a:cubicBezTo>
                <a:cubicBezTo>
                  <a:pt x="559" y="783"/>
                  <a:pt x="559" y="783"/>
                  <a:pt x="559" y="782"/>
                </a:cubicBezTo>
                <a:cubicBezTo>
                  <a:pt x="559" y="782"/>
                  <a:pt x="559" y="782"/>
                  <a:pt x="559" y="782"/>
                </a:cubicBezTo>
                <a:cubicBezTo>
                  <a:pt x="559" y="782"/>
                  <a:pt x="559" y="782"/>
                  <a:pt x="559" y="782"/>
                </a:cubicBezTo>
                <a:cubicBezTo>
                  <a:pt x="559" y="781"/>
                  <a:pt x="560" y="781"/>
                  <a:pt x="560" y="781"/>
                </a:cubicBezTo>
                <a:cubicBezTo>
                  <a:pt x="560" y="781"/>
                  <a:pt x="561" y="781"/>
                  <a:pt x="561" y="780"/>
                </a:cubicBezTo>
                <a:cubicBezTo>
                  <a:pt x="563" y="780"/>
                  <a:pt x="563" y="778"/>
                  <a:pt x="564" y="777"/>
                </a:cubicBezTo>
                <a:cubicBezTo>
                  <a:pt x="564" y="776"/>
                  <a:pt x="565" y="775"/>
                  <a:pt x="565" y="775"/>
                </a:cubicBezTo>
                <a:cubicBezTo>
                  <a:pt x="566" y="775"/>
                  <a:pt x="566" y="775"/>
                  <a:pt x="566" y="774"/>
                </a:cubicBezTo>
                <a:cubicBezTo>
                  <a:pt x="567" y="774"/>
                  <a:pt x="567" y="773"/>
                  <a:pt x="566" y="773"/>
                </a:cubicBezTo>
                <a:cubicBezTo>
                  <a:pt x="566" y="773"/>
                  <a:pt x="566" y="773"/>
                  <a:pt x="566" y="773"/>
                </a:cubicBezTo>
                <a:cubicBezTo>
                  <a:pt x="565" y="773"/>
                  <a:pt x="565" y="773"/>
                  <a:pt x="565" y="773"/>
                </a:cubicBezTo>
                <a:cubicBezTo>
                  <a:pt x="565" y="773"/>
                  <a:pt x="565" y="773"/>
                  <a:pt x="565" y="773"/>
                </a:cubicBezTo>
                <a:cubicBezTo>
                  <a:pt x="565" y="773"/>
                  <a:pt x="566" y="772"/>
                  <a:pt x="566" y="772"/>
                </a:cubicBezTo>
                <a:cubicBezTo>
                  <a:pt x="566" y="772"/>
                  <a:pt x="565" y="772"/>
                  <a:pt x="565" y="772"/>
                </a:cubicBezTo>
                <a:cubicBezTo>
                  <a:pt x="565" y="771"/>
                  <a:pt x="566" y="771"/>
                  <a:pt x="566" y="771"/>
                </a:cubicBezTo>
                <a:cubicBezTo>
                  <a:pt x="567" y="771"/>
                  <a:pt x="567" y="771"/>
                  <a:pt x="567" y="770"/>
                </a:cubicBezTo>
                <a:cubicBezTo>
                  <a:pt x="567" y="770"/>
                  <a:pt x="567" y="769"/>
                  <a:pt x="566" y="769"/>
                </a:cubicBezTo>
                <a:cubicBezTo>
                  <a:pt x="566" y="769"/>
                  <a:pt x="566" y="769"/>
                  <a:pt x="566" y="769"/>
                </a:cubicBezTo>
                <a:cubicBezTo>
                  <a:pt x="566" y="768"/>
                  <a:pt x="567" y="769"/>
                  <a:pt x="567" y="768"/>
                </a:cubicBezTo>
                <a:cubicBezTo>
                  <a:pt x="567" y="768"/>
                  <a:pt x="567" y="768"/>
                  <a:pt x="567" y="768"/>
                </a:cubicBezTo>
                <a:cubicBezTo>
                  <a:pt x="567" y="768"/>
                  <a:pt x="568" y="768"/>
                  <a:pt x="568" y="768"/>
                </a:cubicBezTo>
                <a:cubicBezTo>
                  <a:pt x="568" y="768"/>
                  <a:pt x="568" y="768"/>
                  <a:pt x="568" y="768"/>
                </a:cubicBezTo>
                <a:cubicBezTo>
                  <a:pt x="568" y="769"/>
                  <a:pt x="569" y="769"/>
                  <a:pt x="569" y="769"/>
                </a:cubicBezTo>
                <a:cubicBezTo>
                  <a:pt x="569" y="770"/>
                  <a:pt x="568" y="770"/>
                  <a:pt x="569" y="770"/>
                </a:cubicBezTo>
                <a:cubicBezTo>
                  <a:pt x="569" y="770"/>
                  <a:pt x="569" y="770"/>
                  <a:pt x="569" y="770"/>
                </a:cubicBezTo>
                <a:cubicBezTo>
                  <a:pt x="569" y="770"/>
                  <a:pt x="569" y="770"/>
                  <a:pt x="569" y="770"/>
                </a:cubicBezTo>
                <a:cubicBezTo>
                  <a:pt x="569" y="769"/>
                  <a:pt x="569" y="769"/>
                  <a:pt x="569" y="769"/>
                </a:cubicBezTo>
                <a:cubicBezTo>
                  <a:pt x="569" y="769"/>
                  <a:pt x="569" y="768"/>
                  <a:pt x="568" y="768"/>
                </a:cubicBezTo>
                <a:cubicBezTo>
                  <a:pt x="568" y="768"/>
                  <a:pt x="568" y="767"/>
                  <a:pt x="568" y="767"/>
                </a:cubicBezTo>
                <a:cubicBezTo>
                  <a:pt x="569" y="767"/>
                  <a:pt x="569" y="767"/>
                  <a:pt x="569" y="767"/>
                </a:cubicBezTo>
                <a:cubicBezTo>
                  <a:pt x="569" y="767"/>
                  <a:pt x="570" y="767"/>
                  <a:pt x="570" y="766"/>
                </a:cubicBezTo>
                <a:cubicBezTo>
                  <a:pt x="570" y="766"/>
                  <a:pt x="570" y="766"/>
                  <a:pt x="570" y="766"/>
                </a:cubicBezTo>
                <a:cubicBezTo>
                  <a:pt x="570" y="765"/>
                  <a:pt x="570" y="765"/>
                  <a:pt x="570" y="765"/>
                </a:cubicBezTo>
                <a:cubicBezTo>
                  <a:pt x="569" y="765"/>
                  <a:pt x="569" y="765"/>
                  <a:pt x="569" y="765"/>
                </a:cubicBezTo>
                <a:cubicBezTo>
                  <a:pt x="569" y="765"/>
                  <a:pt x="569" y="764"/>
                  <a:pt x="569" y="764"/>
                </a:cubicBezTo>
                <a:cubicBezTo>
                  <a:pt x="569" y="764"/>
                  <a:pt x="570" y="764"/>
                  <a:pt x="570" y="763"/>
                </a:cubicBezTo>
                <a:cubicBezTo>
                  <a:pt x="570" y="763"/>
                  <a:pt x="571" y="763"/>
                  <a:pt x="571" y="763"/>
                </a:cubicBezTo>
                <a:cubicBezTo>
                  <a:pt x="571" y="763"/>
                  <a:pt x="571" y="763"/>
                  <a:pt x="571" y="762"/>
                </a:cubicBezTo>
                <a:cubicBezTo>
                  <a:pt x="571" y="762"/>
                  <a:pt x="571" y="762"/>
                  <a:pt x="570" y="762"/>
                </a:cubicBezTo>
                <a:cubicBezTo>
                  <a:pt x="570" y="762"/>
                  <a:pt x="570" y="762"/>
                  <a:pt x="570" y="762"/>
                </a:cubicBezTo>
                <a:cubicBezTo>
                  <a:pt x="570" y="762"/>
                  <a:pt x="569" y="762"/>
                  <a:pt x="569" y="762"/>
                </a:cubicBezTo>
                <a:cubicBezTo>
                  <a:pt x="569" y="762"/>
                  <a:pt x="569" y="762"/>
                  <a:pt x="569" y="762"/>
                </a:cubicBezTo>
                <a:cubicBezTo>
                  <a:pt x="569" y="762"/>
                  <a:pt x="568" y="762"/>
                  <a:pt x="568" y="762"/>
                </a:cubicBezTo>
                <a:cubicBezTo>
                  <a:pt x="568" y="761"/>
                  <a:pt x="568" y="761"/>
                  <a:pt x="568" y="761"/>
                </a:cubicBezTo>
                <a:cubicBezTo>
                  <a:pt x="568" y="761"/>
                  <a:pt x="568" y="760"/>
                  <a:pt x="568" y="760"/>
                </a:cubicBezTo>
                <a:cubicBezTo>
                  <a:pt x="569" y="760"/>
                  <a:pt x="569" y="760"/>
                  <a:pt x="569" y="760"/>
                </a:cubicBezTo>
                <a:cubicBezTo>
                  <a:pt x="569" y="760"/>
                  <a:pt x="569" y="759"/>
                  <a:pt x="569" y="759"/>
                </a:cubicBezTo>
                <a:cubicBezTo>
                  <a:pt x="569" y="759"/>
                  <a:pt x="568" y="759"/>
                  <a:pt x="568" y="759"/>
                </a:cubicBezTo>
                <a:cubicBezTo>
                  <a:pt x="568" y="759"/>
                  <a:pt x="568" y="759"/>
                  <a:pt x="568" y="759"/>
                </a:cubicBezTo>
                <a:cubicBezTo>
                  <a:pt x="568" y="759"/>
                  <a:pt x="568" y="759"/>
                  <a:pt x="568" y="759"/>
                </a:cubicBezTo>
                <a:cubicBezTo>
                  <a:pt x="569" y="759"/>
                  <a:pt x="569" y="759"/>
                  <a:pt x="569" y="758"/>
                </a:cubicBezTo>
                <a:cubicBezTo>
                  <a:pt x="569" y="758"/>
                  <a:pt x="569" y="758"/>
                  <a:pt x="569" y="758"/>
                </a:cubicBezTo>
                <a:cubicBezTo>
                  <a:pt x="569" y="758"/>
                  <a:pt x="569" y="758"/>
                  <a:pt x="569" y="757"/>
                </a:cubicBezTo>
                <a:cubicBezTo>
                  <a:pt x="569" y="757"/>
                  <a:pt x="568" y="757"/>
                  <a:pt x="568" y="757"/>
                </a:cubicBezTo>
                <a:cubicBezTo>
                  <a:pt x="567" y="757"/>
                  <a:pt x="567" y="756"/>
                  <a:pt x="566" y="755"/>
                </a:cubicBezTo>
                <a:cubicBezTo>
                  <a:pt x="566" y="755"/>
                  <a:pt x="566" y="755"/>
                  <a:pt x="566" y="755"/>
                </a:cubicBezTo>
                <a:cubicBezTo>
                  <a:pt x="566" y="755"/>
                  <a:pt x="566" y="755"/>
                  <a:pt x="566" y="755"/>
                </a:cubicBezTo>
                <a:cubicBezTo>
                  <a:pt x="567" y="755"/>
                  <a:pt x="567" y="755"/>
                  <a:pt x="567" y="755"/>
                </a:cubicBezTo>
                <a:cubicBezTo>
                  <a:pt x="567" y="754"/>
                  <a:pt x="567" y="754"/>
                  <a:pt x="568" y="754"/>
                </a:cubicBezTo>
                <a:cubicBezTo>
                  <a:pt x="568" y="754"/>
                  <a:pt x="568" y="754"/>
                  <a:pt x="568" y="754"/>
                </a:cubicBezTo>
                <a:cubicBezTo>
                  <a:pt x="568" y="753"/>
                  <a:pt x="568" y="753"/>
                  <a:pt x="568" y="753"/>
                </a:cubicBezTo>
                <a:cubicBezTo>
                  <a:pt x="568" y="753"/>
                  <a:pt x="568" y="753"/>
                  <a:pt x="568" y="753"/>
                </a:cubicBezTo>
                <a:cubicBezTo>
                  <a:pt x="568" y="753"/>
                  <a:pt x="568" y="753"/>
                  <a:pt x="568" y="753"/>
                </a:cubicBezTo>
                <a:cubicBezTo>
                  <a:pt x="568" y="753"/>
                  <a:pt x="567" y="753"/>
                  <a:pt x="567" y="753"/>
                </a:cubicBezTo>
                <a:cubicBezTo>
                  <a:pt x="567" y="752"/>
                  <a:pt x="567" y="752"/>
                  <a:pt x="567" y="752"/>
                </a:cubicBezTo>
                <a:cubicBezTo>
                  <a:pt x="567" y="752"/>
                  <a:pt x="567" y="752"/>
                  <a:pt x="566" y="752"/>
                </a:cubicBezTo>
                <a:cubicBezTo>
                  <a:pt x="566" y="752"/>
                  <a:pt x="566" y="752"/>
                  <a:pt x="566" y="751"/>
                </a:cubicBezTo>
                <a:cubicBezTo>
                  <a:pt x="566" y="751"/>
                  <a:pt x="566" y="751"/>
                  <a:pt x="566" y="751"/>
                </a:cubicBezTo>
                <a:cubicBezTo>
                  <a:pt x="566" y="751"/>
                  <a:pt x="566" y="751"/>
                  <a:pt x="566" y="751"/>
                </a:cubicBezTo>
                <a:cubicBezTo>
                  <a:pt x="566" y="751"/>
                  <a:pt x="566" y="751"/>
                  <a:pt x="566" y="751"/>
                </a:cubicBezTo>
                <a:cubicBezTo>
                  <a:pt x="566" y="751"/>
                  <a:pt x="566" y="751"/>
                  <a:pt x="566" y="751"/>
                </a:cubicBezTo>
                <a:cubicBezTo>
                  <a:pt x="567" y="751"/>
                  <a:pt x="567" y="751"/>
                  <a:pt x="567" y="750"/>
                </a:cubicBezTo>
                <a:cubicBezTo>
                  <a:pt x="567" y="750"/>
                  <a:pt x="567" y="750"/>
                  <a:pt x="567" y="750"/>
                </a:cubicBezTo>
                <a:cubicBezTo>
                  <a:pt x="567" y="750"/>
                  <a:pt x="567" y="750"/>
                  <a:pt x="567" y="750"/>
                </a:cubicBezTo>
                <a:cubicBezTo>
                  <a:pt x="567" y="750"/>
                  <a:pt x="567" y="750"/>
                  <a:pt x="567" y="750"/>
                </a:cubicBezTo>
                <a:cubicBezTo>
                  <a:pt x="567" y="749"/>
                  <a:pt x="567" y="749"/>
                  <a:pt x="567" y="749"/>
                </a:cubicBezTo>
                <a:cubicBezTo>
                  <a:pt x="567" y="748"/>
                  <a:pt x="567" y="748"/>
                  <a:pt x="566" y="748"/>
                </a:cubicBezTo>
                <a:cubicBezTo>
                  <a:pt x="566" y="748"/>
                  <a:pt x="566" y="748"/>
                  <a:pt x="566" y="749"/>
                </a:cubicBezTo>
                <a:cubicBezTo>
                  <a:pt x="565" y="749"/>
                  <a:pt x="565" y="749"/>
                  <a:pt x="565" y="749"/>
                </a:cubicBezTo>
                <a:cubicBezTo>
                  <a:pt x="565" y="749"/>
                  <a:pt x="564" y="748"/>
                  <a:pt x="564" y="748"/>
                </a:cubicBezTo>
                <a:cubicBezTo>
                  <a:pt x="564" y="748"/>
                  <a:pt x="564" y="748"/>
                  <a:pt x="564" y="748"/>
                </a:cubicBezTo>
                <a:cubicBezTo>
                  <a:pt x="563" y="748"/>
                  <a:pt x="563" y="748"/>
                  <a:pt x="563" y="748"/>
                </a:cubicBezTo>
                <a:cubicBezTo>
                  <a:pt x="563" y="748"/>
                  <a:pt x="563" y="748"/>
                  <a:pt x="563" y="748"/>
                </a:cubicBezTo>
                <a:cubicBezTo>
                  <a:pt x="563" y="748"/>
                  <a:pt x="562" y="748"/>
                  <a:pt x="562" y="748"/>
                </a:cubicBezTo>
                <a:cubicBezTo>
                  <a:pt x="562" y="748"/>
                  <a:pt x="561" y="749"/>
                  <a:pt x="561" y="749"/>
                </a:cubicBezTo>
                <a:cubicBezTo>
                  <a:pt x="561" y="749"/>
                  <a:pt x="560" y="749"/>
                  <a:pt x="560" y="749"/>
                </a:cubicBezTo>
                <a:cubicBezTo>
                  <a:pt x="560" y="749"/>
                  <a:pt x="560" y="749"/>
                  <a:pt x="559" y="749"/>
                </a:cubicBezTo>
                <a:cubicBezTo>
                  <a:pt x="559" y="750"/>
                  <a:pt x="559" y="750"/>
                  <a:pt x="559" y="749"/>
                </a:cubicBezTo>
                <a:cubicBezTo>
                  <a:pt x="559" y="749"/>
                  <a:pt x="559" y="749"/>
                  <a:pt x="559" y="749"/>
                </a:cubicBezTo>
                <a:cubicBezTo>
                  <a:pt x="559" y="749"/>
                  <a:pt x="559" y="749"/>
                  <a:pt x="559" y="749"/>
                </a:cubicBezTo>
                <a:cubicBezTo>
                  <a:pt x="560" y="749"/>
                  <a:pt x="560" y="748"/>
                  <a:pt x="560" y="748"/>
                </a:cubicBezTo>
                <a:cubicBezTo>
                  <a:pt x="561" y="748"/>
                  <a:pt x="562" y="748"/>
                  <a:pt x="563" y="748"/>
                </a:cubicBezTo>
                <a:cubicBezTo>
                  <a:pt x="563" y="748"/>
                  <a:pt x="563" y="747"/>
                  <a:pt x="563" y="747"/>
                </a:cubicBezTo>
                <a:cubicBezTo>
                  <a:pt x="563" y="746"/>
                  <a:pt x="563" y="746"/>
                  <a:pt x="564" y="746"/>
                </a:cubicBezTo>
                <a:cubicBezTo>
                  <a:pt x="564" y="745"/>
                  <a:pt x="564" y="745"/>
                  <a:pt x="565" y="745"/>
                </a:cubicBezTo>
                <a:cubicBezTo>
                  <a:pt x="565" y="744"/>
                  <a:pt x="565" y="744"/>
                  <a:pt x="565" y="744"/>
                </a:cubicBezTo>
                <a:cubicBezTo>
                  <a:pt x="565" y="743"/>
                  <a:pt x="566" y="743"/>
                  <a:pt x="566" y="743"/>
                </a:cubicBezTo>
                <a:cubicBezTo>
                  <a:pt x="566" y="743"/>
                  <a:pt x="566" y="742"/>
                  <a:pt x="566" y="742"/>
                </a:cubicBezTo>
                <a:cubicBezTo>
                  <a:pt x="566" y="742"/>
                  <a:pt x="566" y="741"/>
                  <a:pt x="566" y="741"/>
                </a:cubicBezTo>
                <a:cubicBezTo>
                  <a:pt x="566" y="741"/>
                  <a:pt x="566" y="741"/>
                  <a:pt x="566" y="741"/>
                </a:cubicBezTo>
                <a:cubicBezTo>
                  <a:pt x="567" y="741"/>
                  <a:pt x="567" y="740"/>
                  <a:pt x="567" y="740"/>
                </a:cubicBezTo>
                <a:cubicBezTo>
                  <a:pt x="566" y="739"/>
                  <a:pt x="567" y="738"/>
                  <a:pt x="567" y="737"/>
                </a:cubicBezTo>
                <a:cubicBezTo>
                  <a:pt x="566" y="737"/>
                  <a:pt x="566" y="737"/>
                  <a:pt x="566" y="736"/>
                </a:cubicBezTo>
                <a:cubicBezTo>
                  <a:pt x="566" y="736"/>
                  <a:pt x="566" y="736"/>
                  <a:pt x="566" y="736"/>
                </a:cubicBezTo>
                <a:cubicBezTo>
                  <a:pt x="567" y="736"/>
                  <a:pt x="568" y="735"/>
                  <a:pt x="568" y="736"/>
                </a:cubicBezTo>
                <a:cubicBezTo>
                  <a:pt x="568" y="736"/>
                  <a:pt x="569" y="736"/>
                  <a:pt x="569" y="735"/>
                </a:cubicBezTo>
                <a:cubicBezTo>
                  <a:pt x="569" y="735"/>
                  <a:pt x="568" y="735"/>
                  <a:pt x="568" y="735"/>
                </a:cubicBezTo>
                <a:cubicBezTo>
                  <a:pt x="568" y="735"/>
                  <a:pt x="568" y="735"/>
                  <a:pt x="568" y="735"/>
                </a:cubicBezTo>
                <a:cubicBezTo>
                  <a:pt x="568" y="735"/>
                  <a:pt x="568" y="735"/>
                  <a:pt x="568" y="735"/>
                </a:cubicBezTo>
                <a:cubicBezTo>
                  <a:pt x="568" y="735"/>
                  <a:pt x="567" y="735"/>
                  <a:pt x="567" y="734"/>
                </a:cubicBezTo>
                <a:cubicBezTo>
                  <a:pt x="567" y="734"/>
                  <a:pt x="567" y="734"/>
                  <a:pt x="568" y="734"/>
                </a:cubicBezTo>
                <a:cubicBezTo>
                  <a:pt x="568" y="734"/>
                  <a:pt x="568" y="734"/>
                  <a:pt x="568" y="733"/>
                </a:cubicBezTo>
                <a:cubicBezTo>
                  <a:pt x="568" y="733"/>
                  <a:pt x="567" y="733"/>
                  <a:pt x="567" y="733"/>
                </a:cubicBezTo>
                <a:cubicBezTo>
                  <a:pt x="567" y="733"/>
                  <a:pt x="567" y="732"/>
                  <a:pt x="566" y="732"/>
                </a:cubicBezTo>
                <a:cubicBezTo>
                  <a:pt x="566" y="732"/>
                  <a:pt x="565" y="732"/>
                  <a:pt x="565" y="732"/>
                </a:cubicBezTo>
                <a:cubicBezTo>
                  <a:pt x="564" y="731"/>
                  <a:pt x="564" y="730"/>
                  <a:pt x="564" y="730"/>
                </a:cubicBezTo>
                <a:cubicBezTo>
                  <a:pt x="564" y="730"/>
                  <a:pt x="564" y="729"/>
                  <a:pt x="564" y="729"/>
                </a:cubicBezTo>
                <a:cubicBezTo>
                  <a:pt x="564" y="728"/>
                  <a:pt x="564" y="728"/>
                  <a:pt x="564" y="727"/>
                </a:cubicBezTo>
                <a:cubicBezTo>
                  <a:pt x="564" y="726"/>
                  <a:pt x="563" y="725"/>
                  <a:pt x="563" y="725"/>
                </a:cubicBezTo>
                <a:cubicBezTo>
                  <a:pt x="563" y="723"/>
                  <a:pt x="562" y="721"/>
                  <a:pt x="563" y="719"/>
                </a:cubicBezTo>
                <a:cubicBezTo>
                  <a:pt x="564" y="718"/>
                  <a:pt x="565" y="718"/>
                  <a:pt x="566" y="718"/>
                </a:cubicBezTo>
                <a:cubicBezTo>
                  <a:pt x="566" y="717"/>
                  <a:pt x="567" y="717"/>
                  <a:pt x="567" y="716"/>
                </a:cubicBezTo>
                <a:cubicBezTo>
                  <a:pt x="568" y="716"/>
                  <a:pt x="568" y="715"/>
                  <a:pt x="568" y="715"/>
                </a:cubicBezTo>
                <a:cubicBezTo>
                  <a:pt x="570" y="714"/>
                  <a:pt x="571" y="716"/>
                  <a:pt x="573" y="716"/>
                </a:cubicBezTo>
                <a:cubicBezTo>
                  <a:pt x="573" y="715"/>
                  <a:pt x="574" y="715"/>
                  <a:pt x="574" y="715"/>
                </a:cubicBezTo>
                <a:cubicBezTo>
                  <a:pt x="575" y="715"/>
                  <a:pt x="575" y="716"/>
                  <a:pt x="576" y="717"/>
                </a:cubicBezTo>
                <a:cubicBezTo>
                  <a:pt x="577" y="717"/>
                  <a:pt x="579" y="717"/>
                  <a:pt x="581" y="718"/>
                </a:cubicBezTo>
                <a:cubicBezTo>
                  <a:pt x="581" y="718"/>
                  <a:pt x="581" y="719"/>
                  <a:pt x="582" y="719"/>
                </a:cubicBezTo>
                <a:cubicBezTo>
                  <a:pt x="582" y="719"/>
                  <a:pt x="582" y="719"/>
                  <a:pt x="583" y="719"/>
                </a:cubicBezTo>
                <a:cubicBezTo>
                  <a:pt x="584" y="719"/>
                  <a:pt x="585" y="720"/>
                  <a:pt x="586" y="720"/>
                </a:cubicBezTo>
                <a:cubicBezTo>
                  <a:pt x="585" y="721"/>
                  <a:pt x="584" y="722"/>
                  <a:pt x="583" y="722"/>
                </a:cubicBezTo>
                <a:cubicBezTo>
                  <a:pt x="584" y="723"/>
                  <a:pt x="585" y="722"/>
                  <a:pt x="586" y="722"/>
                </a:cubicBezTo>
                <a:cubicBezTo>
                  <a:pt x="586" y="721"/>
                  <a:pt x="587" y="720"/>
                  <a:pt x="587" y="720"/>
                </a:cubicBezTo>
                <a:cubicBezTo>
                  <a:pt x="587" y="719"/>
                  <a:pt x="588" y="719"/>
                  <a:pt x="588" y="719"/>
                </a:cubicBezTo>
                <a:cubicBezTo>
                  <a:pt x="589" y="719"/>
                  <a:pt x="589" y="720"/>
                  <a:pt x="590" y="720"/>
                </a:cubicBezTo>
                <a:cubicBezTo>
                  <a:pt x="590" y="720"/>
                  <a:pt x="590" y="721"/>
                  <a:pt x="590" y="721"/>
                </a:cubicBezTo>
                <a:cubicBezTo>
                  <a:pt x="591" y="721"/>
                  <a:pt x="592" y="721"/>
                  <a:pt x="593" y="722"/>
                </a:cubicBezTo>
                <a:cubicBezTo>
                  <a:pt x="594" y="722"/>
                  <a:pt x="594" y="723"/>
                  <a:pt x="595" y="723"/>
                </a:cubicBezTo>
                <a:cubicBezTo>
                  <a:pt x="595" y="723"/>
                  <a:pt x="594" y="722"/>
                  <a:pt x="594" y="722"/>
                </a:cubicBezTo>
                <a:cubicBezTo>
                  <a:pt x="594" y="722"/>
                  <a:pt x="594" y="721"/>
                  <a:pt x="594" y="721"/>
                </a:cubicBezTo>
                <a:cubicBezTo>
                  <a:pt x="594" y="721"/>
                  <a:pt x="594" y="721"/>
                  <a:pt x="595" y="721"/>
                </a:cubicBezTo>
                <a:cubicBezTo>
                  <a:pt x="595" y="721"/>
                  <a:pt x="595" y="721"/>
                  <a:pt x="596" y="721"/>
                </a:cubicBezTo>
                <a:cubicBezTo>
                  <a:pt x="597" y="721"/>
                  <a:pt x="598" y="720"/>
                  <a:pt x="599" y="719"/>
                </a:cubicBezTo>
                <a:cubicBezTo>
                  <a:pt x="599" y="719"/>
                  <a:pt x="600" y="719"/>
                  <a:pt x="600" y="719"/>
                </a:cubicBezTo>
                <a:cubicBezTo>
                  <a:pt x="601" y="718"/>
                  <a:pt x="601" y="718"/>
                  <a:pt x="602" y="717"/>
                </a:cubicBezTo>
                <a:cubicBezTo>
                  <a:pt x="602" y="717"/>
                  <a:pt x="603" y="716"/>
                  <a:pt x="603" y="717"/>
                </a:cubicBezTo>
                <a:cubicBezTo>
                  <a:pt x="604" y="717"/>
                  <a:pt x="604" y="717"/>
                  <a:pt x="604" y="717"/>
                </a:cubicBezTo>
                <a:cubicBezTo>
                  <a:pt x="604" y="718"/>
                  <a:pt x="605" y="719"/>
                  <a:pt x="606" y="719"/>
                </a:cubicBezTo>
                <a:cubicBezTo>
                  <a:pt x="607" y="719"/>
                  <a:pt x="608" y="721"/>
                  <a:pt x="609" y="722"/>
                </a:cubicBezTo>
                <a:cubicBezTo>
                  <a:pt x="609" y="722"/>
                  <a:pt x="610" y="722"/>
                  <a:pt x="610" y="723"/>
                </a:cubicBezTo>
                <a:cubicBezTo>
                  <a:pt x="610" y="723"/>
                  <a:pt x="610" y="723"/>
                  <a:pt x="610" y="723"/>
                </a:cubicBezTo>
                <a:cubicBezTo>
                  <a:pt x="610" y="723"/>
                  <a:pt x="611" y="723"/>
                  <a:pt x="611" y="723"/>
                </a:cubicBezTo>
                <a:cubicBezTo>
                  <a:pt x="611" y="723"/>
                  <a:pt x="612" y="723"/>
                  <a:pt x="612" y="723"/>
                </a:cubicBezTo>
                <a:cubicBezTo>
                  <a:pt x="612" y="723"/>
                  <a:pt x="612" y="723"/>
                  <a:pt x="612" y="723"/>
                </a:cubicBezTo>
                <a:cubicBezTo>
                  <a:pt x="612" y="723"/>
                  <a:pt x="612" y="723"/>
                  <a:pt x="612" y="723"/>
                </a:cubicBezTo>
                <a:cubicBezTo>
                  <a:pt x="612" y="724"/>
                  <a:pt x="612" y="724"/>
                  <a:pt x="613" y="725"/>
                </a:cubicBezTo>
                <a:cubicBezTo>
                  <a:pt x="613" y="725"/>
                  <a:pt x="613" y="725"/>
                  <a:pt x="613" y="725"/>
                </a:cubicBezTo>
                <a:cubicBezTo>
                  <a:pt x="613" y="726"/>
                  <a:pt x="613" y="726"/>
                  <a:pt x="613" y="726"/>
                </a:cubicBezTo>
                <a:cubicBezTo>
                  <a:pt x="612" y="727"/>
                  <a:pt x="612" y="727"/>
                  <a:pt x="612" y="727"/>
                </a:cubicBezTo>
                <a:cubicBezTo>
                  <a:pt x="612" y="728"/>
                  <a:pt x="611" y="728"/>
                  <a:pt x="612" y="728"/>
                </a:cubicBezTo>
                <a:cubicBezTo>
                  <a:pt x="612" y="728"/>
                  <a:pt x="612" y="728"/>
                  <a:pt x="612" y="728"/>
                </a:cubicBezTo>
                <a:cubicBezTo>
                  <a:pt x="612" y="728"/>
                  <a:pt x="612" y="728"/>
                  <a:pt x="612" y="728"/>
                </a:cubicBezTo>
                <a:cubicBezTo>
                  <a:pt x="613" y="727"/>
                  <a:pt x="613" y="727"/>
                  <a:pt x="613" y="727"/>
                </a:cubicBezTo>
                <a:cubicBezTo>
                  <a:pt x="613" y="727"/>
                  <a:pt x="613" y="726"/>
                  <a:pt x="613" y="726"/>
                </a:cubicBezTo>
                <a:cubicBezTo>
                  <a:pt x="614" y="726"/>
                  <a:pt x="614" y="727"/>
                  <a:pt x="614" y="727"/>
                </a:cubicBezTo>
                <a:cubicBezTo>
                  <a:pt x="614" y="727"/>
                  <a:pt x="615" y="728"/>
                  <a:pt x="616" y="728"/>
                </a:cubicBezTo>
                <a:cubicBezTo>
                  <a:pt x="616" y="728"/>
                  <a:pt x="617" y="728"/>
                  <a:pt x="617" y="728"/>
                </a:cubicBezTo>
                <a:cubicBezTo>
                  <a:pt x="617" y="729"/>
                  <a:pt x="617" y="729"/>
                  <a:pt x="617" y="729"/>
                </a:cubicBezTo>
                <a:cubicBezTo>
                  <a:pt x="617" y="729"/>
                  <a:pt x="617" y="729"/>
                  <a:pt x="617" y="729"/>
                </a:cubicBezTo>
                <a:cubicBezTo>
                  <a:pt x="617" y="729"/>
                  <a:pt x="617" y="729"/>
                  <a:pt x="617" y="730"/>
                </a:cubicBezTo>
                <a:cubicBezTo>
                  <a:pt x="617" y="730"/>
                  <a:pt x="617" y="730"/>
                  <a:pt x="617" y="730"/>
                </a:cubicBezTo>
                <a:cubicBezTo>
                  <a:pt x="617" y="730"/>
                  <a:pt x="616" y="730"/>
                  <a:pt x="616" y="730"/>
                </a:cubicBezTo>
                <a:cubicBezTo>
                  <a:pt x="616" y="730"/>
                  <a:pt x="616" y="730"/>
                  <a:pt x="616" y="730"/>
                </a:cubicBezTo>
                <a:cubicBezTo>
                  <a:pt x="617" y="731"/>
                  <a:pt x="617" y="730"/>
                  <a:pt x="617" y="730"/>
                </a:cubicBezTo>
                <a:cubicBezTo>
                  <a:pt x="618" y="730"/>
                  <a:pt x="618" y="731"/>
                  <a:pt x="618" y="731"/>
                </a:cubicBezTo>
                <a:cubicBezTo>
                  <a:pt x="618" y="731"/>
                  <a:pt x="618" y="731"/>
                  <a:pt x="618" y="732"/>
                </a:cubicBezTo>
                <a:cubicBezTo>
                  <a:pt x="618" y="732"/>
                  <a:pt x="618" y="733"/>
                  <a:pt x="618" y="733"/>
                </a:cubicBezTo>
                <a:cubicBezTo>
                  <a:pt x="618" y="733"/>
                  <a:pt x="618" y="733"/>
                  <a:pt x="618" y="733"/>
                </a:cubicBezTo>
                <a:cubicBezTo>
                  <a:pt x="619" y="733"/>
                  <a:pt x="619" y="732"/>
                  <a:pt x="619" y="732"/>
                </a:cubicBezTo>
                <a:cubicBezTo>
                  <a:pt x="619" y="732"/>
                  <a:pt x="619" y="732"/>
                  <a:pt x="619" y="732"/>
                </a:cubicBezTo>
                <a:cubicBezTo>
                  <a:pt x="619" y="732"/>
                  <a:pt x="619" y="731"/>
                  <a:pt x="619" y="731"/>
                </a:cubicBezTo>
                <a:cubicBezTo>
                  <a:pt x="620" y="731"/>
                  <a:pt x="620" y="731"/>
                  <a:pt x="620" y="732"/>
                </a:cubicBezTo>
                <a:cubicBezTo>
                  <a:pt x="620" y="732"/>
                  <a:pt x="620" y="732"/>
                  <a:pt x="621" y="732"/>
                </a:cubicBezTo>
                <a:cubicBezTo>
                  <a:pt x="621" y="732"/>
                  <a:pt x="621" y="732"/>
                  <a:pt x="621" y="732"/>
                </a:cubicBezTo>
                <a:cubicBezTo>
                  <a:pt x="621" y="732"/>
                  <a:pt x="622" y="732"/>
                  <a:pt x="622" y="732"/>
                </a:cubicBezTo>
                <a:cubicBezTo>
                  <a:pt x="622" y="732"/>
                  <a:pt x="622" y="733"/>
                  <a:pt x="622" y="733"/>
                </a:cubicBezTo>
                <a:cubicBezTo>
                  <a:pt x="622" y="733"/>
                  <a:pt x="622" y="734"/>
                  <a:pt x="622" y="734"/>
                </a:cubicBezTo>
                <a:cubicBezTo>
                  <a:pt x="622" y="734"/>
                  <a:pt x="622" y="734"/>
                  <a:pt x="622" y="735"/>
                </a:cubicBezTo>
                <a:cubicBezTo>
                  <a:pt x="621" y="735"/>
                  <a:pt x="621" y="735"/>
                  <a:pt x="621" y="735"/>
                </a:cubicBezTo>
                <a:cubicBezTo>
                  <a:pt x="621" y="735"/>
                  <a:pt x="620" y="735"/>
                  <a:pt x="620" y="736"/>
                </a:cubicBezTo>
                <a:cubicBezTo>
                  <a:pt x="620" y="736"/>
                  <a:pt x="620" y="736"/>
                  <a:pt x="620" y="736"/>
                </a:cubicBezTo>
                <a:cubicBezTo>
                  <a:pt x="620" y="736"/>
                  <a:pt x="620" y="736"/>
                  <a:pt x="621" y="736"/>
                </a:cubicBezTo>
                <a:cubicBezTo>
                  <a:pt x="621" y="737"/>
                  <a:pt x="621" y="737"/>
                  <a:pt x="621" y="737"/>
                </a:cubicBezTo>
                <a:cubicBezTo>
                  <a:pt x="621" y="737"/>
                  <a:pt x="621" y="737"/>
                  <a:pt x="622" y="737"/>
                </a:cubicBezTo>
                <a:cubicBezTo>
                  <a:pt x="622" y="737"/>
                  <a:pt x="622" y="737"/>
                  <a:pt x="622" y="737"/>
                </a:cubicBezTo>
                <a:cubicBezTo>
                  <a:pt x="621" y="737"/>
                  <a:pt x="621" y="737"/>
                  <a:pt x="621" y="738"/>
                </a:cubicBezTo>
                <a:cubicBezTo>
                  <a:pt x="621" y="738"/>
                  <a:pt x="621" y="738"/>
                  <a:pt x="621" y="738"/>
                </a:cubicBezTo>
                <a:cubicBezTo>
                  <a:pt x="621" y="738"/>
                  <a:pt x="621" y="738"/>
                  <a:pt x="621" y="738"/>
                </a:cubicBezTo>
                <a:cubicBezTo>
                  <a:pt x="621" y="738"/>
                  <a:pt x="621" y="738"/>
                  <a:pt x="621" y="738"/>
                </a:cubicBezTo>
                <a:cubicBezTo>
                  <a:pt x="621" y="738"/>
                  <a:pt x="621" y="738"/>
                  <a:pt x="621" y="738"/>
                </a:cubicBezTo>
                <a:cubicBezTo>
                  <a:pt x="621" y="738"/>
                  <a:pt x="622" y="738"/>
                  <a:pt x="621" y="739"/>
                </a:cubicBezTo>
                <a:cubicBezTo>
                  <a:pt x="621" y="739"/>
                  <a:pt x="621" y="739"/>
                  <a:pt x="621" y="739"/>
                </a:cubicBezTo>
                <a:cubicBezTo>
                  <a:pt x="621" y="739"/>
                  <a:pt x="621" y="740"/>
                  <a:pt x="621" y="740"/>
                </a:cubicBezTo>
                <a:cubicBezTo>
                  <a:pt x="622" y="740"/>
                  <a:pt x="622" y="740"/>
                  <a:pt x="623" y="740"/>
                </a:cubicBezTo>
                <a:cubicBezTo>
                  <a:pt x="623" y="740"/>
                  <a:pt x="623" y="740"/>
                  <a:pt x="623" y="740"/>
                </a:cubicBezTo>
                <a:cubicBezTo>
                  <a:pt x="623" y="740"/>
                  <a:pt x="623" y="741"/>
                  <a:pt x="623" y="741"/>
                </a:cubicBezTo>
                <a:cubicBezTo>
                  <a:pt x="623" y="741"/>
                  <a:pt x="623" y="741"/>
                  <a:pt x="623" y="741"/>
                </a:cubicBezTo>
                <a:cubicBezTo>
                  <a:pt x="623" y="741"/>
                  <a:pt x="624" y="741"/>
                  <a:pt x="624" y="741"/>
                </a:cubicBezTo>
                <a:cubicBezTo>
                  <a:pt x="624" y="742"/>
                  <a:pt x="624" y="742"/>
                  <a:pt x="625" y="742"/>
                </a:cubicBezTo>
                <a:cubicBezTo>
                  <a:pt x="625" y="742"/>
                  <a:pt x="625" y="742"/>
                  <a:pt x="625" y="742"/>
                </a:cubicBezTo>
                <a:cubicBezTo>
                  <a:pt x="625" y="742"/>
                  <a:pt x="625" y="742"/>
                  <a:pt x="625" y="742"/>
                </a:cubicBezTo>
                <a:cubicBezTo>
                  <a:pt x="625" y="742"/>
                  <a:pt x="625" y="742"/>
                  <a:pt x="626" y="742"/>
                </a:cubicBezTo>
                <a:cubicBezTo>
                  <a:pt x="626" y="742"/>
                  <a:pt x="626" y="742"/>
                  <a:pt x="627" y="742"/>
                </a:cubicBezTo>
                <a:cubicBezTo>
                  <a:pt x="627" y="742"/>
                  <a:pt x="627" y="742"/>
                  <a:pt x="627" y="742"/>
                </a:cubicBezTo>
                <a:cubicBezTo>
                  <a:pt x="628" y="742"/>
                  <a:pt x="628" y="742"/>
                  <a:pt x="628" y="743"/>
                </a:cubicBezTo>
                <a:cubicBezTo>
                  <a:pt x="628" y="743"/>
                  <a:pt x="629" y="743"/>
                  <a:pt x="629" y="743"/>
                </a:cubicBezTo>
                <a:cubicBezTo>
                  <a:pt x="629" y="743"/>
                  <a:pt x="629" y="743"/>
                  <a:pt x="629" y="743"/>
                </a:cubicBezTo>
                <a:cubicBezTo>
                  <a:pt x="629" y="743"/>
                  <a:pt x="629" y="743"/>
                  <a:pt x="630" y="743"/>
                </a:cubicBezTo>
                <a:cubicBezTo>
                  <a:pt x="630" y="743"/>
                  <a:pt x="630" y="743"/>
                  <a:pt x="630" y="743"/>
                </a:cubicBezTo>
                <a:cubicBezTo>
                  <a:pt x="630" y="744"/>
                  <a:pt x="630" y="744"/>
                  <a:pt x="631" y="744"/>
                </a:cubicBezTo>
                <a:cubicBezTo>
                  <a:pt x="631" y="744"/>
                  <a:pt x="631" y="744"/>
                  <a:pt x="631" y="744"/>
                </a:cubicBezTo>
                <a:cubicBezTo>
                  <a:pt x="632" y="744"/>
                  <a:pt x="632" y="744"/>
                  <a:pt x="632" y="744"/>
                </a:cubicBezTo>
                <a:cubicBezTo>
                  <a:pt x="632" y="744"/>
                  <a:pt x="632" y="744"/>
                  <a:pt x="632" y="744"/>
                </a:cubicBezTo>
                <a:cubicBezTo>
                  <a:pt x="633" y="743"/>
                  <a:pt x="633" y="744"/>
                  <a:pt x="633" y="743"/>
                </a:cubicBezTo>
                <a:cubicBezTo>
                  <a:pt x="633" y="743"/>
                  <a:pt x="633" y="743"/>
                  <a:pt x="633" y="743"/>
                </a:cubicBezTo>
                <a:cubicBezTo>
                  <a:pt x="633" y="743"/>
                  <a:pt x="633" y="743"/>
                  <a:pt x="634" y="743"/>
                </a:cubicBezTo>
                <a:cubicBezTo>
                  <a:pt x="634" y="743"/>
                  <a:pt x="634" y="743"/>
                  <a:pt x="634" y="743"/>
                </a:cubicBezTo>
                <a:cubicBezTo>
                  <a:pt x="634" y="743"/>
                  <a:pt x="635" y="743"/>
                  <a:pt x="635" y="743"/>
                </a:cubicBezTo>
                <a:cubicBezTo>
                  <a:pt x="635" y="743"/>
                  <a:pt x="635" y="743"/>
                  <a:pt x="635" y="744"/>
                </a:cubicBezTo>
                <a:cubicBezTo>
                  <a:pt x="635" y="744"/>
                  <a:pt x="635" y="744"/>
                  <a:pt x="635" y="744"/>
                </a:cubicBezTo>
                <a:cubicBezTo>
                  <a:pt x="635" y="745"/>
                  <a:pt x="635" y="745"/>
                  <a:pt x="636" y="745"/>
                </a:cubicBezTo>
                <a:cubicBezTo>
                  <a:pt x="636" y="745"/>
                  <a:pt x="636" y="744"/>
                  <a:pt x="636" y="745"/>
                </a:cubicBezTo>
                <a:cubicBezTo>
                  <a:pt x="636" y="745"/>
                  <a:pt x="636" y="745"/>
                  <a:pt x="636" y="745"/>
                </a:cubicBezTo>
                <a:cubicBezTo>
                  <a:pt x="636" y="745"/>
                  <a:pt x="636" y="745"/>
                  <a:pt x="635" y="745"/>
                </a:cubicBezTo>
                <a:cubicBezTo>
                  <a:pt x="635" y="745"/>
                  <a:pt x="635" y="746"/>
                  <a:pt x="635" y="746"/>
                </a:cubicBezTo>
                <a:cubicBezTo>
                  <a:pt x="635" y="746"/>
                  <a:pt x="635" y="747"/>
                  <a:pt x="635" y="747"/>
                </a:cubicBezTo>
                <a:cubicBezTo>
                  <a:pt x="635" y="747"/>
                  <a:pt x="635" y="747"/>
                  <a:pt x="635" y="747"/>
                </a:cubicBezTo>
                <a:cubicBezTo>
                  <a:pt x="635" y="747"/>
                  <a:pt x="635" y="747"/>
                  <a:pt x="635" y="747"/>
                </a:cubicBezTo>
                <a:cubicBezTo>
                  <a:pt x="636" y="747"/>
                  <a:pt x="636" y="747"/>
                  <a:pt x="636" y="747"/>
                </a:cubicBezTo>
                <a:cubicBezTo>
                  <a:pt x="637" y="747"/>
                  <a:pt x="637" y="747"/>
                  <a:pt x="637" y="747"/>
                </a:cubicBezTo>
                <a:cubicBezTo>
                  <a:pt x="637" y="747"/>
                  <a:pt x="638" y="746"/>
                  <a:pt x="638" y="747"/>
                </a:cubicBezTo>
                <a:cubicBezTo>
                  <a:pt x="638" y="747"/>
                  <a:pt x="638" y="747"/>
                  <a:pt x="638" y="747"/>
                </a:cubicBezTo>
                <a:cubicBezTo>
                  <a:pt x="639" y="747"/>
                  <a:pt x="639" y="747"/>
                  <a:pt x="639" y="746"/>
                </a:cubicBezTo>
                <a:cubicBezTo>
                  <a:pt x="639" y="746"/>
                  <a:pt x="639" y="746"/>
                  <a:pt x="639" y="746"/>
                </a:cubicBezTo>
                <a:cubicBezTo>
                  <a:pt x="639" y="745"/>
                  <a:pt x="639" y="745"/>
                  <a:pt x="639" y="745"/>
                </a:cubicBezTo>
                <a:cubicBezTo>
                  <a:pt x="639" y="745"/>
                  <a:pt x="639" y="745"/>
                  <a:pt x="639" y="744"/>
                </a:cubicBezTo>
                <a:cubicBezTo>
                  <a:pt x="639" y="744"/>
                  <a:pt x="639" y="744"/>
                  <a:pt x="639" y="743"/>
                </a:cubicBezTo>
                <a:cubicBezTo>
                  <a:pt x="639" y="743"/>
                  <a:pt x="640" y="743"/>
                  <a:pt x="640" y="743"/>
                </a:cubicBezTo>
                <a:cubicBezTo>
                  <a:pt x="640" y="743"/>
                  <a:pt x="640" y="743"/>
                  <a:pt x="640" y="743"/>
                </a:cubicBezTo>
                <a:cubicBezTo>
                  <a:pt x="640" y="743"/>
                  <a:pt x="640" y="744"/>
                  <a:pt x="641" y="744"/>
                </a:cubicBezTo>
                <a:cubicBezTo>
                  <a:pt x="641" y="744"/>
                  <a:pt x="641" y="745"/>
                  <a:pt x="641" y="745"/>
                </a:cubicBezTo>
                <a:cubicBezTo>
                  <a:pt x="641" y="746"/>
                  <a:pt x="641" y="746"/>
                  <a:pt x="641" y="746"/>
                </a:cubicBezTo>
                <a:cubicBezTo>
                  <a:pt x="641" y="746"/>
                  <a:pt x="641" y="746"/>
                  <a:pt x="641" y="747"/>
                </a:cubicBezTo>
                <a:cubicBezTo>
                  <a:pt x="642" y="747"/>
                  <a:pt x="642" y="747"/>
                  <a:pt x="641" y="747"/>
                </a:cubicBezTo>
                <a:cubicBezTo>
                  <a:pt x="641" y="748"/>
                  <a:pt x="641" y="748"/>
                  <a:pt x="641" y="748"/>
                </a:cubicBezTo>
                <a:cubicBezTo>
                  <a:pt x="641" y="748"/>
                  <a:pt x="641" y="748"/>
                  <a:pt x="641" y="748"/>
                </a:cubicBezTo>
                <a:cubicBezTo>
                  <a:pt x="641" y="748"/>
                  <a:pt x="641" y="748"/>
                  <a:pt x="641" y="748"/>
                </a:cubicBezTo>
                <a:cubicBezTo>
                  <a:pt x="640" y="749"/>
                  <a:pt x="640" y="749"/>
                  <a:pt x="639" y="750"/>
                </a:cubicBezTo>
                <a:cubicBezTo>
                  <a:pt x="639" y="750"/>
                  <a:pt x="639" y="750"/>
                  <a:pt x="639" y="751"/>
                </a:cubicBezTo>
                <a:cubicBezTo>
                  <a:pt x="639" y="751"/>
                  <a:pt x="639" y="751"/>
                  <a:pt x="639" y="752"/>
                </a:cubicBezTo>
                <a:cubicBezTo>
                  <a:pt x="639" y="752"/>
                  <a:pt x="639" y="752"/>
                  <a:pt x="639" y="753"/>
                </a:cubicBezTo>
                <a:cubicBezTo>
                  <a:pt x="638" y="753"/>
                  <a:pt x="638" y="753"/>
                  <a:pt x="638" y="753"/>
                </a:cubicBezTo>
                <a:cubicBezTo>
                  <a:pt x="638" y="753"/>
                  <a:pt x="637" y="753"/>
                  <a:pt x="638" y="754"/>
                </a:cubicBezTo>
                <a:cubicBezTo>
                  <a:pt x="638" y="754"/>
                  <a:pt x="638" y="755"/>
                  <a:pt x="639" y="756"/>
                </a:cubicBezTo>
                <a:cubicBezTo>
                  <a:pt x="639" y="756"/>
                  <a:pt x="639" y="756"/>
                  <a:pt x="639" y="757"/>
                </a:cubicBezTo>
                <a:cubicBezTo>
                  <a:pt x="639" y="757"/>
                  <a:pt x="639" y="757"/>
                  <a:pt x="638" y="757"/>
                </a:cubicBezTo>
                <a:cubicBezTo>
                  <a:pt x="638" y="757"/>
                  <a:pt x="638" y="758"/>
                  <a:pt x="639" y="758"/>
                </a:cubicBezTo>
                <a:cubicBezTo>
                  <a:pt x="639" y="758"/>
                  <a:pt x="639" y="758"/>
                  <a:pt x="639" y="759"/>
                </a:cubicBezTo>
                <a:cubicBezTo>
                  <a:pt x="640" y="759"/>
                  <a:pt x="639" y="760"/>
                  <a:pt x="639" y="761"/>
                </a:cubicBezTo>
                <a:cubicBezTo>
                  <a:pt x="639" y="761"/>
                  <a:pt x="639" y="761"/>
                  <a:pt x="639" y="761"/>
                </a:cubicBezTo>
                <a:cubicBezTo>
                  <a:pt x="638" y="762"/>
                  <a:pt x="638" y="762"/>
                  <a:pt x="638" y="762"/>
                </a:cubicBezTo>
                <a:cubicBezTo>
                  <a:pt x="637" y="762"/>
                  <a:pt x="637" y="762"/>
                  <a:pt x="637" y="762"/>
                </a:cubicBezTo>
                <a:cubicBezTo>
                  <a:pt x="636" y="763"/>
                  <a:pt x="635" y="762"/>
                  <a:pt x="634" y="762"/>
                </a:cubicBezTo>
                <a:cubicBezTo>
                  <a:pt x="633" y="762"/>
                  <a:pt x="632" y="762"/>
                  <a:pt x="632" y="763"/>
                </a:cubicBezTo>
                <a:cubicBezTo>
                  <a:pt x="632" y="763"/>
                  <a:pt x="632" y="763"/>
                  <a:pt x="633" y="763"/>
                </a:cubicBezTo>
                <a:cubicBezTo>
                  <a:pt x="633" y="763"/>
                  <a:pt x="633" y="763"/>
                  <a:pt x="634" y="763"/>
                </a:cubicBezTo>
                <a:cubicBezTo>
                  <a:pt x="634" y="763"/>
                  <a:pt x="635" y="763"/>
                  <a:pt x="635" y="763"/>
                </a:cubicBezTo>
                <a:cubicBezTo>
                  <a:pt x="636" y="764"/>
                  <a:pt x="637" y="763"/>
                  <a:pt x="638" y="763"/>
                </a:cubicBezTo>
                <a:cubicBezTo>
                  <a:pt x="638" y="763"/>
                  <a:pt x="638" y="764"/>
                  <a:pt x="638" y="764"/>
                </a:cubicBezTo>
                <a:cubicBezTo>
                  <a:pt x="638" y="764"/>
                  <a:pt x="638" y="764"/>
                  <a:pt x="638" y="764"/>
                </a:cubicBezTo>
                <a:cubicBezTo>
                  <a:pt x="638" y="764"/>
                  <a:pt x="638" y="764"/>
                  <a:pt x="638" y="765"/>
                </a:cubicBezTo>
                <a:cubicBezTo>
                  <a:pt x="639" y="765"/>
                  <a:pt x="639" y="765"/>
                  <a:pt x="639" y="765"/>
                </a:cubicBezTo>
                <a:cubicBezTo>
                  <a:pt x="639" y="765"/>
                  <a:pt x="640" y="765"/>
                  <a:pt x="640" y="765"/>
                </a:cubicBezTo>
                <a:cubicBezTo>
                  <a:pt x="640" y="765"/>
                  <a:pt x="640" y="765"/>
                  <a:pt x="640" y="766"/>
                </a:cubicBezTo>
                <a:cubicBezTo>
                  <a:pt x="640" y="766"/>
                  <a:pt x="639" y="767"/>
                  <a:pt x="639" y="768"/>
                </a:cubicBezTo>
                <a:cubicBezTo>
                  <a:pt x="639" y="768"/>
                  <a:pt x="639" y="768"/>
                  <a:pt x="640" y="768"/>
                </a:cubicBezTo>
                <a:cubicBezTo>
                  <a:pt x="640" y="769"/>
                  <a:pt x="640" y="769"/>
                  <a:pt x="640" y="769"/>
                </a:cubicBezTo>
                <a:cubicBezTo>
                  <a:pt x="640" y="769"/>
                  <a:pt x="640" y="769"/>
                  <a:pt x="640" y="770"/>
                </a:cubicBezTo>
                <a:cubicBezTo>
                  <a:pt x="639" y="770"/>
                  <a:pt x="638" y="771"/>
                  <a:pt x="638" y="771"/>
                </a:cubicBezTo>
                <a:cubicBezTo>
                  <a:pt x="638" y="772"/>
                  <a:pt x="638" y="772"/>
                  <a:pt x="639" y="772"/>
                </a:cubicBezTo>
                <a:cubicBezTo>
                  <a:pt x="639" y="772"/>
                  <a:pt x="639" y="773"/>
                  <a:pt x="639" y="773"/>
                </a:cubicBezTo>
                <a:cubicBezTo>
                  <a:pt x="639" y="773"/>
                  <a:pt x="639" y="773"/>
                  <a:pt x="639" y="774"/>
                </a:cubicBezTo>
                <a:cubicBezTo>
                  <a:pt x="639" y="774"/>
                  <a:pt x="639" y="774"/>
                  <a:pt x="639" y="774"/>
                </a:cubicBezTo>
                <a:cubicBezTo>
                  <a:pt x="639" y="774"/>
                  <a:pt x="638" y="774"/>
                  <a:pt x="638" y="774"/>
                </a:cubicBezTo>
                <a:cubicBezTo>
                  <a:pt x="638" y="775"/>
                  <a:pt x="639" y="775"/>
                  <a:pt x="640" y="775"/>
                </a:cubicBezTo>
                <a:cubicBezTo>
                  <a:pt x="640" y="775"/>
                  <a:pt x="640" y="775"/>
                  <a:pt x="640" y="775"/>
                </a:cubicBezTo>
                <a:cubicBezTo>
                  <a:pt x="641" y="774"/>
                  <a:pt x="641" y="774"/>
                  <a:pt x="642" y="775"/>
                </a:cubicBezTo>
                <a:cubicBezTo>
                  <a:pt x="643" y="775"/>
                  <a:pt x="643" y="775"/>
                  <a:pt x="643" y="775"/>
                </a:cubicBezTo>
                <a:cubicBezTo>
                  <a:pt x="643" y="776"/>
                  <a:pt x="642" y="777"/>
                  <a:pt x="641" y="777"/>
                </a:cubicBezTo>
                <a:cubicBezTo>
                  <a:pt x="641" y="777"/>
                  <a:pt x="641" y="777"/>
                  <a:pt x="641" y="777"/>
                </a:cubicBezTo>
                <a:cubicBezTo>
                  <a:pt x="640" y="777"/>
                  <a:pt x="640" y="778"/>
                  <a:pt x="640" y="778"/>
                </a:cubicBezTo>
                <a:cubicBezTo>
                  <a:pt x="640" y="778"/>
                  <a:pt x="641" y="778"/>
                  <a:pt x="641" y="778"/>
                </a:cubicBezTo>
                <a:cubicBezTo>
                  <a:pt x="641" y="779"/>
                  <a:pt x="641" y="779"/>
                  <a:pt x="641" y="778"/>
                </a:cubicBezTo>
                <a:cubicBezTo>
                  <a:pt x="642" y="779"/>
                  <a:pt x="642" y="779"/>
                  <a:pt x="641" y="779"/>
                </a:cubicBezTo>
                <a:cubicBezTo>
                  <a:pt x="641" y="779"/>
                  <a:pt x="641" y="780"/>
                  <a:pt x="641" y="780"/>
                </a:cubicBezTo>
                <a:cubicBezTo>
                  <a:pt x="641" y="780"/>
                  <a:pt x="640" y="781"/>
                  <a:pt x="641" y="782"/>
                </a:cubicBezTo>
                <a:cubicBezTo>
                  <a:pt x="641" y="782"/>
                  <a:pt x="641" y="782"/>
                  <a:pt x="640" y="783"/>
                </a:cubicBezTo>
                <a:cubicBezTo>
                  <a:pt x="640" y="783"/>
                  <a:pt x="640" y="783"/>
                  <a:pt x="640" y="783"/>
                </a:cubicBezTo>
                <a:cubicBezTo>
                  <a:pt x="640" y="783"/>
                  <a:pt x="640" y="783"/>
                  <a:pt x="640" y="783"/>
                </a:cubicBezTo>
                <a:cubicBezTo>
                  <a:pt x="640" y="783"/>
                  <a:pt x="640" y="783"/>
                  <a:pt x="640" y="784"/>
                </a:cubicBezTo>
                <a:cubicBezTo>
                  <a:pt x="639" y="784"/>
                  <a:pt x="639" y="784"/>
                  <a:pt x="639" y="783"/>
                </a:cubicBezTo>
                <a:cubicBezTo>
                  <a:pt x="639" y="783"/>
                  <a:pt x="639" y="783"/>
                  <a:pt x="639" y="783"/>
                </a:cubicBezTo>
                <a:cubicBezTo>
                  <a:pt x="639" y="782"/>
                  <a:pt x="639" y="782"/>
                  <a:pt x="638" y="782"/>
                </a:cubicBezTo>
                <a:cubicBezTo>
                  <a:pt x="638" y="782"/>
                  <a:pt x="638" y="782"/>
                  <a:pt x="638" y="781"/>
                </a:cubicBezTo>
                <a:cubicBezTo>
                  <a:pt x="638" y="781"/>
                  <a:pt x="638" y="780"/>
                  <a:pt x="638" y="780"/>
                </a:cubicBezTo>
                <a:cubicBezTo>
                  <a:pt x="637" y="780"/>
                  <a:pt x="637" y="780"/>
                  <a:pt x="637" y="780"/>
                </a:cubicBezTo>
                <a:cubicBezTo>
                  <a:pt x="637" y="780"/>
                  <a:pt x="637" y="780"/>
                  <a:pt x="637" y="781"/>
                </a:cubicBezTo>
                <a:cubicBezTo>
                  <a:pt x="637" y="781"/>
                  <a:pt x="637" y="781"/>
                  <a:pt x="637" y="781"/>
                </a:cubicBezTo>
                <a:cubicBezTo>
                  <a:pt x="638" y="782"/>
                  <a:pt x="637" y="783"/>
                  <a:pt x="637" y="783"/>
                </a:cubicBezTo>
                <a:cubicBezTo>
                  <a:pt x="637" y="783"/>
                  <a:pt x="637" y="783"/>
                  <a:pt x="637" y="783"/>
                </a:cubicBezTo>
                <a:cubicBezTo>
                  <a:pt x="637" y="784"/>
                  <a:pt x="636" y="784"/>
                  <a:pt x="635" y="784"/>
                </a:cubicBezTo>
                <a:cubicBezTo>
                  <a:pt x="635" y="784"/>
                  <a:pt x="635" y="784"/>
                  <a:pt x="635" y="784"/>
                </a:cubicBezTo>
                <a:cubicBezTo>
                  <a:pt x="635" y="784"/>
                  <a:pt x="635" y="784"/>
                  <a:pt x="635" y="785"/>
                </a:cubicBezTo>
                <a:cubicBezTo>
                  <a:pt x="635" y="785"/>
                  <a:pt x="636" y="785"/>
                  <a:pt x="636" y="785"/>
                </a:cubicBezTo>
                <a:cubicBezTo>
                  <a:pt x="636" y="785"/>
                  <a:pt x="636" y="786"/>
                  <a:pt x="637" y="786"/>
                </a:cubicBezTo>
                <a:cubicBezTo>
                  <a:pt x="637" y="786"/>
                  <a:pt x="637" y="785"/>
                  <a:pt x="637" y="785"/>
                </a:cubicBezTo>
                <a:cubicBezTo>
                  <a:pt x="638" y="785"/>
                  <a:pt x="638" y="786"/>
                  <a:pt x="637" y="786"/>
                </a:cubicBezTo>
                <a:cubicBezTo>
                  <a:pt x="637" y="786"/>
                  <a:pt x="637" y="787"/>
                  <a:pt x="637" y="787"/>
                </a:cubicBezTo>
                <a:cubicBezTo>
                  <a:pt x="637" y="787"/>
                  <a:pt x="638" y="787"/>
                  <a:pt x="638" y="787"/>
                </a:cubicBezTo>
                <a:cubicBezTo>
                  <a:pt x="638" y="787"/>
                  <a:pt x="638" y="787"/>
                  <a:pt x="638" y="786"/>
                </a:cubicBezTo>
                <a:cubicBezTo>
                  <a:pt x="638" y="786"/>
                  <a:pt x="638" y="786"/>
                  <a:pt x="638" y="786"/>
                </a:cubicBezTo>
                <a:cubicBezTo>
                  <a:pt x="638" y="786"/>
                  <a:pt x="638" y="786"/>
                  <a:pt x="638" y="786"/>
                </a:cubicBezTo>
                <a:cubicBezTo>
                  <a:pt x="639" y="786"/>
                  <a:pt x="639" y="785"/>
                  <a:pt x="639" y="785"/>
                </a:cubicBezTo>
                <a:cubicBezTo>
                  <a:pt x="639" y="785"/>
                  <a:pt x="639" y="785"/>
                  <a:pt x="639" y="784"/>
                </a:cubicBezTo>
                <a:cubicBezTo>
                  <a:pt x="640" y="784"/>
                  <a:pt x="640" y="784"/>
                  <a:pt x="640" y="784"/>
                </a:cubicBezTo>
                <a:cubicBezTo>
                  <a:pt x="640" y="784"/>
                  <a:pt x="641" y="784"/>
                  <a:pt x="641" y="783"/>
                </a:cubicBezTo>
                <a:cubicBezTo>
                  <a:pt x="641" y="783"/>
                  <a:pt x="641" y="783"/>
                  <a:pt x="641" y="783"/>
                </a:cubicBezTo>
                <a:cubicBezTo>
                  <a:pt x="642" y="782"/>
                  <a:pt x="642" y="782"/>
                  <a:pt x="642" y="782"/>
                </a:cubicBezTo>
                <a:cubicBezTo>
                  <a:pt x="643" y="782"/>
                  <a:pt x="644" y="782"/>
                  <a:pt x="645" y="782"/>
                </a:cubicBezTo>
                <a:cubicBezTo>
                  <a:pt x="645" y="783"/>
                  <a:pt x="646" y="783"/>
                  <a:pt x="646" y="783"/>
                </a:cubicBezTo>
                <a:cubicBezTo>
                  <a:pt x="646" y="783"/>
                  <a:pt x="647" y="782"/>
                  <a:pt x="647" y="782"/>
                </a:cubicBezTo>
                <a:cubicBezTo>
                  <a:pt x="648" y="782"/>
                  <a:pt x="648" y="782"/>
                  <a:pt x="648" y="782"/>
                </a:cubicBezTo>
                <a:cubicBezTo>
                  <a:pt x="648" y="783"/>
                  <a:pt x="649" y="783"/>
                  <a:pt x="649" y="783"/>
                </a:cubicBezTo>
                <a:cubicBezTo>
                  <a:pt x="649" y="783"/>
                  <a:pt x="650" y="783"/>
                  <a:pt x="650" y="784"/>
                </a:cubicBezTo>
                <a:cubicBezTo>
                  <a:pt x="650" y="784"/>
                  <a:pt x="650" y="784"/>
                  <a:pt x="650" y="784"/>
                </a:cubicBezTo>
                <a:cubicBezTo>
                  <a:pt x="650" y="785"/>
                  <a:pt x="650" y="786"/>
                  <a:pt x="650" y="787"/>
                </a:cubicBezTo>
                <a:cubicBezTo>
                  <a:pt x="651" y="787"/>
                  <a:pt x="651" y="788"/>
                  <a:pt x="652" y="788"/>
                </a:cubicBezTo>
                <a:cubicBezTo>
                  <a:pt x="653" y="789"/>
                  <a:pt x="653" y="789"/>
                  <a:pt x="654" y="789"/>
                </a:cubicBezTo>
                <a:cubicBezTo>
                  <a:pt x="654" y="789"/>
                  <a:pt x="654" y="789"/>
                  <a:pt x="654" y="790"/>
                </a:cubicBezTo>
                <a:cubicBezTo>
                  <a:pt x="654" y="790"/>
                  <a:pt x="654" y="790"/>
                  <a:pt x="654" y="791"/>
                </a:cubicBezTo>
                <a:cubicBezTo>
                  <a:pt x="654" y="791"/>
                  <a:pt x="655" y="792"/>
                  <a:pt x="655" y="792"/>
                </a:cubicBezTo>
                <a:cubicBezTo>
                  <a:pt x="655" y="793"/>
                  <a:pt x="654" y="793"/>
                  <a:pt x="654" y="794"/>
                </a:cubicBezTo>
                <a:cubicBezTo>
                  <a:pt x="653" y="794"/>
                  <a:pt x="653" y="795"/>
                  <a:pt x="653" y="796"/>
                </a:cubicBezTo>
                <a:cubicBezTo>
                  <a:pt x="653" y="795"/>
                  <a:pt x="654" y="794"/>
                  <a:pt x="655" y="794"/>
                </a:cubicBezTo>
                <a:cubicBezTo>
                  <a:pt x="655" y="794"/>
                  <a:pt x="655" y="794"/>
                  <a:pt x="655" y="793"/>
                </a:cubicBezTo>
                <a:cubicBezTo>
                  <a:pt x="655" y="793"/>
                  <a:pt x="655" y="793"/>
                  <a:pt x="655" y="793"/>
                </a:cubicBezTo>
                <a:cubicBezTo>
                  <a:pt x="656" y="792"/>
                  <a:pt x="655" y="791"/>
                  <a:pt x="655" y="791"/>
                </a:cubicBezTo>
                <a:cubicBezTo>
                  <a:pt x="656" y="790"/>
                  <a:pt x="656" y="790"/>
                  <a:pt x="656" y="789"/>
                </a:cubicBezTo>
                <a:cubicBezTo>
                  <a:pt x="656" y="789"/>
                  <a:pt x="656" y="789"/>
                  <a:pt x="656" y="789"/>
                </a:cubicBezTo>
                <a:cubicBezTo>
                  <a:pt x="656" y="789"/>
                  <a:pt x="656" y="790"/>
                  <a:pt x="656" y="790"/>
                </a:cubicBezTo>
                <a:cubicBezTo>
                  <a:pt x="656" y="790"/>
                  <a:pt x="656" y="791"/>
                  <a:pt x="656" y="791"/>
                </a:cubicBezTo>
                <a:cubicBezTo>
                  <a:pt x="656" y="791"/>
                  <a:pt x="656" y="792"/>
                  <a:pt x="656" y="792"/>
                </a:cubicBezTo>
                <a:cubicBezTo>
                  <a:pt x="656" y="792"/>
                  <a:pt x="656" y="792"/>
                  <a:pt x="656" y="793"/>
                </a:cubicBezTo>
                <a:cubicBezTo>
                  <a:pt x="656" y="793"/>
                  <a:pt x="656" y="793"/>
                  <a:pt x="656" y="793"/>
                </a:cubicBezTo>
                <a:cubicBezTo>
                  <a:pt x="657" y="794"/>
                  <a:pt x="657" y="794"/>
                  <a:pt x="656" y="795"/>
                </a:cubicBezTo>
                <a:cubicBezTo>
                  <a:pt x="656" y="795"/>
                  <a:pt x="656" y="796"/>
                  <a:pt x="656" y="797"/>
                </a:cubicBezTo>
                <a:cubicBezTo>
                  <a:pt x="656" y="797"/>
                  <a:pt x="656" y="797"/>
                  <a:pt x="656" y="797"/>
                </a:cubicBezTo>
                <a:cubicBezTo>
                  <a:pt x="656" y="797"/>
                  <a:pt x="657" y="797"/>
                  <a:pt x="657" y="797"/>
                </a:cubicBezTo>
                <a:cubicBezTo>
                  <a:pt x="657" y="796"/>
                  <a:pt x="657" y="795"/>
                  <a:pt x="657" y="795"/>
                </a:cubicBezTo>
                <a:cubicBezTo>
                  <a:pt x="657" y="794"/>
                  <a:pt x="657" y="793"/>
                  <a:pt x="658" y="793"/>
                </a:cubicBezTo>
                <a:cubicBezTo>
                  <a:pt x="658" y="793"/>
                  <a:pt x="659" y="793"/>
                  <a:pt x="660" y="792"/>
                </a:cubicBezTo>
                <a:cubicBezTo>
                  <a:pt x="660" y="792"/>
                  <a:pt x="661" y="791"/>
                  <a:pt x="661" y="791"/>
                </a:cubicBezTo>
                <a:cubicBezTo>
                  <a:pt x="661" y="791"/>
                  <a:pt x="661" y="791"/>
                  <a:pt x="662" y="791"/>
                </a:cubicBezTo>
                <a:cubicBezTo>
                  <a:pt x="662" y="791"/>
                  <a:pt x="662" y="791"/>
                  <a:pt x="662" y="791"/>
                </a:cubicBezTo>
                <a:cubicBezTo>
                  <a:pt x="662" y="790"/>
                  <a:pt x="663" y="790"/>
                  <a:pt x="663" y="790"/>
                </a:cubicBezTo>
                <a:cubicBezTo>
                  <a:pt x="663" y="789"/>
                  <a:pt x="663" y="789"/>
                  <a:pt x="663" y="789"/>
                </a:cubicBezTo>
                <a:cubicBezTo>
                  <a:pt x="664" y="789"/>
                  <a:pt x="664" y="790"/>
                  <a:pt x="664" y="790"/>
                </a:cubicBezTo>
                <a:cubicBezTo>
                  <a:pt x="664" y="790"/>
                  <a:pt x="664" y="790"/>
                  <a:pt x="665" y="790"/>
                </a:cubicBezTo>
                <a:cubicBezTo>
                  <a:pt x="665" y="790"/>
                  <a:pt x="665" y="789"/>
                  <a:pt x="665" y="789"/>
                </a:cubicBezTo>
                <a:cubicBezTo>
                  <a:pt x="665" y="789"/>
                  <a:pt x="666" y="789"/>
                  <a:pt x="666" y="789"/>
                </a:cubicBezTo>
                <a:cubicBezTo>
                  <a:pt x="667" y="788"/>
                  <a:pt x="666" y="787"/>
                  <a:pt x="666" y="786"/>
                </a:cubicBezTo>
                <a:cubicBezTo>
                  <a:pt x="667" y="785"/>
                  <a:pt x="668" y="785"/>
                  <a:pt x="668" y="784"/>
                </a:cubicBezTo>
                <a:cubicBezTo>
                  <a:pt x="668" y="784"/>
                  <a:pt x="667" y="784"/>
                  <a:pt x="668" y="783"/>
                </a:cubicBezTo>
                <a:cubicBezTo>
                  <a:pt x="668" y="783"/>
                  <a:pt x="668" y="783"/>
                  <a:pt x="668" y="783"/>
                </a:cubicBezTo>
                <a:cubicBezTo>
                  <a:pt x="668" y="783"/>
                  <a:pt x="669" y="783"/>
                  <a:pt x="669" y="784"/>
                </a:cubicBezTo>
                <a:cubicBezTo>
                  <a:pt x="670" y="784"/>
                  <a:pt x="670" y="785"/>
                  <a:pt x="671" y="786"/>
                </a:cubicBezTo>
                <a:cubicBezTo>
                  <a:pt x="671" y="786"/>
                  <a:pt x="671" y="786"/>
                  <a:pt x="671" y="786"/>
                </a:cubicBezTo>
                <a:cubicBezTo>
                  <a:pt x="672" y="787"/>
                  <a:pt x="672" y="787"/>
                  <a:pt x="672" y="788"/>
                </a:cubicBezTo>
                <a:cubicBezTo>
                  <a:pt x="672" y="788"/>
                  <a:pt x="672" y="789"/>
                  <a:pt x="672" y="789"/>
                </a:cubicBezTo>
                <a:cubicBezTo>
                  <a:pt x="672" y="790"/>
                  <a:pt x="671" y="790"/>
                  <a:pt x="671" y="791"/>
                </a:cubicBezTo>
                <a:cubicBezTo>
                  <a:pt x="671" y="791"/>
                  <a:pt x="672" y="791"/>
                  <a:pt x="672" y="791"/>
                </a:cubicBezTo>
                <a:cubicBezTo>
                  <a:pt x="672" y="790"/>
                  <a:pt x="672" y="790"/>
                  <a:pt x="672" y="789"/>
                </a:cubicBezTo>
                <a:cubicBezTo>
                  <a:pt x="672" y="789"/>
                  <a:pt x="672" y="788"/>
                  <a:pt x="673" y="788"/>
                </a:cubicBezTo>
                <a:cubicBezTo>
                  <a:pt x="673" y="788"/>
                  <a:pt x="673" y="787"/>
                  <a:pt x="673" y="787"/>
                </a:cubicBezTo>
                <a:cubicBezTo>
                  <a:pt x="672" y="786"/>
                  <a:pt x="672" y="786"/>
                  <a:pt x="672" y="786"/>
                </a:cubicBezTo>
                <a:cubicBezTo>
                  <a:pt x="671" y="785"/>
                  <a:pt x="671" y="784"/>
                  <a:pt x="671" y="784"/>
                </a:cubicBezTo>
                <a:cubicBezTo>
                  <a:pt x="671" y="783"/>
                  <a:pt x="671" y="783"/>
                  <a:pt x="672" y="783"/>
                </a:cubicBezTo>
                <a:cubicBezTo>
                  <a:pt x="672" y="783"/>
                  <a:pt x="672" y="783"/>
                  <a:pt x="673" y="783"/>
                </a:cubicBezTo>
                <a:cubicBezTo>
                  <a:pt x="673" y="783"/>
                  <a:pt x="673" y="784"/>
                  <a:pt x="673" y="784"/>
                </a:cubicBezTo>
                <a:cubicBezTo>
                  <a:pt x="673" y="784"/>
                  <a:pt x="673" y="784"/>
                  <a:pt x="673" y="784"/>
                </a:cubicBezTo>
                <a:cubicBezTo>
                  <a:pt x="673" y="784"/>
                  <a:pt x="673" y="784"/>
                  <a:pt x="673" y="783"/>
                </a:cubicBezTo>
                <a:cubicBezTo>
                  <a:pt x="674" y="783"/>
                  <a:pt x="674" y="783"/>
                  <a:pt x="674" y="783"/>
                </a:cubicBezTo>
                <a:cubicBezTo>
                  <a:pt x="674" y="783"/>
                  <a:pt x="674" y="783"/>
                  <a:pt x="674" y="783"/>
                </a:cubicBezTo>
                <a:cubicBezTo>
                  <a:pt x="674" y="783"/>
                  <a:pt x="673" y="783"/>
                  <a:pt x="673" y="783"/>
                </a:cubicBezTo>
                <a:cubicBezTo>
                  <a:pt x="673" y="783"/>
                  <a:pt x="673" y="782"/>
                  <a:pt x="672" y="782"/>
                </a:cubicBezTo>
                <a:cubicBezTo>
                  <a:pt x="672" y="782"/>
                  <a:pt x="672" y="782"/>
                  <a:pt x="672" y="782"/>
                </a:cubicBezTo>
                <a:cubicBezTo>
                  <a:pt x="672" y="782"/>
                  <a:pt x="672" y="782"/>
                  <a:pt x="672" y="782"/>
                </a:cubicBezTo>
                <a:cubicBezTo>
                  <a:pt x="672" y="781"/>
                  <a:pt x="673" y="781"/>
                  <a:pt x="673" y="781"/>
                </a:cubicBezTo>
                <a:cubicBezTo>
                  <a:pt x="673" y="781"/>
                  <a:pt x="674" y="781"/>
                  <a:pt x="674" y="781"/>
                </a:cubicBezTo>
                <a:cubicBezTo>
                  <a:pt x="674" y="781"/>
                  <a:pt x="674" y="781"/>
                  <a:pt x="674" y="781"/>
                </a:cubicBezTo>
                <a:cubicBezTo>
                  <a:pt x="674" y="781"/>
                  <a:pt x="674" y="781"/>
                  <a:pt x="674" y="781"/>
                </a:cubicBezTo>
                <a:cubicBezTo>
                  <a:pt x="674" y="781"/>
                  <a:pt x="674" y="781"/>
                  <a:pt x="674" y="781"/>
                </a:cubicBezTo>
                <a:cubicBezTo>
                  <a:pt x="674" y="782"/>
                  <a:pt x="674" y="782"/>
                  <a:pt x="674" y="782"/>
                </a:cubicBezTo>
                <a:cubicBezTo>
                  <a:pt x="674" y="782"/>
                  <a:pt x="675" y="782"/>
                  <a:pt x="675" y="781"/>
                </a:cubicBezTo>
                <a:cubicBezTo>
                  <a:pt x="675" y="781"/>
                  <a:pt x="675" y="781"/>
                  <a:pt x="675" y="781"/>
                </a:cubicBezTo>
                <a:cubicBezTo>
                  <a:pt x="675" y="781"/>
                  <a:pt x="674" y="780"/>
                  <a:pt x="674" y="780"/>
                </a:cubicBezTo>
                <a:cubicBezTo>
                  <a:pt x="674" y="780"/>
                  <a:pt x="674" y="780"/>
                  <a:pt x="674" y="780"/>
                </a:cubicBezTo>
                <a:cubicBezTo>
                  <a:pt x="674" y="780"/>
                  <a:pt x="674" y="780"/>
                  <a:pt x="674" y="780"/>
                </a:cubicBezTo>
                <a:cubicBezTo>
                  <a:pt x="674" y="779"/>
                  <a:pt x="675" y="779"/>
                  <a:pt x="675" y="779"/>
                </a:cubicBezTo>
                <a:cubicBezTo>
                  <a:pt x="675" y="780"/>
                  <a:pt x="675" y="780"/>
                  <a:pt x="676" y="780"/>
                </a:cubicBezTo>
                <a:cubicBezTo>
                  <a:pt x="676" y="780"/>
                  <a:pt x="676" y="780"/>
                  <a:pt x="676" y="780"/>
                </a:cubicBezTo>
                <a:cubicBezTo>
                  <a:pt x="677" y="780"/>
                  <a:pt x="677" y="780"/>
                  <a:pt x="676" y="780"/>
                </a:cubicBezTo>
                <a:cubicBezTo>
                  <a:pt x="676" y="780"/>
                  <a:pt x="676" y="780"/>
                  <a:pt x="676" y="780"/>
                </a:cubicBezTo>
                <a:cubicBezTo>
                  <a:pt x="676" y="780"/>
                  <a:pt x="676" y="779"/>
                  <a:pt x="676" y="779"/>
                </a:cubicBezTo>
                <a:cubicBezTo>
                  <a:pt x="676" y="779"/>
                  <a:pt x="677" y="779"/>
                  <a:pt x="677" y="779"/>
                </a:cubicBezTo>
                <a:cubicBezTo>
                  <a:pt x="677" y="779"/>
                  <a:pt x="677" y="779"/>
                  <a:pt x="677" y="779"/>
                </a:cubicBezTo>
                <a:cubicBezTo>
                  <a:pt x="677" y="779"/>
                  <a:pt x="677" y="779"/>
                  <a:pt x="677" y="779"/>
                </a:cubicBezTo>
                <a:cubicBezTo>
                  <a:pt x="677" y="779"/>
                  <a:pt x="676" y="779"/>
                  <a:pt x="676" y="779"/>
                </a:cubicBezTo>
                <a:cubicBezTo>
                  <a:pt x="675" y="779"/>
                  <a:pt x="675" y="779"/>
                  <a:pt x="675" y="779"/>
                </a:cubicBezTo>
                <a:cubicBezTo>
                  <a:pt x="675" y="779"/>
                  <a:pt x="675" y="779"/>
                  <a:pt x="675" y="779"/>
                </a:cubicBezTo>
                <a:cubicBezTo>
                  <a:pt x="675" y="779"/>
                  <a:pt x="675" y="778"/>
                  <a:pt x="675" y="778"/>
                </a:cubicBezTo>
                <a:cubicBezTo>
                  <a:pt x="675" y="778"/>
                  <a:pt x="675" y="778"/>
                  <a:pt x="675" y="778"/>
                </a:cubicBezTo>
                <a:cubicBezTo>
                  <a:pt x="674" y="778"/>
                  <a:pt x="674" y="777"/>
                  <a:pt x="674" y="777"/>
                </a:cubicBezTo>
                <a:cubicBezTo>
                  <a:pt x="674" y="777"/>
                  <a:pt x="674" y="777"/>
                  <a:pt x="675" y="777"/>
                </a:cubicBezTo>
                <a:cubicBezTo>
                  <a:pt x="675" y="776"/>
                  <a:pt x="675" y="776"/>
                  <a:pt x="675" y="776"/>
                </a:cubicBezTo>
                <a:cubicBezTo>
                  <a:pt x="675" y="777"/>
                  <a:pt x="675" y="777"/>
                  <a:pt x="675" y="777"/>
                </a:cubicBezTo>
                <a:cubicBezTo>
                  <a:pt x="675" y="777"/>
                  <a:pt x="675" y="777"/>
                  <a:pt x="676" y="777"/>
                </a:cubicBezTo>
                <a:cubicBezTo>
                  <a:pt x="676" y="777"/>
                  <a:pt x="676" y="777"/>
                  <a:pt x="676" y="777"/>
                </a:cubicBezTo>
                <a:cubicBezTo>
                  <a:pt x="676" y="777"/>
                  <a:pt x="676" y="777"/>
                  <a:pt x="676" y="777"/>
                </a:cubicBezTo>
                <a:cubicBezTo>
                  <a:pt x="676" y="777"/>
                  <a:pt x="676" y="776"/>
                  <a:pt x="676" y="776"/>
                </a:cubicBezTo>
                <a:cubicBezTo>
                  <a:pt x="676" y="776"/>
                  <a:pt x="676" y="775"/>
                  <a:pt x="676" y="775"/>
                </a:cubicBezTo>
                <a:cubicBezTo>
                  <a:pt x="676" y="774"/>
                  <a:pt x="676" y="774"/>
                  <a:pt x="676" y="774"/>
                </a:cubicBezTo>
                <a:cubicBezTo>
                  <a:pt x="676" y="774"/>
                  <a:pt x="676" y="774"/>
                  <a:pt x="676" y="774"/>
                </a:cubicBezTo>
                <a:cubicBezTo>
                  <a:pt x="676" y="774"/>
                  <a:pt x="676" y="775"/>
                  <a:pt x="676" y="775"/>
                </a:cubicBezTo>
                <a:cubicBezTo>
                  <a:pt x="677" y="775"/>
                  <a:pt x="677" y="775"/>
                  <a:pt x="677" y="775"/>
                </a:cubicBezTo>
                <a:cubicBezTo>
                  <a:pt x="677" y="775"/>
                  <a:pt x="677" y="775"/>
                  <a:pt x="677" y="775"/>
                </a:cubicBezTo>
                <a:cubicBezTo>
                  <a:pt x="677" y="775"/>
                  <a:pt x="677" y="774"/>
                  <a:pt x="677" y="774"/>
                </a:cubicBezTo>
                <a:cubicBezTo>
                  <a:pt x="677" y="774"/>
                  <a:pt x="677" y="774"/>
                  <a:pt x="677" y="773"/>
                </a:cubicBezTo>
                <a:cubicBezTo>
                  <a:pt x="677" y="773"/>
                  <a:pt x="676" y="773"/>
                  <a:pt x="677" y="772"/>
                </a:cubicBezTo>
                <a:cubicBezTo>
                  <a:pt x="677" y="772"/>
                  <a:pt x="677" y="772"/>
                  <a:pt x="677" y="772"/>
                </a:cubicBezTo>
                <a:cubicBezTo>
                  <a:pt x="677" y="772"/>
                  <a:pt x="677" y="772"/>
                  <a:pt x="677" y="772"/>
                </a:cubicBezTo>
                <a:cubicBezTo>
                  <a:pt x="677" y="772"/>
                  <a:pt x="677" y="773"/>
                  <a:pt x="677" y="773"/>
                </a:cubicBezTo>
                <a:cubicBezTo>
                  <a:pt x="678" y="772"/>
                  <a:pt x="678" y="772"/>
                  <a:pt x="678" y="772"/>
                </a:cubicBezTo>
                <a:cubicBezTo>
                  <a:pt x="678" y="772"/>
                  <a:pt x="678" y="772"/>
                  <a:pt x="678" y="772"/>
                </a:cubicBezTo>
                <a:cubicBezTo>
                  <a:pt x="678" y="772"/>
                  <a:pt x="679" y="772"/>
                  <a:pt x="679" y="772"/>
                </a:cubicBezTo>
                <a:cubicBezTo>
                  <a:pt x="679" y="773"/>
                  <a:pt x="679" y="773"/>
                  <a:pt x="680" y="773"/>
                </a:cubicBezTo>
                <a:cubicBezTo>
                  <a:pt x="680" y="773"/>
                  <a:pt x="680" y="774"/>
                  <a:pt x="680" y="774"/>
                </a:cubicBezTo>
                <a:cubicBezTo>
                  <a:pt x="680" y="774"/>
                  <a:pt x="680" y="773"/>
                  <a:pt x="680" y="773"/>
                </a:cubicBezTo>
                <a:cubicBezTo>
                  <a:pt x="680" y="773"/>
                  <a:pt x="680" y="773"/>
                  <a:pt x="680" y="773"/>
                </a:cubicBezTo>
                <a:cubicBezTo>
                  <a:pt x="680" y="773"/>
                  <a:pt x="679" y="773"/>
                  <a:pt x="679" y="772"/>
                </a:cubicBezTo>
                <a:cubicBezTo>
                  <a:pt x="679" y="772"/>
                  <a:pt x="679" y="772"/>
                  <a:pt x="679" y="772"/>
                </a:cubicBezTo>
                <a:cubicBezTo>
                  <a:pt x="679" y="771"/>
                  <a:pt x="678" y="772"/>
                  <a:pt x="678" y="771"/>
                </a:cubicBezTo>
                <a:cubicBezTo>
                  <a:pt x="677" y="771"/>
                  <a:pt x="677" y="771"/>
                  <a:pt x="677" y="770"/>
                </a:cubicBezTo>
                <a:cubicBezTo>
                  <a:pt x="677" y="770"/>
                  <a:pt x="677" y="769"/>
                  <a:pt x="676" y="769"/>
                </a:cubicBezTo>
                <a:cubicBezTo>
                  <a:pt x="676" y="768"/>
                  <a:pt x="676" y="768"/>
                  <a:pt x="676" y="768"/>
                </a:cubicBezTo>
                <a:cubicBezTo>
                  <a:pt x="676" y="767"/>
                  <a:pt x="676" y="767"/>
                  <a:pt x="677" y="766"/>
                </a:cubicBezTo>
                <a:cubicBezTo>
                  <a:pt x="677" y="766"/>
                  <a:pt x="677" y="766"/>
                  <a:pt x="678" y="766"/>
                </a:cubicBezTo>
                <a:cubicBezTo>
                  <a:pt x="678" y="766"/>
                  <a:pt x="678" y="766"/>
                  <a:pt x="679" y="766"/>
                </a:cubicBezTo>
                <a:cubicBezTo>
                  <a:pt x="679" y="766"/>
                  <a:pt x="679" y="766"/>
                  <a:pt x="679" y="767"/>
                </a:cubicBezTo>
                <a:cubicBezTo>
                  <a:pt x="679" y="767"/>
                  <a:pt x="679" y="767"/>
                  <a:pt x="679" y="766"/>
                </a:cubicBezTo>
                <a:cubicBezTo>
                  <a:pt x="679" y="766"/>
                  <a:pt x="680" y="766"/>
                  <a:pt x="679" y="766"/>
                </a:cubicBezTo>
                <a:cubicBezTo>
                  <a:pt x="679" y="766"/>
                  <a:pt x="679" y="766"/>
                  <a:pt x="679" y="766"/>
                </a:cubicBezTo>
                <a:cubicBezTo>
                  <a:pt x="679" y="766"/>
                  <a:pt x="679" y="766"/>
                  <a:pt x="679" y="766"/>
                </a:cubicBezTo>
                <a:cubicBezTo>
                  <a:pt x="679" y="766"/>
                  <a:pt x="679" y="765"/>
                  <a:pt x="679" y="765"/>
                </a:cubicBezTo>
                <a:cubicBezTo>
                  <a:pt x="679" y="764"/>
                  <a:pt x="680" y="764"/>
                  <a:pt x="680" y="764"/>
                </a:cubicBezTo>
                <a:cubicBezTo>
                  <a:pt x="680" y="764"/>
                  <a:pt x="680" y="764"/>
                  <a:pt x="680" y="764"/>
                </a:cubicBezTo>
                <a:cubicBezTo>
                  <a:pt x="680" y="764"/>
                  <a:pt x="680" y="764"/>
                  <a:pt x="680" y="763"/>
                </a:cubicBezTo>
                <a:cubicBezTo>
                  <a:pt x="680" y="763"/>
                  <a:pt x="680" y="763"/>
                  <a:pt x="680" y="763"/>
                </a:cubicBezTo>
                <a:cubicBezTo>
                  <a:pt x="680" y="762"/>
                  <a:pt x="679" y="762"/>
                  <a:pt x="680" y="762"/>
                </a:cubicBezTo>
                <a:cubicBezTo>
                  <a:pt x="680" y="762"/>
                  <a:pt x="680" y="761"/>
                  <a:pt x="680" y="761"/>
                </a:cubicBezTo>
                <a:cubicBezTo>
                  <a:pt x="680" y="761"/>
                  <a:pt x="680" y="760"/>
                  <a:pt x="681" y="760"/>
                </a:cubicBezTo>
                <a:cubicBezTo>
                  <a:pt x="681" y="760"/>
                  <a:pt x="681" y="760"/>
                  <a:pt x="681" y="760"/>
                </a:cubicBezTo>
                <a:cubicBezTo>
                  <a:pt x="681" y="759"/>
                  <a:pt x="681" y="759"/>
                  <a:pt x="682" y="759"/>
                </a:cubicBezTo>
                <a:cubicBezTo>
                  <a:pt x="682" y="759"/>
                  <a:pt x="682" y="758"/>
                  <a:pt x="682" y="758"/>
                </a:cubicBezTo>
                <a:cubicBezTo>
                  <a:pt x="682" y="758"/>
                  <a:pt x="681" y="758"/>
                  <a:pt x="681" y="758"/>
                </a:cubicBezTo>
                <a:cubicBezTo>
                  <a:pt x="681" y="758"/>
                  <a:pt x="681" y="758"/>
                  <a:pt x="681" y="758"/>
                </a:cubicBezTo>
                <a:cubicBezTo>
                  <a:pt x="681" y="758"/>
                  <a:pt x="681" y="758"/>
                  <a:pt x="681" y="758"/>
                </a:cubicBezTo>
                <a:cubicBezTo>
                  <a:pt x="681" y="758"/>
                  <a:pt x="681" y="757"/>
                  <a:pt x="681" y="757"/>
                </a:cubicBezTo>
                <a:cubicBezTo>
                  <a:pt x="682" y="757"/>
                  <a:pt x="682" y="757"/>
                  <a:pt x="682" y="757"/>
                </a:cubicBezTo>
                <a:cubicBezTo>
                  <a:pt x="682" y="757"/>
                  <a:pt x="682" y="757"/>
                  <a:pt x="682" y="756"/>
                </a:cubicBezTo>
                <a:cubicBezTo>
                  <a:pt x="683" y="756"/>
                  <a:pt x="683" y="757"/>
                  <a:pt x="683" y="757"/>
                </a:cubicBezTo>
                <a:cubicBezTo>
                  <a:pt x="684" y="757"/>
                  <a:pt x="684" y="757"/>
                  <a:pt x="685" y="758"/>
                </a:cubicBezTo>
                <a:cubicBezTo>
                  <a:pt x="685" y="758"/>
                  <a:pt x="685" y="759"/>
                  <a:pt x="685" y="759"/>
                </a:cubicBezTo>
                <a:cubicBezTo>
                  <a:pt x="685" y="759"/>
                  <a:pt x="685" y="759"/>
                  <a:pt x="686" y="759"/>
                </a:cubicBezTo>
                <a:cubicBezTo>
                  <a:pt x="686" y="760"/>
                  <a:pt x="686" y="760"/>
                  <a:pt x="685" y="761"/>
                </a:cubicBezTo>
                <a:cubicBezTo>
                  <a:pt x="685" y="761"/>
                  <a:pt x="685" y="761"/>
                  <a:pt x="685" y="761"/>
                </a:cubicBezTo>
                <a:cubicBezTo>
                  <a:pt x="685" y="761"/>
                  <a:pt x="685" y="761"/>
                  <a:pt x="685" y="762"/>
                </a:cubicBezTo>
                <a:cubicBezTo>
                  <a:pt x="685" y="762"/>
                  <a:pt x="685" y="762"/>
                  <a:pt x="685" y="762"/>
                </a:cubicBezTo>
                <a:cubicBezTo>
                  <a:pt x="685" y="762"/>
                  <a:pt x="686" y="762"/>
                  <a:pt x="686" y="762"/>
                </a:cubicBezTo>
                <a:cubicBezTo>
                  <a:pt x="686" y="762"/>
                  <a:pt x="686" y="762"/>
                  <a:pt x="686" y="762"/>
                </a:cubicBezTo>
                <a:cubicBezTo>
                  <a:pt x="686" y="762"/>
                  <a:pt x="685" y="763"/>
                  <a:pt x="685" y="763"/>
                </a:cubicBezTo>
                <a:cubicBezTo>
                  <a:pt x="685" y="763"/>
                  <a:pt x="685" y="763"/>
                  <a:pt x="685" y="763"/>
                </a:cubicBezTo>
                <a:cubicBezTo>
                  <a:pt x="685" y="763"/>
                  <a:pt x="685" y="763"/>
                  <a:pt x="685" y="763"/>
                </a:cubicBezTo>
                <a:cubicBezTo>
                  <a:pt x="685" y="763"/>
                  <a:pt x="686" y="763"/>
                  <a:pt x="686" y="763"/>
                </a:cubicBezTo>
                <a:cubicBezTo>
                  <a:pt x="686" y="763"/>
                  <a:pt x="686" y="763"/>
                  <a:pt x="686" y="764"/>
                </a:cubicBezTo>
                <a:cubicBezTo>
                  <a:pt x="686" y="764"/>
                  <a:pt x="686" y="764"/>
                  <a:pt x="686" y="764"/>
                </a:cubicBezTo>
                <a:cubicBezTo>
                  <a:pt x="686" y="764"/>
                  <a:pt x="687" y="764"/>
                  <a:pt x="687" y="763"/>
                </a:cubicBezTo>
                <a:cubicBezTo>
                  <a:pt x="687" y="763"/>
                  <a:pt x="687" y="763"/>
                  <a:pt x="687" y="763"/>
                </a:cubicBezTo>
                <a:cubicBezTo>
                  <a:pt x="687" y="763"/>
                  <a:pt x="687" y="763"/>
                  <a:pt x="687" y="762"/>
                </a:cubicBezTo>
                <a:cubicBezTo>
                  <a:pt x="687" y="762"/>
                  <a:pt x="687" y="762"/>
                  <a:pt x="687" y="762"/>
                </a:cubicBezTo>
                <a:cubicBezTo>
                  <a:pt x="687" y="762"/>
                  <a:pt x="687" y="762"/>
                  <a:pt x="687" y="762"/>
                </a:cubicBezTo>
                <a:cubicBezTo>
                  <a:pt x="687" y="762"/>
                  <a:pt x="687" y="762"/>
                  <a:pt x="688" y="762"/>
                </a:cubicBezTo>
                <a:cubicBezTo>
                  <a:pt x="688" y="762"/>
                  <a:pt x="688" y="763"/>
                  <a:pt x="688" y="763"/>
                </a:cubicBezTo>
                <a:cubicBezTo>
                  <a:pt x="688" y="763"/>
                  <a:pt x="687" y="763"/>
                  <a:pt x="687" y="763"/>
                </a:cubicBezTo>
                <a:cubicBezTo>
                  <a:pt x="687" y="764"/>
                  <a:pt x="688" y="764"/>
                  <a:pt x="688" y="764"/>
                </a:cubicBezTo>
                <a:cubicBezTo>
                  <a:pt x="688" y="764"/>
                  <a:pt x="688" y="765"/>
                  <a:pt x="688" y="765"/>
                </a:cubicBezTo>
                <a:cubicBezTo>
                  <a:pt x="688" y="765"/>
                  <a:pt x="688" y="765"/>
                  <a:pt x="688" y="765"/>
                </a:cubicBezTo>
                <a:cubicBezTo>
                  <a:pt x="688" y="766"/>
                  <a:pt x="688" y="766"/>
                  <a:pt x="688" y="766"/>
                </a:cubicBezTo>
                <a:cubicBezTo>
                  <a:pt x="688" y="766"/>
                  <a:pt x="687" y="767"/>
                  <a:pt x="688" y="768"/>
                </a:cubicBezTo>
                <a:cubicBezTo>
                  <a:pt x="688" y="768"/>
                  <a:pt x="689" y="768"/>
                  <a:pt x="689" y="769"/>
                </a:cubicBezTo>
                <a:cubicBezTo>
                  <a:pt x="689" y="769"/>
                  <a:pt x="690" y="769"/>
                  <a:pt x="689" y="769"/>
                </a:cubicBezTo>
                <a:cubicBezTo>
                  <a:pt x="689" y="769"/>
                  <a:pt x="689" y="769"/>
                  <a:pt x="689" y="769"/>
                </a:cubicBezTo>
                <a:cubicBezTo>
                  <a:pt x="690" y="769"/>
                  <a:pt x="690" y="770"/>
                  <a:pt x="691" y="770"/>
                </a:cubicBezTo>
                <a:cubicBezTo>
                  <a:pt x="691" y="770"/>
                  <a:pt x="691" y="770"/>
                  <a:pt x="690" y="770"/>
                </a:cubicBezTo>
                <a:cubicBezTo>
                  <a:pt x="691" y="770"/>
                  <a:pt x="691" y="771"/>
                  <a:pt x="691" y="771"/>
                </a:cubicBezTo>
                <a:cubicBezTo>
                  <a:pt x="691" y="771"/>
                  <a:pt x="692" y="771"/>
                  <a:pt x="692" y="772"/>
                </a:cubicBezTo>
                <a:cubicBezTo>
                  <a:pt x="692" y="772"/>
                  <a:pt x="692" y="772"/>
                  <a:pt x="691" y="773"/>
                </a:cubicBezTo>
                <a:cubicBezTo>
                  <a:pt x="691" y="773"/>
                  <a:pt x="691" y="773"/>
                  <a:pt x="690" y="773"/>
                </a:cubicBezTo>
                <a:cubicBezTo>
                  <a:pt x="690" y="773"/>
                  <a:pt x="690" y="773"/>
                  <a:pt x="689" y="773"/>
                </a:cubicBezTo>
                <a:cubicBezTo>
                  <a:pt x="689" y="773"/>
                  <a:pt x="689" y="773"/>
                  <a:pt x="689" y="773"/>
                </a:cubicBezTo>
                <a:cubicBezTo>
                  <a:pt x="689" y="773"/>
                  <a:pt x="689" y="773"/>
                  <a:pt x="689" y="773"/>
                </a:cubicBezTo>
                <a:cubicBezTo>
                  <a:pt x="690" y="774"/>
                  <a:pt x="691" y="773"/>
                  <a:pt x="691" y="774"/>
                </a:cubicBezTo>
                <a:cubicBezTo>
                  <a:pt x="692" y="774"/>
                  <a:pt x="692" y="775"/>
                  <a:pt x="692" y="775"/>
                </a:cubicBezTo>
                <a:cubicBezTo>
                  <a:pt x="691" y="775"/>
                  <a:pt x="691" y="775"/>
                  <a:pt x="691" y="776"/>
                </a:cubicBezTo>
                <a:cubicBezTo>
                  <a:pt x="691" y="776"/>
                  <a:pt x="692" y="776"/>
                  <a:pt x="692" y="776"/>
                </a:cubicBezTo>
                <a:cubicBezTo>
                  <a:pt x="692" y="775"/>
                  <a:pt x="693" y="775"/>
                  <a:pt x="693" y="774"/>
                </a:cubicBezTo>
                <a:cubicBezTo>
                  <a:pt x="693" y="774"/>
                  <a:pt x="694" y="775"/>
                  <a:pt x="694" y="775"/>
                </a:cubicBezTo>
                <a:cubicBezTo>
                  <a:pt x="694" y="775"/>
                  <a:pt x="694" y="775"/>
                  <a:pt x="694" y="776"/>
                </a:cubicBezTo>
                <a:cubicBezTo>
                  <a:pt x="694" y="776"/>
                  <a:pt x="694" y="776"/>
                  <a:pt x="694" y="776"/>
                </a:cubicBezTo>
                <a:cubicBezTo>
                  <a:pt x="694" y="776"/>
                  <a:pt x="694" y="776"/>
                  <a:pt x="694" y="776"/>
                </a:cubicBezTo>
                <a:cubicBezTo>
                  <a:pt x="694" y="776"/>
                  <a:pt x="695" y="776"/>
                  <a:pt x="695" y="776"/>
                </a:cubicBezTo>
                <a:cubicBezTo>
                  <a:pt x="695" y="776"/>
                  <a:pt x="695" y="777"/>
                  <a:pt x="695" y="777"/>
                </a:cubicBezTo>
                <a:cubicBezTo>
                  <a:pt x="695" y="777"/>
                  <a:pt x="695" y="777"/>
                  <a:pt x="695" y="777"/>
                </a:cubicBezTo>
                <a:cubicBezTo>
                  <a:pt x="695" y="777"/>
                  <a:pt x="695" y="777"/>
                  <a:pt x="695" y="777"/>
                </a:cubicBezTo>
                <a:cubicBezTo>
                  <a:pt x="695" y="778"/>
                  <a:pt x="694" y="778"/>
                  <a:pt x="694" y="779"/>
                </a:cubicBezTo>
                <a:cubicBezTo>
                  <a:pt x="694" y="779"/>
                  <a:pt x="693" y="779"/>
                  <a:pt x="693" y="779"/>
                </a:cubicBezTo>
                <a:cubicBezTo>
                  <a:pt x="692" y="779"/>
                  <a:pt x="692" y="779"/>
                  <a:pt x="691" y="779"/>
                </a:cubicBezTo>
                <a:cubicBezTo>
                  <a:pt x="690" y="779"/>
                  <a:pt x="690" y="780"/>
                  <a:pt x="690" y="781"/>
                </a:cubicBezTo>
                <a:cubicBezTo>
                  <a:pt x="690" y="781"/>
                  <a:pt x="690" y="781"/>
                  <a:pt x="690" y="781"/>
                </a:cubicBezTo>
                <a:cubicBezTo>
                  <a:pt x="690" y="781"/>
                  <a:pt x="691" y="781"/>
                  <a:pt x="691" y="781"/>
                </a:cubicBezTo>
                <a:cubicBezTo>
                  <a:pt x="691" y="781"/>
                  <a:pt x="691" y="780"/>
                  <a:pt x="691" y="780"/>
                </a:cubicBezTo>
                <a:cubicBezTo>
                  <a:pt x="691" y="780"/>
                  <a:pt x="692" y="780"/>
                  <a:pt x="692" y="780"/>
                </a:cubicBezTo>
                <a:cubicBezTo>
                  <a:pt x="692" y="780"/>
                  <a:pt x="692" y="780"/>
                  <a:pt x="692" y="780"/>
                </a:cubicBezTo>
                <a:cubicBezTo>
                  <a:pt x="692" y="780"/>
                  <a:pt x="693" y="780"/>
                  <a:pt x="693" y="780"/>
                </a:cubicBezTo>
                <a:cubicBezTo>
                  <a:pt x="693" y="780"/>
                  <a:pt x="694" y="780"/>
                  <a:pt x="694" y="779"/>
                </a:cubicBezTo>
                <a:cubicBezTo>
                  <a:pt x="694" y="779"/>
                  <a:pt x="695" y="779"/>
                  <a:pt x="695" y="779"/>
                </a:cubicBezTo>
                <a:cubicBezTo>
                  <a:pt x="695" y="779"/>
                  <a:pt x="695" y="779"/>
                  <a:pt x="696" y="779"/>
                </a:cubicBezTo>
                <a:cubicBezTo>
                  <a:pt x="696" y="779"/>
                  <a:pt x="696" y="779"/>
                  <a:pt x="696" y="779"/>
                </a:cubicBezTo>
                <a:cubicBezTo>
                  <a:pt x="696" y="780"/>
                  <a:pt x="697" y="779"/>
                  <a:pt x="697" y="780"/>
                </a:cubicBezTo>
                <a:cubicBezTo>
                  <a:pt x="697" y="780"/>
                  <a:pt x="697" y="780"/>
                  <a:pt x="696" y="780"/>
                </a:cubicBezTo>
                <a:cubicBezTo>
                  <a:pt x="696" y="780"/>
                  <a:pt x="696" y="781"/>
                  <a:pt x="696" y="781"/>
                </a:cubicBezTo>
                <a:cubicBezTo>
                  <a:pt x="696" y="781"/>
                  <a:pt x="696" y="781"/>
                  <a:pt x="696" y="781"/>
                </a:cubicBezTo>
                <a:cubicBezTo>
                  <a:pt x="697" y="781"/>
                  <a:pt x="697" y="781"/>
                  <a:pt x="697" y="781"/>
                </a:cubicBezTo>
                <a:cubicBezTo>
                  <a:pt x="697" y="781"/>
                  <a:pt x="697" y="781"/>
                  <a:pt x="697" y="781"/>
                </a:cubicBezTo>
                <a:cubicBezTo>
                  <a:pt x="697" y="781"/>
                  <a:pt x="697" y="782"/>
                  <a:pt x="697" y="782"/>
                </a:cubicBezTo>
                <a:cubicBezTo>
                  <a:pt x="696" y="782"/>
                  <a:pt x="696" y="782"/>
                  <a:pt x="696" y="782"/>
                </a:cubicBezTo>
                <a:cubicBezTo>
                  <a:pt x="696" y="783"/>
                  <a:pt x="696" y="783"/>
                  <a:pt x="696" y="783"/>
                </a:cubicBezTo>
                <a:cubicBezTo>
                  <a:pt x="697" y="783"/>
                  <a:pt x="697" y="783"/>
                  <a:pt x="698" y="783"/>
                </a:cubicBezTo>
                <a:cubicBezTo>
                  <a:pt x="698" y="783"/>
                  <a:pt x="698" y="783"/>
                  <a:pt x="699" y="783"/>
                </a:cubicBezTo>
                <a:cubicBezTo>
                  <a:pt x="699" y="783"/>
                  <a:pt x="699" y="783"/>
                  <a:pt x="699" y="783"/>
                </a:cubicBezTo>
                <a:cubicBezTo>
                  <a:pt x="699" y="783"/>
                  <a:pt x="699" y="783"/>
                  <a:pt x="699" y="784"/>
                </a:cubicBezTo>
                <a:cubicBezTo>
                  <a:pt x="699" y="784"/>
                  <a:pt x="699" y="784"/>
                  <a:pt x="699" y="784"/>
                </a:cubicBezTo>
                <a:cubicBezTo>
                  <a:pt x="699" y="785"/>
                  <a:pt x="699" y="785"/>
                  <a:pt x="698" y="785"/>
                </a:cubicBezTo>
                <a:cubicBezTo>
                  <a:pt x="698" y="785"/>
                  <a:pt x="698" y="785"/>
                  <a:pt x="698" y="785"/>
                </a:cubicBezTo>
                <a:cubicBezTo>
                  <a:pt x="698" y="785"/>
                  <a:pt x="698" y="785"/>
                  <a:pt x="698" y="786"/>
                </a:cubicBezTo>
                <a:cubicBezTo>
                  <a:pt x="698" y="786"/>
                  <a:pt x="698" y="785"/>
                  <a:pt x="698" y="785"/>
                </a:cubicBezTo>
                <a:cubicBezTo>
                  <a:pt x="699" y="785"/>
                  <a:pt x="699" y="785"/>
                  <a:pt x="699" y="785"/>
                </a:cubicBezTo>
                <a:cubicBezTo>
                  <a:pt x="699" y="785"/>
                  <a:pt x="699" y="786"/>
                  <a:pt x="699" y="786"/>
                </a:cubicBezTo>
                <a:cubicBezTo>
                  <a:pt x="699" y="786"/>
                  <a:pt x="699" y="786"/>
                  <a:pt x="699" y="787"/>
                </a:cubicBezTo>
                <a:cubicBezTo>
                  <a:pt x="699" y="787"/>
                  <a:pt x="699" y="787"/>
                  <a:pt x="699" y="787"/>
                </a:cubicBezTo>
                <a:cubicBezTo>
                  <a:pt x="699" y="788"/>
                  <a:pt x="698" y="788"/>
                  <a:pt x="698" y="788"/>
                </a:cubicBezTo>
                <a:cubicBezTo>
                  <a:pt x="698" y="788"/>
                  <a:pt x="697" y="788"/>
                  <a:pt x="696" y="789"/>
                </a:cubicBezTo>
                <a:cubicBezTo>
                  <a:pt x="696" y="789"/>
                  <a:pt x="695" y="789"/>
                  <a:pt x="694" y="789"/>
                </a:cubicBezTo>
                <a:cubicBezTo>
                  <a:pt x="694" y="789"/>
                  <a:pt x="694" y="789"/>
                  <a:pt x="695" y="789"/>
                </a:cubicBezTo>
                <a:cubicBezTo>
                  <a:pt x="695" y="789"/>
                  <a:pt x="695" y="789"/>
                  <a:pt x="695" y="789"/>
                </a:cubicBezTo>
                <a:cubicBezTo>
                  <a:pt x="695" y="790"/>
                  <a:pt x="695" y="790"/>
                  <a:pt x="695" y="790"/>
                </a:cubicBezTo>
                <a:cubicBezTo>
                  <a:pt x="694" y="790"/>
                  <a:pt x="694" y="791"/>
                  <a:pt x="693" y="791"/>
                </a:cubicBezTo>
                <a:cubicBezTo>
                  <a:pt x="693" y="791"/>
                  <a:pt x="693" y="792"/>
                  <a:pt x="693" y="792"/>
                </a:cubicBezTo>
                <a:cubicBezTo>
                  <a:pt x="694" y="792"/>
                  <a:pt x="694" y="792"/>
                  <a:pt x="694" y="792"/>
                </a:cubicBezTo>
                <a:cubicBezTo>
                  <a:pt x="695" y="791"/>
                  <a:pt x="695" y="791"/>
                  <a:pt x="696" y="790"/>
                </a:cubicBezTo>
                <a:cubicBezTo>
                  <a:pt x="696" y="790"/>
                  <a:pt x="696" y="790"/>
                  <a:pt x="696" y="790"/>
                </a:cubicBezTo>
                <a:cubicBezTo>
                  <a:pt x="697" y="789"/>
                  <a:pt x="697" y="789"/>
                  <a:pt x="698" y="790"/>
                </a:cubicBezTo>
                <a:cubicBezTo>
                  <a:pt x="698" y="790"/>
                  <a:pt x="698" y="790"/>
                  <a:pt x="697" y="790"/>
                </a:cubicBezTo>
                <a:cubicBezTo>
                  <a:pt x="697" y="791"/>
                  <a:pt x="697" y="791"/>
                  <a:pt x="697" y="791"/>
                </a:cubicBezTo>
                <a:cubicBezTo>
                  <a:pt x="697" y="791"/>
                  <a:pt x="698" y="791"/>
                  <a:pt x="698" y="791"/>
                </a:cubicBezTo>
                <a:cubicBezTo>
                  <a:pt x="698" y="790"/>
                  <a:pt x="698" y="790"/>
                  <a:pt x="699" y="790"/>
                </a:cubicBezTo>
                <a:cubicBezTo>
                  <a:pt x="699" y="790"/>
                  <a:pt x="700" y="790"/>
                  <a:pt x="700" y="790"/>
                </a:cubicBezTo>
                <a:cubicBezTo>
                  <a:pt x="701" y="790"/>
                  <a:pt x="701" y="789"/>
                  <a:pt x="701" y="789"/>
                </a:cubicBezTo>
                <a:cubicBezTo>
                  <a:pt x="701" y="789"/>
                  <a:pt x="702" y="789"/>
                  <a:pt x="702" y="790"/>
                </a:cubicBezTo>
                <a:cubicBezTo>
                  <a:pt x="702" y="790"/>
                  <a:pt x="702" y="790"/>
                  <a:pt x="702" y="790"/>
                </a:cubicBezTo>
                <a:cubicBezTo>
                  <a:pt x="702" y="791"/>
                  <a:pt x="702" y="791"/>
                  <a:pt x="702" y="791"/>
                </a:cubicBezTo>
                <a:cubicBezTo>
                  <a:pt x="701" y="791"/>
                  <a:pt x="702" y="791"/>
                  <a:pt x="702" y="792"/>
                </a:cubicBezTo>
                <a:cubicBezTo>
                  <a:pt x="702" y="792"/>
                  <a:pt x="702" y="792"/>
                  <a:pt x="702" y="793"/>
                </a:cubicBezTo>
                <a:cubicBezTo>
                  <a:pt x="701" y="793"/>
                  <a:pt x="701" y="793"/>
                  <a:pt x="701" y="793"/>
                </a:cubicBezTo>
                <a:cubicBezTo>
                  <a:pt x="701" y="793"/>
                  <a:pt x="701" y="793"/>
                  <a:pt x="701" y="793"/>
                </a:cubicBezTo>
                <a:cubicBezTo>
                  <a:pt x="702" y="793"/>
                  <a:pt x="702" y="793"/>
                  <a:pt x="702" y="793"/>
                </a:cubicBezTo>
                <a:cubicBezTo>
                  <a:pt x="702" y="793"/>
                  <a:pt x="702" y="794"/>
                  <a:pt x="702" y="794"/>
                </a:cubicBezTo>
                <a:cubicBezTo>
                  <a:pt x="702" y="794"/>
                  <a:pt x="702" y="794"/>
                  <a:pt x="702" y="794"/>
                </a:cubicBezTo>
                <a:cubicBezTo>
                  <a:pt x="702" y="795"/>
                  <a:pt x="702" y="795"/>
                  <a:pt x="702" y="795"/>
                </a:cubicBezTo>
                <a:cubicBezTo>
                  <a:pt x="701" y="795"/>
                  <a:pt x="701" y="795"/>
                  <a:pt x="701" y="795"/>
                </a:cubicBezTo>
                <a:cubicBezTo>
                  <a:pt x="700" y="795"/>
                  <a:pt x="700" y="795"/>
                  <a:pt x="699" y="795"/>
                </a:cubicBezTo>
                <a:cubicBezTo>
                  <a:pt x="698" y="795"/>
                  <a:pt x="698" y="796"/>
                  <a:pt x="697" y="796"/>
                </a:cubicBezTo>
                <a:cubicBezTo>
                  <a:pt x="697" y="797"/>
                  <a:pt x="696" y="798"/>
                  <a:pt x="695" y="798"/>
                </a:cubicBezTo>
                <a:cubicBezTo>
                  <a:pt x="695" y="798"/>
                  <a:pt x="695" y="798"/>
                  <a:pt x="695" y="798"/>
                </a:cubicBezTo>
                <a:cubicBezTo>
                  <a:pt x="695" y="798"/>
                  <a:pt x="695" y="798"/>
                  <a:pt x="695" y="798"/>
                </a:cubicBezTo>
                <a:cubicBezTo>
                  <a:pt x="695" y="798"/>
                  <a:pt x="696" y="798"/>
                  <a:pt x="696" y="798"/>
                </a:cubicBezTo>
                <a:cubicBezTo>
                  <a:pt x="696" y="798"/>
                  <a:pt x="697" y="798"/>
                  <a:pt x="697" y="798"/>
                </a:cubicBezTo>
                <a:cubicBezTo>
                  <a:pt x="697" y="797"/>
                  <a:pt x="698" y="797"/>
                  <a:pt x="698" y="796"/>
                </a:cubicBezTo>
                <a:cubicBezTo>
                  <a:pt x="698" y="796"/>
                  <a:pt x="699" y="795"/>
                  <a:pt x="700" y="795"/>
                </a:cubicBezTo>
                <a:cubicBezTo>
                  <a:pt x="700" y="795"/>
                  <a:pt x="701" y="795"/>
                  <a:pt x="701" y="795"/>
                </a:cubicBezTo>
                <a:cubicBezTo>
                  <a:pt x="702" y="795"/>
                  <a:pt x="702" y="795"/>
                  <a:pt x="703" y="795"/>
                </a:cubicBezTo>
                <a:cubicBezTo>
                  <a:pt x="703" y="795"/>
                  <a:pt x="703" y="795"/>
                  <a:pt x="703" y="796"/>
                </a:cubicBezTo>
                <a:cubicBezTo>
                  <a:pt x="703" y="796"/>
                  <a:pt x="703" y="796"/>
                  <a:pt x="704" y="796"/>
                </a:cubicBezTo>
                <a:cubicBezTo>
                  <a:pt x="704" y="796"/>
                  <a:pt x="704" y="796"/>
                  <a:pt x="704" y="797"/>
                </a:cubicBezTo>
                <a:cubicBezTo>
                  <a:pt x="704" y="797"/>
                  <a:pt x="704" y="797"/>
                  <a:pt x="704" y="797"/>
                </a:cubicBezTo>
                <a:cubicBezTo>
                  <a:pt x="704" y="797"/>
                  <a:pt x="704" y="797"/>
                  <a:pt x="704" y="798"/>
                </a:cubicBezTo>
                <a:cubicBezTo>
                  <a:pt x="703" y="798"/>
                  <a:pt x="703" y="798"/>
                  <a:pt x="703" y="798"/>
                </a:cubicBezTo>
                <a:cubicBezTo>
                  <a:pt x="702" y="798"/>
                  <a:pt x="702" y="798"/>
                  <a:pt x="702" y="798"/>
                </a:cubicBezTo>
                <a:cubicBezTo>
                  <a:pt x="702" y="798"/>
                  <a:pt x="702" y="798"/>
                  <a:pt x="703" y="798"/>
                </a:cubicBezTo>
                <a:cubicBezTo>
                  <a:pt x="703" y="798"/>
                  <a:pt x="703" y="798"/>
                  <a:pt x="703" y="798"/>
                </a:cubicBezTo>
                <a:cubicBezTo>
                  <a:pt x="703" y="798"/>
                  <a:pt x="703" y="799"/>
                  <a:pt x="703" y="799"/>
                </a:cubicBezTo>
                <a:cubicBezTo>
                  <a:pt x="703" y="799"/>
                  <a:pt x="704" y="799"/>
                  <a:pt x="704" y="799"/>
                </a:cubicBezTo>
                <a:cubicBezTo>
                  <a:pt x="704" y="799"/>
                  <a:pt x="704" y="799"/>
                  <a:pt x="704" y="799"/>
                </a:cubicBezTo>
                <a:cubicBezTo>
                  <a:pt x="704" y="799"/>
                  <a:pt x="704" y="799"/>
                  <a:pt x="705" y="799"/>
                </a:cubicBezTo>
                <a:cubicBezTo>
                  <a:pt x="705" y="799"/>
                  <a:pt x="705" y="799"/>
                  <a:pt x="705" y="799"/>
                </a:cubicBezTo>
                <a:cubicBezTo>
                  <a:pt x="705" y="799"/>
                  <a:pt x="705" y="799"/>
                  <a:pt x="706" y="799"/>
                </a:cubicBezTo>
                <a:cubicBezTo>
                  <a:pt x="706" y="799"/>
                  <a:pt x="706" y="799"/>
                  <a:pt x="706" y="799"/>
                </a:cubicBezTo>
                <a:cubicBezTo>
                  <a:pt x="706" y="799"/>
                  <a:pt x="706" y="799"/>
                  <a:pt x="706" y="799"/>
                </a:cubicBezTo>
                <a:cubicBezTo>
                  <a:pt x="707" y="799"/>
                  <a:pt x="707" y="799"/>
                  <a:pt x="707" y="799"/>
                </a:cubicBezTo>
                <a:cubicBezTo>
                  <a:pt x="707" y="799"/>
                  <a:pt x="707" y="799"/>
                  <a:pt x="707" y="799"/>
                </a:cubicBezTo>
                <a:cubicBezTo>
                  <a:pt x="708" y="799"/>
                  <a:pt x="708" y="799"/>
                  <a:pt x="708" y="800"/>
                </a:cubicBezTo>
                <a:cubicBezTo>
                  <a:pt x="708" y="800"/>
                  <a:pt x="708" y="800"/>
                  <a:pt x="708" y="800"/>
                </a:cubicBezTo>
                <a:cubicBezTo>
                  <a:pt x="708" y="801"/>
                  <a:pt x="709" y="801"/>
                  <a:pt x="709" y="801"/>
                </a:cubicBezTo>
                <a:cubicBezTo>
                  <a:pt x="710" y="800"/>
                  <a:pt x="710" y="801"/>
                  <a:pt x="710" y="801"/>
                </a:cubicBezTo>
                <a:cubicBezTo>
                  <a:pt x="710" y="801"/>
                  <a:pt x="710" y="801"/>
                  <a:pt x="710" y="802"/>
                </a:cubicBezTo>
                <a:cubicBezTo>
                  <a:pt x="710" y="802"/>
                  <a:pt x="710" y="802"/>
                  <a:pt x="710" y="802"/>
                </a:cubicBezTo>
                <a:cubicBezTo>
                  <a:pt x="710" y="802"/>
                  <a:pt x="709" y="802"/>
                  <a:pt x="709" y="802"/>
                </a:cubicBezTo>
                <a:cubicBezTo>
                  <a:pt x="708" y="801"/>
                  <a:pt x="708" y="801"/>
                  <a:pt x="707" y="801"/>
                </a:cubicBezTo>
                <a:cubicBezTo>
                  <a:pt x="707" y="801"/>
                  <a:pt x="706" y="801"/>
                  <a:pt x="707" y="801"/>
                </a:cubicBezTo>
                <a:cubicBezTo>
                  <a:pt x="707" y="801"/>
                  <a:pt x="707" y="801"/>
                  <a:pt x="707" y="801"/>
                </a:cubicBezTo>
                <a:cubicBezTo>
                  <a:pt x="707" y="801"/>
                  <a:pt x="707" y="802"/>
                  <a:pt x="707" y="802"/>
                </a:cubicBezTo>
                <a:cubicBezTo>
                  <a:pt x="707" y="802"/>
                  <a:pt x="707" y="802"/>
                  <a:pt x="708" y="802"/>
                </a:cubicBezTo>
                <a:cubicBezTo>
                  <a:pt x="708" y="802"/>
                  <a:pt x="708" y="803"/>
                  <a:pt x="708" y="803"/>
                </a:cubicBezTo>
                <a:cubicBezTo>
                  <a:pt x="708" y="803"/>
                  <a:pt x="708" y="804"/>
                  <a:pt x="708" y="804"/>
                </a:cubicBezTo>
                <a:cubicBezTo>
                  <a:pt x="708" y="804"/>
                  <a:pt x="708" y="804"/>
                  <a:pt x="708" y="804"/>
                </a:cubicBezTo>
                <a:cubicBezTo>
                  <a:pt x="707" y="804"/>
                  <a:pt x="707" y="804"/>
                  <a:pt x="706" y="804"/>
                </a:cubicBezTo>
                <a:cubicBezTo>
                  <a:pt x="706" y="805"/>
                  <a:pt x="706" y="805"/>
                  <a:pt x="706" y="805"/>
                </a:cubicBezTo>
                <a:cubicBezTo>
                  <a:pt x="706" y="805"/>
                  <a:pt x="705" y="805"/>
                  <a:pt x="705" y="806"/>
                </a:cubicBezTo>
                <a:cubicBezTo>
                  <a:pt x="705" y="806"/>
                  <a:pt x="705" y="806"/>
                  <a:pt x="705" y="806"/>
                </a:cubicBezTo>
                <a:cubicBezTo>
                  <a:pt x="705" y="806"/>
                  <a:pt x="705" y="806"/>
                  <a:pt x="705" y="806"/>
                </a:cubicBezTo>
                <a:cubicBezTo>
                  <a:pt x="704" y="806"/>
                  <a:pt x="704" y="806"/>
                  <a:pt x="703" y="806"/>
                </a:cubicBezTo>
                <a:cubicBezTo>
                  <a:pt x="703" y="806"/>
                  <a:pt x="703" y="806"/>
                  <a:pt x="703" y="806"/>
                </a:cubicBezTo>
                <a:cubicBezTo>
                  <a:pt x="702" y="806"/>
                  <a:pt x="702" y="806"/>
                  <a:pt x="703" y="806"/>
                </a:cubicBezTo>
                <a:cubicBezTo>
                  <a:pt x="703" y="807"/>
                  <a:pt x="703" y="807"/>
                  <a:pt x="703" y="807"/>
                </a:cubicBezTo>
                <a:cubicBezTo>
                  <a:pt x="704" y="807"/>
                  <a:pt x="705" y="807"/>
                  <a:pt x="706" y="807"/>
                </a:cubicBezTo>
                <a:cubicBezTo>
                  <a:pt x="706" y="807"/>
                  <a:pt x="707" y="807"/>
                  <a:pt x="707" y="807"/>
                </a:cubicBezTo>
                <a:cubicBezTo>
                  <a:pt x="707" y="807"/>
                  <a:pt x="707" y="807"/>
                  <a:pt x="708" y="807"/>
                </a:cubicBezTo>
                <a:cubicBezTo>
                  <a:pt x="708" y="807"/>
                  <a:pt x="708" y="807"/>
                  <a:pt x="708" y="808"/>
                </a:cubicBezTo>
                <a:cubicBezTo>
                  <a:pt x="708" y="808"/>
                  <a:pt x="708" y="808"/>
                  <a:pt x="708" y="808"/>
                </a:cubicBezTo>
                <a:cubicBezTo>
                  <a:pt x="708" y="809"/>
                  <a:pt x="708" y="809"/>
                  <a:pt x="708" y="810"/>
                </a:cubicBezTo>
                <a:cubicBezTo>
                  <a:pt x="708" y="810"/>
                  <a:pt x="708" y="810"/>
                  <a:pt x="708" y="810"/>
                </a:cubicBezTo>
                <a:cubicBezTo>
                  <a:pt x="708" y="810"/>
                  <a:pt x="708" y="810"/>
                  <a:pt x="708" y="810"/>
                </a:cubicBezTo>
                <a:cubicBezTo>
                  <a:pt x="708" y="810"/>
                  <a:pt x="707" y="810"/>
                  <a:pt x="708" y="811"/>
                </a:cubicBezTo>
                <a:cubicBezTo>
                  <a:pt x="708" y="811"/>
                  <a:pt x="708" y="811"/>
                  <a:pt x="708" y="811"/>
                </a:cubicBezTo>
                <a:cubicBezTo>
                  <a:pt x="708" y="811"/>
                  <a:pt x="708" y="811"/>
                  <a:pt x="708" y="811"/>
                </a:cubicBezTo>
                <a:cubicBezTo>
                  <a:pt x="709" y="811"/>
                  <a:pt x="709" y="812"/>
                  <a:pt x="709" y="812"/>
                </a:cubicBezTo>
                <a:cubicBezTo>
                  <a:pt x="710" y="812"/>
                  <a:pt x="711" y="812"/>
                  <a:pt x="712" y="812"/>
                </a:cubicBezTo>
                <a:cubicBezTo>
                  <a:pt x="712" y="812"/>
                  <a:pt x="713" y="812"/>
                  <a:pt x="713" y="812"/>
                </a:cubicBezTo>
                <a:cubicBezTo>
                  <a:pt x="713" y="812"/>
                  <a:pt x="713" y="812"/>
                  <a:pt x="713" y="812"/>
                </a:cubicBezTo>
                <a:cubicBezTo>
                  <a:pt x="713" y="813"/>
                  <a:pt x="713" y="813"/>
                  <a:pt x="713" y="814"/>
                </a:cubicBezTo>
                <a:cubicBezTo>
                  <a:pt x="713" y="814"/>
                  <a:pt x="713" y="814"/>
                  <a:pt x="713" y="814"/>
                </a:cubicBezTo>
                <a:cubicBezTo>
                  <a:pt x="713" y="814"/>
                  <a:pt x="713" y="814"/>
                  <a:pt x="713" y="814"/>
                </a:cubicBezTo>
                <a:cubicBezTo>
                  <a:pt x="712" y="815"/>
                  <a:pt x="712" y="815"/>
                  <a:pt x="712" y="815"/>
                </a:cubicBezTo>
                <a:cubicBezTo>
                  <a:pt x="712" y="815"/>
                  <a:pt x="711" y="815"/>
                  <a:pt x="711" y="815"/>
                </a:cubicBezTo>
                <a:cubicBezTo>
                  <a:pt x="711" y="815"/>
                  <a:pt x="711" y="815"/>
                  <a:pt x="711" y="815"/>
                </a:cubicBezTo>
                <a:cubicBezTo>
                  <a:pt x="711" y="815"/>
                  <a:pt x="712" y="815"/>
                  <a:pt x="712" y="815"/>
                </a:cubicBezTo>
                <a:cubicBezTo>
                  <a:pt x="713" y="815"/>
                  <a:pt x="713" y="816"/>
                  <a:pt x="713" y="817"/>
                </a:cubicBezTo>
                <a:cubicBezTo>
                  <a:pt x="712" y="817"/>
                  <a:pt x="712" y="817"/>
                  <a:pt x="712" y="817"/>
                </a:cubicBezTo>
                <a:cubicBezTo>
                  <a:pt x="712" y="817"/>
                  <a:pt x="713" y="818"/>
                  <a:pt x="713" y="818"/>
                </a:cubicBezTo>
                <a:cubicBezTo>
                  <a:pt x="713" y="818"/>
                  <a:pt x="713" y="817"/>
                  <a:pt x="713" y="818"/>
                </a:cubicBezTo>
                <a:cubicBezTo>
                  <a:pt x="713" y="818"/>
                  <a:pt x="713" y="819"/>
                  <a:pt x="713" y="820"/>
                </a:cubicBezTo>
                <a:cubicBezTo>
                  <a:pt x="713" y="820"/>
                  <a:pt x="713" y="820"/>
                  <a:pt x="713" y="820"/>
                </a:cubicBezTo>
                <a:cubicBezTo>
                  <a:pt x="713" y="820"/>
                  <a:pt x="712" y="820"/>
                  <a:pt x="712" y="820"/>
                </a:cubicBezTo>
                <a:cubicBezTo>
                  <a:pt x="712" y="820"/>
                  <a:pt x="712" y="819"/>
                  <a:pt x="711" y="819"/>
                </a:cubicBezTo>
                <a:cubicBezTo>
                  <a:pt x="711" y="819"/>
                  <a:pt x="711" y="819"/>
                  <a:pt x="710" y="819"/>
                </a:cubicBezTo>
                <a:cubicBezTo>
                  <a:pt x="710" y="819"/>
                  <a:pt x="710" y="819"/>
                  <a:pt x="710" y="818"/>
                </a:cubicBezTo>
                <a:cubicBezTo>
                  <a:pt x="710" y="818"/>
                  <a:pt x="711" y="818"/>
                  <a:pt x="711" y="818"/>
                </a:cubicBezTo>
                <a:cubicBezTo>
                  <a:pt x="711" y="817"/>
                  <a:pt x="711" y="817"/>
                  <a:pt x="710" y="817"/>
                </a:cubicBezTo>
                <a:cubicBezTo>
                  <a:pt x="710" y="817"/>
                  <a:pt x="710" y="818"/>
                  <a:pt x="710" y="818"/>
                </a:cubicBezTo>
                <a:cubicBezTo>
                  <a:pt x="709" y="818"/>
                  <a:pt x="709" y="817"/>
                  <a:pt x="709" y="817"/>
                </a:cubicBezTo>
                <a:cubicBezTo>
                  <a:pt x="709" y="817"/>
                  <a:pt x="708" y="817"/>
                  <a:pt x="708" y="818"/>
                </a:cubicBezTo>
                <a:cubicBezTo>
                  <a:pt x="708" y="818"/>
                  <a:pt x="708" y="818"/>
                  <a:pt x="708" y="818"/>
                </a:cubicBezTo>
                <a:cubicBezTo>
                  <a:pt x="708" y="818"/>
                  <a:pt x="708" y="818"/>
                  <a:pt x="708" y="818"/>
                </a:cubicBezTo>
                <a:cubicBezTo>
                  <a:pt x="708" y="818"/>
                  <a:pt x="708" y="818"/>
                  <a:pt x="708" y="818"/>
                </a:cubicBezTo>
                <a:cubicBezTo>
                  <a:pt x="709" y="818"/>
                  <a:pt x="710" y="818"/>
                  <a:pt x="710" y="819"/>
                </a:cubicBezTo>
                <a:cubicBezTo>
                  <a:pt x="709" y="819"/>
                  <a:pt x="709" y="819"/>
                  <a:pt x="709" y="819"/>
                </a:cubicBezTo>
                <a:cubicBezTo>
                  <a:pt x="710" y="820"/>
                  <a:pt x="710" y="820"/>
                  <a:pt x="710" y="820"/>
                </a:cubicBezTo>
                <a:cubicBezTo>
                  <a:pt x="710" y="820"/>
                  <a:pt x="709" y="820"/>
                  <a:pt x="709" y="820"/>
                </a:cubicBezTo>
                <a:cubicBezTo>
                  <a:pt x="709" y="820"/>
                  <a:pt x="708" y="820"/>
                  <a:pt x="708" y="820"/>
                </a:cubicBezTo>
                <a:cubicBezTo>
                  <a:pt x="708" y="820"/>
                  <a:pt x="708" y="820"/>
                  <a:pt x="708" y="819"/>
                </a:cubicBezTo>
                <a:cubicBezTo>
                  <a:pt x="708" y="819"/>
                  <a:pt x="708" y="819"/>
                  <a:pt x="708" y="819"/>
                </a:cubicBezTo>
                <a:cubicBezTo>
                  <a:pt x="708" y="819"/>
                  <a:pt x="708" y="819"/>
                  <a:pt x="707" y="819"/>
                </a:cubicBezTo>
                <a:cubicBezTo>
                  <a:pt x="707" y="819"/>
                  <a:pt x="706" y="819"/>
                  <a:pt x="706" y="819"/>
                </a:cubicBezTo>
                <a:cubicBezTo>
                  <a:pt x="705" y="819"/>
                  <a:pt x="706" y="819"/>
                  <a:pt x="706" y="820"/>
                </a:cubicBezTo>
                <a:cubicBezTo>
                  <a:pt x="706" y="820"/>
                  <a:pt x="706" y="820"/>
                  <a:pt x="706" y="820"/>
                </a:cubicBezTo>
                <a:cubicBezTo>
                  <a:pt x="707" y="820"/>
                  <a:pt x="707" y="820"/>
                  <a:pt x="707" y="820"/>
                </a:cubicBezTo>
                <a:cubicBezTo>
                  <a:pt x="707" y="820"/>
                  <a:pt x="706" y="820"/>
                  <a:pt x="706" y="821"/>
                </a:cubicBezTo>
                <a:cubicBezTo>
                  <a:pt x="707" y="821"/>
                  <a:pt x="707" y="821"/>
                  <a:pt x="708" y="821"/>
                </a:cubicBezTo>
                <a:cubicBezTo>
                  <a:pt x="708" y="821"/>
                  <a:pt x="708" y="821"/>
                  <a:pt x="708" y="821"/>
                </a:cubicBezTo>
                <a:cubicBezTo>
                  <a:pt x="709" y="822"/>
                  <a:pt x="710" y="821"/>
                  <a:pt x="710" y="821"/>
                </a:cubicBezTo>
                <a:cubicBezTo>
                  <a:pt x="711" y="822"/>
                  <a:pt x="711" y="822"/>
                  <a:pt x="710" y="822"/>
                </a:cubicBezTo>
                <a:cubicBezTo>
                  <a:pt x="710" y="822"/>
                  <a:pt x="710" y="822"/>
                  <a:pt x="709" y="822"/>
                </a:cubicBezTo>
                <a:cubicBezTo>
                  <a:pt x="709" y="822"/>
                  <a:pt x="708" y="822"/>
                  <a:pt x="708" y="822"/>
                </a:cubicBezTo>
                <a:cubicBezTo>
                  <a:pt x="707" y="822"/>
                  <a:pt x="707" y="822"/>
                  <a:pt x="707" y="823"/>
                </a:cubicBezTo>
                <a:cubicBezTo>
                  <a:pt x="707" y="823"/>
                  <a:pt x="707" y="823"/>
                  <a:pt x="707" y="823"/>
                </a:cubicBezTo>
                <a:cubicBezTo>
                  <a:pt x="707" y="823"/>
                  <a:pt x="707" y="823"/>
                  <a:pt x="707" y="823"/>
                </a:cubicBezTo>
                <a:cubicBezTo>
                  <a:pt x="707" y="823"/>
                  <a:pt x="707" y="823"/>
                  <a:pt x="707" y="823"/>
                </a:cubicBezTo>
                <a:cubicBezTo>
                  <a:pt x="707" y="823"/>
                  <a:pt x="707" y="823"/>
                  <a:pt x="707" y="823"/>
                </a:cubicBezTo>
                <a:cubicBezTo>
                  <a:pt x="707" y="823"/>
                  <a:pt x="707" y="824"/>
                  <a:pt x="707" y="824"/>
                </a:cubicBezTo>
                <a:cubicBezTo>
                  <a:pt x="708" y="824"/>
                  <a:pt x="708" y="824"/>
                  <a:pt x="709" y="824"/>
                </a:cubicBezTo>
                <a:cubicBezTo>
                  <a:pt x="709" y="824"/>
                  <a:pt x="709" y="824"/>
                  <a:pt x="709" y="824"/>
                </a:cubicBezTo>
                <a:cubicBezTo>
                  <a:pt x="709" y="825"/>
                  <a:pt x="709" y="825"/>
                  <a:pt x="709" y="825"/>
                </a:cubicBezTo>
                <a:cubicBezTo>
                  <a:pt x="710" y="825"/>
                  <a:pt x="710" y="825"/>
                  <a:pt x="710" y="825"/>
                </a:cubicBezTo>
                <a:cubicBezTo>
                  <a:pt x="711" y="825"/>
                  <a:pt x="711" y="826"/>
                  <a:pt x="711" y="826"/>
                </a:cubicBezTo>
                <a:cubicBezTo>
                  <a:pt x="711" y="826"/>
                  <a:pt x="711" y="826"/>
                  <a:pt x="710" y="826"/>
                </a:cubicBezTo>
                <a:cubicBezTo>
                  <a:pt x="710" y="826"/>
                  <a:pt x="709" y="826"/>
                  <a:pt x="708" y="826"/>
                </a:cubicBezTo>
                <a:cubicBezTo>
                  <a:pt x="708" y="825"/>
                  <a:pt x="707" y="825"/>
                  <a:pt x="707" y="825"/>
                </a:cubicBezTo>
                <a:cubicBezTo>
                  <a:pt x="707" y="826"/>
                  <a:pt x="707" y="826"/>
                  <a:pt x="707" y="826"/>
                </a:cubicBezTo>
                <a:cubicBezTo>
                  <a:pt x="707" y="826"/>
                  <a:pt x="707" y="826"/>
                  <a:pt x="707" y="826"/>
                </a:cubicBezTo>
                <a:cubicBezTo>
                  <a:pt x="708" y="827"/>
                  <a:pt x="710" y="827"/>
                  <a:pt x="711" y="827"/>
                </a:cubicBezTo>
                <a:cubicBezTo>
                  <a:pt x="712" y="827"/>
                  <a:pt x="712" y="827"/>
                  <a:pt x="713" y="827"/>
                </a:cubicBezTo>
                <a:cubicBezTo>
                  <a:pt x="713" y="828"/>
                  <a:pt x="713" y="828"/>
                  <a:pt x="713" y="828"/>
                </a:cubicBezTo>
                <a:cubicBezTo>
                  <a:pt x="713" y="828"/>
                  <a:pt x="713" y="829"/>
                  <a:pt x="713" y="829"/>
                </a:cubicBezTo>
                <a:cubicBezTo>
                  <a:pt x="713" y="829"/>
                  <a:pt x="713" y="829"/>
                  <a:pt x="714" y="829"/>
                </a:cubicBezTo>
                <a:cubicBezTo>
                  <a:pt x="714" y="830"/>
                  <a:pt x="714" y="830"/>
                  <a:pt x="713" y="830"/>
                </a:cubicBezTo>
                <a:cubicBezTo>
                  <a:pt x="713" y="830"/>
                  <a:pt x="713" y="830"/>
                  <a:pt x="713" y="830"/>
                </a:cubicBezTo>
                <a:cubicBezTo>
                  <a:pt x="712" y="830"/>
                  <a:pt x="712" y="830"/>
                  <a:pt x="711" y="830"/>
                </a:cubicBezTo>
                <a:cubicBezTo>
                  <a:pt x="711" y="830"/>
                  <a:pt x="711" y="830"/>
                  <a:pt x="711" y="830"/>
                </a:cubicBezTo>
                <a:cubicBezTo>
                  <a:pt x="711" y="830"/>
                  <a:pt x="712" y="830"/>
                  <a:pt x="712" y="830"/>
                </a:cubicBezTo>
                <a:cubicBezTo>
                  <a:pt x="713" y="831"/>
                  <a:pt x="713" y="831"/>
                  <a:pt x="714" y="831"/>
                </a:cubicBezTo>
                <a:cubicBezTo>
                  <a:pt x="714" y="831"/>
                  <a:pt x="715" y="831"/>
                  <a:pt x="715" y="831"/>
                </a:cubicBezTo>
                <a:cubicBezTo>
                  <a:pt x="715" y="831"/>
                  <a:pt x="716" y="831"/>
                  <a:pt x="716" y="831"/>
                </a:cubicBezTo>
                <a:cubicBezTo>
                  <a:pt x="716" y="832"/>
                  <a:pt x="715" y="832"/>
                  <a:pt x="715" y="832"/>
                </a:cubicBezTo>
                <a:cubicBezTo>
                  <a:pt x="715" y="832"/>
                  <a:pt x="715" y="832"/>
                  <a:pt x="715" y="832"/>
                </a:cubicBezTo>
                <a:cubicBezTo>
                  <a:pt x="716" y="832"/>
                  <a:pt x="716" y="833"/>
                  <a:pt x="717" y="833"/>
                </a:cubicBezTo>
                <a:cubicBezTo>
                  <a:pt x="717" y="833"/>
                  <a:pt x="718" y="832"/>
                  <a:pt x="718" y="833"/>
                </a:cubicBezTo>
                <a:cubicBezTo>
                  <a:pt x="719" y="833"/>
                  <a:pt x="719" y="833"/>
                  <a:pt x="718" y="834"/>
                </a:cubicBezTo>
                <a:cubicBezTo>
                  <a:pt x="718" y="834"/>
                  <a:pt x="718" y="834"/>
                  <a:pt x="718" y="834"/>
                </a:cubicBezTo>
                <a:cubicBezTo>
                  <a:pt x="718" y="834"/>
                  <a:pt x="718" y="835"/>
                  <a:pt x="718" y="835"/>
                </a:cubicBezTo>
                <a:cubicBezTo>
                  <a:pt x="719" y="835"/>
                  <a:pt x="719" y="835"/>
                  <a:pt x="719" y="834"/>
                </a:cubicBezTo>
                <a:cubicBezTo>
                  <a:pt x="719" y="834"/>
                  <a:pt x="719" y="834"/>
                  <a:pt x="720" y="833"/>
                </a:cubicBezTo>
                <a:cubicBezTo>
                  <a:pt x="720" y="834"/>
                  <a:pt x="720" y="835"/>
                  <a:pt x="719" y="836"/>
                </a:cubicBezTo>
                <a:cubicBezTo>
                  <a:pt x="719" y="836"/>
                  <a:pt x="720" y="836"/>
                  <a:pt x="720" y="836"/>
                </a:cubicBezTo>
                <a:cubicBezTo>
                  <a:pt x="720" y="835"/>
                  <a:pt x="720" y="834"/>
                  <a:pt x="721" y="834"/>
                </a:cubicBezTo>
                <a:cubicBezTo>
                  <a:pt x="721" y="834"/>
                  <a:pt x="721" y="834"/>
                  <a:pt x="722" y="834"/>
                </a:cubicBezTo>
                <a:cubicBezTo>
                  <a:pt x="722" y="834"/>
                  <a:pt x="722" y="834"/>
                  <a:pt x="722" y="834"/>
                </a:cubicBezTo>
                <a:cubicBezTo>
                  <a:pt x="723" y="834"/>
                  <a:pt x="723" y="834"/>
                  <a:pt x="723" y="835"/>
                </a:cubicBezTo>
                <a:cubicBezTo>
                  <a:pt x="723" y="835"/>
                  <a:pt x="722" y="835"/>
                  <a:pt x="722" y="835"/>
                </a:cubicBezTo>
                <a:cubicBezTo>
                  <a:pt x="722" y="836"/>
                  <a:pt x="722" y="836"/>
                  <a:pt x="722" y="836"/>
                </a:cubicBezTo>
                <a:cubicBezTo>
                  <a:pt x="722" y="836"/>
                  <a:pt x="721" y="836"/>
                  <a:pt x="721" y="836"/>
                </a:cubicBezTo>
                <a:cubicBezTo>
                  <a:pt x="721" y="836"/>
                  <a:pt x="722" y="837"/>
                  <a:pt x="722" y="837"/>
                </a:cubicBezTo>
                <a:cubicBezTo>
                  <a:pt x="722" y="837"/>
                  <a:pt x="722" y="837"/>
                  <a:pt x="722" y="838"/>
                </a:cubicBezTo>
                <a:cubicBezTo>
                  <a:pt x="722" y="838"/>
                  <a:pt x="722" y="838"/>
                  <a:pt x="722" y="838"/>
                </a:cubicBezTo>
                <a:cubicBezTo>
                  <a:pt x="722" y="839"/>
                  <a:pt x="723" y="839"/>
                  <a:pt x="723" y="839"/>
                </a:cubicBezTo>
                <a:cubicBezTo>
                  <a:pt x="723" y="839"/>
                  <a:pt x="723" y="839"/>
                  <a:pt x="723" y="839"/>
                </a:cubicBezTo>
                <a:cubicBezTo>
                  <a:pt x="723" y="840"/>
                  <a:pt x="723" y="840"/>
                  <a:pt x="723" y="840"/>
                </a:cubicBezTo>
                <a:cubicBezTo>
                  <a:pt x="722" y="840"/>
                  <a:pt x="722" y="841"/>
                  <a:pt x="722" y="841"/>
                </a:cubicBezTo>
                <a:cubicBezTo>
                  <a:pt x="722" y="842"/>
                  <a:pt x="721" y="842"/>
                  <a:pt x="720" y="843"/>
                </a:cubicBezTo>
                <a:cubicBezTo>
                  <a:pt x="721" y="843"/>
                  <a:pt x="721" y="844"/>
                  <a:pt x="721" y="844"/>
                </a:cubicBezTo>
                <a:cubicBezTo>
                  <a:pt x="721" y="844"/>
                  <a:pt x="721" y="844"/>
                  <a:pt x="721" y="844"/>
                </a:cubicBezTo>
                <a:cubicBezTo>
                  <a:pt x="722" y="843"/>
                  <a:pt x="723" y="843"/>
                  <a:pt x="723" y="842"/>
                </a:cubicBezTo>
                <a:cubicBezTo>
                  <a:pt x="723" y="842"/>
                  <a:pt x="724" y="842"/>
                  <a:pt x="724" y="842"/>
                </a:cubicBezTo>
                <a:cubicBezTo>
                  <a:pt x="724" y="842"/>
                  <a:pt x="724" y="843"/>
                  <a:pt x="725" y="843"/>
                </a:cubicBezTo>
                <a:cubicBezTo>
                  <a:pt x="725" y="843"/>
                  <a:pt x="725" y="843"/>
                  <a:pt x="726" y="842"/>
                </a:cubicBezTo>
                <a:cubicBezTo>
                  <a:pt x="726" y="842"/>
                  <a:pt x="726" y="842"/>
                  <a:pt x="727" y="842"/>
                </a:cubicBezTo>
                <a:cubicBezTo>
                  <a:pt x="727" y="841"/>
                  <a:pt x="727" y="841"/>
                  <a:pt x="727" y="842"/>
                </a:cubicBezTo>
                <a:cubicBezTo>
                  <a:pt x="728" y="842"/>
                  <a:pt x="728" y="842"/>
                  <a:pt x="727" y="843"/>
                </a:cubicBezTo>
                <a:cubicBezTo>
                  <a:pt x="727" y="843"/>
                  <a:pt x="727" y="843"/>
                  <a:pt x="727" y="844"/>
                </a:cubicBezTo>
                <a:cubicBezTo>
                  <a:pt x="727" y="844"/>
                  <a:pt x="728" y="844"/>
                  <a:pt x="729" y="844"/>
                </a:cubicBezTo>
                <a:cubicBezTo>
                  <a:pt x="729" y="844"/>
                  <a:pt x="729" y="844"/>
                  <a:pt x="730" y="844"/>
                </a:cubicBezTo>
                <a:cubicBezTo>
                  <a:pt x="730" y="844"/>
                  <a:pt x="730" y="844"/>
                  <a:pt x="730" y="844"/>
                </a:cubicBezTo>
                <a:cubicBezTo>
                  <a:pt x="730" y="844"/>
                  <a:pt x="730" y="845"/>
                  <a:pt x="730" y="845"/>
                </a:cubicBezTo>
                <a:cubicBezTo>
                  <a:pt x="729" y="845"/>
                  <a:pt x="729" y="846"/>
                  <a:pt x="728" y="846"/>
                </a:cubicBezTo>
                <a:cubicBezTo>
                  <a:pt x="728" y="847"/>
                  <a:pt x="727" y="847"/>
                  <a:pt x="727" y="848"/>
                </a:cubicBezTo>
                <a:cubicBezTo>
                  <a:pt x="727" y="848"/>
                  <a:pt x="728" y="848"/>
                  <a:pt x="728" y="848"/>
                </a:cubicBezTo>
                <a:cubicBezTo>
                  <a:pt x="728" y="847"/>
                  <a:pt x="729" y="847"/>
                  <a:pt x="729" y="847"/>
                </a:cubicBezTo>
                <a:cubicBezTo>
                  <a:pt x="729" y="846"/>
                  <a:pt x="730" y="846"/>
                  <a:pt x="731" y="845"/>
                </a:cubicBezTo>
                <a:cubicBezTo>
                  <a:pt x="731" y="844"/>
                  <a:pt x="732" y="844"/>
                  <a:pt x="732" y="843"/>
                </a:cubicBezTo>
                <a:cubicBezTo>
                  <a:pt x="732" y="843"/>
                  <a:pt x="732" y="842"/>
                  <a:pt x="732" y="842"/>
                </a:cubicBezTo>
                <a:cubicBezTo>
                  <a:pt x="732" y="842"/>
                  <a:pt x="732" y="842"/>
                  <a:pt x="732" y="842"/>
                </a:cubicBezTo>
                <a:cubicBezTo>
                  <a:pt x="733" y="843"/>
                  <a:pt x="733" y="843"/>
                  <a:pt x="733" y="843"/>
                </a:cubicBezTo>
                <a:cubicBezTo>
                  <a:pt x="733" y="844"/>
                  <a:pt x="733" y="844"/>
                  <a:pt x="733" y="844"/>
                </a:cubicBezTo>
                <a:cubicBezTo>
                  <a:pt x="732" y="845"/>
                  <a:pt x="731" y="845"/>
                  <a:pt x="731" y="846"/>
                </a:cubicBezTo>
                <a:cubicBezTo>
                  <a:pt x="731" y="847"/>
                  <a:pt x="732" y="846"/>
                  <a:pt x="732" y="846"/>
                </a:cubicBezTo>
                <a:cubicBezTo>
                  <a:pt x="732" y="845"/>
                  <a:pt x="732" y="845"/>
                  <a:pt x="733" y="845"/>
                </a:cubicBezTo>
                <a:cubicBezTo>
                  <a:pt x="733" y="845"/>
                  <a:pt x="733" y="845"/>
                  <a:pt x="733" y="845"/>
                </a:cubicBezTo>
                <a:cubicBezTo>
                  <a:pt x="734" y="845"/>
                  <a:pt x="734" y="844"/>
                  <a:pt x="734" y="844"/>
                </a:cubicBezTo>
                <a:cubicBezTo>
                  <a:pt x="734" y="844"/>
                  <a:pt x="734" y="844"/>
                  <a:pt x="734" y="845"/>
                </a:cubicBezTo>
                <a:cubicBezTo>
                  <a:pt x="735" y="845"/>
                  <a:pt x="735" y="845"/>
                  <a:pt x="734" y="846"/>
                </a:cubicBezTo>
                <a:cubicBezTo>
                  <a:pt x="734" y="846"/>
                  <a:pt x="734" y="846"/>
                  <a:pt x="734" y="846"/>
                </a:cubicBezTo>
                <a:cubicBezTo>
                  <a:pt x="734" y="846"/>
                  <a:pt x="734" y="846"/>
                  <a:pt x="734" y="846"/>
                </a:cubicBezTo>
                <a:cubicBezTo>
                  <a:pt x="734" y="846"/>
                  <a:pt x="734" y="847"/>
                  <a:pt x="734" y="847"/>
                </a:cubicBezTo>
                <a:cubicBezTo>
                  <a:pt x="734" y="847"/>
                  <a:pt x="734" y="847"/>
                  <a:pt x="734" y="848"/>
                </a:cubicBezTo>
                <a:cubicBezTo>
                  <a:pt x="734" y="848"/>
                  <a:pt x="735" y="848"/>
                  <a:pt x="735" y="848"/>
                </a:cubicBezTo>
                <a:cubicBezTo>
                  <a:pt x="736" y="849"/>
                  <a:pt x="738" y="849"/>
                  <a:pt x="739" y="850"/>
                </a:cubicBezTo>
                <a:cubicBezTo>
                  <a:pt x="739" y="850"/>
                  <a:pt x="739" y="850"/>
                  <a:pt x="739" y="850"/>
                </a:cubicBezTo>
                <a:cubicBezTo>
                  <a:pt x="739" y="850"/>
                  <a:pt x="739" y="850"/>
                  <a:pt x="740" y="850"/>
                </a:cubicBezTo>
                <a:cubicBezTo>
                  <a:pt x="740" y="849"/>
                  <a:pt x="740" y="849"/>
                  <a:pt x="741" y="850"/>
                </a:cubicBezTo>
                <a:cubicBezTo>
                  <a:pt x="741" y="850"/>
                  <a:pt x="741" y="849"/>
                  <a:pt x="741" y="849"/>
                </a:cubicBezTo>
                <a:cubicBezTo>
                  <a:pt x="742" y="848"/>
                  <a:pt x="742" y="848"/>
                  <a:pt x="743" y="848"/>
                </a:cubicBezTo>
                <a:cubicBezTo>
                  <a:pt x="743" y="847"/>
                  <a:pt x="743" y="847"/>
                  <a:pt x="744" y="847"/>
                </a:cubicBezTo>
                <a:cubicBezTo>
                  <a:pt x="744" y="848"/>
                  <a:pt x="744" y="848"/>
                  <a:pt x="744" y="848"/>
                </a:cubicBezTo>
                <a:cubicBezTo>
                  <a:pt x="744" y="848"/>
                  <a:pt x="744" y="848"/>
                  <a:pt x="743" y="848"/>
                </a:cubicBezTo>
                <a:cubicBezTo>
                  <a:pt x="744" y="848"/>
                  <a:pt x="744" y="849"/>
                  <a:pt x="744" y="849"/>
                </a:cubicBezTo>
                <a:cubicBezTo>
                  <a:pt x="744" y="850"/>
                  <a:pt x="743" y="850"/>
                  <a:pt x="743" y="850"/>
                </a:cubicBezTo>
                <a:cubicBezTo>
                  <a:pt x="743" y="850"/>
                  <a:pt x="742" y="850"/>
                  <a:pt x="742" y="850"/>
                </a:cubicBezTo>
                <a:cubicBezTo>
                  <a:pt x="743" y="850"/>
                  <a:pt x="744" y="850"/>
                  <a:pt x="745" y="851"/>
                </a:cubicBezTo>
                <a:cubicBezTo>
                  <a:pt x="745" y="851"/>
                  <a:pt x="745" y="851"/>
                  <a:pt x="745" y="851"/>
                </a:cubicBezTo>
                <a:cubicBezTo>
                  <a:pt x="745" y="851"/>
                  <a:pt x="745" y="851"/>
                  <a:pt x="745" y="851"/>
                </a:cubicBezTo>
                <a:cubicBezTo>
                  <a:pt x="746" y="852"/>
                  <a:pt x="746" y="852"/>
                  <a:pt x="747" y="852"/>
                </a:cubicBezTo>
                <a:cubicBezTo>
                  <a:pt x="747" y="852"/>
                  <a:pt x="748" y="851"/>
                  <a:pt x="748" y="851"/>
                </a:cubicBezTo>
                <a:cubicBezTo>
                  <a:pt x="748" y="852"/>
                  <a:pt x="749" y="853"/>
                  <a:pt x="750" y="853"/>
                </a:cubicBezTo>
                <a:cubicBezTo>
                  <a:pt x="750" y="854"/>
                  <a:pt x="749" y="854"/>
                  <a:pt x="749" y="854"/>
                </a:cubicBezTo>
                <a:cubicBezTo>
                  <a:pt x="748" y="854"/>
                  <a:pt x="747" y="855"/>
                  <a:pt x="747" y="856"/>
                </a:cubicBezTo>
                <a:cubicBezTo>
                  <a:pt x="746" y="856"/>
                  <a:pt x="746" y="856"/>
                  <a:pt x="745" y="856"/>
                </a:cubicBezTo>
                <a:cubicBezTo>
                  <a:pt x="744" y="856"/>
                  <a:pt x="742" y="856"/>
                  <a:pt x="741" y="856"/>
                </a:cubicBezTo>
                <a:cubicBezTo>
                  <a:pt x="741" y="857"/>
                  <a:pt x="741" y="857"/>
                  <a:pt x="741" y="857"/>
                </a:cubicBezTo>
                <a:cubicBezTo>
                  <a:pt x="740" y="857"/>
                  <a:pt x="740" y="857"/>
                  <a:pt x="740" y="858"/>
                </a:cubicBezTo>
                <a:cubicBezTo>
                  <a:pt x="740" y="858"/>
                  <a:pt x="738" y="858"/>
                  <a:pt x="738" y="859"/>
                </a:cubicBezTo>
                <a:cubicBezTo>
                  <a:pt x="738" y="859"/>
                  <a:pt x="739" y="859"/>
                  <a:pt x="739" y="859"/>
                </a:cubicBezTo>
                <a:cubicBezTo>
                  <a:pt x="739" y="860"/>
                  <a:pt x="739" y="860"/>
                  <a:pt x="738" y="860"/>
                </a:cubicBezTo>
                <a:cubicBezTo>
                  <a:pt x="739" y="860"/>
                  <a:pt x="739" y="860"/>
                  <a:pt x="739" y="860"/>
                </a:cubicBezTo>
                <a:cubicBezTo>
                  <a:pt x="738" y="861"/>
                  <a:pt x="736" y="861"/>
                  <a:pt x="735" y="860"/>
                </a:cubicBezTo>
                <a:cubicBezTo>
                  <a:pt x="735" y="860"/>
                  <a:pt x="735" y="860"/>
                  <a:pt x="735" y="860"/>
                </a:cubicBezTo>
                <a:cubicBezTo>
                  <a:pt x="733" y="860"/>
                  <a:pt x="731" y="860"/>
                  <a:pt x="730" y="861"/>
                </a:cubicBezTo>
                <a:cubicBezTo>
                  <a:pt x="730" y="862"/>
                  <a:pt x="731" y="862"/>
                  <a:pt x="732" y="861"/>
                </a:cubicBezTo>
                <a:cubicBezTo>
                  <a:pt x="732" y="861"/>
                  <a:pt x="733" y="861"/>
                  <a:pt x="734" y="861"/>
                </a:cubicBezTo>
                <a:cubicBezTo>
                  <a:pt x="734" y="861"/>
                  <a:pt x="734" y="861"/>
                  <a:pt x="734" y="861"/>
                </a:cubicBezTo>
                <a:cubicBezTo>
                  <a:pt x="734" y="862"/>
                  <a:pt x="734" y="862"/>
                  <a:pt x="734" y="862"/>
                </a:cubicBezTo>
                <a:cubicBezTo>
                  <a:pt x="732" y="863"/>
                  <a:pt x="730" y="864"/>
                  <a:pt x="728" y="864"/>
                </a:cubicBezTo>
                <a:cubicBezTo>
                  <a:pt x="727" y="865"/>
                  <a:pt x="726" y="865"/>
                  <a:pt x="725" y="865"/>
                </a:cubicBezTo>
                <a:cubicBezTo>
                  <a:pt x="724" y="866"/>
                  <a:pt x="724" y="867"/>
                  <a:pt x="724" y="867"/>
                </a:cubicBezTo>
                <a:cubicBezTo>
                  <a:pt x="724" y="868"/>
                  <a:pt x="724" y="869"/>
                  <a:pt x="724" y="869"/>
                </a:cubicBezTo>
                <a:cubicBezTo>
                  <a:pt x="725" y="869"/>
                  <a:pt x="725" y="869"/>
                  <a:pt x="725" y="869"/>
                </a:cubicBezTo>
                <a:cubicBezTo>
                  <a:pt x="725" y="869"/>
                  <a:pt x="725" y="870"/>
                  <a:pt x="724" y="870"/>
                </a:cubicBezTo>
                <a:cubicBezTo>
                  <a:pt x="724" y="870"/>
                  <a:pt x="723" y="870"/>
                  <a:pt x="722" y="870"/>
                </a:cubicBezTo>
                <a:cubicBezTo>
                  <a:pt x="722" y="871"/>
                  <a:pt x="722" y="871"/>
                  <a:pt x="722" y="871"/>
                </a:cubicBezTo>
                <a:cubicBezTo>
                  <a:pt x="722" y="871"/>
                  <a:pt x="722" y="871"/>
                  <a:pt x="723" y="871"/>
                </a:cubicBezTo>
                <a:cubicBezTo>
                  <a:pt x="723" y="871"/>
                  <a:pt x="723" y="871"/>
                  <a:pt x="723" y="871"/>
                </a:cubicBezTo>
                <a:cubicBezTo>
                  <a:pt x="723" y="871"/>
                  <a:pt x="724" y="871"/>
                  <a:pt x="724" y="871"/>
                </a:cubicBezTo>
                <a:cubicBezTo>
                  <a:pt x="724" y="871"/>
                  <a:pt x="725" y="871"/>
                  <a:pt x="725" y="871"/>
                </a:cubicBezTo>
                <a:cubicBezTo>
                  <a:pt x="725" y="870"/>
                  <a:pt x="726" y="870"/>
                  <a:pt x="726" y="869"/>
                </a:cubicBezTo>
                <a:cubicBezTo>
                  <a:pt x="726" y="869"/>
                  <a:pt x="726" y="869"/>
                  <a:pt x="726" y="869"/>
                </a:cubicBezTo>
                <a:cubicBezTo>
                  <a:pt x="727" y="869"/>
                  <a:pt x="727" y="869"/>
                  <a:pt x="727" y="869"/>
                </a:cubicBezTo>
                <a:cubicBezTo>
                  <a:pt x="728" y="869"/>
                  <a:pt x="729" y="869"/>
                  <a:pt x="729" y="868"/>
                </a:cubicBezTo>
                <a:cubicBezTo>
                  <a:pt x="731" y="868"/>
                  <a:pt x="732" y="866"/>
                  <a:pt x="733" y="866"/>
                </a:cubicBezTo>
                <a:cubicBezTo>
                  <a:pt x="733" y="866"/>
                  <a:pt x="733" y="866"/>
                  <a:pt x="734" y="866"/>
                </a:cubicBezTo>
                <a:cubicBezTo>
                  <a:pt x="734" y="866"/>
                  <a:pt x="734" y="866"/>
                  <a:pt x="734" y="865"/>
                </a:cubicBezTo>
                <a:cubicBezTo>
                  <a:pt x="734" y="865"/>
                  <a:pt x="734" y="865"/>
                  <a:pt x="734" y="865"/>
                </a:cubicBezTo>
                <a:cubicBezTo>
                  <a:pt x="734" y="864"/>
                  <a:pt x="735" y="864"/>
                  <a:pt x="735" y="863"/>
                </a:cubicBezTo>
                <a:cubicBezTo>
                  <a:pt x="735" y="863"/>
                  <a:pt x="736" y="863"/>
                  <a:pt x="736" y="863"/>
                </a:cubicBezTo>
                <a:cubicBezTo>
                  <a:pt x="736" y="862"/>
                  <a:pt x="737" y="862"/>
                  <a:pt x="737" y="862"/>
                </a:cubicBezTo>
                <a:cubicBezTo>
                  <a:pt x="739" y="861"/>
                  <a:pt x="740" y="861"/>
                  <a:pt x="742" y="860"/>
                </a:cubicBezTo>
                <a:cubicBezTo>
                  <a:pt x="742" y="860"/>
                  <a:pt x="742" y="860"/>
                  <a:pt x="743" y="860"/>
                </a:cubicBezTo>
                <a:cubicBezTo>
                  <a:pt x="743" y="860"/>
                  <a:pt x="744" y="861"/>
                  <a:pt x="744" y="860"/>
                </a:cubicBezTo>
                <a:cubicBezTo>
                  <a:pt x="744" y="860"/>
                  <a:pt x="743" y="859"/>
                  <a:pt x="741" y="860"/>
                </a:cubicBezTo>
                <a:cubicBezTo>
                  <a:pt x="741" y="860"/>
                  <a:pt x="740" y="860"/>
                  <a:pt x="739" y="859"/>
                </a:cubicBezTo>
                <a:cubicBezTo>
                  <a:pt x="739" y="859"/>
                  <a:pt x="740" y="858"/>
                  <a:pt x="741" y="858"/>
                </a:cubicBezTo>
                <a:cubicBezTo>
                  <a:pt x="742" y="858"/>
                  <a:pt x="743" y="858"/>
                  <a:pt x="744" y="858"/>
                </a:cubicBezTo>
                <a:cubicBezTo>
                  <a:pt x="746" y="858"/>
                  <a:pt x="747" y="859"/>
                  <a:pt x="748" y="859"/>
                </a:cubicBezTo>
                <a:cubicBezTo>
                  <a:pt x="748" y="859"/>
                  <a:pt x="748" y="859"/>
                  <a:pt x="749" y="859"/>
                </a:cubicBezTo>
                <a:cubicBezTo>
                  <a:pt x="749" y="859"/>
                  <a:pt x="749" y="860"/>
                  <a:pt x="749" y="860"/>
                </a:cubicBezTo>
                <a:cubicBezTo>
                  <a:pt x="749" y="861"/>
                  <a:pt x="751" y="862"/>
                  <a:pt x="751" y="863"/>
                </a:cubicBezTo>
                <a:cubicBezTo>
                  <a:pt x="751" y="863"/>
                  <a:pt x="750" y="864"/>
                  <a:pt x="751" y="864"/>
                </a:cubicBezTo>
                <a:cubicBezTo>
                  <a:pt x="751" y="864"/>
                  <a:pt x="751" y="864"/>
                  <a:pt x="751" y="864"/>
                </a:cubicBezTo>
                <a:cubicBezTo>
                  <a:pt x="751" y="864"/>
                  <a:pt x="751" y="865"/>
                  <a:pt x="751" y="866"/>
                </a:cubicBezTo>
                <a:cubicBezTo>
                  <a:pt x="750" y="866"/>
                  <a:pt x="749" y="867"/>
                  <a:pt x="748" y="867"/>
                </a:cubicBezTo>
                <a:cubicBezTo>
                  <a:pt x="748" y="867"/>
                  <a:pt x="749" y="867"/>
                  <a:pt x="749" y="868"/>
                </a:cubicBezTo>
                <a:cubicBezTo>
                  <a:pt x="749" y="868"/>
                  <a:pt x="749" y="868"/>
                  <a:pt x="749" y="868"/>
                </a:cubicBezTo>
                <a:cubicBezTo>
                  <a:pt x="749" y="869"/>
                  <a:pt x="750" y="869"/>
                  <a:pt x="750" y="869"/>
                </a:cubicBezTo>
                <a:cubicBezTo>
                  <a:pt x="751" y="869"/>
                  <a:pt x="751" y="868"/>
                  <a:pt x="751" y="867"/>
                </a:cubicBezTo>
                <a:cubicBezTo>
                  <a:pt x="751" y="867"/>
                  <a:pt x="751" y="867"/>
                  <a:pt x="751" y="867"/>
                </a:cubicBezTo>
                <a:cubicBezTo>
                  <a:pt x="751" y="867"/>
                  <a:pt x="751" y="866"/>
                  <a:pt x="751" y="866"/>
                </a:cubicBezTo>
                <a:cubicBezTo>
                  <a:pt x="752" y="865"/>
                  <a:pt x="754" y="866"/>
                  <a:pt x="756" y="865"/>
                </a:cubicBezTo>
                <a:cubicBezTo>
                  <a:pt x="756" y="865"/>
                  <a:pt x="757" y="865"/>
                  <a:pt x="757" y="865"/>
                </a:cubicBezTo>
                <a:cubicBezTo>
                  <a:pt x="757" y="865"/>
                  <a:pt x="757" y="865"/>
                  <a:pt x="757" y="866"/>
                </a:cubicBezTo>
                <a:cubicBezTo>
                  <a:pt x="757" y="866"/>
                  <a:pt x="756" y="866"/>
                  <a:pt x="756" y="866"/>
                </a:cubicBezTo>
                <a:cubicBezTo>
                  <a:pt x="756" y="867"/>
                  <a:pt x="758" y="868"/>
                  <a:pt x="759" y="868"/>
                </a:cubicBezTo>
                <a:cubicBezTo>
                  <a:pt x="759" y="868"/>
                  <a:pt x="760" y="868"/>
                  <a:pt x="760" y="868"/>
                </a:cubicBezTo>
                <a:cubicBezTo>
                  <a:pt x="760" y="868"/>
                  <a:pt x="760" y="868"/>
                  <a:pt x="761" y="868"/>
                </a:cubicBezTo>
                <a:cubicBezTo>
                  <a:pt x="761" y="868"/>
                  <a:pt x="761" y="868"/>
                  <a:pt x="761" y="869"/>
                </a:cubicBezTo>
                <a:cubicBezTo>
                  <a:pt x="761" y="869"/>
                  <a:pt x="761" y="869"/>
                  <a:pt x="760" y="869"/>
                </a:cubicBezTo>
                <a:cubicBezTo>
                  <a:pt x="760" y="869"/>
                  <a:pt x="760" y="869"/>
                  <a:pt x="760" y="869"/>
                </a:cubicBezTo>
                <a:cubicBezTo>
                  <a:pt x="760" y="869"/>
                  <a:pt x="759" y="869"/>
                  <a:pt x="760" y="869"/>
                </a:cubicBezTo>
                <a:cubicBezTo>
                  <a:pt x="760" y="869"/>
                  <a:pt x="760" y="869"/>
                  <a:pt x="760" y="869"/>
                </a:cubicBezTo>
                <a:cubicBezTo>
                  <a:pt x="760" y="869"/>
                  <a:pt x="761" y="869"/>
                  <a:pt x="761" y="870"/>
                </a:cubicBezTo>
                <a:cubicBezTo>
                  <a:pt x="761" y="870"/>
                  <a:pt x="761" y="870"/>
                  <a:pt x="761" y="870"/>
                </a:cubicBezTo>
                <a:cubicBezTo>
                  <a:pt x="761" y="871"/>
                  <a:pt x="762" y="871"/>
                  <a:pt x="763" y="872"/>
                </a:cubicBezTo>
                <a:cubicBezTo>
                  <a:pt x="763" y="872"/>
                  <a:pt x="763" y="873"/>
                  <a:pt x="763" y="873"/>
                </a:cubicBezTo>
                <a:cubicBezTo>
                  <a:pt x="763" y="873"/>
                  <a:pt x="763" y="873"/>
                  <a:pt x="763" y="874"/>
                </a:cubicBezTo>
                <a:cubicBezTo>
                  <a:pt x="763" y="874"/>
                  <a:pt x="763" y="874"/>
                  <a:pt x="763" y="874"/>
                </a:cubicBezTo>
                <a:cubicBezTo>
                  <a:pt x="763" y="874"/>
                  <a:pt x="763" y="875"/>
                  <a:pt x="763" y="875"/>
                </a:cubicBezTo>
                <a:cubicBezTo>
                  <a:pt x="763" y="876"/>
                  <a:pt x="763" y="876"/>
                  <a:pt x="763" y="876"/>
                </a:cubicBezTo>
                <a:cubicBezTo>
                  <a:pt x="762" y="876"/>
                  <a:pt x="761" y="876"/>
                  <a:pt x="761" y="876"/>
                </a:cubicBezTo>
                <a:cubicBezTo>
                  <a:pt x="761" y="877"/>
                  <a:pt x="761" y="877"/>
                  <a:pt x="761" y="877"/>
                </a:cubicBezTo>
                <a:cubicBezTo>
                  <a:pt x="762" y="877"/>
                  <a:pt x="762" y="878"/>
                  <a:pt x="762" y="878"/>
                </a:cubicBezTo>
                <a:cubicBezTo>
                  <a:pt x="763" y="878"/>
                  <a:pt x="763" y="878"/>
                  <a:pt x="763" y="878"/>
                </a:cubicBezTo>
                <a:cubicBezTo>
                  <a:pt x="763" y="879"/>
                  <a:pt x="763" y="879"/>
                  <a:pt x="762" y="879"/>
                </a:cubicBezTo>
                <a:cubicBezTo>
                  <a:pt x="762" y="879"/>
                  <a:pt x="762" y="879"/>
                  <a:pt x="762" y="879"/>
                </a:cubicBezTo>
                <a:cubicBezTo>
                  <a:pt x="762" y="880"/>
                  <a:pt x="762" y="880"/>
                  <a:pt x="761" y="880"/>
                </a:cubicBezTo>
                <a:cubicBezTo>
                  <a:pt x="761" y="880"/>
                  <a:pt x="761" y="880"/>
                  <a:pt x="761" y="880"/>
                </a:cubicBezTo>
                <a:cubicBezTo>
                  <a:pt x="761" y="880"/>
                  <a:pt x="761" y="879"/>
                  <a:pt x="760" y="879"/>
                </a:cubicBezTo>
                <a:cubicBezTo>
                  <a:pt x="760" y="879"/>
                  <a:pt x="760" y="879"/>
                  <a:pt x="760" y="880"/>
                </a:cubicBezTo>
                <a:cubicBezTo>
                  <a:pt x="760" y="880"/>
                  <a:pt x="761" y="880"/>
                  <a:pt x="761" y="880"/>
                </a:cubicBezTo>
                <a:cubicBezTo>
                  <a:pt x="761" y="880"/>
                  <a:pt x="761" y="881"/>
                  <a:pt x="761" y="881"/>
                </a:cubicBezTo>
                <a:cubicBezTo>
                  <a:pt x="762" y="881"/>
                  <a:pt x="762" y="881"/>
                  <a:pt x="763" y="881"/>
                </a:cubicBezTo>
                <a:cubicBezTo>
                  <a:pt x="763" y="881"/>
                  <a:pt x="763" y="881"/>
                  <a:pt x="763" y="882"/>
                </a:cubicBezTo>
                <a:cubicBezTo>
                  <a:pt x="763" y="882"/>
                  <a:pt x="763" y="882"/>
                  <a:pt x="763" y="883"/>
                </a:cubicBezTo>
                <a:cubicBezTo>
                  <a:pt x="763" y="883"/>
                  <a:pt x="763" y="883"/>
                  <a:pt x="763" y="883"/>
                </a:cubicBezTo>
                <a:cubicBezTo>
                  <a:pt x="763" y="883"/>
                  <a:pt x="762" y="883"/>
                  <a:pt x="761" y="883"/>
                </a:cubicBezTo>
                <a:cubicBezTo>
                  <a:pt x="761" y="883"/>
                  <a:pt x="760" y="883"/>
                  <a:pt x="760" y="883"/>
                </a:cubicBezTo>
                <a:cubicBezTo>
                  <a:pt x="760" y="883"/>
                  <a:pt x="760" y="883"/>
                  <a:pt x="760" y="883"/>
                </a:cubicBezTo>
                <a:cubicBezTo>
                  <a:pt x="761" y="884"/>
                  <a:pt x="762" y="884"/>
                  <a:pt x="763" y="884"/>
                </a:cubicBezTo>
                <a:cubicBezTo>
                  <a:pt x="764" y="884"/>
                  <a:pt x="764" y="885"/>
                  <a:pt x="765" y="885"/>
                </a:cubicBezTo>
                <a:cubicBezTo>
                  <a:pt x="765" y="885"/>
                  <a:pt x="765" y="886"/>
                  <a:pt x="765" y="886"/>
                </a:cubicBezTo>
                <a:close/>
              </a:path>
            </a:pathLst>
          </a:custGeom>
          <a:solidFill>
            <a:schemeClr val="accent4"/>
          </a:solid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677" name="Freeform 674"/>
          <p:cNvSpPr>
            <a:spLocks noEditPoints="1"/>
          </p:cNvSpPr>
          <p:nvPr/>
        </p:nvSpPr>
        <p:spPr bwMode="auto">
          <a:xfrm>
            <a:off x="5764213" y="3111500"/>
            <a:ext cx="4108450" cy="2640012"/>
          </a:xfrm>
          <a:custGeom>
            <a:avLst/>
            <a:gdLst>
              <a:gd name="T0" fmla="*/ 314 w 1079"/>
              <a:gd name="T1" fmla="*/ 275 h 693"/>
              <a:gd name="T2" fmla="*/ 308 w 1079"/>
              <a:gd name="T3" fmla="*/ 298 h 693"/>
              <a:gd name="T4" fmla="*/ 300 w 1079"/>
              <a:gd name="T5" fmla="*/ 303 h 693"/>
              <a:gd name="T6" fmla="*/ 296 w 1079"/>
              <a:gd name="T7" fmla="*/ 291 h 693"/>
              <a:gd name="T8" fmla="*/ 307 w 1079"/>
              <a:gd name="T9" fmla="*/ 287 h 693"/>
              <a:gd name="T10" fmla="*/ 315 w 1079"/>
              <a:gd name="T11" fmla="*/ 282 h 693"/>
              <a:gd name="T12" fmla="*/ 317 w 1079"/>
              <a:gd name="T13" fmla="*/ 280 h 693"/>
              <a:gd name="T14" fmla="*/ 299 w 1079"/>
              <a:gd name="T15" fmla="*/ 307 h 693"/>
              <a:gd name="T16" fmla="*/ 171 w 1079"/>
              <a:gd name="T17" fmla="*/ 358 h 693"/>
              <a:gd name="T18" fmla="*/ 183 w 1079"/>
              <a:gd name="T19" fmla="*/ 354 h 693"/>
              <a:gd name="T20" fmla="*/ 114 w 1079"/>
              <a:gd name="T21" fmla="*/ 378 h 693"/>
              <a:gd name="T22" fmla="*/ 3 w 1079"/>
              <a:gd name="T23" fmla="*/ 367 h 693"/>
              <a:gd name="T24" fmla="*/ 193 w 1079"/>
              <a:gd name="T25" fmla="*/ 347 h 693"/>
              <a:gd name="T26" fmla="*/ 159 w 1079"/>
              <a:gd name="T27" fmla="*/ 365 h 693"/>
              <a:gd name="T28" fmla="*/ 14 w 1079"/>
              <a:gd name="T29" fmla="*/ 369 h 693"/>
              <a:gd name="T30" fmla="*/ 241 w 1079"/>
              <a:gd name="T31" fmla="*/ 332 h 693"/>
              <a:gd name="T32" fmla="*/ 196 w 1079"/>
              <a:gd name="T33" fmla="*/ 252 h 693"/>
              <a:gd name="T34" fmla="*/ 372 w 1079"/>
              <a:gd name="T35" fmla="*/ 240 h 693"/>
              <a:gd name="T36" fmla="*/ 479 w 1079"/>
              <a:gd name="T37" fmla="*/ 309 h 693"/>
              <a:gd name="T38" fmla="*/ 489 w 1079"/>
              <a:gd name="T39" fmla="*/ 338 h 693"/>
              <a:gd name="T40" fmla="*/ 472 w 1079"/>
              <a:gd name="T41" fmla="*/ 314 h 693"/>
              <a:gd name="T42" fmla="*/ 460 w 1079"/>
              <a:gd name="T43" fmla="*/ 293 h 693"/>
              <a:gd name="T44" fmla="*/ 469 w 1079"/>
              <a:gd name="T45" fmla="*/ 288 h 693"/>
              <a:gd name="T46" fmla="*/ 472 w 1079"/>
              <a:gd name="T47" fmla="*/ 303 h 693"/>
              <a:gd name="T48" fmla="*/ 479 w 1079"/>
              <a:gd name="T49" fmla="*/ 320 h 693"/>
              <a:gd name="T50" fmla="*/ 490 w 1079"/>
              <a:gd name="T51" fmla="*/ 319 h 693"/>
              <a:gd name="T52" fmla="*/ 488 w 1079"/>
              <a:gd name="T53" fmla="*/ 330 h 693"/>
              <a:gd name="T54" fmla="*/ 484 w 1079"/>
              <a:gd name="T55" fmla="*/ 320 h 693"/>
              <a:gd name="T56" fmla="*/ 475 w 1079"/>
              <a:gd name="T57" fmla="*/ 296 h 693"/>
              <a:gd name="T58" fmla="*/ 1074 w 1079"/>
              <a:gd name="T59" fmla="*/ 472 h 693"/>
              <a:gd name="T60" fmla="*/ 864 w 1079"/>
              <a:gd name="T61" fmla="*/ 431 h 693"/>
              <a:gd name="T62" fmla="*/ 582 w 1079"/>
              <a:gd name="T63" fmla="*/ 442 h 693"/>
              <a:gd name="T64" fmla="*/ 564 w 1079"/>
              <a:gd name="T65" fmla="*/ 505 h 693"/>
              <a:gd name="T66" fmla="*/ 709 w 1079"/>
              <a:gd name="T67" fmla="*/ 625 h 693"/>
              <a:gd name="T68" fmla="*/ 828 w 1079"/>
              <a:gd name="T69" fmla="*/ 651 h 693"/>
              <a:gd name="T70" fmla="*/ 931 w 1079"/>
              <a:gd name="T71" fmla="*/ 649 h 693"/>
              <a:gd name="T72" fmla="*/ 959 w 1079"/>
              <a:gd name="T73" fmla="*/ 616 h 693"/>
              <a:gd name="T74" fmla="*/ 997 w 1079"/>
              <a:gd name="T75" fmla="*/ 578 h 693"/>
              <a:gd name="T76" fmla="*/ 995 w 1079"/>
              <a:gd name="T77" fmla="*/ 553 h 693"/>
              <a:gd name="T78" fmla="*/ 1022 w 1079"/>
              <a:gd name="T79" fmla="*/ 524 h 693"/>
              <a:gd name="T80" fmla="*/ 1058 w 1079"/>
              <a:gd name="T81" fmla="*/ 487 h 693"/>
              <a:gd name="T82" fmla="*/ 472 w 1079"/>
              <a:gd name="T83" fmla="*/ 265 h 693"/>
              <a:gd name="T84" fmla="*/ 347 w 1079"/>
              <a:gd name="T85" fmla="*/ 41 h 693"/>
              <a:gd name="T86" fmla="*/ 296 w 1079"/>
              <a:gd name="T87" fmla="*/ 17 h 693"/>
              <a:gd name="T88" fmla="*/ 244 w 1079"/>
              <a:gd name="T89" fmla="*/ 27 h 693"/>
              <a:gd name="T90" fmla="*/ 224 w 1079"/>
              <a:gd name="T91" fmla="*/ 108 h 693"/>
              <a:gd name="T92" fmla="*/ 202 w 1079"/>
              <a:gd name="T93" fmla="*/ 121 h 693"/>
              <a:gd name="T94" fmla="*/ 207 w 1079"/>
              <a:gd name="T95" fmla="*/ 162 h 693"/>
              <a:gd name="T96" fmla="*/ 211 w 1079"/>
              <a:gd name="T97" fmla="*/ 190 h 693"/>
              <a:gd name="T98" fmla="*/ 200 w 1079"/>
              <a:gd name="T99" fmla="*/ 232 h 693"/>
              <a:gd name="T100" fmla="*/ 227 w 1079"/>
              <a:gd name="T101" fmla="*/ 252 h 693"/>
              <a:gd name="T102" fmla="*/ 260 w 1079"/>
              <a:gd name="T103" fmla="*/ 268 h 693"/>
              <a:gd name="T104" fmla="*/ 218 w 1079"/>
              <a:gd name="T105" fmla="*/ 332 h 693"/>
              <a:gd name="T106" fmla="*/ 269 w 1079"/>
              <a:gd name="T107" fmla="*/ 304 h 693"/>
              <a:gd name="T108" fmla="*/ 298 w 1079"/>
              <a:gd name="T109" fmla="*/ 263 h 693"/>
              <a:gd name="T110" fmla="*/ 323 w 1079"/>
              <a:gd name="T111" fmla="*/ 239 h 693"/>
              <a:gd name="T112" fmla="*/ 337 w 1079"/>
              <a:gd name="T113" fmla="*/ 252 h 693"/>
              <a:gd name="T114" fmla="*/ 350 w 1079"/>
              <a:gd name="T115" fmla="*/ 238 h 693"/>
              <a:gd name="T116" fmla="*/ 380 w 1079"/>
              <a:gd name="T117" fmla="*/ 240 h 693"/>
              <a:gd name="T118" fmla="*/ 442 w 1079"/>
              <a:gd name="T119" fmla="*/ 270 h 693"/>
              <a:gd name="T120" fmla="*/ 473 w 1079"/>
              <a:gd name="T121" fmla="*/ 279 h 693"/>
              <a:gd name="T122" fmla="*/ 488 w 1079"/>
              <a:gd name="T123" fmla="*/ 301 h 693"/>
              <a:gd name="T124" fmla="*/ 496 w 1079"/>
              <a:gd name="T125" fmla="*/ 326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9" h="693">
                <a:moveTo>
                  <a:pt x="575" y="428"/>
                </a:moveTo>
                <a:cubicBezTo>
                  <a:pt x="575" y="428"/>
                  <a:pt x="575" y="428"/>
                  <a:pt x="575" y="427"/>
                </a:cubicBezTo>
                <a:cubicBezTo>
                  <a:pt x="575" y="427"/>
                  <a:pt x="575" y="427"/>
                  <a:pt x="575" y="427"/>
                </a:cubicBezTo>
                <a:cubicBezTo>
                  <a:pt x="575" y="427"/>
                  <a:pt x="575" y="427"/>
                  <a:pt x="575" y="427"/>
                </a:cubicBezTo>
                <a:cubicBezTo>
                  <a:pt x="575" y="427"/>
                  <a:pt x="576" y="427"/>
                  <a:pt x="576" y="427"/>
                </a:cubicBezTo>
                <a:cubicBezTo>
                  <a:pt x="576" y="427"/>
                  <a:pt x="576" y="427"/>
                  <a:pt x="576" y="427"/>
                </a:cubicBezTo>
                <a:cubicBezTo>
                  <a:pt x="576" y="427"/>
                  <a:pt x="576" y="427"/>
                  <a:pt x="576" y="428"/>
                </a:cubicBezTo>
                <a:cubicBezTo>
                  <a:pt x="576" y="428"/>
                  <a:pt x="576" y="428"/>
                  <a:pt x="576" y="428"/>
                </a:cubicBezTo>
                <a:cubicBezTo>
                  <a:pt x="576" y="428"/>
                  <a:pt x="576" y="428"/>
                  <a:pt x="576" y="428"/>
                </a:cubicBezTo>
                <a:cubicBezTo>
                  <a:pt x="576" y="428"/>
                  <a:pt x="576" y="428"/>
                  <a:pt x="576" y="428"/>
                </a:cubicBezTo>
                <a:cubicBezTo>
                  <a:pt x="576" y="428"/>
                  <a:pt x="576" y="428"/>
                  <a:pt x="576" y="428"/>
                </a:cubicBezTo>
                <a:cubicBezTo>
                  <a:pt x="576" y="428"/>
                  <a:pt x="576" y="428"/>
                  <a:pt x="576" y="428"/>
                </a:cubicBezTo>
                <a:cubicBezTo>
                  <a:pt x="576" y="428"/>
                  <a:pt x="576" y="428"/>
                  <a:pt x="576" y="428"/>
                </a:cubicBezTo>
                <a:cubicBezTo>
                  <a:pt x="576" y="428"/>
                  <a:pt x="576" y="428"/>
                  <a:pt x="576" y="428"/>
                </a:cubicBezTo>
                <a:cubicBezTo>
                  <a:pt x="575" y="428"/>
                  <a:pt x="575" y="428"/>
                  <a:pt x="575" y="428"/>
                </a:cubicBezTo>
                <a:close/>
                <a:moveTo>
                  <a:pt x="577" y="427"/>
                </a:moveTo>
                <a:cubicBezTo>
                  <a:pt x="577" y="427"/>
                  <a:pt x="577" y="427"/>
                  <a:pt x="577" y="427"/>
                </a:cubicBezTo>
                <a:cubicBezTo>
                  <a:pt x="577" y="427"/>
                  <a:pt x="577" y="427"/>
                  <a:pt x="578" y="427"/>
                </a:cubicBezTo>
                <a:cubicBezTo>
                  <a:pt x="578" y="427"/>
                  <a:pt x="578" y="427"/>
                  <a:pt x="578" y="427"/>
                </a:cubicBezTo>
                <a:cubicBezTo>
                  <a:pt x="578" y="426"/>
                  <a:pt x="578" y="426"/>
                  <a:pt x="578" y="426"/>
                </a:cubicBezTo>
                <a:cubicBezTo>
                  <a:pt x="578" y="426"/>
                  <a:pt x="578" y="426"/>
                  <a:pt x="578" y="426"/>
                </a:cubicBezTo>
                <a:cubicBezTo>
                  <a:pt x="578" y="426"/>
                  <a:pt x="578" y="426"/>
                  <a:pt x="578" y="426"/>
                </a:cubicBezTo>
                <a:cubicBezTo>
                  <a:pt x="578" y="426"/>
                  <a:pt x="578" y="426"/>
                  <a:pt x="578" y="426"/>
                </a:cubicBezTo>
                <a:cubicBezTo>
                  <a:pt x="578" y="426"/>
                  <a:pt x="578" y="426"/>
                  <a:pt x="578" y="426"/>
                </a:cubicBezTo>
                <a:cubicBezTo>
                  <a:pt x="578" y="426"/>
                  <a:pt x="578" y="426"/>
                  <a:pt x="578" y="426"/>
                </a:cubicBezTo>
                <a:cubicBezTo>
                  <a:pt x="578" y="425"/>
                  <a:pt x="578" y="425"/>
                  <a:pt x="578" y="425"/>
                </a:cubicBezTo>
                <a:cubicBezTo>
                  <a:pt x="578" y="425"/>
                  <a:pt x="578" y="425"/>
                  <a:pt x="577" y="425"/>
                </a:cubicBezTo>
                <a:cubicBezTo>
                  <a:pt x="577" y="425"/>
                  <a:pt x="577" y="426"/>
                  <a:pt x="577" y="426"/>
                </a:cubicBezTo>
                <a:cubicBezTo>
                  <a:pt x="577" y="426"/>
                  <a:pt x="577" y="426"/>
                  <a:pt x="577" y="426"/>
                </a:cubicBezTo>
                <a:cubicBezTo>
                  <a:pt x="577" y="426"/>
                  <a:pt x="577" y="426"/>
                  <a:pt x="577" y="426"/>
                </a:cubicBezTo>
                <a:cubicBezTo>
                  <a:pt x="577" y="426"/>
                  <a:pt x="577" y="426"/>
                  <a:pt x="577" y="426"/>
                </a:cubicBezTo>
                <a:cubicBezTo>
                  <a:pt x="577" y="427"/>
                  <a:pt x="577" y="427"/>
                  <a:pt x="577" y="427"/>
                </a:cubicBezTo>
                <a:close/>
                <a:moveTo>
                  <a:pt x="578" y="428"/>
                </a:moveTo>
                <a:cubicBezTo>
                  <a:pt x="578" y="428"/>
                  <a:pt x="577" y="428"/>
                  <a:pt x="577" y="428"/>
                </a:cubicBezTo>
                <a:cubicBezTo>
                  <a:pt x="577" y="428"/>
                  <a:pt x="577" y="428"/>
                  <a:pt x="577" y="428"/>
                </a:cubicBezTo>
                <a:cubicBezTo>
                  <a:pt x="577" y="428"/>
                  <a:pt x="577" y="428"/>
                  <a:pt x="577" y="429"/>
                </a:cubicBezTo>
                <a:cubicBezTo>
                  <a:pt x="577" y="429"/>
                  <a:pt x="577" y="429"/>
                  <a:pt x="577" y="429"/>
                </a:cubicBezTo>
                <a:cubicBezTo>
                  <a:pt x="578" y="429"/>
                  <a:pt x="578" y="429"/>
                  <a:pt x="578" y="429"/>
                </a:cubicBezTo>
                <a:cubicBezTo>
                  <a:pt x="578" y="429"/>
                  <a:pt x="578" y="429"/>
                  <a:pt x="578" y="429"/>
                </a:cubicBezTo>
                <a:cubicBezTo>
                  <a:pt x="578" y="429"/>
                  <a:pt x="578" y="429"/>
                  <a:pt x="578" y="429"/>
                </a:cubicBezTo>
                <a:cubicBezTo>
                  <a:pt x="578" y="429"/>
                  <a:pt x="578" y="428"/>
                  <a:pt x="578" y="428"/>
                </a:cubicBezTo>
                <a:cubicBezTo>
                  <a:pt x="578" y="428"/>
                  <a:pt x="578" y="427"/>
                  <a:pt x="578" y="427"/>
                </a:cubicBezTo>
                <a:cubicBezTo>
                  <a:pt x="578" y="427"/>
                  <a:pt x="578" y="427"/>
                  <a:pt x="578" y="427"/>
                </a:cubicBezTo>
                <a:cubicBezTo>
                  <a:pt x="578" y="427"/>
                  <a:pt x="578" y="427"/>
                  <a:pt x="578" y="427"/>
                </a:cubicBezTo>
                <a:cubicBezTo>
                  <a:pt x="578" y="427"/>
                  <a:pt x="578" y="427"/>
                  <a:pt x="578" y="428"/>
                </a:cubicBezTo>
                <a:close/>
                <a:moveTo>
                  <a:pt x="140" y="183"/>
                </a:moveTo>
                <a:cubicBezTo>
                  <a:pt x="140" y="184"/>
                  <a:pt x="140" y="185"/>
                  <a:pt x="140" y="186"/>
                </a:cubicBezTo>
                <a:cubicBezTo>
                  <a:pt x="141" y="187"/>
                  <a:pt x="142" y="187"/>
                  <a:pt x="142" y="188"/>
                </a:cubicBezTo>
                <a:cubicBezTo>
                  <a:pt x="143" y="188"/>
                  <a:pt x="143" y="188"/>
                  <a:pt x="143" y="188"/>
                </a:cubicBezTo>
                <a:cubicBezTo>
                  <a:pt x="143" y="188"/>
                  <a:pt x="144" y="188"/>
                  <a:pt x="144" y="188"/>
                </a:cubicBezTo>
                <a:cubicBezTo>
                  <a:pt x="145" y="187"/>
                  <a:pt x="145" y="187"/>
                  <a:pt x="145" y="187"/>
                </a:cubicBezTo>
                <a:cubicBezTo>
                  <a:pt x="146" y="186"/>
                  <a:pt x="147" y="186"/>
                  <a:pt x="148" y="186"/>
                </a:cubicBezTo>
                <a:cubicBezTo>
                  <a:pt x="149" y="186"/>
                  <a:pt x="150" y="187"/>
                  <a:pt x="151" y="188"/>
                </a:cubicBezTo>
                <a:cubicBezTo>
                  <a:pt x="152" y="188"/>
                  <a:pt x="153" y="189"/>
                  <a:pt x="153" y="189"/>
                </a:cubicBezTo>
                <a:cubicBezTo>
                  <a:pt x="153" y="190"/>
                  <a:pt x="154" y="190"/>
                  <a:pt x="154" y="190"/>
                </a:cubicBezTo>
                <a:cubicBezTo>
                  <a:pt x="154" y="191"/>
                  <a:pt x="155" y="191"/>
                  <a:pt x="156" y="191"/>
                </a:cubicBezTo>
                <a:cubicBezTo>
                  <a:pt x="157" y="192"/>
                  <a:pt x="158" y="192"/>
                  <a:pt x="158" y="193"/>
                </a:cubicBezTo>
                <a:cubicBezTo>
                  <a:pt x="158" y="193"/>
                  <a:pt x="158" y="194"/>
                  <a:pt x="158" y="194"/>
                </a:cubicBezTo>
                <a:cubicBezTo>
                  <a:pt x="158" y="195"/>
                  <a:pt x="158" y="195"/>
                  <a:pt x="159" y="195"/>
                </a:cubicBezTo>
                <a:cubicBezTo>
                  <a:pt x="159" y="195"/>
                  <a:pt x="159" y="195"/>
                  <a:pt x="159" y="195"/>
                </a:cubicBezTo>
                <a:cubicBezTo>
                  <a:pt x="160" y="195"/>
                  <a:pt x="160" y="195"/>
                  <a:pt x="160" y="195"/>
                </a:cubicBezTo>
                <a:cubicBezTo>
                  <a:pt x="160" y="194"/>
                  <a:pt x="160" y="194"/>
                  <a:pt x="160" y="194"/>
                </a:cubicBezTo>
                <a:cubicBezTo>
                  <a:pt x="161" y="193"/>
                  <a:pt x="161" y="192"/>
                  <a:pt x="162" y="191"/>
                </a:cubicBezTo>
                <a:cubicBezTo>
                  <a:pt x="163" y="191"/>
                  <a:pt x="164" y="191"/>
                  <a:pt x="165" y="191"/>
                </a:cubicBezTo>
                <a:cubicBezTo>
                  <a:pt x="165" y="191"/>
                  <a:pt x="166" y="191"/>
                  <a:pt x="166" y="191"/>
                </a:cubicBezTo>
                <a:cubicBezTo>
                  <a:pt x="166" y="192"/>
                  <a:pt x="167" y="191"/>
                  <a:pt x="167" y="191"/>
                </a:cubicBezTo>
                <a:cubicBezTo>
                  <a:pt x="168" y="190"/>
                  <a:pt x="168" y="189"/>
                  <a:pt x="168" y="189"/>
                </a:cubicBezTo>
                <a:cubicBezTo>
                  <a:pt x="168" y="189"/>
                  <a:pt x="168" y="189"/>
                  <a:pt x="168" y="188"/>
                </a:cubicBezTo>
                <a:cubicBezTo>
                  <a:pt x="168" y="188"/>
                  <a:pt x="167" y="188"/>
                  <a:pt x="167" y="188"/>
                </a:cubicBezTo>
                <a:cubicBezTo>
                  <a:pt x="165" y="187"/>
                  <a:pt x="163" y="188"/>
                  <a:pt x="161" y="187"/>
                </a:cubicBezTo>
                <a:cubicBezTo>
                  <a:pt x="160" y="186"/>
                  <a:pt x="160" y="186"/>
                  <a:pt x="159" y="186"/>
                </a:cubicBezTo>
                <a:cubicBezTo>
                  <a:pt x="158" y="185"/>
                  <a:pt x="157" y="186"/>
                  <a:pt x="157" y="185"/>
                </a:cubicBezTo>
                <a:cubicBezTo>
                  <a:pt x="156" y="185"/>
                  <a:pt x="156" y="184"/>
                  <a:pt x="156" y="184"/>
                </a:cubicBezTo>
                <a:cubicBezTo>
                  <a:pt x="156" y="183"/>
                  <a:pt x="155" y="182"/>
                  <a:pt x="154" y="181"/>
                </a:cubicBezTo>
                <a:cubicBezTo>
                  <a:pt x="154" y="181"/>
                  <a:pt x="154" y="181"/>
                  <a:pt x="153" y="181"/>
                </a:cubicBezTo>
                <a:cubicBezTo>
                  <a:pt x="153" y="180"/>
                  <a:pt x="152" y="181"/>
                  <a:pt x="152" y="181"/>
                </a:cubicBezTo>
                <a:cubicBezTo>
                  <a:pt x="151" y="181"/>
                  <a:pt x="150" y="181"/>
                  <a:pt x="149" y="182"/>
                </a:cubicBezTo>
                <a:cubicBezTo>
                  <a:pt x="149" y="182"/>
                  <a:pt x="148" y="182"/>
                  <a:pt x="148" y="183"/>
                </a:cubicBezTo>
                <a:cubicBezTo>
                  <a:pt x="147" y="183"/>
                  <a:pt x="147" y="183"/>
                  <a:pt x="147" y="182"/>
                </a:cubicBezTo>
                <a:cubicBezTo>
                  <a:pt x="145" y="182"/>
                  <a:pt x="144" y="182"/>
                  <a:pt x="143" y="181"/>
                </a:cubicBezTo>
                <a:cubicBezTo>
                  <a:pt x="142" y="181"/>
                  <a:pt x="142" y="181"/>
                  <a:pt x="142" y="181"/>
                </a:cubicBezTo>
                <a:cubicBezTo>
                  <a:pt x="142" y="180"/>
                  <a:pt x="142" y="179"/>
                  <a:pt x="141" y="179"/>
                </a:cubicBezTo>
                <a:cubicBezTo>
                  <a:pt x="141" y="179"/>
                  <a:pt x="141" y="179"/>
                  <a:pt x="141" y="179"/>
                </a:cubicBezTo>
                <a:cubicBezTo>
                  <a:pt x="141" y="180"/>
                  <a:pt x="141" y="180"/>
                  <a:pt x="141" y="180"/>
                </a:cubicBezTo>
                <a:cubicBezTo>
                  <a:pt x="141" y="181"/>
                  <a:pt x="140" y="182"/>
                  <a:pt x="140" y="183"/>
                </a:cubicBezTo>
                <a:close/>
                <a:moveTo>
                  <a:pt x="297" y="303"/>
                </a:moveTo>
                <a:cubicBezTo>
                  <a:pt x="297" y="303"/>
                  <a:pt x="297" y="303"/>
                  <a:pt x="297" y="303"/>
                </a:cubicBezTo>
                <a:cubicBezTo>
                  <a:pt x="297" y="303"/>
                  <a:pt x="297" y="303"/>
                  <a:pt x="297" y="303"/>
                </a:cubicBezTo>
                <a:close/>
                <a:moveTo>
                  <a:pt x="312" y="276"/>
                </a:moveTo>
                <a:cubicBezTo>
                  <a:pt x="312" y="277"/>
                  <a:pt x="312" y="277"/>
                  <a:pt x="312" y="277"/>
                </a:cubicBezTo>
                <a:cubicBezTo>
                  <a:pt x="312" y="277"/>
                  <a:pt x="313" y="277"/>
                  <a:pt x="313" y="277"/>
                </a:cubicBezTo>
                <a:cubicBezTo>
                  <a:pt x="313" y="277"/>
                  <a:pt x="313" y="277"/>
                  <a:pt x="313" y="277"/>
                </a:cubicBezTo>
                <a:cubicBezTo>
                  <a:pt x="313" y="277"/>
                  <a:pt x="313" y="277"/>
                  <a:pt x="313" y="277"/>
                </a:cubicBezTo>
                <a:cubicBezTo>
                  <a:pt x="314" y="277"/>
                  <a:pt x="314" y="277"/>
                  <a:pt x="314" y="277"/>
                </a:cubicBezTo>
                <a:cubicBezTo>
                  <a:pt x="314" y="277"/>
                  <a:pt x="314" y="276"/>
                  <a:pt x="314" y="276"/>
                </a:cubicBezTo>
                <a:cubicBezTo>
                  <a:pt x="314" y="276"/>
                  <a:pt x="314" y="276"/>
                  <a:pt x="314" y="276"/>
                </a:cubicBezTo>
                <a:cubicBezTo>
                  <a:pt x="314" y="276"/>
                  <a:pt x="314" y="276"/>
                  <a:pt x="314" y="276"/>
                </a:cubicBezTo>
                <a:cubicBezTo>
                  <a:pt x="314" y="276"/>
                  <a:pt x="314" y="275"/>
                  <a:pt x="314" y="275"/>
                </a:cubicBezTo>
                <a:cubicBezTo>
                  <a:pt x="314" y="275"/>
                  <a:pt x="314" y="275"/>
                  <a:pt x="314" y="275"/>
                </a:cubicBezTo>
                <a:cubicBezTo>
                  <a:pt x="314" y="274"/>
                  <a:pt x="314" y="275"/>
                  <a:pt x="314" y="275"/>
                </a:cubicBezTo>
                <a:cubicBezTo>
                  <a:pt x="314" y="275"/>
                  <a:pt x="314" y="275"/>
                  <a:pt x="314" y="275"/>
                </a:cubicBezTo>
                <a:cubicBezTo>
                  <a:pt x="313" y="275"/>
                  <a:pt x="313" y="275"/>
                  <a:pt x="313" y="275"/>
                </a:cubicBezTo>
                <a:cubicBezTo>
                  <a:pt x="313" y="275"/>
                  <a:pt x="313" y="275"/>
                  <a:pt x="313" y="275"/>
                </a:cubicBezTo>
                <a:cubicBezTo>
                  <a:pt x="313" y="275"/>
                  <a:pt x="313" y="275"/>
                  <a:pt x="313" y="275"/>
                </a:cubicBezTo>
                <a:cubicBezTo>
                  <a:pt x="312" y="275"/>
                  <a:pt x="313" y="275"/>
                  <a:pt x="312" y="275"/>
                </a:cubicBezTo>
                <a:cubicBezTo>
                  <a:pt x="312" y="275"/>
                  <a:pt x="312" y="275"/>
                  <a:pt x="312" y="275"/>
                </a:cubicBezTo>
                <a:cubicBezTo>
                  <a:pt x="312" y="275"/>
                  <a:pt x="312" y="275"/>
                  <a:pt x="312" y="275"/>
                </a:cubicBezTo>
                <a:cubicBezTo>
                  <a:pt x="312" y="276"/>
                  <a:pt x="311" y="276"/>
                  <a:pt x="311" y="276"/>
                </a:cubicBezTo>
                <a:cubicBezTo>
                  <a:pt x="312" y="276"/>
                  <a:pt x="312" y="276"/>
                  <a:pt x="312" y="276"/>
                </a:cubicBezTo>
                <a:cubicBezTo>
                  <a:pt x="312" y="276"/>
                  <a:pt x="312" y="276"/>
                  <a:pt x="312" y="275"/>
                </a:cubicBezTo>
                <a:cubicBezTo>
                  <a:pt x="312" y="276"/>
                  <a:pt x="312" y="276"/>
                  <a:pt x="312" y="276"/>
                </a:cubicBezTo>
                <a:cubicBezTo>
                  <a:pt x="312" y="276"/>
                  <a:pt x="312" y="276"/>
                  <a:pt x="312" y="276"/>
                </a:cubicBezTo>
                <a:cubicBezTo>
                  <a:pt x="312" y="276"/>
                  <a:pt x="312" y="276"/>
                  <a:pt x="311" y="276"/>
                </a:cubicBezTo>
                <a:cubicBezTo>
                  <a:pt x="311" y="276"/>
                  <a:pt x="311" y="276"/>
                  <a:pt x="312" y="276"/>
                </a:cubicBezTo>
                <a:cubicBezTo>
                  <a:pt x="312" y="276"/>
                  <a:pt x="312" y="276"/>
                  <a:pt x="312" y="276"/>
                </a:cubicBezTo>
                <a:close/>
                <a:moveTo>
                  <a:pt x="299" y="309"/>
                </a:moveTo>
                <a:cubicBezTo>
                  <a:pt x="299" y="309"/>
                  <a:pt x="299" y="309"/>
                  <a:pt x="299" y="309"/>
                </a:cubicBezTo>
                <a:cubicBezTo>
                  <a:pt x="299" y="309"/>
                  <a:pt x="299" y="309"/>
                  <a:pt x="299" y="308"/>
                </a:cubicBezTo>
                <a:cubicBezTo>
                  <a:pt x="299" y="308"/>
                  <a:pt x="298" y="308"/>
                  <a:pt x="298" y="308"/>
                </a:cubicBezTo>
                <a:cubicBezTo>
                  <a:pt x="298" y="308"/>
                  <a:pt x="298" y="308"/>
                  <a:pt x="297" y="308"/>
                </a:cubicBezTo>
                <a:cubicBezTo>
                  <a:pt x="297" y="308"/>
                  <a:pt x="297" y="308"/>
                  <a:pt x="297" y="308"/>
                </a:cubicBezTo>
                <a:cubicBezTo>
                  <a:pt x="297" y="309"/>
                  <a:pt x="297" y="309"/>
                  <a:pt x="296" y="309"/>
                </a:cubicBezTo>
                <a:cubicBezTo>
                  <a:pt x="296" y="309"/>
                  <a:pt x="296" y="309"/>
                  <a:pt x="296" y="310"/>
                </a:cubicBezTo>
                <a:cubicBezTo>
                  <a:pt x="296" y="310"/>
                  <a:pt x="296" y="310"/>
                  <a:pt x="296" y="310"/>
                </a:cubicBezTo>
                <a:cubicBezTo>
                  <a:pt x="297" y="310"/>
                  <a:pt x="297" y="310"/>
                  <a:pt x="297" y="310"/>
                </a:cubicBezTo>
                <a:cubicBezTo>
                  <a:pt x="298" y="310"/>
                  <a:pt x="298" y="310"/>
                  <a:pt x="298" y="309"/>
                </a:cubicBezTo>
                <a:cubicBezTo>
                  <a:pt x="299" y="309"/>
                  <a:pt x="298" y="309"/>
                  <a:pt x="299" y="309"/>
                </a:cubicBezTo>
                <a:close/>
                <a:moveTo>
                  <a:pt x="295" y="310"/>
                </a:moveTo>
                <a:cubicBezTo>
                  <a:pt x="295" y="310"/>
                  <a:pt x="295" y="309"/>
                  <a:pt x="295" y="309"/>
                </a:cubicBezTo>
                <a:cubicBezTo>
                  <a:pt x="295" y="309"/>
                  <a:pt x="295" y="309"/>
                  <a:pt x="295" y="309"/>
                </a:cubicBezTo>
                <a:cubicBezTo>
                  <a:pt x="295" y="309"/>
                  <a:pt x="295" y="309"/>
                  <a:pt x="295" y="309"/>
                </a:cubicBezTo>
                <a:cubicBezTo>
                  <a:pt x="294" y="309"/>
                  <a:pt x="293" y="309"/>
                  <a:pt x="293" y="310"/>
                </a:cubicBezTo>
                <a:cubicBezTo>
                  <a:pt x="293" y="310"/>
                  <a:pt x="293" y="311"/>
                  <a:pt x="292" y="311"/>
                </a:cubicBezTo>
                <a:cubicBezTo>
                  <a:pt x="292" y="311"/>
                  <a:pt x="292" y="312"/>
                  <a:pt x="293" y="312"/>
                </a:cubicBezTo>
                <a:cubicBezTo>
                  <a:pt x="293" y="312"/>
                  <a:pt x="293" y="312"/>
                  <a:pt x="293" y="312"/>
                </a:cubicBezTo>
                <a:cubicBezTo>
                  <a:pt x="293" y="311"/>
                  <a:pt x="293" y="311"/>
                  <a:pt x="293" y="311"/>
                </a:cubicBezTo>
                <a:cubicBezTo>
                  <a:pt x="294" y="311"/>
                  <a:pt x="294" y="311"/>
                  <a:pt x="294" y="311"/>
                </a:cubicBezTo>
                <a:cubicBezTo>
                  <a:pt x="294" y="310"/>
                  <a:pt x="295" y="310"/>
                  <a:pt x="295" y="310"/>
                </a:cubicBezTo>
                <a:cubicBezTo>
                  <a:pt x="295" y="310"/>
                  <a:pt x="295" y="310"/>
                  <a:pt x="295" y="310"/>
                </a:cubicBezTo>
                <a:cubicBezTo>
                  <a:pt x="295" y="310"/>
                  <a:pt x="295" y="310"/>
                  <a:pt x="295" y="310"/>
                </a:cubicBezTo>
                <a:close/>
                <a:moveTo>
                  <a:pt x="295" y="309"/>
                </a:moveTo>
                <a:cubicBezTo>
                  <a:pt x="295" y="309"/>
                  <a:pt x="295" y="309"/>
                  <a:pt x="295" y="309"/>
                </a:cubicBezTo>
                <a:cubicBezTo>
                  <a:pt x="295" y="309"/>
                  <a:pt x="295" y="309"/>
                  <a:pt x="295" y="309"/>
                </a:cubicBezTo>
                <a:close/>
                <a:moveTo>
                  <a:pt x="316" y="292"/>
                </a:moveTo>
                <a:cubicBezTo>
                  <a:pt x="316" y="292"/>
                  <a:pt x="316" y="292"/>
                  <a:pt x="316" y="292"/>
                </a:cubicBezTo>
                <a:cubicBezTo>
                  <a:pt x="316" y="293"/>
                  <a:pt x="315" y="293"/>
                  <a:pt x="315" y="293"/>
                </a:cubicBezTo>
                <a:cubicBezTo>
                  <a:pt x="314" y="294"/>
                  <a:pt x="314" y="294"/>
                  <a:pt x="314" y="295"/>
                </a:cubicBezTo>
                <a:cubicBezTo>
                  <a:pt x="314" y="295"/>
                  <a:pt x="314" y="295"/>
                  <a:pt x="314" y="295"/>
                </a:cubicBezTo>
                <a:cubicBezTo>
                  <a:pt x="314" y="295"/>
                  <a:pt x="313" y="295"/>
                  <a:pt x="313" y="295"/>
                </a:cubicBezTo>
                <a:cubicBezTo>
                  <a:pt x="313" y="295"/>
                  <a:pt x="313" y="295"/>
                  <a:pt x="313" y="295"/>
                </a:cubicBezTo>
                <a:cubicBezTo>
                  <a:pt x="313" y="294"/>
                  <a:pt x="313" y="294"/>
                  <a:pt x="313" y="294"/>
                </a:cubicBezTo>
                <a:cubicBezTo>
                  <a:pt x="313" y="294"/>
                  <a:pt x="313" y="294"/>
                  <a:pt x="313" y="294"/>
                </a:cubicBezTo>
                <a:cubicBezTo>
                  <a:pt x="313" y="295"/>
                  <a:pt x="313" y="295"/>
                  <a:pt x="312" y="295"/>
                </a:cubicBezTo>
                <a:cubicBezTo>
                  <a:pt x="312" y="295"/>
                  <a:pt x="312" y="294"/>
                  <a:pt x="312" y="294"/>
                </a:cubicBezTo>
                <a:cubicBezTo>
                  <a:pt x="312" y="294"/>
                  <a:pt x="312" y="294"/>
                  <a:pt x="312" y="294"/>
                </a:cubicBezTo>
                <a:cubicBezTo>
                  <a:pt x="311" y="294"/>
                  <a:pt x="311" y="294"/>
                  <a:pt x="311" y="294"/>
                </a:cubicBezTo>
                <a:cubicBezTo>
                  <a:pt x="311" y="294"/>
                  <a:pt x="311" y="294"/>
                  <a:pt x="310" y="294"/>
                </a:cubicBezTo>
                <a:cubicBezTo>
                  <a:pt x="310" y="294"/>
                  <a:pt x="310" y="294"/>
                  <a:pt x="310" y="294"/>
                </a:cubicBezTo>
                <a:cubicBezTo>
                  <a:pt x="310" y="294"/>
                  <a:pt x="310" y="293"/>
                  <a:pt x="309" y="294"/>
                </a:cubicBezTo>
                <a:cubicBezTo>
                  <a:pt x="309" y="294"/>
                  <a:pt x="309" y="294"/>
                  <a:pt x="309" y="294"/>
                </a:cubicBezTo>
                <a:cubicBezTo>
                  <a:pt x="309" y="294"/>
                  <a:pt x="309" y="294"/>
                  <a:pt x="309" y="294"/>
                </a:cubicBezTo>
                <a:cubicBezTo>
                  <a:pt x="309" y="294"/>
                  <a:pt x="309" y="294"/>
                  <a:pt x="309" y="294"/>
                </a:cubicBezTo>
                <a:cubicBezTo>
                  <a:pt x="309" y="294"/>
                  <a:pt x="309" y="294"/>
                  <a:pt x="309" y="294"/>
                </a:cubicBezTo>
                <a:cubicBezTo>
                  <a:pt x="308" y="294"/>
                  <a:pt x="308" y="294"/>
                  <a:pt x="308" y="294"/>
                </a:cubicBezTo>
                <a:cubicBezTo>
                  <a:pt x="308" y="295"/>
                  <a:pt x="308" y="294"/>
                  <a:pt x="308" y="294"/>
                </a:cubicBezTo>
                <a:cubicBezTo>
                  <a:pt x="309" y="294"/>
                  <a:pt x="309" y="294"/>
                  <a:pt x="309" y="294"/>
                </a:cubicBezTo>
                <a:cubicBezTo>
                  <a:pt x="309" y="294"/>
                  <a:pt x="309" y="294"/>
                  <a:pt x="309" y="294"/>
                </a:cubicBezTo>
                <a:cubicBezTo>
                  <a:pt x="309" y="294"/>
                  <a:pt x="309" y="294"/>
                  <a:pt x="309" y="294"/>
                </a:cubicBezTo>
                <a:cubicBezTo>
                  <a:pt x="310" y="294"/>
                  <a:pt x="310" y="294"/>
                  <a:pt x="311" y="294"/>
                </a:cubicBezTo>
                <a:cubicBezTo>
                  <a:pt x="311" y="295"/>
                  <a:pt x="311" y="295"/>
                  <a:pt x="311" y="295"/>
                </a:cubicBezTo>
                <a:cubicBezTo>
                  <a:pt x="311" y="295"/>
                  <a:pt x="311" y="295"/>
                  <a:pt x="311" y="295"/>
                </a:cubicBezTo>
                <a:cubicBezTo>
                  <a:pt x="311" y="295"/>
                  <a:pt x="311" y="295"/>
                  <a:pt x="312" y="295"/>
                </a:cubicBezTo>
                <a:cubicBezTo>
                  <a:pt x="312" y="295"/>
                  <a:pt x="312" y="295"/>
                  <a:pt x="312" y="295"/>
                </a:cubicBezTo>
                <a:cubicBezTo>
                  <a:pt x="312" y="296"/>
                  <a:pt x="312" y="296"/>
                  <a:pt x="312" y="296"/>
                </a:cubicBezTo>
                <a:cubicBezTo>
                  <a:pt x="312" y="296"/>
                  <a:pt x="312" y="297"/>
                  <a:pt x="311" y="297"/>
                </a:cubicBezTo>
                <a:cubicBezTo>
                  <a:pt x="311" y="297"/>
                  <a:pt x="311" y="297"/>
                  <a:pt x="311" y="297"/>
                </a:cubicBezTo>
                <a:cubicBezTo>
                  <a:pt x="311" y="297"/>
                  <a:pt x="311" y="297"/>
                  <a:pt x="311" y="297"/>
                </a:cubicBezTo>
                <a:cubicBezTo>
                  <a:pt x="310" y="297"/>
                  <a:pt x="311" y="297"/>
                  <a:pt x="310" y="297"/>
                </a:cubicBezTo>
                <a:cubicBezTo>
                  <a:pt x="310" y="297"/>
                  <a:pt x="310" y="297"/>
                  <a:pt x="310" y="297"/>
                </a:cubicBezTo>
                <a:cubicBezTo>
                  <a:pt x="310" y="297"/>
                  <a:pt x="310" y="297"/>
                  <a:pt x="310" y="297"/>
                </a:cubicBezTo>
                <a:cubicBezTo>
                  <a:pt x="310" y="298"/>
                  <a:pt x="310" y="297"/>
                  <a:pt x="310" y="297"/>
                </a:cubicBezTo>
                <a:cubicBezTo>
                  <a:pt x="310" y="297"/>
                  <a:pt x="310" y="297"/>
                  <a:pt x="310" y="297"/>
                </a:cubicBezTo>
                <a:cubicBezTo>
                  <a:pt x="310" y="297"/>
                  <a:pt x="310" y="297"/>
                  <a:pt x="310" y="297"/>
                </a:cubicBezTo>
                <a:cubicBezTo>
                  <a:pt x="310" y="297"/>
                  <a:pt x="310" y="297"/>
                  <a:pt x="309" y="297"/>
                </a:cubicBezTo>
                <a:cubicBezTo>
                  <a:pt x="309" y="297"/>
                  <a:pt x="309" y="297"/>
                  <a:pt x="309" y="296"/>
                </a:cubicBezTo>
                <a:cubicBezTo>
                  <a:pt x="309" y="296"/>
                  <a:pt x="309" y="296"/>
                  <a:pt x="309" y="296"/>
                </a:cubicBezTo>
                <a:cubicBezTo>
                  <a:pt x="309" y="296"/>
                  <a:pt x="309" y="296"/>
                  <a:pt x="309" y="296"/>
                </a:cubicBezTo>
                <a:cubicBezTo>
                  <a:pt x="309" y="297"/>
                  <a:pt x="309" y="296"/>
                  <a:pt x="309" y="296"/>
                </a:cubicBezTo>
                <a:cubicBezTo>
                  <a:pt x="308" y="296"/>
                  <a:pt x="308" y="296"/>
                  <a:pt x="308" y="296"/>
                </a:cubicBezTo>
                <a:cubicBezTo>
                  <a:pt x="308" y="296"/>
                  <a:pt x="308" y="296"/>
                  <a:pt x="308" y="296"/>
                </a:cubicBezTo>
                <a:cubicBezTo>
                  <a:pt x="308" y="297"/>
                  <a:pt x="308" y="297"/>
                  <a:pt x="307" y="297"/>
                </a:cubicBezTo>
                <a:cubicBezTo>
                  <a:pt x="307" y="297"/>
                  <a:pt x="307" y="297"/>
                  <a:pt x="307" y="296"/>
                </a:cubicBezTo>
                <a:cubicBezTo>
                  <a:pt x="307" y="296"/>
                  <a:pt x="307" y="296"/>
                  <a:pt x="307" y="296"/>
                </a:cubicBezTo>
                <a:cubicBezTo>
                  <a:pt x="307" y="296"/>
                  <a:pt x="307" y="296"/>
                  <a:pt x="307" y="296"/>
                </a:cubicBezTo>
                <a:cubicBezTo>
                  <a:pt x="307" y="296"/>
                  <a:pt x="307" y="297"/>
                  <a:pt x="307" y="297"/>
                </a:cubicBezTo>
                <a:cubicBezTo>
                  <a:pt x="307" y="297"/>
                  <a:pt x="307" y="297"/>
                  <a:pt x="307" y="297"/>
                </a:cubicBezTo>
                <a:cubicBezTo>
                  <a:pt x="307" y="297"/>
                  <a:pt x="307" y="297"/>
                  <a:pt x="307" y="297"/>
                </a:cubicBezTo>
                <a:cubicBezTo>
                  <a:pt x="307" y="297"/>
                  <a:pt x="308" y="297"/>
                  <a:pt x="308" y="297"/>
                </a:cubicBezTo>
                <a:cubicBezTo>
                  <a:pt x="308" y="297"/>
                  <a:pt x="308" y="297"/>
                  <a:pt x="309" y="297"/>
                </a:cubicBezTo>
                <a:cubicBezTo>
                  <a:pt x="309" y="298"/>
                  <a:pt x="309" y="298"/>
                  <a:pt x="309" y="298"/>
                </a:cubicBezTo>
                <a:cubicBezTo>
                  <a:pt x="308" y="298"/>
                  <a:pt x="308" y="298"/>
                  <a:pt x="308" y="298"/>
                </a:cubicBezTo>
                <a:cubicBezTo>
                  <a:pt x="308" y="298"/>
                  <a:pt x="308" y="298"/>
                  <a:pt x="308" y="298"/>
                </a:cubicBezTo>
                <a:cubicBezTo>
                  <a:pt x="307" y="298"/>
                  <a:pt x="307" y="298"/>
                  <a:pt x="306" y="298"/>
                </a:cubicBezTo>
                <a:cubicBezTo>
                  <a:pt x="306" y="298"/>
                  <a:pt x="306" y="298"/>
                  <a:pt x="306" y="298"/>
                </a:cubicBezTo>
                <a:cubicBezTo>
                  <a:pt x="306" y="298"/>
                  <a:pt x="306" y="298"/>
                  <a:pt x="306" y="298"/>
                </a:cubicBezTo>
                <a:cubicBezTo>
                  <a:pt x="306" y="298"/>
                  <a:pt x="306" y="298"/>
                  <a:pt x="306" y="298"/>
                </a:cubicBezTo>
                <a:cubicBezTo>
                  <a:pt x="306" y="298"/>
                  <a:pt x="306" y="298"/>
                  <a:pt x="306" y="298"/>
                </a:cubicBezTo>
                <a:cubicBezTo>
                  <a:pt x="306" y="299"/>
                  <a:pt x="306" y="299"/>
                  <a:pt x="306" y="299"/>
                </a:cubicBezTo>
                <a:cubicBezTo>
                  <a:pt x="306" y="299"/>
                  <a:pt x="307" y="299"/>
                  <a:pt x="307" y="299"/>
                </a:cubicBezTo>
                <a:cubicBezTo>
                  <a:pt x="307" y="299"/>
                  <a:pt x="307" y="299"/>
                  <a:pt x="307" y="299"/>
                </a:cubicBezTo>
                <a:cubicBezTo>
                  <a:pt x="307" y="299"/>
                  <a:pt x="307" y="299"/>
                  <a:pt x="307" y="299"/>
                </a:cubicBezTo>
                <a:cubicBezTo>
                  <a:pt x="307" y="299"/>
                  <a:pt x="306" y="299"/>
                  <a:pt x="306" y="300"/>
                </a:cubicBezTo>
                <a:cubicBezTo>
                  <a:pt x="307" y="300"/>
                  <a:pt x="307" y="300"/>
                  <a:pt x="307" y="300"/>
                </a:cubicBezTo>
                <a:cubicBezTo>
                  <a:pt x="307" y="299"/>
                  <a:pt x="307" y="299"/>
                  <a:pt x="308" y="299"/>
                </a:cubicBezTo>
                <a:cubicBezTo>
                  <a:pt x="308" y="299"/>
                  <a:pt x="308" y="299"/>
                  <a:pt x="308" y="299"/>
                </a:cubicBezTo>
                <a:cubicBezTo>
                  <a:pt x="308" y="299"/>
                  <a:pt x="308" y="299"/>
                  <a:pt x="308" y="299"/>
                </a:cubicBezTo>
                <a:cubicBezTo>
                  <a:pt x="308" y="299"/>
                  <a:pt x="308" y="299"/>
                  <a:pt x="308" y="299"/>
                </a:cubicBezTo>
                <a:cubicBezTo>
                  <a:pt x="308" y="299"/>
                  <a:pt x="308" y="299"/>
                  <a:pt x="308" y="299"/>
                </a:cubicBezTo>
                <a:cubicBezTo>
                  <a:pt x="308" y="299"/>
                  <a:pt x="308" y="299"/>
                  <a:pt x="308" y="299"/>
                </a:cubicBezTo>
                <a:cubicBezTo>
                  <a:pt x="309" y="299"/>
                  <a:pt x="309" y="299"/>
                  <a:pt x="309" y="299"/>
                </a:cubicBezTo>
                <a:cubicBezTo>
                  <a:pt x="309" y="299"/>
                  <a:pt x="309" y="299"/>
                  <a:pt x="309" y="299"/>
                </a:cubicBezTo>
                <a:cubicBezTo>
                  <a:pt x="309" y="299"/>
                  <a:pt x="310" y="299"/>
                  <a:pt x="309" y="300"/>
                </a:cubicBezTo>
                <a:cubicBezTo>
                  <a:pt x="309" y="300"/>
                  <a:pt x="309" y="300"/>
                  <a:pt x="309" y="300"/>
                </a:cubicBezTo>
                <a:cubicBezTo>
                  <a:pt x="309" y="300"/>
                  <a:pt x="309" y="300"/>
                  <a:pt x="309" y="300"/>
                </a:cubicBezTo>
                <a:cubicBezTo>
                  <a:pt x="308" y="300"/>
                  <a:pt x="308" y="300"/>
                  <a:pt x="308" y="300"/>
                </a:cubicBezTo>
                <a:cubicBezTo>
                  <a:pt x="308" y="300"/>
                  <a:pt x="307" y="300"/>
                  <a:pt x="307" y="300"/>
                </a:cubicBezTo>
                <a:cubicBezTo>
                  <a:pt x="307" y="300"/>
                  <a:pt x="307" y="300"/>
                  <a:pt x="307" y="301"/>
                </a:cubicBezTo>
                <a:cubicBezTo>
                  <a:pt x="307" y="301"/>
                  <a:pt x="306" y="301"/>
                  <a:pt x="307" y="301"/>
                </a:cubicBezTo>
                <a:cubicBezTo>
                  <a:pt x="307" y="301"/>
                  <a:pt x="307" y="301"/>
                  <a:pt x="307" y="301"/>
                </a:cubicBezTo>
                <a:cubicBezTo>
                  <a:pt x="306" y="302"/>
                  <a:pt x="306" y="302"/>
                  <a:pt x="306" y="302"/>
                </a:cubicBezTo>
                <a:cubicBezTo>
                  <a:pt x="305" y="302"/>
                  <a:pt x="305" y="302"/>
                  <a:pt x="305" y="302"/>
                </a:cubicBezTo>
                <a:cubicBezTo>
                  <a:pt x="306" y="302"/>
                  <a:pt x="305" y="301"/>
                  <a:pt x="305" y="301"/>
                </a:cubicBezTo>
                <a:cubicBezTo>
                  <a:pt x="305" y="301"/>
                  <a:pt x="305" y="301"/>
                  <a:pt x="305" y="301"/>
                </a:cubicBezTo>
                <a:cubicBezTo>
                  <a:pt x="305" y="301"/>
                  <a:pt x="306" y="301"/>
                  <a:pt x="306" y="300"/>
                </a:cubicBezTo>
                <a:cubicBezTo>
                  <a:pt x="306" y="300"/>
                  <a:pt x="305" y="300"/>
                  <a:pt x="305" y="301"/>
                </a:cubicBezTo>
                <a:cubicBezTo>
                  <a:pt x="305" y="301"/>
                  <a:pt x="305" y="301"/>
                  <a:pt x="305" y="301"/>
                </a:cubicBezTo>
                <a:cubicBezTo>
                  <a:pt x="305" y="301"/>
                  <a:pt x="305" y="301"/>
                  <a:pt x="305" y="301"/>
                </a:cubicBezTo>
                <a:cubicBezTo>
                  <a:pt x="305" y="301"/>
                  <a:pt x="305" y="301"/>
                  <a:pt x="305" y="301"/>
                </a:cubicBezTo>
                <a:cubicBezTo>
                  <a:pt x="305" y="301"/>
                  <a:pt x="305" y="301"/>
                  <a:pt x="305" y="300"/>
                </a:cubicBezTo>
                <a:cubicBezTo>
                  <a:pt x="305" y="300"/>
                  <a:pt x="305" y="300"/>
                  <a:pt x="305" y="300"/>
                </a:cubicBezTo>
                <a:cubicBezTo>
                  <a:pt x="305" y="300"/>
                  <a:pt x="305" y="300"/>
                  <a:pt x="305" y="300"/>
                </a:cubicBezTo>
                <a:cubicBezTo>
                  <a:pt x="305" y="300"/>
                  <a:pt x="305" y="300"/>
                  <a:pt x="305" y="300"/>
                </a:cubicBezTo>
                <a:cubicBezTo>
                  <a:pt x="305" y="300"/>
                  <a:pt x="305" y="300"/>
                  <a:pt x="305" y="300"/>
                </a:cubicBezTo>
                <a:cubicBezTo>
                  <a:pt x="305" y="299"/>
                  <a:pt x="306" y="299"/>
                  <a:pt x="306" y="299"/>
                </a:cubicBezTo>
                <a:cubicBezTo>
                  <a:pt x="306" y="299"/>
                  <a:pt x="306" y="299"/>
                  <a:pt x="306" y="299"/>
                </a:cubicBezTo>
                <a:cubicBezTo>
                  <a:pt x="306" y="299"/>
                  <a:pt x="306" y="299"/>
                  <a:pt x="306" y="298"/>
                </a:cubicBezTo>
                <a:cubicBezTo>
                  <a:pt x="306" y="298"/>
                  <a:pt x="306" y="298"/>
                  <a:pt x="306" y="299"/>
                </a:cubicBezTo>
                <a:cubicBezTo>
                  <a:pt x="306" y="299"/>
                  <a:pt x="305" y="299"/>
                  <a:pt x="305" y="299"/>
                </a:cubicBezTo>
                <a:cubicBezTo>
                  <a:pt x="305" y="299"/>
                  <a:pt x="305" y="299"/>
                  <a:pt x="305" y="299"/>
                </a:cubicBezTo>
                <a:cubicBezTo>
                  <a:pt x="305" y="299"/>
                  <a:pt x="305" y="299"/>
                  <a:pt x="305" y="299"/>
                </a:cubicBezTo>
                <a:cubicBezTo>
                  <a:pt x="305" y="299"/>
                  <a:pt x="305" y="299"/>
                  <a:pt x="305" y="299"/>
                </a:cubicBezTo>
                <a:cubicBezTo>
                  <a:pt x="305" y="299"/>
                  <a:pt x="305" y="299"/>
                  <a:pt x="305" y="299"/>
                </a:cubicBezTo>
                <a:cubicBezTo>
                  <a:pt x="305" y="300"/>
                  <a:pt x="305" y="300"/>
                  <a:pt x="304" y="300"/>
                </a:cubicBezTo>
                <a:cubicBezTo>
                  <a:pt x="304" y="300"/>
                  <a:pt x="304" y="300"/>
                  <a:pt x="304" y="300"/>
                </a:cubicBezTo>
                <a:cubicBezTo>
                  <a:pt x="304" y="300"/>
                  <a:pt x="304" y="300"/>
                  <a:pt x="304" y="300"/>
                </a:cubicBezTo>
                <a:cubicBezTo>
                  <a:pt x="304" y="300"/>
                  <a:pt x="304" y="300"/>
                  <a:pt x="304" y="299"/>
                </a:cubicBezTo>
                <a:cubicBezTo>
                  <a:pt x="304" y="299"/>
                  <a:pt x="304" y="299"/>
                  <a:pt x="304" y="299"/>
                </a:cubicBezTo>
                <a:cubicBezTo>
                  <a:pt x="304" y="299"/>
                  <a:pt x="304" y="299"/>
                  <a:pt x="304" y="299"/>
                </a:cubicBezTo>
                <a:cubicBezTo>
                  <a:pt x="304" y="299"/>
                  <a:pt x="304" y="299"/>
                  <a:pt x="304" y="299"/>
                </a:cubicBezTo>
                <a:cubicBezTo>
                  <a:pt x="304" y="299"/>
                  <a:pt x="304" y="299"/>
                  <a:pt x="304" y="299"/>
                </a:cubicBezTo>
                <a:cubicBezTo>
                  <a:pt x="304" y="299"/>
                  <a:pt x="304" y="299"/>
                  <a:pt x="304" y="299"/>
                </a:cubicBezTo>
                <a:cubicBezTo>
                  <a:pt x="304" y="299"/>
                  <a:pt x="304" y="299"/>
                  <a:pt x="304" y="300"/>
                </a:cubicBezTo>
                <a:cubicBezTo>
                  <a:pt x="304" y="300"/>
                  <a:pt x="304" y="300"/>
                  <a:pt x="304" y="301"/>
                </a:cubicBezTo>
                <a:cubicBezTo>
                  <a:pt x="304" y="301"/>
                  <a:pt x="304" y="301"/>
                  <a:pt x="304" y="301"/>
                </a:cubicBezTo>
                <a:cubicBezTo>
                  <a:pt x="304" y="301"/>
                  <a:pt x="304" y="301"/>
                  <a:pt x="304" y="301"/>
                </a:cubicBezTo>
                <a:cubicBezTo>
                  <a:pt x="303" y="300"/>
                  <a:pt x="303" y="300"/>
                  <a:pt x="303" y="300"/>
                </a:cubicBezTo>
                <a:cubicBezTo>
                  <a:pt x="303" y="300"/>
                  <a:pt x="303" y="300"/>
                  <a:pt x="302" y="300"/>
                </a:cubicBezTo>
                <a:cubicBezTo>
                  <a:pt x="302" y="301"/>
                  <a:pt x="302" y="301"/>
                  <a:pt x="302" y="301"/>
                </a:cubicBezTo>
                <a:cubicBezTo>
                  <a:pt x="302" y="301"/>
                  <a:pt x="302" y="301"/>
                  <a:pt x="302" y="301"/>
                </a:cubicBezTo>
                <a:cubicBezTo>
                  <a:pt x="302" y="301"/>
                  <a:pt x="302" y="301"/>
                  <a:pt x="302" y="301"/>
                </a:cubicBezTo>
                <a:cubicBezTo>
                  <a:pt x="302" y="301"/>
                  <a:pt x="303" y="301"/>
                  <a:pt x="303" y="301"/>
                </a:cubicBezTo>
                <a:cubicBezTo>
                  <a:pt x="303" y="301"/>
                  <a:pt x="303" y="301"/>
                  <a:pt x="303" y="301"/>
                </a:cubicBezTo>
                <a:cubicBezTo>
                  <a:pt x="303" y="301"/>
                  <a:pt x="303" y="301"/>
                  <a:pt x="303" y="301"/>
                </a:cubicBezTo>
                <a:cubicBezTo>
                  <a:pt x="303" y="302"/>
                  <a:pt x="303" y="302"/>
                  <a:pt x="303" y="302"/>
                </a:cubicBezTo>
                <a:cubicBezTo>
                  <a:pt x="303" y="302"/>
                  <a:pt x="303" y="302"/>
                  <a:pt x="303" y="302"/>
                </a:cubicBezTo>
                <a:cubicBezTo>
                  <a:pt x="304" y="302"/>
                  <a:pt x="303" y="302"/>
                  <a:pt x="303" y="302"/>
                </a:cubicBezTo>
                <a:cubicBezTo>
                  <a:pt x="303" y="302"/>
                  <a:pt x="303" y="302"/>
                  <a:pt x="303" y="302"/>
                </a:cubicBezTo>
                <a:cubicBezTo>
                  <a:pt x="303" y="303"/>
                  <a:pt x="303" y="302"/>
                  <a:pt x="303" y="303"/>
                </a:cubicBezTo>
                <a:cubicBezTo>
                  <a:pt x="303" y="303"/>
                  <a:pt x="303" y="303"/>
                  <a:pt x="303" y="303"/>
                </a:cubicBezTo>
                <a:cubicBezTo>
                  <a:pt x="303" y="303"/>
                  <a:pt x="303" y="303"/>
                  <a:pt x="303" y="303"/>
                </a:cubicBezTo>
                <a:cubicBezTo>
                  <a:pt x="302" y="303"/>
                  <a:pt x="302" y="303"/>
                  <a:pt x="302" y="303"/>
                </a:cubicBezTo>
                <a:cubicBezTo>
                  <a:pt x="302" y="303"/>
                  <a:pt x="302" y="303"/>
                  <a:pt x="302" y="303"/>
                </a:cubicBezTo>
                <a:cubicBezTo>
                  <a:pt x="302" y="303"/>
                  <a:pt x="302" y="303"/>
                  <a:pt x="302" y="303"/>
                </a:cubicBezTo>
                <a:cubicBezTo>
                  <a:pt x="302" y="303"/>
                  <a:pt x="302" y="303"/>
                  <a:pt x="302" y="303"/>
                </a:cubicBezTo>
                <a:cubicBezTo>
                  <a:pt x="302" y="303"/>
                  <a:pt x="302" y="304"/>
                  <a:pt x="302" y="304"/>
                </a:cubicBezTo>
                <a:cubicBezTo>
                  <a:pt x="302" y="304"/>
                  <a:pt x="302" y="304"/>
                  <a:pt x="302" y="304"/>
                </a:cubicBezTo>
                <a:cubicBezTo>
                  <a:pt x="301" y="304"/>
                  <a:pt x="301" y="304"/>
                  <a:pt x="302" y="304"/>
                </a:cubicBezTo>
                <a:cubicBezTo>
                  <a:pt x="302" y="304"/>
                  <a:pt x="302" y="304"/>
                  <a:pt x="302" y="304"/>
                </a:cubicBezTo>
                <a:cubicBezTo>
                  <a:pt x="302" y="304"/>
                  <a:pt x="302" y="304"/>
                  <a:pt x="302" y="304"/>
                </a:cubicBezTo>
                <a:cubicBezTo>
                  <a:pt x="302" y="304"/>
                  <a:pt x="302" y="304"/>
                  <a:pt x="302" y="304"/>
                </a:cubicBezTo>
                <a:cubicBezTo>
                  <a:pt x="302" y="304"/>
                  <a:pt x="302" y="304"/>
                  <a:pt x="302" y="304"/>
                </a:cubicBezTo>
                <a:cubicBezTo>
                  <a:pt x="302" y="304"/>
                  <a:pt x="302" y="305"/>
                  <a:pt x="301" y="304"/>
                </a:cubicBezTo>
                <a:cubicBezTo>
                  <a:pt x="301" y="304"/>
                  <a:pt x="301" y="305"/>
                  <a:pt x="301" y="305"/>
                </a:cubicBezTo>
                <a:cubicBezTo>
                  <a:pt x="301" y="305"/>
                  <a:pt x="301" y="305"/>
                  <a:pt x="301" y="305"/>
                </a:cubicBezTo>
                <a:cubicBezTo>
                  <a:pt x="301" y="305"/>
                  <a:pt x="300" y="306"/>
                  <a:pt x="300" y="306"/>
                </a:cubicBezTo>
                <a:cubicBezTo>
                  <a:pt x="300" y="306"/>
                  <a:pt x="300" y="306"/>
                  <a:pt x="300" y="306"/>
                </a:cubicBezTo>
                <a:cubicBezTo>
                  <a:pt x="300" y="306"/>
                  <a:pt x="299" y="306"/>
                  <a:pt x="299" y="306"/>
                </a:cubicBezTo>
                <a:cubicBezTo>
                  <a:pt x="299" y="306"/>
                  <a:pt x="299" y="306"/>
                  <a:pt x="299" y="306"/>
                </a:cubicBezTo>
                <a:cubicBezTo>
                  <a:pt x="299" y="306"/>
                  <a:pt x="298" y="306"/>
                  <a:pt x="298" y="306"/>
                </a:cubicBezTo>
                <a:cubicBezTo>
                  <a:pt x="298" y="306"/>
                  <a:pt x="298" y="305"/>
                  <a:pt x="298" y="305"/>
                </a:cubicBezTo>
                <a:cubicBezTo>
                  <a:pt x="299" y="305"/>
                  <a:pt x="299" y="305"/>
                  <a:pt x="299" y="304"/>
                </a:cubicBezTo>
                <a:cubicBezTo>
                  <a:pt x="299" y="304"/>
                  <a:pt x="300" y="304"/>
                  <a:pt x="300" y="304"/>
                </a:cubicBezTo>
                <a:cubicBezTo>
                  <a:pt x="300" y="303"/>
                  <a:pt x="300" y="303"/>
                  <a:pt x="300" y="303"/>
                </a:cubicBezTo>
                <a:cubicBezTo>
                  <a:pt x="301" y="303"/>
                  <a:pt x="301" y="303"/>
                  <a:pt x="301" y="302"/>
                </a:cubicBezTo>
                <a:cubicBezTo>
                  <a:pt x="301" y="302"/>
                  <a:pt x="301" y="302"/>
                  <a:pt x="301" y="302"/>
                </a:cubicBezTo>
                <a:cubicBezTo>
                  <a:pt x="301" y="302"/>
                  <a:pt x="302" y="302"/>
                  <a:pt x="301" y="302"/>
                </a:cubicBezTo>
                <a:cubicBezTo>
                  <a:pt x="301" y="302"/>
                  <a:pt x="301" y="302"/>
                  <a:pt x="301" y="302"/>
                </a:cubicBezTo>
                <a:cubicBezTo>
                  <a:pt x="301" y="302"/>
                  <a:pt x="301" y="302"/>
                  <a:pt x="301" y="303"/>
                </a:cubicBezTo>
                <a:cubicBezTo>
                  <a:pt x="301" y="302"/>
                  <a:pt x="301" y="302"/>
                  <a:pt x="301" y="302"/>
                </a:cubicBezTo>
                <a:cubicBezTo>
                  <a:pt x="301" y="302"/>
                  <a:pt x="301" y="302"/>
                  <a:pt x="301" y="302"/>
                </a:cubicBezTo>
                <a:cubicBezTo>
                  <a:pt x="301" y="302"/>
                  <a:pt x="301" y="301"/>
                  <a:pt x="301" y="302"/>
                </a:cubicBezTo>
                <a:cubicBezTo>
                  <a:pt x="301" y="302"/>
                  <a:pt x="301" y="302"/>
                  <a:pt x="300" y="302"/>
                </a:cubicBezTo>
                <a:cubicBezTo>
                  <a:pt x="300" y="302"/>
                  <a:pt x="300" y="302"/>
                  <a:pt x="300" y="302"/>
                </a:cubicBezTo>
                <a:cubicBezTo>
                  <a:pt x="300" y="303"/>
                  <a:pt x="300" y="303"/>
                  <a:pt x="300" y="303"/>
                </a:cubicBezTo>
                <a:cubicBezTo>
                  <a:pt x="300" y="303"/>
                  <a:pt x="300" y="303"/>
                  <a:pt x="300" y="302"/>
                </a:cubicBezTo>
                <a:cubicBezTo>
                  <a:pt x="300" y="302"/>
                  <a:pt x="300" y="302"/>
                  <a:pt x="300" y="301"/>
                </a:cubicBezTo>
                <a:cubicBezTo>
                  <a:pt x="300" y="301"/>
                  <a:pt x="300" y="301"/>
                  <a:pt x="300" y="301"/>
                </a:cubicBezTo>
                <a:cubicBezTo>
                  <a:pt x="300" y="301"/>
                  <a:pt x="300" y="301"/>
                  <a:pt x="301" y="301"/>
                </a:cubicBezTo>
                <a:cubicBezTo>
                  <a:pt x="301" y="301"/>
                  <a:pt x="301" y="301"/>
                  <a:pt x="301" y="300"/>
                </a:cubicBezTo>
                <a:cubicBezTo>
                  <a:pt x="301" y="300"/>
                  <a:pt x="301" y="300"/>
                  <a:pt x="302" y="300"/>
                </a:cubicBezTo>
                <a:cubicBezTo>
                  <a:pt x="302" y="300"/>
                  <a:pt x="302" y="300"/>
                  <a:pt x="301" y="300"/>
                </a:cubicBezTo>
                <a:cubicBezTo>
                  <a:pt x="301" y="300"/>
                  <a:pt x="301" y="300"/>
                  <a:pt x="301" y="299"/>
                </a:cubicBezTo>
                <a:cubicBezTo>
                  <a:pt x="301" y="299"/>
                  <a:pt x="301" y="299"/>
                  <a:pt x="301" y="300"/>
                </a:cubicBezTo>
                <a:cubicBezTo>
                  <a:pt x="301" y="300"/>
                  <a:pt x="301" y="300"/>
                  <a:pt x="301" y="300"/>
                </a:cubicBezTo>
                <a:cubicBezTo>
                  <a:pt x="301" y="300"/>
                  <a:pt x="300" y="300"/>
                  <a:pt x="300" y="300"/>
                </a:cubicBezTo>
                <a:cubicBezTo>
                  <a:pt x="300" y="300"/>
                  <a:pt x="300" y="301"/>
                  <a:pt x="300" y="301"/>
                </a:cubicBezTo>
                <a:cubicBezTo>
                  <a:pt x="300" y="301"/>
                  <a:pt x="300" y="301"/>
                  <a:pt x="299" y="301"/>
                </a:cubicBezTo>
                <a:cubicBezTo>
                  <a:pt x="299" y="301"/>
                  <a:pt x="299" y="301"/>
                  <a:pt x="299" y="301"/>
                </a:cubicBezTo>
                <a:cubicBezTo>
                  <a:pt x="299" y="302"/>
                  <a:pt x="299" y="302"/>
                  <a:pt x="299" y="302"/>
                </a:cubicBezTo>
                <a:cubicBezTo>
                  <a:pt x="299" y="302"/>
                  <a:pt x="299" y="302"/>
                  <a:pt x="299" y="302"/>
                </a:cubicBezTo>
                <a:cubicBezTo>
                  <a:pt x="298" y="302"/>
                  <a:pt x="298" y="302"/>
                  <a:pt x="298" y="302"/>
                </a:cubicBezTo>
                <a:cubicBezTo>
                  <a:pt x="298" y="302"/>
                  <a:pt x="298" y="302"/>
                  <a:pt x="298" y="302"/>
                </a:cubicBezTo>
                <a:cubicBezTo>
                  <a:pt x="299" y="302"/>
                  <a:pt x="299" y="301"/>
                  <a:pt x="299" y="301"/>
                </a:cubicBezTo>
                <a:cubicBezTo>
                  <a:pt x="299" y="301"/>
                  <a:pt x="299" y="300"/>
                  <a:pt x="299" y="300"/>
                </a:cubicBezTo>
                <a:cubicBezTo>
                  <a:pt x="299" y="300"/>
                  <a:pt x="300" y="300"/>
                  <a:pt x="300" y="300"/>
                </a:cubicBezTo>
                <a:cubicBezTo>
                  <a:pt x="299" y="300"/>
                  <a:pt x="299" y="300"/>
                  <a:pt x="299" y="300"/>
                </a:cubicBezTo>
                <a:cubicBezTo>
                  <a:pt x="299" y="300"/>
                  <a:pt x="298" y="300"/>
                  <a:pt x="298" y="300"/>
                </a:cubicBezTo>
                <a:cubicBezTo>
                  <a:pt x="298" y="300"/>
                  <a:pt x="298" y="300"/>
                  <a:pt x="298" y="300"/>
                </a:cubicBezTo>
                <a:cubicBezTo>
                  <a:pt x="298" y="300"/>
                  <a:pt x="298" y="300"/>
                  <a:pt x="298" y="300"/>
                </a:cubicBezTo>
                <a:cubicBezTo>
                  <a:pt x="298" y="300"/>
                  <a:pt x="298" y="300"/>
                  <a:pt x="298" y="299"/>
                </a:cubicBezTo>
                <a:cubicBezTo>
                  <a:pt x="297" y="299"/>
                  <a:pt x="297" y="299"/>
                  <a:pt x="297" y="299"/>
                </a:cubicBezTo>
                <a:cubicBezTo>
                  <a:pt x="297" y="299"/>
                  <a:pt x="297" y="299"/>
                  <a:pt x="297" y="299"/>
                </a:cubicBezTo>
                <a:cubicBezTo>
                  <a:pt x="297" y="300"/>
                  <a:pt x="297" y="300"/>
                  <a:pt x="297" y="300"/>
                </a:cubicBezTo>
                <a:cubicBezTo>
                  <a:pt x="297" y="300"/>
                  <a:pt x="297" y="300"/>
                  <a:pt x="296" y="300"/>
                </a:cubicBezTo>
                <a:cubicBezTo>
                  <a:pt x="296" y="300"/>
                  <a:pt x="296" y="300"/>
                  <a:pt x="296" y="300"/>
                </a:cubicBezTo>
                <a:cubicBezTo>
                  <a:pt x="296" y="300"/>
                  <a:pt x="296" y="300"/>
                  <a:pt x="296" y="300"/>
                </a:cubicBezTo>
                <a:cubicBezTo>
                  <a:pt x="296" y="300"/>
                  <a:pt x="295" y="300"/>
                  <a:pt x="295" y="300"/>
                </a:cubicBezTo>
                <a:cubicBezTo>
                  <a:pt x="295" y="300"/>
                  <a:pt x="295" y="300"/>
                  <a:pt x="295" y="300"/>
                </a:cubicBezTo>
                <a:cubicBezTo>
                  <a:pt x="295" y="301"/>
                  <a:pt x="295" y="301"/>
                  <a:pt x="296" y="301"/>
                </a:cubicBezTo>
                <a:cubicBezTo>
                  <a:pt x="296" y="301"/>
                  <a:pt x="296" y="301"/>
                  <a:pt x="296" y="301"/>
                </a:cubicBezTo>
                <a:cubicBezTo>
                  <a:pt x="296" y="301"/>
                  <a:pt x="296" y="301"/>
                  <a:pt x="297" y="300"/>
                </a:cubicBezTo>
                <a:cubicBezTo>
                  <a:pt x="297" y="300"/>
                  <a:pt x="297" y="300"/>
                  <a:pt x="297" y="300"/>
                </a:cubicBezTo>
                <a:cubicBezTo>
                  <a:pt x="297" y="300"/>
                  <a:pt x="298" y="300"/>
                  <a:pt x="298" y="300"/>
                </a:cubicBezTo>
                <a:cubicBezTo>
                  <a:pt x="298" y="300"/>
                  <a:pt x="299" y="300"/>
                  <a:pt x="299" y="300"/>
                </a:cubicBezTo>
                <a:cubicBezTo>
                  <a:pt x="298" y="301"/>
                  <a:pt x="298" y="301"/>
                  <a:pt x="298" y="301"/>
                </a:cubicBezTo>
                <a:cubicBezTo>
                  <a:pt x="298" y="302"/>
                  <a:pt x="298" y="302"/>
                  <a:pt x="298" y="302"/>
                </a:cubicBezTo>
                <a:cubicBezTo>
                  <a:pt x="298" y="302"/>
                  <a:pt x="298" y="302"/>
                  <a:pt x="298" y="302"/>
                </a:cubicBezTo>
                <a:cubicBezTo>
                  <a:pt x="298" y="302"/>
                  <a:pt x="298" y="302"/>
                  <a:pt x="298" y="303"/>
                </a:cubicBezTo>
                <a:cubicBezTo>
                  <a:pt x="298" y="303"/>
                  <a:pt x="298" y="303"/>
                  <a:pt x="298" y="303"/>
                </a:cubicBezTo>
                <a:cubicBezTo>
                  <a:pt x="297" y="303"/>
                  <a:pt x="297" y="303"/>
                  <a:pt x="297" y="303"/>
                </a:cubicBezTo>
                <a:cubicBezTo>
                  <a:pt x="297" y="303"/>
                  <a:pt x="297" y="303"/>
                  <a:pt x="297" y="303"/>
                </a:cubicBezTo>
                <a:cubicBezTo>
                  <a:pt x="297" y="303"/>
                  <a:pt x="297" y="303"/>
                  <a:pt x="297" y="303"/>
                </a:cubicBezTo>
                <a:cubicBezTo>
                  <a:pt x="297" y="303"/>
                  <a:pt x="298" y="303"/>
                  <a:pt x="297" y="303"/>
                </a:cubicBezTo>
                <a:cubicBezTo>
                  <a:pt x="297" y="304"/>
                  <a:pt x="297" y="304"/>
                  <a:pt x="297" y="304"/>
                </a:cubicBezTo>
                <a:cubicBezTo>
                  <a:pt x="297" y="304"/>
                  <a:pt x="297" y="304"/>
                  <a:pt x="297" y="304"/>
                </a:cubicBezTo>
                <a:cubicBezTo>
                  <a:pt x="297" y="304"/>
                  <a:pt x="297" y="304"/>
                  <a:pt x="297" y="304"/>
                </a:cubicBezTo>
                <a:cubicBezTo>
                  <a:pt x="297" y="304"/>
                  <a:pt x="297" y="304"/>
                  <a:pt x="297" y="304"/>
                </a:cubicBezTo>
                <a:cubicBezTo>
                  <a:pt x="297" y="304"/>
                  <a:pt x="297" y="304"/>
                  <a:pt x="297" y="303"/>
                </a:cubicBezTo>
                <a:cubicBezTo>
                  <a:pt x="297" y="303"/>
                  <a:pt x="297" y="303"/>
                  <a:pt x="297" y="303"/>
                </a:cubicBezTo>
                <a:cubicBezTo>
                  <a:pt x="297" y="303"/>
                  <a:pt x="297" y="303"/>
                  <a:pt x="297" y="303"/>
                </a:cubicBezTo>
                <a:cubicBezTo>
                  <a:pt x="297" y="303"/>
                  <a:pt x="297" y="303"/>
                  <a:pt x="297" y="303"/>
                </a:cubicBezTo>
                <a:cubicBezTo>
                  <a:pt x="297" y="303"/>
                  <a:pt x="296" y="303"/>
                  <a:pt x="296" y="303"/>
                </a:cubicBezTo>
                <a:cubicBezTo>
                  <a:pt x="296" y="303"/>
                  <a:pt x="297" y="303"/>
                  <a:pt x="297" y="303"/>
                </a:cubicBezTo>
                <a:cubicBezTo>
                  <a:pt x="297" y="303"/>
                  <a:pt x="296" y="303"/>
                  <a:pt x="296" y="303"/>
                </a:cubicBezTo>
                <a:cubicBezTo>
                  <a:pt x="296" y="303"/>
                  <a:pt x="296" y="303"/>
                  <a:pt x="296" y="303"/>
                </a:cubicBezTo>
                <a:cubicBezTo>
                  <a:pt x="296" y="303"/>
                  <a:pt x="295" y="302"/>
                  <a:pt x="295" y="302"/>
                </a:cubicBezTo>
                <a:cubicBezTo>
                  <a:pt x="295" y="302"/>
                  <a:pt x="295" y="302"/>
                  <a:pt x="295" y="302"/>
                </a:cubicBezTo>
                <a:cubicBezTo>
                  <a:pt x="295" y="301"/>
                  <a:pt x="295" y="301"/>
                  <a:pt x="295" y="300"/>
                </a:cubicBezTo>
                <a:cubicBezTo>
                  <a:pt x="295" y="300"/>
                  <a:pt x="295" y="299"/>
                  <a:pt x="295" y="299"/>
                </a:cubicBezTo>
                <a:cubicBezTo>
                  <a:pt x="294" y="298"/>
                  <a:pt x="294" y="298"/>
                  <a:pt x="294" y="298"/>
                </a:cubicBezTo>
                <a:cubicBezTo>
                  <a:pt x="294" y="298"/>
                  <a:pt x="294" y="298"/>
                  <a:pt x="294" y="298"/>
                </a:cubicBezTo>
                <a:cubicBezTo>
                  <a:pt x="293" y="298"/>
                  <a:pt x="293" y="298"/>
                  <a:pt x="293" y="297"/>
                </a:cubicBezTo>
                <a:cubicBezTo>
                  <a:pt x="293" y="297"/>
                  <a:pt x="293" y="297"/>
                  <a:pt x="293" y="297"/>
                </a:cubicBezTo>
                <a:cubicBezTo>
                  <a:pt x="293" y="297"/>
                  <a:pt x="293" y="297"/>
                  <a:pt x="293" y="297"/>
                </a:cubicBezTo>
                <a:cubicBezTo>
                  <a:pt x="292" y="297"/>
                  <a:pt x="292" y="297"/>
                  <a:pt x="293" y="297"/>
                </a:cubicBezTo>
                <a:cubicBezTo>
                  <a:pt x="293" y="297"/>
                  <a:pt x="293" y="297"/>
                  <a:pt x="293" y="297"/>
                </a:cubicBezTo>
                <a:cubicBezTo>
                  <a:pt x="293" y="297"/>
                  <a:pt x="293" y="297"/>
                  <a:pt x="293" y="296"/>
                </a:cubicBezTo>
                <a:cubicBezTo>
                  <a:pt x="292" y="296"/>
                  <a:pt x="292" y="296"/>
                  <a:pt x="292" y="296"/>
                </a:cubicBezTo>
                <a:cubicBezTo>
                  <a:pt x="292" y="296"/>
                  <a:pt x="293" y="296"/>
                  <a:pt x="293" y="296"/>
                </a:cubicBezTo>
                <a:cubicBezTo>
                  <a:pt x="293" y="296"/>
                  <a:pt x="293" y="296"/>
                  <a:pt x="293" y="296"/>
                </a:cubicBezTo>
                <a:cubicBezTo>
                  <a:pt x="293" y="296"/>
                  <a:pt x="293" y="296"/>
                  <a:pt x="293" y="295"/>
                </a:cubicBezTo>
                <a:cubicBezTo>
                  <a:pt x="293" y="295"/>
                  <a:pt x="293" y="295"/>
                  <a:pt x="293" y="295"/>
                </a:cubicBezTo>
                <a:cubicBezTo>
                  <a:pt x="293" y="295"/>
                  <a:pt x="293" y="295"/>
                  <a:pt x="293" y="295"/>
                </a:cubicBezTo>
                <a:cubicBezTo>
                  <a:pt x="293" y="295"/>
                  <a:pt x="293" y="294"/>
                  <a:pt x="294" y="294"/>
                </a:cubicBezTo>
                <a:cubicBezTo>
                  <a:pt x="294" y="294"/>
                  <a:pt x="294" y="294"/>
                  <a:pt x="294" y="294"/>
                </a:cubicBezTo>
                <a:cubicBezTo>
                  <a:pt x="294" y="294"/>
                  <a:pt x="294" y="293"/>
                  <a:pt x="294" y="293"/>
                </a:cubicBezTo>
                <a:cubicBezTo>
                  <a:pt x="294" y="293"/>
                  <a:pt x="294" y="293"/>
                  <a:pt x="294" y="293"/>
                </a:cubicBezTo>
                <a:cubicBezTo>
                  <a:pt x="295" y="293"/>
                  <a:pt x="295" y="293"/>
                  <a:pt x="295" y="293"/>
                </a:cubicBezTo>
                <a:cubicBezTo>
                  <a:pt x="295" y="293"/>
                  <a:pt x="295" y="293"/>
                  <a:pt x="295" y="293"/>
                </a:cubicBezTo>
                <a:cubicBezTo>
                  <a:pt x="295" y="292"/>
                  <a:pt x="295" y="292"/>
                  <a:pt x="295" y="292"/>
                </a:cubicBezTo>
                <a:cubicBezTo>
                  <a:pt x="295" y="293"/>
                  <a:pt x="295" y="293"/>
                  <a:pt x="295" y="292"/>
                </a:cubicBezTo>
                <a:cubicBezTo>
                  <a:pt x="296" y="292"/>
                  <a:pt x="296" y="292"/>
                  <a:pt x="296" y="292"/>
                </a:cubicBezTo>
                <a:cubicBezTo>
                  <a:pt x="296" y="292"/>
                  <a:pt x="296" y="292"/>
                  <a:pt x="296" y="292"/>
                </a:cubicBezTo>
                <a:cubicBezTo>
                  <a:pt x="296" y="291"/>
                  <a:pt x="296" y="291"/>
                  <a:pt x="296" y="291"/>
                </a:cubicBezTo>
                <a:cubicBezTo>
                  <a:pt x="297" y="291"/>
                  <a:pt x="297" y="291"/>
                  <a:pt x="298" y="291"/>
                </a:cubicBezTo>
                <a:cubicBezTo>
                  <a:pt x="298" y="291"/>
                  <a:pt x="298" y="291"/>
                  <a:pt x="298" y="291"/>
                </a:cubicBezTo>
                <a:cubicBezTo>
                  <a:pt x="298" y="291"/>
                  <a:pt x="299" y="291"/>
                  <a:pt x="299" y="291"/>
                </a:cubicBezTo>
                <a:cubicBezTo>
                  <a:pt x="299" y="291"/>
                  <a:pt x="299" y="291"/>
                  <a:pt x="299" y="291"/>
                </a:cubicBezTo>
                <a:cubicBezTo>
                  <a:pt x="299" y="292"/>
                  <a:pt x="299" y="292"/>
                  <a:pt x="300" y="292"/>
                </a:cubicBezTo>
                <a:cubicBezTo>
                  <a:pt x="300" y="292"/>
                  <a:pt x="300" y="292"/>
                  <a:pt x="300" y="293"/>
                </a:cubicBezTo>
                <a:cubicBezTo>
                  <a:pt x="300" y="293"/>
                  <a:pt x="299" y="293"/>
                  <a:pt x="299" y="293"/>
                </a:cubicBezTo>
                <a:cubicBezTo>
                  <a:pt x="299" y="293"/>
                  <a:pt x="299" y="293"/>
                  <a:pt x="299" y="293"/>
                </a:cubicBezTo>
                <a:cubicBezTo>
                  <a:pt x="299" y="293"/>
                  <a:pt x="299" y="293"/>
                  <a:pt x="299" y="293"/>
                </a:cubicBezTo>
                <a:cubicBezTo>
                  <a:pt x="299" y="293"/>
                  <a:pt x="299" y="293"/>
                  <a:pt x="299" y="293"/>
                </a:cubicBezTo>
                <a:cubicBezTo>
                  <a:pt x="299" y="293"/>
                  <a:pt x="300" y="293"/>
                  <a:pt x="300" y="293"/>
                </a:cubicBezTo>
                <a:cubicBezTo>
                  <a:pt x="300" y="293"/>
                  <a:pt x="300" y="293"/>
                  <a:pt x="300" y="293"/>
                </a:cubicBezTo>
                <a:cubicBezTo>
                  <a:pt x="300" y="293"/>
                  <a:pt x="300" y="293"/>
                  <a:pt x="300" y="293"/>
                </a:cubicBezTo>
                <a:cubicBezTo>
                  <a:pt x="300" y="293"/>
                  <a:pt x="300" y="294"/>
                  <a:pt x="300" y="294"/>
                </a:cubicBezTo>
                <a:cubicBezTo>
                  <a:pt x="300" y="294"/>
                  <a:pt x="300" y="294"/>
                  <a:pt x="300" y="294"/>
                </a:cubicBezTo>
                <a:cubicBezTo>
                  <a:pt x="300" y="295"/>
                  <a:pt x="300" y="295"/>
                  <a:pt x="300" y="295"/>
                </a:cubicBezTo>
                <a:cubicBezTo>
                  <a:pt x="300" y="295"/>
                  <a:pt x="301" y="295"/>
                  <a:pt x="301" y="296"/>
                </a:cubicBezTo>
                <a:cubicBezTo>
                  <a:pt x="301" y="296"/>
                  <a:pt x="301" y="296"/>
                  <a:pt x="301" y="296"/>
                </a:cubicBezTo>
                <a:cubicBezTo>
                  <a:pt x="301" y="296"/>
                  <a:pt x="301" y="297"/>
                  <a:pt x="301" y="297"/>
                </a:cubicBezTo>
                <a:cubicBezTo>
                  <a:pt x="302" y="297"/>
                  <a:pt x="302" y="297"/>
                  <a:pt x="302" y="297"/>
                </a:cubicBezTo>
                <a:cubicBezTo>
                  <a:pt x="302" y="297"/>
                  <a:pt x="302" y="297"/>
                  <a:pt x="303" y="297"/>
                </a:cubicBezTo>
                <a:cubicBezTo>
                  <a:pt x="302" y="297"/>
                  <a:pt x="302" y="297"/>
                  <a:pt x="302" y="297"/>
                </a:cubicBezTo>
                <a:cubicBezTo>
                  <a:pt x="302" y="297"/>
                  <a:pt x="302" y="297"/>
                  <a:pt x="302" y="297"/>
                </a:cubicBezTo>
                <a:cubicBezTo>
                  <a:pt x="302" y="297"/>
                  <a:pt x="302" y="296"/>
                  <a:pt x="301" y="296"/>
                </a:cubicBezTo>
                <a:cubicBezTo>
                  <a:pt x="301" y="296"/>
                  <a:pt x="301" y="295"/>
                  <a:pt x="301" y="295"/>
                </a:cubicBezTo>
                <a:cubicBezTo>
                  <a:pt x="301" y="295"/>
                  <a:pt x="301" y="295"/>
                  <a:pt x="301" y="295"/>
                </a:cubicBezTo>
                <a:cubicBezTo>
                  <a:pt x="301" y="294"/>
                  <a:pt x="301" y="294"/>
                  <a:pt x="301" y="293"/>
                </a:cubicBezTo>
                <a:cubicBezTo>
                  <a:pt x="301" y="293"/>
                  <a:pt x="301" y="293"/>
                  <a:pt x="301" y="293"/>
                </a:cubicBezTo>
                <a:cubicBezTo>
                  <a:pt x="301" y="293"/>
                  <a:pt x="301" y="293"/>
                  <a:pt x="301" y="293"/>
                </a:cubicBezTo>
                <a:cubicBezTo>
                  <a:pt x="301" y="293"/>
                  <a:pt x="301" y="292"/>
                  <a:pt x="301" y="292"/>
                </a:cubicBezTo>
                <a:cubicBezTo>
                  <a:pt x="301" y="292"/>
                  <a:pt x="301" y="292"/>
                  <a:pt x="301" y="293"/>
                </a:cubicBezTo>
                <a:cubicBezTo>
                  <a:pt x="301" y="293"/>
                  <a:pt x="302" y="293"/>
                  <a:pt x="302" y="293"/>
                </a:cubicBezTo>
                <a:cubicBezTo>
                  <a:pt x="302" y="293"/>
                  <a:pt x="302" y="293"/>
                  <a:pt x="302" y="293"/>
                </a:cubicBezTo>
                <a:cubicBezTo>
                  <a:pt x="302" y="293"/>
                  <a:pt x="302" y="293"/>
                  <a:pt x="302" y="293"/>
                </a:cubicBezTo>
                <a:cubicBezTo>
                  <a:pt x="302" y="293"/>
                  <a:pt x="302" y="293"/>
                  <a:pt x="302" y="293"/>
                </a:cubicBezTo>
                <a:cubicBezTo>
                  <a:pt x="302" y="293"/>
                  <a:pt x="302" y="293"/>
                  <a:pt x="302" y="293"/>
                </a:cubicBezTo>
                <a:cubicBezTo>
                  <a:pt x="301" y="293"/>
                  <a:pt x="301" y="293"/>
                  <a:pt x="301" y="292"/>
                </a:cubicBezTo>
                <a:cubicBezTo>
                  <a:pt x="301" y="292"/>
                  <a:pt x="301" y="292"/>
                  <a:pt x="301" y="291"/>
                </a:cubicBezTo>
                <a:cubicBezTo>
                  <a:pt x="300" y="291"/>
                  <a:pt x="301" y="291"/>
                  <a:pt x="301" y="291"/>
                </a:cubicBezTo>
                <a:cubicBezTo>
                  <a:pt x="301" y="291"/>
                  <a:pt x="302" y="291"/>
                  <a:pt x="302" y="291"/>
                </a:cubicBezTo>
                <a:cubicBezTo>
                  <a:pt x="303" y="291"/>
                  <a:pt x="303" y="291"/>
                  <a:pt x="303" y="292"/>
                </a:cubicBezTo>
                <a:cubicBezTo>
                  <a:pt x="303" y="292"/>
                  <a:pt x="303" y="292"/>
                  <a:pt x="303" y="292"/>
                </a:cubicBezTo>
                <a:cubicBezTo>
                  <a:pt x="303" y="292"/>
                  <a:pt x="303" y="292"/>
                  <a:pt x="303" y="292"/>
                </a:cubicBezTo>
                <a:cubicBezTo>
                  <a:pt x="303" y="292"/>
                  <a:pt x="303" y="292"/>
                  <a:pt x="303" y="292"/>
                </a:cubicBezTo>
                <a:cubicBezTo>
                  <a:pt x="303" y="292"/>
                  <a:pt x="303" y="292"/>
                  <a:pt x="303" y="292"/>
                </a:cubicBezTo>
                <a:cubicBezTo>
                  <a:pt x="303" y="291"/>
                  <a:pt x="302" y="291"/>
                  <a:pt x="302" y="291"/>
                </a:cubicBezTo>
                <a:cubicBezTo>
                  <a:pt x="302" y="291"/>
                  <a:pt x="302" y="291"/>
                  <a:pt x="302" y="291"/>
                </a:cubicBezTo>
                <a:cubicBezTo>
                  <a:pt x="301" y="290"/>
                  <a:pt x="301" y="290"/>
                  <a:pt x="301" y="290"/>
                </a:cubicBezTo>
                <a:cubicBezTo>
                  <a:pt x="301" y="290"/>
                  <a:pt x="301" y="290"/>
                  <a:pt x="301" y="290"/>
                </a:cubicBezTo>
                <a:cubicBezTo>
                  <a:pt x="300" y="290"/>
                  <a:pt x="300" y="290"/>
                  <a:pt x="300" y="290"/>
                </a:cubicBezTo>
                <a:cubicBezTo>
                  <a:pt x="300" y="289"/>
                  <a:pt x="300" y="289"/>
                  <a:pt x="300" y="289"/>
                </a:cubicBezTo>
                <a:cubicBezTo>
                  <a:pt x="300" y="288"/>
                  <a:pt x="300" y="288"/>
                  <a:pt x="300" y="288"/>
                </a:cubicBezTo>
                <a:cubicBezTo>
                  <a:pt x="300" y="288"/>
                  <a:pt x="301" y="288"/>
                  <a:pt x="301" y="288"/>
                </a:cubicBezTo>
                <a:cubicBezTo>
                  <a:pt x="301" y="288"/>
                  <a:pt x="301" y="288"/>
                  <a:pt x="301" y="288"/>
                </a:cubicBezTo>
                <a:cubicBezTo>
                  <a:pt x="301" y="288"/>
                  <a:pt x="301" y="287"/>
                  <a:pt x="302" y="287"/>
                </a:cubicBezTo>
                <a:cubicBezTo>
                  <a:pt x="302" y="287"/>
                  <a:pt x="302" y="287"/>
                  <a:pt x="302" y="287"/>
                </a:cubicBezTo>
                <a:cubicBezTo>
                  <a:pt x="302" y="287"/>
                  <a:pt x="302" y="287"/>
                  <a:pt x="303" y="287"/>
                </a:cubicBezTo>
                <a:cubicBezTo>
                  <a:pt x="303" y="287"/>
                  <a:pt x="303" y="288"/>
                  <a:pt x="303" y="288"/>
                </a:cubicBezTo>
                <a:cubicBezTo>
                  <a:pt x="303" y="288"/>
                  <a:pt x="303" y="288"/>
                  <a:pt x="303" y="288"/>
                </a:cubicBezTo>
                <a:cubicBezTo>
                  <a:pt x="303" y="288"/>
                  <a:pt x="303" y="288"/>
                  <a:pt x="303" y="288"/>
                </a:cubicBezTo>
                <a:cubicBezTo>
                  <a:pt x="303" y="288"/>
                  <a:pt x="303" y="288"/>
                  <a:pt x="303" y="288"/>
                </a:cubicBezTo>
                <a:cubicBezTo>
                  <a:pt x="303" y="288"/>
                  <a:pt x="303" y="289"/>
                  <a:pt x="303" y="289"/>
                </a:cubicBezTo>
                <a:cubicBezTo>
                  <a:pt x="303" y="289"/>
                  <a:pt x="303" y="290"/>
                  <a:pt x="303" y="290"/>
                </a:cubicBezTo>
                <a:cubicBezTo>
                  <a:pt x="303" y="290"/>
                  <a:pt x="304" y="291"/>
                  <a:pt x="304" y="291"/>
                </a:cubicBezTo>
                <a:cubicBezTo>
                  <a:pt x="304" y="291"/>
                  <a:pt x="304" y="291"/>
                  <a:pt x="304" y="291"/>
                </a:cubicBezTo>
                <a:cubicBezTo>
                  <a:pt x="304" y="291"/>
                  <a:pt x="304" y="291"/>
                  <a:pt x="304" y="290"/>
                </a:cubicBezTo>
                <a:cubicBezTo>
                  <a:pt x="304" y="290"/>
                  <a:pt x="304" y="290"/>
                  <a:pt x="304" y="290"/>
                </a:cubicBezTo>
                <a:cubicBezTo>
                  <a:pt x="304" y="290"/>
                  <a:pt x="304" y="290"/>
                  <a:pt x="304" y="290"/>
                </a:cubicBezTo>
                <a:cubicBezTo>
                  <a:pt x="304" y="290"/>
                  <a:pt x="304" y="290"/>
                  <a:pt x="304" y="290"/>
                </a:cubicBezTo>
                <a:cubicBezTo>
                  <a:pt x="304" y="290"/>
                  <a:pt x="304" y="289"/>
                  <a:pt x="304" y="289"/>
                </a:cubicBezTo>
                <a:cubicBezTo>
                  <a:pt x="304" y="289"/>
                  <a:pt x="304" y="289"/>
                  <a:pt x="304" y="289"/>
                </a:cubicBezTo>
                <a:cubicBezTo>
                  <a:pt x="304" y="289"/>
                  <a:pt x="305" y="289"/>
                  <a:pt x="305" y="289"/>
                </a:cubicBezTo>
                <a:cubicBezTo>
                  <a:pt x="305" y="290"/>
                  <a:pt x="305" y="290"/>
                  <a:pt x="305" y="290"/>
                </a:cubicBezTo>
                <a:cubicBezTo>
                  <a:pt x="305" y="290"/>
                  <a:pt x="305" y="290"/>
                  <a:pt x="305" y="290"/>
                </a:cubicBezTo>
                <a:cubicBezTo>
                  <a:pt x="305" y="290"/>
                  <a:pt x="305" y="290"/>
                  <a:pt x="305" y="290"/>
                </a:cubicBezTo>
                <a:cubicBezTo>
                  <a:pt x="305" y="290"/>
                  <a:pt x="305" y="290"/>
                  <a:pt x="305" y="290"/>
                </a:cubicBezTo>
                <a:cubicBezTo>
                  <a:pt x="305" y="290"/>
                  <a:pt x="305" y="290"/>
                  <a:pt x="305" y="290"/>
                </a:cubicBezTo>
                <a:cubicBezTo>
                  <a:pt x="305" y="290"/>
                  <a:pt x="305" y="290"/>
                  <a:pt x="305" y="290"/>
                </a:cubicBezTo>
                <a:cubicBezTo>
                  <a:pt x="305" y="290"/>
                  <a:pt x="305" y="290"/>
                  <a:pt x="305" y="290"/>
                </a:cubicBezTo>
                <a:cubicBezTo>
                  <a:pt x="305" y="290"/>
                  <a:pt x="305" y="289"/>
                  <a:pt x="305" y="289"/>
                </a:cubicBezTo>
                <a:cubicBezTo>
                  <a:pt x="305" y="289"/>
                  <a:pt x="305" y="289"/>
                  <a:pt x="305" y="289"/>
                </a:cubicBezTo>
                <a:cubicBezTo>
                  <a:pt x="305" y="289"/>
                  <a:pt x="304" y="289"/>
                  <a:pt x="304" y="289"/>
                </a:cubicBezTo>
                <a:cubicBezTo>
                  <a:pt x="304" y="289"/>
                  <a:pt x="304" y="289"/>
                  <a:pt x="304" y="288"/>
                </a:cubicBezTo>
                <a:cubicBezTo>
                  <a:pt x="304" y="288"/>
                  <a:pt x="304" y="288"/>
                  <a:pt x="304" y="288"/>
                </a:cubicBezTo>
                <a:cubicBezTo>
                  <a:pt x="305" y="288"/>
                  <a:pt x="305" y="288"/>
                  <a:pt x="305" y="289"/>
                </a:cubicBezTo>
                <a:cubicBezTo>
                  <a:pt x="306" y="289"/>
                  <a:pt x="306" y="289"/>
                  <a:pt x="306" y="289"/>
                </a:cubicBezTo>
                <a:cubicBezTo>
                  <a:pt x="306" y="289"/>
                  <a:pt x="306" y="289"/>
                  <a:pt x="306" y="289"/>
                </a:cubicBezTo>
                <a:cubicBezTo>
                  <a:pt x="306" y="289"/>
                  <a:pt x="306" y="289"/>
                  <a:pt x="306" y="289"/>
                </a:cubicBezTo>
                <a:cubicBezTo>
                  <a:pt x="306" y="289"/>
                  <a:pt x="306" y="289"/>
                  <a:pt x="306" y="289"/>
                </a:cubicBezTo>
                <a:cubicBezTo>
                  <a:pt x="306" y="290"/>
                  <a:pt x="306" y="290"/>
                  <a:pt x="306" y="290"/>
                </a:cubicBezTo>
                <a:cubicBezTo>
                  <a:pt x="306" y="290"/>
                  <a:pt x="306" y="290"/>
                  <a:pt x="307" y="290"/>
                </a:cubicBezTo>
                <a:cubicBezTo>
                  <a:pt x="307" y="290"/>
                  <a:pt x="307" y="290"/>
                  <a:pt x="307" y="290"/>
                </a:cubicBezTo>
                <a:cubicBezTo>
                  <a:pt x="307" y="290"/>
                  <a:pt x="307" y="289"/>
                  <a:pt x="307" y="289"/>
                </a:cubicBezTo>
                <a:cubicBezTo>
                  <a:pt x="307" y="288"/>
                  <a:pt x="307" y="288"/>
                  <a:pt x="306" y="288"/>
                </a:cubicBezTo>
                <a:cubicBezTo>
                  <a:pt x="306" y="288"/>
                  <a:pt x="306" y="287"/>
                  <a:pt x="306" y="287"/>
                </a:cubicBezTo>
                <a:cubicBezTo>
                  <a:pt x="306" y="287"/>
                  <a:pt x="306" y="287"/>
                  <a:pt x="306" y="287"/>
                </a:cubicBezTo>
                <a:cubicBezTo>
                  <a:pt x="306" y="287"/>
                  <a:pt x="307" y="287"/>
                  <a:pt x="307" y="287"/>
                </a:cubicBezTo>
                <a:cubicBezTo>
                  <a:pt x="307" y="287"/>
                  <a:pt x="307" y="288"/>
                  <a:pt x="307" y="288"/>
                </a:cubicBezTo>
                <a:cubicBezTo>
                  <a:pt x="307" y="288"/>
                  <a:pt x="307" y="288"/>
                  <a:pt x="308" y="288"/>
                </a:cubicBezTo>
                <a:cubicBezTo>
                  <a:pt x="308" y="288"/>
                  <a:pt x="308" y="288"/>
                  <a:pt x="307" y="287"/>
                </a:cubicBezTo>
                <a:cubicBezTo>
                  <a:pt x="307" y="287"/>
                  <a:pt x="307" y="287"/>
                  <a:pt x="307" y="287"/>
                </a:cubicBezTo>
                <a:cubicBezTo>
                  <a:pt x="307" y="287"/>
                  <a:pt x="307" y="287"/>
                  <a:pt x="306" y="286"/>
                </a:cubicBezTo>
                <a:cubicBezTo>
                  <a:pt x="306" y="286"/>
                  <a:pt x="306" y="286"/>
                  <a:pt x="306" y="286"/>
                </a:cubicBezTo>
                <a:cubicBezTo>
                  <a:pt x="306" y="286"/>
                  <a:pt x="306" y="286"/>
                  <a:pt x="306" y="285"/>
                </a:cubicBezTo>
                <a:cubicBezTo>
                  <a:pt x="306" y="285"/>
                  <a:pt x="306" y="285"/>
                  <a:pt x="306" y="285"/>
                </a:cubicBezTo>
                <a:cubicBezTo>
                  <a:pt x="306" y="286"/>
                  <a:pt x="306" y="286"/>
                  <a:pt x="306" y="286"/>
                </a:cubicBezTo>
                <a:cubicBezTo>
                  <a:pt x="306" y="286"/>
                  <a:pt x="307" y="286"/>
                  <a:pt x="307" y="286"/>
                </a:cubicBezTo>
                <a:cubicBezTo>
                  <a:pt x="307" y="286"/>
                  <a:pt x="307" y="286"/>
                  <a:pt x="308" y="286"/>
                </a:cubicBezTo>
                <a:cubicBezTo>
                  <a:pt x="308" y="286"/>
                  <a:pt x="308" y="286"/>
                  <a:pt x="308" y="287"/>
                </a:cubicBezTo>
                <a:cubicBezTo>
                  <a:pt x="308" y="287"/>
                  <a:pt x="308" y="287"/>
                  <a:pt x="308" y="286"/>
                </a:cubicBezTo>
                <a:cubicBezTo>
                  <a:pt x="308" y="286"/>
                  <a:pt x="308" y="286"/>
                  <a:pt x="309" y="286"/>
                </a:cubicBezTo>
                <a:cubicBezTo>
                  <a:pt x="309" y="286"/>
                  <a:pt x="309" y="286"/>
                  <a:pt x="309" y="286"/>
                </a:cubicBezTo>
                <a:cubicBezTo>
                  <a:pt x="309" y="287"/>
                  <a:pt x="310" y="287"/>
                  <a:pt x="310" y="287"/>
                </a:cubicBezTo>
                <a:cubicBezTo>
                  <a:pt x="310" y="287"/>
                  <a:pt x="310" y="287"/>
                  <a:pt x="310" y="287"/>
                </a:cubicBezTo>
                <a:cubicBezTo>
                  <a:pt x="310" y="287"/>
                  <a:pt x="310" y="287"/>
                  <a:pt x="310" y="287"/>
                </a:cubicBezTo>
                <a:cubicBezTo>
                  <a:pt x="310" y="287"/>
                  <a:pt x="309" y="288"/>
                  <a:pt x="309" y="288"/>
                </a:cubicBezTo>
                <a:cubicBezTo>
                  <a:pt x="309" y="288"/>
                  <a:pt x="309" y="288"/>
                  <a:pt x="309" y="288"/>
                </a:cubicBezTo>
                <a:cubicBezTo>
                  <a:pt x="309" y="288"/>
                  <a:pt x="309" y="288"/>
                  <a:pt x="309" y="288"/>
                </a:cubicBezTo>
                <a:cubicBezTo>
                  <a:pt x="309" y="289"/>
                  <a:pt x="309" y="289"/>
                  <a:pt x="309" y="290"/>
                </a:cubicBezTo>
                <a:cubicBezTo>
                  <a:pt x="309" y="290"/>
                  <a:pt x="309" y="290"/>
                  <a:pt x="309" y="290"/>
                </a:cubicBezTo>
                <a:cubicBezTo>
                  <a:pt x="309" y="290"/>
                  <a:pt x="309" y="290"/>
                  <a:pt x="310" y="290"/>
                </a:cubicBezTo>
                <a:cubicBezTo>
                  <a:pt x="310" y="290"/>
                  <a:pt x="310" y="290"/>
                  <a:pt x="310" y="290"/>
                </a:cubicBezTo>
                <a:cubicBezTo>
                  <a:pt x="310" y="289"/>
                  <a:pt x="310" y="289"/>
                  <a:pt x="310" y="289"/>
                </a:cubicBezTo>
                <a:cubicBezTo>
                  <a:pt x="310" y="288"/>
                  <a:pt x="310" y="288"/>
                  <a:pt x="310" y="288"/>
                </a:cubicBezTo>
                <a:cubicBezTo>
                  <a:pt x="310" y="288"/>
                  <a:pt x="310" y="288"/>
                  <a:pt x="310" y="288"/>
                </a:cubicBezTo>
                <a:cubicBezTo>
                  <a:pt x="310" y="288"/>
                  <a:pt x="310" y="288"/>
                  <a:pt x="311" y="288"/>
                </a:cubicBezTo>
                <a:cubicBezTo>
                  <a:pt x="311" y="288"/>
                  <a:pt x="311" y="288"/>
                  <a:pt x="311" y="288"/>
                </a:cubicBezTo>
                <a:cubicBezTo>
                  <a:pt x="311" y="288"/>
                  <a:pt x="311" y="288"/>
                  <a:pt x="311" y="288"/>
                </a:cubicBezTo>
                <a:cubicBezTo>
                  <a:pt x="311" y="288"/>
                  <a:pt x="311" y="288"/>
                  <a:pt x="311" y="288"/>
                </a:cubicBezTo>
                <a:cubicBezTo>
                  <a:pt x="311" y="287"/>
                  <a:pt x="311" y="287"/>
                  <a:pt x="311" y="287"/>
                </a:cubicBezTo>
                <a:cubicBezTo>
                  <a:pt x="312" y="288"/>
                  <a:pt x="312" y="288"/>
                  <a:pt x="312" y="288"/>
                </a:cubicBezTo>
                <a:cubicBezTo>
                  <a:pt x="312" y="288"/>
                  <a:pt x="312" y="287"/>
                  <a:pt x="312" y="287"/>
                </a:cubicBezTo>
                <a:cubicBezTo>
                  <a:pt x="312" y="287"/>
                  <a:pt x="312" y="287"/>
                  <a:pt x="312" y="287"/>
                </a:cubicBezTo>
                <a:cubicBezTo>
                  <a:pt x="312" y="287"/>
                  <a:pt x="312" y="287"/>
                  <a:pt x="312" y="287"/>
                </a:cubicBezTo>
                <a:cubicBezTo>
                  <a:pt x="312" y="287"/>
                  <a:pt x="312" y="287"/>
                  <a:pt x="312" y="287"/>
                </a:cubicBezTo>
                <a:cubicBezTo>
                  <a:pt x="312" y="287"/>
                  <a:pt x="312" y="287"/>
                  <a:pt x="312" y="287"/>
                </a:cubicBezTo>
                <a:cubicBezTo>
                  <a:pt x="313" y="287"/>
                  <a:pt x="313" y="287"/>
                  <a:pt x="313" y="287"/>
                </a:cubicBezTo>
                <a:cubicBezTo>
                  <a:pt x="313" y="287"/>
                  <a:pt x="313" y="287"/>
                  <a:pt x="313" y="287"/>
                </a:cubicBezTo>
                <a:cubicBezTo>
                  <a:pt x="313" y="287"/>
                  <a:pt x="313" y="287"/>
                  <a:pt x="313" y="288"/>
                </a:cubicBezTo>
                <a:cubicBezTo>
                  <a:pt x="314" y="288"/>
                  <a:pt x="314" y="288"/>
                  <a:pt x="314" y="288"/>
                </a:cubicBezTo>
                <a:cubicBezTo>
                  <a:pt x="313" y="288"/>
                  <a:pt x="313" y="288"/>
                  <a:pt x="313" y="288"/>
                </a:cubicBezTo>
                <a:cubicBezTo>
                  <a:pt x="313" y="288"/>
                  <a:pt x="313" y="288"/>
                  <a:pt x="313" y="288"/>
                </a:cubicBezTo>
                <a:cubicBezTo>
                  <a:pt x="314" y="288"/>
                  <a:pt x="314" y="288"/>
                  <a:pt x="314" y="288"/>
                </a:cubicBezTo>
                <a:cubicBezTo>
                  <a:pt x="314" y="288"/>
                  <a:pt x="314" y="288"/>
                  <a:pt x="314" y="288"/>
                </a:cubicBezTo>
                <a:cubicBezTo>
                  <a:pt x="314" y="288"/>
                  <a:pt x="314" y="289"/>
                  <a:pt x="314" y="289"/>
                </a:cubicBezTo>
                <a:cubicBezTo>
                  <a:pt x="314" y="289"/>
                  <a:pt x="314" y="289"/>
                  <a:pt x="314" y="289"/>
                </a:cubicBezTo>
                <a:cubicBezTo>
                  <a:pt x="314" y="289"/>
                  <a:pt x="313" y="289"/>
                  <a:pt x="313" y="289"/>
                </a:cubicBezTo>
                <a:cubicBezTo>
                  <a:pt x="313" y="289"/>
                  <a:pt x="313" y="289"/>
                  <a:pt x="313" y="289"/>
                </a:cubicBezTo>
                <a:cubicBezTo>
                  <a:pt x="313" y="289"/>
                  <a:pt x="313" y="290"/>
                  <a:pt x="313" y="290"/>
                </a:cubicBezTo>
                <a:cubicBezTo>
                  <a:pt x="313" y="290"/>
                  <a:pt x="313" y="290"/>
                  <a:pt x="313" y="290"/>
                </a:cubicBezTo>
                <a:cubicBezTo>
                  <a:pt x="312" y="290"/>
                  <a:pt x="312" y="290"/>
                  <a:pt x="312" y="290"/>
                </a:cubicBezTo>
                <a:cubicBezTo>
                  <a:pt x="312" y="290"/>
                  <a:pt x="312" y="290"/>
                  <a:pt x="312" y="290"/>
                </a:cubicBezTo>
                <a:cubicBezTo>
                  <a:pt x="312" y="290"/>
                  <a:pt x="312" y="290"/>
                  <a:pt x="313" y="290"/>
                </a:cubicBezTo>
                <a:cubicBezTo>
                  <a:pt x="313" y="290"/>
                  <a:pt x="313" y="290"/>
                  <a:pt x="313" y="290"/>
                </a:cubicBezTo>
                <a:cubicBezTo>
                  <a:pt x="313" y="290"/>
                  <a:pt x="313" y="290"/>
                  <a:pt x="313" y="291"/>
                </a:cubicBezTo>
                <a:cubicBezTo>
                  <a:pt x="313" y="291"/>
                  <a:pt x="313" y="291"/>
                  <a:pt x="313" y="291"/>
                </a:cubicBezTo>
                <a:cubicBezTo>
                  <a:pt x="313" y="291"/>
                  <a:pt x="313" y="291"/>
                  <a:pt x="313" y="291"/>
                </a:cubicBezTo>
                <a:cubicBezTo>
                  <a:pt x="313" y="291"/>
                  <a:pt x="313" y="291"/>
                  <a:pt x="314" y="291"/>
                </a:cubicBezTo>
                <a:cubicBezTo>
                  <a:pt x="314" y="291"/>
                  <a:pt x="314" y="291"/>
                  <a:pt x="313" y="291"/>
                </a:cubicBezTo>
                <a:cubicBezTo>
                  <a:pt x="313" y="291"/>
                  <a:pt x="313" y="291"/>
                  <a:pt x="313" y="291"/>
                </a:cubicBezTo>
                <a:cubicBezTo>
                  <a:pt x="313" y="292"/>
                  <a:pt x="313" y="292"/>
                  <a:pt x="313" y="292"/>
                </a:cubicBezTo>
                <a:cubicBezTo>
                  <a:pt x="313" y="292"/>
                  <a:pt x="313" y="292"/>
                  <a:pt x="313" y="292"/>
                </a:cubicBezTo>
                <a:cubicBezTo>
                  <a:pt x="313" y="292"/>
                  <a:pt x="313" y="292"/>
                  <a:pt x="314" y="292"/>
                </a:cubicBezTo>
                <a:cubicBezTo>
                  <a:pt x="314" y="292"/>
                  <a:pt x="314" y="292"/>
                  <a:pt x="314" y="292"/>
                </a:cubicBezTo>
                <a:cubicBezTo>
                  <a:pt x="315" y="292"/>
                  <a:pt x="315" y="292"/>
                  <a:pt x="315" y="292"/>
                </a:cubicBezTo>
                <a:cubicBezTo>
                  <a:pt x="315" y="292"/>
                  <a:pt x="315" y="292"/>
                  <a:pt x="315" y="292"/>
                </a:cubicBezTo>
                <a:cubicBezTo>
                  <a:pt x="315" y="292"/>
                  <a:pt x="315" y="292"/>
                  <a:pt x="316" y="292"/>
                </a:cubicBezTo>
                <a:cubicBezTo>
                  <a:pt x="316" y="292"/>
                  <a:pt x="316" y="292"/>
                  <a:pt x="316" y="292"/>
                </a:cubicBezTo>
                <a:close/>
                <a:moveTo>
                  <a:pt x="302" y="290"/>
                </a:moveTo>
                <a:cubicBezTo>
                  <a:pt x="302" y="290"/>
                  <a:pt x="302" y="290"/>
                  <a:pt x="302" y="290"/>
                </a:cubicBezTo>
                <a:cubicBezTo>
                  <a:pt x="302" y="290"/>
                  <a:pt x="302" y="290"/>
                  <a:pt x="302" y="290"/>
                </a:cubicBezTo>
                <a:close/>
                <a:moveTo>
                  <a:pt x="310" y="292"/>
                </a:moveTo>
                <a:cubicBezTo>
                  <a:pt x="310" y="292"/>
                  <a:pt x="310" y="292"/>
                  <a:pt x="310" y="292"/>
                </a:cubicBezTo>
                <a:close/>
                <a:moveTo>
                  <a:pt x="313" y="290"/>
                </a:moveTo>
                <a:cubicBezTo>
                  <a:pt x="313" y="290"/>
                  <a:pt x="313" y="290"/>
                  <a:pt x="313" y="290"/>
                </a:cubicBezTo>
                <a:cubicBezTo>
                  <a:pt x="313" y="290"/>
                  <a:pt x="313" y="290"/>
                  <a:pt x="313" y="290"/>
                </a:cubicBezTo>
                <a:cubicBezTo>
                  <a:pt x="313" y="290"/>
                  <a:pt x="313" y="290"/>
                  <a:pt x="313" y="290"/>
                </a:cubicBezTo>
                <a:close/>
                <a:moveTo>
                  <a:pt x="285" y="320"/>
                </a:moveTo>
                <a:cubicBezTo>
                  <a:pt x="285" y="320"/>
                  <a:pt x="285" y="320"/>
                  <a:pt x="285" y="320"/>
                </a:cubicBezTo>
                <a:cubicBezTo>
                  <a:pt x="285" y="319"/>
                  <a:pt x="285" y="320"/>
                  <a:pt x="285" y="320"/>
                </a:cubicBezTo>
                <a:cubicBezTo>
                  <a:pt x="285" y="320"/>
                  <a:pt x="285" y="321"/>
                  <a:pt x="284" y="321"/>
                </a:cubicBezTo>
                <a:cubicBezTo>
                  <a:pt x="284" y="321"/>
                  <a:pt x="284" y="321"/>
                  <a:pt x="284" y="321"/>
                </a:cubicBezTo>
                <a:cubicBezTo>
                  <a:pt x="284" y="321"/>
                  <a:pt x="284" y="321"/>
                  <a:pt x="284" y="322"/>
                </a:cubicBezTo>
                <a:cubicBezTo>
                  <a:pt x="284" y="322"/>
                  <a:pt x="284" y="322"/>
                  <a:pt x="284" y="322"/>
                </a:cubicBezTo>
                <a:cubicBezTo>
                  <a:pt x="284" y="322"/>
                  <a:pt x="285" y="322"/>
                  <a:pt x="285" y="322"/>
                </a:cubicBezTo>
                <a:cubicBezTo>
                  <a:pt x="285" y="322"/>
                  <a:pt x="285" y="322"/>
                  <a:pt x="285" y="322"/>
                </a:cubicBezTo>
                <a:cubicBezTo>
                  <a:pt x="285" y="322"/>
                  <a:pt x="286" y="321"/>
                  <a:pt x="285" y="321"/>
                </a:cubicBezTo>
                <a:cubicBezTo>
                  <a:pt x="285" y="321"/>
                  <a:pt x="285" y="320"/>
                  <a:pt x="285" y="320"/>
                </a:cubicBezTo>
                <a:close/>
                <a:moveTo>
                  <a:pt x="318" y="281"/>
                </a:moveTo>
                <a:cubicBezTo>
                  <a:pt x="318" y="281"/>
                  <a:pt x="318" y="281"/>
                  <a:pt x="317" y="282"/>
                </a:cubicBezTo>
                <a:cubicBezTo>
                  <a:pt x="317" y="282"/>
                  <a:pt x="317" y="282"/>
                  <a:pt x="317" y="282"/>
                </a:cubicBezTo>
                <a:cubicBezTo>
                  <a:pt x="317" y="282"/>
                  <a:pt x="317" y="282"/>
                  <a:pt x="317" y="282"/>
                </a:cubicBezTo>
                <a:cubicBezTo>
                  <a:pt x="317" y="282"/>
                  <a:pt x="317" y="283"/>
                  <a:pt x="316" y="283"/>
                </a:cubicBezTo>
                <a:cubicBezTo>
                  <a:pt x="316" y="283"/>
                  <a:pt x="316" y="283"/>
                  <a:pt x="316" y="282"/>
                </a:cubicBezTo>
                <a:cubicBezTo>
                  <a:pt x="316" y="282"/>
                  <a:pt x="316" y="282"/>
                  <a:pt x="316" y="282"/>
                </a:cubicBezTo>
                <a:cubicBezTo>
                  <a:pt x="316" y="282"/>
                  <a:pt x="315" y="282"/>
                  <a:pt x="315" y="282"/>
                </a:cubicBezTo>
                <a:cubicBezTo>
                  <a:pt x="315" y="282"/>
                  <a:pt x="315" y="281"/>
                  <a:pt x="315" y="281"/>
                </a:cubicBezTo>
                <a:cubicBezTo>
                  <a:pt x="315" y="281"/>
                  <a:pt x="315" y="281"/>
                  <a:pt x="315" y="281"/>
                </a:cubicBezTo>
                <a:cubicBezTo>
                  <a:pt x="315" y="281"/>
                  <a:pt x="315" y="281"/>
                  <a:pt x="315" y="281"/>
                </a:cubicBezTo>
                <a:cubicBezTo>
                  <a:pt x="315" y="281"/>
                  <a:pt x="315" y="281"/>
                  <a:pt x="315" y="281"/>
                </a:cubicBezTo>
                <a:cubicBezTo>
                  <a:pt x="314" y="281"/>
                  <a:pt x="314" y="282"/>
                  <a:pt x="315" y="282"/>
                </a:cubicBezTo>
                <a:cubicBezTo>
                  <a:pt x="315" y="282"/>
                  <a:pt x="315" y="282"/>
                  <a:pt x="315" y="282"/>
                </a:cubicBezTo>
                <a:cubicBezTo>
                  <a:pt x="315" y="282"/>
                  <a:pt x="315" y="282"/>
                  <a:pt x="314" y="282"/>
                </a:cubicBezTo>
                <a:cubicBezTo>
                  <a:pt x="314" y="282"/>
                  <a:pt x="314" y="282"/>
                  <a:pt x="314" y="282"/>
                </a:cubicBezTo>
                <a:cubicBezTo>
                  <a:pt x="314" y="282"/>
                  <a:pt x="314" y="283"/>
                  <a:pt x="315" y="283"/>
                </a:cubicBezTo>
                <a:cubicBezTo>
                  <a:pt x="315" y="283"/>
                  <a:pt x="315" y="283"/>
                  <a:pt x="315" y="283"/>
                </a:cubicBezTo>
                <a:cubicBezTo>
                  <a:pt x="314" y="283"/>
                  <a:pt x="314" y="283"/>
                  <a:pt x="314" y="283"/>
                </a:cubicBezTo>
                <a:cubicBezTo>
                  <a:pt x="314" y="283"/>
                  <a:pt x="314" y="283"/>
                  <a:pt x="314" y="283"/>
                </a:cubicBezTo>
                <a:cubicBezTo>
                  <a:pt x="314" y="283"/>
                  <a:pt x="314" y="283"/>
                  <a:pt x="314" y="283"/>
                </a:cubicBezTo>
                <a:cubicBezTo>
                  <a:pt x="313" y="283"/>
                  <a:pt x="313" y="283"/>
                  <a:pt x="313" y="283"/>
                </a:cubicBezTo>
                <a:cubicBezTo>
                  <a:pt x="313" y="283"/>
                  <a:pt x="313" y="283"/>
                  <a:pt x="313" y="283"/>
                </a:cubicBezTo>
                <a:cubicBezTo>
                  <a:pt x="313" y="283"/>
                  <a:pt x="313" y="283"/>
                  <a:pt x="312" y="284"/>
                </a:cubicBezTo>
                <a:cubicBezTo>
                  <a:pt x="312" y="284"/>
                  <a:pt x="312" y="284"/>
                  <a:pt x="312" y="284"/>
                </a:cubicBezTo>
                <a:cubicBezTo>
                  <a:pt x="312" y="284"/>
                  <a:pt x="312" y="283"/>
                  <a:pt x="312" y="283"/>
                </a:cubicBezTo>
                <a:cubicBezTo>
                  <a:pt x="312" y="283"/>
                  <a:pt x="312" y="282"/>
                  <a:pt x="312" y="282"/>
                </a:cubicBezTo>
                <a:cubicBezTo>
                  <a:pt x="312" y="282"/>
                  <a:pt x="312" y="282"/>
                  <a:pt x="312" y="282"/>
                </a:cubicBezTo>
                <a:cubicBezTo>
                  <a:pt x="312" y="282"/>
                  <a:pt x="312" y="282"/>
                  <a:pt x="312" y="282"/>
                </a:cubicBezTo>
                <a:cubicBezTo>
                  <a:pt x="312" y="283"/>
                  <a:pt x="312" y="283"/>
                  <a:pt x="312" y="283"/>
                </a:cubicBezTo>
                <a:cubicBezTo>
                  <a:pt x="312" y="284"/>
                  <a:pt x="312" y="284"/>
                  <a:pt x="312" y="284"/>
                </a:cubicBezTo>
                <a:cubicBezTo>
                  <a:pt x="312" y="284"/>
                  <a:pt x="311" y="284"/>
                  <a:pt x="311" y="284"/>
                </a:cubicBezTo>
                <a:cubicBezTo>
                  <a:pt x="311" y="284"/>
                  <a:pt x="311" y="284"/>
                  <a:pt x="311" y="284"/>
                </a:cubicBezTo>
                <a:cubicBezTo>
                  <a:pt x="311" y="285"/>
                  <a:pt x="311" y="284"/>
                  <a:pt x="310" y="284"/>
                </a:cubicBezTo>
                <a:cubicBezTo>
                  <a:pt x="310" y="284"/>
                  <a:pt x="310" y="284"/>
                  <a:pt x="310" y="284"/>
                </a:cubicBezTo>
                <a:cubicBezTo>
                  <a:pt x="310" y="284"/>
                  <a:pt x="310" y="284"/>
                  <a:pt x="310" y="284"/>
                </a:cubicBezTo>
                <a:cubicBezTo>
                  <a:pt x="310" y="284"/>
                  <a:pt x="310" y="284"/>
                  <a:pt x="310" y="285"/>
                </a:cubicBezTo>
                <a:cubicBezTo>
                  <a:pt x="311" y="285"/>
                  <a:pt x="310" y="285"/>
                  <a:pt x="310" y="285"/>
                </a:cubicBezTo>
                <a:cubicBezTo>
                  <a:pt x="310" y="285"/>
                  <a:pt x="310" y="285"/>
                  <a:pt x="310" y="285"/>
                </a:cubicBezTo>
                <a:cubicBezTo>
                  <a:pt x="309" y="285"/>
                  <a:pt x="309" y="285"/>
                  <a:pt x="308" y="285"/>
                </a:cubicBezTo>
                <a:cubicBezTo>
                  <a:pt x="308" y="284"/>
                  <a:pt x="308" y="284"/>
                  <a:pt x="308" y="284"/>
                </a:cubicBezTo>
                <a:cubicBezTo>
                  <a:pt x="308" y="284"/>
                  <a:pt x="308" y="283"/>
                  <a:pt x="308" y="283"/>
                </a:cubicBezTo>
                <a:cubicBezTo>
                  <a:pt x="308" y="283"/>
                  <a:pt x="307" y="283"/>
                  <a:pt x="307" y="283"/>
                </a:cubicBezTo>
                <a:cubicBezTo>
                  <a:pt x="307" y="284"/>
                  <a:pt x="307" y="283"/>
                  <a:pt x="307" y="283"/>
                </a:cubicBezTo>
                <a:cubicBezTo>
                  <a:pt x="307" y="283"/>
                  <a:pt x="307" y="283"/>
                  <a:pt x="307" y="283"/>
                </a:cubicBezTo>
                <a:cubicBezTo>
                  <a:pt x="307" y="283"/>
                  <a:pt x="307" y="283"/>
                  <a:pt x="307" y="283"/>
                </a:cubicBezTo>
                <a:cubicBezTo>
                  <a:pt x="306" y="283"/>
                  <a:pt x="306" y="282"/>
                  <a:pt x="306" y="282"/>
                </a:cubicBezTo>
                <a:cubicBezTo>
                  <a:pt x="306" y="282"/>
                  <a:pt x="307" y="282"/>
                  <a:pt x="307" y="282"/>
                </a:cubicBezTo>
                <a:cubicBezTo>
                  <a:pt x="307" y="282"/>
                  <a:pt x="307" y="282"/>
                  <a:pt x="307" y="282"/>
                </a:cubicBezTo>
                <a:cubicBezTo>
                  <a:pt x="307" y="282"/>
                  <a:pt x="307" y="282"/>
                  <a:pt x="307" y="282"/>
                </a:cubicBezTo>
                <a:cubicBezTo>
                  <a:pt x="308" y="282"/>
                  <a:pt x="308" y="282"/>
                  <a:pt x="308" y="282"/>
                </a:cubicBezTo>
                <a:cubicBezTo>
                  <a:pt x="308" y="282"/>
                  <a:pt x="308" y="282"/>
                  <a:pt x="308" y="282"/>
                </a:cubicBezTo>
                <a:cubicBezTo>
                  <a:pt x="308" y="282"/>
                  <a:pt x="308" y="282"/>
                  <a:pt x="308" y="282"/>
                </a:cubicBezTo>
                <a:cubicBezTo>
                  <a:pt x="309" y="282"/>
                  <a:pt x="308" y="282"/>
                  <a:pt x="308" y="282"/>
                </a:cubicBezTo>
                <a:cubicBezTo>
                  <a:pt x="309" y="282"/>
                  <a:pt x="309" y="282"/>
                  <a:pt x="309" y="282"/>
                </a:cubicBezTo>
                <a:cubicBezTo>
                  <a:pt x="309" y="282"/>
                  <a:pt x="309" y="282"/>
                  <a:pt x="309" y="282"/>
                </a:cubicBezTo>
                <a:cubicBezTo>
                  <a:pt x="309" y="282"/>
                  <a:pt x="309" y="282"/>
                  <a:pt x="309" y="282"/>
                </a:cubicBezTo>
                <a:cubicBezTo>
                  <a:pt x="309" y="282"/>
                  <a:pt x="309" y="282"/>
                  <a:pt x="308" y="282"/>
                </a:cubicBezTo>
                <a:cubicBezTo>
                  <a:pt x="308" y="282"/>
                  <a:pt x="308" y="281"/>
                  <a:pt x="308" y="281"/>
                </a:cubicBezTo>
                <a:cubicBezTo>
                  <a:pt x="308" y="281"/>
                  <a:pt x="308" y="281"/>
                  <a:pt x="308" y="281"/>
                </a:cubicBezTo>
                <a:cubicBezTo>
                  <a:pt x="307" y="281"/>
                  <a:pt x="307" y="281"/>
                  <a:pt x="308" y="280"/>
                </a:cubicBezTo>
                <a:cubicBezTo>
                  <a:pt x="308" y="280"/>
                  <a:pt x="308" y="280"/>
                  <a:pt x="308" y="280"/>
                </a:cubicBezTo>
                <a:cubicBezTo>
                  <a:pt x="309" y="280"/>
                  <a:pt x="309" y="280"/>
                  <a:pt x="309" y="281"/>
                </a:cubicBezTo>
                <a:cubicBezTo>
                  <a:pt x="309" y="281"/>
                  <a:pt x="309" y="281"/>
                  <a:pt x="309" y="281"/>
                </a:cubicBezTo>
                <a:cubicBezTo>
                  <a:pt x="310" y="280"/>
                  <a:pt x="310" y="280"/>
                  <a:pt x="310" y="281"/>
                </a:cubicBezTo>
                <a:cubicBezTo>
                  <a:pt x="310" y="281"/>
                  <a:pt x="310" y="281"/>
                  <a:pt x="311" y="281"/>
                </a:cubicBezTo>
                <a:cubicBezTo>
                  <a:pt x="311" y="281"/>
                  <a:pt x="311" y="281"/>
                  <a:pt x="311" y="280"/>
                </a:cubicBezTo>
                <a:cubicBezTo>
                  <a:pt x="310" y="280"/>
                  <a:pt x="310" y="280"/>
                  <a:pt x="310" y="280"/>
                </a:cubicBezTo>
                <a:cubicBezTo>
                  <a:pt x="310" y="280"/>
                  <a:pt x="310" y="279"/>
                  <a:pt x="310" y="279"/>
                </a:cubicBezTo>
                <a:cubicBezTo>
                  <a:pt x="310" y="279"/>
                  <a:pt x="310" y="279"/>
                  <a:pt x="310" y="279"/>
                </a:cubicBezTo>
                <a:cubicBezTo>
                  <a:pt x="310" y="279"/>
                  <a:pt x="310" y="280"/>
                  <a:pt x="310" y="279"/>
                </a:cubicBezTo>
                <a:cubicBezTo>
                  <a:pt x="311" y="279"/>
                  <a:pt x="310" y="279"/>
                  <a:pt x="310" y="279"/>
                </a:cubicBezTo>
                <a:cubicBezTo>
                  <a:pt x="310" y="279"/>
                  <a:pt x="310" y="279"/>
                  <a:pt x="310" y="279"/>
                </a:cubicBezTo>
                <a:cubicBezTo>
                  <a:pt x="310" y="279"/>
                  <a:pt x="310" y="279"/>
                  <a:pt x="309" y="279"/>
                </a:cubicBezTo>
                <a:cubicBezTo>
                  <a:pt x="309" y="279"/>
                  <a:pt x="309" y="278"/>
                  <a:pt x="309" y="278"/>
                </a:cubicBezTo>
                <a:cubicBezTo>
                  <a:pt x="309" y="278"/>
                  <a:pt x="310" y="278"/>
                  <a:pt x="310" y="278"/>
                </a:cubicBezTo>
                <a:cubicBezTo>
                  <a:pt x="310" y="278"/>
                  <a:pt x="310" y="278"/>
                  <a:pt x="310" y="278"/>
                </a:cubicBezTo>
                <a:cubicBezTo>
                  <a:pt x="310" y="278"/>
                  <a:pt x="310" y="278"/>
                  <a:pt x="310" y="278"/>
                </a:cubicBezTo>
                <a:cubicBezTo>
                  <a:pt x="310" y="278"/>
                  <a:pt x="311" y="278"/>
                  <a:pt x="311" y="278"/>
                </a:cubicBezTo>
                <a:cubicBezTo>
                  <a:pt x="311" y="278"/>
                  <a:pt x="311" y="278"/>
                  <a:pt x="311" y="278"/>
                </a:cubicBezTo>
                <a:cubicBezTo>
                  <a:pt x="311" y="278"/>
                  <a:pt x="311" y="278"/>
                  <a:pt x="311" y="278"/>
                </a:cubicBezTo>
                <a:cubicBezTo>
                  <a:pt x="311" y="278"/>
                  <a:pt x="311" y="278"/>
                  <a:pt x="311" y="277"/>
                </a:cubicBezTo>
                <a:cubicBezTo>
                  <a:pt x="311" y="277"/>
                  <a:pt x="311" y="277"/>
                  <a:pt x="311" y="277"/>
                </a:cubicBezTo>
                <a:cubicBezTo>
                  <a:pt x="312" y="277"/>
                  <a:pt x="312" y="277"/>
                  <a:pt x="312" y="277"/>
                </a:cubicBezTo>
                <a:cubicBezTo>
                  <a:pt x="312" y="278"/>
                  <a:pt x="312" y="278"/>
                  <a:pt x="312" y="278"/>
                </a:cubicBezTo>
                <a:cubicBezTo>
                  <a:pt x="312" y="277"/>
                  <a:pt x="312" y="277"/>
                  <a:pt x="312" y="277"/>
                </a:cubicBezTo>
                <a:cubicBezTo>
                  <a:pt x="312" y="278"/>
                  <a:pt x="313" y="278"/>
                  <a:pt x="313" y="277"/>
                </a:cubicBezTo>
                <a:cubicBezTo>
                  <a:pt x="313" y="278"/>
                  <a:pt x="313" y="278"/>
                  <a:pt x="313" y="278"/>
                </a:cubicBezTo>
                <a:cubicBezTo>
                  <a:pt x="313" y="278"/>
                  <a:pt x="313" y="278"/>
                  <a:pt x="313" y="278"/>
                </a:cubicBezTo>
                <a:cubicBezTo>
                  <a:pt x="313" y="278"/>
                  <a:pt x="313" y="279"/>
                  <a:pt x="313" y="279"/>
                </a:cubicBezTo>
                <a:cubicBezTo>
                  <a:pt x="313" y="279"/>
                  <a:pt x="313" y="279"/>
                  <a:pt x="313" y="279"/>
                </a:cubicBezTo>
                <a:cubicBezTo>
                  <a:pt x="313" y="279"/>
                  <a:pt x="313" y="279"/>
                  <a:pt x="313" y="279"/>
                </a:cubicBezTo>
                <a:cubicBezTo>
                  <a:pt x="313" y="279"/>
                  <a:pt x="313" y="279"/>
                  <a:pt x="313" y="279"/>
                </a:cubicBezTo>
                <a:cubicBezTo>
                  <a:pt x="313" y="279"/>
                  <a:pt x="313" y="279"/>
                  <a:pt x="313" y="279"/>
                </a:cubicBezTo>
                <a:cubicBezTo>
                  <a:pt x="314" y="279"/>
                  <a:pt x="314" y="280"/>
                  <a:pt x="314" y="280"/>
                </a:cubicBezTo>
                <a:cubicBezTo>
                  <a:pt x="314" y="280"/>
                  <a:pt x="314" y="280"/>
                  <a:pt x="314" y="279"/>
                </a:cubicBezTo>
                <a:cubicBezTo>
                  <a:pt x="314" y="279"/>
                  <a:pt x="314" y="279"/>
                  <a:pt x="314" y="279"/>
                </a:cubicBezTo>
                <a:cubicBezTo>
                  <a:pt x="314" y="279"/>
                  <a:pt x="314" y="279"/>
                  <a:pt x="314" y="278"/>
                </a:cubicBezTo>
                <a:cubicBezTo>
                  <a:pt x="314" y="278"/>
                  <a:pt x="314" y="278"/>
                  <a:pt x="314" y="278"/>
                </a:cubicBezTo>
                <a:cubicBezTo>
                  <a:pt x="314" y="278"/>
                  <a:pt x="314" y="278"/>
                  <a:pt x="314" y="278"/>
                </a:cubicBezTo>
                <a:cubicBezTo>
                  <a:pt x="314" y="278"/>
                  <a:pt x="314" y="278"/>
                  <a:pt x="315" y="278"/>
                </a:cubicBezTo>
                <a:cubicBezTo>
                  <a:pt x="314" y="278"/>
                  <a:pt x="315" y="278"/>
                  <a:pt x="315" y="278"/>
                </a:cubicBezTo>
                <a:cubicBezTo>
                  <a:pt x="315" y="278"/>
                  <a:pt x="315" y="279"/>
                  <a:pt x="315" y="279"/>
                </a:cubicBezTo>
                <a:cubicBezTo>
                  <a:pt x="315" y="279"/>
                  <a:pt x="315" y="279"/>
                  <a:pt x="315" y="279"/>
                </a:cubicBezTo>
                <a:cubicBezTo>
                  <a:pt x="315" y="279"/>
                  <a:pt x="315" y="279"/>
                  <a:pt x="315" y="279"/>
                </a:cubicBezTo>
                <a:cubicBezTo>
                  <a:pt x="315" y="279"/>
                  <a:pt x="315" y="279"/>
                  <a:pt x="315" y="279"/>
                </a:cubicBezTo>
                <a:cubicBezTo>
                  <a:pt x="315" y="279"/>
                  <a:pt x="316" y="279"/>
                  <a:pt x="316" y="279"/>
                </a:cubicBezTo>
                <a:cubicBezTo>
                  <a:pt x="316" y="279"/>
                  <a:pt x="316" y="279"/>
                  <a:pt x="316" y="279"/>
                </a:cubicBezTo>
                <a:cubicBezTo>
                  <a:pt x="316" y="279"/>
                  <a:pt x="316" y="279"/>
                  <a:pt x="316" y="279"/>
                </a:cubicBezTo>
                <a:cubicBezTo>
                  <a:pt x="316" y="280"/>
                  <a:pt x="316" y="280"/>
                  <a:pt x="316" y="280"/>
                </a:cubicBezTo>
                <a:cubicBezTo>
                  <a:pt x="316" y="280"/>
                  <a:pt x="316" y="281"/>
                  <a:pt x="316" y="281"/>
                </a:cubicBezTo>
                <a:cubicBezTo>
                  <a:pt x="316" y="281"/>
                  <a:pt x="316" y="282"/>
                  <a:pt x="316" y="282"/>
                </a:cubicBezTo>
                <a:cubicBezTo>
                  <a:pt x="316" y="282"/>
                  <a:pt x="316" y="282"/>
                  <a:pt x="316" y="282"/>
                </a:cubicBezTo>
                <a:cubicBezTo>
                  <a:pt x="316" y="281"/>
                  <a:pt x="316" y="281"/>
                  <a:pt x="316" y="281"/>
                </a:cubicBezTo>
                <a:cubicBezTo>
                  <a:pt x="316" y="281"/>
                  <a:pt x="316" y="280"/>
                  <a:pt x="317" y="280"/>
                </a:cubicBezTo>
                <a:cubicBezTo>
                  <a:pt x="317" y="280"/>
                  <a:pt x="317" y="280"/>
                  <a:pt x="317" y="281"/>
                </a:cubicBezTo>
                <a:cubicBezTo>
                  <a:pt x="317" y="281"/>
                  <a:pt x="317" y="280"/>
                  <a:pt x="317" y="280"/>
                </a:cubicBezTo>
                <a:cubicBezTo>
                  <a:pt x="317" y="280"/>
                  <a:pt x="317" y="280"/>
                  <a:pt x="317" y="279"/>
                </a:cubicBezTo>
                <a:cubicBezTo>
                  <a:pt x="318" y="280"/>
                  <a:pt x="318" y="280"/>
                  <a:pt x="318" y="281"/>
                </a:cubicBezTo>
                <a:close/>
                <a:moveTo>
                  <a:pt x="304" y="287"/>
                </a:moveTo>
                <a:cubicBezTo>
                  <a:pt x="304" y="287"/>
                  <a:pt x="304" y="287"/>
                  <a:pt x="305" y="287"/>
                </a:cubicBezTo>
                <a:cubicBezTo>
                  <a:pt x="305" y="287"/>
                  <a:pt x="305" y="288"/>
                  <a:pt x="305" y="288"/>
                </a:cubicBezTo>
                <a:cubicBezTo>
                  <a:pt x="305" y="288"/>
                  <a:pt x="306" y="288"/>
                  <a:pt x="306" y="288"/>
                </a:cubicBezTo>
                <a:cubicBezTo>
                  <a:pt x="305" y="288"/>
                  <a:pt x="306" y="288"/>
                  <a:pt x="306" y="288"/>
                </a:cubicBezTo>
                <a:cubicBezTo>
                  <a:pt x="306" y="288"/>
                  <a:pt x="306" y="288"/>
                  <a:pt x="306" y="289"/>
                </a:cubicBezTo>
                <a:cubicBezTo>
                  <a:pt x="306" y="289"/>
                  <a:pt x="306" y="289"/>
                  <a:pt x="306" y="289"/>
                </a:cubicBezTo>
                <a:cubicBezTo>
                  <a:pt x="306" y="289"/>
                  <a:pt x="307" y="288"/>
                  <a:pt x="307" y="288"/>
                </a:cubicBezTo>
                <a:cubicBezTo>
                  <a:pt x="306" y="288"/>
                  <a:pt x="306" y="288"/>
                  <a:pt x="306" y="287"/>
                </a:cubicBezTo>
                <a:cubicBezTo>
                  <a:pt x="306" y="287"/>
                  <a:pt x="306" y="287"/>
                  <a:pt x="306" y="287"/>
                </a:cubicBezTo>
                <a:cubicBezTo>
                  <a:pt x="306" y="287"/>
                  <a:pt x="306" y="287"/>
                  <a:pt x="306" y="287"/>
                </a:cubicBezTo>
                <a:cubicBezTo>
                  <a:pt x="306" y="287"/>
                  <a:pt x="305" y="287"/>
                  <a:pt x="305" y="287"/>
                </a:cubicBezTo>
                <a:cubicBezTo>
                  <a:pt x="305" y="286"/>
                  <a:pt x="305" y="286"/>
                  <a:pt x="304" y="286"/>
                </a:cubicBezTo>
                <a:cubicBezTo>
                  <a:pt x="304" y="286"/>
                  <a:pt x="304" y="286"/>
                  <a:pt x="304" y="286"/>
                </a:cubicBezTo>
                <a:cubicBezTo>
                  <a:pt x="304" y="286"/>
                  <a:pt x="303" y="287"/>
                  <a:pt x="304" y="287"/>
                </a:cubicBezTo>
                <a:close/>
                <a:moveTo>
                  <a:pt x="300" y="309"/>
                </a:moveTo>
                <a:cubicBezTo>
                  <a:pt x="300" y="309"/>
                  <a:pt x="300" y="309"/>
                  <a:pt x="300" y="309"/>
                </a:cubicBezTo>
                <a:cubicBezTo>
                  <a:pt x="300" y="309"/>
                  <a:pt x="300" y="309"/>
                  <a:pt x="300" y="309"/>
                </a:cubicBezTo>
                <a:cubicBezTo>
                  <a:pt x="300" y="309"/>
                  <a:pt x="300" y="309"/>
                  <a:pt x="300" y="309"/>
                </a:cubicBezTo>
                <a:cubicBezTo>
                  <a:pt x="299" y="309"/>
                  <a:pt x="299" y="309"/>
                  <a:pt x="299" y="309"/>
                </a:cubicBezTo>
                <a:cubicBezTo>
                  <a:pt x="299" y="309"/>
                  <a:pt x="299" y="310"/>
                  <a:pt x="298" y="310"/>
                </a:cubicBezTo>
                <a:cubicBezTo>
                  <a:pt x="298" y="310"/>
                  <a:pt x="298" y="310"/>
                  <a:pt x="299" y="310"/>
                </a:cubicBezTo>
                <a:cubicBezTo>
                  <a:pt x="299" y="310"/>
                  <a:pt x="299" y="310"/>
                  <a:pt x="300" y="310"/>
                </a:cubicBezTo>
                <a:cubicBezTo>
                  <a:pt x="300" y="310"/>
                  <a:pt x="300" y="310"/>
                  <a:pt x="300" y="309"/>
                </a:cubicBezTo>
                <a:cubicBezTo>
                  <a:pt x="300" y="309"/>
                  <a:pt x="300" y="309"/>
                  <a:pt x="300" y="309"/>
                </a:cubicBezTo>
                <a:close/>
                <a:moveTo>
                  <a:pt x="305" y="284"/>
                </a:moveTo>
                <a:cubicBezTo>
                  <a:pt x="305" y="284"/>
                  <a:pt x="305" y="283"/>
                  <a:pt x="306" y="283"/>
                </a:cubicBezTo>
                <a:cubicBezTo>
                  <a:pt x="306" y="283"/>
                  <a:pt x="306" y="283"/>
                  <a:pt x="306" y="283"/>
                </a:cubicBezTo>
                <a:cubicBezTo>
                  <a:pt x="306" y="283"/>
                  <a:pt x="306" y="283"/>
                  <a:pt x="306" y="283"/>
                </a:cubicBezTo>
                <a:cubicBezTo>
                  <a:pt x="306" y="283"/>
                  <a:pt x="306" y="283"/>
                  <a:pt x="307" y="283"/>
                </a:cubicBezTo>
                <a:cubicBezTo>
                  <a:pt x="307" y="284"/>
                  <a:pt x="307" y="284"/>
                  <a:pt x="307" y="284"/>
                </a:cubicBezTo>
                <a:cubicBezTo>
                  <a:pt x="307" y="284"/>
                  <a:pt x="307" y="284"/>
                  <a:pt x="307" y="284"/>
                </a:cubicBezTo>
                <a:cubicBezTo>
                  <a:pt x="307" y="284"/>
                  <a:pt x="307" y="284"/>
                  <a:pt x="307" y="284"/>
                </a:cubicBezTo>
                <a:cubicBezTo>
                  <a:pt x="307" y="284"/>
                  <a:pt x="307" y="284"/>
                  <a:pt x="307" y="284"/>
                </a:cubicBezTo>
                <a:cubicBezTo>
                  <a:pt x="308" y="284"/>
                  <a:pt x="308" y="284"/>
                  <a:pt x="308" y="284"/>
                </a:cubicBezTo>
                <a:cubicBezTo>
                  <a:pt x="308" y="285"/>
                  <a:pt x="308" y="285"/>
                  <a:pt x="308" y="285"/>
                </a:cubicBezTo>
                <a:cubicBezTo>
                  <a:pt x="309" y="285"/>
                  <a:pt x="309" y="285"/>
                  <a:pt x="309" y="285"/>
                </a:cubicBezTo>
                <a:cubicBezTo>
                  <a:pt x="309" y="285"/>
                  <a:pt x="309" y="285"/>
                  <a:pt x="309" y="285"/>
                </a:cubicBezTo>
                <a:cubicBezTo>
                  <a:pt x="309" y="286"/>
                  <a:pt x="309" y="286"/>
                  <a:pt x="309" y="286"/>
                </a:cubicBezTo>
                <a:cubicBezTo>
                  <a:pt x="309" y="286"/>
                  <a:pt x="308" y="286"/>
                  <a:pt x="308" y="286"/>
                </a:cubicBezTo>
                <a:cubicBezTo>
                  <a:pt x="308" y="286"/>
                  <a:pt x="308" y="285"/>
                  <a:pt x="308" y="285"/>
                </a:cubicBezTo>
                <a:cubicBezTo>
                  <a:pt x="307" y="285"/>
                  <a:pt x="307" y="285"/>
                  <a:pt x="307" y="285"/>
                </a:cubicBezTo>
                <a:cubicBezTo>
                  <a:pt x="307" y="285"/>
                  <a:pt x="306" y="285"/>
                  <a:pt x="306" y="284"/>
                </a:cubicBezTo>
                <a:cubicBezTo>
                  <a:pt x="306" y="284"/>
                  <a:pt x="306" y="284"/>
                  <a:pt x="306" y="284"/>
                </a:cubicBezTo>
                <a:cubicBezTo>
                  <a:pt x="306" y="284"/>
                  <a:pt x="306" y="284"/>
                  <a:pt x="306" y="284"/>
                </a:cubicBezTo>
                <a:cubicBezTo>
                  <a:pt x="306" y="284"/>
                  <a:pt x="306" y="284"/>
                  <a:pt x="306" y="284"/>
                </a:cubicBezTo>
                <a:cubicBezTo>
                  <a:pt x="306" y="284"/>
                  <a:pt x="306" y="284"/>
                  <a:pt x="306" y="284"/>
                </a:cubicBezTo>
                <a:cubicBezTo>
                  <a:pt x="306" y="284"/>
                  <a:pt x="306" y="284"/>
                  <a:pt x="306" y="284"/>
                </a:cubicBezTo>
                <a:cubicBezTo>
                  <a:pt x="306" y="285"/>
                  <a:pt x="305" y="284"/>
                  <a:pt x="305" y="284"/>
                </a:cubicBezTo>
                <a:cubicBezTo>
                  <a:pt x="305" y="284"/>
                  <a:pt x="305" y="284"/>
                  <a:pt x="305" y="284"/>
                </a:cubicBezTo>
                <a:close/>
                <a:moveTo>
                  <a:pt x="319" y="281"/>
                </a:moveTo>
                <a:cubicBezTo>
                  <a:pt x="319" y="281"/>
                  <a:pt x="319" y="281"/>
                  <a:pt x="319" y="281"/>
                </a:cubicBezTo>
                <a:cubicBezTo>
                  <a:pt x="319" y="281"/>
                  <a:pt x="318" y="281"/>
                  <a:pt x="318" y="281"/>
                </a:cubicBezTo>
                <a:cubicBezTo>
                  <a:pt x="318" y="281"/>
                  <a:pt x="319" y="281"/>
                  <a:pt x="318" y="282"/>
                </a:cubicBezTo>
                <a:cubicBezTo>
                  <a:pt x="318" y="282"/>
                  <a:pt x="318" y="282"/>
                  <a:pt x="318" y="282"/>
                </a:cubicBezTo>
                <a:cubicBezTo>
                  <a:pt x="318" y="282"/>
                  <a:pt x="318" y="282"/>
                  <a:pt x="318" y="282"/>
                </a:cubicBezTo>
                <a:cubicBezTo>
                  <a:pt x="318" y="282"/>
                  <a:pt x="318" y="282"/>
                  <a:pt x="319" y="282"/>
                </a:cubicBezTo>
                <a:cubicBezTo>
                  <a:pt x="319" y="282"/>
                  <a:pt x="319" y="282"/>
                  <a:pt x="319" y="282"/>
                </a:cubicBezTo>
                <a:cubicBezTo>
                  <a:pt x="319" y="282"/>
                  <a:pt x="319" y="282"/>
                  <a:pt x="319" y="281"/>
                </a:cubicBezTo>
                <a:close/>
                <a:moveTo>
                  <a:pt x="311" y="286"/>
                </a:moveTo>
                <a:cubicBezTo>
                  <a:pt x="311" y="286"/>
                  <a:pt x="311" y="286"/>
                  <a:pt x="311" y="286"/>
                </a:cubicBezTo>
                <a:cubicBezTo>
                  <a:pt x="311" y="286"/>
                  <a:pt x="311" y="286"/>
                  <a:pt x="310" y="286"/>
                </a:cubicBezTo>
                <a:cubicBezTo>
                  <a:pt x="310" y="286"/>
                  <a:pt x="310" y="286"/>
                  <a:pt x="310" y="286"/>
                </a:cubicBezTo>
                <a:cubicBezTo>
                  <a:pt x="310" y="286"/>
                  <a:pt x="310" y="286"/>
                  <a:pt x="310" y="286"/>
                </a:cubicBezTo>
                <a:cubicBezTo>
                  <a:pt x="310" y="286"/>
                  <a:pt x="310" y="286"/>
                  <a:pt x="310" y="287"/>
                </a:cubicBezTo>
                <a:cubicBezTo>
                  <a:pt x="310" y="287"/>
                  <a:pt x="311" y="286"/>
                  <a:pt x="311" y="286"/>
                </a:cubicBezTo>
                <a:close/>
                <a:moveTo>
                  <a:pt x="314" y="286"/>
                </a:moveTo>
                <a:cubicBezTo>
                  <a:pt x="314" y="286"/>
                  <a:pt x="313" y="286"/>
                  <a:pt x="313" y="286"/>
                </a:cubicBezTo>
                <a:cubicBezTo>
                  <a:pt x="313" y="286"/>
                  <a:pt x="313" y="286"/>
                  <a:pt x="313" y="286"/>
                </a:cubicBezTo>
                <a:cubicBezTo>
                  <a:pt x="313" y="287"/>
                  <a:pt x="313" y="287"/>
                  <a:pt x="313" y="287"/>
                </a:cubicBezTo>
                <a:cubicBezTo>
                  <a:pt x="313" y="287"/>
                  <a:pt x="313" y="287"/>
                  <a:pt x="314" y="287"/>
                </a:cubicBezTo>
                <a:cubicBezTo>
                  <a:pt x="313" y="287"/>
                  <a:pt x="313" y="287"/>
                  <a:pt x="313" y="287"/>
                </a:cubicBezTo>
                <a:cubicBezTo>
                  <a:pt x="313" y="287"/>
                  <a:pt x="313" y="287"/>
                  <a:pt x="314" y="287"/>
                </a:cubicBezTo>
                <a:cubicBezTo>
                  <a:pt x="314" y="287"/>
                  <a:pt x="314" y="287"/>
                  <a:pt x="314" y="287"/>
                </a:cubicBezTo>
                <a:cubicBezTo>
                  <a:pt x="314" y="287"/>
                  <a:pt x="314" y="287"/>
                  <a:pt x="314" y="286"/>
                </a:cubicBezTo>
                <a:cubicBezTo>
                  <a:pt x="313" y="286"/>
                  <a:pt x="313" y="286"/>
                  <a:pt x="314" y="286"/>
                </a:cubicBezTo>
                <a:cubicBezTo>
                  <a:pt x="314" y="286"/>
                  <a:pt x="314" y="286"/>
                  <a:pt x="314" y="286"/>
                </a:cubicBezTo>
                <a:close/>
                <a:moveTo>
                  <a:pt x="301" y="295"/>
                </a:moveTo>
                <a:cubicBezTo>
                  <a:pt x="301" y="294"/>
                  <a:pt x="301" y="294"/>
                  <a:pt x="301" y="293"/>
                </a:cubicBezTo>
                <a:cubicBezTo>
                  <a:pt x="301" y="293"/>
                  <a:pt x="301" y="293"/>
                  <a:pt x="301" y="293"/>
                </a:cubicBezTo>
                <a:cubicBezTo>
                  <a:pt x="301" y="294"/>
                  <a:pt x="301" y="294"/>
                  <a:pt x="301" y="294"/>
                </a:cubicBezTo>
                <a:cubicBezTo>
                  <a:pt x="301" y="295"/>
                  <a:pt x="301" y="295"/>
                  <a:pt x="301" y="295"/>
                </a:cubicBezTo>
                <a:close/>
                <a:moveTo>
                  <a:pt x="309" y="280"/>
                </a:moveTo>
                <a:cubicBezTo>
                  <a:pt x="309" y="280"/>
                  <a:pt x="310" y="280"/>
                  <a:pt x="310" y="280"/>
                </a:cubicBezTo>
                <a:cubicBezTo>
                  <a:pt x="310" y="280"/>
                  <a:pt x="310" y="280"/>
                  <a:pt x="310" y="280"/>
                </a:cubicBezTo>
                <a:cubicBezTo>
                  <a:pt x="310" y="280"/>
                  <a:pt x="310" y="280"/>
                  <a:pt x="310" y="280"/>
                </a:cubicBezTo>
                <a:cubicBezTo>
                  <a:pt x="310" y="280"/>
                  <a:pt x="310" y="280"/>
                  <a:pt x="310" y="280"/>
                </a:cubicBezTo>
                <a:cubicBezTo>
                  <a:pt x="310" y="280"/>
                  <a:pt x="310" y="280"/>
                  <a:pt x="309" y="279"/>
                </a:cubicBezTo>
                <a:cubicBezTo>
                  <a:pt x="309" y="279"/>
                  <a:pt x="309" y="279"/>
                  <a:pt x="309" y="280"/>
                </a:cubicBezTo>
                <a:cubicBezTo>
                  <a:pt x="309" y="280"/>
                  <a:pt x="309" y="280"/>
                  <a:pt x="309" y="280"/>
                </a:cubicBezTo>
                <a:cubicBezTo>
                  <a:pt x="309" y="280"/>
                  <a:pt x="309" y="280"/>
                  <a:pt x="309" y="280"/>
                </a:cubicBezTo>
                <a:close/>
                <a:moveTo>
                  <a:pt x="299" y="307"/>
                </a:moveTo>
                <a:cubicBezTo>
                  <a:pt x="299" y="307"/>
                  <a:pt x="299" y="307"/>
                  <a:pt x="299" y="307"/>
                </a:cubicBezTo>
                <a:cubicBezTo>
                  <a:pt x="299" y="306"/>
                  <a:pt x="299" y="306"/>
                  <a:pt x="299" y="307"/>
                </a:cubicBezTo>
                <a:cubicBezTo>
                  <a:pt x="299" y="307"/>
                  <a:pt x="299" y="307"/>
                  <a:pt x="298" y="307"/>
                </a:cubicBezTo>
                <a:cubicBezTo>
                  <a:pt x="299" y="307"/>
                  <a:pt x="299" y="307"/>
                  <a:pt x="299" y="307"/>
                </a:cubicBezTo>
                <a:cubicBezTo>
                  <a:pt x="299" y="307"/>
                  <a:pt x="299" y="307"/>
                  <a:pt x="299" y="307"/>
                </a:cubicBezTo>
                <a:close/>
                <a:moveTo>
                  <a:pt x="295" y="309"/>
                </a:moveTo>
                <a:cubicBezTo>
                  <a:pt x="295" y="309"/>
                  <a:pt x="295" y="309"/>
                  <a:pt x="295" y="309"/>
                </a:cubicBezTo>
                <a:cubicBezTo>
                  <a:pt x="295" y="309"/>
                  <a:pt x="295" y="309"/>
                  <a:pt x="295" y="309"/>
                </a:cubicBezTo>
                <a:cubicBezTo>
                  <a:pt x="296" y="309"/>
                  <a:pt x="296" y="309"/>
                  <a:pt x="296" y="309"/>
                </a:cubicBezTo>
                <a:cubicBezTo>
                  <a:pt x="296" y="309"/>
                  <a:pt x="296" y="309"/>
                  <a:pt x="296" y="309"/>
                </a:cubicBezTo>
                <a:cubicBezTo>
                  <a:pt x="296" y="309"/>
                  <a:pt x="296" y="309"/>
                  <a:pt x="295" y="309"/>
                </a:cubicBezTo>
                <a:close/>
                <a:moveTo>
                  <a:pt x="303" y="303"/>
                </a:moveTo>
                <a:cubicBezTo>
                  <a:pt x="303" y="303"/>
                  <a:pt x="303" y="303"/>
                  <a:pt x="303" y="304"/>
                </a:cubicBezTo>
                <a:cubicBezTo>
                  <a:pt x="303" y="304"/>
                  <a:pt x="303" y="304"/>
                  <a:pt x="303" y="304"/>
                </a:cubicBezTo>
                <a:cubicBezTo>
                  <a:pt x="303" y="304"/>
                  <a:pt x="303" y="304"/>
                  <a:pt x="303" y="304"/>
                </a:cubicBezTo>
                <a:cubicBezTo>
                  <a:pt x="303" y="304"/>
                  <a:pt x="303" y="304"/>
                  <a:pt x="303" y="303"/>
                </a:cubicBezTo>
                <a:cubicBezTo>
                  <a:pt x="303" y="303"/>
                  <a:pt x="303" y="303"/>
                  <a:pt x="303" y="303"/>
                </a:cubicBezTo>
                <a:close/>
                <a:moveTo>
                  <a:pt x="297" y="304"/>
                </a:moveTo>
                <a:cubicBezTo>
                  <a:pt x="297" y="304"/>
                  <a:pt x="297" y="304"/>
                  <a:pt x="297" y="304"/>
                </a:cubicBezTo>
                <a:cubicBezTo>
                  <a:pt x="297" y="304"/>
                  <a:pt x="297" y="304"/>
                  <a:pt x="297" y="304"/>
                </a:cubicBezTo>
                <a:close/>
                <a:moveTo>
                  <a:pt x="315" y="296"/>
                </a:moveTo>
                <a:cubicBezTo>
                  <a:pt x="315" y="296"/>
                  <a:pt x="315" y="296"/>
                  <a:pt x="315" y="296"/>
                </a:cubicBezTo>
                <a:cubicBezTo>
                  <a:pt x="315" y="296"/>
                  <a:pt x="315" y="296"/>
                  <a:pt x="315" y="296"/>
                </a:cubicBezTo>
                <a:cubicBezTo>
                  <a:pt x="315" y="296"/>
                  <a:pt x="315" y="296"/>
                  <a:pt x="315" y="296"/>
                </a:cubicBezTo>
                <a:cubicBezTo>
                  <a:pt x="315" y="296"/>
                  <a:pt x="315" y="296"/>
                  <a:pt x="315" y="296"/>
                </a:cubicBezTo>
                <a:close/>
                <a:moveTo>
                  <a:pt x="314" y="289"/>
                </a:moveTo>
                <a:cubicBezTo>
                  <a:pt x="314" y="289"/>
                  <a:pt x="314" y="289"/>
                  <a:pt x="314" y="289"/>
                </a:cubicBezTo>
                <a:cubicBezTo>
                  <a:pt x="314" y="289"/>
                  <a:pt x="314" y="289"/>
                  <a:pt x="314" y="289"/>
                </a:cubicBezTo>
                <a:cubicBezTo>
                  <a:pt x="314" y="289"/>
                  <a:pt x="314" y="289"/>
                  <a:pt x="314" y="289"/>
                </a:cubicBezTo>
                <a:cubicBezTo>
                  <a:pt x="314" y="289"/>
                  <a:pt x="314" y="289"/>
                  <a:pt x="314" y="289"/>
                </a:cubicBezTo>
                <a:close/>
                <a:moveTo>
                  <a:pt x="295" y="309"/>
                </a:moveTo>
                <a:cubicBezTo>
                  <a:pt x="295" y="309"/>
                  <a:pt x="295" y="309"/>
                  <a:pt x="295" y="309"/>
                </a:cubicBezTo>
                <a:cubicBezTo>
                  <a:pt x="295" y="309"/>
                  <a:pt x="295" y="308"/>
                  <a:pt x="295" y="309"/>
                </a:cubicBezTo>
                <a:close/>
                <a:moveTo>
                  <a:pt x="295" y="309"/>
                </a:moveTo>
                <a:cubicBezTo>
                  <a:pt x="295" y="309"/>
                  <a:pt x="295" y="309"/>
                  <a:pt x="295" y="309"/>
                </a:cubicBezTo>
                <a:cubicBezTo>
                  <a:pt x="295" y="309"/>
                  <a:pt x="295" y="309"/>
                  <a:pt x="295" y="309"/>
                </a:cubicBezTo>
                <a:close/>
                <a:moveTo>
                  <a:pt x="297" y="303"/>
                </a:moveTo>
                <a:cubicBezTo>
                  <a:pt x="297" y="303"/>
                  <a:pt x="297" y="303"/>
                  <a:pt x="297" y="303"/>
                </a:cubicBezTo>
                <a:cubicBezTo>
                  <a:pt x="297" y="303"/>
                  <a:pt x="297" y="303"/>
                  <a:pt x="297" y="303"/>
                </a:cubicBezTo>
                <a:cubicBezTo>
                  <a:pt x="297" y="303"/>
                  <a:pt x="297" y="303"/>
                  <a:pt x="297" y="303"/>
                </a:cubicBezTo>
                <a:close/>
                <a:moveTo>
                  <a:pt x="297" y="304"/>
                </a:moveTo>
                <a:cubicBezTo>
                  <a:pt x="297" y="304"/>
                  <a:pt x="297" y="304"/>
                  <a:pt x="297" y="303"/>
                </a:cubicBezTo>
                <a:cubicBezTo>
                  <a:pt x="297" y="304"/>
                  <a:pt x="297" y="304"/>
                  <a:pt x="297" y="304"/>
                </a:cubicBezTo>
                <a:close/>
                <a:moveTo>
                  <a:pt x="216" y="338"/>
                </a:moveTo>
                <a:cubicBezTo>
                  <a:pt x="216" y="338"/>
                  <a:pt x="216" y="338"/>
                  <a:pt x="216" y="338"/>
                </a:cubicBezTo>
                <a:cubicBezTo>
                  <a:pt x="217" y="338"/>
                  <a:pt x="217" y="339"/>
                  <a:pt x="218" y="339"/>
                </a:cubicBezTo>
                <a:cubicBezTo>
                  <a:pt x="218" y="338"/>
                  <a:pt x="218" y="338"/>
                  <a:pt x="218" y="338"/>
                </a:cubicBezTo>
                <a:cubicBezTo>
                  <a:pt x="217" y="338"/>
                  <a:pt x="217" y="338"/>
                  <a:pt x="216" y="338"/>
                </a:cubicBezTo>
                <a:cubicBezTo>
                  <a:pt x="216" y="338"/>
                  <a:pt x="216" y="338"/>
                  <a:pt x="215" y="337"/>
                </a:cubicBezTo>
                <a:cubicBezTo>
                  <a:pt x="215" y="337"/>
                  <a:pt x="215" y="336"/>
                  <a:pt x="215" y="336"/>
                </a:cubicBezTo>
                <a:cubicBezTo>
                  <a:pt x="215" y="335"/>
                  <a:pt x="215" y="335"/>
                  <a:pt x="214" y="334"/>
                </a:cubicBezTo>
                <a:cubicBezTo>
                  <a:pt x="214" y="334"/>
                  <a:pt x="214" y="334"/>
                  <a:pt x="214" y="334"/>
                </a:cubicBezTo>
                <a:cubicBezTo>
                  <a:pt x="214" y="333"/>
                  <a:pt x="214" y="333"/>
                  <a:pt x="214" y="333"/>
                </a:cubicBezTo>
                <a:cubicBezTo>
                  <a:pt x="213" y="333"/>
                  <a:pt x="212" y="333"/>
                  <a:pt x="212" y="333"/>
                </a:cubicBezTo>
                <a:cubicBezTo>
                  <a:pt x="211" y="333"/>
                  <a:pt x="211" y="333"/>
                  <a:pt x="211" y="333"/>
                </a:cubicBezTo>
                <a:cubicBezTo>
                  <a:pt x="211" y="334"/>
                  <a:pt x="210" y="334"/>
                  <a:pt x="210" y="334"/>
                </a:cubicBezTo>
                <a:cubicBezTo>
                  <a:pt x="210" y="334"/>
                  <a:pt x="209" y="334"/>
                  <a:pt x="209" y="335"/>
                </a:cubicBezTo>
                <a:cubicBezTo>
                  <a:pt x="209" y="335"/>
                  <a:pt x="208" y="335"/>
                  <a:pt x="208" y="335"/>
                </a:cubicBezTo>
                <a:cubicBezTo>
                  <a:pt x="208" y="335"/>
                  <a:pt x="208" y="336"/>
                  <a:pt x="207" y="336"/>
                </a:cubicBezTo>
                <a:cubicBezTo>
                  <a:pt x="207" y="335"/>
                  <a:pt x="207" y="335"/>
                  <a:pt x="206" y="335"/>
                </a:cubicBezTo>
                <a:cubicBezTo>
                  <a:pt x="206" y="335"/>
                  <a:pt x="206" y="335"/>
                  <a:pt x="205" y="335"/>
                </a:cubicBezTo>
                <a:cubicBezTo>
                  <a:pt x="205" y="336"/>
                  <a:pt x="205" y="336"/>
                  <a:pt x="205" y="336"/>
                </a:cubicBezTo>
                <a:cubicBezTo>
                  <a:pt x="205" y="337"/>
                  <a:pt x="205" y="337"/>
                  <a:pt x="204" y="337"/>
                </a:cubicBezTo>
                <a:cubicBezTo>
                  <a:pt x="204" y="338"/>
                  <a:pt x="204" y="338"/>
                  <a:pt x="204" y="339"/>
                </a:cubicBezTo>
                <a:cubicBezTo>
                  <a:pt x="204" y="339"/>
                  <a:pt x="203" y="339"/>
                  <a:pt x="203" y="340"/>
                </a:cubicBezTo>
                <a:cubicBezTo>
                  <a:pt x="203" y="340"/>
                  <a:pt x="202" y="340"/>
                  <a:pt x="202" y="340"/>
                </a:cubicBezTo>
                <a:cubicBezTo>
                  <a:pt x="202" y="340"/>
                  <a:pt x="201" y="341"/>
                  <a:pt x="202" y="341"/>
                </a:cubicBezTo>
                <a:cubicBezTo>
                  <a:pt x="202" y="342"/>
                  <a:pt x="202" y="342"/>
                  <a:pt x="202" y="343"/>
                </a:cubicBezTo>
                <a:cubicBezTo>
                  <a:pt x="202" y="343"/>
                  <a:pt x="202" y="343"/>
                  <a:pt x="202" y="343"/>
                </a:cubicBezTo>
                <a:cubicBezTo>
                  <a:pt x="202" y="343"/>
                  <a:pt x="202" y="343"/>
                  <a:pt x="202" y="343"/>
                </a:cubicBezTo>
                <a:cubicBezTo>
                  <a:pt x="204" y="343"/>
                  <a:pt x="205" y="343"/>
                  <a:pt x="206" y="343"/>
                </a:cubicBezTo>
                <a:cubicBezTo>
                  <a:pt x="206" y="343"/>
                  <a:pt x="207" y="342"/>
                  <a:pt x="207" y="342"/>
                </a:cubicBezTo>
                <a:cubicBezTo>
                  <a:pt x="207" y="342"/>
                  <a:pt x="207" y="342"/>
                  <a:pt x="207" y="342"/>
                </a:cubicBezTo>
                <a:cubicBezTo>
                  <a:pt x="208" y="341"/>
                  <a:pt x="209" y="340"/>
                  <a:pt x="210" y="340"/>
                </a:cubicBezTo>
                <a:cubicBezTo>
                  <a:pt x="211" y="339"/>
                  <a:pt x="213" y="340"/>
                  <a:pt x="214" y="339"/>
                </a:cubicBezTo>
                <a:cubicBezTo>
                  <a:pt x="215" y="339"/>
                  <a:pt x="215" y="339"/>
                  <a:pt x="215" y="339"/>
                </a:cubicBezTo>
                <a:cubicBezTo>
                  <a:pt x="215" y="339"/>
                  <a:pt x="215" y="338"/>
                  <a:pt x="216" y="338"/>
                </a:cubicBezTo>
                <a:close/>
                <a:moveTo>
                  <a:pt x="175" y="359"/>
                </a:moveTo>
                <a:cubicBezTo>
                  <a:pt x="174" y="360"/>
                  <a:pt x="174" y="360"/>
                  <a:pt x="173" y="360"/>
                </a:cubicBezTo>
                <a:cubicBezTo>
                  <a:pt x="172" y="361"/>
                  <a:pt x="171" y="361"/>
                  <a:pt x="171" y="362"/>
                </a:cubicBezTo>
                <a:cubicBezTo>
                  <a:pt x="171" y="362"/>
                  <a:pt x="171" y="363"/>
                  <a:pt x="171" y="363"/>
                </a:cubicBezTo>
                <a:cubicBezTo>
                  <a:pt x="170" y="363"/>
                  <a:pt x="170" y="364"/>
                  <a:pt x="170" y="364"/>
                </a:cubicBezTo>
                <a:cubicBezTo>
                  <a:pt x="169" y="364"/>
                  <a:pt x="168" y="365"/>
                  <a:pt x="168" y="365"/>
                </a:cubicBezTo>
                <a:cubicBezTo>
                  <a:pt x="168" y="365"/>
                  <a:pt x="168" y="365"/>
                  <a:pt x="168" y="365"/>
                </a:cubicBezTo>
                <a:cubicBezTo>
                  <a:pt x="168" y="365"/>
                  <a:pt x="167" y="365"/>
                  <a:pt x="167" y="365"/>
                </a:cubicBezTo>
                <a:cubicBezTo>
                  <a:pt x="167" y="366"/>
                  <a:pt x="167" y="366"/>
                  <a:pt x="167" y="366"/>
                </a:cubicBezTo>
                <a:cubicBezTo>
                  <a:pt x="167" y="366"/>
                  <a:pt x="167" y="366"/>
                  <a:pt x="167" y="366"/>
                </a:cubicBezTo>
                <a:cubicBezTo>
                  <a:pt x="167" y="366"/>
                  <a:pt x="167" y="366"/>
                  <a:pt x="167" y="366"/>
                </a:cubicBezTo>
                <a:cubicBezTo>
                  <a:pt x="167" y="366"/>
                  <a:pt x="167" y="366"/>
                  <a:pt x="166" y="366"/>
                </a:cubicBezTo>
                <a:cubicBezTo>
                  <a:pt x="166" y="366"/>
                  <a:pt x="165" y="367"/>
                  <a:pt x="165" y="367"/>
                </a:cubicBezTo>
                <a:cubicBezTo>
                  <a:pt x="165" y="367"/>
                  <a:pt x="165" y="367"/>
                  <a:pt x="165" y="366"/>
                </a:cubicBezTo>
                <a:cubicBezTo>
                  <a:pt x="166" y="366"/>
                  <a:pt x="166" y="366"/>
                  <a:pt x="166" y="366"/>
                </a:cubicBezTo>
                <a:cubicBezTo>
                  <a:pt x="166" y="366"/>
                  <a:pt x="166" y="365"/>
                  <a:pt x="166" y="365"/>
                </a:cubicBezTo>
                <a:cubicBezTo>
                  <a:pt x="167" y="365"/>
                  <a:pt x="167" y="365"/>
                  <a:pt x="166" y="365"/>
                </a:cubicBezTo>
                <a:cubicBezTo>
                  <a:pt x="166" y="365"/>
                  <a:pt x="166" y="364"/>
                  <a:pt x="167" y="364"/>
                </a:cubicBezTo>
                <a:cubicBezTo>
                  <a:pt x="167" y="364"/>
                  <a:pt x="167" y="364"/>
                  <a:pt x="167" y="364"/>
                </a:cubicBezTo>
                <a:cubicBezTo>
                  <a:pt x="167" y="363"/>
                  <a:pt x="167" y="363"/>
                  <a:pt x="167" y="363"/>
                </a:cubicBezTo>
                <a:cubicBezTo>
                  <a:pt x="167" y="363"/>
                  <a:pt x="167" y="362"/>
                  <a:pt x="167" y="362"/>
                </a:cubicBezTo>
                <a:cubicBezTo>
                  <a:pt x="167" y="362"/>
                  <a:pt x="168" y="362"/>
                  <a:pt x="168" y="362"/>
                </a:cubicBezTo>
                <a:cubicBezTo>
                  <a:pt x="168" y="361"/>
                  <a:pt x="168" y="361"/>
                  <a:pt x="168" y="361"/>
                </a:cubicBezTo>
                <a:cubicBezTo>
                  <a:pt x="168" y="361"/>
                  <a:pt x="169" y="361"/>
                  <a:pt x="169" y="361"/>
                </a:cubicBezTo>
                <a:cubicBezTo>
                  <a:pt x="170" y="361"/>
                  <a:pt x="170" y="361"/>
                  <a:pt x="170" y="361"/>
                </a:cubicBezTo>
                <a:cubicBezTo>
                  <a:pt x="171" y="361"/>
                  <a:pt x="171" y="361"/>
                  <a:pt x="171" y="361"/>
                </a:cubicBezTo>
                <a:cubicBezTo>
                  <a:pt x="171" y="360"/>
                  <a:pt x="171" y="360"/>
                  <a:pt x="171" y="360"/>
                </a:cubicBezTo>
                <a:cubicBezTo>
                  <a:pt x="171" y="360"/>
                  <a:pt x="171" y="360"/>
                  <a:pt x="170" y="360"/>
                </a:cubicBezTo>
                <a:cubicBezTo>
                  <a:pt x="171" y="359"/>
                  <a:pt x="171" y="359"/>
                  <a:pt x="171" y="358"/>
                </a:cubicBezTo>
                <a:cubicBezTo>
                  <a:pt x="171" y="358"/>
                  <a:pt x="171" y="358"/>
                  <a:pt x="171" y="358"/>
                </a:cubicBezTo>
                <a:cubicBezTo>
                  <a:pt x="171" y="357"/>
                  <a:pt x="172" y="357"/>
                  <a:pt x="172" y="357"/>
                </a:cubicBezTo>
                <a:cubicBezTo>
                  <a:pt x="172" y="357"/>
                  <a:pt x="173" y="357"/>
                  <a:pt x="173" y="356"/>
                </a:cubicBezTo>
                <a:cubicBezTo>
                  <a:pt x="174" y="356"/>
                  <a:pt x="174" y="356"/>
                  <a:pt x="175" y="357"/>
                </a:cubicBezTo>
                <a:cubicBezTo>
                  <a:pt x="175" y="357"/>
                  <a:pt x="175" y="357"/>
                  <a:pt x="176" y="357"/>
                </a:cubicBezTo>
                <a:cubicBezTo>
                  <a:pt x="176" y="357"/>
                  <a:pt x="176" y="357"/>
                  <a:pt x="176" y="357"/>
                </a:cubicBezTo>
                <a:cubicBezTo>
                  <a:pt x="176" y="358"/>
                  <a:pt x="176" y="358"/>
                  <a:pt x="176" y="358"/>
                </a:cubicBezTo>
                <a:cubicBezTo>
                  <a:pt x="176" y="358"/>
                  <a:pt x="175" y="358"/>
                  <a:pt x="176" y="359"/>
                </a:cubicBezTo>
                <a:cubicBezTo>
                  <a:pt x="176" y="359"/>
                  <a:pt x="176" y="359"/>
                  <a:pt x="175" y="359"/>
                </a:cubicBezTo>
                <a:close/>
                <a:moveTo>
                  <a:pt x="88" y="382"/>
                </a:moveTo>
                <a:cubicBezTo>
                  <a:pt x="88" y="382"/>
                  <a:pt x="88" y="382"/>
                  <a:pt x="88" y="381"/>
                </a:cubicBezTo>
                <a:cubicBezTo>
                  <a:pt x="88" y="381"/>
                  <a:pt x="88" y="382"/>
                  <a:pt x="87" y="382"/>
                </a:cubicBezTo>
                <a:cubicBezTo>
                  <a:pt x="87" y="382"/>
                  <a:pt x="86" y="381"/>
                  <a:pt x="86" y="381"/>
                </a:cubicBezTo>
                <a:cubicBezTo>
                  <a:pt x="86" y="381"/>
                  <a:pt x="86" y="380"/>
                  <a:pt x="85" y="380"/>
                </a:cubicBezTo>
                <a:cubicBezTo>
                  <a:pt x="85" y="380"/>
                  <a:pt x="84" y="381"/>
                  <a:pt x="84" y="380"/>
                </a:cubicBezTo>
                <a:cubicBezTo>
                  <a:pt x="84" y="380"/>
                  <a:pt x="83" y="380"/>
                  <a:pt x="83" y="381"/>
                </a:cubicBezTo>
                <a:cubicBezTo>
                  <a:pt x="83" y="381"/>
                  <a:pt x="83" y="381"/>
                  <a:pt x="83" y="381"/>
                </a:cubicBezTo>
                <a:cubicBezTo>
                  <a:pt x="84" y="382"/>
                  <a:pt x="84" y="382"/>
                  <a:pt x="84" y="382"/>
                </a:cubicBezTo>
                <a:cubicBezTo>
                  <a:pt x="84" y="382"/>
                  <a:pt x="85" y="382"/>
                  <a:pt x="85" y="382"/>
                </a:cubicBezTo>
                <a:cubicBezTo>
                  <a:pt x="85" y="382"/>
                  <a:pt x="85" y="382"/>
                  <a:pt x="85" y="383"/>
                </a:cubicBezTo>
                <a:cubicBezTo>
                  <a:pt x="85" y="383"/>
                  <a:pt x="85" y="383"/>
                  <a:pt x="85" y="383"/>
                </a:cubicBezTo>
                <a:cubicBezTo>
                  <a:pt x="85" y="383"/>
                  <a:pt x="85" y="383"/>
                  <a:pt x="84" y="383"/>
                </a:cubicBezTo>
                <a:cubicBezTo>
                  <a:pt x="84" y="383"/>
                  <a:pt x="84" y="384"/>
                  <a:pt x="84" y="384"/>
                </a:cubicBezTo>
                <a:cubicBezTo>
                  <a:pt x="84" y="384"/>
                  <a:pt x="84" y="384"/>
                  <a:pt x="84" y="384"/>
                </a:cubicBezTo>
                <a:cubicBezTo>
                  <a:pt x="85" y="384"/>
                  <a:pt x="85" y="384"/>
                  <a:pt x="85" y="384"/>
                </a:cubicBezTo>
                <a:cubicBezTo>
                  <a:pt x="85" y="384"/>
                  <a:pt x="86" y="384"/>
                  <a:pt x="86" y="385"/>
                </a:cubicBezTo>
                <a:cubicBezTo>
                  <a:pt x="86" y="385"/>
                  <a:pt x="86" y="385"/>
                  <a:pt x="86" y="385"/>
                </a:cubicBezTo>
                <a:cubicBezTo>
                  <a:pt x="86" y="385"/>
                  <a:pt x="86" y="384"/>
                  <a:pt x="86" y="384"/>
                </a:cubicBezTo>
                <a:cubicBezTo>
                  <a:pt x="86" y="384"/>
                  <a:pt x="86" y="384"/>
                  <a:pt x="86" y="384"/>
                </a:cubicBezTo>
                <a:cubicBezTo>
                  <a:pt x="86" y="384"/>
                  <a:pt x="87" y="383"/>
                  <a:pt x="87" y="383"/>
                </a:cubicBezTo>
                <a:cubicBezTo>
                  <a:pt x="86" y="383"/>
                  <a:pt x="87" y="383"/>
                  <a:pt x="87" y="382"/>
                </a:cubicBezTo>
                <a:cubicBezTo>
                  <a:pt x="87" y="382"/>
                  <a:pt x="87" y="382"/>
                  <a:pt x="87" y="382"/>
                </a:cubicBezTo>
                <a:cubicBezTo>
                  <a:pt x="87" y="382"/>
                  <a:pt x="88" y="382"/>
                  <a:pt x="88" y="382"/>
                </a:cubicBezTo>
                <a:close/>
                <a:moveTo>
                  <a:pt x="190" y="354"/>
                </a:moveTo>
                <a:cubicBezTo>
                  <a:pt x="190" y="354"/>
                  <a:pt x="189" y="354"/>
                  <a:pt x="189" y="354"/>
                </a:cubicBezTo>
                <a:cubicBezTo>
                  <a:pt x="189" y="355"/>
                  <a:pt x="188" y="355"/>
                  <a:pt x="187" y="355"/>
                </a:cubicBezTo>
                <a:cubicBezTo>
                  <a:pt x="187" y="355"/>
                  <a:pt x="187" y="355"/>
                  <a:pt x="187" y="355"/>
                </a:cubicBezTo>
                <a:cubicBezTo>
                  <a:pt x="187" y="355"/>
                  <a:pt x="187" y="356"/>
                  <a:pt x="187" y="356"/>
                </a:cubicBezTo>
                <a:cubicBezTo>
                  <a:pt x="187" y="356"/>
                  <a:pt x="187" y="356"/>
                  <a:pt x="187" y="356"/>
                </a:cubicBezTo>
                <a:cubicBezTo>
                  <a:pt x="187" y="356"/>
                  <a:pt x="187" y="356"/>
                  <a:pt x="187" y="356"/>
                </a:cubicBezTo>
                <a:cubicBezTo>
                  <a:pt x="187" y="356"/>
                  <a:pt x="186" y="356"/>
                  <a:pt x="186" y="356"/>
                </a:cubicBezTo>
                <a:cubicBezTo>
                  <a:pt x="186" y="356"/>
                  <a:pt x="186" y="356"/>
                  <a:pt x="186" y="356"/>
                </a:cubicBezTo>
                <a:cubicBezTo>
                  <a:pt x="186" y="356"/>
                  <a:pt x="186" y="356"/>
                  <a:pt x="186" y="356"/>
                </a:cubicBezTo>
                <a:cubicBezTo>
                  <a:pt x="186" y="356"/>
                  <a:pt x="186" y="356"/>
                  <a:pt x="186" y="357"/>
                </a:cubicBezTo>
                <a:cubicBezTo>
                  <a:pt x="186" y="357"/>
                  <a:pt x="186" y="357"/>
                  <a:pt x="186" y="356"/>
                </a:cubicBezTo>
                <a:cubicBezTo>
                  <a:pt x="186" y="356"/>
                  <a:pt x="186" y="356"/>
                  <a:pt x="186" y="356"/>
                </a:cubicBezTo>
                <a:cubicBezTo>
                  <a:pt x="186" y="357"/>
                  <a:pt x="186" y="357"/>
                  <a:pt x="186" y="357"/>
                </a:cubicBezTo>
                <a:cubicBezTo>
                  <a:pt x="186" y="357"/>
                  <a:pt x="186" y="357"/>
                  <a:pt x="186" y="357"/>
                </a:cubicBezTo>
                <a:cubicBezTo>
                  <a:pt x="186" y="357"/>
                  <a:pt x="186" y="357"/>
                  <a:pt x="186" y="357"/>
                </a:cubicBezTo>
                <a:cubicBezTo>
                  <a:pt x="185" y="357"/>
                  <a:pt x="185" y="357"/>
                  <a:pt x="185" y="356"/>
                </a:cubicBezTo>
                <a:cubicBezTo>
                  <a:pt x="185" y="356"/>
                  <a:pt x="185" y="356"/>
                  <a:pt x="185" y="356"/>
                </a:cubicBezTo>
                <a:cubicBezTo>
                  <a:pt x="185" y="357"/>
                  <a:pt x="185" y="357"/>
                  <a:pt x="185" y="357"/>
                </a:cubicBezTo>
                <a:cubicBezTo>
                  <a:pt x="185" y="357"/>
                  <a:pt x="185" y="357"/>
                  <a:pt x="185" y="357"/>
                </a:cubicBezTo>
                <a:cubicBezTo>
                  <a:pt x="185" y="357"/>
                  <a:pt x="185" y="358"/>
                  <a:pt x="185" y="358"/>
                </a:cubicBezTo>
                <a:cubicBezTo>
                  <a:pt x="185" y="358"/>
                  <a:pt x="185" y="358"/>
                  <a:pt x="185" y="358"/>
                </a:cubicBezTo>
                <a:cubicBezTo>
                  <a:pt x="184" y="357"/>
                  <a:pt x="184" y="357"/>
                  <a:pt x="184" y="358"/>
                </a:cubicBezTo>
                <a:cubicBezTo>
                  <a:pt x="184" y="358"/>
                  <a:pt x="184" y="358"/>
                  <a:pt x="184" y="358"/>
                </a:cubicBezTo>
                <a:cubicBezTo>
                  <a:pt x="184" y="357"/>
                  <a:pt x="184" y="358"/>
                  <a:pt x="183" y="358"/>
                </a:cubicBezTo>
                <a:cubicBezTo>
                  <a:pt x="183" y="358"/>
                  <a:pt x="183" y="358"/>
                  <a:pt x="183" y="358"/>
                </a:cubicBezTo>
                <a:cubicBezTo>
                  <a:pt x="183" y="358"/>
                  <a:pt x="183" y="358"/>
                  <a:pt x="183" y="358"/>
                </a:cubicBezTo>
                <a:cubicBezTo>
                  <a:pt x="183" y="358"/>
                  <a:pt x="183" y="358"/>
                  <a:pt x="183" y="358"/>
                </a:cubicBezTo>
                <a:cubicBezTo>
                  <a:pt x="183" y="358"/>
                  <a:pt x="183" y="358"/>
                  <a:pt x="182" y="358"/>
                </a:cubicBezTo>
                <a:cubicBezTo>
                  <a:pt x="182" y="358"/>
                  <a:pt x="182" y="359"/>
                  <a:pt x="181" y="359"/>
                </a:cubicBezTo>
                <a:cubicBezTo>
                  <a:pt x="181" y="359"/>
                  <a:pt x="181" y="359"/>
                  <a:pt x="181" y="359"/>
                </a:cubicBezTo>
                <a:cubicBezTo>
                  <a:pt x="180" y="359"/>
                  <a:pt x="180" y="360"/>
                  <a:pt x="179" y="360"/>
                </a:cubicBezTo>
                <a:cubicBezTo>
                  <a:pt x="179" y="360"/>
                  <a:pt x="179" y="360"/>
                  <a:pt x="179" y="360"/>
                </a:cubicBezTo>
                <a:cubicBezTo>
                  <a:pt x="179" y="361"/>
                  <a:pt x="179" y="361"/>
                  <a:pt x="178" y="360"/>
                </a:cubicBezTo>
                <a:cubicBezTo>
                  <a:pt x="178" y="360"/>
                  <a:pt x="178" y="360"/>
                  <a:pt x="178" y="360"/>
                </a:cubicBezTo>
                <a:cubicBezTo>
                  <a:pt x="178" y="360"/>
                  <a:pt x="178" y="361"/>
                  <a:pt x="178" y="361"/>
                </a:cubicBezTo>
                <a:cubicBezTo>
                  <a:pt x="177" y="361"/>
                  <a:pt x="177" y="361"/>
                  <a:pt x="177" y="361"/>
                </a:cubicBezTo>
                <a:cubicBezTo>
                  <a:pt x="177" y="361"/>
                  <a:pt x="177" y="360"/>
                  <a:pt x="176" y="361"/>
                </a:cubicBezTo>
                <a:cubicBezTo>
                  <a:pt x="176" y="361"/>
                  <a:pt x="176" y="360"/>
                  <a:pt x="176" y="360"/>
                </a:cubicBezTo>
                <a:cubicBezTo>
                  <a:pt x="176" y="360"/>
                  <a:pt x="175" y="360"/>
                  <a:pt x="176" y="360"/>
                </a:cubicBezTo>
                <a:cubicBezTo>
                  <a:pt x="176" y="360"/>
                  <a:pt x="176" y="359"/>
                  <a:pt x="177" y="359"/>
                </a:cubicBezTo>
                <a:cubicBezTo>
                  <a:pt x="177" y="359"/>
                  <a:pt x="177" y="359"/>
                  <a:pt x="177" y="359"/>
                </a:cubicBezTo>
                <a:cubicBezTo>
                  <a:pt x="177" y="359"/>
                  <a:pt x="178" y="359"/>
                  <a:pt x="178" y="359"/>
                </a:cubicBezTo>
                <a:cubicBezTo>
                  <a:pt x="178" y="359"/>
                  <a:pt x="178" y="359"/>
                  <a:pt x="178" y="359"/>
                </a:cubicBezTo>
                <a:cubicBezTo>
                  <a:pt x="178" y="359"/>
                  <a:pt x="178" y="359"/>
                  <a:pt x="179" y="358"/>
                </a:cubicBezTo>
                <a:cubicBezTo>
                  <a:pt x="179" y="358"/>
                  <a:pt x="179" y="358"/>
                  <a:pt x="179" y="358"/>
                </a:cubicBezTo>
                <a:cubicBezTo>
                  <a:pt x="179" y="358"/>
                  <a:pt x="179" y="358"/>
                  <a:pt x="179" y="358"/>
                </a:cubicBezTo>
                <a:cubicBezTo>
                  <a:pt x="179" y="358"/>
                  <a:pt x="180" y="358"/>
                  <a:pt x="180" y="358"/>
                </a:cubicBezTo>
                <a:cubicBezTo>
                  <a:pt x="180" y="358"/>
                  <a:pt x="180" y="358"/>
                  <a:pt x="180" y="358"/>
                </a:cubicBezTo>
                <a:cubicBezTo>
                  <a:pt x="180" y="358"/>
                  <a:pt x="180" y="358"/>
                  <a:pt x="180" y="358"/>
                </a:cubicBezTo>
                <a:cubicBezTo>
                  <a:pt x="180" y="358"/>
                  <a:pt x="180" y="358"/>
                  <a:pt x="180" y="358"/>
                </a:cubicBezTo>
                <a:cubicBezTo>
                  <a:pt x="180" y="358"/>
                  <a:pt x="180" y="358"/>
                  <a:pt x="181" y="358"/>
                </a:cubicBezTo>
                <a:cubicBezTo>
                  <a:pt x="181" y="358"/>
                  <a:pt x="181" y="358"/>
                  <a:pt x="181" y="358"/>
                </a:cubicBezTo>
                <a:cubicBezTo>
                  <a:pt x="181" y="357"/>
                  <a:pt x="182" y="358"/>
                  <a:pt x="182" y="358"/>
                </a:cubicBezTo>
                <a:cubicBezTo>
                  <a:pt x="182" y="358"/>
                  <a:pt x="182" y="358"/>
                  <a:pt x="182" y="357"/>
                </a:cubicBezTo>
                <a:cubicBezTo>
                  <a:pt x="182" y="357"/>
                  <a:pt x="182" y="357"/>
                  <a:pt x="182" y="357"/>
                </a:cubicBezTo>
                <a:cubicBezTo>
                  <a:pt x="182" y="357"/>
                  <a:pt x="182" y="357"/>
                  <a:pt x="182" y="357"/>
                </a:cubicBezTo>
                <a:cubicBezTo>
                  <a:pt x="182" y="357"/>
                  <a:pt x="183" y="357"/>
                  <a:pt x="183" y="357"/>
                </a:cubicBezTo>
                <a:cubicBezTo>
                  <a:pt x="183" y="356"/>
                  <a:pt x="183" y="356"/>
                  <a:pt x="183" y="357"/>
                </a:cubicBezTo>
                <a:cubicBezTo>
                  <a:pt x="182" y="357"/>
                  <a:pt x="182" y="357"/>
                  <a:pt x="182" y="356"/>
                </a:cubicBezTo>
                <a:cubicBezTo>
                  <a:pt x="182" y="356"/>
                  <a:pt x="182" y="356"/>
                  <a:pt x="182" y="356"/>
                </a:cubicBezTo>
                <a:cubicBezTo>
                  <a:pt x="182" y="356"/>
                  <a:pt x="182" y="355"/>
                  <a:pt x="182" y="355"/>
                </a:cubicBezTo>
                <a:cubicBezTo>
                  <a:pt x="182" y="355"/>
                  <a:pt x="182" y="355"/>
                  <a:pt x="182" y="355"/>
                </a:cubicBezTo>
                <a:cubicBezTo>
                  <a:pt x="183" y="355"/>
                  <a:pt x="183" y="355"/>
                  <a:pt x="183" y="355"/>
                </a:cubicBezTo>
                <a:cubicBezTo>
                  <a:pt x="183" y="355"/>
                  <a:pt x="183" y="355"/>
                  <a:pt x="183" y="355"/>
                </a:cubicBezTo>
                <a:cubicBezTo>
                  <a:pt x="183" y="355"/>
                  <a:pt x="183" y="355"/>
                  <a:pt x="183" y="355"/>
                </a:cubicBezTo>
                <a:cubicBezTo>
                  <a:pt x="183" y="355"/>
                  <a:pt x="182" y="355"/>
                  <a:pt x="183" y="354"/>
                </a:cubicBezTo>
                <a:cubicBezTo>
                  <a:pt x="183" y="354"/>
                  <a:pt x="183" y="354"/>
                  <a:pt x="183" y="354"/>
                </a:cubicBezTo>
                <a:cubicBezTo>
                  <a:pt x="183" y="354"/>
                  <a:pt x="183" y="354"/>
                  <a:pt x="184" y="354"/>
                </a:cubicBezTo>
                <a:cubicBezTo>
                  <a:pt x="184" y="354"/>
                  <a:pt x="184" y="354"/>
                  <a:pt x="184" y="354"/>
                </a:cubicBezTo>
                <a:cubicBezTo>
                  <a:pt x="184" y="354"/>
                  <a:pt x="184" y="354"/>
                  <a:pt x="184" y="354"/>
                </a:cubicBezTo>
                <a:cubicBezTo>
                  <a:pt x="184" y="355"/>
                  <a:pt x="184" y="355"/>
                  <a:pt x="184" y="355"/>
                </a:cubicBezTo>
                <a:cubicBezTo>
                  <a:pt x="185" y="355"/>
                  <a:pt x="185" y="355"/>
                  <a:pt x="185" y="355"/>
                </a:cubicBezTo>
                <a:cubicBezTo>
                  <a:pt x="185" y="355"/>
                  <a:pt x="185" y="355"/>
                  <a:pt x="185" y="355"/>
                </a:cubicBezTo>
                <a:cubicBezTo>
                  <a:pt x="185" y="355"/>
                  <a:pt x="185" y="355"/>
                  <a:pt x="185" y="355"/>
                </a:cubicBezTo>
                <a:cubicBezTo>
                  <a:pt x="185" y="355"/>
                  <a:pt x="185" y="355"/>
                  <a:pt x="185" y="354"/>
                </a:cubicBezTo>
                <a:cubicBezTo>
                  <a:pt x="185" y="354"/>
                  <a:pt x="184" y="354"/>
                  <a:pt x="185" y="354"/>
                </a:cubicBezTo>
                <a:cubicBezTo>
                  <a:pt x="185" y="354"/>
                  <a:pt x="185" y="354"/>
                  <a:pt x="186" y="354"/>
                </a:cubicBezTo>
                <a:cubicBezTo>
                  <a:pt x="185" y="354"/>
                  <a:pt x="185" y="354"/>
                  <a:pt x="185" y="354"/>
                </a:cubicBezTo>
                <a:cubicBezTo>
                  <a:pt x="185" y="354"/>
                  <a:pt x="185" y="354"/>
                  <a:pt x="185" y="354"/>
                </a:cubicBezTo>
                <a:cubicBezTo>
                  <a:pt x="185" y="354"/>
                  <a:pt x="185" y="354"/>
                  <a:pt x="185" y="353"/>
                </a:cubicBezTo>
                <a:cubicBezTo>
                  <a:pt x="185" y="353"/>
                  <a:pt x="184" y="354"/>
                  <a:pt x="184" y="353"/>
                </a:cubicBezTo>
                <a:cubicBezTo>
                  <a:pt x="184" y="353"/>
                  <a:pt x="184" y="353"/>
                  <a:pt x="184" y="353"/>
                </a:cubicBezTo>
                <a:cubicBezTo>
                  <a:pt x="184" y="353"/>
                  <a:pt x="184" y="353"/>
                  <a:pt x="184" y="353"/>
                </a:cubicBezTo>
                <a:cubicBezTo>
                  <a:pt x="183" y="353"/>
                  <a:pt x="183" y="353"/>
                  <a:pt x="183" y="353"/>
                </a:cubicBezTo>
                <a:cubicBezTo>
                  <a:pt x="183" y="353"/>
                  <a:pt x="182" y="353"/>
                  <a:pt x="182" y="352"/>
                </a:cubicBezTo>
                <a:cubicBezTo>
                  <a:pt x="182" y="352"/>
                  <a:pt x="182" y="352"/>
                  <a:pt x="182" y="352"/>
                </a:cubicBezTo>
                <a:cubicBezTo>
                  <a:pt x="182" y="352"/>
                  <a:pt x="182" y="352"/>
                  <a:pt x="182" y="352"/>
                </a:cubicBezTo>
                <a:cubicBezTo>
                  <a:pt x="182" y="352"/>
                  <a:pt x="182" y="351"/>
                  <a:pt x="182" y="351"/>
                </a:cubicBezTo>
                <a:cubicBezTo>
                  <a:pt x="182" y="351"/>
                  <a:pt x="183" y="350"/>
                  <a:pt x="183" y="350"/>
                </a:cubicBezTo>
                <a:cubicBezTo>
                  <a:pt x="184" y="350"/>
                  <a:pt x="185" y="350"/>
                  <a:pt x="185" y="349"/>
                </a:cubicBezTo>
                <a:cubicBezTo>
                  <a:pt x="185" y="349"/>
                  <a:pt x="185" y="349"/>
                  <a:pt x="185" y="350"/>
                </a:cubicBezTo>
                <a:cubicBezTo>
                  <a:pt x="185" y="350"/>
                  <a:pt x="185" y="350"/>
                  <a:pt x="185" y="350"/>
                </a:cubicBezTo>
                <a:cubicBezTo>
                  <a:pt x="186" y="350"/>
                  <a:pt x="186" y="349"/>
                  <a:pt x="186" y="349"/>
                </a:cubicBezTo>
                <a:cubicBezTo>
                  <a:pt x="186" y="349"/>
                  <a:pt x="186" y="349"/>
                  <a:pt x="186" y="350"/>
                </a:cubicBezTo>
                <a:cubicBezTo>
                  <a:pt x="186" y="350"/>
                  <a:pt x="186" y="350"/>
                  <a:pt x="186" y="350"/>
                </a:cubicBezTo>
                <a:cubicBezTo>
                  <a:pt x="187" y="350"/>
                  <a:pt x="187" y="350"/>
                  <a:pt x="186" y="350"/>
                </a:cubicBezTo>
                <a:cubicBezTo>
                  <a:pt x="186" y="350"/>
                  <a:pt x="186" y="351"/>
                  <a:pt x="186" y="351"/>
                </a:cubicBezTo>
                <a:cubicBezTo>
                  <a:pt x="186" y="351"/>
                  <a:pt x="186" y="351"/>
                  <a:pt x="187" y="352"/>
                </a:cubicBezTo>
                <a:cubicBezTo>
                  <a:pt x="187" y="351"/>
                  <a:pt x="187" y="351"/>
                  <a:pt x="187" y="352"/>
                </a:cubicBezTo>
                <a:cubicBezTo>
                  <a:pt x="187" y="352"/>
                  <a:pt x="187" y="352"/>
                  <a:pt x="187" y="352"/>
                </a:cubicBezTo>
                <a:cubicBezTo>
                  <a:pt x="187" y="352"/>
                  <a:pt x="187" y="352"/>
                  <a:pt x="187" y="352"/>
                </a:cubicBezTo>
                <a:cubicBezTo>
                  <a:pt x="187" y="352"/>
                  <a:pt x="188" y="351"/>
                  <a:pt x="188" y="351"/>
                </a:cubicBezTo>
                <a:cubicBezTo>
                  <a:pt x="188" y="351"/>
                  <a:pt x="188" y="350"/>
                  <a:pt x="188" y="350"/>
                </a:cubicBezTo>
                <a:cubicBezTo>
                  <a:pt x="188" y="350"/>
                  <a:pt x="188" y="350"/>
                  <a:pt x="188" y="350"/>
                </a:cubicBezTo>
                <a:cubicBezTo>
                  <a:pt x="188" y="350"/>
                  <a:pt x="189" y="349"/>
                  <a:pt x="189" y="350"/>
                </a:cubicBezTo>
                <a:cubicBezTo>
                  <a:pt x="189" y="350"/>
                  <a:pt x="189" y="350"/>
                  <a:pt x="189" y="350"/>
                </a:cubicBezTo>
                <a:cubicBezTo>
                  <a:pt x="189" y="350"/>
                  <a:pt x="189" y="350"/>
                  <a:pt x="189" y="350"/>
                </a:cubicBezTo>
                <a:cubicBezTo>
                  <a:pt x="189" y="350"/>
                  <a:pt x="189" y="350"/>
                  <a:pt x="189" y="350"/>
                </a:cubicBezTo>
                <a:cubicBezTo>
                  <a:pt x="189" y="350"/>
                  <a:pt x="189" y="350"/>
                  <a:pt x="189" y="350"/>
                </a:cubicBezTo>
                <a:cubicBezTo>
                  <a:pt x="189" y="350"/>
                  <a:pt x="189" y="350"/>
                  <a:pt x="190" y="350"/>
                </a:cubicBezTo>
                <a:cubicBezTo>
                  <a:pt x="190" y="350"/>
                  <a:pt x="190" y="350"/>
                  <a:pt x="190" y="350"/>
                </a:cubicBezTo>
                <a:cubicBezTo>
                  <a:pt x="190" y="351"/>
                  <a:pt x="190" y="351"/>
                  <a:pt x="190" y="351"/>
                </a:cubicBezTo>
                <a:cubicBezTo>
                  <a:pt x="190" y="351"/>
                  <a:pt x="190" y="351"/>
                  <a:pt x="190" y="351"/>
                </a:cubicBezTo>
                <a:cubicBezTo>
                  <a:pt x="190" y="351"/>
                  <a:pt x="190" y="352"/>
                  <a:pt x="189" y="351"/>
                </a:cubicBezTo>
                <a:cubicBezTo>
                  <a:pt x="189" y="351"/>
                  <a:pt x="189" y="351"/>
                  <a:pt x="189" y="352"/>
                </a:cubicBezTo>
                <a:cubicBezTo>
                  <a:pt x="189" y="352"/>
                  <a:pt x="188" y="352"/>
                  <a:pt x="188" y="352"/>
                </a:cubicBezTo>
                <a:cubicBezTo>
                  <a:pt x="188" y="353"/>
                  <a:pt x="188" y="353"/>
                  <a:pt x="188" y="353"/>
                </a:cubicBezTo>
                <a:cubicBezTo>
                  <a:pt x="188" y="353"/>
                  <a:pt x="187" y="353"/>
                  <a:pt x="187" y="354"/>
                </a:cubicBezTo>
                <a:cubicBezTo>
                  <a:pt x="187" y="354"/>
                  <a:pt x="187" y="354"/>
                  <a:pt x="187" y="354"/>
                </a:cubicBezTo>
                <a:cubicBezTo>
                  <a:pt x="187" y="354"/>
                  <a:pt x="187" y="354"/>
                  <a:pt x="187" y="354"/>
                </a:cubicBezTo>
                <a:cubicBezTo>
                  <a:pt x="187" y="354"/>
                  <a:pt x="187" y="354"/>
                  <a:pt x="188" y="354"/>
                </a:cubicBezTo>
                <a:cubicBezTo>
                  <a:pt x="188" y="354"/>
                  <a:pt x="188" y="354"/>
                  <a:pt x="188" y="354"/>
                </a:cubicBezTo>
                <a:cubicBezTo>
                  <a:pt x="188" y="354"/>
                  <a:pt x="188" y="354"/>
                  <a:pt x="188" y="353"/>
                </a:cubicBezTo>
                <a:cubicBezTo>
                  <a:pt x="188" y="353"/>
                  <a:pt x="188" y="353"/>
                  <a:pt x="189" y="354"/>
                </a:cubicBezTo>
                <a:cubicBezTo>
                  <a:pt x="189" y="353"/>
                  <a:pt x="189" y="353"/>
                  <a:pt x="189" y="353"/>
                </a:cubicBezTo>
                <a:cubicBezTo>
                  <a:pt x="189" y="353"/>
                  <a:pt x="189" y="353"/>
                  <a:pt x="189" y="353"/>
                </a:cubicBezTo>
                <a:cubicBezTo>
                  <a:pt x="189" y="353"/>
                  <a:pt x="189" y="353"/>
                  <a:pt x="189" y="353"/>
                </a:cubicBezTo>
                <a:cubicBezTo>
                  <a:pt x="189" y="353"/>
                  <a:pt x="189" y="354"/>
                  <a:pt x="189" y="354"/>
                </a:cubicBezTo>
                <a:cubicBezTo>
                  <a:pt x="190" y="354"/>
                  <a:pt x="190" y="354"/>
                  <a:pt x="190" y="354"/>
                </a:cubicBezTo>
                <a:close/>
                <a:moveTo>
                  <a:pt x="128" y="378"/>
                </a:moveTo>
                <a:cubicBezTo>
                  <a:pt x="127" y="378"/>
                  <a:pt x="127" y="378"/>
                  <a:pt x="127" y="378"/>
                </a:cubicBezTo>
                <a:cubicBezTo>
                  <a:pt x="127" y="378"/>
                  <a:pt x="126" y="378"/>
                  <a:pt x="126" y="378"/>
                </a:cubicBezTo>
                <a:cubicBezTo>
                  <a:pt x="126" y="378"/>
                  <a:pt x="126" y="378"/>
                  <a:pt x="125" y="378"/>
                </a:cubicBezTo>
                <a:cubicBezTo>
                  <a:pt x="125" y="378"/>
                  <a:pt x="125" y="378"/>
                  <a:pt x="125" y="377"/>
                </a:cubicBezTo>
                <a:cubicBezTo>
                  <a:pt x="124" y="377"/>
                  <a:pt x="123" y="377"/>
                  <a:pt x="123" y="377"/>
                </a:cubicBezTo>
                <a:cubicBezTo>
                  <a:pt x="122" y="378"/>
                  <a:pt x="121" y="377"/>
                  <a:pt x="120" y="377"/>
                </a:cubicBezTo>
                <a:cubicBezTo>
                  <a:pt x="121" y="378"/>
                  <a:pt x="121" y="378"/>
                  <a:pt x="121" y="378"/>
                </a:cubicBezTo>
                <a:cubicBezTo>
                  <a:pt x="121" y="378"/>
                  <a:pt x="122" y="379"/>
                  <a:pt x="122" y="379"/>
                </a:cubicBezTo>
                <a:cubicBezTo>
                  <a:pt x="123" y="379"/>
                  <a:pt x="123" y="378"/>
                  <a:pt x="124" y="378"/>
                </a:cubicBezTo>
                <a:cubicBezTo>
                  <a:pt x="124" y="378"/>
                  <a:pt x="124" y="378"/>
                  <a:pt x="125" y="379"/>
                </a:cubicBezTo>
                <a:cubicBezTo>
                  <a:pt x="125" y="379"/>
                  <a:pt x="125" y="379"/>
                  <a:pt x="125" y="379"/>
                </a:cubicBezTo>
                <a:cubicBezTo>
                  <a:pt x="126" y="379"/>
                  <a:pt x="126" y="379"/>
                  <a:pt x="127" y="378"/>
                </a:cubicBezTo>
                <a:cubicBezTo>
                  <a:pt x="127" y="378"/>
                  <a:pt x="127" y="378"/>
                  <a:pt x="127" y="378"/>
                </a:cubicBezTo>
                <a:cubicBezTo>
                  <a:pt x="128" y="378"/>
                  <a:pt x="129" y="378"/>
                  <a:pt x="129" y="378"/>
                </a:cubicBezTo>
                <a:cubicBezTo>
                  <a:pt x="130" y="378"/>
                  <a:pt x="130" y="378"/>
                  <a:pt x="130" y="378"/>
                </a:cubicBezTo>
                <a:cubicBezTo>
                  <a:pt x="130" y="378"/>
                  <a:pt x="130" y="378"/>
                  <a:pt x="130" y="378"/>
                </a:cubicBezTo>
                <a:cubicBezTo>
                  <a:pt x="129" y="378"/>
                  <a:pt x="128" y="378"/>
                  <a:pt x="128" y="378"/>
                </a:cubicBezTo>
                <a:close/>
                <a:moveTo>
                  <a:pt x="120" y="374"/>
                </a:moveTo>
                <a:cubicBezTo>
                  <a:pt x="120" y="374"/>
                  <a:pt x="120" y="374"/>
                  <a:pt x="120" y="374"/>
                </a:cubicBezTo>
                <a:cubicBezTo>
                  <a:pt x="120" y="373"/>
                  <a:pt x="119" y="373"/>
                  <a:pt x="118" y="373"/>
                </a:cubicBezTo>
                <a:cubicBezTo>
                  <a:pt x="118" y="374"/>
                  <a:pt x="118" y="374"/>
                  <a:pt x="118" y="374"/>
                </a:cubicBezTo>
                <a:cubicBezTo>
                  <a:pt x="118" y="375"/>
                  <a:pt x="118" y="375"/>
                  <a:pt x="117" y="374"/>
                </a:cubicBezTo>
                <a:cubicBezTo>
                  <a:pt x="117" y="374"/>
                  <a:pt x="117" y="375"/>
                  <a:pt x="117" y="375"/>
                </a:cubicBezTo>
                <a:cubicBezTo>
                  <a:pt x="117" y="375"/>
                  <a:pt x="117" y="375"/>
                  <a:pt x="118" y="375"/>
                </a:cubicBezTo>
                <a:cubicBezTo>
                  <a:pt x="118" y="375"/>
                  <a:pt x="118" y="375"/>
                  <a:pt x="118" y="375"/>
                </a:cubicBezTo>
                <a:cubicBezTo>
                  <a:pt x="118" y="375"/>
                  <a:pt x="118" y="375"/>
                  <a:pt x="119" y="375"/>
                </a:cubicBezTo>
                <a:cubicBezTo>
                  <a:pt x="119" y="375"/>
                  <a:pt x="119" y="376"/>
                  <a:pt x="119" y="376"/>
                </a:cubicBezTo>
                <a:cubicBezTo>
                  <a:pt x="119" y="376"/>
                  <a:pt x="118" y="376"/>
                  <a:pt x="118" y="376"/>
                </a:cubicBezTo>
                <a:cubicBezTo>
                  <a:pt x="118" y="376"/>
                  <a:pt x="118" y="376"/>
                  <a:pt x="117" y="376"/>
                </a:cubicBezTo>
                <a:cubicBezTo>
                  <a:pt x="117" y="376"/>
                  <a:pt x="117" y="376"/>
                  <a:pt x="117" y="376"/>
                </a:cubicBezTo>
                <a:cubicBezTo>
                  <a:pt x="116" y="376"/>
                  <a:pt x="117" y="376"/>
                  <a:pt x="117" y="377"/>
                </a:cubicBezTo>
                <a:cubicBezTo>
                  <a:pt x="117" y="377"/>
                  <a:pt x="117" y="377"/>
                  <a:pt x="117" y="377"/>
                </a:cubicBezTo>
                <a:cubicBezTo>
                  <a:pt x="116" y="377"/>
                  <a:pt x="116" y="377"/>
                  <a:pt x="116" y="377"/>
                </a:cubicBezTo>
                <a:cubicBezTo>
                  <a:pt x="116" y="377"/>
                  <a:pt x="116" y="377"/>
                  <a:pt x="116" y="377"/>
                </a:cubicBezTo>
                <a:cubicBezTo>
                  <a:pt x="116" y="377"/>
                  <a:pt x="116" y="377"/>
                  <a:pt x="116" y="377"/>
                </a:cubicBezTo>
                <a:cubicBezTo>
                  <a:pt x="115" y="377"/>
                  <a:pt x="115" y="377"/>
                  <a:pt x="115" y="377"/>
                </a:cubicBezTo>
                <a:cubicBezTo>
                  <a:pt x="115" y="378"/>
                  <a:pt x="115" y="378"/>
                  <a:pt x="114" y="378"/>
                </a:cubicBezTo>
                <a:cubicBezTo>
                  <a:pt x="114" y="378"/>
                  <a:pt x="114" y="377"/>
                  <a:pt x="114" y="378"/>
                </a:cubicBezTo>
                <a:cubicBezTo>
                  <a:pt x="114" y="378"/>
                  <a:pt x="114" y="378"/>
                  <a:pt x="113" y="378"/>
                </a:cubicBezTo>
                <a:cubicBezTo>
                  <a:pt x="113" y="378"/>
                  <a:pt x="113" y="378"/>
                  <a:pt x="112" y="378"/>
                </a:cubicBezTo>
                <a:cubicBezTo>
                  <a:pt x="112" y="378"/>
                  <a:pt x="112" y="378"/>
                  <a:pt x="112" y="378"/>
                </a:cubicBezTo>
                <a:cubicBezTo>
                  <a:pt x="112" y="378"/>
                  <a:pt x="111" y="378"/>
                  <a:pt x="111" y="378"/>
                </a:cubicBezTo>
                <a:cubicBezTo>
                  <a:pt x="111" y="379"/>
                  <a:pt x="111" y="379"/>
                  <a:pt x="111" y="379"/>
                </a:cubicBezTo>
                <a:cubicBezTo>
                  <a:pt x="111" y="378"/>
                  <a:pt x="110" y="378"/>
                  <a:pt x="110" y="378"/>
                </a:cubicBezTo>
                <a:cubicBezTo>
                  <a:pt x="110" y="379"/>
                  <a:pt x="109" y="379"/>
                  <a:pt x="109" y="379"/>
                </a:cubicBezTo>
                <a:cubicBezTo>
                  <a:pt x="110" y="379"/>
                  <a:pt x="110" y="379"/>
                  <a:pt x="111" y="379"/>
                </a:cubicBezTo>
                <a:cubicBezTo>
                  <a:pt x="111" y="379"/>
                  <a:pt x="112" y="379"/>
                  <a:pt x="112" y="379"/>
                </a:cubicBezTo>
                <a:cubicBezTo>
                  <a:pt x="112" y="379"/>
                  <a:pt x="112" y="379"/>
                  <a:pt x="113" y="379"/>
                </a:cubicBezTo>
                <a:cubicBezTo>
                  <a:pt x="113" y="379"/>
                  <a:pt x="114" y="379"/>
                  <a:pt x="114" y="379"/>
                </a:cubicBezTo>
                <a:cubicBezTo>
                  <a:pt x="114" y="379"/>
                  <a:pt x="114" y="379"/>
                  <a:pt x="114" y="379"/>
                </a:cubicBezTo>
                <a:cubicBezTo>
                  <a:pt x="114" y="379"/>
                  <a:pt x="115" y="378"/>
                  <a:pt x="115" y="379"/>
                </a:cubicBezTo>
                <a:cubicBezTo>
                  <a:pt x="115" y="379"/>
                  <a:pt x="116" y="379"/>
                  <a:pt x="116" y="378"/>
                </a:cubicBezTo>
                <a:cubicBezTo>
                  <a:pt x="116" y="378"/>
                  <a:pt x="116" y="378"/>
                  <a:pt x="116" y="378"/>
                </a:cubicBezTo>
                <a:cubicBezTo>
                  <a:pt x="116" y="378"/>
                  <a:pt x="116" y="378"/>
                  <a:pt x="116" y="378"/>
                </a:cubicBezTo>
                <a:cubicBezTo>
                  <a:pt x="117" y="378"/>
                  <a:pt x="117" y="378"/>
                  <a:pt x="117" y="378"/>
                </a:cubicBezTo>
                <a:cubicBezTo>
                  <a:pt x="117" y="378"/>
                  <a:pt x="117" y="379"/>
                  <a:pt x="117" y="379"/>
                </a:cubicBezTo>
                <a:cubicBezTo>
                  <a:pt x="117" y="379"/>
                  <a:pt x="117" y="378"/>
                  <a:pt x="117" y="378"/>
                </a:cubicBezTo>
                <a:cubicBezTo>
                  <a:pt x="117" y="378"/>
                  <a:pt x="117" y="378"/>
                  <a:pt x="117" y="378"/>
                </a:cubicBezTo>
                <a:cubicBezTo>
                  <a:pt x="117" y="378"/>
                  <a:pt x="117" y="378"/>
                  <a:pt x="118" y="378"/>
                </a:cubicBezTo>
                <a:cubicBezTo>
                  <a:pt x="118" y="377"/>
                  <a:pt x="118" y="377"/>
                  <a:pt x="118" y="378"/>
                </a:cubicBezTo>
                <a:cubicBezTo>
                  <a:pt x="118" y="378"/>
                  <a:pt x="119" y="378"/>
                  <a:pt x="119" y="378"/>
                </a:cubicBezTo>
                <a:cubicBezTo>
                  <a:pt x="119" y="378"/>
                  <a:pt x="119" y="377"/>
                  <a:pt x="120" y="378"/>
                </a:cubicBezTo>
                <a:cubicBezTo>
                  <a:pt x="120" y="378"/>
                  <a:pt x="120" y="377"/>
                  <a:pt x="120" y="377"/>
                </a:cubicBezTo>
                <a:cubicBezTo>
                  <a:pt x="120" y="377"/>
                  <a:pt x="119" y="377"/>
                  <a:pt x="119" y="377"/>
                </a:cubicBezTo>
                <a:cubicBezTo>
                  <a:pt x="119" y="376"/>
                  <a:pt x="119" y="376"/>
                  <a:pt x="120" y="376"/>
                </a:cubicBezTo>
                <a:cubicBezTo>
                  <a:pt x="120" y="376"/>
                  <a:pt x="120" y="376"/>
                  <a:pt x="120" y="376"/>
                </a:cubicBezTo>
                <a:cubicBezTo>
                  <a:pt x="120" y="376"/>
                  <a:pt x="120" y="375"/>
                  <a:pt x="121" y="375"/>
                </a:cubicBezTo>
                <a:cubicBezTo>
                  <a:pt x="121" y="375"/>
                  <a:pt x="121" y="374"/>
                  <a:pt x="120" y="374"/>
                </a:cubicBezTo>
                <a:close/>
                <a:moveTo>
                  <a:pt x="93" y="380"/>
                </a:moveTo>
                <a:cubicBezTo>
                  <a:pt x="92" y="380"/>
                  <a:pt x="92" y="380"/>
                  <a:pt x="92" y="381"/>
                </a:cubicBezTo>
                <a:cubicBezTo>
                  <a:pt x="92" y="381"/>
                  <a:pt x="92" y="381"/>
                  <a:pt x="92" y="381"/>
                </a:cubicBezTo>
                <a:cubicBezTo>
                  <a:pt x="92" y="382"/>
                  <a:pt x="92" y="382"/>
                  <a:pt x="91" y="382"/>
                </a:cubicBezTo>
                <a:cubicBezTo>
                  <a:pt x="91" y="383"/>
                  <a:pt x="90" y="383"/>
                  <a:pt x="89" y="383"/>
                </a:cubicBezTo>
                <a:cubicBezTo>
                  <a:pt x="89" y="383"/>
                  <a:pt x="89" y="383"/>
                  <a:pt x="89" y="383"/>
                </a:cubicBezTo>
                <a:cubicBezTo>
                  <a:pt x="88" y="383"/>
                  <a:pt x="88" y="383"/>
                  <a:pt x="88" y="383"/>
                </a:cubicBezTo>
                <a:cubicBezTo>
                  <a:pt x="88" y="383"/>
                  <a:pt x="88" y="383"/>
                  <a:pt x="88" y="383"/>
                </a:cubicBezTo>
                <a:cubicBezTo>
                  <a:pt x="88" y="384"/>
                  <a:pt x="88" y="384"/>
                  <a:pt x="88" y="384"/>
                </a:cubicBezTo>
                <a:cubicBezTo>
                  <a:pt x="88" y="384"/>
                  <a:pt x="88" y="384"/>
                  <a:pt x="88" y="384"/>
                </a:cubicBezTo>
                <a:cubicBezTo>
                  <a:pt x="88" y="383"/>
                  <a:pt x="89" y="383"/>
                  <a:pt x="89" y="383"/>
                </a:cubicBezTo>
                <a:cubicBezTo>
                  <a:pt x="89" y="383"/>
                  <a:pt x="89" y="384"/>
                  <a:pt x="90" y="383"/>
                </a:cubicBezTo>
                <a:cubicBezTo>
                  <a:pt x="90" y="383"/>
                  <a:pt x="90" y="383"/>
                  <a:pt x="91" y="383"/>
                </a:cubicBezTo>
                <a:cubicBezTo>
                  <a:pt x="91" y="383"/>
                  <a:pt x="91" y="383"/>
                  <a:pt x="91" y="383"/>
                </a:cubicBezTo>
                <a:cubicBezTo>
                  <a:pt x="91" y="384"/>
                  <a:pt x="91" y="384"/>
                  <a:pt x="91" y="384"/>
                </a:cubicBezTo>
                <a:cubicBezTo>
                  <a:pt x="92" y="384"/>
                  <a:pt x="92" y="384"/>
                  <a:pt x="92" y="384"/>
                </a:cubicBezTo>
                <a:cubicBezTo>
                  <a:pt x="92" y="383"/>
                  <a:pt x="92" y="383"/>
                  <a:pt x="92" y="383"/>
                </a:cubicBezTo>
                <a:cubicBezTo>
                  <a:pt x="93" y="383"/>
                  <a:pt x="93" y="383"/>
                  <a:pt x="93" y="383"/>
                </a:cubicBezTo>
                <a:cubicBezTo>
                  <a:pt x="93" y="383"/>
                  <a:pt x="93" y="382"/>
                  <a:pt x="93" y="382"/>
                </a:cubicBezTo>
                <a:cubicBezTo>
                  <a:pt x="93" y="382"/>
                  <a:pt x="93" y="382"/>
                  <a:pt x="93" y="381"/>
                </a:cubicBezTo>
                <a:cubicBezTo>
                  <a:pt x="93" y="381"/>
                  <a:pt x="93" y="381"/>
                  <a:pt x="93" y="381"/>
                </a:cubicBezTo>
                <a:cubicBezTo>
                  <a:pt x="93" y="380"/>
                  <a:pt x="93" y="380"/>
                  <a:pt x="93" y="380"/>
                </a:cubicBezTo>
                <a:close/>
                <a:moveTo>
                  <a:pt x="46" y="380"/>
                </a:moveTo>
                <a:cubicBezTo>
                  <a:pt x="45" y="380"/>
                  <a:pt x="45" y="379"/>
                  <a:pt x="46" y="379"/>
                </a:cubicBezTo>
                <a:cubicBezTo>
                  <a:pt x="46" y="379"/>
                  <a:pt x="46" y="378"/>
                  <a:pt x="46" y="378"/>
                </a:cubicBezTo>
                <a:cubicBezTo>
                  <a:pt x="46" y="378"/>
                  <a:pt x="46" y="378"/>
                  <a:pt x="46" y="377"/>
                </a:cubicBezTo>
                <a:cubicBezTo>
                  <a:pt x="46" y="377"/>
                  <a:pt x="46" y="377"/>
                  <a:pt x="45" y="378"/>
                </a:cubicBezTo>
                <a:cubicBezTo>
                  <a:pt x="45" y="378"/>
                  <a:pt x="45" y="378"/>
                  <a:pt x="45" y="378"/>
                </a:cubicBezTo>
                <a:cubicBezTo>
                  <a:pt x="45" y="378"/>
                  <a:pt x="45" y="378"/>
                  <a:pt x="45" y="379"/>
                </a:cubicBezTo>
                <a:cubicBezTo>
                  <a:pt x="45" y="379"/>
                  <a:pt x="45" y="379"/>
                  <a:pt x="44" y="379"/>
                </a:cubicBezTo>
                <a:cubicBezTo>
                  <a:pt x="44" y="380"/>
                  <a:pt x="43" y="380"/>
                  <a:pt x="43" y="380"/>
                </a:cubicBezTo>
                <a:cubicBezTo>
                  <a:pt x="43" y="380"/>
                  <a:pt x="43" y="380"/>
                  <a:pt x="43" y="380"/>
                </a:cubicBezTo>
                <a:cubicBezTo>
                  <a:pt x="43" y="380"/>
                  <a:pt x="43" y="381"/>
                  <a:pt x="42" y="381"/>
                </a:cubicBezTo>
                <a:cubicBezTo>
                  <a:pt x="42" y="381"/>
                  <a:pt x="43" y="381"/>
                  <a:pt x="43" y="381"/>
                </a:cubicBezTo>
                <a:cubicBezTo>
                  <a:pt x="43" y="381"/>
                  <a:pt x="43" y="382"/>
                  <a:pt x="43" y="382"/>
                </a:cubicBezTo>
                <a:cubicBezTo>
                  <a:pt x="43" y="382"/>
                  <a:pt x="43" y="381"/>
                  <a:pt x="43" y="381"/>
                </a:cubicBezTo>
                <a:cubicBezTo>
                  <a:pt x="43" y="381"/>
                  <a:pt x="44" y="380"/>
                  <a:pt x="44" y="380"/>
                </a:cubicBezTo>
                <a:cubicBezTo>
                  <a:pt x="45" y="380"/>
                  <a:pt x="45" y="380"/>
                  <a:pt x="45" y="380"/>
                </a:cubicBezTo>
                <a:cubicBezTo>
                  <a:pt x="46" y="381"/>
                  <a:pt x="46" y="380"/>
                  <a:pt x="46" y="380"/>
                </a:cubicBezTo>
                <a:cubicBezTo>
                  <a:pt x="46" y="380"/>
                  <a:pt x="46" y="380"/>
                  <a:pt x="46" y="380"/>
                </a:cubicBezTo>
                <a:close/>
                <a:moveTo>
                  <a:pt x="8" y="367"/>
                </a:moveTo>
                <a:cubicBezTo>
                  <a:pt x="8" y="367"/>
                  <a:pt x="8" y="367"/>
                  <a:pt x="8" y="367"/>
                </a:cubicBezTo>
                <a:cubicBezTo>
                  <a:pt x="8" y="367"/>
                  <a:pt x="8" y="367"/>
                  <a:pt x="7" y="367"/>
                </a:cubicBezTo>
                <a:cubicBezTo>
                  <a:pt x="7" y="367"/>
                  <a:pt x="7" y="366"/>
                  <a:pt x="7" y="366"/>
                </a:cubicBezTo>
                <a:cubicBezTo>
                  <a:pt x="7" y="366"/>
                  <a:pt x="8" y="366"/>
                  <a:pt x="7" y="366"/>
                </a:cubicBezTo>
                <a:cubicBezTo>
                  <a:pt x="7" y="366"/>
                  <a:pt x="7" y="366"/>
                  <a:pt x="7" y="365"/>
                </a:cubicBezTo>
                <a:cubicBezTo>
                  <a:pt x="7" y="365"/>
                  <a:pt x="6" y="366"/>
                  <a:pt x="6" y="366"/>
                </a:cubicBezTo>
                <a:cubicBezTo>
                  <a:pt x="6" y="366"/>
                  <a:pt x="6" y="366"/>
                  <a:pt x="6" y="366"/>
                </a:cubicBezTo>
                <a:cubicBezTo>
                  <a:pt x="6" y="366"/>
                  <a:pt x="6" y="366"/>
                  <a:pt x="6" y="365"/>
                </a:cubicBezTo>
                <a:cubicBezTo>
                  <a:pt x="6" y="365"/>
                  <a:pt x="6" y="365"/>
                  <a:pt x="6" y="365"/>
                </a:cubicBezTo>
                <a:cubicBezTo>
                  <a:pt x="6" y="365"/>
                  <a:pt x="5" y="365"/>
                  <a:pt x="5" y="365"/>
                </a:cubicBezTo>
                <a:cubicBezTo>
                  <a:pt x="5" y="365"/>
                  <a:pt x="5" y="365"/>
                  <a:pt x="5" y="365"/>
                </a:cubicBezTo>
                <a:cubicBezTo>
                  <a:pt x="5" y="365"/>
                  <a:pt x="5" y="365"/>
                  <a:pt x="4" y="365"/>
                </a:cubicBezTo>
                <a:cubicBezTo>
                  <a:pt x="4" y="365"/>
                  <a:pt x="4" y="365"/>
                  <a:pt x="4" y="365"/>
                </a:cubicBezTo>
                <a:cubicBezTo>
                  <a:pt x="4" y="365"/>
                  <a:pt x="4" y="365"/>
                  <a:pt x="4" y="365"/>
                </a:cubicBezTo>
                <a:cubicBezTo>
                  <a:pt x="3" y="365"/>
                  <a:pt x="3" y="364"/>
                  <a:pt x="2" y="365"/>
                </a:cubicBezTo>
                <a:cubicBezTo>
                  <a:pt x="2" y="365"/>
                  <a:pt x="2" y="364"/>
                  <a:pt x="1" y="365"/>
                </a:cubicBezTo>
                <a:cubicBezTo>
                  <a:pt x="1" y="365"/>
                  <a:pt x="1" y="365"/>
                  <a:pt x="0" y="365"/>
                </a:cubicBezTo>
                <a:cubicBezTo>
                  <a:pt x="0" y="365"/>
                  <a:pt x="0" y="366"/>
                  <a:pt x="0" y="366"/>
                </a:cubicBezTo>
                <a:cubicBezTo>
                  <a:pt x="0" y="366"/>
                  <a:pt x="0" y="366"/>
                  <a:pt x="1" y="366"/>
                </a:cubicBezTo>
                <a:cubicBezTo>
                  <a:pt x="1" y="366"/>
                  <a:pt x="1" y="366"/>
                  <a:pt x="1" y="366"/>
                </a:cubicBezTo>
                <a:cubicBezTo>
                  <a:pt x="1" y="366"/>
                  <a:pt x="1" y="366"/>
                  <a:pt x="2" y="366"/>
                </a:cubicBezTo>
                <a:cubicBezTo>
                  <a:pt x="2" y="366"/>
                  <a:pt x="1" y="366"/>
                  <a:pt x="2" y="366"/>
                </a:cubicBezTo>
                <a:cubicBezTo>
                  <a:pt x="2" y="366"/>
                  <a:pt x="2" y="366"/>
                  <a:pt x="2" y="366"/>
                </a:cubicBezTo>
                <a:cubicBezTo>
                  <a:pt x="2" y="366"/>
                  <a:pt x="2" y="366"/>
                  <a:pt x="2" y="366"/>
                </a:cubicBezTo>
                <a:cubicBezTo>
                  <a:pt x="2" y="366"/>
                  <a:pt x="2" y="366"/>
                  <a:pt x="2" y="366"/>
                </a:cubicBezTo>
                <a:cubicBezTo>
                  <a:pt x="2" y="366"/>
                  <a:pt x="2" y="366"/>
                  <a:pt x="2" y="366"/>
                </a:cubicBezTo>
                <a:cubicBezTo>
                  <a:pt x="2" y="366"/>
                  <a:pt x="2" y="366"/>
                  <a:pt x="2" y="366"/>
                </a:cubicBezTo>
                <a:cubicBezTo>
                  <a:pt x="2" y="366"/>
                  <a:pt x="2" y="366"/>
                  <a:pt x="2" y="366"/>
                </a:cubicBezTo>
                <a:cubicBezTo>
                  <a:pt x="3" y="366"/>
                  <a:pt x="3" y="366"/>
                  <a:pt x="3" y="367"/>
                </a:cubicBezTo>
                <a:cubicBezTo>
                  <a:pt x="3" y="367"/>
                  <a:pt x="3" y="367"/>
                  <a:pt x="3" y="367"/>
                </a:cubicBezTo>
                <a:cubicBezTo>
                  <a:pt x="3" y="368"/>
                  <a:pt x="3" y="368"/>
                  <a:pt x="3" y="368"/>
                </a:cubicBezTo>
                <a:cubicBezTo>
                  <a:pt x="3" y="368"/>
                  <a:pt x="3" y="368"/>
                  <a:pt x="3" y="368"/>
                </a:cubicBezTo>
                <a:cubicBezTo>
                  <a:pt x="3" y="367"/>
                  <a:pt x="4" y="368"/>
                  <a:pt x="4" y="368"/>
                </a:cubicBezTo>
                <a:cubicBezTo>
                  <a:pt x="4" y="368"/>
                  <a:pt x="4" y="368"/>
                  <a:pt x="4" y="368"/>
                </a:cubicBezTo>
                <a:cubicBezTo>
                  <a:pt x="5" y="368"/>
                  <a:pt x="5" y="367"/>
                  <a:pt x="5" y="367"/>
                </a:cubicBezTo>
                <a:cubicBezTo>
                  <a:pt x="5" y="367"/>
                  <a:pt x="5" y="367"/>
                  <a:pt x="6" y="367"/>
                </a:cubicBezTo>
                <a:cubicBezTo>
                  <a:pt x="6" y="368"/>
                  <a:pt x="6" y="368"/>
                  <a:pt x="6" y="367"/>
                </a:cubicBezTo>
                <a:cubicBezTo>
                  <a:pt x="6" y="367"/>
                  <a:pt x="6" y="367"/>
                  <a:pt x="6" y="367"/>
                </a:cubicBezTo>
                <a:cubicBezTo>
                  <a:pt x="7" y="367"/>
                  <a:pt x="7" y="367"/>
                  <a:pt x="7" y="367"/>
                </a:cubicBezTo>
                <a:cubicBezTo>
                  <a:pt x="7" y="367"/>
                  <a:pt x="7" y="367"/>
                  <a:pt x="8" y="367"/>
                </a:cubicBezTo>
                <a:cubicBezTo>
                  <a:pt x="8" y="367"/>
                  <a:pt x="8" y="367"/>
                  <a:pt x="8" y="367"/>
                </a:cubicBezTo>
                <a:cubicBezTo>
                  <a:pt x="8" y="367"/>
                  <a:pt x="8" y="367"/>
                  <a:pt x="8" y="367"/>
                </a:cubicBezTo>
                <a:close/>
                <a:moveTo>
                  <a:pt x="11" y="372"/>
                </a:moveTo>
                <a:cubicBezTo>
                  <a:pt x="11" y="372"/>
                  <a:pt x="11" y="372"/>
                  <a:pt x="11" y="372"/>
                </a:cubicBezTo>
                <a:cubicBezTo>
                  <a:pt x="10" y="372"/>
                  <a:pt x="10" y="372"/>
                  <a:pt x="10" y="372"/>
                </a:cubicBezTo>
                <a:cubicBezTo>
                  <a:pt x="10" y="373"/>
                  <a:pt x="9" y="373"/>
                  <a:pt x="9" y="373"/>
                </a:cubicBezTo>
                <a:cubicBezTo>
                  <a:pt x="8" y="373"/>
                  <a:pt x="8" y="373"/>
                  <a:pt x="8" y="373"/>
                </a:cubicBezTo>
                <a:cubicBezTo>
                  <a:pt x="8" y="373"/>
                  <a:pt x="8" y="373"/>
                  <a:pt x="8" y="373"/>
                </a:cubicBezTo>
                <a:cubicBezTo>
                  <a:pt x="8" y="373"/>
                  <a:pt x="8" y="373"/>
                  <a:pt x="8" y="373"/>
                </a:cubicBezTo>
                <a:cubicBezTo>
                  <a:pt x="9" y="374"/>
                  <a:pt x="9" y="374"/>
                  <a:pt x="9" y="374"/>
                </a:cubicBezTo>
                <a:cubicBezTo>
                  <a:pt x="10" y="373"/>
                  <a:pt x="10" y="374"/>
                  <a:pt x="10" y="374"/>
                </a:cubicBezTo>
                <a:cubicBezTo>
                  <a:pt x="11" y="374"/>
                  <a:pt x="11" y="374"/>
                  <a:pt x="11" y="374"/>
                </a:cubicBezTo>
                <a:cubicBezTo>
                  <a:pt x="11" y="374"/>
                  <a:pt x="11" y="374"/>
                  <a:pt x="11" y="374"/>
                </a:cubicBezTo>
                <a:cubicBezTo>
                  <a:pt x="11" y="374"/>
                  <a:pt x="11" y="373"/>
                  <a:pt x="11" y="373"/>
                </a:cubicBezTo>
                <a:cubicBezTo>
                  <a:pt x="11" y="373"/>
                  <a:pt x="11" y="372"/>
                  <a:pt x="11" y="372"/>
                </a:cubicBezTo>
                <a:cubicBezTo>
                  <a:pt x="11" y="372"/>
                  <a:pt x="12" y="372"/>
                  <a:pt x="11" y="372"/>
                </a:cubicBezTo>
                <a:cubicBezTo>
                  <a:pt x="11" y="372"/>
                  <a:pt x="11" y="372"/>
                  <a:pt x="11" y="372"/>
                </a:cubicBezTo>
                <a:close/>
                <a:moveTo>
                  <a:pt x="64" y="379"/>
                </a:moveTo>
                <a:cubicBezTo>
                  <a:pt x="64" y="379"/>
                  <a:pt x="64" y="379"/>
                  <a:pt x="64" y="379"/>
                </a:cubicBezTo>
                <a:cubicBezTo>
                  <a:pt x="63" y="379"/>
                  <a:pt x="63" y="379"/>
                  <a:pt x="63" y="379"/>
                </a:cubicBezTo>
                <a:cubicBezTo>
                  <a:pt x="62" y="380"/>
                  <a:pt x="62" y="380"/>
                  <a:pt x="62" y="380"/>
                </a:cubicBezTo>
                <a:cubicBezTo>
                  <a:pt x="63" y="381"/>
                  <a:pt x="64" y="381"/>
                  <a:pt x="64" y="381"/>
                </a:cubicBezTo>
                <a:cubicBezTo>
                  <a:pt x="65" y="381"/>
                  <a:pt x="65" y="381"/>
                  <a:pt x="65" y="380"/>
                </a:cubicBezTo>
                <a:cubicBezTo>
                  <a:pt x="65" y="380"/>
                  <a:pt x="65" y="380"/>
                  <a:pt x="65" y="380"/>
                </a:cubicBezTo>
                <a:cubicBezTo>
                  <a:pt x="65" y="380"/>
                  <a:pt x="65" y="379"/>
                  <a:pt x="64" y="379"/>
                </a:cubicBezTo>
                <a:close/>
                <a:moveTo>
                  <a:pt x="135" y="374"/>
                </a:moveTo>
                <a:cubicBezTo>
                  <a:pt x="135" y="374"/>
                  <a:pt x="135" y="373"/>
                  <a:pt x="134" y="374"/>
                </a:cubicBezTo>
                <a:cubicBezTo>
                  <a:pt x="134" y="374"/>
                  <a:pt x="134" y="374"/>
                  <a:pt x="133" y="374"/>
                </a:cubicBezTo>
                <a:cubicBezTo>
                  <a:pt x="133" y="375"/>
                  <a:pt x="133" y="375"/>
                  <a:pt x="133" y="375"/>
                </a:cubicBezTo>
                <a:cubicBezTo>
                  <a:pt x="133" y="375"/>
                  <a:pt x="134" y="376"/>
                  <a:pt x="134" y="376"/>
                </a:cubicBezTo>
                <a:cubicBezTo>
                  <a:pt x="134" y="375"/>
                  <a:pt x="135" y="375"/>
                  <a:pt x="135" y="375"/>
                </a:cubicBezTo>
                <a:cubicBezTo>
                  <a:pt x="136" y="374"/>
                  <a:pt x="136" y="374"/>
                  <a:pt x="135" y="374"/>
                </a:cubicBezTo>
                <a:close/>
                <a:moveTo>
                  <a:pt x="150" y="369"/>
                </a:moveTo>
                <a:cubicBezTo>
                  <a:pt x="150" y="369"/>
                  <a:pt x="150" y="370"/>
                  <a:pt x="149" y="370"/>
                </a:cubicBezTo>
                <a:cubicBezTo>
                  <a:pt x="149" y="370"/>
                  <a:pt x="149" y="371"/>
                  <a:pt x="149" y="371"/>
                </a:cubicBezTo>
                <a:cubicBezTo>
                  <a:pt x="149" y="371"/>
                  <a:pt x="149" y="371"/>
                  <a:pt x="149" y="371"/>
                </a:cubicBezTo>
                <a:cubicBezTo>
                  <a:pt x="149" y="371"/>
                  <a:pt x="149" y="371"/>
                  <a:pt x="150" y="371"/>
                </a:cubicBezTo>
                <a:cubicBezTo>
                  <a:pt x="150" y="371"/>
                  <a:pt x="150" y="371"/>
                  <a:pt x="150" y="371"/>
                </a:cubicBezTo>
                <a:cubicBezTo>
                  <a:pt x="151" y="371"/>
                  <a:pt x="151" y="370"/>
                  <a:pt x="151" y="370"/>
                </a:cubicBezTo>
                <a:cubicBezTo>
                  <a:pt x="151" y="370"/>
                  <a:pt x="151" y="370"/>
                  <a:pt x="151" y="369"/>
                </a:cubicBezTo>
                <a:cubicBezTo>
                  <a:pt x="151" y="369"/>
                  <a:pt x="151" y="369"/>
                  <a:pt x="150" y="369"/>
                </a:cubicBezTo>
                <a:close/>
                <a:moveTo>
                  <a:pt x="197" y="347"/>
                </a:moveTo>
                <a:cubicBezTo>
                  <a:pt x="197" y="346"/>
                  <a:pt x="197" y="346"/>
                  <a:pt x="197" y="346"/>
                </a:cubicBezTo>
                <a:cubicBezTo>
                  <a:pt x="197" y="346"/>
                  <a:pt x="197" y="346"/>
                  <a:pt x="196" y="346"/>
                </a:cubicBezTo>
                <a:cubicBezTo>
                  <a:pt x="196" y="346"/>
                  <a:pt x="196" y="346"/>
                  <a:pt x="196" y="346"/>
                </a:cubicBezTo>
                <a:cubicBezTo>
                  <a:pt x="196" y="346"/>
                  <a:pt x="196" y="346"/>
                  <a:pt x="196" y="345"/>
                </a:cubicBezTo>
                <a:cubicBezTo>
                  <a:pt x="196" y="345"/>
                  <a:pt x="197" y="345"/>
                  <a:pt x="197" y="345"/>
                </a:cubicBezTo>
                <a:cubicBezTo>
                  <a:pt x="196" y="345"/>
                  <a:pt x="196" y="345"/>
                  <a:pt x="196" y="345"/>
                </a:cubicBezTo>
                <a:cubicBezTo>
                  <a:pt x="196" y="345"/>
                  <a:pt x="196" y="345"/>
                  <a:pt x="196" y="345"/>
                </a:cubicBezTo>
                <a:cubicBezTo>
                  <a:pt x="195" y="345"/>
                  <a:pt x="195" y="345"/>
                  <a:pt x="195" y="346"/>
                </a:cubicBezTo>
                <a:cubicBezTo>
                  <a:pt x="195" y="346"/>
                  <a:pt x="195" y="346"/>
                  <a:pt x="195" y="346"/>
                </a:cubicBezTo>
                <a:cubicBezTo>
                  <a:pt x="195" y="346"/>
                  <a:pt x="195" y="346"/>
                  <a:pt x="195" y="346"/>
                </a:cubicBezTo>
                <a:cubicBezTo>
                  <a:pt x="195" y="346"/>
                  <a:pt x="195" y="346"/>
                  <a:pt x="196" y="346"/>
                </a:cubicBezTo>
                <a:cubicBezTo>
                  <a:pt x="196" y="346"/>
                  <a:pt x="196" y="346"/>
                  <a:pt x="196" y="346"/>
                </a:cubicBezTo>
                <a:cubicBezTo>
                  <a:pt x="195" y="346"/>
                  <a:pt x="195" y="347"/>
                  <a:pt x="195" y="347"/>
                </a:cubicBezTo>
                <a:cubicBezTo>
                  <a:pt x="196" y="347"/>
                  <a:pt x="196" y="347"/>
                  <a:pt x="195" y="347"/>
                </a:cubicBezTo>
                <a:cubicBezTo>
                  <a:pt x="195" y="347"/>
                  <a:pt x="195" y="348"/>
                  <a:pt x="196" y="348"/>
                </a:cubicBezTo>
                <a:cubicBezTo>
                  <a:pt x="196" y="348"/>
                  <a:pt x="196" y="348"/>
                  <a:pt x="196" y="347"/>
                </a:cubicBezTo>
                <a:cubicBezTo>
                  <a:pt x="196" y="347"/>
                  <a:pt x="196" y="347"/>
                  <a:pt x="196" y="347"/>
                </a:cubicBezTo>
                <a:cubicBezTo>
                  <a:pt x="196" y="347"/>
                  <a:pt x="196" y="347"/>
                  <a:pt x="197" y="347"/>
                </a:cubicBezTo>
                <a:cubicBezTo>
                  <a:pt x="197" y="347"/>
                  <a:pt x="197" y="347"/>
                  <a:pt x="197" y="347"/>
                </a:cubicBezTo>
                <a:cubicBezTo>
                  <a:pt x="197" y="347"/>
                  <a:pt x="197" y="347"/>
                  <a:pt x="197" y="347"/>
                </a:cubicBezTo>
                <a:close/>
                <a:moveTo>
                  <a:pt x="159" y="366"/>
                </a:moveTo>
                <a:cubicBezTo>
                  <a:pt x="159" y="366"/>
                  <a:pt x="158" y="366"/>
                  <a:pt x="158" y="366"/>
                </a:cubicBezTo>
                <a:cubicBezTo>
                  <a:pt x="157" y="367"/>
                  <a:pt x="157" y="367"/>
                  <a:pt x="157" y="367"/>
                </a:cubicBezTo>
                <a:cubicBezTo>
                  <a:pt x="157" y="367"/>
                  <a:pt x="156" y="367"/>
                  <a:pt x="156" y="367"/>
                </a:cubicBezTo>
                <a:cubicBezTo>
                  <a:pt x="156" y="367"/>
                  <a:pt x="156" y="368"/>
                  <a:pt x="157" y="368"/>
                </a:cubicBezTo>
                <a:cubicBezTo>
                  <a:pt x="157" y="368"/>
                  <a:pt x="157" y="368"/>
                  <a:pt x="157" y="367"/>
                </a:cubicBezTo>
                <a:cubicBezTo>
                  <a:pt x="157" y="367"/>
                  <a:pt x="157" y="367"/>
                  <a:pt x="157" y="367"/>
                </a:cubicBezTo>
                <a:cubicBezTo>
                  <a:pt x="158" y="367"/>
                  <a:pt x="158" y="367"/>
                  <a:pt x="159" y="368"/>
                </a:cubicBezTo>
                <a:cubicBezTo>
                  <a:pt x="159" y="368"/>
                  <a:pt x="159" y="368"/>
                  <a:pt x="159" y="368"/>
                </a:cubicBezTo>
                <a:cubicBezTo>
                  <a:pt x="159" y="368"/>
                  <a:pt x="159" y="367"/>
                  <a:pt x="159" y="366"/>
                </a:cubicBezTo>
                <a:close/>
                <a:moveTo>
                  <a:pt x="102" y="379"/>
                </a:moveTo>
                <a:cubicBezTo>
                  <a:pt x="102" y="379"/>
                  <a:pt x="102" y="379"/>
                  <a:pt x="102" y="379"/>
                </a:cubicBezTo>
                <a:cubicBezTo>
                  <a:pt x="102" y="380"/>
                  <a:pt x="102" y="380"/>
                  <a:pt x="102" y="380"/>
                </a:cubicBezTo>
                <a:cubicBezTo>
                  <a:pt x="103" y="379"/>
                  <a:pt x="103" y="379"/>
                  <a:pt x="103" y="379"/>
                </a:cubicBezTo>
                <a:cubicBezTo>
                  <a:pt x="103" y="379"/>
                  <a:pt x="102" y="379"/>
                  <a:pt x="103" y="379"/>
                </a:cubicBezTo>
                <a:cubicBezTo>
                  <a:pt x="103" y="379"/>
                  <a:pt x="103" y="379"/>
                  <a:pt x="103" y="378"/>
                </a:cubicBezTo>
                <a:cubicBezTo>
                  <a:pt x="103" y="378"/>
                  <a:pt x="102" y="378"/>
                  <a:pt x="102" y="378"/>
                </a:cubicBezTo>
                <a:cubicBezTo>
                  <a:pt x="101" y="378"/>
                  <a:pt x="101" y="378"/>
                  <a:pt x="101" y="378"/>
                </a:cubicBezTo>
                <a:cubicBezTo>
                  <a:pt x="101" y="379"/>
                  <a:pt x="101" y="379"/>
                  <a:pt x="102" y="379"/>
                </a:cubicBezTo>
                <a:close/>
                <a:moveTo>
                  <a:pt x="195" y="348"/>
                </a:moveTo>
                <a:cubicBezTo>
                  <a:pt x="195" y="348"/>
                  <a:pt x="195" y="348"/>
                  <a:pt x="194" y="348"/>
                </a:cubicBezTo>
                <a:cubicBezTo>
                  <a:pt x="194" y="348"/>
                  <a:pt x="194" y="348"/>
                  <a:pt x="194" y="348"/>
                </a:cubicBezTo>
                <a:cubicBezTo>
                  <a:pt x="194" y="348"/>
                  <a:pt x="194" y="348"/>
                  <a:pt x="194" y="348"/>
                </a:cubicBezTo>
                <a:cubicBezTo>
                  <a:pt x="194" y="348"/>
                  <a:pt x="194" y="348"/>
                  <a:pt x="194" y="348"/>
                </a:cubicBezTo>
                <a:cubicBezTo>
                  <a:pt x="194" y="348"/>
                  <a:pt x="194" y="348"/>
                  <a:pt x="194" y="348"/>
                </a:cubicBezTo>
                <a:cubicBezTo>
                  <a:pt x="194" y="347"/>
                  <a:pt x="194" y="347"/>
                  <a:pt x="194" y="347"/>
                </a:cubicBezTo>
                <a:cubicBezTo>
                  <a:pt x="194" y="347"/>
                  <a:pt x="194" y="347"/>
                  <a:pt x="194" y="347"/>
                </a:cubicBezTo>
                <a:cubicBezTo>
                  <a:pt x="194" y="347"/>
                  <a:pt x="194" y="347"/>
                  <a:pt x="194" y="347"/>
                </a:cubicBezTo>
                <a:cubicBezTo>
                  <a:pt x="193" y="347"/>
                  <a:pt x="193" y="347"/>
                  <a:pt x="193" y="347"/>
                </a:cubicBezTo>
                <a:cubicBezTo>
                  <a:pt x="193" y="346"/>
                  <a:pt x="193" y="346"/>
                  <a:pt x="193" y="346"/>
                </a:cubicBezTo>
                <a:cubicBezTo>
                  <a:pt x="193" y="346"/>
                  <a:pt x="193" y="346"/>
                  <a:pt x="193" y="346"/>
                </a:cubicBezTo>
                <a:cubicBezTo>
                  <a:pt x="192" y="346"/>
                  <a:pt x="192" y="347"/>
                  <a:pt x="192" y="347"/>
                </a:cubicBezTo>
                <a:cubicBezTo>
                  <a:pt x="191" y="347"/>
                  <a:pt x="191" y="348"/>
                  <a:pt x="191" y="348"/>
                </a:cubicBezTo>
                <a:cubicBezTo>
                  <a:pt x="192" y="348"/>
                  <a:pt x="192" y="349"/>
                  <a:pt x="192" y="349"/>
                </a:cubicBezTo>
                <a:cubicBezTo>
                  <a:pt x="192" y="349"/>
                  <a:pt x="192" y="349"/>
                  <a:pt x="192" y="349"/>
                </a:cubicBezTo>
                <a:cubicBezTo>
                  <a:pt x="192" y="349"/>
                  <a:pt x="192" y="349"/>
                  <a:pt x="192" y="348"/>
                </a:cubicBezTo>
                <a:cubicBezTo>
                  <a:pt x="192" y="349"/>
                  <a:pt x="193" y="348"/>
                  <a:pt x="193" y="349"/>
                </a:cubicBezTo>
                <a:cubicBezTo>
                  <a:pt x="193" y="349"/>
                  <a:pt x="193" y="349"/>
                  <a:pt x="193" y="349"/>
                </a:cubicBezTo>
                <a:cubicBezTo>
                  <a:pt x="193" y="349"/>
                  <a:pt x="193" y="349"/>
                  <a:pt x="193" y="349"/>
                </a:cubicBezTo>
                <a:cubicBezTo>
                  <a:pt x="193" y="348"/>
                  <a:pt x="193" y="348"/>
                  <a:pt x="194" y="348"/>
                </a:cubicBezTo>
                <a:cubicBezTo>
                  <a:pt x="194" y="348"/>
                  <a:pt x="195" y="348"/>
                  <a:pt x="195" y="348"/>
                </a:cubicBezTo>
                <a:cubicBezTo>
                  <a:pt x="195" y="348"/>
                  <a:pt x="195" y="348"/>
                  <a:pt x="195" y="348"/>
                </a:cubicBezTo>
                <a:cubicBezTo>
                  <a:pt x="195" y="348"/>
                  <a:pt x="195" y="348"/>
                  <a:pt x="195" y="348"/>
                </a:cubicBezTo>
                <a:close/>
                <a:moveTo>
                  <a:pt x="100" y="382"/>
                </a:moveTo>
                <a:cubicBezTo>
                  <a:pt x="100" y="382"/>
                  <a:pt x="100" y="381"/>
                  <a:pt x="100" y="381"/>
                </a:cubicBezTo>
                <a:cubicBezTo>
                  <a:pt x="100" y="381"/>
                  <a:pt x="100" y="381"/>
                  <a:pt x="100" y="381"/>
                </a:cubicBezTo>
                <a:cubicBezTo>
                  <a:pt x="99" y="381"/>
                  <a:pt x="99" y="381"/>
                  <a:pt x="99" y="382"/>
                </a:cubicBezTo>
                <a:cubicBezTo>
                  <a:pt x="99" y="382"/>
                  <a:pt x="99" y="382"/>
                  <a:pt x="99" y="381"/>
                </a:cubicBezTo>
                <a:cubicBezTo>
                  <a:pt x="98" y="381"/>
                  <a:pt x="98" y="381"/>
                  <a:pt x="98" y="382"/>
                </a:cubicBezTo>
                <a:cubicBezTo>
                  <a:pt x="98" y="382"/>
                  <a:pt x="98" y="382"/>
                  <a:pt x="98" y="382"/>
                </a:cubicBezTo>
                <a:cubicBezTo>
                  <a:pt x="97" y="382"/>
                  <a:pt x="97" y="381"/>
                  <a:pt x="97" y="381"/>
                </a:cubicBezTo>
                <a:cubicBezTo>
                  <a:pt x="97" y="381"/>
                  <a:pt x="97" y="381"/>
                  <a:pt x="97" y="380"/>
                </a:cubicBezTo>
                <a:cubicBezTo>
                  <a:pt x="98" y="380"/>
                  <a:pt x="98" y="380"/>
                  <a:pt x="98" y="380"/>
                </a:cubicBezTo>
                <a:cubicBezTo>
                  <a:pt x="98" y="380"/>
                  <a:pt x="98" y="379"/>
                  <a:pt x="98" y="379"/>
                </a:cubicBezTo>
                <a:cubicBezTo>
                  <a:pt x="98" y="379"/>
                  <a:pt x="98" y="379"/>
                  <a:pt x="97" y="379"/>
                </a:cubicBezTo>
                <a:cubicBezTo>
                  <a:pt x="97" y="379"/>
                  <a:pt x="97" y="380"/>
                  <a:pt x="97" y="380"/>
                </a:cubicBezTo>
                <a:cubicBezTo>
                  <a:pt x="97" y="380"/>
                  <a:pt x="97" y="380"/>
                  <a:pt x="97" y="380"/>
                </a:cubicBezTo>
                <a:cubicBezTo>
                  <a:pt x="97" y="380"/>
                  <a:pt x="97" y="380"/>
                  <a:pt x="97" y="380"/>
                </a:cubicBezTo>
                <a:cubicBezTo>
                  <a:pt x="97" y="380"/>
                  <a:pt x="96" y="380"/>
                  <a:pt x="96" y="380"/>
                </a:cubicBezTo>
                <a:cubicBezTo>
                  <a:pt x="96" y="380"/>
                  <a:pt x="96" y="380"/>
                  <a:pt x="96" y="380"/>
                </a:cubicBezTo>
                <a:cubicBezTo>
                  <a:pt x="96" y="381"/>
                  <a:pt x="96" y="381"/>
                  <a:pt x="96" y="381"/>
                </a:cubicBezTo>
                <a:cubicBezTo>
                  <a:pt x="96" y="381"/>
                  <a:pt x="96" y="381"/>
                  <a:pt x="96" y="381"/>
                </a:cubicBezTo>
                <a:cubicBezTo>
                  <a:pt x="96" y="382"/>
                  <a:pt x="96" y="382"/>
                  <a:pt x="96" y="382"/>
                </a:cubicBezTo>
                <a:cubicBezTo>
                  <a:pt x="96" y="382"/>
                  <a:pt x="95" y="382"/>
                  <a:pt x="95" y="382"/>
                </a:cubicBezTo>
                <a:cubicBezTo>
                  <a:pt x="95" y="382"/>
                  <a:pt x="95" y="382"/>
                  <a:pt x="95" y="382"/>
                </a:cubicBezTo>
                <a:cubicBezTo>
                  <a:pt x="95" y="382"/>
                  <a:pt x="95" y="383"/>
                  <a:pt x="95" y="383"/>
                </a:cubicBezTo>
                <a:cubicBezTo>
                  <a:pt x="95" y="383"/>
                  <a:pt x="95" y="383"/>
                  <a:pt x="95" y="383"/>
                </a:cubicBezTo>
                <a:cubicBezTo>
                  <a:pt x="95" y="383"/>
                  <a:pt x="95" y="383"/>
                  <a:pt x="95" y="384"/>
                </a:cubicBezTo>
                <a:cubicBezTo>
                  <a:pt x="94" y="384"/>
                  <a:pt x="94" y="384"/>
                  <a:pt x="94" y="384"/>
                </a:cubicBezTo>
                <a:cubicBezTo>
                  <a:pt x="94" y="385"/>
                  <a:pt x="94" y="385"/>
                  <a:pt x="94" y="385"/>
                </a:cubicBezTo>
                <a:cubicBezTo>
                  <a:pt x="95" y="385"/>
                  <a:pt x="95" y="385"/>
                  <a:pt x="95" y="385"/>
                </a:cubicBezTo>
                <a:cubicBezTo>
                  <a:pt x="95" y="384"/>
                  <a:pt x="95" y="384"/>
                  <a:pt x="95" y="383"/>
                </a:cubicBezTo>
                <a:cubicBezTo>
                  <a:pt x="95" y="384"/>
                  <a:pt x="96" y="384"/>
                  <a:pt x="95" y="385"/>
                </a:cubicBezTo>
                <a:cubicBezTo>
                  <a:pt x="95" y="385"/>
                  <a:pt x="96" y="385"/>
                  <a:pt x="96" y="385"/>
                </a:cubicBezTo>
                <a:cubicBezTo>
                  <a:pt x="96" y="384"/>
                  <a:pt x="96" y="385"/>
                  <a:pt x="96" y="384"/>
                </a:cubicBezTo>
                <a:cubicBezTo>
                  <a:pt x="96" y="384"/>
                  <a:pt x="97" y="384"/>
                  <a:pt x="97" y="384"/>
                </a:cubicBezTo>
                <a:cubicBezTo>
                  <a:pt x="97" y="384"/>
                  <a:pt x="97" y="383"/>
                  <a:pt x="98" y="383"/>
                </a:cubicBezTo>
                <a:cubicBezTo>
                  <a:pt x="98" y="383"/>
                  <a:pt x="98" y="383"/>
                  <a:pt x="98" y="383"/>
                </a:cubicBezTo>
                <a:cubicBezTo>
                  <a:pt x="98" y="383"/>
                  <a:pt x="98" y="383"/>
                  <a:pt x="98" y="383"/>
                </a:cubicBezTo>
                <a:cubicBezTo>
                  <a:pt x="98" y="383"/>
                  <a:pt x="98" y="383"/>
                  <a:pt x="98" y="383"/>
                </a:cubicBezTo>
                <a:cubicBezTo>
                  <a:pt x="99" y="383"/>
                  <a:pt x="99" y="383"/>
                  <a:pt x="99" y="383"/>
                </a:cubicBezTo>
                <a:cubicBezTo>
                  <a:pt x="99" y="382"/>
                  <a:pt x="99" y="382"/>
                  <a:pt x="99" y="382"/>
                </a:cubicBezTo>
                <a:cubicBezTo>
                  <a:pt x="99" y="382"/>
                  <a:pt x="99" y="383"/>
                  <a:pt x="99" y="383"/>
                </a:cubicBezTo>
                <a:cubicBezTo>
                  <a:pt x="99" y="383"/>
                  <a:pt x="99" y="383"/>
                  <a:pt x="100" y="383"/>
                </a:cubicBezTo>
                <a:cubicBezTo>
                  <a:pt x="100" y="383"/>
                  <a:pt x="100" y="383"/>
                  <a:pt x="100" y="383"/>
                </a:cubicBezTo>
                <a:cubicBezTo>
                  <a:pt x="100" y="383"/>
                  <a:pt x="100" y="383"/>
                  <a:pt x="100" y="383"/>
                </a:cubicBezTo>
                <a:cubicBezTo>
                  <a:pt x="100" y="383"/>
                  <a:pt x="101" y="382"/>
                  <a:pt x="100" y="382"/>
                </a:cubicBezTo>
                <a:cubicBezTo>
                  <a:pt x="100" y="382"/>
                  <a:pt x="100" y="382"/>
                  <a:pt x="100" y="382"/>
                </a:cubicBezTo>
                <a:close/>
                <a:moveTo>
                  <a:pt x="191" y="352"/>
                </a:moveTo>
                <a:cubicBezTo>
                  <a:pt x="191" y="352"/>
                  <a:pt x="190" y="352"/>
                  <a:pt x="190" y="353"/>
                </a:cubicBezTo>
                <a:cubicBezTo>
                  <a:pt x="190" y="353"/>
                  <a:pt x="190" y="353"/>
                  <a:pt x="190" y="353"/>
                </a:cubicBezTo>
                <a:cubicBezTo>
                  <a:pt x="190" y="352"/>
                  <a:pt x="190" y="353"/>
                  <a:pt x="189" y="353"/>
                </a:cubicBezTo>
                <a:cubicBezTo>
                  <a:pt x="189" y="353"/>
                  <a:pt x="189" y="353"/>
                  <a:pt x="189" y="353"/>
                </a:cubicBezTo>
                <a:cubicBezTo>
                  <a:pt x="190" y="354"/>
                  <a:pt x="190" y="354"/>
                  <a:pt x="190" y="354"/>
                </a:cubicBezTo>
                <a:cubicBezTo>
                  <a:pt x="190" y="354"/>
                  <a:pt x="190" y="354"/>
                  <a:pt x="190" y="353"/>
                </a:cubicBezTo>
                <a:cubicBezTo>
                  <a:pt x="190" y="353"/>
                  <a:pt x="190" y="353"/>
                  <a:pt x="191" y="353"/>
                </a:cubicBezTo>
                <a:cubicBezTo>
                  <a:pt x="191" y="353"/>
                  <a:pt x="191" y="353"/>
                  <a:pt x="191" y="353"/>
                </a:cubicBezTo>
                <a:cubicBezTo>
                  <a:pt x="191" y="352"/>
                  <a:pt x="191" y="352"/>
                  <a:pt x="191" y="352"/>
                </a:cubicBezTo>
                <a:cubicBezTo>
                  <a:pt x="191" y="352"/>
                  <a:pt x="191" y="352"/>
                  <a:pt x="191" y="352"/>
                </a:cubicBezTo>
                <a:cubicBezTo>
                  <a:pt x="191" y="352"/>
                  <a:pt x="191" y="352"/>
                  <a:pt x="191" y="352"/>
                </a:cubicBezTo>
                <a:close/>
                <a:moveTo>
                  <a:pt x="201" y="348"/>
                </a:moveTo>
                <a:cubicBezTo>
                  <a:pt x="201" y="348"/>
                  <a:pt x="201" y="348"/>
                  <a:pt x="201" y="348"/>
                </a:cubicBezTo>
                <a:cubicBezTo>
                  <a:pt x="200" y="348"/>
                  <a:pt x="200" y="348"/>
                  <a:pt x="199" y="348"/>
                </a:cubicBezTo>
                <a:cubicBezTo>
                  <a:pt x="199" y="348"/>
                  <a:pt x="199" y="348"/>
                  <a:pt x="199" y="348"/>
                </a:cubicBezTo>
                <a:cubicBezTo>
                  <a:pt x="200" y="348"/>
                  <a:pt x="200" y="348"/>
                  <a:pt x="200" y="348"/>
                </a:cubicBezTo>
                <a:cubicBezTo>
                  <a:pt x="201" y="349"/>
                  <a:pt x="201" y="348"/>
                  <a:pt x="201" y="348"/>
                </a:cubicBezTo>
                <a:cubicBezTo>
                  <a:pt x="202" y="348"/>
                  <a:pt x="202" y="348"/>
                  <a:pt x="202" y="348"/>
                </a:cubicBezTo>
                <a:cubicBezTo>
                  <a:pt x="201" y="347"/>
                  <a:pt x="201" y="348"/>
                  <a:pt x="201" y="348"/>
                </a:cubicBezTo>
                <a:close/>
                <a:moveTo>
                  <a:pt x="102" y="381"/>
                </a:moveTo>
                <a:cubicBezTo>
                  <a:pt x="102" y="382"/>
                  <a:pt x="102" y="381"/>
                  <a:pt x="101" y="381"/>
                </a:cubicBezTo>
                <a:cubicBezTo>
                  <a:pt x="101" y="381"/>
                  <a:pt x="101" y="381"/>
                  <a:pt x="101" y="381"/>
                </a:cubicBezTo>
                <a:cubicBezTo>
                  <a:pt x="101" y="381"/>
                  <a:pt x="101" y="382"/>
                  <a:pt x="101" y="382"/>
                </a:cubicBezTo>
                <a:cubicBezTo>
                  <a:pt x="101" y="382"/>
                  <a:pt x="101" y="382"/>
                  <a:pt x="101" y="382"/>
                </a:cubicBezTo>
                <a:cubicBezTo>
                  <a:pt x="102" y="382"/>
                  <a:pt x="102" y="382"/>
                  <a:pt x="102" y="382"/>
                </a:cubicBezTo>
                <a:cubicBezTo>
                  <a:pt x="102" y="382"/>
                  <a:pt x="102" y="382"/>
                  <a:pt x="102" y="382"/>
                </a:cubicBezTo>
                <a:cubicBezTo>
                  <a:pt x="102" y="382"/>
                  <a:pt x="103" y="382"/>
                  <a:pt x="103" y="382"/>
                </a:cubicBezTo>
                <a:cubicBezTo>
                  <a:pt x="103" y="381"/>
                  <a:pt x="102" y="381"/>
                  <a:pt x="102" y="381"/>
                </a:cubicBezTo>
                <a:close/>
                <a:moveTo>
                  <a:pt x="54" y="379"/>
                </a:moveTo>
                <a:cubicBezTo>
                  <a:pt x="53" y="379"/>
                  <a:pt x="53" y="380"/>
                  <a:pt x="53" y="380"/>
                </a:cubicBezTo>
                <a:cubicBezTo>
                  <a:pt x="53" y="380"/>
                  <a:pt x="54" y="380"/>
                  <a:pt x="54" y="381"/>
                </a:cubicBezTo>
                <a:cubicBezTo>
                  <a:pt x="54" y="381"/>
                  <a:pt x="55" y="380"/>
                  <a:pt x="55" y="380"/>
                </a:cubicBezTo>
                <a:cubicBezTo>
                  <a:pt x="55" y="380"/>
                  <a:pt x="54" y="379"/>
                  <a:pt x="54" y="379"/>
                </a:cubicBezTo>
                <a:close/>
                <a:moveTo>
                  <a:pt x="145" y="372"/>
                </a:moveTo>
                <a:cubicBezTo>
                  <a:pt x="145" y="372"/>
                  <a:pt x="145" y="372"/>
                  <a:pt x="145" y="372"/>
                </a:cubicBezTo>
                <a:cubicBezTo>
                  <a:pt x="145" y="373"/>
                  <a:pt x="145" y="373"/>
                  <a:pt x="145" y="373"/>
                </a:cubicBezTo>
                <a:cubicBezTo>
                  <a:pt x="146" y="373"/>
                  <a:pt x="146" y="372"/>
                  <a:pt x="146" y="372"/>
                </a:cubicBezTo>
                <a:cubicBezTo>
                  <a:pt x="146" y="372"/>
                  <a:pt x="145" y="372"/>
                  <a:pt x="145" y="372"/>
                </a:cubicBezTo>
                <a:close/>
                <a:moveTo>
                  <a:pt x="159" y="364"/>
                </a:moveTo>
                <a:cubicBezTo>
                  <a:pt x="159" y="364"/>
                  <a:pt x="158" y="365"/>
                  <a:pt x="158" y="365"/>
                </a:cubicBezTo>
                <a:cubicBezTo>
                  <a:pt x="158" y="365"/>
                  <a:pt x="159" y="365"/>
                  <a:pt x="159" y="365"/>
                </a:cubicBezTo>
                <a:cubicBezTo>
                  <a:pt x="159" y="365"/>
                  <a:pt x="159" y="365"/>
                  <a:pt x="159" y="365"/>
                </a:cubicBezTo>
                <a:cubicBezTo>
                  <a:pt x="159" y="364"/>
                  <a:pt x="159" y="364"/>
                  <a:pt x="159" y="364"/>
                </a:cubicBezTo>
                <a:close/>
                <a:moveTo>
                  <a:pt x="103" y="381"/>
                </a:moveTo>
                <a:cubicBezTo>
                  <a:pt x="103" y="381"/>
                  <a:pt x="103" y="381"/>
                  <a:pt x="102" y="381"/>
                </a:cubicBezTo>
                <a:cubicBezTo>
                  <a:pt x="102" y="381"/>
                  <a:pt x="102" y="381"/>
                  <a:pt x="102" y="381"/>
                </a:cubicBezTo>
                <a:cubicBezTo>
                  <a:pt x="102" y="381"/>
                  <a:pt x="103" y="381"/>
                  <a:pt x="103" y="381"/>
                </a:cubicBezTo>
                <a:cubicBezTo>
                  <a:pt x="103" y="381"/>
                  <a:pt x="103" y="381"/>
                  <a:pt x="103" y="381"/>
                </a:cubicBezTo>
                <a:cubicBezTo>
                  <a:pt x="103" y="381"/>
                  <a:pt x="103" y="381"/>
                  <a:pt x="103" y="381"/>
                </a:cubicBezTo>
                <a:close/>
                <a:moveTo>
                  <a:pt x="198" y="348"/>
                </a:moveTo>
                <a:cubicBezTo>
                  <a:pt x="198" y="348"/>
                  <a:pt x="198" y="348"/>
                  <a:pt x="197" y="348"/>
                </a:cubicBezTo>
                <a:cubicBezTo>
                  <a:pt x="198" y="349"/>
                  <a:pt x="198" y="348"/>
                  <a:pt x="198" y="349"/>
                </a:cubicBezTo>
                <a:cubicBezTo>
                  <a:pt x="198" y="349"/>
                  <a:pt x="199" y="349"/>
                  <a:pt x="199" y="349"/>
                </a:cubicBezTo>
                <a:cubicBezTo>
                  <a:pt x="199" y="348"/>
                  <a:pt x="199" y="348"/>
                  <a:pt x="198" y="348"/>
                </a:cubicBezTo>
                <a:close/>
                <a:moveTo>
                  <a:pt x="51" y="378"/>
                </a:moveTo>
                <a:cubicBezTo>
                  <a:pt x="50" y="378"/>
                  <a:pt x="50" y="379"/>
                  <a:pt x="50" y="379"/>
                </a:cubicBezTo>
                <a:cubicBezTo>
                  <a:pt x="50" y="379"/>
                  <a:pt x="50" y="379"/>
                  <a:pt x="51" y="379"/>
                </a:cubicBezTo>
                <a:cubicBezTo>
                  <a:pt x="51" y="379"/>
                  <a:pt x="51" y="379"/>
                  <a:pt x="51" y="379"/>
                </a:cubicBezTo>
                <a:cubicBezTo>
                  <a:pt x="51" y="379"/>
                  <a:pt x="51" y="378"/>
                  <a:pt x="51" y="378"/>
                </a:cubicBezTo>
                <a:close/>
                <a:moveTo>
                  <a:pt x="156" y="366"/>
                </a:moveTo>
                <a:cubicBezTo>
                  <a:pt x="156" y="366"/>
                  <a:pt x="156" y="366"/>
                  <a:pt x="156" y="366"/>
                </a:cubicBezTo>
                <a:cubicBezTo>
                  <a:pt x="156" y="366"/>
                  <a:pt x="155" y="366"/>
                  <a:pt x="155" y="366"/>
                </a:cubicBezTo>
                <a:cubicBezTo>
                  <a:pt x="155" y="366"/>
                  <a:pt x="155" y="366"/>
                  <a:pt x="156" y="366"/>
                </a:cubicBezTo>
                <a:cubicBezTo>
                  <a:pt x="156" y="367"/>
                  <a:pt x="156" y="367"/>
                  <a:pt x="156" y="367"/>
                </a:cubicBezTo>
                <a:cubicBezTo>
                  <a:pt x="156" y="367"/>
                  <a:pt x="156" y="366"/>
                  <a:pt x="156" y="366"/>
                </a:cubicBezTo>
                <a:close/>
                <a:moveTo>
                  <a:pt x="191" y="350"/>
                </a:moveTo>
                <a:cubicBezTo>
                  <a:pt x="190" y="350"/>
                  <a:pt x="190" y="350"/>
                  <a:pt x="190" y="350"/>
                </a:cubicBezTo>
                <a:cubicBezTo>
                  <a:pt x="190" y="350"/>
                  <a:pt x="190" y="350"/>
                  <a:pt x="191" y="350"/>
                </a:cubicBezTo>
                <a:cubicBezTo>
                  <a:pt x="191" y="350"/>
                  <a:pt x="191" y="350"/>
                  <a:pt x="191" y="350"/>
                </a:cubicBezTo>
                <a:cubicBezTo>
                  <a:pt x="191" y="350"/>
                  <a:pt x="191" y="350"/>
                  <a:pt x="191" y="350"/>
                </a:cubicBezTo>
                <a:close/>
                <a:moveTo>
                  <a:pt x="155" y="368"/>
                </a:moveTo>
                <a:cubicBezTo>
                  <a:pt x="155" y="368"/>
                  <a:pt x="155" y="368"/>
                  <a:pt x="155" y="369"/>
                </a:cubicBezTo>
                <a:cubicBezTo>
                  <a:pt x="155" y="369"/>
                  <a:pt x="155" y="369"/>
                  <a:pt x="155" y="369"/>
                </a:cubicBezTo>
                <a:cubicBezTo>
                  <a:pt x="155" y="369"/>
                  <a:pt x="155" y="369"/>
                  <a:pt x="155" y="369"/>
                </a:cubicBezTo>
                <a:cubicBezTo>
                  <a:pt x="155" y="369"/>
                  <a:pt x="155" y="369"/>
                  <a:pt x="155" y="369"/>
                </a:cubicBezTo>
                <a:cubicBezTo>
                  <a:pt x="155" y="369"/>
                  <a:pt x="155" y="369"/>
                  <a:pt x="155" y="369"/>
                </a:cubicBezTo>
                <a:cubicBezTo>
                  <a:pt x="156" y="368"/>
                  <a:pt x="156" y="368"/>
                  <a:pt x="156" y="368"/>
                </a:cubicBezTo>
                <a:cubicBezTo>
                  <a:pt x="155" y="368"/>
                  <a:pt x="155" y="368"/>
                  <a:pt x="155" y="368"/>
                </a:cubicBezTo>
                <a:close/>
                <a:moveTo>
                  <a:pt x="52" y="382"/>
                </a:moveTo>
                <a:cubicBezTo>
                  <a:pt x="52" y="382"/>
                  <a:pt x="52" y="382"/>
                  <a:pt x="52" y="382"/>
                </a:cubicBezTo>
                <a:cubicBezTo>
                  <a:pt x="51" y="382"/>
                  <a:pt x="52" y="382"/>
                  <a:pt x="52" y="382"/>
                </a:cubicBezTo>
                <a:cubicBezTo>
                  <a:pt x="52" y="382"/>
                  <a:pt x="52" y="382"/>
                  <a:pt x="52" y="382"/>
                </a:cubicBezTo>
                <a:cubicBezTo>
                  <a:pt x="52" y="383"/>
                  <a:pt x="52" y="383"/>
                  <a:pt x="52" y="383"/>
                </a:cubicBezTo>
                <a:cubicBezTo>
                  <a:pt x="53" y="382"/>
                  <a:pt x="53" y="382"/>
                  <a:pt x="52" y="382"/>
                </a:cubicBezTo>
                <a:cubicBezTo>
                  <a:pt x="52" y="382"/>
                  <a:pt x="52" y="382"/>
                  <a:pt x="52" y="382"/>
                </a:cubicBezTo>
                <a:close/>
                <a:moveTo>
                  <a:pt x="31" y="374"/>
                </a:moveTo>
                <a:cubicBezTo>
                  <a:pt x="31" y="374"/>
                  <a:pt x="31" y="374"/>
                  <a:pt x="30" y="374"/>
                </a:cubicBezTo>
                <a:cubicBezTo>
                  <a:pt x="30" y="374"/>
                  <a:pt x="30" y="374"/>
                  <a:pt x="31" y="374"/>
                </a:cubicBezTo>
                <a:cubicBezTo>
                  <a:pt x="31" y="374"/>
                  <a:pt x="31" y="374"/>
                  <a:pt x="31" y="374"/>
                </a:cubicBezTo>
                <a:cubicBezTo>
                  <a:pt x="31" y="374"/>
                  <a:pt x="31" y="374"/>
                  <a:pt x="31" y="374"/>
                </a:cubicBezTo>
                <a:cubicBezTo>
                  <a:pt x="31" y="374"/>
                  <a:pt x="31" y="374"/>
                  <a:pt x="31" y="374"/>
                </a:cubicBezTo>
                <a:close/>
                <a:moveTo>
                  <a:pt x="104" y="380"/>
                </a:moveTo>
                <a:cubicBezTo>
                  <a:pt x="104" y="380"/>
                  <a:pt x="104" y="380"/>
                  <a:pt x="104" y="380"/>
                </a:cubicBezTo>
                <a:cubicBezTo>
                  <a:pt x="104" y="380"/>
                  <a:pt x="105" y="380"/>
                  <a:pt x="105" y="380"/>
                </a:cubicBezTo>
                <a:cubicBezTo>
                  <a:pt x="105" y="380"/>
                  <a:pt x="105" y="380"/>
                  <a:pt x="104" y="380"/>
                </a:cubicBezTo>
                <a:close/>
                <a:moveTo>
                  <a:pt x="104" y="379"/>
                </a:moveTo>
                <a:cubicBezTo>
                  <a:pt x="104" y="379"/>
                  <a:pt x="104" y="379"/>
                  <a:pt x="103" y="379"/>
                </a:cubicBezTo>
                <a:cubicBezTo>
                  <a:pt x="103" y="380"/>
                  <a:pt x="104" y="380"/>
                  <a:pt x="104" y="380"/>
                </a:cubicBezTo>
                <a:cubicBezTo>
                  <a:pt x="104" y="380"/>
                  <a:pt x="104" y="380"/>
                  <a:pt x="104" y="379"/>
                </a:cubicBezTo>
                <a:cubicBezTo>
                  <a:pt x="104" y="379"/>
                  <a:pt x="104" y="379"/>
                  <a:pt x="104" y="379"/>
                </a:cubicBezTo>
                <a:close/>
                <a:moveTo>
                  <a:pt x="15" y="368"/>
                </a:moveTo>
                <a:cubicBezTo>
                  <a:pt x="14" y="368"/>
                  <a:pt x="14" y="369"/>
                  <a:pt x="14" y="369"/>
                </a:cubicBezTo>
                <a:cubicBezTo>
                  <a:pt x="14" y="369"/>
                  <a:pt x="15" y="369"/>
                  <a:pt x="15" y="369"/>
                </a:cubicBezTo>
                <a:cubicBezTo>
                  <a:pt x="15" y="369"/>
                  <a:pt x="15" y="369"/>
                  <a:pt x="15" y="369"/>
                </a:cubicBezTo>
                <a:cubicBezTo>
                  <a:pt x="15" y="369"/>
                  <a:pt x="15" y="368"/>
                  <a:pt x="15" y="368"/>
                </a:cubicBezTo>
                <a:close/>
                <a:moveTo>
                  <a:pt x="196" y="349"/>
                </a:moveTo>
                <a:cubicBezTo>
                  <a:pt x="196" y="349"/>
                  <a:pt x="196" y="349"/>
                  <a:pt x="196" y="349"/>
                </a:cubicBezTo>
                <a:cubicBezTo>
                  <a:pt x="196" y="349"/>
                  <a:pt x="196" y="349"/>
                  <a:pt x="196" y="349"/>
                </a:cubicBezTo>
                <a:cubicBezTo>
                  <a:pt x="197" y="349"/>
                  <a:pt x="196" y="349"/>
                  <a:pt x="196" y="349"/>
                </a:cubicBezTo>
                <a:close/>
                <a:moveTo>
                  <a:pt x="105" y="380"/>
                </a:moveTo>
                <a:cubicBezTo>
                  <a:pt x="105" y="380"/>
                  <a:pt x="106" y="380"/>
                  <a:pt x="106" y="380"/>
                </a:cubicBezTo>
                <a:cubicBezTo>
                  <a:pt x="105" y="380"/>
                  <a:pt x="105" y="380"/>
                  <a:pt x="105" y="380"/>
                </a:cubicBezTo>
                <a:close/>
                <a:moveTo>
                  <a:pt x="75" y="389"/>
                </a:moveTo>
                <a:cubicBezTo>
                  <a:pt x="75" y="389"/>
                  <a:pt x="75" y="390"/>
                  <a:pt x="75" y="390"/>
                </a:cubicBezTo>
                <a:cubicBezTo>
                  <a:pt x="75" y="390"/>
                  <a:pt x="75" y="390"/>
                  <a:pt x="75" y="390"/>
                </a:cubicBezTo>
                <a:cubicBezTo>
                  <a:pt x="76" y="390"/>
                  <a:pt x="76" y="390"/>
                  <a:pt x="75" y="389"/>
                </a:cubicBezTo>
                <a:close/>
                <a:moveTo>
                  <a:pt x="187" y="351"/>
                </a:moveTo>
                <a:cubicBezTo>
                  <a:pt x="187" y="351"/>
                  <a:pt x="188" y="351"/>
                  <a:pt x="187" y="351"/>
                </a:cubicBezTo>
                <a:cubicBezTo>
                  <a:pt x="187" y="351"/>
                  <a:pt x="187" y="351"/>
                  <a:pt x="187" y="351"/>
                </a:cubicBezTo>
                <a:cubicBezTo>
                  <a:pt x="187" y="351"/>
                  <a:pt x="187" y="351"/>
                  <a:pt x="187" y="351"/>
                </a:cubicBezTo>
                <a:close/>
                <a:moveTo>
                  <a:pt x="146" y="371"/>
                </a:moveTo>
                <a:cubicBezTo>
                  <a:pt x="146" y="371"/>
                  <a:pt x="146" y="371"/>
                  <a:pt x="146" y="371"/>
                </a:cubicBezTo>
                <a:cubicBezTo>
                  <a:pt x="146" y="371"/>
                  <a:pt x="146" y="371"/>
                  <a:pt x="146" y="371"/>
                </a:cubicBezTo>
                <a:cubicBezTo>
                  <a:pt x="146" y="371"/>
                  <a:pt x="146" y="371"/>
                  <a:pt x="146" y="371"/>
                </a:cubicBezTo>
                <a:cubicBezTo>
                  <a:pt x="146" y="371"/>
                  <a:pt x="146" y="371"/>
                  <a:pt x="146" y="371"/>
                </a:cubicBezTo>
                <a:close/>
                <a:moveTo>
                  <a:pt x="46" y="380"/>
                </a:moveTo>
                <a:cubicBezTo>
                  <a:pt x="46" y="380"/>
                  <a:pt x="46" y="380"/>
                  <a:pt x="46" y="380"/>
                </a:cubicBezTo>
                <a:cubicBezTo>
                  <a:pt x="46" y="380"/>
                  <a:pt x="46" y="380"/>
                  <a:pt x="47" y="380"/>
                </a:cubicBezTo>
                <a:cubicBezTo>
                  <a:pt x="46" y="380"/>
                  <a:pt x="46" y="380"/>
                  <a:pt x="46" y="380"/>
                </a:cubicBezTo>
                <a:close/>
                <a:moveTo>
                  <a:pt x="78" y="386"/>
                </a:moveTo>
                <a:cubicBezTo>
                  <a:pt x="78" y="386"/>
                  <a:pt x="78" y="385"/>
                  <a:pt x="77" y="385"/>
                </a:cubicBezTo>
                <a:cubicBezTo>
                  <a:pt x="78" y="386"/>
                  <a:pt x="78" y="386"/>
                  <a:pt x="78" y="386"/>
                </a:cubicBezTo>
                <a:close/>
                <a:moveTo>
                  <a:pt x="77" y="388"/>
                </a:moveTo>
                <a:cubicBezTo>
                  <a:pt x="76" y="388"/>
                  <a:pt x="76" y="388"/>
                  <a:pt x="76" y="388"/>
                </a:cubicBezTo>
                <a:cubicBezTo>
                  <a:pt x="76" y="388"/>
                  <a:pt x="76" y="389"/>
                  <a:pt x="76" y="389"/>
                </a:cubicBezTo>
                <a:cubicBezTo>
                  <a:pt x="76" y="389"/>
                  <a:pt x="76" y="388"/>
                  <a:pt x="77" y="389"/>
                </a:cubicBezTo>
                <a:cubicBezTo>
                  <a:pt x="77" y="389"/>
                  <a:pt x="77" y="389"/>
                  <a:pt x="77" y="389"/>
                </a:cubicBezTo>
                <a:cubicBezTo>
                  <a:pt x="77" y="388"/>
                  <a:pt x="77" y="388"/>
                  <a:pt x="77" y="388"/>
                </a:cubicBezTo>
                <a:close/>
                <a:moveTo>
                  <a:pt x="202" y="347"/>
                </a:moveTo>
                <a:cubicBezTo>
                  <a:pt x="202" y="347"/>
                  <a:pt x="202" y="346"/>
                  <a:pt x="203" y="346"/>
                </a:cubicBezTo>
                <a:cubicBezTo>
                  <a:pt x="202" y="346"/>
                  <a:pt x="202" y="346"/>
                  <a:pt x="202" y="347"/>
                </a:cubicBezTo>
                <a:close/>
                <a:moveTo>
                  <a:pt x="14" y="369"/>
                </a:moveTo>
                <a:cubicBezTo>
                  <a:pt x="14" y="368"/>
                  <a:pt x="13" y="368"/>
                  <a:pt x="13" y="368"/>
                </a:cubicBezTo>
                <a:cubicBezTo>
                  <a:pt x="13" y="369"/>
                  <a:pt x="13" y="369"/>
                  <a:pt x="14" y="369"/>
                </a:cubicBezTo>
                <a:close/>
                <a:moveTo>
                  <a:pt x="78" y="382"/>
                </a:moveTo>
                <a:cubicBezTo>
                  <a:pt x="78" y="382"/>
                  <a:pt x="78" y="382"/>
                  <a:pt x="78" y="383"/>
                </a:cubicBezTo>
                <a:cubicBezTo>
                  <a:pt x="78" y="383"/>
                  <a:pt x="78" y="383"/>
                  <a:pt x="78" y="383"/>
                </a:cubicBezTo>
                <a:cubicBezTo>
                  <a:pt x="78" y="383"/>
                  <a:pt x="78" y="383"/>
                  <a:pt x="78" y="383"/>
                </a:cubicBezTo>
                <a:cubicBezTo>
                  <a:pt x="77" y="382"/>
                  <a:pt x="77" y="382"/>
                  <a:pt x="77" y="382"/>
                </a:cubicBezTo>
                <a:cubicBezTo>
                  <a:pt x="78" y="381"/>
                  <a:pt x="78" y="382"/>
                  <a:pt x="78" y="382"/>
                </a:cubicBezTo>
                <a:cubicBezTo>
                  <a:pt x="78" y="382"/>
                  <a:pt x="78" y="382"/>
                  <a:pt x="78" y="382"/>
                </a:cubicBezTo>
                <a:close/>
                <a:moveTo>
                  <a:pt x="78" y="382"/>
                </a:moveTo>
                <a:cubicBezTo>
                  <a:pt x="78" y="382"/>
                  <a:pt x="78" y="382"/>
                  <a:pt x="78" y="382"/>
                </a:cubicBezTo>
                <a:cubicBezTo>
                  <a:pt x="78" y="382"/>
                  <a:pt x="78" y="382"/>
                  <a:pt x="78" y="382"/>
                </a:cubicBezTo>
                <a:cubicBezTo>
                  <a:pt x="78" y="382"/>
                  <a:pt x="78" y="382"/>
                  <a:pt x="78" y="382"/>
                </a:cubicBezTo>
                <a:close/>
                <a:moveTo>
                  <a:pt x="79" y="385"/>
                </a:moveTo>
                <a:cubicBezTo>
                  <a:pt x="79" y="385"/>
                  <a:pt x="79" y="385"/>
                  <a:pt x="79" y="385"/>
                </a:cubicBezTo>
                <a:cubicBezTo>
                  <a:pt x="79" y="385"/>
                  <a:pt x="79" y="385"/>
                  <a:pt x="79" y="385"/>
                </a:cubicBezTo>
                <a:cubicBezTo>
                  <a:pt x="79" y="385"/>
                  <a:pt x="79" y="385"/>
                  <a:pt x="79" y="385"/>
                </a:cubicBezTo>
                <a:cubicBezTo>
                  <a:pt x="79" y="385"/>
                  <a:pt x="79" y="385"/>
                  <a:pt x="79" y="385"/>
                </a:cubicBezTo>
                <a:close/>
                <a:moveTo>
                  <a:pt x="159" y="364"/>
                </a:moveTo>
                <a:cubicBezTo>
                  <a:pt x="158" y="364"/>
                  <a:pt x="158" y="364"/>
                  <a:pt x="158" y="364"/>
                </a:cubicBezTo>
                <a:cubicBezTo>
                  <a:pt x="158" y="364"/>
                  <a:pt x="158" y="364"/>
                  <a:pt x="158" y="364"/>
                </a:cubicBezTo>
                <a:cubicBezTo>
                  <a:pt x="158" y="364"/>
                  <a:pt x="158" y="364"/>
                  <a:pt x="159" y="364"/>
                </a:cubicBezTo>
                <a:close/>
                <a:moveTo>
                  <a:pt x="61" y="388"/>
                </a:moveTo>
                <a:cubicBezTo>
                  <a:pt x="61" y="388"/>
                  <a:pt x="61" y="388"/>
                  <a:pt x="61" y="388"/>
                </a:cubicBezTo>
                <a:cubicBezTo>
                  <a:pt x="61" y="387"/>
                  <a:pt x="60" y="388"/>
                  <a:pt x="60" y="388"/>
                </a:cubicBezTo>
                <a:cubicBezTo>
                  <a:pt x="60" y="387"/>
                  <a:pt x="60" y="387"/>
                  <a:pt x="60" y="387"/>
                </a:cubicBezTo>
                <a:cubicBezTo>
                  <a:pt x="60" y="387"/>
                  <a:pt x="60" y="387"/>
                  <a:pt x="59" y="387"/>
                </a:cubicBezTo>
                <a:cubicBezTo>
                  <a:pt x="59" y="387"/>
                  <a:pt x="59" y="387"/>
                  <a:pt x="59" y="387"/>
                </a:cubicBezTo>
                <a:cubicBezTo>
                  <a:pt x="59" y="386"/>
                  <a:pt x="59" y="386"/>
                  <a:pt x="59" y="386"/>
                </a:cubicBezTo>
                <a:cubicBezTo>
                  <a:pt x="58" y="386"/>
                  <a:pt x="58" y="385"/>
                  <a:pt x="58" y="385"/>
                </a:cubicBezTo>
                <a:cubicBezTo>
                  <a:pt x="58" y="385"/>
                  <a:pt x="58" y="385"/>
                  <a:pt x="57" y="385"/>
                </a:cubicBezTo>
                <a:cubicBezTo>
                  <a:pt x="57" y="385"/>
                  <a:pt x="57" y="385"/>
                  <a:pt x="57" y="385"/>
                </a:cubicBezTo>
                <a:cubicBezTo>
                  <a:pt x="56" y="384"/>
                  <a:pt x="56" y="385"/>
                  <a:pt x="55" y="384"/>
                </a:cubicBezTo>
                <a:cubicBezTo>
                  <a:pt x="55" y="384"/>
                  <a:pt x="55" y="384"/>
                  <a:pt x="55" y="384"/>
                </a:cubicBezTo>
                <a:cubicBezTo>
                  <a:pt x="55" y="384"/>
                  <a:pt x="55" y="385"/>
                  <a:pt x="55" y="385"/>
                </a:cubicBezTo>
                <a:cubicBezTo>
                  <a:pt x="55" y="385"/>
                  <a:pt x="55" y="385"/>
                  <a:pt x="55" y="385"/>
                </a:cubicBezTo>
                <a:cubicBezTo>
                  <a:pt x="56" y="385"/>
                  <a:pt x="57" y="385"/>
                  <a:pt x="57" y="386"/>
                </a:cubicBezTo>
                <a:cubicBezTo>
                  <a:pt x="57" y="386"/>
                  <a:pt x="58" y="386"/>
                  <a:pt x="58" y="386"/>
                </a:cubicBezTo>
                <a:cubicBezTo>
                  <a:pt x="58" y="386"/>
                  <a:pt x="58" y="386"/>
                  <a:pt x="59" y="387"/>
                </a:cubicBezTo>
                <a:cubicBezTo>
                  <a:pt x="59" y="387"/>
                  <a:pt x="60" y="388"/>
                  <a:pt x="60" y="388"/>
                </a:cubicBezTo>
                <a:cubicBezTo>
                  <a:pt x="60" y="388"/>
                  <a:pt x="60" y="388"/>
                  <a:pt x="60" y="388"/>
                </a:cubicBezTo>
                <a:cubicBezTo>
                  <a:pt x="60" y="388"/>
                  <a:pt x="60" y="389"/>
                  <a:pt x="60" y="389"/>
                </a:cubicBezTo>
                <a:cubicBezTo>
                  <a:pt x="61" y="388"/>
                  <a:pt x="61" y="388"/>
                  <a:pt x="62" y="388"/>
                </a:cubicBezTo>
                <a:cubicBezTo>
                  <a:pt x="62" y="388"/>
                  <a:pt x="62" y="388"/>
                  <a:pt x="62" y="388"/>
                </a:cubicBezTo>
                <a:cubicBezTo>
                  <a:pt x="62" y="389"/>
                  <a:pt x="62" y="388"/>
                  <a:pt x="62" y="388"/>
                </a:cubicBezTo>
                <a:cubicBezTo>
                  <a:pt x="62" y="388"/>
                  <a:pt x="62" y="388"/>
                  <a:pt x="62" y="388"/>
                </a:cubicBezTo>
                <a:cubicBezTo>
                  <a:pt x="62" y="388"/>
                  <a:pt x="61" y="388"/>
                  <a:pt x="61" y="388"/>
                </a:cubicBezTo>
                <a:close/>
                <a:moveTo>
                  <a:pt x="102" y="380"/>
                </a:moveTo>
                <a:cubicBezTo>
                  <a:pt x="102" y="380"/>
                  <a:pt x="103" y="380"/>
                  <a:pt x="103" y="380"/>
                </a:cubicBezTo>
                <a:cubicBezTo>
                  <a:pt x="103" y="380"/>
                  <a:pt x="103" y="380"/>
                  <a:pt x="103" y="380"/>
                </a:cubicBezTo>
                <a:cubicBezTo>
                  <a:pt x="103" y="380"/>
                  <a:pt x="103" y="380"/>
                  <a:pt x="103" y="380"/>
                </a:cubicBezTo>
                <a:cubicBezTo>
                  <a:pt x="103" y="380"/>
                  <a:pt x="102" y="380"/>
                  <a:pt x="102" y="380"/>
                </a:cubicBezTo>
                <a:close/>
                <a:moveTo>
                  <a:pt x="223" y="343"/>
                </a:moveTo>
                <a:cubicBezTo>
                  <a:pt x="223" y="343"/>
                  <a:pt x="223" y="343"/>
                  <a:pt x="223" y="342"/>
                </a:cubicBezTo>
                <a:cubicBezTo>
                  <a:pt x="223" y="342"/>
                  <a:pt x="223" y="342"/>
                  <a:pt x="222" y="342"/>
                </a:cubicBezTo>
                <a:cubicBezTo>
                  <a:pt x="222" y="342"/>
                  <a:pt x="222" y="342"/>
                  <a:pt x="222" y="342"/>
                </a:cubicBezTo>
                <a:cubicBezTo>
                  <a:pt x="222" y="342"/>
                  <a:pt x="221" y="342"/>
                  <a:pt x="221" y="342"/>
                </a:cubicBezTo>
                <a:cubicBezTo>
                  <a:pt x="221" y="342"/>
                  <a:pt x="221" y="342"/>
                  <a:pt x="221" y="342"/>
                </a:cubicBezTo>
                <a:cubicBezTo>
                  <a:pt x="221" y="342"/>
                  <a:pt x="221" y="342"/>
                  <a:pt x="221" y="342"/>
                </a:cubicBezTo>
                <a:cubicBezTo>
                  <a:pt x="221" y="343"/>
                  <a:pt x="221" y="343"/>
                  <a:pt x="221" y="343"/>
                </a:cubicBezTo>
                <a:cubicBezTo>
                  <a:pt x="221" y="343"/>
                  <a:pt x="222" y="343"/>
                  <a:pt x="222" y="344"/>
                </a:cubicBezTo>
                <a:cubicBezTo>
                  <a:pt x="222" y="344"/>
                  <a:pt x="222" y="344"/>
                  <a:pt x="222" y="344"/>
                </a:cubicBezTo>
                <a:cubicBezTo>
                  <a:pt x="222" y="344"/>
                  <a:pt x="222" y="344"/>
                  <a:pt x="222" y="344"/>
                </a:cubicBezTo>
                <a:cubicBezTo>
                  <a:pt x="222" y="344"/>
                  <a:pt x="222" y="344"/>
                  <a:pt x="222" y="343"/>
                </a:cubicBezTo>
                <a:cubicBezTo>
                  <a:pt x="222" y="343"/>
                  <a:pt x="222" y="343"/>
                  <a:pt x="223" y="343"/>
                </a:cubicBezTo>
                <a:close/>
                <a:moveTo>
                  <a:pt x="224" y="335"/>
                </a:moveTo>
                <a:cubicBezTo>
                  <a:pt x="224" y="335"/>
                  <a:pt x="224" y="335"/>
                  <a:pt x="224" y="335"/>
                </a:cubicBezTo>
                <a:cubicBezTo>
                  <a:pt x="224" y="335"/>
                  <a:pt x="224" y="335"/>
                  <a:pt x="224" y="335"/>
                </a:cubicBezTo>
                <a:cubicBezTo>
                  <a:pt x="224" y="335"/>
                  <a:pt x="224" y="336"/>
                  <a:pt x="224" y="336"/>
                </a:cubicBezTo>
                <a:cubicBezTo>
                  <a:pt x="224" y="336"/>
                  <a:pt x="225" y="336"/>
                  <a:pt x="225" y="336"/>
                </a:cubicBezTo>
                <a:cubicBezTo>
                  <a:pt x="225" y="336"/>
                  <a:pt x="225" y="337"/>
                  <a:pt x="225" y="336"/>
                </a:cubicBezTo>
                <a:cubicBezTo>
                  <a:pt x="225" y="336"/>
                  <a:pt x="225" y="336"/>
                  <a:pt x="226" y="336"/>
                </a:cubicBezTo>
                <a:cubicBezTo>
                  <a:pt x="226" y="336"/>
                  <a:pt x="226" y="335"/>
                  <a:pt x="226" y="335"/>
                </a:cubicBezTo>
                <a:cubicBezTo>
                  <a:pt x="226" y="335"/>
                  <a:pt x="226" y="335"/>
                  <a:pt x="226" y="335"/>
                </a:cubicBezTo>
                <a:cubicBezTo>
                  <a:pt x="226" y="335"/>
                  <a:pt x="226" y="335"/>
                  <a:pt x="226" y="335"/>
                </a:cubicBezTo>
                <a:cubicBezTo>
                  <a:pt x="225" y="334"/>
                  <a:pt x="225" y="335"/>
                  <a:pt x="225" y="335"/>
                </a:cubicBezTo>
                <a:cubicBezTo>
                  <a:pt x="225" y="335"/>
                  <a:pt x="225" y="335"/>
                  <a:pt x="224" y="335"/>
                </a:cubicBezTo>
                <a:close/>
                <a:moveTo>
                  <a:pt x="231" y="332"/>
                </a:moveTo>
                <a:cubicBezTo>
                  <a:pt x="231" y="332"/>
                  <a:pt x="231" y="332"/>
                  <a:pt x="230" y="332"/>
                </a:cubicBezTo>
                <a:cubicBezTo>
                  <a:pt x="230" y="332"/>
                  <a:pt x="230" y="332"/>
                  <a:pt x="230" y="332"/>
                </a:cubicBezTo>
                <a:cubicBezTo>
                  <a:pt x="230" y="331"/>
                  <a:pt x="230" y="331"/>
                  <a:pt x="229" y="332"/>
                </a:cubicBezTo>
                <a:cubicBezTo>
                  <a:pt x="229" y="332"/>
                  <a:pt x="229" y="332"/>
                  <a:pt x="229" y="332"/>
                </a:cubicBezTo>
                <a:cubicBezTo>
                  <a:pt x="229" y="332"/>
                  <a:pt x="229" y="332"/>
                  <a:pt x="229" y="332"/>
                </a:cubicBezTo>
                <a:cubicBezTo>
                  <a:pt x="229" y="332"/>
                  <a:pt x="229" y="332"/>
                  <a:pt x="229" y="332"/>
                </a:cubicBezTo>
                <a:cubicBezTo>
                  <a:pt x="229" y="332"/>
                  <a:pt x="230" y="332"/>
                  <a:pt x="230" y="333"/>
                </a:cubicBezTo>
                <a:cubicBezTo>
                  <a:pt x="230" y="333"/>
                  <a:pt x="230" y="333"/>
                  <a:pt x="230" y="333"/>
                </a:cubicBezTo>
                <a:cubicBezTo>
                  <a:pt x="230" y="333"/>
                  <a:pt x="230" y="333"/>
                  <a:pt x="231" y="333"/>
                </a:cubicBezTo>
                <a:cubicBezTo>
                  <a:pt x="231" y="333"/>
                  <a:pt x="231" y="333"/>
                  <a:pt x="231" y="333"/>
                </a:cubicBezTo>
                <a:cubicBezTo>
                  <a:pt x="231" y="333"/>
                  <a:pt x="231" y="333"/>
                  <a:pt x="231" y="333"/>
                </a:cubicBezTo>
                <a:cubicBezTo>
                  <a:pt x="231" y="333"/>
                  <a:pt x="231" y="333"/>
                  <a:pt x="231" y="332"/>
                </a:cubicBezTo>
                <a:cubicBezTo>
                  <a:pt x="231" y="332"/>
                  <a:pt x="231" y="332"/>
                  <a:pt x="231" y="332"/>
                </a:cubicBezTo>
                <a:close/>
                <a:moveTo>
                  <a:pt x="239" y="328"/>
                </a:moveTo>
                <a:cubicBezTo>
                  <a:pt x="239" y="328"/>
                  <a:pt x="238" y="329"/>
                  <a:pt x="238" y="329"/>
                </a:cubicBezTo>
                <a:cubicBezTo>
                  <a:pt x="238" y="329"/>
                  <a:pt x="238" y="329"/>
                  <a:pt x="238" y="330"/>
                </a:cubicBezTo>
                <a:cubicBezTo>
                  <a:pt x="238" y="330"/>
                  <a:pt x="238" y="331"/>
                  <a:pt x="238" y="331"/>
                </a:cubicBezTo>
                <a:cubicBezTo>
                  <a:pt x="238" y="331"/>
                  <a:pt x="239" y="332"/>
                  <a:pt x="239" y="331"/>
                </a:cubicBezTo>
                <a:cubicBezTo>
                  <a:pt x="239" y="331"/>
                  <a:pt x="239" y="331"/>
                  <a:pt x="239" y="331"/>
                </a:cubicBezTo>
                <a:cubicBezTo>
                  <a:pt x="239" y="331"/>
                  <a:pt x="240" y="331"/>
                  <a:pt x="240" y="331"/>
                </a:cubicBezTo>
                <a:cubicBezTo>
                  <a:pt x="240" y="331"/>
                  <a:pt x="240" y="332"/>
                  <a:pt x="241" y="332"/>
                </a:cubicBezTo>
                <a:cubicBezTo>
                  <a:pt x="241" y="332"/>
                  <a:pt x="241" y="332"/>
                  <a:pt x="241" y="332"/>
                </a:cubicBezTo>
                <a:cubicBezTo>
                  <a:pt x="241" y="332"/>
                  <a:pt x="241" y="332"/>
                  <a:pt x="241" y="332"/>
                </a:cubicBezTo>
                <a:cubicBezTo>
                  <a:pt x="241" y="331"/>
                  <a:pt x="241" y="331"/>
                  <a:pt x="241" y="331"/>
                </a:cubicBezTo>
                <a:cubicBezTo>
                  <a:pt x="241" y="331"/>
                  <a:pt x="241" y="331"/>
                  <a:pt x="241" y="330"/>
                </a:cubicBezTo>
                <a:cubicBezTo>
                  <a:pt x="241" y="330"/>
                  <a:pt x="241" y="330"/>
                  <a:pt x="241" y="330"/>
                </a:cubicBezTo>
                <a:cubicBezTo>
                  <a:pt x="241" y="330"/>
                  <a:pt x="241" y="330"/>
                  <a:pt x="242" y="330"/>
                </a:cubicBezTo>
                <a:cubicBezTo>
                  <a:pt x="242" y="330"/>
                  <a:pt x="242" y="330"/>
                  <a:pt x="243" y="329"/>
                </a:cubicBezTo>
                <a:cubicBezTo>
                  <a:pt x="243" y="329"/>
                  <a:pt x="243" y="329"/>
                  <a:pt x="242" y="329"/>
                </a:cubicBezTo>
                <a:cubicBezTo>
                  <a:pt x="242" y="329"/>
                  <a:pt x="242" y="329"/>
                  <a:pt x="242" y="329"/>
                </a:cubicBezTo>
                <a:cubicBezTo>
                  <a:pt x="241" y="329"/>
                  <a:pt x="241" y="328"/>
                  <a:pt x="241" y="328"/>
                </a:cubicBezTo>
                <a:cubicBezTo>
                  <a:pt x="241" y="328"/>
                  <a:pt x="241" y="328"/>
                  <a:pt x="240" y="328"/>
                </a:cubicBezTo>
                <a:cubicBezTo>
                  <a:pt x="240" y="328"/>
                  <a:pt x="240" y="328"/>
                  <a:pt x="240" y="328"/>
                </a:cubicBezTo>
                <a:cubicBezTo>
                  <a:pt x="240" y="328"/>
                  <a:pt x="240" y="328"/>
                  <a:pt x="240" y="328"/>
                </a:cubicBezTo>
                <a:cubicBezTo>
                  <a:pt x="239" y="328"/>
                  <a:pt x="239" y="328"/>
                  <a:pt x="239" y="328"/>
                </a:cubicBezTo>
                <a:close/>
                <a:moveTo>
                  <a:pt x="244" y="328"/>
                </a:moveTo>
                <a:cubicBezTo>
                  <a:pt x="244" y="328"/>
                  <a:pt x="244" y="328"/>
                  <a:pt x="244" y="327"/>
                </a:cubicBezTo>
                <a:cubicBezTo>
                  <a:pt x="244" y="327"/>
                  <a:pt x="244" y="327"/>
                  <a:pt x="244" y="327"/>
                </a:cubicBezTo>
                <a:cubicBezTo>
                  <a:pt x="244" y="327"/>
                  <a:pt x="244" y="327"/>
                  <a:pt x="244" y="327"/>
                </a:cubicBezTo>
                <a:cubicBezTo>
                  <a:pt x="243" y="327"/>
                  <a:pt x="243" y="327"/>
                  <a:pt x="243" y="327"/>
                </a:cubicBezTo>
                <a:cubicBezTo>
                  <a:pt x="243" y="327"/>
                  <a:pt x="243" y="327"/>
                  <a:pt x="243" y="327"/>
                </a:cubicBezTo>
                <a:cubicBezTo>
                  <a:pt x="243" y="327"/>
                  <a:pt x="243" y="327"/>
                  <a:pt x="243" y="327"/>
                </a:cubicBezTo>
                <a:cubicBezTo>
                  <a:pt x="243" y="328"/>
                  <a:pt x="243" y="328"/>
                  <a:pt x="243" y="328"/>
                </a:cubicBezTo>
                <a:cubicBezTo>
                  <a:pt x="243" y="328"/>
                  <a:pt x="244" y="328"/>
                  <a:pt x="244" y="328"/>
                </a:cubicBezTo>
                <a:cubicBezTo>
                  <a:pt x="244" y="328"/>
                  <a:pt x="244" y="328"/>
                  <a:pt x="244" y="328"/>
                </a:cubicBezTo>
                <a:close/>
                <a:moveTo>
                  <a:pt x="247" y="331"/>
                </a:moveTo>
                <a:cubicBezTo>
                  <a:pt x="247" y="331"/>
                  <a:pt x="247" y="331"/>
                  <a:pt x="247" y="331"/>
                </a:cubicBezTo>
                <a:cubicBezTo>
                  <a:pt x="247" y="330"/>
                  <a:pt x="247" y="330"/>
                  <a:pt x="247" y="330"/>
                </a:cubicBezTo>
                <a:cubicBezTo>
                  <a:pt x="247" y="330"/>
                  <a:pt x="247" y="330"/>
                  <a:pt x="247" y="330"/>
                </a:cubicBezTo>
                <a:cubicBezTo>
                  <a:pt x="246" y="330"/>
                  <a:pt x="246" y="330"/>
                  <a:pt x="246" y="330"/>
                </a:cubicBezTo>
                <a:cubicBezTo>
                  <a:pt x="246" y="331"/>
                  <a:pt x="246" y="331"/>
                  <a:pt x="246" y="331"/>
                </a:cubicBezTo>
                <a:cubicBezTo>
                  <a:pt x="246" y="332"/>
                  <a:pt x="245" y="332"/>
                  <a:pt x="245" y="332"/>
                </a:cubicBezTo>
                <a:cubicBezTo>
                  <a:pt x="245" y="332"/>
                  <a:pt x="245" y="332"/>
                  <a:pt x="245" y="332"/>
                </a:cubicBezTo>
                <a:cubicBezTo>
                  <a:pt x="245" y="332"/>
                  <a:pt x="245" y="333"/>
                  <a:pt x="245" y="333"/>
                </a:cubicBezTo>
                <a:cubicBezTo>
                  <a:pt x="245" y="333"/>
                  <a:pt x="245" y="333"/>
                  <a:pt x="245" y="333"/>
                </a:cubicBezTo>
                <a:cubicBezTo>
                  <a:pt x="245" y="333"/>
                  <a:pt x="245" y="333"/>
                  <a:pt x="244" y="333"/>
                </a:cubicBezTo>
                <a:cubicBezTo>
                  <a:pt x="244" y="333"/>
                  <a:pt x="245" y="333"/>
                  <a:pt x="245" y="334"/>
                </a:cubicBezTo>
                <a:cubicBezTo>
                  <a:pt x="245" y="334"/>
                  <a:pt x="245" y="334"/>
                  <a:pt x="245" y="334"/>
                </a:cubicBezTo>
                <a:cubicBezTo>
                  <a:pt x="244" y="334"/>
                  <a:pt x="244" y="334"/>
                  <a:pt x="244" y="335"/>
                </a:cubicBezTo>
                <a:cubicBezTo>
                  <a:pt x="245" y="335"/>
                  <a:pt x="245" y="334"/>
                  <a:pt x="245" y="334"/>
                </a:cubicBezTo>
                <a:cubicBezTo>
                  <a:pt x="246" y="334"/>
                  <a:pt x="246" y="334"/>
                  <a:pt x="246" y="333"/>
                </a:cubicBezTo>
                <a:cubicBezTo>
                  <a:pt x="246" y="333"/>
                  <a:pt x="246" y="333"/>
                  <a:pt x="247" y="332"/>
                </a:cubicBezTo>
                <a:cubicBezTo>
                  <a:pt x="247" y="332"/>
                  <a:pt x="247" y="332"/>
                  <a:pt x="247" y="332"/>
                </a:cubicBezTo>
                <a:cubicBezTo>
                  <a:pt x="247" y="332"/>
                  <a:pt x="247" y="332"/>
                  <a:pt x="247" y="332"/>
                </a:cubicBezTo>
                <a:cubicBezTo>
                  <a:pt x="247" y="331"/>
                  <a:pt x="247" y="331"/>
                  <a:pt x="247" y="331"/>
                </a:cubicBezTo>
                <a:close/>
                <a:moveTo>
                  <a:pt x="249" y="332"/>
                </a:moveTo>
                <a:cubicBezTo>
                  <a:pt x="249" y="332"/>
                  <a:pt x="249" y="333"/>
                  <a:pt x="249" y="333"/>
                </a:cubicBezTo>
                <a:cubicBezTo>
                  <a:pt x="249" y="333"/>
                  <a:pt x="249" y="333"/>
                  <a:pt x="250" y="333"/>
                </a:cubicBezTo>
                <a:cubicBezTo>
                  <a:pt x="250" y="333"/>
                  <a:pt x="250" y="333"/>
                  <a:pt x="250" y="333"/>
                </a:cubicBezTo>
                <a:cubicBezTo>
                  <a:pt x="250" y="333"/>
                  <a:pt x="250" y="333"/>
                  <a:pt x="250" y="332"/>
                </a:cubicBezTo>
                <a:cubicBezTo>
                  <a:pt x="250" y="332"/>
                  <a:pt x="250" y="332"/>
                  <a:pt x="250" y="331"/>
                </a:cubicBezTo>
                <a:cubicBezTo>
                  <a:pt x="250" y="331"/>
                  <a:pt x="250" y="331"/>
                  <a:pt x="250" y="331"/>
                </a:cubicBezTo>
                <a:cubicBezTo>
                  <a:pt x="250" y="331"/>
                  <a:pt x="250" y="331"/>
                  <a:pt x="250" y="331"/>
                </a:cubicBezTo>
                <a:cubicBezTo>
                  <a:pt x="250" y="331"/>
                  <a:pt x="250" y="332"/>
                  <a:pt x="250" y="332"/>
                </a:cubicBezTo>
                <a:cubicBezTo>
                  <a:pt x="250" y="332"/>
                  <a:pt x="250" y="332"/>
                  <a:pt x="249" y="332"/>
                </a:cubicBezTo>
                <a:close/>
                <a:moveTo>
                  <a:pt x="251" y="334"/>
                </a:moveTo>
                <a:cubicBezTo>
                  <a:pt x="251" y="334"/>
                  <a:pt x="251" y="335"/>
                  <a:pt x="251" y="335"/>
                </a:cubicBezTo>
                <a:cubicBezTo>
                  <a:pt x="251" y="335"/>
                  <a:pt x="251" y="335"/>
                  <a:pt x="251" y="335"/>
                </a:cubicBezTo>
                <a:cubicBezTo>
                  <a:pt x="251" y="335"/>
                  <a:pt x="251" y="335"/>
                  <a:pt x="252" y="335"/>
                </a:cubicBezTo>
                <a:cubicBezTo>
                  <a:pt x="252" y="335"/>
                  <a:pt x="252" y="335"/>
                  <a:pt x="252" y="334"/>
                </a:cubicBezTo>
                <a:cubicBezTo>
                  <a:pt x="252" y="334"/>
                  <a:pt x="252" y="334"/>
                  <a:pt x="251" y="334"/>
                </a:cubicBezTo>
                <a:cubicBezTo>
                  <a:pt x="251" y="334"/>
                  <a:pt x="251" y="334"/>
                  <a:pt x="251" y="334"/>
                </a:cubicBezTo>
                <a:cubicBezTo>
                  <a:pt x="251" y="334"/>
                  <a:pt x="251" y="334"/>
                  <a:pt x="251" y="333"/>
                </a:cubicBezTo>
                <a:cubicBezTo>
                  <a:pt x="251" y="333"/>
                  <a:pt x="251" y="333"/>
                  <a:pt x="251" y="333"/>
                </a:cubicBezTo>
                <a:cubicBezTo>
                  <a:pt x="251" y="334"/>
                  <a:pt x="251" y="334"/>
                  <a:pt x="251" y="334"/>
                </a:cubicBezTo>
                <a:moveTo>
                  <a:pt x="191" y="244"/>
                </a:moveTo>
                <a:cubicBezTo>
                  <a:pt x="191" y="243"/>
                  <a:pt x="190" y="243"/>
                  <a:pt x="190" y="243"/>
                </a:cubicBezTo>
                <a:cubicBezTo>
                  <a:pt x="190" y="244"/>
                  <a:pt x="189" y="244"/>
                  <a:pt x="189" y="244"/>
                </a:cubicBezTo>
                <a:cubicBezTo>
                  <a:pt x="189" y="244"/>
                  <a:pt x="189" y="244"/>
                  <a:pt x="188" y="244"/>
                </a:cubicBezTo>
                <a:cubicBezTo>
                  <a:pt x="188" y="244"/>
                  <a:pt x="188" y="244"/>
                  <a:pt x="188" y="244"/>
                </a:cubicBezTo>
                <a:cubicBezTo>
                  <a:pt x="188" y="244"/>
                  <a:pt x="188" y="244"/>
                  <a:pt x="188" y="244"/>
                </a:cubicBezTo>
                <a:cubicBezTo>
                  <a:pt x="187" y="245"/>
                  <a:pt x="186" y="245"/>
                  <a:pt x="186" y="245"/>
                </a:cubicBezTo>
                <a:cubicBezTo>
                  <a:pt x="185" y="245"/>
                  <a:pt x="185" y="246"/>
                  <a:pt x="185" y="246"/>
                </a:cubicBezTo>
                <a:cubicBezTo>
                  <a:pt x="185" y="246"/>
                  <a:pt x="185" y="246"/>
                  <a:pt x="185" y="246"/>
                </a:cubicBezTo>
                <a:cubicBezTo>
                  <a:pt x="185" y="246"/>
                  <a:pt x="185" y="246"/>
                  <a:pt x="185" y="246"/>
                </a:cubicBezTo>
                <a:cubicBezTo>
                  <a:pt x="184" y="247"/>
                  <a:pt x="184" y="247"/>
                  <a:pt x="184" y="247"/>
                </a:cubicBezTo>
                <a:cubicBezTo>
                  <a:pt x="183" y="247"/>
                  <a:pt x="183" y="247"/>
                  <a:pt x="183" y="247"/>
                </a:cubicBezTo>
                <a:cubicBezTo>
                  <a:pt x="183" y="246"/>
                  <a:pt x="183" y="247"/>
                  <a:pt x="183" y="247"/>
                </a:cubicBezTo>
                <a:cubicBezTo>
                  <a:pt x="182" y="247"/>
                  <a:pt x="181" y="247"/>
                  <a:pt x="181" y="247"/>
                </a:cubicBezTo>
                <a:cubicBezTo>
                  <a:pt x="181" y="247"/>
                  <a:pt x="180" y="247"/>
                  <a:pt x="180" y="247"/>
                </a:cubicBezTo>
                <a:cubicBezTo>
                  <a:pt x="180" y="247"/>
                  <a:pt x="180" y="247"/>
                  <a:pt x="180" y="247"/>
                </a:cubicBezTo>
                <a:cubicBezTo>
                  <a:pt x="179" y="247"/>
                  <a:pt x="180" y="248"/>
                  <a:pt x="180" y="248"/>
                </a:cubicBezTo>
                <a:cubicBezTo>
                  <a:pt x="180" y="248"/>
                  <a:pt x="180" y="249"/>
                  <a:pt x="180" y="249"/>
                </a:cubicBezTo>
                <a:cubicBezTo>
                  <a:pt x="181" y="250"/>
                  <a:pt x="181" y="250"/>
                  <a:pt x="181" y="250"/>
                </a:cubicBezTo>
                <a:cubicBezTo>
                  <a:pt x="181" y="250"/>
                  <a:pt x="181" y="251"/>
                  <a:pt x="182" y="251"/>
                </a:cubicBezTo>
                <a:cubicBezTo>
                  <a:pt x="182" y="251"/>
                  <a:pt x="182" y="251"/>
                  <a:pt x="182" y="251"/>
                </a:cubicBezTo>
                <a:cubicBezTo>
                  <a:pt x="183" y="251"/>
                  <a:pt x="185" y="252"/>
                  <a:pt x="185" y="252"/>
                </a:cubicBezTo>
                <a:cubicBezTo>
                  <a:pt x="186" y="253"/>
                  <a:pt x="186" y="253"/>
                  <a:pt x="186" y="253"/>
                </a:cubicBezTo>
                <a:cubicBezTo>
                  <a:pt x="187" y="253"/>
                  <a:pt x="188" y="253"/>
                  <a:pt x="188" y="253"/>
                </a:cubicBezTo>
                <a:cubicBezTo>
                  <a:pt x="189" y="253"/>
                  <a:pt x="189" y="253"/>
                  <a:pt x="189" y="254"/>
                </a:cubicBezTo>
                <a:cubicBezTo>
                  <a:pt x="190" y="254"/>
                  <a:pt x="190" y="254"/>
                  <a:pt x="190" y="254"/>
                </a:cubicBezTo>
                <a:cubicBezTo>
                  <a:pt x="190" y="254"/>
                  <a:pt x="190" y="255"/>
                  <a:pt x="190" y="255"/>
                </a:cubicBezTo>
                <a:cubicBezTo>
                  <a:pt x="190" y="255"/>
                  <a:pt x="190" y="255"/>
                  <a:pt x="190" y="255"/>
                </a:cubicBezTo>
                <a:cubicBezTo>
                  <a:pt x="191" y="255"/>
                  <a:pt x="191" y="254"/>
                  <a:pt x="191" y="254"/>
                </a:cubicBezTo>
                <a:cubicBezTo>
                  <a:pt x="191" y="254"/>
                  <a:pt x="190" y="254"/>
                  <a:pt x="190" y="254"/>
                </a:cubicBezTo>
                <a:cubicBezTo>
                  <a:pt x="190" y="254"/>
                  <a:pt x="190" y="254"/>
                  <a:pt x="190" y="254"/>
                </a:cubicBezTo>
                <a:cubicBezTo>
                  <a:pt x="190" y="253"/>
                  <a:pt x="190" y="253"/>
                  <a:pt x="190" y="253"/>
                </a:cubicBezTo>
                <a:cubicBezTo>
                  <a:pt x="190" y="253"/>
                  <a:pt x="191" y="254"/>
                  <a:pt x="191" y="253"/>
                </a:cubicBezTo>
                <a:cubicBezTo>
                  <a:pt x="192" y="253"/>
                  <a:pt x="192" y="253"/>
                  <a:pt x="192" y="253"/>
                </a:cubicBezTo>
                <a:cubicBezTo>
                  <a:pt x="193" y="253"/>
                  <a:pt x="193" y="253"/>
                  <a:pt x="193" y="252"/>
                </a:cubicBezTo>
                <a:cubicBezTo>
                  <a:pt x="193" y="252"/>
                  <a:pt x="194" y="252"/>
                  <a:pt x="194" y="252"/>
                </a:cubicBezTo>
                <a:cubicBezTo>
                  <a:pt x="194" y="252"/>
                  <a:pt x="194" y="252"/>
                  <a:pt x="194" y="252"/>
                </a:cubicBezTo>
                <a:cubicBezTo>
                  <a:pt x="194" y="252"/>
                  <a:pt x="195" y="252"/>
                  <a:pt x="195" y="252"/>
                </a:cubicBezTo>
                <a:cubicBezTo>
                  <a:pt x="196" y="252"/>
                  <a:pt x="196" y="252"/>
                  <a:pt x="196" y="252"/>
                </a:cubicBezTo>
                <a:cubicBezTo>
                  <a:pt x="196" y="251"/>
                  <a:pt x="196" y="251"/>
                  <a:pt x="196" y="251"/>
                </a:cubicBezTo>
                <a:cubicBezTo>
                  <a:pt x="196" y="251"/>
                  <a:pt x="196" y="251"/>
                  <a:pt x="195" y="251"/>
                </a:cubicBezTo>
                <a:cubicBezTo>
                  <a:pt x="195" y="251"/>
                  <a:pt x="195" y="251"/>
                  <a:pt x="195" y="251"/>
                </a:cubicBezTo>
                <a:cubicBezTo>
                  <a:pt x="195" y="250"/>
                  <a:pt x="195" y="250"/>
                  <a:pt x="195" y="250"/>
                </a:cubicBezTo>
                <a:cubicBezTo>
                  <a:pt x="195" y="250"/>
                  <a:pt x="195" y="249"/>
                  <a:pt x="195" y="249"/>
                </a:cubicBezTo>
                <a:cubicBezTo>
                  <a:pt x="195" y="249"/>
                  <a:pt x="195" y="248"/>
                  <a:pt x="195" y="248"/>
                </a:cubicBezTo>
                <a:cubicBezTo>
                  <a:pt x="195" y="248"/>
                  <a:pt x="195" y="248"/>
                  <a:pt x="195" y="248"/>
                </a:cubicBezTo>
                <a:cubicBezTo>
                  <a:pt x="195" y="247"/>
                  <a:pt x="195" y="247"/>
                  <a:pt x="195" y="247"/>
                </a:cubicBezTo>
                <a:cubicBezTo>
                  <a:pt x="195" y="246"/>
                  <a:pt x="195" y="246"/>
                  <a:pt x="195" y="246"/>
                </a:cubicBezTo>
                <a:cubicBezTo>
                  <a:pt x="195" y="246"/>
                  <a:pt x="194" y="246"/>
                  <a:pt x="194" y="245"/>
                </a:cubicBezTo>
                <a:cubicBezTo>
                  <a:pt x="194" y="245"/>
                  <a:pt x="194" y="245"/>
                  <a:pt x="194" y="245"/>
                </a:cubicBezTo>
                <a:cubicBezTo>
                  <a:pt x="194" y="245"/>
                  <a:pt x="194" y="244"/>
                  <a:pt x="193" y="244"/>
                </a:cubicBezTo>
                <a:cubicBezTo>
                  <a:pt x="193" y="244"/>
                  <a:pt x="192" y="245"/>
                  <a:pt x="192" y="245"/>
                </a:cubicBezTo>
                <a:cubicBezTo>
                  <a:pt x="192" y="245"/>
                  <a:pt x="191" y="244"/>
                  <a:pt x="191" y="244"/>
                </a:cubicBezTo>
                <a:cubicBezTo>
                  <a:pt x="191" y="244"/>
                  <a:pt x="191" y="244"/>
                  <a:pt x="191" y="244"/>
                </a:cubicBezTo>
                <a:close/>
                <a:moveTo>
                  <a:pt x="355" y="252"/>
                </a:moveTo>
                <a:cubicBezTo>
                  <a:pt x="356" y="252"/>
                  <a:pt x="356" y="252"/>
                  <a:pt x="355" y="252"/>
                </a:cubicBezTo>
                <a:cubicBezTo>
                  <a:pt x="355" y="253"/>
                  <a:pt x="355" y="253"/>
                  <a:pt x="355" y="253"/>
                </a:cubicBezTo>
                <a:cubicBezTo>
                  <a:pt x="354" y="253"/>
                  <a:pt x="354" y="254"/>
                  <a:pt x="354" y="254"/>
                </a:cubicBezTo>
                <a:cubicBezTo>
                  <a:pt x="355" y="254"/>
                  <a:pt x="356" y="253"/>
                  <a:pt x="357" y="253"/>
                </a:cubicBezTo>
                <a:cubicBezTo>
                  <a:pt x="357" y="253"/>
                  <a:pt x="357" y="253"/>
                  <a:pt x="358" y="253"/>
                </a:cubicBezTo>
                <a:cubicBezTo>
                  <a:pt x="358" y="253"/>
                  <a:pt x="358" y="253"/>
                  <a:pt x="358" y="253"/>
                </a:cubicBezTo>
                <a:cubicBezTo>
                  <a:pt x="358" y="252"/>
                  <a:pt x="358" y="252"/>
                  <a:pt x="358" y="252"/>
                </a:cubicBezTo>
                <a:cubicBezTo>
                  <a:pt x="358" y="251"/>
                  <a:pt x="358" y="251"/>
                  <a:pt x="359" y="251"/>
                </a:cubicBezTo>
                <a:cubicBezTo>
                  <a:pt x="359" y="251"/>
                  <a:pt x="359" y="251"/>
                  <a:pt x="359" y="250"/>
                </a:cubicBezTo>
                <a:cubicBezTo>
                  <a:pt x="359" y="250"/>
                  <a:pt x="359" y="250"/>
                  <a:pt x="359" y="249"/>
                </a:cubicBezTo>
                <a:cubicBezTo>
                  <a:pt x="360" y="248"/>
                  <a:pt x="361" y="247"/>
                  <a:pt x="362" y="246"/>
                </a:cubicBezTo>
                <a:cubicBezTo>
                  <a:pt x="362" y="246"/>
                  <a:pt x="363" y="246"/>
                  <a:pt x="363" y="246"/>
                </a:cubicBezTo>
                <a:cubicBezTo>
                  <a:pt x="363" y="245"/>
                  <a:pt x="363" y="245"/>
                  <a:pt x="362" y="245"/>
                </a:cubicBezTo>
                <a:cubicBezTo>
                  <a:pt x="362" y="245"/>
                  <a:pt x="362" y="245"/>
                  <a:pt x="362" y="246"/>
                </a:cubicBezTo>
                <a:cubicBezTo>
                  <a:pt x="362" y="246"/>
                  <a:pt x="361" y="245"/>
                  <a:pt x="361" y="245"/>
                </a:cubicBezTo>
                <a:cubicBezTo>
                  <a:pt x="362" y="245"/>
                  <a:pt x="362" y="245"/>
                  <a:pt x="362" y="245"/>
                </a:cubicBezTo>
                <a:cubicBezTo>
                  <a:pt x="361" y="245"/>
                  <a:pt x="361" y="244"/>
                  <a:pt x="361" y="244"/>
                </a:cubicBezTo>
                <a:cubicBezTo>
                  <a:pt x="361" y="244"/>
                  <a:pt x="361" y="245"/>
                  <a:pt x="361" y="245"/>
                </a:cubicBezTo>
                <a:cubicBezTo>
                  <a:pt x="361" y="245"/>
                  <a:pt x="360" y="246"/>
                  <a:pt x="360" y="246"/>
                </a:cubicBezTo>
                <a:cubicBezTo>
                  <a:pt x="360" y="246"/>
                  <a:pt x="360" y="246"/>
                  <a:pt x="360" y="246"/>
                </a:cubicBezTo>
                <a:cubicBezTo>
                  <a:pt x="360" y="247"/>
                  <a:pt x="360" y="247"/>
                  <a:pt x="360" y="247"/>
                </a:cubicBezTo>
                <a:cubicBezTo>
                  <a:pt x="359" y="248"/>
                  <a:pt x="358" y="248"/>
                  <a:pt x="358" y="249"/>
                </a:cubicBezTo>
                <a:cubicBezTo>
                  <a:pt x="357" y="250"/>
                  <a:pt x="357" y="250"/>
                  <a:pt x="356" y="251"/>
                </a:cubicBezTo>
                <a:cubicBezTo>
                  <a:pt x="356" y="251"/>
                  <a:pt x="356" y="251"/>
                  <a:pt x="355" y="251"/>
                </a:cubicBezTo>
                <a:cubicBezTo>
                  <a:pt x="355" y="251"/>
                  <a:pt x="355" y="252"/>
                  <a:pt x="355" y="252"/>
                </a:cubicBezTo>
                <a:cubicBezTo>
                  <a:pt x="355" y="252"/>
                  <a:pt x="355" y="252"/>
                  <a:pt x="355" y="252"/>
                </a:cubicBezTo>
                <a:close/>
                <a:moveTo>
                  <a:pt x="354" y="251"/>
                </a:moveTo>
                <a:cubicBezTo>
                  <a:pt x="354" y="251"/>
                  <a:pt x="354" y="251"/>
                  <a:pt x="354" y="251"/>
                </a:cubicBezTo>
                <a:cubicBezTo>
                  <a:pt x="354" y="251"/>
                  <a:pt x="354" y="251"/>
                  <a:pt x="354" y="250"/>
                </a:cubicBezTo>
                <a:cubicBezTo>
                  <a:pt x="354" y="250"/>
                  <a:pt x="354" y="250"/>
                  <a:pt x="354" y="250"/>
                </a:cubicBezTo>
                <a:cubicBezTo>
                  <a:pt x="354" y="250"/>
                  <a:pt x="354" y="250"/>
                  <a:pt x="354" y="249"/>
                </a:cubicBezTo>
                <a:cubicBezTo>
                  <a:pt x="354" y="249"/>
                  <a:pt x="354" y="249"/>
                  <a:pt x="354" y="249"/>
                </a:cubicBezTo>
                <a:cubicBezTo>
                  <a:pt x="354" y="249"/>
                  <a:pt x="354" y="249"/>
                  <a:pt x="354" y="249"/>
                </a:cubicBezTo>
                <a:cubicBezTo>
                  <a:pt x="354" y="250"/>
                  <a:pt x="354" y="250"/>
                  <a:pt x="354" y="250"/>
                </a:cubicBezTo>
                <a:cubicBezTo>
                  <a:pt x="354" y="250"/>
                  <a:pt x="353" y="251"/>
                  <a:pt x="353" y="251"/>
                </a:cubicBezTo>
                <a:cubicBezTo>
                  <a:pt x="353" y="251"/>
                  <a:pt x="353" y="251"/>
                  <a:pt x="353" y="251"/>
                </a:cubicBezTo>
                <a:cubicBezTo>
                  <a:pt x="353" y="251"/>
                  <a:pt x="353" y="251"/>
                  <a:pt x="354" y="251"/>
                </a:cubicBezTo>
                <a:cubicBezTo>
                  <a:pt x="354" y="251"/>
                  <a:pt x="354" y="251"/>
                  <a:pt x="354" y="251"/>
                </a:cubicBezTo>
                <a:close/>
                <a:moveTo>
                  <a:pt x="354" y="246"/>
                </a:moveTo>
                <a:cubicBezTo>
                  <a:pt x="354" y="247"/>
                  <a:pt x="355" y="247"/>
                  <a:pt x="355" y="247"/>
                </a:cubicBezTo>
                <a:cubicBezTo>
                  <a:pt x="355" y="247"/>
                  <a:pt x="356" y="247"/>
                  <a:pt x="356" y="246"/>
                </a:cubicBezTo>
                <a:cubicBezTo>
                  <a:pt x="356" y="246"/>
                  <a:pt x="355" y="246"/>
                  <a:pt x="355" y="246"/>
                </a:cubicBezTo>
                <a:cubicBezTo>
                  <a:pt x="355" y="245"/>
                  <a:pt x="356" y="245"/>
                  <a:pt x="356" y="245"/>
                </a:cubicBezTo>
                <a:cubicBezTo>
                  <a:pt x="356" y="245"/>
                  <a:pt x="356" y="245"/>
                  <a:pt x="356" y="245"/>
                </a:cubicBezTo>
                <a:cubicBezTo>
                  <a:pt x="356" y="244"/>
                  <a:pt x="356" y="244"/>
                  <a:pt x="356" y="244"/>
                </a:cubicBezTo>
                <a:cubicBezTo>
                  <a:pt x="356" y="244"/>
                  <a:pt x="356" y="244"/>
                  <a:pt x="356" y="244"/>
                </a:cubicBezTo>
                <a:cubicBezTo>
                  <a:pt x="356" y="243"/>
                  <a:pt x="356" y="243"/>
                  <a:pt x="356" y="243"/>
                </a:cubicBezTo>
                <a:cubicBezTo>
                  <a:pt x="356" y="243"/>
                  <a:pt x="356" y="243"/>
                  <a:pt x="356" y="243"/>
                </a:cubicBezTo>
                <a:cubicBezTo>
                  <a:pt x="356" y="243"/>
                  <a:pt x="356" y="243"/>
                  <a:pt x="356" y="243"/>
                </a:cubicBezTo>
                <a:cubicBezTo>
                  <a:pt x="356" y="243"/>
                  <a:pt x="356" y="242"/>
                  <a:pt x="356" y="242"/>
                </a:cubicBezTo>
                <a:cubicBezTo>
                  <a:pt x="356" y="242"/>
                  <a:pt x="356" y="242"/>
                  <a:pt x="356" y="242"/>
                </a:cubicBezTo>
                <a:cubicBezTo>
                  <a:pt x="356" y="242"/>
                  <a:pt x="356" y="242"/>
                  <a:pt x="356" y="242"/>
                </a:cubicBezTo>
                <a:cubicBezTo>
                  <a:pt x="356" y="243"/>
                  <a:pt x="355" y="243"/>
                  <a:pt x="354" y="243"/>
                </a:cubicBezTo>
                <a:cubicBezTo>
                  <a:pt x="354" y="243"/>
                  <a:pt x="354" y="244"/>
                  <a:pt x="354" y="244"/>
                </a:cubicBezTo>
                <a:cubicBezTo>
                  <a:pt x="355" y="244"/>
                  <a:pt x="354" y="245"/>
                  <a:pt x="354" y="246"/>
                </a:cubicBezTo>
                <a:cubicBezTo>
                  <a:pt x="354" y="246"/>
                  <a:pt x="354" y="246"/>
                  <a:pt x="354" y="246"/>
                </a:cubicBezTo>
                <a:close/>
                <a:moveTo>
                  <a:pt x="370" y="244"/>
                </a:moveTo>
                <a:cubicBezTo>
                  <a:pt x="370" y="243"/>
                  <a:pt x="370" y="243"/>
                  <a:pt x="370" y="243"/>
                </a:cubicBezTo>
                <a:cubicBezTo>
                  <a:pt x="370" y="243"/>
                  <a:pt x="370" y="243"/>
                  <a:pt x="369" y="243"/>
                </a:cubicBezTo>
                <a:cubicBezTo>
                  <a:pt x="369" y="243"/>
                  <a:pt x="369" y="243"/>
                  <a:pt x="369" y="243"/>
                </a:cubicBezTo>
                <a:cubicBezTo>
                  <a:pt x="368" y="243"/>
                  <a:pt x="368" y="243"/>
                  <a:pt x="368" y="243"/>
                </a:cubicBezTo>
                <a:cubicBezTo>
                  <a:pt x="368" y="243"/>
                  <a:pt x="368" y="243"/>
                  <a:pt x="368" y="242"/>
                </a:cubicBezTo>
                <a:cubicBezTo>
                  <a:pt x="368" y="242"/>
                  <a:pt x="368" y="242"/>
                  <a:pt x="367" y="242"/>
                </a:cubicBezTo>
                <a:cubicBezTo>
                  <a:pt x="367" y="242"/>
                  <a:pt x="367" y="242"/>
                  <a:pt x="367" y="242"/>
                </a:cubicBezTo>
                <a:cubicBezTo>
                  <a:pt x="367" y="242"/>
                  <a:pt x="366" y="242"/>
                  <a:pt x="366" y="242"/>
                </a:cubicBezTo>
                <a:cubicBezTo>
                  <a:pt x="366" y="242"/>
                  <a:pt x="366" y="242"/>
                  <a:pt x="366" y="242"/>
                </a:cubicBezTo>
                <a:cubicBezTo>
                  <a:pt x="365" y="242"/>
                  <a:pt x="365" y="242"/>
                  <a:pt x="365" y="243"/>
                </a:cubicBezTo>
                <a:cubicBezTo>
                  <a:pt x="365" y="243"/>
                  <a:pt x="365" y="243"/>
                  <a:pt x="365" y="244"/>
                </a:cubicBezTo>
                <a:cubicBezTo>
                  <a:pt x="365" y="244"/>
                  <a:pt x="365" y="244"/>
                  <a:pt x="365" y="244"/>
                </a:cubicBezTo>
                <a:cubicBezTo>
                  <a:pt x="365" y="244"/>
                  <a:pt x="365" y="244"/>
                  <a:pt x="365" y="244"/>
                </a:cubicBezTo>
                <a:cubicBezTo>
                  <a:pt x="365" y="244"/>
                  <a:pt x="365" y="244"/>
                  <a:pt x="365" y="244"/>
                </a:cubicBezTo>
                <a:cubicBezTo>
                  <a:pt x="365" y="244"/>
                  <a:pt x="366" y="244"/>
                  <a:pt x="366" y="244"/>
                </a:cubicBezTo>
                <a:cubicBezTo>
                  <a:pt x="366" y="244"/>
                  <a:pt x="366" y="244"/>
                  <a:pt x="366" y="244"/>
                </a:cubicBezTo>
                <a:cubicBezTo>
                  <a:pt x="366" y="244"/>
                  <a:pt x="366" y="244"/>
                  <a:pt x="366" y="244"/>
                </a:cubicBezTo>
                <a:cubicBezTo>
                  <a:pt x="366" y="244"/>
                  <a:pt x="366" y="245"/>
                  <a:pt x="366" y="245"/>
                </a:cubicBezTo>
                <a:cubicBezTo>
                  <a:pt x="366" y="245"/>
                  <a:pt x="365" y="245"/>
                  <a:pt x="365" y="245"/>
                </a:cubicBezTo>
                <a:cubicBezTo>
                  <a:pt x="365" y="246"/>
                  <a:pt x="365" y="246"/>
                  <a:pt x="365" y="246"/>
                </a:cubicBezTo>
                <a:cubicBezTo>
                  <a:pt x="365" y="246"/>
                  <a:pt x="366" y="246"/>
                  <a:pt x="366" y="246"/>
                </a:cubicBezTo>
                <a:cubicBezTo>
                  <a:pt x="367" y="246"/>
                  <a:pt x="367" y="245"/>
                  <a:pt x="368" y="245"/>
                </a:cubicBezTo>
                <a:cubicBezTo>
                  <a:pt x="369" y="244"/>
                  <a:pt x="369" y="244"/>
                  <a:pt x="370" y="244"/>
                </a:cubicBezTo>
                <a:cubicBezTo>
                  <a:pt x="370" y="244"/>
                  <a:pt x="370" y="244"/>
                  <a:pt x="370" y="244"/>
                </a:cubicBezTo>
                <a:close/>
                <a:moveTo>
                  <a:pt x="369" y="242"/>
                </a:moveTo>
                <a:cubicBezTo>
                  <a:pt x="369" y="242"/>
                  <a:pt x="369" y="242"/>
                  <a:pt x="369" y="242"/>
                </a:cubicBezTo>
                <a:cubicBezTo>
                  <a:pt x="370" y="242"/>
                  <a:pt x="370" y="242"/>
                  <a:pt x="371" y="241"/>
                </a:cubicBezTo>
                <a:cubicBezTo>
                  <a:pt x="371" y="241"/>
                  <a:pt x="372" y="241"/>
                  <a:pt x="372" y="240"/>
                </a:cubicBezTo>
                <a:cubicBezTo>
                  <a:pt x="372" y="240"/>
                  <a:pt x="372" y="240"/>
                  <a:pt x="372" y="240"/>
                </a:cubicBezTo>
                <a:cubicBezTo>
                  <a:pt x="372" y="240"/>
                  <a:pt x="372" y="240"/>
                  <a:pt x="372" y="240"/>
                </a:cubicBezTo>
                <a:cubicBezTo>
                  <a:pt x="371" y="240"/>
                  <a:pt x="371" y="240"/>
                  <a:pt x="370" y="241"/>
                </a:cubicBezTo>
                <a:cubicBezTo>
                  <a:pt x="370" y="241"/>
                  <a:pt x="369" y="241"/>
                  <a:pt x="369" y="241"/>
                </a:cubicBezTo>
                <a:cubicBezTo>
                  <a:pt x="369" y="241"/>
                  <a:pt x="369" y="241"/>
                  <a:pt x="369" y="241"/>
                </a:cubicBezTo>
                <a:cubicBezTo>
                  <a:pt x="369" y="242"/>
                  <a:pt x="369" y="242"/>
                  <a:pt x="369" y="242"/>
                </a:cubicBezTo>
                <a:close/>
                <a:moveTo>
                  <a:pt x="479" y="303"/>
                </a:moveTo>
                <a:cubicBezTo>
                  <a:pt x="480" y="303"/>
                  <a:pt x="480" y="304"/>
                  <a:pt x="481" y="304"/>
                </a:cubicBezTo>
                <a:cubicBezTo>
                  <a:pt x="480" y="304"/>
                  <a:pt x="480" y="304"/>
                  <a:pt x="479" y="304"/>
                </a:cubicBezTo>
                <a:cubicBezTo>
                  <a:pt x="479" y="304"/>
                  <a:pt x="479" y="304"/>
                  <a:pt x="479" y="304"/>
                </a:cubicBezTo>
                <a:cubicBezTo>
                  <a:pt x="479" y="304"/>
                  <a:pt x="479" y="304"/>
                  <a:pt x="479" y="304"/>
                </a:cubicBezTo>
                <a:cubicBezTo>
                  <a:pt x="480" y="304"/>
                  <a:pt x="480" y="304"/>
                  <a:pt x="480" y="304"/>
                </a:cubicBezTo>
                <a:cubicBezTo>
                  <a:pt x="480" y="305"/>
                  <a:pt x="480" y="305"/>
                  <a:pt x="481" y="305"/>
                </a:cubicBezTo>
                <a:cubicBezTo>
                  <a:pt x="481" y="305"/>
                  <a:pt x="481" y="305"/>
                  <a:pt x="481" y="306"/>
                </a:cubicBezTo>
                <a:cubicBezTo>
                  <a:pt x="481" y="306"/>
                  <a:pt x="481" y="306"/>
                  <a:pt x="481" y="306"/>
                </a:cubicBezTo>
                <a:cubicBezTo>
                  <a:pt x="481" y="306"/>
                  <a:pt x="481" y="307"/>
                  <a:pt x="481" y="307"/>
                </a:cubicBezTo>
                <a:cubicBezTo>
                  <a:pt x="481" y="307"/>
                  <a:pt x="481" y="308"/>
                  <a:pt x="481" y="308"/>
                </a:cubicBezTo>
                <a:cubicBezTo>
                  <a:pt x="481" y="308"/>
                  <a:pt x="481" y="309"/>
                  <a:pt x="481" y="309"/>
                </a:cubicBezTo>
                <a:cubicBezTo>
                  <a:pt x="481" y="310"/>
                  <a:pt x="481" y="310"/>
                  <a:pt x="481" y="311"/>
                </a:cubicBezTo>
                <a:cubicBezTo>
                  <a:pt x="481" y="311"/>
                  <a:pt x="481" y="311"/>
                  <a:pt x="482" y="311"/>
                </a:cubicBezTo>
                <a:cubicBezTo>
                  <a:pt x="482" y="311"/>
                  <a:pt x="482" y="311"/>
                  <a:pt x="483" y="311"/>
                </a:cubicBezTo>
                <a:cubicBezTo>
                  <a:pt x="483" y="311"/>
                  <a:pt x="483" y="311"/>
                  <a:pt x="483" y="311"/>
                </a:cubicBezTo>
                <a:cubicBezTo>
                  <a:pt x="483" y="310"/>
                  <a:pt x="483" y="310"/>
                  <a:pt x="483" y="310"/>
                </a:cubicBezTo>
                <a:cubicBezTo>
                  <a:pt x="484" y="310"/>
                  <a:pt x="484" y="310"/>
                  <a:pt x="484" y="310"/>
                </a:cubicBezTo>
                <a:cubicBezTo>
                  <a:pt x="484" y="310"/>
                  <a:pt x="484" y="311"/>
                  <a:pt x="484" y="311"/>
                </a:cubicBezTo>
                <a:cubicBezTo>
                  <a:pt x="484" y="310"/>
                  <a:pt x="485" y="311"/>
                  <a:pt x="485" y="311"/>
                </a:cubicBezTo>
                <a:cubicBezTo>
                  <a:pt x="485" y="311"/>
                  <a:pt x="486" y="311"/>
                  <a:pt x="486" y="310"/>
                </a:cubicBezTo>
                <a:cubicBezTo>
                  <a:pt x="486" y="310"/>
                  <a:pt x="486" y="310"/>
                  <a:pt x="486" y="310"/>
                </a:cubicBezTo>
                <a:cubicBezTo>
                  <a:pt x="486" y="310"/>
                  <a:pt x="486" y="310"/>
                  <a:pt x="486" y="309"/>
                </a:cubicBezTo>
                <a:cubicBezTo>
                  <a:pt x="486" y="309"/>
                  <a:pt x="486" y="309"/>
                  <a:pt x="486" y="309"/>
                </a:cubicBezTo>
                <a:cubicBezTo>
                  <a:pt x="486" y="309"/>
                  <a:pt x="486" y="309"/>
                  <a:pt x="486" y="308"/>
                </a:cubicBezTo>
                <a:cubicBezTo>
                  <a:pt x="486" y="308"/>
                  <a:pt x="486" y="308"/>
                  <a:pt x="486" y="308"/>
                </a:cubicBezTo>
                <a:cubicBezTo>
                  <a:pt x="486" y="308"/>
                  <a:pt x="485" y="308"/>
                  <a:pt x="485" y="308"/>
                </a:cubicBezTo>
                <a:cubicBezTo>
                  <a:pt x="485" y="308"/>
                  <a:pt x="485" y="308"/>
                  <a:pt x="485" y="308"/>
                </a:cubicBezTo>
                <a:cubicBezTo>
                  <a:pt x="485" y="308"/>
                  <a:pt x="485" y="308"/>
                  <a:pt x="485" y="307"/>
                </a:cubicBezTo>
                <a:cubicBezTo>
                  <a:pt x="485" y="307"/>
                  <a:pt x="485" y="307"/>
                  <a:pt x="485" y="307"/>
                </a:cubicBezTo>
                <a:cubicBezTo>
                  <a:pt x="485" y="307"/>
                  <a:pt x="485" y="306"/>
                  <a:pt x="485" y="306"/>
                </a:cubicBezTo>
                <a:cubicBezTo>
                  <a:pt x="484" y="306"/>
                  <a:pt x="484" y="306"/>
                  <a:pt x="484" y="306"/>
                </a:cubicBezTo>
                <a:cubicBezTo>
                  <a:pt x="484" y="306"/>
                  <a:pt x="484" y="305"/>
                  <a:pt x="484" y="305"/>
                </a:cubicBezTo>
                <a:cubicBezTo>
                  <a:pt x="484" y="305"/>
                  <a:pt x="484" y="305"/>
                  <a:pt x="484" y="305"/>
                </a:cubicBezTo>
                <a:cubicBezTo>
                  <a:pt x="484" y="305"/>
                  <a:pt x="484" y="305"/>
                  <a:pt x="485" y="305"/>
                </a:cubicBezTo>
                <a:cubicBezTo>
                  <a:pt x="485" y="305"/>
                  <a:pt x="485" y="305"/>
                  <a:pt x="485" y="305"/>
                </a:cubicBezTo>
                <a:cubicBezTo>
                  <a:pt x="485" y="306"/>
                  <a:pt x="485" y="306"/>
                  <a:pt x="485" y="307"/>
                </a:cubicBezTo>
                <a:cubicBezTo>
                  <a:pt x="485" y="307"/>
                  <a:pt x="485" y="307"/>
                  <a:pt x="486" y="307"/>
                </a:cubicBezTo>
                <a:cubicBezTo>
                  <a:pt x="486" y="307"/>
                  <a:pt x="486" y="308"/>
                  <a:pt x="487" y="308"/>
                </a:cubicBezTo>
                <a:cubicBezTo>
                  <a:pt x="487" y="308"/>
                  <a:pt x="487" y="308"/>
                  <a:pt x="487" y="308"/>
                </a:cubicBezTo>
                <a:cubicBezTo>
                  <a:pt x="487" y="308"/>
                  <a:pt x="488" y="308"/>
                  <a:pt x="487" y="307"/>
                </a:cubicBezTo>
                <a:cubicBezTo>
                  <a:pt x="487" y="307"/>
                  <a:pt x="487" y="307"/>
                  <a:pt x="487" y="307"/>
                </a:cubicBezTo>
                <a:cubicBezTo>
                  <a:pt x="487" y="307"/>
                  <a:pt x="487" y="307"/>
                  <a:pt x="487" y="306"/>
                </a:cubicBezTo>
                <a:cubicBezTo>
                  <a:pt x="487" y="306"/>
                  <a:pt x="487" y="306"/>
                  <a:pt x="487" y="306"/>
                </a:cubicBezTo>
                <a:cubicBezTo>
                  <a:pt x="488" y="306"/>
                  <a:pt x="488" y="306"/>
                  <a:pt x="488" y="307"/>
                </a:cubicBezTo>
                <a:cubicBezTo>
                  <a:pt x="488" y="307"/>
                  <a:pt x="488" y="308"/>
                  <a:pt x="488" y="308"/>
                </a:cubicBezTo>
                <a:cubicBezTo>
                  <a:pt x="487" y="308"/>
                  <a:pt x="487" y="308"/>
                  <a:pt x="487" y="309"/>
                </a:cubicBezTo>
                <a:cubicBezTo>
                  <a:pt x="487" y="309"/>
                  <a:pt x="487" y="309"/>
                  <a:pt x="487" y="309"/>
                </a:cubicBezTo>
                <a:cubicBezTo>
                  <a:pt x="487" y="309"/>
                  <a:pt x="487" y="309"/>
                  <a:pt x="486" y="309"/>
                </a:cubicBezTo>
                <a:cubicBezTo>
                  <a:pt x="486" y="309"/>
                  <a:pt x="487" y="310"/>
                  <a:pt x="487" y="310"/>
                </a:cubicBezTo>
                <a:cubicBezTo>
                  <a:pt x="487" y="310"/>
                  <a:pt x="487" y="310"/>
                  <a:pt x="487" y="310"/>
                </a:cubicBezTo>
                <a:cubicBezTo>
                  <a:pt x="487" y="309"/>
                  <a:pt x="487" y="309"/>
                  <a:pt x="487" y="309"/>
                </a:cubicBezTo>
                <a:cubicBezTo>
                  <a:pt x="488" y="309"/>
                  <a:pt x="487" y="310"/>
                  <a:pt x="487" y="310"/>
                </a:cubicBezTo>
                <a:cubicBezTo>
                  <a:pt x="488" y="310"/>
                  <a:pt x="488" y="310"/>
                  <a:pt x="488" y="310"/>
                </a:cubicBezTo>
                <a:cubicBezTo>
                  <a:pt x="488" y="310"/>
                  <a:pt x="488" y="310"/>
                  <a:pt x="489" y="310"/>
                </a:cubicBezTo>
                <a:cubicBezTo>
                  <a:pt x="489" y="310"/>
                  <a:pt x="489" y="310"/>
                  <a:pt x="489" y="310"/>
                </a:cubicBezTo>
                <a:cubicBezTo>
                  <a:pt x="490" y="310"/>
                  <a:pt x="489" y="310"/>
                  <a:pt x="489" y="310"/>
                </a:cubicBezTo>
                <a:cubicBezTo>
                  <a:pt x="489" y="309"/>
                  <a:pt x="489" y="309"/>
                  <a:pt x="489" y="309"/>
                </a:cubicBezTo>
                <a:cubicBezTo>
                  <a:pt x="489" y="309"/>
                  <a:pt x="489" y="309"/>
                  <a:pt x="490" y="309"/>
                </a:cubicBezTo>
                <a:cubicBezTo>
                  <a:pt x="490" y="309"/>
                  <a:pt x="490" y="310"/>
                  <a:pt x="490" y="310"/>
                </a:cubicBezTo>
                <a:cubicBezTo>
                  <a:pt x="490" y="309"/>
                  <a:pt x="491" y="309"/>
                  <a:pt x="491" y="309"/>
                </a:cubicBezTo>
                <a:cubicBezTo>
                  <a:pt x="491" y="309"/>
                  <a:pt x="491" y="309"/>
                  <a:pt x="491" y="308"/>
                </a:cubicBezTo>
                <a:cubicBezTo>
                  <a:pt x="491" y="308"/>
                  <a:pt x="490" y="308"/>
                  <a:pt x="490" y="308"/>
                </a:cubicBezTo>
                <a:cubicBezTo>
                  <a:pt x="490" y="307"/>
                  <a:pt x="490" y="307"/>
                  <a:pt x="490" y="307"/>
                </a:cubicBezTo>
                <a:cubicBezTo>
                  <a:pt x="490" y="307"/>
                  <a:pt x="489" y="307"/>
                  <a:pt x="489" y="306"/>
                </a:cubicBezTo>
                <a:cubicBezTo>
                  <a:pt x="489" y="306"/>
                  <a:pt x="489" y="305"/>
                  <a:pt x="488" y="305"/>
                </a:cubicBezTo>
                <a:cubicBezTo>
                  <a:pt x="487" y="305"/>
                  <a:pt x="487" y="305"/>
                  <a:pt x="487" y="306"/>
                </a:cubicBezTo>
                <a:cubicBezTo>
                  <a:pt x="487" y="306"/>
                  <a:pt x="487" y="305"/>
                  <a:pt x="487" y="305"/>
                </a:cubicBezTo>
                <a:cubicBezTo>
                  <a:pt x="487" y="305"/>
                  <a:pt x="487" y="305"/>
                  <a:pt x="487" y="305"/>
                </a:cubicBezTo>
                <a:cubicBezTo>
                  <a:pt x="488" y="305"/>
                  <a:pt x="487" y="304"/>
                  <a:pt x="487" y="304"/>
                </a:cubicBezTo>
                <a:cubicBezTo>
                  <a:pt x="487" y="304"/>
                  <a:pt x="487" y="304"/>
                  <a:pt x="487" y="303"/>
                </a:cubicBezTo>
                <a:cubicBezTo>
                  <a:pt x="487" y="303"/>
                  <a:pt x="487" y="303"/>
                  <a:pt x="487" y="303"/>
                </a:cubicBezTo>
                <a:cubicBezTo>
                  <a:pt x="487" y="303"/>
                  <a:pt x="486" y="302"/>
                  <a:pt x="486" y="302"/>
                </a:cubicBezTo>
                <a:cubicBezTo>
                  <a:pt x="486" y="302"/>
                  <a:pt x="486" y="302"/>
                  <a:pt x="486" y="302"/>
                </a:cubicBezTo>
                <a:cubicBezTo>
                  <a:pt x="486" y="302"/>
                  <a:pt x="485" y="302"/>
                  <a:pt x="485" y="302"/>
                </a:cubicBezTo>
                <a:cubicBezTo>
                  <a:pt x="484" y="302"/>
                  <a:pt x="484" y="302"/>
                  <a:pt x="484" y="302"/>
                </a:cubicBezTo>
                <a:cubicBezTo>
                  <a:pt x="485" y="303"/>
                  <a:pt x="485" y="303"/>
                  <a:pt x="484" y="303"/>
                </a:cubicBezTo>
                <a:cubicBezTo>
                  <a:pt x="484" y="303"/>
                  <a:pt x="484" y="302"/>
                  <a:pt x="483" y="302"/>
                </a:cubicBezTo>
                <a:cubicBezTo>
                  <a:pt x="483" y="302"/>
                  <a:pt x="483" y="302"/>
                  <a:pt x="483" y="302"/>
                </a:cubicBezTo>
                <a:cubicBezTo>
                  <a:pt x="483" y="302"/>
                  <a:pt x="483" y="301"/>
                  <a:pt x="482" y="301"/>
                </a:cubicBezTo>
                <a:cubicBezTo>
                  <a:pt x="482" y="301"/>
                  <a:pt x="481" y="301"/>
                  <a:pt x="481" y="301"/>
                </a:cubicBezTo>
                <a:cubicBezTo>
                  <a:pt x="481" y="301"/>
                  <a:pt x="480" y="301"/>
                  <a:pt x="480" y="301"/>
                </a:cubicBezTo>
                <a:cubicBezTo>
                  <a:pt x="479" y="301"/>
                  <a:pt x="479" y="301"/>
                  <a:pt x="478" y="301"/>
                </a:cubicBezTo>
                <a:cubicBezTo>
                  <a:pt x="478" y="301"/>
                  <a:pt x="478" y="301"/>
                  <a:pt x="478" y="302"/>
                </a:cubicBezTo>
                <a:cubicBezTo>
                  <a:pt x="479" y="302"/>
                  <a:pt x="479" y="303"/>
                  <a:pt x="479" y="303"/>
                </a:cubicBezTo>
                <a:close/>
                <a:moveTo>
                  <a:pt x="479" y="312"/>
                </a:moveTo>
                <a:cubicBezTo>
                  <a:pt x="479" y="312"/>
                  <a:pt x="479" y="312"/>
                  <a:pt x="479" y="312"/>
                </a:cubicBezTo>
                <a:cubicBezTo>
                  <a:pt x="479" y="312"/>
                  <a:pt x="479" y="311"/>
                  <a:pt x="479" y="311"/>
                </a:cubicBezTo>
                <a:cubicBezTo>
                  <a:pt x="479" y="311"/>
                  <a:pt x="479" y="311"/>
                  <a:pt x="479" y="311"/>
                </a:cubicBezTo>
                <a:cubicBezTo>
                  <a:pt x="479" y="311"/>
                  <a:pt x="479" y="311"/>
                  <a:pt x="479" y="311"/>
                </a:cubicBezTo>
                <a:cubicBezTo>
                  <a:pt x="480" y="311"/>
                  <a:pt x="479" y="311"/>
                  <a:pt x="479" y="311"/>
                </a:cubicBezTo>
                <a:cubicBezTo>
                  <a:pt x="479" y="310"/>
                  <a:pt x="479" y="310"/>
                  <a:pt x="479" y="310"/>
                </a:cubicBezTo>
                <a:cubicBezTo>
                  <a:pt x="479" y="310"/>
                  <a:pt x="479" y="310"/>
                  <a:pt x="479" y="310"/>
                </a:cubicBezTo>
                <a:cubicBezTo>
                  <a:pt x="479" y="310"/>
                  <a:pt x="479" y="310"/>
                  <a:pt x="479" y="309"/>
                </a:cubicBezTo>
                <a:cubicBezTo>
                  <a:pt x="479" y="309"/>
                  <a:pt x="479" y="309"/>
                  <a:pt x="479" y="309"/>
                </a:cubicBezTo>
                <a:cubicBezTo>
                  <a:pt x="479" y="309"/>
                  <a:pt x="479" y="309"/>
                  <a:pt x="479" y="308"/>
                </a:cubicBezTo>
                <a:cubicBezTo>
                  <a:pt x="479" y="308"/>
                  <a:pt x="480" y="308"/>
                  <a:pt x="480" y="309"/>
                </a:cubicBezTo>
                <a:cubicBezTo>
                  <a:pt x="480" y="309"/>
                  <a:pt x="480" y="309"/>
                  <a:pt x="480" y="309"/>
                </a:cubicBezTo>
                <a:cubicBezTo>
                  <a:pt x="481" y="309"/>
                  <a:pt x="481" y="309"/>
                  <a:pt x="481" y="308"/>
                </a:cubicBezTo>
                <a:cubicBezTo>
                  <a:pt x="481" y="308"/>
                  <a:pt x="481" y="307"/>
                  <a:pt x="480" y="307"/>
                </a:cubicBezTo>
                <a:cubicBezTo>
                  <a:pt x="480" y="307"/>
                  <a:pt x="480" y="307"/>
                  <a:pt x="480" y="307"/>
                </a:cubicBezTo>
                <a:cubicBezTo>
                  <a:pt x="480" y="307"/>
                  <a:pt x="480" y="306"/>
                  <a:pt x="480" y="306"/>
                </a:cubicBezTo>
                <a:cubicBezTo>
                  <a:pt x="481" y="306"/>
                  <a:pt x="481" y="306"/>
                  <a:pt x="480" y="306"/>
                </a:cubicBezTo>
                <a:cubicBezTo>
                  <a:pt x="480" y="306"/>
                  <a:pt x="480" y="306"/>
                  <a:pt x="480" y="306"/>
                </a:cubicBezTo>
                <a:cubicBezTo>
                  <a:pt x="480" y="305"/>
                  <a:pt x="480" y="305"/>
                  <a:pt x="479" y="305"/>
                </a:cubicBezTo>
                <a:cubicBezTo>
                  <a:pt x="479" y="305"/>
                  <a:pt x="479" y="306"/>
                  <a:pt x="479" y="306"/>
                </a:cubicBezTo>
                <a:cubicBezTo>
                  <a:pt x="479" y="306"/>
                  <a:pt x="479" y="307"/>
                  <a:pt x="479" y="307"/>
                </a:cubicBezTo>
                <a:cubicBezTo>
                  <a:pt x="479" y="307"/>
                  <a:pt x="479" y="307"/>
                  <a:pt x="479" y="307"/>
                </a:cubicBezTo>
                <a:cubicBezTo>
                  <a:pt x="479" y="307"/>
                  <a:pt x="479" y="307"/>
                  <a:pt x="479" y="308"/>
                </a:cubicBezTo>
                <a:cubicBezTo>
                  <a:pt x="478" y="308"/>
                  <a:pt x="478" y="308"/>
                  <a:pt x="478" y="308"/>
                </a:cubicBezTo>
                <a:cubicBezTo>
                  <a:pt x="478" y="308"/>
                  <a:pt x="478" y="308"/>
                  <a:pt x="478" y="308"/>
                </a:cubicBezTo>
                <a:cubicBezTo>
                  <a:pt x="478" y="308"/>
                  <a:pt x="479" y="306"/>
                  <a:pt x="479" y="306"/>
                </a:cubicBezTo>
                <a:cubicBezTo>
                  <a:pt x="479" y="306"/>
                  <a:pt x="478" y="305"/>
                  <a:pt x="478" y="305"/>
                </a:cubicBezTo>
                <a:cubicBezTo>
                  <a:pt x="478" y="305"/>
                  <a:pt x="478" y="305"/>
                  <a:pt x="478" y="305"/>
                </a:cubicBezTo>
                <a:cubicBezTo>
                  <a:pt x="478" y="305"/>
                  <a:pt x="478" y="304"/>
                  <a:pt x="478" y="304"/>
                </a:cubicBezTo>
                <a:cubicBezTo>
                  <a:pt x="478" y="304"/>
                  <a:pt x="478" y="304"/>
                  <a:pt x="478" y="304"/>
                </a:cubicBezTo>
                <a:cubicBezTo>
                  <a:pt x="477" y="304"/>
                  <a:pt x="477" y="304"/>
                  <a:pt x="477" y="303"/>
                </a:cubicBezTo>
                <a:cubicBezTo>
                  <a:pt x="477" y="303"/>
                  <a:pt x="476" y="303"/>
                  <a:pt x="476" y="303"/>
                </a:cubicBezTo>
                <a:cubicBezTo>
                  <a:pt x="476" y="304"/>
                  <a:pt x="477" y="304"/>
                  <a:pt x="477" y="305"/>
                </a:cubicBezTo>
                <a:cubicBezTo>
                  <a:pt x="477" y="305"/>
                  <a:pt x="476" y="304"/>
                  <a:pt x="476" y="304"/>
                </a:cubicBezTo>
                <a:cubicBezTo>
                  <a:pt x="476" y="304"/>
                  <a:pt x="476" y="304"/>
                  <a:pt x="475" y="304"/>
                </a:cubicBezTo>
                <a:cubicBezTo>
                  <a:pt x="475" y="304"/>
                  <a:pt x="475" y="304"/>
                  <a:pt x="475" y="305"/>
                </a:cubicBezTo>
                <a:cubicBezTo>
                  <a:pt x="476" y="305"/>
                  <a:pt x="476" y="305"/>
                  <a:pt x="476" y="305"/>
                </a:cubicBezTo>
                <a:cubicBezTo>
                  <a:pt x="476" y="305"/>
                  <a:pt x="475" y="305"/>
                  <a:pt x="475" y="305"/>
                </a:cubicBezTo>
                <a:cubicBezTo>
                  <a:pt x="475" y="305"/>
                  <a:pt x="475" y="305"/>
                  <a:pt x="475" y="305"/>
                </a:cubicBezTo>
                <a:cubicBezTo>
                  <a:pt x="475" y="305"/>
                  <a:pt x="475" y="305"/>
                  <a:pt x="475" y="305"/>
                </a:cubicBezTo>
                <a:cubicBezTo>
                  <a:pt x="475" y="305"/>
                  <a:pt x="475" y="305"/>
                  <a:pt x="475" y="305"/>
                </a:cubicBezTo>
                <a:cubicBezTo>
                  <a:pt x="475" y="304"/>
                  <a:pt x="475" y="304"/>
                  <a:pt x="475" y="304"/>
                </a:cubicBezTo>
                <a:cubicBezTo>
                  <a:pt x="474" y="304"/>
                  <a:pt x="474" y="305"/>
                  <a:pt x="474" y="305"/>
                </a:cubicBezTo>
                <a:cubicBezTo>
                  <a:pt x="474" y="305"/>
                  <a:pt x="474" y="305"/>
                  <a:pt x="475" y="305"/>
                </a:cubicBezTo>
                <a:cubicBezTo>
                  <a:pt x="475" y="305"/>
                  <a:pt x="475" y="305"/>
                  <a:pt x="475" y="305"/>
                </a:cubicBezTo>
                <a:cubicBezTo>
                  <a:pt x="475" y="306"/>
                  <a:pt x="475" y="306"/>
                  <a:pt x="475" y="307"/>
                </a:cubicBezTo>
                <a:cubicBezTo>
                  <a:pt x="475" y="307"/>
                  <a:pt x="475" y="307"/>
                  <a:pt x="475" y="307"/>
                </a:cubicBezTo>
                <a:cubicBezTo>
                  <a:pt x="475" y="308"/>
                  <a:pt x="476" y="308"/>
                  <a:pt x="476" y="307"/>
                </a:cubicBezTo>
                <a:cubicBezTo>
                  <a:pt x="476" y="307"/>
                  <a:pt x="476" y="307"/>
                  <a:pt x="476" y="307"/>
                </a:cubicBezTo>
                <a:cubicBezTo>
                  <a:pt x="476" y="307"/>
                  <a:pt x="476" y="308"/>
                  <a:pt x="476" y="308"/>
                </a:cubicBezTo>
                <a:cubicBezTo>
                  <a:pt x="476" y="308"/>
                  <a:pt x="476" y="308"/>
                  <a:pt x="476" y="308"/>
                </a:cubicBezTo>
                <a:cubicBezTo>
                  <a:pt x="476" y="308"/>
                  <a:pt x="476" y="308"/>
                  <a:pt x="476" y="308"/>
                </a:cubicBezTo>
                <a:cubicBezTo>
                  <a:pt x="476" y="308"/>
                  <a:pt x="476" y="308"/>
                  <a:pt x="476" y="308"/>
                </a:cubicBezTo>
                <a:cubicBezTo>
                  <a:pt x="477" y="308"/>
                  <a:pt x="476" y="308"/>
                  <a:pt x="476" y="308"/>
                </a:cubicBezTo>
                <a:cubicBezTo>
                  <a:pt x="476" y="309"/>
                  <a:pt x="476" y="309"/>
                  <a:pt x="475" y="309"/>
                </a:cubicBezTo>
                <a:cubicBezTo>
                  <a:pt x="476" y="309"/>
                  <a:pt x="476" y="309"/>
                  <a:pt x="476" y="310"/>
                </a:cubicBezTo>
                <a:cubicBezTo>
                  <a:pt x="476" y="310"/>
                  <a:pt x="476" y="310"/>
                  <a:pt x="476" y="310"/>
                </a:cubicBezTo>
                <a:cubicBezTo>
                  <a:pt x="477" y="310"/>
                  <a:pt x="477" y="310"/>
                  <a:pt x="477" y="310"/>
                </a:cubicBezTo>
                <a:cubicBezTo>
                  <a:pt x="477" y="310"/>
                  <a:pt x="477" y="310"/>
                  <a:pt x="477" y="310"/>
                </a:cubicBezTo>
                <a:cubicBezTo>
                  <a:pt x="477" y="310"/>
                  <a:pt x="477" y="309"/>
                  <a:pt x="477" y="309"/>
                </a:cubicBezTo>
                <a:cubicBezTo>
                  <a:pt x="478" y="309"/>
                  <a:pt x="478" y="310"/>
                  <a:pt x="478" y="310"/>
                </a:cubicBezTo>
                <a:cubicBezTo>
                  <a:pt x="478" y="310"/>
                  <a:pt x="478" y="310"/>
                  <a:pt x="478" y="311"/>
                </a:cubicBezTo>
                <a:cubicBezTo>
                  <a:pt x="477" y="311"/>
                  <a:pt x="478" y="311"/>
                  <a:pt x="478" y="311"/>
                </a:cubicBezTo>
                <a:cubicBezTo>
                  <a:pt x="478" y="311"/>
                  <a:pt x="478" y="312"/>
                  <a:pt x="478" y="312"/>
                </a:cubicBezTo>
                <a:cubicBezTo>
                  <a:pt x="477" y="312"/>
                  <a:pt x="477" y="311"/>
                  <a:pt x="477" y="312"/>
                </a:cubicBezTo>
                <a:cubicBezTo>
                  <a:pt x="477" y="311"/>
                  <a:pt x="476" y="311"/>
                  <a:pt x="476" y="311"/>
                </a:cubicBezTo>
                <a:cubicBezTo>
                  <a:pt x="476" y="312"/>
                  <a:pt x="476" y="312"/>
                  <a:pt x="476" y="312"/>
                </a:cubicBezTo>
                <a:cubicBezTo>
                  <a:pt x="476" y="312"/>
                  <a:pt x="475" y="313"/>
                  <a:pt x="476" y="313"/>
                </a:cubicBezTo>
                <a:cubicBezTo>
                  <a:pt x="476" y="313"/>
                  <a:pt x="476" y="313"/>
                  <a:pt x="476" y="313"/>
                </a:cubicBezTo>
                <a:cubicBezTo>
                  <a:pt x="476" y="313"/>
                  <a:pt x="475" y="313"/>
                  <a:pt x="476" y="314"/>
                </a:cubicBezTo>
                <a:cubicBezTo>
                  <a:pt x="476" y="314"/>
                  <a:pt x="476" y="314"/>
                  <a:pt x="476" y="313"/>
                </a:cubicBezTo>
                <a:cubicBezTo>
                  <a:pt x="476" y="313"/>
                  <a:pt x="476" y="313"/>
                  <a:pt x="477" y="313"/>
                </a:cubicBezTo>
                <a:cubicBezTo>
                  <a:pt x="477" y="313"/>
                  <a:pt x="477" y="313"/>
                  <a:pt x="477" y="313"/>
                </a:cubicBezTo>
                <a:cubicBezTo>
                  <a:pt x="476" y="314"/>
                  <a:pt x="475" y="314"/>
                  <a:pt x="476" y="315"/>
                </a:cubicBezTo>
                <a:cubicBezTo>
                  <a:pt x="476" y="315"/>
                  <a:pt x="476" y="315"/>
                  <a:pt x="476" y="315"/>
                </a:cubicBezTo>
                <a:cubicBezTo>
                  <a:pt x="476" y="315"/>
                  <a:pt x="476" y="315"/>
                  <a:pt x="476" y="316"/>
                </a:cubicBezTo>
                <a:cubicBezTo>
                  <a:pt x="476" y="316"/>
                  <a:pt x="476" y="316"/>
                  <a:pt x="476" y="316"/>
                </a:cubicBezTo>
                <a:cubicBezTo>
                  <a:pt x="476" y="316"/>
                  <a:pt x="476" y="316"/>
                  <a:pt x="476" y="316"/>
                </a:cubicBezTo>
                <a:cubicBezTo>
                  <a:pt x="476" y="317"/>
                  <a:pt x="476" y="317"/>
                  <a:pt x="476" y="317"/>
                </a:cubicBezTo>
                <a:cubicBezTo>
                  <a:pt x="476" y="317"/>
                  <a:pt x="477" y="317"/>
                  <a:pt x="477" y="318"/>
                </a:cubicBezTo>
                <a:cubicBezTo>
                  <a:pt x="477" y="318"/>
                  <a:pt x="477" y="318"/>
                  <a:pt x="477" y="318"/>
                </a:cubicBezTo>
                <a:cubicBezTo>
                  <a:pt x="477" y="318"/>
                  <a:pt x="477" y="318"/>
                  <a:pt x="477" y="318"/>
                </a:cubicBezTo>
                <a:cubicBezTo>
                  <a:pt x="477" y="317"/>
                  <a:pt x="477" y="317"/>
                  <a:pt x="477" y="317"/>
                </a:cubicBezTo>
                <a:cubicBezTo>
                  <a:pt x="477" y="316"/>
                  <a:pt x="477" y="316"/>
                  <a:pt x="477" y="316"/>
                </a:cubicBezTo>
                <a:cubicBezTo>
                  <a:pt x="477" y="316"/>
                  <a:pt x="477" y="316"/>
                  <a:pt x="477" y="316"/>
                </a:cubicBezTo>
                <a:cubicBezTo>
                  <a:pt x="477" y="315"/>
                  <a:pt x="477" y="315"/>
                  <a:pt x="477" y="315"/>
                </a:cubicBezTo>
                <a:cubicBezTo>
                  <a:pt x="477" y="315"/>
                  <a:pt x="477" y="315"/>
                  <a:pt x="477" y="315"/>
                </a:cubicBezTo>
                <a:cubicBezTo>
                  <a:pt x="477" y="315"/>
                  <a:pt x="477" y="315"/>
                  <a:pt x="477" y="314"/>
                </a:cubicBezTo>
                <a:cubicBezTo>
                  <a:pt x="478" y="314"/>
                  <a:pt x="478" y="314"/>
                  <a:pt x="477" y="314"/>
                </a:cubicBezTo>
                <a:cubicBezTo>
                  <a:pt x="477" y="313"/>
                  <a:pt x="477" y="313"/>
                  <a:pt x="478" y="313"/>
                </a:cubicBezTo>
                <a:cubicBezTo>
                  <a:pt x="478" y="313"/>
                  <a:pt x="478" y="313"/>
                  <a:pt x="478" y="314"/>
                </a:cubicBezTo>
                <a:cubicBezTo>
                  <a:pt x="478" y="314"/>
                  <a:pt x="478" y="314"/>
                  <a:pt x="478" y="314"/>
                </a:cubicBezTo>
                <a:cubicBezTo>
                  <a:pt x="478" y="315"/>
                  <a:pt x="478" y="315"/>
                  <a:pt x="478" y="316"/>
                </a:cubicBezTo>
                <a:cubicBezTo>
                  <a:pt x="478" y="316"/>
                  <a:pt x="478" y="317"/>
                  <a:pt x="478" y="317"/>
                </a:cubicBezTo>
                <a:cubicBezTo>
                  <a:pt x="478" y="317"/>
                  <a:pt x="479" y="317"/>
                  <a:pt x="479" y="316"/>
                </a:cubicBezTo>
                <a:cubicBezTo>
                  <a:pt x="479" y="316"/>
                  <a:pt x="479" y="316"/>
                  <a:pt x="479" y="315"/>
                </a:cubicBezTo>
                <a:cubicBezTo>
                  <a:pt x="479" y="315"/>
                  <a:pt x="479" y="315"/>
                  <a:pt x="479" y="315"/>
                </a:cubicBezTo>
                <a:cubicBezTo>
                  <a:pt x="479" y="315"/>
                  <a:pt x="479" y="315"/>
                  <a:pt x="479" y="314"/>
                </a:cubicBezTo>
                <a:cubicBezTo>
                  <a:pt x="479" y="314"/>
                  <a:pt x="479" y="314"/>
                  <a:pt x="479" y="314"/>
                </a:cubicBezTo>
                <a:cubicBezTo>
                  <a:pt x="478" y="314"/>
                  <a:pt x="478" y="314"/>
                  <a:pt x="478" y="314"/>
                </a:cubicBezTo>
                <a:cubicBezTo>
                  <a:pt x="478" y="314"/>
                  <a:pt x="478" y="314"/>
                  <a:pt x="478" y="313"/>
                </a:cubicBezTo>
                <a:cubicBezTo>
                  <a:pt x="478" y="313"/>
                  <a:pt x="478" y="313"/>
                  <a:pt x="478" y="313"/>
                </a:cubicBezTo>
                <a:cubicBezTo>
                  <a:pt x="478" y="313"/>
                  <a:pt x="478" y="313"/>
                  <a:pt x="478" y="313"/>
                </a:cubicBezTo>
                <a:cubicBezTo>
                  <a:pt x="479" y="313"/>
                  <a:pt x="479" y="313"/>
                  <a:pt x="479" y="313"/>
                </a:cubicBezTo>
                <a:cubicBezTo>
                  <a:pt x="479" y="313"/>
                  <a:pt x="479" y="313"/>
                  <a:pt x="479" y="314"/>
                </a:cubicBezTo>
                <a:cubicBezTo>
                  <a:pt x="479" y="314"/>
                  <a:pt x="479" y="313"/>
                  <a:pt x="479" y="313"/>
                </a:cubicBezTo>
                <a:cubicBezTo>
                  <a:pt x="480" y="313"/>
                  <a:pt x="480" y="313"/>
                  <a:pt x="479" y="312"/>
                </a:cubicBezTo>
                <a:close/>
                <a:moveTo>
                  <a:pt x="490" y="338"/>
                </a:moveTo>
                <a:cubicBezTo>
                  <a:pt x="490" y="338"/>
                  <a:pt x="490" y="338"/>
                  <a:pt x="489" y="338"/>
                </a:cubicBezTo>
                <a:cubicBezTo>
                  <a:pt x="489" y="338"/>
                  <a:pt x="489" y="338"/>
                  <a:pt x="489" y="338"/>
                </a:cubicBezTo>
                <a:cubicBezTo>
                  <a:pt x="490" y="337"/>
                  <a:pt x="489" y="337"/>
                  <a:pt x="489" y="337"/>
                </a:cubicBezTo>
                <a:cubicBezTo>
                  <a:pt x="489" y="336"/>
                  <a:pt x="489" y="336"/>
                  <a:pt x="489" y="336"/>
                </a:cubicBezTo>
                <a:cubicBezTo>
                  <a:pt x="489" y="336"/>
                  <a:pt x="488" y="335"/>
                  <a:pt x="488" y="335"/>
                </a:cubicBezTo>
                <a:cubicBezTo>
                  <a:pt x="488" y="335"/>
                  <a:pt x="488" y="335"/>
                  <a:pt x="487" y="335"/>
                </a:cubicBezTo>
                <a:cubicBezTo>
                  <a:pt x="487" y="335"/>
                  <a:pt x="487" y="334"/>
                  <a:pt x="487" y="334"/>
                </a:cubicBezTo>
                <a:cubicBezTo>
                  <a:pt x="488" y="334"/>
                  <a:pt x="488" y="334"/>
                  <a:pt x="487" y="334"/>
                </a:cubicBezTo>
                <a:cubicBezTo>
                  <a:pt x="487" y="333"/>
                  <a:pt x="487" y="333"/>
                  <a:pt x="486" y="333"/>
                </a:cubicBezTo>
                <a:cubicBezTo>
                  <a:pt x="487" y="333"/>
                  <a:pt x="487" y="333"/>
                  <a:pt x="487" y="333"/>
                </a:cubicBezTo>
                <a:cubicBezTo>
                  <a:pt x="487" y="333"/>
                  <a:pt x="487" y="333"/>
                  <a:pt x="487" y="333"/>
                </a:cubicBezTo>
                <a:cubicBezTo>
                  <a:pt x="486" y="333"/>
                  <a:pt x="486" y="333"/>
                  <a:pt x="486" y="332"/>
                </a:cubicBezTo>
                <a:cubicBezTo>
                  <a:pt x="486" y="332"/>
                  <a:pt x="486" y="332"/>
                  <a:pt x="487" y="332"/>
                </a:cubicBezTo>
                <a:cubicBezTo>
                  <a:pt x="487" y="332"/>
                  <a:pt x="487" y="332"/>
                  <a:pt x="487" y="332"/>
                </a:cubicBezTo>
                <a:cubicBezTo>
                  <a:pt x="487" y="332"/>
                  <a:pt x="487" y="332"/>
                  <a:pt x="487" y="332"/>
                </a:cubicBezTo>
                <a:cubicBezTo>
                  <a:pt x="487" y="332"/>
                  <a:pt x="487" y="332"/>
                  <a:pt x="487" y="332"/>
                </a:cubicBezTo>
                <a:cubicBezTo>
                  <a:pt x="486" y="332"/>
                  <a:pt x="486" y="331"/>
                  <a:pt x="486" y="331"/>
                </a:cubicBezTo>
                <a:cubicBezTo>
                  <a:pt x="486" y="331"/>
                  <a:pt x="486" y="331"/>
                  <a:pt x="486" y="331"/>
                </a:cubicBezTo>
                <a:cubicBezTo>
                  <a:pt x="486" y="331"/>
                  <a:pt x="486" y="331"/>
                  <a:pt x="486" y="330"/>
                </a:cubicBezTo>
                <a:cubicBezTo>
                  <a:pt x="486" y="330"/>
                  <a:pt x="486" y="330"/>
                  <a:pt x="486" y="330"/>
                </a:cubicBezTo>
                <a:cubicBezTo>
                  <a:pt x="486" y="330"/>
                  <a:pt x="485" y="330"/>
                  <a:pt x="485" y="330"/>
                </a:cubicBezTo>
                <a:cubicBezTo>
                  <a:pt x="485" y="330"/>
                  <a:pt x="485" y="330"/>
                  <a:pt x="485" y="331"/>
                </a:cubicBezTo>
                <a:cubicBezTo>
                  <a:pt x="485" y="331"/>
                  <a:pt x="485" y="331"/>
                  <a:pt x="485" y="331"/>
                </a:cubicBezTo>
                <a:cubicBezTo>
                  <a:pt x="485" y="331"/>
                  <a:pt x="485" y="332"/>
                  <a:pt x="485" y="332"/>
                </a:cubicBezTo>
                <a:cubicBezTo>
                  <a:pt x="485" y="332"/>
                  <a:pt x="485" y="332"/>
                  <a:pt x="486" y="332"/>
                </a:cubicBezTo>
                <a:cubicBezTo>
                  <a:pt x="485" y="332"/>
                  <a:pt x="485" y="332"/>
                  <a:pt x="485" y="332"/>
                </a:cubicBezTo>
                <a:cubicBezTo>
                  <a:pt x="485" y="333"/>
                  <a:pt x="485" y="333"/>
                  <a:pt x="485" y="333"/>
                </a:cubicBezTo>
                <a:cubicBezTo>
                  <a:pt x="485" y="333"/>
                  <a:pt x="486" y="333"/>
                  <a:pt x="485" y="333"/>
                </a:cubicBezTo>
                <a:cubicBezTo>
                  <a:pt x="485" y="333"/>
                  <a:pt x="485" y="333"/>
                  <a:pt x="485" y="333"/>
                </a:cubicBezTo>
                <a:cubicBezTo>
                  <a:pt x="486" y="334"/>
                  <a:pt x="486" y="334"/>
                  <a:pt x="486" y="334"/>
                </a:cubicBezTo>
                <a:cubicBezTo>
                  <a:pt x="486" y="335"/>
                  <a:pt x="486" y="335"/>
                  <a:pt x="486" y="335"/>
                </a:cubicBezTo>
                <a:cubicBezTo>
                  <a:pt x="486" y="335"/>
                  <a:pt x="487" y="335"/>
                  <a:pt x="487" y="335"/>
                </a:cubicBezTo>
                <a:cubicBezTo>
                  <a:pt x="486" y="335"/>
                  <a:pt x="486" y="335"/>
                  <a:pt x="486" y="335"/>
                </a:cubicBezTo>
                <a:cubicBezTo>
                  <a:pt x="486" y="335"/>
                  <a:pt x="486" y="335"/>
                  <a:pt x="487" y="335"/>
                </a:cubicBezTo>
                <a:cubicBezTo>
                  <a:pt x="487" y="335"/>
                  <a:pt x="486" y="335"/>
                  <a:pt x="487" y="335"/>
                </a:cubicBezTo>
                <a:cubicBezTo>
                  <a:pt x="487" y="336"/>
                  <a:pt x="487" y="336"/>
                  <a:pt x="487" y="336"/>
                </a:cubicBezTo>
                <a:cubicBezTo>
                  <a:pt x="487" y="336"/>
                  <a:pt x="487" y="337"/>
                  <a:pt x="487" y="336"/>
                </a:cubicBezTo>
                <a:cubicBezTo>
                  <a:pt x="488" y="336"/>
                  <a:pt x="488" y="336"/>
                  <a:pt x="488" y="336"/>
                </a:cubicBezTo>
                <a:cubicBezTo>
                  <a:pt x="488" y="337"/>
                  <a:pt x="487" y="337"/>
                  <a:pt x="487" y="337"/>
                </a:cubicBezTo>
                <a:cubicBezTo>
                  <a:pt x="488" y="337"/>
                  <a:pt x="488" y="337"/>
                  <a:pt x="488" y="338"/>
                </a:cubicBezTo>
                <a:cubicBezTo>
                  <a:pt x="488" y="338"/>
                  <a:pt x="488" y="338"/>
                  <a:pt x="489" y="338"/>
                </a:cubicBezTo>
                <a:cubicBezTo>
                  <a:pt x="488" y="338"/>
                  <a:pt x="488" y="338"/>
                  <a:pt x="488" y="338"/>
                </a:cubicBezTo>
                <a:cubicBezTo>
                  <a:pt x="488" y="338"/>
                  <a:pt x="488" y="339"/>
                  <a:pt x="489" y="338"/>
                </a:cubicBezTo>
                <a:cubicBezTo>
                  <a:pt x="489" y="338"/>
                  <a:pt x="489" y="338"/>
                  <a:pt x="489" y="338"/>
                </a:cubicBezTo>
                <a:cubicBezTo>
                  <a:pt x="489" y="339"/>
                  <a:pt x="489" y="339"/>
                  <a:pt x="490" y="339"/>
                </a:cubicBezTo>
                <a:cubicBezTo>
                  <a:pt x="490" y="339"/>
                  <a:pt x="489" y="339"/>
                  <a:pt x="490" y="338"/>
                </a:cubicBezTo>
                <a:close/>
                <a:moveTo>
                  <a:pt x="489" y="314"/>
                </a:moveTo>
                <a:cubicBezTo>
                  <a:pt x="489" y="314"/>
                  <a:pt x="489" y="314"/>
                  <a:pt x="489" y="314"/>
                </a:cubicBezTo>
                <a:cubicBezTo>
                  <a:pt x="490" y="314"/>
                  <a:pt x="490" y="314"/>
                  <a:pt x="490" y="313"/>
                </a:cubicBezTo>
                <a:cubicBezTo>
                  <a:pt x="490" y="313"/>
                  <a:pt x="490" y="312"/>
                  <a:pt x="490" y="312"/>
                </a:cubicBezTo>
                <a:cubicBezTo>
                  <a:pt x="491" y="312"/>
                  <a:pt x="490" y="312"/>
                  <a:pt x="490" y="311"/>
                </a:cubicBezTo>
                <a:cubicBezTo>
                  <a:pt x="490" y="311"/>
                  <a:pt x="490" y="311"/>
                  <a:pt x="489" y="311"/>
                </a:cubicBezTo>
                <a:cubicBezTo>
                  <a:pt x="489" y="311"/>
                  <a:pt x="488" y="311"/>
                  <a:pt x="488" y="311"/>
                </a:cubicBezTo>
                <a:cubicBezTo>
                  <a:pt x="488" y="311"/>
                  <a:pt x="487" y="311"/>
                  <a:pt x="487" y="311"/>
                </a:cubicBezTo>
                <a:cubicBezTo>
                  <a:pt x="487" y="312"/>
                  <a:pt x="487" y="312"/>
                  <a:pt x="487" y="312"/>
                </a:cubicBezTo>
                <a:cubicBezTo>
                  <a:pt x="487" y="313"/>
                  <a:pt x="486" y="313"/>
                  <a:pt x="487" y="313"/>
                </a:cubicBezTo>
                <a:cubicBezTo>
                  <a:pt x="487" y="313"/>
                  <a:pt x="488" y="314"/>
                  <a:pt x="488" y="314"/>
                </a:cubicBezTo>
                <a:cubicBezTo>
                  <a:pt x="488" y="314"/>
                  <a:pt x="488" y="314"/>
                  <a:pt x="489" y="314"/>
                </a:cubicBezTo>
                <a:close/>
                <a:moveTo>
                  <a:pt x="484" y="321"/>
                </a:moveTo>
                <a:cubicBezTo>
                  <a:pt x="483" y="321"/>
                  <a:pt x="483" y="322"/>
                  <a:pt x="482" y="321"/>
                </a:cubicBezTo>
                <a:cubicBezTo>
                  <a:pt x="482" y="321"/>
                  <a:pt x="482" y="321"/>
                  <a:pt x="482" y="321"/>
                </a:cubicBezTo>
                <a:cubicBezTo>
                  <a:pt x="482" y="321"/>
                  <a:pt x="482" y="321"/>
                  <a:pt x="482" y="321"/>
                </a:cubicBezTo>
                <a:cubicBezTo>
                  <a:pt x="482" y="321"/>
                  <a:pt x="482" y="321"/>
                  <a:pt x="481" y="321"/>
                </a:cubicBezTo>
                <a:cubicBezTo>
                  <a:pt x="481" y="321"/>
                  <a:pt x="481" y="321"/>
                  <a:pt x="481" y="322"/>
                </a:cubicBezTo>
                <a:cubicBezTo>
                  <a:pt x="481" y="322"/>
                  <a:pt x="481" y="322"/>
                  <a:pt x="481" y="322"/>
                </a:cubicBezTo>
                <a:cubicBezTo>
                  <a:pt x="481" y="322"/>
                  <a:pt x="482" y="323"/>
                  <a:pt x="482" y="323"/>
                </a:cubicBezTo>
                <a:cubicBezTo>
                  <a:pt x="482" y="323"/>
                  <a:pt x="482" y="323"/>
                  <a:pt x="483" y="323"/>
                </a:cubicBezTo>
                <a:cubicBezTo>
                  <a:pt x="483" y="323"/>
                  <a:pt x="483" y="322"/>
                  <a:pt x="483" y="322"/>
                </a:cubicBezTo>
                <a:cubicBezTo>
                  <a:pt x="483" y="322"/>
                  <a:pt x="483" y="322"/>
                  <a:pt x="482" y="322"/>
                </a:cubicBezTo>
                <a:cubicBezTo>
                  <a:pt x="483" y="322"/>
                  <a:pt x="483" y="322"/>
                  <a:pt x="484" y="322"/>
                </a:cubicBezTo>
                <a:cubicBezTo>
                  <a:pt x="484" y="322"/>
                  <a:pt x="484" y="322"/>
                  <a:pt x="484" y="322"/>
                </a:cubicBezTo>
                <a:cubicBezTo>
                  <a:pt x="484" y="321"/>
                  <a:pt x="484" y="321"/>
                  <a:pt x="484" y="321"/>
                </a:cubicBezTo>
                <a:close/>
                <a:moveTo>
                  <a:pt x="489" y="332"/>
                </a:moveTo>
                <a:cubicBezTo>
                  <a:pt x="489" y="331"/>
                  <a:pt x="489" y="331"/>
                  <a:pt x="489" y="331"/>
                </a:cubicBezTo>
                <a:cubicBezTo>
                  <a:pt x="489" y="331"/>
                  <a:pt x="489" y="331"/>
                  <a:pt x="488" y="331"/>
                </a:cubicBezTo>
                <a:cubicBezTo>
                  <a:pt x="488" y="331"/>
                  <a:pt x="488" y="331"/>
                  <a:pt x="488" y="332"/>
                </a:cubicBezTo>
                <a:cubicBezTo>
                  <a:pt x="488" y="332"/>
                  <a:pt x="488" y="332"/>
                  <a:pt x="488" y="332"/>
                </a:cubicBezTo>
                <a:cubicBezTo>
                  <a:pt x="489" y="332"/>
                  <a:pt x="489" y="333"/>
                  <a:pt x="488" y="333"/>
                </a:cubicBezTo>
                <a:cubicBezTo>
                  <a:pt x="488" y="333"/>
                  <a:pt x="488" y="333"/>
                  <a:pt x="488" y="333"/>
                </a:cubicBezTo>
                <a:cubicBezTo>
                  <a:pt x="488" y="333"/>
                  <a:pt x="489" y="334"/>
                  <a:pt x="489" y="334"/>
                </a:cubicBezTo>
                <a:cubicBezTo>
                  <a:pt x="489" y="333"/>
                  <a:pt x="489" y="333"/>
                  <a:pt x="489" y="334"/>
                </a:cubicBezTo>
                <a:cubicBezTo>
                  <a:pt x="489" y="334"/>
                  <a:pt x="489" y="334"/>
                  <a:pt x="489" y="334"/>
                </a:cubicBezTo>
                <a:cubicBezTo>
                  <a:pt x="489" y="334"/>
                  <a:pt x="489" y="334"/>
                  <a:pt x="490" y="334"/>
                </a:cubicBezTo>
                <a:cubicBezTo>
                  <a:pt x="490" y="333"/>
                  <a:pt x="490" y="333"/>
                  <a:pt x="490" y="333"/>
                </a:cubicBezTo>
                <a:cubicBezTo>
                  <a:pt x="490" y="333"/>
                  <a:pt x="489" y="332"/>
                  <a:pt x="490" y="332"/>
                </a:cubicBezTo>
                <a:cubicBezTo>
                  <a:pt x="490" y="332"/>
                  <a:pt x="490" y="332"/>
                  <a:pt x="489" y="332"/>
                </a:cubicBezTo>
                <a:close/>
                <a:moveTo>
                  <a:pt x="473" y="309"/>
                </a:moveTo>
                <a:cubicBezTo>
                  <a:pt x="473" y="309"/>
                  <a:pt x="473" y="309"/>
                  <a:pt x="473" y="309"/>
                </a:cubicBezTo>
                <a:cubicBezTo>
                  <a:pt x="472" y="309"/>
                  <a:pt x="472" y="309"/>
                  <a:pt x="472" y="309"/>
                </a:cubicBezTo>
                <a:cubicBezTo>
                  <a:pt x="472" y="309"/>
                  <a:pt x="472" y="309"/>
                  <a:pt x="472" y="309"/>
                </a:cubicBezTo>
                <a:cubicBezTo>
                  <a:pt x="472" y="309"/>
                  <a:pt x="472" y="309"/>
                  <a:pt x="472" y="309"/>
                </a:cubicBezTo>
                <a:cubicBezTo>
                  <a:pt x="472" y="309"/>
                  <a:pt x="472" y="310"/>
                  <a:pt x="472" y="310"/>
                </a:cubicBezTo>
                <a:cubicBezTo>
                  <a:pt x="472" y="310"/>
                  <a:pt x="472" y="310"/>
                  <a:pt x="472" y="310"/>
                </a:cubicBezTo>
                <a:cubicBezTo>
                  <a:pt x="472" y="310"/>
                  <a:pt x="472" y="310"/>
                  <a:pt x="472" y="310"/>
                </a:cubicBezTo>
                <a:cubicBezTo>
                  <a:pt x="472" y="310"/>
                  <a:pt x="473" y="311"/>
                  <a:pt x="472" y="311"/>
                </a:cubicBezTo>
                <a:cubicBezTo>
                  <a:pt x="472" y="311"/>
                  <a:pt x="472" y="311"/>
                  <a:pt x="472" y="311"/>
                </a:cubicBezTo>
                <a:cubicBezTo>
                  <a:pt x="472" y="311"/>
                  <a:pt x="472" y="311"/>
                  <a:pt x="472" y="311"/>
                </a:cubicBezTo>
                <a:cubicBezTo>
                  <a:pt x="473" y="312"/>
                  <a:pt x="472" y="312"/>
                  <a:pt x="472" y="312"/>
                </a:cubicBezTo>
                <a:cubicBezTo>
                  <a:pt x="472" y="312"/>
                  <a:pt x="472" y="312"/>
                  <a:pt x="472" y="312"/>
                </a:cubicBezTo>
                <a:cubicBezTo>
                  <a:pt x="473" y="312"/>
                  <a:pt x="473" y="313"/>
                  <a:pt x="472" y="313"/>
                </a:cubicBezTo>
                <a:cubicBezTo>
                  <a:pt x="472" y="313"/>
                  <a:pt x="472" y="313"/>
                  <a:pt x="472" y="313"/>
                </a:cubicBezTo>
                <a:cubicBezTo>
                  <a:pt x="472" y="313"/>
                  <a:pt x="472" y="313"/>
                  <a:pt x="472" y="313"/>
                </a:cubicBezTo>
                <a:cubicBezTo>
                  <a:pt x="472" y="314"/>
                  <a:pt x="472" y="314"/>
                  <a:pt x="472" y="314"/>
                </a:cubicBezTo>
                <a:cubicBezTo>
                  <a:pt x="473" y="315"/>
                  <a:pt x="472" y="315"/>
                  <a:pt x="472" y="315"/>
                </a:cubicBezTo>
                <a:cubicBezTo>
                  <a:pt x="472" y="315"/>
                  <a:pt x="472" y="315"/>
                  <a:pt x="472" y="315"/>
                </a:cubicBezTo>
                <a:cubicBezTo>
                  <a:pt x="472" y="315"/>
                  <a:pt x="472" y="315"/>
                  <a:pt x="472" y="315"/>
                </a:cubicBezTo>
                <a:cubicBezTo>
                  <a:pt x="472" y="314"/>
                  <a:pt x="472" y="315"/>
                  <a:pt x="472" y="315"/>
                </a:cubicBezTo>
                <a:cubicBezTo>
                  <a:pt x="471" y="315"/>
                  <a:pt x="471" y="315"/>
                  <a:pt x="471" y="314"/>
                </a:cubicBezTo>
                <a:cubicBezTo>
                  <a:pt x="471" y="314"/>
                  <a:pt x="471" y="314"/>
                  <a:pt x="471" y="313"/>
                </a:cubicBezTo>
                <a:cubicBezTo>
                  <a:pt x="471" y="313"/>
                  <a:pt x="471" y="313"/>
                  <a:pt x="471" y="313"/>
                </a:cubicBezTo>
                <a:cubicBezTo>
                  <a:pt x="471" y="313"/>
                  <a:pt x="471" y="313"/>
                  <a:pt x="471" y="313"/>
                </a:cubicBezTo>
                <a:cubicBezTo>
                  <a:pt x="470" y="313"/>
                  <a:pt x="470" y="313"/>
                  <a:pt x="470" y="312"/>
                </a:cubicBezTo>
                <a:cubicBezTo>
                  <a:pt x="470" y="312"/>
                  <a:pt x="470" y="312"/>
                  <a:pt x="470" y="311"/>
                </a:cubicBezTo>
                <a:cubicBezTo>
                  <a:pt x="469" y="311"/>
                  <a:pt x="469" y="311"/>
                  <a:pt x="470" y="311"/>
                </a:cubicBezTo>
                <a:cubicBezTo>
                  <a:pt x="470" y="310"/>
                  <a:pt x="469" y="311"/>
                  <a:pt x="469" y="311"/>
                </a:cubicBezTo>
                <a:cubicBezTo>
                  <a:pt x="469" y="310"/>
                  <a:pt x="469" y="310"/>
                  <a:pt x="469" y="309"/>
                </a:cubicBezTo>
                <a:cubicBezTo>
                  <a:pt x="469" y="309"/>
                  <a:pt x="469" y="309"/>
                  <a:pt x="469" y="309"/>
                </a:cubicBezTo>
                <a:cubicBezTo>
                  <a:pt x="469" y="309"/>
                  <a:pt x="469" y="309"/>
                  <a:pt x="470" y="309"/>
                </a:cubicBezTo>
                <a:cubicBezTo>
                  <a:pt x="470" y="308"/>
                  <a:pt x="470" y="308"/>
                  <a:pt x="470" y="308"/>
                </a:cubicBezTo>
                <a:cubicBezTo>
                  <a:pt x="469" y="308"/>
                  <a:pt x="469" y="308"/>
                  <a:pt x="469" y="308"/>
                </a:cubicBezTo>
                <a:cubicBezTo>
                  <a:pt x="469" y="308"/>
                  <a:pt x="469" y="307"/>
                  <a:pt x="469" y="307"/>
                </a:cubicBezTo>
                <a:cubicBezTo>
                  <a:pt x="469" y="307"/>
                  <a:pt x="469" y="307"/>
                  <a:pt x="469" y="307"/>
                </a:cubicBezTo>
                <a:cubicBezTo>
                  <a:pt x="469" y="307"/>
                  <a:pt x="469" y="307"/>
                  <a:pt x="469" y="307"/>
                </a:cubicBezTo>
                <a:cubicBezTo>
                  <a:pt x="469" y="308"/>
                  <a:pt x="469" y="308"/>
                  <a:pt x="469" y="308"/>
                </a:cubicBezTo>
                <a:cubicBezTo>
                  <a:pt x="469" y="308"/>
                  <a:pt x="468" y="309"/>
                  <a:pt x="468" y="309"/>
                </a:cubicBezTo>
                <a:cubicBezTo>
                  <a:pt x="468" y="308"/>
                  <a:pt x="468" y="308"/>
                  <a:pt x="468" y="308"/>
                </a:cubicBezTo>
                <a:cubicBezTo>
                  <a:pt x="468" y="308"/>
                  <a:pt x="468" y="308"/>
                  <a:pt x="468" y="308"/>
                </a:cubicBezTo>
                <a:cubicBezTo>
                  <a:pt x="468" y="307"/>
                  <a:pt x="468" y="307"/>
                  <a:pt x="469" y="307"/>
                </a:cubicBezTo>
                <a:cubicBezTo>
                  <a:pt x="469" y="307"/>
                  <a:pt x="469" y="306"/>
                  <a:pt x="469" y="306"/>
                </a:cubicBezTo>
                <a:cubicBezTo>
                  <a:pt x="469" y="306"/>
                  <a:pt x="469" y="306"/>
                  <a:pt x="469" y="306"/>
                </a:cubicBezTo>
                <a:cubicBezTo>
                  <a:pt x="469" y="306"/>
                  <a:pt x="468" y="307"/>
                  <a:pt x="468" y="307"/>
                </a:cubicBezTo>
                <a:cubicBezTo>
                  <a:pt x="468" y="307"/>
                  <a:pt x="468" y="307"/>
                  <a:pt x="468" y="307"/>
                </a:cubicBezTo>
                <a:cubicBezTo>
                  <a:pt x="468" y="307"/>
                  <a:pt x="468" y="307"/>
                  <a:pt x="467" y="307"/>
                </a:cubicBezTo>
                <a:cubicBezTo>
                  <a:pt x="467" y="307"/>
                  <a:pt x="467" y="307"/>
                  <a:pt x="468" y="307"/>
                </a:cubicBezTo>
                <a:cubicBezTo>
                  <a:pt x="468" y="307"/>
                  <a:pt x="468" y="307"/>
                  <a:pt x="468" y="307"/>
                </a:cubicBezTo>
                <a:cubicBezTo>
                  <a:pt x="467" y="306"/>
                  <a:pt x="468" y="306"/>
                  <a:pt x="468" y="306"/>
                </a:cubicBezTo>
                <a:cubicBezTo>
                  <a:pt x="468" y="306"/>
                  <a:pt x="467" y="306"/>
                  <a:pt x="467" y="307"/>
                </a:cubicBezTo>
                <a:cubicBezTo>
                  <a:pt x="467" y="307"/>
                  <a:pt x="467" y="307"/>
                  <a:pt x="467" y="307"/>
                </a:cubicBezTo>
                <a:cubicBezTo>
                  <a:pt x="467" y="307"/>
                  <a:pt x="467" y="307"/>
                  <a:pt x="467" y="307"/>
                </a:cubicBezTo>
                <a:cubicBezTo>
                  <a:pt x="467" y="307"/>
                  <a:pt x="467" y="307"/>
                  <a:pt x="467" y="306"/>
                </a:cubicBezTo>
                <a:cubicBezTo>
                  <a:pt x="467" y="306"/>
                  <a:pt x="467" y="306"/>
                  <a:pt x="467" y="306"/>
                </a:cubicBezTo>
                <a:cubicBezTo>
                  <a:pt x="467" y="306"/>
                  <a:pt x="467" y="306"/>
                  <a:pt x="467" y="305"/>
                </a:cubicBezTo>
                <a:cubicBezTo>
                  <a:pt x="467" y="305"/>
                  <a:pt x="467" y="305"/>
                  <a:pt x="467" y="305"/>
                </a:cubicBezTo>
                <a:cubicBezTo>
                  <a:pt x="467" y="306"/>
                  <a:pt x="466" y="306"/>
                  <a:pt x="466" y="305"/>
                </a:cubicBezTo>
                <a:cubicBezTo>
                  <a:pt x="466" y="305"/>
                  <a:pt x="466" y="304"/>
                  <a:pt x="466" y="304"/>
                </a:cubicBezTo>
                <a:cubicBezTo>
                  <a:pt x="466" y="304"/>
                  <a:pt x="466" y="304"/>
                  <a:pt x="466" y="304"/>
                </a:cubicBezTo>
                <a:cubicBezTo>
                  <a:pt x="466" y="304"/>
                  <a:pt x="466" y="304"/>
                  <a:pt x="466" y="304"/>
                </a:cubicBezTo>
                <a:cubicBezTo>
                  <a:pt x="466" y="303"/>
                  <a:pt x="466" y="303"/>
                  <a:pt x="466" y="303"/>
                </a:cubicBezTo>
                <a:cubicBezTo>
                  <a:pt x="466" y="303"/>
                  <a:pt x="466" y="302"/>
                  <a:pt x="466" y="302"/>
                </a:cubicBezTo>
                <a:cubicBezTo>
                  <a:pt x="467" y="302"/>
                  <a:pt x="467" y="302"/>
                  <a:pt x="467" y="302"/>
                </a:cubicBezTo>
                <a:cubicBezTo>
                  <a:pt x="467" y="302"/>
                  <a:pt x="467" y="302"/>
                  <a:pt x="468" y="302"/>
                </a:cubicBezTo>
                <a:cubicBezTo>
                  <a:pt x="468" y="302"/>
                  <a:pt x="468" y="302"/>
                  <a:pt x="468" y="301"/>
                </a:cubicBezTo>
                <a:cubicBezTo>
                  <a:pt x="468" y="301"/>
                  <a:pt x="468" y="301"/>
                  <a:pt x="468" y="301"/>
                </a:cubicBezTo>
                <a:cubicBezTo>
                  <a:pt x="468" y="301"/>
                  <a:pt x="468" y="301"/>
                  <a:pt x="468" y="301"/>
                </a:cubicBezTo>
                <a:cubicBezTo>
                  <a:pt x="467" y="302"/>
                  <a:pt x="466" y="301"/>
                  <a:pt x="466" y="300"/>
                </a:cubicBezTo>
                <a:cubicBezTo>
                  <a:pt x="466" y="300"/>
                  <a:pt x="466" y="300"/>
                  <a:pt x="466" y="300"/>
                </a:cubicBezTo>
                <a:cubicBezTo>
                  <a:pt x="466" y="299"/>
                  <a:pt x="467" y="299"/>
                  <a:pt x="467" y="299"/>
                </a:cubicBezTo>
                <a:cubicBezTo>
                  <a:pt x="467" y="299"/>
                  <a:pt x="467" y="299"/>
                  <a:pt x="467" y="299"/>
                </a:cubicBezTo>
                <a:cubicBezTo>
                  <a:pt x="467" y="299"/>
                  <a:pt x="467" y="299"/>
                  <a:pt x="467" y="299"/>
                </a:cubicBezTo>
                <a:cubicBezTo>
                  <a:pt x="466" y="299"/>
                  <a:pt x="466" y="299"/>
                  <a:pt x="466" y="299"/>
                </a:cubicBezTo>
                <a:cubicBezTo>
                  <a:pt x="466" y="299"/>
                  <a:pt x="466" y="300"/>
                  <a:pt x="466" y="300"/>
                </a:cubicBezTo>
                <a:cubicBezTo>
                  <a:pt x="466" y="300"/>
                  <a:pt x="466" y="299"/>
                  <a:pt x="466" y="299"/>
                </a:cubicBezTo>
                <a:cubicBezTo>
                  <a:pt x="466" y="299"/>
                  <a:pt x="466" y="298"/>
                  <a:pt x="466" y="298"/>
                </a:cubicBezTo>
                <a:cubicBezTo>
                  <a:pt x="466" y="298"/>
                  <a:pt x="465" y="298"/>
                  <a:pt x="465" y="298"/>
                </a:cubicBezTo>
                <a:cubicBezTo>
                  <a:pt x="465" y="298"/>
                  <a:pt x="464" y="298"/>
                  <a:pt x="464" y="298"/>
                </a:cubicBezTo>
                <a:cubicBezTo>
                  <a:pt x="464" y="298"/>
                  <a:pt x="464" y="298"/>
                  <a:pt x="464" y="298"/>
                </a:cubicBezTo>
                <a:cubicBezTo>
                  <a:pt x="464" y="298"/>
                  <a:pt x="464" y="298"/>
                  <a:pt x="464" y="298"/>
                </a:cubicBezTo>
                <a:cubicBezTo>
                  <a:pt x="464" y="298"/>
                  <a:pt x="464" y="299"/>
                  <a:pt x="464" y="299"/>
                </a:cubicBezTo>
                <a:cubicBezTo>
                  <a:pt x="464" y="300"/>
                  <a:pt x="464" y="300"/>
                  <a:pt x="464" y="300"/>
                </a:cubicBezTo>
                <a:cubicBezTo>
                  <a:pt x="464" y="301"/>
                  <a:pt x="464" y="301"/>
                  <a:pt x="464" y="302"/>
                </a:cubicBezTo>
                <a:cubicBezTo>
                  <a:pt x="464" y="302"/>
                  <a:pt x="463" y="302"/>
                  <a:pt x="463" y="302"/>
                </a:cubicBezTo>
                <a:cubicBezTo>
                  <a:pt x="462" y="302"/>
                  <a:pt x="462" y="302"/>
                  <a:pt x="462" y="302"/>
                </a:cubicBezTo>
                <a:cubicBezTo>
                  <a:pt x="462" y="302"/>
                  <a:pt x="462" y="302"/>
                  <a:pt x="462" y="301"/>
                </a:cubicBezTo>
                <a:cubicBezTo>
                  <a:pt x="462" y="301"/>
                  <a:pt x="462" y="300"/>
                  <a:pt x="462" y="300"/>
                </a:cubicBezTo>
                <a:cubicBezTo>
                  <a:pt x="463" y="300"/>
                  <a:pt x="463" y="300"/>
                  <a:pt x="463" y="299"/>
                </a:cubicBezTo>
                <a:cubicBezTo>
                  <a:pt x="463" y="299"/>
                  <a:pt x="462" y="299"/>
                  <a:pt x="462" y="299"/>
                </a:cubicBezTo>
                <a:cubicBezTo>
                  <a:pt x="462" y="299"/>
                  <a:pt x="462" y="299"/>
                  <a:pt x="462" y="299"/>
                </a:cubicBezTo>
                <a:cubicBezTo>
                  <a:pt x="462" y="299"/>
                  <a:pt x="462" y="298"/>
                  <a:pt x="462" y="298"/>
                </a:cubicBezTo>
                <a:cubicBezTo>
                  <a:pt x="462" y="298"/>
                  <a:pt x="462" y="298"/>
                  <a:pt x="462" y="298"/>
                </a:cubicBezTo>
                <a:cubicBezTo>
                  <a:pt x="462" y="298"/>
                  <a:pt x="462" y="298"/>
                  <a:pt x="462" y="297"/>
                </a:cubicBezTo>
                <a:cubicBezTo>
                  <a:pt x="462" y="297"/>
                  <a:pt x="462" y="297"/>
                  <a:pt x="462" y="297"/>
                </a:cubicBezTo>
                <a:cubicBezTo>
                  <a:pt x="462" y="297"/>
                  <a:pt x="462" y="297"/>
                  <a:pt x="462" y="297"/>
                </a:cubicBezTo>
                <a:cubicBezTo>
                  <a:pt x="463" y="297"/>
                  <a:pt x="463" y="297"/>
                  <a:pt x="463" y="297"/>
                </a:cubicBezTo>
                <a:cubicBezTo>
                  <a:pt x="463" y="297"/>
                  <a:pt x="463" y="297"/>
                  <a:pt x="463" y="298"/>
                </a:cubicBezTo>
                <a:cubicBezTo>
                  <a:pt x="464" y="297"/>
                  <a:pt x="463" y="297"/>
                  <a:pt x="463" y="297"/>
                </a:cubicBezTo>
                <a:cubicBezTo>
                  <a:pt x="464" y="297"/>
                  <a:pt x="464" y="297"/>
                  <a:pt x="464" y="297"/>
                </a:cubicBezTo>
                <a:cubicBezTo>
                  <a:pt x="464" y="297"/>
                  <a:pt x="464" y="297"/>
                  <a:pt x="464" y="297"/>
                </a:cubicBezTo>
                <a:cubicBezTo>
                  <a:pt x="463" y="297"/>
                  <a:pt x="463" y="296"/>
                  <a:pt x="463" y="296"/>
                </a:cubicBezTo>
                <a:cubicBezTo>
                  <a:pt x="463" y="296"/>
                  <a:pt x="463" y="296"/>
                  <a:pt x="463" y="296"/>
                </a:cubicBezTo>
                <a:cubicBezTo>
                  <a:pt x="464" y="296"/>
                  <a:pt x="464" y="296"/>
                  <a:pt x="465" y="296"/>
                </a:cubicBezTo>
                <a:cubicBezTo>
                  <a:pt x="465" y="296"/>
                  <a:pt x="465" y="296"/>
                  <a:pt x="465" y="296"/>
                </a:cubicBezTo>
                <a:cubicBezTo>
                  <a:pt x="465" y="296"/>
                  <a:pt x="464" y="296"/>
                  <a:pt x="464" y="296"/>
                </a:cubicBezTo>
                <a:cubicBezTo>
                  <a:pt x="464" y="295"/>
                  <a:pt x="464" y="295"/>
                  <a:pt x="464" y="295"/>
                </a:cubicBezTo>
                <a:cubicBezTo>
                  <a:pt x="464" y="295"/>
                  <a:pt x="465" y="295"/>
                  <a:pt x="465" y="294"/>
                </a:cubicBezTo>
                <a:cubicBezTo>
                  <a:pt x="464" y="295"/>
                  <a:pt x="464" y="295"/>
                  <a:pt x="464" y="295"/>
                </a:cubicBezTo>
                <a:cubicBezTo>
                  <a:pt x="464" y="295"/>
                  <a:pt x="464" y="295"/>
                  <a:pt x="464" y="295"/>
                </a:cubicBezTo>
                <a:cubicBezTo>
                  <a:pt x="464" y="295"/>
                  <a:pt x="464" y="295"/>
                  <a:pt x="464" y="295"/>
                </a:cubicBezTo>
                <a:cubicBezTo>
                  <a:pt x="463" y="295"/>
                  <a:pt x="463" y="296"/>
                  <a:pt x="463" y="296"/>
                </a:cubicBezTo>
                <a:cubicBezTo>
                  <a:pt x="463" y="296"/>
                  <a:pt x="463" y="296"/>
                  <a:pt x="463" y="296"/>
                </a:cubicBezTo>
                <a:cubicBezTo>
                  <a:pt x="463" y="296"/>
                  <a:pt x="462" y="296"/>
                  <a:pt x="462" y="296"/>
                </a:cubicBezTo>
                <a:cubicBezTo>
                  <a:pt x="462" y="296"/>
                  <a:pt x="462" y="296"/>
                  <a:pt x="462" y="295"/>
                </a:cubicBezTo>
                <a:cubicBezTo>
                  <a:pt x="462" y="295"/>
                  <a:pt x="461" y="295"/>
                  <a:pt x="461" y="294"/>
                </a:cubicBezTo>
                <a:cubicBezTo>
                  <a:pt x="461" y="294"/>
                  <a:pt x="460" y="294"/>
                  <a:pt x="460" y="294"/>
                </a:cubicBezTo>
                <a:cubicBezTo>
                  <a:pt x="460" y="294"/>
                  <a:pt x="460" y="293"/>
                  <a:pt x="460" y="293"/>
                </a:cubicBezTo>
                <a:cubicBezTo>
                  <a:pt x="460" y="293"/>
                  <a:pt x="460" y="293"/>
                  <a:pt x="460" y="293"/>
                </a:cubicBezTo>
                <a:cubicBezTo>
                  <a:pt x="461" y="293"/>
                  <a:pt x="461" y="294"/>
                  <a:pt x="461" y="294"/>
                </a:cubicBezTo>
                <a:cubicBezTo>
                  <a:pt x="461" y="294"/>
                  <a:pt x="461" y="294"/>
                  <a:pt x="462" y="295"/>
                </a:cubicBezTo>
                <a:cubicBezTo>
                  <a:pt x="462" y="294"/>
                  <a:pt x="461" y="294"/>
                  <a:pt x="461" y="294"/>
                </a:cubicBezTo>
                <a:cubicBezTo>
                  <a:pt x="461" y="293"/>
                  <a:pt x="461" y="293"/>
                  <a:pt x="461" y="293"/>
                </a:cubicBezTo>
                <a:cubicBezTo>
                  <a:pt x="460" y="293"/>
                  <a:pt x="461" y="293"/>
                  <a:pt x="461" y="293"/>
                </a:cubicBezTo>
                <a:cubicBezTo>
                  <a:pt x="460" y="293"/>
                  <a:pt x="460" y="293"/>
                  <a:pt x="460" y="292"/>
                </a:cubicBezTo>
                <a:cubicBezTo>
                  <a:pt x="460" y="292"/>
                  <a:pt x="460" y="292"/>
                  <a:pt x="460" y="292"/>
                </a:cubicBezTo>
                <a:cubicBezTo>
                  <a:pt x="460" y="292"/>
                  <a:pt x="460" y="292"/>
                  <a:pt x="460" y="291"/>
                </a:cubicBezTo>
                <a:cubicBezTo>
                  <a:pt x="459" y="291"/>
                  <a:pt x="460" y="292"/>
                  <a:pt x="459" y="292"/>
                </a:cubicBezTo>
                <a:cubicBezTo>
                  <a:pt x="459" y="292"/>
                  <a:pt x="459" y="291"/>
                  <a:pt x="459" y="291"/>
                </a:cubicBezTo>
                <a:cubicBezTo>
                  <a:pt x="459" y="291"/>
                  <a:pt x="459" y="291"/>
                  <a:pt x="459" y="291"/>
                </a:cubicBezTo>
                <a:cubicBezTo>
                  <a:pt x="458" y="291"/>
                  <a:pt x="458" y="291"/>
                  <a:pt x="458" y="291"/>
                </a:cubicBezTo>
                <a:cubicBezTo>
                  <a:pt x="458" y="291"/>
                  <a:pt x="459" y="290"/>
                  <a:pt x="459" y="290"/>
                </a:cubicBezTo>
                <a:cubicBezTo>
                  <a:pt x="459" y="290"/>
                  <a:pt x="458" y="290"/>
                  <a:pt x="459" y="290"/>
                </a:cubicBezTo>
                <a:cubicBezTo>
                  <a:pt x="459" y="289"/>
                  <a:pt x="458" y="290"/>
                  <a:pt x="458" y="289"/>
                </a:cubicBezTo>
                <a:cubicBezTo>
                  <a:pt x="458" y="289"/>
                  <a:pt x="458" y="289"/>
                  <a:pt x="458" y="290"/>
                </a:cubicBezTo>
                <a:cubicBezTo>
                  <a:pt x="458" y="290"/>
                  <a:pt x="458" y="290"/>
                  <a:pt x="458" y="290"/>
                </a:cubicBezTo>
                <a:cubicBezTo>
                  <a:pt x="458" y="290"/>
                  <a:pt x="458" y="290"/>
                  <a:pt x="458" y="289"/>
                </a:cubicBezTo>
                <a:cubicBezTo>
                  <a:pt x="458" y="289"/>
                  <a:pt x="457" y="289"/>
                  <a:pt x="457" y="288"/>
                </a:cubicBezTo>
                <a:cubicBezTo>
                  <a:pt x="457" y="288"/>
                  <a:pt x="457" y="288"/>
                  <a:pt x="457" y="288"/>
                </a:cubicBezTo>
                <a:cubicBezTo>
                  <a:pt x="457" y="288"/>
                  <a:pt x="457" y="288"/>
                  <a:pt x="457" y="288"/>
                </a:cubicBezTo>
                <a:cubicBezTo>
                  <a:pt x="457" y="288"/>
                  <a:pt x="457" y="288"/>
                  <a:pt x="456" y="288"/>
                </a:cubicBezTo>
                <a:cubicBezTo>
                  <a:pt x="456" y="288"/>
                  <a:pt x="456" y="287"/>
                  <a:pt x="456" y="287"/>
                </a:cubicBezTo>
                <a:cubicBezTo>
                  <a:pt x="456" y="287"/>
                  <a:pt x="456" y="287"/>
                  <a:pt x="456" y="287"/>
                </a:cubicBezTo>
                <a:cubicBezTo>
                  <a:pt x="455" y="287"/>
                  <a:pt x="456" y="286"/>
                  <a:pt x="456" y="286"/>
                </a:cubicBezTo>
                <a:cubicBezTo>
                  <a:pt x="456" y="286"/>
                  <a:pt x="456" y="285"/>
                  <a:pt x="455" y="285"/>
                </a:cubicBezTo>
                <a:cubicBezTo>
                  <a:pt x="455" y="285"/>
                  <a:pt x="456" y="284"/>
                  <a:pt x="456" y="284"/>
                </a:cubicBezTo>
                <a:cubicBezTo>
                  <a:pt x="456" y="284"/>
                  <a:pt x="456" y="284"/>
                  <a:pt x="456" y="284"/>
                </a:cubicBezTo>
                <a:cubicBezTo>
                  <a:pt x="457" y="284"/>
                  <a:pt x="457" y="285"/>
                  <a:pt x="457" y="285"/>
                </a:cubicBezTo>
                <a:cubicBezTo>
                  <a:pt x="457" y="285"/>
                  <a:pt x="457" y="285"/>
                  <a:pt x="457" y="285"/>
                </a:cubicBezTo>
                <a:cubicBezTo>
                  <a:pt x="457" y="285"/>
                  <a:pt x="457" y="286"/>
                  <a:pt x="457" y="286"/>
                </a:cubicBezTo>
                <a:cubicBezTo>
                  <a:pt x="458" y="286"/>
                  <a:pt x="459" y="287"/>
                  <a:pt x="459" y="288"/>
                </a:cubicBezTo>
                <a:cubicBezTo>
                  <a:pt x="459" y="288"/>
                  <a:pt x="459" y="288"/>
                  <a:pt x="459" y="288"/>
                </a:cubicBezTo>
                <a:cubicBezTo>
                  <a:pt x="460" y="288"/>
                  <a:pt x="460" y="288"/>
                  <a:pt x="460" y="288"/>
                </a:cubicBezTo>
                <a:cubicBezTo>
                  <a:pt x="460" y="288"/>
                  <a:pt x="460" y="288"/>
                  <a:pt x="460" y="288"/>
                </a:cubicBezTo>
                <a:cubicBezTo>
                  <a:pt x="460" y="288"/>
                  <a:pt x="460" y="288"/>
                  <a:pt x="460" y="288"/>
                </a:cubicBezTo>
                <a:cubicBezTo>
                  <a:pt x="460" y="288"/>
                  <a:pt x="460" y="288"/>
                  <a:pt x="460" y="288"/>
                </a:cubicBezTo>
                <a:cubicBezTo>
                  <a:pt x="459" y="287"/>
                  <a:pt x="459" y="287"/>
                  <a:pt x="459" y="287"/>
                </a:cubicBezTo>
                <a:cubicBezTo>
                  <a:pt x="458" y="286"/>
                  <a:pt x="458" y="286"/>
                  <a:pt x="458" y="285"/>
                </a:cubicBezTo>
                <a:cubicBezTo>
                  <a:pt x="457" y="285"/>
                  <a:pt x="457" y="285"/>
                  <a:pt x="457" y="284"/>
                </a:cubicBezTo>
                <a:cubicBezTo>
                  <a:pt x="457" y="284"/>
                  <a:pt x="457" y="284"/>
                  <a:pt x="456" y="284"/>
                </a:cubicBezTo>
                <a:cubicBezTo>
                  <a:pt x="456" y="283"/>
                  <a:pt x="457" y="283"/>
                  <a:pt x="457" y="283"/>
                </a:cubicBezTo>
                <a:cubicBezTo>
                  <a:pt x="457" y="283"/>
                  <a:pt x="457" y="283"/>
                  <a:pt x="457" y="283"/>
                </a:cubicBezTo>
                <a:cubicBezTo>
                  <a:pt x="457" y="283"/>
                  <a:pt x="457" y="283"/>
                  <a:pt x="458" y="283"/>
                </a:cubicBezTo>
                <a:cubicBezTo>
                  <a:pt x="458" y="283"/>
                  <a:pt x="458" y="284"/>
                  <a:pt x="458" y="284"/>
                </a:cubicBezTo>
                <a:cubicBezTo>
                  <a:pt x="458" y="283"/>
                  <a:pt x="458" y="283"/>
                  <a:pt x="457" y="283"/>
                </a:cubicBezTo>
                <a:cubicBezTo>
                  <a:pt x="457" y="282"/>
                  <a:pt x="457" y="282"/>
                  <a:pt x="458" y="282"/>
                </a:cubicBezTo>
                <a:cubicBezTo>
                  <a:pt x="458" y="282"/>
                  <a:pt x="458" y="282"/>
                  <a:pt x="458" y="282"/>
                </a:cubicBezTo>
                <a:cubicBezTo>
                  <a:pt x="458" y="282"/>
                  <a:pt x="458" y="282"/>
                  <a:pt x="458" y="283"/>
                </a:cubicBezTo>
                <a:cubicBezTo>
                  <a:pt x="458" y="283"/>
                  <a:pt x="459" y="283"/>
                  <a:pt x="459" y="284"/>
                </a:cubicBezTo>
                <a:cubicBezTo>
                  <a:pt x="459" y="284"/>
                  <a:pt x="459" y="284"/>
                  <a:pt x="459" y="284"/>
                </a:cubicBezTo>
                <a:cubicBezTo>
                  <a:pt x="459" y="284"/>
                  <a:pt x="459" y="284"/>
                  <a:pt x="459" y="284"/>
                </a:cubicBezTo>
                <a:cubicBezTo>
                  <a:pt x="459" y="284"/>
                  <a:pt x="459" y="284"/>
                  <a:pt x="459" y="284"/>
                </a:cubicBezTo>
                <a:cubicBezTo>
                  <a:pt x="459" y="284"/>
                  <a:pt x="459" y="284"/>
                  <a:pt x="459" y="283"/>
                </a:cubicBezTo>
                <a:cubicBezTo>
                  <a:pt x="459" y="283"/>
                  <a:pt x="459" y="283"/>
                  <a:pt x="459" y="283"/>
                </a:cubicBezTo>
                <a:cubicBezTo>
                  <a:pt x="459" y="283"/>
                  <a:pt x="459" y="282"/>
                  <a:pt x="459" y="282"/>
                </a:cubicBezTo>
                <a:cubicBezTo>
                  <a:pt x="459" y="282"/>
                  <a:pt x="460" y="282"/>
                  <a:pt x="460" y="282"/>
                </a:cubicBezTo>
                <a:cubicBezTo>
                  <a:pt x="460" y="282"/>
                  <a:pt x="460" y="282"/>
                  <a:pt x="460" y="282"/>
                </a:cubicBezTo>
                <a:cubicBezTo>
                  <a:pt x="460" y="282"/>
                  <a:pt x="461" y="282"/>
                  <a:pt x="461" y="282"/>
                </a:cubicBezTo>
                <a:cubicBezTo>
                  <a:pt x="461" y="282"/>
                  <a:pt x="461" y="282"/>
                  <a:pt x="461" y="282"/>
                </a:cubicBezTo>
                <a:cubicBezTo>
                  <a:pt x="461" y="281"/>
                  <a:pt x="462" y="281"/>
                  <a:pt x="462" y="281"/>
                </a:cubicBezTo>
                <a:cubicBezTo>
                  <a:pt x="462" y="281"/>
                  <a:pt x="462" y="281"/>
                  <a:pt x="462" y="281"/>
                </a:cubicBezTo>
                <a:cubicBezTo>
                  <a:pt x="463" y="281"/>
                  <a:pt x="463" y="282"/>
                  <a:pt x="464" y="282"/>
                </a:cubicBezTo>
                <a:cubicBezTo>
                  <a:pt x="464" y="282"/>
                  <a:pt x="464" y="282"/>
                  <a:pt x="464" y="282"/>
                </a:cubicBezTo>
                <a:cubicBezTo>
                  <a:pt x="464" y="282"/>
                  <a:pt x="464" y="282"/>
                  <a:pt x="465" y="283"/>
                </a:cubicBezTo>
                <a:cubicBezTo>
                  <a:pt x="465" y="283"/>
                  <a:pt x="465" y="283"/>
                  <a:pt x="465" y="283"/>
                </a:cubicBezTo>
                <a:cubicBezTo>
                  <a:pt x="464" y="284"/>
                  <a:pt x="464" y="284"/>
                  <a:pt x="464" y="285"/>
                </a:cubicBezTo>
                <a:cubicBezTo>
                  <a:pt x="464" y="285"/>
                  <a:pt x="463" y="285"/>
                  <a:pt x="463" y="285"/>
                </a:cubicBezTo>
                <a:cubicBezTo>
                  <a:pt x="463" y="285"/>
                  <a:pt x="463" y="285"/>
                  <a:pt x="462" y="285"/>
                </a:cubicBezTo>
                <a:cubicBezTo>
                  <a:pt x="462" y="285"/>
                  <a:pt x="462" y="285"/>
                  <a:pt x="463" y="285"/>
                </a:cubicBezTo>
                <a:cubicBezTo>
                  <a:pt x="463" y="285"/>
                  <a:pt x="463" y="285"/>
                  <a:pt x="463" y="285"/>
                </a:cubicBezTo>
                <a:cubicBezTo>
                  <a:pt x="463" y="285"/>
                  <a:pt x="463" y="285"/>
                  <a:pt x="463" y="285"/>
                </a:cubicBezTo>
                <a:cubicBezTo>
                  <a:pt x="464" y="285"/>
                  <a:pt x="464" y="285"/>
                  <a:pt x="464" y="285"/>
                </a:cubicBezTo>
                <a:cubicBezTo>
                  <a:pt x="464" y="286"/>
                  <a:pt x="463" y="286"/>
                  <a:pt x="463" y="286"/>
                </a:cubicBezTo>
                <a:cubicBezTo>
                  <a:pt x="463" y="285"/>
                  <a:pt x="463" y="286"/>
                  <a:pt x="462" y="286"/>
                </a:cubicBezTo>
                <a:cubicBezTo>
                  <a:pt x="463" y="286"/>
                  <a:pt x="463" y="286"/>
                  <a:pt x="463" y="286"/>
                </a:cubicBezTo>
                <a:cubicBezTo>
                  <a:pt x="463" y="286"/>
                  <a:pt x="463" y="286"/>
                  <a:pt x="464" y="286"/>
                </a:cubicBezTo>
                <a:cubicBezTo>
                  <a:pt x="464" y="286"/>
                  <a:pt x="464" y="286"/>
                  <a:pt x="464" y="286"/>
                </a:cubicBezTo>
                <a:cubicBezTo>
                  <a:pt x="464" y="286"/>
                  <a:pt x="464" y="285"/>
                  <a:pt x="464" y="285"/>
                </a:cubicBezTo>
                <a:cubicBezTo>
                  <a:pt x="465" y="284"/>
                  <a:pt x="465" y="284"/>
                  <a:pt x="465" y="284"/>
                </a:cubicBezTo>
                <a:cubicBezTo>
                  <a:pt x="466" y="284"/>
                  <a:pt x="466" y="284"/>
                  <a:pt x="465" y="284"/>
                </a:cubicBezTo>
                <a:cubicBezTo>
                  <a:pt x="465" y="284"/>
                  <a:pt x="465" y="283"/>
                  <a:pt x="465" y="283"/>
                </a:cubicBezTo>
                <a:cubicBezTo>
                  <a:pt x="465" y="283"/>
                  <a:pt x="466" y="283"/>
                  <a:pt x="466" y="283"/>
                </a:cubicBezTo>
                <a:cubicBezTo>
                  <a:pt x="466" y="283"/>
                  <a:pt x="466" y="283"/>
                  <a:pt x="466" y="283"/>
                </a:cubicBezTo>
                <a:cubicBezTo>
                  <a:pt x="467" y="284"/>
                  <a:pt x="467" y="284"/>
                  <a:pt x="468" y="284"/>
                </a:cubicBezTo>
                <a:cubicBezTo>
                  <a:pt x="468" y="284"/>
                  <a:pt x="468" y="284"/>
                  <a:pt x="468" y="284"/>
                </a:cubicBezTo>
                <a:cubicBezTo>
                  <a:pt x="468" y="284"/>
                  <a:pt x="468" y="284"/>
                  <a:pt x="468" y="284"/>
                </a:cubicBezTo>
                <a:cubicBezTo>
                  <a:pt x="469" y="284"/>
                  <a:pt x="468" y="284"/>
                  <a:pt x="468" y="284"/>
                </a:cubicBezTo>
                <a:cubicBezTo>
                  <a:pt x="469" y="285"/>
                  <a:pt x="470" y="284"/>
                  <a:pt x="470" y="285"/>
                </a:cubicBezTo>
                <a:cubicBezTo>
                  <a:pt x="470" y="285"/>
                  <a:pt x="470" y="286"/>
                  <a:pt x="470" y="286"/>
                </a:cubicBezTo>
                <a:cubicBezTo>
                  <a:pt x="470" y="286"/>
                  <a:pt x="470" y="287"/>
                  <a:pt x="469" y="287"/>
                </a:cubicBezTo>
                <a:cubicBezTo>
                  <a:pt x="469" y="287"/>
                  <a:pt x="469" y="287"/>
                  <a:pt x="469" y="287"/>
                </a:cubicBezTo>
                <a:cubicBezTo>
                  <a:pt x="469" y="287"/>
                  <a:pt x="468" y="287"/>
                  <a:pt x="468" y="287"/>
                </a:cubicBezTo>
                <a:cubicBezTo>
                  <a:pt x="468" y="287"/>
                  <a:pt x="468" y="287"/>
                  <a:pt x="468" y="286"/>
                </a:cubicBezTo>
                <a:cubicBezTo>
                  <a:pt x="468" y="286"/>
                  <a:pt x="467" y="286"/>
                  <a:pt x="467" y="286"/>
                </a:cubicBezTo>
                <a:cubicBezTo>
                  <a:pt x="467" y="286"/>
                  <a:pt x="467" y="287"/>
                  <a:pt x="468" y="287"/>
                </a:cubicBezTo>
                <a:cubicBezTo>
                  <a:pt x="468" y="287"/>
                  <a:pt x="468" y="287"/>
                  <a:pt x="468" y="287"/>
                </a:cubicBezTo>
                <a:cubicBezTo>
                  <a:pt x="468" y="287"/>
                  <a:pt x="468" y="288"/>
                  <a:pt x="469" y="288"/>
                </a:cubicBezTo>
                <a:cubicBezTo>
                  <a:pt x="469" y="288"/>
                  <a:pt x="469" y="288"/>
                  <a:pt x="469" y="288"/>
                </a:cubicBezTo>
                <a:cubicBezTo>
                  <a:pt x="469" y="288"/>
                  <a:pt x="469" y="288"/>
                  <a:pt x="469" y="288"/>
                </a:cubicBezTo>
                <a:cubicBezTo>
                  <a:pt x="469" y="288"/>
                  <a:pt x="470" y="288"/>
                  <a:pt x="470" y="289"/>
                </a:cubicBezTo>
                <a:cubicBezTo>
                  <a:pt x="469" y="289"/>
                  <a:pt x="469" y="289"/>
                  <a:pt x="469" y="289"/>
                </a:cubicBezTo>
                <a:cubicBezTo>
                  <a:pt x="469" y="289"/>
                  <a:pt x="468" y="289"/>
                  <a:pt x="468" y="289"/>
                </a:cubicBezTo>
                <a:cubicBezTo>
                  <a:pt x="467" y="289"/>
                  <a:pt x="467" y="289"/>
                  <a:pt x="467" y="289"/>
                </a:cubicBezTo>
                <a:cubicBezTo>
                  <a:pt x="466" y="288"/>
                  <a:pt x="466" y="288"/>
                  <a:pt x="466" y="288"/>
                </a:cubicBezTo>
                <a:cubicBezTo>
                  <a:pt x="465" y="288"/>
                  <a:pt x="465" y="288"/>
                  <a:pt x="465" y="287"/>
                </a:cubicBezTo>
                <a:cubicBezTo>
                  <a:pt x="464" y="287"/>
                  <a:pt x="463" y="286"/>
                  <a:pt x="462" y="286"/>
                </a:cubicBezTo>
                <a:cubicBezTo>
                  <a:pt x="462" y="286"/>
                  <a:pt x="462" y="286"/>
                  <a:pt x="462" y="286"/>
                </a:cubicBezTo>
                <a:cubicBezTo>
                  <a:pt x="462" y="287"/>
                  <a:pt x="463" y="287"/>
                  <a:pt x="463" y="287"/>
                </a:cubicBezTo>
                <a:cubicBezTo>
                  <a:pt x="463" y="287"/>
                  <a:pt x="464" y="287"/>
                  <a:pt x="464" y="288"/>
                </a:cubicBezTo>
                <a:cubicBezTo>
                  <a:pt x="464" y="288"/>
                  <a:pt x="464" y="288"/>
                  <a:pt x="464" y="288"/>
                </a:cubicBezTo>
                <a:cubicBezTo>
                  <a:pt x="464" y="288"/>
                  <a:pt x="464" y="288"/>
                  <a:pt x="464" y="288"/>
                </a:cubicBezTo>
                <a:cubicBezTo>
                  <a:pt x="464" y="288"/>
                  <a:pt x="464" y="288"/>
                  <a:pt x="465" y="288"/>
                </a:cubicBezTo>
                <a:cubicBezTo>
                  <a:pt x="465" y="288"/>
                  <a:pt x="464" y="288"/>
                  <a:pt x="464" y="288"/>
                </a:cubicBezTo>
                <a:cubicBezTo>
                  <a:pt x="465" y="288"/>
                  <a:pt x="465" y="288"/>
                  <a:pt x="465" y="288"/>
                </a:cubicBezTo>
                <a:cubicBezTo>
                  <a:pt x="466" y="289"/>
                  <a:pt x="466" y="289"/>
                  <a:pt x="466" y="289"/>
                </a:cubicBezTo>
                <a:cubicBezTo>
                  <a:pt x="466" y="289"/>
                  <a:pt x="466" y="289"/>
                  <a:pt x="466" y="289"/>
                </a:cubicBezTo>
                <a:cubicBezTo>
                  <a:pt x="466" y="289"/>
                  <a:pt x="466" y="289"/>
                  <a:pt x="466" y="290"/>
                </a:cubicBezTo>
                <a:cubicBezTo>
                  <a:pt x="466" y="290"/>
                  <a:pt x="466" y="290"/>
                  <a:pt x="466" y="290"/>
                </a:cubicBezTo>
                <a:cubicBezTo>
                  <a:pt x="466" y="290"/>
                  <a:pt x="466" y="290"/>
                  <a:pt x="465" y="290"/>
                </a:cubicBezTo>
                <a:cubicBezTo>
                  <a:pt x="466" y="290"/>
                  <a:pt x="466" y="290"/>
                  <a:pt x="466" y="290"/>
                </a:cubicBezTo>
                <a:cubicBezTo>
                  <a:pt x="467" y="290"/>
                  <a:pt x="467" y="290"/>
                  <a:pt x="467" y="290"/>
                </a:cubicBezTo>
                <a:cubicBezTo>
                  <a:pt x="467" y="290"/>
                  <a:pt x="467" y="290"/>
                  <a:pt x="467" y="290"/>
                </a:cubicBezTo>
                <a:cubicBezTo>
                  <a:pt x="467" y="290"/>
                  <a:pt x="468" y="290"/>
                  <a:pt x="468" y="290"/>
                </a:cubicBezTo>
                <a:cubicBezTo>
                  <a:pt x="468" y="290"/>
                  <a:pt x="468" y="290"/>
                  <a:pt x="468" y="290"/>
                </a:cubicBezTo>
                <a:cubicBezTo>
                  <a:pt x="468" y="289"/>
                  <a:pt x="469" y="290"/>
                  <a:pt x="469" y="290"/>
                </a:cubicBezTo>
                <a:cubicBezTo>
                  <a:pt x="469" y="290"/>
                  <a:pt x="469" y="290"/>
                  <a:pt x="469" y="290"/>
                </a:cubicBezTo>
                <a:cubicBezTo>
                  <a:pt x="470" y="289"/>
                  <a:pt x="470" y="290"/>
                  <a:pt x="470" y="290"/>
                </a:cubicBezTo>
                <a:cubicBezTo>
                  <a:pt x="470" y="290"/>
                  <a:pt x="470" y="291"/>
                  <a:pt x="470" y="291"/>
                </a:cubicBezTo>
                <a:cubicBezTo>
                  <a:pt x="470" y="291"/>
                  <a:pt x="470" y="291"/>
                  <a:pt x="470" y="291"/>
                </a:cubicBezTo>
                <a:cubicBezTo>
                  <a:pt x="470" y="291"/>
                  <a:pt x="470" y="291"/>
                  <a:pt x="470" y="291"/>
                </a:cubicBezTo>
                <a:cubicBezTo>
                  <a:pt x="470" y="292"/>
                  <a:pt x="470" y="292"/>
                  <a:pt x="470" y="292"/>
                </a:cubicBezTo>
                <a:cubicBezTo>
                  <a:pt x="470" y="292"/>
                  <a:pt x="470" y="292"/>
                  <a:pt x="470" y="292"/>
                </a:cubicBezTo>
                <a:cubicBezTo>
                  <a:pt x="471" y="292"/>
                  <a:pt x="471" y="292"/>
                  <a:pt x="471" y="293"/>
                </a:cubicBezTo>
                <a:cubicBezTo>
                  <a:pt x="471" y="293"/>
                  <a:pt x="471" y="293"/>
                  <a:pt x="471" y="293"/>
                </a:cubicBezTo>
                <a:cubicBezTo>
                  <a:pt x="471" y="293"/>
                  <a:pt x="471" y="293"/>
                  <a:pt x="471" y="293"/>
                </a:cubicBezTo>
                <a:cubicBezTo>
                  <a:pt x="471" y="294"/>
                  <a:pt x="471" y="294"/>
                  <a:pt x="471" y="294"/>
                </a:cubicBezTo>
                <a:cubicBezTo>
                  <a:pt x="470" y="294"/>
                  <a:pt x="470" y="294"/>
                  <a:pt x="470" y="294"/>
                </a:cubicBezTo>
                <a:cubicBezTo>
                  <a:pt x="470" y="294"/>
                  <a:pt x="470" y="293"/>
                  <a:pt x="469" y="293"/>
                </a:cubicBezTo>
                <a:cubicBezTo>
                  <a:pt x="470" y="294"/>
                  <a:pt x="470" y="294"/>
                  <a:pt x="470" y="294"/>
                </a:cubicBezTo>
                <a:cubicBezTo>
                  <a:pt x="470" y="294"/>
                  <a:pt x="470" y="294"/>
                  <a:pt x="470" y="294"/>
                </a:cubicBezTo>
                <a:cubicBezTo>
                  <a:pt x="470" y="295"/>
                  <a:pt x="469" y="295"/>
                  <a:pt x="468" y="294"/>
                </a:cubicBezTo>
                <a:cubicBezTo>
                  <a:pt x="468" y="294"/>
                  <a:pt x="468" y="294"/>
                  <a:pt x="468" y="294"/>
                </a:cubicBezTo>
                <a:cubicBezTo>
                  <a:pt x="468" y="294"/>
                  <a:pt x="468" y="294"/>
                  <a:pt x="468" y="294"/>
                </a:cubicBezTo>
                <a:cubicBezTo>
                  <a:pt x="468" y="293"/>
                  <a:pt x="467" y="293"/>
                  <a:pt x="467" y="293"/>
                </a:cubicBezTo>
                <a:cubicBezTo>
                  <a:pt x="467" y="293"/>
                  <a:pt x="467" y="293"/>
                  <a:pt x="467" y="293"/>
                </a:cubicBezTo>
                <a:cubicBezTo>
                  <a:pt x="466" y="292"/>
                  <a:pt x="465" y="292"/>
                  <a:pt x="464" y="291"/>
                </a:cubicBezTo>
                <a:cubicBezTo>
                  <a:pt x="464" y="291"/>
                  <a:pt x="464" y="291"/>
                  <a:pt x="464" y="291"/>
                </a:cubicBezTo>
                <a:cubicBezTo>
                  <a:pt x="464" y="291"/>
                  <a:pt x="464" y="291"/>
                  <a:pt x="464" y="291"/>
                </a:cubicBezTo>
                <a:cubicBezTo>
                  <a:pt x="464" y="290"/>
                  <a:pt x="463" y="290"/>
                  <a:pt x="463" y="290"/>
                </a:cubicBezTo>
                <a:cubicBezTo>
                  <a:pt x="463" y="290"/>
                  <a:pt x="463" y="290"/>
                  <a:pt x="463" y="290"/>
                </a:cubicBezTo>
                <a:cubicBezTo>
                  <a:pt x="462" y="290"/>
                  <a:pt x="462" y="290"/>
                  <a:pt x="462" y="289"/>
                </a:cubicBezTo>
                <a:cubicBezTo>
                  <a:pt x="462" y="289"/>
                  <a:pt x="462" y="289"/>
                  <a:pt x="462" y="289"/>
                </a:cubicBezTo>
                <a:cubicBezTo>
                  <a:pt x="462" y="290"/>
                  <a:pt x="462" y="290"/>
                  <a:pt x="462" y="290"/>
                </a:cubicBezTo>
                <a:cubicBezTo>
                  <a:pt x="462" y="290"/>
                  <a:pt x="463" y="290"/>
                  <a:pt x="463" y="290"/>
                </a:cubicBezTo>
                <a:cubicBezTo>
                  <a:pt x="463" y="291"/>
                  <a:pt x="463" y="291"/>
                  <a:pt x="462" y="291"/>
                </a:cubicBezTo>
                <a:cubicBezTo>
                  <a:pt x="462" y="291"/>
                  <a:pt x="463" y="291"/>
                  <a:pt x="463" y="291"/>
                </a:cubicBezTo>
                <a:cubicBezTo>
                  <a:pt x="463" y="291"/>
                  <a:pt x="463" y="291"/>
                  <a:pt x="463" y="291"/>
                </a:cubicBezTo>
                <a:cubicBezTo>
                  <a:pt x="463" y="292"/>
                  <a:pt x="464" y="292"/>
                  <a:pt x="464" y="292"/>
                </a:cubicBezTo>
                <a:cubicBezTo>
                  <a:pt x="464" y="292"/>
                  <a:pt x="464" y="292"/>
                  <a:pt x="464" y="292"/>
                </a:cubicBezTo>
                <a:cubicBezTo>
                  <a:pt x="464" y="293"/>
                  <a:pt x="464" y="293"/>
                  <a:pt x="464" y="293"/>
                </a:cubicBezTo>
                <a:cubicBezTo>
                  <a:pt x="464" y="293"/>
                  <a:pt x="464" y="293"/>
                  <a:pt x="463" y="293"/>
                </a:cubicBezTo>
                <a:cubicBezTo>
                  <a:pt x="464" y="293"/>
                  <a:pt x="464" y="293"/>
                  <a:pt x="464" y="293"/>
                </a:cubicBezTo>
                <a:cubicBezTo>
                  <a:pt x="464" y="293"/>
                  <a:pt x="464" y="293"/>
                  <a:pt x="464" y="293"/>
                </a:cubicBezTo>
                <a:cubicBezTo>
                  <a:pt x="464" y="294"/>
                  <a:pt x="464" y="294"/>
                  <a:pt x="464" y="294"/>
                </a:cubicBezTo>
                <a:cubicBezTo>
                  <a:pt x="464" y="294"/>
                  <a:pt x="465" y="294"/>
                  <a:pt x="465" y="294"/>
                </a:cubicBezTo>
                <a:cubicBezTo>
                  <a:pt x="465" y="293"/>
                  <a:pt x="465" y="293"/>
                  <a:pt x="465" y="293"/>
                </a:cubicBezTo>
                <a:cubicBezTo>
                  <a:pt x="465" y="293"/>
                  <a:pt x="466" y="293"/>
                  <a:pt x="466" y="293"/>
                </a:cubicBezTo>
                <a:cubicBezTo>
                  <a:pt x="466" y="293"/>
                  <a:pt x="467" y="293"/>
                  <a:pt x="467" y="294"/>
                </a:cubicBezTo>
                <a:cubicBezTo>
                  <a:pt x="467" y="294"/>
                  <a:pt x="467" y="294"/>
                  <a:pt x="466" y="294"/>
                </a:cubicBezTo>
                <a:cubicBezTo>
                  <a:pt x="466" y="294"/>
                  <a:pt x="466" y="294"/>
                  <a:pt x="466" y="294"/>
                </a:cubicBezTo>
                <a:cubicBezTo>
                  <a:pt x="466" y="295"/>
                  <a:pt x="466" y="295"/>
                  <a:pt x="466" y="295"/>
                </a:cubicBezTo>
                <a:cubicBezTo>
                  <a:pt x="466" y="295"/>
                  <a:pt x="466" y="294"/>
                  <a:pt x="466" y="294"/>
                </a:cubicBezTo>
                <a:cubicBezTo>
                  <a:pt x="467" y="294"/>
                  <a:pt x="467" y="294"/>
                  <a:pt x="467" y="294"/>
                </a:cubicBezTo>
                <a:cubicBezTo>
                  <a:pt x="467" y="294"/>
                  <a:pt x="467" y="294"/>
                  <a:pt x="467" y="294"/>
                </a:cubicBezTo>
                <a:cubicBezTo>
                  <a:pt x="467" y="294"/>
                  <a:pt x="468" y="294"/>
                  <a:pt x="468" y="294"/>
                </a:cubicBezTo>
                <a:cubicBezTo>
                  <a:pt x="468" y="294"/>
                  <a:pt x="468" y="295"/>
                  <a:pt x="468" y="295"/>
                </a:cubicBezTo>
                <a:cubicBezTo>
                  <a:pt x="468" y="295"/>
                  <a:pt x="468" y="295"/>
                  <a:pt x="468" y="295"/>
                </a:cubicBezTo>
                <a:cubicBezTo>
                  <a:pt x="468" y="295"/>
                  <a:pt x="469" y="295"/>
                  <a:pt x="469" y="295"/>
                </a:cubicBezTo>
                <a:cubicBezTo>
                  <a:pt x="469" y="295"/>
                  <a:pt x="469" y="295"/>
                  <a:pt x="469" y="295"/>
                </a:cubicBezTo>
                <a:cubicBezTo>
                  <a:pt x="470" y="295"/>
                  <a:pt x="471" y="295"/>
                  <a:pt x="471" y="296"/>
                </a:cubicBezTo>
                <a:cubicBezTo>
                  <a:pt x="471" y="296"/>
                  <a:pt x="471" y="296"/>
                  <a:pt x="471" y="297"/>
                </a:cubicBezTo>
                <a:cubicBezTo>
                  <a:pt x="471" y="297"/>
                  <a:pt x="471" y="297"/>
                  <a:pt x="471" y="297"/>
                </a:cubicBezTo>
                <a:cubicBezTo>
                  <a:pt x="470" y="296"/>
                  <a:pt x="470" y="296"/>
                  <a:pt x="469" y="296"/>
                </a:cubicBezTo>
                <a:cubicBezTo>
                  <a:pt x="469" y="297"/>
                  <a:pt x="469" y="297"/>
                  <a:pt x="470" y="297"/>
                </a:cubicBezTo>
                <a:cubicBezTo>
                  <a:pt x="470" y="297"/>
                  <a:pt x="470" y="297"/>
                  <a:pt x="470" y="297"/>
                </a:cubicBezTo>
                <a:cubicBezTo>
                  <a:pt x="470" y="297"/>
                  <a:pt x="469" y="297"/>
                  <a:pt x="470" y="297"/>
                </a:cubicBezTo>
                <a:cubicBezTo>
                  <a:pt x="470" y="297"/>
                  <a:pt x="470" y="298"/>
                  <a:pt x="470" y="298"/>
                </a:cubicBezTo>
                <a:cubicBezTo>
                  <a:pt x="470" y="298"/>
                  <a:pt x="471" y="298"/>
                  <a:pt x="471" y="298"/>
                </a:cubicBezTo>
                <a:cubicBezTo>
                  <a:pt x="471" y="298"/>
                  <a:pt x="471" y="298"/>
                  <a:pt x="471" y="298"/>
                </a:cubicBezTo>
                <a:cubicBezTo>
                  <a:pt x="471" y="298"/>
                  <a:pt x="470" y="299"/>
                  <a:pt x="470" y="299"/>
                </a:cubicBezTo>
                <a:cubicBezTo>
                  <a:pt x="471" y="299"/>
                  <a:pt x="471" y="299"/>
                  <a:pt x="471" y="299"/>
                </a:cubicBezTo>
                <a:cubicBezTo>
                  <a:pt x="471" y="299"/>
                  <a:pt x="471" y="299"/>
                  <a:pt x="471" y="299"/>
                </a:cubicBezTo>
                <a:cubicBezTo>
                  <a:pt x="471" y="299"/>
                  <a:pt x="471" y="299"/>
                  <a:pt x="471" y="300"/>
                </a:cubicBezTo>
                <a:cubicBezTo>
                  <a:pt x="471" y="300"/>
                  <a:pt x="471" y="300"/>
                  <a:pt x="471" y="300"/>
                </a:cubicBezTo>
                <a:cubicBezTo>
                  <a:pt x="471" y="300"/>
                  <a:pt x="471" y="300"/>
                  <a:pt x="471" y="300"/>
                </a:cubicBezTo>
                <a:cubicBezTo>
                  <a:pt x="471" y="301"/>
                  <a:pt x="471" y="301"/>
                  <a:pt x="471" y="301"/>
                </a:cubicBezTo>
                <a:cubicBezTo>
                  <a:pt x="471" y="301"/>
                  <a:pt x="471" y="301"/>
                  <a:pt x="471" y="301"/>
                </a:cubicBezTo>
                <a:cubicBezTo>
                  <a:pt x="471" y="301"/>
                  <a:pt x="471" y="301"/>
                  <a:pt x="471" y="301"/>
                </a:cubicBezTo>
                <a:cubicBezTo>
                  <a:pt x="471" y="302"/>
                  <a:pt x="472" y="302"/>
                  <a:pt x="471" y="303"/>
                </a:cubicBezTo>
                <a:cubicBezTo>
                  <a:pt x="472" y="303"/>
                  <a:pt x="472" y="303"/>
                  <a:pt x="472" y="303"/>
                </a:cubicBezTo>
                <a:cubicBezTo>
                  <a:pt x="472" y="303"/>
                  <a:pt x="472" y="304"/>
                  <a:pt x="472" y="304"/>
                </a:cubicBezTo>
                <a:cubicBezTo>
                  <a:pt x="472" y="304"/>
                  <a:pt x="472" y="305"/>
                  <a:pt x="472" y="305"/>
                </a:cubicBezTo>
                <a:cubicBezTo>
                  <a:pt x="472" y="305"/>
                  <a:pt x="472" y="305"/>
                  <a:pt x="472" y="306"/>
                </a:cubicBezTo>
                <a:cubicBezTo>
                  <a:pt x="472" y="306"/>
                  <a:pt x="472" y="306"/>
                  <a:pt x="472" y="306"/>
                </a:cubicBezTo>
                <a:cubicBezTo>
                  <a:pt x="473" y="306"/>
                  <a:pt x="473" y="306"/>
                  <a:pt x="472" y="307"/>
                </a:cubicBezTo>
                <a:cubicBezTo>
                  <a:pt x="472" y="307"/>
                  <a:pt x="472" y="307"/>
                  <a:pt x="472" y="307"/>
                </a:cubicBezTo>
                <a:cubicBezTo>
                  <a:pt x="472" y="307"/>
                  <a:pt x="472" y="307"/>
                  <a:pt x="472" y="307"/>
                </a:cubicBezTo>
                <a:cubicBezTo>
                  <a:pt x="473" y="308"/>
                  <a:pt x="473" y="308"/>
                  <a:pt x="473" y="309"/>
                </a:cubicBezTo>
                <a:close/>
                <a:moveTo>
                  <a:pt x="472" y="311"/>
                </a:moveTo>
                <a:cubicBezTo>
                  <a:pt x="472" y="311"/>
                  <a:pt x="472" y="311"/>
                  <a:pt x="472" y="311"/>
                </a:cubicBezTo>
                <a:close/>
                <a:moveTo>
                  <a:pt x="484" y="329"/>
                </a:moveTo>
                <a:cubicBezTo>
                  <a:pt x="484" y="329"/>
                  <a:pt x="484" y="329"/>
                  <a:pt x="484" y="329"/>
                </a:cubicBezTo>
                <a:cubicBezTo>
                  <a:pt x="484" y="329"/>
                  <a:pt x="484" y="329"/>
                  <a:pt x="484" y="329"/>
                </a:cubicBezTo>
                <a:cubicBezTo>
                  <a:pt x="484" y="328"/>
                  <a:pt x="484" y="329"/>
                  <a:pt x="484" y="329"/>
                </a:cubicBezTo>
                <a:cubicBezTo>
                  <a:pt x="484" y="329"/>
                  <a:pt x="483" y="329"/>
                  <a:pt x="483" y="329"/>
                </a:cubicBezTo>
                <a:cubicBezTo>
                  <a:pt x="483" y="329"/>
                  <a:pt x="483" y="329"/>
                  <a:pt x="483" y="329"/>
                </a:cubicBezTo>
                <a:cubicBezTo>
                  <a:pt x="483" y="329"/>
                  <a:pt x="483" y="330"/>
                  <a:pt x="483" y="330"/>
                </a:cubicBezTo>
                <a:cubicBezTo>
                  <a:pt x="483" y="330"/>
                  <a:pt x="483" y="330"/>
                  <a:pt x="483" y="330"/>
                </a:cubicBezTo>
                <a:cubicBezTo>
                  <a:pt x="483" y="331"/>
                  <a:pt x="483" y="331"/>
                  <a:pt x="484" y="330"/>
                </a:cubicBezTo>
                <a:cubicBezTo>
                  <a:pt x="484" y="330"/>
                  <a:pt x="484" y="330"/>
                  <a:pt x="484" y="330"/>
                </a:cubicBezTo>
                <a:cubicBezTo>
                  <a:pt x="484" y="331"/>
                  <a:pt x="484" y="331"/>
                  <a:pt x="485" y="330"/>
                </a:cubicBezTo>
                <a:cubicBezTo>
                  <a:pt x="485" y="330"/>
                  <a:pt x="485" y="330"/>
                  <a:pt x="485" y="330"/>
                </a:cubicBezTo>
                <a:cubicBezTo>
                  <a:pt x="485" y="329"/>
                  <a:pt x="484" y="329"/>
                  <a:pt x="484" y="329"/>
                </a:cubicBezTo>
                <a:close/>
                <a:moveTo>
                  <a:pt x="482" y="327"/>
                </a:moveTo>
                <a:cubicBezTo>
                  <a:pt x="482" y="327"/>
                  <a:pt x="482" y="327"/>
                  <a:pt x="482" y="327"/>
                </a:cubicBezTo>
                <a:cubicBezTo>
                  <a:pt x="482" y="328"/>
                  <a:pt x="481" y="328"/>
                  <a:pt x="481" y="328"/>
                </a:cubicBezTo>
                <a:cubicBezTo>
                  <a:pt x="481" y="328"/>
                  <a:pt x="481" y="328"/>
                  <a:pt x="481" y="328"/>
                </a:cubicBezTo>
                <a:cubicBezTo>
                  <a:pt x="482" y="328"/>
                  <a:pt x="481" y="329"/>
                  <a:pt x="481" y="329"/>
                </a:cubicBezTo>
                <a:cubicBezTo>
                  <a:pt x="481" y="329"/>
                  <a:pt x="481" y="330"/>
                  <a:pt x="482" y="330"/>
                </a:cubicBezTo>
                <a:cubicBezTo>
                  <a:pt x="482" y="329"/>
                  <a:pt x="482" y="329"/>
                  <a:pt x="482" y="328"/>
                </a:cubicBezTo>
                <a:cubicBezTo>
                  <a:pt x="482" y="329"/>
                  <a:pt x="483" y="328"/>
                  <a:pt x="482" y="328"/>
                </a:cubicBezTo>
                <a:cubicBezTo>
                  <a:pt x="483" y="328"/>
                  <a:pt x="483" y="328"/>
                  <a:pt x="483" y="328"/>
                </a:cubicBezTo>
                <a:cubicBezTo>
                  <a:pt x="483" y="327"/>
                  <a:pt x="482" y="328"/>
                  <a:pt x="482" y="327"/>
                </a:cubicBezTo>
                <a:close/>
                <a:moveTo>
                  <a:pt x="490" y="337"/>
                </a:moveTo>
                <a:cubicBezTo>
                  <a:pt x="490" y="336"/>
                  <a:pt x="490" y="336"/>
                  <a:pt x="490" y="336"/>
                </a:cubicBezTo>
                <a:cubicBezTo>
                  <a:pt x="490" y="336"/>
                  <a:pt x="490" y="336"/>
                  <a:pt x="490" y="336"/>
                </a:cubicBezTo>
                <a:cubicBezTo>
                  <a:pt x="490" y="336"/>
                  <a:pt x="490" y="336"/>
                  <a:pt x="490" y="336"/>
                </a:cubicBezTo>
                <a:cubicBezTo>
                  <a:pt x="490" y="336"/>
                  <a:pt x="490" y="335"/>
                  <a:pt x="490" y="335"/>
                </a:cubicBezTo>
                <a:cubicBezTo>
                  <a:pt x="489" y="335"/>
                  <a:pt x="489" y="335"/>
                  <a:pt x="489" y="335"/>
                </a:cubicBezTo>
                <a:cubicBezTo>
                  <a:pt x="489" y="335"/>
                  <a:pt x="489" y="335"/>
                  <a:pt x="489" y="335"/>
                </a:cubicBezTo>
                <a:cubicBezTo>
                  <a:pt x="489" y="335"/>
                  <a:pt x="489" y="336"/>
                  <a:pt x="489" y="336"/>
                </a:cubicBezTo>
                <a:cubicBezTo>
                  <a:pt x="489" y="336"/>
                  <a:pt x="490" y="337"/>
                  <a:pt x="490" y="337"/>
                </a:cubicBezTo>
                <a:cubicBezTo>
                  <a:pt x="490" y="337"/>
                  <a:pt x="490" y="338"/>
                  <a:pt x="490" y="338"/>
                </a:cubicBezTo>
                <a:cubicBezTo>
                  <a:pt x="490" y="337"/>
                  <a:pt x="491" y="337"/>
                  <a:pt x="490" y="337"/>
                </a:cubicBezTo>
                <a:cubicBezTo>
                  <a:pt x="490" y="337"/>
                  <a:pt x="490" y="337"/>
                  <a:pt x="490" y="337"/>
                </a:cubicBezTo>
                <a:close/>
                <a:moveTo>
                  <a:pt x="482" y="326"/>
                </a:moveTo>
                <a:cubicBezTo>
                  <a:pt x="482" y="326"/>
                  <a:pt x="482" y="326"/>
                  <a:pt x="482" y="326"/>
                </a:cubicBezTo>
                <a:cubicBezTo>
                  <a:pt x="482" y="326"/>
                  <a:pt x="482" y="326"/>
                  <a:pt x="482" y="325"/>
                </a:cubicBezTo>
                <a:cubicBezTo>
                  <a:pt x="481" y="325"/>
                  <a:pt x="481" y="325"/>
                  <a:pt x="481" y="325"/>
                </a:cubicBezTo>
                <a:cubicBezTo>
                  <a:pt x="481" y="325"/>
                  <a:pt x="481" y="325"/>
                  <a:pt x="480" y="325"/>
                </a:cubicBezTo>
                <a:cubicBezTo>
                  <a:pt x="480" y="326"/>
                  <a:pt x="481" y="326"/>
                  <a:pt x="481" y="326"/>
                </a:cubicBezTo>
                <a:cubicBezTo>
                  <a:pt x="481" y="326"/>
                  <a:pt x="481" y="326"/>
                  <a:pt x="481" y="326"/>
                </a:cubicBezTo>
                <a:cubicBezTo>
                  <a:pt x="480" y="326"/>
                  <a:pt x="480" y="326"/>
                  <a:pt x="480" y="327"/>
                </a:cubicBezTo>
                <a:cubicBezTo>
                  <a:pt x="480" y="327"/>
                  <a:pt x="480" y="326"/>
                  <a:pt x="481" y="327"/>
                </a:cubicBezTo>
                <a:cubicBezTo>
                  <a:pt x="481" y="327"/>
                  <a:pt x="481" y="327"/>
                  <a:pt x="482" y="326"/>
                </a:cubicBezTo>
                <a:close/>
                <a:moveTo>
                  <a:pt x="483" y="325"/>
                </a:moveTo>
                <a:cubicBezTo>
                  <a:pt x="483" y="325"/>
                  <a:pt x="483" y="325"/>
                  <a:pt x="483" y="325"/>
                </a:cubicBezTo>
                <a:cubicBezTo>
                  <a:pt x="483" y="325"/>
                  <a:pt x="483" y="326"/>
                  <a:pt x="483" y="326"/>
                </a:cubicBezTo>
                <a:cubicBezTo>
                  <a:pt x="483" y="326"/>
                  <a:pt x="484" y="326"/>
                  <a:pt x="484" y="327"/>
                </a:cubicBezTo>
                <a:cubicBezTo>
                  <a:pt x="484" y="327"/>
                  <a:pt x="484" y="327"/>
                  <a:pt x="484" y="327"/>
                </a:cubicBezTo>
                <a:cubicBezTo>
                  <a:pt x="484" y="326"/>
                  <a:pt x="485" y="326"/>
                  <a:pt x="484" y="326"/>
                </a:cubicBezTo>
                <a:cubicBezTo>
                  <a:pt x="484" y="325"/>
                  <a:pt x="484" y="325"/>
                  <a:pt x="483" y="325"/>
                </a:cubicBezTo>
                <a:close/>
                <a:moveTo>
                  <a:pt x="466" y="298"/>
                </a:moveTo>
                <a:cubicBezTo>
                  <a:pt x="466" y="298"/>
                  <a:pt x="466" y="298"/>
                  <a:pt x="466" y="298"/>
                </a:cubicBezTo>
                <a:cubicBezTo>
                  <a:pt x="465" y="298"/>
                  <a:pt x="465" y="298"/>
                  <a:pt x="465" y="298"/>
                </a:cubicBezTo>
                <a:cubicBezTo>
                  <a:pt x="465" y="299"/>
                  <a:pt x="465" y="298"/>
                  <a:pt x="464" y="298"/>
                </a:cubicBezTo>
                <a:cubicBezTo>
                  <a:pt x="464" y="299"/>
                  <a:pt x="464" y="299"/>
                  <a:pt x="464" y="299"/>
                </a:cubicBezTo>
                <a:cubicBezTo>
                  <a:pt x="464" y="299"/>
                  <a:pt x="464" y="300"/>
                  <a:pt x="465" y="300"/>
                </a:cubicBezTo>
                <a:cubicBezTo>
                  <a:pt x="465" y="300"/>
                  <a:pt x="465" y="300"/>
                  <a:pt x="465" y="299"/>
                </a:cubicBezTo>
                <a:cubicBezTo>
                  <a:pt x="465" y="299"/>
                  <a:pt x="465" y="299"/>
                  <a:pt x="465" y="299"/>
                </a:cubicBezTo>
                <a:cubicBezTo>
                  <a:pt x="465" y="299"/>
                  <a:pt x="465" y="299"/>
                  <a:pt x="466" y="299"/>
                </a:cubicBezTo>
                <a:cubicBezTo>
                  <a:pt x="466" y="299"/>
                  <a:pt x="466" y="299"/>
                  <a:pt x="466" y="298"/>
                </a:cubicBezTo>
                <a:close/>
                <a:moveTo>
                  <a:pt x="484" y="321"/>
                </a:moveTo>
                <a:cubicBezTo>
                  <a:pt x="484" y="321"/>
                  <a:pt x="485" y="322"/>
                  <a:pt x="485" y="322"/>
                </a:cubicBezTo>
                <a:cubicBezTo>
                  <a:pt x="485" y="321"/>
                  <a:pt x="485" y="321"/>
                  <a:pt x="485" y="321"/>
                </a:cubicBezTo>
                <a:cubicBezTo>
                  <a:pt x="485" y="321"/>
                  <a:pt x="485" y="321"/>
                  <a:pt x="485" y="320"/>
                </a:cubicBezTo>
                <a:cubicBezTo>
                  <a:pt x="485" y="320"/>
                  <a:pt x="485" y="320"/>
                  <a:pt x="485" y="320"/>
                </a:cubicBezTo>
                <a:cubicBezTo>
                  <a:pt x="484" y="320"/>
                  <a:pt x="484" y="320"/>
                  <a:pt x="485" y="320"/>
                </a:cubicBezTo>
                <a:cubicBezTo>
                  <a:pt x="485" y="320"/>
                  <a:pt x="485" y="320"/>
                  <a:pt x="485" y="320"/>
                </a:cubicBezTo>
                <a:cubicBezTo>
                  <a:pt x="484" y="320"/>
                  <a:pt x="484" y="320"/>
                  <a:pt x="484" y="321"/>
                </a:cubicBezTo>
                <a:close/>
                <a:moveTo>
                  <a:pt x="477" y="319"/>
                </a:moveTo>
                <a:cubicBezTo>
                  <a:pt x="477" y="319"/>
                  <a:pt x="476" y="320"/>
                  <a:pt x="476" y="320"/>
                </a:cubicBezTo>
                <a:cubicBezTo>
                  <a:pt x="476" y="320"/>
                  <a:pt x="476" y="320"/>
                  <a:pt x="476" y="320"/>
                </a:cubicBezTo>
                <a:cubicBezTo>
                  <a:pt x="476" y="319"/>
                  <a:pt x="476" y="319"/>
                  <a:pt x="475" y="320"/>
                </a:cubicBezTo>
                <a:cubicBezTo>
                  <a:pt x="475" y="320"/>
                  <a:pt x="475" y="319"/>
                  <a:pt x="475" y="320"/>
                </a:cubicBezTo>
                <a:cubicBezTo>
                  <a:pt x="475" y="320"/>
                  <a:pt x="475" y="320"/>
                  <a:pt x="475" y="320"/>
                </a:cubicBezTo>
                <a:cubicBezTo>
                  <a:pt x="476" y="320"/>
                  <a:pt x="475" y="320"/>
                  <a:pt x="475" y="321"/>
                </a:cubicBezTo>
                <a:cubicBezTo>
                  <a:pt x="475" y="321"/>
                  <a:pt x="476" y="321"/>
                  <a:pt x="476" y="321"/>
                </a:cubicBezTo>
                <a:cubicBezTo>
                  <a:pt x="476" y="320"/>
                  <a:pt x="477" y="320"/>
                  <a:pt x="477" y="320"/>
                </a:cubicBezTo>
                <a:cubicBezTo>
                  <a:pt x="477" y="320"/>
                  <a:pt x="477" y="320"/>
                  <a:pt x="477" y="319"/>
                </a:cubicBezTo>
                <a:cubicBezTo>
                  <a:pt x="477" y="319"/>
                  <a:pt x="477" y="319"/>
                  <a:pt x="477" y="319"/>
                </a:cubicBezTo>
                <a:close/>
                <a:moveTo>
                  <a:pt x="482" y="327"/>
                </a:moveTo>
                <a:cubicBezTo>
                  <a:pt x="482" y="327"/>
                  <a:pt x="482" y="327"/>
                  <a:pt x="482" y="327"/>
                </a:cubicBezTo>
                <a:cubicBezTo>
                  <a:pt x="482" y="327"/>
                  <a:pt x="482" y="327"/>
                  <a:pt x="483" y="327"/>
                </a:cubicBezTo>
                <a:cubicBezTo>
                  <a:pt x="483" y="327"/>
                  <a:pt x="483" y="327"/>
                  <a:pt x="483" y="327"/>
                </a:cubicBezTo>
                <a:cubicBezTo>
                  <a:pt x="483" y="326"/>
                  <a:pt x="483" y="326"/>
                  <a:pt x="483" y="326"/>
                </a:cubicBezTo>
                <a:cubicBezTo>
                  <a:pt x="482" y="326"/>
                  <a:pt x="482" y="326"/>
                  <a:pt x="482" y="326"/>
                </a:cubicBezTo>
                <a:cubicBezTo>
                  <a:pt x="482" y="326"/>
                  <a:pt x="482" y="326"/>
                  <a:pt x="482" y="326"/>
                </a:cubicBezTo>
                <a:cubicBezTo>
                  <a:pt x="482" y="327"/>
                  <a:pt x="482" y="327"/>
                  <a:pt x="482" y="327"/>
                </a:cubicBezTo>
                <a:close/>
                <a:moveTo>
                  <a:pt x="479" y="319"/>
                </a:moveTo>
                <a:cubicBezTo>
                  <a:pt x="479" y="319"/>
                  <a:pt x="479" y="319"/>
                  <a:pt x="479" y="320"/>
                </a:cubicBezTo>
                <a:cubicBezTo>
                  <a:pt x="479" y="320"/>
                  <a:pt x="479" y="320"/>
                  <a:pt x="479" y="320"/>
                </a:cubicBezTo>
                <a:cubicBezTo>
                  <a:pt x="479" y="321"/>
                  <a:pt x="479" y="321"/>
                  <a:pt x="479" y="321"/>
                </a:cubicBezTo>
                <a:cubicBezTo>
                  <a:pt x="479" y="321"/>
                  <a:pt x="479" y="320"/>
                  <a:pt x="479" y="320"/>
                </a:cubicBezTo>
                <a:cubicBezTo>
                  <a:pt x="479" y="320"/>
                  <a:pt x="479" y="320"/>
                  <a:pt x="480" y="320"/>
                </a:cubicBezTo>
                <a:cubicBezTo>
                  <a:pt x="480" y="320"/>
                  <a:pt x="480" y="319"/>
                  <a:pt x="479" y="319"/>
                </a:cubicBezTo>
                <a:cubicBezTo>
                  <a:pt x="479" y="319"/>
                  <a:pt x="479" y="319"/>
                  <a:pt x="479" y="319"/>
                </a:cubicBezTo>
                <a:close/>
                <a:moveTo>
                  <a:pt x="460" y="281"/>
                </a:moveTo>
                <a:cubicBezTo>
                  <a:pt x="460" y="281"/>
                  <a:pt x="460" y="281"/>
                  <a:pt x="460" y="281"/>
                </a:cubicBezTo>
                <a:cubicBezTo>
                  <a:pt x="460" y="280"/>
                  <a:pt x="460" y="280"/>
                  <a:pt x="460" y="280"/>
                </a:cubicBezTo>
                <a:cubicBezTo>
                  <a:pt x="460" y="280"/>
                  <a:pt x="459" y="281"/>
                  <a:pt x="459" y="281"/>
                </a:cubicBezTo>
                <a:cubicBezTo>
                  <a:pt x="459" y="281"/>
                  <a:pt x="459" y="281"/>
                  <a:pt x="460" y="281"/>
                </a:cubicBezTo>
                <a:close/>
                <a:moveTo>
                  <a:pt x="487" y="316"/>
                </a:moveTo>
                <a:cubicBezTo>
                  <a:pt x="487" y="316"/>
                  <a:pt x="486" y="317"/>
                  <a:pt x="486" y="317"/>
                </a:cubicBezTo>
                <a:cubicBezTo>
                  <a:pt x="486" y="317"/>
                  <a:pt x="487" y="317"/>
                  <a:pt x="487" y="317"/>
                </a:cubicBezTo>
                <a:cubicBezTo>
                  <a:pt x="487" y="317"/>
                  <a:pt x="487" y="317"/>
                  <a:pt x="487" y="317"/>
                </a:cubicBezTo>
                <a:cubicBezTo>
                  <a:pt x="487" y="317"/>
                  <a:pt x="487" y="316"/>
                  <a:pt x="487" y="316"/>
                </a:cubicBezTo>
                <a:close/>
                <a:moveTo>
                  <a:pt x="463" y="291"/>
                </a:moveTo>
                <a:cubicBezTo>
                  <a:pt x="463" y="291"/>
                  <a:pt x="463" y="291"/>
                  <a:pt x="464" y="291"/>
                </a:cubicBezTo>
                <a:cubicBezTo>
                  <a:pt x="464" y="292"/>
                  <a:pt x="464" y="291"/>
                  <a:pt x="464" y="291"/>
                </a:cubicBezTo>
                <a:cubicBezTo>
                  <a:pt x="464" y="291"/>
                  <a:pt x="463" y="290"/>
                  <a:pt x="463" y="290"/>
                </a:cubicBezTo>
                <a:cubicBezTo>
                  <a:pt x="463" y="291"/>
                  <a:pt x="463" y="290"/>
                  <a:pt x="463" y="291"/>
                </a:cubicBezTo>
                <a:close/>
                <a:moveTo>
                  <a:pt x="496" y="336"/>
                </a:moveTo>
                <a:cubicBezTo>
                  <a:pt x="496" y="336"/>
                  <a:pt x="496" y="336"/>
                  <a:pt x="496" y="336"/>
                </a:cubicBezTo>
                <a:cubicBezTo>
                  <a:pt x="496" y="336"/>
                  <a:pt x="496" y="336"/>
                  <a:pt x="496" y="336"/>
                </a:cubicBezTo>
                <a:cubicBezTo>
                  <a:pt x="495" y="336"/>
                  <a:pt x="495" y="336"/>
                  <a:pt x="495" y="335"/>
                </a:cubicBezTo>
                <a:cubicBezTo>
                  <a:pt x="496" y="335"/>
                  <a:pt x="496" y="335"/>
                  <a:pt x="496" y="335"/>
                </a:cubicBezTo>
                <a:cubicBezTo>
                  <a:pt x="496" y="334"/>
                  <a:pt x="496" y="334"/>
                  <a:pt x="496" y="334"/>
                </a:cubicBezTo>
                <a:cubicBezTo>
                  <a:pt x="496" y="334"/>
                  <a:pt x="496" y="334"/>
                  <a:pt x="495" y="334"/>
                </a:cubicBezTo>
                <a:cubicBezTo>
                  <a:pt x="496" y="334"/>
                  <a:pt x="496" y="334"/>
                  <a:pt x="496" y="334"/>
                </a:cubicBezTo>
                <a:cubicBezTo>
                  <a:pt x="496" y="334"/>
                  <a:pt x="496" y="334"/>
                  <a:pt x="496" y="334"/>
                </a:cubicBezTo>
                <a:cubicBezTo>
                  <a:pt x="496" y="333"/>
                  <a:pt x="496" y="333"/>
                  <a:pt x="496" y="333"/>
                </a:cubicBezTo>
                <a:cubicBezTo>
                  <a:pt x="495" y="334"/>
                  <a:pt x="495" y="334"/>
                  <a:pt x="495" y="334"/>
                </a:cubicBezTo>
                <a:cubicBezTo>
                  <a:pt x="495" y="334"/>
                  <a:pt x="495" y="335"/>
                  <a:pt x="494" y="335"/>
                </a:cubicBezTo>
                <a:cubicBezTo>
                  <a:pt x="494" y="335"/>
                  <a:pt x="494" y="334"/>
                  <a:pt x="494" y="334"/>
                </a:cubicBezTo>
                <a:cubicBezTo>
                  <a:pt x="494" y="334"/>
                  <a:pt x="494" y="334"/>
                  <a:pt x="494" y="334"/>
                </a:cubicBezTo>
                <a:cubicBezTo>
                  <a:pt x="494" y="334"/>
                  <a:pt x="494" y="334"/>
                  <a:pt x="494" y="334"/>
                </a:cubicBezTo>
                <a:cubicBezTo>
                  <a:pt x="494" y="334"/>
                  <a:pt x="494" y="334"/>
                  <a:pt x="495" y="333"/>
                </a:cubicBezTo>
                <a:cubicBezTo>
                  <a:pt x="495" y="333"/>
                  <a:pt x="495" y="333"/>
                  <a:pt x="495" y="333"/>
                </a:cubicBezTo>
                <a:cubicBezTo>
                  <a:pt x="495" y="332"/>
                  <a:pt x="495" y="332"/>
                  <a:pt x="495" y="332"/>
                </a:cubicBezTo>
                <a:cubicBezTo>
                  <a:pt x="495" y="332"/>
                  <a:pt x="495" y="332"/>
                  <a:pt x="495" y="332"/>
                </a:cubicBezTo>
                <a:cubicBezTo>
                  <a:pt x="495" y="333"/>
                  <a:pt x="495" y="333"/>
                  <a:pt x="496" y="332"/>
                </a:cubicBezTo>
                <a:cubicBezTo>
                  <a:pt x="496" y="332"/>
                  <a:pt x="496" y="332"/>
                  <a:pt x="496" y="332"/>
                </a:cubicBezTo>
                <a:cubicBezTo>
                  <a:pt x="496" y="332"/>
                  <a:pt x="496" y="332"/>
                  <a:pt x="495" y="332"/>
                </a:cubicBezTo>
                <a:cubicBezTo>
                  <a:pt x="496" y="332"/>
                  <a:pt x="496" y="332"/>
                  <a:pt x="496" y="332"/>
                </a:cubicBezTo>
                <a:cubicBezTo>
                  <a:pt x="496" y="331"/>
                  <a:pt x="496" y="330"/>
                  <a:pt x="496" y="330"/>
                </a:cubicBezTo>
                <a:cubicBezTo>
                  <a:pt x="496" y="330"/>
                  <a:pt x="496" y="330"/>
                  <a:pt x="496" y="330"/>
                </a:cubicBezTo>
                <a:cubicBezTo>
                  <a:pt x="496" y="330"/>
                  <a:pt x="495" y="330"/>
                  <a:pt x="495" y="330"/>
                </a:cubicBezTo>
                <a:cubicBezTo>
                  <a:pt x="495" y="330"/>
                  <a:pt x="495" y="331"/>
                  <a:pt x="495" y="331"/>
                </a:cubicBezTo>
                <a:cubicBezTo>
                  <a:pt x="495" y="330"/>
                  <a:pt x="494" y="330"/>
                  <a:pt x="494" y="331"/>
                </a:cubicBezTo>
                <a:cubicBezTo>
                  <a:pt x="494" y="331"/>
                  <a:pt x="494" y="331"/>
                  <a:pt x="494" y="331"/>
                </a:cubicBezTo>
                <a:cubicBezTo>
                  <a:pt x="494" y="330"/>
                  <a:pt x="493" y="331"/>
                  <a:pt x="493" y="331"/>
                </a:cubicBezTo>
                <a:cubicBezTo>
                  <a:pt x="493" y="331"/>
                  <a:pt x="493" y="331"/>
                  <a:pt x="493" y="331"/>
                </a:cubicBezTo>
                <a:cubicBezTo>
                  <a:pt x="493" y="331"/>
                  <a:pt x="493" y="331"/>
                  <a:pt x="493" y="331"/>
                </a:cubicBezTo>
                <a:cubicBezTo>
                  <a:pt x="493" y="331"/>
                  <a:pt x="493" y="331"/>
                  <a:pt x="493" y="330"/>
                </a:cubicBezTo>
                <a:cubicBezTo>
                  <a:pt x="493" y="330"/>
                  <a:pt x="493" y="330"/>
                  <a:pt x="493" y="330"/>
                </a:cubicBezTo>
                <a:cubicBezTo>
                  <a:pt x="493" y="330"/>
                  <a:pt x="494" y="330"/>
                  <a:pt x="494" y="330"/>
                </a:cubicBezTo>
                <a:cubicBezTo>
                  <a:pt x="494" y="330"/>
                  <a:pt x="495" y="330"/>
                  <a:pt x="495" y="330"/>
                </a:cubicBezTo>
                <a:cubicBezTo>
                  <a:pt x="495" y="330"/>
                  <a:pt x="495" y="329"/>
                  <a:pt x="495" y="329"/>
                </a:cubicBezTo>
                <a:cubicBezTo>
                  <a:pt x="495" y="329"/>
                  <a:pt x="495" y="329"/>
                  <a:pt x="495" y="329"/>
                </a:cubicBezTo>
                <a:cubicBezTo>
                  <a:pt x="495" y="329"/>
                  <a:pt x="494" y="328"/>
                  <a:pt x="494" y="328"/>
                </a:cubicBezTo>
                <a:cubicBezTo>
                  <a:pt x="494" y="328"/>
                  <a:pt x="494" y="328"/>
                  <a:pt x="494" y="328"/>
                </a:cubicBezTo>
                <a:cubicBezTo>
                  <a:pt x="494" y="327"/>
                  <a:pt x="493" y="327"/>
                  <a:pt x="493" y="327"/>
                </a:cubicBezTo>
                <a:cubicBezTo>
                  <a:pt x="493" y="327"/>
                  <a:pt x="493" y="328"/>
                  <a:pt x="493" y="328"/>
                </a:cubicBezTo>
                <a:cubicBezTo>
                  <a:pt x="493" y="328"/>
                  <a:pt x="493" y="328"/>
                  <a:pt x="493" y="329"/>
                </a:cubicBezTo>
                <a:cubicBezTo>
                  <a:pt x="493" y="328"/>
                  <a:pt x="493" y="328"/>
                  <a:pt x="493" y="328"/>
                </a:cubicBezTo>
                <a:cubicBezTo>
                  <a:pt x="493" y="327"/>
                  <a:pt x="492" y="328"/>
                  <a:pt x="492" y="327"/>
                </a:cubicBezTo>
                <a:cubicBezTo>
                  <a:pt x="492" y="327"/>
                  <a:pt x="492" y="327"/>
                  <a:pt x="493" y="327"/>
                </a:cubicBezTo>
                <a:cubicBezTo>
                  <a:pt x="493" y="327"/>
                  <a:pt x="493" y="327"/>
                  <a:pt x="493" y="327"/>
                </a:cubicBezTo>
                <a:cubicBezTo>
                  <a:pt x="493" y="327"/>
                  <a:pt x="493" y="326"/>
                  <a:pt x="493" y="326"/>
                </a:cubicBezTo>
                <a:cubicBezTo>
                  <a:pt x="493" y="326"/>
                  <a:pt x="492" y="326"/>
                  <a:pt x="492" y="326"/>
                </a:cubicBezTo>
                <a:cubicBezTo>
                  <a:pt x="492" y="326"/>
                  <a:pt x="492" y="326"/>
                  <a:pt x="492" y="326"/>
                </a:cubicBezTo>
                <a:cubicBezTo>
                  <a:pt x="492" y="326"/>
                  <a:pt x="492" y="326"/>
                  <a:pt x="492" y="326"/>
                </a:cubicBezTo>
                <a:cubicBezTo>
                  <a:pt x="491" y="326"/>
                  <a:pt x="491" y="326"/>
                  <a:pt x="491" y="326"/>
                </a:cubicBezTo>
                <a:cubicBezTo>
                  <a:pt x="491" y="327"/>
                  <a:pt x="490" y="327"/>
                  <a:pt x="490" y="327"/>
                </a:cubicBezTo>
                <a:cubicBezTo>
                  <a:pt x="490" y="327"/>
                  <a:pt x="490" y="326"/>
                  <a:pt x="490" y="326"/>
                </a:cubicBezTo>
                <a:cubicBezTo>
                  <a:pt x="491" y="326"/>
                  <a:pt x="491" y="326"/>
                  <a:pt x="491" y="326"/>
                </a:cubicBezTo>
                <a:cubicBezTo>
                  <a:pt x="491" y="326"/>
                  <a:pt x="491" y="326"/>
                  <a:pt x="491" y="326"/>
                </a:cubicBezTo>
                <a:cubicBezTo>
                  <a:pt x="491" y="325"/>
                  <a:pt x="491" y="325"/>
                  <a:pt x="491" y="325"/>
                </a:cubicBezTo>
                <a:cubicBezTo>
                  <a:pt x="491" y="325"/>
                  <a:pt x="491" y="325"/>
                  <a:pt x="491" y="324"/>
                </a:cubicBezTo>
                <a:cubicBezTo>
                  <a:pt x="491" y="324"/>
                  <a:pt x="491" y="324"/>
                  <a:pt x="492" y="325"/>
                </a:cubicBezTo>
                <a:cubicBezTo>
                  <a:pt x="492" y="325"/>
                  <a:pt x="492" y="325"/>
                  <a:pt x="492" y="325"/>
                </a:cubicBezTo>
                <a:cubicBezTo>
                  <a:pt x="492" y="325"/>
                  <a:pt x="492" y="325"/>
                  <a:pt x="492" y="325"/>
                </a:cubicBezTo>
                <a:cubicBezTo>
                  <a:pt x="493" y="326"/>
                  <a:pt x="494" y="326"/>
                  <a:pt x="494" y="327"/>
                </a:cubicBezTo>
                <a:cubicBezTo>
                  <a:pt x="494" y="327"/>
                  <a:pt x="494" y="327"/>
                  <a:pt x="495" y="327"/>
                </a:cubicBezTo>
                <a:cubicBezTo>
                  <a:pt x="495" y="327"/>
                  <a:pt x="495" y="327"/>
                  <a:pt x="495" y="326"/>
                </a:cubicBezTo>
                <a:cubicBezTo>
                  <a:pt x="494" y="326"/>
                  <a:pt x="494" y="326"/>
                  <a:pt x="494" y="326"/>
                </a:cubicBezTo>
                <a:cubicBezTo>
                  <a:pt x="494" y="325"/>
                  <a:pt x="493" y="325"/>
                  <a:pt x="493" y="325"/>
                </a:cubicBezTo>
                <a:cubicBezTo>
                  <a:pt x="493" y="324"/>
                  <a:pt x="493" y="324"/>
                  <a:pt x="493" y="324"/>
                </a:cubicBezTo>
                <a:cubicBezTo>
                  <a:pt x="493" y="324"/>
                  <a:pt x="493" y="323"/>
                  <a:pt x="492" y="323"/>
                </a:cubicBezTo>
                <a:cubicBezTo>
                  <a:pt x="492" y="323"/>
                  <a:pt x="492" y="324"/>
                  <a:pt x="492" y="324"/>
                </a:cubicBezTo>
                <a:cubicBezTo>
                  <a:pt x="492" y="324"/>
                  <a:pt x="492" y="324"/>
                  <a:pt x="492" y="324"/>
                </a:cubicBezTo>
                <a:cubicBezTo>
                  <a:pt x="492" y="323"/>
                  <a:pt x="492" y="324"/>
                  <a:pt x="491" y="323"/>
                </a:cubicBezTo>
                <a:cubicBezTo>
                  <a:pt x="492" y="323"/>
                  <a:pt x="492" y="323"/>
                  <a:pt x="492" y="323"/>
                </a:cubicBezTo>
                <a:cubicBezTo>
                  <a:pt x="492" y="323"/>
                  <a:pt x="492" y="323"/>
                  <a:pt x="492" y="323"/>
                </a:cubicBezTo>
                <a:cubicBezTo>
                  <a:pt x="492" y="323"/>
                  <a:pt x="492" y="322"/>
                  <a:pt x="492" y="322"/>
                </a:cubicBezTo>
                <a:cubicBezTo>
                  <a:pt x="492" y="322"/>
                  <a:pt x="492" y="322"/>
                  <a:pt x="492" y="322"/>
                </a:cubicBezTo>
                <a:cubicBezTo>
                  <a:pt x="492" y="322"/>
                  <a:pt x="492" y="321"/>
                  <a:pt x="491" y="321"/>
                </a:cubicBezTo>
                <a:cubicBezTo>
                  <a:pt x="491" y="321"/>
                  <a:pt x="491" y="320"/>
                  <a:pt x="491" y="320"/>
                </a:cubicBezTo>
                <a:cubicBezTo>
                  <a:pt x="490" y="320"/>
                  <a:pt x="490" y="320"/>
                  <a:pt x="490" y="320"/>
                </a:cubicBezTo>
                <a:cubicBezTo>
                  <a:pt x="491" y="319"/>
                  <a:pt x="490" y="319"/>
                  <a:pt x="490" y="319"/>
                </a:cubicBezTo>
                <a:cubicBezTo>
                  <a:pt x="490" y="319"/>
                  <a:pt x="490" y="319"/>
                  <a:pt x="490" y="319"/>
                </a:cubicBezTo>
                <a:cubicBezTo>
                  <a:pt x="489" y="318"/>
                  <a:pt x="489" y="318"/>
                  <a:pt x="488" y="318"/>
                </a:cubicBezTo>
                <a:cubicBezTo>
                  <a:pt x="488" y="318"/>
                  <a:pt x="488" y="318"/>
                  <a:pt x="488" y="317"/>
                </a:cubicBezTo>
                <a:cubicBezTo>
                  <a:pt x="487" y="318"/>
                  <a:pt x="487" y="317"/>
                  <a:pt x="486" y="318"/>
                </a:cubicBezTo>
                <a:cubicBezTo>
                  <a:pt x="486" y="318"/>
                  <a:pt x="486" y="317"/>
                  <a:pt x="486" y="317"/>
                </a:cubicBezTo>
                <a:cubicBezTo>
                  <a:pt x="486" y="317"/>
                  <a:pt x="486" y="317"/>
                  <a:pt x="486" y="316"/>
                </a:cubicBezTo>
                <a:cubicBezTo>
                  <a:pt x="486" y="316"/>
                  <a:pt x="486" y="316"/>
                  <a:pt x="486" y="316"/>
                </a:cubicBezTo>
                <a:cubicBezTo>
                  <a:pt x="486" y="316"/>
                  <a:pt x="487" y="315"/>
                  <a:pt x="486" y="315"/>
                </a:cubicBezTo>
                <a:cubicBezTo>
                  <a:pt x="486" y="315"/>
                  <a:pt x="486" y="315"/>
                  <a:pt x="486" y="315"/>
                </a:cubicBezTo>
                <a:cubicBezTo>
                  <a:pt x="486" y="315"/>
                  <a:pt x="487" y="314"/>
                  <a:pt x="486" y="314"/>
                </a:cubicBezTo>
                <a:cubicBezTo>
                  <a:pt x="486" y="314"/>
                  <a:pt x="486" y="314"/>
                  <a:pt x="486" y="313"/>
                </a:cubicBezTo>
                <a:cubicBezTo>
                  <a:pt x="486" y="313"/>
                  <a:pt x="486" y="313"/>
                  <a:pt x="485" y="313"/>
                </a:cubicBezTo>
                <a:cubicBezTo>
                  <a:pt x="485" y="313"/>
                  <a:pt x="485" y="313"/>
                  <a:pt x="485" y="313"/>
                </a:cubicBezTo>
                <a:cubicBezTo>
                  <a:pt x="485" y="313"/>
                  <a:pt x="485" y="313"/>
                  <a:pt x="484" y="313"/>
                </a:cubicBezTo>
                <a:cubicBezTo>
                  <a:pt x="484" y="313"/>
                  <a:pt x="484" y="313"/>
                  <a:pt x="484" y="314"/>
                </a:cubicBezTo>
                <a:cubicBezTo>
                  <a:pt x="484" y="314"/>
                  <a:pt x="484" y="314"/>
                  <a:pt x="484" y="314"/>
                </a:cubicBezTo>
                <a:cubicBezTo>
                  <a:pt x="484" y="314"/>
                  <a:pt x="484" y="314"/>
                  <a:pt x="484" y="314"/>
                </a:cubicBezTo>
                <a:cubicBezTo>
                  <a:pt x="484" y="313"/>
                  <a:pt x="484" y="313"/>
                  <a:pt x="484" y="313"/>
                </a:cubicBezTo>
                <a:cubicBezTo>
                  <a:pt x="484" y="313"/>
                  <a:pt x="484" y="313"/>
                  <a:pt x="484" y="313"/>
                </a:cubicBezTo>
                <a:cubicBezTo>
                  <a:pt x="484" y="313"/>
                  <a:pt x="483" y="313"/>
                  <a:pt x="483" y="313"/>
                </a:cubicBezTo>
                <a:cubicBezTo>
                  <a:pt x="483" y="313"/>
                  <a:pt x="482" y="313"/>
                  <a:pt x="482" y="313"/>
                </a:cubicBezTo>
                <a:cubicBezTo>
                  <a:pt x="482" y="313"/>
                  <a:pt x="482" y="312"/>
                  <a:pt x="481" y="313"/>
                </a:cubicBezTo>
                <a:cubicBezTo>
                  <a:pt x="481" y="313"/>
                  <a:pt x="482" y="313"/>
                  <a:pt x="482" y="313"/>
                </a:cubicBezTo>
                <a:cubicBezTo>
                  <a:pt x="481" y="313"/>
                  <a:pt x="481" y="313"/>
                  <a:pt x="481" y="313"/>
                </a:cubicBezTo>
                <a:cubicBezTo>
                  <a:pt x="481" y="313"/>
                  <a:pt x="481" y="313"/>
                  <a:pt x="481" y="313"/>
                </a:cubicBezTo>
                <a:cubicBezTo>
                  <a:pt x="481" y="313"/>
                  <a:pt x="481" y="313"/>
                  <a:pt x="481" y="313"/>
                </a:cubicBezTo>
                <a:cubicBezTo>
                  <a:pt x="481" y="314"/>
                  <a:pt x="481" y="314"/>
                  <a:pt x="481" y="314"/>
                </a:cubicBezTo>
                <a:cubicBezTo>
                  <a:pt x="481" y="315"/>
                  <a:pt x="482" y="315"/>
                  <a:pt x="482" y="315"/>
                </a:cubicBezTo>
                <a:cubicBezTo>
                  <a:pt x="482" y="315"/>
                  <a:pt x="483" y="315"/>
                  <a:pt x="483" y="315"/>
                </a:cubicBezTo>
                <a:cubicBezTo>
                  <a:pt x="483" y="315"/>
                  <a:pt x="483" y="316"/>
                  <a:pt x="483" y="316"/>
                </a:cubicBezTo>
                <a:cubicBezTo>
                  <a:pt x="483" y="316"/>
                  <a:pt x="483" y="316"/>
                  <a:pt x="483" y="316"/>
                </a:cubicBezTo>
                <a:cubicBezTo>
                  <a:pt x="482" y="316"/>
                  <a:pt x="482" y="316"/>
                  <a:pt x="482" y="316"/>
                </a:cubicBezTo>
                <a:cubicBezTo>
                  <a:pt x="482" y="316"/>
                  <a:pt x="482" y="316"/>
                  <a:pt x="482" y="316"/>
                </a:cubicBezTo>
                <a:cubicBezTo>
                  <a:pt x="481" y="316"/>
                  <a:pt x="482" y="316"/>
                  <a:pt x="482" y="316"/>
                </a:cubicBezTo>
                <a:cubicBezTo>
                  <a:pt x="482" y="317"/>
                  <a:pt x="482" y="317"/>
                  <a:pt x="482" y="317"/>
                </a:cubicBezTo>
                <a:cubicBezTo>
                  <a:pt x="482" y="317"/>
                  <a:pt x="483" y="317"/>
                  <a:pt x="483" y="317"/>
                </a:cubicBezTo>
                <a:cubicBezTo>
                  <a:pt x="482" y="317"/>
                  <a:pt x="482" y="317"/>
                  <a:pt x="482" y="317"/>
                </a:cubicBezTo>
                <a:cubicBezTo>
                  <a:pt x="482" y="317"/>
                  <a:pt x="482" y="317"/>
                  <a:pt x="482" y="317"/>
                </a:cubicBezTo>
                <a:cubicBezTo>
                  <a:pt x="481" y="317"/>
                  <a:pt x="481" y="317"/>
                  <a:pt x="481" y="317"/>
                </a:cubicBezTo>
                <a:cubicBezTo>
                  <a:pt x="481" y="318"/>
                  <a:pt x="480" y="318"/>
                  <a:pt x="480" y="318"/>
                </a:cubicBezTo>
                <a:cubicBezTo>
                  <a:pt x="480" y="318"/>
                  <a:pt x="480" y="319"/>
                  <a:pt x="480" y="319"/>
                </a:cubicBezTo>
                <a:cubicBezTo>
                  <a:pt x="480" y="319"/>
                  <a:pt x="480" y="319"/>
                  <a:pt x="481" y="320"/>
                </a:cubicBezTo>
                <a:cubicBezTo>
                  <a:pt x="481" y="320"/>
                  <a:pt x="481" y="319"/>
                  <a:pt x="481" y="319"/>
                </a:cubicBezTo>
                <a:cubicBezTo>
                  <a:pt x="481" y="319"/>
                  <a:pt x="481" y="319"/>
                  <a:pt x="482" y="319"/>
                </a:cubicBezTo>
                <a:cubicBezTo>
                  <a:pt x="482" y="319"/>
                  <a:pt x="482" y="318"/>
                  <a:pt x="483" y="318"/>
                </a:cubicBezTo>
                <a:cubicBezTo>
                  <a:pt x="483" y="318"/>
                  <a:pt x="483" y="318"/>
                  <a:pt x="483" y="318"/>
                </a:cubicBezTo>
                <a:cubicBezTo>
                  <a:pt x="483" y="318"/>
                  <a:pt x="483" y="318"/>
                  <a:pt x="484" y="318"/>
                </a:cubicBezTo>
                <a:cubicBezTo>
                  <a:pt x="484" y="318"/>
                  <a:pt x="484" y="318"/>
                  <a:pt x="484" y="318"/>
                </a:cubicBezTo>
                <a:cubicBezTo>
                  <a:pt x="484" y="318"/>
                  <a:pt x="484" y="318"/>
                  <a:pt x="483" y="318"/>
                </a:cubicBezTo>
                <a:cubicBezTo>
                  <a:pt x="483" y="318"/>
                  <a:pt x="483" y="318"/>
                  <a:pt x="483" y="318"/>
                </a:cubicBezTo>
                <a:cubicBezTo>
                  <a:pt x="483" y="318"/>
                  <a:pt x="483" y="318"/>
                  <a:pt x="483" y="318"/>
                </a:cubicBezTo>
                <a:cubicBezTo>
                  <a:pt x="483" y="319"/>
                  <a:pt x="483" y="319"/>
                  <a:pt x="483" y="319"/>
                </a:cubicBezTo>
                <a:cubicBezTo>
                  <a:pt x="483" y="319"/>
                  <a:pt x="483" y="319"/>
                  <a:pt x="483" y="319"/>
                </a:cubicBezTo>
                <a:cubicBezTo>
                  <a:pt x="483" y="319"/>
                  <a:pt x="484" y="320"/>
                  <a:pt x="484" y="320"/>
                </a:cubicBezTo>
                <a:cubicBezTo>
                  <a:pt x="484" y="319"/>
                  <a:pt x="484" y="319"/>
                  <a:pt x="484" y="319"/>
                </a:cubicBezTo>
                <a:cubicBezTo>
                  <a:pt x="484" y="318"/>
                  <a:pt x="485" y="318"/>
                  <a:pt x="484" y="317"/>
                </a:cubicBezTo>
                <a:cubicBezTo>
                  <a:pt x="484" y="317"/>
                  <a:pt x="484" y="317"/>
                  <a:pt x="484" y="317"/>
                </a:cubicBezTo>
                <a:cubicBezTo>
                  <a:pt x="485" y="316"/>
                  <a:pt x="485" y="316"/>
                  <a:pt x="484" y="316"/>
                </a:cubicBezTo>
                <a:cubicBezTo>
                  <a:pt x="484" y="316"/>
                  <a:pt x="484" y="316"/>
                  <a:pt x="484" y="316"/>
                </a:cubicBezTo>
                <a:cubicBezTo>
                  <a:pt x="484" y="316"/>
                  <a:pt x="485" y="316"/>
                  <a:pt x="485" y="316"/>
                </a:cubicBezTo>
                <a:cubicBezTo>
                  <a:pt x="484" y="316"/>
                  <a:pt x="485" y="317"/>
                  <a:pt x="485" y="318"/>
                </a:cubicBezTo>
                <a:cubicBezTo>
                  <a:pt x="485" y="318"/>
                  <a:pt x="485" y="318"/>
                  <a:pt x="485" y="318"/>
                </a:cubicBezTo>
                <a:cubicBezTo>
                  <a:pt x="485" y="319"/>
                  <a:pt x="485" y="319"/>
                  <a:pt x="485" y="320"/>
                </a:cubicBezTo>
                <a:cubicBezTo>
                  <a:pt x="485" y="320"/>
                  <a:pt x="485" y="320"/>
                  <a:pt x="485" y="320"/>
                </a:cubicBezTo>
                <a:cubicBezTo>
                  <a:pt x="485" y="320"/>
                  <a:pt x="485" y="320"/>
                  <a:pt x="486" y="320"/>
                </a:cubicBezTo>
                <a:cubicBezTo>
                  <a:pt x="486" y="320"/>
                  <a:pt x="486" y="320"/>
                  <a:pt x="486" y="320"/>
                </a:cubicBezTo>
                <a:cubicBezTo>
                  <a:pt x="486" y="320"/>
                  <a:pt x="486" y="320"/>
                  <a:pt x="486" y="320"/>
                </a:cubicBezTo>
                <a:cubicBezTo>
                  <a:pt x="486" y="320"/>
                  <a:pt x="486" y="320"/>
                  <a:pt x="486" y="321"/>
                </a:cubicBezTo>
                <a:cubicBezTo>
                  <a:pt x="486" y="321"/>
                  <a:pt x="486" y="321"/>
                  <a:pt x="485" y="321"/>
                </a:cubicBezTo>
                <a:cubicBezTo>
                  <a:pt x="485" y="321"/>
                  <a:pt x="485" y="321"/>
                  <a:pt x="485" y="322"/>
                </a:cubicBezTo>
                <a:cubicBezTo>
                  <a:pt x="485" y="322"/>
                  <a:pt x="485" y="322"/>
                  <a:pt x="485" y="322"/>
                </a:cubicBezTo>
                <a:cubicBezTo>
                  <a:pt x="484" y="322"/>
                  <a:pt x="484" y="323"/>
                  <a:pt x="484" y="323"/>
                </a:cubicBezTo>
                <a:cubicBezTo>
                  <a:pt x="484" y="322"/>
                  <a:pt x="484" y="323"/>
                  <a:pt x="484" y="323"/>
                </a:cubicBezTo>
                <a:cubicBezTo>
                  <a:pt x="483" y="324"/>
                  <a:pt x="484" y="324"/>
                  <a:pt x="485" y="325"/>
                </a:cubicBezTo>
                <a:cubicBezTo>
                  <a:pt x="485" y="325"/>
                  <a:pt x="485" y="325"/>
                  <a:pt x="485" y="325"/>
                </a:cubicBezTo>
                <a:cubicBezTo>
                  <a:pt x="485" y="325"/>
                  <a:pt x="485" y="325"/>
                  <a:pt x="486" y="324"/>
                </a:cubicBezTo>
                <a:cubicBezTo>
                  <a:pt x="486" y="324"/>
                  <a:pt x="486" y="324"/>
                  <a:pt x="486" y="324"/>
                </a:cubicBezTo>
                <a:cubicBezTo>
                  <a:pt x="486" y="324"/>
                  <a:pt x="487" y="324"/>
                  <a:pt x="487" y="324"/>
                </a:cubicBezTo>
                <a:cubicBezTo>
                  <a:pt x="487" y="324"/>
                  <a:pt x="487" y="324"/>
                  <a:pt x="487" y="324"/>
                </a:cubicBezTo>
                <a:cubicBezTo>
                  <a:pt x="486" y="325"/>
                  <a:pt x="486" y="325"/>
                  <a:pt x="486" y="325"/>
                </a:cubicBezTo>
                <a:cubicBezTo>
                  <a:pt x="486" y="326"/>
                  <a:pt x="486" y="326"/>
                  <a:pt x="486" y="326"/>
                </a:cubicBezTo>
                <a:cubicBezTo>
                  <a:pt x="486" y="327"/>
                  <a:pt x="486" y="327"/>
                  <a:pt x="487" y="327"/>
                </a:cubicBezTo>
                <a:cubicBezTo>
                  <a:pt x="487" y="327"/>
                  <a:pt x="487" y="327"/>
                  <a:pt x="487" y="327"/>
                </a:cubicBezTo>
                <a:cubicBezTo>
                  <a:pt x="487" y="327"/>
                  <a:pt x="487" y="327"/>
                  <a:pt x="486" y="327"/>
                </a:cubicBezTo>
                <a:cubicBezTo>
                  <a:pt x="487" y="327"/>
                  <a:pt x="487" y="327"/>
                  <a:pt x="487" y="328"/>
                </a:cubicBezTo>
                <a:cubicBezTo>
                  <a:pt x="487" y="328"/>
                  <a:pt x="487" y="328"/>
                  <a:pt x="487" y="328"/>
                </a:cubicBezTo>
                <a:cubicBezTo>
                  <a:pt x="488" y="328"/>
                  <a:pt x="488" y="328"/>
                  <a:pt x="488" y="328"/>
                </a:cubicBezTo>
                <a:cubicBezTo>
                  <a:pt x="487" y="328"/>
                  <a:pt x="487" y="329"/>
                  <a:pt x="486" y="328"/>
                </a:cubicBezTo>
                <a:cubicBezTo>
                  <a:pt x="486" y="328"/>
                  <a:pt x="486" y="328"/>
                  <a:pt x="486" y="328"/>
                </a:cubicBezTo>
                <a:cubicBezTo>
                  <a:pt x="486" y="328"/>
                  <a:pt x="486" y="328"/>
                  <a:pt x="486" y="328"/>
                </a:cubicBezTo>
                <a:cubicBezTo>
                  <a:pt x="485" y="328"/>
                  <a:pt x="485" y="328"/>
                  <a:pt x="485" y="328"/>
                </a:cubicBezTo>
                <a:cubicBezTo>
                  <a:pt x="485" y="329"/>
                  <a:pt x="485" y="329"/>
                  <a:pt x="485" y="329"/>
                </a:cubicBezTo>
                <a:cubicBezTo>
                  <a:pt x="486" y="329"/>
                  <a:pt x="487" y="329"/>
                  <a:pt x="487" y="330"/>
                </a:cubicBezTo>
                <a:cubicBezTo>
                  <a:pt x="487" y="330"/>
                  <a:pt x="487" y="329"/>
                  <a:pt x="488" y="330"/>
                </a:cubicBezTo>
                <a:cubicBezTo>
                  <a:pt x="488" y="330"/>
                  <a:pt x="487" y="330"/>
                  <a:pt x="487" y="330"/>
                </a:cubicBezTo>
                <a:cubicBezTo>
                  <a:pt x="487" y="330"/>
                  <a:pt x="487" y="330"/>
                  <a:pt x="487" y="330"/>
                </a:cubicBezTo>
                <a:cubicBezTo>
                  <a:pt x="487" y="330"/>
                  <a:pt x="487" y="330"/>
                  <a:pt x="487" y="330"/>
                </a:cubicBezTo>
                <a:cubicBezTo>
                  <a:pt x="487" y="331"/>
                  <a:pt x="487" y="331"/>
                  <a:pt x="487" y="331"/>
                </a:cubicBezTo>
                <a:cubicBezTo>
                  <a:pt x="487" y="330"/>
                  <a:pt x="488" y="330"/>
                  <a:pt x="488" y="331"/>
                </a:cubicBezTo>
                <a:cubicBezTo>
                  <a:pt x="488" y="331"/>
                  <a:pt x="488" y="331"/>
                  <a:pt x="488" y="331"/>
                </a:cubicBezTo>
                <a:cubicBezTo>
                  <a:pt x="488" y="331"/>
                  <a:pt x="488" y="331"/>
                  <a:pt x="488" y="331"/>
                </a:cubicBezTo>
                <a:cubicBezTo>
                  <a:pt x="488" y="331"/>
                  <a:pt x="488" y="331"/>
                  <a:pt x="488" y="330"/>
                </a:cubicBezTo>
                <a:cubicBezTo>
                  <a:pt x="488" y="330"/>
                  <a:pt x="488" y="330"/>
                  <a:pt x="488" y="330"/>
                </a:cubicBezTo>
                <a:cubicBezTo>
                  <a:pt x="488" y="330"/>
                  <a:pt x="488" y="330"/>
                  <a:pt x="488" y="330"/>
                </a:cubicBezTo>
                <a:cubicBezTo>
                  <a:pt x="489" y="330"/>
                  <a:pt x="489" y="330"/>
                  <a:pt x="489" y="330"/>
                </a:cubicBezTo>
                <a:cubicBezTo>
                  <a:pt x="489" y="330"/>
                  <a:pt x="489" y="331"/>
                  <a:pt x="489" y="331"/>
                </a:cubicBezTo>
                <a:cubicBezTo>
                  <a:pt x="489" y="331"/>
                  <a:pt x="489" y="331"/>
                  <a:pt x="489" y="331"/>
                </a:cubicBezTo>
                <a:cubicBezTo>
                  <a:pt x="490" y="332"/>
                  <a:pt x="490" y="332"/>
                  <a:pt x="490" y="331"/>
                </a:cubicBezTo>
                <a:cubicBezTo>
                  <a:pt x="490" y="331"/>
                  <a:pt x="490" y="331"/>
                  <a:pt x="490" y="331"/>
                </a:cubicBezTo>
                <a:cubicBezTo>
                  <a:pt x="490" y="331"/>
                  <a:pt x="490" y="330"/>
                  <a:pt x="490" y="330"/>
                </a:cubicBezTo>
                <a:cubicBezTo>
                  <a:pt x="490" y="330"/>
                  <a:pt x="490" y="330"/>
                  <a:pt x="490" y="330"/>
                </a:cubicBezTo>
                <a:cubicBezTo>
                  <a:pt x="490" y="330"/>
                  <a:pt x="490" y="330"/>
                  <a:pt x="490" y="330"/>
                </a:cubicBezTo>
                <a:cubicBezTo>
                  <a:pt x="491" y="331"/>
                  <a:pt x="491" y="331"/>
                  <a:pt x="491" y="332"/>
                </a:cubicBezTo>
                <a:cubicBezTo>
                  <a:pt x="490" y="332"/>
                  <a:pt x="490" y="332"/>
                  <a:pt x="490" y="333"/>
                </a:cubicBezTo>
                <a:cubicBezTo>
                  <a:pt x="491" y="332"/>
                  <a:pt x="491" y="332"/>
                  <a:pt x="491" y="332"/>
                </a:cubicBezTo>
                <a:cubicBezTo>
                  <a:pt x="491" y="332"/>
                  <a:pt x="491" y="332"/>
                  <a:pt x="491" y="332"/>
                </a:cubicBezTo>
                <a:cubicBezTo>
                  <a:pt x="491" y="333"/>
                  <a:pt x="491" y="333"/>
                  <a:pt x="491" y="333"/>
                </a:cubicBezTo>
                <a:cubicBezTo>
                  <a:pt x="491" y="333"/>
                  <a:pt x="491" y="333"/>
                  <a:pt x="491" y="333"/>
                </a:cubicBezTo>
                <a:cubicBezTo>
                  <a:pt x="491" y="333"/>
                  <a:pt x="491" y="333"/>
                  <a:pt x="491" y="333"/>
                </a:cubicBezTo>
                <a:cubicBezTo>
                  <a:pt x="491" y="333"/>
                  <a:pt x="491" y="333"/>
                  <a:pt x="491" y="333"/>
                </a:cubicBezTo>
                <a:cubicBezTo>
                  <a:pt x="491" y="334"/>
                  <a:pt x="491" y="334"/>
                  <a:pt x="491" y="334"/>
                </a:cubicBezTo>
                <a:cubicBezTo>
                  <a:pt x="491" y="334"/>
                  <a:pt x="491" y="334"/>
                  <a:pt x="491" y="334"/>
                </a:cubicBezTo>
                <a:cubicBezTo>
                  <a:pt x="491" y="334"/>
                  <a:pt x="491" y="334"/>
                  <a:pt x="491" y="335"/>
                </a:cubicBezTo>
                <a:cubicBezTo>
                  <a:pt x="491" y="335"/>
                  <a:pt x="491" y="335"/>
                  <a:pt x="491" y="335"/>
                </a:cubicBezTo>
                <a:cubicBezTo>
                  <a:pt x="491" y="334"/>
                  <a:pt x="492" y="334"/>
                  <a:pt x="492" y="334"/>
                </a:cubicBezTo>
                <a:cubicBezTo>
                  <a:pt x="492" y="334"/>
                  <a:pt x="492" y="334"/>
                  <a:pt x="492" y="335"/>
                </a:cubicBezTo>
                <a:cubicBezTo>
                  <a:pt x="492" y="335"/>
                  <a:pt x="491" y="335"/>
                  <a:pt x="491" y="335"/>
                </a:cubicBezTo>
                <a:cubicBezTo>
                  <a:pt x="492" y="335"/>
                  <a:pt x="492" y="335"/>
                  <a:pt x="492" y="335"/>
                </a:cubicBezTo>
                <a:cubicBezTo>
                  <a:pt x="492" y="335"/>
                  <a:pt x="492" y="335"/>
                  <a:pt x="492" y="335"/>
                </a:cubicBezTo>
                <a:cubicBezTo>
                  <a:pt x="492" y="334"/>
                  <a:pt x="492" y="333"/>
                  <a:pt x="492" y="333"/>
                </a:cubicBezTo>
                <a:cubicBezTo>
                  <a:pt x="492" y="333"/>
                  <a:pt x="492" y="333"/>
                  <a:pt x="492" y="333"/>
                </a:cubicBezTo>
                <a:cubicBezTo>
                  <a:pt x="492" y="334"/>
                  <a:pt x="492" y="334"/>
                  <a:pt x="493" y="335"/>
                </a:cubicBezTo>
                <a:cubicBezTo>
                  <a:pt x="493" y="335"/>
                  <a:pt x="493" y="335"/>
                  <a:pt x="493" y="335"/>
                </a:cubicBezTo>
                <a:cubicBezTo>
                  <a:pt x="493" y="335"/>
                  <a:pt x="493" y="335"/>
                  <a:pt x="492" y="335"/>
                </a:cubicBezTo>
                <a:cubicBezTo>
                  <a:pt x="492" y="335"/>
                  <a:pt x="492" y="335"/>
                  <a:pt x="493" y="335"/>
                </a:cubicBezTo>
                <a:cubicBezTo>
                  <a:pt x="493" y="335"/>
                  <a:pt x="493" y="336"/>
                  <a:pt x="493" y="336"/>
                </a:cubicBezTo>
                <a:cubicBezTo>
                  <a:pt x="493" y="336"/>
                  <a:pt x="493" y="337"/>
                  <a:pt x="493" y="337"/>
                </a:cubicBezTo>
                <a:cubicBezTo>
                  <a:pt x="493" y="337"/>
                  <a:pt x="493" y="337"/>
                  <a:pt x="493" y="338"/>
                </a:cubicBezTo>
                <a:cubicBezTo>
                  <a:pt x="493" y="338"/>
                  <a:pt x="493" y="338"/>
                  <a:pt x="493" y="338"/>
                </a:cubicBezTo>
                <a:cubicBezTo>
                  <a:pt x="494" y="338"/>
                  <a:pt x="494" y="338"/>
                  <a:pt x="494" y="338"/>
                </a:cubicBezTo>
                <a:cubicBezTo>
                  <a:pt x="494" y="338"/>
                  <a:pt x="494" y="338"/>
                  <a:pt x="494" y="338"/>
                </a:cubicBezTo>
                <a:cubicBezTo>
                  <a:pt x="494" y="339"/>
                  <a:pt x="495" y="339"/>
                  <a:pt x="495" y="338"/>
                </a:cubicBezTo>
                <a:cubicBezTo>
                  <a:pt x="495" y="338"/>
                  <a:pt x="495" y="338"/>
                  <a:pt x="495" y="338"/>
                </a:cubicBezTo>
                <a:cubicBezTo>
                  <a:pt x="495" y="338"/>
                  <a:pt x="495" y="338"/>
                  <a:pt x="495" y="338"/>
                </a:cubicBezTo>
                <a:cubicBezTo>
                  <a:pt x="495" y="338"/>
                  <a:pt x="496" y="339"/>
                  <a:pt x="496" y="338"/>
                </a:cubicBezTo>
                <a:cubicBezTo>
                  <a:pt x="496" y="338"/>
                  <a:pt x="496" y="338"/>
                  <a:pt x="496" y="338"/>
                </a:cubicBezTo>
                <a:cubicBezTo>
                  <a:pt x="496" y="338"/>
                  <a:pt x="496" y="338"/>
                  <a:pt x="496" y="337"/>
                </a:cubicBezTo>
                <a:cubicBezTo>
                  <a:pt x="496" y="337"/>
                  <a:pt x="496" y="337"/>
                  <a:pt x="496" y="337"/>
                </a:cubicBezTo>
                <a:cubicBezTo>
                  <a:pt x="495" y="337"/>
                  <a:pt x="495" y="337"/>
                  <a:pt x="496" y="337"/>
                </a:cubicBezTo>
                <a:cubicBezTo>
                  <a:pt x="496" y="337"/>
                  <a:pt x="496" y="337"/>
                  <a:pt x="496" y="337"/>
                </a:cubicBezTo>
                <a:cubicBezTo>
                  <a:pt x="496" y="337"/>
                  <a:pt x="496" y="337"/>
                  <a:pt x="496" y="336"/>
                </a:cubicBezTo>
                <a:close/>
                <a:moveTo>
                  <a:pt x="484" y="328"/>
                </a:moveTo>
                <a:cubicBezTo>
                  <a:pt x="485" y="327"/>
                  <a:pt x="485" y="327"/>
                  <a:pt x="485" y="327"/>
                </a:cubicBezTo>
                <a:cubicBezTo>
                  <a:pt x="485" y="327"/>
                  <a:pt x="485" y="327"/>
                  <a:pt x="485" y="327"/>
                </a:cubicBezTo>
                <a:cubicBezTo>
                  <a:pt x="485" y="327"/>
                  <a:pt x="484" y="327"/>
                  <a:pt x="484" y="327"/>
                </a:cubicBezTo>
                <a:cubicBezTo>
                  <a:pt x="484" y="327"/>
                  <a:pt x="484" y="328"/>
                  <a:pt x="484" y="328"/>
                </a:cubicBezTo>
                <a:close/>
                <a:moveTo>
                  <a:pt x="458" y="282"/>
                </a:moveTo>
                <a:cubicBezTo>
                  <a:pt x="458" y="282"/>
                  <a:pt x="458" y="281"/>
                  <a:pt x="458" y="281"/>
                </a:cubicBezTo>
                <a:cubicBezTo>
                  <a:pt x="458" y="281"/>
                  <a:pt x="458" y="281"/>
                  <a:pt x="458" y="281"/>
                </a:cubicBezTo>
                <a:cubicBezTo>
                  <a:pt x="457" y="281"/>
                  <a:pt x="457" y="281"/>
                  <a:pt x="457" y="281"/>
                </a:cubicBezTo>
                <a:cubicBezTo>
                  <a:pt x="457" y="281"/>
                  <a:pt x="457" y="282"/>
                  <a:pt x="458" y="282"/>
                </a:cubicBezTo>
                <a:close/>
                <a:moveTo>
                  <a:pt x="487" y="315"/>
                </a:moveTo>
                <a:cubicBezTo>
                  <a:pt x="488" y="315"/>
                  <a:pt x="488" y="315"/>
                  <a:pt x="488" y="315"/>
                </a:cubicBezTo>
                <a:cubicBezTo>
                  <a:pt x="488" y="314"/>
                  <a:pt x="487" y="314"/>
                  <a:pt x="487" y="314"/>
                </a:cubicBezTo>
                <a:cubicBezTo>
                  <a:pt x="487" y="314"/>
                  <a:pt x="487" y="314"/>
                  <a:pt x="487" y="314"/>
                </a:cubicBezTo>
                <a:cubicBezTo>
                  <a:pt x="487" y="315"/>
                  <a:pt x="487" y="315"/>
                  <a:pt x="487" y="315"/>
                </a:cubicBezTo>
                <a:close/>
                <a:moveTo>
                  <a:pt x="488" y="316"/>
                </a:moveTo>
                <a:cubicBezTo>
                  <a:pt x="488" y="316"/>
                  <a:pt x="488" y="316"/>
                  <a:pt x="488" y="316"/>
                </a:cubicBezTo>
                <a:cubicBezTo>
                  <a:pt x="488" y="316"/>
                  <a:pt x="488" y="316"/>
                  <a:pt x="488" y="316"/>
                </a:cubicBezTo>
                <a:cubicBezTo>
                  <a:pt x="488" y="316"/>
                  <a:pt x="488" y="316"/>
                  <a:pt x="488" y="316"/>
                </a:cubicBezTo>
                <a:cubicBezTo>
                  <a:pt x="488" y="316"/>
                  <a:pt x="488" y="316"/>
                  <a:pt x="488" y="316"/>
                </a:cubicBezTo>
                <a:close/>
                <a:moveTo>
                  <a:pt x="482" y="324"/>
                </a:moveTo>
                <a:cubicBezTo>
                  <a:pt x="482" y="324"/>
                  <a:pt x="482" y="324"/>
                  <a:pt x="482" y="324"/>
                </a:cubicBezTo>
                <a:cubicBezTo>
                  <a:pt x="482" y="324"/>
                  <a:pt x="482" y="324"/>
                  <a:pt x="482" y="324"/>
                </a:cubicBezTo>
                <a:cubicBezTo>
                  <a:pt x="482" y="324"/>
                  <a:pt x="482" y="324"/>
                  <a:pt x="482" y="323"/>
                </a:cubicBezTo>
                <a:cubicBezTo>
                  <a:pt x="482" y="323"/>
                  <a:pt x="482" y="323"/>
                  <a:pt x="482" y="323"/>
                </a:cubicBezTo>
                <a:cubicBezTo>
                  <a:pt x="482" y="323"/>
                  <a:pt x="482" y="324"/>
                  <a:pt x="482" y="324"/>
                </a:cubicBezTo>
                <a:close/>
                <a:moveTo>
                  <a:pt x="480" y="311"/>
                </a:moveTo>
                <a:cubicBezTo>
                  <a:pt x="480" y="310"/>
                  <a:pt x="480" y="310"/>
                  <a:pt x="480" y="310"/>
                </a:cubicBezTo>
                <a:cubicBezTo>
                  <a:pt x="480" y="311"/>
                  <a:pt x="480" y="311"/>
                  <a:pt x="480" y="311"/>
                </a:cubicBezTo>
                <a:cubicBezTo>
                  <a:pt x="480" y="311"/>
                  <a:pt x="480" y="311"/>
                  <a:pt x="480" y="311"/>
                </a:cubicBezTo>
                <a:close/>
                <a:moveTo>
                  <a:pt x="483" y="328"/>
                </a:moveTo>
                <a:cubicBezTo>
                  <a:pt x="483" y="328"/>
                  <a:pt x="483" y="328"/>
                  <a:pt x="483" y="328"/>
                </a:cubicBezTo>
                <a:cubicBezTo>
                  <a:pt x="483" y="328"/>
                  <a:pt x="483" y="327"/>
                  <a:pt x="483" y="327"/>
                </a:cubicBezTo>
                <a:cubicBezTo>
                  <a:pt x="483" y="327"/>
                  <a:pt x="483" y="327"/>
                  <a:pt x="483" y="327"/>
                </a:cubicBezTo>
                <a:cubicBezTo>
                  <a:pt x="483" y="327"/>
                  <a:pt x="483" y="327"/>
                  <a:pt x="483" y="328"/>
                </a:cubicBezTo>
                <a:cubicBezTo>
                  <a:pt x="483" y="328"/>
                  <a:pt x="483" y="328"/>
                  <a:pt x="483" y="328"/>
                </a:cubicBezTo>
                <a:close/>
                <a:moveTo>
                  <a:pt x="490" y="311"/>
                </a:moveTo>
                <a:cubicBezTo>
                  <a:pt x="490" y="311"/>
                  <a:pt x="490" y="311"/>
                  <a:pt x="491" y="311"/>
                </a:cubicBezTo>
                <a:cubicBezTo>
                  <a:pt x="491" y="311"/>
                  <a:pt x="491" y="311"/>
                  <a:pt x="491" y="311"/>
                </a:cubicBezTo>
                <a:cubicBezTo>
                  <a:pt x="491" y="311"/>
                  <a:pt x="491" y="310"/>
                  <a:pt x="490" y="310"/>
                </a:cubicBezTo>
                <a:cubicBezTo>
                  <a:pt x="490" y="310"/>
                  <a:pt x="490" y="310"/>
                  <a:pt x="490" y="311"/>
                </a:cubicBezTo>
                <a:close/>
                <a:moveTo>
                  <a:pt x="491" y="309"/>
                </a:moveTo>
                <a:cubicBezTo>
                  <a:pt x="491" y="309"/>
                  <a:pt x="491" y="309"/>
                  <a:pt x="491" y="309"/>
                </a:cubicBezTo>
                <a:cubicBezTo>
                  <a:pt x="491" y="309"/>
                  <a:pt x="491" y="309"/>
                  <a:pt x="491" y="310"/>
                </a:cubicBezTo>
                <a:cubicBezTo>
                  <a:pt x="491" y="310"/>
                  <a:pt x="491" y="310"/>
                  <a:pt x="491" y="309"/>
                </a:cubicBezTo>
                <a:close/>
                <a:moveTo>
                  <a:pt x="483" y="316"/>
                </a:moveTo>
                <a:cubicBezTo>
                  <a:pt x="483" y="316"/>
                  <a:pt x="483" y="316"/>
                  <a:pt x="483" y="316"/>
                </a:cubicBezTo>
                <a:cubicBezTo>
                  <a:pt x="482" y="316"/>
                  <a:pt x="482" y="316"/>
                  <a:pt x="482" y="316"/>
                </a:cubicBezTo>
                <a:cubicBezTo>
                  <a:pt x="482" y="316"/>
                  <a:pt x="482" y="316"/>
                  <a:pt x="483" y="316"/>
                </a:cubicBezTo>
                <a:close/>
                <a:moveTo>
                  <a:pt x="484" y="320"/>
                </a:moveTo>
                <a:cubicBezTo>
                  <a:pt x="484" y="319"/>
                  <a:pt x="484" y="319"/>
                  <a:pt x="484" y="319"/>
                </a:cubicBezTo>
                <a:cubicBezTo>
                  <a:pt x="484" y="319"/>
                  <a:pt x="484" y="319"/>
                  <a:pt x="484" y="320"/>
                </a:cubicBezTo>
                <a:close/>
                <a:moveTo>
                  <a:pt x="491" y="310"/>
                </a:moveTo>
                <a:cubicBezTo>
                  <a:pt x="491" y="310"/>
                  <a:pt x="491" y="310"/>
                  <a:pt x="491" y="310"/>
                </a:cubicBezTo>
                <a:cubicBezTo>
                  <a:pt x="491" y="310"/>
                  <a:pt x="491" y="310"/>
                  <a:pt x="491" y="310"/>
                </a:cubicBezTo>
                <a:cubicBezTo>
                  <a:pt x="491" y="310"/>
                  <a:pt x="491" y="310"/>
                  <a:pt x="491" y="310"/>
                </a:cubicBezTo>
                <a:cubicBezTo>
                  <a:pt x="491" y="310"/>
                  <a:pt x="491" y="310"/>
                  <a:pt x="491" y="310"/>
                </a:cubicBezTo>
                <a:close/>
                <a:moveTo>
                  <a:pt x="487" y="314"/>
                </a:moveTo>
                <a:cubicBezTo>
                  <a:pt x="487" y="314"/>
                  <a:pt x="487" y="314"/>
                  <a:pt x="487" y="314"/>
                </a:cubicBezTo>
                <a:cubicBezTo>
                  <a:pt x="487" y="314"/>
                  <a:pt x="487" y="314"/>
                  <a:pt x="487" y="314"/>
                </a:cubicBezTo>
                <a:cubicBezTo>
                  <a:pt x="487" y="314"/>
                  <a:pt x="487" y="314"/>
                  <a:pt x="487" y="314"/>
                </a:cubicBezTo>
                <a:close/>
                <a:moveTo>
                  <a:pt x="492" y="310"/>
                </a:moveTo>
                <a:cubicBezTo>
                  <a:pt x="492" y="309"/>
                  <a:pt x="492" y="309"/>
                  <a:pt x="492" y="309"/>
                </a:cubicBezTo>
                <a:cubicBezTo>
                  <a:pt x="492" y="309"/>
                  <a:pt x="492" y="309"/>
                  <a:pt x="492" y="309"/>
                </a:cubicBezTo>
                <a:cubicBezTo>
                  <a:pt x="492" y="310"/>
                  <a:pt x="492" y="310"/>
                  <a:pt x="492" y="310"/>
                </a:cubicBezTo>
                <a:close/>
                <a:moveTo>
                  <a:pt x="487" y="330"/>
                </a:moveTo>
                <a:cubicBezTo>
                  <a:pt x="487" y="330"/>
                  <a:pt x="487" y="330"/>
                  <a:pt x="487" y="330"/>
                </a:cubicBezTo>
                <a:cubicBezTo>
                  <a:pt x="487" y="330"/>
                  <a:pt x="487" y="330"/>
                  <a:pt x="487" y="330"/>
                </a:cubicBezTo>
                <a:cubicBezTo>
                  <a:pt x="487" y="330"/>
                  <a:pt x="487" y="330"/>
                  <a:pt x="487" y="330"/>
                </a:cubicBezTo>
                <a:cubicBezTo>
                  <a:pt x="487" y="330"/>
                  <a:pt x="487" y="330"/>
                  <a:pt x="487" y="330"/>
                </a:cubicBezTo>
                <a:close/>
                <a:moveTo>
                  <a:pt x="458" y="290"/>
                </a:moveTo>
                <a:cubicBezTo>
                  <a:pt x="458" y="290"/>
                  <a:pt x="458" y="290"/>
                  <a:pt x="458" y="290"/>
                </a:cubicBezTo>
                <a:cubicBezTo>
                  <a:pt x="458" y="290"/>
                  <a:pt x="458" y="291"/>
                  <a:pt x="458" y="291"/>
                </a:cubicBezTo>
                <a:cubicBezTo>
                  <a:pt x="458" y="291"/>
                  <a:pt x="458" y="291"/>
                  <a:pt x="458" y="290"/>
                </a:cubicBezTo>
                <a:cubicBezTo>
                  <a:pt x="458" y="290"/>
                  <a:pt x="458" y="290"/>
                  <a:pt x="458" y="290"/>
                </a:cubicBezTo>
                <a:close/>
                <a:moveTo>
                  <a:pt x="486" y="325"/>
                </a:moveTo>
                <a:cubicBezTo>
                  <a:pt x="486" y="325"/>
                  <a:pt x="486" y="325"/>
                  <a:pt x="486" y="325"/>
                </a:cubicBezTo>
                <a:cubicBezTo>
                  <a:pt x="486" y="325"/>
                  <a:pt x="486" y="325"/>
                  <a:pt x="486" y="325"/>
                </a:cubicBezTo>
                <a:close/>
                <a:moveTo>
                  <a:pt x="480" y="292"/>
                </a:moveTo>
                <a:cubicBezTo>
                  <a:pt x="480" y="292"/>
                  <a:pt x="480" y="292"/>
                  <a:pt x="480" y="292"/>
                </a:cubicBezTo>
                <a:cubicBezTo>
                  <a:pt x="480" y="292"/>
                  <a:pt x="480" y="292"/>
                  <a:pt x="480" y="292"/>
                </a:cubicBezTo>
                <a:cubicBezTo>
                  <a:pt x="480" y="291"/>
                  <a:pt x="479" y="291"/>
                  <a:pt x="479" y="291"/>
                </a:cubicBezTo>
                <a:cubicBezTo>
                  <a:pt x="478" y="290"/>
                  <a:pt x="478" y="289"/>
                  <a:pt x="478" y="289"/>
                </a:cubicBezTo>
                <a:cubicBezTo>
                  <a:pt x="478" y="289"/>
                  <a:pt x="478" y="288"/>
                  <a:pt x="478" y="288"/>
                </a:cubicBezTo>
                <a:cubicBezTo>
                  <a:pt x="477" y="288"/>
                  <a:pt x="477" y="287"/>
                  <a:pt x="477" y="287"/>
                </a:cubicBezTo>
                <a:cubicBezTo>
                  <a:pt x="477" y="286"/>
                  <a:pt x="477" y="286"/>
                  <a:pt x="477" y="286"/>
                </a:cubicBezTo>
                <a:cubicBezTo>
                  <a:pt x="477" y="286"/>
                  <a:pt x="476" y="285"/>
                  <a:pt x="476" y="285"/>
                </a:cubicBezTo>
                <a:cubicBezTo>
                  <a:pt x="476" y="285"/>
                  <a:pt x="476" y="284"/>
                  <a:pt x="476" y="284"/>
                </a:cubicBezTo>
                <a:cubicBezTo>
                  <a:pt x="476" y="285"/>
                  <a:pt x="476" y="285"/>
                  <a:pt x="476" y="285"/>
                </a:cubicBezTo>
                <a:cubicBezTo>
                  <a:pt x="476" y="285"/>
                  <a:pt x="476" y="285"/>
                  <a:pt x="476" y="286"/>
                </a:cubicBezTo>
                <a:cubicBezTo>
                  <a:pt x="476" y="286"/>
                  <a:pt x="476" y="286"/>
                  <a:pt x="476" y="286"/>
                </a:cubicBezTo>
                <a:cubicBezTo>
                  <a:pt x="476" y="286"/>
                  <a:pt x="476" y="286"/>
                  <a:pt x="476" y="286"/>
                </a:cubicBezTo>
                <a:cubicBezTo>
                  <a:pt x="476" y="286"/>
                  <a:pt x="476" y="286"/>
                  <a:pt x="476" y="286"/>
                </a:cubicBezTo>
                <a:cubicBezTo>
                  <a:pt x="476" y="286"/>
                  <a:pt x="476" y="287"/>
                  <a:pt x="476" y="287"/>
                </a:cubicBezTo>
                <a:cubicBezTo>
                  <a:pt x="476" y="287"/>
                  <a:pt x="476" y="287"/>
                  <a:pt x="476" y="287"/>
                </a:cubicBezTo>
                <a:cubicBezTo>
                  <a:pt x="476" y="288"/>
                  <a:pt x="476" y="288"/>
                  <a:pt x="476" y="288"/>
                </a:cubicBezTo>
                <a:cubicBezTo>
                  <a:pt x="476" y="288"/>
                  <a:pt x="476" y="288"/>
                  <a:pt x="476" y="288"/>
                </a:cubicBezTo>
                <a:cubicBezTo>
                  <a:pt x="476" y="288"/>
                  <a:pt x="476" y="288"/>
                  <a:pt x="476" y="288"/>
                </a:cubicBezTo>
                <a:cubicBezTo>
                  <a:pt x="477" y="289"/>
                  <a:pt x="477" y="290"/>
                  <a:pt x="478" y="290"/>
                </a:cubicBezTo>
                <a:cubicBezTo>
                  <a:pt x="478" y="291"/>
                  <a:pt x="478" y="291"/>
                  <a:pt x="478" y="291"/>
                </a:cubicBezTo>
                <a:cubicBezTo>
                  <a:pt x="478" y="291"/>
                  <a:pt x="478" y="291"/>
                  <a:pt x="479" y="292"/>
                </a:cubicBezTo>
                <a:cubicBezTo>
                  <a:pt x="479" y="292"/>
                  <a:pt x="479" y="292"/>
                  <a:pt x="479" y="292"/>
                </a:cubicBezTo>
                <a:cubicBezTo>
                  <a:pt x="479" y="293"/>
                  <a:pt x="479" y="293"/>
                  <a:pt x="479" y="294"/>
                </a:cubicBezTo>
                <a:cubicBezTo>
                  <a:pt x="479" y="294"/>
                  <a:pt x="479" y="294"/>
                  <a:pt x="479" y="294"/>
                </a:cubicBezTo>
                <a:cubicBezTo>
                  <a:pt x="479" y="294"/>
                  <a:pt x="479" y="294"/>
                  <a:pt x="479" y="294"/>
                </a:cubicBezTo>
                <a:cubicBezTo>
                  <a:pt x="479" y="294"/>
                  <a:pt x="478" y="294"/>
                  <a:pt x="478" y="294"/>
                </a:cubicBezTo>
                <a:cubicBezTo>
                  <a:pt x="478" y="294"/>
                  <a:pt x="478" y="294"/>
                  <a:pt x="478" y="294"/>
                </a:cubicBezTo>
                <a:cubicBezTo>
                  <a:pt x="478" y="294"/>
                  <a:pt x="478" y="294"/>
                  <a:pt x="478" y="294"/>
                </a:cubicBezTo>
                <a:cubicBezTo>
                  <a:pt x="478" y="294"/>
                  <a:pt x="478" y="294"/>
                  <a:pt x="478" y="294"/>
                </a:cubicBezTo>
                <a:cubicBezTo>
                  <a:pt x="478" y="294"/>
                  <a:pt x="479" y="294"/>
                  <a:pt x="478" y="295"/>
                </a:cubicBezTo>
                <a:cubicBezTo>
                  <a:pt x="478" y="295"/>
                  <a:pt x="479" y="295"/>
                  <a:pt x="479" y="295"/>
                </a:cubicBezTo>
                <a:cubicBezTo>
                  <a:pt x="479" y="295"/>
                  <a:pt x="479" y="295"/>
                  <a:pt x="479" y="295"/>
                </a:cubicBezTo>
                <a:cubicBezTo>
                  <a:pt x="479" y="295"/>
                  <a:pt x="480" y="296"/>
                  <a:pt x="479" y="296"/>
                </a:cubicBezTo>
                <a:cubicBezTo>
                  <a:pt x="479" y="296"/>
                  <a:pt x="479" y="296"/>
                  <a:pt x="479" y="297"/>
                </a:cubicBezTo>
                <a:cubicBezTo>
                  <a:pt x="479" y="297"/>
                  <a:pt x="478" y="297"/>
                  <a:pt x="478" y="297"/>
                </a:cubicBezTo>
                <a:cubicBezTo>
                  <a:pt x="478" y="296"/>
                  <a:pt x="478" y="296"/>
                  <a:pt x="478" y="296"/>
                </a:cubicBezTo>
                <a:cubicBezTo>
                  <a:pt x="477" y="296"/>
                  <a:pt x="478" y="296"/>
                  <a:pt x="477" y="296"/>
                </a:cubicBezTo>
                <a:cubicBezTo>
                  <a:pt x="477" y="296"/>
                  <a:pt x="477" y="296"/>
                  <a:pt x="477" y="296"/>
                </a:cubicBezTo>
                <a:cubicBezTo>
                  <a:pt x="477" y="296"/>
                  <a:pt x="477" y="296"/>
                  <a:pt x="477" y="296"/>
                </a:cubicBezTo>
                <a:cubicBezTo>
                  <a:pt x="477" y="296"/>
                  <a:pt x="477" y="295"/>
                  <a:pt x="477" y="295"/>
                </a:cubicBezTo>
                <a:cubicBezTo>
                  <a:pt x="477" y="296"/>
                  <a:pt x="477" y="296"/>
                  <a:pt x="477" y="296"/>
                </a:cubicBezTo>
                <a:cubicBezTo>
                  <a:pt x="477" y="296"/>
                  <a:pt x="477" y="297"/>
                  <a:pt x="477" y="297"/>
                </a:cubicBezTo>
                <a:cubicBezTo>
                  <a:pt x="477" y="297"/>
                  <a:pt x="477" y="297"/>
                  <a:pt x="477" y="297"/>
                </a:cubicBezTo>
                <a:cubicBezTo>
                  <a:pt x="477" y="297"/>
                  <a:pt x="477" y="298"/>
                  <a:pt x="477" y="298"/>
                </a:cubicBezTo>
                <a:cubicBezTo>
                  <a:pt x="477" y="297"/>
                  <a:pt x="477" y="298"/>
                  <a:pt x="477" y="298"/>
                </a:cubicBezTo>
                <a:cubicBezTo>
                  <a:pt x="477" y="298"/>
                  <a:pt x="477" y="298"/>
                  <a:pt x="477" y="298"/>
                </a:cubicBezTo>
                <a:cubicBezTo>
                  <a:pt x="477" y="298"/>
                  <a:pt x="477" y="299"/>
                  <a:pt x="476" y="299"/>
                </a:cubicBezTo>
                <a:cubicBezTo>
                  <a:pt x="476" y="299"/>
                  <a:pt x="476" y="299"/>
                  <a:pt x="476" y="299"/>
                </a:cubicBezTo>
                <a:cubicBezTo>
                  <a:pt x="476" y="299"/>
                  <a:pt x="476" y="299"/>
                  <a:pt x="476" y="298"/>
                </a:cubicBezTo>
                <a:cubicBezTo>
                  <a:pt x="476" y="298"/>
                  <a:pt x="476" y="298"/>
                  <a:pt x="476" y="298"/>
                </a:cubicBezTo>
                <a:cubicBezTo>
                  <a:pt x="476" y="298"/>
                  <a:pt x="476" y="299"/>
                  <a:pt x="476" y="299"/>
                </a:cubicBezTo>
                <a:cubicBezTo>
                  <a:pt x="476" y="299"/>
                  <a:pt x="476" y="299"/>
                  <a:pt x="476" y="299"/>
                </a:cubicBezTo>
                <a:cubicBezTo>
                  <a:pt x="475" y="299"/>
                  <a:pt x="475" y="300"/>
                  <a:pt x="475" y="300"/>
                </a:cubicBezTo>
                <a:cubicBezTo>
                  <a:pt x="475" y="300"/>
                  <a:pt x="475" y="300"/>
                  <a:pt x="475" y="300"/>
                </a:cubicBezTo>
                <a:cubicBezTo>
                  <a:pt x="475" y="300"/>
                  <a:pt x="475" y="300"/>
                  <a:pt x="475" y="300"/>
                </a:cubicBezTo>
                <a:cubicBezTo>
                  <a:pt x="474" y="301"/>
                  <a:pt x="474" y="301"/>
                  <a:pt x="474" y="301"/>
                </a:cubicBezTo>
                <a:cubicBezTo>
                  <a:pt x="474" y="301"/>
                  <a:pt x="474" y="301"/>
                  <a:pt x="474" y="301"/>
                </a:cubicBezTo>
                <a:cubicBezTo>
                  <a:pt x="474" y="301"/>
                  <a:pt x="473" y="301"/>
                  <a:pt x="473" y="301"/>
                </a:cubicBezTo>
                <a:cubicBezTo>
                  <a:pt x="473" y="301"/>
                  <a:pt x="473" y="300"/>
                  <a:pt x="473" y="300"/>
                </a:cubicBezTo>
                <a:cubicBezTo>
                  <a:pt x="473" y="300"/>
                  <a:pt x="473" y="300"/>
                  <a:pt x="473" y="300"/>
                </a:cubicBezTo>
                <a:cubicBezTo>
                  <a:pt x="473" y="299"/>
                  <a:pt x="473" y="299"/>
                  <a:pt x="473" y="298"/>
                </a:cubicBezTo>
                <a:cubicBezTo>
                  <a:pt x="473" y="298"/>
                  <a:pt x="473" y="298"/>
                  <a:pt x="473" y="298"/>
                </a:cubicBezTo>
                <a:cubicBezTo>
                  <a:pt x="473" y="298"/>
                  <a:pt x="473" y="298"/>
                  <a:pt x="473" y="298"/>
                </a:cubicBezTo>
                <a:cubicBezTo>
                  <a:pt x="473" y="298"/>
                  <a:pt x="473" y="298"/>
                  <a:pt x="473" y="298"/>
                </a:cubicBezTo>
                <a:cubicBezTo>
                  <a:pt x="473" y="298"/>
                  <a:pt x="473" y="298"/>
                  <a:pt x="473" y="298"/>
                </a:cubicBezTo>
                <a:cubicBezTo>
                  <a:pt x="473" y="297"/>
                  <a:pt x="473" y="297"/>
                  <a:pt x="474" y="297"/>
                </a:cubicBezTo>
                <a:cubicBezTo>
                  <a:pt x="474" y="297"/>
                  <a:pt x="474" y="297"/>
                  <a:pt x="474" y="297"/>
                </a:cubicBezTo>
                <a:cubicBezTo>
                  <a:pt x="474" y="297"/>
                  <a:pt x="474" y="297"/>
                  <a:pt x="474" y="296"/>
                </a:cubicBezTo>
                <a:cubicBezTo>
                  <a:pt x="474" y="296"/>
                  <a:pt x="474" y="296"/>
                  <a:pt x="474" y="296"/>
                </a:cubicBezTo>
                <a:cubicBezTo>
                  <a:pt x="473" y="296"/>
                  <a:pt x="473" y="296"/>
                  <a:pt x="473" y="295"/>
                </a:cubicBezTo>
                <a:cubicBezTo>
                  <a:pt x="473" y="295"/>
                  <a:pt x="473" y="295"/>
                  <a:pt x="474" y="295"/>
                </a:cubicBezTo>
                <a:cubicBezTo>
                  <a:pt x="474" y="295"/>
                  <a:pt x="474" y="296"/>
                  <a:pt x="475" y="296"/>
                </a:cubicBezTo>
                <a:cubicBezTo>
                  <a:pt x="475" y="296"/>
                  <a:pt x="475" y="296"/>
                  <a:pt x="475" y="296"/>
                </a:cubicBezTo>
                <a:cubicBezTo>
                  <a:pt x="475" y="296"/>
                  <a:pt x="475" y="296"/>
                  <a:pt x="475" y="296"/>
                </a:cubicBezTo>
                <a:cubicBezTo>
                  <a:pt x="475" y="296"/>
                  <a:pt x="475" y="296"/>
                  <a:pt x="475" y="296"/>
                </a:cubicBezTo>
                <a:cubicBezTo>
                  <a:pt x="475" y="296"/>
                  <a:pt x="475" y="295"/>
                  <a:pt x="474" y="295"/>
                </a:cubicBezTo>
                <a:cubicBezTo>
                  <a:pt x="474" y="296"/>
                  <a:pt x="474" y="295"/>
                  <a:pt x="474" y="295"/>
                </a:cubicBezTo>
                <a:cubicBezTo>
                  <a:pt x="474" y="295"/>
                  <a:pt x="474" y="295"/>
                  <a:pt x="474" y="295"/>
                </a:cubicBezTo>
                <a:cubicBezTo>
                  <a:pt x="474" y="295"/>
                  <a:pt x="474" y="294"/>
                  <a:pt x="473" y="294"/>
                </a:cubicBezTo>
                <a:cubicBezTo>
                  <a:pt x="473" y="294"/>
                  <a:pt x="473" y="294"/>
                  <a:pt x="473" y="294"/>
                </a:cubicBezTo>
                <a:cubicBezTo>
                  <a:pt x="473" y="293"/>
                  <a:pt x="473" y="293"/>
                  <a:pt x="473" y="292"/>
                </a:cubicBezTo>
                <a:cubicBezTo>
                  <a:pt x="472" y="292"/>
                  <a:pt x="472" y="291"/>
                  <a:pt x="472" y="291"/>
                </a:cubicBezTo>
                <a:cubicBezTo>
                  <a:pt x="472" y="291"/>
                  <a:pt x="472" y="291"/>
                  <a:pt x="472" y="291"/>
                </a:cubicBezTo>
                <a:cubicBezTo>
                  <a:pt x="472" y="290"/>
                  <a:pt x="472" y="289"/>
                  <a:pt x="472" y="288"/>
                </a:cubicBezTo>
                <a:cubicBezTo>
                  <a:pt x="472" y="287"/>
                  <a:pt x="472" y="286"/>
                  <a:pt x="471" y="285"/>
                </a:cubicBezTo>
                <a:cubicBezTo>
                  <a:pt x="471" y="285"/>
                  <a:pt x="471" y="284"/>
                  <a:pt x="471" y="284"/>
                </a:cubicBezTo>
                <a:cubicBezTo>
                  <a:pt x="472" y="284"/>
                  <a:pt x="472" y="284"/>
                  <a:pt x="472" y="283"/>
                </a:cubicBezTo>
                <a:cubicBezTo>
                  <a:pt x="472" y="283"/>
                  <a:pt x="472" y="284"/>
                  <a:pt x="472" y="284"/>
                </a:cubicBezTo>
                <a:cubicBezTo>
                  <a:pt x="471" y="284"/>
                  <a:pt x="471" y="283"/>
                  <a:pt x="471" y="283"/>
                </a:cubicBezTo>
                <a:cubicBezTo>
                  <a:pt x="471" y="283"/>
                  <a:pt x="471" y="282"/>
                  <a:pt x="471" y="282"/>
                </a:cubicBezTo>
                <a:cubicBezTo>
                  <a:pt x="470" y="282"/>
                  <a:pt x="470" y="282"/>
                  <a:pt x="471" y="282"/>
                </a:cubicBezTo>
                <a:cubicBezTo>
                  <a:pt x="471" y="282"/>
                  <a:pt x="471" y="281"/>
                  <a:pt x="471" y="281"/>
                </a:cubicBezTo>
                <a:cubicBezTo>
                  <a:pt x="470" y="281"/>
                  <a:pt x="470" y="282"/>
                  <a:pt x="470" y="281"/>
                </a:cubicBezTo>
                <a:cubicBezTo>
                  <a:pt x="470" y="281"/>
                  <a:pt x="470" y="280"/>
                  <a:pt x="470" y="279"/>
                </a:cubicBezTo>
                <a:cubicBezTo>
                  <a:pt x="470" y="279"/>
                  <a:pt x="470" y="279"/>
                  <a:pt x="470" y="279"/>
                </a:cubicBezTo>
                <a:cubicBezTo>
                  <a:pt x="470" y="279"/>
                  <a:pt x="470" y="279"/>
                  <a:pt x="470" y="279"/>
                </a:cubicBezTo>
                <a:cubicBezTo>
                  <a:pt x="470" y="280"/>
                  <a:pt x="471" y="280"/>
                  <a:pt x="471" y="280"/>
                </a:cubicBezTo>
                <a:cubicBezTo>
                  <a:pt x="471" y="280"/>
                  <a:pt x="472" y="281"/>
                  <a:pt x="472" y="281"/>
                </a:cubicBezTo>
                <a:cubicBezTo>
                  <a:pt x="472" y="282"/>
                  <a:pt x="472" y="282"/>
                  <a:pt x="472" y="283"/>
                </a:cubicBezTo>
                <a:cubicBezTo>
                  <a:pt x="472" y="283"/>
                  <a:pt x="472" y="283"/>
                  <a:pt x="473" y="283"/>
                </a:cubicBezTo>
                <a:cubicBezTo>
                  <a:pt x="473" y="283"/>
                  <a:pt x="473" y="283"/>
                  <a:pt x="473" y="283"/>
                </a:cubicBezTo>
                <a:cubicBezTo>
                  <a:pt x="473" y="283"/>
                  <a:pt x="473" y="282"/>
                  <a:pt x="473" y="283"/>
                </a:cubicBezTo>
                <a:cubicBezTo>
                  <a:pt x="474" y="283"/>
                  <a:pt x="474" y="283"/>
                  <a:pt x="475" y="283"/>
                </a:cubicBezTo>
                <a:cubicBezTo>
                  <a:pt x="475" y="283"/>
                  <a:pt x="476" y="283"/>
                  <a:pt x="476" y="283"/>
                </a:cubicBezTo>
                <a:cubicBezTo>
                  <a:pt x="476" y="283"/>
                  <a:pt x="477" y="283"/>
                  <a:pt x="477" y="283"/>
                </a:cubicBezTo>
                <a:cubicBezTo>
                  <a:pt x="477" y="283"/>
                  <a:pt x="477" y="283"/>
                  <a:pt x="477" y="283"/>
                </a:cubicBezTo>
                <a:cubicBezTo>
                  <a:pt x="476" y="284"/>
                  <a:pt x="477" y="284"/>
                  <a:pt x="477" y="284"/>
                </a:cubicBezTo>
                <a:cubicBezTo>
                  <a:pt x="477" y="285"/>
                  <a:pt x="478" y="285"/>
                  <a:pt x="478" y="286"/>
                </a:cubicBezTo>
                <a:cubicBezTo>
                  <a:pt x="478" y="286"/>
                  <a:pt x="478" y="286"/>
                  <a:pt x="478" y="286"/>
                </a:cubicBezTo>
                <a:cubicBezTo>
                  <a:pt x="478" y="287"/>
                  <a:pt x="478" y="287"/>
                  <a:pt x="478" y="287"/>
                </a:cubicBezTo>
                <a:cubicBezTo>
                  <a:pt x="478" y="288"/>
                  <a:pt x="479" y="288"/>
                  <a:pt x="479" y="288"/>
                </a:cubicBezTo>
                <a:cubicBezTo>
                  <a:pt x="479" y="288"/>
                  <a:pt x="479" y="289"/>
                  <a:pt x="479" y="289"/>
                </a:cubicBezTo>
                <a:cubicBezTo>
                  <a:pt x="479" y="289"/>
                  <a:pt x="479" y="289"/>
                  <a:pt x="479" y="290"/>
                </a:cubicBezTo>
                <a:cubicBezTo>
                  <a:pt x="479" y="290"/>
                  <a:pt x="479" y="290"/>
                  <a:pt x="479" y="290"/>
                </a:cubicBezTo>
                <a:cubicBezTo>
                  <a:pt x="479" y="291"/>
                  <a:pt x="479" y="291"/>
                  <a:pt x="480" y="291"/>
                </a:cubicBezTo>
                <a:cubicBezTo>
                  <a:pt x="480" y="292"/>
                  <a:pt x="480" y="292"/>
                  <a:pt x="480" y="292"/>
                </a:cubicBezTo>
                <a:close/>
                <a:moveTo>
                  <a:pt x="477" y="289"/>
                </a:moveTo>
                <a:cubicBezTo>
                  <a:pt x="477" y="289"/>
                  <a:pt x="477" y="289"/>
                  <a:pt x="477" y="289"/>
                </a:cubicBezTo>
                <a:cubicBezTo>
                  <a:pt x="477" y="289"/>
                  <a:pt x="477" y="289"/>
                  <a:pt x="477" y="289"/>
                </a:cubicBezTo>
                <a:cubicBezTo>
                  <a:pt x="477" y="289"/>
                  <a:pt x="477" y="288"/>
                  <a:pt x="477" y="288"/>
                </a:cubicBezTo>
                <a:cubicBezTo>
                  <a:pt x="477" y="288"/>
                  <a:pt x="477" y="288"/>
                  <a:pt x="477" y="288"/>
                </a:cubicBezTo>
                <a:cubicBezTo>
                  <a:pt x="477" y="288"/>
                  <a:pt x="477" y="288"/>
                  <a:pt x="477" y="288"/>
                </a:cubicBezTo>
                <a:cubicBezTo>
                  <a:pt x="477" y="288"/>
                  <a:pt x="477" y="289"/>
                  <a:pt x="477" y="289"/>
                </a:cubicBezTo>
                <a:close/>
                <a:moveTo>
                  <a:pt x="477" y="287"/>
                </a:moveTo>
                <a:cubicBezTo>
                  <a:pt x="477" y="287"/>
                  <a:pt x="476" y="287"/>
                  <a:pt x="476" y="287"/>
                </a:cubicBezTo>
                <a:cubicBezTo>
                  <a:pt x="476" y="286"/>
                  <a:pt x="476" y="286"/>
                  <a:pt x="476" y="286"/>
                </a:cubicBezTo>
                <a:cubicBezTo>
                  <a:pt x="476" y="286"/>
                  <a:pt x="476" y="287"/>
                  <a:pt x="476" y="287"/>
                </a:cubicBezTo>
                <a:cubicBezTo>
                  <a:pt x="476" y="287"/>
                  <a:pt x="476" y="287"/>
                  <a:pt x="476" y="287"/>
                </a:cubicBezTo>
                <a:cubicBezTo>
                  <a:pt x="476" y="287"/>
                  <a:pt x="477" y="287"/>
                  <a:pt x="477" y="287"/>
                </a:cubicBezTo>
                <a:close/>
                <a:moveTo>
                  <a:pt x="477" y="288"/>
                </a:moveTo>
                <a:cubicBezTo>
                  <a:pt x="477" y="287"/>
                  <a:pt x="477" y="287"/>
                  <a:pt x="477" y="287"/>
                </a:cubicBezTo>
                <a:cubicBezTo>
                  <a:pt x="477" y="287"/>
                  <a:pt x="476" y="287"/>
                  <a:pt x="476" y="287"/>
                </a:cubicBezTo>
                <a:cubicBezTo>
                  <a:pt x="476" y="287"/>
                  <a:pt x="476" y="288"/>
                  <a:pt x="477" y="288"/>
                </a:cubicBezTo>
                <a:close/>
                <a:moveTo>
                  <a:pt x="500" y="330"/>
                </a:moveTo>
                <a:cubicBezTo>
                  <a:pt x="500" y="330"/>
                  <a:pt x="500" y="330"/>
                  <a:pt x="500" y="330"/>
                </a:cubicBezTo>
                <a:cubicBezTo>
                  <a:pt x="500" y="330"/>
                  <a:pt x="500" y="331"/>
                  <a:pt x="500" y="331"/>
                </a:cubicBezTo>
                <a:cubicBezTo>
                  <a:pt x="500" y="331"/>
                  <a:pt x="500" y="331"/>
                  <a:pt x="500" y="331"/>
                </a:cubicBezTo>
                <a:cubicBezTo>
                  <a:pt x="500" y="332"/>
                  <a:pt x="500" y="332"/>
                  <a:pt x="500" y="332"/>
                </a:cubicBezTo>
                <a:cubicBezTo>
                  <a:pt x="500" y="332"/>
                  <a:pt x="499" y="333"/>
                  <a:pt x="499" y="333"/>
                </a:cubicBezTo>
                <a:cubicBezTo>
                  <a:pt x="499" y="333"/>
                  <a:pt x="500" y="334"/>
                  <a:pt x="500" y="334"/>
                </a:cubicBezTo>
                <a:cubicBezTo>
                  <a:pt x="500" y="334"/>
                  <a:pt x="500" y="334"/>
                  <a:pt x="500" y="334"/>
                </a:cubicBezTo>
                <a:cubicBezTo>
                  <a:pt x="500" y="334"/>
                  <a:pt x="500" y="334"/>
                  <a:pt x="500" y="334"/>
                </a:cubicBezTo>
                <a:cubicBezTo>
                  <a:pt x="500" y="334"/>
                  <a:pt x="500" y="333"/>
                  <a:pt x="500" y="333"/>
                </a:cubicBezTo>
                <a:cubicBezTo>
                  <a:pt x="500" y="333"/>
                  <a:pt x="500" y="333"/>
                  <a:pt x="500" y="333"/>
                </a:cubicBezTo>
                <a:cubicBezTo>
                  <a:pt x="501" y="334"/>
                  <a:pt x="501" y="334"/>
                  <a:pt x="501" y="333"/>
                </a:cubicBezTo>
                <a:cubicBezTo>
                  <a:pt x="502" y="333"/>
                  <a:pt x="502" y="333"/>
                  <a:pt x="502" y="333"/>
                </a:cubicBezTo>
                <a:cubicBezTo>
                  <a:pt x="502" y="333"/>
                  <a:pt x="502" y="333"/>
                  <a:pt x="502" y="333"/>
                </a:cubicBezTo>
                <a:cubicBezTo>
                  <a:pt x="502" y="333"/>
                  <a:pt x="502" y="333"/>
                  <a:pt x="502" y="333"/>
                </a:cubicBezTo>
                <a:cubicBezTo>
                  <a:pt x="502" y="332"/>
                  <a:pt x="502" y="332"/>
                  <a:pt x="502" y="332"/>
                </a:cubicBezTo>
                <a:cubicBezTo>
                  <a:pt x="501" y="332"/>
                  <a:pt x="502" y="332"/>
                  <a:pt x="501" y="331"/>
                </a:cubicBezTo>
                <a:cubicBezTo>
                  <a:pt x="501" y="331"/>
                  <a:pt x="501" y="331"/>
                  <a:pt x="501" y="331"/>
                </a:cubicBezTo>
                <a:cubicBezTo>
                  <a:pt x="501" y="331"/>
                  <a:pt x="502" y="331"/>
                  <a:pt x="502" y="331"/>
                </a:cubicBezTo>
                <a:cubicBezTo>
                  <a:pt x="501" y="331"/>
                  <a:pt x="501" y="331"/>
                  <a:pt x="501" y="330"/>
                </a:cubicBezTo>
                <a:cubicBezTo>
                  <a:pt x="501" y="330"/>
                  <a:pt x="501" y="330"/>
                  <a:pt x="500" y="330"/>
                </a:cubicBezTo>
                <a:close/>
                <a:moveTo>
                  <a:pt x="501" y="336"/>
                </a:moveTo>
                <a:cubicBezTo>
                  <a:pt x="502" y="336"/>
                  <a:pt x="502" y="336"/>
                  <a:pt x="502" y="336"/>
                </a:cubicBezTo>
                <a:cubicBezTo>
                  <a:pt x="502" y="336"/>
                  <a:pt x="502" y="336"/>
                  <a:pt x="502" y="336"/>
                </a:cubicBezTo>
                <a:cubicBezTo>
                  <a:pt x="502" y="336"/>
                  <a:pt x="502" y="336"/>
                  <a:pt x="502" y="336"/>
                </a:cubicBezTo>
                <a:cubicBezTo>
                  <a:pt x="503" y="336"/>
                  <a:pt x="503" y="336"/>
                  <a:pt x="503" y="336"/>
                </a:cubicBezTo>
                <a:cubicBezTo>
                  <a:pt x="503" y="336"/>
                  <a:pt x="503" y="336"/>
                  <a:pt x="503" y="336"/>
                </a:cubicBezTo>
                <a:cubicBezTo>
                  <a:pt x="503" y="336"/>
                  <a:pt x="503" y="336"/>
                  <a:pt x="503" y="336"/>
                </a:cubicBezTo>
                <a:cubicBezTo>
                  <a:pt x="503" y="335"/>
                  <a:pt x="503" y="335"/>
                  <a:pt x="503" y="335"/>
                </a:cubicBezTo>
                <a:cubicBezTo>
                  <a:pt x="503" y="335"/>
                  <a:pt x="503" y="335"/>
                  <a:pt x="503" y="335"/>
                </a:cubicBezTo>
                <a:cubicBezTo>
                  <a:pt x="503" y="335"/>
                  <a:pt x="503" y="335"/>
                  <a:pt x="503" y="335"/>
                </a:cubicBezTo>
                <a:cubicBezTo>
                  <a:pt x="503" y="335"/>
                  <a:pt x="502" y="334"/>
                  <a:pt x="502" y="334"/>
                </a:cubicBezTo>
                <a:cubicBezTo>
                  <a:pt x="502" y="334"/>
                  <a:pt x="502" y="334"/>
                  <a:pt x="502" y="334"/>
                </a:cubicBezTo>
                <a:cubicBezTo>
                  <a:pt x="502" y="335"/>
                  <a:pt x="502" y="335"/>
                  <a:pt x="502" y="335"/>
                </a:cubicBezTo>
                <a:cubicBezTo>
                  <a:pt x="502" y="335"/>
                  <a:pt x="502" y="335"/>
                  <a:pt x="501" y="335"/>
                </a:cubicBezTo>
                <a:cubicBezTo>
                  <a:pt x="501" y="335"/>
                  <a:pt x="501" y="335"/>
                  <a:pt x="501" y="335"/>
                </a:cubicBezTo>
                <a:cubicBezTo>
                  <a:pt x="501" y="335"/>
                  <a:pt x="501" y="335"/>
                  <a:pt x="501" y="335"/>
                </a:cubicBezTo>
                <a:cubicBezTo>
                  <a:pt x="501" y="335"/>
                  <a:pt x="501" y="336"/>
                  <a:pt x="501" y="336"/>
                </a:cubicBezTo>
                <a:close/>
                <a:moveTo>
                  <a:pt x="1075" y="471"/>
                </a:moveTo>
                <a:cubicBezTo>
                  <a:pt x="1075" y="471"/>
                  <a:pt x="1075" y="472"/>
                  <a:pt x="1074" y="472"/>
                </a:cubicBezTo>
                <a:cubicBezTo>
                  <a:pt x="1074" y="472"/>
                  <a:pt x="1074" y="472"/>
                  <a:pt x="1074" y="472"/>
                </a:cubicBezTo>
                <a:cubicBezTo>
                  <a:pt x="1074" y="472"/>
                  <a:pt x="1073" y="471"/>
                  <a:pt x="1073" y="471"/>
                </a:cubicBezTo>
                <a:cubicBezTo>
                  <a:pt x="1073" y="471"/>
                  <a:pt x="1073" y="470"/>
                  <a:pt x="1073" y="470"/>
                </a:cubicBezTo>
                <a:cubicBezTo>
                  <a:pt x="1073" y="470"/>
                  <a:pt x="1074" y="469"/>
                  <a:pt x="1074" y="469"/>
                </a:cubicBezTo>
                <a:cubicBezTo>
                  <a:pt x="1074" y="469"/>
                  <a:pt x="1074" y="469"/>
                  <a:pt x="1074" y="469"/>
                </a:cubicBezTo>
                <a:cubicBezTo>
                  <a:pt x="1074" y="469"/>
                  <a:pt x="1073" y="468"/>
                  <a:pt x="1073" y="468"/>
                </a:cubicBezTo>
                <a:cubicBezTo>
                  <a:pt x="1073" y="468"/>
                  <a:pt x="1073" y="467"/>
                  <a:pt x="1073" y="467"/>
                </a:cubicBezTo>
                <a:cubicBezTo>
                  <a:pt x="1073" y="467"/>
                  <a:pt x="1074" y="467"/>
                  <a:pt x="1074" y="467"/>
                </a:cubicBezTo>
                <a:cubicBezTo>
                  <a:pt x="1074" y="467"/>
                  <a:pt x="1074" y="466"/>
                  <a:pt x="1074" y="466"/>
                </a:cubicBezTo>
                <a:cubicBezTo>
                  <a:pt x="1074" y="466"/>
                  <a:pt x="1070" y="465"/>
                  <a:pt x="1070" y="465"/>
                </a:cubicBezTo>
                <a:cubicBezTo>
                  <a:pt x="1070" y="465"/>
                  <a:pt x="1070" y="465"/>
                  <a:pt x="1070" y="465"/>
                </a:cubicBezTo>
                <a:cubicBezTo>
                  <a:pt x="1070" y="464"/>
                  <a:pt x="1071" y="464"/>
                  <a:pt x="1071" y="464"/>
                </a:cubicBezTo>
                <a:cubicBezTo>
                  <a:pt x="1071" y="464"/>
                  <a:pt x="1071" y="463"/>
                  <a:pt x="1071" y="463"/>
                </a:cubicBezTo>
                <a:cubicBezTo>
                  <a:pt x="1071" y="463"/>
                  <a:pt x="1070" y="463"/>
                  <a:pt x="1070" y="463"/>
                </a:cubicBezTo>
                <a:cubicBezTo>
                  <a:pt x="1070" y="462"/>
                  <a:pt x="1071" y="462"/>
                  <a:pt x="1071" y="462"/>
                </a:cubicBezTo>
                <a:cubicBezTo>
                  <a:pt x="1071" y="447"/>
                  <a:pt x="1071" y="447"/>
                  <a:pt x="1071" y="447"/>
                </a:cubicBezTo>
                <a:cubicBezTo>
                  <a:pt x="1067" y="443"/>
                  <a:pt x="1067" y="443"/>
                  <a:pt x="1067" y="443"/>
                </a:cubicBezTo>
                <a:cubicBezTo>
                  <a:pt x="1065" y="443"/>
                  <a:pt x="1065" y="443"/>
                  <a:pt x="1065" y="443"/>
                </a:cubicBezTo>
                <a:cubicBezTo>
                  <a:pt x="1065" y="444"/>
                  <a:pt x="1065" y="444"/>
                  <a:pt x="1065" y="444"/>
                </a:cubicBezTo>
                <a:cubicBezTo>
                  <a:pt x="1063" y="444"/>
                  <a:pt x="1063" y="444"/>
                  <a:pt x="1063" y="444"/>
                </a:cubicBezTo>
                <a:cubicBezTo>
                  <a:pt x="1060" y="446"/>
                  <a:pt x="1060" y="446"/>
                  <a:pt x="1060" y="446"/>
                </a:cubicBezTo>
                <a:cubicBezTo>
                  <a:pt x="1059" y="445"/>
                  <a:pt x="1059" y="445"/>
                  <a:pt x="1059" y="445"/>
                </a:cubicBezTo>
                <a:cubicBezTo>
                  <a:pt x="1059" y="442"/>
                  <a:pt x="1059" y="442"/>
                  <a:pt x="1059" y="442"/>
                </a:cubicBezTo>
                <a:cubicBezTo>
                  <a:pt x="1057" y="442"/>
                  <a:pt x="1057" y="442"/>
                  <a:pt x="1057" y="442"/>
                </a:cubicBezTo>
                <a:cubicBezTo>
                  <a:pt x="1051" y="452"/>
                  <a:pt x="1051" y="452"/>
                  <a:pt x="1051" y="452"/>
                </a:cubicBezTo>
                <a:cubicBezTo>
                  <a:pt x="1051" y="452"/>
                  <a:pt x="1050" y="454"/>
                  <a:pt x="1050" y="454"/>
                </a:cubicBezTo>
                <a:cubicBezTo>
                  <a:pt x="1050" y="454"/>
                  <a:pt x="1050" y="455"/>
                  <a:pt x="1050" y="455"/>
                </a:cubicBezTo>
                <a:cubicBezTo>
                  <a:pt x="1050" y="456"/>
                  <a:pt x="1050" y="456"/>
                  <a:pt x="1050" y="456"/>
                </a:cubicBezTo>
                <a:cubicBezTo>
                  <a:pt x="1049" y="456"/>
                  <a:pt x="1049" y="456"/>
                  <a:pt x="1049" y="456"/>
                </a:cubicBezTo>
                <a:cubicBezTo>
                  <a:pt x="1048" y="458"/>
                  <a:pt x="1048" y="458"/>
                  <a:pt x="1048" y="458"/>
                </a:cubicBezTo>
                <a:cubicBezTo>
                  <a:pt x="1048" y="458"/>
                  <a:pt x="1048" y="458"/>
                  <a:pt x="1048" y="459"/>
                </a:cubicBezTo>
                <a:cubicBezTo>
                  <a:pt x="1048" y="459"/>
                  <a:pt x="1049" y="459"/>
                  <a:pt x="1049" y="459"/>
                </a:cubicBezTo>
                <a:cubicBezTo>
                  <a:pt x="1048" y="460"/>
                  <a:pt x="1048" y="460"/>
                  <a:pt x="1048" y="460"/>
                </a:cubicBezTo>
                <a:cubicBezTo>
                  <a:pt x="1048" y="460"/>
                  <a:pt x="1048" y="460"/>
                  <a:pt x="1048" y="461"/>
                </a:cubicBezTo>
                <a:cubicBezTo>
                  <a:pt x="1048" y="461"/>
                  <a:pt x="1048" y="461"/>
                  <a:pt x="1048" y="461"/>
                </a:cubicBezTo>
                <a:cubicBezTo>
                  <a:pt x="1048" y="462"/>
                  <a:pt x="1048" y="462"/>
                  <a:pt x="1048" y="462"/>
                </a:cubicBezTo>
                <a:cubicBezTo>
                  <a:pt x="1047" y="463"/>
                  <a:pt x="1047" y="463"/>
                  <a:pt x="1047" y="463"/>
                </a:cubicBezTo>
                <a:cubicBezTo>
                  <a:pt x="1047" y="465"/>
                  <a:pt x="1047" y="465"/>
                  <a:pt x="1047" y="465"/>
                </a:cubicBezTo>
                <a:cubicBezTo>
                  <a:pt x="1047" y="465"/>
                  <a:pt x="1046" y="465"/>
                  <a:pt x="1046" y="465"/>
                </a:cubicBezTo>
                <a:cubicBezTo>
                  <a:pt x="1046" y="465"/>
                  <a:pt x="1045" y="466"/>
                  <a:pt x="1045" y="466"/>
                </a:cubicBezTo>
                <a:cubicBezTo>
                  <a:pt x="1045" y="466"/>
                  <a:pt x="1044" y="467"/>
                  <a:pt x="1044" y="467"/>
                </a:cubicBezTo>
                <a:cubicBezTo>
                  <a:pt x="1044" y="467"/>
                  <a:pt x="1045" y="468"/>
                  <a:pt x="1045" y="468"/>
                </a:cubicBezTo>
                <a:cubicBezTo>
                  <a:pt x="1045" y="468"/>
                  <a:pt x="1045" y="469"/>
                  <a:pt x="1045" y="469"/>
                </a:cubicBezTo>
                <a:cubicBezTo>
                  <a:pt x="1045" y="469"/>
                  <a:pt x="1044" y="469"/>
                  <a:pt x="1044" y="469"/>
                </a:cubicBezTo>
                <a:cubicBezTo>
                  <a:pt x="1044" y="469"/>
                  <a:pt x="1044" y="468"/>
                  <a:pt x="1044" y="468"/>
                </a:cubicBezTo>
                <a:cubicBezTo>
                  <a:pt x="1044" y="468"/>
                  <a:pt x="1044" y="469"/>
                  <a:pt x="1044" y="469"/>
                </a:cubicBezTo>
                <a:cubicBezTo>
                  <a:pt x="1044" y="469"/>
                  <a:pt x="1043" y="469"/>
                  <a:pt x="1043" y="470"/>
                </a:cubicBezTo>
                <a:cubicBezTo>
                  <a:pt x="1043" y="470"/>
                  <a:pt x="1043" y="471"/>
                  <a:pt x="1043" y="471"/>
                </a:cubicBezTo>
                <a:cubicBezTo>
                  <a:pt x="1042" y="469"/>
                  <a:pt x="1042" y="469"/>
                  <a:pt x="1042" y="469"/>
                </a:cubicBezTo>
                <a:cubicBezTo>
                  <a:pt x="1040" y="471"/>
                  <a:pt x="1040" y="471"/>
                  <a:pt x="1040" y="471"/>
                </a:cubicBezTo>
                <a:cubicBezTo>
                  <a:pt x="1040" y="471"/>
                  <a:pt x="1039" y="470"/>
                  <a:pt x="1039" y="470"/>
                </a:cubicBezTo>
                <a:cubicBezTo>
                  <a:pt x="1039" y="470"/>
                  <a:pt x="1038" y="471"/>
                  <a:pt x="1038" y="471"/>
                </a:cubicBezTo>
                <a:cubicBezTo>
                  <a:pt x="1038" y="471"/>
                  <a:pt x="1038" y="472"/>
                  <a:pt x="1038" y="472"/>
                </a:cubicBezTo>
                <a:cubicBezTo>
                  <a:pt x="1038" y="472"/>
                  <a:pt x="1038" y="472"/>
                  <a:pt x="1038" y="472"/>
                </a:cubicBezTo>
                <a:cubicBezTo>
                  <a:pt x="1038" y="472"/>
                  <a:pt x="1037" y="473"/>
                  <a:pt x="1037" y="473"/>
                </a:cubicBezTo>
                <a:cubicBezTo>
                  <a:pt x="1007" y="473"/>
                  <a:pt x="1007" y="473"/>
                  <a:pt x="1007" y="473"/>
                </a:cubicBezTo>
                <a:cubicBezTo>
                  <a:pt x="1002" y="476"/>
                  <a:pt x="1002" y="476"/>
                  <a:pt x="1002" y="476"/>
                </a:cubicBezTo>
                <a:cubicBezTo>
                  <a:pt x="997" y="482"/>
                  <a:pt x="997" y="482"/>
                  <a:pt x="997" y="482"/>
                </a:cubicBezTo>
                <a:cubicBezTo>
                  <a:pt x="993" y="485"/>
                  <a:pt x="993" y="485"/>
                  <a:pt x="993" y="485"/>
                </a:cubicBezTo>
                <a:cubicBezTo>
                  <a:pt x="990" y="491"/>
                  <a:pt x="990" y="491"/>
                  <a:pt x="990" y="491"/>
                </a:cubicBezTo>
                <a:cubicBezTo>
                  <a:pt x="972" y="491"/>
                  <a:pt x="972" y="491"/>
                  <a:pt x="972" y="491"/>
                </a:cubicBezTo>
                <a:cubicBezTo>
                  <a:pt x="968" y="493"/>
                  <a:pt x="968" y="493"/>
                  <a:pt x="968" y="493"/>
                </a:cubicBezTo>
                <a:cubicBezTo>
                  <a:pt x="970" y="495"/>
                  <a:pt x="970" y="495"/>
                  <a:pt x="970" y="495"/>
                </a:cubicBezTo>
                <a:cubicBezTo>
                  <a:pt x="970" y="497"/>
                  <a:pt x="970" y="497"/>
                  <a:pt x="970" y="497"/>
                </a:cubicBezTo>
                <a:cubicBezTo>
                  <a:pt x="971" y="499"/>
                  <a:pt x="971" y="499"/>
                  <a:pt x="971" y="499"/>
                </a:cubicBezTo>
                <a:cubicBezTo>
                  <a:pt x="971" y="501"/>
                  <a:pt x="971" y="501"/>
                  <a:pt x="971" y="501"/>
                </a:cubicBezTo>
                <a:cubicBezTo>
                  <a:pt x="961" y="506"/>
                  <a:pt x="961" y="506"/>
                  <a:pt x="961" y="506"/>
                </a:cubicBezTo>
                <a:cubicBezTo>
                  <a:pt x="950" y="508"/>
                  <a:pt x="950" y="508"/>
                  <a:pt x="950" y="508"/>
                </a:cubicBezTo>
                <a:cubicBezTo>
                  <a:pt x="940" y="515"/>
                  <a:pt x="940" y="515"/>
                  <a:pt x="940" y="515"/>
                </a:cubicBezTo>
                <a:cubicBezTo>
                  <a:pt x="937" y="515"/>
                  <a:pt x="937" y="515"/>
                  <a:pt x="937" y="515"/>
                </a:cubicBezTo>
                <a:cubicBezTo>
                  <a:pt x="933" y="512"/>
                  <a:pt x="933" y="512"/>
                  <a:pt x="933" y="512"/>
                </a:cubicBezTo>
                <a:cubicBezTo>
                  <a:pt x="933" y="512"/>
                  <a:pt x="933" y="511"/>
                  <a:pt x="933" y="511"/>
                </a:cubicBezTo>
                <a:cubicBezTo>
                  <a:pt x="933" y="510"/>
                  <a:pt x="933" y="510"/>
                  <a:pt x="933" y="510"/>
                </a:cubicBezTo>
                <a:cubicBezTo>
                  <a:pt x="933" y="510"/>
                  <a:pt x="934" y="509"/>
                  <a:pt x="934" y="509"/>
                </a:cubicBezTo>
                <a:cubicBezTo>
                  <a:pt x="934" y="509"/>
                  <a:pt x="933" y="507"/>
                  <a:pt x="933" y="507"/>
                </a:cubicBezTo>
                <a:cubicBezTo>
                  <a:pt x="933" y="507"/>
                  <a:pt x="936" y="506"/>
                  <a:pt x="936" y="506"/>
                </a:cubicBezTo>
                <a:cubicBezTo>
                  <a:pt x="936" y="506"/>
                  <a:pt x="939" y="503"/>
                  <a:pt x="939" y="503"/>
                </a:cubicBezTo>
                <a:cubicBezTo>
                  <a:pt x="939" y="501"/>
                  <a:pt x="939" y="501"/>
                  <a:pt x="939" y="501"/>
                </a:cubicBezTo>
                <a:cubicBezTo>
                  <a:pt x="939" y="501"/>
                  <a:pt x="939" y="499"/>
                  <a:pt x="939" y="499"/>
                </a:cubicBezTo>
                <a:cubicBezTo>
                  <a:pt x="939" y="499"/>
                  <a:pt x="942" y="492"/>
                  <a:pt x="942" y="492"/>
                </a:cubicBezTo>
                <a:cubicBezTo>
                  <a:pt x="939" y="470"/>
                  <a:pt x="939" y="470"/>
                  <a:pt x="939" y="470"/>
                </a:cubicBezTo>
                <a:cubicBezTo>
                  <a:pt x="929" y="463"/>
                  <a:pt x="929" y="463"/>
                  <a:pt x="929" y="463"/>
                </a:cubicBezTo>
                <a:cubicBezTo>
                  <a:pt x="931" y="461"/>
                  <a:pt x="931" y="461"/>
                  <a:pt x="931" y="461"/>
                </a:cubicBezTo>
                <a:cubicBezTo>
                  <a:pt x="929" y="459"/>
                  <a:pt x="929" y="459"/>
                  <a:pt x="929" y="459"/>
                </a:cubicBezTo>
                <a:cubicBezTo>
                  <a:pt x="927" y="459"/>
                  <a:pt x="927" y="459"/>
                  <a:pt x="927" y="459"/>
                </a:cubicBezTo>
                <a:cubicBezTo>
                  <a:pt x="926" y="460"/>
                  <a:pt x="926" y="460"/>
                  <a:pt x="926" y="460"/>
                </a:cubicBezTo>
                <a:cubicBezTo>
                  <a:pt x="924" y="458"/>
                  <a:pt x="924" y="458"/>
                  <a:pt x="924" y="458"/>
                </a:cubicBezTo>
                <a:cubicBezTo>
                  <a:pt x="924" y="454"/>
                  <a:pt x="924" y="454"/>
                  <a:pt x="924" y="454"/>
                </a:cubicBezTo>
                <a:cubicBezTo>
                  <a:pt x="922" y="455"/>
                  <a:pt x="922" y="455"/>
                  <a:pt x="922" y="455"/>
                </a:cubicBezTo>
                <a:cubicBezTo>
                  <a:pt x="920" y="455"/>
                  <a:pt x="920" y="455"/>
                  <a:pt x="920" y="455"/>
                </a:cubicBezTo>
                <a:cubicBezTo>
                  <a:pt x="918" y="453"/>
                  <a:pt x="918" y="453"/>
                  <a:pt x="918" y="453"/>
                </a:cubicBezTo>
                <a:cubicBezTo>
                  <a:pt x="918" y="450"/>
                  <a:pt x="918" y="450"/>
                  <a:pt x="918" y="450"/>
                </a:cubicBezTo>
                <a:cubicBezTo>
                  <a:pt x="886" y="430"/>
                  <a:pt x="886" y="430"/>
                  <a:pt x="886" y="430"/>
                </a:cubicBezTo>
                <a:cubicBezTo>
                  <a:pt x="884" y="431"/>
                  <a:pt x="884" y="431"/>
                  <a:pt x="884" y="431"/>
                </a:cubicBezTo>
                <a:cubicBezTo>
                  <a:pt x="877" y="435"/>
                  <a:pt x="877" y="435"/>
                  <a:pt x="877" y="435"/>
                </a:cubicBezTo>
                <a:cubicBezTo>
                  <a:pt x="875" y="434"/>
                  <a:pt x="875" y="434"/>
                  <a:pt x="875" y="434"/>
                </a:cubicBezTo>
                <a:cubicBezTo>
                  <a:pt x="875" y="434"/>
                  <a:pt x="874" y="434"/>
                  <a:pt x="874" y="434"/>
                </a:cubicBezTo>
                <a:cubicBezTo>
                  <a:pt x="874" y="434"/>
                  <a:pt x="873" y="435"/>
                  <a:pt x="873" y="435"/>
                </a:cubicBezTo>
                <a:cubicBezTo>
                  <a:pt x="872" y="435"/>
                  <a:pt x="872" y="435"/>
                  <a:pt x="872" y="435"/>
                </a:cubicBezTo>
                <a:cubicBezTo>
                  <a:pt x="871" y="433"/>
                  <a:pt x="871" y="433"/>
                  <a:pt x="871" y="433"/>
                </a:cubicBezTo>
                <a:cubicBezTo>
                  <a:pt x="865" y="433"/>
                  <a:pt x="865" y="433"/>
                  <a:pt x="865" y="433"/>
                </a:cubicBezTo>
                <a:cubicBezTo>
                  <a:pt x="864" y="431"/>
                  <a:pt x="864" y="431"/>
                  <a:pt x="864" y="431"/>
                </a:cubicBezTo>
                <a:cubicBezTo>
                  <a:pt x="860" y="434"/>
                  <a:pt x="860" y="434"/>
                  <a:pt x="860" y="434"/>
                </a:cubicBezTo>
                <a:cubicBezTo>
                  <a:pt x="858" y="434"/>
                  <a:pt x="858" y="434"/>
                  <a:pt x="858" y="434"/>
                </a:cubicBezTo>
                <a:cubicBezTo>
                  <a:pt x="858" y="433"/>
                  <a:pt x="858" y="433"/>
                  <a:pt x="858" y="433"/>
                </a:cubicBezTo>
                <a:cubicBezTo>
                  <a:pt x="856" y="433"/>
                  <a:pt x="856" y="433"/>
                  <a:pt x="856" y="433"/>
                </a:cubicBezTo>
                <a:cubicBezTo>
                  <a:pt x="856" y="432"/>
                  <a:pt x="856" y="432"/>
                  <a:pt x="856" y="432"/>
                </a:cubicBezTo>
                <a:cubicBezTo>
                  <a:pt x="854" y="432"/>
                  <a:pt x="854" y="432"/>
                  <a:pt x="854" y="432"/>
                </a:cubicBezTo>
                <a:cubicBezTo>
                  <a:pt x="854" y="430"/>
                  <a:pt x="854" y="430"/>
                  <a:pt x="854" y="430"/>
                </a:cubicBezTo>
                <a:cubicBezTo>
                  <a:pt x="852" y="430"/>
                  <a:pt x="852" y="430"/>
                  <a:pt x="852" y="430"/>
                </a:cubicBezTo>
                <a:cubicBezTo>
                  <a:pt x="851" y="432"/>
                  <a:pt x="851" y="432"/>
                  <a:pt x="851" y="432"/>
                </a:cubicBezTo>
                <a:cubicBezTo>
                  <a:pt x="851" y="432"/>
                  <a:pt x="851" y="432"/>
                  <a:pt x="851" y="432"/>
                </a:cubicBezTo>
                <a:cubicBezTo>
                  <a:pt x="850" y="430"/>
                  <a:pt x="850" y="430"/>
                  <a:pt x="850" y="430"/>
                </a:cubicBezTo>
                <a:cubicBezTo>
                  <a:pt x="849" y="429"/>
                  <a:pt x="849" y="429"/>
                  <a:pt x="849" y="429"/>
                </a:cubicBezTo>
                <a:cubicBezTo>
                  <a:pt x="848" y="428"/>
                  <a:pt x="848" y="428"/>
                  <a:pt x="848" y="428"/>
                </a:cubicBezTo>
                <a:cubicBezTo>
                  <a:pt x="848" y="427"/>
                  <a:pt x="848" y="427"/>
                  <a:pt x="848" y="427"/>
                </a:cubicBezTo>
                <a:cubicBezTo>
                  <a:pt x="847" y="427"/>
                  <a:pt x="847" y="427"/>
                  <a:pt x="847" y="427"/>
                </a:cubicBezTo>
                <a:cubicBezTo>
                  <a:pt x="845" y="426"/>
                  <a:pt x="845" y="426"/>
                  <a:pt x="845" y="426"/>
                </a:cubicBezTo>
                <a:cubicBezTo>
                  <a:pt x="843" y="426"/>
                  <a:pt x="843" y="426"/>
                  <a:pt x="843" y="426"/>
                </a:cubicBezTo>
                <a:cubicBezTo>
                  <a:pt x="841" y="427"/>
                  <a:pt x="841" y="427"/>
                  <a:pt x="841" y="427"/>
                </a:cubicBezTo>
                <a:cubicBezTo>
                  <a:pt x="840" y="427"/>
                  <a:pt x="840" y="427"/>
                  <a:pt x="840" y="427"/>
                </a:cubicBezTo>
                <a:cubicBezTo>
                  <a:pt x="838" y="427"/>
                  <a:pt x="838" y="427"/>
                  <a:pt x="838" y="427"/>
                </a:cubicBezTo>
                <a:cubicBezTo>
                  <a:pt x="837" y="426"/>
                  <a:pt x="837" y="426"/>
                  <a:pt x="837" y="426"/>
                </a:cubicBezTo>
                <a:cubicBezTo>
                  <a:pt x="837" y="426"/>
                  <a:pt x="834" y="425"/>
                  <a:pt x="834" y="425"/>
                </a:cubicBezTo>
                <a:cubicBezTo>
                  <a:pt x="834" y="425"/>
                  <a:pt x="832" y="425"/>
                  <a:pt x="832" y="425"/>
                </a:cubicBezTo>
                <a:cubicBezTo>
                  <a:pt x="830" y="424"/>
                  <a:pt x="830" y="424"/>
                  <a:pt x="830" y="424"/>
                </a:cubicBezTo>
                <a:cubicBezTo>
                  <a:pt x="830" y="421"/>
                  <a:pt x="830" y="421"/>
                  <a:pt x="830" y="421"/>
                </a:cubicBezTo>
                <a:cubicBezTo>
                  <a:pt x="829" y="419"/>
                  <a:pt x="829" y="419"/>
                  <a:pt x="829" y="419"/>
                </a:cubicBezTo>
                <a:cubicBezTo>
                  <a:pt x="829" y="417"/>
                  <a:pt x="829" y="417"/>
                  <a:pt x="829" y="417"/>
                </a:cubicBezTo>
                <a:cubicBezTo>
                  <a:pt x="829" y="417"/>
                  <a:pt x="828" y="416"/>
                  <a:pt x="828" y="416"/>
                </a:cubicBezTo>
                <a:cubicBezTo>
                  <a:pt x="828" y="416"/>
                  <a:pt x="826" y="416"/>
                  <a:pt x="826" y="416"/>
                </a:cubicBezTo>
                <a:cubicBezTo>
                  <a:pt x="826" y="421"/>
                  <a:pt x="826" y="421"/>
                  <a:pt x="826" y="421"/>
                </a:cubicBezTo>
                <a:cubicBezTo>
                  <a:pt x="578" y="421"/>
                  <a:pt x="578" y="421"/>
                  <a:pt x="578" y="421"/>
                </a:cubicBezTo>
                <a:cubicBezTo>
                  <a:pt x="578" y="421"/>
                  <a:pt x="578" y="422"/>
                  <a:pt x="578" y="422"/>
                </a:cubicBezTo>
                <a:cubicBezTo>
                  <a:pt x="579" y="422"/>
                  <a:pt x="579" y="422"/>
                  <a:pt x="579" y="422"/>
                </a:cubicBezTo>
                <a:cubicBezTo>
                  <a:pt x="579" y="422"/>
                  <a:pt x="579" y="423"/>
                  <a:pt x="579" y="423"/>
                </a:cubicBezTo>
                <a:cubicBezTo>
                  <a:pt x="579" y="423"/>
                  <a:pt x="579" y="423"/>
                  <a:pt x="579" y="424"/>
                </a:cubicBezTo>
                <a:cubicBezTo>
                  <a:pt x="580" y="424"/>
                  <a:pt x="580" y="424"/>
                  <a:pt x="580" y="424"/>
                </a:cubicBezTo>
                <a:cubicBezTo>
                  <a:pt x="580" y="424"/>
                  <a:pt x="581" y="425"/>
                  <a:pt x="581" y="425"/>
                </a:cubicBezTo>
                <a:cubicBezTo>
                  <a:pt x="581" y="425"/>
                  <a:pt x="581" y="425"/>
                  <a:pt x="581" y="425"/>
                </a:cubicBezTo>
                <a:cubicBezTo>
                  <a:pt x="581" y="425"/>
                  <a:pt x="581" y="425"/>
                  <a:pt x="581" y="426"/>
                </a:cubicBezTo>
                <a:cubicBezTo>
                  <a:pt x="581" y="426"/>
                  <a:pt x="582" y="426"/>
                  <a:pt x="582" y="426"/>
                </a:cubicBezTo>
                <a:cubicBezTo>
                  <a:pt x="582" y="426"/>
                  <a:pt x="582" y="427"/>
                  <a:pt x="582" y="427"/>
                </a:cubicBezTo>
                <a:cubicBezTo>
                  <a:pt x="582" y="427"/>
                  <a:pt x="581" y="427"/>
                  <a:pt x="581" y="427"/>
                </a:cubicBezTo>
                <a:cubicBezTo>
                  <a:pt x="581" y="427"/>
                  <a:pt x="581" y="427"/>
                  <a:pt x="581" y="428"/>
                </a:cubicBezTo>
                <a:cubicBezTo>
                  <a:pt x="581" y="428"/>
                  <a:pt x="581" y="428"/>
                  <a:pt x="581" y="428"/>
                </a:cubicBezTo>
                <a:cubicBezTo>
                  <a:pt x="581" y="428"/>
                  <a:pt x="581" y="429"/>
                  <a:pt x="581" y="429"/>
                </a:cubicBezTo>
                <a:cubicBezTo>
                  <a:pt x="581" y="428"/>
                  <a:pt x="580" y="428"/>
                  <a:pt x="580" y="428"/>
                </a:cubicBezTo>
                <a:cubicBezTo>
                  <a:pt x="580" y="428"/>
                  <a:pt x="580" y="428"/>
                  <a:pt x="580" y="428"/>
                </a:cubicBezTo>
                <a:cubicBezTo>
                  <a:pt x="580" y="428"/>
                  <a:pt x="579" y="429"/>
                  <a:pt x="579" y="429"/>
                </a:cubicBezTo>
                <a:cubicBezTo>
                  <a:pt x="579" y="429"/>
                  <a:pt x="579" y="430"/>
                  <a:pt x="579" y="430"/>
                </a:cubicBezTo>
                <a:cubicBezTo>
                  <a:pt x="579" y="430"/>
                  <a:pt x="579" y="431"/>
                  <a:pt x="579" y="431"/>
                </a:cubicBezTo>
                <a:cubicBezTo>
                  <a:pt x="579" y="431"/>
                  <a:pt x="579" y="431"/>
                  <a:pt x="579" y="432"/>
                </a:cubicBezTo>
                <a:cubicBezTo>
                  <a:pt x="579" y="432"/>
                  <a:pt x="579" y="432"/>
                  <a:pt x="579" y="432"/>
                </a:cubicBezTo>
                <a:cubicBezTo>
                  <a:pt x="579" y="432"/>
                  <a:pt x="579" y="432"/>
                  <a:pt x="580" y="433"/>
                </a:cubicBezTo>
                <a:cubicBezTo>
                  <a:pt x="580" y="433"/>
                  <a:pt x="580" y="433"/>
                  <a:pt x="580" y="433"/>
                </a:cubicBezTo>
                <a:cubicBezTo>
                  <a:pt x="580" y="433"/>
                  <a:pt x="580" y="433"/>
                  <a:pt x="580" y="433"/>
                </a:cubicBezTo>
                <a:cubicBezTo>
                  <a:pt x="580" y="432"/>
                  <a:pt x="580" y="431"/>
                  <a:pt x="580" y="431"/>
                </a:cubicBezTo>
                <a:cubicBezTo>
                  <a:pt x="580" y="431"/>
                  <a:pt x="580" y="431"/>
                  <a:pt x="580" y="431"/>
                </a:cubicBezTo>
                <a:cubicBezTo>
                  <a:pt x="581" y="431"/>
                  <a:pt x="581" y="431"/>
                  <a:pt x="581" y="431"/>
                </a:cubicBezTo>
                <a:cubicBezTo>
                  <a:pt x="581" y="430"/>
                  <a:pt x="580" y="430"/>
                  <a:pt x="580" y="430"/>
                </a:cubicBezTo>
                <a:cubicBezTo>
                  <a:pt x="580" y="430"/>
                  <a:pt x="580" y="430"/>
                  <a:pt x="581" y="430"/>
                </a:cubicBezTo>
                <a:cubicBezTo>
                  <a:pt x="581" y="430"/>
                  <a:pt x="581" y="430"/>
                  <a:pt x="581" y="430"/>
                </a:cubicBezTo>
                <a:cubicBezTo>
                  <a:pt x="581" y="430"/>
                  <a:pt x="582" y="430"/>
                  <a:pt x="582" y="430"/>
                </a:cubicBezTo>
                <a:cubicBezTo>
                  <a:pt x="582" y="430"/>
                  <a:pt x="582" y="431"/>
                  <a:pt x="582" y="431"/>
                </a:cubicBezTo>
                <a:cubicBezTo>
                  <a:pt x="582" y="431"/>
                  <a:pt x="582" y="432"/>
                  <a:pt x="582" y="432"/>
                </a:cubicBezTo>
                <a:cubicBezTo>
                  <a:pt x="582" y="433"/>
                  <a:pt x="583" y="433"/>
                  <a:pt x="583" y="434"/>
                </a:cubicBezTo>
                <a:cubicBezTo>
                  <a:pt x="583" y="434"/>
                  <a:pt x="583" y="434"/>
                  <a:pt x="583" y="435"/>
                </a:cubicBezTo>
                <a:cubicBezTo>
                  <a:pt x="583" y="435"/>
                  <a:pt x="583" y="436"/>
                  <a:pt x="583" y="436"/>
                </a:cubicBezTo>
                <a:cubicBezTo>
                  <a:pt x="582" y="437"/>
                  <a:pt x="582" y="438"/>
                  <a:pt x="582" y="439"/>
                </a:cubicBezTo>
                <a:cubicBezTo>
                  <a:pt x="582" y="441"/>
                  <a:pt x="583" y="442"/>
                  <a:pt x="583" y="443"/>
                </a:cubicBezTo>
                <a:cubicBezTo>
                  <a:pt x="583" y="443"/>
                  <a:pt x="583" y="443"/>
                  <a:pt x="582" y="444"/>
                </a:cubicBezTo>
                <a:cubicBezTo>
                  <a:pt x="582" y="444"/>
                  <a:pt x="582" y="444"/>
                  <a:pt x="582" y="444"/>
                </a:cubicBezTo>
                <a:cubicBezTo>
                  <a:pt x="581" y="444"/>
                  <a:pt x="581" y="445"/>
                  <a:pt x="581" y="445"/>
                </a:cubicBezTo>
                <a:cubicBezTo>
                  <a:pt x="581" y="445"/>
                  <a:pt x="581" y="445"/>
                  <a:pt x="580" y="445"/>
                </a:cubicBezTo>
                <a:cubicBezTo>
                  <a:pt x="580" y="446"/>
                  <a:pt x="580" y="446"/>
                  <a:pt x="580" y="446"/>
                </a:cubicBezTo>
                <a:cubicBezTo>
                  <a:pt x="580" y="446"/>
                  <a:pt x="580" y="446"/>
                  <a:pt x="579" y="446"/>
                </a:cubicBezTo>
                <a:cubicBezTo>
                  <a:pt x="579" y="446"/>
                  <a:pt x="579" y="447"/>
                  <a:pt x="578" y="446"/>
                </a:cubicBezTo>
                <a:cubicBezTo>
                  <a:pt x="578" y="446"/>
                  <a:pt x="578" y="446"/>
                  <a:pt x="578" y="446"/>
                </a:cubicBezTo>
                <a:cubicBezTo>
                  <a:pt x="578" y="446"/>
                  <a:pt x="578" y="446"/>
                  <a:pt x="578" y="446"/>
                </a:cubicBezTo>
                <a:cubicBezTo>
                  <a:pt x="577" y="447"/>
                  <a:pt x="577" y="446"/>
                  <a:pt x="577" y="446"/>
                </a:cubicBezTo>
                <a:cubicBezTo>
                  <a:pt x="577" y="446"/>
                  <a:pt x="577" y="446"/>
                  <a:pt x="577" y="446"/>
                </a:cubicBezTo>
                <a:cubicBezTo>
                  <a:pt x="577" y="446"/>
                  <a:pt x="577" y="445"/>
                  <a:pt x="577" y="445"/>
                </a:cubicBezTo>
                <a:cubicBezTo>
                  <a:pt x="577" y="445"/>
                  <a:pt x="577" y="445"/>
                  <a:pt x="577" y="445"/>
                </a:cubicBezTo>
                <a:cubicBezTo>
                  <a:pt x="578" y="445"/>
                  <a:pt x="578" y="445"/>
                  <a:pt x="578" y="445"/>
                </a:cubicBezTo>
                <a:cubicBezTo>
                  <a:pt x="578" y="444"/>
                  <a:pt x="578" y="444"/>
                  <a:pt x="577" y="443"/>
                </a:cubicBezTo>
                <a:cubicBezTo>
                  <a:pt x="577" y="443"/>
                  <a:pt x="577" y="443"/>
                  <a:pt x="577" y="443"/>
                </a:cubicBezTo>
                <a:cubicBezTo>
                  <a:pt x="577" y="443"/>
                  <a:pt x="577" y="442"/>
                  <a:pt x="577" y="442"/>
                </a:cubicBezTo>
                <a:cubicBezTo>
                  <a:pt x="577" y="442"/>
                  <a:pt x="578" y="442"/>
                  <a:pt x="578" y="443"/>
                </a:cubicBezTo>
                <a:cubicBezTo>
                  <a:pt x="578" y="443"/>
                  <a:pt x="579" y="443"/>
                  <a:pt x="579" y="444"/>
                </a:cubicBezTo>
                <a:cubicBezTo>
                  <a:pt x="579" y="444"/>
                  <a:pt x="578" y="444"/>
                  <a:pt x="578" y="444"/>
                </a:cubicBezTo>
                <a:cubicBezTo>
                  <a:pt x="578" y="445"/>
                  <a:pt x="578" y="445"/>
                  <a:pt x="579" y="445"/>
                </a:cubicBezTo>
                <a:cubicBezTo>
                  <a:pt x="579" y="445"/>
                  <a:pt x="579" y="445"/>
                  <a:pt x="579" y="445"/>
                </a:cubicBezTo>
                <a:cubicBezTo>
                  <a:pt x="579" y="445"/>
                  <a:pt x="579" y="445"/>
                  <a:pt x="579" y="445"/>
                </a:cubicBezTo>
                <a:cubicBezTo>
                  <a:pt x="579" y="444"/>
                  <a:pt x="579" y="444"/>
                  <a:pt x="579" y="444"/>
                </a:cubicBezTo>
                <a:cubicBezTo>
                  <a:pt x="579" y="444"/>
                  <a:pt x="579" y="444"/>
                  <a:pt x="580" y="444"/>
                </a:cubicBezTo>
                <a:cubicBezTo>
                  <a:pt x="580" y="444"/>
                  <a:pt x="580" y="444"/>
                  <a:pt x="580" y="444"/>
                </a:cubicBezTo>
                <a:cubicBezTo>
                  <a:pt x="580" y="444"/>
                  <a:pt x="580" y="444"/>
                  <a:pt x="580" y="444"/>
                </a:cubicBezTo>
                <a:cubicBezTo>
                  <a:pt x="580" y="444"/>
                  <a:pt x="580" y="444"/>
                  <a:pt x="580" y="444"/>
                </a:cubicBezTo>
                <a:cubicBezTo>
                  <a:pt x="580" y="443"/>
                  <a:pt x="581" y="443"/>
                  <a:pt x="581" y="442"/>
                </a:cubicBezTo>
                <a:cubicBezTo>
                  <a:pt x="581" y="443"/>
                  <a:pt x="581" y="443"/>
                  <a:pt x="581" y="443"/>
                </a:cubicBezTo>
                <a:cubicBezTo>
                  <a:pt x="581" y="443"/>
                  <a:pt x="582" y="443"/>
                  <a:pt x="582" y="442"/>
                </a:cubicBezTo>
                <a:cubicBezTo>
                  <a:pt x="582" y="442"/>
                  <a:pt x="582" y="442"/>
                  <a:pt x="582" y="442"/>
                </a:cubicBezTo>
                <a:cubicBezTo>
                  <a:pt x="581" y="441"/>
                  <a:pt x="581" y="441"/>
                  <a:pt x="581" y="441"/>
                </a:cubicBezTo>
                <a:cubicBezTo>
                  <a:pt x="581" y="441"/>
                  <a:pt x="581" y="441"/>
                  <a:pt x="581" y="441"/>
                </a:cubicBezTo>
                <a:cubicBezTo>
                  <a:pt x="581" y="440"/>
                  <a:pt x="581" y="440"/>
                  <a:pt x="581" y="440"/>
                </a:cubicBezTo>
                <a:cubicBezTo>
                  <a:pt x="581" y="440"/>
                  <a:pt x="581" y="439"/>
                  <a:pt x="581" y="439"/>
                </a:cubicBezTo>
                <a:cubicBezTo>
                  <a:pt x="581" y="439"/>
                  <a:pt x="581" y="439"/>
                  <a:pt x="581" y="439"/>
                </a:cubicBezTo>
                <a:cubicBezTo>
                  <a:pt x="581" y="439"/>
                  <a:pt x="581" y="438"/>
                  <a:pt x="581" y="438"/>
                </a:cubicBezTo>
                <a:cubicBezTo>
                  <a:pt x="581" y="438"/>
                  <a:pt x="581" y="438"/>
                  <a:pt x="581" y="438"/>
                </a:cubicBezTo>
                <a:cubicBezTo>
                  <a:pt x="581" y="438"/>
                  <a:pt x="581" y="437"/>
                  <a:pt x="581" y="437"/>
                </a:cubicBezTo>
                <a:cubicBezTo>
                  <a:pt x="581" y="437"/>
                  <a:pt x="581" y="436"/>
                  <a:pt x="581" y="436"/>
                </a:cubicBezTo>
                <a:cubicBezTo>
                  <a:pt x="581" y="436"/>
                  <a:pt x="581" y="436"/>
                  <a:pt x="581" y="436"/>
                </a:cubicBezTo>
                <a:cubicBezTo>
                  <a:pt x="580" y="436"/>
                  <a:pt x="580" y="436"/>
                  <a:pt x="580" y="437"/>
                </a:cubicBezTo>
                <a:cubicBezTo>
                  <a:pt x="580" y="437"/>
                  <a:pt x="580" y="437"/>
                  <a:pt x="579" y="438"/>
                </a:cubicBezTo>
                <a:cubicBezTo>
                  <a:pt x="579" y="438"/>
                  <a:pt x="579" y="438"/>
                  <a:pt x="579" y="439"/>
                </a:cubicBezTo>
                <a:cubicBezTo>
                  <a:pt x="579" y="439"/>
                  <a:pt x="579" y="439"/>
                  <a:pt x="579" y="439"/>
                </a:cubicBezTo>
                <a:cubicBezTo>
                  <a:pt x="579" y="439"/>
                  <a:pt x="579" y="439"/>
                  <a:pt x="579" y="439"/>
                </a:cubicBezTo>
                <a:cubicBezTo>
                  <a:pt x="579" y="439"/>
                  <a:pt x="579" y="439"/>
                  <a:pt x="579" y="439"/>
                </a:cubicBezTo>
                <a:cubicBezTo>
                  <a:pt x="579" y="439"/>
                  <a:pt x="579" y="439"/>
                  <a:pt x="578" y="440"/>
                </a:cubicBezTo>
                <a:cubicBezTo>
                  <a:pt x="578" y="440"/>
                  <a:pt x="578" y="440"/>
                  <a:pt x="578" y="440"/>
                </a:cubicBezTo>
                <a:cubicBezTo>
                  <a:pt x="578" y="440"/>
                  <a:pt x="577" y="440"/>
                  <a:pt x="577" y="440"/>
                </a:cubicBezTo>
                <a:cubicBezTo>
                  <a:pt x="577" y="441"/>
                  <a:pt x="577" y="441"/>
                  <a:pt x="576" y="441"/>
                </a:cubicBezTo>
                <a:cubicBezTo>
                  <a:pt x="576" y="441"/>
                  <a:pt x="576" y="441"/>
                  <a:pt x="577" y="440"/>
                </a:cubicBezTo>
                <a:cubicBezTo>
                  <a:pt x="577" y="440"/>
                  <a:pt x="577" y="440"/>
                  <a:pt x="577" y="440"/>
                </a:cubicBezTo>
                <a:cubicBezTo>
                  <a:pt x="577" y="439"/>
                  <a:pt x="578" y="439"/>
                  <a:pt x="578" y="438"/>
                </a:cubicBezTo>
                <a:cubicBezTo>
                  <a:pt x="578" y="438"/>
                  <a:pt x="578" y="438"/>
                  <a:pt x="579" y="438"/>
                </a:cubicBezTo>
                <a:cubicBezTo>
                  <a:pt x="579" y="438"/>
                  <a:pt x="579" y="437"/>
                  <a:pt x="579" y="437"/>
                </a:cubicBezTo>
                <a:cubicBezTo>
                  <a:pt x="580" y="437"/>
                  <a:pt x="580" y="436"/>
                  <a:pt x="580" y="436"/>
                </a:cubicBezTo>
                <a:cubicBezTo>
                  <a:pt x="580" y="435"/>
                  <a:pt x="579" y="435"/>
                  <a:pt x="579" y="435"/>
                </a:cubicBezTo>
                <a:cubicBezTo>
                  <a:pt x="579" y="434"/>
                  <a:pt x="579" y="434"/>
                  <a:pt x="578" y="433"/>
                </a:cubicBezTo>
                <a:cubicBezTo>
                  <a:pt x="578" y="433"/>
                  <a:pt x="578" y="433"/>
                  <a:pt x="578" y="434"/>
                </a:cubicBezTo>
                <a:cubicBezTo>
                  <a:pt x="578" y="434"/>
                  <a:pt x="578" y="434"/>
                  <a:pt x="577" y="434"/>
                </a:cubicBezTo>
                <a:cubicBezTo>
                  <a:pt x="577" y="434"/>
                  <a:pt x="576" y="433"/>
                  <a:pt x="576" y="433"/>
                </a:cubicBezTo>
                <a:cubicBezTo>
                  <a:pt x="575" y="433"/>
                  <a:pt x="575" y="433"/>
                  <a:pt x="574" y="433"/>
                </a:cubicBezTo>
                <a:cubicBezTo>
                  <a:pt x="574" y="434"/>
                  <a:pt x="573" y="433"/>
                  <a:pt x="572" y="433"/>
                </a:cubicBezTo>
                <a:cubicBezTo>
                  <a:pt x="572" y="433"/>
                  <a:pt x="571" y="433"/>
                  <a:pt x="571" y="433"/>
                </a:cubicBezTo>
                <a:cubicBezTo>
                  <a:pt x="570" y="433"/>
                  <a:pt x="568" y="433"/>
                  <a:pt x="567" y="433"/>
                </a:cubicBezTo>
                <a:cubicBezTo>
                  <a:pt x="567" y="432"/>
                  <a:pt x="565" y="431"/>
                  <a:pt x="564" y="431"/>
                </a:cubicBezTo>
                <a:cubicBezTo>
                  <a:pt x="563" y="430"/>
                  <a:pt x="562" y="430"/>
                  <a:pt x="562" y="430"/>
                </a:cubicBezTo>
                <a:cubicBezTo>
                  <a:pt x="561" y="430"/>
                  <a:pt x="561" y="432"/>
                  <a:pt x="561" y="433"/>
                </a:cubicBezTo>
                <a:cubicBezTo>
                  <a:pt x="561" y="433"/>
                  <a:pt x="562" y="435"/>
                  <a:pt x="562" y="436"/>
                </a:cubicBezTo>
                <a:cubicBezTo>
                  <a:pt x="562" y="436"/>
                  <a:pt x="563" y="438"/>
                  <a:pt x="564" y="438"/>
                </a:cubicBezTo>
                <a:cubicBezTo>
                  <a:pt x="564" y="439"/>
                  <a:pt x="564" y="440"/>
                  <a:pt x="564" y="440"/>
                </a:cubicBezTo>
                <a:cubicBezTo>
                  <a:pt x="564" y="440"/>
                  <a:pt x="565" y="442"/>
                  <a:pt x="565" y="442"/>
                </a:cubicBezTo>
                <a:cubicBezTo>
                  <a:pt x="565" y="443"/>
                  <a:pt x="565" y="444"/>
                  <a:pt x="565" y="444"/>
                </a:cubicBezTo>
                <a:cubicBezTo>
                  <a:pt x="565" y="444"/>
                  <a:pt x="566" y="446"/>
                  <a:pt x="566" y="446"/>
                </a:cubicBezTo>
                <a:cubicBezTo>
                  <a:pt x="566" y="446"/>
                  <a:pt x="566" y="447"/>
                  <a:pt x="566" y="448"/>
                </a:cubicBezTo>
                <a:cubicBezTo>
                  <a:pt x="566" y="448"/>
                  <a:pt x="566" y="448"/>
                  <a:pt x="567" y="448"/>
                </a:cubicBezTo>
                <a:cubicBezTo>
                  <a:pt x="567" y="448"/>
                  <a:pt x="567" y="448"/>
                  <a:pt x="567" y="448"/>
                </a:cubicBezTo>
                <a:cubicBezTo>
                  <a:pt x="567" y="447"/>
                  <a:pt x="567" y="447"/>
                  <a:pt x="567" y="447"/>
                </a:cubicBezTo>
                <a:cubicBezTo>
                  <a:pt x="567" y="447"/>
                  <a:pt x="568" y="447"/>
                  <a:pt x="568" y="448"/>
                </a:cubicBezTo>
                <a:cubicBezTo>
                  <a:pt x="568" y="448"/>
                  <a:pt x="568" y="448"/>
                  <a:pt x="568" y="448"/>
                </a:cubicBezTo>
                <a:cubicBezTo>
                  <a:pt x="568" y="449"/>
                  <a:pt x="568" y="449"/>
                  <a:pt x="569" y="449"/>
                </a:cubicBezTo>
                <a:cubicBezTo>
                  <a:pt x="569" y="449"/>
                  <a:pt x="568" y="449"/>
                  <a:pt x="568" y="449"/>
                </a:cubicBezTo>
                <a:cubicBezTo>
                  <a:pt x="568" y="449"/>
                  <a:pt x="568" y="449"/>
                  <a:pt x="567" y="450"/>
                </a:cubicBezTo>
                <a:cubicBezTo>
                  <a:pt x="566" y="450"/>
                  <a:pt x="567" y="450"/>
                  <a:pt x="567" y="451"/>
                </a:cubicBezTo>
                <a:cubicBezTo>
                  <a:pt x="567" y="451"/>
                  <a:pt x="567" y="452"/>
                  <a:pt x="567" y="452"/>
                </a:cubicBezTo>
                <a:cubicBezTo>
                  <a:pt x="568" y="452"/>
                  <a:pt x="568" y="451"/>
                  <a:pt x="569" y="451"/>
                </a:cubicBezTo>
                <a:cubicBezTo>
                  <a:pt x="569" y="451"/>
                  <a:pt x="569" y="452"/>
                  <a:pt x="569" y="452"/>
                </a:cubicBezTo>
                <a:cubicBezTo>
                  <a:pt x="569" y="452"/>
                  <a:pt x="568" y="452"/>
                  <a:pt x="568" y="453"/>
                </a:cubicBezTo>
                <a:cubicBezTo>
                  <a:pt x="568" y="453"/>
                  <a:pt x="569" y="454"/>
                  <a:pt x="569" y="454"/>
                </a:cubicBezTo>
                <a:cubicBezTo>
                  <a:pt x="569" y="454"/>
                  <a:pt x="568" y="455"/>
                  <a:pt x="568" y="455"/>
                </a:cubicBezTo>
                <a:cubicBezTo>
                  <a:pt x="568" y="456"/>
                  <a:pt x="568" y="456"/>
                  <a:pt x="568" y="456"/>
                </a:cubicBezTo>
                <a:cubicBezTo>
                  <a:pt x="567" y="456"/>
                  <a:pt x="567" y="455"/>
                  <a:pt x="567" y="455"/>
                </a:cubicBezTo>
                <a:cubicBezTo>
                  <a:pt x="567" y="454"/>
                  <a:pt x="567" y="453"/>
                  <a:pt x="567" y="453"/>
                </a:cubicBezTo>
                <a:cubicBezTo>
                  <a:pt x="567" y="453"/>
                  <a:pt x="567" y="454"/>
                  <a:pt x="567" y="454"/>
                </a:cubicBezTo>
                <a:cubicBezTo>
                  <a:pt x="567" y="455"/>
                  <a:pt x="567" y="455"/>
                  <a:pt x="567" y="456"/>
                </a:cubicBezTo>
                <a:cubicBezTo>
                  <a:pt x="567" y="457"/>
                  <a:pt x="567" y="457"/>
                  <a:pt x="567" y="457"/>
                </a:cubicBezTo>
                <a:cubicBezTo>
                  <a:pt x="567" y="457"/>
                  <a:pt x="569" y="458"/>
                  <a:pt x="570" y="457"/>
                </a:cubicBezTo>
                <a:cubicBezTo>
                  <a:pt x="570" y="457"/>
                  <a:pt x="571" y="457"/>
                  <a:pt x="571" y="458"/>
                </a:cubicBezTo>
                <a:cubicBezTo>
                  <a:pt x="572" y="458"/>
                  <a:pt x="573" y="458"/>
                  <a:pt x="574" y="459"/>
                </a:cubicBezTo>
                <a:cubicBezTo>
                  <a:pt x="574" y="459"/>
                  <a:pt x="574" y="459"/>
                  <a:pt x="574" y="459"/>
                </a:cubicBezTo>
                <a:cubicBezTo>
                  <a:pt x="573" y="459"/>
                  <a:pt x="573" y="459"/>
                  <a:pt x="572" y="459"/>
                </a:cubicBezTo>
                <a:cubicBezTo>
                  <a:pt x="572" y="459"/>
                  <a:pt x="571" y="459"/>
                  <a:pt x="570" y="459"/>
                </a:cubicBezTo>
                <a:cubicBezTo>
                  <a:pt x="570" y="459"/>
                  <a:pt x="569" y="459"/>
                  <a:pt x="568" y="459"/>
                </a:cubicBezTo>
                <a:cubicBezTo>
                  <a:pt x="568" y="459"/>
                  <a:pt x="568" y="459"/>
                  <a:pt x="568" y="459"/>
                </a:cubicBezTo>
                <a:cubicBezTo>
                  <a:pt x="568" y="459"/>
                  <a:pt x="568" y="460"/>
                  <a:pt x="568" y="461"/>
                </a:cubicBezTo>
                <a:cubicBezTo>
                  <a:pt x="568" y="461"/>
                  <a:pt x="568" y="462"/>
                  <a:pt x="568" y="462"/>
                </a:cubicBezTo>
                <a:cubicBezTo>
                  <a:pt x="568" y="462"/>
                  <a:pt x="568" y="463"/>
                  <a:pt x="568" y="463"/>
                </a:cubicBezTo>
                <a:cubicBezTo>
                  <a:pt x="568" y="463"/>
                  <a:pt x="568" y="464"/>
                  <a:pt x="568" y="464"/>
                </a:cubicBezTo>
                <a:cubicBezTo>
                  <a:pt x="568" y="465"/>
                  <a:pt x="568" y="466"/>
                  <a:pt x="568" y="467"/>
                </a:cubicBezTo>
                <a:cubicBezTo>
                  <a:pt x="568" y="467"/>
                  <a:pt x="568" y="469"/>
                  <a:pt x="568" y="469"/>
                </a:cubicBezTo>
                <a:cubicBezTo>
                  <a:pt x="568" y="470"/>
                  <a:pt x="568" y="470"/>
                  <a:pt x="568" y="471"/>
                </a:cubicBezTo>
                <a:cubicBezTo>
                  <a:pt x="568" y="472"/>
                  <a:pt x="568" y="474"/>
                  <a:pt x="568" y="475"/>
                </a:cubicBezTo>
                <a:cubicBezTo>
                  <a:pt x="567" y="475"/>
                  <a:pt x="567" y="476"/>
                  <a:pt x="567" y="477"/>
                </a:cubicBezTo>
                <a:cubicBezTo>
                  <a:pt x="567" y="477"/>
                  <a:pt x="567" y="478"/>
                  <a:pt x="567" y="478"/>
                </a:cubicBezTo>
                <a:cubicBezTo>
                  <a:pt x="567" y="479"/>
                  <a:pt x="567" y="480"/>
                  <a:pt x="567" y="481"/>
                </a:cubicBezTo>
                <a:cubicBezTo>
                  <a:pt x="567" y="482"/>
                  <a:pt x="567" y="482"/>
                  <a:pt x="567" y="482"/>
                </a:cubicBezTo>
                <a:cubicBezTo>
                  <a:pt x="566" y="483"/>
                  <a:pt x="567" y="483"/>
                  <a:pt x="567" y="484"/>
                </a:cubicBezTo>
                <a:cubicBezTo>
                  <a:pt x="567" y="484"/>
                  <a:pt x="567" y="487"/>
                  <a:pt x="567" y="487"/>
                </a:cubicBezTo>
                <a:cubicBezTo>
                  <a:pt x="566" y="487"/>
                  <a:pt x="566" y="488"/>
                  <a:pt x="566" y="488"/>
                </a:cubicBezTo>
                <a:cubicBezTo>
                  <a:pt x="566" y="489"/>
                  <a:pt x="566" y="489"/>
                  <a:pt x="566" y="490"/>
                </a:cubicBezTo>
                <a:cubicBezTo>
                  <a:pt x="566" y="490"/>
                  <a:pt x="566" y="490"/>
                  <a:pt x="566" y="491"/>
                </a:cubicBezTo>
                <a:cubicBezTo>
                  <a:pt x="566" y="491"/>
                  <a:pt x="566" y="491"/>
                  <a:pt x="566" y="492"/>
                </a:cubicBezTo>
                <a:cubicBezTo>
                  <a:pt x="566" y="492"/>
                  <a:pt x="565" y="493"/>
                  <a:pt x="565" y="493"/>
                </a:cubicBezTo>
                <a:cubicBezTo>
                  <a:pt x="565" y="494"/>
                  <a:pt x="565" y="494"/>
                  <a:pt x="564" y="494"/>
                </a:cubicBezTo>
                <a:cubicBezTo>
                  <a:pt x="564" y="495"/>
                  <a:pt x="564" y="495"/>
                  <a:pt x="564" y="496"/>
                </a:cubicBezTo>
                <a:cubicBezTo>
                  <a:pt x="564" y="496"/>
                  <a:pt x="564" y="497"/>
                  <a:pt x="564" y="497"/>
                </a:cubicBezTo>
                <a:cubicBezTo>
                  <a:pt x="564" y="498"/>
                  <a:pt x="564" y="499"/>
                  <a:pt x="563" y="499"/>
                </a:cubicBezTo>
                <a:cubicBezTo>
                  <a:pt x="563" y="500"/>
                  <a:pt x="562" y="501"/>
                  <a:pt x="563" y="501"/>
                </a:cubicBezTo>
                <a:cubicBezTo>
                  <a:pt x="563" y="501"/>
                  <a:pt x="564" y="502"/>
                  <a:pt x="564" y="503"/>
                </a:cubicBezTo>
                <a:cubicBezTo>
                  <a:pt x="564" y="503"/>
                  <a:pt x="564" y="504"/>
                  <a:pt x="564" y="504"/>
                </a:cubicBezTo>
                <a:cubicBezTo>
                  <a:pt x="564" y="505"/>
                  <a:pt x="564" y="505"/>
                  <a:pt x="564" y="505"/>
                </a:cubicBezTo>
                <a:cubicBezTo>
                  <a:pt x="564" y="506"/>
                  <a:pt x="564" y="507"/>
                  <a:pt x="564" y="508"/>
                </a:cubicBezTo>
                <a:cubicBezTo>
                  <a:pt x="564" y="509"/>
                  <a:pt x="565" y="509"/>
                  <a:pt x="565" y="510"/>
                </a:cubicBezTo>
                <a:cubicBezTo>
                  <a:pt x="566" y="510"/>
                  <a:pt x="566" y="512"/>
                  <a:pt x="566" y="512"/>
                </a:cubicBezTo>
                <a:cubicBezTo>
                  <a:pt x="566" y="512"/>
                  <a:pt x="565" y="513"/>
                  <a:pt x="565" y="513"/>
                </a:cubicBezTo>
                <a:cubicBezTo>
                  <a:pt x="566" y="513"/>
                  <a:pt x="566" y="514"/>
                  <a:pt x="566" y="514"/>
                </a:cubicBezTo>
                <a:cubicBezTo>
                  <a:pt x="566" y="515"/>
                  <a:pt x="567" y="516"/>
                  <a:pt x="567" y="517"/>
                </a:cubicBezTo>
                <a:cubicBezTo>
                  <a:pt x="567" y="517"/>
                  <a:pt x="567" y="518"/>
                  <a:pt x="567" y="519"/>
                </a:cubicBezTo>
                <a:cubicBezTo>
                  <a:pt x="567" y="520"/>
                  <a:pt x="566" y="520"/>
                  <a:pt x="566" y="520"/>
                </a:cubicBezTo>
                <a:cubicBezTo>
                  <a:pt x="566" y="521"/>
                  <a:pt x="566" y="521"/>
                  <a:pt x="566" y="522"/>
                </a:cubicBezTo>
                <a:cubicBezTo>
                  <a:pt x="567" y="522"/>
                  <a:pt x="567" y="523"/>
                  <a:pt x="567" y="524"/>
                </a:cubicBezTo>
                <a:cubicBezTo>
                  <a:pt x="566" y="524"/>
                  <a:pt x="565" y="526"/>
                  <a:pt x="565" y="527"/>
                </a:cubicBezTo>
                <a:cubicBezTo>
                  <a:pt x="565" y="527"/>
                  <a:pt x="564" y="528"/>
                  <a:pt x="564" y="529"/>
                </a:cubicBezTo>
                <a:cubicBezTo>
                  <a:pt x="564" y="529"/>
                  <a:pt x="564" y="530"/>
                  <a:pt x="564" y="530"/>
                </a:cubicBezTo>
                <a:cubicBezTo>
                  <a:pt x="565" y="531"/>
                  <a:pt x="565" y="531"/>
                  <a:pt x="565" y="531"/>
                </a:cubicBezTo>
                <a:cubicBezTo>
                  <a:pt x="565" y="532"/>
                  <a:pt x="565" y="532"/>
                  <a:pt x="566" y="532"/>
                </a:cubicBezTo>
                <a:cubicBezTo>
                  <a:pt x="566" y="532"/>
                  <a:pt x="567" y="534"/>
                  <a:pt x="567" y="534"/>
                </a:cubicBezTo>
                <a:cubicBezTo>
                  <a:pt x="567" y="534"/>
                  <a:pt x="569" y="537"/>
                  <a:pt x="569" y="537"/>
                </a:cubicBezTo>
                <a:cubicBezTo>
                  <a:pt x="570" y="538"/>
                  <a:pt x="570" y="539"/>
                  <a:pt x="570" y="539"/>
                </a:cubicBezTo>
                <a:cubicBezTo>
                  <a:pt x="570" y="540"/>
                  <a:pt x="570" y="541"/>
                  <a:pt x="569" y="541"/>
                </a:cubicBezTo>
                <a:cubicBezTo>
                  <a:pt x="569" y="541"/>
                  <a:pt x="569" y="542"/>
                  <a:pt x="569" y="542"/>
                </a:cubicBezTo>
                <a:cubicBezTo>
                  <a:pt x="569" y="543"/>
                  <a:pt x="570" y="544"/>
                  <a:pt x="570" y="544"/>
                </a:cubicBezTo>
                <a:cubicBezTo>
                  <a:pt x="570" y="544"/>
                  <a:pt x="570" y="546"/>
                  <a:pt x="570" y="546"/>
                </a:cubicBezTo>
                <a:cubicBezTo>
                  <a:pt x="570" y="546"/>
                  <a:pt x="570" y="547"/>
                  <a:pt x="570" y="547"/>
                </a:cubicBezTo>
                <a:cubicBezTo>
                  <a:pt x="571" y="548"/>
                  <a:pt x="571" y="548"/>
                  <a:pt x="572" y="548"/>
                </a:cubicBezTo>
                <a:cubicBezTo>
                  <a:pt x="572" y="549"/>
                  <a:pt x="573" y="550"/>
                  <a:pt x="573" y="550"/>
                </a:cubicBezTo>
                <a:cubicBezTo>
                  <a:pt x="573" y="550"/>
                  <a:pt x="574" y="551"/>
                  <a:pt x="574" y="551"/>
                </a:cubicBezTo>
                <a:cubicBezTo>
                  <a:pt x="575" y="551"/>
                  <a:pt x="576" y="553"/>
                  <a:pt x="576" y="553"/>
                </a:cubicBezTo>
                <a:cubicBezTo>
                  <a:pt x="576" y="554"/>
                  <a:pt x="576" y="554"/>
                  <a:pt x="577" y="555"/>
                </a:cubicBezTo>
                <a:cubicBezTo>
                  <a:pt x="577" y="555"/>
                  <a:pt x="577" y="555"/>
                  <a:pt x="577" y="556"/>
                </a:cubicBezTo>
                <a:cubicBezTo>
                  <a:pt x="577" y="556"/>
                  <a:pt x="577" y="556"/>
                  <a:pt x="577" y="557"/>
                </a:cubicBezTo>
                <a:cubicBezTo>
                  <a:pt x="577" y="557"/>
                  <a:pt x="577" y="557"/>
                  <a:pt x="578" y="557"/>
                </a:cubicBezTo>
                <a:cubicBezTo>
                  <a:pt x="578" y="558"/>
                  <a:pt x="579" y="558"/>
                  <a:pt x="579" y="558"/>
                </a:cubicBezTo>
                <a:cubicBezTo>
                  <a:pt x="580" y="559"/>
                  <a:pt x="581" y="559"/>
                  <a:pt x="581" y="559"/>
                </a:cubicBezTo>
                <a:cubicBezTo>
                  <a:pt x="581" y="559"/>
                  <a:pt x="581" y="559"/>
                  <a:pt x="581" y="559"/>
                </a:cubicBezTo>
                <a:cubicBezTo>
                  <a:pt x="581" y="558"/>
                  <a:pt x="581" y="558"/>
                  <a:pt x="581" y="557"/>
                </a:cubicBezTo>
                <a:cubicBezTo>
                  <a:pt x="581" y="557"/>
                  <a:pt x="582" y="556"/>
                  <a:pt x="582" y="556"/>
                </a:cubicBezTo>
                <a:cubicBezTo>
                  <a:pt x="582" y="556"/>
                  <a:pt x="583" y="557"/>
                  <a:pt x="583" y="557"/>
                </a:cubicBezTo>
                <a:cubicBezTo>
                  <a:pt x="583" y="557"/>
                  <a:pt x="582" y="558"/>
                  <a:pt x="582" y="558"/>
                </a:cubicBezTo>
                <a:cubicBezTo>
                  <a:pt x="582" y="558"/>
                  <a:pt x="582" y="559"/>
                  <a:pt x="582" y="559"/>
                </a:cubicBezTo>
                <a:cubicBezTo>
                  <a:pt x="582" y="560"/>
                  <a:pt x="581" y="560"/>
                  <a:pt x="581" y="560"/>
                </a:cubicBezTo>
                <a:cubicBezTo>
                  <a:pt x="581" y="561"/>
                  <a:pt x="581" y="561"/>
                  <a:pt x="581" y="561"/>
                </a:cubicBezTo>
                <a:cubicBezTo>
                  <a:pt x="581" y="562"/>
                  <a:pt x="581" y="563"/>
                  <a:pt x="581" y="563"/>
                </a:cubicBezTo>
                <a:cubicBezTo>
                  <a:pt x="581" y="563"/>
                  <a:pt x="582" y="564"/>
                  <a:pt x="582" y="564"/>
                </a:cubicBezTo>
                <a:cubicBezTo>
                  <a:pt x="582" y="564"/>
                  <a:pt x="582" y="565"/>
                  <a:pt x="582" y="566"/>
                </a:cubicBezTo>
                <a:cubicBezTo>
                  <a:pt x="582" y="567"/>
                  <a:pt x="582" y="567"/>
                  <a:pt x="583" y="567"/>
                </a:cubicBezTo>
                <a:cubicBezTo>
                  <a:pt x="583" y="568"/>
                  <a:pt x="583" y="568"/>
                  <a:pt x="584" y="569"/>
                </a:cubicBezTo>
                <a:cubicBezTo>
                  <a:pt x="584" y="569"/>
                  <a:pt x="585" y="569"/>
                  <a:pt x="586" y="569"/>
                </a:cubicBezTo>
                <a:cubicBezTo>
                  <a:pt x="587" y="569"/>
                  <a:pt x="587" y="570"/>
                  <a:pt x="587" y="570"/>
                </a:cubicBezTo>
                <a:cubicBezTo>
                  <a:pt x="588" y="571"/>
                  <a:pt x="588" y="572"/>
                  <a:pt x="587" y="572"/>
                </a:cubicBezTo>
                <a:cubicBezTo>
                  <a:pt x="587" y="573"/>
                  <a:pt x="586" y="573"/>
                  <a:pt x="586" y="574"/>
                </a:cubicBezTo>
                <a:cubicBezTo>
                  <a:pt x="586" y="574"/>
                  <a:pt x="586" y="576"/>
                  <a:pt x="586" y="576"/>
                </a:cubicBezTo>
                <a:cubicBezTo>
                  <a:pt x="587" y="577"/>
                  <a:pt x="587" y="577"/>
                  <a:pt x="587" y="577"/>
                </a:cubicBezTo>
                <a:cubicBezTo>
                  <a:pt x="588" y="578"/>
                  <a:pt x="588" y="578"/>
                  <a:pt x="588" y="579"/>
                </a:cubicBezTo>
                <a:cubicBezTo>
                  <a:pt x="589" y="579"/>
                  <a:pt x="589" y="580"/>
                  <a:pt x="590" y="580"/>
                </a:cubicBezTo>
                <a:cubicBezTo>
                  <a:pt x="590" y="581"/>
                  <a:pt x="591" y="582"/>
                  <a:pt x="591" y="582"/>
                </a:cubicBezTo>
                <a:cubicBezTo>
                  <a:pt x="592" y="583"/>
                  <a:pt x="591" y="583"/>
                  <a:pt x="592" y="584"/>
                </a:cubicBezTo>
                <a:cubicBezTo>
                  <a:pt x="592" y="584"/>
                  <a:pt x="592" y="584"/>
                  <a:pt x="593" y="584"/>
                </a:cubicBezTo>
                <a:cubicBezTo>
                  <a:pt x="594" y="584"/>
                  <a:pt x="594" y="585"/>
                  <a:pt x="594" y="585"/>
                </a:cubicBezTo>
                <a:cubicBezTo>
                  <a:pt x="594" y="585"/>
                  <a:pt x="594" y="586"/>
                  <a:pt x="595" y="586"/>
                </a:cubicBezTo>
                <a:cubicBezTo>
                  <a:pt x="595" y="586"/>
                  <a:pt x="596" y="587"/>
                  <a:pt x="596" y="587"/>
                </a:cubicBezTo>
                <a:cubicBezTo>
                  <a:pt x="596" y="587"/>
                  <a:pt x="596" y="587"/>
                  <a:pt x="596" y="588"/>
                </a:cubicBezTo>
                <a:cubicBezTo>
                  <a:pt x="596" y="588"/>
                  <a:pt x="596" y="588"/>
                  <a:pt x="596" y="589"/>
                </a:cubicBezTo>
                <a:cubicBezTo>
                  <a:pt x="596" y="589"/>
                  <a:pt x="596" y="589"/>
                  <a:pt x="596" y="589"/>
                </a:cubicBezTo>
                <a:cubicBezTo>
                  <a:pt x="597" y="589"/>
                  <a:pt x="598" y="590"/>
                  <a:pt x="598" y="590"/>
                </a:cubicBezTo>
                <a:cubicBezTo>
                  <a:pt x="598" y="590"/>
                  <a:pt x="598" y="591"/>
                  <a:pt x="598" y="591"/>
                </a:cubicBezTo>
                <a:cubicBezTo>
                  <a:pt x="598" y="591"/>
                  <a:pt x="597" y="592"/>
                  <a:pt x="597" y="592"/>
                </a:cubicBezTo>
                <a:cubicBezTo>
                  <a:pt x="597" y="592"/>
                  <a:pt x="598" y="593"/>
                  <a:pt x="598" y="593"/>
                </a:cubicBezTo>
                <a:cubicBezTo>
                  <a:pt x="598" y="593"/>
                  <a:pt x="598" y="593"/>
                  <a:pt x="598" y="594"/>
                </a:cubicBezTo>
                <a:cubicBezTo>
                  <a:pt x="598" y="594"/>
                  <a:pt x="598" y="594"/>
                  <a:pt x="598" y="595"/>
                </a:cubicBezTo>
                <a:cubicBezTo>
                  <a:pt x="598" y="595"/>
                  <a:pt x="598" y="595"/>
                  <a:pt x="597" y="596"/>
                </a:cubicBezTo>
                <a:cubicBezTo>
                  <a:pt x="597" y="596"/>
                  <a:pt x="598" y="596"/>
                  <a:pt x="598" y="596"/>
                </a:cubicBezTo>
                <a:cubicBezTo>
                  <a:pt x="598" y="596"/>
                  <a:pt x="599" y="596"/>
                  <a:pt x="599" y="596"/>
                </a:cubicBezTo>
                <a:cubicBezTo>
                  <a:pt x="599" y="597"/>
                  <a:pt x="600" y="597"/>
                  <a:pt x="601" y="597"/>
                </a:cubicBezTo>
                <a:cubicBezTo>
                  <a:pt x="601" y="597"/>
                  <a:pt x="605" y="597"/>
                  <a:pt x="606" y="597"/>
                </a:cubicBezTo>
                <a:cubicBezTo>
                  <a:pt x="607" y="598"/>
                  <a:pt x="608" y="598"/>
                  <a:pt x="608" y="598"/>
                </a:cubicBezTo>
                <a:cubicBezTo>
                  <a:pt x="609" y="598"/>
                  <a:pt x="609" y="599"/>
                  <a:pt x="609" y="599"/>
                </a:cubicBezTo>
                <a:cubicBezTo>
                  <a:pt x="610" y="599"/>
                  <a:pt x="611" y="600"/>
                  <a:pt x="611" y="601"/>
                </a:cubicBezTo>
                <a:cubicBezTo>
                  <a:pt x="611" y="601"/>
                  <a:pt x="613" y="602"/>
                  <a:pt x="613" y="602"/>
                </a:cubicBezTo>
                <a:cubicBezTo>
                  <a:pt x="614" y="602"/>
                  <a:pt x="614" y="602"/>
                  <a:pt x="614" y="602"/>
                </a:cubicBezTo>
                <a:cubicBezTo>
                  <a:pt x="615" y="602"/>
                  <a:pt x="615" y="601"/>
                  <a:pt x="615" y="601"/>
                </a:cubicBezTo>
                <a:cubicBezTo>
                  <a:pt x="615" y="601"/>
                  <a:pt x="616" y="601"/>
                  <a:pt x="616" y="601"/>
                </a:cubicBezTo>
                <a:cubicBezTo>
                  <a:pt x="616" y="601"/>
                  <a:pt x="617" y="602"/>
                  <a:pt x="617" y="602"/>
                </a:cubicBezTo>
                <a:cubicBezTo>
                  <a:pt x="617" y="603"/>
                  <a:pt x="618" y="603"/>
                  <a:pt x="618" y="604"/>
                </a:cubicBezTo>
                <a:cubicBezTo>
                  <a:pt x="618" y="604"/>
                  <a:pt x="618" y="604"/>
                  <a:pt x="618" y="605"/>
                </a:cubicBezTo>
                <a:cubicBezTo>
                  <a:pt x="619" y="605"/>
                  <a:pt x="619" y="605"/>
                  <a:pt x="619" y="604"/>
                </a:cubicBezTo>
                <a:cubicBezTo>
                  <a:pt x="619" y="604"/>
                  <a:pt x="620" y="604"/>
                  <a:pt x="620" y="604"/>
                </a:cubicBezTo>
                <a:cubicBezTo>
                  <a:pt x="620" y="604"/>
                  <a:pt x="620" y="605"/>
                  <a:pt x="621" y="605"/>
                </a:cubicBezTo>
                <a:cubicBezTo>
                  <a:pt x="621" y="605"/>
                  <a:pt x="622" y="606"/>
                  <a:pt x="623" y="607"/>
                </a:cubicBezTo>
                <a:cubicBezTo>
                  <a:pt x="623" y="607"/>
                  <a:pt x="624" y="608"/>
                  <a:pt x="625" y="609"/>
                </a:cubicBezTo>
                <a:cubicBezTo>
                  <a:pt x="625" y="609"/>
                  <a:pt x="626" y="610"/>
                  <a:pt x="627" y="611"/>
                </a:cubicBezTo>
                <a:cubicBezTo>
                  <a:pt x="627" y="611"/>
                  <a:pt x="627" y="612"/>
                  <a:pt x="627" y="613"/>
                </a:cubicBezTo>
                <a:cubicBezTo>
                  <a:pt x="627" y="613"/>
                  <a:pt x="627" y="613"/>
                  <a:pt x="627" y="614"/>
                </a:cubicBezTo>
                <a:cubicBezTo>
                  <a:pt x="627" y="614"/>
                  <a:pt x="627" y="615"/>
                  <a:pt x="628" y="615"/>
                </a:cubicBezTo>
                <a:cubicBezTo>
                  <a:pt x="628" y="615"/>
                  <a:pt x="628" y="616"/>
                  <a:pt x="629" y="616"/>
                </a:cubicBezTo>
                <a:cubicBezTo>
                  <a:pt x="629" y="616"/>
                  <a:pt x="629" y="616"/>
                  <a:pt x="629" y="617"/>
                </a:cubicBezTo>
                <a:cubicBezTo>
                  <a:pt x="629" y="617"/>
                  <a:pt x="629" y="617"/>
                  <a:pt x="629" y="617"/>
                </a:cubicBezTo>
                <a:cubicBezTo>
                  <a:pt x="650" y="616"/>
                  <a:pt x="650" y="616"/>
                  <a:pt x="650" y="616"/>
                </a:cubicBezTo>
                <a:cubicBezTo>
                  <a:pt x="649" y="618"/>
                  <a:pt x="649" y="618"/>
                  <a:pt x="649" y="618"/>
                </a:cubicBezTo>
                <a:cubicBezTo>
                  <a:pt x="683" y="630"/>
                  <a:pt x="683" y="630"/>
                  <a:pt x="683" y="630"/>
                </a:cubicBezTo>
                <a:cubicBezTo>
                  <a:pt x="709" y="630"/>
                  <a:pt x="709" y="630"/>
                  <a:pt x="709" y="630"/>
                </a:cubicBezTo>
                <a:cubicBezTo>
                  <a:pt x="709" y="625"/>
                  <a:pt x="709" y="625"/>
                  <a:pt x="709" y="625"/>
                </a:cubicBezTo>
                <a:cubicBezTo>
                  <a:pt x="725" y="625"/>
                  <a:pt x="725" y="625"/>
                  <a:pt x="725" y="625"/>
                </a:cubicBezTo>
                <a:cubicBezTo>
                  <a:pt x="727" y="629"/>
                  <a:pt x="727" y="629"/>
                  <a:pt x="727" y="629"/>
                </a:cubicBezTo>
                <a:cubicBezTo>
                  <a:pt x="729" y="629"/>
                  <a:pt x="729" y="629"/>
                  <a:pt x="729" y="629"/>
                </a:cubicBezTo>
                <a:cubicBezTo>
                  <a:pt x="734" y="635"/>
                  <a:pt x="734" y="635"/>
                  <a:pt x="734" y="635"/>
                </a:cubicBezTo>
                <a:cubicBezTo>
                  <a:pt x="737" y="637"/>
                  <a:pt x="737" y="637"/>
                  <a:pt x="737" y="637"/>
                </a:cubicBezTo>
                <a:cubicBezTo>
                  <a:pt x="740" y="641"/>
                  <a:pt x="740" y="641"/>
                  <a:pt x="740" y="641"/>
                </a:cubicBezTo>
                <a:cubicBezTo>
                  <a:pt x="741" y="645"/>
                  <a:pt x="741" y="645"/>
                  <a:pt x="741" y="645"/>
                </a:cubicBezTo>
                <a:cubicBezTo>
                  <a:pt x="743" y="649"/>
                  <a:pt x="743" y="649"/>
                  <a:pt x="743" y="649"/>
                </a:cubicBezTo>
                <a:cubicBezTo>
                  <a:pt x="744" y="649"/>
                  <a:pt x="744" y="649"/>
                  <a:pt x="744" y="649"/>
                </a:cubicBezTo>
                <a:cubicBezTo>
                  <a:pt x="746" y="651"/>
                  <a:pt x="746" y="651"/>
                  <a:pt x="746" y="651"/>
                </a:cubicBezTo>
                <a:cubicBezTo>
                  <a:pt x="749" y="651"/>
                  <a:pt x="749" y="651"/>
                  <a:pt x="749" y="651"/>
                </a:cubicBezTo>
                <a:cubicBezTo>
                  <a:pt x="753" y="654"/>
                  <a:pt x="753" y="654"/>
                  <a:pt x="753" y="654"/>
                </a:cubicBezTo>
                <a:cubicBezTo>
                  <a:pt x="754" y="654"/>
                  <a:pt x="754" y="654"/>
                  <a:pt x="754" y="654"/>
                </a:cubicBezTo>
                <a:cubicBezTo>
                  <a:pt x="756" y="652"/>
                  <a:pt x="756" y="652"/>
                  <a:pt x="756" y="652"/>
                </a:cubicBezTo>
                <a:cubicBezTo>
                  <a:pt x="756" y="650"/>
                  <a:pt x="756" y="650"/>
                  <a:pt x="756" y="650"/>
                </a:cubicBezTo>
                <a:cubicBezTo>
                  <a:pt x="757" y="650"/>
                  <a:pt x="757" y="650"/>
                  <a:pt x="757" y="650"/>
                </a:cubicBezTo>
                <a:cubicBezTo>
                  <a:pt x="757" y="650"/>
                  <a:pt x="757" y="648"/>
                  <a:pt x="757" y="648"/>
                </a:cubicBezTo>
                <a:cubicBezTo>
                  <a:pt x="757" y="648"/>
                  <a:pt x="758" y="646"/>
                  <a:pt x="758" y="646"/>
                </a:cubicBezTo>
                <a:cubicBezTo>
                  <a:pt x="761" y="646"/>
                  <a:pt x="761" y="646"/>
                  <a:pt x="761" y="646"/>
                </a:cubicBezTo>
                <a:cubicBezTo>
                  <a:pt x="761" y="645"/>
                  <a:pt x="761" y="645"/>
                  <a:pt x="761" y="645"/>
                </a:cubicBezTo>
                <a:cubicBezTo>
                  <a:pt x="764" y="646"/>
                  <a:pt x="764" y="646"/>
                  <a:pt x="764" y="646"/>
                </a:cubicBezTo>
                <a:cubicBezTo>
                  <a:pt x="769" y="646"/>
                  <a:pt x="769" y="646"/>
                  <a:pt x="769" y="646"/>
                </a:cubicBezTo>
                <a:cubicBezTo>
                  <a:pt x="770" y="647"/>
                  <a:pt x="770" y="647"/>
                  <a:pt x="770" y="647"/>
                </a:cubicBezTo>
                <a:cubicBezTo>
                  <a:pt x="771" y="648"/>
                  <a:pt x="771" y="648"/>
                  <a:pt x="771" y="648"/>
                </a:cubicBezTo>
                <a:cubicBezTo>
                  <a:pt x="771" y="649"/>
                  <a:pt x="771" y="649"/>
                  <a:pt x="771" y="649"/>
                </a:cubicBezTo>
                <a:cubicBezTo>
                  <a:pt x="773" y="649"/>
                  <a:pt x="773" y="649"/>
                  <a:pt x="773" y="649"/>
                </a:cubicBezTo>
                <a:cubicBezTo>
                  <a:pt x="776" y="653"/>
                  <a:pt x="776" y="653"/>
                  <a:pt x="776" y="653"/>
                </a:cubicBezTo>
                <a:cubicBezTo>
                  <a:pt x="776" y="655"/>
                  <a:pt x="776" y="655"/>
                  <a:pt x="776" y="655"/>
                </a:cubicBezTo>
                <a:cubicBezTo>
                  <a:pt x="776" y="655"/>
                  <a:pt x="779" y="659"/>
                  <a:pt x="779" y="659"/>
                </a:cubicBezTo>
                <a:cubicBezTo>
                  <a:pt x="779" y="659"/>
                  <a:pt x="780" y="662"/>
                  <a:pt x="780" y="662"/>
                </a:cubicBezTo>
                <a:cubicBezTo>
                  <a:pt x="780" y="662"/>
                  <a:pt x="783" y="665"/>
                  <a:pt x="783" y="665"/>
                </a:cubicBezTo>
                <a:cubicBezTo>
                  <a:pt x="783" y="665"/>
                  <a:pt x="784" y="667"/>
                  <a:pt x="784" y="667"/>
                </a:cubicBezTo>
                <a:cubicBezTo>
                  <a:pt x="787" y="669"/>
                  <a:pt x="787" y="669"/>
                  <a:pt x="787" y="669"/>
                </a:cubicBezTo>
                <a:cubicBezTo>
                  <a:pt x="787" y="670"/>
                  <a:pt x="787" y="670"/>
                  <a:pt x="787" y="670"/>
                </a:cubicBezTo>
                <a:cubicBezTo>
                  <a:pt x="787" y="670"/>
                  <a:pt x="786" y="671"/>
                  <a:pt x="786" y="671"/>
                </a:cubicBezTo>
                <a:cubicBezTo>
                  <a:pt x="786" y="671"/>
                  <a:pt x="786" y="672"/>
                  <a:pt x="786" y="672"/>
                </a:cubicBezTo>
                <a:cubicBezTo>
                  <a:pt x="787" y="672"/>
                  <a:pt x="787" y="672"/>
                  <a:pt x="787" y="672"/>
                </a:cubicBezTo>
                <a:cubicBezTo>
                  <a:pt x="787" y="674"/>
                  <a:pt x="787" y="674"/>
                  <a:pt x="787" y="674"/>
                </a:cubicBezTo>
                <a:cubicBezTo>
                  <a:pt x="789" y="676"/>
                  <a:pt x="789" y="676"/>
                  <a:pt x="789" y="676"/>
                </a:cubicBezTo>
                <a:cubicBezTo>
                  <a:pt x="790" y="679"/>
                  <a:pt x="790" y="679"/>
                  <a:pt x="790" y="679"/>
                </a:cubicBezTo>
                <a:cubicBezTo>
                  <a:pt x="790" y="680"/>
                  <a:pt x="790" y="680"/>
                  <a:pt x="790" y="680"/>
                </a:cubicBezTo>
                <a:cubicBezTo>
                  <a:pt x="792" y="680"/>
                  <a:pt x="792" y="680"/>
                  <a:pt x="792" y="680"/>
                </a:cubicBezTo>
                <a:cubicBezTo>
                  <a:pt x="794" y="682"/>
                  <a:pt x="794" y="682"/>
                  <a:pt x="794" y="682"/>
                </a:cubicBezTo>
                <a:cubicBezTo>
                  <a:pt x="796" y="682"/>
                  <a:pt x="796" y="682"/>
                  <a:pt x="796" y="682"/>
                </a:cubicBezTo>
                <a:cubicBezTo>
                  <a:pt x="798" y="683"/>
                  <a:pt x="798" y="683"/>
                  <a:pt x="798" y="683"/>
                </a:cubicBezTo>
                <a:cubicBezTo>
                  <a:pt x="799" y="684"/>
                  <a:pt x="799" y="684"/>
                  <a:pt x="799" y="684"/>
                </a:cubicBezTo>
                <a:cubicBezTo>
                  <a:pt x="800" y="684"/>
                  <a:pt x="800" y="684"/>
                  <a:pt x="800" y="684"/>
                </a:cubicBezTo>
                <a:cubicBezTo>
                  <a:pt x="803" y="684"/>
                  <a:pt x="803" y="684"/>
                  <a:pt x="803" y="684"/>
                </a:cubicBezTo>
                <a:cubicBezTo>
                  <a:pt x="803" y="684"/>
                  <a:pt x="804" y="685"/>
                  <a:pt x="804" y="685"/>
                </a:cubicBezTo>
                <a:cubicBezTo>
                  <a:pt x="804" y="685"/>
                  <a:pt x="805" y="686"/>
                  <a:pt x="805" y="686"/>
                </a:cubicBezTo>
                <a:cubicBezTo>
                  <a:pt x="805" y="686"/>
                  <a:pt x="806" y="685"/>
                  <a:pt x="806" y="685"/>
                </a:cubicBezTo>
                <a:cubicBezTo>
                  <a:pt x="806" y="685"/>
                  <a:pt x="807" y="685"/>
                  <a:pt x="808" y="685"/>
                </a:cubicBezTo>
                <a:cubicBezTo>
                  <a:pt x="808" y="685"/>
                  <a:pt x="808" y="685"/>
                  <a:pt x="808" y="685"/>
                </a:cubicBezTo>
                <a:cubicBezTo>
                  <a:pt x="808" y="685"/>
                  <a:pt x="808" y="685"/>
                  <a:pt x="807" y="684"/>
                </a:cubicBezTo>
                <a:cubicBezTo>
                  <a:pt x="807" y="684"/>
                  <a:pt x="807" y="684"/>
                  <a:pt x="807" y="684"/>
                </a:cubicBezTo>
                <a:cubicBezTo>
                  <a:pt x="806" y="683"/>
                  <a:pt x="806" y="682"/>
                  <a:pt x="806" y="681"/>
                </a:cubicBezTo>
                <a:cubicBezTo>
                  <a:pt x="805" y="681"/>
                  <a:pt x="805" y="682"/>
                  <a:pt x="805" y="682"/>
                </a:cubicBezTo>
                <a:cubicBezTo>
                  <a:pt x="805" y="681"/>
                  <a:pt x="806" y="680"/>
                  <a:pt x="806" y="679"/>
                </a:cubicBezTo>
                <a:cubicBezTo>
                  <a:pt x="805" y="679"/>
                  <a:pt x="805" y="678"/>
                  <a:pt x="805" y="678"/>
                </a:cubicBezTo>
                <a:cubicBezTo>
                  <a:pt x="805" y="677"/>
                  <a:pt x="805" y="677"/>
                  <a:pt x="805" y="677"/>
                </a:cubicBezTo>
                <a:cubicBezTo>
                  <a:pt x="805" y="677"/>
                  <a:pt x="804" y="677"/>
                  <a:pt x="804" y="676"/>
                </a:cubicBezTo>
                <a:cubicBezTo>
                  <a:pt x="804" y="676"/>
                  <a:pt x="804" y="676"/>
                  <a:pt x="804" y="675"/>
                </a:cubicBezTo>
                <a:cubicBezTo>
                  <a:pt x="805" y="675"/>
                  <a:pt x="805" y="674"/>
                  <a:pt x="805" y="673"/>
                </a:cubicBezTo>
                <a:cubicBezTo>
                  <a:pt x="805" y="673"/>
                  <a:pt x="805" y="673"/>
                  <a:pt x="805" y="672"/>
                </a:cubicBezTo>
                <a:cubicBezTo>
                  <a:pt x="805" y="672"/>
                  <a:pt x="805" y="672"/>
                  <a:pt x="804" y="672"/>
                </a:cubicBezTo>
                <a:cubicBezTo>
                  <a:pt x="804" y="672"/>
                  <a:pt x="803" y="672"/>
                  <a:pt x="803" y="671"/>
                </a:cubicBezTo>
                <a:cubicBezTo>
                  <a:pt x="803" y="671"/>
                  <a:pt x="803" y="671"/>
                  <a:pt x="803" y="671"/>
                </a:cubicBezTo>
                <a:cubicBezTo>
                  <a:pt x="803" y="671"/>
                  <a:pt x="803" y="671"/>
                  <a:pt x="803" y="671"/>
                </a:cubicBezTo>
                <a:cubicBezTo>
                  <a:pt x="804" y="671"/>
                  <a:pt x="805" y="672"/>
                  <a:pt x="805" y="672"/>
                </a:cubicBezTo>
                <a:cubicBezTo>
                  <a:pt x="806" y="671"/>
                  <a:pt x="806" y="671"/>
                  <a:pt x="806" y="670"/>
                </a:cubicBezTo>
                <a:cubicBezTo>
                  <a:pt x="806" y="670"/>
                  <a:pt x="806" y="669"/>
                  <a:pt x="806" y="669"/>
                </a:cubicBezTo>
                <a:cubicBezTo>
                  <a:pt x="806" y="669"/>
                  <a:pt x="806" y="668"/>
                  <a:pt x="806" y="668"/>
                </a:cubicBezTo>
                <a:cubicBezTo>
                  <a:pt x="806" y="668"/>
                  <a:pt x="806" y="667"/>
                  <a:pt x="806" y="667"/>
                </a:cubicBezTo>
                <a:cubicBezTo>
                  <a:pt x="806" y="667"/>
                  <a:pt x="805" y="667"/>
                  <a:pt x="805" y="666"/>
                </a:cubicBezTo>
                <a:cubicBezTo>
                  <a:pt x="805" y="666"/>
                  <a:pt x="806" y="666"/>
                  <a:pt x="806" y="666"/>
                </a:cubicBezTo>
                <a:cubicBezTo>
                  <a:pt x="806" y="666"/>
                  <a:pt x="807" y="666"/>
                  <a:pt x="807" y="666"/>
                </a:cubicBezTo>
                <a:cubicBezTo>
                  <a:pt x="807" y="666"/>
                  <a:pt x="808" y="666"/>
                  <a:pt x="808" y="666"/>
                </a:cubicBezTo>
                <a:cubicBezTo>
                  <a:pt x="808" y="666"/>
                  <a:pt x="808" y="665"/>
                  <a:pt x="808" y="665"/>
                </a:cubicBezTo>
                <a:cubicBezTo>
                  <a:pt x="808" y="665"/>
                  <a:pt x="809" y="664"/>
                  <a:pt x="809" y="664"/>
                </a:cubicBezTo>
                <a:cubicBezTo>
                  <a:pt x="808" y="664"/>
                  <a:pt x="808" y="664"/>
                  <a:pt x="808" y="664"/>
                </a:cubicBezTo>
                <a:cubicBezTo>
                  <a:pt x="808" y="664"/>
                  <a:pt x="808" y="663"/>
                  <a:pt x="808" y="663"/>
                </a:cubicBezTo>
                <a:cubicBezTo>
                  <a:pt x="808" y="663"/>
                  <a:pt x="808" y="663"/>
                  <a:pt x="808" y="663"/>
                </a:cubicBezTo>
                <a:cubicBezTo>
                  <a:pt x="808" y="663"/>
                  <a:pt x="808" y="663"/>
                  <a:pt x="808" y="663"/>
                </a:cubicBezTo>
                <a:cubicBezTo>
                  <a:pt x="809" y="663"/>
                  <a:pt x="809" y="663"/>
                  <a:pt x="810" y="662"/>
                </a:cubicBezTo>
                <a:cubicBezTo>
                  <a:pt x="810" y="662"/>
                  <a:pt x="810" y="663"/>
                  <a:pt x="810" y="663"/>
                </a:cubicBezTo>
                <a:cubicBezTo>
                  <a:pt x="811" y="663"/>
                  <a:pt x="811" y="663"/>
                  <a:pt x="811" y="663"/>
                </a:cubicBezTo>
                <a:cubicBezTo>
                  <a:pt x="811" y="662"/>
                  <a:pt x="811" y="661"/>
                  <a:pt x="811" y="661"/>
                </a:cubicBezTo>
                <a:cubicBezTo>
                  <a:pt x="812" y="661"/>
                  <a:pt x="812" y="661"/>
                  <a:pt x="813" y="661"/>
                </a:cubicBezTo>
                <a:cubicBezTo>
                  <a:pt x="813" y="661"/>
                  <a:pt x="814" y="661"/>
                  <a:pt x="814" y="660"/>
                </a:cubicBezTo>
                <a:cubicBezTo>
                  <a:pt x="815" y="660"/>
                  <a:pt x="814" y="660"/>
                  <a:pt x="814" y="659"/>
                </a:cubicBezTo>
                <a:cubicBezTo>
                  <a:pt x="813" y="659"/>
                  <a:pt x="813" y="658"/>
                  <a:pt x="812" y="657"/>
                </a:cubicBezTo>
                <a:cubicBezTo>
                  <a:pt x="813" y="658"/>
                  <a:pt x="815" y="658"/>
                  <a:pt x="816" y="657"/>
                </a:cubicBezTo>
                <a:cubicBezTo>
                  <a:pt x="816" y="658"/>
                  <a:pt x="816" y="658"/>
                  <a:pt x="816" y="658"/>
                </a:cubicBezTo>
                <a:cubicBezTo>
                  <a:pt x="817" y="658"/>
                  <a:pt x="818" y="658"/>
                  <a:pt x="819" y="657"/>
                </a:cubicBezTo>
                <a:cubicBezTo>
                  <a:pt x="819" y="658"/>
                  <a:pt x="819" y="658"/>
                  <a:pt x="819" y="658"/>
                </a:cubicBezTo>
                <a:cubicBezTo>
                  <a:pt x="821" y="657"/>
                  <a:pt x="822" y="656"/>
                  <a:pt x="824" y="655"/>
                </a:cubicBezTo>
                <a:cubicBezTo>
                  <a:pt x="824" y="655"/>
                  <a:pt x="825" y="655"/>
                  <a:pt x="825" y="654"/>
                </a:cubicBezTo>
                <a:cubicBezTo>
                  <a:pt x="826" y="653"/>
                  <a:pt x="826" y="652"/>
                  <a:pt x="827" y="652"/>
                </a:cubicBezTo>
                <a:cubicBezTo>
                  <a:pt x="827" y="652"/>
                  <a:pt x="828" y="652"/>
                  <a:pt x="828" y="652"/>
                </a:cubicBezTo>
                <a:cubicBezTo>
                  <a:pt x="829" y="652"/>
                  <a:pt x="829" y="651"/>
                  <a:pt x="829" y="651"/>
                </a:cubicBezTo>
                <a:cubicBezTo>
                  <a:pt x="829" y="651"/>
                  <a:pt x="828" y="651"/>
                  <a:pt x="828" y="651"/>
                </a:cubicBezTo>
                <a:cubicBezTo>
                  <a:pt x="828" y="650"/>
                  <a:pt x="828" y="650"/>
                  <a:pt x="827" y="649"/>
                </a:cubicBezTo>
                <a:cubicBezTo>
                  <a:pt x="827" y="649"/>
                  <a:pt x="827" y="648"/>
                  <a:pt x="827" y="648"/>
                </a:cubicBezTo>
                <a:cubicBezTo>
                  <a:pt x="827" y="648"/>
                  <a:pt x="828" y="648"/>
                  <a:pt x="828" y="648"/>
                </a:cubicBezTo>
                <a:cubicBezTo>
                  <a:pt x="828" y="647"/>
                  <a:pt x="828" y="647"/>
                  <a:pt x="829" y="647"/>
                </a:cubicBezTo>
                <a:cubicBezTo>
                  <a:pt x="829" y="646"/>
                  <a:pt x="829" y="646"/>
                  <a:pt x="830" y="647"/>
                </a:cubicBezTo>
                <a:cubicBezTo>
                  <a:pt x="830" y="647"/>
                  <a:pt x="830" y="647"/>
                  <a:pt x="830" y="648"/>
                </a:cubicBezTo>
                <a:cubicBezTo>
                  <a:pt x="830" y="648"/>
                  <a:pt x="829" y="648"/>
                  <a:pt x="829" y="649"/>
                </a:cubicBezTo>
                <a:cubicBezTo>
                  <a:pt x="831" y="649"/>
                  <a:pt x="832" y="649"/>
                  <a:pt x="833" y="648"/>
                </a:cubicBezTo>
                <a:cubicBezTo>
                  <a:pt x="835" y="648"/>
                  <a:pt x="836" y="647"/>
                  <a:pt x="837" y="647"/>
                </a:cubicBezTo>
                <a:cubicBezTo>
                  <a:pt x="840" y="646"/>
                  <a:pt x="843" y="646"/>
                  <a:pt x="846" y="647"/>
                </a:cubicBezTo>
                <a:cubicBezTo>
                  <a:pt x="848" y="648"/>
                  <a:pt x="850" y="649"/>
                  <a:pt x="852" y="649"/>
                </a:cubicBezTo>
                <a:cubicBezTo>
                  <a:pt x="852" y="649"/>
                  <a:pt x="853" y="648"/>
                  <a:pt x="853" y="648"/>
                </a:cubicBezTo>
                <a:cubicBezTo>
                  <a:pt x="853" y="648"/>
                  <a:pt x="853" y="647"/>
                  <a:pt x="852" y="647"/>
                </a:cubicBezTo>
                <a:cubicBezTo>
                  <a:pt x="852" y="646"/>
                  <a:pt x="852" y="645"/>
                  <a:pt x="852" y="645"/>
                </a:cubicBezTo>
                <a:cubicBezTo>
                  <a:pt x="853" y="646"/>
                  <a:pt x="853" y="646"/>
                  <a:pt x="854" y="647"/>
                </a:cubicBezTo>
                <a:cubicBezTo>
                  <a:pt x="854" y="646"/>
                  <a:pt x="854" y="645"/>
                  <a:pt x="854" y="645"/>
                </a:cubicBezTo>
                <a:cubicBezTo>
                  <a:pt x="854" y="645"/>
                  <a:pt x="854" y="645"/>
                  <a:pt x="854" y="645"/>
                </a:cubicBezTo>
                <a:cubicBezTo>
                  <a:pt x="854" y="645"/>
                  <a:pt x="855" y="646"/>
                  <a:pt x="855" y="646"/>
                </a:cubicBezTo>
                <a:cubicBezTo>
                  <a:pt x="855" y="646"/>
                  <a:pt x="856" y="647"/>
                  <a:pt x="856" y="646"/>
                </a:cubicBezTo>
                <a:cubicBezTo>
                  <a:pt x="856" y="647"/>
                  <a:pt x="857" y="648"/>
                  <a:pt x="858" y="648"/>
                </a:cubicBezTo>
                <a:cubicBezTo>
                  <a:pt x="858" y="648"/>
                  <a:pt x="858" y="649"/>
                  <a:pt x="858" y="649"/>
                </a:cubicBezTo>
                <a:cubicBezTo>
                  <a:pt x="858" y="649"/>
                  <a:pt x="859" y="649"/>
                  <a:pt x="859" y="649"/>
                </a:cubicBezTo>
                <a:cubicBezTo>
                  <a:pt x="860" y="649"/>
                  <a:pt x="860" y="649"/>
                  <a:pt x="860" y="650"/>
                </a:cubicBezTo>
                <a:cubicBezTo>
                  <a:pt x="860" y="649"/>
                  <a:pt x="861" y="649"/>
                  <a:pt x="861" y="649"/>
                </a:cubicBezTo>
                <a:cubicBezTo>
                  <a:pt x="861" y="649"/>
                  <a:pt x="861" y="650"/>
                  <a:pt x="861" y="650"/>
                </a:cubicBezTo>
                <a:cubicBezTo>
                  <a:pt x="861" y="650"/>
                  <a:pt x="861" y="650"/>
                  <a:pt x="861" y="651"/>
                </a:cubicBezTo>
                <a:cubicBezTo>
                  <a:pt x="862" y="651"/>
                  <a:pt x="862" y="652"/>
                  <a:pt x="862" y="652"/>
                </a:cubicBezTo>
                <a:cubicBezTo>
                  <a:pt x="862" y="652"/>
                  <a:pt x="863" y="652"/>
                  <a:pt x="863" y="652"/>
                </a:cubicBezTo>
                <a:cubicBezTo>
                  <a:pt x="863" y="652"/>
                  <a:pt x="863" y="651"/>
                  <a:pt x="863" y="651"/>
                </a:cubicBezTo>
                <a:cubicBezTo>
                  <a:pt x="863" y="651"/>
                  <a:pt x="864" y="651"/>
                  <a:pt x="864" y="652"/>
                </a:cubicBezTo>
                <a:cubicBezTo>
                  <a:pt x="864" y="652"/>
                  <a:pt x="864" y="652"/>
                  <a:pt x="865" y="653"/>
                </a:cubicBezTo>
                <a:cubicBezTo>
                  <a:pt x="865" y="652"/>
                  <a:pt x="865" y="652"/>
                  <a:pt x="865" y="652"/>
                </a:cubicBezTo>
                <a:cubicBezTo>
                  <a:pt x="866" y="652"/>
                  <a:pt x="866" y="652"/>
                  <a:pt x="867" y="652"/>
                </a:cubicBezTo>
                <a:cubicBezTo>
                  <a:pt x="867" y="652"/>
                  <a:pt x="868" y="651"/>
                  <a:pt x="868" y="651"/>
                </a:cubicBezTo>
                <a:cubicBezTo>
                  <a:pt x="869" y="651"/>
                  <a:pt x="869" y="652"/>
                  <a:pt x="869" y="653"/>
                </a:cubicBezTo>
                <a:cubicBezTo>
                  <a:pt x="870" y="653"/>
                  <a:pt x="870" y="653"/>
                  <a:pt x="871" y="653"/>
                </a:cubicBezTo>
                <a:cubicBezTo>
                  <a:pt x="871" y="652"/>
                  <a:pt x="871" y="652"/>
                  <a:pt x="871" y="652"/>
                </a:cubicBezTo>
                <a:cubicBezTo>
                  <a:pt x="871" y="651"/>
                  <a:pt x="871" y="651"/>
                  <a:pt x="871" y="651"/>
                </a:cubicBezTo>
                <a:cubicBezTo>
                  <a:pt x="871" y="651"/>
                  <a:pt x="871" y="651"/>
                  <a:pt x="871" y="651"/>
                </a:cubicBezTo>
                <a:cubicBezTo>
                  <a:pt x="872" y="651"/>
                  <a:pt x="871" y="650"/>
                  <a:pt x="871" y="650"/>
                </a:cubicBezTo>
                <a:cubicBezTo>
                  <a:pt x="871" y="649"/>
                  <a:pt x="870" y="649"/>
                  <a:pt x="870" y="649"/>
                </a:cubicBezTo>
                <a:cubicBezTo>
                  <a:pt x="870" y="649"/>
                  <a:pt x="871" y="648"/>
                  <a:pt x="871" y="648"/>
                </a:cubicBezTo>
                <a:cubicBezTo>
                  <a:pt x="871" y="649"/>
                  <a:pt x="871" y="649"/>
                  <a:pt x="871" y="649"/>
                </a:cubicBezTo>
                <a:cubicBezTo>
                  <a:pt x="872" y="650"/>
                  <a:pt x="873" y="650"/>
                  <a:pt x="874" y="651"/>
                </a:cubicBezTo>
                <a:cubicBezTo>
                  <a:pt x="875" y="651"/>
                  <a:pt x="876" y="651"/>
                  <a:pt x="876" y="652"/>
                </a:cubicBezTo>
                <a:cubicBezTo>
                  <a:pt x="876" y="652"/>
                  <a:pt x="876" y="652"/>
                  <a:pt x="877" y="652"/>
                </a:cubicBezTo>
                <a:cubicBezTo>
                  <a:pt x="877" y="653"/>
                  <a:pt x="877" y="653"/>
                  <a:pt x="878" y="652"/>
                </a:cubicBezTo>
                <a:cubicBezTo>
                  <a:pt x="877" y="651"/>
                  <a:pt x="876" y="650"/>
                  <a:pt x="875" y="649"/>
                </a:cubicBezTo>
                <a:cubicBezTo>
                  <a:pt x="875" y="649"/>
                  <a:pt x="874" y="648"/>
                  <a:pt x="875" y="648"/>
                </a:cubicBezTo>
                <a:cubicBezTo>
                  <a:pt x="875" y="648"/>
                  <a:pt x="875" y="648"/>
                  <a:pt x="875" y="647"/>
                </a:cubicBezTo>
                <a:cubicBezTo>
                  <a:pt x="875" y="647"/>
                  <a:pt x="875" y="647"/>
                  <a:pt x="874" y="647"/>
                </a:cubicBezTo>
                <a:cubicBezTo>
                  <a:pt x="874" y="646"/>
                  <a:pt x="875" y="646"/>
                  <a:pt x="875" y="646"/>
                </a:cubicBezTo>
                <a:cubicBezTo>
                  <a:pt x="875" y="647"/>
                  <a:pt x="875" y="647"/>
                  <a:pt x="875" y="647"/>
                </a:cubicBezTo>
                <a:cubicBezTo>
                  <a:pt x="876" y="647"/>
                  <a:pt x="876" y="647"/>
                  <a:pt x="877" y="647"/>
                </a:cubicBezTo>
                <a:cubicBezTo>
                  <a:pt x="877" y="647"/>
                  <a:pt x="877" y="646"/>
                  <a:pt x="877" y="646"/>
                </a:cubicBezTo>
                <a:cubicBezTo>
                  <a:pt x="877" y="646"/>
                  <a:pt x="877" y="646"/>
                  <a:pt x="877" y="645"/>
                </a:cubicBezTo>
                <a:cubicBezTo>
                  <a:pt x="877" y="645"/>
                  <a:pt x="877" y="645"/>
                  <a:pt x="877" y="645"/>
                </a:cubicBezTo>
                <a:cubicBezTo>
                  <a:pt x="876" y="645"/>
                  <a:pt x="877" y="644"/>
                  <a:pt x="876" y="643"/>
                </a:cubicBezTo>
                <a:cubicBezTo>
                  <a:pt x="876" y="643"/>
                  <a:pt x="876" y="644"/>
                  <a:pt x="876" y="644"/>
                </a:cubicBezTo>
                <a:cubicBezTo>
                  <a:pt x="876" y="644"/>
                  <a:pt x="876" y="645"/>
                  <a:pt x="875" y="645"/>
                </a:cubicBezTo>
                <a:cubicBezTo>
                  <a:pt x="875" y="646"/>
                  <a:pt x="874" y="645"/>
                  <a:pt x="874" y="645"/>
                </a:cubicBezTo>
                <a:cubicBezTo>
                  <a:pt x="874" y="645"/>
                  <a:pt x="873" y="645"/>
                  <a:pt x="873" y="644"/>
                </a:cubicBezTo>
                <a:cubicBezTo>
                  <a:pt x="873" y="644"/>
                  <a:pt x="874" y="644"/>
                  <a:pt x="874" y="644"/>
                </a:cubicBezTo>
                <a:cubicBezTo>
                  <a:pt x="875" y="643"/>
                  <a:pt x="876" y="643"/>
                  <a:pt x="877" y="642"/>
                </a:cubicBezTo>
                <a:cubicBezTo>
                  <a:pt x="877" y="641"/>
                  <a:pt x="878" y="641"/>
                  <a:pt x="878" y="641"/>
                </a:cubicBezTo>
                <a:cubicBezTo>
                  <a:pt x="879" y="641"/>
                  <a:pt x="880" y="641"/>
                  <a:pt x="881" y="640"/>
                </a:cubicBezTo>
                <a:cubicBezTo>
                  <a:pt x="881" y="640"/>
                  <a:pt x="881" y="640"/>
                  <a:pt x="882" y="640"/>
                </a:cubicBezTo>
                <a:cubicBezTo>
                  <a:pt x="882" y="640"/>
                  <a:pt x="882" y="640"/>
                  <a:pt x="883" y="640"/>
                </a:cubicBezTo>
                <a:cubicBezTo>
                  <a:pt x="884" y="641"/>
                  <a:pt x="885" y="641"/>
                  <a:pt x="886" y="640"/>
                </a:cubicBezTo>
                <a:cubicBezTo>
                  <a:pt x="886" y="640"/>
                  <a:pt x="887" y="640"/>
                  <a:pt x="887" y="640"/>
                </a:cubicBezTo>
                <a:cubicBezTo>
                  <a:pt x="887" y="640"/>
                  <a:pt x="888" y="641"/>
                  <a:pt x="888" y="641"/>
                </a:cubicBezTo>
                <a:cubicBezTo>
                  <a:pt x="889" y="641"/>
                  <a:pt x="889" y="640"/>
                  <a:pt x="889" y="639"/>
                </a:cubicBezTo>
                <a:cubicBezTo>
                  <a:pt x="889" y="638"/>
                  <a:pt x="889" y="638"/>
                  <a:pt x="889" y="637"/>
                </a:cubicBezTo>
                <a:cubicBezTo>
                  <a:pt x="890" y="637"/>
                  <a:pt x="890" y="637"/>
                  <a:pt x="890" y="638"/>
                </a:cubicBezTo>
                <a:cubicBezTo>
                  <a:pt x="891" y="638"/>
                  <a:pt x="890" y="639"/>
                  <a:pt x="891" y="639"/>
                </a:cubicBezTo>
                <a:cubicBezTo>
                  <a:pt x="891" y="640"/>
                  <a:pt x="892" y="641"/>
                  <a:pt x="892" y="642"/>
                </a:cubicBezTo>
                <a:cubicBezTo>
                  <a:pt x="893" y="641"/>
                  <a:pt x="895" y="640"/>
                  <a:pt x="896" y="640"/>
                </a:cubicBezTo>
                <a:cubicBezTo>
                  <a:pt x="897" y="639"/>
                  <a:pt x="898" y="639"/>
                  <a:pt x="899" y="639"/>
                </a:cubicBezTo>
                <a:cubicBezTo>
                  <a:pt x="899" y="640"/>
                  <a:pt x="899" y="640"/>
                  <a:pt x="899" y="640"/>
                </a:cubicBezTo>
                <a:cubicBezTo>
                  <a:pt x="900" y="641"/>
                  <a:pt x="901" y="640"/>
                  <a:pt x="903" y="640"/>
                </a:cubicBezTo>
                <a:cubicBezTo>
                  <a:pt x="904" y="639"/>
                  <a:pt x="905" y="639"/>
                  <a:pt x="906" y="640"/>
                </a:cubicBezTo>
                <a:cubicBezTo>
                  <a:pt x="906" y="640"/>
                  <a:pt x="905" y="640"/>
                  <a:pt x="905" y="640"/>
                </a:cubicBezTo>
                <a:cubicBezTo>
                  <a:pt x="907" y="641"/>
                  <a:pt x="910" y="642"/>
                  <a:pt x="912" y="643"/>
                </a:cubicBezTo>
                <a:cubicBezTo>
                  <a:pt x="912" y="643"/>
                  <a:pt x="912" y="643"/>
                  <a:pt x="911" y="644"/>
                </a:cubicBezTo>
                <a:cubicBezTo>
                  <a:pt x="912" y="645"/>
                  <a:pt x="913" y="645"/>
                  <a:pt x="914" y="646"/>
                </a:cubicBezTo>
                <a:cubicBezTo>
                  <a:pt x="914" y="646"/>
                  <a:pt x="914" y="646"/>
                  <a:pt x="914" y="647"/>
                </a:cubicBezTo>
                <a:cubicBezTo>
                  <a:pt x="914" y="647"/>
                  <a:pt x="915" y="647"/>
                  <a:pt x="916" y="647"/>
                </a:cubicBezTo>
                <a:cubicBezTo>
                  <a:pt x="916" y="647"/>
                  <a:pt x="917" y="647"/>
                  <a:pt x="918" y="646"/>
                </a:cubicBezTo>
                <a:cubicBezTo>
                  <a:pt x="918" y="646"/>
                  <a:pt x="918" y="646"/>
                  <a:pt x="919" y="646"/>
                </a:cubicBezTo>
                <a:cubicBezTo>
                  <a:pt x="919" y="646"/>
                  <a:pt x="918" y="645"/>
                  <a:pt x="919" y="645"/>
                </a:cubicBezTo>
                <a:cubicBezTo>
                  <a:pt x="919" y="645"/>
                  <a:pt x="921" y="645"/>
                  <a:pt x="921" y="645"/>
                </a:cubicBezTo>
                <a:cubicBezTo>
                  <a:pt x="921" y="645"/>
                  <a:pt x="921" y="644"/>
                  <a:pt x="922" y="644"/>
                </a:cubicBezTo>
                <a:cubicBezTo>
                  <a:pt x="922" y="644"/>
                  <a:pt x="922" y="644"/>
                  <a:pt x="922" y="644"/>
                </a:cubicBezTo>
                <a:cubicBezTo>
                  <a:pt x="923" y="644"/>
                  <a:pt x="923" y="643"/>
                  <a:pt x="923" y="643"/>
                </a:cubicBezTo>
                <a:cubicBezTo>
                  <a:pt x="923" y="642"/>
                  <a:pt x="924" y="642"/>
                  <a:pt x="924" y="642"/>
                </a:cubicBezTo>
                <a:cubicBezTo>
                  <a:pt x="924" y="642"/>
                  <a:pt x="924" y="643"/>
                  <a:pt x="924" y="643"/>
                </a:cubicBezTo>
                <a:cubicBezTo>
                  <a:pt x="925" y="643"/>
                  <a:pt x="925" y="644"/>
                  <a:pt x="926" y="644"/>
                </a:cubicBezTo>
                <a:cubicBezTo>
                  <a:pt x="927" y="644"/>
                  <a:pt x="928" y="645"/>
                  <a:pt x="929" y="646"/>
                </a:cubicBezTo>
                <a:cubicBezTo>
                  <a:pt x="929" y="646"/>
                  <a:pt x="930" y="647"/>
                  <a:pt x="930" y="647"/>
                </a:cubicBezTo>
                <a:cubicBezTo>
                  <a:pt x="930" y="647"/>
                  <a:pt x="930" y="648"/>
                  <a:pt x="931" y="648"/>
                </a:cubicBezTo>
                <a:cubicBezTo>
                  <a:pt x="931" y="648"/>
                  <a:pt x="931" y="648"/>
                  <a:pt x="931" y="649"/>
                </a:cubicBezTo>
                <a:cubicBezTo>
                  <a:pt x="932" y="650"/>
                  <a:pt x="933" y="652"/>
                  <a:pt x="935" y="653"/>
                </a:cubicBezTo>
                <a:cubicBezTo>
                  <a:pt x="935" y="653"/>
                  <a:pt x="936" y="653"/>
                  <a:pt x="936" y="654"/>
                </a:cubicBezTo>
                <a:cubicBezTo>
                  <a:pt x="937" y="654"/>
                  <a:pt x="937" y="655"/>
                  <a:pt x="937" y="655"/>
                </a:cubicBezTo>
                <a:cubicBezTo>
                  <a:pt x="938" y="657"/>
                  <a:pt x="938" y="660"/>
                  <a:pt x="937" y="662"/>
                </a:cubicBezTo>
                <a:cubicBezTo>
                  <a:pt x="937" y="663"/>
                  <a:pt x="936" y="665"/>
                  <a:pt x="936" y="666"/>
                </a:cubicBezTo>
                <a:cubicBezTo>
                  <a:pt x="936" y="666"/>
                  <a:pt x="936" y="666"/>
                  <a:pt x="936" y="667"/>
                </a:cubicBezTo>
                <a:cubicBezTo>
                  <a:pt x="936" y="667"/>
                  <a:pt x="936" y="667"/>
                  <a:pt x="937" y="667"/>
                </a:cubicBezTo>
                <a:cubicBezTo>
                  <a:pt x="937" y="667"/>
                  <a:pt x="937" y="666"/>
                  <a:pt x="937" y="666"/>
                </a:cubicBezTo>
                <a:cubicBezTo>
                  <a:pt x="937" y="666"/>
                  <a:pt x="938" y="665"/>
                  <a:pt x="938" y="665"/>
                </a:cubicBezTo>
                <a:cubicBezTo>
                  <a:pt x="939" y="665"/>
                  <a:pt x="939" y="666"/>
                  <a:pt x="939" y="666"/>
                </a:cubicBezTo>
                <a:cubicBezTo>
                  <a:pt x="939" y="666"/>
                  <a:pt x="939" y="666"/>
                  <a:pt x="939" y="667"/>
                </a:cubicBezTo>
                <a:cubicBezTo>
                  <a:pt x="940" y="667"/>
                  <a:pt x="939" y="667"/>
                  <a:pt x="939" y="667"/>
                </a:cubicBezTo>
                <a:cubicBezTo>
                  <a:pt x="939" y="668"/>
                  <a:pt x="938" y="668"/>
                  <a:pt x="938" y="669"/>
                </a:cubicBezTo>
                <a:cubicBezTo>
                  <a:pt x="938" y="669"/>
                  <a:pt x="937" y="669"/>
                  <a:pt x="937" y="669"/>
                </a:cubicBezTo>
                <a:cubicBezTo>
                  <a:pt x="937" y="670"/>
                  <a:pt x="937" y="670"/>
                  <a:pt x="938" y="670"/>
                </a:cubicBezTo>
                <a:cubicBezTo>
                  <a:pt x="938" y="672"/>
                  <a:pt x="939" y="674"/>
                  <a:pt x="941" y="677"/>
                </a:cubicBezTo>
                <a:cubicBezTo>
                  <a:pt x="941" y="677"/>
                  <a:pt x="941" y="677"/>
                  <a:pt x="941" y="677"/>
                </a:cubicBezTo>
                <a:cubicBezTo>
                  <a:pt x="942" y="677"/>
                  <a:pt x="942" y="677"/>
                  <a:pt x="942" y="677"/>
                </a:cubicBezTo>
                <a:cubicBezTo>
                  <a:pt x="942" y="676"/>
                  <a:pt x="942" y="676"/>
                  <a:pt x="942" y="676"/>
                </a:cubicBezTo>
                <a:cubicBezTo>
                  <a:pt x="941" y="676"/>
                  <a:pt x="942" y="675"/>
                  <a:pt x="942" y="675"/>
                </a:cubicBezTo>
                <a:cubicBezTo>
                  <a:pt x="943" y="675"/>
                  <a:pt x="943" y="676"/>
                  <a:pt x="943" y="676"/>
                </a:cubicBezTo>
                <a:cubicBezTo>
                  <a:pt x="943" y="677"/>
                  <a:pt x="943" y="678"/>
                  <a:pt x="942" y="678"/>
                </a:cubicBezTo>
                <a:cubicBezTo>
                  <a:pt x="942" y="678"/>
                  <a:pt x="942" y="679"/>
                  <a:pt x="942" y="679"/>
                </a:cubicBezTo>
                <a:cubicBezTo>
                  <a:pt x="942" y="679"/>
                  <a:pt x="943" y="679"/>
                  <a:pt x="944" y="679"/>
                </a:cubicBezTo>
                <a:cubicBezTo>
                  <a:pt x="944" y="679"/>
                  <a:pt x="944" y="680"/>
                  <a:pt x="944" y="680"/>
                </a:cubicBezTo>
                <a:cubicBezTo>
                  <a:pt x="944" y="680"/>
                  <a:pt x="945" y="681"/>
                  <a:pt x="945" y="681"/>
                </a:cubicBezTo>
                <a:cubicBezTo>
                  <a:pt x="945" y="682"/>
                  <a:pt x="945" y="683"/>
                  <a:pt x="945" y="683"/>
                </a:cubicBezTo>
                <a:cubicBezTo>
                  <a:pt x="945" y="684"/>
                  <a:pt x="946" y="685"/>
                  <a:pt x="946" y="685"/>
                </a:cubicBezTo>
                <a:cubicBezTo>
                  <a:pt x="947" y="686"/>
                  <a:pt x="948" y="686"/>
                  <a:pt x="948" y="687"/>
                </a:cubicBezTo>
                <a:cubicBezTo>
                  <a:pt x="950" y="688"/>
                  <a:pt x="951" y="690"/>
                  <a:pt x="951" y="692"/>
                </a:cubicBezTo>
                <a:cubicBezTo>
                  <a:pt x="951" y="692"/>
                  <a:pt x="951" y="693"/>
                  <a:pt x="952" y="693"/>
                </a:cubicBezTo>
                <a:cubicBezTo>
                  <a:pt x="952" y="693"/>
                  <a:pt x="952" y="693"/>
                  <a:pt x="953" y="693"/>
                </a:cubicBezTo>
                <a:cubicBezTo>
                  <a:pt x="954" y="693"/>
                  <a:pt x="955" y="693"/>
                  <a:pt x="956" y="693"/>
                </a:cubicBezTo>
                <a:cubicBezTo>
                  <a:pt x="956" y="693"/>
                  <a:pt x="956" y="693"/>
                  <a:pt x="956" y="692"/>
                </a:cubicBezTo>
                <a:cubicBezTo>
                  <a:pt x="957" y="692"/>
                  <a:pt x="957" y="692"/>
                  <a:pt x="957" y="692"/>
                </a:cubicBezTo>
                <a:cubicBezTo>
                  <a:pt x="958" y="692"/>
                  <a:pt x="959" y="691"/>
                  <a:pt x="959" y="690"/>
                </a:cubicBezTo>
                <a:cubicBezTo>
                  <a:pt x="959" y="689"/>
                  <a:pt x="958" y="689"/>
                  <a:pt x="959" y="689"/>
                </a:cubicBezTo>
                <a:cubicBezTo>
                  <a:pt x="959" y="688"/>
                  <a:pt x="960" y="688"/>
                  <a:pt x="960" y="687"/>
                </a:cubicBezTo>
                <a:cubicBezTo>
                  <a:pt x="960" y="686"/>
                  <a:pt x="960" y="686"/>
                  <a:pt x="960" y="686"/>
                </a:cubicBezTo>
                <a:cubicBezTo>
                  <a:pt x="960" y="684"/>
                  <a:pt x="961" y="682"/>
                  <a:pt x="961" y="679"/>
                </a:cubicBezTo>
                <a:cubicBezTo>
                  <a:pt x="961" y="677"/>
                  <a:pt x="961" y="675"/>
                  <a:pt x="960" y="673"/>
                </a:cubicBezTo>
                <a:cubicBezTo>
                  <a:pt x="960" y="673"/>
                  <a:pt x="959" y="673"/>
                  <a:pt x="959" y="672"/>
                </a:cubicBezTo>
                <a:cubicBezTo>
                  <a:pt x="959" y="671"/>
                  <a:pt x="959" y="671"/>
                  <a:pt x="959" y="670"/>
                </a:cubicBezTo>
                <a:cubicBezTo>
                  <a:pt x="959" y="668"/>
                  <a:pt x="957" y="666"/>
                  <a:pt x="956" y="664"/>
                </a:cubicBezTo>
                <a:cubicBezTo>
                  <a:pt x="956" y="663"/>
                  <a:pt x="955" y="662"/>
                  <a:pt x="955" y="660"/>
                </a:cubicBezTo>
                <a:cubicBezTo>
                  <a:pt x="954" y="659"/>
                  <a:pt x="954" y="659"/>
                  <a:pt x="954" y="658"/>
                </a:cubicBezTo>
                <a:cubicBezTo>
                  <a:pt x="954" y="658"/>
                  <a:pt x="954" y="657"/>
                  <a:pt x="954" y="657"/>
                </a:cubicBezTo>
                <a:cubicBezTo>
                  <a:pt x="954" y="656"/>
                  <a:pt x="953" y="654"/>
                  <a:pt x="953" y="653"/>
                </a:cubicBezTo>
                <a:cubicBezTo>
                  <a:pt x="952" y="652"/>
                  <a:pt x="952" y="651"/>
                  <a:pt x="951" y="650"/>
                </a:cubicBezTo>
                <a:cubicBezTo>
                  <a:pt x="950" y="646"/>
                  <a:pt x="949" y="643"/>
                  <a:pt x="949" y="639"/>
                </a:cubicBezTo>
                <a:cubicBezTo>
                  <a:pt x="949" y="639"/>
                  <a:pt x="948" y="638"/>
                  <a:pt x="948" y="638"/>
                </a:cubicBezTo>
                <a:cubicBezTo>
                  <a:pt x="948" y="638"/>
                  <a:pt x="948" y="637"/>
                  <a:pt x="948" y="637"/>
                </a:cubicBezTo>
                <a:cubicBezTo>
                  <a:pt x="948" y="637"/>
                  <a:pt x="948" y="638"/>
                  <a:pt x="948" y="637"/>
                </a:cubicBezTo>
                <a:cubicBezTo>
                  <a:pt x="948" y="637"/>
                  <a:pt x="948" y="637"/>
                  <a:pt x="948" y="637"/>
                </a:cubicBezTo>
                <a:cubicBezTo>
                  <a:pt x="948" y="636"/>
                  <a:pt x="948" y="636"/>
                  <a:pt x="948" y="636"/>
                </a:cubicBezTo>
                <a:cubicBezTo>
                  <a:pt x="948" y="636"/>
                  <a:pt x="948" y="636"/>
                  <a:pt x="948" y="636"/>
                </a:cubicBezTo>
                <a:cubicBezTo>
                  <a:pt x="948" y="635"/>
                  <a:pt x="949" y="635"/>
                  <a:pt x="949" y="635"/>
                </a:cubicBezTo>
                <a:cubicBezTo>
                  <a:pt x="949" y="635"/>
                  <a:pt x="948" y="634"/>
                  <a:pt x="948" y="634"/>
                </a:cubicBezTo>
                <a:cubicBezTo>
                  <a:pt x="948" y="634"/>
                  <a:pt x="948" y="634"/>
                  <a:pt x="948" y="634"/>
                </a:cubicBezTo>
                <a:cubicBezTo>
                  <a:pt x="948" y="633"/>
                  <a:pt x="948" y="633"/>
                  <a:pt x="949" y="633"/>
                </a:cubicBezTo>
                <a:cubicBezTo>
                  <a:pt x="949" y="633"/>
                  <a:pt x="949" y="633"/>
                  <a:pt x="949" y="633"/>
                </a:cubicBezTo>
                <a:cubicBezTo>
                  <a:pt x="949" y="633"/>
                  <a:pt x="949" y="633"/>
                  <a:pt x="948" y="633"/>
                </a:cubicBezTo>
                <a:cubicBezTo>
                  <a:pt x="948" y="633"/>
                  <a:pt x="948" y="633"/>
                  <a:pt x="948" y="633"/>
                </a:cubicBezTo>
                <a:cubicBezTo>
                  <a:pt x="948" y="633"/>
                  <a:pt x="948" y="632"/>
                  <a:pt x="948" y="632"/>
                </a:cubicBezTo>
                <a:cubicBezTo>
                  <a:pt x="948" y="632"/>
                  <a:pt x="949" y="632"/>
                  <a:pt x="949" y="632"/>
                </a:cubicBezTo>
                <a:cubicBezTo>
                  <a:pt x="949" y="632"/>
                  <a:pt x="949" y="632"/>
                  <a:pt x="949" y="631"/>
                </a:cubicBezTo>
                <a:cubicBezTo>
                  <a:pt x="949" y="631"/>
                  <a:pt x="949" y="631"/>
                  <a:pt x="949" y="631"/>
                </a:cubicBezTo>
                <a:cubicBezTo>
                  <a:pt x="949" y="631"/>
                  <a:pt x="949" y="631"/>
                  <a:pt x="949" y="631"/>
                </a:cubicBezTo>
                <a:cubicBezTo>
                  <a:pt x="949" y="630"/>
                  <a:pt x="949" y="631"/>
                  <a:pt x="950" y="630"/>
                </a:cubicBezTo>
                <a:cubicBezTo>
                  <a:pt x="950" y="630"/>
                  <a:pt x="949" y="630"/>
                  <a:pt x="949" y="629"/>
                </a:cubicBezTo>
                <a:cubicBezTo>
                  <a:pt x="950" y="629"/>
                  <a:pt x="950" y="629"/>
                  <a:pt x="950" y="629"/>
                </a:cubicBezTo>
                <a:cubicBezTo>
                  <a:pt x="950" y="629"/>
                  <a:pt x="950" y="629"/>
                  <a:pt x="950" y="629"/>
                </a:cubicBezTo>
                <a:cubicBezTo>
                  <a:pt x="950" y="629"/>
                  <a:pt x="950" y="629"/>
                  <a:pt x="949" y="629"/>
                </a:cubicBezTo>
                <a:cubicBezTo>
                  <a:pt x="949" y="629"/>
                  <a:pt x="949" y="628"/>
                  <a:pt x="949" y="628"/>
                </a:cubicBezTo>
                <a:cubicBezTo>
                  <a:pt x="949" y="628"/>
                  <a:pt x="950" y="628"/>
                  <a:pt x="950" y="628"/>
                </a:cubicBezTo>
                <a:cubicBezTo>
                  <a:pt x="950" y="627"/>
                  <a:pt x="950" y="627"/>
                  <a:pt x="949" y="627"/>
                </a:cubicBezTo>
                <a:cubicBezTo>
                  <a:pt x="949" y="627"/>
                  <a:pt x="949" y="626"/>
                  <a:pt x="949" y="626"/>
                </a:cubicBezTo>
                <a:cubicBezTo>
                  <a:pt x="949" y="626"/>
                  <a:pt x="950" y="626"/>
                  <a:pt x="950" y="626"/>
                </a:cubicBezTo>
                <a:cubicBezTo>
                  <a:pt x="950" y="626"/>
                  <a:pt x="951" y="626"/>
                  <a:pt x="951" y="626"/>
                </a:cubicBezTo>
                <a:cubicBezTo>
                  <a:pt x="951" y="626"/>
                  <a:pt x="951" y="626"/>
                  <a:pt x="952" y="625"/>
                </a:cubicBezTo>
                <a:cubicBezTo>
                  <a:pt x="952" y="625"/>
                  <a:pt x="952" y="625"/>
                  <a:pt x="952" y="625"/>
                </a:cubicBezTo>
                <a:cubicBezTo>
                  <a:pt x="952" y="625"/>
                  <a:pt x="952" y="625"/>
                  <a:pt x="952" y="625"/>
                </a:cubicBezTo>
                <a:cubicBezTo>
                  <a:pt x="952" y="625"/>
                  <a:pt x="953" y="624"/>
                  <a:pt x="953" y="624"/>
                </a:cubicBezTo>
                <a:cubicBezTo>
                  <a:pt x="953" y="624"/>
                  <a:pt x="953" y="623"/>
                  <a:pt x="953" y="623"/>
                </a:cubicBezTo>
                <a:cubicBezTo>
                  <a:pt x="953" y="623"/>
                  <a:pt x="953" y="623"/>
                  <a:pt x="953" y="622"/>
                </a:cubicBezTo>
                <a:cubicBezTo>
                  <a:pt x="953" y="622"/>
                  <a:pt x="953" y="622"/>
                  <a:pt x="953" y="622"/>
                </a:cubicBezTo>
                <a:cubicBezTo>
                  <a:pt x="954" y="621"/>
                  <a:pt x="954" y="620"/>
                  <a:pt x="954" y="620"/>
                </a:cubicBezTo>
                <a:cubicBezTo>
                  <a:pt x="954" y="620"/>
                  <a:pt x="954" y="620"/>
                  <a:pt x="954" y="619"/>
                </a:cubicBezTo>
                <a:cubicBezTo>
                  <a:pt x="954" y="619"/>
                  <a:pt x="954" y="619"/>
                  <a:pt x="954" y="619"/>
                </a:cubicBezTo>
                <a:cubicBezTo>
                  <a:pt x="954" y="619"/>
                  <a:pt x="955" y="619"/>
                  <a:pt x="955" y="620"/>
                </a:cubicBezTo>
                <a:cubicBezTo>
                  <a:pt x="955" y="620"/>
                  <a:pt x="955" y="620"/>
                  <a:pt x="955" y="620"/>
                </a:cubicBezTo>
                <a:cubicBezTo>
                  <a:pt x="955" y="620"/>
                  <a:pt x="956" y="620"/>
                  <a:pt x="956" y="620"/>
                </a:cubicBezTo>
                <a:cubicBezTo>
                  <a:pt x="956" y="620"/>
                  <a:pt x="957" y="620"/>
                  <a:pt x="957" y="620"/>
                </a:cubicBezTo>
                <a:cubicBezTo>
                  <a:pt x="957" y="620"/>
                  <a:pt x="957" y="619"/>
                  <a:pt x="957" y="619"/>
                </a:cubicBezTo>
                <a:cubicBezTo>
                  <a:pt x="957" y="619"/>
                  <a:pt x="957" y="619"/>
                  <a:pt x="956" y="618"/>
                </a:cubicBezTo>
                <a:cubicBezTo>
                  <a:pt x="956" y="618"/>
                  <a:pt x="955" y="617"/>
                  <a:pt x="955" y="616"/>
                </a:cubicBezTo>
                <a:cubicBezTo>
                  <a:pt x="956" y="616"/>
                  <a:pt x="956" y="618"/>
                  <a:pt x="957" y="618"/>
                </a:cubicBezTo>
                <a:cubicBezTo>
                  <a:pt x="957" y="618"/>
                  <a:pt x="957" y="618"/>
                  <a:pt x="958" y="618"/>
                </a:cubicBezTo>
                <a:cubicBezTo>
                  <a:pt x="958" y="618"/>
                  <a:pt x="958" y="618"/>
                  <a:pt x="958" y="618"/>
                </a:cubicBezTo>
                <a:cubicBezTo>
                  <a:pt x="959" y="618"/>
                  <a:pt x="959" y="618"/>
                  <a:pt x="959" y="618"/>
                </a:cubicBezTo>
                <a:cubicBezTo>
                  <a:pt x="959" y="617"/>
                  <a:pt x="959" y="617"/>
                  <a:pt x="959" y="616"/>
                </a:cubicBezTo>
                <a:cubicBezTo>
                  <a:pt x="959" y="616"/>
                  <a:pt x="959" y="616"/>
                  <a:pt x="960" y="616"/>
                </a:cubicBezTo>
                <a:cubicBezTo>
                  <a:pt x="959" y="616"/>
                  <a:pt x="960" y="617"/>
                  <a:pt x="960" y="617"/>
                </a:cubicBezTo>
                <a:cubicBezTo>
                  <a:pt x="960" y="617"/>
                  <a:pt x="960" y="617"/>
                  <a:pt x="961" y="617"/>
                </a:cubicBezTo>
                <a:cubicBezTo>
                  <a:pt x="961" y="617"/>
                  <a:pt x="961" y="617"/>
                  <a:pt x="961" y="616"/>
                </a:cubicBezTo>
                <a:cubicBezTo>
                  <a:pt x="962" y="616"/>
                  <a:pt x="962" y="616"/>
                  <a:pt x="962" y="616"/>
                </a:cubicBezTo>
                <a:cubicBezTo>
                  <a:pt x="962" y="616"/>
                  <a:pt x="962" y="615"/>
                  <a:pt x="962" y="615"/>
                </a:cubicBezTo>
                <a:cubicBezTo>
                  <a:pt x="963" y="615"/>
                  <a:pt x="964" y="614"/>
                  <a:pt x="964" y="614"/>
                </a:cubicBezTo>
                <a:cubicBezTo>
                  <a:pt x="964" y="614"/>
                  <a:pt x="965" y="614"/>
                  <a:pt x="965" y="614"/>
                </a:cubicBezTo>
                <a:cubicBezTo>
                  <a:pt x="965" y="613"/>
                  <a:pt x="964" y="613"/>
                  <a:pt x="965" y="613"/>
                </a:cubicBezTo>
                <a:cubicBezTo>
                  <a:pt x="966" y="613"/>
                  <a:pt x="968" y="612"/>
                  <a:pt x="968" y="611"/>
                </a:cubicBezTo>
                <a:cubicBezTo>
                  <a:pt x="968" y="611"/>
                  <a:pt x="968" y="611"/>
                  <a:pt x="968" y="611"/>
                </a:cubicBezTo>
                <a:cubicBezTo>
                  <a:pt x="968" y="610"/>
                  <a:pt x="968" y="610"/>
                  <a:pt x="968" y="610"/>
                </a:cubicBezTo>
                <a:cubicBezTo>
                  <a:pt x="968" y="610"/>
                  <a:pt x="969" y="610"/>
                  <a:pt x="969" y="610"/>
                </a:cubicBezTo>
                <a:cubicBezTo>
                  <a:pt x="969" y="609"/>
                  <a:pt x="969" y="609"/>
                  <a:pt x="969" y="609"/>
                </a:cubicBezTo>
                <a:cubicBezTo>
                  <a:pt x="969" y="608"/>
                  <a:pt x="968" y="608"/>
                  <a:pt x="968" y="608"/>
                </a:cubicBezTo>
                <a:cubicBezTo>
                  <a:pt x="968" y="608"/>
                  <a:pt x="968" y="608"/>
                  <a:pt x="969" y="608"/>
                </a:cubicBezTo>
                <a:cubicBezTo>
                  <a:pt x="970" y="607"/>
                  <a:pt x="971" y="606"/>
                  <a:pt x="972" y="605"/>
                </a:cubicBezTo>
                <a:cubicBezTo>
                  <a:pt x="972" y="605"/>
                  <a:pt x="973" y="604"/>
                  <a:pt x="973" y="604"/>
                </a:cubicBezTo>
                <a:cubicBezTo>
                  <a:pt x="975" y="603"/>
                  <a:pt x="976" y="603"/>
                  <a:pt x="978" y="603"/>
                </a:cubicBezTo>
                <a:cubicBezTo>
                  <a:pt x="978" y="603"/>
                  <a:pt x="978" y="603"/>
                  <a:pt x="979" y="603"/>
                </a:cubicBezTo>
                <a:cubicBezTo>
                  <a:pt x="979" y="602"/>
                  <a:pt x="979" y="601"/>
                  <a:pt x="980" y="601"/>
                </a:cubicBezTo>
                <a:cubicBezTo>
                  <a:pt x="980" y="601"/>
                  <a:pt x="980" y="601"/>
                  <a:pt x="980" y="601"/>
                </a:cubicBezTo>
                <a:cubicBezTo>
                  <a:pt x="980" y="601"/>
                  <a:pt x="980" y="601"/>
                  <a:pt x="981" y="601"/>
                </a:cubicBezTo>
                <a:cubicBezTo>
                  <a:pt x="981" y="601"/>
                  <a:pt x="981" y="601"/>
                  <a:pt x="981" y="601"/>
                </a:cubicBezTo>
                <a:cubicBezTo>
                  <a:pt x="981" y="601"/>
                  <a:pt x="981" y="600"/>
                  <a:pt x="981" y="600"/>
                </a:cubicBezTo>
                <a:cubicBezTo>
                  <a:pt x="981" y="599"/>
                  <a:pt x="982" y="599"/>
                  <a:pt x="982" y="599"/>
                </a:cubicBezTo>
                <a:cubicBezTo>
                  <a:pt x="983" y="598"/>
                  <a:pt x="984" y="597"/>
                  <a:pt x="984" y="597"/>
                </a:cubicBezTo>
                <a:cubicBezTo>
                  <a:pt x="985" y="597"/>
                  <a:pt x="985" y="596"/>
                  <a:pt x="985" y="596"/>
                </a:cubicBezTo>
                <a:cubicBezTo>
                  <a:pt x="986" y="596"/>
                  <a:pt x="986" y="596"/>
                  <a:pt x="987" y="595"/>
                </a:cubicBezTo>
                <a:cubicBezTo>
                  <a:pt x="987" y="595"/>
                  <a:pt x="988" y="595"/>
                  <a:pt x="988" y="594"/>
                </a:cubicBezTo>
                <a:cubicBezTo>
                  <a:pt x="989" y="594"/>
                  <a:pt x="990" y="594"/>
                  <a:pt x="990" y="594"/>
                </a:cubicBezTo>
                <a:cubicBezTo>
                  <a:pt x="991" y="594"/>
                  <a:pt x="992" y="594"/>
                  <a:pt x="993" y="593"/>
                </a:cubicBezTo>
                <a:cubicBezTo>
                  <a:pt x="993" y="593"/>
                  <a:pt x="994" y="592"/>
                  <a:pt x="994" y="592"/>
                </a:cubicBezTo>
                <a:cubicBezTo>
                  <a:pt x="994" y="592"/>
                  <a:pt x="994" y="592"/>
                  <a:pt x="994" y="592"/>
                </a:cubicBezTo>
                <a:cubicBezTo>
                  <a:pt x="995" y="592"/>
                  <a:pt x="995" y="592"/>
                  <a:pt x="994" y="591"/>
                </a:cubicBezTo>
                <a:cubicBezTo>
                  <a:pt x="994" y="591"/>
                  <a:pt x="994" y="591"/>
                  <a:pt x="993" y="591"/>
                </a:cubicBezTo>
                <a:cubicBezTo>
                  <a:pt x="993" y="591"/>
                  <a:pt x="993" y="591"/>
                  <a:pt x="993" y="591"/>
                </a:cubicBezTo>
                <a:cubicBezTo>
                  <a:pt x="993" y="591"/>
                  <a:pt x="993" y="591"/>
                  <a:pt x="993" y="591"/>
                </a:cubicBezTo>
                <a:cubicBezTo>
                  <a:pt x="993" y="591"/>
                  <a:pt x="992" y="591"/>
                  <a:pt x="992" y="591"/>
                </a:cubicBezTo>
                <a:cubicBezTo>
                  <a:pt x="992" y="592"/>
                  <a:pt x="991" y="591"/>
                  <a:pt x="991" y="592"/>
                </a:cubicBezTo>
                <a:cubicBezTo>
                  <a:pt x="991" y="592"/>
                  <a:pt x="991" y="592"/>
                  <a:pt x="990" y="592"/>
                </a:cubicBezTo>
                <a:cubicBezTo>
                  <a:pt x="990" y="592"/>
                  <a:pt x="990" y="592"/>
                  <a:pt x="990" y="592"/>
                </a:cubicBezTo>
                <a:cubicBezTo>
                  <a:pt x="989" y="591"/>
                  <a:pt x="989" y="591"/>
                  <a:pt x="988" y="591"/>
                </a:cubicBezTo>
                <a:cubicBezTo>
                  <a:pt x="988" y="591"/>
                  <a:pt x="988" y="591"/>
                  <a:pt x="988" y="591"/>
                </a:cubicBezTo>
                <a:cubicBezTo>
                  <a:pt x="988" y="591"/>
                  <a:pt x="988" y="591"/>
                  <a:pt x="988" y="591"/>
                </a:cubicBezTo>
                <a:cubicBezTo>
                  <a:pt x="988" y="590"/>
                  <a:pt x="989" y="590"/>
                  <a:pt x="989" y="591"/>
                </a:cubicBezTo>
                <a:cubicBezTo>
                  <a:pt x="989" y="591"/>
                  <a:pt x="989" y="591"/>
                  <a:pt x="990" y="591"/>
                </a:cubicBezTo>
                <a:cubicBezTo>
                  <a:pt x="990" y="591"/>
                  <a:pt x="990" y="591"/>
                  <a:pt x="991" y="591"/>
                </a:cubicBezTo>
                <a:cubicBezTo>
                  <a:pt x="991" y="591"/>
                  <a:pt x="991" y="591"/>
                  <a:pt x="992" y="590"/>
                </a:cubicBezTo>
                <a:cubicBezTo>
                  <a:pt x="992" y="590"/>
                  <a:pt x="992" y="590"/>
                  <a:pt x="992" y="590"/>
                </a:cubicBezTo>
                <a:cubicBezTo>
                  <a:pt x="992" y="590"/>
                  <a:pt x="992" y="590"/>
                  <a:pt x="991" y="590"/>
                </a:cubicBezTo>
                <a:cubicBezTo>
                  <a:pt x="991" y="589"/>
                  <a:pt x="991" y="589"/>
                  <a:pt x="992" y="589"/>
                </a:cubicBezTo>
                <a:cubicBezTo>
                  <a:pt x="992" y="589"/>
                  <a:pt x="992" y="589"/>
                  <a:pt x="992" y="589"/>
                </a:cubicBezTo>
                <a:cubicBezTo>
                  <a:pt x="992" y="589"/>
                  <a:pt x="992" y="589"/>
                  <a:pt x="992" y="588"/>
                </a:cubicBezTo>
                <a:cubicBezTo>
                  <a:pt x="993" y="588"/>
                  <a:pt x="993" y="588"/>
                  <a:pt x="992" y="588"/>
                </a:cubicBezTo>
                <a:cubicBezTo>
                  <a:pt x="992" y="588"/>
                  <a:pt x="992" y="588"/>
                  <a:pt x="992" y="588"/>
                </a:cubicBezTo>
                <a:cubicBezTo>
                  <a:pt x="990" y="587"/>
                  <a:pt x="989" y="587"/>
                  <a:pt x="988" y="585"/>
                </a:cubicBezTo>
                <a:cubicBezTo>
                  <a:pt x="989" y="585"/>
                  <a:pt x="990" y="586"/>
                  <a:pt x="992" y="586"/>
                </a:cubicBezTo>
                <a:cubicBezTo>
                  <a:pt x="991" y="586"/>
                  <a:pt x="992" y="585"/>
                  <a:pt x="992" y="585"/>
                </a:cubicBezTo>
                <a:cubicBezTo>
                  <a:pt x="992" y="585"/>
                  <a:pt x="993" y="585"/>
                  <a:pt x="993" y="585"/>
                </a:cubicBezTo>
                <a:cubicBezTo>
                  <a:pt x="993" y="585"/>
                  <a:pt x="992" y="586"/>
                  <a:pt x="992" y="586"/>
                </a:cubicBezTo>
                <a:cubicBezTo>
                  <a:pt x="992" y="586"/>
                  <a:pt x="993" y="587"/>
                  <a:pt x="993" y="587"/>
                </a:cubicBezTo>
                <a:cubicBezTo>
                  <a:pt x="994" y="587"/>
                  <a:pt x="994" y="587"/>
                  <a:pt x="994" y="587"/>
                </a:cubicBezTo>
                <a:cubicBezTo>
                  <a:pt x="994" y="587"/>
                  <a:pt x="994" y="587"/>
                  <a:pt x="994" y="587"/>
                </a:cubicBezTo>
                <a:cubicBezTo>
                  <a:pt x="994" y="588"/>
                  <a:pt x="995" y="588"/>
                  <a:pt x="995" y="588"/>
                </a:cubicBezTo>
                <a:cubicBezTo>
                  <a:pt x="995" y="587"/>
                  <a:pt x="995" y="587"/>
                  <a:pt x="996" y="587"/>
                </a:cubicBezTo>
                <a:cubicBezTo>
                  <a:pt x="996" y="587"/>
                  <a:pt x="996" y="587"/>
                  <a:pt x="996" y="587"/>
                </a:cubicBezTo>
                <a:cubicBezTo>
                  <a:pt x="996" y="587"/>
                  <a:pt x="996" y="587"/>
                  <a:pt x="996" y="587"/>
                </a:cubicBezTo>
                <a:cubicBezTo>
                  <a:pt x="997" y="586"/>
                  <a:pt x="998" y="585"/>
                  <a:pt x="999" y="585"/>
                </a:cubicBezTo>
                <a:cubicBezTo>
                  <a:pt x="999" y="585"/>
                  <a:pt x="999" y="585"/>
                  <a:pt x="999" y="584"/>
                </a:cubicBezTo>
                <a:cubicBezTo>
                  <a:pt x="999" y="584"/>
                  <a:pt x="999" y="584"/>
                  <a:pt x="999" y="584"/>
                </a:cubicBezTo>
                <a:cubicBezTo>
                  <a:pt x="999" y="583"/>
                  <a:pt x="999" y="582"/>
                  <a:pt x="999" y="581"/>
                </a:cubicBezTo>
                <a:cubicBezTo>
                  <a:pt x="999" y="581"/>
                  <a:pt x="998" y="581"/>
                  <a:pt x="997" y="582"/>
                </a:cubicBezTo>
                <a:cubicBezTo>
                  <a:pt x="997" y="582"/>
                  <a:pt x="997" y="583"/>
                  <a:pt x="997" y="583"/>
                </a:cubicBezTo>
                <a:cubicBezTo>
                  <a:pt x="997" y="584"/>
                  <a:pt x="997" y="584"/>
                  <a:pt x="996" y="584"/>
                </a:cubicBezTo>
                <a:cubicBezTo>
                  <a:pt x="996" y="584"/>
                  <a:pt x="996" y="584"/>
                  <a:pt x="996" y="584"/>
                </a:cubicBezTo>
                <a:cubicBezTo>
                  <a:pt x="995" y="584"/>
                  <a:pt x="995" y="584"/>
                  <a:pt x="995" y="584"/>
                </a:cubicBezTo>
                <a:cubicBezTo>
                  <a:pt x="995" y="584"/>
                  <a:pt x="995" y="584"/>
                  <a:pt x="995" y="583"/>
                </a:cubicBezTo>
                <a:cubicBezTo>
                  <a:pt x="995" y="583"/>
                  <a:pt x="996" y="583"/>
                  <a:pt x="996" y="584"/>
                </a:cubicBezTo>
                <a:cubicBezTo>
                  <a:pt x="996" y="584"/>
                  <a:pt x="996" y="584"/>
                  <a:pt x="996" y="584"/>
                </a:cubicBezTo>
                <a:cubicBezTo>
                  <a:pt x="996" y="584"/>
                  <a:pt x="997" y="584"/>
                  <a:pt x="997" y="583"/>
                </a:cubicBezTo>
                <a:cubicBezTo>
                  <a:pt x="997" y="583"/>
                  <a:pt x="997" y="583"/>
                  <a:pt x="997" y="583"/>
                </a:cubicBezTo>
                <a:cubicBezTo>
                  <a:pt x="996" y="582"/>
                  <a:pt x="997" y="581"/>
                  <a:pt x="997" y="581"/>
                </a:cubicBezTo>
                <a:cubicBezTo>
                  <a:pt x="997" y="581"/>
                  <a:pt x="997" y="581"/>
                  <a:pt x="997" y="581"/>
                </a:cubicBezTo>
                <a:cubicBezTo>
                  <a:pt x="997" y="581"/>
                  <a:pt x="997" y="581"/>
                  <a:pt x="997" y="581"/>
                </a:cubicBezTo>
                <a:cubicBezTo>
                  <a:pt x="996" y="580"/>
                  <a:pt x="996" y="580"/>
                  <a:pt x="995" y="581"/>
                </a:cubicBezTo>
                <a:cubicBezTo>
                  <a:pt x="995" y="581"/>
                  <a:pt x="995" y="581"/>
                  <a:pt x="995" y="581"/>
                </a:cubicBezTo>
                <a:cubicBezTo>
                  <a:pt x="994" y="581"/>
                  <a:pt x="994" y="581"/>
                  <a:pt x="994" y="581"/>
                </a:cubicBezTo>
                <a:cubicBezTo>
                  <a:pt x="993" y="580"/>
                  <a:pt x="993" y="581"/>
                  <a:pt x="992" y="581"/>
                </a:cubicBezTo>
                <a:cubicBezTo>
                  <a:pt x="992" y="581"/>
                  <a:pt x="991" y="580"/>
                  <a:pt x="991" y="580"/>
                </a:cubicBezTo>
                <a:cubicBezTo>
                  <a:pt x="991" y="580"/>
                  <a:pt x="991" y="580"/>
                  <a:pt x="991" y="580"/>
                </a:cubicBezTo>
                <a:cubicBezTo>
                  <a:pt x="991" y="580"/>
                  <a:pt x="991" y="580"/>
                  <a:pt x="992" y="580"/>
                </a:cubicBezTo>
                <a:cubicBezTo>
                  <a:pt x="992" y="580"/>
                  <a:pt x="993" y="580"/>
                  <a:pt x="993" y="580"/>
                </a:cubicBezTo>
                <a:cubicBezTo>
                  <a:pt x="993" y="579"/>
                  <a:pt x="993" y="579"/>
                  <a:pt x="993" y="578"/>
                </a:cubicBezTo>
                <a:cubicBezTo>
                  <a:pt x="993" y="578"/>
                  <a:pt x="993" y="578"/>
                  <a:pt x="994" y="578"/>
                </a:cubicBezTo>
                <a:cubicBezTo>
                  <a:pt x="994" y="578"/>
                  <a:pt x="994" y="579"/>
                  <a:pt x="994" y="579"/>
                </a:cubicBezTo>
                <a:cubicBezTo>
                  <a:pt x="994" y="579"/>
                  <a:pt x="994" y="579"/>
                  <a:pt x="995" y="579"/>
                </a:cubicBezTo>
                <a:cubicBezTo>
                  <a:pt x="995" y="579"/>
                  <a:pt x="995" y="579"/>
                  <a:pt x="996" y="579"/>
                </a:cubicBezTo>
                <a:cubicBezTo>
                  <a:pt x="996" y="579"/>
                  <a:pt x="996" y="579"/>
                  <a:pt x="996" y="579"/>
                </a:cubicBezTo>
                <a:cubicBezTo>
                  <a:pt x="996" y="578"/>
                  <a:pt x="996" y="578"/>
                  <a:pt x="996" y="578"/>
                </a:cubicBezTo>
                <a:cubicBezTo>
                  <a:pt x="996" y="578"/>
                  <a:pt x="997" y="578"/>
                  <a:pt x="997" y="578"/>
                </a:cubicBezTo>
                <a:cubicBezTo>
                  <a:pt x="997" y="578"/>
                  <a:pt x="998" y="578"/>
                  <a:pt x="998" y="578"/>
                </a:cubicBezTo>
                <a:cubicBezTo>
                  <a:pt x="998" y="578"/>
                  <a:pt x="998" y="578"/>
                  <a:pt x="998" y="578"/>
                </a:cubicBezTo>
                <a:cubicBezTo>
                  <a:pt x="998" y="578"/>
                  <a:pt x="998" y="577"/>
                  <a:pt x="998" y="577"/>
                </a:cubicBezTo>
                <a:cubicBezTo>
                  <a:pt x="999" y="577"/>
                  <a:pt x="999" y="577"/>
                  <a:pt x="998" y="577"/>
                </a:cubicBezTo>
                <a:cubicBezTo>
                  <a:pt x="998" y="577"/>
                  <a:pt x="998" y="577"/>
                  <a:pt x="998" y="577"/>
                </a:cubicBezTo>
                <a:cubicBezTo>
                  <a:pt x="998" y="577"/>
                  <a:pt x="998" y="577"/>
                  <a:pt x="998" y="577"/>
                </a:cubicBezTo>
                <a:cubicBezTo>
                  <a:pt x="998" y="576"/>
                  <a:pt x="998" y="576"/>
                  <a:pt x="997" y="576"/>
                </a:cubicBezTo>
                <a:cubicBezTo>
                  <a:pt x="997" y="576"/>
                  <a:pt x="997" y="575"/>
                  <a:pt x="997" y="575"/>
                </a:cubicBezTo>
                <a:cubicBezTo>
                  <a:pt x="997" y="575"/>
                  <a:pt x="997" y="575"/>
                  <a:pt x="997" y="575"/>
                </a:cubicBezTo>
                <a:cubicBezTo>
                  <a:pt x="998" y="575"/>
                  <a:pt x="998" y="575"/>
                  <a:pt x="998" y="575"/>
                </a:cubicBezTo>
                <a:cubicBezTo>
                  <a:pt x="998" y="576"/>
                  <a:pt x="998" y="575"/>
                  <a:pt x="998" y="575"/>
                </a:cubicBezTo>
                <a:cubicBezTo>
                  <a:pt x="998" y="575"/>
                  <a:pt x="998" y="575"/>
                  <a:pt x="998" y="575"/>
                </a:cubicBezTo>
                <a:cubicBezTo>
                  <a:pt x="998" y="574"/>
                  <a:pt x="999" y="574"/>
                  <a:pt x="998" y="573"/>
                </a:cubicBezTo>
                <a:cubicBezTo>
                  <a:pt x="998" y="573"/>
                  <a:pt x="998" y="574"/>
                  <a:pt x="997" y="574"/>
                </a:cubicBezTo>
                <a:cubicBezTo>
                  <a:pt x="997" y="574"/>
                  <a:pt x="997" y="574"/>
                  <a:pt x="997" y="574"/>
                </a:cubicBezTo>
                <a:cubicBezTo>
                  <a:pt x="997" y="573"/>
                  <a:pt x="997" y="573"/>
                  <a:pt x="997" y="573"/>
                </a:cubicBezTo>
                <a:cubicBezTo>
                  <a:pt x="997" y="572"/>
                  <a:pt x="998" y="572"/>
                  <a:pt x="997" y="571"/>
                </a:cubicBezTo>
                <a:cubicBezTo>
                  <a:pt x="997" y="570"/>
                  <a:pt x="997" y="570"/>
                  <a:pt x="996" y="570"/>
                </a:cubicBezTo>
                <a:cubicBezTo>
                  <a:pt x="996" y="570"/>
                  <a:pt x="995" y="570"/>
                  <a:pt x="995" y="570"/>
                </a:cubicBezTo>
                <a:cubicBezTo>
                  <a:pt x="995" y="570"/>
                  <a:pt x="994" y="570"/>
                  <a:pt x="994" y="569"/>
                </a:cubicBezTo>
                <a:cubicBezTo>
                  <a:pt x="994" y="569"/>
                  <a:pt x="994" y="569"/>
                  <a:pt x="994" y="568"/>
                </a:cubicBezTo>
                <a:cubicBezTo>
                  <a:pt x="994" y="568"/>
                  <a:pt x="994" y="568"/>
                  <a:pt x="994" y="567"/>
                </a:cubicBezTo>
                <a:cubicBezTo>
                  <a:pt x="993" y="567"/>
                  <a:pt x="993" y="567"/>
                  <a:pt x="993" y="567"/>
                </a:cubicBezTo>
                <a:cubicBezTo>
                  <a:pt x="993" y="567"/>
                  <a:pt x="993" y="567"/>
                  <a:pt x="993" y="567"/>
                </a:cubicBezTo>
                <a:cubicBezTo>
                  <a:pt x="993" y="566"/>
                  <a:pt x="993" y="566"/>
                  <a:pt x="993" y="565"/>
                </a:cubicBezTo>
                <a:cubicBezTo>
                  <a:pt x="993" y="565"/>
                  <a:pt x="993" y="565"/>
                  <a:pt x="993" y="565"/>
                </a:cubicBezTo>
                <a:cubicBezTo>
                  <a:pt x="994" y="565"/>
                  <a:pt x="994" y="565"/>
                  <a:pt x="994" y="566"/>
                </a:cubicBezTo>
                <a:cubicBezTo>
                  <a:pt x="995" y="565"/>
                  <a:pt x="995" y="565"/>
                  <a:pt x="995" y="564"/>
                </a:cubicBezTo>
                <a:cubicBezTo>
                  <a:pt x="995" y="564"/>
                  <a:pt x="995" y="564"/>
                  <a:pt x="994" y="564"/>
                </a:cubicBezTo>
                <a:cubicBezTo>
                  <a:pt x="994" y="563"/>
                  <a:pt x="994" y="563"/>
                  <a:pt x="994" y="563"/>
                </a:cubicBezTo>
                <a:cubicBezTo>
                  <a:pt x="994" y="563"/>
                  <a:pt x="994" y="563"/>
                  <a:pt x="994" y="563"/>
                </a:cubicBezTo>
                <a:cubicBezTo>
                  <a:pt x="993" y="562"/>
                  <a:pt x="993" y="562"/>
                  <a:pt x="993" y="562"/>
                </a:cubicBezTo>
                <a:cubicBezTo>
                  <a:pt x="992" y="562"/>
                  <a:pt x="992" y="562"/>
                  <a:pt x="992" y="561"/>
                </a:cubicBezTo>
                <a:cubicBezTo>
                  <a:pt x="991" y="561"/>
                  <a:pt x="990" y="560"/>
                  <a:pt x="989" y="559"/>
                </a:cubicBezTo>
                <a:cubicBezTo>
                  <a:pt x="989" y="559"/>
                  <a:pt x="989" y="558"/>
                  <a:pt x="989" y="558"/>
                </a:cubicBezTo>
                <a:cubicBezTo>
                  <a:pt x="989" y="558"/>
                  <a:pt x="989" y="558"/>
                  <a:pt x="989" y="558"/>
                </a:cubicBezTo>
                <a:cubicBezTo>
                  <a:pt x="990" y="558"/>
                  <a:pt x="990" y="558"/>
                  <a:pt x="990" y="559"/>
                </a:cubicBezTo>
                <a:cubicBezTo>
                  <a:pt x="991" y="559"/>
                  <a:pt x="991" y="559"/>
                  <a:pt x="992" y="560"/>
                </a:cubicBezTo>
                <a:cubicBezTo>
                  <a:pt x="992" y="560"/>
                  <a:pt x="992" y="561"/>
                  <a:pt x="992" y="561"/>
                </a:cubicBezTo>
                <a:cubicBezTo>
                  <a:pt x="993" y="561"/>
                  <a:pt x="993" y="562"/>
                  <a:pt x="993" y="562"/>
                </a:cubicBezTo>
                <a:cubicBezTo>
                  <a:pt x="993" y="562"/>
                  <a:pt x="994" y="562"/>
                  <a:pt x="994" y="561"/>
                </a:cubicBezTo>
                <a:cubicBezTo>
                  <a:pt x="994" y="561"/>
                  <a:pt x="994" y="561"/>
                  <a:pt x="994" y="560"/>
                </a:cubicBezTo>
                <a:cubicBezTo>
                  <a:pt x="994" y="560"/>
                  <a:pt x="995" y="560"/>
                  <a:pt x="994" y="559"/>
                </a:cubicBezTo>
                <a:cubicBezTo>
                  <a:pt x="994" y="559"/>
                  <a:pt x="994" y="559"/>
                  <a:pt x="994" y="558"/>
                </a:cubicBezTo>
                <a:cubicBezTo>
                  <a:pt x="992" y="557"/>
                  <a:pt x="991" y="556"/>
                  <a:pt x="990" y="556"/>
                </a:cubicBezTo>
                <a:cubicBezTo>
                  <a:pt x="989" y="556"/>
                  <a:pt x="989" y="556"/>
                  <a:pt x="989" y="555"/>
                </a:cubicBezTo>
                <a:cubicBezTo>
                  <a:pt x="989" y="555"/>
                  <a:pt x="989" y="555"/>
                  <a:pt x="989" y="555"/>
                </a:cubicBezTo>
                <a:cubicBezTo>
                  <a:pt x="988" y="554"/>
                  <a:pt x="988" y="554"/>
                  <a:pt x="987" y="554"/>
                </a:cubicBezTo>
                <a:cubicBezTo>
                  <a:pt x="987" y="554"/>
                  <a:pt x="986" y="554"/>
                  <a:pt x="986" y="553"/>
                </a:cubicBezTo>
                <a:cubicBezTo>
                  <a:pt x="986" y="553"/>
                  <a:pt x="986" y="553"/>
                  <a:pt x="986" y="553"/>
                </a:cubicBezTo>
                <a:cubicBezTo>
                  <a:pt x="986" y="553"/>
                  <a:pt x="985" y="552"/>
                  <a:pt x="985" y="552"/>
                </a:cubicBezTo>
                <a:cubicBezTo>
                  <a:pt x="985" y="551"/>
                  <a:pt x="986" y="551"/>
                  <a:pt x="987" y="550"/>
                </a:cubicBezTo>
                <a:cubicBezTo>
                  <a:pt x="987" y="550"/>
                  <a:pt x="987" y="551"/>
                  <a:pt x="987" y="551"/>
                </a:cubicBezTo>
                <a:cubicBezTo>
                  <a:pt x="987" y="551"/>
                  <a:pt x="986" y="551"/>
                  <a:pt x="986" y="552"/>
                </a:cubicBezTo>
                <a:cubicBezTo>
                  <a:pt x="986" y="552"/>
                  <a:pt x="986" y="553"/>
                  <a:pt x="987" y="553"/>
                </a:cubicBezTo>
                <a:cubicBezTo>
                  <a:pt x="987" y="553"/>
                  <a:pt x="988" y="553"/>
                  <a:pt x="988" y="553"/>
                </a:cubicBezTo>
                <a:cubicBezTo>
                  <a:pt x="988" y="553"/>
                  <a:pt x="988" y="554"/>
                  <a:pt x="989" y="554"/>
                </a:cubicBezTo>
                <a:cubicBezTo>
                  <a:pt x="989" y="554"/>
                  <a:pt x="989" y="554"/>
                  <a:pt x="989" y="554"/>
                </a:cubicBezTo>
                <a:cubicBezTo>
                  <a:pt x="990" y="554"/>
                  <a:pt x="990" y="554"/>
                  <a:pt x="990" y="554"/>
                </a:cubicBezTo>
                <a:cubicBezTo>
                  <a:pt x="990" y="555"/>
                  <a:pt x="991" y="555"/>
                  <a:pt x="991" y="555"/>
                </a:cubicBezTo>
                <a:cubicBezTo>
                  <a:pt x="992" y="555"/>
                  <a:pt x="992" y="556"/>
                  <a:pt x="992" y="556"/>
                </a:cubicBezTo>
                <a:cubicBezTo>
                  <a:pt x="993" y="556"/>
                  <a:pt x="993" y="556"/>
                  <a:pt x="993" y="556"/>
                </a:cubicBezTo>
                <a:cubicBezTo>
                  <a:pt x="993" y="556"/>
                  <a:pt x="993" y="556"/>
                  <a:pt x="994" y="557"/>
                </a:cubicBezTo>
                <a:cubicBezTo>
                  <a:pt x="994" y="557"/>
                  <a:pt x="994" y="557"/>
                  <a:pt x="994" y="557"/>
                </a:cubicBezTo>
                <a:cubicBezTo>
                  <a:pt x="994" y="556"/>
                  <a:pt x="994" y="555"/>
                  <a:pt x="993" y="555"/>
                </a:cubicBezTo>
                <a:cubicBezTo>
                  <a:pt x="993" y="554"/>
                  <a:pt x="992" y="553"/>
                  <a:pt x="992" y="553"/>
                </a:cubicBezTo>
                <a:cubicBezTo>
                  <a:pt x="991" y="553"/>
                  <a:pt x="991" y="552"/>
                  <a:pt x="991" y="552"/>
                </a:cubicBezTo>
                <a:cubicBezTo>
                  <a:pt x="991" y="552"/>
                  <a:pt x="991" y="551"/>
                  <a:pt x="991" y="551"/>
                </a:cubicBezTo>
                <a:cubicBezTo>
                  <a:pt x="992" y="552"/>
                  <a:pt x="992" y="553"/>
                  <a:pt x="993" y="553"/>
                </a:cubicBezTo>
                <a:cubicBezTo>
                  <a:pt x="993" y="553"/>
                  <a:pt x="993" y="552"/>
                  <a:pt x="992" y="552"/>
                </a:cubicBezTo>
                <a:cubicBezTo>
                  <a:pt x="992" y="551"/>
                  <a:pt x="992" y="550"/>
                  <a:pt x="992" y="549"/>
                </a:cubicBezTo>
                <a:cubicBezTo>
                  <a:pt x="992" y="548"/>
                  <a:pt x="993" y="547"/>
                  <a:pt x="993" y="546"/>
                </a:cubicBezTo>
                <a:cubicBezTo>
                  <a:pt x="993" y="546"/>
                  <a:pt x="993" y="546"/>
                  <a:pt x="993" y="545"/>
                </a:cubicBezTo>
                <a:cubicBezTo>
                  <a:pt x="993" y="545"/>
                  <a:pt x="993" y="545"/>
                  <a:pt x="993" y="544"/>
                </a:cubicBezTo>
                <a:cubicBezTo>
                  <a:pt x="993" y="544"/>
                  <a:pt x="993" y="544"/>
                  <a:pt x="993" y="544"/>
                </a:cubicBezTo>
                <a:cubicBezTo>
                  <a:pt x="993" y="543"/>
                  <a:pt x="994" y="543"/>
                  <a:pt x="994" y="542"/>
                </a:cubicBezTo>
                <a:cubicBezTo>
                  <a:pt x="995" y="542"/>
                  <a:pt x="996" y="542"/>
                  <a:pt x="996" y="541"/>
                </a:cubicBezTo>
                <a:cubicBezTo>
                  <a:pt x="996" y="541"/>
                  <a:pt x="996" y="540"/>
                  <a:pt x="996" y="540"/>
                </a:cubicBezTo>
                <a:cubicBezTo>
                  <a:pt x="996" y="540"/>
                  <a:pt x="997" y="540"/>
                  <a:pt x="997" y="540"/>
                </a:cubicBezTo>
                <a:cubicBezTo>
                  <a:pt x="998" y="541"/>
                  <a:pt x="998" y="541"/>
                  <a:pt x="997" y="542"/>
                </a:cubicBezTo>
                <a:cubicBezTo>
                  <a:pt x="998" y="542"/>
                  <a:pt x="998" y="542"/>
                  <a:pt x="999" y="542"/>
                </a:cubicBezTo>
                <a:cubicBezTo>
                  <a:pt x="998" y="542"/>
                  <a:pt x="997" y="542"/>
                  <a:pt x="997" y="542"/>
                </a:cubicBezTo>
                <a:cubicBezTo>
                  <a:pt x="996" y="542"/>
                  <a:pt x="996" y="542"/>
                  <a:pt x="996" y="543"/>
                </a:cubicBezTo>
                <a:cubicBezTo>
                  <a:pt x="996" y="543"/>
                  <a:pt x="996" y="543"/>
                  <a:pt x="996" y="543"/>
                </a:cubicBezTo>
                <a:cubicBezTo>
                  <a:pt x="995" y="544"/>
                  <a:pt x="995" y="544"/>
                  <a:pt x="995" y="545"/>
                </a:cubicBezTo>
                <a:cubicBezTo>
                  <a:pt x="995" y="545"/>
                  <a:pt x="995" y="546"/>
                  <a:pt x="996" y="546"/>
                </a:cubicBezTo>
                <a:cubicBezTo>
                  <a:pt x="995" y="546"/>
                  <a:pt x="994" y="546"/>
                  <a:pt x="994" y="547"/>
                </a:cubicBezTo>
                <a:cubicBezTo>
                  <a:pt x="994" y="547"/>
                  <a:pt x="995" y="547"/>
                  <a:pt x="995" y="547"/>
                </a:cubicBezTo>
                <a:cubicBezTo>
                  <a:pt x="995" y="547"/>
                  <a:pt x="995" y="547"/>
                  <a:pt x="995" y="547"/>
                </a:cubicBezTo>
                <a:cubicBezTo>
                  <a:pt x="995" y="547"/>
                  <a:pt x="996" y="547"/>
                  <a:pt x="996" y="548"/>
                </a:cubicBezTo>
                <a:cubicBezTo>
                  <a:pt x="996" y="548"/>
                  <a:pt x="995" y="548"/>
                  <a:pt x="995" y="548"/>
                </a:cubicBezTo>
                <a:cubicBezTo>
                  <a:pt x="994" y="548"/>
                  <a:pt x="994" y="549"/>
                  <a:pt x="994" y="549"/>
                </a:cubicBezTo>
                <a:cubicBezTo>
                  <a:pt x="994" y="550"/>
                  <a:pt x="995" y="550"/>
                  <a:pt x="995" y="550"/>
                </a:cubicBezTo>
                <a:cubicBezTo>
                  <a:pt x="995" y="549"/>
                  <a:pt x="996" y="549"/>
                  <a:pt x="996" y="549"/>
                </a:cubicBezTo>
                <a:cubicBezTo>
                  <a:pt x="996" y="550"/>
                  <a:pt x="996" y="550"/>
                  <a:pt x="996" y="550"/>
                </a:cubicBezTo>
                <a:cubicBezTo>
                  <a:pt x="996" y="550"/>
                  <a:pt x="996" y="550"/>
                  <a:pt x="996" y="551"/>
                </a:cubicBezTo>
                <a:cubicBezTo>
                  <a:pt x="996" y="551"/>
                  <a:pt x="995" y="551"/>
                  <a:pt x="995" y="551"/>
                </a:cubicBezTo>
                <a:cubicBezTo>
                  <a:pt x="995" y="551"/>
                  <a:pt x="995" y="551"/>
                  <a:pt x="995" y="551"/>
                </a:cubicBezTo>
                <a:cubicBezTo>
                  <a:pt x="995" y="552"/>
                  <a:pt x="995" y="552"/>
                  <a:pt x="995" y="552"/>
                </a:cubicBezTo>
                <a:cubicBezTo>
                  <a:pt x="995" y="552"/>
                  <a:pt x="994" y="552"/>
                  <a:pt x="994" y="553"/>
                </a:cubicBezTo>
                <a:cubicBezTo>
                  <a:pt x="994" y="553"/>
                  <a:pt x="995" y="553"/>
                  <a:pt x="995" y="553"/>
                </a:cubicBezTo>
                <a:cubicBezTo>
                  <a:pt x="996" y="554"/>
                  <a:pt x="996" y="554"/>
                  <a:pt x="996" y="555"/>
                </a:cubicBezTo>
                <a:cubicBezTo>
                  <a:pt x="996" y="554"/>
                  <a:pt x="997" y="554"/>
                  <a:pt x="997" y="554"/>
                </a:cubicBezTo>
                <a:cubicBezTo>
                  <a:pt x="997" y="554"/>
                  <a:pt x="997" y="554"/>
                  <a:pt x="997" y="555"/>
                </a:cubicBezTo>
                <a:cubicBezTo>
                  <a:pt x="998" y="555"/>
                  <a:pt x="998" y="555"/>
                  <a:pt x="998" y="554"/>
                </a:cubicBezTo>
                <a:cubicBezTo>
                  <a:pt x="998" y="555"/>
                  <a:pt x="998" y="555"/>
                  <a:pt x="998" y="555"/>
                </a:cubicBezTo>
                <a:cubicBezTo>
                  <a:pt x="998" y="555"/>
                  <a:pt x="998" y="556"/>
                  <a:pt x="998" y="556"/>
                </a:cubicBezTo>
                <a:cubicBezTo>
                  <a:pt x="998" y="556"/>
                  <a:pt x="998" y="556"/>
                  <a:pt x="999" y="556"/>
                </a:cubicBezTo>
                <a:cubicBezTo>
                  <a:pt x="999" y="556"/>
                  <a:pt x="999" y="557"/>
                  <a:pt x="999" y="557"/>
                </a:cubicBezTo>
                <a:cubicBezTo>
                  <a:pt x="998" y="557"/>
                  <a:pt x="998" y="558"/>
                  <a:pt x="999" y="558"/>
                </a:cubicBezTo>
                <a:cubicBezTo>
                  <a:pt x="999" y="558"/>
                  <a:pt x="999" y="558"/>
                  <a:pt x="999" y="558"/>
                </a:cubicBezTo>
                <a:cubicBezTo>
                  <a:pt x="1000" y="558"/>
                  <a:pt x="1000" y="559"/>
                  <a:pt x="1000" y="559"/>
                </a:cubicBezTo>
                <a:cubicBezTo>
                  <a:pt x="1000" y="560"/>
                  <a:pt x="999" y="560"/>
                  <a:pt x="999" y="560"/>
                </a:cubicBezTo>
                <a:cubicBezTo>
                  <a:pt x="998" y="561"/>
                  <a:pt x="998" y="562"/>
                  <a:pt x="998" y="563"/>
                </a:cubicBezTo>
                <a:cubicBezTo>
                  <a:pt x="998" y="564"/>
                  <a:pt x="998" y="565"/>
                  <a:pt x="997" y="566"/>
                </a:cubicBezTo>
                <a:cubicBezTo>
                  <a:pt x="997" y="566"/>
                  <a:pt x="997" y="566"/>
                  <a:pt x="997" y="567"/>
                </a:cubicBezTo>
                <a:cubicBezTo>
                  <a:pt x="997" y="567"/>
                  <a:pt x="998" y="567"/>
                  <a:pt x="998" y="567"/>
                </a:cubicBezTo>
                <a:cubicBezTo>
                  <a:pt x="998" y="567"/>
                  <a:pt x="998" y="566"/>
                  <a:pt x="998" y="566"/>
                </a:cubicBezTo>
                <a:cubicBezTo>
                  <a:pt x="998" y="565"/>
                  <a:pt x="998" y="565"/>
                  <a:pt x="999" y="564"/>
                </a:cubicBezTo>
                <a:cubicBezTo>
                  <a:pt x="999" y="564"/>
                  <a:pt x="999" y="564"/>
                  <a:pt x="999" y="564"/>
                </a:cubicBezTo>
                <a:cubicBezTo>
                  <a:pt x="999" y="563"/>
                  <a:pt x="1000" y="563"/>
                  <a:pt x="1001" y="563"/>
                </a:cubicBezTo>
                <a:cubicBezTo>
                  <a:pt x="1001" y="563"/>
                  <a:pt x="1000" y="563"/>
                  <a:pt x="1000" y="562"/>
                </a:cubicBezTo>
                <a:cubicBezTo>
                  <a:pt x="1000" y="562"/>
                  <a:pt x="1000" y="562"/>
                  <a:pt x="1000" y="562"/>
                </a:cubicBezTo>
                <a:cubicBezTo>
                  <a:pt x="1001" y="561"/>
                  <a:pt x="1001" y="560"/>
                  <a:pt x="1002" y="559"/>
                </a:cubicBezTo>
                <a:cubicBezTo>
                  <a:pt x="1002" y="559"/>
                  <a:pt x="1003" y="559"/>
                  <a:pt x="1003" y="559"/>
                </a:cubicBezTo>
                <a:cubicBezTo>
                  <a:pt x="1003" y="559"/>
                  <a:pt x="1003" y="559"/>
                  <a:pt x="1003" y="558"/>
                </a:cubicBezTo>
                <a:cubicBezTo>
                  <a:pt x="1003" y="558"/>
                  <a:pt x="1002" y="558"/>
                  <a:pt x="1002" y="559"/>
                </a:cubicBezTo>
                <a:cubicBezTo>
                  <a:pt x="1002" y="558"/>
                  <a:pt x="1002" y="558"/>
                  <a:pt x="1002" y="558"/>
                </a:cubicBezTo>
                <a:cubicBezTo>
                  <a:pt x="1003" y="557"/>
                  <a:pt x="1004" y="556"/>
                  <a:pt x="1004" y="555"/>
                </a:cubicBezTo>
                <a:cubicBezTo>
                  <a:pt x="1005" y="554"/>
                  <a:pt x="1005" y="554"/>
                  <a:pt x="1005" y="553"/>
                </a:cubicBezTo>
                <a:cubicBezTo>
                  <a:pt x="1005" y="553"/>
                  <a:pt x="1005" y="552"/>
                  <a:pt x="1005" y="552"/>
                </a:cubicBezTo>
                <a:cubicBezTo>
                  <a:pt x="1005" y="552"/>
                  <a:pt x="1005" y="551"/>
                  <a:pt x="1005" y="551"/>
                </a:cubicBezTo>
                <a:cubicBezTo>
                  <a:pt x="1005" y="551"/>
                  <a:pt x="1005" y="551"/>
                  <a:pt x="1005" y="551"/>
                </a:cubicBezTo>
                <a:cubicBezTo>
                  <a:pt x="1005" y="550"/>
                  <a:pt x="1006" y="550"/>
                  <a:pt x="1006" y="549"/>
                </a:cubicBezTo>
                <a:cubicBezTo>
                  <a:pt x="1006" y="549"/>
                  <a:pt x="1006" y="549"/>
                  <a:pt x="1006" y="549"/>
                </a:cubicBezTo>
                <a:cubicBezTo>
                  <a:pt x="1006" y="549"/>
                  <a:pt x="1006" y="549"/>
                  <a:pt x="1006" y="549"/>
                </a:cubicBezTo>
                <a:cubicBezTo>
                  <a:pt x="1005" y="549"/>
                  <a:pt x="1005" y="549"/>
                  <a:pt x="1004" y="549"/>
                </a:cubicBezTo>
                <a:cubicBezTo>
                  <a:pt x="1004" y="548"/>
                  <a:pt x="1004" y="548"/>
                  <a:pt x="1004" y="548"/>
                </a:cubicBezTo>
                <a:cubicBezTo>
                  <a:pt x="1004" y="547"/>
                  <a:pt x="1004" y="547"/>
                  <a:pt x="1003" y="547"/>
                </a:cubicBezTo>
                <a:cubicBezTo>
                  <a:pt x="1003" y="547"/>
                  <a:pt x="1003" y="546"/>
                  <a:pt x="1003" y="546"/>
                </a:cubicBezTo>
                <a:cubicBezTo>
                  <a:pt x="1002" y="546"/>
                  <a:pt x="1003" y="545"/>
                  <a:pt x="1003" y="544"/>
                </a:cubicBezTo>
                <a:cubicBezTo>
                  <a:pt x="1002" y="543"/>
                  <a:pt x="1002" y="543"/>
                  <a:pt x="1001" y="542"/>
                </a:cubicBezTo>
                <a:cubicBezTo>
                  <a:pt x="1001" y="541"/>
                  <a:pt x="1001" y="541"/>
                  <a:pt x="1001" y="540"/>
                </a:cubicBezTo>
                <a:cubicBezTo>
                  <a:pt x="1001" y="539"/>
                  <a:pt x="1001" y="538"/>
                  <a:pt x="1001" y="537"/>
                </a:cubicBezTo>
                <a:cubicBezTo>
                  <a:pt x="1002" y="537"/>
                  <a:pt x="1002" y="538"/>
                  <a:pt x="1002" y="538"/>
                </a:cubicBezTo>
                <a:cubicBezTo>
                  <a:pt x="1002" y="539"/>
                  <a:pt x="1001" y="540"/>
                  <a:pt x="1002" y="540"/>
                </a:cubicBezTo>
                <a:cubicBezTo>
                  <a:pt x="1002" y="541"/>
                  <a:pt x="1002" y="541"/>
                  <a:pt x="1002" y="542"/>
                </a:cubicBezTo>
                <a:cubicBezTo>
                  <a:pt x="1003" y="543"/>
                  <a:pt x="1004" y="544"/>
                  <a:pt x="1005" y="544"/>
                </a:cubicBezTo>
                <a:cubicBezTo>
                  <a:pt x="1006" y="544"/>
                  <a:pt x="1007" y="544"/>
                  <a:pt x="1007" y="544"/>
                </a:cubicBezTo>
                <a:cubicBezTo>
                  <a:pt x="1007" y="545"/>
                  <a:pt x="1007" y="545"/>
                  <a:pt x="1007" y="546"/>
                </a:cubicBezTo>
                <a:cubicBezTo>
                  <a:pt x="1006" y="546"/>
                  <a:pt x="1006" y="546"/>
                  <a:pt x="1006" y="547"/>
                </a:cubicBezTo>
                <a:cubicBezTo>
                  <a:pt x="1006" y="547"/>
                  <a:pt x="1006" y="547"/>
                  <a:pt x="1007" y="547"/>
                </a:cubicBezTo>
                <a:cubicBezTo>
                  <a:pt x="1007" y="547"/>
                  <a:pt x="1007" y="547"/>
                  <a:pt x="1007" y="547"/>
                </a:cubicBezTo>
                <a:cubicBezTo>
                  <a:pt x="1008" y="546"/>
                  <a:pt x="1008" y="545"/>
                  <a:pt x="1009" y="545"/>
                </a:cubicBezTo>
                <a:cubicBezTo>
                  <a:pt x="1009" y="544"/>
                  <a:pt x="1010" y="543"/>
                  <a:pt x="1012" y="542"/>
                </a:cubicBezTo>
                <a:cubicBezTo>
                  <a:pt x="1012" y="541"/>
                  <a:pt x="1012" y="541"/>
                  <a:pt x="1012" y="541"/>
                </a:cubicBezTo>
                <a:cubicBezTo>
                  <a:pt x="1012" y="541"/>
                  <a:pt x="1011" y="541"/>
                  <a:pt x="1011" y="540"/>
                </a:cubicBezTo>
                <a:cubicBezTo>
                  <a:pt x="1011" y="540"/>
                  <a:pt x="1011" y="540"/>
                  <a:pt x="1011" y="539"/>
                </a:cubicBezTo>
                <a:cubicBezTo>
                  <a:pt x="1011" y="540"/>
                  <a:pt x="1012" y="540"/>
                  <a:pt x="1012" y="540"/>
                </a:cubicBezTo>
                <a:cubicBezTo>
                  <a:pt x="1012" y="540"/>
                  <a:pt x="1013" y="539"/>
                  <a:pt x="1013" y="539"/>
                </a:cubicBezTo>
                <a:cubicBezTo>
                  <a:pt x="1014" y="538"/>
                  <a:pt x="1014" y="538"/>
                  <a:pt x="1014" y="537"/>
                </a:cubicBezTo>
                <a:cubicBezTo>
                  <a:pt x="1014" y="536"/>
                  <a:pt x="1014" y="535"/>
                  <a:pt x="1015" y="534"/>
                </a:cubicBezTo>
                <a:cubicBezTo>
                  <a:pt x="1015" y="534"/>
                  <a:pt x="1015" y="533"/>
                  <a:pt x="1015" y="533"/>
                </a:cubicBezTo>
                <a:cubicBezTo>
                  <a:pt x="1015" y="533"/>
                  <a:pt x="1015" y="533"/>
                  <a:pt x="1015" y="533"/>
                </a:cubicBezTo>
                <a:cubicBezTo>
                  <a:pt x="1015" y="532"/>
                  <a:pt x="1015" y="532"/>
                  <a:pt x="1015" y="532"/>
                </a:cubicBezTo>
                <a:cubicBezTo>
                  <a:pt x="1015" y="531"/>
                  <a:pt x="1015" y="531"/>
                  <a:pt x="1015" y="530"/>
                </a:cubicBezTo>
                <a:cubicBezTo>
                  <a:pt x="1015" y="530"/>
                  <a:pt x="1015" y="530"/>
                  <a:pt x="1015" y="530"/>
                </a:cubicBezTo>
                <a:cubicBezTo>
                  <a:pt x="1015" y="530"/>
                  <a:pt x="1015" y="530"/>
                  <a:pt x="1015" y="530"/>
                </a:cubicBezTo>
                <a:cubicBezTo>
                  <a:pt x="1014" y="530"/>
                  <a:pt x="1014" y="530"/>
                  <a:pt x="1014" y="529"/>
                </a:cubicBezTo>
                <a:cubicBezTo>
                  <a:pt x="1014" y="529"/>
                  <a:pt x="1013" y="529"/>
                  <a:pt x="1013" y="529"/>
                </a:cubicBezTo>
                <a:cubicBezTo>
                  <a:pt x="1013" y="529"/>
                  <a:pt x="1013" y="529"/>
                  <a:pt x="1013" y="529"/>
                </a:cubicBezTo>
                <a:cubicBezTo>
                  <a:pt x="1013" y="529"/>
                  <a:pt x="1013" y="529"/>
                  <a:pt x="1013" y="529"/>
                </a:cubicBezTo>
                <a:cubicBezTo>
                  <a:pt x="1013" y="529"/>
                  <a:pt x="1013" y="529"/>
                  <a:pt x="1013" y="529"/>
                </a:cubicBezTo>
                <a:cubicBezTo>
                  <a:pt x="1014" y="528"/>
                  <a:pt x="1014" y="528"/>
                  <a:pt x="1014" y="528"/>
                </a:cubicBezTo>
                <a:cubicBezTo>
                  <a:pt x="1014" y="528"/>
                  <a:pt x="1014" y="528"/>
                  <a:pt x="1015" y="528"/>
                </a:cubicBezTo>
                <a:cubicBezTo>
                  <a:pt x="1015" y="528"/>
                  <a:pt x="1015" y="528"/>
                  <a:pt x="1015" y="528"/>
                </a:cubicBezTo>
                <a:cubicBezTo>
                  <a:pt x="1015" y="528"/>
                  <a:pt x="1016" y="528"/>
                  <a:pt x="1016" y="528"/>
                </a:cubicBezTo>
                <a:cubicBezTo>
                  <a:pt x="1016" y="528"/>
                  <a:pt x="1016" y="528"/>
                  <a:pt x="1016" y="528"/>
                </a:cubicBezTo>
                <a:cubicBezTo>
                  <a:pt x="1016" y="527"/>
                  <a:pt x="1016" y="527"/>
                  <a:pt x="1017" y="528"/>
                </a:cubicBezTo>
                <a:cubicBezTo>
                  <a:pt x="1017" y="528"/>
                  <a:pt x="1018" y="528"/>
                  <a:pt x="1019" y="528"/>
                </a:cubicBezTo>
                <a:cubicBezTo>
                  <a:pt x="1019" y="528"/>
                  <a:pt x="1019" y="528"/>
                  <a:pt x="1019" y="527"/>
                </a:cubicBezTo>
                <a:cubicBezTo>
                  <a:pt x="1020" y="527"/>
                  <a:pt x="1020" y="527"/>
                  <a:pt x="1020" y="527"/>
                </a:cubicBezTo>
                <a:cubicBezTo>
                  <a:pt x="1020" y="527"/>
                  <a:pt x="1020" y="527"/>
                  <a:pt x="1020" y="527"/>
                </a:cubicBezTo>
                <a:cubicBezTo>
                  <a:pt x="1021" y="527"/>
                  <a:pt x="1022" y="526"/>
                  <a:pt x="1024" y="526"/>
                </a:cubicBezTo>
                <a:cubicBezTo>
                  <a:pt x="1024" y="526"/>
                  <a:pt x="1025" y="526"/>
                  <a:pt x="1025" y="526"/>
                </a:cubicBezTo>
                <a:cubicBezTo>
                  <a:pt x="1026" y="525"/>
                  <a:pt x="1026" y="525"/>
                  <a:pt x="1026" y="525"/>
                </a:cubicBezTo>
                <a:cubicBezTo>
                  <a:pt x="1026" y="525"/>
                  <a:pt x="1027" y="525"/>
                  <a:pt x="1027" y="525"/>
                </a:cubicBezTo>
                <a:cubicBezTo>
                  <a:pt x="1027" y="525"/>
                  <a:pt x="1027" y="525"/>
                  <a:pt x="1027" y="525"/>
                </a:cubicBezTo>
                <a:cubicBezTo>
                  <a:pt x="1028" y="525"/>
                  <a:pt x="1030" y="524"/>
                  <a:pt x="1031" y="524"/>
                </a:cubicBezTo>
                <a:cubicBezTo>
                  <a:pt x="1032" y="524"/>
                  <a:pt x="1032" y="524"/>
                  <a:pt x="1032" y="523"/>
                </a:cubicBezTo>
                <a:cubicBezTo>
                  <a:pt x="1032" y="523"/>
                  <a:pt x="1032" y="523"/>
                  <a:pt x="1031" y="523"/>
                </a:cubicBezTo>
                <a:cubicBezTo>
                  <a:pt x="1031" y="523"/>
                  <a:pt x="1031" y="523"/>
                  <a:pt x="1031" y="523"/>
                </a:cubicBezTo>
                <a:cubicBezTo>
                  <a:pt x="1031" y="523"/>
                  <a:pt x="1030" y="523"/>
                  <a:pt x="1030" y="523"/>
                </a:cubicBezTo>
                <a:cubicBezTo>
                  <a:pt x="1029" y="523"/>
                  <a:pt x="1029" y="524"/>
                  <a:pt x="1029" y="524"/>
                </a:cubicBezTo>
                <a:cubicBezTo>
                  <a:pt x="1028" y="524"/>
                  <a:pt x="1028" y="524"/>
                  <a:pt x="1028" y="524"/>
                </a:cubicBezTo>
                <a:cubicBezTo>
                  <a:pt x="1028" y="523"/>
                  <a:pt x="1029" y="523"/>
                  <a:pt x="1030" y="522"/>
                </a:cubicBezTo>
                <a:cubicBezTo>
                  <a:pt x="1030" y="522"/>
                  <a:pt x="1030" y="522"/>
                  <a:pt x="1030" y="522"/>
                </a:cubicBezTo>
                <a:cubicBezTo>
                  <a:pt x="1030" y="522"/>
                  <a:pt x="1030" y="521"/>
                  <a:pt x="1029" y="522"/>
                </a:cubicBezTo>
                <a:cubicBezTo>
                  <a:pt x="1029" y="522"/>
                  <a:pt x="1029" y="522"/>
                  <a:pt x="1029" y="522"/>
                </a:cubicBezTo>
                <a:cubicBezTo>
                  <a:pt x="1028" y="523"/>
                  <a:pt x="1027" y="523"/>
                  <a:pt x="1025" y="523"/>
                </a:cubicBezTo>
                <a:cubicBezTo>
                  <a:pt x="1024" y="523"/>
                  <a:pt x="1024" y="523"/>
                  <a:pt x="1023" y="524"/>
                </a:cubicBezTo>
                <a:cubicBezTo>
                  <a:pt x="1023" y="524"/>
                  <a:pt x="1022" y="524"/>
                  <a:pt x="1022" y="524"/>
                </a:cubicBezTo>
                <a:cubicBezTo>
                  <a:pt x="1022" y="524"/>
                  <a:pt x="1021" y="524"/>
                  <a:pt x="1021" y="524"/>
                </a:cubicBezTo>
                <a:cubicBezTo>
                  <a:pt x="1021" y="524"/>
                  <a:pt x="1021" y="524"/>
                  <a:pt x="1021" y="524"/>
                </a:cubicBezTo>
                <a:cubicBezTo>
                  <a:pt x="1020" y="524"/>
                  <a:pt x="1020" y="524"/>
                  <a:pt x="1020" y="524"/>
                </a:cubicBezTo>
                <a:cubicBezTo>
                  <a:pt x="1019" y="524"/>
                  <a:pt x="1019" y="524"/>
                  <a:pt x="1019" y="524"/>
                </a:cubicBezTo>
                <a:cubicBezTo>
                  <a:pt x="1018" y="525"/>
                  <a:pt x="1018" y="525"/>
                  <a:pt x="1017" y="525"/>
                </a:cubicBezTo>
                <a:cubicBezTo>
                  <a:pt x="1017" y="525"/>
                  <a:pt x="1017" y="525"/>
                  <a:pt x="1017" y="525"/>
                </a:cubicBezTo>
                <a:cubicBezTo>
                  <a:pt x="1017" y="524"/>
                  <a:pt x="1017" y="524"/>
                  <a:pt x="1017" y="524"/>
                </a:cubicBezTo>
                <a:cubicBezTo>
                  <a:pt x="1018" y="523"/>
                  <a:pt x="1019" y="523"/>
                  <a:pt x="1020" y="522"/>
                </a:cubicBezTo>
                <a:cubicBezTo>
                  <a:pt x="1021" y="522"/>
                  <a:pt x="1022" y="521"/>
                  <a:pt x="1023" y="520"/>
                </a:cubicBezTo>
                <a:cubicBezTo>
                  <a:pt x="1024" y="520"/>
                  <a:pt x="1024" y="520"/>
                  <a:pt x="1025" y="520"/>
                </a:cubicBezTo>
                <a:cubicBezTo>
                  <a:pt x="1025" y="520"/>
                  <a:pt x="1025" y="520"/>
                  <a:pt x="1026" y="520"/>
                </a:cubicBezTo>
                <a:cubicBezTo>
                  <a:pt x="1027" y="520"/>
                  <a:pt x="1028" y="520"/>
                  <a:pt x="1030" y="520"/>
                </a:cubicBezTo>
                <a:cubicBezTo>
                  <a:pt x="1030" y="519"/>
                  <a:pt x="1031" y="519"/>
                  <a:pt x="1032" y="519"/>
                </a:cubicBezTo>
                <a:cubicBezTo>
                  <a:pt x="1032" y="519"/>
                  <a:pt x="1033" y="519"/>
                  <a:pt x="1033" y="519"/>
                </a:cubicBezTo>
                <a:cubicBezTo>
                  <a:pt x="1033" y="519"/>
                  <a:pt x="1034" y="519"/>
                  <a:pt x="1034" y="519"/>
                </a:cubicBezTo>
                <a:cubicBezTo>
                  <a:pt x="1034" y="519"/>
                  <a:pt x="1034" y="519"/>
                  <a:pt x="1034" y="519"/>
                </a:cubicBezTo>
                <a:cubicBezTo>
                  <a:pt x="1035" y="519"/>
                  <a:pt x="1036" y="519"/>
                  <a:pt x="1037" y="518"/>
                </a:cubicBezTo>
                <a:cubicBezTo>
                  <a:pt x="1037" y="518"/>
                  <a:pt x="1038" y="518"/>
                  <a:pt x="1038" y="518"/>
                </a:cubicBezTo>
                <a:cubicBezTo>
                  <a:pt x="1038" y="518"/>
                  <a:pt x="1038" y="518"/>
                  <a:pt x="1038" y="518"/>
                </a:cubicBezTo>
                <a:cubicBezTo>
                  <a:pt x="1038" y="516"/>
                  <a:pt x="1038" y="515"/>
                  <a:pt x="1039" y="514"/>
                </a:cubicBezTo>
                <a:cubicBezTo>
                  <a:pt x="1040" y="514"/>
                  <a:pt x="1040" y="515"/>
                  <a:pt x="1040" y="516"/>
                </a:cubicBezTo>
                <a:cubicBezTo>
                  <a:pt x="1040" y="517"/>
                  <a:pt x="1040" y="517"/>
                  <a:pt x="1040" y="517"/>
                </a:cubicBezTo>
                <a:cubicBezTo>
                  <a:pt x="1040" y="518"/>
                  <a:pt x="1041" y="518"/>
                  <a:pt x="1041" y="517"/>
                </a:cubicBezTo>
                <a:cubicBezTo>
                  <a:pt x="1042" y="517"/>
                  <a:pt x="1042" y="517"/>
                  <a:pt x="1042" y="517"/>
                </a:cubicBezTo>
                <a:cubicBezTo>
                  <a:pt x="1042" y="516"/>
                  <a:pt x="1043" y="516"/>
                  <a:pt x="1043" y="516"/>
                </a:cubicBezTo>
                <a:cubicBezTo>
                  <a:pt x="1044" y="515"/>
                  <a:pt x="1044" y="514"/>
                  <a:pt x="1045" y="514"/>
                </a:cubicBezTo>
                <a:cubicBezTo>
                  <a:pt x="1046" y="515"/>
                  <a:pt x="1045" y="516"/>
                  <a:pt x="1045" y="516"/>
                </a:cubicBezTo>
                <a:cubicBezTo>
                  <a:pt x="1045" y="516"/>
                  <a:pt x="1045" y="517"/>
                  <a:pt x="1045" y="517"/>
                </a:cubicBezTo>
                <a:cubicBezTo>
                  <a:pt x="1045" y="517"/>
                  <a:pt x="1045" y="517"/>
                  <a:pt x="1045" y="517"/>
                </a:cubicBezTo>
                <a:cubicBezTo>
                  <a:pt x="1046" y="517"/>
                  <a:pt x="1047" y="516"/>
                  <a:pt x="1048" y="516"/>
                </a:cubicBezTo>
                <a:cubicBezTo>
                  <a:pt x="1048" y="515"/>
                  <a:pt x="1049" y="515"/>
                  <a:pt x="1050" y="515"/>
                </a:cubicBezTo>
                <a:cubicBezTo>
                  <a:pt x="1050" y="515"/>
                  <a:pt x="1051" y="515"/>
                  <a:pt x="1051" y="515"/>
                </a:cubicBezTo>
                <a:cubicBezTo>
                  <a:pt x="1051" y="515"/>
                  <a:pt x="1051" y="515"/>
                  <a:pt x="1051" y="515"/>
                </a:cubicBezTo>
                <a:cubicBezTo>
                  <a:pt x="1051" y="514"/>
                  <a:pt x="1051" y="513"/>
                  <a:pt x="1051" y="512"/>
                </a:cubicBezTo>
                <a:cubicBezTo>
                  <a:pt x="1051" y="511"/>
                  <a:pt x="1050" y="510"/>
                  <a:pt x="1049" y="510"/>
                </a:cubicBezTo>
                <a:cubicBezTo>
                  <a:pt x="1049" y="510"/>
                  <a:pt x="1049" y="510"/>
                  <a:pt x="1049" y="510"/>
                </a:cubicBezTo>
                <a:cubicBezTo>
                  <a:pt x="1049" y="510"/>
                  <a:pt x="1049" y="510"/>
                  <a:pt x="1049" y="510"/>
                </a:cubicBezTo>
                <a:cubicBezTo>
                  <a:pt x="1049" y="510"/>
                  <a:pt x="1049" y="510"/>
                  <a:pt x="1049" y="510"/>
                </a:cubicBezTo>
                <a:cubicBezTo>
                  <a:pt x="1050" y="511"/>
                  <a:pt x="1050" y="511"/>
                  <a:pt x="1050" y="512"/>
                </a:cubicBezTo>
                <a:cubicBezTo>
                  <a:pt x="1051" y="512"/>
                  <a:pt x="1051" y="513"/>
                  <a:pt x="1051" y="513"/>
                </a:cubicBezTo>
                <a:cubicBezTo>
                  <a:pt x="1050" y="514"/>
                  <a:pt x="1049" y="514"/>
                  <a:pt x="1049" y="514"/>
                </a:cubicBezTo>
                <a:cubicBezTo>
                  <a:pt x="1048" y="514"/>
                  <a:pt x="1048" y="514"/>
                  <a:pt x="1048" y="514"/>
                </a:cubicBezTo>
                <a:cubicBezTo>
                  <a:pt x="1048" y="514"/>
                  <a:pt x="1048" y="514"/>
                  <a:pt x="1048" y="514"/>
                </a:cubicBezTo>
                <a:cubicBezTo>
                  <a:pt x="1047" y="514"/>
                  <a:pt x="1047" y="514"/>
                  <a:pt x="1047" y="514"/>
                </a:cubicBezTo>
                <a:cubicBezTo>
                  <a:pt x="1046" y="514"/>
                  <a:pt x="1046" y="513"/>
                  <a:pt x="1046" y="513"/>
                </a:cubicBezTo>
                <a:cubicBezTo>
                  <a:pt x="1046" y="512"/>
                  <a:pt x="1046" y="512"/>
                  <a:pt x="1046" y="511"/>
                </a:cubicBezTo>
                <a:cubicBezTo>
                  <a:pt x="1045" y="511"/>
                  <a:pt x="1045" y="511"/>
                  <a:pt x="1045" y="511"/>
                </a:cubicBezTo>
                <a:cubicBezTo>
                  <a:pt x="1045" y="511"/>
                  <a:pt x="1045" y="511"/>
                  <a:pt x="1045" y="511"/>
                </a:cubicBezTo>
                <a:cubicBezTo>
                  <a:pt x="1045" y="510"/>
                  <a:pt x="1045" y="510"/>
                  <a:pt x="1045" y="510"/>
                </a:cubicBezTo>
                <a:cubicBezTo>
                  <a:pt x="1045" y="510"/>
                  <a:pt x="1045" y="510"/>
                  <a:pt x="1045" y="510"/>
                </a:cubicBezTo>
                <a:cubicBezTo>
                  <a:pt x="1045" y="509"/>
                  <a:pt x="1044" y="509"/>
                  <a:pt x="1044" y="508"/>
                </a:cubicBezTo>
                <a:cubicBezTo>
                  <a:pt x="1044" y="508"/>
                  <a:pt x="1044" y="508"/>
                  <a:pt x="1043" y="508"/>
                </a:cubicBezTo>
                <a:cubicBezTo>
                  <a:pt x="1043" y="508"/>
                  <a:pt x="1043" y="508"/>
                  <a:pt x="1043" y="508"/>
                </a:cubicBezTo>
                <a:cubicBezTo>
                  <a:pt x="1042" y="508"/>
                  <a:pt x="1042" y="508"/>
                  <a:pt x="1042" y="508"/>
                </a:cubicBezTo>
                <a:cubicBezTo>
                  <a:pt x="1042" y="507"/>
                  <a:pt x="1042" y="507"/>
                  <a:pt x="1042" y="507"/>
                </a:cubicBezTo>
                <a:cubicBezTo>
                  <a:pt x="1041" y="507"/>
                  <a:pt x="1042" y="506"/>
                  <a:pt x="1042" y="506"/>
                </a:cubicBezTo>
                <a:cubicBezTo>
                  <a:pt x="1042" y="506"/>
                  <a:pt x="1043" y="505"/>
                  <a:pt x="1043" y="505"/>
                </a:cubicBezTo>
                <a:cubicBezTo>
                  <a:pt x="1043" y="505"/>
                  <a:pt x="1043" y="505"/>
                  <a:pt x="1043" y="505"/>
                </a:cubicBezTo>
                <a:cubicBezTo>
                  <a:pt x="1043" y="505"/>
                  <a:pt x="1044" y="505"/>
                  <a:pt x="1043" y="505"/>
                </a:cubicBezTo>
                <a:cubicBezTo>
                  <a:pt x="1043" y="505"/>
                  <a:pt x="1043" y="505"/>
                  <a:pt x="1043" y="505"/>
                </a:cubicBezTo>
                <a:cubicBezTo>
                  <a:pt x="1043" y="505"/>
                  <a:pt x="1043" y="504"/>
                  <a:pt x="1043" y="504"/>
                </a:cubicBezTo>
                <a:cubicBezTo>
                  <a:pt x="1044" y="504"/>
                  <a:pt x="1044" y="504"/>
                  <a:pt x="1045" y="504"/>
                </a:cubicBezTo>
                <a:cubicBezTo>
                  <a:pt x="1045" y="504"/>
                  <a:pt x="1045" y="504"/>
                  <a:pt x="1045" y="504"/>
                </a:cubicBezTo>
                <a:cubicBezTo>
                  <a:pt x="1045" y="504"/>
                  <a:pt x="1045" y="504"/>
                  <a:pt x="1045" y="503"/>
                </a:cubicBezTo>
                <a:cubicBezTo>
                  <a:pt x="1045" y="503"/>
                  <a:pt x="1045" y="503"/>
                  <a:pt x="1045" y="503"/>
                </a:cubicBezTo>
                <a:cubicBezTo>
                  <a:pt x="1045" y="503"/>
                  <a:pt x="1045" y="503"/>
                  <a:pt x="1044" y="503"/>
                </a:cubicBezTo>
                <a:cubicBezTo>
                  <a:pt x="1044" y="503"/>
                  <a:pt x="1044" y="502"/>
                  <a:pt x="1044" y="502"/>
                </a:cubicBezTo>
                <a:cubicBezTo>
                  <a:pt x="1044" y="502"/>
                  <a:pt x="1044" y="502"/>
                  <a:pt x="1044" y="502"/>
                </a:cubicBezTo>
                <a:cubicBezTo>
                  <a:pt x="1044" y="501"/>
                  <a:pt x="1043" y="502"/>
                  <a:pt x="1043" y="501"/>
                </a:cubicBezTo>
                <a:cubicBezTo>
                  <a:pt x="1043" y="501"/>
                  <a:pt x="1043" y="501"/>
                  <a:pt x="1043" y="501"/>
                </a:cubicBezTo>
                <a:cubicBezTo>
                  <a:pt x="1043" y="501"/>
                  <a:pt x="1043" y="500"/>
                  <a:pt x="1044" y="500"/>
                </a:cubicBezTo>
                <a:cubicBezTo>
                  <a:pt x="1044" y="499"/>
                  <a:pt x="1044" y="499"/>
                  <a:pt x="1045" y="498"/>
                </a:cubicBezTo>
                <a:cubicBezTo>
                  <a:pt x="1045" y="497"/>
                  <a:pt x="1045" y="496"/>
                  <a:pt x="1046" y="495"/>
                </a:cubicBezTo>
                <a:cubicBezTo>
                  <a:pt x="1046" y="495"/>
                  <a:pt x="1046" y="495"/>
                  <a:pt x="1046" y="495"/>
                </a:cubicBezTo>
                <a:cubicBezTo>
                  <a:pt x="1047" y="495"/>
                  <a:pt x="1047" y="495"/>
                  <a:pt x="1047" y="495"/>
                </a:cubicBezTo>
                <a:cubicBezTo>
                  <a:pt x="1047" y="495"/>
                  <a:pt x="1047" y="494"/>
                  <a:pt x="1047" y="494"/>
                </a:cubicBezTo>
                <a:cubicBezTo>
                  <a:pt x="1047" y="494"/>
                  <a:pt x="1047" y="494"/>
                  <a:pt x="1047" y="493"/>
                </a:cubicBezTo>
                <a:cubicBezTo>
                  <a:pt x="1047" y="493"/>
                  <a:pt x="1047" y="493"/>
                  <a:pt x="1047" y="493"/>
                </a:cubicBezTo>
                <a:cubicBezTo>
                  <a:pt x="1048" y="493"/>
                  <a:pt x="1048" y="492"/>
                  <a:pt x="1048" y="492"/>
                </a:cubicBezTo>
                <a:cubicBezTo>
                  <a:pt x="1048" y="492"/>
                  <a:pt x="1049" y="492"/>
                  <a:pt x="1049" y="492"/>
                </a:cubicBezTo>
                <a:cubicBezTo>
                  <a:pt x="1049" y="492"/>
                  <a:pt x="1049" y="492"/>
                  <a:pt x="1049" y="492"/>
                </a:cubicBezTo>
                <a:cubicBezTo>
                  <a:pt x="1049" y="492"/>
                  <a:pt x="1049" y="491"/>
                  <a:pt x="1049" y="491"/>
                </a:cubicBezTo>
                <a:cubicBezTo>
                  <a:pt x="1049" y="491"/>
                  <a:pt x="1049" y="491"/>
                  <a:pt x="1049" y="491"/>
                </a:cubicBezTo>
                <a:cubicBezTo>
                  <a:pt x="1048" y="491"/>
                  <a:pt x="1048" y="491"/>
                  <a:pt x="1048" y="491"/>
                </a:cubicBezTo>
                <a:cubicBezTo>
                  <a:pt x="1049" y="491"/>
                  <a:pt x="1049" y="490"/>
                  <a:pt x="1049" y="490"/>
                </a:cubicBezTo>
                <a:cubicBezTo>
                  <a:pt x="1049" y="490"/>
                  <a:pt x="1049" y="489"/>
                  <a:pt x="1049" y="489"/>
                </a:cubicBezTo>
                <a:cubicBezTo>
                  <a:pt x="1050" y="489"/>
                  <a:pt x="1050" y="489"/>
                  <a:pt x="1050" y="488"/>
                </a:cubicBezTo>
                <a:cubicBezTo>
                  <a:pt x="1051" y="488"/>
                  <a:pt x="1051" y="489"/>
                  <a:pt x="1052" y="489"/>
                </a:cubicBezTo>
                <a:cubicBezTo>
                  <a:pt x="1052" y="489"/>
                  <a:pt x="1052" y="489"/>
                  <a:pt x="1052" y="490"/>
                </a:cubicBezTo>
                <a:cubicBezTo>
                  <a:pt x="1052" y="490"/>
                  <a:pt x="1052" y="490"/>
                  <a:pt x="1052" y="490"/>
                </a:cubicBezTo>
                <a:cubicBezTo>
                  <a:pt x="1053" y="489"/>
                  <a:pt x="1052" y="489"/>
                  <a:pt x="1052" y="489"/>
                </a:cubicBezTo>
                <a:cubicBezTo>
                  <a:pt x="1053" y="489"/>
                  <a:pt x="1053" y="489"/>
                  <a:pt x="1053" y="489"/>
                </a:cubicBezTo>
                <a:cubicBezTo>
                  <a:pt x="1053" y="489"/>
                  <a:pt x="1053" y="489"/>
                  <a:pt x="1054" y="489"/>
                </a:cubicBezTo>
                <a:cubicBezTo>
                  <a:pt x="1054" y="489"/>
                  <a:pt x="1054" y="489"/>
                  <a:pt x="1054" y="488"/>
                </a:cubicBezTo>
                <a:cubicBezTo>
                  <a:pt x="1054" y="488"/>
                  <a:pt x="1055" y="488"/>
                  <a:pt x="1055" y="488"/>
                </a:cubicBezTo>
                <a:cubicBezTo>
                  <a:pt x="1055" y="488"/>
                  <a:pt x="1056" y="488"/>
                  <a:pt x="1056" y="488"/>
                </a:cubicBezTo>
                <a:cubicBezTo>
                  <a:pt x="1056" y="487"/>
                  <a:pt x="1056" y="487"/>
                  <a:pt x="1056" y="487"/>
                </a:cubicBezTo>
                <a:cubicBezTo>
                  <a:pt x="1056" y="487"/>
                  <a:pt x="1056" y="487"/>
                  <a:pt x="1056" y="487"/>
                </a:cubicBezTo>
                <a:cubicBezTo>
                  <a:pt x="1056" y="487"/>
                  <a:pt x="1057" y="487"/>
                  <a:pt x="1057" y="487"/>
                </a:cubicBezTo>
                <a:cubicBezTo>
                  <a:pt x="1057" y="487"/>
                  <a:pt x="1057" y="487"/>
                  <a:pt x="1058" y="487"/>
                </a:cubicBezTo>
                <a:cubicBezTo>
                  <a:pt x="1058" y="487"/>
                  <a:pt x="1058" y="487"/>
                  <a:pt x="1058" y="487"/>
                </a:cubicBezTo>
                <a:cubicBezTo>
                  <a:pt x="1058" y="487"/>
                  <a:pt x="1058" y="486"/>
                  <a:pt x="1059" y="486"/>
                </a:cubicBezTo>
                <a:cubicBezTo>
                  <a:pt x="1059" y="486"/>
                  <a:pt x="1059" y="486"/>
                  <a:pt x="1059" y="486"/>
                </a:cubicBezTo>
                <a:cubicBezTo>
                  <a:pt x="1059" y="485"/>
                  <a:pt x="1059" y="485"/>
                  <a:pt x="1059" y="485"/>
                </a:cubicBezTo>
                <a:cubicBezTo>
                  <a:pt x="1059" y="485"/>
                  <a:pt x="1059" y="485"/>
                  <a:pt x="1059" y="485"/>
                </a:cubicBezTo>
                <a:cubicBezTo>
                  <a:pt x="1059" y="484"/>
                  <a:pt x="1060" y="484"/>
                  <a:pt x="1060" y="483"/>
                </a:cubicBezTo>
                <a:cubicBezTo>
                  <a:pt x="1060" y="482"/>
                  <a:pt x="1060" y="482"/>
                  <a:pt x="1060" y="481"/>
                </a:cubicBezTo>
                <a:cubicBezTo>
                  <a:pt x="1060" y="481"/>
                  <a:pt x="1061" y="481"/>
                  <a:pt x="1061" y="481"/>
                </a:cubicBezTo>
                <a:cubicBezTo>
                  <a:pt x="1061" y="480"/>
                  <a:pt x="1061" y="480"/>
                  <a:pt x="1061" y="480"/>
                </a:cubicBezTo>
                <a:cubicBezTo>
                  <a:pt x="1061" y="480"/>
                  <a:pt x="1061" y="480"/>
                  <a:pt x="1061" y="480"/>
                </a:cubicBezTo>
                <a:cubicBezTo>
                  <a:pt x="1062" y="480"/>
                  <a:pt x="1062" y="480"/>
                  <a:pt x="1062" y="480"/>
                </a:cubicBezTo>
                <a:cubicBezTo>
                  <a:pt x="1062" y="480"/>
                  <a:pt x="1062" y="480"/>
                  <a:pt x="1061" y="481"/>
                </a:cubicBezTo>
                <a:cubicBezTo>
                  <a:pt x="1061" y="481"/>
                  <a:pt x="1062" y="481"/>
                  <a:pt x="1062" y="481"/>
                </a:cubicBezTo>
                <a:cubicBezTo>
                  <a:pt x="1062" y="481"/>
                  <a:pt x="1062" y="481"/>
                  <a:pt x="1063" y="481"/>
                </a:cubicBezTo>
                <a:cubicBezTo>
                  <a:pt x="1063" y="481"/>
                  <a:pt x="1063" y="482"/>
                  <a:pt x="1063" y="482"/>
                </a:cubicBezTo>
                <a:cubicBezTo>
                  <a:pt x="1062" y="482"/>
                  <a:pt x="1062" y="482"/>
                  <a:pt x="1062" y="482"/>
                </a:cubicBezTo>
                <a:cubicBezTo>
                  <a:pt x="1062" y="482"/>
                  <a:pt x="1062" y="482"/>
                  <a:pt x="1062" y="482"/>
                </a:cubicBezTo>
                <a:cubicBezTo>
                  <a:pt x="1062" y="482"/>
                  <a:pt x="1061" y="482"/>
                  <a:pt x="1062" y="482"/>
                </a:cubicBezTo>
                <a:cubicBezTo>
                  <a:pt x="1062" y="482"/>
                  <a:pt x="1062" y="482"/>
                  <a:pt x="1062" y="482"/>
                </a:cubicBezTo>
                <a:cubicBezTo>
                  <a:pt x="1062" y="482"/>
                  <a:pt x="1063" y="483"/>
                  <a:pt x="1063" y="483"/>
                </a:cubicBezTo>
                <a:cubicBezTo>
                  <a:pt x="1063" y="483"/>
                  <a:pt x="1063" y="483"/>
                  <a:pt x="1064" y="483"/>
                </a:cubicBezTo>
                <a:cubicBezTo>
                  <a:pt x="1064" y="483"/>
                  <a:pt x="1064" y="483"/>
                  <a:pt x="1064" y="482"/>
                </a:cubicBezTo>
                <a:cubicBezTo>
                  <a:pt x="1063" y="482"/>
                  <a:pt x="1063" y="482"/>
                  <a:pt x="1064" y="482"/>
                </a:cubicBezTo>
                <a:cubicBezTo>
                  <a:pt x="1064" y="482"/>
                  <a:pt x="1064" y="482"/>
                  <a:pt x="1065" y="482"/>
                </a:cubicBezTo>
                <a:cubicBezTo>
                  <a:pt x="1065" y="482"/>
                  <a:pt x="1065" y="482"/>
                  <a:pt x="1065" y="482"/>
                </a:cubicBezTo>
                <a:cubicBezTo>
                  <a:pt x="1065" y="482"/>
                  <a:pt x="1065" y="482"/>
                  <a:pt x="1065" y="482"/>
                </a:cubicBezTo>
                <a:cubicBezTo>
                  <a:pt x="1065" y="483"/>
                  <a:pt x="1065" y="483"/>
                  <a:pt x="1065" y="483"/>
                </a:cubicBezTo>
                <a:cubicBezTo>
                  <a:pt x="1065" y="483"/>
                  <a:pt x="1065" y="483"/>
                  <a:pt x="1066" y="483"/>
                </a:cubicBezTo>
                <a:cubicBezTo>
                  <a:pt x="1066" y="483"/>
                  <a:pt x="1066" y="483"/>
                  <a:pt x="1066" y="483"/>
                </a:cubicBezTo>
                <a:cubicBezTo>
                  <a:pt x="1066" y="483"/>
                  <a:pt x="1067" y="483"/>
                  <a:pt x="1067" y="483"/>
                </a:cubicBezTo>
                <a:cubicBezTo>
                  <a:pt x="1067" y="483"/>
                  <a:pt x="1067" y="483"/>
                  <a:pt x="1067" y="482"/>
                </a:cubicBezTo>
                <a:cubicBezTo>
                  <a:pt x="1067" y="482"/>
                  <a:pt x="1067" y="482"/>
                  <a:pt x="1066" y="482"/>
                </a:cubicBezTo>
                <a:cubicBezTo>
                  <a:pt x="1066" y="482"/>
                  <a:pt x="1067" y="482"/>
                  <a:pt x="1066" y="481"/>
                </a:cubicBezTo>
                <a:cubicBezTo>
                  <a:pt x="1066" y="481"/>
                  <a:pt x="1066" y="481"/>
                  <a:pt x="1066" y="481"/>
                </a:cubicBezTo>
                <a:cubicBezTo>
                  <a:pt x="1066" y="481"/>
                  <a:pt x="1066" y="481"/>
                  <a:pt x="1066" y="480"/>
                </a:cubicBezTo>
                <a:cubicBezTo>
                  <a:pt x="1066" y="480"/>
                  <a:pt x="1066" y="480"/>
                  <a:pt x="1066" y="480"/>
                </a:cubicBezTo>
                <a:cubicBezTo>
                  <a:pt x="1066" y="480"/>
                  <a:pt x="1067" y="480"/>
                  <a:pt x="1067" y="481"/>
                </a:cubicBezTo>
                <a:cubicBezTo>
                  <a:pt x="1067" y="481"/>
                  <a:pt x="1068" y="481"/>
                  <a:pt x="1068" y="481"/>
                </a:cubicBezTo>
                <a:cubicBezTo>
                  <a:pt x="1068" y="481"/>
                  <a:pt x="1068" y="482"/>
                  <a:pt x="1068" y="482"/>
                </a:cubicBezTo>
                <a:cubicBezTo>
                  <a:pt x="1068" y="482"/>
                  <a:pt x="1068" y="482"/>
                  <a:pt x="1068" y="482"/>
                </a:cubicBezTo>
                <a:cubicBezTo>
                  <a:pt x="1068" y="482"/>
                  <a:pt x="1068" y="482"/>
                  <a:pt x="1068" y="482"/>
                </a:cubicBezTo>
                <a:cubicBezTo>
                  <a:pt x="1068" y="482"/>
                  <a:pt x="1069" y="482"/>
                  <a:pt x="1069" y="482"/>
                </a:cubicBezTo>
                <a:cubicBezTo>
                  <a:pt x="1069" y="482"/>
                  <a:pt x="1069" y="482"/>
                  <a:pt x="1069" y="482"/>
                </a:cubicBezTo>
                <a:cubicBezTo>
                  <a:pt x="1069" y="482"/>
                  <a:pt x="1070" y="482"/>
                  <a:pt x="1070" y="481"/>
                </a:cubicBezTo>
                <a:cubicBezTo>
                  <a:pt x="1070" y="481"/>
                  <a:pt x="1070" y="481"/>
                  <a:pt x="1070" y="481"/>
                </a:cubicBezTo>
                <a:cubicBezTo>
                  <a:pt x="1070" y="480"/>
                  <a:pt x="1070" y="480"/>
                  <a:pt x="1070" y="480"/>
                </a:cubicBezTo>
                <a:cubicBezTo>
                  <a:pt x="1070" y="480"/>
                  <a:pt x="1070" y="480"/>
                  <a:pt x="1070" y="480"/>
                </a:cubicBezTo>
                <a:cubicBezTo>
                  <a:pt x="1071" y="480"/>
                  <a:pt x="1071" y="480"/>
                  <a:pt x="1071" y="480"/>
                </a:cubicBezTo>
                <a:cubicBezTo>
                  <a:pt x="1072" y="480"/>
                  <a:pt x="1072" y="480"/>
                  <a:pt x="1072" y="480"/>
                </a:cubicBezTo>
                <a:cubicBezTo>
                  <a:pt x="1073" y="480"/>
                  <a:pt x="1073" y="479"/>
                  <a:pt x="1073" y="479"/>
                </a:cubicBezTo>
                <a:cubicBezTo>
                  <a:pt x="1073" y="479"/>
                  <a:pt x="1073" y="479"/>
                  <a:pt x="1073" y="479"/>
                </a:cubicBezTo>
                <a:cubicBezTo>
                  <a:pt x="1074" y="479"/>
                  <a:pt x="1074" y="479"/>
                  <a:pt x="1074" y="479"/>
                </a:cubicBezTo>
                <a:cubicBezTo>
                  <a:pt x="1074" y="479"/>
                  <a:pt x="1074" y="479"/>
                  <a:pt x="1074" y="478"/>
                </a:cubicBezTo>
                <a:cubicBezTo>
                  <a:pt x="1074" y="478"/>
                  <a:pt x="1074" y="478"/>
                  <a:pt x="1074" y="478"/>
                </a:cubicBezTo>
                <a:cubicBezTo>
                  <a:pt x="1073" y="478"/>
                  <a:pt x="1073" y="478"/>
                  <a:pt x="1073" y="477"/>
                </a:cubicBezTo>
                <a:cubicBezTo>
                  <a:pt x="1073" y="477"/>
                  <a:pt x="1072" y="477"/>
                  <a:pt x="1072" y="477"/>
                </a:cubicBezTo>
                <a:cubicBezTo>
                  <a:pt x="1072" y="477"/>
                  <a:pt x="1072" y="477"/>
                  <a:pt x="1073" y="477"/>
                </a:cubicBezTo>
                <a:cubicBezTo>
                  <a:pt x="1073" y="477"/>
                  <a:pt x="1073" y="477"/>
                  <a:pt x="1073" y="477"/>
                </a:cubicBezTo>
                <a:cubicBezTo>
                  <a:pt x="1073" y="477"/>
                  <a:pt x="1074" y="477"/>
                  <a:pt x="1074" y="477"/>
                </a:cubicBezTo>
                <a:cubicBezTo>
                  <a:pt x="1074" y="478"/>
                  <a:pt x="1075" y="478"/>
                  <a:pt x="1076" y="479"/>
                </a:cubicBezTo>
                <a:cubicBezTo>
                  <a:pt x="1076" y="478"/>
                  <a:pt x="1076" y="478"/>
                  <a:pt x="1076" y="478"/>
                </a:cubicBezTo>
                <a:cubicBezTo>
                  <a:pt x="1076" y="478"/>
                  <a:pt x="1077" y="478"/>
                  <a:pt x="1077" y="478"/>
                </a:cubicBezTo>
                <a:cubicBezTo>
                  <a:pt x="1077" y="477"/>
                  <a:pt x="1078" y="476"/>
                  <a:pt x="1078" y="476"/>
                </a:cubicBezTo>
                <a:cubicBezTo>
                  <a:pt x="1079" y="476"/>
                  <a:pt x="1079" y="476"/>
                  <a:pt x="1079" y="476"/>
                </a:cubicBezTo>
                <a:cubicBezTo>
                  <a:pt x="1079" y="475"/>
                  <a:pt x="1078" y="475"/>
                  <a:pt x="1078" y="475"/>
                </a:cubicBezTo>
                <a:cubicBezTo>
                  <a:pt x="1078" y="475"/>
                  <a:pt x="1078" y="475"/>
                  <a:pt x="1078" y="476"/>
                </a:cubicBezTo>
                <a:cubicBezTo>
                  <a:pt x="1077" y="476"/>
                  <a:pt x="1077" y="476"/>
                  <a:pt x="1077" y="476"/>
                </a:cubicBezTo>
                <a:cubicBezTo>
                  <a:pt x="1077" y="476"/>
                  <a:pt x="1076" y="475"/>
                  <a:pt x="1076" y="475"/>
                </a:cubicBezTo>
                <a:cubicBezTo>
                  <a:pt x="1076" y="475"/>
                  <a:pt x="1077" y="475"/>
                  <a:pt x="1077" y="475"/>
                </a:cubicBezTo>
                <a:cubicBezTo>
                  <a:pt x="1077" y="475"/>
                  <a:pt x="1077" y="474"/>
                  <a:pt x="1077" y="474"/>
                </a:cubicBezTo>
                <a:cubicBezTo>
                  <a:pt x="1077" y="474"/>
                  <a:pt x="1077" y="474"/>
                  <a:pt x="1077" y="474"/>
                </a:cubicBezTo>
                <a:cubicBezTo>
                  <a:pt x="1077" y="474"/>
                  <a:pt x="1077" y="473"/>
                  <a:pt x="1077" y="473"/>
                </a:cubicBezTo>
                <a:cubicBezTo>
                  <a:pt x="1076" y="472"/>
                  <a:pt x="1076" y="472"/>
                  <a:pt x="1076" y="472"/>
                </a:cubicBezTo>
                <a:cubicBezTo>
                  <a:pt x="1076" y="472"/>
                  <a:pt x="1075" y="471"/>
                  <a:pt x="1075" y="471"/>
                </a:cubicBezTo>
                <a:close/>
                <a:moveTo>
                  <a:pt x="514" y="318"/>
                </a:moveTo>
                <a:cubicBezTo>
                  <a:pt x="514" y="318"/>
                  <a:pt x="513" y="316"/>
                  <a:pt x="513" y="316"/>
                </a:cubicBezTo>
                <a:cubicBezTo>
                  <a:pt x="512" y="316"/>
                  <a:pt x="512" y="316"/>
                  <a:pt x="512" y="316"/>
                </a:cubicBezTo>
                <a:cubicBezTo>
                  <a:pt x="511" y="316"/>
                  <a:pt x="511" y="316"/>
                  <a:pt x="511" y="316"/>
                </a:cubicBezTo>
                <a:cubicBezTo>
                  <a:pt x="510" y="316"/>
                  <a:pt x="510" y="316"/>
                  <a:pt x="510" y="316"/>
                </a:cubicBezTo>
                <a:cubicBezTo>
                  <a:pt x="510" y="314"/>
                  <a:pt x="510" y="314"/>
                  <a:pt x="510" y="314"/>
                </a:cubicBezTo>
                <a:cubicBezTo>
                  <a:pt x="510" y="314"/>
                  <a:pt x="509" y="314"/>
                  <a:pt x="509" y="314"/>
                </a:cubicBezTo>
                <a:cubicBezTo>
                  <a:pt x="509" y="314"/>
                  <a:pt x="507" y="312"/>
                  <a:pt x="507" y="312"/>
                </a:cubicBezTo>
                <a:cubicBezTo>
                  <a:pt x="506" y="312"/>
                  <a:pt x="506" y="312"/>
                  <a:pt x="506" y="312"/>
                </a:cubicBezTo>
                <a:cubicBezTo>
                  <a:pt x="504" y="312"/>
                  <a:pt x="504" y="312"/>
                  <a:pt x="504" y="312"/>
                </a:cubicBezTo>
                <a:cubicBezTo>
                  <a:pt x="504" y="312"/>
                  <a:pt x="500" y="308"/>
                  <a:pt x="500" y="308"/>
                </a:cubicBezTo>
                <a:cubicBezTo>
                  <a:pt x="500" y="308"/>
                  <a:pt x="497" y="308"/>
                  <a:pt x="497" y="308"/>
                </a:cubicBezTo>
                <a:cubicBezTo>
                  <a:pt x="497" y="305"/>
                  <a:pt x="497" y="305"/>
                  <a:pt x="497" y="305"/>
                </a:cubicBezTo>
                <a:cubicBezTo>
                  <a:pt x="495" y="304"/>
                  <a:pt x="495" y="304"/>
                  <a:pt x="495" y="304"/>
                </a:cubicBezTo>
                <a:cubicBezTo>
                  <a:pt x="495" y="303"/>
                  <a:pt x="495" y="303"/>
                  <a:pt x="495" y="303"/>
                </a:cubicBezTo>
                <a:cubicBezTo>
                  <a:pt x="496" y="302"/>
                  <a:pt x="496" y="302"/>
                  <a:pt x="496" y="302"/>
                </a:cubicBezTo>
                <a:cubicBezTo>
                  <a:pt x="495" y="301"/>
                  <a:pt x="495" y="301"/>
                  <a:pt x="495" y="301"/>
                </a:cubicBezTo>
                <a:cubicBezTo>
                  <a:pt x="493" y="300"/>
                  <a:pt x="493" y="300"/>
                  <a:pt x="493" y="300"/>
                </a:cubicBezTo>
                <a:cubicBezTo>
                  <a:pt x="493" y="300"/>
                  <a:pt x="493" y="299"/>
                  <a:pt x="493" y="299"/>
                </a:cubicBezTo>
                <a:cubicBezTo>
                  <a:pt x="493" y="299"/>
                  <a:pt x="494" y="298"/>
                  <a:pt x="494" y="298"/>
                </a:cubicBezTo>
                <a:cubicBezTo>
                  <a:pt x="483" y="279"/>
                  <a:pt x="483" y="279"/>
                  <a:pt x="483" y="279"/>
                </a:cubicBezTo>
                <a:cubicBezTo>
                  <a:pt x="484" y="278"/>
                  <a:pt x="484" y="278"/>
                  <a:pt x="484" y="278"/>
                </a:cubicBezTo>
                <a:cubicBezTo>
                  <a:pt x="480" y="273"/>
                  <a:pt x="480" y="273"/>
                  <a:pt x="480" y="273"/>
                </a:cubicBezTo>
                <a:cubicBezTo>
                  <a:pt x="476" y="271"/>
                  <a:pt x="476" y="271"/>
                  <a:pt x="476" y="271"/>
                </a:cubicBezTo>
                <a:cubicBezTo>
                  <a:pt x="475" y="270"/>
                  <a:pt x="475" y="270"/>
                  <a:pt x="475" y="270"/>
                </a:cubicBezTo>
                <a:cubicBezTo>
                  <a:pt x="475" y="268"/>
                  <a:pt x="475" y="268"/>
                  <a:pt x="475" y="268"/>
                </a:cubicBezTo>
                <a:cubicBezTo>
                  <a:pt x="475" y="267"/>
                  <a:pt x="475" y="267"/>
                  <a:pt x="475" y="267"/>
                </a:cubicBezTo>
                <a:cubicBezTo>
                  <a:pt x="472" y="265"/>
                  <a:pt x="472" y="265"/>
                  <a:pt x="472" y="265"/>
                </a:cubicBezTo>
                <a:cubicBezTo>
                  <a:pt x="472" y="264"/>
                  <a:pt x="472" y="264"/>
                  <a:pt x="472" y="264"/>
                </a:cubicBezTo>
                <a:cubicBezTo>
                  <a:pt x="469" y="263"/>
                  <a:pt x="469" y="263"/>
                  <a:pt x="469" y="263"/>
                </a:cubicBezTo>
                <a:cubicBezTo>
                  <a:pt x="469" y="261"/>
                  <a:pt x="469" y="261"/>
                  <a:pt x="469" y="261"/>
                </a:cubicBezTo>
                <a:cubicBezTo>
                  <a:pt x="468" y="261"/>
                  <a:pt x="468" y="261"/>
                  <a:pt x="468" y="261"/>
                </a:cubicBezTo>
                <a:cubicBezTo>
                  <a:pt x="468" y="260"/>
                  <a:pt x="468" y="260"/>
                  <a:pt x="468" y="260"/>
                </a:cubicBezTo>
                <a:cubicBezTo>
                  <a:pt x="469" y="259"/>
                  <a:pt x="469" y="259"/>
                  <a:pt x="469" y="259"/>
                </a:cubicBezTo>
                <a:cubicBezTo>
                  <a:pt x="469" y="258"/>
                  <a:pt x="469" y="258"/>
                  <a:pt x="469" y="258"/>
                </a:cubicBezTo>
                <a:cubicBezTo>
                  <a:pt x="465" y="254"/>
                  <a:pt x="465" y="254"/>
                  <a:pt x="465" y="254"/>
                </a:cubicBezTo>
                <a:cubicBezTo>
                  <a:pt x="464" y="254"/>
                  <a:pt x="464" y="254"/>
                  <a:pt x="464" y="254"/>
                </a:cubicBezTo>
                <a:cubicBezTo>
                  <a:pt x="460" y="257"/>
                  <a:pt x="460" y="257"/>
                  <a:pt x="460" y="257"/>
                </a:cubicBezTo>
                <a:cubicBezTo>
                  <a:pt x="457" y="257"/>
                  <a:pt x="457" y="257"/>
                  <a:pt x="457" y="257"/>
                </a:cubicBezTo>
                <a:cubicBezTo>
                  <a:pt x="457" y="258"/>
                  <a:pt x="457" y="258"/>
                  <a:pt x="457" y="258"/>
                </a:cubicBezTo>
                <a:cubicBezTo>
                  <a:pt x="458" y="258"/>
                  <a:pt x="458" y="258"/>
                  <a:pt x="458" y="258"/>
                </a:cubicBezTo>
                <a:cubicBezTo>
                  <a:pt x="458" y="258"/>
                  <a:pt x="458" y="259"/>
                  <a:pt x="458" y="259"/>
                </a:cubicBezTo>
                <a:cubicBezTo>
                  <a:pt x="458" y="259"/>
                  <a:pt x="458" y="260"/>
                  <a:pt x="458" y="260"/>
                </a:cubicBezTo>
                <a:cubicBezTo>
                  <a:pt x="456" y="260"/>
                  <a:pt x="456" y="260"/>
                  <a:pt x="456" y="260"/>
                </a:cubicBezTo>
                <a:cubicBezTo>
                  <a:pt x="456" y="263"/>
                  <a:pt x="456" y="263"/>
                  <a:pt x="456" y="263"/>
                </a:cubicBezTo>
                <a:cubicBezTo>
                  <a:pt x="455" y="265"/>
                  <a:pt x="455" y="265"/>
                  <a:pt x="455" y="265"/>
                </a:cubicBezTo>
                <a:cubicBezTo>
                  <a:pt x="453" y="265"/>
                  <a:pt x="453" y="265"/>
                  <a:pt x="453" y="265"/>
                </a:cubicBezTo>
                <a:cubicBezTo>
                  <a:pt x="446" y="270"/>
                  <a:pt x="446" y="270"/>
                  <a:pt x="446" y="270"/>
                </a:cubicBezTo>
                <a:cubicBezTo>
                  <a:pt x="446" y="264"/>
                  <a:pt x="446" y="264"/>
                  <a:pt x="446" y="264"/>
                </a:cubicBezTo>
                <a:cubicBezTo>
                  <a:pt x="437" y="254"/>
                  <a:pt x="437" y="254"/>
                  <a:pt x="437" y="254"/>
                </a:cubicBezTo>
                <a:cubicBezTo>
                  <a:pt x="436" y="253"/>
                  <a:pt x="436" y="253"/>
                  <a:pt x="436" y="253"/>
                </a:cubicBezTo>
                <a:cubicBezTo>
                  <a:pt x="436" y="252"/>
                  <a:pt x="436" y="252"/>
                  <a:pt x="436" y="252"/>
                </a:cubicBezTo>
                <a:cubicBezTo>
                  <a:pt x="433" y="250"/>
                  <a:pt x="433" y="250"/>
                  <a:pt x="433" y="250"/>
                </a:cubicBezTo>
                <a:cubicBezTo>
                  <a:pt x="431" y="249"/>
                  <a:pt x="431" y="249"/>
                  <a:pt x="431" y="249"/>
                </a:cubicBezTo>
                <a:cubicBezTo>
                  <a:pt x="431" y="249"/>
                  <a:pt x="432" y="248"/>
                  <a:pt x="432" y="248"/>
                </a:cubicBezTo>
                <a:cubicBezTo>
                  <a:pt x="432" y="247"/>
                  <a:pt x="432" y="246"/>
                  <a:pt x="432" y="246"/>
                </a:cubicBezTo>
                <a:cubicBezTo>
                  <a:pt x="432" y="246"/>
                  <a:pt x="432" y="244"/>
                  <a:pt x="432" y="244"/>
                </a:cubicBezTo>
                <a:cubicBezTo>
                  <a:pt x="427" y="244"/>
                  <a:pt x="427" y="244"/>
                  <a:pt x="427" y="244"/>
                </a:cubicBezTo>
                <a:cubicBezTo>
                  <a:pt x="425" y="247"/>
                  <a:pt x="425" y="247"/>
                  <a:pt x="425" y="247"/>
                </a:cubicBezTo>
                <a:cubicBezTo>
                  <a:pt x="425" y="247"/>
                  <a:pt x="420" y="244"/>
                  <a:pt x="420" y="245"/>
                </a:cubicBezTo>
                <a:cubicBezTo>
                  <a:pt x="420" y="245"/>
                  <a:pt x="420" y="246"/>
                  <a:pt x="420" y="246"/>
                </a:cubicBezTo>
                <a:cubicBezTo>
                  <a:pt x="415" y="245"/>
                  <a:pt x="415" y="245"/>
                  <a:pt x="415" y="245"/>
                </a:cubicBezTo>
                <a:cubicBezTo>
                  <a:pt x="415" y="45"/>
                  <a:pt x="415" y="45"/>
                  <a:pt x="415" y="45"/>
                </a:cubicBezTo>
                <a:cubicBezTo>
                  <a:pt x="415" y="45"/>
                  <a:pt x="415" y="45"/>
                  <a:pt x="415" y="45"/>
                </a:cubicBezTo>
                <a:cubicBezTo>
                  <a:pt x="415" y="44"/>
                  <a:pt x="414" y="44"/>
                  <a:pt x="414" y="44"/>
                </a:cubicBezTo>
                <a:cubicBezTo>
                  <a:pt x="414" y="45"/>
                  <a:pt x="414" y="45"/>
                  <a:pt x="413" y="45"/>
                </a:cubicBezTo>
                <a:cubicBezTo>
                  <a:pt x="413" y="46"/>
                  <a:pt x="412" y="45"/>
                  <a:pt x="412" y="45"/>
                </a:cubicBezTo>
                <a:cubicBezTo>
                  <a:pt x="412" y="44"/>
                  <a:pt x="411" y="44"/>
                  <a:pt x="411" y="43"/>
                </a:cubicBezTo>
                <a:cubicBezTo>
                  <a:pt x="410" y="43"/>
                  <a:pt x="410" y="43"/>
                  <a:pt x="410" y="42"/>
                </a:cubicBezTo>
                <a:cubicBezTo>
                  <a:pt x="409" y="43"/>
                  <a:pt x="409" y="43"/>
                  <a:pt x="408" y="43"/>
                </a:cubicBezTo>
                <a:cubicBezTo>
                  <a:pt x="409" y="43"/>
                  <a:pt x="409" y="42"/>
                  <a:pt x="409" y="42"/>
                </a:cubicBezTo>
                <a:cubicBezTo>
                  <a:pt x="408" y="42"/>
                  <a:pt x="408" y="41"/>
                  <a:pt x="407" y="41"/>
                </a:cubicBezTo>
                <a:cubicBezTo>
                  <a:pt x="407" y="41"/>
                  <a:pt x="406" y="41"/>
                  <a:pt x="406" y="41"/>
                </a:cubicBezTo>
                <a:cubicBezTo>
                  <a:pt x="406" y="41"/>
                  <a:pt x="406" y="41"/>
                  <a:pt x="406" y="41"/>
                </a:cubicBezTo>
                <a:cubicBezTo>
                  <a:pt x="406" y="40"/>
                  <a:pt x="406" y="40"/>
                  <a:pt x="406" y="40"/>
                </a:cubicBezTo>
                <a:cubicBezTo>
                  <a:pt x="405" y="40"/>
                  <a:pt x="405" y="40"/>
                  <a:pt x="405" y="40"/>
                </a:cubicBezTo>
                <a:cubicBezTo>
                  <a:pt x="405" y="40"/>
                  <a:pt x="405" y="39"/>
                  <a:pt x="404" y="39"/>
                </a:cubicBezTo>
                <a:cubicBezTo>
                  <a:pt x="404" y="39"/>
                  <a:pt x="404" y="39"/>
                  <a:pt x="404" y="39"/>
                </a:cubicBezTo>
                <a:cubicBezTo>
                  <a:pt x="404" y="39"/>
                  <a:pt x="404" y="38"/>
                  <a:pt x="403" y="38"/>
                </a:cubicBezTo>
                <a:cubicBezTo>
                  <a:pt x="403" y="38"/>
                  <a:pt x="403" y="38"/>
                  <a:pt x="402" y="37"/>
                </a:cubicBezTo>
                <a:cubicBezTo>
                  <a:pt x="402" y="37"/>
                  <a:pt x="402" y="37"/>
                  <a:pt x="402" y="37"/>
                </a:cubicBezTo>
                <a:cubicBezTo>
                  <a:pt x="402" y="37"/>
                  <a:pt x="402" y="36"/>
                  <a:pt x="402" y="36"/>
                </a:cubicBezTo>
                <a:cubicBezTo>
                  <a:pt x="402" y="36"/>
                  <a:pt x="402" y="36"/>
                  <a:pt x="402" y="36"/>
                </a:cubicBezTo>
                <a:cubicBezTo>
                  <a:pt x="401" y="36"/>
                  <a:pt x="401" y="35"/>
                  <a:pt x="400" y="35"/>
                </a:cubicBezTo>
                <a:cubicBezTo>
                  <a:pt x="400" y="35"/>
                  <a:pt x="400" y="35"/>
                  <a:pt x="399" y="34"/>
                </a:cubicBezTo>
                <a:cubicBezTo>
                  <a:pt x="399" y="34"/>
                  <a:pt x="398" y="34"/>
                  <a:pt x="397" y="34"/>
                </a:cubicBezTo>
                <a:cubicBezTo>
                  <a:pt x="397" y="34"/>
                  <a:pt x="397" y="34"/>
                  <a:pt x="397" y="33"/>
                </a:cubicBezTo>
                <a:cubicBezTo>
                  <a:pt x="397" y="33"/>
                  <a:pt x="396" y="33"/>
                  <a:pt x="396" y="33"/>
                </a:cubicBezTo>
                <a:cubicBezTo>
                  <a:pt x="396" y="34"/>
                  <a:pt x="396" y="34"/>
                  <a:pt x="396" y="34"/>
                </a:cubicBezTo>
                <a:cubicBezTo>
                  <a:pt x="395" y="34"/>
                  <a:pt x="395" y="34"/>
                  <a:pt x="394" y="34"/>
                </a:cubicBezTo>
                <a:cubicBezTo>
                  <a:pt x="393" y="34"/>
                  <a:pt x="393" y="34"/>
                  <a:pt x="392" y="34"/>
                </a:cubicBezTo>
                <a:cubicBezTo>
                  <a:pt x="392" y="34"/>
                  <a:pt x="392" y="33"/>
                  <a:pt x="392" y="33"/>
                </a:cubicBezTo>
                <a:cubicBezTo>
                  <a:pt x="392" y="32"/>
                  <a:pt x="392" y="32"/>
                  <a:pt x="392" y="33"/>
                </a:cubicBezTo>
                <a:cubicBezTo>
                  <a:pt x="392" y="33"/>
                  <a:pt x="392" y="33"/>
                  <a:pt x="391" y="34"/>
                </a:cubicBezTo>
                <a:cubicBezTo>
                  <a:pt x="391" y="34"/>
                  <a:pt x="391" y="34"/>
                  <a:pt x="391" y="34"/>
                </a:cubicBezTo>
                <a:cubicBezTo>
                  <a:pt x="390" y="34"/>
                  <a:pt x="390" y="34"/>
                  <a:pt x="389" y="34"/>
                </a:cubicBezTo>
                <a:cubicBezTo>
                  <a:pt x="389" y="34"/>
                  <a:pt x="389" y="35"/>
                  <a:pt x="388" y="35"/>
                </a:cubicBezTo>
                <a:cubicBezTo>
                  <a:pt x="388" y="35"/>
                  <a:pt x="387" y="35"/>
                  <a:pt x="386" y="36"/>
                </a:cubicBezTo>
                <a:cubicBezTo>
                  <a:pt x="386" y="36"/>
                  <a:pt x="386" y="36"/>
                  <a:pt x="385" y="36"/>
                </a:cubicBezTo>
                <a:cubicBezTo>
                  <a:pt x="385" y="36"/>
                  <a:pt x="385" y="36"/>
                  <a:pt x="385" y="36"/>
                </a:cubicBezTo>
                <a:cubicBezTo>
                  <a:pt x="385" y="36"/>
                  <a:pt x="385" y="36"/>
                  <a:pt x="385" y="36"/>
                </a:cubicBezTo>
                <a:cubicBezTo>
                  <a:pt x="383" y="36"/>
                  <a:pt x="382" y="37"/>
                  <a:pt x="381" y="37"/>
                </a:cubicBezTo>
                <a:cubicBezTo>
                  <a:pt x="381" y="37"/>
                  <a:pt x="381" y="37"/>
                  <a:pt x="381" y="37"/>
                </a:cubicBezTo>
                <a:cubicBezTo>
                  <a:pt x="380" y="37"/>
                  <a:pt x="380" y="37"/>
                  <a:pt x="380" y="37"/>
                </a:cubicBezTo>
                <a:cubicBezTo>
                  <a:pt x="379" y="36"/>
                  <a:pt x="378" y="36"/>
                  <a:pt x="377" y="36"/>
                </a:cubicBezTo>
                <a:cubicBezTo>
                  <a:pt x="377" y="36"/>
                  <a:pt x="377" y="35"/>
                  <a:pt x="376" y="35"/>
                </a:cubicBezTo>
                <a:cubicBezTo>
                  <a:pt x="376" y="35"/>
                  <a:pt x="375" y="35"/>
                  <a:pt x="375" y="35"/>
                </a:cubicBezTo>
                <a:cubicBezTo>
                  <a:pt x="375" y="35"/>
                  <a:pt x="375" y="34"/>
                  <a:pt x="375" y="34"/>
                </a:cubicBezTo>
                <a:cubicBezTo>
                  <a:pt x="374" y="34"/>
                  <a:pt x="374" y="34"/>
                  <a:pt x="374" y="33"/>
                </a:cubicBezTo>
                <a:cubicBezTo>
                  <a:pt x="373" y="33"/>
                  <a:pt x="373" y="33"/>
                  <a:pt x="373" y="33"/>
                </a:cubicBezTo>
                <a:cubicBezTo>
                  <a:pt x="373" y="33"/>
                  <a:pt x="373" y="33"/>
                  <a:pt x="373" y="33"/>
                </a:cubicBezTo>
                <a:cubicBezTo>
                  <a:pt x="372" y="33"/>
                  <a:pt x="371" y="34"/>
                  <a:pt x="371" y="34"/>
                </a:cubicBezTo>
                <a:cubicBezTo>
                  <a:pt x="371" y="34"/>
                  <a:pt x="371" y="34"/>
                  <a:pt x="371" y="33"/>
                </a:cubicBezTo>
                <a:cubicBezTo>
                  <a:pt x="372" y="33"/>
                  <a:pt x="372" y="33"/>
                  <a:pt x="372" y="33"/>
                </a:cubicBezTo>
                <a:cubicBezTo>
                  <a:pt x="372" y="33"/>
                  <a:pt x="372" y="33"/>
                  <a:pt x="371" y="33"/>
                </a:cubicBezTo>
                <a:cubicBezTo>
                  <a:pt x="370" y="32"/>
                  <a:pt x="369" y="32"/>
                  <a:pt x="368" y="32"/>
                </a:cubicBezTo>
                <a:cubicBezTo>
                  <a:pt x="366" y="32"/>
                  <a:pt x="365" y="31"/>
                  <a:pt x="363" y="32"/>
                </a:cubicBezTo>
                <a:cubicBezTo>
                  <a:pt x="363" y="32"/>
                  <a:pt x="362" y="32"/>
                  <a:pt x="361" y="32"/>
                </a:cubicBezTo>
                <a:cubicBezTo>
                  <a:pt x="361" y="32"/>
                  <a:pt x="360" y="32"/>
                  <a:pt x="360" y="32"/>
                </a:cubicBezTo>
                <a:cubicBezTo>
                  <a:pt x="360" y="32"/>
                  <a:pt x="360" y="33"/>
                  <a:pt x="360" y="33"/>
                </a:cubicBezTo>
                <a:cubicBezTo>
                  <a:pt x="359" y="33"/>
                  <a:pt x="359" y="33"/>
                  <a:pt x="359" y="32"/>
                </a:cubicBezTo>
                <a:cubicBezTo>
                  <a:pt x="359" y="32"/>
                  <a:pt x="359" y="32"/>
                  <a:pt x="358" y="31"/>
                </a:cubicBezTo>
                <a:cubicBezTo>
                  <a:pt x="358" y="31"/>
                  <a:pt x="357" y="31"/>
                  <a:pt x="357" y="31"/>
                </a:cubicBezTo>
                <a:cubicBezTo>
                  <a:pt x="356" y="31"/>
                  <a:pt x="355" y="30"/>
                  <a:pt x="354" y="30"/>
                </a:cubicBezTo>
                <a:cubicBezTo>
                  <a:pt x="354" y="30"/>
                  <a:pt x="354" y="31"/>
                  <a:pt x="353" y="31"/>
                </a:cubicBezTo>
                <a:cubicBezTo>
                  <a:pt x="352" y="32"/>
                  <a:pt x="352" y="33"/>
                  <a:pt x="351" y="34"/>
                </a:cubicBezTo>
                <a:cubicBezTo>
                  <a:pt x="350" y="35"/>
                  <a:pt x="349" y="36"/>
                  <a:pt x="349" y="36"/>
                </a:cubicBezTo>
                <a:cubicBezTo>
                  <a:pt x="348" y="37"/>
                  <a:pt x="348" y="37"/>
                  <a:pt x="347" y="38"/>
                </a:cubicBezTo>
                <a:cubicBezTo>
                  <a:pt x="347" y="39"/>
                  <a:pt x="347" y="40"/>
                  <a:pt x="347" y="41"/>
                </a:cubicBezTo>
                <a:cubicBezTo>
                  <a:pt x="347" y="42"/>
                  <a:pt x="347" y="43"/>
                  <a:pt x="347" y="43"/>
                </a:cubicBezTo>
                <a:cubicBezTo>
                  <a:pt x="348" y="45"/>
                  <a:pt x="348" y="47"/>
                  <a:pt x="349" y="49"/>
                </a:cubicBezTo>
                <a:cubicBezTo>
                  <a:pt x="349" y="49"/>
                  <a:pt x="350" y="50"/>
                  <a:pt x="350" y="50"/>
                </a:cubicBezTo>
                <a:cubicBezTo>
                  <a:pt x="350" y="50"/>
                  <a:pt x="350" y="51"/>
                  <a:pt x="350" y="51"/>
                </a:cubicBezTo>
                <a:cubicBezTo>
                  <a:pt x="350" y="51"/>
                  <a:pt x="350" y="51"/>
                  <a:pt x="350" y="51"/>
                </a:cubicBezTo>
                <a:cubicBezTo>
                  <a:pt x="350" y="52"/>
                  <a:pt x="350" y="51"/>
                  <a:pt x="350" y="51"/>
                </a:cubicBezTo>
                <a:cubicBezTo>
                  <a:pt x="350" y="51"/>
                  <a:pt x="350" y="51"/>
                  <a:pt x="350" y="51"/>
                </a:cubicBezTo>
                <a:cubicBezTo>
                  <a:pt x="349" y="50"/>
                  <a:pt x="349" y="50"/>
                  <a:pt x="349" y="49"/>
                </a:cubicBezTo>
                <a:cubicBezTo>
                  <a:pt x="349" y="49"/>
                  <a:pt x="348" y="49"/>
                  <a:pt x="348" y="48"/>
                </a:cubicBezTo>
                <a:cubicBezTo>
                  <a:pt x="348" y="48"/>
                  <a:pt x="348" y="47"/>
                  <a:pt x="348" y="47"/>
                </a:cubicBezTo>
                <a:cubicBezTo>
                  <a:pt x="347" y="44"/>
                  <a:pt x="346" y="42"/>
                  <a:pt x="346" y="39"/>
                </a:cubicBezTo>
                <a:cubicBezTo>
                  <a:pt x="347" y="38"/>
                  <a:pt x="347" y="37"/>
                  <a:pt x="347" y="36"/>
                </a:cubicBezTo>
                <a:cubicBezTo>
                  <a:pt x="348" y="35"/>
                  <a:pt x="348" y="34"/>
                  <a:pt x="349" y="33"/>
                </a:cubicBezTo>
                <a:cubicBezTo>
                  <a:pt x="349" y="32"/>
                  <a:pt x="349" y="31"/>
                  <a:pt x="350" y="31"/>
                </a:cubicBezTo>
                <a:cubicBezTo>
                  <a:pt x="350" y="30"/>
                  <a:pt x="350" y="30"/>
                  <a:pt x="350" y="30"/>
                </a:cubicBezTo>
                <a:cubicBezTo>
                  <a:pt x="351" y="29"/>
                  <a:pt x="351" y="29"/>
                  <a:pt x="351" y="28"/>
                </a:cubicBezTo>
                <a:cubicBezTo>
                  <a:pt x="351" y="28"/>
                  <a:pt x="351" y="28"/>
                  <a:pt x="351" y="28"/>
                </a:cubicBezTo>
                <a:cubicBezTo>
                  <a:pt x="351" y="28"/>
                  <a:pt x="350" y="28"/>
                  <a:pt x="350" y="28"/>
                </a:cubicBezTo>
                <a:cubicBezTo>
                  <a:pt x="350" y="28"/>
                  <a:pt x="350" y="28"/>
                  <a:pt x="349" y="28"/>
                </a:cubicBezTo>
                <a:cubicBezTo>
                  <a:pt x="349" y="28"/>
                  <a:pt x="349" y="28"/>
                  <a:pt x="348" y="28"/>
                </a:cubicBezTo>
                <a:cubicBezTo>
                  <a:pt x="349" y="28"/>
                  <a:pt x="349" y="27"/>
                  <a:pt x="349" y="27"/>
                </a:cubicBezTo>
                <a:cubicBezTo>
                  <a:pt x="349" y="27"/>
                  <a:pt x="349" y="27"/>
                  <a:pt x="349" y="26"/>
                </a:cubicBezTo>
                <a:cubicBezTo>
                  <a:pt x="349" y="26"/>
                  <a:pt x="349" y="26"/>
                  <a:pt x="349" y="26"/>
                </a:cubicBezTo>
                <a:cubicBezTo>
                  <a:pt x="348" y="26"/>
                  <a:pt x="348" y="26"/>
                  <a:pt x="348" y="26"/>
                </a:cubicBezTo>
                <a:cubicBezTo>
                  <a:pt x="348" y="25"/>
                  <a:pt x="347" y="25"/>
                  <a:pt x="347" y="25"/>
                </a:cubicBezTo>
                <a:cubicBezTo>
                  <a:pt x="346" y="25"/>
                  <a:pt x="346" y="26"/>
                  <a:pt x="346" y="26"/>
                </a:cubicBezTo>
                <a:cubicBezTo>
                  <a:pt x="346" y="26"/>
                  <a:pt x="345" y="26"/>
                  <a:pt x="345" y="26"/>
                </a:cubicBezTo>
                <a:cubicBezTo>
                  <a:pt x="345" y="27"/>
                  <a:pt x="345" y="28"/>
                  <a:pt x="345" y="28"/>
                </a:cubicBezTo>
                <a:cubicBezTo>
                  <a:pt x="345" y="29"/>
                  <a:pt x="345" y="30"/>
                  <a:pt x="344" y="31"/>
                </a:cubicBezTo>
                <a:cubicBezTo>
                  <a:pt x="344" y="31"/>
                  <a:pt x="344" y="32"/>
                  <a:pt x="343" y="33"/>
                </a:cubicBezTo>
                <a:cubicBezTo>
                  <a:pt x="343" y="33"/>
                  <a:pt x="343" y="34"/>
                  <a:pt x="342" y="34"/>
                </a:cubicBezTo>
                <a:cubicBezTo>
                  <a:pt x="342" y="34"/>
                  <a:pt x="342" y="35"/>
                  <a:pt x="342" y="35"/>
                </a:cubicBezTo>
                <a:cubicBezTo>
                  <a:pt x="341" y="35"/>
                  <a:pt x="341" y="35"/>
                  <a:pt x="340" y="35"/>
                </a:cubicBezTo>
                <a:cubicBezTo>
                  <a:pt x="341" y="35"/>
                  <a:pt x="341" y="35"/>
                  <a:pt x="341" y="35"/>
                </a:cubicBezTo>
                <a:cubicBezTo>
                  <a:pt x="342" y="34"/>
                  <a:pt x="342" y="34"/>
                  <a:pt x="342" y="33"/>
                </a:cubicBezTo>
                <a:cubicBezTo>
                  <a:pt x="343" y="32"/>
                  <a:pt x="343" y="31"/>
                  <a:pt x="344" y="31"/>
                </a:cubicBezTo>
                <a:cubicBezTo>
                  <a:pt x="344" y="30"/>
                  <a:pt x="344" y="29"/>
                  <a:pt x="344" y="28"/>
                </a:cubicBezTo>
                <a:cubicBezTo>
                  <a:pt x="344" y="28"/>
                  <a:pt x="344" y="28"/>
                  <a:pt x="344" y="27"/>
                </a:cubicBezTo>
                <a:cubicBezTo>
                  <a:pt x="344" y="27"/>
                  <a:pt x="344" y="27"/>
                  <a:pt x="344" y="27"/>
                </a:cubicBezTo>
                <a:cubicBezTo>
                  <a:pt x="344" y="26"/>
                  <a:pt x="344" y="26"/>
                  <a:pt x="345" y="25"/>
                </a:cubicBezTo>
                <a:cubicBezTo>
                  <a:pt x="345" y="25"/>
                  <a:pt x="345" y="25"/>
                  <a:pt x="344" y="25"/>
                </a:cubicBezTo>
                <a:cubicBezTo>
                  <a:pt x="344" y="25"/>
                  <a:pt x="344" y="24"/>
                  <a:pt x="344" y="24"/>
                </a:cubicBezTo>
                <a:cubicBezTo>
                  <a:pt x="344" y="24"/>
                  <a:pt x="343" y="24"/>
                  <a:pt x="343" y="24"/>
                </a:cubicBezTo>
                <a:cubicBezTo>
                  <a:pt x="341" y="23"/>
                  <a:pt x="340" y="23"/>
                  <a:pt x="338" y="23"/>
                </a:cubicBezTo>
                <a:cubicBezTo>
                  <a:pt x="338" y="23"/>
                  <a:pt x="337" y="23"/>
                  <a:pt x="337" y="23"/>
                </a:cubicBezTo>
                <a:cubicBezTo>
                  <a:pt x="337" y="23"/>
                  <a:pt x="337" y="23"/>
                  <a:pt x="336" y="23"/>
                </a:cubicBezTo>
                <a:cubicBezTo>
                  <a:pt x="336" y="23"/>
                  <a:pt x="336" y="23"/>
                  <a:pt x="336" y="23"/>
                </a:cubicBezTo>
                <a:cubicBezTo>
                  <a:pt x="336" y="23"/>
                  <a:pt x="336" y="23"/>
                  <a:pt x="335" y="24"/>
                </a:cubicBezTo>
                <a:cubicBezTo>
                  <a:pt x="335" y="24"/>
                  <a:pt x="335" y="24"/>
                  <a:pt x="334" y="25"/>
                </a:cubicBezTo>
                <a:cubicBezTo>
                  <a:pt x="334" y="25"/>
                  <a:pt x="334" y="25"/>
                  <a:pt x="333" y="25"/>
                </a:cubicBezTo>
                <a:cubicBezTo>
                  <a:pt x="332" y="25"/>
                  <a:pt x="332" y="26"/>
                  <a:pt x="331" y="26"/>
                </a:cubicBezTo>
                <a:cubicBezTo>
                  <a:pt x="330" y="26"/>
                  <a:pt x="330" y="27"/>
                  <a:pt x="329" y="27"/>
                </a:cubicBezTo>
                <a:cubicBezTo>
                  <a:pt x="329" y="27"/>
                  <a:pt x="329" y="28"/>
                  <a:pt x="329" y="28"/>
                </a:cubicBezTo>
                <a:cubicBezTo>
                  <a:pt x="329" y="29"/>
                  <a:pt x="329" y="29"/>
                  <a:pt x="328" y="29"/>
                </a:cubicBezTo>
                <a:cubicBezTo>
                  <a:pt x="328" y="29"/>
                  <a:pt x="328" y="29"/>
                  <a:pt x="327" y="29"/>
                </a:cubicBezTo>
                <a:cubicBezTo>
                  <a:pt x="327" y="29"/>
                  <a:pt x="327" y="28"/>
                  <a:pt x="328" y="28"/>
                </a:cubicBezTo>
                <a:cubicBezTo>
                  <a:pt x="328" y="28"/>
                  <a:pt x="328" y="28"/>
                  <a:pt x="328" y="27"/>
                </a:cubicBezTo>
                <a:cubicBezTo>
                  <a:pt x="328" y="27"/>
                  <a:pt x="328" y="27"/>
                  <a:pt x="328" y="26"/>
                </a:cubicBezTo>
                <a:cubicBezTo>
                  <a:pt x="329" y="26"/>
                  <a:pt x="329" y="26"/>
                  <a:pt x="329" y="25"/>
                </a:cubicBezTo>
                <a:cubicBezTo>
                  <a:pt x="329" y="25"/>
                  <a:pt x="329" y="24"/>
                  <a:pt x="329" y="24"/>
                </a:cubicBezTo>
                <a:cubicBezTo>
                  <a:pt x="329" y="24"/>
                  <a:pt x="330" y="24"/>
                  <a:pt x="330" y="23"/>
                </a:cubicBezTo>
                <a:cubicBezTo>
                  <a:pt x="330" y="23"/>
                  <a:pt x="330" y="23"/>
                  <a:pt x="330" y="23"/>
                </a:cubicBezTo>
                <a:cubicBezTo>
                  <a:pt x="330" y="23"/>
                  <a:pt x="330" y="23"/>
                  <a:pt x="330" y="23"/>
                </a:cubicBezTo>
                <a:cubicBezTo>
                  <a:pt x="329" y="23"/>
                  <a:pt x="329" y="23"/>
                  <a:pt x="328" y="23"/>
                </a:cubicBezTo>
                <a:cubicBezTo>
                  <a:pt x="328" y="24"/>
                  <a:pt x="328" y="24"/>
                  <a:pt x="328" y="24"/>
                </a:cubicBezTo>
                <a:cubicBezTo>
                  <a:pt x="327" y="24"/>
                  <a:pt x="326" y="24"/>
                  <a:pt x="326" y="25"/>
                </a:cubicBezTo>
                <a:cubicBezTo>
                  <a:pt x="326" y="25"/>
                  <a:pt x="326" y="26"/>
                  <a:pt x="326" y="26"/>
                </a:cubicBezTo>
                <a:cubicBezTo>
                  <a:pt x="326" y="26"/>
                  <a:pt x="325" y="26"/>
                  <a:pt x="325" y="26"/>
                </a:cubicBezTo>
                <a:cubicBezTo>
                  <a:pt x="325" y="26"/>
                  <a:pt x="325" y="26"/>
                  <a:pt x="325" y="26"/>
                </a:cubicBezTo>
                <a:cubicBezTo>
                  <a:pt x="325" y="26"/>
                  <a:pt x="324" y="26"/>
                  <a:pt x="324" y="26"/>
                </a:cubicBezTo>
                <a:cubicBezTo>
                  <a:pt x="323" y="26"/>
                  <a:pt x="323" y="25"/>
                  <a:pt x="323" y="25"/>
                </a:cubicBezTo>
                <a:cubicBezTo>
                  <a:pt x="322" y="25"/>
                  <a:pt x="322" y="25"/>
                  <a:pt x="321" y="25"/>
                </a:cubicBezTo>
                <a:cubicBezTo>
                  <a:pt x="320" y="25"/>
                  <a:pt x="319" y="25"/>
                  <a:pt x="318" y="25"/>
                </a:cubicBezTo>
                <a:cubicBezTo>
                  <a:pt x="318" y="24"/>
                  <a:pt x="318" y="24"/>
                  <a:pt x="319" y="24"/>
                </a:cubicBezTo>
                <a:cubicBezTo>
                  <a:pt x="319" y="23"/>
                  <a:pt x="320" y="23"/>
                  <a:pt x="319" y="22"/>
                </a:cubicBezTo>
                <a:cubicBezTo>
                  <a:pt x="319" y="21"/>
                  <a:pt x="318" y="21"/>
                  <a:pt x="318" y="21"/>
                </a:cubicBezTo>
                <a:cubicBezTo>
                  <a:pt x="317" y="21"/>
                  <a:pt x="316" y="22"/>
                  <a:pt x="316" y="22"/>
                </a:cubicBezTo>
                <a:cubicBezTo>
                  <a:pt x="315" y="22"/>
                  <a:pt x="313" y="22"/>
                  <a:pt x="312" y="21"/>
                </a:cubicBezTo>
                <a:cubicBezTo>
                  <a:pt x="313" y="21"/>
                  <a:pt x="314" y="21"/>
                  <a:pt x="314" y="21"/>
                </a:cubicBezTo>
                <a:cubicBezTo>
                  <a:pt x="315" y="21"/>
                  <a:pt x="315" y="21"/>
                  <a:pt x="316" y="21"/>
                </a:cubicBezTo>
                <a:cubicBezTo>
                  <a:pt x="316" y="21"/>
                  <a:pt x="316" y="21"/>
                  <a:pt x="316" y="21"/>
                </a:cubicBezTo>
                <a:cubicBezTo>
                  <a:pt x="316" y="21"/>
                  <a:pt x="316" y="20"/>
                  <a:pt x="315" y="20"/>
                </a:cubicBezTo>
                <a:cubicBezTo>
                  <a:pt x="315" y="20"/>
                  <a:pt x="315" y="20"/>
                  <a:pt x="314" y="20"/>
                </a:cubicBezTo>
                <a:cubicBezTo>
                  <a:pt x="314" y="20"/>
                  <a:pt x="313" y="19"/>
                  <a:pt x="313" y="19"/>
                </a:cubicBezTo>
                <a:cubicBezTo>
                  <a:pt x="313" y="18"/>
                  <a:pt x="313" y="18"/>
                  <a:pt x="314" y="17"/>
                </a:cubicBezTo>
                <a:cubicBezTo>
                  <a:pt x="314" y="16"/>
                  <a:pt x="315" y="16"/>
                  <a:pt x="315" y="15"/>
                </a:cubicBezTo>
                <a:cubicBezTo>
                  <a:pt x="315" y="15"/>
                  <a:pt x="315" y="15"/>
                  <a:pt x="315" y="14"/>
                </a:cubicBezTo>
                <a:cubicBezTo>
                  <a:pt x="315" y="14"/>
                  <a:pt x="315" y="14"/>
                  <a:pt x="315" y="14"/>
                </a:cubicBezTo>
                <a:cubicBezTo>
                  <a:pt x="314" y="13"/>
                  <a:pt x="312" y="12"/>
                  <a:pt x="311" y="13"/>
                </a:cubicBezTo>
                <a:cubicBezTo>
                  <a:pt x="312" y="13"/>
                  <a:pt x="312" y="14"/>
                  <a:pt x="311" y="14"/>
                </a:cubicBezTo>
                <a:cubicBezTo>
                  <a:pt x="311" y="14"/>
                  <a:pt x="310" y="13"/>
                  <a:pt x="311" y="13"/>
                </a:cubicBezTo>
                <a:cubicBezTo>
                  <a:pt x="310" y="13"/>
                  <a:pt x="309" y="13"/>
                  <a:pt x="309" y="12"/>
                </a:cubicBezTo>
                <a:cubicBezTo>
                  <a:pt x="308" y="12"/>
                  <a:pt x="307" y="11"/>
                  <a:pt x="306" y="11"/>
                </a:cubicBezTo>
                <a:cubicBezTo>
                  <a:pt x="306" y="12"/>
                  <a:pt x="305" y="12"/>
                  <a:pt x="305" y="12"/>
                </a:cubicBezTo>
                <a:cubicBezTo>
                  <a:pt x="303" y="13"/>
                  <a:pt x="301" y="12"/>
                  <a:pt x="300" y="13"/>
                </a:cubicBezTo>
                <a:cubicBezTo>
                  <a:pt x="300" y="13"/>
                  <a:pt x="300" y="14"/>
                  <a:pt x="299" y="15"/>
                </a:cubicBezTo>
                <a:cubicBezTo>
                  <a:pt x="299" y="15"/>
                  <a:pt x="298" y="15"/>
                  <a:pt x="298" y="15"/>
                </a:cubicBezTo>
                <a:cubicBezTo>
                  <a:pt x="298" y="15"/>
                  <a:pt x="298" y="15"/>
                  <a:pt x="298" y="15"/>
                </a:cubicBezTo>
                <a:cubicBezTo>
                  <a:pt x="298" y="15"/>
                  <a:pt x="298" y="15"/>
                  <a:pt x="298" y="15"/>
                </a:cubicBezTo>
                <a:cubicBezTo>
                  <a:pt x="297" y="15"/>
                  <a:pt x="297" y="15"/>
                  <a:pt x="296" y="15"/>
                </a:cubicBezTo>
                <a:cubicBezTo>
                  <a:pt x="296" y="16"/>
                  <a:pt x="296" y="16"/>
                  <a:pt x="296" y="17"/>
                </a:cubicBezTo>
                <a:cubicBezTo>
                  <a:pt x="295" y="17"/>
                  <a:pt x="295" y="17"/>
                  <a:pt x="295" y="17"/>
                </a:cubicBezTo>
                <a:cubicBezTo>
                  <a:pt x="294" y="17"/>
                  <a:pt x="294" y="16"/>
                  <a:pt x="295" y="16"/>
                </a:cubicBezTo>
                <a:cubicBezTo>
                  <a:pt x="294" y="16"/>
                  <a:pt x="294" y="16"/>
                  <a:pt x="294" y="16"/>
                </a:cubicBezTo>
                <a:cubicBezTo>
                  <a:pt x="294" y="16"/>
                  <a:pt x="294" y="15"/>
                  <a:pt x="294" y="15"/>
                </a:cubicBezTo>
                <a:cubicBezTo>
                  <a:pt x="294" y="15"/>
                  <a:pt x="295" y="15"/>
                  <a:pt x="294" y="14"/>
                </a:cubicBezTo>
                <a:cubicBezTo>
                  <a:pt x="294" y="14"/>
                  <a:pt x="294" y="14"/>
                  <a:pt x="294" y="14"/>
                </a:cubicBezTo>
                <a:cubicBezTo>
                  <a:pt x="294" y="14"/>
                  <a:pt x="294" y="13"/>
                  <a:pt x="294" y="13"/>
                </a:cubicBezTo>
                <a:cubicBezTo>
                  <a:pt x="294" y="13"/>
                  <a:pt x="294" y="12"/>
                  <a:pt x="293" y="12"/>
                </a:cubicBezTo>
                <a:cubicBezTo>
                  <a:pt x="294" y="12"/>
                  <a:pt x="294" y="11"/>
                  <a:pt x="294" y="10"/>
                </a:cubicBezTo>
                <a:cubicBezTo>
                  <a:pt x="294" y="10"/>
                  <a:pt x="294" y="9"/>
                  <a:pt x="294" y="9"/>
                </a:cubicBezTo>
                <a:cubicBezTo>
                  <a:pt x="294" y="8"/>
                  <a:pt x="293" y="8"/>
                  <a:pt x="293" y="8"/>
                </a:cubicBezTo>
                <a:cubicBezTo>
                  <a:pt x="293" y="8"/>
                  <a:pt x="293" y="8"/>
                  <a:pt x="293" y="8"/>
                </a:cubicBezTo>
                <a:cubicBezTo>
                  <a:pt x="293" y="7"/>
                  <a:pt x="292" y="7"/>
                  <a:pt x="291" y="7"/>
                </a:cubicBezTo>
                <a:cubicBezTo>
                  <a:pt x="291" y="7"/>
                  <a:pt x="290" y="6"/>
                  <a:pt x="290" y="6"/>
                </a:cubicBezTo>
                <a:cubicBezTo>
                  <a:pt x="290" y="5"/>
                  <a:pt x="290" y="6"/>
                  <a:pt x="290" y="6"/>
                </a:cubicBezTo>
                <a:cubicBezTo>
                  <a:pt x="290" y="6"/>
                  <a:pt x="290" y="7"/>
                  <a:pt x="290" y="7"/>
                </a:cubicBezTo>
                <a:cubicBezTo>
                  <a:pt x="290" y="7"/>
                  <a:pt x="290" y="7"/>
                  <a:pt x="290" y="8"/>
                </a:cubicBezTo>
                <a:cubicBezTo>
                  <a:pt x="290" y="8"/>
                  <a:pt x="290" y="7"/>
                  <a:pt x="289" y="7"/>
                </a:cubicBezTo>
                <a:cubicBezTo>
                  <a:pt x="289" y="7"/>
                  <a:pt x="289" y="6"/>
                  <a:pt x="289" y="6"/>
                </a:cubicBezTo>
                <a:cubicBezTo>
                  <a:pt x="288" y="7"/>
                  <a:pt x="288" y="7"/>
                  <a:pt x="288" y="7"/>
                </a:cubicBezTo>
                <a:cubicBezTo>
                  <a:pt x="288" y="7"/>
                  <a:pt x="288" y="8"/>
                  <a:pt x="289" y="8"/>
                </a:cubicBezTo>
                <a:cubicBezTo>
                  <a:pt x="289" y="8"/>
                  <a:pt x="289" y="9"/>
                  <a:pt x="289" y="9"/>
                </a:cubicBezTo>
                <a:cubicBezTo>
                  <a:pt x="289" y="9"/>
                  <a:pt x="289" y="10"/>
                  <a:pt x="288" y="10"/>
                </a:cubicBezTo>
                <a:cubicBezTo>
                  <a:pt x="288" y="9"/>
                  <a:pt x="288" y="9"/>
                  <a:pt x="288" y="9"/>
                </a:cubicBezTo>
                <a:cubicBezTo>
                  <a:pt x="287" y="9"/>
                  <a:pt x="286" y="10"/>
                  <a:pt x="286" y="11"/>
                </a:cubicBezTo>
                <a:cubicBezTo>
                  <a:pt x="286" y="12"/>
                  <a:pt x="286" y="12"/>
                  <a:pt x="286" y="13"/>
                </a:cubicBezTo>
                <a:cubicBezTo>
                  <a:pt x="286" y="13"/>
                  <a:pt x="285" y="14"/>
                  <a:pt x="285" y="14"/>
                </a:cubicBezTo>
                <a:cubicBezTo>
                  <a:pt x="285" y="14"/>
                  <a:pt x="284" y="14"/>
                  <a:pt x="284" y="14"/>
                </a:cubicBezTo>
                <a:cubicBezTo>
                  <a:pt x="283" y="14"/>
                  <a:pt x="283" y="14"/>
                  <a:pt x="282" y="14"/>
                </a:cubicBezTo>
                <a:cubicBezTo>
                  <a:pt x="282" y="14"/>
                  <a:pt x="282" y="15"/>
                  <a:pt x="282" y="14"/>
                </a:cubicBezTo>
                <a:cubicBezTo>
                  <a:pt x="282" y="14"/>
                  <a:pt x="282" y="14"/>
                  <a:pt x="282" y="14"/>
                </a:cubicBezTo>
                <a:cubicBezTo>
                  <a:pt x="282" y="14"/>
                  <a:pt x="282" y="14"/>
                  <a:pt x="282" y="13"/>
                </a:cubicBezTo>
                <a:cubicBezTo>
                  <a:pt x="282" y="13"/>
                  <a:pt x="282" y="13"/>
                  <a:pt x="281" y="13"/>
                </a:cubicBezTo>
                <a:cubicBezTo>
                  <a:pt x="281" y="13"/>
                  <a:pt x="281" y="13"/>
                  <a:pt x="280" y="13"/>
                </a:cubicBezTo>
                <a:cubicBezTo>
                  <a:pt x="280" y="13"/>
                  <a:pt x="280" y="13"/>
                  <a:pt x="280" y="13"/>
                </a:cubicBezTo>
                <a:cubicBezTo>
                  <a:pt x="280" y="13"/>
                  <a:pt x="280" y="13"/>
                  <a:pt x="280" y="13"/>
                </a:cubicBezTo>
                <a:cubicBezTo>
                  <a:pt x="280" y="13"/>
                  <a:pt x="281" y="13"/>
                  <a:pt x="281" y="13"/>
                </a:cubicBezTo>
                <a:cubicBezTo>
                  <a:pt x="281" y="13"/>
                  <a:pt x="281" y="12"/>
                  <a:pt x="282" y="12"/>
                </a:cubicBezTo>
                <a:cubicBezTo>
                  <a:pt x="282" y="12"/>
                  <a:pt x="282" y="12"/>
                  <a:pt x="282" y="12"/>
                </a:cubicBezTo>
                <a:cubicBezTo>
                  <a:pt x="282" y="12"/>
                  <a:pt x="282" y="12"/>
                  <a:pt x="282" y="12"/>
                </a:cubicBezTo>
                <a:cubicBezTo>
                  <a:pt x="281" y="12"/>
                  <a:pt x="281" y="12"/>
                  <a:pt x="281" y="12"/>
                </a:cubicBezTo>
                <a:cubicBezTo>
                  <a:pt x="281" y="12"/>
                  <a:pt x="280" y="12"/>
                  <a:pt x="280" y="12"/>
                </a:cubicBezTo>
                <a:cubicBezTo>
                  <a:pt x="280" y="11"/>
                  <a:pt x="280" y="11"/>
                  <a:pt x="281" y="11"/>
                </a:cubicBezTo>
                <a:cubicBezTo>
                  <a:pt x="281" y="11"/>
                  <a:pt x="281" y="11"/>
                  <a:pt x="281" y="11"/>
                </a:cubicBezTo>
                <a:cubicBezTo>
                  <a:pt x="281" y="11"/>
                  <a:pt x="281" y="11"/>
                  <a:pt x="282" y="11"/>
                </a:cubicBezTo>
                <a:cubicBezTo>
                  <a:pt x="282" y="10"/>
                  <a:pt x="282" y="10"/>
                  <a:pt x="283" y="10"/>
                </a:cubicBezTo>
                <a:cubicBezTo>
                  <a:pt x="283" y="10"/>
                  <a:pt x="284" y="10"/>
                  <a:pt x="284" y="10"/>
                </a:cubicBezTo>
                <a:cubicBezTo>
                  <a:pt x="284" y="10"/>
                  <a:pt x="284" y="9"/>
                  <a:pt x="284" y="9"/>
                </a:cubicBezTo>
                <a:cubicBezTo>
                  <a:pt x="284" y="9"/>
                  <a:pt x="284" y="9"/>
                  <a:pt x="285" y="9"/>
                </a:cubicBezTo>
                <a:cubicBezTo>
                  <a:pt x="285" y="8"/>
                  <a:pt x="285" y="8"/>
                  <a:pt x="285" y="8"/>
                </a:cubicBezTo>
                <a:cubicBezTo>
                  <a:pt x="285" y="7"/>
                  <a:pt x="286" y="7"/>
                  <a:pt x="286" y="7"/>
                </a:cubicBezTo>
                <a:cubicBezTo>
                  <a:pt x="286" y="7"/>
                  <a:pt x="286" y="7"/>
                  <a:pt x="286" y="7"/>
                </a:cubicBezTo>
                <a:cubicBezTo>
                  <a:pt x="286" y="7"/>
                  <a:pt x="286" y="7"/>
                  <a:pt x="286" y="7"/>
                </a:cubicBezTo>
                <a:cubicBezTo>
                  <a:pt x="286" y="6"/>
                  <a:pt x="285" y="6"/>
                  <a:pt x="285" y="5"/>
                </a:cubicBezTo>
                <a:cubicBezTo>
                  <a:pt x="285" y="5"/>
                  <a:pt x="285" y="5"/>
                  <a:pt x="285" y="5"/>
                </a:cubicBezTo>
                <a:cubicBezTo>
                  <a:pt x="285" y="5"/>
                  <a:pt x="285" y="5"/>
                  <a:pt x="285" y="5"/>
                </a:cubicBezTo>
                <a:cubicBezTo>
                  <a:pt x="285" y="4"/>
                  <a:pt x="285" y="4"/>
                  <a:pt x="285" y="4"/>
                </a:cubicBezTo>
                <a:cubicBezTo>
                  <a:pt x="284" y="4"/>
                  <a:pt x="283" y="4"/>
                  <a:pt x="283" y="4"/>
                </a:cubicBezTo>
                <a:cubicBezTo>
                  <a:pt x="282" y="4"/>
                  <a:pt x="282" y="4"/>
                  <a:pt x="282" y="4"/>
                </a:cubicBezTo>
                <a:cubicBezTo>
                  <a:pt x="281" y="4"/>
                  <a:pt x="281" y="4"/>
                  <a:pt x="281" y="4"/>
                </a:cubicBezTo>
                <a:cubicBezTo>
                  <a:pt x="281" y="4"/>
                  <a:pt x="281" y="4"/>
                  <a:pt x="281" y="4"/>
                </a:cubicBezTo>
                <a:cubicBezTo>
                  <a:pt x="281" y="4"/>
                  <a:pt x="281" y="3"/>
                  <a:pt x="281" y="3"/>
                </a:cubicBezTo>
                <a:cubicBezTo>
                  <a:pt x="281" y="3"/>
                  <a:pt x="281" y="3"/>
                  <a:pt x="280" y="2"/>
                </a:cubicBezTo>
                <a:cubicBezTo>
                  <a:pt x="280" y="2"/>
                  <a:pt x="280" y="2"/>
                  <a:pt x="280" y="2"/>
                </a:cubicBezTo>
                <a:cubicBezTo>
                  <a:pt x="280" y="2"/>
                  <a:pt x="280" y="2"/>
                  <a:pt x="280" y="2"/>
                </a:cubicBezTo>
                <a:cubicBezTo>
                  <a:pt x="279" y="2"/>
                  <a:pt x="278" y="2"/>
                  <a:pt x="277" y="2"/>
                </a:cubicBezTo>
                <a:cubicBezTo>
                  <a:pt x="277" y="1"/>
                  <a:pt x="277" y="1"/>
                  <a:pt x="276" y="1"/>
                </a:cubicBezTo>
                <a:cubicBezTo>
                  <a:pt x="276" y="1"/>
                  <a:pt x="276" y="0"/>
                  <a:pt x="276" y="0"/>
                </a:cubicBezTo>
                <a:cubicBezTo>
                  <a:pt x="274" y="2"/>
                  <a:pt x="272" y="5"/>
                  <a:pt x="271" y="8"/>
                </a:cubicBezTo>
                <a:cubicBezTo>
                  <a:pt x="269" y="10"/>
                  <a:pt x="267" y="13"/>
                  <a:pt x="264" y="13"/>
                </a:cubicBezTo>
                <a:cubicBezTo>
                  <a:pt x="263" y="14"/>
                  <a:pt x="262" y="14"/>
                  <a:pt x="261" y="14"/>
                </a:cubicBezTo>
                <a:cubicBezTo>
                  <a:pt x="261" y="15"/>
                  <a:pt x="260" y="15"/>
                  <a:pt x="260" y="15"/>
                </a:cubicBezTo>
                <a:cubicBezTo>
                  <a:pt x="260" y="15"/>
                  <a:pt x="260" y="15"/>
                  <a:pt x="260" y="15"/>
                </a:cubicBezTo>
                <a:cubicBezTo>
                  <a:pt x="259" y="14"/>
                  <a:pt x="258" y="15"/>
                  <a:pt x="257" y="15"/>
                </a:cubicBezTo>
                <a:cubicBezTo>
                  <a:pt x="257" y="15"/>
                  <a:pt x="256" y="15"/>
                  <a:pt x="255" y="15"/>
                </a:cubicBezTo>
                <a:cubicBezTo>
                  <a:pt x="255" y="15"/>
                  <a:pt x="255" y="15"/>
                  <a:pt x="255" y="16"/>
                </a:cubicBezTo>
                <a:cubicBezTo>
                  <a:pt x="255" y="16"/>
                  <a:pt x="254" y="16"/>
                  <a:pt x="254" y="16"/>
                </a:cubicBezTo>
                <a:cubicBezTo>
                  <a:pt x="253" y="16"/>
                  <a:pt x="253" y="16"/>
                  <a:pt x="252" y="16"/>
                </a:cubicBezTo>
                <a:cubicBezTo>
                  <a:pt x="252" y="16"/>
                  <a:pt x="253" y="17"/>
                  <a:pt x="253" y="17"/>
                </a:cubicBezTo>
                <a:cubicBezTo>
                  <a:pt x="253" y="17"/>
                  <a:pt x="253" y="18"/>
                  <a:pt x="253" y="18"/>
                </a:cubicBezTo>
                <a:cubicBezTo>
                  <a:pt x="252" y="18"/>
                  <a:pt x="252" y="17"/>
                  <a:pt x="252" y="16"/>
                </a:cubicBezTo>
                <a:cubicBezTo>
                  <a:pt x="252" y="15"/>
                  <a:pt x="252" y="15"/>
                  <a:pt x="251" y="15"/>
                </a:cubicBezTo>
                <a:cubicBezTo>
                  <a:pt x="252" y="15"/>
                  <a:pt x="253" y="14"/>
                  <a:pt x="253" y="14"/>
                </a:cubicBezTo>
                <a:cubicBezTo>
                  <a:pt x="252" y="14"/>
                  <a:pt x="251" y="14"/>
                  <a:pt x="250" y="14"/>
                </a:cubicBezTo>
                <a:cubicBezTo>
                  <a:pt x="249" y="15"/>
                  <a:pt x="248" y="16"/>
                  <a:pt x="247" y="17"/>
                </a:cubicBezTo>
                <a:cubicBezTo>
                  <a:pt x="247" y="17"/>
                  <a:pt x="246" y="18"/>
                  <a:pt x="246" y="18"/>
                </a:cubicBezTo>
                <a:cubicBezTo>
                  <a:pt x="246" y="18"/>
                  <a:pt x="246" y="19"/>
                  <a:pt x="245" y="19"/>
                </a:cubicBezTo>
                <a:cubicBezTo>
                  <a:pt x="245" y="19"/>
                  <a:pt x="245" y="20"/>
                  <a:pt x="245" y="20"/>
                </a:cubicBezTo>
                <a:cubicBezTo>
                  <a:pt x="246" y="19"/>
                  <a:pt x="247" y="20"/>
                  <a:pt x="247" y="20"/>
                </a:cubicBezTo>
                <a:cubicBezTo>
                  <a:pt x="247" y="21"/>
                  <a:pt x="247" y="22"/>
                  <a:pt x="248" y="22"/>
                </a:cubicBezTo>
                <a:cubicBezTo>
                  <a:pt x="248" y="23"/>
                  <a:pt x="248" y="23"/>
                  <a:pt x="249" y="23"/>
                </a:cubicBezTo>
                <a:cubicBezTo>
                  <a:pt x="249" y="23"/>
                  <a:pt x="250" y="23"/>
                  <a:pt x="250" y="23"/>
                </a:cubicBezTo>
                <a:cubicBezTo>
                  <a:pt x="251" y="22"/>
                  <a:pt x="251" y="22"/>
                  <a:pt x="252" y="23"/>
                </a:cubicBezTo>
                <a:cubicBezTo>
                  <a:pt x="252" y="23"/>
                  <a:pt x="251" y="23"/>
                  <a:pt x="251" y="23"/>
                </a:cubicBezTo>
                <a:cubicBezTo>
                  <a:pt x="250" y="23"/>
                  <a:pt x="250" y="23"/>
                  <a:pt x="249" y="24"/>
                </a:cubicBezTo>
                <a:cubicBezTo>
                  <a:pt x="249" y="24"/>
                  <a:pt x="248" y="24"/>
                  <a:pt x="248" y="24"/>
                </a:cubicBezTo>
                <a:cubicBezTo>
                  <a:pt x="247" y="24"/>
                  <a:pt x="247" y="25"/>
                  <a:pt x="247" y="25"/>
                </a:cubicBezTo>
                <a:cubicBezTo>
                  <a:pt x="247" y="26"/>
                  <a:pt x="247" y="27"/>
                  <a:pt x="247" y="27"/>
                </a:cubicBezTo>
                <a:cubicBezTo>
                  <a:pt x="247" y="28"/>
                  <a:pt x="247" y="29"/>
                  <a:pt x="247" y="29"/>
                </a:cubicBezTo>
                <a:cubicBezTo>
                  <a:pt x="246" y="29"/>
                  <a:pt x="246" y="27"/>
                  <a:pt x="246" y="26"/>
                </a:cubicBezTo>
                <a:cubicBezTo>
                  <a:pt x="246" y="27"/>
                  <a:pt x="245" y="27"/>
                  <a:pt x="244" y="27"/>
                </a:cubicBezTo>
                <a:cubicBezTo>
                  <a:pt x="245" y="26"/>
                  <a:pt x="246" y="25"/>
                  <a:pt x="247" y="23"/>
                </a:cubicBezTo>
                <a:cubicBezTo>
                  <a:pt x="246" y="24"/>
                  <a:pt x="245" y="24"/>
                  <a:pt x="245" y="23"/>
                </a:cubicBezTo>
                <a:cubicBezTo>
                  <a:pt x="245" y="23"/>
                  <a:pt x="246" y="23"/>
                  <a:pt x="246" y="23"/>
                </a:cubicBezTo>
                <a:cubicBezTo>
                  <a:pt x="247" y="22"/>
                  <a:pt x="247" y="21"/>
                  <a:pt x="246" y="21"/>
                </a:cubicBezTo>
                <a:cubicBezTo>
                  <a:pt x="246" y="21"/>
                  <a:pt x="246" y="21"/>
                  <a:pt x="245" y="21"/>
                </a:cubicBezTo>
                <a:cubicBezTo>
                  <a:pt x="245" y="21"/>
                  <a:pt x="245" y="21"/>
                  <a:pt x="244" y="21"/>
                </a:cubicBezTo>
                <a:cubicBezTo>
                  <a:pt x="244" y="21"/>
                  <a:pt x="244" y="21"/>
                  <a:pt x="244" y="21"/>
                </a:cubicBezTo>
                <a:cubicBezTo>
                  <a:pt x="242" y="23"/>
                  <a:pt x="241" y="25"/>
                  <a:pt x="239" y="26"/>
                </a:cubicBezTo>
                <a:cubicBezTo>
                  <a:pt x="238" y="27"/>
                  <a:pt x="237" y="27"/>
                  <a:pt x="236" y="28"/>
                </a:cubicBezTo>
                <a:cubicBezTo>
                  <a:pt x="235" y="29"/>
                  <a:pt x="234" y="30"/>
                  <a:pt x="233" y="30"/>
                </a:cubicBezTo>
                <a:cubicBezTo>
                  <a:pt x="232" y="30"/>
                  <a:pt x="231" y="30"/>
                  <a:pt x="231" y="30"/>
                </a:cubicBezTo>
                <a:cubicBezTo>
                  <a:pt x="230" y="31"/>
                  <a:pt x="230" y="31"/>
                  <a:pt x="230" y="31"/>
                </a:cubicBezTo>
                <a:cubicBezTo>
                  <a:pt x="229" y="31"/>
                  <a:pt x="229" y="31"/>
                  <a:pt x="229" y="30"/>
                </a:cubicBezTo>
                <a:cubicBezTo>
                  <a:pt x="229" y="30"/>
                  <a:pt x="230" y="30"/>
                  <a:pt x="230" y="30"/>
                </a:cubicBezTo>
                <a:cubicBezTo>
                  <a:pt x="230" y="30"/>
                  <a:pt x="230" y="30"/>
                  <a:pt x="231" y="30"/>
                </a:cubicBezTo>
                <a:cubicBezTo>
                  <a:pt x="231" y="30"/>
                  <a:pt x="231" y="29"/>
                  <a:pt x="231" y="29"/>
                </a:cubicBezTo>
                <a:cubicBezTo>
                  <a:pt x="230" y="29"/>
                  <a:pt x="229" y="29"/>
                  <a:pt x="229" y="28"/>
                </a:cubicBezTo>
                <a:cubicBezTo>
                  <a:pt x="228" y="30"/>
                  <a:pt x="227" y="31"/>
                  <a:pt x="226" y="33"/>
                </a:cubicBezTo>
                <a:cubicBezTo>
                  <a:pt x="225" y="33"/>
                  <a:pt x="224" y="34"/>
                  <a:pt x="225" y="35"/>
                </a:cubicBezTo>
                <a:cubicBezTo>
                  <a:pt x="225" y="34"/>
                  <a:pt x="225" y="34"/>
                  <a:pt x="226" y="35"/>
                </a:cubicBezTo>
                <a:cubicBezTo>
                  <a:pt x="226" y="36"/>
                  <a:pt x="227" y="37"/>
                  <a:pt x="228" y="38"/>
                </a:cubicBezTo>
                <a:cubicBezTo>
                  <a:pt x="227" y="37"/>
                  <a:pt x="226" y="36"/>
                  <a:pt x="225" y="35"/>
                </a:cubicBezTo>
                <a:cubicBezTo>
                  <a:pt x="225" y="35"/>
                  <a:pt x="225" y="35"/>
                  <a:pt x="224" y="35"/>
                </a:cubicBezTo>
                <a:cubicBezTo>
                  <a:pt x="224" y="35"/>
                  <a:pt x="224" y="35"/>
                  <a:pt x="224" y="35"/>
                </a:cubicBezTo>
                <a:cubicBezTo>
                  <a:pt x="224" y="37"/>
                  <a:pt x="223" y="38"/>
                  <a:pt x="222" y="39"/>
                </a:cubicBezTo>
                <a:cubicBezTo>
                  <a:pt x="222" y="39"/>
                  <a:pt x="222" y="40"/>
                  <a:pt x="221" y="40"/>
                </a:cubicBezTo>
                <a:cubicBezTo>
                  <a:pt x="221" y="40"/>
                  <a:pt x="221" y="40"/>
                  <a:pt x="221" y="41"/>
                </a:cubicBezTo>
                <a:cubicBezTo>
                  <a:pt x="220" y="41"/>
                  <a:pt x="220" y="42"/>
                  <a:pt x="219" y="42"/>
                </a:cubicBezTo>
                <a:cubicBezTo>
                  <a:pt x="219" y="42"/>
                  <a:pt x="219" y="42"/>
                  <a:pt x="219" y="43"/>
                </a:cubicBezTo>
                <a:cubicBezTo>
                  <a:pt x="219" y="43"/>
                  <a:pt x="219" y="43"/>
                  <a:pt x="219" y="43"/>
                </a:cubicBezTo>
                <a:cubicBezTo>
                  <a:pt x="219" y="43"/>
                  <a:pt x="219" y="43"/>
                  <a:pt x="219" y="43"/>
                </a:cubicBezTo>
                <a:cubicBezTo>
                  <a:pt x="219" y="43"/>
                  <a:pt x="219" y="44"/>
                  <a:pt x="220" y="44"/>
                </a:cubicBezTo>
                <a:cubicBezTo>
                  <a:pt x="220" y="44"/>
                  <a:pt x="219" y="44"/>
                  <a:pt x="219" y="44"/>
                </a:cubicBezTo>
                <a:cubicBezTo>
                  <a:pt x="219" y="44"/>
                  <a:pt x="219" y="44"/>
                  <a:pt x="219" y="45"/>
                </a:cubicBezTo>
                <a:cubicBezTo>
                  <a:pt x="219" y="45"/>
                  <a:pt x="219" y="45"/>
                  <a:pt x="219" y="45"/>
                </a:cubicBezTo>
                <a:cubicBezTo>
                  <a:pt x="219" y="45"/>
                  <a:pt x="219" y="45"/>
                  <a:pt x="219" y="45"/>
                </a:cubicBezTo>
                <a:cubicBezTo>
                  <a:pt x="219" y="45"/>
                  <a:pt x="219" y="45"/>
                  <a:pt x="219" y="46"/>
                </a:cubicBezTo>
                <a:cubicBezTo>
                  <a:pt x="219" y="46"/>
                  <a:pt x="219" y="46"/>
                  <a:pt x="219" y="46"/>
                </a:cubicBezTo>
                <a:cubicBezTo>
                  <a:pt x="219" y="46"/>
                  <a:pt x="219" y="46"/>
                  <a:pt x="219" y="46"/>
                </a:cubicBezTo>
                <a:cubicBezTo>
                  <a:pt x="218" y="46"/>
                  <a:pt x="218" y="46"/>
                  <a:pt x="218" y="47"/>
                </a:cubicBezTo>
                <a:cubicBezTo>
                  <a:pt x="218" y="47"/>
                  <a:pt x="218" y="47"/>
                  <a:pt x="218" y="47"/>
                </a:cubicBezTo>
                <a:cubicBezTo>
                  <a:pt x="218" y="47"/>
                  <a:pt x="218" y="47"/>
                  <a:pt x="218" y="47"/>
                </a:cubicBezTo>
                <a:cubicBezTo>
                  <a:pt x="219" y="48"/>
                  <a:pt x="219" y="48"/>
                  <a:pt x="219" y="49"/>
                </a:cubicBezTo>
                <a:cubicBezTo>
                  <a:pt x="219" y="49"/>
                  <a:pt x="219" y="49"/>
                  <a:pt x="219" y="49"/>
                </a:cubicBezTo>
                <a:cubicBezTo>
                  <a:pt x="219" y="49"/>
                  <a:pt x="219" y="49"/>
                  <a:pt x="219" y="49"/>
                </a:cubicBezTo>
                <a:cubicBezTo>
                  <a:pt x="219" y="49"/>
                  <a:pt x="218" y="49"/>
                  <a:pt x="218" y="49"/>
                </a:cubicBezTo>
                <a:cubicBezTo>
                  <a:pt x="218" y="49"/>
                  <a:pt x="218" y="49"/>
                  <a:pt x="218" y="50"/>
                </a:cubicBezTo>
                <a:cubicBezTo>
                  <a:pt x="218" y="50"/>
                  <a:pt x="218" y="50"/>
                  <a:pt x="218" y="50"/>
                </a:cubicBezTo>
                <a:cubicBezTo>
                  <a:pt x="218" y="50"/>
                  <a:pt x="218" y="50"/>
                  <a:pt x="218" y="50"/>
                </a:cubicBezTo>
                <a:cubicBezTo>
                  <a:pt x="218" y="51"/>
                  <a:pt x="218" y="52"/>
                  <a:pt x="218" y="53"/>
                </a:cubicBezTo>
                <a:cubicBezTo>
                  <a:pt x="217" y="54"/>
                  <a:pt x="217" y="54"/>
                  <a:pt x="216" y="55"/>
                </a:cubicBezTo>
                <a:cubicBezTo>
                  <a:pt x="215" y="57"/>
                  <a:pt x="213" y="59"/>
                  <a:pt x="211" y="61"/>
                </a:cubicBezTo>
                <a:cubicBezTo>
                  <a:pt x="210" y="62"/>
                  <a:pt x="207" y="64"/>
                  <a:pt x="205" y="64"/>
                </a:cubicBezTo>
                <a:cubicBezTo>
                  <a:pt x="205" y="64"/>
                  <a:pt x="205" y="64"/>
                  <a:pt x="205" y="65"/>
                </a:cubicBezTo>
                <a:cubicBezTo>
                  <a:pt x="203" y="64"/>
                  <a:pt x="201" y="65"/>
                  <a:pt x="199" y="65"/>
                </a:cubicBezTo>
                <a:cubicBezTo>
                  <a:pt x="196" y="65"/>
                  <a:pt x="193" y="65"/>
                  <a:pt x="191" y="65"/>
                </a:cubicBezTo>
                <a:cubicBezTo>
                  <a:pt x="191" y="65"/>
                  <a:pt x="190" y="64"/>
                  <a:pt x="190" y="65"/>
                </a:cubicBezTo>
                <a:cubicBezTo>
                  <a:pt x="190" y="65"/>
                  <a:pt x="190" y="65"/>
                  <a:pt x="190" y="66"/>
                </a:cubicBezTo>
                <a:cubicBezTo>
                  <a:pt x="191" y="68"/>
                  <a:pt x="190" y="70"/>
                  <a:pt x="190" y="72"/>
                </a:cubicBezTo>
                <a:cubicBezTo>
                  <a:pt x="189" y="74"/>
                  <a:pt x="189" y="76"/>
                  <a:pt x="187" y="77"/>
                </a:cubicBezTo>
                <a:cubicBezTo>
                  <a:pt x="187" y="77"/>
                  <a:pt x="187" y="78"/>
                  <a:pt x="186" y="78"/>
                </a:cubicBezTo>
                <a:cubicBezTo>
                  <a:pt x="188" y="78"/>
                  <a:pt x="190" y="78"/>
                  <a:pt x="191" y="80"/>
                </a:cubicBezTo>
                <a:cubicBezTo>
                  <a:pt x="192" y="81"/>
                  <a:pt x="192" y="83"/>
                  <a:pt x="193" y="84"/>
                </a:cubicBezTo>
                <a:cubicBezTo>
                  <a:pt x="194" y="84"/>
                  <a:pt x="195" y="84"/>
                  <a:pt x="196" y="84"/>
                </a:cubicBezTo>
                <a:cubicBezTo>
                  <a:pt x="198" y="85"/>
                  <a:pt x="199" y="86"/>
                  <a:pt x="200" y="88"/>
                </a:cubicBezTo>
                <a:cubicBezTo>
                  <a:pt x="201" y="89"/>
                  <a:pt x="202" y="90"/>
                  <a:pt x="204" y="91"/>
                </a:cubicBezTo>
                <a:cubicBezTo>
                  <a:pt x="204" y="91"/>
                  <a:pt x="205" y="91"/>
                  <a:pt x="205" y="92"/>
                </a:cubicBezTo>
                <a:cubicBezTo>
                  <a:pt x="205" y="92"/>
                  <a:pt x="205" y="92"/>
                  <a:pt x="205" y="93"/>
                </a:cubicBezTo>
                <a:cubicBezTo>
                  <a:pt x="206" y="94"/>
                  <a:pt x="208" y="94"/>
                  <a:pt x="209" y="95"/>
                </a:cubicBezTo>
                <a:cubicBezTo>
                  <a:pt x="210" y="96"/>
                  <a:pt x="210" y="97"/>
                  <a:pt x="210" y="98"/>
                </a:cubicBezTo>
                <a:cubicBezTo>
                  <a:pt x="210" y="98"/>
                  <a:pt x="211" y="98"/>
                  <a:pt x="211" y="98"/>
                </a:cubicBezTo>
                <a:cubicBezTo>
                  <a:pt x="211" y="98"/>
                  <a:pt x="210" y="98"/>
                  <a:pt x="210" y="99"/>
                </a:cubicBezTo>
                <a:cubicBezTo>
                  <a:pt x="210" y="99"/>
                  <a:pt x="211" y="99"/>
                  <a:pt x="211" y="99"/>
                </a:cubicBezTo>
                <a:cubicBezTo>
                  <a:pt x="212" y="100"/>
                  <a:pt x="212" y="100"/>
                  <a:pt x="212" y="100"/>
                </a:cubicBezTo>
                <a:cubicBezTo>
                  <a:pt x="212" y="100"/>
                  <a:pt x="212" y="101"/>
                  <a:pt x="212" y="101"/>
                </a:cubicBezTo>
                <a:cubicBezTo>
                  <a:pt x="211" y="102"/>
                  <a:pt x="212" y="103"/>
                  <a:pt x="212" y="104"/>
                </a:cubicBezTo>
                <a:cubicBezTo>
                  <a:pt x="212" y="104"/>
                  <a:pt x="212" y="104"/>
                  <a:pt x="212" y="105"/>
                </a:cubicBezTo>
                <a:cubicBezTo>
                  <a:pt x="212" y="105"/>
                  <a:pt x="212" y="105"/>
                  <a:pt x="212" y="105"/>
                </a:cubicBezTo>
                <a:cubicBezTo>
                  <a:pt x="212" y="105"/>
                  <a:pt x="213" y="105"/>
                  <a:pt x="213" y="105"/>
                </a:cubicBezTo>
                <a:cubicBezTo>
                  <a:pt x="213" y="105"/>
                  <a:pt x="213" y="106"/>
                  <a:pt x="214" y="106"/>
                </a:cubicBezTo>
                <a:cubicBezTo>
                  <a:pt x="214" y="106"/>
                  <a:pt x="214" y="106"/>
                  <a:pt x="215" y="106"/>
                </a:cubicBezTo>
                <a:cubicBezTo>
                  <a:pt x="215" y="106"/>
                  <a:pt x="215" y="107"/>
                  <a:pt x="214" y="107"/>
                </a:cubicBezTo>
                <a:cubicBezTo>
                  <a:pt x="214" y="107"/>
                  <a:pt x="214" y="107"/>
                  <a:pt x="214" y="107"/>
                </a:cubicBezTo>
                <a:cubicBezTo>
                  <a:pt x="213" y="107"/>
                  <a:pt x="213" y="107"/>
                  <a:pt x="213" y="107"/>
                </a:cubicBezTo>
                <a:cubicBezTo>
                  <a:pt x="213" y="107"/>
                  <a:pt x="213" y="107"/>
                  <a:pt x="213" y="107"/>
                </a:cubicBezTo>
                <a:cubicBezTo>
                  <a:pt x="214" y="107"/>
                  <a:pt x="214" y="107"/>
                  <a:pt x="214" y="107"/>
                </a:cubicBezTo>
                <a:cubicBezTo>
                  <a:pt x="214" y="108"/>
                  <a:pt x="215" y="108"/>
                  <a:pt x="216" y="108"/>
                </a:cubicBezTo>
                <a:cubicBezTo>
                  <a:pt x="216" y="108"/>
                  <a:pt x="217" y="109"/>
                  <a:pt x="217" y="109"/>
                </a:cubicBezTo>
                <a:cubicBezTo>
                  <a:pt x="218" y="109"/>
                  <a:pt x="218" y="108"/>
                  <a:pt x="218" y="109"/>
                </a:cubicBezTo>
                <a:cubicBezTo>
                  <a:pt x="219" y="109"/>
                  <a:pt x="219" y="109"/>
                  <a:pt x="219" y="109"/>
                </a:cubicBezTo>
                <a:cubicBezTo>
                  <a:pt x="219" y="109"/>
                  <a:pt x="220" y="109"/>
                  <a:pt x="220" y="108"/>
                </a:cubicBezTo>
                <a:cubicBezTo>
                  <a:pt x="220" y="108"/>
                  <a:pt x="221" y="108"/>
                  <a:pt x="222" y="109"/>
                </a:cubicBezTo>
                <a:cubicBezTo>
                  <a:pt x="222" y="109"/>
                  <a:pt x="222" y="109"/>
                  <a:pt x="222" y="109"/>
                </a:cubicBezTo>
                <a:cubicBezTo>
                  <a:pt x="223" y="109"/>
                  <a:pt x="223" y="108"/>
                  <a:pt x="223" y="108"/>
                </a:cubicBezTo>
                <a:cubicBezTo>
                  <a:pt x="224" y="108"/>
                  <a:pt x="224" y="107"/>
                  <a:pt x="224" y="107"/>
                </a:cubicBezTo>
                <a:cubicBezTo>
                  <a:pt x="223" y="106"/>
                  <a:pt x="222" y="106"/>
                  <a:pt x="222" y="106"/>
                </a:cubicBezTo>
                <a:cubicBezTo>
                  <a:pt x="222" y="105"/>
                  <a:pt x="223" y="105"/>
                  <a:pt x="223" y="105"/>
                </a:cubicBezTo>
                <a:cubicBezTo>
                  <a:pt x="223" y="105"/>
                  <a:pt x="223" y="105"/>
                  <a:pt x="223" y="106"/>
                </a:cubicBezTo>
                <a:cubicBezTo>
                  <a:pt x="223" y="106"/>
                  <a:pt x="223" y="106"/>
                  <a:pt x="223" y="106"/>
                </a:cubicBezTo>
                <a:cubicBezTo>
                  <a:pt x="224" y="106"/>
                  <a:pt x="224" y="106"/>
                  <a:pt x="225" y="106"/>
                </a:cubicBezTo>
                <a:cubicBezTo>
                  <a:pt x="225" y="107"/>
                  <a:pt x="224" y="108"/>
                  <a:pt x="224" y="108"/>
                </a:cubicBezTo>
                <a:cubicBezTo>
                  <a:pt x="224" y="109"/>
                  <a:pt x="223" y="109"/>
                  <a:pt x="224" y="110"/>
                </a:cubicBezTo>
                <a:cubicBezTo>
                  <a:pt x="226" y="110"/>
                  <a:pt x="227" y="108"/>
                  <a:pt x="229" y="109"/>
                </a:cubicBezTo>
                <a:cubicBezTo>
                  <a:pt x="229" y="109"/>
                  <a:pt x="230" y="109"/>
                  <a:pt x="230" y="109"/>
                </a:cubicBezTo>
                <a:cubicBezTo>
                  <a:pt x="231" y="109"/>
                  <a:pt x="231" y="109"/>
                  <a:pt x="232" y="110"/>
                </a:cubicBezTo>
                <a:cubicBezTo>
                  <a:pt x="232" y="110"/>
                  <a:pt x="232" y="111"/>
                  <a:pt x="232" y="112"/>
                </a:cubicBezTo>
                <a:cubicBezTo>
                  <a:pt x="231" y="111"/>
                  <a:pt x="231" y="111"/>
                  <a:pt x="231" y="111"/>
                </a:cubicBezTo>
                <a:cubicBezTo>
                  <a:pt x="230" y="111"/>
                  <a:pt x="230" y="112"/>
                  <a:pt x="230" y="113"/>
                </a:cubicBezTo>
                <a:cubicBezTo>
                  <a:pt x="230" y="114"/>
                  <a:pt x="229" y="114"/>
                  <a:pt x="229" y="115"/>
                </a:cubicBezTo>
                <a:cubicBezTo>
                  <a:pt x="229" y="115"/>
                  <a:pt x="229" y="115"/>
                  <a:pt x="229" y="116"/>
                </a:cubicBezTo>
                <a:cubicBezTo>
                  <a:pt x="229" y="116"/>
                  <a:pt x="229" y="116"/>
                  <a:pt x="229" y="116"/>
                </a:cubicBezTo>
                <a:cubicBezTo>
                  <a:pt x="230" y="117"/>
                  <a:pt x="231" y="118"/>
                  <a:pt x="232" y="118"/>
                </a:cubicBezTo>
                <a:cubicBezTo>
                  <a:pt x="232" y="118"/>
                  <a:pt x="232" y="119"/>
                  <a:pt x="232" y="119"/>
                </a:cubicBezTo>
                <a:cubicBezTo>
                  <a:pt x="232" y="119"/>
                  <a:pt x="233" y="119"/>
                  <a:pt x="233" y="119"/>
                </a:cubicBezTo>
                <a:cubicBezTo>
                  <a:pt x="233" y="120"/>
                  <a:pt x="233" y="120"/>
                  <a:pt x="233" y="120"/>
                </a:cubicBezTo>
                <a:cubicBezTo>
                  <a:pt x="233" y="120"/>
                  <a:pt x="233" y="120"/>
                  <a:pt x="234" y="120"/>
                </a:cubicBezTo>
                <a:cubicBezTo>
                  <a:pt x="234" y="120"/>
                  <a:pt x="234" y="120"/>
                  <a:pt x="234" y="119"/>
                </a:cubicBezTo>
                <a:cubicBezTo>
                  <a:pt x="235" y="119"/>
                  <a:pt x="235" y="118"/>
                  <a:pt x="236" y="118"/>
                </a:cubicBezTo>
                <a:cubicBezTo>
                  <a:pt x="237" y="117"/>
                  <a:pt x="237" y="118"/>
                  <a:pt x="237" y="117"/>
                </a:cubicBezTo>
                <a:cubicBezTo>
                  <a:pt x="238" y="117"/>
                  <a:pt x="238" y="117"/>
                  <a:pt x="238" y="117"/>
                </a:cubicBezTo>
                <a:cubicBezTo>
                  <a:pt x="238" y="117"/>
                  <a:pt x="238" y="118"/>
                  <a:pt x="239" y="118"/>
                </a:cubicBezTo>
                <a:cubicBezTo>
                  <a:pt x="239" y="119"/>
                  <a:pt x="240" y="119"/>
                  <a:pt x="241" y="118"/>
                </a:cubicBezTo>
                <a:cubicBezTo>
                  <a:pt x="242" y="118"/>
                  <a:pt x="243" y="118"/>
                  <a:pt x="244" y="117"/>
                </a:cubicBezTo>
                <a:cubicBezTo>
                  <a:pt x="245" y="117"/>
                  <a:pt x="246" y="117"/>
                  <a:pt x="246" y="118"/>
                </a:cubicBezTo>
                <a:cubicBezTo>
                  <a:pt x="247" y="118"/>
                  <a:pt x="247" y="117"/>
                  <a:pt x="247" y="117"/>
                </a:cubicBezTo>
                <a:cubicBezTo>
                  <a:pt x="248" y="117"/>
                  <a:pt x="248" y="117"/>
                  <a:pt x="248" y="117"/>
                </a:cubicBezTo>
                <a:cubicBezTo>
                  <a:pt x="249" y="118"/>
                  <a:pt x="248" y="118"/>
                  <a:pt x="248" y="118"/>
                </a:cubicBezTo>
                <a:cubicBezTo>
                  <a:pt x="248" y="118"/>
                  <a:pt x="248" y="118"/>
                  <a:pt x="247" y="118"/>
                </a:cubicBezTo>
                <a:cubicBezTo>
                  <a:pt x="247" y="118"/>
                  <a:pt x="247" y="118"/>
                  <a:pt x="247" y="119"/>
                </a:cubicBezTo>
                <a:cubicBezTo>
                  <a:pt x="247" y="119"/>
                  <a:pt x="246" y="119"/>
                  <a:pt x="246" y="119"/>
                </a:cubicBezTo>
                <a:cubicBezTo>
                  <a:pt x="246" y="118"/>
                  <a:pt x="245" y="118"/>
                  <a:pt x="245" y="118"/>
                </a:cubicBezTo>
                <a:cubicBezTo>
                  <a:pt x="244" y="117"/>
                  <a:pt x="244" y="118"/>
                  <a:pt x="244" y="119"/>
                </a:cubicBezTo>
                <a:cubicBezTo>
                  <a:pt x="244" y="120"/>
                  <a:pt x="244" y="121"/>
                  <a:pt x="244" y="121"/>
                </a:cubicBezTo>
                <a:cubicBezTo>
                  <a:pt x="244" y="122"/>
                  <a:pt x="244" y="123"/>
                  <a:pt x="243" y="123"/>
                </a:cubicBezTo>
                <a:cubicBezTo>
                  <a:pt x="243" y="123"/>
                  <a:pt x="242" y="124"/>
                  <a:pt x="242" y="124"/>
                </a:cubicBezTo>
                <a:cubicBezTo>
                  <a:pt x="241" y="124"/>
                  <a:pt x="239" y="124"/>
                  <a:pt x="238" y="123"/>
                </a:cubicBezTo>
                <a:cubicBezTo>
                  <a:pt x="237" y="122"/>
                  <a:pt x="236" y="121"/>
                  <a:pt x="235" y="121"/>
                </a:cubicBezTo>
                <a:cubicBezTo>
                  <a:pt x="235" y="121"/>
                  <a:pt x="234" y="121"/>
                  <a:pt x="233" y="121"/>
                </a:cubicBezTo>
                <a:cubicBezTo>
                  <a:pt x="233" y="122"/>
                  <a:pt x="232" y="122"/>
                  <a:pt x="231" y="122"/>
                </a:cubicBezTo>
                <a:cubicBezTo>
                  <a:pt x="230" y="122"/>
                  <a:pt x="230" y="121"/>
                  <a:pt x="229" y="120"/>
                </a:cubicBezTo>
                <a:cubicBezTo>
                  <a:pt x="229" y="120"/>
                  <a:pt x="229" y="120"/>
                  <a:pt x="229" y="120"/>
                </a:cubicBezTo>
                <a:cubicBezTo>
                  <a:pt x="229" y="120"/>
                  <a:pt x="229" y="119"/>
                  <a:pt x="229" y="119"/>
                </a:cubicBezTo>
                <a:cubicBezTo>
                  <a:pt x="228" y="119"/>
                  <a:pt x="228" y="118"/>
                  <a:pt x="228" y="118"/>
                </a:cubicBezTo>
                <a:cubicBezTo>
                  <a:pt x="228" y="118"/>
                  <a:pt x="227" y="118"/>
                  <a:pt x="227" y="117"/>
                </a:cubicBezTo>
                <a:cubicBezTo>
                  <a:pt x="227" y="117"/>
                  <a:pt x="227" y="117"/>
                  <a:pt x="227" y="116"/>
                </a:cubicBezTo>
                <a:cubicBezTo>
                  <a:pt x="227" y="116"/>
                  <a:pt x="228" y="116"/>
                  <a:pt x="228" y="116"/>
                </a:cubicBezTo>
                <a:cubicBezTo>
                  <a:pt x="228" y="115"/>
                  <a:pt x="228" y="115"/>
                  <a:pt x="228" y="115"/>
                </a:cubicBezTo>
                <a:cubicBezTo>
                  <a:pt x="228" y="115"/>
                  <a:pt x="227" y="114"/>
                  <a:pt x="227" y="114"/>
                </a:cubicBezTo>
                <a:cubicBezTo>
                  <a:pt x="227" y="114"/>
                  <a:pt x="226" y="114"/>
                  <a:pt x="226" y="113"/>
                </a:cubicBezTo>
                <a:cubicBezTo>
                  <a:pt x="226" y="113"/>
                  <a:pt x="226" y="112"/>
                  <a:pt x="225" y="111"/>
                </a:cubicBezTo>
                <a:cubicBezTo>
                  <a:pt x="225" y="111"/>
                  <a:pt x="225" y="111"/>
                  <a:pt x="225" y="111"/>
                </a:cubicBezTo>
                <a:cubicBezTo>
                  <a:pt x="225" y="111"/>
                  <a:pt x="225" y="111"/>
                  <a:pt x="225" y="111"/>
                </a:cubicBezTo>
                <a:cubicBezTo>
                  <a:pt x="224" y="111"/>
                  <a:pt x="224" y="111"/>
                  <a:pt x="224" y="111"/>
                </a:cubicBezTo>
                <a:cubicBezTo>
                  <a:pt x="224" y="111"/>
                  <a:pt x="224" y="111"/>
                  <a:pt x="223" y="111"/>
                </a:cubicBezTo>
                <a:cubicBezTo>
                  <a:pt x="223" y="111"/>
                  <a:pt x="223" y="111"/>
                  <a:pt x="223" y="111"/>
                </a:cubicBezTo>
                <a:cubicBezTo>
                  <a:pt x="223" y="112"/>
                  <a:pt x="223" y="112"/>
                  <a:pt x="223" y="112"/>
                </a:cubicBezTo>
                <a:cubicBezTo>
                  <a:pt x="223" y="112"/>
                  <a:pt x="223" y="113"/>
                  <a:pt x="223" y="113"/>
                </a:cubicBezTo>
                <a:cubicBezTo>
                  <a:pt x="223" y="113"/>
                  <a:pt x="223" y="113"/>
                  <a:pt x="223" y="113"/>
                </a:cubicBezTo>
                <a:cubicBezTo>
                  <a:pt x="223" y="114"/>
                  <a:pt x="223" y="114"/>
                  <a:pt x="223" y="114"/>
                </a:cubicBezTo>
                <a:cubicBezTo>
                  <a:pt x="223" y="115"/>
                  <a:pt x="223" y="115"/>
                  <a:pt x="224" y="115"/>
                </a:cubicBezTo>
                <a:cubicBezTo>
                  <a:pt x="224" y="115"/>
                  <a:pt x="224" y="115"/>
                  <a:pt x="224" y="115"/>
                </a:cubicBezTo>
                <a:cubicBezTo>
                  <a:pt x="225" y="116"/>
                  <a:pt x="226" y="116"/>
                  <a:pt x="226" y="117"/>
                </a:cubicBezTo>
                <a:cubicBezTo>
                  <a:pt x="227" y="117"/>
                  <a:pt x="227" y="118"/>
                  <a:pt x="227" y="118"/>
                </a:cubicBezTo>
                <a:cubicBezTo>
                  <a:pt x="228" y="119"/>
                  <a:pt x="228" y="119"/>
                  <a:pt x="228" y="119"/>
                </a:cubicBezTo>
                <a:cubicBezTo>
                  <a:pt x="228" y="120"/>
                  <a:pt x="229" y="120"/>
                  <a:pt x="229" y="121"/>
                </a:cubicBezTo>
                <a:cubicBezTo>
                  <a:pt x="229" y="121"/>
                  <a:pt x="229" y="122"/>
                  <a:pt x="229" y="122"/>
                </a:cubicBezTo>
                <a:cubicBezTo>
                  <a:pt x="229" y="122"/>
                  <a:pt x="229" y="124"/>
                  <a:pt x="229" y="124"/>
                </a:cubicBezTo>
                <a:cubicBezTo>
                  <a:pt x="229" y="124"/>
                  <a:pt x="230" y="124"/>
                  <a:pt x="230" y="123"/>
                </a:cubicBezTo>
                <a:cubicBezTo>
                  <a:pt x="231" y="123"/>
                  <a:pt x="231" y="123"/>
                  <a:pt x="232" y="123"/>
                </a:cubicBezTo>
                <a:cubicBezTo>
                  <a:pt x="234" y="123"/>
                  <a:pt x="236" y="124"/>
                  <a:pt x="237" y="126"/>
                </a:cubicBezTo>
                <a:cubicBezTo>
                  <a:pt x="237" y="126"/>
                  <a:pt x="237" y="126"/>
                  <a:pt x="237" y="127"/>
                </a:cubicBezTo>
                <a:cubicBezTo>
                  <a:pt x="237" y="127"/>
                  <a:pt x="237" y="127"/>
                  <a:pt x="237" y="127"/>
                </a:cubicBezTo>
                <a:cubicBezTo>
                  <a:pt x="237" y="128"/>
                  <a:pt x="236" y="128"/>
                  <a:pt x="236" y="129"/>
                </a:cubicBezTo>
                <a:cubicBezTo>
                  <a:pt x="235" y="129"/>
                  <a:pt x="236" y="128"/>
                  <a:pt x="236" y="128"/>
                </a:cubicBezTo>
                <a:cubicBezTo>
                  <a:pt x="236" y="127"/>
                  <a:pt x="236" y="127"/>
                  <a:pt x="236" y="127"/>
                </a:cubicBezTo>
                <a:cubicBezTo>
                  <a:pt x="236" y="127"/>
                  <a:pt x="235" y="127"/>
                  <a:pt x="235" y="127"/>
                </a:cubicBezTo>
                <a:cubicBezTo>
                  <a:pt x="234" y="127"/>
                  <a:pt x="234" y="127"/>
                  <a:pt x="234" y="127"/>
                </a:cubicBezTo>
                <a:cubicBezTo>
                  <a:pt x="234" y="126"/>
                  <a:pt x="233" y="126"/>
                  <a:pt x="233" y="126"/>
                </a:cubicBezTo>
                <a:cubicBezTo>
                  <a:pt x="233" y="126"/>
                  <a:pt x="232" y="127"/>
                  <a:pt x="232" y="127"/>
                </a:cubicBezTo>
                <a:cubicBezTo>
                  <a:pt x="231" y="129"/>
                  <a:pt x="230" y="130"/>
                  <a:pt x="230" y="132"/>
                </a:cubicBezTo>
                <a:cubicBezTo>
                  <a:pt x="229" y="132"/>
                  <a:pt x="229" y="132"/>
                  <a:pt x="229" y="132"/>
                </a:cubicBezTo>
                <a:cubicBezTo>
                  <a:pt x="229" y="132"/>
                  <a:pt x="229" y="132"/>
                  <a:pt x="229" y="131"/>
                </a:cubicBezTo>
                <a:cubicBezTo>
                  <a:pt x="228" y="131"/>
                  <a:pt x="228" y="131"/>
                  <a:pt x="227" y="130"/>
                </a:cubicBezTo>
                <a:cubicBezTo>
                  <a:pt x="227" y="130"/>
                  <a:pt x="226" y="131"/>
                  <a:pt x="225" y="131"/>
                </a:cubicBezTo>
                <a:cubicBezTo>
                  <a:pt x="224" y="131"/>
                  <a:pt x="223" y="130"/>
                  <a:pt x="222" y="131"/>
                </a:cubicBezTo>
                <a:cubicBezTo>
                  <a:pt x="222" y="131"/>
                  <a:pt x="222" y="130"/>
                  <a:pt x="221" y="130"/>
                </a:cubicBezTo>
                <a:cubicBezTo>
                  <a:pt x="221" y="130"/>
                  <a:pt x="220" y="130"/>
                  <a:pt x="220" y="130"/>
                </a:cubicBezTo>
                <a:cubicBezTo>
                  <a:pt x="219" y="130"/>
                  <a:pt x="218" y="131"/>
                  <a:pt x="217" y="131"/>
                </a:cubicBezTo>
                <a:cubicBezTo>
                  <a:pt x="215" y="131"/>
                  <a:pt x="214" y="130"/>
                  <a:pt x="212" y="131"/>
                </a:cubicBezTo>
                <a:cubicBezTo>
                  <a:pt x="212" y="130"/>
                  <a:pt x="212" y="130"/>
                  <a:pt x="212" y="130"/>
                </a:cubicBezTo>
                <a:cubicBezTo>
                  <a:pt x="212" y="129"/>
                  <a:pt x="211" y="129"/>
                  <a:pt x="211" y="128"/>
                </a:cubicBezTo>
                <a:cubicBezTo>
                  <a:pt x="211" y="128"/>
                  <a:pt x="211" y="128"/>
                  <a:pt x="210" y="128"/>
                </a:cubicBezTo>
                <a:cubicBezTo>
                  <a:pt x="210" y="128"/>
                  <a:pt x="209" y="128"/>
                  <a:pt x="209" y="128"/>
                </a:cubicBezTo>
                <a:cubicBezTo>
                  <a:pt x="210" y="127"/>
                  <a:pt x="211" y="127"/>
                  <a:pt x="211" y="127"/>
                </a:cubicBezTo>
                <a:cubicBezTo>
                  <a:pt x="212" y="126"/>
                  <a:pt x="211" y="125"/>
                  <a:pt x="211" y="124"/>
                </a:cubicBezTo>
                <a:cubicBezTo>
                  <a:pt x="211" y="123"/>
                  <a:pt x="212" y="122"/>
                  <a:pt x="213" y="121"/>
                </a:cubicBezTo>
                <a:cubicBezTo>
                  <a:pt x="212" y="121"/>
                  <a:pt x="212" y="120"/>
                  <a:pt x="212" y="120"/>
                </a:cubicBezTo>
                <a:cubicBezTo>
                  <a:pt x="212" y="119"/>
                  <a:pt x="211" y="119"/>
                  <a:pt x="211" y="119"/>
                </a:cubicBezTo>
                <a:cubicBezTo>
                  <a:pt x="211" y="119"/>
                  <a:pt x="212" y="119"/>
                  <a:pt x="212" y="119"/>
                </a:cubicBezTo>
                <a:cubicBezTo>
                  <a:pt x="211" y="119"/>
                  <a:pt x="209" y="119"/>
                  <a:pt x="208" y="119"/>
                </a:cubicBezTo>
                <a:cubicBezTo>
                  <a:pt x="207" y="119"/>
                  <a:pt x="206" y="119"/>
                  <a:pt x="205" y="119"/>
                </a:cubicBezTo>
                <a:cubicBezTo>
                  <a:pt x="204" y="120"/>
                  <a:pt x="203" y="121"/>
                  <a:pt x="202" y="121"/>
                </a:cubicBezTo>
                <a:cubicBezTo>
                  <a:pt x="202" y="122"/>
                  <a:pt x="202" y="122"/>
                  <a:pt x="201" y="122"/>
                </a:cubicBezTo>
                <a:cubicBezTo>
                  <a:pt x="201" y="123"/>
                  <a:pt x="201" y="123"/>
                  <a:pt x="201" y="123"/>
                </a:cubicBezTo>
                <a:cubicBezTo>
                  <a:pt x="201" y="123"/>
                  <a:pt x="201" y="123"/>
                  <a:pt x="201" y="123"/>
                </a:cubicBezTo>
                <a:cubicBezTo>
                  <a:pt x="200" y="123"/>
                  <a:pt x="201" y="122"/>
                  <a:pt x="200" y="122"/>
                </a:cubicBezTo>
                <a:cubicBezTo>
                  <a:pt x="200" y="122"/>
                  <a:pt x="199" y="123"/>
                  <a:pt x="199" y="122"/>
                </a:cubicBezTo>
                <a:cubicBezTo>
                  <a:pt x="199" y="122"/>
                  <a:pt x="200" y="122"/>
                  <a:pt x="200" y="122"/>
                </a:cubicBezTo>
                <a:cubicBezTo>
                  <a:pt x="200" y="121"/>
                  <a:pt x="199" y="121"/>
                  <a:pt x="199" y="122"/>
                </a:cubicBezTo>
                <a:cubicBezTo>
                  <a:pt x="198" y="122"/>
                  <a:pt x="197" y="123"/>
                  <a:pt x="196" y="124"/>
                </a:cubicBezTo>
                <a:cubicBezTo>
                  <a:pt x="196" y="124"/>
                  <a:pt x="195" y="123"/>
                  <a:pt x="195" y="124"/>
                </a:cubicBezTo>
                <a:cubicBezTo>
                  <a:pt x="195" y="124"/>
                  <a:pt x="195" y="124"/>
                  <a:pt x="195" y="124"/>
                </a:cubicBezTo>
                <a:cubicBezTo>
                  <a:pt x="195" y="125"/>
                  <a:pt x="194" y="125"/>
                  <a:pt x="194" y="125"/>
                </a:cubicBezTo>
                <a:cubicBezTo>
                  <a:pt x="194" y="125"/>
                  <a:pt x="193" y="126"/>
                  <a:pt x="193" y="126"/>
                </a:cubicBezTo>
                <a:cubicBezTo>
                  <a:pt x="193" y="126"/>
                  <a:pt x="193" y="127"/>
                  <a:pt x="193" y="127"/>
                </a:cubicBezTo>
                <a:cubicBezTo>
                  <a:pt x="193" y="127"/>
                  <a:pt x="194" y="127"/>
                  <a:pt x="194" y="127"/>
                </a:cubicBezTo>
                <a:cubicBezTo>
                  <a:pt x="194" y="127"/>
                  <a:pt x="194" y="127"/>
                  <a:pt x="194" y="127"/>
                </a:cubicBezTo>
                <a:cubicBezTo>
                  <a:pt x="194" y="127"/>
                  <a:pt x="194" y="127"/>
                  <a:pt x="194" y="127"/>
                </a:cubicBezTo>
                <a:cubicBezTo>
                  <a:pt x="195" y="127"/>
                  <a:pt x="196" y="128"/>
                  <a:pt x="196" y="128"/>
                </a:cubicBezTo>
                <a:cubicBezTo>
                  <a:pt x="196" y="129"/>
                  <a:pt x="196" y="129"/>
                  <a:pt x="196" y="129"/>
                </a:cubicBezTo>
                <a:cubicBezTo>
                  <a:pt x="196" y="129"/>
                  <a:pt x="196" y="129"/>
                  <a:pt x="196" y="129"/>
                </a:cubicBezTo>
                <a:cubicBezTo>
                  <a:pt x="195" y="129"/>
                  <a:pt x="195" y="130"/>
                  <a:pt x="194" y="130"/>
                </a:cubicBezTo>
                <a:cubicBezTo>
                  <a:pt x="193" y="130"/>
                  <a:pt x="193" y="129"/>
                  <a:pt x="192" y="129"/>
                </a:cubicBezTo>
                <a:cubicBezTo>
                  <a:pt x="192" y="129"/>
                  <a:pt x="191" y="129"/>
                  <a:pt x="191" y="129"/>
                </a:cubicBezTo>
                <a:cubicBezTo>
                  <a:pt x="191" y="129"/>
                  <a:pt x="190" y="128"/>
                  <a:pt x="190" y="128"/>
                </a:cubicBezTo>
                <a:cubicBezTo>
                  <a:pt x="189" y="129"/>
                  <a:pt x="188" y="130"/>
                  <a:pt x="186" y="130"/>
                </a:cubicBezTo>
                <a:cubicBezTo>
                  <a:pt x="186" y="131"/>
                  <a:pt x="186" y="131"/>
                  <a:pt x="185" y="131"/>
                </a:cubicBezTo>
                <a:cubicBezTo>
                  <a:pt x="185" y="131"/>
                  <a:pt x="185" y="131"/>
                  <a:pt x="185" y="131"/>
                </a:cubicBezTo>
                <a:cubicBezTo>
                  <a:pt x="185" y="132"/>
                  <a:pt x="185" y="132"/>
                  <a:pt x="185" y="132"/>
                </a:cubicBezTo>
                <a:cubicBezTo>
                  <a:pt x="185" y="132"/>
                  <a:pt x="185" y="132"/>
                  <a:pt x="184" y="132"/>
                </a:cubicBezTo>
                <a:cubicBezTo>
                  <a:pt x="184" y="132"/>
                  <a:pt x="184" y="132"/>
                  <a:pt x="183" y="132"/>
                </a:cubicBezTo>
                <a:cubicBezTo>
                  <a:pt x="183" y="132"/>
                  <a:pt x="183" y="133"/>
                  <a:pt x="184" y="133"/>
                </a:cubicBezTo>
                <a:cubicBezTo>
                  <a:pt x="184" y="133"/>
                  <a:pt x="184" y="133"/>
                  <a:pt x="184" y="134"/>
                </a:cubicBezTo>
                <a:cubicBezTo>
                  <a:pt x="184" y="134"/>
                  <a:pt x="184" y="134"/>
                  <a:pt x="184" y="134"/>
                </a:cubicBezTo>
                <a:cubicBezTo>
                  <a:pt x="183" y="134"/>
                  <a:pt x="182" y="135"/>
                  <a:pt x="182" y="135"/>
                </a:cubicBezTo>
                <a:cubicBezTo>
                  <a:pt x="181" y="135"/>
                  <a:pt x="181" y="135"/>
                  <a:pt x="181" y="135"/>
                </a:cubicBezTo>
                <a:cubicBezTo>
                  <a:pt x="180" y="135"/>
                  <a:pt x="179" y="135"/>
                  <a:pt x="179" y="136"/>
                </a:cubicBezTo>
                <a:cubicBezTo>
                  <a:pt x="178" y="136"/>
                  <a:pt x="178" y="136"/>
                  <a:pt x="178" y="136"/>
                </a:cubicBezTo>
                <a:cubicBezTo>
                  <a:pt x="178" y="136"/>
                  <a:pt x="179" y="136"/>
                  <a:pt x="179" y="136"/>
                </a:cubicBezTo>
                <a:cubicBezTo>
                  <a:pt x="178" y="136"/>
                  <a:pt x="178" y="136"/>
                  <a:pt x="178" y="137"/>
                </a:cubicBezTo>
                <a:cubicBezTo>
                  <a:pt x="178" y="137"/>
                  <a:pt x="179" y="137"/>
                  <a:pt x="179" y="137"/>
                </a:cubicBezTo>
                <a:cubicBezTo>
                  <a:pt x="179" y="137"/>
                  <a:pt x="179" y="137"/>
                  <a:pt x="179" y="138"/>
                </a:cubicBezTo>
                <a:cubicBezTo>
                  <a:pt x="178" y="138"/>
                  <a:pt x="178" y="138"/>
                  <a:pt x="178" y="138"/>
                </a:cubicBezTo>
                <a:cubicBezTo>
                  <a:pt x="178" y="138"/>
                  <a:pt x="177" y="138"/>
                  <a:pt x="177" y="138"/>
                </a:cubicBezTo>
                <a:cubicBezTo>
                  <a:pt x="177" y="138"/>
                  <a:pt x="176" y="138"/>
                  <a:pt x="176" y="138"/>
                </a:cubicBezTo>
                <a:cubicBezTo>
                  <a:pt x="175" y="139"/>
                  <a:pt x="175" y="140"/>
                  <a:pt x="175" y="140"/>
                </a:cubicBezTo>
                <a:cubicBezTo>
                  <a:pt x="174" y="140"/>
                  <a:pt x="174" y="140"/>
                  <a:pt x="174" y="140"/>
                </a:cubicBezTo>
                <a:cubicBezTo>
                  <a:pt x="174" y="139"/>
                  <a:pt x="174" y="139"/>
                  <a:pt x="174" y="139"/>
                </a:cubicBezTo>
                <a:cubicBezTo>
                  <a:pt x="174" y="139"/>
                  <a:pt x="174" y="139"/>
                  <a:pt x="174" y="138"/>
                </a:cubicBezTo>
                <a:cubicBezTo>
                  <a:pt x="175" y="138"/>
                  <a:pt x="175" y="138"/>
                  <a:pt x="176" y="138"/>
                </a:cubicBezTo>
                <a:cubicBezTo>
                  <a:pt x="176" y="137"/>
                  <a:pt x="177" y="137"/>
                  <a:pt x="177" y="137"/>
                </a:cubicBezTo>
                <a:cubicBezTo>
                  <a:pt x="177" y="137"/>
                  <a:pt x="177" y="137"/>
                  <a:pt x="177" y="137"/>
                </a:cubicBezTo>
                <a:cubicBezTo>
                  <a:pt x="177" y="137"/>
                  <a:pt x="177" y="137"/>
                  <a:pt x="177" y="137"/>
                </a:cubicBezTo>
                <a:cubicBezTo>
                  <a:pt x="176" y="137"/>
                  <a:pt x="175" y="137"/>
                  <a:pt x="174" y="138"/>
                </a:cubicBezTo>
                <a:cubicBezTo>
                  <a:pt x="174" y="138"/>
                  <a:pt x="174" y="138"/>
                  <a:pt x="173" y="139"/>
                </a:cubicBezTo>
                <a:cubicBezTo>
                  <a:pt x="173" y="139"/>
                  <a:pt x="173" y="139"/>
                  <a:pt x="173" y="140"/>
                </a:cubicBezTo>
                <a:cubicBezTo>
                  <a:pt x="173" y="141"/>
                  <a:pt x="174" y="141"/>
                  <a:pt x="175" y="142"/>
                </a:cubicBezTo>
                <a:cubicBezTo>
                  <a:pt x="176" y="142"/>
                  <a:pt x="177" y="143"/>
                  <a:pt x="178" y="144"/>
                </a:cubicBezTo>
                <a:cubicBezTo>
                  <a:pt x="178" y="145"/>
                  <a:pt x="179" y="145"/>
                  <a:pt x="180" y="145"/>
                </a:cubicBezTo>
                <a:cubicBezTo>
                  <a:pt x="182" y="145"/>
                  <a:pt x="183" y="145"/>
                  <a:pt x="184" y="145"/>
                </a:cubicBezTo>
                <a:cubicBezTo>
                  <a:pt x="185" y="146"/>
                  <a:pt x="185" y="146"/>
                  <a:pt x="186" y="146"/>
                </a:cubicBezTo>
                <a:cubicBezTo>
                  <a:pt x="188" y="147"/>
                  <a:pt x="189" y="147"/>
                  <a:pt x="190" y="148"/>
                </a:cubicBezTo>
                <a:cubicBezTo>
                  <a:pt x="191" y="148"/>
                  <a:pt x="192" y="148"/>
                  <a:pt x="192" y="149"/>
                </a:cubicBezTo>
                <a:cubicBezTo>
                  <a:pt x="192" y="149"/>
                  <a:pt x="192" y="149"/>
                  <a:pt x="192" y="149"/>
                </a:cubicBezTo>
                <a:cubicBezTo>
                  <a:pt x="192" y="150"/>
                  <a:pt x="193" y="150"/>
                  <a:pt x="194" y="150"/>
                </a:cubicBezTo>
                <a:cubicBezTo>
                  <a:pt x="194" y="150"/>
                  <a:pt x="194" y="150"/>
                  <a:pt x="194" y="150"/>
                </a:cubicBezTo>
                <a:cubicBezTo>
                  <a:pt x="195" y="149"/>
                  <a:pt x="195" y="149"/>
                  <a:pt x="194" y="149"/>
                </a:cubicBezTo>
                <a:cubicBezTo>
                  <a:pt x="194" y="148"/>
                  <a:pt x="194" y="148"/>
                  <a:pt x="194" y="148"/>
                </a:cubicBezTo>
                <a:cubicBezTo>
                  <a:pt x="194" y="147"/>
                  <a:pt x="194" y="147"/>
                  <a:pt x="194" y="147"/>
                </a:cubicBezTo>
                <a:cubicBezTo>
                  <a:pt x="194" y="148"/>
                  <a:pt x="194" y="148"/>
                  <a:pt x="195" y="149"/>
                </a:cubicBezTo>
                <a:cubicBezTo>
                  <a:pt x="195" y="149"/>
                  <a:pt x="196" y="149"/>
                  <a:pt x="196" y="150"/>
                </a:cubicBezTo>
                <a:cubicBezTo>
                  <a:pt x="196" y="150"/>
                  <a:pt x="197" y="150"/>
                  <a:pt x="197" y="150"/>
                </a:cubicBezTo>
                <a:cubicBezTo>
                  <a:pt x="197" y="149"/>
                  <a:pt x="197" y="149"/>
                  <a:pt x="197" y="149"/>
                </a:cubicBezTo>
                <a:cubicBezTo>
                  <a:pt x="197" y="149"/>
                  <a:pt x="198" y="149"/>
                  <a:pt x="198" y="150"/>
                </a:cubicBezTo>
                <a:cubicBezTo>
                  <a:pt x="198" y="150"/>
                  <a:pt x="198" y="150"/>
                  <a:pt x="197" y="150"/>
                </a:cubicBezTo>
                <a:cubicBezTo>
                  <a:pt x="197" y="151"/>
                  <a:pt x="196" y="152"/>
                  <a:pt x="195" y="152"/>
                </a:cubicBezTo>
                <a:cubicBezTo>
                  <a:pt x="195" y="152"/>
                  <a:pt x="195" y="152"/>
                  <a:pt x="195" y="152"/>
                </a:cubicBezTo>
                <a:cubicBezTo>
                  <a:pt x="195" y="152"/>
                  <a:pt x="195" y="152"/>
                  <a:pt x="195" y="152"/>
                </a:cubicBezTo>
                <a:cubicBezTo>
                  <a:pt x="194" y="152"/>
                  <a:pt x="193" y="151"/>
                  <a:pt x="193" y="151"/>
                </a:cubicBezTo>
                <a:cubicBezTo>
                  <a:pt x="193" y="150"/>
                  <a:pt x="192" y="150"/>
                  <a:pt x="191" y="150"/>
                </a:cubicBezTo>
                <a:cubicBezTo>
                  <a:pt x="191" y="150"/>
                  <a:pt x="191" y="149"/>
                  <a:pt x="192" y="149"/>
                </a:cubicBezTo>
                <a:cubicBezTo>
                  <a:pt x="191" y="149"/>
                  <a:pt x="191" y="148"/>
                  <a:pt x="190" y="148"/>
                </a:cubicBezTo>
                <a:cubicBezTo>
                  <a:pt x="189" y="148"/>
                  <a:pt x="189" y="148"/>
                  <a:pt x="188" y="148"/>
                </a:cubicBezTo>
                <a:cubicBezTo>
                  <a:pt x="188" y="149"/>
                  <a:pt x="188" y="150"/>
                  <a:pt x="187" y="151"/>
                </a:cubicBezTo>
                <a:cubicBezTo>
                  <a:pt x="186" y="151"/>
                  <a:pt x="185" y="151"/>
                  <a:pt x="185" y="151"/>
                </a:cubicBezTo>
                <a:cubicBezTo>
                  <a:pt x="185" y="151"/>
                  <a:pt x="184" y="151"/>
                  <a:pt x="184" y="151"/>
                </a:cubicBezTo>
                <a:cubicBezTo>
                  <a:pt x="184" y="151"/>
                  <a:pt x="184" y="151"/>
                  <a:pt x="184" y="151"/>
                </a:cubicBezTo>
                <a:cubicBezTo>
                  <a:pt x="184" y="151"/>
                  <a:pt x="184" y="151"/>
                  <a:pt x="184" y="152"/>
                </a:cubicBezTo>
                <a:cubicBezTo>
                  <a:pt x="185" y="152"/>
                  <a:pt x="185" y="152"/>
                  <a:pt x="186" y="153"/>
                </a:cubicBezTo>
                <a:cubicBezTo>
                  <a:pt x="186" y="153"/>
                  <a:pt x="186" y="153"/>
                  <a:pt x="186" y="154"/>
                </a:cubicBezTo>
                <a:cubicBezTo>
                  <a:pt x="186" y="155"/>
                  <a:pt x="188" y="155"/>
                  <a:pt x="188" y="156"/>
                </a:cubicBezTo>
                <a:cubicBezTo>
                  <a:pt x="188" y="156"/>
                  <a:pt x="188" y="157"/>
                  <a:pt x="188" y="157"/>
                </a:cubicBezTo>
                <a:cubicBezTo>
                  <a:pt x="189" y="157"/>
                  <a:pt x="189" y="157"/>
                  <a:pt x="189" y="157"/>
                </a:cubicBezTo>
                <a:cubicBezTo>
                  <a:pt x="189" y="158"/>
                  <a:pt x="188" y="157"/>
                  <a:pt x="188" y="158"/>
                </a:cubicBezTo>
                <a:cubicBezTo>
                  <a:pt x="188" y="158"/>
                  <a:pt x="188" y="158"/>
                  <a:pt x="188" y="158"/>
                </a:cubicBezTo>
                <a:cubicBezTo>
                  <a:pt x="188" y="160"/>
                  <a:pt x="189" y="161"/>
                  <a:pt x="190" y="162"/>
                </a:cubicBezTo>
                <a:cubicBezTo>
                  <a:pt x="191" y="162"/>
                  <a:pt x="192" y="163"/>
                  <a:pt x="193" y="163"/>
                </a:cubicBezTo>
                <a:cubicBezTo>
                  <a:pt x="195" y="163"/>
                  <a:pt x="198" y="164"/>
                  <a:pt x="200" y="165"/>
                </a:cubicBezTo>
                <a:cubicBezTo>
                  <a:pt x="201" y="166"/>
                  <a:pt x="202" y="165"/>
                  <a:pt x="202" y="165"/>
                </a:cubicBezTo>
                <a:cubicBezTo>
                  <a:pt x="202" y="164"/>
                  <a:pt x="203" y="163"/>
                  <a:pt x="203" y="164"/>
                </a:cubicBezTo>
                <a:cubicBezTo>
                  <a:pt x="204" y="164"/>
                  <a:pt x="204" y="164"/>
                  <a:pt x="204" y="164"/>
                </a:cubicBezTo>
                <a:cubicBezTo>
                  <a:pt x="204" y="164"/>
                  <a:pt x="205" y="164"/>
                  <a:pt x="206" y="163"/>
                </a:cubicBezTo>
                <a:cubicBezTo>
                  <a:pt x="206" y="163"/>
                  <a:pt x="207" y="162"/>
                  <a:pt x="207" y="162"/>
                </a:cubicBezTo>
                <a:cubicBezTo>
                  <a:pt x="208" y="162"/>
                  <a:pt x="209" y="163"/>
                  <a:pt x="209" y="163"/>
                </a:cubicBezTo>
                <a:cubicBezTo>
                  <a:pt x="210" y="163"/>
                  <a:pt x="212" y="162"/>
                  <a:pt x="213" y="162"/>
                </a:cubicBezTo>
                <a:cubicBezTo>
                  <a:pt x="214" y="163"/>
                  <a:pt x="216" y="164"/>
                  <a:pt x="217" y="165"/>
                </a:cubicBezTo>
                <a:cubicBezTo>
                  <a:pt x="217" y="165"/>
                  <a:pt x="217" y="166"/>
                  <a:pt x="217" y="166"/>
                </a:cubicBezTo>
                <a:cubicBezTo>
                  <a:pt x="218" y="166"/>
                  <a:pt x="218" y="165"/>
                  <a:pt x="218" y="165"/>
                </a:cubicBezTo>
                <a:cubicBezTo>
                  <a:pt x="218" y="164"/>
                  <a:pt x="218" y="164"/>
                  <a:pt x="217" y="163"/>
                </a:cubicBezTo>
                <a:cubicBezTo>
                  <a:pt x="217" y="163"/>
                  <a:pt x="216" y="163"/>
                  <a:pt x="216" y="162"/>
                </a:cubicBezTo>
                <a:cubicBezTo>
                  <a:pt x="216" y="162"/>
                  <a:pt x="216" y="162"/>
                  <a:pt x="216" y="161"/>
                </a:cubicBezTo>
                <a:cubicBezTo>
                  <a:pt x="216" y="161"/>
                  <a:pt x="216" y="161"/>
                  <a:pt x="217" y="161"/>
                </a:cubicBezTo>
                <a:cubicBezTo>
                  <a:pt x="217" y="161"/>
                  <a:pt x="217" y="161"/>
                  <a:pt x="218" y="162"/>
                </a:cubicBezTo>
                <a:cubicBezTo>
                  <a:pt x="218" y="162"/>
                  <a:pt x="219" y="163"/>
                  <a:pt x="220" y="164"/>
                </a:cubicBezTo>
                <a:cubicBezTo>
                  <a:pt x="220" y="165"/>
                  <a:pt x="220" y="166"/>
                  <a:pt x="221" y="166"/>
                </a:cubicBezTo>
                <a:cubicBezTo>
                  <a:pt x="221" y="167"/>
                  <a:pt x="221" y="167"/>
                  <a:pt x="221" y="167"/>
                </a:cubicBezTo>
                <a:cubicBezTo>
                  <a:pt x="221" y="167"/>
                  <a:pt x="222" y="167"/>
                  <a:pt x="222" y="167"/>
                </a:cubicBezTo>
                <a:cubicBezTo>
                  <a:pt x="222" y="167"/>
                  <a:pt x="222" y="166"/>
                  <a:pt x="222" y="166"/>
                </a:cubicBezTo>
                <a:cubicBezTo>
                  <a:pt x="222" y="165"/>
                  <a:pt x="222" y="165"/>
                  <a:pt x="223" y="164"/>
                </a:cubicBezTo>
                <a:cubicBezTo>
                  <a:pt x="223" y="164"/>
                  <a:pt x="223" y="164"/>
                  <a:pt x="223" y="164"/>
                </a:cubicBezTo>
                <a:cubicBezTo>
                  <a:pt x="224" y="163"/>
                  <a:pt x="225" y="162"/>
                  <a:pt x="225" y="161"/>
                </a:cubicBezTo>
                <a:cubicBezTo>
                  <a:pt x="226" y="161"/>
                  <a:pt x="227" y="160"/>
                  <a:pt x="227" y="160"/>
                </a:cubicBezTo>
                <a:cubicBezTo>
                  <a:pt x="227" y="160"/>
                  <a:pt x="227" y="159"/>
                  <a:pt x="227" y="159"/>
                </a:cubicBezTo>
                <a:cubicBezTo>
                  <a:pt x="227" y="159"/>
                  <a:pt x="227" y="158"/>
                  <a:pt x="227" y="158"/>
                </a:cubicBezTo>
                <a:cubicBezTo>
                  <a:pt x="227" y="159"/>
                  <a:pt x="227" y="159"/>
                  <a:pt x="227" y="159"/>
                </a:cubicBezTo>
                <a:cubicBezTo>
                  <a:pt x="228" y="159"/>
                  <a:pt x="228" y="159"/>
                  <a:pt x="228" y="160"/>
                </a:cubicBezTo>
                <a:cubicBezTo>
                  <a:pt x="229" y="159"/>
                  <a:pt x="229" y="159"/>
                  <a:pt x="230" y="159"/>
                </a:cubicBezTo>
                <a:cubicBezTo>
                  <a:pt x="230" y="158"/>
                  <a:pt x="230" y="158"/>
                  <a:pt x="230" y="158"/>
                </a:cubicBezTo>
                <a:cubicBezTo>
                  <a:pt x="230" y="158"/>
                  <a:pt x="230" y="158"/>
                  <a:pt x="230" y="158"/>
                </a:cubicBezTo>
                <a:cubicBezTo>
                  <a:pt x="230" y="158"/>
                  <a:pt x="230" y="157"/>
                  <a:pt x="230" y="157"/>
                </a:cubicBezTo>
                <a:cubicBezTo>
                  <a:pt x="230" y="157"/>
                  <a:pt x="231" y="158"/>
                  <a:pt x="231" y="158"/>
                </a:cubicBezTo>
                <a:cubicBezTo>
                  <a:pt x="231" y="158"/>
                  <a:pt x="232" y="159"/>
                  <a:pt x="233" y="158"/>
                </a:cubicBezTo>
                <a:cubicBezTo>
                  <a:pt x="233" y="158"/>
                  <a:pt x="233" y="158"/>
                  <a:pt x="234" y="157"/>
                </a:cubicBezTo>
                <a:cubicBezTo>
                  <a:pt x="234" y="156"/>
                  <a:pt x="235" y="156"/>
                  <a:pt x="235" y="155"/>
                </a:cubicBezTo>
                <a:cubicBezTo>
                  <a:pt x="236" y="156"/>
                  <a:pt x="237" y="158"/>
                  <a:pt x="239" y="159"/>
                </a:cubicBezTo>
                <a:cubicBezTo>
                  <a:pt x="239" y="160"/>
                  <a:pt x="239" y="161"/>
                  <a:pt x="239" y="161"/>
                </a:cubicBezTo>
                <a:cubicBezTo>
                  <a:pt x="238" y="162"/>
                  <a:pt x="238" y="162"/>
                  <a:pt x="237" y="163"/>
                </a:cubicBezTo>
                <a:cubicBezTo>
                  <a:pt x="237" y="163"/>
                  <a:pt x="237" y="164"/>
                  <a:pt x="237" y="164"/>
                </a:cubicBezTo>
                <a:cubicBezTo>
                  <a:pt x="237" y="164"/>
                  <a:pt x="237" y="164"/>
                  <a:pt x="237" y="164"/>
                </a:cubicBezTo>
                <a:cubicBezTo>
                  <a:pt x="236" y="164"/>
                  <a:pt x="235" y="164"/>
                  <a:pt x="235" y="164"/>
                </a:cubicBezTo>
                <a:cubicBezTo>
                  <a:pt x="234" y="164"/>
                  <a:pt x="234" y="164"/>
                  <a:pt x="234" y="164"/>
                </a:cubicBezTo>
                <a:cubicBezTo>
                  <a:pt x="234" y="163"/>
                  <a:pt x="234" y="163"/>
                  <a:pt x="234" y="163"/>
                </a:cubicBezTo>
                <a:cubicBezTo>
                  <a:pt x="234" y="163"/>
                  <a:pt x="233" y="163"/>
                  <a:pt x="233" y="163"/>
                </a:cubicBezTo>
                <a:cubicBezTo>
                  <a:pt x="233" y="163"/>
                  <a:pt x="233" y="164"/>
                  <a:pt x="233" y="164"/>
                </a:cubicBezTo>
                <a:cubicBezTo>
                  <a:pt x="233" y="165"/>
                  <a:pt x="233" y="165"/>
                  <a:pt x="232" y="165"/>
                </a:cubicBezTo>
                <a:cubicBezTo>
                  <a:pt x="232" y="166"/>
                  <a:pt x="232" y="166"/>
                  <a:pt x="232" y="166"/>
                </a:cubicBezTo>
                <a:cubicBezTo>
                  <a:pt x="232" y="166"/>
                  <a:pt x="232" y="166"/>
                  <a:pt x="233" y="166"/>
                </a:cubicBezTo>
                <a:cubicBezTo>
                  <a:pt x="233" y="165"/>
                  <a:pt x="233" y="165"/>
                  <a:pt x="234" y="165"/>
                </a:cubicBezTo>
                <a:cubicBezTo>
                  <a:pt x="234" y="165"/>
                  <a:pt x="234" y="165"/>
                  <a:pt x="234" y="165"/>
                </a:cubicBezTo>
                <a:cubicBezTo>
                  <a:pt x="234" y="165"/>
                  <a:pt x="234" y="165"/>
                  <a:pt x="234" y="165"/>
                </a:cubicBezTo>
                <a:cubicBezTo>
                  <a:pt x="234" y="166"/>
                  <a:pt x="234" y="166"/>
                  <a:pt x="234" y="166"/>
                </a:cubicBezTo>
                <a:cubicBezTo>
                  <a:pt x="235" y="167"/>
                  <a:pt x="236" y="168"/>
                  <a:pt x="237" y="169"/>
                </a:cubicBezTo>
                <a:cubicBezTo>
                  <a:pt x="237" y="169"/>
                  <a:pt x="237" y="170"/>
                  <a:pt x="237" y="170"/>
                </a:cubicBezTo>
                <a:cubicBezTo>
                  <a:pt x="237" y="171"/>
                  <a:pt x="237" y="171"/>
                  <a:pt x="237" y="172"/>
                </a:cubicBezTo>
                <a:cubicBezTo>
                  <a:pt x="237" y="173"/>
                  <a:pt x="237" y="173"/>
                  <a:pt x="237" y="173"/>
                </a:cubicBezTo>
                <a:cubicBezTo>
                  <a:pt x="238" y="174"/>
                  <a:pt x="238" y="174"/>
                  <a:pt x="238" y="174"/>
                </a:cubicBezTo>
                <a:cubicBezTo>
                  <a:pt x="238" y="175"/>
                  <a:pt x="238" y="176"/>
                  <a:pt x="239" y="176"/>
                </a:cubicBezTo>
                <a:cubicBezTo>
                  <a:pt x="239" y="176"/>
                  <a:pt x="239" y="177"/>
                  <a:pt x="239" y="177"/>
                </a:cubicBezTo>
                <a:cubicBezTo>
                  <a:pt x="239" y="177"/>
                  <a:pt x="240" y="177"/>
                  <a:pt x="240" y="177"/>
                </a:cubicBezTo>
                <a:cubicBezTo>
                  <a:pt x="240" y="177"/>
                  <a:pt x="239" y="177"/>
                  <a:pt x="239" y="177"/>
                </a:cubicBezTo>
                <a:cubicBezTo>
                  <a:pt x="239" y="178"/>
                  <a:pt x="239" y="178"/>
                  <a:pt x="239" y="178"/>
                </a:cubicBezTo>
                <a:cubicBezTo>
                  <a:pt x="239" y="179"/>
                  <a:pt x="239" y="179"/>
                  <a:pt x="239" y="179"/>
                </a:cubicBezTo>
                <a:cubicBezTo>
                  <a:pt x="238" y="180"/>
                  <a:pt x="238" y="181"/>
                  <a:pt x="238" y="181"/>
                </a:cubicBezTo>
                <a:cubicBezTo>
                  <a:pt x="237" y="182"/>
                  <a:pt x="236" y="183"/>
                  <a:pt x="236" y="184"/>
                </a:cubicBezTo>
                <a:cubicBezTo>
                  <a:pt x="235" y="184"/>
                  <a:pt x="234" y="185"/>
                  <a:pt x="233" y="185"/>
                </a:cubicBezTo>
                <a:cubicBezTo>
                  <a:pt x="233" y="185"/>
                  <a:pt x="232" y="185"/>
                  <a:pt x="232" y="185"/>
                </a:cubicBezTo>
                <a:cubicBezTo>
                  <a:pt x="232" y="185"/>
                  <a:pt x="232" y="186"/>
                  <a:pt x="231" y="185"/>
                </a:cubicBezTo>
                <a:cubicBezTo>
                  <a:pt x="231" y="185"/>
                  <a:pt x="231" y="185"/>
                  <a:pt x="231" y="185"/>
                </a:cubicBezTo>
                <a:cubicBezTo>
                  <a:pt x="231" y="185"/>
                  <a:pt x="230" y="185"/>
                  <a:pt x="230" y="185"/>
                </a:cubicBezTo>
                <a:cubicBezTo>
                  <a:pt x="229" y="186"/>
                  <a:pt x="228" y="186"/>
                  <a:pt x="227" y="185"/>
                </a:cubicBezTo>
                <a:cubicBezTo>
                  <a:pt x="228" y="185"/>
                  <a:pt x="228" y="185"/>
                  <a:pt x="228" y="184"/>
                </a:cubicBezTo>
                <a:cubicBezTo>
                  <a:pt x="228" y="185"/>
                  <a:pt x="227" y="184"/>
                  <a:pt x="227" y="184"/>
                </a:cubicBezTo>
                <a:cubicBezTo>
                  <a:pt x="226" y="184"/>
                  <a:pt x="226" y="184"/>
                  <a:pt x="226" y="184"/>
                </a:cubicBezTo>
                <a:cubicBezTo>
                  <a:pt x="226" y="184"/>
                  <a:pt x="226" y="184"/>
                  <a:pt x="225" y="185"/>
                </a:cubicBezTo>
                <a:cubicBezTo>
                  <a:pt x="225" y="185"/>
                  <a:pt x="225" y="186"/>
                  <a:pt x="224" y="186"/>
                </a:cubicBezTo>
                <a:cubicBezTo>
                  <a:pt x="224" y="186"/>
                  <a:pt x="224" y="186"/>
                  <a:pt x="224" y="186"/>
                </a:cubicBezTo>
                <a:cubicBezTo>
                  <a:pt x="224" y="187"/>
                  <a:pt x="224" y="187"/>
                  <a:pt x="224" y="187"/>
                </a:cubicBezTo>
                <a:cubicBezTo>
                  <a:pt x="224" y="187"/>
                  <a:pt x="224" y="187"/>
                  <a:pt x="224" y="187"/>
                </a:cubicBezTo>
                <a:cubicBezTo>
                  <a:pt x="224" y="187"/>
                  <a:pt x="224" y="188"/>
                  <a:pt x="223" y="188"/>
                </a:cubicBezTo>
                <a:cubicBezTo>
                  <a:pt x="223" y="188"/>
                  <a:pt x="223" y="188"/>
                  <a:pt x="223" y="188"/>
                </a:cubicBezTo>
                <a:cubicBezTo>
                  <a:pt x="222" y="190"/>
                  <a:pt x="220" y="191"/>
                  <a:pt x="219" y="192"/>
                </a:cubicBezTo>
                <a:cubicBezTo>
                  <a:pt x="219" y="193"/>
                  <a:pt x="219" y="193"/>
                  <a:pt x="218" y="193"/>
                </a:cubicBezTo>
                <a:cubicBezTo>
                  <a:pt x="218" y="193"/>
                  <a:pt x="218" y="193"/>
                  <a:pt x="218" y="193"/>
                </a:cubicBezTo>
                <a:cubicBezTo>
                  <a:pt x="217" y="193"/>
                  <a:pt x="216" y="193"/>
                  <a:pt x="216" y="193"/>
                </a:cubicBezTo>
                <a:cubicBezTo>
                  <a:pt x="216" y="193"/>
                  <a:pt x="216" y="193"/>
                  <a:pt x="215" y="193"/>
                </a:cubicBezTo>
                <a:cubicBezTo>
                  <a:pt x="215" y="193"/>
                  <a:pt x="215" y="193"/>
                  <a:pt x="215" y="193"/>
                </a:cubicBezTo>
                <a:cubicBezTo>
                  <a:pt x="215" y="193"/>
                  <a:pt x="215" y="193"/>
                  <a:pt x="215" y="193"/>
                </a:cubicBezTo>
                <a:cubicBezTo>
                  <a:pt x="215" y="194"/>
                  <a:pt x="214" y="194"/>
                  <a:pt x="214" y="194"/>
                </a:cubicBezTo>
                <a:cubicBezTo>
                  <a:pt x="214" y="194"/>
                  <a:pt x="214" y="194"/>
                  <a:pt x="213" y="194"/>
                </a:cubicBezTo>
                <a:cubicBezTo>
                  <a:pt x="213" y="194"/>
                  <a:pt x="213" y="193"/>
                  <a:pt x="213" y="193"/>
                </a:cubicBezTo>
                <a:cubicBezTo>
                  <a:pt x="213" y="193"/>
                  <a:pt x="213" y="193"/>
                  <a:pt x="214" y="193"/>
                </a:cubicBezTo>
                <a:cubicBezTo>
                  <a:pt x="214" y="192"/>
                  <a:pt x="214" y="192"/>
                  <a:pt x="214" y="192"/>
                </a:cubicBezTo>
                <a:cubicBezTo>
                  <a:pt x="214" y="192"/>
                  <a:pt x="214" y="192"/>
                  <a:pt x="214" y="192"/>
                </a:cubicBezTo>
                <a:cubicBezTo>
                  <a:pt x="214" y="191"/>
                  <a:pt x="214" y="191"/>
                  <a:pt x="214" y="191"/>
                </a:cubicBezTo>
                <a:cubicBezTo>
                  <a:pt x="213" y="191"/>
                  <a:pt x="213" y="191"/>
                  <a:pt x="213" y="191"/>
                </a:cubicBezTo>
                <a:cubicBezTo>
                  <a:pt x="213" y="191"/>
                  <a:pt x="212" y="191"/>
                  <a:pt x="212" y="190"/>
                </a:cubicBezTo>
                <a:cubicBezTo>
                  <a:pt x="212" y="191"/>
                  <a:pt x="212" y="191"/>
                  <a:pt x="212" y="192"/>
                </a:cubicBezTo>
                <a:cubicBezTo>
                  <a:pt x="212" y="192"/>
                  <a:pt x="212" y="192"/>
                  <a:pt x="213" y="192"/>
                </a:cubicBezTo>
                <a:cubicBezTo>
                  <a:pt x="212" y="192"/>
                  <a:pt x="212" y="192"/>
                  <a:pt x="212" y="192"/>
                </a:cubicBezTo>
                <a:cubicBezTo>
                  <a:pt x="212" y="193"/>
                  <a:pt x="212" y="193"/>
                  <a:pt x="211" y="192"/>
                </a:cubicBezTo>
                <a:cubicBezTo>
                  <a:pt x="211" y="192"/>
                  <a:pt x="211" y="192"/>
                  <a:pt x="211" y="192"/>
                </a:cubicBezTo>
                <a:cubicBezTo>
                  <a:pt x="211" y="192"/>
                  <a:pt x="211" y="192"/>
                  <a:pt x="211" y="192"/>
                </a:cubicBezTo>
                <a:cubicBezTo>
                  <a:pt x="211" y="192"/>
                  <a:pt x="211" y="192"/>
                  <a:pt x="211" y="191"/>
                </a:cubicBezTo>
                <a:cubicBezTo>
                  <a:pt x="212" y="191"/>
                  <a:pt x="211" y="191"/>
                  <a:pt x="211" y="190"/>
                </a:cubicBezTo>
                <a:cubicBezTo>
                  <a:pt x="211" y="190"/>
                  <a:pt x="210" y="189"/>
                  <a:pt x="209" y="189"/>
                </a:cubicBezTo>
                <a:cubicBezTo>
                  <a:pt x="209" y="189"/>
                  <a:pt x="209" y="189"/>
                  <a:pt x="209" y="189"/>
                </a:cubicBezTo>
                <a:cubicBezTo>
                  <a:pt x="207" y="189"/>
                  <a:pt x="206" y="190"/>
                  <a:pt x="205" y="191"/>
                </a:cubicBezTo>
                <a:cubicBezTo>
                  <a:pt x="205" y="191"/>
                  <a:pt x="205" y="191"/>
                  <a:pt x="206" y="191"/>
                </a:cubicBezTo>
                <a:cubicBezTo>
                  <a:pt x="206" y="192"/>
                  <a:pt x="205" y="192"/>
                  <a:pt x="205" y="192"/>
                </a:cubicBezTo>
                <a:cubicBezTo>
                  <a:pt x="205" y="193"/>
                  <a:pt x="206" y="192"/>
                  <a:pt x="206" y="192"/>
                </a:cubicBezTo>
                <a:cubicBezTo>
                  <a:pt x="206" y="192"/>
                  <a:pt x="206" y="193"/>
                  <a:pt x="206" y="193"/>
                </a:cubicBezTo>
                <a:cubicBezTo>
                  <a:pt x="207" y="193"/>
                  <a:pt x="207" y="193"/>
                  <a:pt x="208" y="194"/>
                </a:cubicBezTo>
                <a:cubicBezTo>
                  <a:pt x="209" y="194"/>
                  <a:pt x="209" y="194"/>
                  <a:pt x="209" y="195"/>
                </a:cubicBezTo>
                <a:cubicBezTo>
                  <a:pt x="209" y="195"/>
                  <a:pt x="209" y="195"/>
                  <a:pt x="210" y="196"/>
                </a:cubicBezTo>
                <a:cubicBezTo>
                  <a:pt x="210" y="196"/>
                  <a:pt x="210" y="196"/>
                  <a:pt x="210" y="196"/>
                </a:cubicBezTo>
                <a:cubicBezTo>
                  <a:pt x="211" y="196"/>
                  <a:pt x="211" y="196"/>
                  <a:pt x="212" y="196"/>
                </a:cubicBezTo>
                <a:cubicBezTo>
                  <a:pt x="211" y="196"/>
                  <a:pt x="211" y="197"/>
                  <a:pt x="211" y="197"/>
                </a:cubicBezTo>
                <a:cubicBezTo>
                  <a:pt x="211" y="197"/>
                  <a:pt x="210" y="197"/>
                  <a:pt x="210" y="197"/>
                </a:cubicBezTo>
                <a:cubicBezTo>
                  <a:pt x="210" y="197"/>
                  <a:pt x="209" y="198"/>
                  <a:pt x="209" y="198"/>
                </a:cubicBezTo>
                <a:cubicBezTo>
                  <a:pt x="209" y="198"/>
                  <a:pt x="209" y="197"/>
                  <a:pt x="209" y="197"/>
                </a:cubicBezTo>
                <a:cubicBezTo>
                  <a:pt x="209" y="196"/>
                  <a:pt x="209" y="196"/>
                  <a:pt x="208" y="195"/>
                </a:cubicBezTo>
                <a:cubicBezTo>
                  <a:pt x="208" y="195"/>
                  <a:pt x="208" y="196"/>
                  <a:pt x="208" y="196"/>
                </a:cubicBezTo>
                <a:cubicBezTo>
                  <a:pt x="207" y="196"/>
                  <a:pt x="207" y="195"/>
                  <a:pt x="207" y="195"/>
                </a:cubicBezTo>
                <a:cubicBezTo>
                  <a:pt x="207" y="195"/>
                  <a:pt x="206" y="195"/>
                  <a:pt x="206" y="194"/>
                </a:cubicBezTo>
                <a:cubicBezTo>
                  <a:pt x="206" y="195"/>
                  <a:pt x="205" y="194"/>
                  <a:pt x="205" y="194"/>
                </a:cubicBezTo>
                <a:cubicBezTo>
                  <a:pt x="204" y="194"/>
                  <a:pt x="204" y="194"/>
                  <a:pt x="203" y="195"/>
                </a:cubicBezTo>
                <a:cubicBezTo>
                  <a:pt x="203" y="195"/>
                  <a:pt x="203" y="196"/>
                  <a:pt x="203" y="196"/>
                </a:cubicBezTo>
                <a:cubicBezTo>
                  <a:pt x="203" y="197"/>
                  <a:pt x="203" y="197"/>
                  <a:pt x="203" y="198"/>
                </a:cubicBezTo>
                <a:cubicBezTo>
                  <a:pt x="203" y="198"/>
                  <a:pt x="203" y="199"/>
                  <a:pt x="203" y="199"/>
                </a:cubicBezTo>
                <a:cubicBezTo>
                  <a:pt x="203" y="199"/>
                  <a:pt x="202" y="199"/>
                  <a:pt x="202" y="200"/>
                </a:cubicBezTo>
                <a:cubicBezTo>
                  <a:pt x="202" y="200"/>
                  <a:pt x="202" y="200"/>
                  <a:pt x="202" y="200"/>
                </a:cubicBezTo>
                <a:cubicBezTo>
                  <a:pt x="202" y="200"/>
                  <a:pt x="202" y="200"/>
                  <a:pt x="203" y="200"/>
                </a:cubicBezTo>
                <a:cubicBezTo>
                  <a:pt x="203" y="201"/>
                  <a:pt x="202" y="201"/>
                  <a:pt x="202" y="201"/>
                </a:cubicBezTo>
                <a:cubicBezTo>
                  <a:pt x="202" y="201"/>
                  <a:pt x="202" y="202"/>
                  <a:pt x="202" y="202"/>
                </a:cubicBezTo>
                <a:cubicBezTo>
                  <a:pt x="202" y="202"/>
                  <a:pt x="203" y="202"/>
                  <a:pt x="203" y="202"/>
                </a:cubicBezTo>
                <a:cubicBezTo>
                  <a:pt x="204" y="201"/>
                  <a:pt x="204" y="201"/>
                  <a:pt x="205" y="200"/>
                </a:cubicBezTo>
                <a:cubicBezTo>
                  <a:pt x="205" y="201"/>
                  <a:pt x="205" y="201"/>
                  <a:pt x="204" y="201"/>
                </a:cubicBezTo>
                <a:cubicBezTo>
                  <a:pt x="204" y="202"/>
                  <a:pt x="203" y="202"/>
                  <a:pt x="203" y="203"/>
                </a:cubicBezTo>
                <a:cubicBezTo>
                  <a:pt x="203" y="203"/>
                  <a:pt x="203" y="204"/>
                  <a:pt x="203" y="204"/>
                </a:cubicBezTo>
                <a:cubicBezTo>
                  <a:pt x="203" y="204"/>
                  <a:pt x="203" y="205"/>
                  <a:pt x="203" y="205"/>
                </a:cubicBezTo>
                <a:cubicBezTo>
                  <a:pt x="203" y="205"/>
                  <a:pt x="203" y="205"/>
                  <a:pt x="203" y="205"/>
                </a:cubicBezTo>
                <a:cubicBezTo>
                  <a:pt x="202" y="204"/>
                  <a:pt x="202" y="204"/>
                  <a:pt x="202" y="203"/>
                </a:cubicBezTo>
                <a:cubicBezTo>
                  <a:pt x="201" y="203"/>
                  <a:pt x="200" y="203"/>
                  <a:pt x="200" y="204"/>
                </a:cubicBezTo>
                <a:cubicBezTo>
                  <a:pt x="199" y="204"/>
                  <a:pt x="199" y="205"/>
                  <a:pt x="199" y="205"/>
                </a:cubicBezTo>
                <a:cubicBezTo>
                  <a:pt x="199" y="206"/>
                  <a:pt x="199" y="206"/>
                  <a:pt x="198" y="206"/>
                </a:cubicBezTo>
                <a:cubicBezTo>
                  <a:pt x="198" y="206"/>
                  <a:pt x="198" y="207"/>
                  <a:pt x="198" y="207"/>
                </a:cubicBezTo>
                <a:cubicBezTo>
                  <a:pt x="197" y="209"/>
                  <a:pt x="195" y="211"/>
                  <a:pt x="194" y="213"/>
                </a:cubicBezTo>
                <a:cubicBezTo>
                  <a:pt x="194" y="213"/>
                  <a:pt x="194" y="214"/>
                  <a:pt x="194" y="214"/>
                </a:cubicBezTo>
                <a:cubicBezTo>
                  <a:pt x="194" y="215"/>
                  <a:pt x="195" y="215"/>
                  <a:pt x="195" y="216"/>
                </a:cubicBezTo>
                <a:cubicBezTo>
                  <a:pt x="195" y="216"/>
                  <a:pt x="195" y="216"/>
                  <a:pt x="195" y="216"/>
                </a:cubicBezTo>
                <a:cubicBezTo>
                  <a:pt x="195" y="217"/>
                  <a:pt x="195" y="217"/>
                  <a:pt x="195" y="217"/>
                </a:cubicBezTo>
                <a:cubicBezTo>
                  <a:pt x="195" y="217"/>
                  <a:pt x="194" y="217"/>
                  <a:pt x="194" y="217"/>
                </a:cubicBezTo>
                <a:cubicBezTo>
                  <a:pt x="194" y="217"/>
                  <a:pt x="194" y="217"/>
                  <a:pt x="194" y="217"/>
                </a:cubicBezTo>
                <a:cubicBezTo>
                  <a:pt x="194" y="217"/>
                  <a:pt x="194" y="217"/>
                  <a:pt x="194" y="217"/>
                </a:cubicBezTo>
                <a:cubicBezTo>
                  <a:pt x="193" y="217"/>
                  <a:pt x="192" y="217"/>
                  <a:pt x="191" y="217"/>
                </a:cubicBezTo>
                <a:cubicBezTo>
                  <a:pt x="191" y="217"/>
                  <a:pt x="191" y="218"/>
                  <a:pt x="192" y="218"/>
                </a:cubicBezTo>
                <a:cubicBezTo>
                  <a:pt x="192" y="218"/>
                  <a:pt x="192" y="218"/>
                  <a:pt x="192" y="218"/>
                </a:cubicBezTo>
                <a:cubicBezTo>
                  <a:pt x="192" y="218"/>
                  <a:pt x="192" y="218"/>
                  <a:pt x="192" y="218"/>
                </a:cubicBezTo>
                <a:cubicBezTo>
                  <a:pt x="192" y="219"/>
                  <a:pt x="193" y="219"/>
                  <a:pt x="193" y="219"/>
                </a:cubicBezTo>
                <a:cubicBezTo>
                  <a:pt x="193" y="220"/>
                  <a:pt x="194" y="220"/>
                  <a:pt x="194" y="220"/>
                </a:cubicBezTo>
                <a:cubicBezTo>
                  <a:pt x="193" y="220"/>
                  <a:pt x="193" y="220"/>
                  <a:pt x="193" y="220"/>
                </a:cubicBezTo>
                <a:cubicBezTo>
                  <a:pt x="193" y="220"/>
                  <a:pt x="192" y="221"/>
                  <a:pt x="192" y="220"/>
                </a:cubicBezTo>
                <a:cubicBezTo>
                  <a:pt x="191" y="220"/>
                  <a:pt x="191" y="220"/>
                  <a:pt x="191" y="220"/>
                </a:cubicBezTo>
                <a:cubicBezTo>
                  <a:pt x="191" y="220"/>
                  <a:pt x="191" y="221"/>
                  <a:pt x="191" y="221"/>
                </a:cubicBezTo>
                <a:cubicBezTo>
                  <a:pt x="190" y="221"/>
                  <a:pt x="190" y="222"/>
                  <a:pt x="191" y="222"/>
                </a:cubicBezTo>
                <a:cubicBezTo>
                  <a:pt x="191" y="222"/>
                  <a:pt x="191" y="222"/>
                  <a:pt x="191" y="222"/>
                </a:cubicBezTo>
                <a:cubicBezTo>
                  <a:pt x="191" y="222"/>
                  <a:pt x="191" y="222"/>
                  <a:pt x="191" y="222"/>
                </a:cubicBezTo>
                <a:cubicBezTo>
                  <a:pt x="191" y="223"/>
                  <a:pt x="191" y="223"/>
                  <a:pt x="191" y="223"/>
                </a:cubicBezTo>
                <a:cubicBezTo>
                  <a:pt x="191" y="223"/>
                  <a:pt x="191" y="223"/>
                  <a:pt x="191" y="223"/>
                </a:cubicBezTo>
                <a:cubicBezTo>
                  <a:pt x="192" y="223"/>
                  <a:pt x="192" y="222"/>
                  <a:pt x="192" y="222"/>
                </a:cubicBezTo>
                <a:cubicBezTo>
                  <a:pt x="192" y="222"/>
                  <a:pt x="192" y="222"/>
                  <a:pt x="193" y="222"/>
                </a:cubicBezTo>
                <a:cubicBezTo>
                  <a:pt x="193" y="222"/>
                  <a:pt x="193" y="222"/>
                  <a:pt x="193" y="222"/>
                </a:cubicBezTo>
                <a:cubicBezTo>
                  <a:pt x="193" y="223"/>
                  <a:pt x="193" y="223"/>
                  <a:pt x="194" y="223"/>
                </a:cubicBezTo>
                <a:cubicBezTo>
                  <a:pt x="194" y="223"/>
                  <a:pt x="194" y="223"/>
                  <a:pt x="194" y="223"/>
                </a:cubicBezTo>
                <a:cubicBezTo>
                  <a:pt x="194" y="223"/>
                  <a:pt x="194" y="223"/>
                  <a:pt x="194" y="223"/>
                </a:cubicBezTo>
                <a:cubicBezTo>
                  <a:pt x="194" y="224"/>
                  <a:pt x="194" y="224"/>
                  <a:pt x="193" y="225"/>
                </a:cubicBezTo>
                <a:cubicBezTo>
                  <a:pt x="193" y="225"/>
                  <a:pt x="193" y="225"/>
                  <a:pt x="193" y="225"/>
                </a:cubicBezTo>
                <a:cubicBezTo>
                  <a:pt x="193" y="225"/>
                  <a:pt x="193" y="226"/>
                  <a:pt x="193" y="226"/>
                </a:cubicBezTo>
                <a:cubicBezTo>
                  <a:pt x="193" y="226"/>
                  <a:pt x="193" y="226"/>
                  <a:pt x="193" y="226"/>
                </a:cubicBezTo>
                <a:cubicBezTo>
                  <a:pt x="193" y="226"/>
                  <a:pt x="193" y="226"/>
                  <a:pt x="193" y="226"/>
                </a:cubicBezTo>
                <a:cubicBezTo>
                  <a:pt x="193" y="227"/>
                  <a:pt x="193" y="227"/>
                  <a:pt x="193" y="227"/>
                </a:cubicBezTo>
                <a:cubicBezTo>
                  <a:pt x="194" y="227"/>
                  <a:pt x="194" y="227"/>
                  <a:pt x="194" y="227"/>
                </a:cubicBezTo>
                <a:cubicBezTo>
                  <a:pt x="194" y="227"/>
                  <a:pt x="195" y="227"/>
                  <a:pt x="195" y="228"/>
                </a:cubicBezTo>
                <a:cubicBezTo>
                  <a:pt x="195" y="228"/>
                  <a:pt x="195" y="229"/>
                  <a:pt x="196" y="230"/>
                </a:cubicBezTo>
                <a:cubicBezTo>
                  <a:pt x="196" y="230"/>
                  <a:pt x="196" y="230"/>
                  <a:pt x="197" y="231"/>
                </a:cubicBezTo>
                <a:cubicBezTo>
                  <a:pt x="197" y="231"/>
                  <a:pt x="198" y="231"/>
                  <a:pt x="198" y="231"/>
                </a:cubicBezTo>
                <a:cubicBezTo>
                  <a:pt x="198" y="230"/>
                  <a:pt x="197" y="229"/>
                  <a:pt x="197" y="229"/>
                </a:cubicBezTo>
                <a:cubicBezTo>
                  <a:pt x="197" y="228"/>
                  <a:pt x="198" y="227"/>
                  <a:pt x="199" y="228"/>
                </a:cubicBezTo>
                <a:cubicBezTo>
                  <a:pt x="199" y="228"/>
                  <a:pt x="198" y="228"/>
                  <a:pt x="198" y="229"/>
                </a:cubicBezTo>
                <a:cubicBezTo>
                  <a:pt x="198" y="229"/>
                  <a:pt x="198" y="229"/>
                  <a:pt x="198" y="229"/>
                </a:cubicBezTo>
                <a:cubicBezTo>
                  <a:pt x="198" y="229"/>
                  <a:pt x="198" y="229"/>
                  <a:pt x="199" y="229"/>
                </a:cubicBezTo>
                <a:cubicBezTo>
                  <a:pt x="199" y="229"/>
                  <a:pt x="199" y="229"/>
                  <a:pt x="199" y="229"/>
                </a:cubicBezTo>
                <a:cubicBezTo>
                  <a:pt x="199" y="229"/>
                  <a:pt x="199" y="229"/>
                  <a:pt x="200" y="229"/>
                </a:cubicBezTo>
                <a:cubicBezTo>
                  <a:pt x="200" y="230"/>
                  <a:pt x="199" y="230"/>
                  <a:pt x="200" y="231"/>
                </a:cubicBezTo>
                <a:cubicBezTo>
                  <a:pt x="200" y="231"/>
                  <a:pt x="200" y="232"/>
                  <a:pt x="201" y="231"/>
                </a:cubicBezTo>
                <a:cubicBezTo>
                  <a:pt x="201" y="231"/>
                  <a:pt x="201" y="230"/>
                  <a:pt x="202" y="230"/>
                </a:cubicBezTo>
                <a:cubicBezTo>
                  <a:pt x="202" y="230"/>
                  <a:pt x="202" y="230"/>
                  <a:pt x="202" y="230"/>
                </a:cubicBezTo>
                <a:cubicBezTo>
                  <a:pt x="202" y="230"/>
                  <a:pt x="202" y="230"/>
                  <a:pt x="202" y="231"/>
                </a:cubicBezTo>
                <a:cubicBezTo>
                  <a:pt x="202" y="231"/>
                  <a:pt x="203" y="231"/>
                  <a:pt x="204" y="231"/>
                </a:cubicBezTo>
                <a:cubicBezTo>
                  <a:pt x="203" y="232"/>
                  <a:pt x="203" y="231"/>
                  <a:pt x="202" y="231"/>
                </a:cubicBezTo>
                <a:cubicBezTo>
                  <a:pt x="202" y="231"/>
                  <a:pt x="202" y="232"/>
                  <a:pt x="201" y="232"/>
                </a:cubicBezTo>
                <a:cubicBezTo>
                  <a:pt x="201" y="232"/>
                  <a:pt x="201" y="232"/>
                  <a:pt x="201" y="232"/>
                </a:cubicBezTo>
                <a:cubicBezTo>
                  <a:pt x="201" y="232"/>
                  <a:pt x="201" y="232"/>
                  <a:pt x="201" y="233"/>
                </a:cubicBezTo>
                <a:cubicBezTo>
                  <a:pt x="201" y="233"/>
                  <a:pt x="200" y="233"/>
                  <a:pt x="200" y="233"/>
                </a:cubicBezTo>
                <a:cubicBezTo>
                  <a:pt x="200" y="233"/>
                  <a:pt x="200" y="232"/>
                  <a:pt x="200" y="232"/>
                </a:cubicBezTo>
                <a:cubicBezTo>
                  <a:pt x="199" y="233"/>
                  <a:pt x="199" y="233"/>
                  <a:pt x="199" y="233"/>
                </a:cubicBezTo>
                <a:cubicBezTo>
                  <a:pt x="200" y="233"/>
                  <a:pt x="200" y="234"/>
                  <a:pt x="200" y="234"/>
                </a:cubicBezTo>
                <a:cubicBezTo>
                  <a:pt x="200" y="234"/>
                  <a:pt x="201" y="233"/>
                  <a:pt x="202" y="234"/>
                </a:cubicBezTo>
                <a:cubicBezTo>
                  <a:pt x="202" y="234"/>
                  <a:pt x="202" y="234"/>
                  <a:pt x="203" y="234"/>
                </a:cubicBezTo>
                <a:cubicBezTo>
                  <a:pt x="203" y="234"/>
                  <a:pt x="203" y="234"/>
                  <a:pt x="204" y="234"/>
                </a:cubicBezTo>
                <a:cubicBezTo>
                  <a:pt x="204" y="234"/>
                  <a:pt x="204" y="234"/>
                  <a:pt x="204" y="234"/>
                </a:cubicBezTo>
                <a:cubicBezTo>
                  <a:pt x="204" y="234"/>
                  <a:pt x="204" y="234"/>
                  <a:pt x="205" y="235"/>
                </a:cubicBezTo>
                <a:cubicBezTo>
                  <a:pt x="205" y="235"/>
                  <a:pt x="205" y="235"/>
                  <a:pt x="205" y="235"/>
                </a:cubicBezTo>
                <a:cubicBezTo>
                  <a:pt x="206" y="235"/>
                  <a:pt x="206" y="235"/>
                  <a:pt x="206" y="235"/>
                </a:cubicBezTo>
                <a:cubicBezTo>
                  <a:pt x="207" y="235"/>
                  <a:pt x="207" y="235"/>
                  <a:pt x="208" y="235"/>
                </a:cubicBezTo>
                <a:cubicBezTo>
                  <a:pt x="208" y="235"/>
                  <a:pt x="209" y="235"/>
                  <a:pt x="209" y="235"/>
                </a:cubicBezTo>
                <a:cubicBezTo>
                  <a:pt x="209" y="234"/>
                  <a:pt x="209" y="234"/>
                  <a:pt x="209" y="233"/>
                </a:cubicBezTo>
                <a:cubicBezTo>
                  <a:pt x="209" y="233"/>
                  <a:pt x="210" y="233"/>
                  <a:pt x="209" y="232"/>
                </a:cubicBezTo>
                <a:cubicBezTo>
                  <a:pt x="209" y="232"/>
                  <a:pt x="209" y="232"/>
                  <a:pt x="209" y="232"/>
                </a:cubicBezTo>
                <a:cubicBezTo>
                  <a:pt x="209" y="232"/>
                  <a:pt x="210" y="232"/>
                  <a:pt x="210" y="232"/>
                </a:cubicBezTo>
                <a:cubicBezTo>
                  <a:pt x="210" y="232"/>
                  <a:pt x="210" y="232"/>
                  <a:pt x="210" y="232"/>
                </a:cubicBezTo>
                <a:cubicBezTo>
                  <a:pt x="210" y="232"/>
                  <a:pt x="210" y="233"/>
                  <a:pt x="210" y="233"/>
                </a:cubicBezTo>
                <a:cubicBezTo>
                  <a:pt x="210" y="233"/>
                  <a:pt x="211" y="233"/>
                  <a:pt x="211" y="234"/>
                </a:cubicBezTo>
                <a:cubicBezTo>
                  <a:pt x="210" y="234"/>
                  <a:pt x="210" y="234"/>
                  <a:pt x="210" y="235"/>
                </a:cubicBezTo>
                <a:cubicBezTo>
                  <a:pt x="210" y="235"/>
                  <a:pt x="210" y="235"/>
                  <a:pt x="210" y="235"/>
                </a:cubicBezTo>
                <a:cubicBezTo>
                  <a:pt x="210" y="235"/>
                  <a:pt x="211" y="235"/>
                  <a:pt x="211" y="235"/>
                </a:cubicBezTo>
                <a:cubicBezTo>
                  <a:pt x="211" y="234"/>
                  <a:pt x="212" y="233"/>
                  <a:pt x="213" y="232"/>
                </a:cubicBezTo>
                <a:cubicBezTo>
                  <a:pt x="213" y="233"/>
                  <a:pt x="213" y="233"/>
                  <a:pt x="212" y="234"/>
                </a:cubicBezTo>
                <a:cubicBezTo>
                  <a:pt x="212" y="234"/>
                  <a:pt x="211" y="234"/>
                  <a:pt x="211" y="235"/>
                </a:cubicBezTo>
                <a:cubicBezTo>
                  <a:pt x="212" y="235"/>
                  <a:pt x="212" y="235"/>
                  <a:pt x="213" y="235"/>
                </a:cubicBezTo>
                <a:cubicBezTo>
                  <a:pt x="213" y="236"/>
                  <a:pt x="214" y="236"/>
                  <a:pt x="214" y="236"/>
                </a:cubicBezTo>
                <a:cubicBezTo>
                  <a:pt x="214" y="235"/>
                  <a:pt x="214" y="235"/>
                  <a:pt x="214" y="235"/>
                </a:cubicBezTo>
                <a:cubicBezTo>
                  <a:pt x="214" y="235"/>
                  <a:pt x="214" y="235"/>
                  <a:pt x="214" y="235"/>
                </a:cubicBezTo>
                <a:cubicBezTo>
                  <a:pt x="215" y="235"/>
                  <a:pt x="215" y="235"/>
                  <a:pt x="215" y="235"/>
                </a:cubicBezTo>
                <a:cubicBezTo>
                  <a:pt x="215" y="235"/>
                  <a:pt x="216" y="235"/>
                  <a:pt x="216" y="235"/>
                </a:cubicBezTo>
                <a:cubicBezTo>
                  <a:pt x="215" y="236"/>
                  <a:pt x="215" y="236"/>
                  <a:pt x="215" y="236"/>
                </a:cubicBezTo>
                <a:cubicBezTo>
                  <a:pt x="214" y="236"/>
                  <a:pt x="214" y="236"/>
                  <a:pt x="215" y="237"/>
                </a:cubicBezTo>
                <a:cubicBezTo>
                  <a:pt x="215" y="237"/>
                  <a:pt x="215" y="237"/>
                  <a:pt x="215" y="237"/>
                </a:cubicBezTo>
                <a:cubicBezTo>
                  <a:pt x="215" y="237"/>
                  <a:pt x="215" y="238"/>
                  <a:pt x="215" y="238"/>
                </a:cubicBezTo>
                <a:cubicBezTo>
                  <a:pt x="215" y="238"/>
                  <a:pt x="215" y="238"/>
                  <a:pt x="215" y="239"/>
                </a:cubicBezTo>
                <a:cubicBezTo>
                  <a:pt x="214" y="239"/>
                  <a:pt x="214" y="239"/>
                  <a:pt x="213" y="240"/>
                </a:cubicBezTo>
                <a:cubicBezTo>
                  <a:pt x="213" y="240"/>
                  <a:pt x="213" y="240"/>
                  <a:pt x="213" y="240"/>
                </a:cubicBezTo>
                <a:cubicBezTo>
                  <a:pt x="212" y="240"/>
                  <a:pt x="212" y="240"/>
                  <a:pt x="212" y="239"/>
                </a:cubicBezTo>
                <a:cubicBezTo>
                  <a:pt x="211" y="239"/>
                  <a:pt x="212" y="238"/>
                  <a:pt x="212" y="238"/>
                </a:cubicBezTo>
                <a:cubicBezTo>
                  <a:pt x="212" y="238"/>
                  <a:pt x="212" y="238"/>
                  <a:pt x="212" y="238"/>
                </a:cubicBezTo>
                <a:cubicBezTo>
                  <a:pt x="212" y="238"/>
                  <a:pt x="212" y="238"/>
                  <a:pt x="212" y="237"/>
                </a:cubicBezTo>
                <a:cubicBezTo>
                  <a:pt x="212" y="237"/>
                  <a:pt x="211" y="237"/>
                  <a:pt x="211" y="237"/>
                </a:cubicBezTo>
                <a:cubicBezTo>
                  <a:pt x="210" y="236"/>
                  <a:pt x="210" y="237"/>
                  <a:pt x="209" y="238"/>
                </a:cubicBezTo>
                <a:cubicBezTo>
                  <a:pt x="209" y="238"/>
                  <a:pt x="209" y="238"/>
                  <a:pt x="209" y="238"/>
                </a:cubicBezTo>
                <a:cubicBezTo>
                  <a:pt x="209" y="238"/>
                  <a:pt x="209" y="239"/>
                  <a:pt x="208" y="239"/>
                </a:cubicBezTo>
                <a:cubicBezTo>
                  <a:pt x="208" y="239"/>
                  <a:pt x="208" y="239"/>
                  <a:pt x="208" y="239"/>
                </a:cubicBezTo>
                <a:cubicBezTo>
                  <a:pt x="207" y="239"/>
                  <a:pt x="207" y="240"/>
                  <a:pt x="207" y="240"/>
                </a:cubicBezTo>
                <a:cubicBezTo>
                  <a:pt x="207" y="240"/>
                  <a:pt x="207" y="239"/>
                  <a:pt x="208" y="238"/>
                </a:cubicBezTo>
                <a:cubicBezTo>
                  <a:pt x="208" y="238"/>
                  <a:pt x="208" y="237"/>
                  <a:pt x="208" y="237"/>
                </a:cubicBezTo>
                <a:cubicBezTo>
                  <a:pt x="208" y="237"/>
                  <a:pt x="208" y="237"/>
                  <a:pt x="208" y="237"/>
                </a:cubicBezTo>
                <a:cubicBezTo>
                  <a:pt x="207" y="236"/>
                  <a:pt x="207" y="236"/>
                  <a:pt x="207" y="236"/>
                </a:cubicBezTo>
                <a:cubicBezTo>
                  <a:pt x="206" y="236"/>
                  <a:pt x="205" y="236"/>
                  <a:pt x="204" y="235"/>
                </a:cubicBezTo>
                <a:cubicBezTo>
                  <a:pt x="204" y="235"/>
                  <a:pt x="204" y="235"/>
                  <a:pt x="204" y="234"/>
                </a:cubicBezTo>
                <a:cubicBezTo>
                  <a:pt x="203" y="234"/>
                  <a:pt x="203" y="235"/>
                  <a:pt x="202" y="235"/>
                </a:cubicBezTo>
                <a:cubicBezTo>
                  <a:pt x="202" y="235"/>
                  <a:pt x="202" y="235"/>
                  <a:pt x="202" y="235"/>
                </a:cubicBezTo>
                <a:cubicBezTo>
                  <a:pt x="202" y="235"/>
                  <a:pt x="201" y="235"/>
                  <a:pt x="201" y="236"/>
                </a:cubicBezTo>
                <a:cubicBezTo>
                  <a:pt x="202" y="235"/>
                  <a:pt x="202" y="235"/>
                  <a:pt x="202" y="235"/>
                </a:cubicBezTo>
                <a:cubicBezTo>
                  <a:pt x="202" y="236"/>
                  <a:pt x="201" y="236"/>
                  <a:pt x="201" y="237"/>
                </a:cubicBezTo>
                <a:cubicBezTo>
                  <a:pt x="201" y="237"/>
                  <a:pt x="201" y="238"/>
                  <a:pt x="201" y="238"/>
                </a:cubicBezTo>
                <a:cubicBezTo>
                  <a:pt x="201" y="238"/>
                  <a:pt x="201" y="238"/>
                  <a:pt x="200" y="238"/>
                </a:cubicBezTo>
                <a:cubicBezTo>
                  <a:pt x="200" y="239"/>
                  <a:pt x="199" y="239"/>
                  <a:pt x="199" y="239"/>
                </a:cubicBezTo>
                <a:cubicBezTo>
                  <a:pt x="199" y="240"/>
                  <a:pt x="199" y="240"/>
                  <a:pt x="198" y="240"/>
                </a:cubicBezTo>
                <a:cubicBezTo>
                  <a:pt x="198" y="240"/>
                  <a:pt x="198" y="240"/>
                  <a:pt x="198" y="240"/>
                </a:cubicBezTo>
                <a:cubicBezTo>
                  <a:pt x="198" y="240"/>
                  <a:pt x="197" y="241"/>
                  <a:pt x="198" y="241"/>
                </a:cubicBezTo>
                <a:cubicBezTo>
                  <a:pt x="198" y="241"/>
                  <a:pt x="198" y="242"/>
                  <a:pt x="199" y="242"/>
                </a:cubicBezTo>
                <a:cubicBezTo>
                  <a:pt x="199" y="242"/>
                  <a:pt x="200" y="242"/>
                  <a:pt x="200" y="241"/>
                </a:cubicBezTo>
                <a:cubicBezTo>
                  <a:pt x="200" y="241"/>
                  <a:pt x="201" y="241"/>
                  <a:pt x="201" y="241"/>
                </a:cubicBezTo>
                <a:cubicBezTo>
                  <a:pt x="201" y="241"/>
                  <a:pt x="201" y="242"/>
                  <a:pt x="201" y="242"/>
                </a:cubicBezTo>
                <a:cubicBezTo>
                  <a:pt x="201" y="242"/>
                  <a:pt x="200" y="242"/>
                  <a:pt x="200" y="243"/>
                </a:cubicBezTo>
                <a:cubicBezTo>
                  <a:pt x="200" y="243"/>
                  <a:pt x="200" y="243"/>
                  <a:pt x="200" y="243"/>
                </a:cubicBezTo>
                <a:cubicBezTo>
                  <a:pt x="202" y="245"/>
                  <a:pt x="205" y="246"/>
                  <a:pt x="206" y="248"/>
                </a:cubicBezTo>
                <a:cubicBezTo>
                  <a:pt x="206" y="249"/>
                  <a:pt x="206" y="249"/>
                  <a:pt x="207" y="250"/>
                </a:cubicBezTo>
                <a:cubicBezTo>
                  <a:pt x="207" y="250"/>
                  <a:pt x="207" y="250"/>
                  <a:pt x="208" y="250"/>
                </a:cubicBezTo>
                <a:cubicBezTo>
                  <a:pt x="208" y="250"/>
                  <a:pt x="208" y="250"/>
                  <a:pt x="209" y="251"/>
                </a:cubicBezTo>
                <a:cubicBezTo>
                  <a:pt x="209" y="251"/>
                  <a:pt x="209" y="251"/>
                  <a:pt x="209" y="251"/>
                </a:cubicBezTo>
                <a:cubicBezTo>
                  <a:pt x="209" y="251"/>
                  <a:pt x="208" y="251"/>
                  <a:pt x="208" y="251"/>
                </a:cubicBezTo>
                <a:cubicBezTo>
                  <a:pt x="208" y="251"/>
                  <a:pt x="208" y="252"/>
                  <a:pt x="208" y="252"/>
                </a:cubicBezTo>
                <a:cubicBezTo>
                  <a:pt x="208" y="252"/>
                  <a:pt x="209" y="252"/>
                  <a:pt x="209" y="253"/>
                </a:cubicBezTo>
                <a:cubicBezTo>
                  <a:pt x="209" y="253"/>
                  <a:pt x="209" y="253"/>
                  <a:pt x="209" y="253"/>
                </a:cubicBezTo>
                <a:cubicBezTo>
                  <a:pt x="209" y="253"/>
                  <a:pt x="209" y="254"/>
                  <a:pt x="210" y="254"/>
                </a:cubicBezTo>
                <a:cubicBezTo>
                  <a:pt x="214" y="255"/>
                  <a:pt x="219" y="254"/>
                  <a:pt x="222" y="250"/>
                </a:cubicBezTo>
                <a:cubicBezTo>
                  <a:pt x="221" y="251"/>
                  <a:pt x="222" y="251"/>
                  <a:pt x="223" y="251"/>
                </a:cubicBezTo>
                <a:cubicBezTo>
                  <a:pt x="223" y="251"/>
                  <a:pt x="223" y="250"/>
                  <a:pt x="224" y="250"/>
                </a:cubicBezTo>
                <a:cubicBezTo>
                  <a:pt x="224" y="249"/>
                  <a:pt x="224" y="247"/>
                  <a:pt x="223" y="247"/>
                </a:cubicBezTo>
                <a:cubicBezTo>
                  <a:pt x="223" y="246"/>
                  <a:pt x="222" y="246"/>
                  <a:pt x="222" y="246"/>
                </a:cubicBezTo>
                <a:cubicBezTo>
                  <a:pt x="222" y="245"/>
                  <a:pt x="223" y="244"/>
                  <a:pt x="224" y="243"/>
                </a:cubicBezTo>
                <a:cubicBezTo>
                  <a:pt x="224" y="243"/>
                  <a:pt x="224" y="242"/>
                  <a:pt x="224" y="242"/>
                </a:cubicBezTo>
                <a:cubicBezTo>
                  <a:pt x="225" y="241"/>
                  <a:pt x="225" y="241"/>
                  <a:pt x="225" y="240"/>
                </a:cubicBezTo>
                <a:cubicBezTo>
                  <a:pt x="225" y="240"/>
                  <a:pt x="225" y="240"/>
                  <a:pt x="225" y="239"/>
                </a:cubicBezTo>
                <a:cubicBezTo>
                  <a:pt x="226" y="239"/>
                  <a:pt x="226" y="239"/>
                  <a:pt x="226" y="239"/>
                </a:cubicBezTo>
                <a:cubicBezTo>
                  <a:pt x="226" y="239"/>
                  <a:pt x="226" y="238"/>
                  <a:pt x="227" y="238"/>
                </a:cubicBezTo>
                <a:cubicBezTo>
                  <a:pt x="227" y="238"/>
                  <a:pt x="227" y="238"/>
                  <a:pt x="227" y="238"/>
                </a:cubicBezTo>
                <a:cubicBezTo>
                  <a:pt x="227" y="238"/>
                  <a:pt x="227" y="238"/>
                  <a:pt x="228" y="238"/>
                </a:cubicBezTo>
                <a:cubicBezTo>
                  <a:pt x="228" y="238"/>
                  <a:pt x="228" y="238"/>
                  <a:pt x="229" y="238"/>
                </a:cubicBezTo>
                <a:cubicBezTo>
                  <a:pt x="228" y="239"/>
                  <a:pt x="227" y="240"/>
                  <a:pt x="226" y="241"/>
                </a:cubicBezTo>
                <a:cubicBezTo>
                  <a:pt x="226" y="242"/>
                  <a:pt x="226" y="243"/>
                  <a:pt x="225" y="244"/>
                </a:cubicBezTo>
                <a:cubicBezTo>
                  <a:pt x="225" y="244"/>
                  <a:pt x="224" y="245"/>
                  <a:pt x="224" y="246"/>
                </a:cubicBezTo>
                <a:cubicBezTo>
                  <a:pt x="224" y="246"/>
                  <a:pt x="225" y="247"/>
                  <a:pt x="226" y="247"/>
                </a:cubicBezTo>
                <a:cubicBezTo>
                  <a:pt x="227" y="248"/>
                  <a:pt x="225" y="250"/>
                  <a:pt x="226" y="251"/>
                </a:cubicBezTo>
                <a:cubicBezTo>
                  <a:pt x="226" y="251"/>
                  <a:pt x="226" y="251"/>
                  <a:pt x="227" y="252"/>
                </a:cubicBezTo>
                <a:cubicBezTo>
                  <a:pt x="227" y="252"/>
                  <a:pt x="227" y="252"/>
                  <a:pt x="227" y="252"/>
                </a:cubicBezTo>
                <a:cubicBezTo>
                  <a:pt x="228" y="255"/>
                  <a:pt x="229" y="257"/>
                  <a:pt x="230" y="259"/>
                </a:cubicBezTo>
                <a:cubicBezTo>
                  <a:pt x="230" y="259"/>
                  <a:pt x="230" y="260"/>
                  <a:pt x="230" y="260"/>
                </a:cubicBezTo>
                <a:cubicBezTo>
                  <a:pt x="230" y="260"/>
                  <a:pt x="230" y="260"/>
                  <a:pt x="230" y="260"/>
                </a:cubicBezTo>
                <a:cubicBezTo>
                  <a:pt x="229" y="260"/>
                  <a:pt x="229" y="261"/>
                  <a:pt x="229" y="261"/>
                </a:cubicBezTo>
                <a:cubicBezTo>
                  <a:pt x="229" y="261"/>
                  <a:pt x="229" y="261"/>
                  <a:pt x="228" y="261"/>
                </a:cubicBezTo>
                <a:cubicBezTo>
                  <a:pt x="228" y="262"/>
                  <a:pt x="228" y="262"/>
                  <a:pt x="228" y="262"/>
                </a:cubicBezTo>
                <a:cubicBezTo>
                  <a:pt x="228" y="263"/>
                  <a:pt x="228" y="263"/>
                  <a:pt x="228" y="264"/>
                </a:cubicBezTo>
                <a:cubicBezTo>
                  <a:pt x="228" y="264"/>
                  <a:pt x="228" y="264"/>
                  <a:pt x="228" y="265"/>
                </a:cubicBezTo>
                <a:cubicBezTo>
                  <a:pt x="228" y="265"/>
                  <a:pt x="228" y="265"/>
                  <a:pt x="228" y="265"/>
                </a:cubicBezTo>
                <a:cubicBezTo>
                  <a:pt x="228" y="265"/>
                  <a:pt x="228" y="265"/>
                  <a:pt x="228" y="265"/>
                </a:cubicBezTo>
                <a:cubicBezTo>
                  <a:pt x="228" y="266"/>
                  <a:pt x="228" y="266"/>
                  <a:pt x="228" y="267"/>
                </a:cubicBezTo>
                <a:cubicBezTo>
                  <a:pt x="229" y="267"/>
                  <a:pt x="229" y="267"/>
                  <a:pt x="229" y="267"/>
                </a:cubicBezTo>
                <a:cubicBezTo>
                  <a:pt x="229" y="266"/>
                  <a:pt x="229" y="266"/>
                  <a:pt x="230" y="266"/>
                </a:cubicBezTo>
                <a:cubicBezTo>
                  <a:pt x="230" y="266"/>
                  <a:pt x="230" y="266"/>
                  <a:pt x="230" y="266"/>
                </a:cubicBezTo>
                <a:cubicBezTo>
                  <a:pt x="231" y="266"/>
                  <a:pt x="231" y="266"/>
                  <a:pt x="232" y="266"/>
                </a:cubicBezTo>
                <a:cubicBezTo>
                  <a:pt x="232" y="267"/>
                  <a:pt x="231" y="267"/>
                  <a:pt x="231" y="267"/>
                </a:cubicBezTo>
                <a:cubicBezTo>
                  <a:pt x="231" y="268"/>
                  <a:pt x="230" y="268"/>
                  <a:pt x="230" y="268"/>
                </a:cubicBezTo>
                <a:cubicBezTo>
                  <a:pt x="230" y="268"/>
                  <a:pt x="230" y="268"/>
                  <a:pt x="230" y="268"/>
                </a:cubicBezTo>
                <a:cubicBezTo>
                  <a:pt x="230" y="268"/>
                  <a:pt x="230" y="268"/>
                  <a:pt x="230" y="268"/>
                </a:cubicBezTo>
                <a:cubicBezTo>
                  <a:pt x="230" y="269"/>
                  <a:pt x="230" y="269"/>
                  <a:pt x="230" y="270"/>
                </a:cubicBezTo>
                <a:cubicBezTo>
                  <a:pt x="230" y="270"/>
                  <a:pt x="230" y="270"/>
                  <a:pt x="230" y="270"/>
                </a:cubicBezTo>
                <a:cubicBezTo>
                  <a:pt x="230" y="271"/>
                  <a:pt x="230" y="271"/>
                  <a:pt x="230" y="271"/>
                </a:cubicBezTo>
                <a:cubicBezTo>
                  <a:pt x="230" y="271"/>
                  <a:pt x="230" y="271"/>
                  <a:pt x="230" y="271"/>
                </a:cubicBezTo>
                <a:cubicBezTo>
                  <a:pt x="230" y="271"/>
                  <a:pt x="230" y="271"/>
                  <a:pt x="230" y="272"/>
                </a:cubicBezTo>
                <a:cubicBezTo>
                  <a:pt x="230" y="271"/>
                  <a:pt x="231" y="271"/>
                  <a:pt x="231" y="271"/>
                </a:cubicBezTo>
                <a:cubicBezTo>
                  <a:pt x="231" y="271"/>
                  <a:pt x="231" y="271"/>
                  <a:pt x="231" y="271"/>
                </a:cubicBezTo>
                <a:cubicBezTo>
                  <a:pt x="231" y="271"/>
                  <a:pt x="232" y="271"/>
                  <a:pt x="232" y="271"/>
                </a:cubicBezTo>
                <a:cubicBezTo>
                  <a:pt x="232" y="271"/>
                  <a:pt x="231" y="271"/>
                  <a:pt x="231" y="271"/>
                </a:cubicBezTo>
                <a:cubicBezTo>
                  <a:pt x="231" y="271"/>
                  <a:pt x="231" y="271"/>
                  <a:pt x="231" y="272"/>
                </a:cubicBezTo>
                <a:cubicBezTo>
                  <a:pt x="231" y="272"/>
                  <a:pt x="231" y="272"/>
                  <a:pt x="231" y="272"/>
                </a:cubicBezTo>
                <a:cubicBezTo>
                  <a:pt x="231" y="272"/>
                  <a:pt x="230" y="272"/>
                  <a:pt x="230" y="272"/>
                </a:cubicBezTo>
                <a:cubicBezTo>
                  <a:pt x="230" y="272"/>
                  <a:pt x="230" y="273"/>
                  <a:pt x="230" y="273"/>
                </a:cubicBezTo>
                <a:cubicBezTo>
                  <a:pt x="230" y="273"/>
                  <a:pt x="230" y="273"/>
                  <a:pt x="230" y="273"/>
                </a:cubicBezTo>
                <a:cubicBezTo>
                  <a:pt x="230" y="273"/>
                  <a:pt x="229" y="273"/>
                  <a:pt x="229" y="273"/>
                </a:cubicBezTo>
                <a:cubicBezTo>
                  <a:pt x="229" y="273"/>
                  <a:pt x="230" y="273"/>
                  <a:pt x="229" y="274"/>
                </a:cubicBezTo>
                <a:cubicBezTo>
                  <a:pt x="229" y="274"/>
                  <a:pt x="229" y="274"/>
                  <a:pt x="229" y="274"/>
                </a:cubicBezTo>
                <a:cubicBezTo>
                  <a:pt x="229" y="274"/>
                  <a:pt x="229" y="274"/>
                  <a:pt x="228" y="274"/>
                </a:cubicBezTo>
                <a:cubicBezTo>
                  <a:pt x="228" y="274"/>
                  <a:pt x="228" y="274"/>
                  <a:pt x="228" y="274"/>
                </a:cubicBezTo>
                <a:cubicBezTo>
                  <a:pt x="228" y="274"/>
                  <a:pt x="227" y="274"/>
                  <a:pt x="227" y="274"/>
                </a:cubicBezTo>
                <a:cubicBezTo>
                  <a:pt x="227" y="274"/>
                  <a:pt x="227" y="274"/>
                  <a:pt x="227" y="274"/>
                </a:cubicBezTo>
                <a:cubicBezTo>
                  <a:pt x="227" y="274"/>
                  <a:pt x="227" y="274"/>
                  <a:pt x="227" y="275"/>
                </a:cubicBezTo>
                <a:cubicBezTo>
                  <a:pt x="228" y="275"/>
                  <a:pt x="229" y="275"/>
                  <a:pt x="229" y="275"/>
                </a:cubicBezTo>
                <a:cubicBezTo>
                  <a:pt x="229" y="275"/>
                  <a:pt x="230" y="275"/>
                  <a:pt x="230" y="275"/>
                </a:cubicBezTo>
                <a:cubicBezTo>
                  <a:pt x="230" y="275"/>
                  <a:pt x="230" y="275"/>
                  <a:pt x="230" y="275"/>
                </a:cubicBezTo>
                <a:cubicBezTo>
                  <a:pt x="230" y="276"/>
                  <a:pt x="230" y="276"/>
                  <a:pt x="230" y="276"/>
                </a:cubicBezTo>
                <a:cubicBezTo>
                  <a:pt x="230" y="276"/>
                  <a:pt x="231" y="276"/>
                  <a:pt x="231" y="276"/>
                </a:cubicBezTo>
                <a:cubicBezTo>
                  <a:pt x="232" y="275"/>
                  <a:pt x="233" y="275"/>
                  <a:pt x="233" y="274"/>
                </a:cubicBezTo>
                <a:cubicBezTo>
                  <a:pt x="234" y="274"/>
                  <a:pt x="234" y="273"/>
                  <a:pt x="234" y="273"/>
                </a:cubicBezTo>
                <a:cubicBezTo>
                  <a:pt x="234" y="272"/>
                  <a:pt x="235" y="272"/>
                  <a:pt x="235" y="272"/>
                </a:cubicBezTo>
                <a:cubicBezTo>
                  <a:pt x="235" y="271"/>
                  <a:pt x="235" y="271"/>
                  <a:pt x="235" y="271"/>
                </a:cubicBezTo>
                <a:cubicBezTo>
                  <a:pt x="236" y="271"/>
                  <a:pt x="236" y="272"/>
                  <a:pt x="236" y="272"/>
                </a:cubicBezTo>
                <a:cubicBezTo>
                  <a:pt x="236" y="272"/>
                  <a:pt x="236" y="271"/>
                  <a:pt x="237" y="271"/>
                </a:cubicBezTo>
                <a:cubicBezTo>
                  <a:pt x="237" y="271"/>
                  <a:pt x="237" y="270"/>
                  <a:pt x="238" y="270"/>
                </a:cubicBezTo>
                <a:cubicBezTo>
                  <a:pt x="238" y="271"/>
                  <a:pt x="238" y="271"/>
                  <a:pt x="238" y="271"/>
                </a:cubicBezTo>
                <a:cubicBezTo>
                  <a:pt x="238" y="271"/>
                  <a:pt x="238" y="271"/>
                  <a:pt x="239" y="270"/>
                </a:cubicBezTo>
                <a:cubicBezTo>
                  <a:pt x="240" y="269"/>
                  <a:pt x="241" y="268"/>
                  <a:pt x="243" y="267"/>
                </a:cubicBezTo>
                <a:cubicBezTo>
                  <a:pt x="242" y="268"/>
                  <a:pt x="243" y="268"/>
                  <a:pt x="243" y="268"/>
                </a:cubicBezTo>
                <a:cubicBezTo>
                  <a:pt x="243" y="268"/>
                  <a:pt x="243" y="269"/>
                  <a:pt x="243" y="269"/>
                </a:cubicBezTo>
                <a:cubicBezTo>
                  <a:pt x="243" y="269"/>
                  <a:pt x="243" y="269"/>
                  <a:pt x="243" y="269"/>
                </a:cubicBezTo>
                <a:cubicBezTo>
                  <a:pt x="243" y="269"/>
                  <a:pt x="243" y="270"/>
                  <a:pt x="244" y="270"/>
                </a:cubicBezTo>
                <a:cubicBezTo>
                  <a:pt x="244" y="270"/>
                  <a:pt x="244" y="270"/>
                  <a:pt x="244" y="270"/>
                </a:cubicBezTo>
                <a:cubicBezTo>
                  <a:pt x="244" y="270"/>
                  <a:pt x="245" y="270"/>
                  <a:pt x="245" y="271"/>
                </a:cubicBezTo>
                <a:cubicBezTo>
                  <a:pt x="245" y="271"/>
                  <a:pt x="245" y="271"/>
                  <a:pt x="245" y="270"/>
                </a:cubicBezTo>
                <a:cubicBezTo>
                  <a:pt x="246" y="270"/>
                  <a:pt x="246" y="270"/>
                  <a:pt x="246" y="270"/>
                </a:cubicBezTo>
                <a:cubicBezTo>
                  <a:pt x="246" y="270"/>
                  <a:pt x="246" y="270"/>
                  <a:pt x="246" y="270"/>
                </a:cubicBezTo>
                <a:cubicBezTo>
                  <a:pt x="246" y="271"/>
                  <a:pt x="246" y="271"/>
                  <a:pt x="246" y="271"/>
                </a:cubicBezTo>
                <a:cubicBezTo>
                  <a:pt x="246" y="272"/>
                  <a:pt x="247" y="272"/>
                  <a:pt x="247" y="272"/>
                </a:cubicBezTo>
                <a:cubicBezTo>
                  <a:pt x="247" y="272"/>
                  <a:pt x="247" y="272"/>
                  <a:pt x="247" y="271"/>
                </a:cubicBezTo>
                <a:cubicBezTo>
                  <a:pt x="247" y="271"/>
                  <a:pt x="248" y="271"/>
                  <a:pt x="248" y="270"/>
                </a:cubicBezTo>
                <a:cubicBezTo>
                  <a:pt x="248" y="270"/>
                  <a:pt x="248" y="270"/>
                  <a:pt x="248" y="270"/>
                </a:cubicBezTo>
                <a:cubicBezTo>
                  <a:pt x="248" y="269"/>
                  <a:pt x="248" y="269"/>
                  <a:pt x="249" y="269"/>
                </a:cubicBezTo>
                <a:cubicBezTo>
                  <a:pt x="249" y="269"/>
                  <a:pt x="249" y="270"/>
                  <a:pt x="249" y="270"/>
                </a:cubicBezTo>
                <a:cubicBezTo>
                  <a:pt x="249" y="270"/>
                  <a:pt x="249" y="270"/>
                  <a:pt x="249" y="271"/>
                </a:cubicBezTo>
                <a:cubicBezTo>
                  <a:pt x="249" y="271"/>
                  <a:pt x="249" y="271"/>
                  <a:pt x="250" y="271"/>
                </a:cubicBezTo>
                <a:cubicBezTo>
                  <a:pt x="250" y="272"/>
                  <a:pt x="251" y="272"/>
                  <a:pt x="251" y="272"/>
                </a:cubicBezTo>
                <a:cubicBezTo>
                  <a:pt x="252" y="272"/>
                  <a:pt x="252" y="274"/>
                  <a:pt x="252" y="275"/>
                </a:cubicBezTo>
                <a:cubicBezTo>
                  <a:pt x="253" y="275"/>
                  <a:pt x="253" y="276"/>
                  <a:pt x="254" y="277"/>
                </a:cubicBezTo>
                <a:cubicBezTo>
                  <a:pt x="254" y="277"/>
                  <a:pt x="254" y="278"/>
                  <a:pt x="254" y="278"/>
                </a:cubicBezTo>
                <a:cubicBezTo>
                  <a:pt x="254" y="278"/>
                  <a:pt x="255" y="278"/>
                  <a:pt x="256" y="278"/>
                </a:cubicBezTo>
                <a:cubicBezTo>
                  <a:pt x="256" y="278"/>
                  <a:pt x="257" y="278"/>
                  <a:pt x="257" y="278"/>
                </a:cubicBezTo>
                <a:cubicBezTo>
                  <a:pt x="257" y="278"/>
                  <a:pt x="257" y="278"/>
                  <a:pt x="257" y="277"/>
                </a:cubicBezTo>
                <a:cubicBezTo>
                  <a:pt x="257" y="277"/>
                  <a:pt x="257" y="277"/>
                  <a:pt x="257" y="277"/>
                </a:cubicBezTo>
                <a:cubicBezTo>
                  <a:pt x="257" y="276"/>
                  <a:pt x="257" y="276"/>
                  <a:pt x="256" y="275"/>
                </a:cubicBezTo>
                <a:cubicBezTo>
                  <a:pt x="256" y="275"/>
                  <a:pt x="256" y="274"/>
                  <a:pt x="256" y="273"/>
                </a:cubicBezTo>
                <a:cubicBezTo>
                  <a:pt x="256" y="273"/>
                  <a:pt x="256" y="273"/>
                  <a:pt x="256" y="272"/>
                </a:cubicBezTo>
                <a:cubicBezTo>
                  <a:pt x="257" y="272"/>
                  <a:pt x="256" y="271"/>
                  <a:pt x="257" y="271"/>
                </a:cubicBezTo>
                <a:cubicBezTo>
                  <a:pt x="257" y="271"/>
                  <a:pt x="257" y="270"/>
                  <a:pt x="257" y="270"/>
                </a:cubicBezTo>
                <a:cubicBezTo>
                  <a:pt x="258" y="270"/>
                  <a:pt x="259" y="269"/>
                  <a:pt x="259" y="268"/>
                </a:cubicBezTo>
                <a:cubicBezTo>
                  <a:pt x="259" y="268"/>
                  <a:pt x="260" y="268"/>
                  <a:pt x="260" y="267"/>
                </a:cubicBezTo>
                <a:cubicBezTo>
                  <a:pt x="260" y="267"/>
                  <a:pt x="260" y="267"/>
                  <a:pt x="260" y="267"/>
                </a:cubicBezTo>
                <a:cubicBezTo>
                  <a:pt x="261" y="267"/>
                  <a:pt x="261" y="267"/>
                  <a:pt x="261" y="268"/>
                </a:cubicBezTo>
                <a:cubicBezTo>
                  <a:pt x="261" y="268"/>
                  <a:pt x="262" y="268"/>
                  <a:pt x="262" y="268"/>
                </a:cubicBezTo>
                <a:cubicBezTo>
                  <a:pt x="263" y="268"/>
                  <a:pt x="263" y="268"/>
                  <a:pt x="263" y="268"/>
                </a:cubicBezTo>
                <a:cubicBezTo>
                  <a:pt x="263" y="269"/>
                  <a:pt x="264" y="269"/>
                  <a:pt x="264" y="269"/>
                </a:cubicBezTo>
                <a:cubicBezTo>
                  <a:pt x="264" y="269"/>
                  <a:pt x="264" y="270"/>
                  <a:pt x="264" y="270"/>
                </a:cubicBezTo>
                <a:cubicBezTo>
                  <a:pt x="264" y="270"/>
                  <a:pt x="264" y="270"/>
                  <a:pt x="264" y="270"/>
                </a:cubicBezTo>
                <a:cubicBezTo>
                  <a:pt x="264" y="270"/>
                  <a:pt x="264" y="270"/>
                  <a:pt x="264" y="270"/>
                </a:cubicBezTo>
                <a:cubicBezTo>
                  <a:pt x="263" y="270"/>
                  <a:pt x="263" y="270"/>
                  <a:pt x="263" y="270"/>
                </a:cubicBezTo>
                <a:cubicBezTo>
                  <a:pt x="263" y="270"/>
                  <a:pt x="263" y="269"/>
                  <a:pt x="262" y="269"/>
                </a:cubicBezTo>
                <a:cubicBezTo>
                  <a:pt x="262" y="268"/>
                  <a:pt x="262" y="268"/>
                  <a:pt x="261" y="268"/>
                </a:cubicBezTo>
                <a:cubicBezTo>
                  <a:pt x="261" y="268"/>
                  <a:pt x="260" y="268"/>
                  <a:pt x="260" y="268"/>
                </a:cubicBezTo>
                <a:cubicBezTo>
                  <a:pt x="259" y="269"/>
                  <a:pt x="260" y="269"/>
                  <a:pt x="259" y="270"/>
                </a:cubicBezTo>
                <a:cubicBezTo>
                  <a:pt x="259" y="270"/>
                  <a:pt x="259" y="270"/>
                  <a:pt x="259" y="271"/>
                </a:cubicBezTo>
                <a:cubicBezTo>
                  <a:pt x="258" y="271"/>
                  <a:pt x="258" y="272"/>
                  <a:pt x="259" y="272"/>
                </a:cubicBezTo>
                <a:cubicBezTo>
                  <a:pt x="259" y="272"/>
                  <a:pt x="259" y="272"/>
                  <a:pt x="259" y="272"/>
                </a:cubicBezTo>
                <a:cubicBezTo>
                  <a:pt x="260" y="272"/>
                  <a:pt x="260" y="272"/>
                  <a:pt x="260" y="272"/>
                </a:cubicBezTo>
                <a:cubicBezTo>
                  <a:pt x="260" y="273"/>
                  <a:pt x="261" y="273"/>
                  <a:pt x="261" y="273"/>
                </a:cubicBezTo>
                <a:cubicBezTo>
                  <a:pt x="261" y="273"/>
                  <a:pt x="260" y="274"/>
                  <a:pt x="260" y="274"/>
                </a:cubicBezTo>
                <a:cubicBezTo>
                  <a:pt x="261" y="274"/>
                  <a:pt x="261" y="274"/>
                  <a:pt x="261" y="274"/>
                </a:cubicBezTo>
                <a:cubicBezTo>
                  <a:pt x="261" y="274"/>
                  <a:pt x="261" y="275"/>
                  <a:pt x="261" y="275"/>
                </a:cubicBezTo>
                <a:cubicBezTo>
                  <a:pt x="261" y="275"/>
                  <a:pt x="261" y="275"/>
                  <a:pt x="262" y="275"/>
                </a:cubicBezTo>
                <a:cubicBezTo>
                  <a:pt x="263" y="275"/>
                  <a:pt x="264" y="274"/>
                  <a:pt x="265" y="274"/>
                </a:cubicBezTo>
                <a:cubicBezTo>
                  <a:pt x="266" y="273"/>
                  <a:pt x="268" y="272"/>
                  <a:pt x="269" y="271"/>
                </a:cubicBezTo>
                <a:cubicBezTo>
                  <a:pt x="270" y="271"/>
                  <a:pt x="270" y="271"/>
                  <a:pt x="270" y="271"/>
                </a:cubicBezTo>
                <a:cubicBezTo>
                  <a:pt x="271" y="271"/>
                  <a:pt x="271" y="271"/>
                  <a:pt x="272" y="271"/>
                </a:cubicBezTo>
                <a:cubicBezTo>
                  <a:pt x="272" y="270"/>
                  <a:pt x="272" y="270"/>
                  <a:pt x="272" y="270"/>
                </a:cubicBezTo>
                <a:cubicBezTo>
                  <a:pt x="272" y="270"/>
                  <a:pt x="272" y="270"/>
                  <a:pt x="273" y="270"/>
                </a:cubicBezTo>
                <a:cubicBezTo>
                  <a:pt x="273" y="271"/>
                  <a:pt x="273" y="271"/>
                  <a:pt x="272" y="272"/>
                </a:cubicBezTo>
                <a:cubicBezTo>
                  <a:pt x="272" y="272"/>
                  <a:pt x="272" y="272"/>
                  <a:pt x="272" y="272"/>
                </a:cubicBezTo>
                <a:cubicBezTo>
                  <a:pt x="272" y="272"/>
                  <a:pt x="272" y="273"/>
                  <a:pt x="272" y="273"/>
                </a:cubicBezTo>
                <a:cubicBezTo>
                  <a:pt x="272" y="273"/>
                  <a:pt x="273" y="273"/>
                  <a:pt x="273" y="273"/>
                </a:cubicBezTo>
                <a:cubicBezTo>
                  <a:pt x="272" y="273"/>
                  <a:pt x="272" y="274"/>
                  <a:pt x="271" y="274"/>
                </a:cubicBezTo>
                <a:cubicBezTo>
                  <a:pt x="271" y="275"/>
                  <a:pt x="270" y="275"/>
                  <a:pt x="270" y="276"/>
                </a:cubicBezTo>
                <a:cubicBezTo>
                  <a:pt x="269" y="276"/>
                  <a:pt x="268" y="277"/>
                  <a:pt x="268" y="278"/>
                </a:cubicBezTo>
                <a:cubicBezTo>
                  <a:pt x="268" y="279"/>
                  <a:pt x="269" y="280"/>
                  <a:pt x="268" y="281"/>
                </a:cubicBezTo>
                <a:cubicBezTo>
                  <a:pt x="268" y="281"/>
                  <a:pt x="268" y="281"/>
                  <a:pt x="268" y="281"/>
                </a:cubicBezTo>
                <a:cubicBezTo>
                  <a:pt x="268" y="281"/>
                  <a:pt x="269" y="281"/>
                  <a:pt x="269" y="282"/>
                </a:cubicBezTo>
                <a:cubicBezTo>
                  <a:pt x="269" y="281"/>
                  <a:pt x="270" y="281"/>
                  <a:pt x="270" y="281"/>
                </a:cubicBezTo>
                <a:cubicBezTo>
                  <a:pt x="269" y="282"/>
                  <a:pt x="268" y="283"/>
                  <a:pt x="268" y="283"/>
                </a:cubicBezTo>
                <a:cubicBezTo>
                  <a:pt x="267" y="283"/>
                  <a:pt x="267" y="284"/>
                  <a:pt x="267" y="284"/>
                </a:cubicBezTo>
                <a:cubicBezTo>
                  <a:pt x="267" y="284"/>
                  <a:pt x="268" y="285"/>
                  <a:pt x="267" y="286"/>
                </a:cubicBezTo>
                <a:cubicBezTo>
                  <a:pt x="267" y="286"/>
                  <a:pt x="267" y="286"/>
                  <a:pt x="267" y="286"/>
                </a:cubicBezTo>
                <a:cubicBezTo>
                  <a:pt x="266" y="287"/>
                  <a:pt x="267" y="288"/>
                  <a:pt x="267" y="288"/>
                </a:cubicBezTo>
                <a:cubicBezTo>
                  <a:pt x="267" y="289"/>
                  <a:pt x="267" y="289"/>
                  <a:pt x="266" y="289"/>
                </a:cubicBezTo>
                <a:cubicBezTo>
                  <a:pt x="266" y="290"/>
                  <a:pt x="266" y="291"/>
                  <a:pt x="266" y="291"/>
                </a:cubicBezTo>
                <a:cubicBezTo>
                  <a:pt x="266" y="292"/>
                  <a:pt x="267" y="292"/>
                  <a:pt x="267" y="292"/>
                </a:cubicBezTo>
                <a:cubicBezTo>
                  <a:pt x="267" y="292"/>
                  <a:pt x="267" y="291"/>
                  <a:pt x="267" y="291"/>
                </a:cubicBezTo>
                <a:cubicBezTo>
                  <a:pt x="267" y="291"/>
                  <a:pt x="267" y="291"/>
                  <a:pt x="268" y="291"/>
                </a:cubicBezTo>
                <a:cubicBezTo>
                  <a:pt x="268" y="291"/>
                  <a:pt x="268" y="291"/>
                  <a:pt x="268" y="291"/>
                </a:cubicBezTo>
                <a:cubicBezTo>
                  <a:pt x="268" y="292"/>
                  <a:pt x="268" y="292"/>
                  <a:pt x="268" y="293"/>
                </a:cubicBezTo>
                <a:cubicBezTo>
                  <a:pt x="268" y="293"/>
                  <a:pt x="268" y="294"/>
                  <a:pt x="267" y="294"/>
                </a:cubicBezTo>
                <a:cubicBezTo>
                  <a:pt x="267" y="294"/>
                  <a:pt x="267" y="294"/>
                  <a:pt x="267" y="294"/>
                </a:cubicBezTo>
                <a:cubicBezTo>
                  <a:pt x="266" y="294"/>
                  <a:pt x="266" y="293"/>
                  <a:pt x="266" y="293"/>
                </a:cubicBezTo>
                <a:cubicBezTo>
                  <a:pt x="265" y="294"/>
                  <a:pt x="264" y="294"/>
                  <a:pt x="264" y="296"/>
                </a:cubicBezTo>
                <a:cubicBezTo>
                  <a:pt x="263" y="296"/>
                  <a:pt x="263" y="296"/>
                  <a:pt x="263" y="296"/>
                </a:cubicBezTo>
                <a:cubicBezTo>
                  <a:pt x="263" y="297"/>
                  <a:pt x="263" y="297"/>
                  <a:pt x="262" y="297"/>
                </a:cubicBezTo>
                <a:cubicBezTo>
                  <a:pt x="262" y="297"/>
                  <a:pt x="262" y="297"/>
                  <a:pt x="262" y="297"/>
                </a:cubicBezTo>
                <a:cubicBezTo>
                  <a:pt x="262" y="297"/>
                  <a:pt x="262" y="297"/>
                  <a:pt x="261" y="297"/>
                </a:cubicBezTo>
                <a:cubicBezTo>
                  <a:pt x="261" y="297"/>
                  <a:pt x="261" y="298"/>
                  <a:pt x="261" y="298"/>
                </a:cubicBezTo>
                <a:cubicBezTo>
                  <a:pt x="260" y="298"/>
                  <a:pt x="260" y="299"/>
                  <a:pt x="259" y="300"/>
                </a:cubicBezTo>
                <a:cubicBezTo>
                  <a:pt x="259" y="301"/>
                  <a:pt x="258" y="301"/>
                  <a:pt x="258" y="301"/>
                </a:cubicBezTo>
                <a:cubicBezTo>
                  <a:pt x="258" y="302"/>
                  <a:pt x="258" y="303"/>
                  <a:pt x="258" y="304"/>
                </a:cubicBezTo>
                <a:cubicBezTo>
                  <a:pt x="258" y="304"/>
                  <a:pt x="258" y="305"/>
                  <a:pt x="258" y="305"/>
                </a:cubicBezTo>
                <a:cubicBezTo>
                  <a:pt x="257" y="305"/>
                  <a:pt x="257" y="305"/>
                  <a:pt x="257" y="305"/>
                </a:cubicBezTo>
                <a:cubicBezTo>
                  <a:pt x="256" y="305"/>
                  <a:pt x="256" y="305"/>
                  <a:pt x="256" y="305"/>
                </a:cubicBezTo>
                <a:cubicBezTo>
                  <a:pt x="255" y="305"/>
                  <a:pt x="255" y="305"/>
                  <a:pt x="255" y="305"/>
                </a:cubicBezTo>
                <a:cubicBezTo>
                  <a:pt x="254" y="305"/>
                  <a:pt x="254" y="305"/>
                  <a:pt x="254" y="305"/>
                </a:cubicBezTo>
                <a:cubicBezTo>
                  <a:pt x="253" y="306"/>
                  <a:pt x="252" y="307"/>
                  <a:pt x="251" y="308"/>
                </a:cubicBezTo>
                <a:cubicBezTo>
                  <a:pt x="250" y="308"/>
                  <a:pt x="250" y="308"/>
                  <a:pt x="249" y="309"/>
                </a:cubicBezTo>
                <a:cubicBezTo>
                  <a:pt x="248" y="309"/>
                  <a:pt x="247" y="310"/>
                  <a:pt x="246" y="310"/>
                </a:cubicBezTo>
                <a:cubicBezTo>
                  <a:pt x="245" y="311"/>
                  <a:pt x="244" y="312"/>
                  <a:pt x="243" y="314"/>
                </a:cubicBezTo>
                <a:cubicBezTo>
                  <a:pt x="243" y="314"/>
                  <a:pt x="244" y="314"/>
                  <a:pt x="244" y="314"/>
                </a:cubicBezTo>
                <a:cubicBezTo>
                  <a:pt x="244" y="314"/>
                  <a:pt x="244" y="314"/>
                  <a:pt x="244" y="314"/>
                </a:cubicBezTo>
                <a:cubicBezTo>
                  <a:pt x="244" y="314"/>
                  <a:pt x="243" y="314"/>
                  <a:pt x="243" y="314"/>
                </a:cubicBezTo>
                <a:cubicBezTo>
                  <a:pt x="243" y="314"/>
                  <a:pt x="242" y="314"/>
                  <a:pt x="242" y="315"/>
                </a:cubicBezTo>
                <a:cubicBezTo>
                  <a:pt x="242" y="315"/>
                  <a:pt x="241" y="316"/>
                  <a:pt x="242" y="317"/>
                </a:cubicBezTo>
                <a:cubicBezTo>
                  <a:pt x="242" y="317"/>
                  <a:pt x="242" y="317"/>
                  <a:pt x="241" y="317"/>
                </a:cubicBezTo>
                <a:cubicBezTo>
                  <a:pt x="241" y="317"/>
                  <a:pt x="241" y="318"/>
                  <a:pt x="241" y="318"/>
                </a:cubicBezTo>
                <a:cubicBezTo>
                  <a:pt x="241" y="318"/>
                  <a:pt x="241" y="318"/>
                  <a:pt x="241" y="318"/>
                </a:cubicBezTo>
                <a:cubicBezTo>
                  <a:pt x="241" y="319"/>
                  <a:pt x="242" y="320"/>
                  <a:pt x="243" y="321"/>
                </a:cubicBezTo>
                <a:cubicBezTo>
                  <a:pt x="243" y="321"/>
                  <a:pt x="243" y="321"/>
                  <a:pt x="243" y="321"/>
                </a:cubicBezTo>
                <a:cubicBezTo>
                  <a:pt x="243" y="321"/>
                  <a:pt x="243" y="321"/>
                  <a:pt x="243" y="321"/>
                </a:cubicBezTo>
                <a:cubicBezTo>
                  <a:pt x="242" y="322"/>
                  <a:pt x="242" y="321"/>
                  <a:pt x="241" y="321"/>
                </a:cubicBezTo>
                <a:cubicBezTo>
                  <a:pt x="242" y="321"/>
                  <a:pt x="242" y="321"/>
                  <a:pt x="241" y="320"/>
                </a:cubicBezTo>
                <a:cubicBezTo>
                  <a:pt x="241" y="320"/>
                  <a:pt x="241" y="320"/>
                  <a:pt x="240" y="320"/>
                </a:cubicBezTo>
                <a:cubicBezTo>
                  <a:pt x="240" y="320"/>
                  <a:pt x="239" y="320"/>
                  <a:pt x="239" y="320"/>
                </a:cubicBezTo>
                <a:cubicBezTo>
                  <a:pt x="239" y="320"/>
                  <a:pt x="238" y="320"/>
                  <a:pt x="239" y="320"/>
                </a:cubicBezTo>
                <a:cubicBezTo>
                  <a:pt x="239" y="321"/>
                  <a:pt x="239" y="321"/>
                  <a:pt x="239" y="321"/>
                </a:cubicBezTo>
                <a:cubicBezTo>
                  <a:pt x="240" y="321"/>
                  <a:pt x="240" y="322"/>
                  <a:pt x="239" y="322"/>
                </a:cubicBezTo>
                <a:cubicBezTo>
                  <a:pt x="239" y="322"/>
                  <a:pt x="238" y="322"/>
                  <a:pt x="238" y="321"/>
                </a:cubicBezTo>
                <a:cubicBezTo>
                  <a:pt x="237" y="321"/>
                  <a:pt x="237" y="320"/>
                  <a:pt x="237" y="319"/>
                </a:cubicBezTo>
                <a:cubicBezTo>
                  <a:pt x="237" y="319"/>
                  <a:pt x="236" y="319"/>
                  <a:pt x="236" y="319"/>
                </a:cubicBezTo>
                <a:cubicBezTo>
                  <a:pt x="236" y="319"/>
                  <a:pt x="235" y="319"/>
                  <a:pt x="234" y="319"/>
                </a:cubicBezTo>
                <a:cubicBezTo>
                  <a:pt x="234" y="319"/>
                  <a:pt x="233" y="319"/>
                  <a:pt x="232" y="319"/>
                </a:cubicBezTo>
                <a:cubicBezTo>
                  <a:pt x="232" y="319"/>
                  <a:pt x="231" y="319"/>
                  <a:pt x="231" y="319"/>
                </a:cubicBezTo>
                <a:cubicBezTo>
                  <a:pt x="228" y="321"/>
                  <a:pt x="225" y="324"/>
                  <a:pt x="223" y="327"/>
                </a:cubicBezTo>
                <a:cubicBezTo>
                  <a:pt x="223" y="327"/>
                  <a:pt x="223" y="327"/>
                  <a:pt x="223" y="327"/>
                </a:cubicBezTo>
                <a:cubicBezTo>
                  <a:pt x="223" y="328"/>
                  <a:pt x="223" y="328"/>
                  <a:pt x="223" y="328"/>
                </a:cubicBezTo>
                <a:cubicBezTo>
                  <a:pt x="222" y="328"/>
                  <a:pt x="222" y="329"/>
                  <a:pt x="222" y="329"/>
                </a:cubicBezTo>
                <a:cubicBezTo>
                  <a:pt x="221" y="329"/>
                  <a:pt x="221" y="329"/>
                  <a:pt x="220" y="330"/>
                </a:cubicBezTo>
                <a:cubicBezTo>
                  <a:pt x="220" y="330"/>
                  <a:pt x="220" y="330"/>
                  <a:pt x="220" y="331"/>
                </a:cubicBezTo>
                <a:cubicBezTo>
                  <a:pt x="220" y="331"/>
                  <a:pt x="220" y="331"/>
                  <a:pt x="220" y="331"/>
                </a:cubicBezTo>
                <a:cubicBezTo>
                  <a:pt x="219" y="331"/>
                  <a:pt x="219" y="331"/>
                  <a:pt x="218" y="331"/>
                </a:cubicBezTo>
                <a:cubicBezTo>
                  <a:pt x="218" y="331"/>
                  <a:pt x="218" y="331"/>
                  <a:pt x="217" y="331"/>
                </a:cubicBezTo>
                <a:cubicBezTo>
                  <a:pt x="217" y="331"/>
                  <a:pt x="217" y="332"/>
                  <a:pt x="216" y="333"/>
                </a:cubicBezTo>
                <a:cubicBezTo>
                  <a:pt x="216" y="333"/>
                  <a:pt x="217" y="334"/>
                  <a:pt x="216" y="335"/>
                </a:cubicBezTo>
                <a:cubicBezTo>
                  <a:pt x="216" y="335"/>
                  <a:pt x="216" y="335"/>
                  <a:pt x="216" y="336"/>
                </a:cubicBezTo>
                <a:cubicBezTo>
                  <a:pt x="216" y="336"/>
                  <a:pt x="215" y="337"/>
                  <a:pt x="216" y="337"/>
                </a:cubicBezTo>
                <a:cubicBezTo>
                  <a:pt x="216" y="336"/>
                  <a:pt x="217" y="336"/>
                  <a:pt x="218" y="335"/>
                </a:cubicBezTo>
                <a:cubicBezTo>
                  <a:pt x="218" y="335"/>
                  <a:pt x="218" y="335"/>
                  <a:pt x="218" y="335"/>
                </a:cubicBezTo>
                <a:cubicBezTo>
                  <a:pt x="218" y="334"/>
                  <a:pt x="218" y="334"/>
                  <a:pt x="217" y="334"/>
                </a:cubicBezTo>
                <a:cubicBezTo>
                  <a:pt x="217" y="333"/>
                  <a:pt x="218" y="332"/>
                  <a:pt x="218" y="332"/>
                </a:cubicBezTo>
                <a:cubicBezTo>
                  <a:pt x="219" y="332"/>
                  <a:pt x="219" y="333"/>
                  <a:pt x="219" y="333"/>
                </a:cubicBezTo>
                <a:cubicBezTo>
                  <a:pt x="219" y="334"/>
                  <a:pt x="219" y="334"/>
                  <a:pt x="219" y="334"/>
                </a:cubicBezTo>
                <a:cubicBezTo>
                  <a:pt x="220" y="335"/>
                  <a:pt x="220" y="335"/>
                  <a:pt x="221" y="335"/>
                </a:cubicBezTo>
                <a:cubicBezTo>
                  <a:pt x="221" y="335"/>
                  <a:pt x="222" y="334"/>
                  <a:pt x="222" y="334"/>
                </a:cubicBezTo>
                <a:cubicBezTo>
                  <a:pt x="222" y="334"/>
                  <a:pt x="223" y="333"/>
                  <a:pt x="223" y="333"/>
                </a:cubicBezTo>
                <a:cubicBezTo>
                  <a:pt x="223" y="333"/>
                  <a:pt x="222" y="332"/>
                  <a:pt x="223" y="332"/>
                </a:cubicBezTo>
                <a:cubicBezTo>
                  <a:pt x="222" y="332"/>
                  <a:pt x="222" y="331"/>
                  <a:pt x="222" y="331"/>
                </a:cubicBezTo>
                <a:cubicBezTo>
                  <a:pt x="222" y="331"/>
                  <a:pt x="222" y="331"/>
                  <a:pt x="222" y="330"/>
                </a:cubicBezTo>
                <a:cubicBezTo>
                  <a:pt x="221" y="330"/>
                  <a:pt x="222" y="330"/>
                  <a:pt x="222" y="330"/>
                </a:cubicBezTo>
                <a:cubicBezTo>
                  <a:pt x="223" y="329"/>
                  <a:pt x="223" y="330"/>
                  <a:pt x="223" y="331"/>
                </a:cubicBezTo>
                <a:cubicBezTo>
                  <a:pt x="223" y="331"/>
                  <a:pt x="223" y="331"/>
                  <a:pt x="223" y="331"/>
                </a:cubicBezTo>
                <a:cubicBezTo>
                  <a:pt x="223" y="332"/>
                  <a:pt x="224" y="332"/>
                  <a:pt x="224" y="332"/>
                </a:cubicBezTo>
                <a:cubicBezTo>
                  <a:pt x="224" y="332"/>
                  <a:pt x="223" y="332"/>
                  <a:pt x="223" y="332"/>
                </a:cubicBezTo>
                <a:cubicBezTo>
                  <a:pt x="223" y="332"/>
                  <a:pt x="223" y="333"/>
                  <a:pt x="223" y="333"/>
                </a:cubicBezTo>
                <a:cubicBezTo>
                  <a:pt x="224" y="333"/>
                  <a:pt x="224" y="333"/>
                  <a:pt x="224" y="333"/>
                </a:cubicBezTo>
                <a:cubicBezTo>
                  <a:pt x="224" y="333"/>
                  <a:pt x="224" y="333"/>
                  <a:pt x="224" y="333"/>
                </a:cubicBezTo>
                <a:cubicBezTo>
                  <a:pt x="224" y="333"/>
                  <a:pt x="224" y="333"/>
                  <a:pt x="224" y="333"/>
                </a:cubicBezTo>
                <a:cubicBezTo>
                  <a:pt x="225" y="333"/>
                  <a:pt x="225" y="333"/>
                  <a:pt x="226" y="333"/>
                </a:cubicBezTo>
                <a:cubicBezTo>
                  <a:pt x="226" y="332"/>
                  <a:pt x="226" y="332"/>
                  <a:pt x="227" y="331"/>
                </a:cubicBezTo>
                <a:cubicBezTo>
                  <a:pt x="227" y="331"/>
                  <a:pt x="227" y="331"/>
                  <a:pt x="227" y="331"/>
                </a:cubicBezTo>
                <a:cubicBezTo>
                  <a:pt x="227" y="331"/>
                  <a:pt x="227" y="332"/>
                  <a:pt x="227" y="332"/>
                </a:cubicBezTo>
                <a:cubicBezTo>
                  <a:pt x="227" y="332"/>
                  <a:pt x="227" y="332"/>
                  <a:pt x="227" y="333"/>
                </a:cubicBezTo>
                <a:cubicBezTo>
                  <a:pt x="228" y="333"/>
                  <a:pt x="228" y="333"/>
                  <a:pt x="228" y="332"/>
                </a:cubicBezTo>
                <a:cubicBezTo>
                  <a:pt x="228" y="332"/>
                  <a:pt x="228" y="331"/>
                  <a:pt x="228" y="331"/>
                </a:cubicBezTo>
                <a:cubicBezTo>
                  <a:pt x="228" y="331"/>
                  <a:pt x="228" y="330"/>
                  <a:pt x="228" y="330"/>
                </a:cubicBezTo>
                <a:cubicBezTo>
                  <a:pt x="228" y="330"/>
                  <a:pt x="228" y="330"/>
                  <a:pt x="228" y="330"/>
                </a:cubicBezTo>
                <a:cubicBezTo>
                  <a:pt x="229" y="331"/>
                  <a:pt x="229" y="331"/>
                  <a:pt x="229" y="330"/>
                </a:cubicBezTo>
                <a:cubicBezTo>
                  <a:pt x="229" y="330"/>
                  <a:pt x="229" y="330"/>
                  <a:pt x="229" y="330"/>
                </a:cubicBezTo>
                <a:cubicBezTo>
                  <a:pt x="229" y="330"/>
                  <a:pt x="229" y="330"/>
                  <a:pt x="230" y="329"/>
                </a:cubicBezTo>
                <a:cubicBezTo>
                  <a:pt x="230" y="328"/>
                  <a:pt x="230" y="328"/>
                  <a:pt x="231" y="327"/>
                </a:cubicBezTo>
                <a:cubicBezTo>
                  <a:pt x="231" y="326"/>
                  <a:pt x="231" y="326"/>
                  <a:pt x="231" y="326"/>
                </a:cubicBezTo>
                <a:cubicBezTo>
                  <a:pt x="231" y="325"/>
                  <a:pt x="232" y="325"/>
                  <a:pt x="232" y="324"/>
                </a:cubicBezTo>
                <a:cubicBezTo>
                  <a:pt x="232" y="324"/>
                  <a:pt x="233" y="324"/>
                  <a:pt x="233" y="324"/>
                </a:cubicBezTo>
                <a:cubicBezTo>
                  <a:pt x="233" y="324"/>
                  <a:pt x="233" y="324"/>
                  <a:pt x="233" y="324"/>
                </a:cubicBezTo>
                <a:cubicBezTo>
                  <a:pt x="234" y="325"/>
                  <a:pt x="235" y="325"/>
                  <a:pt x="235" y="326"/>
                </a:cubicBezTo>
                <a:cubicBezTo>
                  <a:pt x="235" y="326"/>
                  <a:pt x="235" y="326"/>
                  <a:pt x="234" y="326"/>
                </a:cubicBezTo>
                <a:cubicBezTo>
                  <a:pt x="234" y="326"/>
                  <a:pt x="234" y="325"/>
                  <a:pt x="234" y="325"/>
                </a:cubicBezTo>
                <a:cubicBezTo>
                  <a:pt x="234" y="325"/>
                  <a:pt x="233" y="325"/>
                  <a:pt x="233" y="326"/>
                </a:cubicBezTo>
                <a:cubicBezTo>
                  <a:pt x="233" y="326"/>
                  <a:pt x="233" y="326"/>
                  <a:pt x="233" y="326"/>
                </a:cubicBezTo>
                <a:cubicBezTo>
                  <a:pt x="233" y="327"/>
                  <a:pt x="233" y="327"/>
                  <a:pt x="233" y="328"/>
                </a:cubicBezTo>
                <a:cubicBezTo>
                  <a:pt x="234" y="329"/>
                  <a:pt x="236" y="328"/>
                  <a:pt x="237" y="327"/>
                </a:cubicBezTo>
                <a:cubicBezTo>
                  <a:pt x="237" y="326"/>
                  <a:pt x="238" y="326"/>
                  <a:pt x="238" y="326"/>
                </a:cubicBezTo>
                <a:cubicBezTo>
                  <a:pt x="238" y="326"/>
                  <a:pt x="239" y="327"/>
                  <a:pt x="239" y="327"/>
                </a:cubicBezTo>
                <a:cubicBezTo>
                  <a:pt x="239" y="327"/>
                  <a:pt x="240" y="327"/>
                  <a:pt x="240" y="326"/>
                </a:cubicBezTo>
                <a:cubicBezTo>
                  <a:pt x="240" y="326"/>
                  <a:pt x="239" y="326"/>
                  <a:pt x="239" y="326"/>
                </a:cubicBezTo>
                <a:cubicBezTo>
                  <a:pt x="239" y="326"/>
                  <a:pt x="239" y="326"/>
                  <a:pt x="239" y="326"/>
                </a:cubicBezTo>
                <a:cubicBezTo>
                  <a:pt x="239" y="326"/>
                  <a:pt x="239" y="325"/>
                  <a:pt x="239" y="325"/>
                </a:cubicBezTo>
                <a:cubicBezTo>
                  <a:pt x="240" y="325"/>
                  <a:pt x="240" y="325"/>
                  <a:pt x="241" y="325"/>
                </a:cubicBezTo>
                <a:cubicBezTo>
                  <a:pt x="241" y="325"/>
                  <a:pt x="241" y="326"/>
                  <a:pt x="241" y="326"/>
                </a:cubicBezTo>
                <a:cubicBezTo>
                  <a:pt x="241" y="326"/>
                  <a:pt x="241" y="326"/>
                  <a:pt x="241" y="326"/>
                </a:cubicBezTo>
                <a:cubicBezTo>
                  <a:pt x="241" y="326"/>
                  <a:pt x="241" y="326"/>
                  <a:pt x="241" y="326"/>
                </a:cubicBezTo>
                <a:cubicBezTo>
                  <a:pt x="242" y="326"/>
                  <a:pt x="242" y="325"/>
                  <a:pt x="242" y="325"/>
                </a:cubicBezTo>
                <a:cubicBezTo>
                  <a:pt x="242" y="325"/>
                  <a:pt x="242" y="324"/>
                  <a:pt x="243" y="324"/>
                </a:cubicBezTo>
                <a:cubicBezTo>
                  <a:pt x="243" y="324"/>
                  <a:pt x="243" y="324"/>
                  <a:pt x="243" y="324"/>
                </a:cubicBezTo>
                <a:cubicBezTo>
                  <a:pt x="243" y="324"/>
                  <a:pt x="243" y="324"/>
                  <a:pt x="243" y="324"/>
                </a:cubicBezTo>
                <a:cubicBezTo>
                  <a:pt x="244" y="324"/>
                  <a:pt x="244" y="324"/>
                  <a:pt x="244" y="324"/>
                </a:cubicBezTo>
                <a:cubicBezTo>
                  <a:pt x="244" y="324"/>
                  <a:pt x="245" y="323"/>
                  <a:pt x="245" y="323"/>
                </a:cubicBezTo>
                <a:cubicBezTo>
                  <a:pt x="245" y="323"/>
                  <a:pt x="246" y="322"/>
                  <a:pt x="246" y="321"/>
                </a:cubicBezTo>
                <a:cubicBezTo>
                  <a:pt x="247" y="321"/>
                  <a:pt x="248" y="321"/>
                  <a:pt x="248" y="320"/>
                </a:cubicBezTo>
                <a:cubicBezTo>
                  <a:pt x="248" y="321"/>
                  <a:pt x="249" y="321"/>
                  <a:pt x="249" y="321"/>
                </a:cubicBezTo>
                <a:cubicBezTo>
                  <a:pt x="249" y="321"/>
                  <a:pt x="249" y="321"/>
                  <a:pt x="249" y="321"/>
                </a:cubicBezTo>
                <a:cubicBezTo>
                  <a:pt x="249" y="321"/>
                  <a:pt x="249" y="321"/>
                  <a:pt x="249" y="322"/>
                </a:cubicBezTo>
                <a:cubicBezTo>
                  <a:pt x="249" y="322"/>
                  <a:pt x="249" y="323"/>
                  <a:pt x="249" y="324"/>
                </a:cubicBezTo>
                <a:cubicBezTo>
                  <a:pt x="249" y="324"/>
                  <a:pt x="249" y="324"/>
                  <a:pt x="249" y="324"/>
                </a:cubicBezTo>
                <a:cubicBezTo>
                  <a:pt x="249" y="324"/>
                  <a:pt x="249" y="325"/>
                  <a:pt x="248" y="325"/>
                </a:cubicBezTo>
                <a:cubicBezTo>
                  <a:pt x="248" y="325"/>
                  <a:pt x="248" y="325"/>
                  <a:pt x="249" y="325"/>
                </a:cubicBezTo>
                <a:cubicBezTo>
                  <a:pt x="249" y="325"/>
                  <a:pt x="250" y="324"/>
                  <a:pt x="250" y="323"/>
                </a:cubicBezTo>
                <a:cubicBezTo>
                  <a:pt x="250" y="322"/>
                  <a:pt x="250" y="322"/>
                  <a:pt x="250" y="321"/>
                </a:cubicBezTo>
                <a:cubicBezTo>
                  <a:pt x="250" y="321"/>
                  <a:pt x="251" y="321"/>
                  <a:pt x="251" y="321"/>
                </a:cubicBezTo>
                <a:cubicBezTo>
                  <a:pt x="251" y="321"/>
                  <a:pt x="251" y="321"/>
                  <a:pt x="252" y="321"/>
                </a:cubicBezTo>
                <a:cubicBezTo>
                  <a:pt x="253" y="320"/>
                  <a:pt x="254" y="320"/>
                  <a:pt x="255" y="319"/>
                </a:cubicBezTo>
                <a:cubicBezTo>
                  <a:pt x="255" y="319"/>
                  <a:pt x="255" y="319"/>
                  <a:pt x="255" y="319"/>
                </a:cubicBezTo>
                <a:cubicBezTo>
                  <a:pt x="256" y="319"/>
                  <a:pt x="256" y="319"/>
                  <a:pt x="256" y="319"/>
                </a:cubicBezTo>
                <a:cubicBezTo>
                  <a:pt x="256" y="318"/>
                  <a:pt x="257" y="318"/>
                  <a:pt x="257" y="319"/>
                </a:cubicBezTo>
                <a:cubicBezTo>
                  <a:pt x="258" y="318"/>
                  <a:pt x="258" y="317"/>
                  <a:pt x="258" y="316"/>
                </a:cubicBezTo>
                <a:cubicBezTo>
                  <a:pt x="258" y="316"/>
                  <a:pt x="258" y="315"/>
                  <a:pt x="259" y="315"/>
                </a:cubicBezTo>
                <a:cubicBezTo>
                  <a:pt x="259" y="315"/>
                  <a:pt x="259" y="315"/>
                  <a:pt x="260" y="315"/>
                </a:cubicBezTo>
                <a:cubicBezTo>
                  <a:pt x="259" y="316"/>
                  <a:pt x="259" y="317"/>
                  <a:pt x="259" y="318"/>
                </a:cubicBezTo>
                <a:cubicBezTo>
                  <a:pt x="259" y="318"/>
                  <a:pt x="259" y="318"/>
                  <a:pt x="259" y="318"/>
                </a:cubicBezTo>
                <a:cubicBezTo>
                  <a:pt x="259" y="318"/>
                  <a:pt x="259" y="318"/>
                  <a:pt x="259" y="318"/>
                </a:cubicBezTo>
                <a:cubicBezTo>
                  <a:pt x="260" y="317"/>
                  <a:pt x="259" y="317"/>
                  <a:pt x="259" y="317"/>
                </a:cubicBezTo>
                <a:cubicBezTo>
                  <a:pt x="260" y="317"/>
                  <a:pt x="260" y="316"/>
                  <a:pt x="261" y="315"/>
                </a:cubicBezTo>
                <a:cubicBezTo>
                  <a:pt x="261" y="315"/>
                  <a:pt x="261" y="314"/>
                  <a:pt x="262" y="314"/>
                </a:cubicBezTo>
                <a:cubicBezTo>
                  <a:pt x="262" y="314"/>
                  <a:pt x="261" y="313"/>
                  <a:pt x="261" y="313"/>
                </a:cubicBezTo>
                <a:cubicBezTo>
                  <a:pt x="261" y="313"/>
                  <a:pt x="261" y="313"/>
                  <a:pt x="261" y="313"/>
                </a:cubicBezTo>
                <a:cubicBezTo>
                  <a:pt x="261" y="313"/>
                  <a:pt x="260" y="313"/>
                  <a:pt x="260" y="313"/>
                </a:cubicBezTo>
                <a:cubicBezTo>
                  <a:pt x="260" y="313"/>
                  <a:pt x="260" y="313"/>
                  <a:pt x="259" y="313"/>
                </a:cubicBezTo>
                <a:cubicBezTo>
                  <a:pt x="259" y="313"/>
                  <a:pt x="259" y="313"/>
                  <a:pt x="259" y="314"/>
                </a:cubicBezTo>
                <a:cubicBezTo>
                  <a:pt x="259" y="314"/>
                  <a:pt x="258" y="314"/>
                  <a:pt x="258" y="314"/>
                </a:cubicBezTo>
                <a:cubicBezTo>
                  <a:pt x="258" y="314"/>
                  <a:pt x="258" y="313"/>
                  <a:pt x="258" y="313"/>
                </a:cubicBezTo>
                <a:cubicBezTo>
                  <a:pt x="259" y="313"/>
                  <a:pt x="259" y="312"/>
                  <a:pt x="260" y="311"/>
                </a:cubicBezTo>
                <a:cubicBezTo>
                  <a:pt x="260" y="311"/>
                  <a:pt x="260" y="311"/>
                  <a:pt x="261" y="311"/>
                </a:cubicBezTo>
                <a:cubicBezTo>
                  <a:pt x="261" y="311"/>
                  <a:pt x="262" y="311"/>
                  <a:pt x="262" y="310"/>
                </a:cubicBezTo>
                <a:cubicBezTo>
                  <a:pt x="262" y="310"/>
                  <a:pt x="262" y="310"/>
                  <a:pt x="263" y="310"/>
                </a:cubicBezTo>
                <a:cubicBezTo>
                  <a:pt x="263" y="309"/>
                  <a:pt x="264" y="308"/>
                  <a:pt x="266" y="307"/>
                </a:cubicBezTo>
                <a:cubicBezTo>
                  <a:pt x="266" y="308"/>
                  <a:pt x="267" y="308"/>
                  <a:pt x="268" y="308"/>
                </a:cubicBezTo>
                <a:cubicBezTo>
                  <a:pt x="268" y="308"/>
                  <a:pt x="268" y="308"/>
                  <a:pt x="268" y="308"/>
                </a:cubicBezTo>
                <a:cubicBezTo>
                  <a:pt x="268" y="307"/>
                  <a:pt x="268" y="308"/>
                  <a:pt x="267" y="307"/>
                </a:cubicBezTo>
                <a:cubicBezTo>
                  <a:pt x="268" y="307"/>
                  <a:pt x="268" y="306"/>
                  <a:pt x="268" y="306"/>
                </a:cubicBezTo>
                <a:cubicBezTo>
                  <a:pt x="268" y="306"/>
                  <a:pt x="269" y="305"/>
                  <a:pt x="269" y="305"/>
                </a:cubicBezTo>
                <a:cubicBezTo>
                  <a:pt x="269" y="305"/>
                  <a:pt x="269" y="305"/>
                  <a:pt x="269" y="304"/>
                </a:cubicBezTo>
                <a:cubicBezTo>
                  <a:pt x="269" y="304"/>
                  <a:pt x="269" y="304"/>
                  <a:pt x="270" y="305"/>
                </a:cubicBezTo>
                <a:cubicBezTo>
                  <a:pt x="270" y="305"/>
                  <a:pt x="270" y="305"/>
                  <a:pt x="270" y="305"/>
                </a:cubicBezTo>
                <a:cubicBezTo>
                  <a:pt x="271" y="306"/>
                  <a:pt x="271" y="305"/>
                  <a:pt x="272" y="305"/>
                </a:cubicBezTo>
                <a:cubicBezTo>
                  <a:pt x="272" y="304"/>
                  <a:pt x="273" y="303"/>
                  <a:pt x="274" y="303"/>
                </a:cubicBezTo>
                <a:cubicBezTo>
                  <a:pt x="274" y="303"/>
                  <a:pt x="274" y="303"/>
                  <a:pt x="274" y="304"/>
                </a:cubicBezTo>
                <a:cubicBezTo>
                  <a:pt x="274" y="304"/>
                  <a:pt x="274" y="303"/>
                  <a:pt x="274" y="303"/>
                </a:cubicBezTo>
                <a:cubicBezTo>
                  <a:pt x="275" y="303"/>
                  <a:pt x="275" y="302"/>
                  <a:pt x="275" y="302"/>
                </a:cubicBezTo>
                <a:cubicBezTo>
                  <a:pt x="275" y="302"/>
                  <a:pt x="275" y="301"/>
                  <a:pt x="275" y="302"/>
                </a:cubicBezTo>
                <a:cubicBezTo>
                  <a:pt x="275" y="302"/>
                  <a:pt x="276" y="302"/>
                  <a:pt x="276" y="302"/>
                </a:cubicBezTo>
                <a:cubicBezTo>
                  <a:pt x="276" y="302"/>
                  <a:pt x="277" y="302"/>
                  <a:pt x="277" y="302"/>
                </a:cubicBezTo>
                <a:cubicBezTo>
                  <a:pt x="277" y="301"/>
                  <a:pt x="277" y="301"/>
                  <a:pt x="277" y="301"/>
                </a:cubicBezTo>
                <a:cubicBezTo>
                  <a:pt x="277" y="300"/>
                  <a:pt x="278" y="300"/>
                  <a:pt x="278" y="300"/>
                </a:cubicBezTo>
                <a:cubicBezTo>
                  <a:pt x="278" y="300"/>
                  <a:pt x="278" y="299"/>
                  <a:pt x="279" y="299"/>
                </a:cubicBezTo>
                <a:cubicBezTo>
                  <a:pt x="279" y="299"/>
                  <a:pt x="279" y="299"/>
                  <a:pt x="278" y="299"/>
                </a:cubicBezTo>
                <a:cubicBezTo>
                  <a:pt x="278" y="299"/>
                  <a:pt x="278" y="299"/>
                  <a:pt x="278" y="299"/>
                </a:cubicBezTo>
                <a:cubicBezTo>
                  <a:pt x="278" y="298"/>
                  <a:pt x="278" y="298"/>
                  <a:pt x="278" y="298"/>
                </a:cubicBezTo>
                <a:cubicBezTo>
                  <a:pt x="278" y="298"/>
                  <a:pt x="279" y="297"/>
                  <a:pt x="279" y="297"/>
                </a:cubicBezTo>
                <a:cubicBezTo>
                  <a:pt x="279" y="297"/>
                  <a:pt x="279" y="297"/>
                  <a:pt x="278" y="297"/>
                </a:cubicBezTo>
                <a:cubicBezTo>
                  <a:pt x="278" y="297"/>
                  <a:pt x="278" y="297"/>
                  <a:pt x="278" y="297"/>
                </a:cubicBezTo>
                <a:cubicBezTo>
                  <a:pt x="277" y="297"/>
                  <a:pt x="277" y="297"/>
                  <a:pt x="277" y="297"/>
                </a:cubicBezTo>
                <a:cubicBezTo>
                  <a:pt x="277" y="297"/>
                  <a:pt x="277" y="296"/>
                  <a:pt x="277" y="296"/>
                </a:cubicBezTo>
                <a:cubicBezTo>
                  <a:pt x="278" y="296"/>
                  <a:pt x="278" y="295"/>
                  <a:pt x="279" y="295"/>
                </a:cubicBezTo>
                <a:cubicBezTo>
                  <a:pt x="279" y="295"/>
                  <a:pt x="279" y="295"/>
                  <a:pt x="280" y="295"/>
                </a:cubicBezTo>
                <a:cubicBezTo>
                  <a:pt x="280" y="295"/>
                  <a:pt x="280" y="295"/>
                  <a:pt x="280" y="294"/>
                </a:cubicBezTo>
                <a:cubicBezTo>
                  <a:pt x="280" y="294"/>
                  <a:pt x="280" y="294"/>
                  <a:pt x="281" y="294"/>
                </a:cubicBezTo>
                <a:cubicBezTo>
                  <a:pt x="281" y="295"/>
                  <a:pt x="281" y="295"/>
                  <a:pt x="281" y="295"/>
                </a:cubicBezTo>
                <a:cubicBezTo>
                  <a:pt x="281" y="295"/>
                  <a:pt x="281" y="295"/>
                  <a:pt x="281" y="294"/>
                </a:cubicBezTo>
                <a:cubicBezTo>
                  <a:pt x="281" y="294"/>
                  <a:pt x="282" y="293"/>
                  <a:pt x="282" y="293"/>
                </a:cubicBezTo>
                <a:cubicBezTo>
                  <a:pt x="283" y="293"/>
                  <a:pt x="283" y="293"/>
                  <a:pt x="284" y="293"/>
                </a:cubicBezTo>
                <a:cubicBezTo>
                  <a:pt x="284" y="293"/>
                  <a:pt x="284" y="292"/>
                  <a:pt x="284" y="292"/>
                </a:cubicBezTo>
                <a:cubicBezTo>
                  <a:pt x="285" y="291"/>
                  <a:pt x="285" y="291"/>
                  <a:pt x="285" y="291"/>
                </a:cubicBezTo>
                <a:cubicBezTo>
                  <a:pt x="285" y="291"/>
                  <a:pt x="285" y="291"/>
                  <a:pt x="285" y="291"/>
                </a:cubicBezTo>
                <a:cubicBezTo>
                  <a:pt x="285" y="291"/>
                  <a:pt x="285" y="291"/>
                  <a:pt x="285" y="291"/>
                </a:cubicBezTo>
                <a:cubicBezTo>
                  <a:pt x="285" y="291"/>
                  <a:pt x="285" y="290"/>
                  <a:pt x="285" y="290"/>
                </a:cubicBezTo>
                <a:cubicBezTo>
                  <a:pt x="285" y="290"/>
                  <a:pt x="285" y="289"/>
                  <a:pt x="285" y="289"/>
                </a:cubicBezTo>
                <a:cubicBezTo>
                  <a:pt x="285" y="289"/>
                  <a:pt x="286" y="289"/>
                  <a:pt x="286" y="289"/>
                </a:cubicBezTo>
                <a:cubicBezTo>
                  <a:pt x="286" y="289"/>
                  <a:pt x="286" y="289"/>
                  <a:pt x="286" y="290"/>
                </a:cubicBezTo>
                <a:cubicBezTo>
                  <a:pt x="286" y="290"/>
                  <a:pt x="286" y="290"/>
                  <a:pt x="287" y="290"/>
                </a:cubicBezTo>
                <a:cubicBezTo>
                  <a:pt x="287" y="290"/>
                  <a:pt x="287" y="290"/>
                  <a:pt x="287" y="290"/>
                </a:cubicBezTo>
                <a:cubicBezTo>
                  <a:pt x="287" y="290"/>
                  <a:pt x="287" y="290"/>
                  <a:pt x="287" y="290"/>
                </a:cubicBezTo>
                <a:cubicBezTo>
                  <a:pt x="288" y="289"/>
                  <a:pt x="288" y="288"/>
                  <a:pt x="288" y="288"/>
                </a:cubicBezTo>
                <a:cubicBezTo>
                  <a:pt x="289" y="288"/>
                  <a:pt x="289" y="288"/>
                  <a:pt x="289" y="288"/>
                </a:cubicBezTo>
                <a:cubicBezTo>
                  <a:pt x="290" y="288"/>
                  <a:pt x="290" y="287"/>
                  <a:pt x="290" y="287"/>
                </a:cubicBezTo>
                <a:cubicBezTo>
                  <a:pt x="290" y="287"/>
                  <a:pt x="290" y="287"/>
                  <a:pt x="290" y="287"/>
                </a:cubicBezTo>
                <a:cubicBezTo>
                  <a:pt x="289" y="286"/>
                  <a:pt x="290" y="286"/>
                  <a:pt x="290" y="286"/>
                </a:cubicBezTo>
                <a:cubicBezTo>
                  <a:pt x="290" y="286"/>
                  <a:pt x="290" y="286"/>
                  <a:pt x="290" y="285"/>
                </a:cubicBezTo>
                <a:cubicBezTo>
                  <a:pt x="290" y="285"/>
                  <a:pt x="290" y="285"/>
                  <a:pt x="290" y="285"/>
                </a:cubicBezTo>
                <a:cubicBezTo>
                  <a:pt x="290" y="285"/>
                  <a:pt x="290" y="285"/>
                  <a:pt x="290" y="285"/>
                </a:cubicBezTo>
                <a:cubicBezTo>
                  <a:pt x="290" y="284"/>
                  <a:pt x="290" y="284"/>
                  <a:pt x="290" y="283"/>
                </a:cubicBezTo>
                <a:cubicBezTo>
                  <a:pt x="290" y="283"/>
                  <a:pt x="290" y="283"/>
                  <a:pt x="290" y="283"/>
                </a:cubicBezTo>
                <a:cubicBezTo>
                  <a:pt x="290" y="282"/>
                  <a:pt x="290" y="282"/>
                  <a:pt x="290" y="282"/>
                </a:cubicBezTo>
                <a:cubicBezTo>
                  <a:pt x="291" y="282"/>
                  <a:pt x="291" y="282"/>
                  <a:pt x="291" y="283"/>
                </a:cubicBezTo>
                <a:cubicBezTo>
                  <a:pt x="291" y="283"/>
                  <a:pt x="291" y="283"/>
                  <a:pt x="291" y="283"/>
                </a:cubicBezTo>
                <a:cubicBezTo>
                  <a:pt x="291" y="284"/>
                  <a:pt x="291" y="284"/>
                  <a:pt x="291" y="284"/>
                </a:cubicBezTo>
                <a:cubicBezTo>
                  <a:pt x="291" y="284"/>
                  <a:pt x="291" y="284"/>
                  <a:pt x="291" y="285"/>
                </a:cubicBezTo>
                <a:cubicBezTo>
                  <a:pt x="291" y="285"/>
                  <a:pt x="291" y="285"/>
                  <a:pt x="292" y="285"/>
                </a:cubicBezTo>
                <a:cubicBezTo>
                  <a:pt x="292" y="285"/>
                  <a:pt x="292" y="285"/>
                  <a:pt x="292" y="285"/>
                </a:cubicBezTo>
                <a:cubicBezTo>
                  <a:pt x="292" y="285"/>
                  <a:pt x="292" y="285"/>
                  <a:pt x="293" y="285"/>
                </a:cubicBezTo>
                <a:cubicBezTo>
                  <a:pt x="293" y="285"/>
                  <a:pt x="293" y="284"/>
                  <a:pt x="293" y="284"/>
                </a:cubicBezTo>
                <a:cubicBezTo>
                  <a:pt x="294" y="284"/>
                  <a:pt x="294" y="285"/>
                  <a:pt x="294" y="284"/>
                </a:cubicBezTo>
                <a:cubicBezTo>
                  <a:pt x="294" y="284"/>
                  <a:pt x="294" y="284"/>
                  <a:pt x="294" y="284"/>
                </a:cubicBezTo>
                <a:cubicBezTo>
                  <a:pt x="295" y="284"/>
                  <a:pt x="295" y="284"/>
                  <a:pt x="296" y="283"/>
                </a:cubicBezTo>
                <a:cubicBezTo>
                  <a:pt x="296" y="284"/>
                  <a:pt x="296" y="284"/>
                  <a:pt x="296" y="284"/>
                </a:cubicBezTo>
                <a:cubicBezTo>
                  <a:pt x="296" y="284"/>
                  <a:pt x="297" y="283"/>
                  <a:pt x="297" y="283"/>
                </a:cubicBezTo>
                <a:cubicBezTo>
                  <a:pt x="297" y="283"/>
                  <a:pt x="297" y="283"/>
                  <a:pt x="297" y="283"/>
                </a:cubicBezTo>
                <a:cubicBezTo>
                  <a:pt x="297" y="283"/>
                  <a:pt x="297" y="283"/>
                  <a:pt x="297" y="282"/>
                </a:cubicBezTo>
                <a:cubicBezTo>
                  <a:pt x="297" y="282"/>
                  <a:pt x="298" y="282"/>
                  <a:pt x="298" y="282"/>
                </a:cubicBezTo>
                <a:cubicBezTo>
                  <a:pt x="298" y="281"/>
                  <a:pt x="298" y="281"/>
                  <a:pt x="298" y="281"/>
                </a:cubicBezTo>
                <a:cubicBezTo>
                  <a:pt x="298" y="281"/>
                  <a:pt x="298" y="281"/>
                  <a:pt x="298" y="280"/>
                </a:cubicBezTo>
                <a:cubicBezTo>
                  <a:pt x="297" y="280"/>
                  <a:pt x="297" y="281"/>
                  <a:pt x="296" y="281"/>
                </a:cubicBezTo>
                <a:cubicBezTo>
                  <a:pt x="296" y="280"/>
                  <a:pt x="296" y="280"/>
                  <a:pt x="297" y="280"/>
                </a:cubicBezTo>
                <a:cubicBezTo>
                  <a:pt x="297" y="280"/>
                  <a:pt x="298" y="280"/>
                  <a:pt x="298" y="280"/>
                </a:cubicBezTo>
                <a:cubicBezTo>
                  <a:pt x="298" y="279"/>
                  <a:pt x="299" y="279"/>
                  <a:pt x="299" y="279"/>
                </a:cubicBezTo>
                <a:cubicBezTo>
                  <a:pt x="299" y="279"/>
                  <a:pt x="299" y="279"/>
                  <a:pt x="299" y="279"/>
                </a:cubicBezTo>
                <a:cubicBezTo>
                  <a:pt x="299" y="279"/>
                  <a:pt x="299" y="278"/>
                  <a:pt x="299" y="278"/>
                </a:cubicBezTo>
                <a:cubicBezTo>
                  <a:pt x="299" y="278"/>
                  <a:pt x="299" y="278"/>
                  <a:pt x="299" y="277"/>
                </a:cubicBezTo>
                <a:cubicBezTo>
                  <a:pt x="299" y="277"/>
                  <a:pt x="300" y="277"/>
                  <a:pt x="300" y="276"/>
                </a:cubicBezTo>
                <a:cubicBezTo>
                  <a:pt x="300" y="276"/>
                  <a:pt x="300" y="275"/>
                  <a:pt x="300" y="275"/>
                </a:cubicBezTo>
                <a:cubicBezTo>
                  <a:pt x="301" y="275"/>
                  <a:pt x="301" y="275"/>
                  <a:pt x="302" y="275"/>
                </a:cubicBezTo>
                <a:cubicBezTo>
                  <a:pt x="303" y="275"/>
                  <a:pt x="304" y="274"/>
                  <a:pt x="304" y="274"/>
                </a:cubicBezTo>
                <a:cubicBezTo>
                  <a:pt x="305" y="273"/>
                  <a:pt x="305" y="272"/>
                  <a:pt x="305" y="271"/>
                </a:cubicBezTo>
                <a:cubicBezTo>
                  <a:pt x="305" y="270"/>
                  <a:pt x="305" y="269"/>
                  <a:pt x="305" y="269"/>
                </a:cubicBezTo>
                <a:cubicBezTo>
                  <a:pt x="305" y="269"/>
                  <a:pt x="305" y="269"/>
                  <a:pt x="304" y="268"/>
                </a:cubicBezTo>
                <a:cubicBezTo>
                  <a:pt x="304" y="268"/>
                  <a:pt x="304" y="268"/>
                  <a:pt x="304" y="268"/>
                </a:cubicBezTo>
                <a:cubicBezTo>
                  <a:pt x="304" y="268"/>
                  <a:pt x="303" y="268"/>
                  <a:pt x="303" y="268"/>
                </a:cubicBezTo>
                <a:cubicBezTo>
                  <a:pt x="303" y="268"/>
                  <a:pt x="303" y="267"/>
                  <a:pt x="302" y="267"/>
                </a:cubicBezTo>
                <a:cubicBezTo>
                  <a:pt x="302" y="267"/>
                  <a:pt x="302" y="267"/>
                  <a:pt x="302" y="267"/>
                </a:cubicBezTo>
                <a:cubicBezTo>
                  <a:pt x="302" y="267"/>
                  <a:pt x="301" y="267"/>
                  <a:pt x="301" y="267"/>
                </a:cubicBezTo>
                <a:cubicBezTo>
                  <a:pt x="301" y="267"/>
                  <a:pt x="301" y="267"/>
                  <a:pt x="301" y="267"/>
                </a:cubicBezTo>
                <a:cubicBezTo>
                  <a:pt x="301" y="267"/>
                  <a:pt x="300" y="267"/>
                  <a:pt x="300" y="267"/>
                </a:cubicBezTo>
                <a:cubicBezTo>
                  <a:pt x="300" y="267"/>
                  <a:pt x="300" y="267"/>
                  <a:pt x="299" y="267"/>
                </a:cubicBezTo>
                <a:cubicBezTo>
                  <a:pt x="299" y="267"/>
                  <a:pt x="299" y="268"/>
                  <a:pt x="298" y="268"/>
                </a:cubicBezTo>
                <a:cubicBezTo>
                  <a:pt x="298" y="268"/>
                  <a:pt x="298" y="268"/>
                  <a:pt x="298" y="268"/>
                </a:cubicBezTo>
                <a:cubicBezTo>
                  <a:pt x="297" y="267"/>
                  <a:pt x="297" y="267"/>
                  <a:pt x="297" y="267"/>
                </a:cubicBezTo>
                <a:cubicBezTo>
                  <a:pt x="298" y="267"/>
                  <a:pt x="298" y="267"/>
                  <a:pt x="298" y="267"/>
                </a:cubicBezTo>
                <a:cubicBezTo>
                  <a:pt x="298" y="267"/>
                  <a:pt x="298" y="267"/>
                  <a:pt x="298" y="266"/>
                </a:cubicBezTo>
                <a:cubicBezTo>
                  <a:pt x="298" y="266"/>
                  <a:pt x="298" y="266"/>
                  <a:pt x="298" y="266"/>
                </a:cubicBezTo>
                <a:cubicBezTo>
                  <a:pt x="298" y="266"/>
                  <a:pt x="297" y="266"/>
                  <a:pt x="297" y="266"/>
                </a:cubicBezTo>
                <a:cubicBezTo>
                  <a:pt x="297" y="266"/>
                  <a:pt x="297" y="266"/>
                  <a:pt x="297" y="266"/>
                </a:cubicBezTo>
                <a:cubicBezTo>
                  <a:pt x="298" y="265"/>
                  <a:pt x="298" y="265"/>
                  <a:pt x="298" y="265"/>
                </a:cubicBezTo>
                <a:cubicBezTo>
                  <a:pt x="298" y="264"/>
                  <a:pt x="298" y="264"/>
                  <a:pt x="298" y="263"/>
                </a:cubicBezTo>
                <a:cubicBezTo>
                  <a:pt x="299" y="263"/>
                  <a:pt x="299" y="262"/>
                  <a:pt x="300" y="262"/>
                </a:cubicBezTo>
                <a:cubicBezTo>
                  <a:pt x="300" y="262"/>
                  <a:pt x="300" y="262"/>
                  <a:pt x="300" y="262"/>
                </a:cubicBezTo>
                <a:cubicBezTo>
                  <a:pt x="300" y="262"/>
                  <a:pt x="300" y="262"/>
                  <a:pt x="300" y="262"/>
                </a:cubicBezTo>
                <a:cubicBezTo>
                  <a:pt x="299" y="262"/>
                  <a:pt x="299" y="262"/>
                  <a:pt x="299" y="262"/>
                </a:cubicBezTo>
                <a:cubicBezTo>
                  <a:pt x="299" y="261"/>
                  <a:pt x="300" y="261"/>
                  <a:pt x="300" y="261"/>
                </a:cubicBezTo>
                <a:cubicBezTo>
                  <a:pt x="301" y="261"/>
                  <a:pt x="301" y="261"/>
                  <a:pt x="301" y="261"/>
                </a:cubicBezTo>
                <a:cubicBezTo>
                  <a:pt x="302" y="261"/>
                  <a:pt x="302" y="260"/>
                  <a:pt x="302" y="260"/>
                </a:cubicBezTo>
                <a:cubicBezTo>
                  <a:pt x="302" y="260"/>
                  <a:pt x="302" y="260"/>
                  <a:pt x="302" y="260"/>
                </a:cubicBezTo>
                <a:cubicBezTo>
                  <a:pt x="302" y="259"/>
                  <a:pt x="302" y="259"/>
                  <a:pt x="302" y="259"/>
                </a:cubicBezTo>
                <a:cubicBezTo>
                  <a:pt x="302" y="259"/>
                  <a:pt x="302" y="259"/>
                  <a:pt x="302" y="259"/>
                </a:cubicBezTo>
                <a:cubicBezTo>
                  <a:pt x="302" y="259"/>
                  <a:pt x="302" y="259"/>
                  <a:pt x="302" y="259"/>
                </a:cubicBezTo>
                <a:cubicBezTo>
                  <a:pt x="302" y="259"/>
                  <a:pt x="303" y="259"/>
                  <a:pt x="303" y="259"/>
                </a:cubicBezTo>
                <a:cubicBezTo>
                  <a:pt x="303" y="259"/>
                  <a:pt x="303" y="259"/>
                  <a:pt x="303" y="258"/>
                </a:cubicBezTo>
                <a:cubicBezTo>
                  <a:pt x="303" y="258"/>
                  <a:pt x="303" y="258"/>
                  <a:pt x="303" y="258"/>
                </a:cubicBezTo>
                <a:cubicBezTo>
                  <a:pt x="303" y="257"/>
                  <a:pt x="303" y="257"/>
                  <a:pt x="302" y="257"/>
                </a:cubicBezTo>
                <a:cubicBezTo>
                  <a:pt x="302" y="257"/>
                  <a:pt x="302" y="257"/>
                  <a:pt x="302" y="257"/>
                </a:cubicBezTo>
                <a:cubicBezTo>
                  <a:pt x="302" y="257"/>
                  <a:pt x="302" y="257"/>
                  <a:pt x="302" y="257"/>
                </a:cubicBezTo>
                <a:cubicBezTo>
                  <a:pt x="302" y="257"/>
                  <a:pt x="302" y="257"/>
                  <a:pt x="302" y="257"/>
                </a:cubicBezTo>
                <a:cubicBezTo>
                  <a:pt x="303" y="256"/>
                  <a:pt x="303" y="257"/>
                  <a:pt x="303" y="257"/>
                </a:cubicBezTo>
                <a:cubicBezTo>
                  <a:pt x="303" y="257"/>
                  <a:pt x="303" y="257"/>
                  <a:pt x="303" y="257"/>
                </a:cubicBezTo>
                <a:cubicBezTo>
                  <a:pt x="304" y="257"/>
                  <a:pt x="304" y="257"/>
                  <a:pt x="304" y="257"/>
                </a:cubicBezTo>
                <a:cubicBezTo>
                  <a:pt x="304" y="257"/>
                  <a:pt x="304" y="257"/>
                  <a:pt x="304" y="257"/>
                </a:cubicBezTo>
                <a:cubicBezTo>
                  <a:pt x="304" y="256"/>
                  <a:pt x="304" y="256"/>
                  <a:pt x="304" y="255"/>
                </a:cubicBezTo>
                <a:cubicBezTo>
                  <a:pt x="304" y="255"/>
                  <a:pt x="304" y="255"/>
                  <a:pt x="304" y="255"/>
                </a:cubicBezTo>
                <a:cubicBezTo>
                  <a:pt x="304" y="254"/>
                  <a:pt x="304" y="254"/>
                  <a:pt x="304" y="254"/>
                </a:cubicBezTo>
                <a:cubicBezTo>
                  <a:pt x="305" y="254"/>
                  <a:pt x="305" y="254"/>
                  <a:pt x="305" y="254"/>
                </a:cubicBezTo>
                <a:cubicBezTo>
                  <a:pt x="305" y="255"/>
                  <a:pt x="305" y="255"/>
                  <a:pt x="305" y="255"/>
                </a:cubicBezTo>
                <a:cubicBezTo>
                  <a:pt x="305" y="256"/>
                  <a:pt x="305" y="256"/>
                  <a:pt x="305" y="256"/>
                </a:cubicBezTo>
                <a:cubicBezTo>
                  <a:pt x="305" y="256"/>
                  <a:pt x="305" y="257"/>
                  <a:pt x="305" y="257"/>
                </a:cubicBezTo>
                <a:cubicBezTo>
                  <a:pt x="305" y="257"/>
                  <a:pt x="305" y="257"/>
                  <a:pt x="305" y="257"/>
                </a:cubicBezTo>
                <a:cubicBezTo>
                  <a:pt x="305" y="257"/>
                  <a:pt x="305" y="257"/>
                  <a:pt x="305" y="257"/>
                </a:cubicBezTo>
                <a:cubicBezTo>
                  <a:pt x="306" y="257"/>
                  <a:pt x="306" y="257"/>
                  <a:pt x="306" y="257"/>
                </a:cubicBezTo>
                <a:cubicBezTo>
                  <a:pt x="307" y="257"/>
                  <a:pt x="307" y="257"/>
                  <a:pt x="307" y="257"/>
                </a:cubicBezTo>
                <a:cubicBezTo>
                  <a:pt x="307" y="256"/>
                  <a:pt x="307" y="256"/>
                  <a:pt x="307" y="256"/>
                </a:cubicBezTo>
                <a:cubicBezTo>
                  <a:pt x="308" y="256"/>
                  <a:pt x="309" y="254"/>
                  <a:pt x="308" y="253"/>
                </a:cubicBezTo>
                <a:cubicBezTo>
                  <a:pt x="308" y="253"/>
                  <a:pt x="308" y="253"/>
                  <a:pt x="308" y="253"/>
                </a:cubicBezTo>
                <a:cubicBezTo>
                  <a:pt x="307" y="253"/>
                  <a:pt x="307" y="253"/>
                  <a:pt x="307" y="253"/>
                </a:cubicBezTo>
                <a:cubicBezTo>
                  <a:pt x="307" y="253"/>
                  <a:pt x="307" y="253"/>
                  <a:pt x="307" y="253"/>
                </a:cubicBezTo>
                <a:cubicBezTo>
                  <a:pt x="306" y="253"/>
                  <a:pt x="306" y="253"/>
                  <a:pt x="306" y="253"/>
                </a:cubicBezTo>
                <a:cubicBezTo>
                  <a:pt x="307" y="253"/>
                  <a:pt x="309" y="253"/>
                  <a:pt x="310" y="253"/>
                </a:cubicBezTo>
                <a:cubicBezTo>
                  <a:pt x="310" y="253"/>
                  <a:pt x="310" y="253"/>
                  <a:pt x="311" y="252"/>
                </a:cubicBezTo>
                <a:cubicBezTo>
                  <a:pt x="311" y="252"/>
                  <a:pt x="311" y="252"/>
                  <a:pt x="311" y="252"/>
                </a:cubicBezTo>
                <a:cubicBezTo>
                  <a:pt x="311" y="251"/>
                  <a:pt x="311" y="251"/>
                  <a:pt x="312" y="251"/>
                </a:cubicBezTo>
                <a:cubicBezTo>
                  <a:pt x="312" y="250"/>
                  <a:pt x="312" y="250"/>
                  <a:pt x="312" y="250"/>
                </a:cubicBezTo>
                <a:cubicBezTo>
                  <a:pt x="312" y="249"/>
                  <a:pt x="312" y="249"/>
                  <a:pt x="311" y="249"/>
                </a:cubicBezTo>
                <a:cubicBezTo>
                  <a:pt x="311" y="248"/>
                  <a:pt x="311" y="247"/>
                  <a:pt x="310" y="247"/>
                </a:cubicBezTo>
                <a:cubicBezTo>
                  <a:pt x="310" y="247"/>
                  <a:pt x="309" y="247"/>
                  <a:pt x="309" y="246"/>
                </a:cubicBezTo>
                <a:cubicBezTo>
                  <a:pt x="309" y="246"/>
                  <a:pt x="309" y="246"/>
                  <a:pt x="309" y="246"/>
                </a:cubicBezTo>
                <a:cubicBezTo>
                  <a:pt x="309" y="246"/>
                  <a:pt x="309" y="246"/>
                  <a:pt x="310" y="246"/>
                </a:cubicBezTo>
                <a:cubicBezTo>
                  <a:pt x="310" y="246"/>
                  <a:pt x="310" y="246"/>
                  <a:pt x="310" y="246"/>
                </a:cubicBezTo>
                <a:cubicBezTo>
                  <a:pt x="310" y="246"/>
                  <a:pt x="310" y="247"/>
                  <a:pt x="311" y="247"/>
                </a:cubicBezTo>
                <a:cubicBezTo>
                  <a:pt x="311" y="247"/>
                  <a:pt x="311" y="246"/>
                  <a:pt x="312" y="246"/>
                </a:cubicBezTo>
                <a:cubicBezTo>
                  <a:pt x="312" y="246"/>
                  <a:pt x="312" y="246"/>
                  <a:pt x="312" y="247"/>
                </a:cubicBezTo>
                <a:cubicBezTo>
                  <a:pt x="312" y="247"/>
                  <a:pt x="313" y="246"/>
                  <a:pt x="313" y="246"/>
                </a:cubicBezTo>
                <a:cubicBezTo>
                  <a:pt x="313" y="246"/>
                  <a:pt x="314" y="246"/>
                  <a:pt x="314" y="245"/>
                </a:cubicBezTo>
                <a:cubicBezTo>
                  <a:pt x="314" y="245"/>
                  <a:pt x="314" y="245"/>
                  <a:pt x="314" y="245"/>
                </a:cubicBezTo>
                <a:cubicBezTo>
                  <a:pt x="314" y="244"/>
                  <a:pt x="315" y="244"/>
                  <a:pt x="315" y="244"/>
                </a:cubicBezTo>
                <a:cubicBezTo>
                  <a:pt x="315" y="244"/>
                  <a:pt x="315" y="243"/>
                  <a:pt x="315" y="243"/>
                </a:cubicBezTo>
                <a:cubicBezTo>
                  <a:pt x="315" y="243"/>
                  <a:pt x="315" y="243"/>
                  <a:pt x="314" y="243"/>
                </a:cubicBezTo>
                <a:cubicBezTo>
                  <a:pt x="314" y="243"/>
                  <a:pt x="314" y="242"/>
                  <a:pt x="314" y="242"/>
                </a:cubicBezTo>
                <a:cubicBezTo>
                  <a:pt x="314" y="242"/>
                  <a:pt x="315" y="242"/>
                  <a:pt x="315" y="241"/>
                </a:cubicBezTo>
                <a:cubicBezTo>
                  <a:pt x="316" y="240"/>
                  <a:pt x="316" y="239"/>
                  <a:pt x="317" y="238"/>
                </a:cubicBezTo>
                <a:cubicBezTo>
                  <a:pt x="318" y="238"/>
                  <a:pt x="318" y="237"/>
                  <a:pt x="318" y="237"/>
                </a:cubicBezTo>
                <a:cubicBezTo>
                  <a:pt x="319" y="237"/>
                  <a:pt x="319" y="238"/>
                  <a:pt x="320" y="238"/>
                </a:cubicBezTo>
                <a:cubicBezTo>
                  <a:pt x="320" y="238"/>
                  <a:pt x="320" y="237"/>
                  <a:pt x="320" y="237"/>
                </a:cubicBezTo>
                <a:cubicBezTo>
                  <a:pt x="320" y="236"/>
                  <a:pt x="319" y="236"/>
                  <a:pt x="319" y="235"/>
                </a:cubicBezTo>
                <a:cubicBezTo>
                  <a:pt x="319" y="234"/>
                  <a:pt x="320" y="233"/>
                  <a:pt x="321" y="233"/>
                </a:cubicBezTo>
                <a:cubicBezTo>
                  <a:pt x="322" y="233"/>
                  <a:pt x="323" y="232"/>
                  <a:pt x="323" y="232"/>
                </a:cubicBezTo>
                <a:cubicBezTo>
                  <a:pt x="324" y="231"/>
                  <a:pt x="325" y="231"/>
                  <a:pt x="326" y="230"/>
                </a:cubicBezTo>
                <a:cubicBezTo>
                  <a:pt x="327" y="229"/>
                  <a:pt x="328" y="228"/>
                  <a:pt x="329" y="227"/>
                </a:cubicBezTo>
                <a:cubicBezTo>
                  <a:pt x="330" y="226"/>
                  <a:pt x="330" y="225"/>
                  <a:pt x="330" y="224"/>
                </a:cubicBezTo>
                <a:cubicBezTo>
                  <a:pt x="330" y="224"/>
                  <a:pt x="330" y="223"/>
                  <a:pt x="330" y="223"/>
                </a:cubicBezTo>
                <a:cubicBezTo>
                  <a:pt x="331" y="223"/>
                  <a:pt x="331" y="224"/>
                  <a:pt x="331" y="224"/>
                </a:cubicBezTo>
                <a:cubicBezTo>
                  <a:pt x="331" y="225"/>
                  <a:pt x="331" y="226"/>
                  <a:pt x="331" y="226"/>
                </a:cubicBezTo>
                <a:cubicBezTo>
                  <a:pt x="330" y="227"/>
                  <a:pt x="330" y="227"/>
                  <a:pt x="331" y="227"/>
                </a:cubicBezTo>
                <a:cubicBezTo>
                  <a:pt x="331" y="228"/>
                  <a:pt x="331" y="228"/>
                  <a:pt x="332" y="228"/>
                </a:cubicBezTo>
                <a:cubicBezTo>
                  <a:pt x="332" y="228"/>
                  <a:pt x="333" y="228"/>
                  <a:pt x="333" y="228"/>
                </a:cubicBezTo>
                <a:cubicBezTo>
                  <a:pt x="334" y="228"/>
                  <a:pt x="334" y="228"/>
                  <a:pt x="335" y="228"/>
                </a:cubicBezTo>
                <a:cubicBezTo>
                  <a:pt x="336" y="228"/>
                  <a:pt x="336" y="227"/>
                  <a:pt x="336" y="227"/>
                </a:cubicBezTo>
                <a:cubicBezTo>
                  <a:pt x="336" y="226"/>
                  <a:pt x="337" y="225"/>
                  <a:pt x="337" y="224"/>
                </a:cubicBezTo>
                <a:cubicBezTo>
                  <a:pt x="338" y="223"/>
                  <a:pt x="339" y="223"/>
                  <a:pt x="339" y="223"/>
                </a:cubicBezTo>
                <a:cubicBezTo>
                  <a:pt x="340" y="223"/>
                  <a:pt x="341" y="223"/>
                  <a:pt x="342" y="223"/>
                </a:cubicBezTo>
                <a:cubicBezTo>
                  <a:pt x="342" y="223"/>
                  <a:pt x="343" y="222"/>
                  <a:pt x="343" y="222"/>
                </a:cubicBezTo>
                <a:cubicBezTo>
                  <a:pt x="341" y="224"/>
                  <a:pt x="339" y="224"/>
                  <a:pt x="337" y="226"/>
                </a:cubicBezTo>
                <a:cubicBezTo>
                  <a:pt x="337" y="227"/>
                  <a:pt x="336" y="228"/>
                  <a:pt x="336" y="228"/>
                </a:cubicBezTo>
                <a:cubicBezTo>
                  <a:pt x="335" y="229"/>
                  <a:pt x="335" y="229"/>
                  <a:pt x="335" y="229"/>
                </a:cubicBezTo>
                <a:cubicBezTo>
                  <a:pt x="335" y="230"/>
                  <a:pt x="336" y="230"/>
                  <a:pt x="336" y="231"/>
                </a:cubicBezTo>
                <a:cubicBezTo>
                  <a:pt x="337" y="231"/>
                  <a:pt x="337" y="231"/>
                  <a:pt x="337" y="232"/>
                </a:cubicBezTo>
                <a:cubicBezTo>
                  <a:pt x="338" y="232"/>
                  <a:pt x="338" y="232"/>
                  <a:pt x="339" y="232"/>
                </a:cubicBezTo>
                <a:cubicBezTo>
                  <a:pt x="340" y="232"/>
                  <a:pt x="341" y="233"/>
                  <a:pt x="341" y="234"/>
                </a:cubicBezTo>
                <a:cubicBezTo>
                  <a:pt x="342" y="233"/>
                  <a:pt x="344" y="234"/>
                  <a:pt x="344" y="235"/>
                </a:cubicBezTo>
                <a:cubicBezTo>
                  <a:pt x="342" y="235"/>
                  <a:pt x="339" y="233"/>
                  <a:pt x="337" y="233"/>
                </a:cubicBezTo>
                <a:cubicBezTo>
                  <a:pt x="336" y="233"/>
                  <a:pt x="336" y="234"/>
                  <a:pt x="335" y="234"/>
                </a:cubicBezTo>
                <a:cubicBezTo>
                  <a:pt x="334" y="234"/>
                  <a:pt x="333" y="234"/>
                  <a:pt x="333" y="233"/>
                </a:cubicBezTo>
                <a:cubicBezTo>
                  <a:pt x="332" y="233"/>
                  <a:pt x="332" y="232"/>
                  <a:pt x="332" y="232"/>
                </a:cubicBezTo>
                <a:cubicBezTo>
                  <a:pt x="332" y="232"/>
                  <a:pt x="331" y="232"/>
                  <a:pt x="331" y="232"/>
                </a:cubicBezTo>
                <a:cubicBezTo>
                  <a:pt x="330" y="233"/>
                  <a:pt x="329" y="234"/>
                  <a:pt x="328" y="234"/>
                </a:cubicBezTo>
                <a:cubicBezTo>
                  <a:pt x="328" y="235"/>
                  <a:pt x="327" y="235"/>
                  <a:pt x="326" y="236"/>
                </a:cubicBezTo>
                <a:cubicBezTo>
                  <a:pt x="325" y="236"/>
                  <a:pt x="324" y="237"/>
                  <a:pt x="323" y="238"/>
                </a:cubicBezTo>
                <a:cubicBezTo>
                  <a:pt x="323" y="238"/>
                  <a:pt x="323" y="238"/>
                  <a:pt x="323" y="239"/>
                </a:cubicBezTo>
                <a:cubicBezTo>
                  <a:pt x="323" y="239"/>
                  <a:pt x="323" y="239"/>
                  <a:pt x="323" y="239"/>
                </a:cubicBezTo>
                <a:cubicBezTo>
                  <a:pt x="323" y="240"/>
                  <a:pt x="324" y="241"/>
                  <a:pt x="324" y="242"/>
                </a:cubicBezTo>
                <a:cubicBezTo>
                  <a:pt x="324" y="242"/>
                  <a:pt x="324" y="243"/>
                  <a:pt x="324" y="243"/>
                </a:cubicBezTo>
                <a:cubicBezTo>
                  <a:pt x="324" y="243"/>
                  <a:pt x="323" y="244"/>
                  <a:pt x="323" y="244"/>
                </a:cubicBezTo>
                <a:cubicBezTo>
                  <a:pt x="323" y="244"/>
                  <a:pt x="323" y="245"/>
                  <a:pt x="323" y="246"/>
                </a:cubicBezTo>
                <a:cubicBezTo>
                  <a:pt x="323" y="247"/>
                  <a:pt x="322" y="247"/>
                  <a:pt x="321" y="248"/>
                </a:cubicBezTo>
                <a:cubicBezTo>
                  <a:pt x="321" y="249"/>
                  <a:pt x="320" y="250"/>
                  <a:pt x="320" y="251"/>
                </a:cubicBezTo>
                <a:cubicBezTo>
                  <a:pt x="320" y="252"/>
                  <a:pt x="319" y="252"/>
                  <a:pt x="319" y="253"/>
                </a:cubicBezTo>
                <a:cubicBezTo>
                  <a:pt x="319" y="253"/>
                  <a:pt x="319" y="254"/>
                  <a:pt x="319" y="254"/>
                </a:cubicBezTo>
                <a:cubicBezTo>
                  <a:pt x="319" y="255"/>
                  <a:pt x="319" y="256"/>
                  <a:pt x="319" y="256"/>
                </a:cubicBezTo>
                <a:cubicBezTo>
                  <a:pt x="320" y="256"/>
                  <a:pt x="320" y="257"/>
                  <a:pt x="321" y="257"/>
                </a:cubicBezTo>
                <a:cubicBezTo>
                  <a:pt x="321" y="257"/>
                  <a:pt x="321" y="257"/>
                  <a:pt x="322" y="257"/>
                </a:cubicBezTo>
                <a:cubicBezTo>
                  <a:pt x="322" y="257"/>
                  <a:pt x="322" y="257"/>
                  <a:pt x="323" y="256"/>
                </a:cubicBezTo>
                <a:cubicBezTo>
                  <a:pt x="324" y="256"/>
                  <a:pt x="324" y="256"/>
                  <a:pt x="325" y="255"/>
                </a:cubicBezTo>
                <a:cubicBezTo>
                  <a:pt x="325" y="255"/>
                  <a:pt x="325" y="255"/>
                  <a:pt x="325" y="255"/>
                </a:cubicBezTo>
                <a:cubicBezTo>
                  <a:pt x="326" y="254"/>
                  <a:pt x="326" y="254"/>
                  <a:pt x="326" y="255"/>
                </a:cubicBezTo>
                <a:cubicBezTo>
                  <a:pt x="326" y="255"/>
                  <a:pt x="325" y="256"/>
                  <a:pt x="325" y="257"/>
                </a:cubicBezTo>
                <a:cubicBezTo>
                  <a:pt x="325" y="257"/>
                  <a:pt x="325" y="257"/>
                  <a:pt x="324" y="257"/>
                </a:cubicBezTo>
                <a:cubicBezTo>
                  <a:pt x="324" y="257"/>
                  <a:pt x="324" y="257"/>
                  <a:pt x="324" y="257"/>
                </a:cubicBezTo>
                <a:cubicBezTo>
                  <a:pt x="325" y="257"/>
                  <a:pt x="325" y="257"/>
                  <a:pt x="325" y="257"/>
                </a:cubicBezTo>
                <a:cubicBezTo>
                  <a:pt x="325" y="257"/>
                  <a:pt x="325" y="258"/>
                  <a:pt x="325" y="258"/>
                </a:cubicBezTo>
                <a:cubicBezTo>
                  <a:pt x="325" y="258"/>
                  <a:pt x="324" y="258"/>
                  <a:pt x="324" y="258"/>
                </a:cubicBezTo>
                <a:cubicBezTo>
                  <a:pt x="324" y="258"/>
                  <a:pt x="324" y="258"/>
                  <a:pt x="324" y="258"/>
                </a:cubicBezTo>
                <a:cubicBezTo>
                  <a:pt x="323" y="258"/>
                  <a:pt x="323" y="258"/>
                  <a:pt x="323" y="258"/>
                </a:cubicBezTo>
                <a:cubicBezTo>
                  <a:pt x="322" y="258"/>
                  <a:pt x="322" y="259"/>
                  <a:pt x="322" y="259"/>
                </a:cubicBezTo>
                <a:cubicBezTo>
                  <a:pt x="322" y="259"/>
                  <a:pt x="322" y="259"/>
                  <a:pt x="323" y="260"/>
                </a:cubicBezTo>
                <a:cubicBezTo>
                  <a:pt x="323" y="260"/>
                  <a:pt x="322" y="260"/>
                  <a:pt x="322" y="260"/>
                </a:cubicBezTo>
                <a:cubicBezTo>
                  <a:pt x="322" y="260"/>
                  <a:pt x="321" y="260"/>
                  <a:pt x="321" y="260"/>
                </a:cubicBezTo>
                <a:cubicBezTo>
                  <a:pt x="320" y="260"/>
                  <a:pt x="320" y="260"/>
                  <a:pt x="320" y="260"/>
                </a:cubicBezTo>
                <a:cubicBezTo>
                  <a:pt x="320" y="261"/>
                  <a:pt x="319" y="261"/>
                  <a:pt x="319" y="260"/>
                </a:cubicBezTo>
                <a:cubicBezTo>
                  <a:pt x="319" y="260"/>
                  <a:pt x="319" y="261"/>
                  <a:pt x="319" y="261"/>
                </a:cubicBezTo>
                <a:cubicBezTo>
                  <a:pt x="318" y="261"/>
                  <a:pt x="318" y="261"/>
                  <a:pt x="318" y="261"/>
                </a:cubicBezTo>
                <a:cubicBezTo>
                  <a:pt x="318" y="261"/>
                  <a:pt x="318" y="261"/>
                  <a:pt x="318" y="261"/>
                </a:cubicBezTo>
                <a:cubicBezTo>
                  <a:pt x="318" y="261"/>
                  <a:pt x="318" y="261"/>
                  <a:pt x="318" y="262"/>
                </a:cubicBezTo>
                <a:cubicBezTo>
                  <a:pt x="319" y="262"/>
                  <a:pt x="318" y="262"/>
                  <a:pt x="318" y="262"/>
                </a:cubicBezTo>
                <a:cubicBezTo>
                  <a:pt x="318" y="262"/>
                  <a:pt x="318" y="262"/>
                  <a:pt x="318" y="262"/>
                </a:cubicBezTo>
                <a:cubicBezTo>
                  <a:pt x="318" y="262"/>
                  <a:pt x="318" y="262"/>
                  <a:pt x="317" y="262"/>
                </a:cubicBezTo>
                <a:cubicBezTo>
                  <a:pt x="317" y="263"/>
                  <a:pt x="317" y="263"/>
                  <a:pt x="317" y="263"/>
                </a:cubicBezTo>
                <a:cubicBezTo>
                  <a:pt x="317" y="263"/>
                  <a:pt x="318" y="264"/>
                  <a:pt x="318" y="264"/>
                </a:cubicBezTo>
                <a:cubicBezTo>
                  <a:pt x="318" y="264"/>
                  <a:pt x="318" y="264"/>
                  <a:pt x="318" y="264"/>
                </a:cubicBezTo>
                <a:cubicBezTo>
                  <a:pt x="318" y="265"/>
                  <a:pt x="319" y="265"/>
                  <a:pt x="319" y="265"/>
                </a:cubicBezTo>
                <a:cubicBezTo>
                  <a:pt x="319" y="265"/>
                  <a:pt x="319" y="264"/>
                  <a:pt x="319" y="265"/>
                </a:cubicBezTo>
                <a:cubicBezTo>
                  <a:pt x="320" y="265"/>
                  <a:pt x="319" y="265"/>
                  <a:pt x="319" y="265"/>
                </a:cubicBezTo>
                <a:cubicBezTo>
                  <a:pt x="319" y="265"/>
                  <a:pt x="320" y="265"/>
                  <a:pt x="320" y="265"/>
                </a:cubicBezTo>
                <a:cubicBezTo>
                  <a:pt x="320" y="265"/>
                  <a:pt x="321" y="265"/>
                  <a:pt x="321" y="265"/>
                </a:cubicBezTo>
                <a:cubicBezTo>
                  <a:pt x="321" y="265"/>
                  <a:pt x="321" y="265"/>
                  <a:pt x="321" y="265"/>
                </a:cubicBezTo>
                <a:cubicBezTo>
                  <a:pt x="321" y="264"/>
                  <a:pt x="321" y="264"/>
                  <a:pt x="322" y="264"/>
                </a:cubicBezTo>
                <a:cubicBezTo>
                  <a:pt x="322" y="264"/>
                  <a:pt x="322" y="264"/>
                  <a:pt x="322" y="264"/>
                </a:cubicBezTo>
                <a:cubicBezTo>
                  <a:pt x="323" y="264"/>
                  <a:pt x="323" y="264"/>
                  <a:pt x="323" y="264"/>
                </a:cubicBezTo>
                <a:cubicBezTo>
                  <a:pt x="324" y="265"/>
                  <a:pt x="324" y="265"/>
                  <a:pt x="324" y="265"/>
                </a:cubicBezTo>
                <a:cubicBezTo>
                  <a:pt x="324" y="265"/>
                  <a:pt x="325" y="265"/>
                  <a:pt x="325" y="265"/>
                </a:cubicBezTo>
                <a:cubicBezTo>
                  <a:pt x="325" y="264"/>
                  <a:pt x="325" y="264"/>
                  <a:pt x="325" y="264"/>
                </a:cubicBezTo>
                <a:cubicBezTo>
                  <a:pt x="325" y="264"/>
                  <a:pt x="325" y="264"/>
                  <a:pt x="325" y="264"/>
                </a:cubicBezTo>
                <a:cubicBezTo>
                  <a:pt x="325" y="264"/>
                  <a:pt x="325" y="264"/>
                  <a:pt x="325" y="264"/>
                </a:cubicBezTo>
                <a:cubicBezTo>
                  <a:pt x="325" y="263"/>
                  <a:pt x="324" y="263"/>
                  <a:pt x="324" y="263"/>
                </a:cubicBezTo>
                <a:cubicBezTo>
                  <a:pt x="324" y="263"/>
                  <a:pt x="324" y="263"/>
                  <a:pt x="324" y="263"/>
                </a:cubicBezTo>
                <a:cubicBezTo>
                  <a:pt x="324" y="263"/>
                  <a:pt x="324" y="263"/>
                  <a:pt x="324" y="263"/>
                </a:cubicBezTo>
                <a:cubicBezTo>
                  <a:pt x="324" y="263"/>
                  <a:pt x="325" y="263"/>
                  <a:pt x="326" y="264"/>
                </a:cubicBezTo>
                <a:cubicBezTo>
                  <a:pt x="326" y="264"/>
                  <a:pt x="326" y="264"/>
                  <a:pt x="326" y="264"/>
                </a:cubicBezTo>
                <a:cubicBezTo>
                  <a:pt x="326" y="264"/>
                  <a:pt x="326" y="264"/>
                  <a:pt x="326" y="264"/>
                </a:cubicBezTo>
                <a:cubicBezTo>
                  <a:pt x="326" y="264"/>
                  <a:pt x="326" y="264"/>
                  <a:pt x="326" y="264"/>
                </a:cubicBezTo>
                <a:cubicBezTo>
                  <a:pt x="327" y="264"/>
                  <a:pt x="327" y="264"/>
                  <a:pt x="327" y="264"/>
                </a:cubicBezTo>
                <a:cubicBezTo>
                  <a:pt x="327" y="264"/>
                  <a:pt x="327" y="264"/>
                  <a:pt x="327" y="263"/>
                </a:cubicBezTo>
                <a:cubicBezTo>
                  <a:pt x="327" y="263"/>
                  <a:pt x="327" y="263"/>
                  <a:pt x="327" y="263"/>
                </a:cubicBezTo>
                <a:cubicBezTo>
                  <a:pt x="327" y="263"/>
                  <a:pt x="327" y="263"/>
                  <a:pt x="327" y="263"/>
                </a:cubicBezTo>
                <a:cubicBezTo>
                  <a:pt x="327" y="262"/>
                  <a:pt x="328" y="262"/>
                  <a:pt x="328" y="262"/>
                </a:cubicBezTo>
                <a:cubicBezTo>
                  <a:pt x="328" y="262"/>
                  <a:pt x="328" y="262"/>
                  <a:pt x="328" y="261"/>
                </a:cubicBezTo>
                <a:cubicBezTo>
                  <a:pt x="328" y="261"/>
                  <a:pt x="328" y="261"/>
                  <a:pt x="329" y="261"/>
                </a:cubicBezTo>
                <a:cubicBezTo>
                  <a:pt x="329" y="261"/>
                  <a:pt x="329" y="261"/>
                  <a:pt x="329" y="260"/>
                </a:cubicBezTo>
                <a:cubicBezTo>
                  <a:pt x="330" y="260"/>
                  <a:pt x="330" y="260"/>
                  <a:pt x="330" y="260"/>
                </a:cubicBezTo>
                <a:cubicBezTo>
                  <a:pt x="330" y="259"/>
                  <a:pt x="330" y="259"/>
                  <a:pt x="330" y="259"/>
                </a:cubicBezTo>
                <a:cubicBezTo>
                  <a:pt x="330" y="258"/>
                  <a:pt x="330" y="258"/>
                  <a:pt x="331" y="258"/>
                </a:cubicBezTo>
                <a:cubicBezTo>
                  <a:pt x="331" y="259"/>
                  <a:pt x="331" y="259"/>
                  <a:pt x="331" y="259"/>
                </a:cubicBezTo>
                <a:cubicBezTo>
                  <a:pt x="331" y="259"/>
                  <a:pt x="331" y="260"/>
                  <a:pt x="331" y="259"/>
                </a:cubicBezTo>
                <a:cubicBezTo>
                  <a:pt x="331" y="259"/>
                  <a:pt x="331" y="259"/>
                  <a:pt x="331" y="259"/>
                </a:cubicBezTo>
                <a:cubicBezTo>
                  <a:pt x="331" y="258"/>
                  <a:pt x="332" y="258"/>
                  <a:pt x="332" y="258"/>
                </a:cubicBezTo>
                <a:cubicBezTo>
                  <a:pt x="332" y="257"/>
                  <a:pt x="332" y="257"/>
                  <a:pt x="332" y="257"/>
                </a:cubicBezTo>
                <a:cubicBezTo>
                  <a:pt x="332" y="256"/>
                  <a:pt x="333" y="256"/>
                  <a:pt x="333" y="256"/>
                </a:cubicBezTo>
                <a:cubicBezTo>
                  <a:pt x="333" y="257"/>
                  <a:pt x="332" y="258"/>
                  <a:pt x="332" y="260"/>
                </a:cubicBezTo>
                <a:cubicBezTo>
                  <a:pt x="332" y="260"/>
                  <a:pt x="332" y="260"/>
                  <a:pt x="332" y="260"/>
                </a:cubicBezTo>
                <a:cubicBezTo>
                  <a:pt x="332" y="261"/>
                  <a:pt x="332" y="261"/>
                  <a:pt x="332" y="261"/>
                </a:cubicBezTo>
                <a:cubicBezTo>
                  <a:pt x="333" y="261"/>
                  <a:pt x="332" y="260"/>
                  <a:pt x="333" y="260"/>
                </a:cubicBezTo>
                <a:cubicBezTo>
                  <a:pt x="333" y="260"/>
                  <a:pt x="333" y="259"/>
                  <a:pt x="333" y="259"/>
                </a:cubicBezTo>
                <a:cubicBezTo>
                  <a:pt x="333" y="259"/>
                  <a:pt x="333" y="259"/>
                  <a:pt x="334" y="259"/>
                </a:cubicBezTo>
                <a:cubicBezTo>
                  <a:pt x="334" y="259"/>
                  <a:pt x="334" y="259"/>
                  <a:pt x="334" y="258"/>
                </a:cubicBezTo>
                <a:cubicBezTo>
                  <a:pt x="334" y="258"/>
                  <a:pt x="334" y="258"/>
                  <a:pt x="334" y="258"/>
                </a:cubicBezTo>
                <a:cubicBezTo>
                  <a:pt x="334" y="258"/>
                  <a:pt x="334" y="257"/>
                  <a:pt x="334" y="257"/>
                </a:cubicBezTo>
                <a:cubicBezTo>
                  <a:pt x="335" y="257"/>
                  <a:pt x="335" y="257"/>
                  <a:pt x="335" y="257"/>
                </a:cubicBezTo>
                <a:cubicBezTo>
                  <a:pt x="335" y="257"/>
                  <a:pt x="336" y="257"/>
                  <a:pt x="336" y="256"/>
                </a:cubicBezTo>
                <a:cubicBezTo>
                  <a:pt x="336" y="256"/>
                  <a:pt x="336" y="256"/>
                  <a:pt x="335" y="256"/>
                </a:cubicBezTo>
                <a:cubicBezTo>
                  <a:pt x="336" y="256"/>
                  <a:pt x="336" y="255"/>
                  <a:pt x="335" y="255"/>
                </a:cubicBezTo>
                <a:cubicBezTo>
                  <a:pt x="335" y="255"/>
                  <a:pt x="335" y="255"/>
                  <a:pt x="335" y="255"/>
                </a:cubicBezTo>
                <a:cubicBezTo>
                  <a:pt x="335" y="255"/>
                  <a:pt x="335" y="254"/>
                  <a:pt x="335" y="254"/>
                </a:cubicBezTo>
                <a:cubicBezTo>
                  <a:pt x="336" y="254"/>
                  <a:pt x="336" y="255"/>
                  <a:pt x="336" y="255"/>
                </a:cubicBezTo>
                <a:cubicBezTo>
                  <a:pt x="336" y="255"/>
                  <a:pt x="337" y="255"/>
                  <a:pt x="337" y="255"/>
                </a:cubicBezTo>
                <a:cubicBezTo>
                  <a:pt x="337" y="255"/>
                  <a:pt x="337" y="255"/>
                  <a:pt x="337" y="256"/>
                </a:cubicBezTo>
                <a:cubicBezTo>
                  <a:pt x="337" y="256"/>
                  <a:pt x="337" y="256"/>
                  <a:pt x="338" y="256"/>
                </a:cubicBezTo>
                <a:cubicBezTo>
                  <a:pt x="338" y="255"/>
                  <a:pt x="338" y="255"/>
                  <a:pt x="337" y="254"/>
                </a:cubicBezTo>
                <a:cubicBezTo>
                  <a:pt x="337" y="254"/>
                  <a:pt x="337" y="254"/>
                  <a:pt x="337" y="254"/>
                </a:cubicBezTo>
                <a:cubicBezTo>
                  <a:pt x="337" y="254"/>
                  <a:pt x="337" y="254"/>
                  <a:pt x="337" y="254"/>
                </a:cubicBezTo>
                <a:cubicBezTo>
                  <a:pt x="337" y="254"/>
                  <a:pt x="337" y="253"/>
                  <a:pt x="337" y="253"/>
                </a:cubicBezTo>
                <a:cubicBezTo>
                  <a:pt x="337" y="252"/>
                  <a:pt x="337" y="252"/>
                  <a:pt x="337" y="252"/>
                </a:cubicBezTo>
                <a:cubicBezTo>
                  <a:pt x="338" y="251"/>
                  <a:pt x="338" y="252"/>
                  <a:pt x="338" y="252"/>
                </a:cubicBezTo>
                <a:cubicBezTo>
                  <a:pt x="338" y="252"/>
                  <a:pt x="338" y="253"/>
                  <a:pt x="338" y="253"/>
                </a:cubicBezTo>
                <a:cubicBezTo>
                  <a:pt x="338" y="253"/>
                  <a:pt x="338" y="254"/>
                  <a:pt x="338" y="254"/>
                </a:cubicBezTo>
                <a:cubicBezTo>
                  <a:pt x="338" y="254"/>
                  <a:pt x="339" y="255"/>
                  <a:pt x="339" y="255"/>
                </a:cubicBezTo>
                <a:cubicBezTo>
                  <a:pt x="339" y="254"/>
                  <a:pt x="339" y="254"/>
                  <a:pt x="339" y="253"/>
                </a:cubicBezTo>
                <a:cubicBezTo>
                  <a:pt x="339" y="253"/>
                  <a:pt x="339" y="253"/>
                  <a:pt x="339" y="253"/>
                </a:cubicBezTo>
                <a:cubicBezTo>
                  <a:pt x="339" y="252"/>
                  <a:pt x="339" y="252"/>
                  <a:pt x="339" y="252"/>
                </a:cubicBezTo>
                <a:cubicBezTo>
                  <a:pt x="339" y="252"/>
                  <a:pt x="339" y="252"/>
                  <a:pt x="339" y="252"/>
                </a:cubicBezTo>
                <a:cubicBezTo>
                  <a:pt x="339" y="252"/>
                  <a:pt x="339" y="252"/>
                  <a:pt x="340" y="252"/>
                </a:cubicBezTo>
                <a:cubicBezTo>
                  <a:pt x="340" y="252"/>
                  <a:pt x="340" y="252"/>
                  <a:pt x="340" y="251"/>
                </a:cubicBezTo>
                <a:cubicBezTo>
                  <a:pt x="340" y="251"/>
                  <a:pt x="340" y="251"/>
                  <a:pt x="340" y="251"/>
                </a:cubicBezTo>
                <a:cubicBezTo>
                  <a:pt x="340" y="250"/>
                  <a:pt x="340" y="250"/>
                  <a:pt x="340" y="249"/>
                </a:cubicBezTo>
                <a:cubicBezTo>
                  <a:pt x="340" y="249"/>
                  <a:pt x="340" y="249"/>
                  <a:pt x="340" y="249"/>
                </a:cubicBezTo>
                <a:cubicBezTo>
                  <a:pt x="340" y="249"/>
                  <a:pt x="341" y="249"/>
                  <a:pt x="341" y="249"/>
                </a:cubicBezTo>
                <a:cubicBezTo>
                  <a:pt x="341" y="249"/>
                  <a:pt x="341" y="249"/>
                  <a:pt x="341" y="249"/>
                </a:cubicBezTo>
                <a:cubicBezTo>
                  <a:pt x="341" y="250"/>
                  <a:pt x="341" y="250"/>
                  <a:pt x="341" y="251"/>
                </a:cubicBezTo>
                <a:cubicBezTo>
                  <a:pt x="341" y="251"/>
                  <a:pt x="341" y="252"/>
                  <a:pt x="341" y="252"/>
                </a:cubicBezTo>
                <a:cubicBezTo>
                  <a:pt x="341" y="252"/>
                  <a:pt x="342" y="253"/>
                  <a:pt x="342" y="253"/>
                </a:cubicBezTo>
                <a:cubicBezTo>
                  <a:pt x="342" y="252"/>
                  <a:pt x="342" y="251"/>
                  <a:pt x="342" y="251"/>
                </a:cubicBezTo>
                <a:cubicBezTo>
                  <a:pt x="342" y="250"/>
                  <a:pt x="342" y="250"/>
                  <a:pt x="342" y="250"/>
                </a:cubicBezTo>
                <a:cubicBezTo>
                  <a:pt x="343" y="250"/>
                  <a:pt x="343" y="250"/>
                  <a:pt x="343" y="250"/>
                </a:cubicBezTo>
                <a:cubicBezTo>
                  <a:pt x="343" y="250"/>
                  <a:pt x="343" y="251"/>
                  <a:pt x="343" y="251"/>
                </a:cubicBezTo>
                <a:cubicBezTo>
                  <a:pt x="343" y="252"/>
                  <a:pt x="344" y="252"/>
                  <a:pt x="345" y="251"/>
                </a:cubicBezTo>
                <a:cubicBezTo>
                  <a:pt x="345" y="251"/>
                  <a:pt x="345" y="252"/>
                  <a:pt x="345" y="252"/>
                </a:cubicBezTo>
                <a:cubicBezTo>
                  <a:pt x="345" y="252"/>
                  <a:pt x="346" y="252"/>
                  <a:pt x="346" y="252"/>
                </a:cubicBezTo>
                <a:cubicBezTo>
                  <a:pt x="346" y="252"/>
                  <a:pt x="346" y="251"/>
                  <a:pt x="346" y="251"/>
                </a:cubicBezTo>
                <a:cubicBezTo>
                  <a:pt x="347" y="251"/>
                  <a:pt x="347" y="252"/>
                  <a:pt x="347" y="252"/>
                </a:cubicBezTo>
                <a:cubicBezTo>
                  <a:pt x="347" y="252"/>
                  <a:pt x="348" y="252"/>
                  <a:pt x="348" y="252"/>
                </a:cubicBezTo>
                <a:cubicBezTo>
                  <a:pt x="348" y="251"/>
                  <a:pt x="348" y="251"/>
                  <a:pt x="348" y="251"/>
                </a:cubicBezTo>
                <a:cubicBezTo>
                  <a:pt x="348" y="250"/>
                  <a:pt x="348" y="250"/>
                  <a:pt x="348" y="250"/>
                </a:cubicBezTo>
                <a:cubicBezTo>
                  <a:pt x="348" y="250"/>
                  <a:pt x="348" y="251"/>
                  <a:pt x="349" y="251"/>
                </a:cubicBezTo>
                <a:cubicBezTo>
                  <a:pt x="349" y="251"/>
                  <a:pt x="349" y="251"/>
                  <a:pt x="349" y="251"/>
                </a:cubicBezTo>
                <a:cubicBezTo>
                  <a:pt x="349" y="252"/>
                  <a:pt x="349" y="251"/>
                  <a:pt x="350" y="251"/>
                </a:cubicBezTo>
                <a:cubicBezTo>
                  <a:pt x="350" y="251"/>
                  <a:pt x="350" y="250"/>
                  <a:pt x="349" y="250"/>
                </a:cubicBezTo>
                <a:cubicBezTo>
                  <a:pt x="349" y="249"/>
                  <a:pt x="349" y="249"/>
                  <a:pt x="349" y="249"/>
                </a:cubicBezTo>
                <a:cubicBezTo>
                  <a:pt x="349" y="248"/>
                  <a:pt x="350" y="248"/>
                  <a:pt x="350" y="248"/>
                </a:cubicBezTo>
                <a:cubicBezTo>
                  <a:pt x="350" y="248"/>
                  <a:pt x="350" y="248"/>
                  <a:pt x="351" y="249"/>
                </a:cubicBezTo>
                <a:cubicBezTo>
                  <a:pt x="351" y="249"/>
                  <a:pt x="351" y="249"/>
                  <a:pt x="351" y="249"/>
                </a:cubicBezTo>
                <a:cubicBezTo>
                  <a:pt x="351" y="249"/>
                  <a:pt x="351" y="250"/>
                  <a:pt x="351" y="250"/>
                </a:cubicBezTo>
                <a:cubicBezTo>
                  <a:pt x="351" y="250"/>
                  <a:pt x="352" y="250"/>
                  <a:pt x="352" y="250"/>
                </a:cubicBezTo>
                <a:cubicBezTo>
                  <a:pt x="352" y="250"/>
                  <a:pt x="352" y="250"/>
                  <a:pt x="352" y="250"/>
                </a:cubicBezTo>
                <a:cubicBezTo>
                  <a:pt x="352" y="250"/>
                  <a:pt x="352" y="250"/>
                  <a:pt x="352" y="250"/>
                </a:cubicBezTo>
                <a:cubicBezTo>
                  <a:pt x="352" y="250"/>
                  <a:pt x="353" y="249"/>
                  <a:pt x="353" y="249"/>
                </a:cubicBezTo>
                <a:cubicBezTo>
                  <a:pt x="353" y="249"/>
                  <a:pt x="353" y="249"/>
                  <a:pt x="354" y="249"/>
                </a:cubicBezTo>
                <a:cubicBezTo>
                  <a:pt x="354" y="249"/>
                  <a:pt x="354" y="248"/>
                  <a:pt x="353" y="248"/>
                </a:cubicBezTo>
                <a:cubicBezTo>
                  <a:pt x="353" y="248"/>
                  <a:pt x="353" y="249"/>
                  <a:pt x="353" y="249"/>
                </a:cubicBezTo>
                <a:cubicBezTo>
                  <a:pt x="353" y="249"/>
                  <a:pt x="353" y="249"/>
                  <a:pt x="353" y="249"/>
                </a:cubicBezTo>
                <a:cubicBezTo>
                  <a:pt x="353" y="249"/>
                  <a:pt x="352" y="249"/>
                  <a:pt x="352" y="249"/>
                </a:cubicBezTo>
                <a:cubicBezTo>
                  <a:pt x="352" y="249"/>
                  <a:pt x="352" y="249"/>
                  <a:pt x="352" y="248"/>
                </a:cubicBezTo>
                <a:cubicBezTo>
                  <a:pt x="352" y="248"/>
                  <a:pt x="352" y="248"/>
                  <a:pt x="352" y="248"/>
                </a:cubicBezTo>
                <a:cubicBezTo>
                  <a:pt x="352" y="248"/>
                  <a:pt x="352" y="247"/>
                  <a:pt x="352" y="247"/>
                </a:cubicBezTo>
                <a:cubicBezTo>
                  <a:pt x="352" y="247"/>
                  <a:pt x="352" y="247"/>
                  <a:pt x="352" y="247"/>
                </a:cubicBezTo>
                <a:cubicBezTo>
                  <a:pt x="352" y="247"/>
                  <a:pt x="352" y="247"/>
                  <a:pt x="352" y="247"/>
                </a:cubicBezTo>
                <a:cubicBezTo>
                  <a:pt x="352" y="247"/>
                  <a:pt x="352" y="247"/>
                  <a:pt x="352" y="247"/>
                </a:cubicBezTo>
                <a:cubicBezTo>
                  <a:pt x="351" y="247"/>
                  <a:pt x="351" y="246"/>
                  <a:pt x="351" y="246"/>
                </a:cubicBezTo>
                <a:cubicBezTo>
                  <a:pt x="351" y="246"/>
                  <a:pt x="351" y="246"/>
                  <a:pt x="350" y="247"/>
                </a:cubicBezTo>
                <a:cubicBezTo>
                  <a:pt x="350" y="247"/>
                  <a:pt x="350" y="247"/>
                  <a:pt x="350" y="247"/>
                </a:cubicBezTo>
                <a:cubicBezTo>
                  <a:pt x="350" y="247"/>
                  <a:pt x="350" y="246"/>
                  <a:pt x="350" y="246"/>
                </a:cubicBezTo>
                <a:cubicBezTo>
                  <a:pt x="350" y="246"/>
                  <a:pt x="350" y="246"/>
                  <a:pt x="350" y="246"/>
                </a:cubicBezTo>
                <a:cubicBezTo>
                  <a:pt x="350" y="246"/>
                  <a:pt x="350" y="246"/>
                  <a:pt x="350" y="246"/>
                </a:cubicBezTo>
                <a:cubicBezTo>
                  <a:pt x="350" y="246"/>
                  <a:pt x="350" y="245"/>
                  <a:pt x="350" y="245"/>
                </a:cubicBezTo>
                <a:cubicBezTo>
                  <a:pt x="350" y="246"/>
                  <a:pt x="351" y="246"/>
                  <a:pt x="351" y="245"/>
                </a:cubicBezTo>
                <a:cubicBezTo>
                  <a:pt x="351" y="245"/>
                  <a:pt x="352" y="245"/>
                  <a:pt x="352" y="245"/>
                </a:cubicBezTo>
                <a:cubicBezTo>
                  <a:pt x="352" y="244"/>
                  <a:pt x="352" y="244"/>
                  <a:pt x="352" y="244"/>
                </a:cubicBezTo>
                <a:cubicBezTo>
                  <a:pt x="353" y="244"/>
                  <a:pt x="353" y="244"/>
                  <a:pt x="353" y="243"/>
                </a:cubicBezTo>
                <a:cubicBezTo>
                  <a:pt x="354" y="243"/>
                  <a:pt x="354" y="243"/>
                  <a:pt x="353" y="242"/>
                </a:cubicBezTo>
                <a:cubicBezTo>
                  <a:pt x="353" y="242"/>
                  <a:pt x="353" y="242"/>
                  <a:pt x="353" y="242"/>
                </a:cubicBezTo>
                <a:cubicBezTo>
                  <a:pt x="353" y="242"/>
                  <a:pt x="353" y="242"/>
                  <a:pt x="353" y="242"/>
                </a:cubicBezTo>
                <a:cubicBezTo>
                  <a:pt x="353" y="241"/>
                  <a:pt x="353" y="241"/>
                  <a:pt x="353" y="241"/>
                </a:cubicBezTo>
                <a:cubicBezTo>
                  <a:pt x="353" y="241"/>
                  <a:pt x="353" y="241"/>
                  <a:pt x="353" y="241"/>
                </a:cubicBezTo>
                <a:cubicBezTo>
                  <a:pt x="353" y="241"/>
                  <a:pt x="353" y="241"/>
                  <a:pt x="353" y="240"/>
                </a:cubicBezTo>
                <a:cubicBezTo>
                  <a:pt x="353" y="240"/>
                  <a:pt x="352" y="240"/>
                  <a:pt x="352" y="240"/>
                </a:cubicBezTo>
                <a:cubicBezTo>
                  <a:pt x="352" y="240"/>
                  <a:pt x="352" y="240"/>
                  <a:pt x="352" y="240"/>
                </a:cubicBezTo>
                <a:cubicBezTo>
                  <a:pt x="352" y="241"/>
                  <a:pt x="352" y="241"/>
                  <a:pt x="351" y="241"/>
                </a:cubicBezTo>
                <a:cubicBezTo>
                  <a:pt x="351" y="242"/>
                  <a:pt x="351" y="242"/>
                  <a:pt x="350" y="242"/>
                </a:cubicBezTo>
                <a:cubicBezTo>
                  <a:pt x="350" y="242"/>
                  <a:pt x="350" y="242"/>
                  <a:pt x="349" y="241"/>
                </a:cubicBezTo>
                <a:cubicBezTo>
                  <a:pt x="349" y="241"/>
                  <a:pt x="349" y="241"/>
                  <a:pt x="348" y="241"/>
                </a:cubicBezTo>
                <a:cubicBezTo>
                  <a:pt x="348" y="241"/>
                  <a:pt x="348" y="242"/>
                  <a:pt x="348" y="242"/>
                </a:cubicBezTo>
                <a:cubicBezTo>
                  <a:pt x="347" y="242"/>
                  <a:pt x="347" y="243"/>
                  <a:pt x="346" y="243"/>
                </a:cubicBezTo>
                <a:cubicBezTo>
                  <a:pt x="346" y="242"/>
                  <a:pt x="347" y="242"/>
                  <a:pt x="347" y="242"/>
                </a:cubicBezTo>
                <a:cubicBezTo>
                  <a:pt x="347" y="241"/>
                  <a:pt x="348" y="241"/>
                  <a:pt x="349" y="240"/>
                </a:cubicBezTo>
                <a:cubicBezTo>
                  <a:pt x="349" y="240"/>
                  <a:pt x="349" y="240"/>
                  <a:pt x="349" y="240"/>
                </a:cubicBezTo>
                <a:cubicBezTo>
                  <a:pt x="349" y="240"/>
                  <a:pt x="349" y="241"/>
                  <a:pt x="349" y="241"/>
                </a:cubicBezTo>
                <a:cubicBezTo>
                  <a:pt x="350" y="241"/>
                  <a:pt x="350" y="241"/>
                  <a:pt x="350" y="241"/>
                </a:cubicBezTo>
                <a:cubicBezTo>
                  <a:pt x="350" y="241"/>
                  <a:pt x="350" y="241"/>
                  <a:pt x="350" y="240"/>
                </a:cubicBezTo>
                <a:cubicBezTo>
                  <a:pt x="351" y="240"/>
                  <a:pt x="351" y="240"/>
                  <a:pt x="351" y="240"/>
                </a:cubicBezTo>
                <a:cubicBezTo>
                  <a:pt x="351" y="240"/>
                  <a:pt x="351" y="240"/>
                  <a:pt x="351" y="239"/>
                </a:cubicBezTo>
                <a:cubicBezTo>
                  <a:pt x="351" y="239"/>
                  <a:pt x="351" y="239"/>
                  <a:pt x="351" y="239"/>
                </a:cubicBezTo>
                <a:cubicBezTo>
                  <a:pt x="351" y="239"/>
                  <a:pt x="351" y="239"/>
                  <a:pt x="351" y="239"/>
                </a:cubicBezTo>
                <a:cubicBezTo>
                  <a:pt x="351" y="238"/>
                  <a:pt x="351" y="238"/>
                  <a:pt x="351" y="238"/>
                </a:cubicBezTo>
                <a:cubicBezTo>
                  <a:pt x="351" y="238"/>
                  <a:pt x="351" y="238"/>
                  <a:pt x="352" y="238"/>
                </a:cubicBezTo>
                <a:cubicBezTo>
                  <a:pt x="352" y="238"/>
                  <a:pt x="352" y="239"/>
                  <a:pt x="352" y="239"/>
                </a:cubicBezTo>
                <a:cubicBezTo>
                  <a:pt x="352" y="239"/>
                  <a:pt x="352" y="239"/>
                  <a:pt x="352" y="239"/>
                </a:cubicBezTo>
                <a:cubicBezTo>
                  <a:pt x="352" y="238"/>
                  <a:pt x="352" y="238"/>
                  <a:pt x="352" y="238"/>
                </a:cubicBezTo>
                <a:cubicBezTo>
                  <a:pt x="352" y="238"/>
                  <a:pt x="352" y="238"/>
                  <a:pt x="352" y="237"/>
                </a:cubicBezTo>
                <a:cubicBezTo>
                  <a:pt x="351" y="237"/>
                  <a:pt x="351" y="237"/>
                  <a:pt x="350" y="238"/>
                </a:cubicBezTo>
                <a:cubicBezTo>
                  <a:pt x="350" y="238"/>
                  <a:pt x="350" y="238"/>
                  <a:pt x="350" y="239"/>
                </a:cubicBezTo>
                <a:cubicBezTo>
                  <a:pt x="350" y="239"/>
                  <a:pt x="350" y="239"/>
                  <a:pt x="350" y="239"/>
                </a:cubicBezTo>
                <a:cubicBezTo>
                  <a:pt x="350" y="239"/>
                  <a:pt x="349" y="239"/>
                  <a:pt x="349" y="239"/>
                </a:cubicBezTo>
                <a:cubicBezTo>
                  <a:pt x="349" y="239"/>
                  <a:pt x="349" y="239"/>
                  <a:pt x="349" y="238"/>
                </a:cubicBezTo>
                <a:cubicBezTo>
                  <a:pt x="350" y="238"/>
                  <a:pt x="350" y="238"/>
                  <a:pt x="350" y="238"/>
                </a:cubicBezTo>
                <a:cubicBezTo>
                  <a:pt x="350" y="237"/>
                  <a:pt x="350" y="237"/>
                  <a:pt x="349" y="237"/>
                </a:cubicBezTo>
                <a:cubicBezTo>
                  <a:pt x="349" y="237"/>
                  <a:pt x="349" y="237"/>
                  <a:pt x="348" y="237"/>
                </a:cubicBezTo>
                <a:cubicBezTo>
                  <a:pt x="348" y="237"/>
                  <a:pt x="348" y="238"/>
                  <a:pt x="348" y="238"/>
                </a:cubicBezTo>
                <a:cubicBezTo>
                  <a:pt x="347" y="238"/>
                  <a:pt x="347" y="238"/>
                  <a:pt x="347" y="238"/>
                </a:cubicBezTo>
                <a:cubicBezTo>
                  <a:pt x="347" y="238"/>
                  <a:pt x="347" y="238"/>
                  <a:pt x="347" y="238"/>
                </a:cubicBezTo>
                <a:cubicBezTo>
                  <a:pt x="347" y="237"/>
                  <a:pt x="347" y="237"/>
                  <a:pt x="347" y="237"/>
                </a:cubicBezTo>
                <a:cubicBezTo>
                  <a:pt x="347" y="237"/>
                  <a:pt x="348" y="237"/>
                  <a:pt x="348" y="237"/>
                </a:cubicBezTo>
                <a:cubicBezTo>
                  <a:pt x="348" y="237"/>
                  <a:pt x="349" y="236"/>
                  <a:pt x="349" y="236"/>
                </a:cubicBezTo>
                <a:cubicBezTo>
                  <a:pt x="349" y="236"/>
                  <a:pt x="349" y="236"/>
                  <a:pt x="349" y="236"/>
                </a:cubicBezTo>
                <a:cubicBezTo>
                  <a:pt x="349" y="236"/>
                  <a:pt x="349" y="236"/>
                  <a:pt x="349" y="236"/>
                </a:cubicBezTo>
                <a:cubicBezTo>
                  <a:pt x="349" y="235"/>
                  <a:pt x="349" y="235"/>
                  <a:pt x="350" y="235"/>
                </a:cubicBezTo>
                <a:cubicBezTo>
                  <a:pt x="350" y="235"/>
                  <a:pt x="350" y="235"/>
                  <a:pt x="350" y="235"/>
                </a:cubicBezTo>
                <a:cubicBezTo>
                  <a:pt x="350" y="235"/>
                  <a:pt x="350" y="235"/>
                  <a:pt x="350" y="235"/>
                </a:cubicBezTo>
                <a:cubicBezTo>
                  <a:pt x="350" y="234"/>
                  <a:pt x="351" y="234"/>
                  <a:pt x="351" y="233"/>
                </a:cubicBezTo>
                <a:cubicBezTo>
                  <a:pt x="351" y="233"/>
                  <a:pt x="351" y="233"/>
                  <a:pt x="351" y="232"/>
                </a:cubicBezTo>
                <a:cubicBezTo>
                  <a:pt x="351" y="232"/>
                  <a:pt x="351" y="232"/>
                  <a:pt x="351" y="232"/>
                </a:cubicBezTo>
                <a:cubicBezTo>
                  <a:pt x="351" y="232"/>
                  <a:pt x="350" y="232"/>
                  <a:pt x="350" y="232"/>
                </a:cubicBezTo>
                <a:cubicBezTo>
                  <a:pt x="350" y="232"/>
                  <a:pt x="350" y="232"/>
                  <a:pt x="350" y="232"/>
                </a:cubicBezTo>
                <a:cubicBezTo>
                  <a:pt x="350" y="231"/>
                  <a:pt x="351" y="231"/>
                  <a:pt x="351" y="231"/>
                </a:cubicBezTo>
                <a:cubicBezTo>
                  <a:pt x="351" y="231"/>
                  <a:pt x="352" y="231"/>
                  <a:pt x="352" y="231"/>
                </a:cubicBezTo>
                <a:cubicBezTo>
                  <a:pt x="352" y="231"/>
                  <a:pt x="352" y="231"/>
                  <a:pt x="352" y="232"/>
                </a:cubicBezTo>
                <a:cubicBezTo>
                  <a:pt x="352" y="232"/>
                  <a:pt x="353" y="231"/>
                  <a:pt x="353" y="231"/>
                </a:cubicBezTo>
                <a:cubicBezTo>
                  <a:pt x="354" y="230"/>
                  <a:pt x="354" y="229"/>
                  <a:pt x="355" y="228"/>
                </a:cubicBezTo>
                <a:cubicBezTo>
                  <a:pt x="355" y="228"/>
                  <a:pt x="356" y="228"/>
                  <a:pt x="356" y="228"/>
                </a:cubicBezTo>
                <a:cubicBezTo>
                  <a:pt x="356" y="228"/>
                  <a:pt x="356" y="228"/>
                  <a:pt x="356" y="228"/>
                </a:cubicBezTo>
                <a:cubicBezTo>
                  <a:pt x="355" y="229"/>
                  <a:pt x="354" y="231"/>
                  <a:pt x="353" y="232"/>
                </a:cubicBezTo>
                <a:cubicBezTo>
                  <a:pt x="353" y="233"/>
                  <a:pt x="353" y="234"/>
                  <a:pt x="353" y="234"/>
                </a:cubicBezTo>
                <a:cubicBezTo>
                  <a:pt x="353" y="234"/>
                  <a:pt x="353" y="235"/>
                  <a:pt x="352" y="235"/>
                </a:cubicBezTo>
                <a:cubicBezTo>
                  <a:pt x="352" y="235"/>
                  <a:pt x="352" y="235"/>
                  <a:pt x="352" y="236"/>
                </a:cubicBezTo>
                <a:cubicBezTo>
                  <a:pt x="352" y="236"/>
                  <a:pt x="353" y="236"/>
                  <a:pt x="353" y="236"/>
                </a:cubicBezTo>
                <a:cubicBezTo>
                  <a:pt x="353" y="236"/>
                  <a:pt x="354" y="235"/>
                  <a:pt x="354" y="236"/>
                </a:cubicBezTo>
                <a:cubicBezTo>
                  <a:pt x="355" y="236"/>
                  <a:pt x="355" y="236"/>
                  <a:pt x="355" y="236"/>
                </a:cubicBezTo>
                <a:cubicBezTo>
                  <a:pt x="355" y="236"/>
                  <a:pt x="355" y="235"/>
                  <a:pt x="355" y="235"/>
                </a:cubicBezTo>
                <a:cubicBezTo>
                  <a:pt x="355" y="235"/>
                  <a:pt x="355" y="235"/>
                  <a:pt x="355" y="234"/>
                </a:cubicBezTo>
                <a:cubicBezTo>
                  <a:pt x="355" y="234"/>
                  <a:pt x="356" y="234"/>
                  <a:pt x="356" y="234"/>
                </a:cubicBezTo>
                <a:cubicBezTo>
                  <a:pt x="356" y="235"/>
                  <a:pt x="356" y="235"/>
                  <a:pt x="356" y="235"/>
                </a:cubicBezTo>
                <a:cubicBezTo>
                  <a:pt x="356" y="235"/>
                  <a:pt x="356" y="235"/>
                  <a:pt x="356" y="235"/>
                </a:cubicBezTo>
                <a:cubicBezTo>
                  <a:pt x="357" y="235"/>
                  <a:pt x="357" y="235"/>
                  <a:pt x="357" y="235"/>
                </a:cubicBezTo>
                <a:cubicBezTo>
                  <a:pt x="357" y="234"/>
                  <a:pt x="357" y="233"/>
                  <a:pt x="358" y="233"/>
                </a:cubicBezTo>
                <a:cubicBezTo>
                  <a:pt x="358" y="233"/>
                  <a:pt x="358" y="234"/>
                  <a:pt x="358" y="234"/>
                </a:cubicBezTo>
                <a:cubicBezTo>
                  <a:pt x="358" y="234"/>
                  <a:pt x="359" y="234"/>
                  <a:pt x="359" y="234"/>
                </a:cubicBezTo>
                <a:cubicBezTo>
                  <a:pt x="359" y="234"/>
                  <a:pt x="359" y="234"/>
                  <a:pt x="360" y="234"/>
                </a:cubicBezTo>
                <a:cubicBezTo>
                  <a:pt x="360" y="233"/>
                  <a:pt x="360" y="233"/>
                  <a:pt x="360" y="233"/>
                </a:cubicBezTo>
                <a:cubicBezTo>
                  <a:pt x="361" y="233"/>
                  <a:pt x="361" y="233"/>
                  <a:pt x="361" y="232"/>
                </a:cubicBezTo>
                <a:cubicBezTo>
                  <a:pt x="361" y="232"/>
                  <a:pt x="361" y="231"/>
                  <a:pt x="362" y="231"/>
                </a:cubicBezTo>
                <a:cubicBezTo>
                  <a:pt x="362" y="231"/>
                  <a:pt x="362" y="232"/>
                  <a:pt x="362" y="232"/>
                </a:cubicBezTo>
                <a:cubicBezTo>
                  <a:pt x="362" y="232"/>
                  <a:pt x="362" y="233"/>
                  <a:pt x="362" y="233"/>
                </a:cubicBezTo>
                <a:cubicBezTo>
                  <a:pt x="362" y="233"/>
                  <a:pt x="362" y="234"/>
                  <a:pt x="363" y="233"/>
                </a:cubicBezTo>
                <a:cubicBezTo>
                  <a:pt x="363" y="233"/>
                  <a:pt x="363" y="233"/>
                  <a:pt x="364" y="232"/>
                </a:cubicBezTo>
                <a:cubicBezTo>
                  <a:pt x="364" y="232"/>
                  <a:pt x="364" y="231"/>
                  <a:pt x="365" y="231"/>
                </a:cubicBezTo>
                <a:cubicBezTo>
                  <a:pt x="365" y="230"/>
                  <a:pt x="366" y="230"/>
                  <a:pt x="366" y="230"/>
                </a:cubicBezTo>
                <a:cubicBezTo>
                  <a:pt x="366" y="230"/>
                  <a:pt x="367" y="230"/>
                  <a:pt x="367" y="230"/>
                </a:cubicBezTo>
                <a:cubicBezTo>
                  <a:pt x="369" y="230"/>
                  <a:pt x="370" y="231"/>
                  <a:pt x="372" y="231"/>
                </a:cubicBezTo>
                <a:cubicBezTo>
                  <a:pt x="371" y="232"/>
                  <a:pt x="370" y="231"/>
                  <a:pt x="370" y="231"/>
                </a:cubicBezTo>
                <a:cubicBezTo>
                  <a:pt x="369" y="231"/>
                  <a:pt x="367" y="231"/>
                  <a:pt x="366" y="231"/>
                </a:cubicBezTo>
                <a:cubicBezTo>
                  <a:pt x="366" y="231"/>
                  <a:pt x="366" y="231"/>
                  <a:pt x="366" y="231"/>
                </a:cubicBezTo>
                <a:cubicBezTo>
                  <a:pt x="366" y="231"/>
                  <a:pt x="366" y="231"/>
                  <a:pt x="366" y="231"/>
                </a:cubicBezTo>
                <a:cubicBezTo>
                  <a:pt x="366" y="232"/>
                  <a:pt x="365" y="232"/>
                  <a:pt x="365" y="233"/>
                </a:cubicBezTo>
                <a:cubicBezTo>
                  <a:pt x="365" y="233"/>
                  <a:pt x="365" y="233"/>
                  <a:pt x="365" y="233"/>
                </a:cubicBezTo>
                <a:cubicBezTo>
                  <a:pt x="365" y="233"/>
                  <a:pt x="365" y="233"/>
                  <a:pt x="365" y="234"/>
                </a:cubicBezTo>
                <a:cubicBezTo>
                  <a:pt x="364" y="234"/>
                  <a:pt x="365" y="235"/>
                  <a:pt x="365" y="235"/>
                </a:cubicBezTo>
                <a:cubicBezTo>
                  <a:pt x="365" y="235"/>
                  <a:pt x="365" y="235"/>
                  <a:pt x="365" y="235"/>
                </a:cubicBezTo>
                <a:cubicBezTo>
                  <a:pt x="366" y="235"/>
                  <a:pt x="365" y="235"/>
                  <a:pt x="365" y="235"/>
                </a:cubicBezTo>
                <a:cubicBezTo>
                  <a:pt x="366" y="236"/>
                  <a:pt x="366" y="236"/>
                  <a:pt x="367" y="236"/>
                </a:cubicBezTo>
                <a:cubicBezTo>
                  <a:pt x="367" y="236"/>
                  <a:pt x="367" y="236"/>
                  <a:pt x="368" y="235"/>
                </a:cubicBezTo>
                <a:cubicBezTo>
                  <a:pt x="368" y="235"/>
                  <a:pt x="369" y="235"/>
                  <a:pt x="369" y="235"/>
                </a:cubicBezTo>
                <a:cubicBezTo>
                  <a:pt x="369" y="236"/>
                  <a:pt x="367" y="237"/>
                  <a:pt x="366" y="237"/>
                </a:cubicBezTo>
                <a:cubicBezTo>
                  <a:pt x="366" y="237"/>
                  <a:pt x="366" y="237"/>
                  <a:pt x="365" y="237"/>
                </a:cubicBezTo>
                <a:cubicBezTo>
                  <a:pt x="365" y="238"/>
                  <a:pt x="365" y="238"/>
                  <a:pt x="365" y="238"/>
                </a:cubicBezTo>
                <a:cubicBezTo>
                  <a:pt x="366" y="238"/>
                  <a:pt x="366" y="238"/>
                  <a:pt x="367" y="238"/>
                </a:cubicBezTo>
                <a:cubicBezTo>
                  <a:pt x="367" y="238"/>
                  <a:pt x="367" y="238"/>
                  <a:pt x="368" y="238"/>
                </a:cubicBezTo>
                <a:cubicBezTo>
                  <a:pt x="368" y="237"/>
                  <a:pt x="368" y="237"/>
                  <a:pt x="369" y="237"/>
                </a:cubicBezTo>
                <a:cubicBezTo>
                  <a:pt x="369" y="237"/>
                  <a:pt x="370" y="237"/>
                  <a:pt x="371" y="237"/>
                </a:cubicBezTo>
                <a:cubicBezTo>
                  <a:pt x="370" y="237"/>
                  <a:pt x="370" y="238"/>
                  <a:pt x="369" y="238"/>
                </a:cubicBezTo>
                <a:cubicBezTo>
                  <a:pt x="369" y="238"/>
                  <a:pt x="369" y="239"/>
                  <a:pt x="369" y="239"/>
                </a:cubicBezTo>
                <a:cubicBezTo>
                  <a:pt x="369" y="239"/>
                  <a:pt x="369" y="239"/>
                  <a:pt x="369" y="239"/>
                </a:cubicBezTo>
                <a:cubicBezTo>
                  <a:pt x="369" y="239"/>
                  <a:pt x="370" y="239"/>
                  <a:pt x="370" y="239"/>
                </a:cubicBezTo>
                <a:cubicBezTo>
                  <a:pt x="370" y="239"/>
                  <a:pt x="370" y="238"/>
                  <a:pt x="371" y="239"/>
                </a:cubicBezTo>
                <a:cubicBezTo>
                  <a:pt x="371" y="239"/>
                  <a:pt x="371" y="239"/>
                  <a:pt x="371" y="239"/>
                </a:cubicBezTo>
                <a:cubicBezTo>
                  <a:pt x="371" y="239"/>
                  <a:pt x="372" y="239"/>
                  <a:pt x="372" y="239"/>
                </a:cubicBezTo>
                <a:cubicBezTo>
                  <a:pt x="372" y="239"/>
                  <a:pt x="372" y="239"/>
                  <a:pt x="373" y="239"/>
                </a:cubicBezTo>
                <a:cubicBezTo>
                  <a:pt x="373" y="239"/>
                  <a:pt x="373" y="239"/>
                  <a:pt x="373" y="239"/>
                </a:cubicBezTo>
                <a:cubicBezTo>
                  <a:pt x="374" y="238"/>
                  <a:pt x="375" y="237"/>
                  <a:pt x="375" y="237"/>
                </a:cubicBezTo>
                <a:cubicBezTo>
                  <a:pt x="375" y="237"/>
                  <a:pt x="376" y="237"/>
                  <a:pt x="376" y="237"/>
                </a:cubicBezTo>
                <a:cubicBezTo>
                  <a:pt x="376" y="237"/>
                  <a:pt x="376" y="237"/>
                  <a:pt x="376" y="237"/>
                </a:cubicBezTo>
                <a:cubicBezTo>
                  <a:pt x="376" y="237"/>
                  <a:pt x="376" y="237"/>
                  <a:pt x="376" y="237"/>
                </a:cubicBezTo>
                <a:cubicBezTo>
                  <a:pt x="376" y="237"/>
                  <a:pt x="375" y="238"/>
                  <a:pt x="375" y="238"/>
                </a:cubicBezTo>
                <a:cubicBezTo>
                  <a:pt x="374" y="239"/>
                  <a:pt x="374" y="240"/>
                  <a:pt x="373" y="242"/>
                </a:cubicBezTo>
                <a:cubicBezTo>
                  <a:pt x="372" y="242"/>
                  <a:pt x="372" y="242"/>
                  <a:pt x="372" y="242"/>
                </a:cubicBezTo>
                <a:cubicBezTo>
                  <a:pt x="372" y="242"/>
                  <a:pt x="372" y="242"/>
                  <a:pt x="372" y="242"/>
                </a:cubicBezTo>
                <a:cubicBezTo>
                  <a:pt x="372" y="243"/>
                  <a:pt x="373" y="242"/>
                  <a:pt x="373" y="242"/>
                </a:cubicBezTo>
                <a:cubicBezTo>
                  <a:pt x="374" y="242"/>
                  <a:pt x="376" y="243"/>
                  <a:pt x="377" y="243"/>
                </a:cubicBezTo>
                <a:cubicBezTo>
                  <a:pt x="377" y="243"/>
                  <a:pt x="377" y="243"/>
                  <a:pt x="376" y="243"/>
                </a:cubicBezTo>
                <a:cubicBezTo>
                  <a:pt x="376" y="243"/>
                  <a:pt x="376" y="244"/>
                  <a:pt x="376" y="244"/>
                </a:cubicBezTo>
                <a:cubicBezTo>
                  <a:pt x="376" y="244"/>
                  <a:pt x="376" y="244"/>
                  <a:pt x="377" y="244"/>
                </a:cubicBezTo>
                <a:cubicBezTo>
                  <a:pt x="377" y="244"/>
                  <a:pt x="377" y="245"/>
                  <a:pt x="378" y="245"/>
                </a:cubicBezTo>
                <a:cubicBezTo>
                  <a:pt x="378" y="245"/>
                  <a:pt x="378" y="244"/>
                  <a:pt x="378" y="244"/>
                </a:cubicBezTo>
                <a:cubicBezTo>
                  <a:pt x="378" y="244"/>
                  <a:pt x="378" y="244"/>
                  <a:pt x="378" y="244"/>
                </a:cubicBezTo>
                <a:cubicBezTo>
                  <a:pt x="378" y="243"/>
                  <a:pt x="378" y="243"/>
                  <a:pt x="378" y="244"/>
                </a:cubicBezTo>
                <a:cubicBezTo>
                  <a:pt x="379" y="243"/>
                  <a:pt x="379" y="243"/>
                  <a:pt x="379" y="242"/>
                </a:cubicBezTo>
                <a:cubicBezTo>
                  <a:pt x="380" y="242"/>
                  <a:pt x="380" y="241"/>
                  <a:pt x="380" y="240"/>
                </a:cubicBezTo>
                <a:cubicBezTo>
                  <a:pt x="381" y="240"/>
                  <a:pt x="381" y="240"/>
                  <a:pt x="381" y="240"/>
                </a:cubicBezTo>
                <a:cubicBezTo>
                  <a:pt x="381" y="239"/>
                  <a:pt x="382" y="240"/>
                  <a:pt x="382" y="240"/>
                </a:cubicBezTo>
                <a:cubicBezTo>
                  <a:pt x="382" y="240"/>
                  <a:pt x="382" y="240"/>
                  <a:pt x="382" y="241"/>
                </a:cubicBezTo>
                <a:cubicBezTo>
                  <a:pt x="382" y="241"/>
                  <a:pt x="382" y="242"/>
                  <a:pt x="382" y="243"/>
                </a:cubicBezTo>
                <a:cubicBezTo>
                  <a:pt x="382" y="243"/>
                  <a:pt x="381" y="243"/>
                  <a:pt x="381" y="244"/>
                </a:cubicBezTo>
                <a:cubicBezTo>
                  <a:pt x="381" y="244"/>
                  <a:pt x="381" y="245"/>
                  <a:pt x="381" y="245"/>
                </a:cubicBezTo>
                <a:cubicBezTo>
                  <a:pt x="381" y="245"/>
                  <a:pt x="382" y="245"/>
                  <a:pt x="382" y="246"/>
                </a:cubicBezTo>
                <a:cubicBezTo>
                  <a:pt x="382" y="246"/>
                  <a:pt x="382" y="246"/>
                  <a:pt x="383" y="247"/>
                </a:cubicBezTo>
                <a:cubicBezTo>
                  <a:pt x="383" y="247"/>
                  <a:pt x="383" y="247"/>
                  <a:pt x="383" y="247"/>
                </a:cubicBezTo>
                <a:cubicBezTo>
                  <a:pt x="384" y="247"/>
                  <a:pt x="384" y="247"/>
                  <a:pt x="385" y="248"/>
                </a:cubicBezTo>
                <a:cubicBezTo>
                  <a:pt x="386" y="248"/>
                  <a:pt x="386" y="247"/>
                  <a:pt x="387" y="247"/>
                </a:cubicBezTo>
                <a:cubicBezTo>
                  <a:pt x="387" y="247"/>
                  <a:pt x="387" y="248"/>
                  <a:pt x="387" y="248"/>
                </a:cubicBezTo>
                <a:cubicBezTo>
                  <a:pt x="386" y="248"/>
                  <a:pt x="387" y="248"/>
                  <a:pt x="387" y="248"/>
                </a:cubicBezTo>
                <a:cubicBezTo>
                  <a:pt x="387" y="249"/>
                  <a:pt x="387" y="249"/>
                  <a:pt x="388" y="249"/>
                </a:cubicBezTo>
                <a:cubicBezTo>
                  <a:pt x="388" y="249"/>
                  <a:pt x="388" y="250"/>
                  <a:pt x="389" y="250"/>
                </a:cubicBezTo>
                <a:cubicBezTo>
                  <a:pt x="389" y="250"/>
                  <a:pt x="389" y="251"/>
                  <a:pt x="390" y="251"/>
                </a:cubicBezTo>
                <a:cubicBezTo>
                  <a:pt x="390" y="251"/>
                  <a:pt x="391" y="251"/>
                  <a:pt x="391" y="251"/>
                </a:cubicBezTo>
                <a:cubicBezTo>
                  <a:pt x="392" y="250"/>
                  <a:pt x="394" y="249"/>
                  <a:pt x="396" y="249"/>
                </a:cubicBezTo>
                <a:cubicBezTo>
                  <a:pt x="399" y="249"/>
                  <a:pt x="402" y="249"/>
                  <a:pt x="404" y="250"/>
                </a:cubicBezTo>
                <a:cubicBezTo>
                  <a:pt x="405" y="250"/>
                  <a:pt x="405" y="250"/>
                  <a:pt x="406" y="250"/>
                </a:cubicBezTo>
                <a:cubicBezTo>
                  <a:pt x="406" y="250"/>
                  <a:pt x="407" y="250"/>
                  <a:pt x="407" y="251"/>
                </a:cubicBezTo>
                <a:cubicBezTo>
                  <a:pt x="408" y="251"/>
                  <a:pt x="408" y="251"/>
                  <a:pt x="409" y="251"/>
                </a:cubicBezTo>
                <a:cubicBezTo>
                  <a:pt x="410" y="251"/>
                  <a:pt x="411" y="251"/>
                  <a:pt x="412" y="251"/>
                </a:cubicBezTo>
                <a:cubicBezTo>
                  <a:pt x="412" y="251"/>
                  <a:pt x="412" y="250"/>
                  <a:pt x="412" y="250"/>
                </a:cubicBezTo>
                <a:cubicBezTo>
                  <a:pt x="412" y="249"/>
                  <a:pt x="412" y="249"/>
                  <a:pt x="411" y="249"/>
                </a:cubicBezTo>
                <a:cubicBezTo>
                  <a:pt x="411" y="249"/>
                  <a:pt x="411" y="248"/>
                  <a:pt x="411" y="248"/>
                </a:cubicBezTo>
                <a:cubicBezTo>
                  <a:pt x="411" y="248"/>
                  <a:pt x="411" y="248"/>
                  <a:pt x="412" y="248"/>
                </a:cubicBezTo>
                <a:cubicBezTo>
                  <a:pt x="412" y="248"/>
                  <a:pt x="412" y="248"/>
                  <a:pt x="412" y="248"/>
                </a:cubicBezTo>
                <a:cubicBezTo>
                  <a:pt x="412" y="248"/>
                  <a:pt x="413" y="248"/>
                  <a:pt x="413" y="249"/>
                </a:cubicBezTo>
                <a:cubicBezTo>
                  <a:pt x="413" y="249"/>
                  <a:pt x="414" y="248"/>
                  <a:pt x="415" y="248"/>
                </a:cubicBezTo>
                <a:cubicBezTo>
                  <a:pt x="414" y="249"/>
                  <a:pt x="414" y="249"/>
                  <a:pt x="413" y="249"/>
                </a:cubicBezTo>
                <a:cubicBezTo>
                  <a:pt x="413" y="249"/>
                  <a:pt x="413" y="249"/>
                  <a:pt x="413" y="250"/>
                </a:cubicBezTo>
                <a:cubicBezTo>
                  <a:pt x="413" y="250"/>
                  <a:pt x="413" y="250"/>
                  <a:pt x="413" y="250"/>
                </a:cubicBezTo>
                <a:cubicBezTo>
                  <a:pt x="414" y="250"/>
                  <a:pt x="414" y="250"/>
                  <a:pt x="414" y="251"/>
                </a:cubicBezTo>
                <a:cubicBezTo>
                  <a:pt x="414" y="251"/>
                  <a:pt x="414" y="251"/>
                  <a:pt x="413" y="251"/>
                </a:cubicBezTo>
                <a:cubicBezTo>
                  <a:pt x="413" y="251"/>
                  <a:pt x="413" y="252"/>
                  <a:pt x="413" y="252"/>
                </a:cubicBezTo>
                <a:cubicBezTo>
                  <a:pt x="413" y="252"/>
                  <a:pt x="412" y="252"/>
                  <a:pt x="412" y="252"/>
                </a:cubicBezTo>
                <a:cubicBezTo>
                  <a:pt x="412" y="252"/>
                  <a:pt x="412" y="253"/>
                  <a:pt x="412" y="253"/>
                </a:cubicBezTo>
                <a:cubicBezTo>
                  <a:pt x="412" y="253"/>
                  <a:pt x="413" y="253"/>
                  <a:pt x="413" y="253"/>
                </a:cubicBezTo>
                <a:cubicBezTo>
                  <a:pt x="414" y="253"/>
                  <a:pt x="414" y="254"/>
                  <a:pt x="415" y="254"/>
                </a:cubicBezTo>
                <a:cubicBezTo>
                  <a:pt x="415" y="254"/>
                  <a:pt x="415" y="255"/>
                  <a:pt x="416" y="255"/>
                </a:cubicBezTo>
                <a:cubicBezTo>
                  <a:pt x="416" y="255"/>
                  <a:pt x="417" y="255"/>
                  <a:pt x="418" y="255"/>
                </a:cubicBezTo>
                <a:cubicBezTo>
                  <a:pt x="419" y="256"/>
                  <a:pt x="420" y="256"/>
                  <a:pt x="422" y="256"/>
                </a:cubicBezTo>
                <a:cubicBezTo>
                  <a:pt x="422" y="256"/>
                  <a:pt x="423" y="256"/>
                  <a:pt x="423" y="256"/>
                </a:cubicBezTo>
                <a:cubicBezTo>
                  <a:pt x="423" y="255"/>
                  <a:pt x="424" y="255"/>
                  <a:pt x="425" y="254"/>
                </a:cubicBezTo>
                <a:cubicBezTo>
                  <a:pt x="425" y="254"/>
                  <a:pt x="425" y="254"/>
                  <a:pt x="425" y="254"/>
                </a:cubicBezTo>
                <a:cubicBezTo>
                  <a:pt x="425" y="254"/>
                  <a:pt x="426" y="254"/>
                  <a:pt x="426" y="254"/>
                </a:cubicBezTo>
                <a:cubicBezTo>
                  <a:pt x="425" y="254"/>
                  <a:pt x="425" y="254"/>
                  <a:pt x="425" y="253"/>
                </a:cubicBezTo>
                <a:cubicBezTo>
                  <a:pt x="425" y="253"/>
                  <a:pt x="425" y="253"/>
                  <a:pt x="425" y="253"/>
                </a:cubicBezTo>
                <a:cubicBezTo>
                  <a:pt x="425" y="253"/>
                  <a:pt x="426" y="253"/>
                  <a:pt x="426" y="253"/>
                </a:cubicBezTo>
                <a:cubicBezTo>
                  <a:pt x="427" y="252"/>
                  <a:pt x="427" y="252"/>
                  <a:pt x="428" y="251"/>
                </a:cubicBezTo>
                <a:cubicBezTo>
                  <a:pt x="428" y="251"/>
                  <a:pt x="428" y="250"/>
                  <a:pt x="429" y="250"/>
                </a:cubicBezTo>
                <a:cubicBezTo>
                  <a:pt x="429" y="250"/>
                  <a:pt x="430" y="250"/>
                  <a:pt x="430" y="251"/>
                </a:cubicBezTo>
                <a:cubicBezTo>
                  <a:pt x="430" y="251"/>
                  <a:pt x="431" y="251"/>
                  <a:pt x="431" y="252"/>
                </a:cubicBezTo>
                <a:cubicBezTo>
                  <a:pt x="431" y="252"/>
                  <a:pt x="431" y="253"/>
                  <a:pt x="432" y="253"/>
                </a:cubicBezTo>
                <a:cubicBezTo>
                  <a:pt x="432" y="253"/>
                  <a:pt x="432" y="253"/>
                  <a:pt x="432" y="253"/>
                </a:cubicBezTo>
                <a:cubicBezTo>
                  <a:pt x="432" y="253"/>
                  <a:pt x="433" y="253"/>
                  <a:pt x="432" y="254"/>
                </a:cubicBezTo>
                <a:cubicBezTo>
                  <a:pt x="432" y="254"/>
                  <a:pt x="432" y="254"/>
                  <a:pt x="432" y="254"/>
                </a:cubicBezTo>
                <a:cubicBezTo>
                  <a:pt x="432" y="254"/>
                  <a:pt x="432" y="254"/>
                  <a:pt x="431" y="254"/>
                </a:cubicBezTo>
                <a:cubicBezTo>
                  <a:pt x="431" y="254"/>
                  <a:pt x="431" y="255"/>
                  <a:pt x="431" y="256"/>
                </a:cubicBezTo>
                <a:cubicBezTo>
                  <a:pt x="431" y="256"/>
                  <a:pt x="431" y="257"/>
                  <a:pt x="431" y="257"/>
                </a:cubicBezTo>
                <a:cubicBezTo>
                  <a:pt x="431" y="257"/>
                  <a:pt x="431" y="258"/>
                  <a:pt x="431" y="258"/>
                </a:cubicBezTo>
                <a:cubicBezTo>
                  <a:pt x="431" y="258"/>
                  <a:pt x="431" y="258"/>
                  <a:pt x="431" y="258"/>
                </a:cubicBezTo>
                <a:cubicBezTo>
                  <a:pt x="431" y="257"/>
                  <a:pt x="431" y="257"/>
                  <a:pt x="431" y="257"/>
                </a:cubicBezTo>
                <a:cubicBezTo>
                  <a:pt x="431" y="256"/>
                  <a:pt x="430" y="256"/>
                  <a:pt x="430" y="256"/>
                </a:cubicBezTo>
                <a:cubicBezTo>
                  <a:pt x="430" y="255"/>
                  <a:pt x="430" y="255"/>
                  <a:pt x="430" y="255"/>
                </a:cubicBezTo>
                <a:cubicBezTo>
                  <a:pt x="430" y="255"/>
                  <a:pt x="430" y="254"/>
                  <a:pt x="430" y="254"/>
                </a:cubicBezTo>
                <a:cubicBezTo>
                  <a:pt x="431" y="253"/>
                  <a:pt x="430" y="253"/>
                  <a:pt x="430" y="252"/>
                </a:cubicBezTo>
                <a:cubicBezTo>
                  <a:pt x="430" y="252"/>
                  <a:pt x="430" y="252"/>
                  <a:pt x="429" y="251"/>
                </a:cubicBezTo>
                <a:cubicBezTo>
                  <a:pt x="429" y="252"/>
                  <a:pt x="428" y="252"/>
                  <a:pt x="428" y="253"/>
                </a:cubicBezTo>
                <a:cubicBezTo>
                  <a:pt x="428" y="253"/>
                  <a:pt x="428" y="253"/>
                  <a:pt x="428" y="253"/>
                </a:cubicBezTo>
                <a:cubicBezTo>
                  <a:pt x="428" y="253"/>
                  <a:pt x="428" y="254"/>
                  <a:pt x="428" y="254"/>
                </a:cubicBezTo>
                <a:cubicBezTo>
                  <a:pt x="429" y="254"/>
                  <a:pt x="429" y="255"/>
                  <a:pt x="429" y="255"/>
                </a:cubicBezTo>
                <a:cubicBezTo>
                  <a:pt x="429" y="255"/>
                  <a:pt x="428" y="256"/>
                  <a:pt x="429" y="256"/>
                </a:cubicBezTo>
                <a:cubicBezTo>
                  <a:pt x="429" y="256"/>
                  <a:pt x="429" y="256"/>
                  <a:pt x="429" y="256"/>
                </a:cubicBezTo>
                <a:cubicBezTo>
                  <a:pt x="429" y="256"/>
                  <a:pt x="429" y="257"/>
                  <a:pt x="429" y="257"/>
                </a:cubicBezTo>
                <a:cubicBezTo>
                  <a:pt x="428" y="257"/>
                  <a:pt x="428" y="258"/>
                  <a:pt x="428" y="258"/>
                </a:cubicBezTo>
                <a:cubicBezTo>
                  <a:pt x="428" y="258"/>
                  <a:pt x="428" y="258"/>
                  <a:pt x="427" y="258"/>
                </a:cubicBezTo>
                <a:cubicBezTo>
                  <a:pt x="427" y="258"/>
                  <a:pt x="427" y="258"/>
                  <a:pt x="427" y="258"/>
                </a:cubicBezTo>
                <a:cubicBezTo>
                  <a:pt x="427" y="258"/>
                  <a:pt x="426" y="259"/>
                  <a:pt x="426" y="259"/>
                </a:cubicBezTo>
                <a:cubicBezTo>
                  <a:pt x="427" y="260"/>
                  <a:pt x="428" y="260"/>
                  <a:pt x="429" y="261"/>
                </a:cubicBezTo>
                <a:cubicBezTo>
                  <a:pt x="429" y="261"/>
                  <a:pt x="430" y="261"/>
                  <a:pt x="430" y="261"/>
                </a:cubicBezTo>
                <a:cubicBezTo>
                  <a:pt x="430" y="261"/>
                  <a:pt x="430" y="261"/>
                  <a:pt x="430" y="262"/>
                </a:cubicBezTo>
                <a:cubicBezTo>
                  <a:pt x="430" y="262"/>
                  <a:pt x="430" y="262"/>
                  <a:pt x="430" y="262"/>
                </a:cubicBezTo>
                <a:cubicBezTo>
                  <a:pt x="432" y="261"/>
                  <a:pt x="433" y="261"/>
                  <a:pt x="434" y="260"/>
                </a:cubicBezTo>
                <a:cubicBezTo>
                  <a:pt x="434" y="260"/>
                  <a:pt x="434" y="260"/>
                  <a:pt x="435" y="260"/>
                </a:cubicBezTo>
                <a:cubicBezTo>
                  <a:pt x="434" y="260"/>
                  <a:pt x="434" y="261"/>
                  <a:pt x="434" y="261"/>
                </a:cubicBezTo>
                <a:cubicBezTo>
                  <a:pt x="434" y="261"/>
                  <a:pt x="433" y="261"/>
                  <a:pt x="433" y="261"/>
                </a:cubicBezTo>
                <a:cubicBezTo>
                  <a:pt x="432" y="261"/>
                  <a:pt x="432" y="262"/>
                  <a:pt x="432" y="262"/>
                </a:cubicBezTo>
                <a:cubicBezTo>
                  <a:pt x="432" y="262"/>
                  <a:pt x="431" y="262"/>
                  <a:pt x="432" y="262"/>
                </a:cubicBezTo>
                <a:cubicBezTo>
                  <a:pt x="432" y="263"/>
                  <a:pt x="432" y="263"/>
                  <a:pt x="432" y="263"/>
                </a:cubicBezTo>
                <a:cubicBezTo>
                  <a:pt x="433" y="263"/>
                  <a:pt x="434" y="264"/>
                  <a:pt x="435" y="265"/>
                </a:cubicBezTo>
                <a:cubicBezTo>
                  <a:pt x="436" y="265"/>
                  <a:pt x="436" y="266"/>
                  <a:pt x="436" y="266"/>
                </a:cubicBezTo>
                <a:cubicBezTo>
                  <a:pt x="436" y="266"/>
                  <a:pt x="436" y="265"/>
                  <a:pt x="437" y="265"/>
                </a:cubicBezTo>
                <a:cubicBezTo>
                  <a:pt x="437" y="265"/>
                  <a:pt x="437" y="265"/>
                  <a:pt x="438" y="265"/>
                </a:cubicBezTo>
                <a:cubicBezTo>
                  <a:pt x="438" y="265"/>
                  <a:pt x="438" y="265"/>
                  <a:pt x="439" y="265"/>
                </a:cubicBezTo>
                <a:cubicBezTo>
                  <a:pt x="438" y="265"/>
                  <a:pt x="438" y="265"/>
                  <a:pt x="438" y="266"/>
                </a:cubicBezTo>
                <a:cubicBezTo>
                  <a:pt x="438" y="266"/>
                  <a:pt x="437" y="266"/>
                  <a:pt x="437" y="266"/>
                </a:cubicBezTo>
                <a:cubicBezTo>
                  <a:pt x="437" y="266"/>
                  <a:pt x="437" y="266"/>
                  <a:pt x="438" y="266"/>
                </a:cubicBezTo>
                <a:cubicBezTo>
                  <a:pt x="438" y="267"/>
                  <a:pt x="440" y="267"/>
                  <a:pt x="441" y="268"/>
                </a:cubicBezTo>
                <a:cubicBezTo>
                  <a:pt x="441" y="268"/>
                  <a:pt x="442" y="269"/>
                  <a:pt x="442" y="270"/>
                </a:cubicBezTo>
                <a:cubicBezTo>
                  <a:pt x="442" y="270"/>
                  <a:pt x="443" y="270"/>
                  <a:pt x="443" y="270"/>
                </a:cubicBezTo>
                <a:cubicBezTo>
                  <a:pt x="443" y="271"/>
                  <a:pt x="443" y="272"/>
                  <a:pt x="443" y="272"/>
                </a:cubicBezTo>
                <a:cubicBezTo>
                  <a:pt x="443" y="272"/>
                  <a:pt x="444" y="273"/>
                  <a:pt x="444" y="273"/>
                </a:cubicBezTo>
                <a:cubicBezTo>
                  <a:pt x="444" y="273"/>
                  <a:pt x="445" y="273"/>
                  <a:pt x="445" y="274"/>
                </a:cubicBezTo>
                <a:cubicBezTo>
                  <a:pt x="445" y="274"/>
                  <a:pt x="446" y="274"/>
                  <a:pt x="446" y="274"/>
                </a:cubicBezTo>
                <a:cubicBezTo>
                  <a:pt x="446" y="274"/>
                  <a:pt x="446" y="274"/>
                  <a:pt x="446" y="274"/>
                </a:cubicBezTo>
                <a:cubicBezTo>
                  <a:pt x="446" y="275"/>
                  <a:pt x="447" y="275"/>
                  <a:pt x="447" y="276"/>
                </a:cubicBezTo>
                <a:cubicBezTo>
                  <a:pt x="448" y="277"/>
                  <a:pt x="450" y="278"/>
                  <a:pt x="452" y="279"/>
                </a:cubicBezTo>
                <a:cubicBezTo>
                  <a:pt x="452" y="279"/>
                  <a:pt x="452" y="279"/>
                  <a:pt x="452" y="279"/>
                </a:cubicBezTo>
                <a:cubicBezTo>
                  <a:pt x="452" y="279"/>
                  <a:pt x="452" y="279"/>
                  <a:pt x="452" y="279"/>
                </a:cubicBezTo>
                <a:cubicBezTo>
                  <a:pt x="453" y="279"/>
                  <a:pt x="453" y="279"/>
                  <a:pt x="453" y="279"/>
                </a:cubicBezTo>
                <a:cubicBezTo>
                  <a:pt x="453" y="280"/>
                  <a:pt x="453" y="280"/>
                  <a:pt x="453" y="280"/>
                </a:cubicBezTo>
                <a:cubicBezTo>
                  <a:pt x="453" y="281"/>
                  <a:pt x="454" y="281"/>
                  <a:pt x="454" y="281"/>
                </a:cubicBezTo>
                <a:cubicBezTo>
                  <a:pt x="454" y="281"/>
                  <a:pt x="455" y="281"/>
                  <a:pt x="455" y="282"/>
                </a:cubicBezTo>
                <a:cubicBezTo>
                  <a:pt x="455" y="282"/>
                  <a:pt x="455" y="282"/>
                  <a:pt x="455" y="281"/>
                </a:cubicBezTo>
                <a:cubicBezTo>
                  <a:pt x="455" y="281"/>
                  <a:pt x="455" y="281"/>
                  <a:pt x="455" y="281"/>
                </a:cubicBezTo>
                <a:cubicBezTo>
                  <a:pt x="455" y="280"/>
                  <a:pt x="455" y="280"/>
                  <a:pt x="455" y="280"/>
                </a:cubicBezTo>
                <a:cubicBezTo>
                  <a:pt x="456" y="280"/>
                  <a:pt x="456" y="280"/>
                  <a:pt x="457" y="280"/>
                </a:cubicBezTo>
                <a:cubicBezTo>
                  <a:pt x="457" y="280"/>
                  <a:pt x="456" y="280"/>
                  <a:pt x="456" y="280"/>
                </a:cubicBezTo>
                <a:cubicBezTo>
                  <a:pt x="456" y="279"/>
                  <a:pt x="456" y="279"/>
                  <a:pt x="456" y="279"/>
                </a:cubicBezTo>
                <a:cubicBezTo>
                  <a:pt x="456" y="279"/>
                  <a:pt x="456" y="279"/>
                  <a:pt x="456" y="279"/>
                </a:cubicBezTo>
                <a:cubicBezTo>
                  <a:pt x="456" y="279"/>
                  <a:pt x="457" y="280"/>
                  <a:pt x="457" y="279"/>
                </a:cubicBezTo>
                <a:cubicBezTo>
                  <a:pt x="458" y="279"/>
                  <a:pt x="458" y="280"/>
                  <a:pt x="458" y="280"/>
                </a:cubicBezTo>
                <a:cubicBezTo>
                  <a:pt x="458" y="280"/>
                  <a:pt x="459" y="279"/>
                  <a:pt x="459" y="279"/>
                </a:cubicBezTo>
                <a:cubicBezTo>
                  <a:pt x="459" y="279"/>
                  <a:pt x="460" y="280"/>
                  <a:pt x="460" y="279"/>
                </a:cubicBezTo>
                <a:cubicBezTo>
                  <a:pt x="460" y="279"/>
                  <a:pt x="460" y="279"/>
                  <a:pt x="460" y="279"/>
                </a:cubicBezTo>
                <a:cubicBezTo>
                  <a:pt x="460" y="278"/>
                  <a:pt x="460" y="278"/>
                  <a:pt x="460" y="277"/>
                </a:cubicBezTo>
                <a:cubicBezTo>
                  <a:pt x="460" y="277"/>
                  <a:pt x="460" y="277"/>
                  <a:pt x="460" y="277"/>
                </a:cubicBezTo>
                <a:cubicBezTo>
                  <a:pt x="459" y="277"/>
                  <a:pt x="459" y="277"/>
                  <a:pt x="459" y="276"/>
                </a:cubicBezTo>
                <a:cubicBezTo>
                  <a:pt x="459" y="276"/>
                  <a:pt x="459" y="276"/>
                  <a:pt x="459" y="276"/>
                </a:cubicBezTo>
                <a:cubicBezTo>
                  <a:pt x="459" y="275"/>
                  <a:pt x="458" y="275"/>
                  <a:pt x="458" y="274"/>
                </a:cubicBezTo>
                <a:cubicBezTo>
                  <a:pt x="457" y="275"/>
                  <a:pt x="457" y="275"/>
                  <a:pt x="456" y="275"/>
                </a:cubicBezTo>
                <a:cubicBezTo>
                  <a:pt x="456" y="275"/>
                  <a:pt x="456" y="274"/>
                  <a:pt x="456" y="274"/>
                </a:cubicBezTo>
                <a:cubicBezTo>
                  <a:pt x="456" y="274"/>
                  <a:pt x="457" y="274"/>
                  <a:pt x="457" y="274"/>
                </a:cubicBezTo>
                <a:cubicBezTo>
                  <a:pt x="457" y="273"/>
                  <a:pt x="457" y="273"/>
                  <a:pt x="456" y="273"/>
                </a:cubicBezTo>
                <a:cubicBezTo>
                  <a:pt x="456" y="272"/>
                  <a:pt x="456" y="272"/>
                  <a:pt x="456" y="272"/>
                </a:cubicBezTo>
                <a:cubicBezTo>
                  <a:pt x="456" y="272"/>
                  <a:pt x="456" y="272"/>
                  <a:pt x="455" y="272"/>
                </a:cubicBezTo>
                <a:cubicBezTo>
                  <a:pt x="455" y="271"/>
                  <a:pt x="455" y="271"/>
                  <a:pt x="455" y="271"/>
                </a:cubicBezTo>
                <a:cubicBezTo>
                  <a:pt x="454" y="271"/>
                  <a:pt x="452" y="270"/>
                  <a:pt x="451" y="270"/>
                </a:cubicBezTo>
                <a:cubicBezTo>
                  <a:pt x="451" y="270"/>
                  <a:pt x="450" y="271"/>
                  <a:pt x="450" y="271"/>
                </a:cubicBezTo>
                <a:cubicBezTo>
                  <a:pt x="450" y="270"/>
                  <a:pt x="451" y="270"/>
                  <a:pt x="451" y="269"/>
                </a:cubicBezTo>
                <a:cubicBezTo>
                  <a:pt x="452" y="269"/>
                  <a:pt x="452" y="269"/>
                  <a:pt x="452" y="269"/>
                </a:cubicBezTo>
                <a:cubicBezTo>
                  <a:pt x="452" y="268"/>
                  <a:pt x="451" y="268"/>
                  <a:pt x="451" y="267"/>
                </a:cubicBezTo>
                <a:cubicBezTo>
                  <a:pt x="452" y="267"/>
                  <a:pt x="452" y="268"/>
                  <a:pt x="453" y="269"/>
                </a:cubicBezTo>
                <a:cubicBezTo>
                  <a:pt x="453" y="269"/>
                  <a:pt x="454" y="270"/>
                  <a:pt x="455" y="269"/>
                </a:cubicBezTo>
                <a:cubicBezTo>
                  <a:pt x="455" y="269"/>
                  <a:pt x="455" y="269"/>
                  <a:pt x="456" y="269"/>
                </a:cubicBezTo>
                <a:cubicBezTo>
                  <a:pt x="456" y="269"/>
                  <a:pt x="456" y="269"/>
                  <a:pt x="456" y="270"/>
                </a:cubicBezTo>
                <a:cubicBezTo>
                  <a:pt x="456" y="271"/>
                  <a:pt x="457" y="272"/>
                  <a:pt x="458" y="272"/>
                </a:cubicBezTo>
                <a:cubicBezTo>
                  <a:pt x="458" y="272"/>
                  <a:pt x="458" y="272"/>
                  <a:pt x="459" y="272"/>
                </a:cubicBezTo>
                <a:cubicBezTo>
                  <a:pt x="459" y="272"/>
                  <a:pt x="459" y="272"/>
                  <a:pt x="459" y="272"/>
                </a:cubicBezTo>
                <a:cubicBezTo>
                  <a:pt x="460" y="271"/>
                  <a:pt x="459" y="269"/>
                  <a:pt x="459" y="268"/>
                </a:cubicBezTo>
                <a:cubicBezTo>
                  <a:pt x="459" y="268"/>
                  <a:pt x="460" y="269"/>
                  <a:pt x="460" y="270"/>
                </a:cubicBezTo>
                <a:cubicBezTo>
                  <a:pt x="460" y="271"/>
                  <a:pt x="460" y="272"/>
                  <a:pt x="461" y="274"/>
                </a:cubicBezTo>
                <a:cubicBezTo>
                  <a:pt x="461" y="274"/>
                  <a:pt x="461" y="275"/>
                  <a:pt x="462" y="275"/>
                </a:cubicBezTo>
                <a:cubicBezTo>
                  <a:pt x="462" y="276"/>
                  <a:pt x="461" y="277"/>
                  <a:pt x="461" y="277"/>
                </a:cubicBezTo>
                <a:cubicBezTo>
                  <a:pt x="461" y="277"/>
                  <a:pt x="461" y="278"/>
                  <a:pt x="461" y="278"/>
                </a:cubicBezTo>
                <a:cubicBezTo>
                  <a:pt x="461" y="278"/>
                  <a:pt x="461" y="278"/>
                  <a:pt x="461" y="279"/>
                </a:cubicBezTo>
                <a:cubicBezTo>
                  <a:pt x="462" y="279"/>
                  <a:pt x="462" y="279"/>
                  <a:pt x="462" y="279"/>
                </a:cubicBezTo>
                <a:cubicBezTo>
                  <a:pt x="463" y="279"/>
                  <a:pt x="463" y="279"/>
                  <a:pt x="464" y="279"/>
                </a:cubicBezTo>
                <a:cubicBezTo>
                  <a:pt x="463" y="279"/>
                  <a:pt x="464" y="279"/>
                  <a:pt x="464" y="278"/>
                </a:cubicBezTo>
                <a:cubicBezTo>
                  <a:pt x="464" y="278"/>
                  <a:pt x="464" y="278"/>
                  <a:pt x="464" y="279"/>
                </a:cubicBezTo>
                <a:cubicBezTo>
                  <a:pt x="464" y="278"/>
                  <a:pt x="464" y="278"/>
                  <a:pt x="465" y="278"/>
                </a:cubicBezTo>
                <a:cubicBezTo>
                  <a:pt x="465" y="277"/>
                  <a:pt x="465" y="277"/>
                  <a:pt x="465" y="278"/>
                </a:cubicBezTo>
                <a:cubicBezTo>
                  <a:pt x="465" y="278"/>
                  <a:pt x="465" y="278"/>
                  <a:pt x="465" y="278"/>
                </a:cubicBezTo>
                <a:cubicBezTo>
                  <a:pt x="465" y="279"/>
                  <a:pt x="466" y="279"/>
                  <a:pt x="466" y="280"/>
                </a:cubicBezTo>
                <a:cubicBezTo>
                  <a:pt x="467" y="280"/>
                  <a:pt x="467" y="281"/>
                  <a:pt x="468" y="281"/>
                </a:cubicBezTo>
                <a:cubicBezTo>
                  <a:pt x="468" y="282"/>
                  <a:pt x="468" y="282"/>
                  <a:pt x="468" y="282"/>
                </a:cubicBezTo>
                <a:cubicBezTo>
                  <a:pt x="468" y="282"/>
                  <a:pt x="468" y="282"/>
                  <a:pt x="468" y="281"/>
                </a:cubicBezTo>
                <a:cubicBezTo>
                  <a:pt x="469" y="281"/>
                  <a:pt x="469" y="280"/>
                  <a:pt x="469" y="279"/>
                </a:cubicBezTo>
                <a:cubicBezTo>
                  <a:pt x="469" y="278"/>
                  <a:pt x="468" y="277"/>
                  <a:pt x="468" y="276"/>
                </a:cubicBezTo>
                <a:cubicBezTo>
                  <a:pt x="467" y="276"/>
                  <a:pt x="467" y="275"/>
                  <a:pt x="467" y="275"/>
                </a:cubicBezTo>
                <a:cubicBezTo>
                  <a:pt x="468" y="275"/>
                  <a:pt x="468" y="275"/>
                  <a:pt x="468" y="275"/>
                </a:cubicBezTo>
                <a:cubicBezTo>
                  <a:pt x="467" y="273"/>
                  <a:pt x="467" y="272"/>
                  <a:pt x="467" y="270"/>
                </a:cubicBezTo>
                <a:cubicBezTo>
                  <a:pt x="467" y="269"/>
                  <a:pt x="467" y="269"/>
                  <a:pt x="467" y="268"/>
                </a:cubicBezTo>
                <a:cubicBezTo>
                  <a:pt x="466" y="269"/>
                  <a:pt x="466" y="269"/>
                  <a:pt x="466" y="269"/>
                </a:cubicBezTo>
                <a:cubicBezTo>
                  <a:pt x="465" y="268"/>
                  <a:pt x="465" y="268"/>
                  <a:pt x="466" y="268"/>
                </a:cubicBezTo>
                <a:cubicBezTo>
                  <a:pt x="466" y="267"/>
                  <a:pt x="466" y="267"/>
                  <a:pt x="466" y="267"/>
                </a:cubicBezTo>
                <a:cubicBezTo>
                  <a:pt x="466" y="266"/>
                  <a:pt x="466" y="266"/>
                  <a:pt x="465" y="266"/>
                </a:cubicBezTo>
                <a:cubicBezTo>
                  <a:pt x="465" y="266"/>
                  <a:pt x="465" y="266"/>
                  <a:pt x="465" y="266"/>
                </a:cubicBezTo>
                <a:cubicBezTo>
                  <a:pt x="465" y="265"/>
                  <a:pt x="464" y="264"/>
                  <a:pt x="464" y="264"/>
                </a:cubicBezTo>
                <a:cubicBezTo>
                  <a:pt x="463" y="263"/>
                  <a:pt x="463" y="263"/>
                  <a:pt x="463" y="263"/>
                </a:cubicBezTo>
                <a:cubicBezTo>
                  <a:pt x="464" y="263"/>
                  <a:pt x="465" y="264"/>
                  <a:pt x="466" y="266"/>
                </a:cubicBezTo>
                <a:cubicBezTo>
                  <a:pt x="466" y="265"/>
                  <a:pt x="465" y="264"/>
                  <a:pt x="465" y="263"/>
                </a:cubicBezTo>
                <a:cubicBezTo>
                  <a:pt x="465" y="263"/>
                  <a:pt x="466" y="262"/>
                  <a:pt x="466" y="262"/>
                </a:cubicBezTo>
                <a:cubicBezTo>
                  <a:pt x="466" y="262"/>
                  <a:pt x="466" y="263"/>
                  <a:pt x="466" y="263"/>
                </a:cubicBezTo>
                <a:cubicBezTo>
                  <a:pt x="466" y="264"/>
                  <a:pt x="467" y="264"/>
                  <a:pt x="467" y="265"/>
                </a:cubicBezTo>
                <a:cubicBezTo>
                  <a:pt x="467" y="265"/>
                  <a:pt x="467" y="265"/>
                  <a:pt x="467" y="266"/>
                </a:cubicBezTo>
                <a:cubicBezTo>
                  <a:pt x="467" y="266"/>
                  <a:pt x="467" y="266"/>
                  <a:pt x="467" y="266"/>
                </a:cubicBezTo>
                <a:cubicBezTo>
                  <a:pt x="468" y="267"/>
                  <a:pt x="468" y="267"/>
                  <a:pt x="468" y="268"/>
                </a:cubicBezTo>
                <a:cubicBezTo>
                  <a:pt x="467" y="268"/>
                  <a:pt x="467" y="269"/>
                  <a:pt x="467" y="269"/>
                </a:cubicBezTo>
                <a:cubicBezTo>
                  <a:pt x="468" y="269"/>
                  <a:pt x="468" y="269"/>
                  <a:pt x="468" y="269"/>
                </a:cubicBezTo>
                <a:cubicBezTo>
                  <a:pt x="468" y="270"/>
                  <a:pt x="468" y="270"/>
                  <a:pt x="468" y="271"/>
                </a:cubicBezTo>
                <a:cubicBezTo>
                  <a:pt x="468" y="271"/>
                  <a:pt x="468" y="271"/>
                  <a:pt x="468" y="271"/>
                </a:cubicBezTo>
                <a:cubicBezTo>
                  <a:pt x="468" y="271"/>
                  <a:pt x="468" y="272"/>
                  <a:pt x="468" y="272"/>
                </a:cubicBezTo>
                <a:cubicBezTo>
                  <a:pt x="469" y="272"/>
                  <a:pt x="469" y="272"/>
                  <a:pt x="469" y="272"/>
                </a:cubicBezTo>
                <a:cubicBezTo>
                  <a:pt x="469" y="272"/>
                  <a:pt x="470" y="272"/>
                  <a:pt x="470" y="271"/>
                </a:cubicBezTo>
                <a:cubicBezTo>
                  <a:pt x="470" y="272"/>
                  <a:pt x="469" y="273"/>
                  <a:pt x="470" y="274"/>
                </a:cubicBezTo>
                <a:cubicBezTo>
                  <a:pt x="470" y="275"/>
                  <a:pt x="471" y="275"/>
                  <a:pt x="471" y="276"/>
                </a:cubicBezTo>
                <a:cubicBezTo>
                  <a:pt x="471" y="276"/>
                  <a:pt x="471" y="277"/>
                  <a:pt x="471" y="277"/>
                </a:cubicBezTo>
                <a:cubicBezTo>
                  <a:pt x="471" y="278"/>
                  <a:pt x="471" y="278"/>
                  <a:pt x="472" y="279"/>
                </a:cubicBezTo>
                <a:cubicBezTo>
                  <a:pt x="472" y="279"/>
                  <a:pt x="472" y="279"/>
                  <a:pt x="473" y="279"/>
                </a:cubicBezTo>
                <a:cubicBezTo>
                  <a:pt x="473" y="279"/>
                  <a:pt x="473" y="280"/>
                  <a:pt x="473" y="280"/>
                </a:cubicBezTo>
                <a:cubicBezTo>
                  <a:pt x="473" y="280"/>
                  <a:pt x="472" y="280"/>
                  <a:pt x="472" y="280"/>
                </a:cubicBezTo>
                <a:cubicBezTo>
                  <a:pt x="472" y="280"/>
                  <a:pt x="472" y="280"/>
                  <a:pt x="473" y="281"/>
                </a:cubicBezTo>
                <a:cubicBezTo>
                  <a:pt x="473" y="281"/>
                  <a:pt x="474" y="281"/>
                  <a:pt x="474" y="281"/>
                </a:cubicBezTo>
                <a:cubicBezTo>
                  <a:pt x="474" y="281"/>
                  <a:pt x="475" y="281"/>
                  <a:pt x="475" y="282"/>
                </a:cubicBezTo>
                <a:cubicBezTo>
                  <a:pt x="475" y="282"/>
                  <a:pt x="475" y="282"/>
                  <a:pt x="476" y="282"/>
                </a:cubicBezTo>
                <a:cubicBezTo>
                  <a:pt x="476" y="282"/>
                  <a:pt x="476" y="282"/>
                  <a:pt x="476" y="282"/>
                </a:cubicBezTo>
                <a:cubicBezTo>
                  <a:pt x="476" y="281"/>
                  <a:pt x="476" y="281"/>
                  <a:pt x="476" y="281"/>
                </a:cubicBezTo>
                <a:cubicBezTo>
                  <a:pt x="476" y="281"/>
                  <a:pt x="475" y="281"/>
                  <a:pt x="475" y="280"/>
                </a:cubicBezTo>
                <a:cubicBezTo>
                  <a:pt x="475" y="280"/>
                  <a:pt x="476" y="281"/>
                  <a:pt x="476" y="281"/>
                </a:cubicBezTo>
                <a:cubicBezTo>
                  <a:pt x="476" y="281"/>
                  <a:pt x="476" y="282"/>
                  <a:pt x="477" y="282"/>
                </a:cubicBezTo>
                <a:cubicBezTo>
                  <a:pt x="477" y="282"/>
                  <a:pt x="477" y="282"/>
                  <a:pt x="477" y="282"/>
                </a:cubicBezTo>
                <a:cubicBezTo>
                  <a:pt x="477" y="282"/>
                  <a:pt x="477" y="282"/>
                  <a:pt x="477" y="282"/>
                </a:cubicBezTo>
                <a:cubicBezTo>
                  <a:pt x="477" y="281"/>
                  <a:pt x="478" y="281"/>
                  <a:pt x="478" y="280"/>
                </a:cubicBezTo>
                <a:cubicBezTo>
                  <a:pt x="478" y="280"/>
                  <a:pt x="478" y="279"/>
                  <a:pt x="478" y="279"/>
                </a:cubicBezTo>
                <a:cubicBezTo>
                  <a:pt x="478" y="279"/>
                  <a:pt x="478" y="279"/>
                  <a:pt x="478" y="278"/>
                </a:cubicBezTo>
                <a:cubicBezTo>
                  <a:pt x="478" y="278"/>
                  <a:pt x="479" y="278"/>
                  <a:pt x="479" y="277"/>
                </a:cubicBezTo>
                <a:cubicBezTo>
                  <a:pt x="479" y="277"/>
                  <a:pt x="479" y="277"/>
                  <a:pt x="479" y="277"/>
                </a:cubicBezTo>
                <a:cubicBezTo>
                  <a:pt x="479" y="277"/>
                  <a:pt x="479" y="277"/>
                  <a:pt x="479" y="278"/>
                </a:cubicBezTo>
                <a:cubicBezTo>
                  <a:pt x="479" y="278"/>
                  <a:pt x="479" y="278"/>
                  <a:pt x="479" y="278"/>
                </a:cubicBezTo>
                <a:cubicBezTo>
                  <a:pt x="478" y="279"/>
                  <a:pt x="479" y="279"/>
                  <a:pt x="478" y="280"/>
                </a:cubicBezTo>
                <a:cubicBezTo>
                  <a:pt x="478" y="280"/>
                  <a:pt x="478" y="280"/>
                  <a:pt x="478" y="280"/>
                </a:cubicBezTo>
                <a:cubicBezTo>
                  <a:pt x="478" y="281"/>
                  <a:pt x="478" y="281"/>
                  <a:pt x="478" y="282"/>
                </a:cubicBezTo>
                <a:cubicBezTo>
                  <a:pt x="478" y="282"/>
                  <a:pt x="478" y="282"/>
                  <a:pt x="478" y="282"/>
                </a:cubicBezTo>
                <a:cubicBezTo>
                  <a:pt x="477" y="282"/>
                  <a:pt x="477" y="282"/>
                  <a:pt x="478" y="283"/>
                </a:cubicBezTo>
                <a:cubicBezTo>
                  <a:pt x="478" y="283"/>
                  <a:pt x="478" y="283"/>
                  <a:pt x="478" y="283"/>
                </a:cubicBezTo>
                <a:cubicBezTo>
                  <a:pt x="478" y="283"/>
                  <a:pt x="478" y="283"/>
                  <a:pt x="478" y="283"/>
                </a:cubicBezTo>
                <a:cubicBezTo>
                  <a:pt x="478" y="284"/>
                  <a:pt x="478" y="284"/>
                  <a:pt x="478" y="284"/>
                </a:cubicBezTo>
                <a:cubicBezTo>
                  <a:pt x="478" y="285"/>
                  <a:pt x="479" y="285"/>
                  <a:pt x="479" y="285"/>
                </a:cubicBezTo>
                <a:cubicBezTo>
                  <a:pt x="479" y="285"/>
                  <a:pt x="479" y="285"/>
                  <a:pt x="479" y="286"/>
                </a:cubicBezTo>
                <a:cubicBezTo>
                  <a:pt x="479" y="286"/>
                  <a:pt x="480" y="286"/>
                  <a:pt x="480" y="285"/>
                </a:cubicBezTo>
                <a:cubicBezTo>
                  <a:pt x="480" y="285"/>
                  <a:pt x="480" y="285"/>
                  <a:pt x="480" y="285"/>
                </a:cubicBezTo>
                <a:cubicBezTo>
                  <a:pt x="480" y="285"/>
                  <a:pt x="480" y="285"/>
                  <a:pt x="480" y="285"/>
                </a:cubicBezTo>
                <a:cubicBezTo>
                  <a:pt x="480" y="284"/>
                  <a:pt x="480" y="284"/>
                  <a:pt x="481" y="283"/>
                </a:cubicBezTo>
                <a:cubicBezTo>
                  <a:pt x="481" y="283"/>
                  <a:pt x="481" y="284"/>
                  <a:pt x="481" y="284"/>
                </a:cubicBezTo>
                <a:cubicBezTo>
                  <a:pt x="481" y="284"/>
                  <a:pt x="481" y="284"/>
                  <a:pt x="481" y="284"/>
                </a:cubicBezTo>
                <a:cubicBezTo>
                  <a:pt x="481" y="285"/>
                  <a:pt x="481" y="285"/>
                  <a:pt x="482" y="285"/>
                </a:cubicBezTo>
                <a:cubicBezTo>
                  <a:pt x="481" y="286"/>
                  <a:pt x="481" y="286"/>
                  <a:pt x="481" y="286"/>
                </a:cubicBezTo>
                <a:cubicBezTo>
                  <a:pt x="481" y="286"/>
                  <a:pt x="480" y="286"/>
                  <a:pt x="480" y="286"/>
                </a:cubicBezTo>
                <a:cubicBezTo>
                  <a:pt x="480" y="286"/>
                  <a:pt x="480" y="287"/>
                  <a:pt x="480" y="287"/>
                </a:cubicBezTo>
                <a:cubicBezTo>
                  <a:pt x="480" y="287"/>
                  <a:pt x="480" y="288"/>
                  <a:pt x="481" y="288"/>
                </a:cubicBezTo>
                <a:cubicBezTo>
                  <a:pt x="481" y="288"/>
                  <a:pt x="481" y="288"/>
                  <a:pt x="481" y="288"/>
                </a:cubicBezTo>
                <a:cubicBezTo>
                  <a:pt x="481" y="288"/>
                  <a:pt x="481" y="288"/>
                  <a:pt x="481" y="288"/>
                </a:cubicBezTo>
                <a:cubicBezTo>
                  <a:pt x="481" y="289"/>
                  <a:pt x="481" y="289"/>
                  <a:pt x="481" y="289"/>
                </a:cubicBezTo>
                <a:cubicBezTo>
                  <a:pt x="482" y="289"/>
                  <a:pt x="482" y="288"/>
                  <a:pt x="482" y="288"/>
                </a:cubicBezTo>
                <a:cubicBezTo>
                  <a:pt x="482" y="287"/>
                  <a:pt x="482" y="287"/>
                  <a:pt x="482" y="287"/>
                </a:cubicBezTo>
                <a:cubicBezTo>
                  <a:pt x="482" y="286"/>
                  <a:pt x="482" y="286"/>
                  <a:pt x="482" y="286"/>
                </a:cubicBezTo>
                <a:cubicBezTo>
                  <a:pt x="482" y="286"/>
                  <a:pt x="483" y="286"/>
                  <a:pt x="483" y="286"/>
                </a:cubicBezTo>
                <a:cubicBezTo>
                  <a:pt x="484" y="286"/>
                  <a:pt x="485" y="287"/>
                  <a:pt x="486" y="287"/>
                </a:cubicBezTo>
                <a:cubicBezTo>
                  <a:pt x="486" y="287"/>
                  <a:pt x="486" y="287"/>
                  <a:pt x="486" y="287"/>
                </a:cubicBezTo>
                <a:cubicBezTo>
                  <a:pt x="486" y="288"/>
                  <a:pt x="486" y="288"/>
                  <a:pt x="486" y="288"/>
                </a:cubicBezTo>
                <a:cubicBezTo>
                  <a:pt x="485" y="288"/>
                  <a:pt x="485" y="287"/>
                  <a:pt x="484" y="287"/>
                </a:cubicBezTo>
                <a:cubicBezTo>
                  <a:pt x="484" y="287"/>
                  <a:pt x="484" y="287"/>
                  <a:pt x="483" y="287"/>
                </a:cubicBezTo>
                <a:cubicBezTo>
                  <a:pt x="483" y="287"/>
                  <a:pt x="482" y="287"/>
                  <a:pt x="482" y="288"/>
                </a:cubicBezTo>
                <a:cubicBezTo>
                  <a:pt x="482" y="288"/>
                  <a:pt x="482" y="289"/>
                  <a:pt x="483" y="289"/>
                </a:cubicBezTo>
                <a:cubicBezTo>
                  <a:pt x="484" y="290"/>
                  <a:pt x="485" y="291"/>
                  <a:pt x="486" y="292"/>
                </a:cubicBezTo>
                <a:cubicBezTo>
                  <a:pt x="486" y="292"/>
                  <a:pt x="486" y="292"/>
                  <a:pt x="486" y="292"/>
                </a:cubicBezTo>
                <a:cubicBezTo>
                  <a:pt x="486" y="293"/>
                  <a:pt x="486" y="293"/>
                  <a:pt x="486" y="293"/>
                </a:cubicBezTo>
                <a:cubicBezTo>
                  <a:pt x="487" y="293"/>
                  <a:pt x="487" y="293"/>
                  <a:pt x="488" y="293"/>
                </a:cubicBezTo>
                <a:cubicBezTo>
                  <a:pt x="488" y="293"/>
                  <a:pt x="488" y="294"/>
                  <a:pt x="487" y="294"/>
                </a:cubicBezTo>
                <a:cubicBezTo>
                  <a:pt x="487" y="294"/>
                  <a:pt x="487" y="294"/>
                  <a:pt x="487" y="294"/>
                </a:cubicBezTo>
                <a:cubicBezTo>
                  <a:pt x="487" y="294"/>
                  <a:pt x="486" y="293"/>
                  <a:pt x="486" y="293"/>
                </a:cubicBezTo>
                <a:cubicBezTo>
                  <a:pt x="486" y="293"/>
                  <a:pt x="486" y="293"/>
                  <a:pt x="486" y="292"/>
                </a:cubicBezTo>
                <a:cubicBezTo>
                  <a:pt x="485" y="292"/>
                  <a:pt x="484" y="291"/>
                  <a:pt x="484" y="291"/>
                </a:cubicBezTo>
                <a:cubicBezTo>
                  <a:pt x="483" y="291"/>
                  <a:pt x="483" y="290"/>
                  <a:pt x="482" y="290"/>
                </a:cubicBezTo>
                <a:cubicBezTo>
                  <a:pt x="482" y="290"/>
                  <a:pt x="482" y="290"/>
                  <a:pt x="482" y="290"/>
                </a:cubicBezTo>
                <a:cubicBezTo>
                  <a:pt x="481" y="290"/>
                  <a:pt x="481" y="290"/>
                  <a:pt x="481" y="290"/>
                </a:cubicBezTo>
                <a:cubicBezTo>
                  <a:pt x="481" y="291"/>
                  <a:pt x="481" y="291"/>
                  <a:pt x="481" y="291"/>
                </a:cubicBezTo>
                <a:cubicBezTo>
                  <a:pt x="481" y="291"/>
                  <a:pt x="481" y="292"/>
                  <a:pt x="482" y="292"/>
                </a:cubicBezTo>
                <a:cubicBezTo>
                  <a:pt x="482" y="292"/>
                  <a:pt x="482" y="292"/>
                  <a:pt x="482" y="292"/>
                </a:cubicBezTo>
                <a:cubicBezTo>
                  <a:pt x="482" y="292"/>
                  <a:pt x="482" y="292"/>
                  <a:pt x="483" y="292"/>
                </a:cubicBezTo>
                <a:cubicBezTo>
                  <a:pt x="483" y="292"/>
                  <a:pt x="483" y="292"/>
                  <a:pt x="483" y="293"/>
                </a:cubicBezTo>
                <a:cubicBezTo>
                  <a:pt x="483" y="293"/>
                  <a:pt x="483" y="293"/>
                  <a:pt x="483" y="293"/>
                </a:cubicBezTo>
                <a:cubicBezTo>
                  <a:pt x="482" y="293"/>
                  <a:pt x="482" y="294"/>
                  <a:pt x="482" y="294"/>
                </a:cubicBezTo>
                <a:cubicBezTo>
                  <a:pt x="482" y="294"/>
                  <a:pt x="482" y="294"/>
                  <a:pt x="482" y="294"/>
                </a:cubicBezTo>
                <a:cubicBezTo>
                  <a:pt x="483" y="295"/>
                  <a:pt x="483" y="295"/>
                  <a:pt x="483" y="295"/>
                </a:cubicBezTo>
                <a:cubicBezTo>
                  <a:pt x="484" y="295"/>
                  <a:pt x="484" y="295"/>
                  <a:pt x="484" y="295"/>
                </a:cubicBezTo>
                <a:cubicBezTo>
                  <a:pt x="484" y="295"/>
                  <a:pt x="484" y="295"/>
                  <a:pt x="484" y="295"/>
                </a:cubicBezTo>
                <a:cubicBezTo>
                  <a:pt x="483" y="296"/>
                  <a:pt x="484" y="296"/>
                  <a:pt x="484" y="296"/>
                </a:cubicBezTo>
                <a:cubicBezTo>
                  <a:pt x="484" y="296"/>
                  <a:pt x="485" y="297"/>
                  <a:pt x="485" y="297"/>
                </a:cubicBezTo>
                <a:cubicBezTo>
                  <a:pt x="485" y="297"/>
                  <a:pt x="486" y="297"/>
                  <a:pt x="486" y="297"/>
                </a:cubicBezTo>
                <a:cubicBezTo>
                  <a:pt x="486" y="297"/>
                  <a:pt x="486" y="297"/>
                  <a:pt x="486" y="297"/>
                </a:cubicBezTo>
                <a:cubicBezTo>
                  <a:pt x="486" y="297"/>
                  <a:pt x="486" y="297"/>
                  <a:pt x="486" y="297"/>
                </a:cubicBezTo>
                <a:cubicBezTo>
                  <a:pt x="485" y="297"/>
                  <a:pt x="485" y="297"/>
                  <a:pt x="485" y="297"/>
                </a:cubicBezTo>
                <a:cubicBezTo>
                  <a:pt x="484" y="297"/>
                  <a:pt x="484" y="297"/>
                  <a:pt x="484" y="297"/>
                </a:cubicBezTo>
                <a:cubicBezTo>
                  <a:pt x="483" y="297"/>
                  <a:pt x="483" y="297"/>
                  <a:pt x="483" y="297"/>
                </a:cubicBezTo>
                <a:cubicBezTo>
                  <a:pt x="483" y="297"/>
                  <a:pt x="483" y="298"/>
                  <a:pt x="483" y="298"/>
                </a:cubicBezTo>
                <a:cubicBezTo>
                  <a:pt x="483" y="298"/>
                  <a:pt x="483" y="298"/>
                  <a:pt x="483" y="299"/>
                </a:cubicBezTo>
                <a:cubicBezTo>
                  <a:pt x="483" y="299"/>
                  <a:pt x="483" y="299"/>
                  <a:pt x="483" y="299"/>
                </a:cubicBezTo>
                <a:cubicBezTo>
                  <a:pt x="483" y="299"/>
                  <a:pt x="483" y="299"/>
                  <a:pt x="483" y="299"/>
                </a:cubicBezTo>
                <a:cubicBezTo>
                  <a:pt x="483" y="299"/>
                  <a:pt x="484" y="300"/>
                  <a:pt x="485" y="300"/>
                </a:cubicBezTo>
                <a:cubicBezTo>
                  <a:pt x="485" y="300"/>
                  <a:pt x="485" y="300"/>
                  <a:pt x="485" y="300"/>
                </a:cubicBezTo>
                <a:cubicBezTo>
                  <a:pt x="485" y="300"/>
                  <a:pt x="485" y="300"/>
                  <a:pt x="485" y="300"/>
                </a:cubicBezTo>
                <a:cubicBezTo>
                  <a:pt x="485" y="299"/>
                  <a:pt x="486" y="299"/>
                  <a:pt x="486" y="299"/>
                </a:cubicBezTo>
                <a:cubicBezTo>
                  <a:pt x="486" y="299"/>
                  <a:pt x="486" y="299"/>
                  <a:pt x="486" y="299"/>
                </a:cubicBezTo>
                <a:cubicBezTo>
                  <a:pt x="486" y="299"/>
                  <a:pt x="486" y="299"/>
                  <a:pt x="486" y="300"/>
                </a:cubicBezTo>
                <a:cubicBezTo>
                  <a:pt x="486" y="300"/>
                  <a:pt x="486" y="300"/>
                  <a:pt x="486" y="300"/>
                </a:cubicBezTo>
                <a:cubicBezTo>
                  <a:pt x="486" y="300"/>
                  <a:pt x="486" y="300"/>
                  <a:pt x="486" y="300"/>
                </a:cubicBezTo>
                <a:cubicBezTo>
                  <a:pt x="486" y="301"/>
                  <a:pt x="487" y="301"/>
                  <a:pt x="487" y="301"/>
                </a:cubicBezTo>
                <a:cubicBezTo>
                  <a:pt x="487" y="301"/>
                  <a:pt x="487" y="301"/>
                  <a:pt x="488" y="301"/>
                </a:cubicBezTo>
                <a:cubicBezTo>
                  <a:pt x="488" y="301"/>
                  <a:pt x="488" y="301"/>
                  <a:pt x="488" y="301"/>
                </a:cubicBezTo>
                <a:cubicBezTo>
                  <a:pt x="488" y="301"/>
                  <a:pt x="488" y="301"/>
                  <a:pt x="488" y="301"/>
                </a:cubicBezTo>
                <a:cubicBezTo>
                  <a:pt x="489" y="300"/>
                  <a:pt x="489" y="300"/>
                  <a:pt x="489" y="300"/>
                </a:cubicBezTo>
                <a:cubicBezTo>
                  <a:pt x="489" y="300"/>
                  <a:pt x="489" y="300"/>
                  <a:pt x="489" y="300"/>
                </a:cubicBezTo>
                <a:cubicBezTo>
                  <a:pt x="489" y="300"/>
                  <a:pt x="489" y="300"/>
                  <a:pt x="489" y="300"/>
                </a:cubicBezTo>
                <a:cubicBezTo>
                  <a:pt x="489" y="301"/>
                  <a:pt x="489" y="301"/>
                  <a:pt x="489" y="301"/>
                </a:cubicBezTo>
                <a:cubicBezTo>
                  <a:pt x="489" y="302"/>
                  <a:pt x="489" y="302"/>
                  <a:pt x="488" y="302"/>
                </a:cubicBezTo>
                <a:cubicBezTo>
                  <a:pt x="488" y="302"/>
                  <a:pt x="488" y="302"/>
                  <a:pt x="488" y="302"/>
                </a:cubicBezTo>
                <a:cubicBezTo>
                  <a:pt x="488" y="302"/>
                  <a:pt x="488" y="302"/>
                  <a:pt x="488" y="303"/>
                </a:cubicBezTo>
                <a:cubicBezTo>
                  <a:pt x="488" y="303"/>
                  <a:pt x="488" y="304"/>
                  <a:pt x="489" y="304"/>
                </a:cubicBezTo>
                <a:cubicBezTo>
                  <a:pt x="489" y="304"/>
                  <a:pt x="489" y="304"/>
                  <a:pt x="489" y="304"/>
                </a:cubicBezTo>
                <a:cubicBezTo>
                  <a:pt x="490" y="305"/>
                  <a:pt x="490" y="305"/>
                  <a:pt x="490" y="305"/>
                </a:cubicBezTo>
                <a:cubicBezTo>
                  <a:pt x="490" y="306"/>
                  <a:pt x="490" y="306"/>
                  <a:pt x="491" y="306"/>
                </a:cubicBezTo>
                <a:cubicBezTo>
                  <a:pt x="491" y="306"/>
                  <a:pt x="491" y="306"/>
                  <a:pt x="491" y="306"/>
                </a:cubicBezTo>
                <a:cubicBezTo>
                  <a:pt x="491" y="306"/>
                  <a:pt x="491" y="306"/>
                  <a:pt x="491" y="306"/>
                </a:cubicBezTo>
                <a:cubicBezTo>
                  <a:pt x="491" y="306"/>
                  <a:pt x="491" y="306"/>
                  <a:pt x="491" y="306"/>
                </a:cubicBezTo>
                <a:cubicBezTo>
                  <a:pt x="491" y="306"/>
                  <a:pt x="491" y="306"/>
                  <a:pt x="491" y="307"/>
                </a:cubicBezTo>
                <a:cubicBezTo>
                  <a:pt x="491" y="307"/>
                  <a:pt x="491" y="307"/>
                  <a:pt x="491" y="307"/>
                </a:cubicBezTo>
                <a:cubicBezTo>
                  <a:pt x="491" y="307"/>
                  <a:pt x="491" y="308"/>
                  <a:pt x="491" y="308"/>
                </a:cubicBezTo>
                <a:cubicBezTo>
                  <a:pt x="491" y="308"/>
                  <a:pt x="491" y="308"/>
                  <a:pt x="492" y="308"/>
                </a:cubicBezTo>
                <a:cubicBezTo>
                  <a:pt x="492" y="308"/>
                  <a:pt x="492" y="308"/>
                  <a:pt x="493" y="308"/>
                </a:cubicBezTo>
                <a:cubicBezTo>
                  <a:pt x="493" y="308"/>
                  <a:pt x="493" y="308"/>
                  <a:pt x="493" y="308"/>
                </a:cubicBezTo>
                <a:cubicBezTo>
                  <a:pt x="493" y="308"/>
                  <a:pt x="493" y="308"/>
                  <a:pt x="493" y="308"/>
                </a:cubicBezTo>
                <a:cubicBezTo>
                  <a:pt x="493" y="309"/>
                  <a:pt x="493" y="309"/>
                  <a:pt x="493" y="310"/>
                </a:cubicBezTo>
                <a:cubicBezTo>
                  <a:pt x="493" y="310"/>
                  <a:pt x="493" y="310"/>
                  <a:pt x="494" y="310"/>
                </a:cubicBezTo>
                <a:cubicBezTo>
                  <a:pt x="494" y="310"/>
                  <a:pt x="494" y="311"/>
                  <a:pt x="494" y="311"/>
                </a:cubicBezTo>
                <a:cubicBezTo>
                  <a:pt x="494" y="311"/>
                  <a:pt x="494" y="311"/>
                  <a:pt x="494" y="312"/>
                </a:cubicBezTo>
                <a:cubicBezTo>
                  <a:pt x="495" y="312"/>
                  <a:pt x="495" y="312"/>
                  <a:pt x="495" y="312"/>
                </a:cubicBezTo>
                <a:cubicBezTo>
                  <a:pt x="495" y="312"/>
                  <a:pt x="495" y="313"/>
                  <a:pt x="495" y="313"/>
                </a:cubicBezTo>
                <a:cubicBezTo>
                  <a:pt x="495" y="313"/>
                  <a:pt x="495" y="313"/>
                  <a:pt x="495" y="313"/>
                </a:cubicBezTo>
                <a:cubicBezTo>
                  <a:pt x="495" y="313"/>
                  <a:pt x="495" y="313"/>
                  <a:pt x="495" y="313"/>
                </a:cubicBezTo>
                <a:cubicBezTo>
                  <a:pt x="494" y="312"/>
                  <a:pt x="494" y="312"/>
                  <a:pt x="493" y="311"/>
                </a:cubicBezTo>
                <a:cubicBezTo>
                  <a:pt x="493" y="311"/>
                  <a:pt x="493" y="311"/>
                  <a:pt x="493" y="311"/>
                </a:cubicBezTo>
                <a:cubicBezTo>
                  <a:pt x="493" y="311"/>
                  <a:pt x="493" y="311"/>
                  <a:pt x="492" y="311"/>
                </a:cubicBezTo>
                <a:cubicBezTo>
                  <a:pt x="493" y="311"/>
                  <a:pt x="493" y="311"/>
                  <a:pt x="493" y="312"/>
                </a:cubicBezTo>
                <a:cubicBezTo>
                  <a:pt x="493" y="312"/>
                  <a:pt x="493" y="312"/>
                  <a:pt x="493" y="313"/>
                </a:cubicBezTo>
                <a:cubicBezTo>
                  <a:pt x="493" y="313"/>
                  <a:pt x="493" y="313"/>
                  <a:pt x="493" y="313"/>
                </a:cubicBezTo>
                <a:cubicBezTo>
                  <a:pt x="493" y="313"/>
                  <a:pt x="493" y="313"/>
                  <a:pt x="493" y="314"/>
                </a:cubicBezTo>
                <a:cubicBezTo>
                  <a:pt x="493" y="314"/>
                  <a:pt x="493" y="314"/>
                  <a:pt x="493" y="314"/>
                </a:cubicBezTo>
                <a:cubicBezTo>
                  <a:pt x="493" y="314"/>
                  <a:pt x="493" y="314"/>
                  <a:pt x="493" y="314"/>
                </a:cubicBezTo>
                <a:cubicBezTo>
                  <a:pt x="493" y="315"/>
                  <a:pt x="493" y="315"/>
                  <a:pt x="493" y="315"/>
                </a:cubicBezTo>
                <a:cubicBezTo>
                  <a:pt x="493" y="315"/>
                  <a:pt x="493" y="315"/>
                  <a:pt x="492" y="315"/>
                </a:cubicBezTo>
                <a:cubicBezTo>
                  <a:pt x="492" y="315"/>
                  <a:pt x="492" y="316"/>
                  <a:pt x="492" y="315"/>
                </a:cubicBezTo>
                <a:cubicBezTo>
                  <a:pt x="492" y="315"/>
                  <a:pt x="492" y="315"/>
                  <a:pt x="492" y="315"/>
                </a:cubicBezTo>
                <a:cubicBezTo>
                  <a:pt x="492" y="315"/>
                  <a:pt x="492" y="315"/>
                  <a:pt x="492" y="314"/>
                </a:cubicBezTo>
                <a:cubicBezTo>
                  <a:pt x="493" y="314"/>
                  <a:pt x="493" y="314"/>
                  <a:pt x="493" y="313"/>
                </a:cubicBezTo>
                <a:cubicBezTo>
                  <a:pt x="493" y="313"/>
                  <a:pt x="493" y="313"/>
                  <a:pt x="493" y="313"/>
                </a:cubicBezTo>
                <a:cubicBezTo>
                  <a:pt x="493" y="313"/>
                  <a:pt x="493" y="313"/>
                  <a:pt x="493" y="313"/>
                </a:cubicBezTo>
                <a:cubicBezTo>
                  <a:pt x="493" y="313"/>
                  <a:pt x="492" y="313"/>
                  <a:pt x="492" y="313"/>
                </a:cubicBezTo>
                <a:cubicBezTo>
                  <a:pt x="492" y="313"/>
                  <a:pt x="492" y="312"/>
                  <a:pt x="492" y="312"/>
                </a:cubicBezTo>
                <a:cubicBezTo>
                  <a:pt x="492" y="312"/>
                  <a:pt x="492" y="312"/>
                  <a:pt x="492" y="312"/>
                </a:cubicBezTo>
                <a:cubicBezTo>
                  <a:pt x="492" y="312"/>
                  <a:pt x="492" y="311"/>
                  <a:pt x="492" y="311"/>
                </a:cubicBezTo>
                <a:cubicBezTo>
                  <a:pt x="492" y="311"/>
                  <a:pt x="491" y="311"/>
                  <a:pt x="491" y="312"/>
                </a:cubicBezTo>
                <a:cubicBezTo>
                  <a:pt x="491" y="312"/>
                  <a:pt x="491" y="313"/>
                  <a:pt x="491" y="313"/>
                </a:cubicBezTo>
                <a:cubicBezTo>
                  <a:pt x="491" y="313"/>
                  <a:pt x="491" y="313"/>
                  <a:pt x="491" y="314"/>
                </a:cubicBezTo>
                <a:cubicBezTo>
                  <a:pt x="491" y="314"/>
                  <a:pt x="491" y="314"/>
                  <a:pt x="491" y="314"/>
                </a:cubicBezTo>
                <a:cubicBezTo>
                  <a:pt x="490" y="315"/>
                  <a:pt x="490" y="315"/>
                  <a:pt x="490" y="315"/>
                </a:cubicBezTo>
                <a:cubicBezTo>
                  <a:pt x="490" y="315"/>
                  <a:pt x="490" y="315"/>
                  <a:pt x="490" y="316"/>
                </a:cubicBezTo>
                <a:cubicBezTo>
                  <a:pt x="490" y="316"/>
                  <a:pt x="490" y="316"/>
                  <a:pt x="490" y="317"/>
                </a:cubicBezTo>
                <a:cubicBezTo>
                  <a:pt x="490" y="317"/>
                  <a:pt x="490" y="317"/>
                  <a:pt x="490" y="317"/>
                </a:cubicBezTo>
                <a:cubicBezTo>
                  <a:pt x="490" y="317"/>
                  <a:pt x="491" y="317"/>
                  <a:pt x="491" y="317"/>
                </a:cubicBezTo>
                <a:cubicBezTo>
                  <a:pt x="491" y="317"/>
                  <a:pt x="491" y="317"/>
                  <a:pt x="491" y="317"/>
                </a:cubicBezTo>
                <a:cubicBezTo>
                  <a:pt x="491" y="317"/>
                  <a:pt x="491" y="317"/>
                  <a:pt x="492" y="317"/>
                </a:cubicBezTo>
                <a:cubicBezTo>
                  <a:pt x="492" y="318"/>
                  <a:pt x="492" y="318"/>
                  <a:pt x="492" y="319"/>
                </a:cubicBezTo>
                <a:cubicBezTo>
                  <a:pt x="492" y="319"/>
                  <a:pt x="492" y="319"/>
                  <a:pt x="492" y="319"/>
                </a:cubicBezTo>
                <a:cubicBezTo>
                  <a:pt x="492" y="319"/>
                  <a:pt x="492" y="320"/>
                  <a:pt x="492" y="320"/>
                </a:cubicBezTo>
                <a:cubicBezTo>
                  <a:pt x="492" y="320"/>
                  <a:pt x="493" y="320"/>
                  <a:pt x="493" y="320"/>
                </a:cubicBezTo>
                <a:cubicBezTo>
                  <a:pt x="493" y="320"/>
                  <a:pt x="493" y="320"/>
                  <a:pt x="493" y="320"/>
                </a:cubicBezTo>
                <a:cubicBezTo>
                  <a:pt x="493" y="319"/>
                  <a:pt x="494" y="319"/>
                  <a:pt x="494" y="319"/>
                </a:cubicBezTo>
                <a:cubicBezTo>
                  <a:pt x="494" y="319"/>
                  <a:pt x="495" y="319"/>
                  <a:pt x="495" y="319"/>
                </a:cubicBezTo>
                <a:cubicBezTo>
                  <a:pt x="495" y="319"/>
                  <a:pt x="495" y="319"/>
                  <a:pt x="495" y="319"/>
                </a:cubicBezTo>
                <a:cubicBezTo>
                  <a:pt x="495" y="318"/>
                  <a:pt x="495" y="318"/>
                  <a:pt x="495" y="317"/>
                </a:cubicBezTo>
                <a:cubicBezTo>
                  <a:pt x="495" y="317"/>
                  <a:pt x="494" y="317"/>
                  <a:pt x="494" y="317"/>
                </a:cubicBezTo>
                <a:cubicBezTo>
                  <a:pt x="494" y="317"/>
                  <a:pt x="495" y="317"/>
                  <a:pt x="495" y="317"/>
                </a:cubicBezTo>
                <a:cubicBezTo>
                  <a:pt x="495" y="317"/>
                  <a:pt x="495" y="316"/>
                  <a:pt x="495" y="316"/>
                </a:cubicBezTo>
                <a:cubicBezTo>
                  <a:pt x="495" y="316"/>
                  <a:pt x="495" y="316"/>
                  <a:pt x="494" y="316"/>
                </a:cubicBezTo>
                <a:cubicBezTo>
                  <a:pt x="494" y="316"/>
                  <a:pt x="494" y="315"/>
                  <a:pt x="494" y="315"/>
                </a:cubicBezTo>
                <a:cubicBezTo>
                  <a:pt x="495" y="315"/>
                  <a:pt x="495" y="315"/>
                  <a:pt x="495" y="316"/>
                </a:cubicBezTo>
                <a:cubicBezTo>
                  <a:pt x="495" y="316"/>
                  <a:pt x="495" y="316"/>
                  <a:pt x="496" y="316"/>
                </a:cubicBezTo>
                <a:cubicBezTo>
                  <a:pt x="496" y="315"/>
                  <a:pt x="496" y="315"/>
                  <a:pt x="496" y="315"/>
                </a:cubicBezTo>
                <a:cubicBezTo>
                  <a:pt x="497" y="314"/>
                  <a:pt x="497" y="314"/>
                  <a:pt x="498" y="314"/>
                </a:cubicBezTo>
                <a:cubicBezTo>
                  <a:pt x="498" y="315"/>
                  <a:pt x="499" y="315"/>
                  <a:pt x="499" y="315"/>
                </a:cubicBezTo>
                <a:cubicBezTo>
                  <a:pt x="499" y="315"/>
                  <a:pt x="500" y="315"/>
                  <a:pt x="500" y="315"/>
                </a:cubicBezTo>
                <a:cubicBezTo>
                  <a:pt x="500" y="315"/>
                  <a:pt x="500" y="315"/>
                  <a:pt x="500" y="315"/>
                </a:cubicBezTo>
                <a:cubicBezTo>
                  <a:pt x="500" y="315"/>
                  <a:pt x="500" y="315"/>
                  <a:pt x="500" y="315"/>
                </a:cubicBezTo>
                <a:cubicBezTo>
                  <a:pt x="500" y="315"/>
                  <a:pt x="500" y="315"/>
                  <a:pt x="500" y="315"/>
                </a:cubicBezTo>
                <a:cubicBezTo>
                  <a:pt x="499" y="316"/>
                  <a:pt x="498" y="316"/>
                  <a:pt x="497" y="316"/>
                </a:cubicBezTo>
                <a:cubicBezTo>
                  <a:pt x="497" y="315"/>
                  <a:pt x="497" y="315"/>
                  <a:pt x="497" y="316"/>
                </a:cubicBezTo>
                <a:cubicBezTo>
                  <a:pt x="497" y="316"/>
                  <a:pt x="496" y="316"/>
                  <a:pt x="496" y="316"/>
                </a:cubicBezTo>
                <a:cubicBezTo>
                  <a:pt x="496" y="316"/>
                  <a:pt x="496" y="316"/>
                  <a:pt x="496" y="316"/>
                </a:cubicBezTo>
                <a:cubicBezTo>
                  <a:pt x="496" y="317"/>
                  <a:pt x="496" y="317"/>
                  <a:pt x="496" y="317"/>
                </a:cubicBezTo>
                <a:cubicBezTo>
                  <a:pt x="496" y="317"/>
                  <a:pt x="496" y="318"/>
                  <a:pt x="496" y="318"/>
                </a:cubicBezTo>
                <a:cubicBezTo>
                  <a:pt x="496" y="318"/>
                  <a:pt x="496" y="318"/>
                  <a:pt x="496" y="318"/>
                </a:cubicBezTo>
                <a:cubicBezTo>
                  <a:pt x="496" y="318"/>
                  <a:pt x="496" y="318"/>
                  <a:pt x="496" y="319"/>
                </a:cubicBezTo>
                <a:cubicBezTo>
                  <a:pt x="496" y="319"/>
                  <a:pt x="496" y="319"/>
                  <a:pt x="496" y="319"/>
                </a:cubicBezTo>
                <a:cubicBezTo>
                  <a:pt x="496" y="319"/>
                  <a:pt x="495" y="320"/>
                  <a:pt x="495" y="320"/>
                </a:cubicBezTo>
                <a:cubicBezTo>
                  <a:pt x="495" y="321"/>
                  <a:pt x="495" y="322"/>
                  <a:pt x="495" y="322"/>
                </a:cubicBezTo>
                <a:cubicBezTo>
                  <a:pt x="494" y="322"/>
                  <a:pt x="494" y="322"/>
                  <a:pt x="494" y="322"/>
                </a:cubicBezTo>
                <a:cubicBezTo>
                  <a:pt x="494" y="322"/>
                  <a:pt x="494" y="323"/>
                  <a:pt x="494" y="323"/>
                </a:cubicBezTo>
                <a:cubicBezTo>
                  <a:pt x="495" y="324"/>
                  <a:pt x="494" y="324"/>
                  <a:pt x="495" y="324"/>
                </a:cubicBezTo>
                <a:cubicBezTo>
                  <a:pt x="495" y="325"/>
                  <a:pt x="495" y="325"/>
                  <a:pt x="496" y="326"/>
                </a:cubicBezTo>
                <a:cubicBezTo>
                  <a:pt x="496" y="326"/>
                  <a:pt x="496" y="326"/>
                  <a:pt x="496" y="326"/>
                </a:cubicBezTo>
                <a:cubicBezTo>
                  <a:pt x="497" y="326"/>
                  <a:pt x="497" y="325"/>
                  <a:pt x="497" y="325"/>
                </a:cubicBezTo>
                <a:cubicBezTo>
                  <a:pt x="497" y="324"/>
                  <a:pt x="497" y="324"/>
                  <a:pt x="498" y="323"/>
                </a:cubicBezTo>
                <a:cubicBezTo>
                  <a:pt x="498" y="322"/>
                  <a:pt x="498" y="321"/>
                  <a:pt x="498" y="321"/>
                </a:cubicBezTo>
                <a:cubicBezTo>
                  <a:pt x="497" y="321"/>
                  <a:pt x="497" y="321"/>
                  <a:pt x="497" y="321"/>
                </a:cubicBezTo>
                <a:cubicBezTo>
                  <a:pt x="497" y="321"/>
                  <a:pt x="497" y="321"/>
                  <a:pt x="498" y="320"/>
                </a:cubicBezTo>
                <a:cubicBezTo>
                  <a:pt x="498" y="320"/>
                  <a:pt x="499" y="319"/>
                  <a:pt x="500" y="319"/>
                </a:cubicBezTo>
                <a:cubicBezTo>
                  <a:pt x="500" y="319"/>
                  <a:pt x="500" y="319"/>
                  <a:pt x="500" y="319"/>
                </a:cubicBezTo>
                <a:cubicBezTo>
                  <a:pt x="500" y="319"/>
                  <a:pt x="499" y="319"/>
                  <a:pt x="499" y="319"/>
                </a:cubicBezTo>
                <a:cubicBezTo>
                  <a:pt x="499" y="319"/>
                  <a:pt x="499" y="320"/>
                  <a:pt x="499" y="320"/>
                </a:cubicBezTo>
                <a:cubicBezTo>
                  <a:pt x="499" y="320"/>
                  <a:pt x="500" y="320"/>
                  <a:pt x="500" y="321"/>
                </a:cubicBezTo>
                <a:cubicBezTo>
                  <a:pt x="499" y="321"/>
                  <a:pt x="499" y="321"/>
                  <a:pt x="499" y="321"/>
                </a:cubicBezTo>
                <a:cubicBezTo>
                  <a:pt x="499" y="321"/>
                  <a:pt x="499" y="321"/>
                  <a:pt x="500" y="321"/>
                </a:cubicBezTo>
                <a:cubicBezTo>
                  <a:pt x="500" y="322"/>
                  <a:pt x="499" y="322"/>
                  <a:pt x="499" y="322"/>
                </a:cubicBezTo>
                <a:cubicBezTo>
                  <a:pt x="499" y="322"/>
                  <a:pt x="499" y="322"/>
                  <a:pt x="499" y="322"/>
                </a:cubicBezTo>
                <a:cubicBezTo>
                  <a:pt x="498" y="322"/>
                  <a:pt x="499" y="323"/>
                  <a:pt x="499" y="323"/>
                </a:cubicBezTo>
                <a:cubicBezTo>
                  <a:pt x="499" y="323"/>
                  <a:pt x="499" y="323"/>
                  <a:pt x="498" y="323"/>
                </a:cubicBezTo>
                <a:cubicBezTo>
                  <a:pt x="498" y="323"/>
                  <a:pt x="498" y="324"/>
                  <a:pt x="499" y="324"/>
                </a:cubicBezTo>
                <a:cubicBezTo>
                  <a:pt x="499" y="324"/>
                  <a:pt x="499" y="324"/>
                  <a:pt x="499" y="325"/>
                </a:cubicBezTo>
                <a:cubicBezTo>
                  <a:pt x="499" y="325"/>
                  <a:pt x="499" y="325"/>
                  <a:pt x="499" y="325"/>
                </a:cubicBezTo>
                <a:cubicBezTo>
                  <a:pt x="499" y="325"/>
                  <a:pt x="499" y="326"/>
                  <a:pt x="499" y="326"/>
                </a:cubicBezTo>
                <a:cubicBezTo>
                  <a:pt x="499" y="326"/>
                  <a:pt x="498" y="326"/>
                  <a:pt x="498" y="326"/>
                </a:cubicBezTo>
                <a:cubicBezTo>
                  <a:pt x="498" y="326"/>
                  <a:pt x="498" y="327"/>
                  <a:pt x="498" y="327"/>
                </a:cubicBezTo>
                <a:cubicBezTo>
                  <a:pt x="498" y="327"/>
                  <a:pt x="498" y="328"/>
                  <a:pt x="498" y="328"/>
                </a:cubicBezTo>
                <a:cubicBezTo>
                  <a:pt x="498" y="328"/>
                  <a:pt x="498" y="328"/>
                  <a:pt x="497" y="328"/>
                </a:cubicBezTo>
                <a:cubicBezTo>
                  <a:pt x="497" y="328"/>
                  <a:pt x="497" y="329"/>
                  <a:pt x="498" y="330"/>
                </a:cubicBezTo>
                <a:cubicBezTo>
                  <a:pt x="498" y="330"/>
                  <a:pt x="498" y="330"/>
                  <a:pt x="498" y="330"/>
                </a:cubicBezTo>
                <a:cubicBezTo>
                  <a:pt x="498" y="331"/>
                  <a:pt x="498" y="331"/>
                  <a:pt x="498" y="331"/>
                </a:cubicBezTo>
                <a:cubicBezTo>
                  <a:pt x="498" y="332"/>
                  <a:pt x="499" y="331"/>
                  <a:pt x="499" y="331"/>
                </a:cubicBezTo>
                <a:cubicBezTo>
                  <a:pt x="499" y="331"/>
                  <a:pt x="498" y="330"/>
                  <a:pt x="499" y="330"/>
                </a:cubicBezTo>
                <a:cubicBezTo>
                  <a:pt x="499" y="330"/>
                  <a:pt x="499" y="330"/>
                  <a:pt x="499" y="330"/>
                </a:cubicBezTo>
                <a:cubicBezTo>
                  <a:pt x="499" y="330"/>
                  <a:pt x="499" y="330"/>
                  <a:pt x="500" y="329"/>
                </a:cubicBezTo>
                <a:cubicBezTo>
                  <a:pt x="500" y="329"/>
                  <a:pt x="500" y="329"/>
                  <a:pt x="500" y="329"/>
                </a:cubicBezTo>
                <a:cubicBezTo>
                  <a:pt x="500" y="329"/>
                  <a:pt x="500" y="328"/>
                  <a:pt x="500" y="328"/>
                </a:cubicBezTo>
                <a:cubicBezTo>
                  <a:pt x="500" y="328"/>
                  <a:pt x="500" y="327"/>
                  <a:pt x="500" y="327"/>
                </a:cubicBezTo>
                <a:cubicBezTo>
                  <a:pt x="500" y="327"/>
                  <a:pt x="500" y="327"/>
                  <a:pt x="501" y="327"/>
                </a:cubicBezTo>
                <a:cubicBezTo>
                  <a:pt x="501" y="327"/>
                  <a:pt x="501" y="327"/>
                  <a:pt x="501" y="327"/>
                </a:cubicBezTo>
                <a:cubicBezTo>
                  <a:pt x="501" y="327"/>
                  <a:pt x="501" y="328"/>
                  <a:pt x="501" y="328"/>
                </a:cubicBezTo>
                <a:cubicBezTo>
                  <a:pt x="501" y="329"/>
                  <a:pt x="501" y="329"/>
                  <a:pt x="502" y="329"/>
                </a:cubicBezTo>
                <a:cubicBezTo>
                  <a:pt x="502" y="329"/>
                  <a:pt x="502" y="329"/>
                  <a:pt x="502" y="329"/>
                </a:cubicBezTo>
                <a:cubicBezTo>
                  <a:pt x="502" y="329"/>
                  <a:pt x="502" y="329"/>
                  <a:pt x="502" y="329"/>
                </a:cubicBezTo>
                <a:cubicBezTo>
                  <a:pt x="502" y="329"/>
                  <a:pt x="502" y="329"/>
                  <a:pt x="503" y="329"/>
                </a:cubicBezTo>
                <a:cubicBezTo>
                  <a:pt x="503" y="328"/>
                  <a:pt x="503" y="328"/>
                  <a:pt x="503" y="328"/>
                </a:cubicBezTo>
                <a:cubicBezTo>
                  <a:pt x="503" y="328"/>
                  <a:pt x="503" y="329"/>
                  <a:pt x="503" y="329"/>
                </a:cubicBezTo>
                <a:cubicBezTo>
                  <a:pt x="503" y="330"/>
                  <a:pt x="503" y="330"/>
                  <a:pt x="503" y="330"/>
                </a:cubicBezTo>
                <a:cubicBezTo>
                  <a:pt x="503" y="331"/>
                  <a:pt x="503" y="331"/>
                  <a:pt x="504" y="330"/>
                </a:cubicBezTo>
                <a:cubicBezTo>
                  <a:pt x="504" y="330"/>
                  <a:pt x="504" y="330"/>
                  <a:pt x="504" y="330"/>
                </a:cubicBezTo>
                <a:cubicBezTo>
                  <a:pt x="505" y="329"/>
                  <a:pt x="505" y="327"/>
                  <a:pt x="505" y="326"/>
                </a:cubicBezTo>
                <a:cubicBezTo>
                  <a:pt x="505" y="324"/>
                  <a:pt x="504" y="322"/>
                  <a:pt x="503" y="320"/>
                </a:cubicBezTo>
                <a:cubicBezTo>
                  <a:pt x="503" y="319"/>
                  <a:pt x="503" y="319"/>
                  <a:pt x="502" y="319"/>
                </a:cubicBezTo>
                <a:cubicBezTo>
                  <a:pt x="502" y="319"/>
                  <a:pt x="501" y="319"/>
                  <a:pt x="501" y="319"/>
                </a:cubicBezTo>
                <a:cubicBezTo>
                  <a:pt x="501" y="319"/>
                  <a:pt x="501" y="318"/>
                  <a:pt x="501" y="318"/>
                </a:cubicBezTo>
                <a:cubicBezTo>
                  <a:pt x="502" y="318"/>
                  <a:pt x="503" y="317"/>
                  <a:pt x="504" y="317"/>
                </a:cubicBezTo>
                <a:cubicBezTo>
                  <a:pt x="504" y="317"/>
                  <a:pt x="504" y="317"/>
                  <a:pt x="504" y="317"/>
                </a:cubicBezTo>
                <a:cubicBezTo>
                  <a:pt x="505" y="317"/>
                  <a:pt x="504" y="317"/>
                  <a:pt x="504" y="318"/>
                </a:cubicBezTo>
                <a:cubicBezTo>
                  <a:pt x="504" y="318"/>
                  <a:pt x="504" y="318"/>
                  <a:pt x="504" y="318"/>
                </a:cubicBezTo>
                <a:cubicBezTo>
                  <a:pt x="503" y="318"/>
                  <a:pt x="504" y="319"/>
                  <a:pt x="504" y="319"/>
                </a:cubicBezTo>
                <a:cubicBezTo>
                  <a:pt x="505" y="321"/>
                  <a:pt x="506" y="323"/>
                  <a:pt x="506" y="325"/>
                </a:cubicBezTo>
                <a:cubicBezTo>
                  <a:pt x="506" y="325"/>
                  <a:pt x="506" y="325"/>
                  <a:pt x="506" y="325"/>
                </a:cubicBezTo>
                <a:cubicBezTo>
                  <a:pt x="506" y="326"/>
                  <a:pt x="506" y="326"/>
                  <a:pt x="506" y="327"/>
                </a:cubicBezTo>
                <a:cubicBezTo>
                  <a:pt x="506" y="327"/>
                  <a:pt x="506" y="328"/>
                  <a:pt x="506" y="328"/>
                </a:cubicBezTo>
                <a:cubicBezTo>
                  <a:pt x="507" y="329"/>
                  <a:pt x="507" y="329"/>
                  <a:pt x="508" y="329"/>
                </a:cubicBezTo>
                <a:cubicBezTo>
                  <a:pt x="508" y="329"/>
                  <a:pt x="508" y="329"/>
                  <a:pt x="507" y="330"/>
                </a:cubicBezTo>
                <a:cubicBezTo>
                  <a:pt x="507" y="330"/>
                  <a:pt x="506" y="330"/>
                  <a:pt x="506" y="330"/>
                </a:cubicBezTo>
                <a:cubicBezTo>
                  <a:pt x="506" y="330"/>
                  <a:pt x="505" y="330"/>
                  <a:pt x="505" y="330"/>
                </a:cubicBezTo>
                <a:cubicBezTo>
                  <a:pt x="505" y="331"/>
                  <a:pt x="505" y="331"/>
                  <a:pt x="505" y="331"/>
                </a:cubicBezTo>
                <a:cubicBezTo>
                  <a:pt x="505" y="331"/>
                  <a:pt x="505" y="332"/>
                  <a:pt x="505" y="332"/>
                </a:cubicBezTo>
                <a:cubicBezTo>
                  <a:pt x="506" y="334"/>
                  <a:pt x="506" y="335"/>
                  <a:pt x="506" y="337"/>
                </a:cubicBezTo>
                <a:cubicBezTo>
                  <a:pt x="506" y="337"/>
                  <a:pt x="506" y="337"/>
                  <a:pt x="506" y="337"/>
                </a:cubicBezTo>
                <a:cubicBezTo>
                  <a:pt x="506" y="337"/>
                  <a:pt x="506" y="337"/>
                  <a:pt x="506" y="337"/>
                </a:cubicBezTo>
                <a:cubicBezTo>
                  <a:pt x="508" y="337"/>
                  <a:pt x="509" y="336"/>
                  <a:pt x="511" y="335"/>
                </a:cubicBezTo>
                <a:cubicBezTo>
                  <a:pt x="512" y="334"/>
                  <a:pt x="512" y="332"/>
                  <a:pt x="513" y="331"/>
                </a:cubicBezTo>
                <a:cubicBezTo>
                  <a:pt x="513" y="330"/>
                  <a:pt x="514" y="328"/>
                  <a:pt x="513" y="327"/>
                </a:cubicBezTo>
                <a:cubicBezTo>
                  <a:pt x="513" y="326"/>
                  <a:pt x="513" y="325"/>
                  <a:pt x="512" y="324"/>
                </a:cubicBezTo>
                <a:cubicBezTo>
                  <a:pt x="512" y="323"/>
                  <a:pt x="512" y="322"/>
                  <a:pt x="513" y="321"/>
                </a:cubicBezTo>
                <a:cubicBezTo>
                  <a:pt x="513" y="321"/>
                  <a:pt x="513" y="321"/>
                  <a:pt x="513" y="321"/>
                </a:cubicBezTo>
                <a:cubicBezTo>
                  <a:pt x="513" y="321"/>
                  <a:pt x="513" y="321"/>
                  <a:pt x="513" y="321"/>
                </a:cubicBezTo>
                <a:cubicBezTo>
                  <a:pt x="514" y="320"/>
                  <a:pt x="514" y="320"/>
                  <a:pt x="514" y="320"/>
                </a:cubicBezTo>
                <a:cubicBezTo>
                  <a:pt x="514" y="320"/>
                  <a:pt x="514" y="318"/>
                  <a:pt x="514" y="318"/>
                </a:cubicBez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78" name="Freeform 675"/>
          <p:cNvSpPr>
            <a:spLocks/>
          </p:cNvSpPr>
          <p:nvPr/>
        </p:nvSpPr>
        <p:spPr bwMode="auto">
          <a:xfrm>
            <a:off x="9009063" y="5995988"/>
            <a:ext cx="139700" cy="168275"/>
          </a:xfrm>
          <a:custGeom>
            <a:avLst/>
            <a:gdLst>
              <a:gd name="T0" fmla="*/ 30 w 37"/>
              <a:gd name="T1" fmla="*/ 6 h 44"/>
              <a:gd name="T2" fmla="*/ 27 w 37"/>
              <a:gd name="T3" fmla="*/ 5 h 44"/>
              <a:gd name="T4" fmla="*/ 11 w 37"/>
              <a:gd name="T5" fmla="*/ 6 h 44"/>
              <a:gd name="T6" fmla="*/ 7 w 37"/>
              <a:gd name="T7" fmla="*/ 12 h 44"/>
              <a:gd name="T8" fmla="*/ 8 w 37"/>
              <a:gd name="T9" fmla="*/ 13 h 44"/>
              <a:gd name="T10" fmla="*/ 11 w 37"/>
              <a:gd name="T11" fmla="*/ 15 h 44"/>
              <a:gd name="T12" fmla="*/ 14 w 37"/>
              <a:gd name="T13" fmla="*/ 19 h 44"/>
              <a:gd name="T14" fmla="*/ 16 w 37"/>
              <a:gd name="T15" fmla="*/ 19 h 44"/>
              <a:gd name="T16" fmla="*/ 16 w 37"/>
              <a:gd name="T17" fmla="*/ 21 h 44"/>
              <a:gd name="T18" fmla="*/ 4 w 37"/>
              <a:gd name="T19" fmla="*/ 23 h 44"/>
              <a:gd name="T20" fmla="*/ 0 w 37"/>
              <a:gd name="T21" fmla="*/ 31 h 44"/>
              <a:gd name="T22" fmla="*/ 0 w 37"/>
              <a:gd name="T23" fmla="*/ 33 h 44"/>
              <a:gd name="T24" fmla="*/ 0 w 37"/>
              <a:gd name="T25" fmla="*/ 37 h 44"/>
              <a:gd name="T26" fmla="*/ 4 w 37"/>
              <a:gd name="T27" fmla="*/ 40 h 44"/>
              <a:gd name="T28" fmla="*/ 11 w 37"/>
              <a:gd name="T29" fmla="*/ 43 h 44"/>
              <a:gd name="T30" fmla="*/ 14 w 37"/>
              <a:gd name="T31" fmla="*/ 43 h 44"/>
              <a:gd name="T32" fmla="*/ 18 w 37"/>
              <a:gd name="T33" fmla="*/ 44 h 44"/>
              <a:gd name="T34" fmla="*/ 19 w 37"/>
              <a:gd name="T35" fmla="*/ 43 h 44"/>
              <a:gd name="T36" fmla="*/ 22 w 37"/>
              <a:gd name="T37" fmla="*/ 42 h 44"/>
              <a:gd name="T38" fmla="*/ 24 w 37"/>
              <a:gd name="T39" fmla="*/ 40 h 44"/>
              <a:gd name="T40" fmla="*/ 24 w 37"/>
              <a:gd name="T41" fmla="*/ 38 h 44"/>
              <a:gd name="T42" fmla="*/ 27 w 37"/>
              <a:gd name="T43" fmla="*/ 36 h 44"/>
              <a:gd name="T44" fmla="*/ 27 w 37"/>
              <a:gd name="T45" fmla="*/ 34 h 44"/>
              <a:gd name="T46" fmla="*/ 27 w 37"/>
              <a:gd name="T47" fmla="*/ 33 h 44"/>
              <a:gd name="T48" fmla="*/ 33 w 37"/>
              <a:gd name="T49" fmla="*/ 29 h 44"/>
              <a:gd name="T50" fmla="*/ 34 w 37"/>
              <a:gd name="T51" fmla="*/ 25 h 44"/>
              <a:gd name="T52" fmla="*/ 33 w 37"/>
              <a:gd name="T53" fmla="*/ 25 h 44"/>
              <a:gd name="T54" fmla="*/ 31 w 37"/>
              <a:gd name="T55" fmla="*/ 25 h 44"/>
              <a:gd name="T56" fmla="*/ 30 w 37"/>
              <a:gd name="T57" fmla="*/ 24 h 44"/>
              <a:gd name="T58" fmla="*/ 31 w 37"/>
              <a:gd name="T59" fmla="*/ 23 h 44"/>
              <a:gd name="T60" fmla="*/ 31 w 37"/>
              <a:gd name="T61" fmla="*/ 22 h 44"/>
              <a:gd name="T62" fmla="*/ 33 w 37"/>
              <a:gd name="T63" fmla="*/ 21 h 44"/>
              <a:gd name="T64" fmla="*/ 35 w 37"/>
              <a:gd name="T65" fmla="*/ 17 h 44"/>
              <a:gd name="T66" fmla="*/ 36 w 37"/>
              <a:gd name="T67" fmla="*/ 14 h 44"/>
              <a:gd name="T68" fmla="*/ 35 w 37"/>
              <a:gd name="T69" fmla="*/ 12 h 44"/>
              <a:gd name="T70" fmla="*/ 34 w 37"/>
              <a:gd name="T71" fmla="*/ 11 h 44"/>
              <a:gd name="T72" fmla="*/ 35 w 37"/>
              <a:gd name="T73" fmla="*/ 10 h 44"/>
              <a:gd name="T74" fmla="*/ 35 w 37"/>
              <a:gd name="T75" fmla="*/ 10 h 44"/>
              <a:gd name="T76" fmla="*/ 36 w 37"/>
              <a:gd name="T77" fmla="*/ 9 h 44"/>
              <a:gd name="T78" fmla="*/ 35 w 37"/>
              <a:gd name="T79" fmla="*/ 9 h 44"/>
              <a:gd name="T80" fmla="*/ 35 w 37"/>
              <a:gd name="T81" fmla="*/ 8 h 44"/>
              <a:gd name="T82" fmla="*/ 37 w 37"/>
              <a:gd name="T83" fmla="*/ 4 h 44"/>
              <a:gd name="T84" fmla="*/ 37 w 37"/>
              <a:gd name="T85" fmla="*/ 2 h 44"/>
              <a:gd name="T86" fmla="*/ 35 w 37"/>
              <a:gd name="T87" fmla="*/ 2 h 44"/>
              <a:gd name="T88" fmla="*/ 35 w 37"/>
              <a:gd name="T89" fmla="*/ 1 h 44"/>
              <a:gd name="T90" fmla="*/ 33 w 37"/>
              <a:gd name="T9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 h="44">
                <a:moveTo>
                  <a:pt x="33" y="2"/>
                </a:moveTo>
                <a:cubicBezTo>
                  <a:pt x="30" y="6"/>
                  <a:pt x="30" y="6"/>
                  <a:pt x="30" y="6"/>
                </a:cubicBezTo>
                <a:cubicBezTo>
                  <a:pt x="30" y="6"/>
                  <a:pt x="28" y="5"/>
                  <a:pt x="28" y="5"/>
                </a:cubicBezTo>
                <a:cubicBezTo>
                  <a:pt x="28" y="5"/>
                  <a:pt x="27" y="5"/>
                  <a:pt x="27" y="5"/>
                </a:cubicBezTo>
                <a:cubicBezTo>
                  <a:pt x="27" y="6"/>
                  <a:pt x="27" y="6"/>
                  <a:pt x="27" y="6"/>
                </a:cubicBezTo>
                <a:cubicBezTo>
                  <a:pt x="11" y="6"/>
                  <a:pt x="11" y="6"/>
                  <a:pt x="11" y="6"/>
                </a:cubicBezTo>
                <a:cubicBezTo>
                  <a:pt x="11" y="12"/>
                  <a:pt x="11" y="12"/>
                  <a:pt x="11" y="12"/>
                </a:cubicBezTo>
                <a:cubicBezTo>
                  <a:pt x="7" y="12"/>
                  <a:pt x="7" y="12"/>
                  <a:pt x="7" y="12"/>
                </a:cubicBezTo>
                <a:cubicBezTo>
                  <a:pt x="7" y="12"/>
                  <a:pt x="7" y="12"/>
                  <a:pt x="7" y="12"/>
                </a:cubicBezTo>
                <a:cubicBezTo>
                  <a:pt x="8" y="13"/>
                  <a:pt x="8" y="13"/>
                  <a:pt x="8" y="13"/>
                </a:cubicBezTo>
                <a:cubicBezTo>
                  <a:pt x="8" y="13"/>
                  <a:pt x="10" y="14"/>
                  <a:pt x="10" y="14"/>
                </a:cubicBezTo>
                <a:cubicBezTo>
                  <a:pt x="10" y="15"/>
                  <a:pt x="11" y="15"/>
                  <a:pt x="11" y="15"/>
                </a:cubicBezTo>
                <a:cubicBezTo>
                  <a:pt x="14" y="17"/>
                  <a:pt x="14" y="17"/>
                  <a:pt x="14" y="17"/>
                </a:cubicBezTo>
                <a:cubicBezTo>
                  <a:pt x="14" y="19"/>
                  <a:pt x="14" y="19"/>
                  <a:pt x="14" y="19"/>
                </a:cubicBezTo>
                <a:cubicBezTo>
                  <a:pt x="15" y="19"/>
                  <a:pt x="15" y="19"/>
                  <a:pt x="15" y="19"/>
                </a:cubicBezTo>
                <a:cubicBezTo>
                  <a:pt x="16" y="19"/>
                  <a:pt x="16" y="19"/>
                  <a:pt x="16" y="19"/>
                </a:cubicBezTo>
                <a:cubicBezTo>
                  <a:pt x="16" y="20"/>
                  <a:pt x="16" y="20"/>
                  <a:pt x="16" y="20"/>
                </a:cubicBezTo>
                <a:cubicBezTo>
                  <a:pt x="16" y="21"/>
                  <a:pt x="16" y="21"/>
                  <a:pt x="16" y="21"/>
                </a:cubicBezTo>
                <a:cubicBezTo>
                  <a:pt x="16" y="23"/>
                  <a:pt x="16" y="23"/>
                  <a:pt x="16" y="23"/>
                </a:cubicBezTo>
                <a:cubicBezTo>
                  <a:pt x="4" y="23"/>
                  <a:pt x="4" y="23"/>
                  <a:pt x="4" y="23"/>
                </a:cubicBezTo>
                <a:cubicBezTo>
                  <a:pt x="0" y="30"/>
                  <a:pt x="0" y="30"/>
                  <a:pt x="0" y="30"/>
                </a:cubicBezTo>
                <a:cubicBezTo>
                  <a:pt x="0" y="31"/>
                  <a:pt x="0" y="31"/>
                  <a:pt x="0" y="31"/>
                </a:cubicBezTo>
                <a:cubicBezTo>
                  <a:pt x="1" y="32"/>
                  <a:pt x="1" y="32"/>
                  <a:pt x="1" y="32"/>
                </a:cubicBezTo>
                <a:cubicBezTo>
                  <a:pt x="0" y="33"/>
                  <a:pt x="0" y="33"/>
                  <a:pt x="0" y="33"/>
                </a:cubicBezTo>
                <a:cubicBezTo>
                  <a:pt x="0" y="36"/>
                  <a:pt x="0" y="36"/>
                  <a:pt x="0" y="36"/>
                </a:cubicBezTo>
                <a:cubicBezTo>
                  <a:pt x="0" y="37"/>
                  <a:pt x="0" y="37"/>
                  <a:pt x="0" y="37"/>
                </a:cubicBezTo>
                <a:cubicBezTo>
                  <a:pt x="0" y="37"/>
                  <a:pt x="1" y="38"/>
                  <a:pt x="1" y="38"/>
                </a:cubicBezTo>
                <a:cubicBezTo>
                  <a:pt x="2" y="38"/>
                  <a:pt x="3" y="40"/>
                  <a:pt x="4" y="40"/>
                </a:cubicBezTo>
                <a:cubicBezTo>
                  <a:pt x="5" y="41"/>
                  <a:pt x="6" y="42"/>
                  <a:pt x="7" y="42"/>
                </a:cubicBezTo>
                <a:cubicBezTo>
                  <a:pt x="8" y="43"/>
                  <a:pt x="10" y="43"/>
                  <a:pt x="11" y="43"/>
                </a:cubicBezTo>
                <a:cubicBezTo>
                  <a:pt x="11" y="43"/>
                  <a:pt x="13" y="43"/>
                  <a:pt x="13" y="43"/>
                </a:cubicBezTo>
                <a:cubicBezTo>
                  <a:pt x="13" y="43"/>
                  <a:pt x="14" y="43"/>
                  <a:pt x="14" y="43"/>
                </a:cubicBezTo>
                <a:cubicBezTo>
                  <a:pt x="15" y="43"/>
                  <a:pt x="16" y="43"/>
                  <a:pt x="16" y="43"/>
                </a:cubicBezTo>
                <a:cubicBezTo>
                  <a:pt x="16" y="44"/>
                  <a:pt x="17" y="44"/>
                  <a:pt x="18" y="44"/>
                </a:cubicBezTo>
                <a:cubicBezTo>
                  <a:pt x="18" y="44"/>
                  <a:pt x="18" y="44"/>
                  <a:pt x="18" y="44"/>
                </a:cubicBezTo>
                <a:cubicBezTo>
                  <a:pt x="19" y="44"/>
                  <a:pt x="19" y="44"/>
                  <a:pt x="19" y="43"/>
                </a:cubicBezTo>
                <a:cubicBezTo>
                  <a:pt x="19" y="43"/>
                  <a:pt x="20" y="42"/>
                  <a:pt x="20" y="42"/>
                </a:cubicBezTo>
                <a:cubicBezTo>
                  <a:pt x="22" y="42"/>
                  <a:pt x="22" y="42"/>
                  <a:pt x="22" y="42"/>
                </a:cubicBezTo>
                <a:cubicBezTo>
                  <a:pt x="23" y="41"/>
                  <a:pt x="23" y="41"/>
                  <a:pt x="23" y="41"/>
                </a:cubicBezTo>
                <a:cubicBezTo>
                  <a:pt x="24" y="40"/>
                  <a:pt x="24" y="40"/>
                  <a:pt x="24" y="40"/>
                </a:cubicBezTo>
                <a:cubicBezTo>
                  <a:pt x="23" y="39"/>
                  <a:pt x="23" y="39"/>
                  <a:pt x="23" y="39"/>
                </a:cubicBezTo>
                <a:cubicBezTo>
                  <a:pt x="24" y="38"/>
                  <a:pt x="24" y="38"/>
                  <a:pt x="24" y="38"/>
                </a:cubicBezTo>
                <a:cubicBezTo>
                  <a:pt x="26" y="38"/>
                  <a:pt x="26" y="38"/>
                  <a:pt x="26" y="38"/>
                </a:cubicBezTo>
                <a:cubicBezTo>
                  <a:pt x="27" y="36"/>
                  <a:pt x="27" y="36"/>
                  <a:pt x="27" y="36"/>
                </a:cubicBezTo>
                <a:cubicBezTo>
                  <a:pt x="27" y="36"/>
                  <a:pt x="27" y="35"/>
                  <a:pt x="27" y="35"/>
                </a:cubicBezTo>
                <a:cubicBezTo>
                  <a:pt x="27" y="35"/>
                  <a:pt x="27" y="34"/>
                  <a:pt x="27" y="34"/>
                </a:cubicBezTo>
                <a:cubicBezTo>
                  <a:pt x="27" y="33"/>
                  <a:pt x="27" y="33"/>
                  <a:pt x="27" y="33"/>
                </a:cubicBezTo>
                <a:cubicBezTo>
                  <a:pt x="27" y="33"/>
                  <a:pt x="27" y="33"/>
                  <a:pt x="27" y="33"/>
                </a:cubicBezTo>
                <a:cubicBezTo>
                  <a:pt x="27" y="32"/>
                  <a:pt x="27" y="32"/>
                  <a:pt x="27" y="32"/>
                </a:cubicBezTo>
                <a:cubicBezTo>
                  <a:pt x="33" y="29"/>
                  <a:pt x="33" y="29"/>
                  <a:pt x="33" y="29"/>
                </a:cubicBezTo>
                <a:cubicBezTo>
                  <a:pt x="35" y="26"/>
                  <a:pt x="35" y="26"/>
                  <a:pt x="35" y="26"/>
                </a:cubicBezTo>
                <a:cubicBezTo>
                  <a:pt x="35" y="26"/>
                  <a:pt x="35" y="25"/>
                  <a:pt x="34" y="25"/>
                </a:cubicBezTo>
                <a:cubicBezTo>
                  <a:pt x="34" y="25"/>
                  <a:pt x="34" y="25"/>
                  <a:pt x="33" y="25"/>
                </a:cubicBezTo>
                <a:cubicBezTo>
                  <a:pt x="33" y="25"/>
                  <a:pt x="33" y="25"/>
                  <a:pt x="33" y="25"/>
                </a:cubicBezTo>
                <a:cubicBezTo>
                  <a:pt x="32" y="25"/>
                  <a:pt x="32" y="26"/>
                  <a:pt x="32" y="26"/>
                </a:cubicBezTo>
                <a:cubicBezTo>
                  <a:pt x="32" y="26"/>
                  <a:pt x="31" y="25"/>
                  <a:pt x="31" y="25"/>
                </a:cubicBezTo>
                <a:cubicBezTo>
                  <a:pt x="31" y="25"/>
                  <a:pt x="31" y="25"/>
                  <a:pt x="30" y="25"/>
                </a:cubicBezTo>
                <a:cubicBezTo>
                  <a:pt x="30" y="25"/>
                  <a:pt x="30" y="25"/>
                  <a:pt x="30" y="24"/>
                </a:cubicBezTo>
                <a:cubicBezTo>
                  <a:pt x="30" y="24"/>
                  <a:pt x="30" y="24"/>
                  <a:pt x="30" y="23"/>
                </a:cubicBezTo>
                <a:cubicBezTo>
                  <a:pt x="30" y="23"/>
                  <a:pt x="30" y="23"/>
                  <a:pt x="31" y="23"/>
                </a:cubicBezTo>
                <a:cubicBezTo>
                  <a:pt x="31" y="23"/>
                  <a:pt x="31" y="22"/>
                  <a:pt x="31" y="22"/>
                </a:cubicBezTo>
                <a:cubicBezTo>
                  <a:pt x="31" y="22"/>
                  <a:pt x="31" y="22"/>
                  <a:pt x="31" y="22"/>
                </a:cubicBezTo>
                <a:cubicBezTo>
                  <a:pt x="31" y="21"/>
                  <a:pt x="32" y="21"/>
                  <a:pt x="32" y="21"/>
                </a:cubicBezTo>
                <a:cubicBezTo>
                  <a:pt x="32" y="21"/>
                  <a:pt x="32" y="21"/>
                  <a:pt x="33" y="21"/>
                </a:cubicBezTo>
                <a:cubicBezTo>
                  <a:pt x="33" y="21"/>
                  <a:pt x="33" y="20"/>
                  <a:pt x="34" y="20"/>
                </a:cubicBezTo>
                <a:cubicBezTo>
                  <a:pt x="34" y="19"/>
                  <a:pt x="35" y="18"/>
                  <a:pt x="35" y="17"/>
                </a:cubicBezTo>
                <a:cubicBezTo>
                  <a:pt x="35" y="16"/>
                  <a:pt x="36" y="15"/>
                  <a:pt x="36" y="15"/>
                </a:cubicBezTo>
                <a:cubicBezTo>
                  <a:pt x="36" y="14"/>
                  <a:pt x="36" y="14"/>
                  <a:pt x="36" y="14"/>
                </a:cubicBezTo>
                <a:cubicBezTo>
                  <a:pt x="36" y="14"/>
                  <a:pt x="35" y="13"/>
                  <a:pt x="35" y="13"/>
                </a:cubicBezTo>
                <a:cubicBezTo>
                  <a:pt x="35" y="13"/>
                  <a:pt x="35" y="13"/>
                  <a:pt x="35" y="12"/>
                </a:cubicBezTo>
                <a:cubicBezTo>
                  <a:pt x="35" y="12"/>
                  <a:pt x="35" y="11"/>
                  <a:pt x="34" y="11"/>
                </a:cubicBezTo>
                <a:cubicBezTo>
                  <a:pt x="34" y="11"/>
                  <a:pt x="34" y="11"/>
                  <a:pt x="34" y="11"/>
                </a:cubicBezTo>
                <a:cubicBezTo>
                  <a:pt x="34" y="11"/>
                  <a:pt x="34" y="11"/>
                  <a:pt x="34" y="11"/>
                </a:cubicBezTo>
                <a:cubicBezTo>
                  <a:pt x="34" y="10"/>
                  <a:pt x="34" y="10"/>
                  <a:pt x="35" y="10"/>
                </a:cubicBezTo>
                <a:cubicBezTo>
                  <a:pt x="35" y="10"/>
                  <a:pt x="35" y="10"/>
                  <a:pt x="35" y="10"/>
                </a:cubicBezTo>
                <a:cubicBezTo>
                  <a:pt x="35" y="10"/>
                  <a:pt x="35" y="10"/>
                  <a:pt x="35" y="10"/>
                </a:cubicBezTo>
                <a:cubicBezTo>
                  <a:pt x="35" y="11"/>
                  <a:pt x="35" y="11"/>
                  <a:pt x="35" y="11"/>
                </a:cubicBezTo>
                <a:cubicBezTo>
                  <a:pt x="36" y="11"/>
                  <a:pt x="36" y="10"/>
                  <a:pt x="36" y="9"/>
                </a:cubicBezTo>
                <a:cubicBezTo>
                  <a:pt x="36" y="9"/>
                  <a:pt x="36" y="9"/>
                  <a:pt x="35" y="9"/>
                </a:cubicBezTo>
                <a:cubicBezTo>
                  <a:pt x="35" y="9"/>
                  <a:pt x="35" y="9"/>
                  <a:pt x="35" y="9"/>
                </a:cubicBezTo>
                <a:cubicBezTo>
                  <a:pt x="35" y="9"/>
                  <a:pt x="35" y="9"/>
                  <a:pt x="35" y="8"/>
                </a:cubicBezTo>
                <a:cubicBezTo>
                  <a:pt x="35" y="8"/>
                  <a:pt x="35" y="8"/>
                  <a:pt x="35" y="8"/>
                </a:cubicBezTo>
                <a:cubicBezTo>
                  <a:pt x="36" y="7"/>
                  <a:pt x="36" y="7"/>
                  <a:pt x="36" y="6"/>
                </a:cubicBezTo>
                <a:cubicBezTo>
                  <a:pt x="36" y="6"/>
                  <a:pt x="36" y="5"/>
                  <a:pt x="37" y="4"/>
                </a:cubicBezTo>
                <a:cubicBezTo>
                  <a:pt x="37" y="4"/>
                  <a:pt x="37" y="3"/>
                  <a:pt x="37" y="2"/>
                </a:cubicBezTo>
                <a:cubicBezTo>
                  <a:pt x="37" y="2"/>
                  <a:pt x="37" y="2"/>
                  <a:pt x="37" y="2"/>
                </a:cubicBezTo>
                <a:cubicBezTo>
                  <a:pt x="36" y="2"/>
                  <a:pt x="36" y="2"/>
                  <a:pt x="36" y="2"/>
                </a:cubicBezTo>
                <a:cubicBezTo>
                  <a:pt x="36" y="2"/>
                  <a:pt x="35" y="2"/>
                  <a:pt x="35" y="2"/>
                </a:cubicBezTo>
                <a:cubicBezTo>
                  <a:pt x="35" y="2"/>
                  <a:pt x="34" y="2"/>
                  <a:pt x="34" y="1"/>
                </a:cubicBezTo>
                <a:cubicBezTo>
                  <a:pt x="34" y="1"/>
                  <a:pt x="35" y="1"/>
                  <a:pt x="35" y="1"/>
                </a:cubicBezTo>
                <a:cubicBezTo>
                  <a:pt x="35" y="1"/>
                  <a:pt x="35" y="0"/>
                  <a:pt x="35" y="0"/>
                </a:cubicBezTo>
                <a:cubicBezTo>
                  <a:pt x="33" y="0"/>
                  <a:pt x="33" y="0"/>
                  <a:pt x="33" y="0"/>
                </a:cubicBezTo>
                <a:lnTo>
                  <a:pt x="33" y="2"/>
                </a:lnTo>
                <a:close/>
              </a:path>
            </a:pathLst>
          </a:custGeom>
          <a:solidFill>
            <a:schemeClr val="accent3"/>
          </a:solid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nvGrpSpPr>
          <p:cNvPr id="11" name="Group 10"/>
          <p:cNvGrpSpPr/>
          <p:nvPr/>
        </p:nvGrpSpPr>
        <p:grpSpPr>
          <a:xfrm>
            <a:off x="9256713" y="5683250"/>
            <a:ext cx="871538" cy="617537"/>
            <a:chOff x="9256713" y="5683250"/>
            <a:chExt cx="871538" cy="617537"/>
          </a:xfrm>
          <a:solidFill>
            <a:schemeClr val="accent4"/>
          </a:solidFill>
        </p:grpSpPr>
        <p:sp>
          <p:nvSpPr>
            <p:cNvPr id="615" name="Freeform 612"/>
            <p:cNvSpPr>
              <a:spLocks/>
            </p:cNvSpPr>
            <p:nvPr/>
          </p:nvSpPr>
          <p:spPr bwMode="auto">
            <a:xfrm>
              <a:off x="9921875" y="6007100"/>
              <a:ext cx="7938" cy="4762"/>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0"/>
                    <a:pt x="0" y="1"/>
                    <a:pt x="0"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6" name="Freeform 613"/>
            <p:cNvSpPr>
              <a:spLocks/>
            </p:cNvSpPr>
            <p:nvPr/>
          </p:nvSpPr>
          <p:spPr bwMode="auto">
            <a:xfrm>
              <a:off x="9861550" y="5995988"/>
              <a:ext cx="57150" cy="22225"/>
            </a:xfrm>
            <a:custGeom>
              <a:avLst/>
              <a:gdLst>
                <a:gd name="T0" fmla="*/ 14 w 15"/>
                <a:gd name="T1" fmla="*/ 2 h 6"/>
                <a:gd name="T2" fmla="*/ 14 w 15"/>
                <a:gd name="T3" fmla="*/ 1 h 6"/>
                <a:gd name="T4" fmla="*/ 14 w 15"/>
                <a:gd name="T5" fmla="*/ 1 h 6"/>
                <a:gd name="T6" fmla="*/ 13 w 15"/>
                <a:gd name="T7" fmla="*/ 1 h 6"/>
                <a:gd name="T8" fmla="*/ 12 w 15"/>
                <a:gd name="T9" fmla="*/ 1 h 6"/>
                <a:gd name="T10" fmla="*/ 11 w 15"/>
                <a:gd name="T11" fmla="*/ 1 h 6"/>
                <a:gd name="T12" fmla="*/ 10 w 15"/>
                <a:gd name="T13" fmla="*/ 1 h 6"/>
                <a:gd name="T14" fmla="*/ 8 w 15"/>
                <a:gd name="T15" fmla="*/ 1 h 6"/>
                <a:gd name="T16" fmla="*/ 6 w 15"/>
                <a:gd name="T17" fmla="*/ 1 h 6"/>
                <a:gd name="T18" fmla="*/ 5 w 15"/>
                <a:gd name="T19" fmla="*/ 0 h 6"/>
                <a:gd name="T20" fmla="*/ 4 w 15"/>
                <a:gd name="T21" fmla="*/ 0 h 6"/>
                <a:gd name="T22" fmla="*/ 2 w 15"/>
                <a:gd name="T23" fmla="*/ 0 h 6"/>
                <a:gd name="T24" fmla="*/ 1 w 15"/>
                <a:gd name="T25" fmla="*/ 1 h 6"/>
                <a:gd name="T26" fmla="*/ 1 w 15"/>
                <a:gd name="T27" fmla="*/ 1 h 6"/>
                <a:gd name="T28" fmla="*/ 1 w 15"/>
                <a:gd name="T29" fmla="*/ 1 h 6"/>
                <a:gd name="T30" fmla="*/ 1 w 15"/>
                <a:gd name="T31" fmla="*/ 2 h 6"/>
                <a:gd name="T32" fmla="*/ 1 w 15"/>
                <a:gd name="T33" fmla="*/ 4 h 6"/>
                <a:gd name="T34" fmla="*/ 1 w 15"/>
                <a:gd name="T35" fmla="*/ 5 h 6"/>
                <a:gd name="T36" fmla="*/ 1 w 15"/>
                <a:gd name="T37" fmla="*/ 5 h 6"/>
                <a:gd name="T38" fmla="*/ 2 w 15"/>
                <a:gd name="T39" fmla="*/ 5 h 6"/>
                <a:gd name="T40" fmla="*/ 3 w 15"/>
                <a:gd name="T41" fmla="*/ 5 h 6"/>
                <a:gd name="T42" fmla="*/ 4 w 15"/>
                <a:gd name="T43" fmla="*/ 6 h 6"/>
                <a:gd name="T44" fmla="*/ 6 w 15"/>
                <a:gd name="T45" fmla="*/ 5 h 6"/>
                <a:gd name="T46" fmla="*/ 6 w 15"/>
                <a:gd name="T47" fmla="*/ 5 h 6"/>
                <a:gd name="T48" fmla="*/ 6 w 15"/>
                <a:gd name="T49" fmla="*/ 5 h 6"/>
                <a:gd name="T50" fmla="*/ 8 w 15"/>
                <a:gd name="T51" fmla="*/ 6 h 6"/>
                <a:gd name="T52" fmla="*/ 9 w 15"/>
                <a:gd name="T53" fmla="*/ 6 h 6"/>
                <a:gd name="T54" fmla="*/ 12 w 15"/>
                <a:gd name="T55" fmla="*/ 5 h 6"/>
                <a:gd name="T56" fmla="*/ 13 w 15"/>
                <a:gd name="T57" fmla="*/ 5 h 6"/>
                <a:gd name="T58" fmla="*/ 14 w 15"/>
                <a:gd name="T59" fmla="*/ 3 h 6"/>
                <a:gd name="T60" fmla="*/ 15 w 15"/>
                <a:gd name="T61" fmla="*/ 2 h 6"/>
                <a:gd name="T62" fmla="*/ 14 w 15"/>
                <a:gd name="T6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6">
                  <a:moveTo>
                    <a:pt x="14" y="2"/>
                  </a:moveTo>
                  <a:cubicBezTo>
                    <a:pt x="14" y="1"/>
                    <a:pt x="14" y="1"/>
                    <a:pt x="14" y="1"/>
                  </a:cubicBezTo>
                  <a:cubicBezTo>
                    <a:pt x="14" y="1"/>
                    <a:pt x="14" y="1"/>
                    <a:pt x="14" y="1"/>
                  </a:cubicBezTo>
                  <a:cubicBezTo>
                    <a:pt x="14" y="1"/>
                    <a:pt x="13" y="1"/>
                    <a:pt x="13" y="1"/>
                  </a:cubicBezTo>
                  <a:cubicBezTo>
                    <a:pt x="13" y="1"/>
                    <a:pt x="12" y="1"/>
                    <a:pt x="12" y="1"/>
                  </a:cubicBezTo>
                  <a:cubicBezTo>
                    <a:pt x="12" y="1"/>
                    <a:pt x="12" y="1"/>
                    <a:pt x="11" y="1"/>
                  </a:cubicBezTo>
                  <a:cubicBezTo>
                    <a:pt x="11" y="1"/>
                    <a:pt x="11" y="1"/>
                    <a:pt x="10" y="1"/>
                  </a:cubicBezTo>
                  <a:cubicBezTo>
                    <a:pt x="10" y="1"/>
                    <a:pt x="9" y="1"/>
                    <a:pt x="8" y="1"/>
                  </a:cubicBezTo>
                  <a:cubicBezTo>
                    <a:pt x="7" y="1"/>
                    <a:pt x="6" y="1"/>
                    <a:pt x="6" y="1"/>
                  </a:cubicBezTo>
                  <a:cubicBezTo>
                    <a:pt x="5" y="1"/>
                    <a:pt x="5" y="1"/>
                    <a:pt x="5" y="0"/>
                  </a:cubicBezTo>
                  <a:cubicBezTo>
                    <a:pt x="4" y="0"/>
                    <a:pt x="4" y="0"/>
                    <a:pt x="4" y="0"/>
                  </a:cubicBezTo>
                  <a:cubicBezTo>
                    <a:pt x="4" y="0"/>
                    <a:pt x="3" y="1"/>
                    <a:pt x="2" y="0"/>
                  </a:cubicBezTo>
                  <a:cubicBezTo>
                    <a:pt x="2" y="0"/>
                    <a:pt x="2" y="0"/>
                    <a:pt x="1" y="1"/>
                  </a:cubicBezTo>
                  <a:cubicBezTo>
                    <a:pt x="1" y="1"/>
                    <a:pt x="1" y="1"/>
                    <a:pt x="1" y="1"/>
                  </a:cubicBezTo>
                  <a:cubicBezTo>
                    <a:pt x="1" y="1"/>
                    <a:pt x="1" y="1"/>
                    <a:pt x="1" y="1"/>
                  </a:cubicBezTo>
                  <a:cubicBezTo>
                    <a:pt x="0" y="2"/>
                    <a:pt x="0" y="2"/>
                    <a:pt x="1" y="2"/>
                  </a:cubicBezTo>
                  <a:cubicBezTo>
                    <a:pt x="1" y="3"/>
                    <a:pt x="1" y="3"/>
                    <a:pt x="1" y="4"/>
                  </a:cubicBezTo>
                  <a:cubicBezTo>
                    <a:pt x="1" y="4"/>
                    <a:pt x="1" y="4"/>
                    <a:pt x="1" y="5"/>
                  </a:cubicBezTo>
                  <a:cubicBezTo>
                    <a:pt x="1" y="5"/>
                    <a:pt x="1" y="5"/>
                    <a:pt x="1" y="5"/>
                  </a:cubicBezTo>
                  <a:cubicBezTo>
                    <a:pt x="2" y="5"/>
                    <a:pt x="2" y="6"/>
                    <a:pt x="2" y="5"/>
                  </a:cubicBezTo>
                  <a:cubicBezTo>
                    <a:pt x="2" y="5"/>
                    <a:pt x="3" y="5"/>
                    <a:pt x="3" y="5"/>
                  </a:cubicBezTo>
                  <a:cubicBezTo>
                    <a:pt x="3" y="6"/>
                    <a:pt x="4" y="6"/>
                    <a:pt x="4" y="6"/>
                  </a:cubicBezTo>
                  <a:cubicBezTo>
                    <a:pt x="4" y="5"/>
                    <a:pt x="5" y="5"/>
                    <a:pt x="6" y="5"/>
                  </a:cubicBezTo>
                  <a:cubicBezTo>
                    <a:pt x="6" y="5"/>
                    <a:pt x="6" y="5"/>
                    <a:pt x="6" y="5"/>
                  </a:cubicBezTo>
                  <a:cubicBezTo>
                    <a:pt x="6" y="5"/>
                    <a:pt x="6" y="5"/>
                    <a:pt x="6" y="5"/>
                  </a:cubicBezTo>
                  <a:cubicBezTo>
                    <a:pt x="7" y="5"/>
                    <a:pt x="7" y="5"/>
                    <a:pt x="8" y="6"/>
                  </a:cubicBezTo>
                  <a:cubicBezTo>
                    <a:pt x="8" y="6"/>
                    <a:pt x="8" y="6"/>
                    <a:pt x="9" y="6"/>
                  </a:cubicBezTo>
                  <a:cubicBezTo>
                    <a:pt x="10" y="6"/>
                    <a:pt x="11" y="5"/>
                    <a:pt x="12" y="5"/>
                  </a:cubicBezTo>
                  <a:cubicBezTo>
                    <a:pt x="12" y="5"/>
                    <a:pt x="13" y="5"/>
                    <a:pt x="13" y="5"/>
                  </a:cubicBezTo>
                  <a:cubicBezTo>
                    <a:pt x="13" y="4"/>
                    <a:pt x="14" y="4"/>
                    <a:pt x="14" y="3"/>
                  </a:cubicBezTo>
                  <a:cubicBezTo>
                    <a:pt x="15" y="3"/>
                    <a:pt x="15" y="3"/>
                    <a:pt x="15" y="2"/>
                  </a:cubicBezTo>
                  <a:cubicBezTo>
                    <a:pt x="15" y="2"/>
                    <a:pt x="15" y="2"/>
                    <a:pt x="14" y="2"/>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7" name="Freeform 614"/>
            <p:cNvSpPr>
              <a:spLocks/>
            </p:cNvSpPr>
            <p:nvPr/>
          </p:nvSpPr>
          <p:spPr bwMode="auto">
            <a:xfrm>
              <a:off x="9839325" y="6011863"/>
              <a:ext cx="3175" cy="3175"/>
            </a:xfrm>
            <a:custGeom>
              <a:avLst/>
              <a:gdLst>
                <a:gd name="T0" fmla="*/ 1 w 1"/>
                <a:gd name="T1" fmla="*/ 0 h 1"/>
                <a:gd name="T2" fmla="*/ 0 w 1"/>
                <a:gd name="T3" fmla="*/ 0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0"/>
                    <a:pt x="0" y="0"/>
                  </a:cubicBezTo>
                  <a:cubicBezTo>
                    <a:pt x="1" y="1"/>
                    <a:pt x="1" y="0"/>
                    <a:pt x="1" y="0"/>
                  </a:cubicBezTo>
                  <a:cubicBezTo>
                    <a:pt x="1" y="0"/>
                    <a:pt x="1"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8" name="Freeform 615"/>
            <p:cNvSpPr>
              <a:spLocks/>
            </p:cNvSpPr>
            <p:nvPr/>
          </p:nvSpPr>
          <p:spPr bwMode="auto">
            <a:xfrm>
              <a:off x="9480550" y="5748338"/>
              <a:ext cx="23813" cy="38100"/>
            </a:xfrm>
            <a:custGeom>
              <a:avLst/>
              <a:gdLst>
                <a:gd name="T0" fmla="*/ 3 w 6"/>
                <a:gd name="T1" fmla="*/ 9 h 10"/>
                <a:gd name="T2" fmla="*/ 4 w 6"/>
                <a:gd name="T3" fmla="*/ 9 h 10"/>
                <a:gd name="T4" fmla="*/ 4 w 6"/>
                <a:gd name="T5" fmla="*/ 9 h 10"/>
                <a:gd name="T6" fmla="*/ 5 w 6"/>
                <a:gd name="T7" fmla="*/ 9 h 10"/>
                <a:gd name="T8" fmla="*/ 5 w 6"/>
                <a:gd name="T9" fmla="*/ 8 h 10"/>
                <a:gd name="T10" fmla="*/ 6 w 6"/>
                <a:gd name="T11" fmla="*/ 8 h 10"/>
                <a:gd name="T12" fmla="*/ 6 w 6"/>
                <a:gd name="T13" fmla="*/ 7 h 10"/>
                <a:gd name="T14" fmla="*/ 5 w 6"/>
                <a:gd name="T15" fmla="*/ 5 h 10"/>
                <a:gd name="T16" fmla="*/ 5 w 6"/>
                <a:gd name="T17" fmla="*/ 4 h 10"/>
                <a:gd name="T18" fmla="*/ 4 w 6"/>
                <a:gd name="T19" fmla="*/ 3 h 10"/>
                <a:gd name="T20" fmla="*/ 4 w 6"/>
                <a:gd name="T21" fmla="*/ 2 h 10"/>
                <a:gd name="T22" fmla="*/ 3 w 6"/>
                <a:gd name="T23" fmla="*/ 1 h 10"/>
                <a:gd name="T24" fmla="*/ 2 w 6"/>
                <a:gd name="T25" fmla="*/ 1 h 10"/>
                <a:gd name="T26" fmla="*/ 2 w 6"/>
                <a:gd name="T27" fmla="*/ 1 h 10"/>
                <a:gd name="T28" fmla="*/ 2 w 6"/>
                <a:gd name="T29" fmla="*/ 1 h 10"/>
                <a:gd name="T30" fmla="*/ 2 w 6"/>
                <a:gd name="T31" fmla="*/ 3 h 10"/>
                <a:gd name="T32" fmla="*/ 2 w 6"/>
                <a:gd name="T33" fmla="*/ 4 h 10"/>
                <a:gd name="T34" fmla="*/ 0 w 6"/>
                <a:gd name="T35" fmla="*/ 6 h 10"/>
                <a:gd name="T36" fmla="*/ 0 w 6"/>
                <a:gd name="T37" fmla="*/ 6 h 10"/>
                <a:gd name="T38" fmla="*/ 2 w 6"/>
                <a:gd name="T39" fmla="*/ 8 h 10"/>
                <a:gd name="T40" fmla="*/ 2 w 6"/>
                <a:gd name="T41" fmla="*/ 8 h 10"/>
                <a:gd name="T42" fmla="*/ 3 w 6"/>
                <a:gd name="T4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3" y="9"/>
                  </a:moveTo>
                  <a:cubicBezTo>
                    <a:pt x="3" y="10"/>
                    <a:pt x="3" y="10"/>
                    <a:pt x="4" y="9"/>
                  </a:cubicBezTo>
                  <a:cubicBezTo>
                    <a:pt x="4" y="9"/>
                    <a:pt x="4" y="9"/>
                    <a:pt x="4" y="9"/>
                  </a:cubicBezTo>
                  <a:cubicBezTo>
                    <a:pt x="4" y="9"/>
                    <a:pt x="5" y="9"/>
                    <a:pt x="5" y="9"/>
                  </a:cubicBezTo>
                  <a:cubicBezTo>
                    <a:pt x="5" y="8"/>
                    <a:pt x="5" y="8"/>
                    <a:pt x="5" y="8"/>
                  </a:cubicBezTo>
                  <a:cubicBezTo>
                    <a:pt x="5" y="8"/>
                    <a:pt x="6" y="8"/>
                    <a:pt x="6" y="8"/>
                  </a:cubicBezTo>
                  <a:cubicBezTo>
                    <a:pt x="6" y="7"/>
                    <a:pt x="6" y="7"/>
                    <a:pt x="6" y="7"/>
                  </a:cubicBezTo>
                  <a:cubicBezTo>
                    <a:pt x="6" y="6"/>
                    <a:pt x="6" y="6"/>
                    <a:pt x="5" y="5"/>
                  </a:cubicBezTo>
                  <a:cubicBezTo>
                    <a:pt x="5" y="5"/>
                    <a:pt x="5" y="5"/>
                    <a:pt x="5" y="4"/>
                  </a:cubicBezTo>
                  <a:cubicBezTo>
                    <a:pt x="5" y="4"/>
                    <a:pt x="4" y="4"/>
                    <a:pt x="4" y="3"/>
                  </a:cubicBezTo>
                  <a:cubicBezTo>
                    <a:pt x="4" y="3"/>
                    <a:pt x="4" y="3"/>
                    <a:pt x="4" y="2"/>
                  </a:cubicBezTo>
                  <a:cubicBezTo>
                    <a:pt x="4" y="2"/>
                    <a:pt x="4" y="1"/>
                    <a:pt x="3" y="1"/>
                  </a:cubicBezTo>
                  <a:cubicBezTo>
                    <a:pt x="3" y="0"/>
                    <a:pt x="3" y="1"/>
                    <a:pt x="2" y="1"/>
                  </a:cubicBezTo>
                  <a:cubicBezTo>
                    <a:pt x="2" y="0"/>
                    <a:pt x="2" y="1"/>
                    <a:pt x="2" y="1"/>
                  </a:cubicBezTo>
                  <a:cubicBezTo>
                    <a:pt x="2" y="1"/>
                    <a:pt x="2" y="1"/>
                    <a:pt x="2" y="1"/>
                  </a:cubicBezTo>
                  <a:cubicBezTo>
                    <a:pt x="2" y="2"/>
                    <a:pt x="2" y="3"/>
                    <a:pt x="2" y="3"/>
                  </a:cubicBezTo>
                  <a:cubicBezTo>
                    <a:pt x="2" y="4"/>
                    <a:pt x="2" y="4"/>
                    <a:pt x="2" y="4"/>
                  </a:cubicBezTo>
                  <a:cubicBezTo>
                    <a:pt x="1" y="5"/>
                    <a:pt x="1" y="6"/>
                    <a:pt x="0" y="6"/>
                  </a:cubicBezTo>
                  <a:cubicBezTo>
                    <a:pt x="0" y="6"/>
                    <a:pt x="0" y="6"/>
                    <a:pt x="0" y="6"/>
                  </a:cubicBezTo>
                  <a:cubicBezTo>
                    <a:pt x="1" y="7"/>
                    <a:pt x="1" y="8"/>
                    <a:pt x="2" y="8"/>
                  </a:cubicBezTo>
                  <a:cubicBezTo>
                    <a:pt x="2" y="8"/>
                    <a:pt x="2" y="8"/>
                    <a:pt x="2" y="8"/>
                  </a:cubicBezTo>
                  <a:cubicBezTo>
                    <a:pt x="2" y="9"/>
                    <a:pt x="3" y="9"/>
                    <a:pt x="3" y="9"/>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9" name="Freeform 616"/>
            <p:cNvSpPr>
              <a:spLocks/>
            </p:cNvSpPr>
            <p:nvPr/>
          </p:nvSpPr>
          <p:spPr bwMode="auto">
            <a:xfrm>
              <a:off x="9496425" y="5778500"/>
              <a:ext cx="14288" cy="26987"/>
            </a:xfrm>
            <a:custGeom>
              <a:avLst/>
              <a:gdLst>
                <a:gd name="T0" fmla="*/ 2 w 4"/>
                <a:gd name="T1" fmla="*/ 6 h 7"/>
                <a:gd name="T2" fmla="*/ 3 w 4"/>
                <a:gd name="T3" fmla="*/ 7 h 7"/>
                <a:gd name="T4" fmla="*/ 4 w 4"/>
                <a:gd name="T5" fmla="*/ 6 h 7"/>
                <a:gd name="T6" fmla="*/ 4 w 4"/>
                <a:gd name="T7" fmla="*/ 3 h 7"/>
                <a:gd name="T8" fmla="*/ 3 w 4"/>
                <a:gd name="T9" fmla="*/ 2 h 7"/>
                <a:gd name="T10" fmla="*/ 3 w 4"/>
                <a:gd name="T11" fmla="*/ 2 h 7"/>
                <a:gd name="T12" fmla="*/ 3 w 4"/>
                <a:gd name="T13" fmla="*/ 1 h 7"/>
                <a:gd name="T14" fmla="*/ 2 w 4"/>
                <a:gd name="T15" fmla="*/ 0 h 7"/>
                <a:gd name="T16" fmla="*/ 2 w 4"/>
                <a:gd name="T17" fmla="*/ 2 h 7"/>
                <a:gd name="T18" fmla="*/ 1 w 4"/>
                <a:gd name="T19" fmla="*/ 2 h 7"/>
                <a:gd name="T20" fmla="*/ 1 w 4"/>
                <a:gd name="T21" fmla="*/ 2 h 7"/>
                <a:gd name="T22" fmla="*/ 0 w 4"/>
                <a:gd name="T23" fmla="*/ 2 h 7"/>
                <a:gd name="T24" fmla="*/ 1 w 4"/>
                <a:gd name="T25" fmla="*/ 3 h 7"/>
                <a:gd name="T26" fmla="*/ 2 w 4"/>
                <a:gd name="T27" fmla="*/ 4 h 7"/>
                <a:gd name="T28" fmla="*/ 2 w 4"/>
                <a:gd name="T29" fmla="*/ 4 h 7"/>
                <a:gd name="T30" fmla="*/ 2 w 4"/>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7">
                  <a:moveTo>
                    <a:pt x="2" y="6"/>
                  </a:moveTo>
                  <a:cubicBezTo>
                    <a:pt x="2" y="7"/>
                    <a:pt x="2" y="7"/>
                    <a:pt x="3" y="7"/>
                  </a:cubicBezTo>
                  <a:cubicBezTo>
                    <a:pt x="4" y="7"/>
                    <a:pt x="4" y="7"/>
                    <a:pt x="4" y="6"/>
                  </a:cubicBezTo>
                  <a:cubicBezTo>
                    <a:pt x="4" y="5"/>
                    <a:pt x="4" y="4"/>
                    <a:pt x="4" y="3"/>
                  </a:cubicBezTo>
                  <a:cubicBezTo>
                    <a:pt x="4" y="3"/>
                    <a:pt x="3" y="2"/>
                    <a:pt x="3" y="2"/>
                  </a:cubicBezTo>
                  <a:cubicBezTo>
                    <a:pt x="3" y="2"/>
                    <a:pt x="3" y="2"/>
                    <a:pt x="3" y="2"/>
                  </a:cubicBezTo>
                  <a:cubicBezTo>
                    <a:pt x="3" y="2"/>
                    <a:pt x="3" y="1"/>
                    <a:pt x="3" y="1"/>
                  </a:cubicBezTo>
                  <a:cubicBezTo>
                    <a:pt x="2" y="1"/>
                    <a:pt x="2" y="1"/>
                    <a:pt x="2" y="0"/>
                  </a:cubicBezTo>
                  <a:cubicBezTo>
                    <a:pt x="2" y="1"/>
                    <a:pt x="2" y="1"/>
                    <a:pt x="2" y="2"/>
                  </a:cubicBezTo>
                  <a:cubicBezTo>
                    <a:pt x="2" y="2"/>
                    <a:pt x="1" y="2"/>
                    <a:pt x="1" y="2"/>
                  </a:cubicBezTo>
                  <a:cubicBezTo>
                    <a:pt x="1" y="2"/>
                    <a:pt x="1" y="2"/>
                    <a:pt x="1" y="2"/>
                  </a:cubicBezTo>
                  <a:cubicBezTo>
                    <a:pt x="1" y="2"/>
                    <a:pt x="0" y="2"/>
                    <a:pt x="0" y="2"/>
                  </a:cubicBezTo>
                  <a:cubicBezTo>
                    <a:pt x="0" y="3"/>
                    <a:pt x="0" y="3"/>
                    <a:pt x="1" y="3"/>
                  </a:cubicBezTo>
                  <a:cubicBezTo>
                    <a:pt x="1" y="4"/>
                    <a:pt x="1" y="4"/>
                    <a:pt x="2" y="4"/>
                  </a:cubicBezTo>
                  <a:cubicBezTo>
                    <a:pt x="2" y="4"/>
                    <a:pt x="2" y="4"/>
                    <a:pt x="2" y="4"/>
                  </a:cubicBezTo>
                  <a:cubicBezTo>
                    <a:pt x="1" y="5"/>
                    <a:pt x="1" y="5"/>
                    <a:pt x="2" y="6"/>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0" name="Freeform 617"/>
            <p:cNvSpPr>
              <a:spLocks/>
            </p:cNvSpPr>
            <p:nvPr/>
          </p:nvSpPr>
          <p:spPr bwMode="auto">
            <a:xfrm>
              <a:off x="9640888" y="5892800"/>
              <a:ext cx="26988" cy="15875"/>
            </a:xfrm>
            <a:custGeom>
              <a:avLst/>
              <a:gdLst>
                <a:gd name="T0" fmla="*/ 1 w 7"/>
                <a:gd name="T1" fmla="*/ 4 h 4"/>
                <a:gd name="T2" fmla="*/ 2 w 7"/>
                <a:gd name="T3" fmla="*/ 4 h 4"/>
                <a:gd name="T4" fmla="*/ 2 w 7"/>
                <a:gd name="T5" fmla="*/ 4 h 4"/>
                <a:gd name="T6" fmla="*/ 4 w 7"/>
                <a:gd name="T7" fmla="*/ 4 h 4"/>
                <a:gd name="T8" fmla="*/ 6 w 7"/>
                <a:gd name="T9" fmla="*/ 3 h 4"/>
                <a:gd name="T10" fmla="*/ 6 w 7"/>
                <a:gd name="T11" fmla="*/ 0 h 4"/>
                <a:gd name="T12" fmla="*/ 6 w 7"/>
                <a:gd name="T13" fmla="*/ 1 h 4"/>
                <a:gd name="T14" fmla="*/ 5 w 7"/>
                <a:gd name="T15" fmla="*/ 2 h 4"/>
                <a:gd name="T16" fmla="*/ 3 w 7"/>
                <a:gd name="T17" fmla="*/ 1 h 4"/>
                <a:gd name="T18" fmla="*/ 3 w 7"/>
                <a:gd name="T19" fmla="*/ 1 h 4"/>
                <a:gd name="T20" fmla="*/ 1 w 7"/>
                <a:gd name="T21" fmla="*/ 3 h 4"/>
                <a:gd name="T22" fmla="*/ 1 w 7"/>
                <a:gd name="T23" fmla="*/ 3 h 4"/>
                <a:gd name="T24" fmla="*/ 1 w 7"/>
                <a:gd name="T25" fmla="*/ 4 h 4"/>
                <a:gd name="T26" fmla="*/ 1 w 7"/>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4">
                  <a:moveTo>
                    <a:pt x="1" y="4"/>
                  </a:moveTo>
                  <a:cubicBezTo>
                    <a:pt x="1" y="4"/>
                    <a:pt x="2" y="4"/>
                    <a:pt x="2" y="4"/>
                  </a:cubicBezTo>
                  <a:cubicBezTo>
                    <a:pt x="2" y="4"/>
                    <a:pt x="2" y="4"/>
                    <a:pt x="2" y="4"/>
                  </a:cubicBezTo>
                  <a:cubicBezTo>
                    <a:pt x="3" y="4"/>
                    <a:pt x="4" y="4"/>
                    <a:pt x="4" y="4"/>
                  </a:cubicBezTo>
                  <a:cubicBezTo>
                    <a:pt x="5" y="4"/>
                    <a:pt x="5" y="4"/>
                    <a:pt x="6" y="3"/>
                  </a:cubicBezTo>
                  <a:cubicBezTo>
                    <a:pt x="6" y="2"/>
                    <a:pt x="7" y="1"/>
                    <a:pt x="6" y="0"/>
                  </a:cubicBezTo>
                  <a:cubicBezTo>
                    <a:pt x="6" y="0"/>
                    <a:pt x="6" y="1"/>
                    <a:pt x="6" y="1"/>
                  </a:cubicBezTo>
                  <a:cubicBezTo>
                    <a:pt x="6" y="1"/>
                    <a:pt x="5" y="2"/>
                    <a:pt x="5" y="2"/>
                  </a:cubicBezTo>
                  <a:cubicBezTo>
                    <a:pt x="4" y="2"/>
                    <a:pt x="4" y="2"/>
                    <a:pt x="3" y="1"/>
                  </a:cubicBezTo>
                  <a:cubicBezTo>
                    <a:pt x="3" y="1"/>
                    <a:pt x="3" y="1"/>
                    <a:pt x="3" y="1"/>
                  </a:cubicBezTo>
                  <a:cubicBezTo>
                    <a:pt x="2" y="2"/>
                    <a:pt x="1" y="2"/>
                    <a:pt x="1" y="3"/>
                  </a:cubicBezTo>
                  <a:cubicBezTo>
                    <a:pt x="1" y="3"/>
                    <a:pt x="1" y="3"/>
                    <a:pt x="1" y="3"/>
                  </a:cubicBezTo>
                  <a:cubicBezTo>
                    <a:pt x="0" y="3"/>
                    <a:pt x="0" y="4"/>
                    <a:pt x="1" y="4"/>
                  </a:cubicBezTo>
                  <a:cubicBezTo>
                    <a:pt x="1" y="4"/>
                    <a:pt x="1" y="4"/>
                    <a:pt x="1" y="4"/>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1" name="Freeform 618"/>
            <p:cNvSpPr>
              <a:spLocks/>
            </p:cNvSpPr>
            <p:nvPr/>
          </p:nvSpPr>
          <p:spPr bwMode="auto">
            <a:xfrm>
              <a:off x="9698038" y="5870575"/>
              <a:ext cx="14288" cy="11112"/>
            </a:xfrm>
            <a:custGeom>
              <a:avLst/>
              <a:gdLst>
                <a:gd name="T0" fmla="*/ 2 w 4"/>
                <a:gd name="T1" fmla="*/ 2 h 3"/>
                <a:gd name="T2" fmla="*/ 4 w 4"/>
                <a:gd name="T3" fmla="*/ 2 h 3"/>
                <a:gd name="T4" fmla="*/ 3 w 4"/>
                <a:gd name="T5" fmla="*/ 2 h 3"/>
                <a:gd name="T6" fmla="*/ 2 w 4"/>
                <a:gd name="T7" fmla="*/ 1 h 3"/>
                <a:gd name="T8" fmla="*/ 0 w 4"/>
                <a:gd name="T9" fmla="*/ 0 h 3"/>
                <a:gd name="T10" fmla="*/ 0 w 4"/>
                <a:gd name="T11" fmla="*/ 1 h 3"/>
                <a:gd name="T12" fmla="*/ 2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2"/>
                  </a:moveTo>
                  <a:cubicBezTo>
                    <a:pt x="2" y="3"/>
                    <a:pt x="3" y="3"/>
                    <a:pt x="4" y="2"/>
                  </a:cubicBezTo>
                  <a:cubicBezTo>
                    <a:pt x="4" y="2"/>
                    <a:pt x="3" y="2"/>
                    <a:pt x="3" y="2"/>
                  </a:cubicBezTo>
                  <a:cubicBezTo>
                    <a:pt x="2" y="1"/>
                    <a:pt x="2" y="1"/>
                    <a:pt x="2" y="1"/>
                  </a:cubicBezTo>
                  <a:cubicBezTo>
                    <a:pt x="1" y="0"/>
                    <a:pt x="1" y="0"/>
                    <a:pt x="0" y="0"/>
                  </a:cubicBezTo>
                  <a:cubicBezTo>
                    <a:pt x="0" y="1"/>
                    <a:pt x="0" y="1"/>
                    <a:pt x="0" y="1"/>
                  </a:cubicBezTo>
                  <a:cubicBezTo>
                    <a:pt x="1" y="2"/>
                    <a:pt x="1" y="2"/>
                    <a:pt x="2" y="2"/>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2" name="Freeform 619"/>
            <p:cNvSpPr>
              <a:spLocks/>
            </p:cNvSpPr>
            <p:nvPr/>
          </p:nvSpPr>
          <p:spPr bwMode="auto">
            <a:xfrm>
              <a:off x="9659938" y="5851525"/>
              <a:ext cx="14288" cy="7937"/>
            </a:xfrm>
            <a:custGeom>
              <a:avLst/>
              <a:gdLst>
                <a:gd name="T0" fmla="*/ 1 w 4"/>
                <a:gd name="T1" fmla="*/ 1 h 2"/>
                <a:gd name="T2" fmla="*/ 2 w 4"/>
                <a:gd name="T3" fmla="*/ 1 h 2"/>
                <a:gd name="T4" fmla="*/ 2 w 4"/>
                <a:gd name="T5" fmla="*/ 1 h 2"/>
                <a:gd name="T6" fmla="*/ 3 w 4"/>
                <a:gd name="T7" fmla="*/ 2 h 2"/>
                <a:gd name="T8" fmla="*/ 4 w 4"/>
                <a:gd name="T9" fmla="*/ 2 h 2"/>
                <a:gd name="T10" fmla="*/ 4 w 4"/>
                <a:gd name="T11" fmla="*/ 2 h 2"/>
                <a:gd name="T12" fmla="*/ 4 w 4"/>
                <a:gd name="T13" fmla="*/ 1 h 2"/>
                <a:gd name="T14" fmla="*/ 3 w 4"/>
                <a:gd name="T15" fmla="*/ 1 h 2"/>
                <a:gd name="T16" fmla="*/ 1 w 4"/>
                <a:gd name="T17" fmla="*/ 1 h 2"/>
                <a:gd name="T18" fmla="*/ 0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2" y="1"/>
                    <a:pt x="2" y="1"/>
                  </a:cubicBezTo>
                  <a:cubicBezTo>
                    <a:pt x="2" y="1"/>
                    <a:pt x="2" y="1"/>
                    <a:pt x="2" y="1"/>
                  </a:cubicBezTo>
                  <a:cubicBezTo>
                    <a:pt x="3" y="1"/>
                    <a:pt x="3" y="1"/>
                    <a:pt x="3" y="2"/>
                  </a:cubicBezTo>
                  <a:cubicBezTo>
                    <a:pt x="3" y="2"/>
                    <a:pt x="4" y="2"/>
                    <a:pt x="4" y="2"/>
                  </a:cubicBezTo>
                  <a:cubicBezTo>
                    <a:pt x="4" y="2"/>
                    <a:pt x="4" y="2"/>
                    <a:pt x="4" y="2"/>
                  </a:cubicBezTo>
                  <a:cubicBezTo>
                    <a:pt x="4" y="2"/>
                    <a:pt x="4" y="1"/>
                    <a:pt x="4" y="1"/>
                  </a:cubicBezTo>
                  <a:cubicBezTo>
                    <a:pt x="4" y="1"/>
                    <a:pt x="3" y="1"/>
                    <a:pt x="3" y="1"/>
                  </a:cubicBezTo>
                  <a:cubicBezTo>
                    <a:pt x="2" y="1"/>
                    <a:pt x="2" y="1"/>
                    <a:pt x="1" y="1"/>
                  </a:cubicBezTo>
                  <a:cubicBezTo>
                    <a:pt x="1" y="1"/>
                    <a:pt x="0" y="0"/>
                    <a:pt x="0" y="1"/>
                  </a:cubicBezTo>
                  <a:cubicBezTo>
                    <a:pt x="0" y="1"/>
                    <a:pt x="0" y="1"/>
                    <a:pt x="1"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3" name="Freeform 620"/>
            <p:cNvSpPr>
              <a:spLocks/>
            </p:cNvSpPr>
            <p:nvPr/>
          </p:nvSpPr>
          <p:spPr bwMode="auto">
            <a:xfrm>
              <a:off x="9712325" y="5878513"/>
              <a:ext cx="7938" cy="6350"/>
            </a:xfrm>
            <a:custGeom>
              <a:avLst/>
              <a:gdLst>
                <a:gd name="T0" fmla="*/ 0 w 2"/>
                <a:gd name="T1" fmla="*/ 2 h 2"/>
                <a:gd name="T2" fmla="*/ 1 w 2"/>
                <a:gd name="T3" fmla="*/ 1 h 2"/>
                <a:gd name="T4" fmla="*/ 1 w 2"/>
                <a:gd name="T5" fmla="*/ 1 h 2"/>
                <a:gd name="T6" fmla="*/ 0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1" y="1"/>
                  </a:cubicBezTo>
                  <a:cubicBezTo>
                    <a:pt x="1" y="1"/>
                    <a:pt x="2" y="1"/>
                    <a:pt x="1" y="1"/>
                  </a:cubicBezTo>
                  <a:cubicBezTo>
                    <a:pt x="1" y="0"/>
                    <a:pt x="1" y="0"/>
                    <a:pt x="0" y="0"/>
                  </a:cubicBezTo>
                  <a:cubicBezTo>
                    <a:pt x="0" y="1"/>
                    <a:pt x="0" y="1"/>
                    <a:pt x="0" y="2"/>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4" name="Freeform 621"/>
            <p:cNvSpPr>
              <a:spLocks/>
            </p:cNvSpPr>
            <p:nvPr/>
          </p:nvSpPr>
          <p:spPr bwMode="auto">
            <a:xfrm>
              <a:off x="9510713" y="5751513"/>
              <a:ext cx="7938" cy="7937"/>
            </a:xfrm>
            <a:custGeom>
              <a:avLst/>
              <a:gdLst>
                <a:gd name="T0" fmla="*/ 2 w 2"/>
                <a:gd name="T1" fmla="*/ 1 h 2"/>
                <a:gd name="T2" fmla="*/ 2 w 2"/>
                <a:gd name="T3" fmla="*/ 1 h 2"/>
                <a:gd name="T4" fmla="*/ 0 w 2"/>
                <a:gd name="T5" fmla="*/ 1 h 2"/>
                <a:gd name="T6" fmla="*/ 0 w 2"/>
                <a:gd name="T7" fmla="*/ 1 h 2"/>
                <a:gd name="T8" fmla="*/ 0 w 2"/>
                <a:gd name="T9" fmla="*/ 1 h 2"/>
                <a:gd name="T10" fmla="*/ 0 w 2"/>
                <a:gd name="T11" fmla="*/ 2 h 2"/>
                <a:gd name="T12" fmla="*/ 2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2" y="1"/>
                    <a:pt x="2" y="1"/>
                    <a:pt x="2" y="1"/>
                  </a:cubicBezTo>
                  <a:cubicBezTo>
                    <a:pt x="2" y="0"/>
                    <a:pt x="1" y="0"/>
                    <a:pt x="0" y="1"/>
                  </a:cubicBezTo>
                  <a:cubicBezTo>
                    <a:pt x="0" y="1"/>
                    <a:pt x="0" y="1"/>
                    <a:pt x="0" y="1"/>
                  </a:cubicBezTo>
                  <a:cubicBezTo>
                    <a:pt x="0" y="1"/>
                    <a:pt x="0" y="1"/>
                    <a:pt x="0" y="1"/>
                  </a:cubicBezTo>
                  <a:cubicBezTo>
                    <a:pt x="0" y="2"/>
                    <a:pt x="0" y="2"/>
                    <a:pt x="0" y="2"/>
                  </a:cubicBezTo>
                  <a:cubicBezTo>
                    <a:pt x="1" y="2"/>
                    <a:pt x="2" y="1"/>
                    <a:pt x="2"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5" name="Freeform 622"/>
            <p:cNvSpPr>
              <a:spLocks/>
            </p:cNvSpPr>
            <p:nvPr/>
          </p:nvSpPr>
          <p:spPr bwMode="auto">
            <a:xfrm>
              <a:off x="9586913" y="5808663"/>
              <a:ext cx="15875" cy="26987"/>
            </a:xfrm>
            <a:custGeom>
              <a:avLst/>
              <a:gdLst>
                <a:gd name="T0" fmla="*/ 0 w 4"/>
                <a:gd name="T1" fmla="*/ 0 h 7"/>
                <a:gd name="T2" fmla="*/ 0 w 4"/>
                <a:gd name="T3" fmla="*/ 0 h 7"/>
                <a:gd name="T4" fmla="*/ 1 w 4"/>
                <a:gd name="T5" fmla="*/ 2 h 7"/>
                <a:gd name="T6" fmla="*/ 1 w 4"/>
                <a:gd name="T7" fmla="*/ 4 h 7"/>
                <a:gd name="T8" fmla="*/ 1 w 4"/>
                <a:gd name="T9" fmla="*/ 4 h 7"/>
                <a:gd name="T10" fmla="*/ 1 w 4"/>
                <a:gd name="T11" fmla="*/ 5 h 7"/>
                <a:gd name="T12" fmla="*/ 2 w 4"/>
                <a:gd name="T13" fmla="*/ 5 h 7"/>
                <a:gd name="T14" fmla="*/ 3 w 4"/>
                <a:gd name="T15" fmla="*/ 6 h 7"/>
                <a:gd name="T16" fmla="*/ 4 w 4"/>
                <a:gd name="T17" fmla="*/ 7 h 7"/>
                <a:gd name="T18" fmla="*/ 4 w 4"/>
                <a:gd name="T19" fmla="*/ 7 h 7"/>
                <a:gd name="T20" fmla="*/ 4 w 4"/>
                <a:gd name="T21" fmla="*/ 7 h 7"/>
                <a:gd name="T22" fmla="*/ 4 w 4"/>
                <a:gd name="T23" fmla="*/ 7 h 7"/>
                <a:gd name="T24" fmla="*/ 4 w 4"/>
                <a:gd name="T25" fmla="*/ 6 h 7"/>
                <a:gd name="T26" fmla="*/ 2 w 4"/>
                <a:gd name="T27" fmla="*/ 5 h 7"/>
                <a:gd name="T28" fmla="*/ 2 w 4"/>
                <a:gd name="T29" fmla="*/ 5 h 7"/>
                <a:gd name="T30" fmla="*/ 2 w 4"/>
                <a:gd name="T31" fmla="*/ 4 h 7"/>
                <a:gd name="T32" fmla="*/ 2 w 4"/>
                <a:gd name="T33" fmla="*/ 3 h 7"/>
                <a:gd name="T34" fmla="*/ 1 w 4"/>
                <a:gd name="T35" fmla="*/ 2 h 7"/>
                <a:gd name="T36" fmla="*/ 0 w 4"/>
                <a:gd name="T37" fmla="*/ 0 h 7"/>
                <a:gd name="T38" fmla="*/ 0 w 4"/>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7">
                  <a:moveTo>
                    <a:pt x="0" y="0"/>
                  </a:moveTo>
                  <a:cubicBezTo>
                    <a:pt x="0" y="0"/>
                    <a:pt x="0" y="0"/>
                    <a:pt x="0" y="0"/>
                  </a:cubicBezTo>
                  <a:cubicBezTo>
                    <a:pt x="0" y="0"/>
                    <a:pt x="0" y="1"/>
                    <a:pt x="1" y="2"/>
                  </a:cubicBezTo>
                  <a:cubicBezTo>
                    <a:pt x="1" y="2"/>
                    <a:pt x="2" y="3"/>
                    <a:pt x="1" y="4"/>
                  </a:cubicBezTo>
                  <a:cubicBezTo>
                    <a:pt x="1" y="4"/>
                    <a:pt x="1" y="4"/>
                    <a:pt x="1" y="4"/>
                  </a:cubicBezTo>
                  <a:cubicBezTo>
                    <a:pt x="1" y="5"/>
                    <a:pt x="1" y="4"/>
                    <a:pt x="1" y="5"/>
                  </a:cubicBezTo>
                  <a:cubicBezTo>
                    <a:pt x="1" y="5"/>
                    <a:pt x="2" y="5"/>
                    <a:pt x="2" y="5"/>
                  </a:cubicBezTo>
                  <a:cubicBezTo>
                    <a:pt x="3" y="5"/>
                    <a:pt x="3" y="6"/>
                    <a:pt x="3" y="6"/>
                  </a:cubicBezTo>
                  <a:cubicBezTo>
                    <a:pt x="3" y="6"/>
                    <a:pt x="3" y="7"/>
                    <a:pt x="4" y="7"/>
                  </a:cubicBezTo>
                  <a:cubicBezTo>
                    <a:pt x="4" y="7"/>
                    <a:pt x="4" y="7"/>
                    <a:pt x="4" y="7"/>
                  </a:cubicBezTo>
                  <a:cubicBezTo>
                    <a:pt x="4" y="7"/>
                    <a:pt x="4" y="7"/>
                    <a:pt x="4" y="7"/>
                  </a:cubicBezTo>
                  <a:cubicBezTo>
                    <a:pt x="4" y="7"/>
                    <a:pt x="4" y="7"/>
                    <a:pt x="4" y="7"/>
                  </a:cubicBezTo>
                  <a:cubicBezTo>
                    <a:pt x="4" y="7"/>
                    <a:pt x="4" y="6"/>
                    <a:pt x="4" y="6"/>
                  </a:cubicBezTo>
                  <a:cubicBezTo>
                    <a:pt x="3" y="5"/>
                    <a:pt x="3" y="5"/>
                    <a:pt x="2" y="5"/>
                  </a:cubicBezTo>
                  <a:cubicBezTo>
                    <a:pt x="2" y="5"/>
                    <a:pt x="2" y="5"/>
                    <a:pt x="2" y="5"/>
                  </a:cubicBezTo>
                  <a:cubicBezTo>
                    <a:pt x="2" y="5"/>
                    <a:pt x="2" y="5"/>
                    <a:pt x="2" y="4"/>
                  </a:cubicBezTo>
                  <a:cubicBezTo>
                    <a:pt x="2" y="4"/>
                    <a:pt x="2" y="3"/>
                    <a:pt x="2" y="3"/>
                  </a:cubicBezTo>
                  <a:cubicBezTo>
                    <a:pt x="1" y="2"/>
                    <a:pt x="1" y="2"/>
                    <a:pt x="1" y="2"/>
                  </a:cubicBezTo>
                  <a:cubicBezTo>
                    <a:pt x="1" y="1"/>
                    <a:pt x="0" y="0"/>
                    <a:pt x="0" y="0"/>
                  </a:cubicBezTo>
                  <a:cubicBezTo>
                    <a:pt x="0" y="0"/>
                    <a:pt x="0" y="0"/>
                    <a:pt x="0"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6" name="Freeform 623"/>
            <p:cNvSpPr>
              <a:spLocks/>
            </p:cNvSpPr>
            <p:nvPr/>
          </p:nvSpPr>
          <p:spPr bwMode="auto">
            <a:xfrm>
              <a:off x="9461500" y="5691188"/>
              <a:ext cx="38100" cy="11112"/>
            </a:xfrm>
            <a:custGeom>
              <a:avLst/>
              <a:gdLst>
                <a:gd name="T0" fmla="*/ 1 w 10"/>
                <a:gd name="T1" fmla="*/ 2 h 3"/>
                <a:gd name="T2" fmla="*/ 2 w 10"/>
                <a:gd name="T3" fmla="*/ 2 h 3"/>
                <a:gd name="T4" fmla="*/ 2 w 10"/>
                <a:gd name="T5" fmla="*/ 2 h 3"/>
                <a:gd name="T6" fmla="*/ 5 w 10"/>
                <a:gd name="T7" fmla="*/ 2 h 3"/>
                <a:gd name="T8" fmla="*/ 7 w 10"/>
                <a:gd name="T9" fmla="*/ 1 h 3"/>
                <a:gd name="T10" fmla="*/ 8 w 10"/>
                <a:gd name="T11" fmla="*/ 1 h 3"/>
                <a:gd name="T12" fmla="*/ 8 w 10"/>
                <a:gd name="T13" fmla="*/ 1 h 3"/>
                <a:gd name="T14" fmla="*/ 9 w 10"/>
                <a:gd name="T15" fmla="*/ 1 h 3"/>
                <a:gd name="T16" fmla="*/ 10 w 10"/>
                <a:gd name="T17" fmla="*/ 2 h 3"/>
                <a:gd name="T18" fmla="*/ 10 w 10"/>
                <a:gd name="T19" fmla="*/ 1 h 3"/>
                <a:gd name="T20" fmla="*/ 9 w 10"/>
                <a:gd name="T21" fmla="*/ 0 h 3"/>
                <a:gd name="T22" fmla="*/ 8 w 10"/>
                <a:gd name="T23" fmla="*/ 0 h 3"/>
                <a:gd name="T24" fmla="*/ 5 w 10"/>
                <a:gd name="T25" fmla="*/ 0 h 3"/>
                <a:gd name="T26" fmla="*/ 3 w 10"/>
                <a:gd name="T27" fmla="*/ 0 h 3"/>
                <a:gd name="T28" fmla="*/ 3 w 10"/>
                <a:gd name="T29" fmla="*/ 2 h 3"/>
                <a:gd name="T30" fmla="*/ 3 w 10"/>
                <a:gd name="T31" fmla="*/ 2 h 3"/>
                <a:gd name="T32" fmla="*/ 2 w 10"/>
                <a:gd name="T33" fmla="*/ 2 h 3"/>
                <a:gd name="T34" fmla="*/ 1 w 10"/>
                <a:gd name="T35" fmla="*/ 1 h 3"/>
                <a:gd name="T36" fmla="*/ 0 w 10"/>
                <a:gd name="T37" fmla="*/ 0 h 3"/>
                <a:gd name="T38" fmla="*/ 1 w 10"/>
                <a:gd name="T3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3">
                  <a:moveTo>
                    <a:pt x="1" y="2"/>
                  </a:moveTo>
                  <a:cubicBezTo>
                    <a:pt x="1" y="2"/>
                    <a:pt x="2" y="2"/>
                    <a:pt x="2" y="2"/>
                  </a:cubicBezTo>
                  <a:cubicBezTo>
                    <a:pt x="2" y="2"/>
                    <a:pt x="2" y="3"/>
                    <a:pt x="2" y="2"/>
                  </a:cubicBezTo>
                  <a:cubicBezTo>
                    <a:pt x="3" y="2"/>
                    <a:pt x="4" y="2"/>
                    <a:pt x="5" y="2"/>
                  </a:cubicBezTo>
                  <a:cubicBezTo>
                    <a:pt x="6" y="1"/>
                    <a:pt x="6" y="1"/>
                    <a:pt x="7" y="1"/>
                  </a:cubicBezTo>
                  <a:cubicBezTo>
                    <a:pt x="7" y="1"/>
                    <a:pt x="7" y="1"/>
                    <a:pt x="8" y="1"/>
                  </a:cubicBezTo>
                  <a:cubicBezTo>
                    <a:pt x="8" y="1"/>
                    <a:pt x="8" y="1"/>
                    <a:pt x="8" y="1"/>
                  </a:cubicBezTo>
                  <a:cubicBezTo>
                    <a:pt x="8" y="1"/>
                    <a:pt x="9" y="1"/>
                    <a:pt x="9" y="1"/>
                  </a:cubicBezTo>
                  <a:cubicBezTo>
                    <a:pt x="10" y="1"/>
                    <a:pt x="10" y="2"/>
                    <a:pt x="10" y="2"/>
                  </a:cubicBezTo>
                  <a:cubicBezTo>
                    <a:pt x="10" y="2"/>
                    <a:pt x="10" y="2"/>
                    <a:pt x="10" y="1"/>
                  </a:cubicBezTo>
                  <a:cubicBezTo>
                    <a:pt x="10" y="1"/>
                    <a:pt x="9" y="0"/>
                    <a:pt x="9" y="0"/>
                  </a:cubicBezTo>
                  <a:cubicBezTo>
                    <a:pt x="9" y="0"/>
                    <a:pt x="8" y="0"/>
                    <a:pt x="8" y="0"/>
                  </a:cubicBezTo>
                  <a:cubicBezTo>
                    <a:pt x="7" y="1"/>
                    <a:pt x="6" y="1"/>
                    <a:pt x="5" y="0"/>
                  </a:cubicBezTo>
                  <a:cubicBezTo>
                    <a:pt x="4" y="0"/>
                    <a:pt x="4" y="0"/>
                    <a:pt x="3" y="0"/>
                  </a:cubicBezTo>
                  <a:cubicBezTo>
                    <a:pt x="3" y="0"/>
                    <a:pt x="3" y="1"/>
                    <a:pt x="3" y="2"/>
                  </a:cubicBezTo>
                  <a:cubicBezTo>
                    <a:pt x="3" y="2"/>
                    <a:pt x="3" y="2"/>
                    <a:pt x="3" y="2"/>
                  </a:cubicBezTo>
                  <a:cubicBezTo>
                    <a:pt x="2" y="2"/>
                    <a:pt x="2" y="2"/>
                    <a:pt x="2" y="2"/>
                  </a:cubicBezTo>
                  <a:cubicBezTo>
                    <a:pt x="2" y="1"/>
                    <a:pt x="1" y="1"/>
                    <a:pt x="1" y="1"/>
                  </a:cubicBezTo>
                  <a:cubicBezTo>
                    <a:pt x="0" y="1"/>
                    <a:pt x="0" y="1"/>
                    <a:pt x="0" y="0"/>
                  </a:cubicBezTo>
                  <a:cubicBezTo>
                    <a:pt x="0" y="1"/>
                    <a:pt x="1" y="1"/>
                    <a:pt x="1" y="2"/>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7" name="Freeform 624"/>
            <p:cNvSpPr>
              <a:spLocks/>
            </p:cNvSpPr>
            <p:nvPr/>
          </p:nvSpPr>
          <p:spPr bwMode="auto">
            <a:xfrm>
              <a:off x="9561513" y="5805488"/>
              <a:ext cx="11113" cy="7937"/>
            </a:xfrm>
            <a:custGeom>
              <a:avLst/>
              <a:gdLst>
                <a:gd name="T0" fmla="*/ 1 w 3"/>
                <a:gd name="T1" fmla="*/ 1 h 2"/>
                <a:gd name="T2" fmla="*/ 2 w 3"/>
                <a:gd name="T3" fmla="*/ 2 h 2"/>
                <a:gd name="T4" fmla="*/ 3 w 3"/>
                <a:gd name="T5" fmla="*/ 2 h 2"/>
                <a:gd name="T6" fmla="*/ 1 w 3"/>
                <a:gd name="T7" fmla="*/ 1 h 2"/>
                <a:gd name="T8" fmla="*/ 1 w 3"/>
                <a:gd name="T9" fmla="*/ 0 h 2"/>
                <a:gd name="T10" fmla="*/ 1 w 3"/>
                <a:gd name="T11" fmla="*/ 0 h 2"/>
                <a:gd name="T12" fmla="*/ 1 w 3"/>
                <a:gd name="T13" fmla="*/ 0 h 2"/>
                <a:gd name="T14" fmla="*/ 1 w 3"/>
                <a:gd name="T15" fmla="*/ 0 h 2"/>
                <a:gd name="T16" fmla="*/ 1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1"/>
                  </a:moveTo>
                  <a:cubicBezTo>
                    <a:pt x="1" y="1"/>
                    <a:pt x="2" y="2"/>
                    <a:pt x="2" y="2"/>
                  </a:cubicBezTo>
                  <a:cubicBezTo>
                    <a:pt x="2" y="2"/>
                    <a:pt x="3" y="2"/>
                    <a:pt x="3" y="2"/>
                  </a:cubicBezTo>
                  <a:cubicBezTo>
                    <a:pt x="3" y="2"/>
                    <a:pt x="2" y="1"/>
                    <a:pt x="1" y="1"/>
                  </a:cubicBezTo>
                  <a:cubicBezTo>
                    <a:pt x="1" y="1"/>
                    <a:pt x="1" y="1"/>
                    <a:pt x="1" y="0"/>
                  </a:cubicBezTo>
                  <a:cubicBezTo>
                    <a:pt x="1" y="0"/>
                    <a:pt x="1" y="0"/>
                    <a:pt x="1" y="0"/>
                  </a:cubicBezTo>
                  <a:cubicBezTo>
                    <a:pt x="1" y="0"/>
                    <a:pt x="1" y="0"/>
                    <a:pt x="1" y="0"/>
                  </a:cubicBezTo>
                  <a:cubicBezTo>
                    <a:pt x="1" y="0"/>
                    <a:pt x="1" y="0"/>
                    <a:pt x="1" y="0"/>
                  </a:cubicBezTo>
                  <a:cubicBezTo>
                    <a:pt x="0" y="1"/>
                    <a:pt x="0" y="1"/>
                    <a:pt x="1"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8" name="Freeform 625"/>
            <p:cNvSpPr>
              <a:spLocks/>
            </p:cNvSpPr>
            <p:nvPr/>
          </p:nvSpPr>
          <p:spPr bwMode="auto">
            <a:xfrm>
              <a:off x="9610725" y="5789613"/>
              <a:ext cx="6350" cy="7937"/>
            </a:xfrm>
            <a:custGeom>
              <a:avLst/>
              <a:gdLst>
                <a:gd name="T0" fmla="*/ 2 w 2"/>
                <a:gd name="T1" fmla="*/ 0 h 2"/>
                <a:gd name="T2" fmla="*/ 1 w 2"/>
                <a:gd name="T3" fmla="*/ 0 h 2"/>
                <a:gd name="T4" fmla="*/ 1 w 2"/>
                <a:gd name="T5" fmla="*/ 0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2" y="0"/>
                    <a:pt x="1" y="0"/>
                  </a:cubicBezTo>
                  <a:cubicBezTo>
                    <a:pt x="1" y="0"/>
                    <a:pt x="1" y="0"/>
                    <a:pt x="1" y="0"/>
                  </a:cubicBezTo>
                  <a:cubicBezTo>
                    <a:pt x="1" y="1"/>
                    <a:pt x="0" y="1"/>
                    <a:pt x="1" y="2"/>
                  </a:cubicBezTo>
                  <a:cubicBezTo>
                    <a:pt x="2" y="1"/>
                    <a:pt x="2" y="1"/>
                    <a:pt x="2"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9" name="Freeform 626"/>
            <p:cNvSpPr>
              <a:spLocks/>
            </p:cNvSpPr>
            <p:nvPr/>
          </p:nvSpPr>
          <p:spPr bwMode="auto">
            <a:xfrm>
              <a:off x="9537700" y="5737225"/>
              <a:ext cx="23813" cy="33337"/>
            </a:xfrm>
            <a:custGeom>
              <a:avLst/>
              <a:gdLst>
                <a:gd name="T0" fmla="*/ 0 w 6"/>
                <a:gd name="T1" fmla="*/ 1 h 9"/>
                <a:gd name="T2" fmla="*/ 1 w 6"/>
                <a:gd name="T3" fmla="*/ 1 h 9"/>
                <a:gd name="T4" fmla="*/ 3 w 6"/>
                <a:gd name="T5" fmla="*/ 2 h 9"/>
                <a:gd name="T6" fmla="*/ 4 w 6"/>
                <a:gd name="T7" fmla="*/ 2 h 9"/>
                <a:gd name="T8" fmla="*/ 5 w 6"/>
                <a:gd name="T9" fmla="*/ 4 h 9"/>
                <a:gd name="T10" fmla="*/ 5 w 6"/>
                <a:gd name="T11" fmla="*/ 5 h 9"/>
                <a:gd name="T12" fmla="*/ 5 w 6"/>
                <a:gd name="T13" fmla="*/ 5 h 9"/>
                <a:gd name="T14" fmla="*/ 5 w 6"/>
                <a:gd name="T15" fmla="*/ 5 h 9"/>
                <a:gd name="T16" fmla="*/ 5 w 6"/>
                <a:gd name="T17" fmla="*/ 6 h 9"/>
                <a:gd name="T18" fmla="*/ 5 w 6"/>
                <a:gd name="T19" fmla="*/ 7 h 9"/>
                <a:gd name="T20" fmla="*/ 4 w 6"/>
                <a:gd name="T21" fmla="*/ 7 h 9"/>
                <a:gd name="T22" fmla="*/ 3 w 6"/>
                <a:gd name="T23" fmla="*/ 7 h 9"/>
                <a:gd name="T24" fmla="*/ 4 w 6"/>
                <a:gd name="T25" fmla="*/ 7 h 9"/>
                <a:gd name="T26" fmla="*/ 5 w 6"/>
                <a:gd name="T27" fmla="*/ 9 h 9"/>
                <a:gd name="T28" fmla="*/ 5 w 6"/>
                <a:gd name="T29" fmla="*/ 9 h 9"/>
                <a:gd name="T30" fmla="*/ 5 w 6"/>
                <a:gd name="T31" fmla="*/ 7 h 9"/>
                <a:gd name="T32" fmla="*/ 5 w 6"/>
                <a:gd name="T33" fmla="*/ 7 h 9"/>
                <a:gd name="T34" fmla="*/ 5 w 6"/>
                <a:gd name="T35" fmla="*/ 7 h 9"/>
                <a:gd name="T36" fmla="*/ 5 w 6"/>
                <a:gd name="T37" fmla="*/ 5 h 9"/>
                <a:gd name="T38" fmla="*/ 5 w 6"/>
                <a:gd name="T39" fmla="*/ 5 h 9"/>
                <a:gd name="T40" fmla="*/ 5 w 6"/>
                <a:gd name="T41" fmla="*/ 4 h 9"/>
                <a:gd name="T42" fmla="*/ 4 w 6"/>
                <a:gd name="T43" fmla="*/ 3 h 9"/>
                <a:gd name="T44" fmla="*/ 3 w 6"/>
                <a:gd name="T45" fmla="*/ 2 h 9"/>
                <a:gd name="T46" fmla="*/ 1 w 6"/>
                <a:gd name="T47" fmla="*/ 1 h 9"/>
                <a:gd name="T48" fmla="*/ 1 w 6"/>
                <a:gd name="T49" fmla="*/ 1 h 9"/>
                <a:gd name="T50" fmla="*/ 0 w 6"/>
                <a:gd name="T51" fmla="*/ 0 h 9"/>
                <a:gd name="T52" fmla="*/ 0 w 6"/>
                <a:gd name="T53" fmla="*/ 0 h 9"/>
                <a:gd name="T54" fmla="*/ 0 w 6"/>
                <a:gd name="T55" fmla="*/ 0 h 9"/>
                <a:gd name="T56" fmla="*/ 0 w 6"/>
                <a:gd name="T57" fmla="*/ 1 h 9"/>
                <a:gd name="T58" fmla="*/ 0 w 6"/>
                <a:gd name="T5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9">
                  <a:moveTo>
                    <a:pt x="0" y="1"/>
                  </a:moveTo>
                  <a:cubicBezTo>
                    <a:pt x="0" y="1"/>
                    <a:pt x="1" y="1"/>
                    <a:pt x="1" y="1"/>
                  </a:cubicBezTo>
                  <a:cubicBezTo>
                    <a:pt x="2" y="2"/>
                    <a:pt x="2" y="2"/>
                    <a:pt x="3" y="2"/>
                  </a:cubicBezTo>
                  <a:cubicBezTo>
                    <a:pt x="3" y="2"/>
                    <a:pt x="3" y="2"/>
                    <a:pt x="4" y="2"/>
                  </a:cubicBezTo>
                  <a:cubicBezTo>
                    <a:pt x="4" y="3"/>
                    <a:pt x="4" y="4"/>
                    <a:pt x="5" y="4"/>
                  </a:cubicBezTo>
                  <a:cubicBezTo>
                    <a:pt x="5" y="4"/>
                    <a:pt x="5" y="4"/>
                    <a:pt x="5" y="5"/>
                  </a:cubicBezTo>
                  <a:cubicBezTo>
                    <a:pt x="5" y="5"/>
                    <a:pt x="5" y="5"/>
                    <a:pt x="5" y="5"/>
                  </a:cubicBezTo>
                  <a:cubicBezTo>
                    <a:pt x="5" y="5"/>
                    <a:pt x="5" y="5"/>
                    <a:pt x="5" y="5"/>
                  </a:cubicBezTo>
                  <a:cubicBezTo>
                    <a:pt x="5" y="6"/>
                    <a:pt x="5" y="6"/>
                    <a:pt x="5" y="6"/>
                  </a:cubicBezTo>
                  <a:cubicBezTo>
                    <a:pt x="5" y="7"/>
                    <a:pt x="5" y="7"/>
                    <a:pt x="5" y="7"/>
                  </a:cubicBezTo>
                  <a:cubicBezTo>
                    <a:pt x="4" y="8"/>
                    <a:pt x="4" y="7"/>
                    <a:pt x="4" y="7"/>
                  </a:cubicBezTo>
                  <a:cubicBezTo>
                    <a:pt x="4" y="7"/>
                    <a:pt x="4" y="7"/>
                    <a:pt x="3" y="7"/>
                  </a:cubicBezTo>
                  <a:cubicBezTo>
                    <a:pt x="4" y="7"/>
                    <a:pt x="4" y="7"/>
                    <a:pt x="4" y="7"/>
                  </a:cubicBezTo>
                  <a:cubicBezTo>
                    <a:pt x="4" y="8"/>
                    <a:pt x="5" y="8"/>
                    <a:pt x="5" y="9"/>
                  </a:cubicBezTo>
                  <a:cubicBezTo>
                    <a:pt x="5" y="9"/>
                    <a:pt x="5" y="9"/>
                    <a:pt x="5" y="9"/>
                  </a:cubicBezTo>
                  <a:cubicBezTo>
                    <a:pt x="5" y="8"/>
                    <a:pt x="5" y="8"/>
                    <a:pt x="5" y="7"/>
                  </a:cubicBezTo>
                  <a:cubicBezTo>
                    <a:pt x="5" y="7"/>
                    <a:pt x="5" y="7"/>
                    <a:pt x="5" y="7"/>
                  </a:cubicBezTo>
                  <a:cubicBezTo>
                    <a:pt x="5" y="7"/>
                    <a:pt x="5" y="7"/>
                    <a:pt x="5" y="7"/>
                  </a:cubicBezTo>
                  <a:cubicBezTo>
                    <a:pt x="5" y="6"/>
                    <a:pt x="5" y="6"/>
                    <a:pt x="5" y="5"/>
                  </a:cubicBezTo>
                  <a:cubicBezTo>
                    <a:pt x="6" y="5"/>
                    <a:pt x="6" y="5"/>
                    <a:pt x="5" y="5"/>
                  </a:cubicBezTo>
                  <a:cubicBezTo>
                    <a:pt x="5" y="4"/>
                    <a:pt x="5" y="4"/>
                    <a:pt x="5" y="4"/>
                  </a:cubicBezTo>
                  <a:cubicBezTo>
                    <a:pt x="5" y="3"/>
                    <a:pt x="4" y="3"/>
                    <a:pt x="4" y="3"/>
                  </a:cubicBezTo>
                  <a:cubicBezTo>
                    <a:pt x="4" y="3"/>
                    <a:pt x="4" y="2"/>
                    <a:pt x="3" y="2"/>
                  </a:cubicBezTo>
                  <a:cubicBezTo>
                    <a:pt x="2" y="2"/>
                    <a:pt x="2" y="1"/>
                    <a:pt x="1" y="1"/>
                  </a:cubicBezTo>
                  <a:cubicBezTo>
                    <a:pt x="1" y="1"/>
                    <a:pt x="1" y="1"/>
                    <a:pt x="1" y="1"/>
                  </a:cubicBezTo>
                  <a:cubicBezTo>
                    <a:pt x="1" y="1"/>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0" name="Freeform 627"/>
            <p:cNvSpPr>
              <a:spLocks/>
            </p:cNvSpPr>
            <p:nvPr/>
          </p:nvSpPr>
          <p:spPr bwMode="auto">
            <a:xfrm>
              <a:off x="9663113" y="5884863"/>
              <a:ext cx="4763" cy="4762"/>
            </a:xfrm>
            <a:custGeom>
              <a:avLst/>
              <a:gdLst>
                <a:gd name="T0" fmla="*/ 1 w 1"/>
                <a:gd name="T1" fmla="*/ 0 h 1"/>
                <a:gd name="T2" fmla="*/ 0 w 1"/>
                <a:gd name="T3" fmla="*/ 1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0" y="1"/>
                    <a:pt x="0" y="1"/>
                  </a:cubicBezTo>
                  <a:cubicBezTo>
                    <a:pt x="1" y="1"/>
                    <a:pt x="1" y="1"/>
                    <a:pt x="1" y="1"/>
                  </a:cubicBezTo>
                  <a:cubicBezTo>
                    <a:pt x="1" y="0"/>
                    <a:pt x="1"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1" name="Freeform 628"/>
            <p:cNvSpPr>
              <a:spLocks/>
            </p:cNvSpPr>
            <p:nvPr/>
          </p:nvSpPr>
          <p:spPr bwMode="auto">
            <a:xfrm>
              <a:off x="9690100" y="5873750"/>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2" name="Freeform 629"/>
            <p:cNvSpPr>
              <a:spLocks/>
            </p:cNvSpPr>
            <p:nvPr/>
          </p:nvSpPr>
          <p:spPr bwMode="auto">
            <a:xfrm>
              <a:off x="9499600" y="5683250"/>
              <a:ext cx="30163" cy="42862"/>
            </a:xfrm>
            <a:custGeom>
              <a:avLst/>
              <a:gdLst>
                <a:gd name="T0" fmla="*/ 2 w 8"/>
                <a:gd name="T1" fmla="*/ 1 h 11"/>
                <a:gd name="T2" fmla="*/ 3 w 8"/>
                <a:gd name="T3" fmla="*/ 1 h 11"/>
                <a:gd name="T4" fmla="*/ 4 w 8"/>
                <a:gd name="T5" fmla="*/ 1 h 11"/>
                <a:gd name="T6" fmla="*/ 5 w 8"/>
                <a:gd name="T7" fmla="*/ 2 h 11"/>
                <a:gd name="T8" fmla="*/ 5 w 8"/>
                <a:gd name="T9" fmla="*/ 3 h 11"/>
                <a:gd name="T10" fmla="*/ 6 w 8"/>
                <a:gd name="T11" fmla="*/ 4 h 11"/>
                <a:gd name="T12" fmla="*/ 6 w 8"/>
                <a:gd name="T13" fmla="*/ 4 h 11"/>
                <a:gd name="T14" fmla="*/ 6 w 8"/>
                <a:gd name="T15" fmla="*/ 5 h 11"/>
                <a:gd name="T16" fmla="*/ 6 w 8"/>
                <a:gd name="T17" fmla="*/ 7 h 11"/>
                <a:gd name="T18" fmla="*/ 6 w 8"/>
                <a:gd name="T19" fmla="*/ 8 h 11"/>
                <a:gd name="T20" fmla="*/ 5 w 8"/>
                <a:gd name="T21" fmla="*/ 8 h 11"/>
                <a:gd name="T22" fmla="*/ 5 w 8"/>
                <a:gd name="T23" fmla="*/ 9 h 11"/>
                <a:gd name="T24" fmla="*/ 4 w 8"/>
                <a:gd name="T25" fmla="*/ 9 h 11"/>
                <a:gd name="T26" fmla="*/ 4 w 8"/>
                <a:gd name="T27" fmla="*/ 9 h 11"/>
                <a:gd name="T28" fmla="*/ 4 w 8"/>
                <a:gd name="T29" fmla="*/ 9 h 11"/>
                <a:gd name="T30" fmla="*/ 5 w 8"/>
                <a:gd name="T31" fmla="*/ 10 h 11"/>
                <a:gd name="T32" fmla="*/ 6 w 8"/>
                <a:gd name="T33" fmla="*/ 11 h 11"/>
                <a:gd name="T34" fmla="*/ 6 w 8"/>
                <a:gd name="T35" fmla="*/ 11 h 11"/>
                <a:gd name="T36" fmla="*/ 6 w 8"/>
                <a:gd name="T37" fmla="*/ 10 h 11"/>
                <a:gd name="T38" fmla="*/ 6 w 8"/>
                <a:gd name="T39" fmla="*/ 9 h 11"/>
                <a:gd name="T40" fmla="*/ 6 w 8"/>
                <a:gd name="T41" fmla="*/ 8 h 11"/>
                <a:gd name="T42" fmla="*/ 7 w 8"/>
                <a:gd name="T43" fmla="*/ 6 h 11"/>
                <a:gd name="T44" fmla="*/ 7 w 8"/>
                <a:gd name="T45" fmla="*/ 6 h 11"/>
                <a:gd name="T46" fmla="*/ 7 w 8"/>
                <a:gd name="T47" fmla="*/ 4 h 11"/>
                <a:gd name="T48" fmla="*/ 7 w 8"/>
                <a:gd name="T49" fmla="*/ 4 h 11"/>
                <a:gd name="T50" fmla="*/ 6 w 8"/>
                <a:gd name="T51" fmla="*/ 4 h 11"/>
                <a:gd name="T52" fmla="*/ 5 w 8"/>
                <a:gd name="T53" fmla="*/ 3 h 11"/>
                <a:gd name="T54" fmla="*/ 4 w 8"/>
                <a:gd name="T55" fmla="*/ 2 h 11"/>
                <a:gd name="T56" fmla="*/ 3 w 8"/>
                <a:gd name="T57" fmla="*/ 0 h 11"/>
                <a:gd name="T58" fmla="*/ 3 w 8"/>
                <a:gd name="T59" fmla="*/ 0 h 11"/>
                <a:gd name="T60" fmla="*/ 3 w 8"/>
                <a:gd name="T61" fmla="*/ 0 h 11"/>
                <a:gd name="T62" fmla="*/ 2 w 8"/>
                <a:gd name="T63" fmla="*/ 0 h 11"/>
                <a:gd name="T64" fmla="*/ 1 w 8"/>
                <a:gd name="T65" fmla="*/ 0 h 11"/>
                <a:gd name="T66" fmla="*/ 0 w 8"/>
                <a:gd name="T67" fmla="*/ 0 h 11"/>
                <a:gd name="T68" fmla="*/ 2 w 8"/>
                <a:gd name="T69" fmla="*/ 0 h 11"/>
                <a:gd name="T70" fmla="*/ 2 w 8"/>
                <a:gd name="T7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11">
                  <a:moveTo>
                    <a:pt x="2" y="1"/>
                  </a:moveTo>
                  <a:cubicBezTo>
                    <a:pt x="2" y="1"/>
                    <a:pt x="3" y="1"/>
                    <a:pt x="3" y="1"/>
                  </a:cubicBezTo>
                  <a:cubicBezTo>
                    <a:pt x="3" y="1"/>
                    <a:pt x="3" y="1"/>
                    <a:pt x="4" y="1"/>
                  </a:cubicBezTo>
                  <a:cubicBezTo>
                    <a:pt x="4" y="2"/>
                    <a:pt x="4" y="2"/>
                    <a:pt x="5" y="2"/>
                  </a:cubicBezTo>
                  <a:cubicBezTo>
                    <a:pt x="5" y="3"/>
                    <a:pt x="5" y="3"/>
                    <a:pt x="5" y="3"/>
                  </a:cubicBezTo>
                  <a:cubicBezTo>
                    <a:pt x="5" y="3"/>
                    <a:pt x="5" y="4"/>
                    <a:pt x="6" y="4"/>
                  </a:cubicBezTo>
                  <a:cubicBezTo>
                    <a:pt x="6" y="4"/>
                    <a:pt x="6" y="4"/>
                    <a:pt x="6" y="4"/>
                  </a:cubicBezTo>
                  <a:cubicBezTo>
                    <a:pt x="6" y="4"/>
                    <a:pt x="6" y="5"/>
                    <a:pt x="6" y="5"/>
                  </a:cubicBezTo>
                  <a:cubicBezTo>
                    <a:pt x="6" y="6"/>
                    <a:pt x="6" y="6"/>
                    <a:pt x="6" y="7"/>
                  </a:cubicBezTo>
                  <a:cubicBezTo>
                    <a:pt x="6" y="8"/>
                    <a:pt x="6" y="8"/>
                    <a:pt x="6"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5" y="10"/>
                    <a:pt x="5" y="10"/>
                    <a:pt x="5" y="10"/>
                  </a:cubicBezTo>
                  <a:cubicBezTo>
                    <a:pt x="5" y="10"/>
                    <a:pt x="6" y="11"/>
                    <a:pt x="6" y="11"/>
                  </a:cubicBezTo>
                  <a:cubicBezTo>
                    <a:pt x="6" y="11"/>
                    <a:pt x="6" y="11"/>
                    <a:pt x="6" y="11"/>
                  </a:cubicBezTo>
                  <a:cubicBezTo>
                    <a:pt x="6" y="11"/>
                    <a:pt x="6" y="10"/>
                    <a:pt x="6" y="10"/>
                  </a:cubicBezTo>
                  <a:cubicBezTo>
                    <a:pt x="6" y="10"/>
                    <a:pt x="6" y="10"/>
                    <a:pt x="6" y="9"/>
                  </a:cubicBezTo>
                  <a:cubicBezTo>
                    <a:pt x="6" y="9"/>
                    <a:pt x="6" y="8"/>
                    <a:pt x="6" y="8"/>
                  </a:cubicBezTo>
                  <a:cubicBezTo>
                    <a:pt x="6" y="7"/>
                    <a:pt x="6" y="7"/>
                    <a:pt x="7" y="6"/>
                  </a:cubicBezTo>
                  <a:cubicBezTo>
                    <a:pt x="8" y="6"/>
                    <a:pt x="8" y="6"/>
                    <a:pt x="7" y="6"/>
                  </a:cubicBezTo>
                  <a:cubicBezTo>
                    <a:pt x="7" y="5"/>
                    <a:pt x="7" y="5"/>
                    <a:pt x="7" y="4"/>
                  </a:cubicBezTo>
                  <a:cubicBezTo>
                    <a:pt x="7" y="4"/>
                    <a:pt x="7" y="4"/>
                    <a:pt x="7" y="4"/>
                  </a:cubicBezTo>
                  <a:cubicBezTo>
                    <a:pt x="7" y="4"/>
                    <a:pt x="6" y="4"/>
                    <a:pt x="6" y="4"/>
                  </a:cubicBezTo>
                  <a:cubicBezTo>
                    <a:pt x="6" y="3"/>
                    <a:pt x="6" y="3"/>
                    <a:pt x="5" y="3"/>
                  </a:cubicBezTo>
                  <a:cubicBezTo>
                    <a:pt x="5" y="3"/>
                    <a:pt x="5" y="2"/>
                    <a:pt x="4" y="2"/>
                  </a:cubicBezTo>
                  <a:cubicBezTo>
                    <a:pt x="4" y="2"/>
                    <a:pt x="4" y="1"/>
                    <a:pt x="3" y="0"/>
                  </a:cubicBezTo>
                  <a:cubicBezTo>
                    <a:pt x="3" y="0"/>
                    <a:pt x="3" y="0"/>
                    <a:pt x="3" y="0"/>
                  </a:cubicBezTo>
                  <a:cubicBezTo>
                    <a:pt x="3" y="0"/>
                    <a:pt x="3" y="0"/>
                    <a:pt x="3" y="0"/>
                  </a:cubicBezTo>
                  <a:cubicBezTo>
                    <a:pt x="3" y="0"/>
                    <a:pt x="3" y="0"/>
                    <a:pt x="2" y="0"/>
                  </a:cubicBezTo>
                  <a:cubicBezTo>
                    <a:pt x="2" y="0"/>
                    <a:pt x="1" y="0"/>
                    <a:pt x="1" y="0"/>
                  </a:cubicBezTo>
                  <a:cubicBezTo>
                    <a:pt x="0" y="0"/>
                    <a:pt x="0" y="0"/>
                    <a:pt x="0" y="0"/>
                  </a:cubicBezTo>
                  <a:cubicBezTo>
                    <a:pt x="1" y="0"/>
                    <a:pt x="1" y="0"/>
                    <a:pt x="2" y="0"/>
                  </a:cubicBezTo>
                  <a:cubicBezTo>
                    <a:pt x="2" y="1"/>
                    <a:pt x="2" y="1"/>
                    <a:pt x="2"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3" name="Freeform 630"/>
            <p:cNvSpPr>
              <a:spLocks/>
            </p:cNvSpPr>
            <p:nvPr/>
          </p:nvSpPr>
          <p:spPr bwMode="auto">
            <a:xfrm>
              <a:off x="9598025" y="5805488"/>
              <a:ext cx="4763"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1"/>
                  </a:cubicBezTo>
                  <a:cubicBezTo>
                    <a:pt x="1" y="1"/>
                    <a:pt x="1" y="1"/>
                    <a:pt x="1" y="1"/>
                  </a:cubicBezTo>
                  <a:cubicBezTo>
                    <a:pt x="1" y="1"/>
                    <a:pt x="1"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4" name="Freeform 631"/>
            <p:cNvSpPr>
              <a:spLocks/>
            </p:cNvSpPr>
            <p:nvPr/>
          </p:nvSpPr>
          <p:spPr bwMode="auto">
            <a:xfrm>
              <a:off x="9572625" y="5813425"/>
              <a:ext cx="6350" cy="3175"/>
            </a:xfrm>
            <a:custGeom>
              <a:avLst/>
              <a:gdLst>
                <a:gd name="T0" fmla="*/ 0 w 2"/>
                <a:gd name="T1" fmla="*/ 1 h 1"/>
                <a:gd name="T2" fmla="*/ 2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1" y="1"/>
                    <a:pt x="2" y="1"/>
                  </a:cubicBezTo>
                  <a:cubicBezTo>
                    <a:pt x="2" y="1"/>
                    <a:pt x="2" y="1"/>
                    <a:pt x="2" y="1"/>
                  </a:cubicBezTo>
                  <a:cubicBezTo>
                    <a:pt x="1" y="1"/>
                    <a:pt x="1" y="0"/>
                    <a:pt x="0"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5" name="Freeform 632"/>
            <p:cNvSpPr>
              <a:spLocks/>
            </p:cNvSpPr>
            <p:nvPr/>
          </p:nvSpPr>
          <p:spPr bwMode="auto">
            <a:xfrm>
              <a:off x="9572625" y="5767388"/>
              <a:ext cx="14288" cy="22225"/>
            </a:xfrm>
            <a:custGeom>
              <a:avLst/>
              <a:gdLst>
                <a:gd name="T0" fmla="*/ 0 w 4"/>
                <a:gd name="T1" fmla="*/ 1 h 6"/>
                <a:gd name="T2" fmla="*/ 1 w 4"/>
                <a:gd name="T3" fmla="*/ 1 h 6"/>
                <a:gd name="T4" fmla="*/ 1 w 4"/>
                <a:gd name="T5" fmla="*/ 2 h 6"/>
                <a:gd name="T6" fmla="*/ 2 w 4"/>
                <a:gd name="T7" fmla="*/ 3 h 6"/>
                <a:gd name="T8" fmla="*/ 2 w 4"/>
                <a:gd name="T9" fmla="*/ 4 h 6"/>
                <a:gd name="T10" fmla="*/ 2 w 4"/>
                <a:gd name="T11" fmla="*/ 4 h 6"/>
                <a:gd name="T12" fmla="*/ 2 w 4"/>
                <a:gd name="T13" fmla="*/ 4 h 6"/>
                <a:gd name="T14" fmla="*/ 3 w 4"/>
                <a:gd name="T15" fmla="*/ 5 h 6"/>
                <a:gd name="T16" fmla="*/ 2 w 4"/>
                <a:gd name="T17" fmla="*/ 5 h 6"/>
                <a:gd name="T18" fmla="*/ 2 w 4"/>
                <a:gd name="T19" fmla="*/ 6 h 6"/>
                <a:gd name="T20" fmla="*/ 2 w 4"/>
                <a:gd name="T21" fmla="*/ 6 h 6"/>
                <a:gd name="T22" fmla="*/ 4 w 4"/>
                <a:gd name="T23" fmla="*/ 6 h 6"/>
                <a:gd name="T24" fmla="*/ 4 w 4"/>
                <a:gd name="T25" fmla="*/ 5 h 6"/>
                <a:gd name="T26" fmla="*/ 2 w 4"/>
                <a:gd name="T27" fmla="*/ 3 h 6"/>
                <a:gd name="T28" fmla="*/ 2 w 4"/>
                <a:gd name="T29" fmla="*/ 3 h 6"/>
                <a:gd name="T30" fmla="*/ 1 w 4"/>
                <a:gd name="T31" fmla="*/ 2 h 6"/>
                <a:gd name="T32" fmla="*/ 1 w 4"/>
                <a:gd name="T33" fmla="*/ 2 h 6"/>
                <a:gd name="T34" fmla="*/ 1 w 4"/>
                <a:gd name="T35" fmla="*/ 1 h 6"/>
                <a:gd name="T36" fmla="*/ 0 w 4"/>
                <a:gd name="T37" fmla="*/ 1 h 6"/>
                <a:gd name="T38" fmla="*/ 0 w 4"/>
                <a:gd name="T3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6">
                  <a:moveTo>
                    <a:pt x="0" y="1"/>
                  </a:moveTo>
                  <a:cubicBezTo>
                    <a:pt x="0" y="1"/>
                    <a:pt x="1" y="1"/>
                    <a:pt x="1" y="1"/>
                  </a:cubicBezTo>
                  <a:cubicBezTo>
                    <a:pt x="1" y="2"/>
                    <a:pt x="1" y="2"/>
                    <a:pt x="1" y="2"/>
                  </a:cubicBezTo>
                  <a:cubicBezTo>
                    <a:pt x="1" y="3"/>
                    <a:pt x="2" y="3"/>
                    <a:pt x="2" y="3"/>
                  </a:cubicBezTo>
                  <a:cubicBezTo>
                    <a:pt x="2" y="3"/>
                    <a:pt x="2" y="4"/>
                    <a:pt x="2" y="4"/>
                  </a:cubicBezTo>
                  <a:cubicBezTo>
                    <a:pt x="2" y="4"/>
                    <a:pt x="2" y="4"/>
                    <a:pt x="2" y="4"/>
                  </a:cubicBezTo>
                  <a:cubicBezTo>
                    <a:pt x="2" y="4"/>
                    <a:pt x="2" y="4"/>
                    <a:pt x="2" y="4"/>
                  </a:cubicBezTo>
                  <a:cubicBezTo>
                    <a:pt x="2" y="4"/>
                    <a:pt x="3" y="5"/>
                    <a:pt x="3" y="5"/>
                  </a:cubicBezTo>
                  <a:cubicBezTo>
                    <a:pt x="3" y="5"/>
                    <a:pt x="3" y="5"/>
                    <a:pt x="2" y="5"/>
                  </a:cubicBezTo>
                  <a:cubicBezTo>
                    <a:pt x="2" y="5"/>
                    <a:pt x="2" y="5"/>
                    <a:pt x="2" y="6"/>
                  </a:cubicBezTo>
                  <a:cubicBezTo>
                    <a:pt x="2" y="6"/>
                    <a:pt x="2" y="6"/>
                    <a:pt x="2" y="6"/>
                  </a:cubicBezTo>
                  <a:cubicBezTo>
                    <a:pt x="2" y="6"/>
                    <a:pt x="4" y="6"/>
                    <a:pt x="4" y="6"/>
                  </a:cubicBezTo>
                  <a:cubicBezTo>
                    <a:pt x="4" y="6"/>
                    <a:pt x="4" y="5"/>
                    <a:pt x="4" y="5"/>
                  </a:cubicBezTo>
                  <a:cubicBezTo>
                    <a:pt x="3" y="4"/>
                    <a:pt x="3" y="4"/>
                    <a:pt x="2" y="3"/>
                  </a:cubicBezTo>
                  <a:cubicBezTo>
                    <a:pt x="2" y="3"/>
                    <a:pt x="2" y="3"/>
                    <a:pt x="2" y="3"/>
                  </a:cubicBezTo>
                  <a:cubicBezTo>
                    <a:pt x="2" y="3"/>
                    <a:pt x="2" y="2"/>
                    <a:pt x="1" y="2"/>
                  </a:cubicBezTo>
                  <a:cubicBezTo>
                    <a:pt x="1" y="2"/>
                    <a:pt x="1" y="2"/>
                    <a:pt x="1" y="2"/>
                  </a:cubicBezTo>
                  <a:cubicBezTo>
                    <a:pt x="1" y="2"/>
                    <a:pt x="1" y="1"/>
                    <a:pt x="1" y="1"/>
                  </a:cubicBezTo>
                  <a:cubicBezTo>
                    <a:pt x="1" y="0"/>
                    <a:pt x="0" y="1"/>
                    <a:pt x="0" y="1"/>
                  </a:cubicBezTo>
                  <a:cubicBezTo>
                    <a:pt x="0" y="1"/>
                    <a:pt x="0" y="1"/>
                    <a:pt x="0"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6" name="Freeform 633"/>
            <p:cNvSpPr>
              <a:spLocks/>
            </p:cNvSpPr>
            <p:nvPr/>
          </p:nvSpPr>
          <p:spPr bwMode="auto">
            <a:xfrm>
              <a:off x="9617075" y="5840413"/>
              <a:ext cx="15875" cy="6350"/>
            </a:xfrm>
            <a:custGeom>
              <a:avLst/>
              <a:gdLst>
                <a:gd name="T0" fmla="*/ 1 w 4"/>
                <a:gd name="T1" fmla="*/ 0 h 2"/>
                <a:gd name="T2" fmla="*/ 1 w 4"/>
                <a:gd name="T3" fmla="*/ 1 h 2"/>
                <a:gd name="T4" fmla="*/ 3 w 4"/>
                <a:gd name="T5" fmla="*/ 1 h 2"/>
                <a:gd name="T6" fmla="*/ 3 w 4"/>
                <a:gd name="T7" fmla="*/ 1 h 2"/>
                <a:gd name="T8" fmla="*/ 4 w 4"/>
                <a:gd name="T9" fmla="*/ 1 h 2"/>
                <a:gd name="T10" fmla="*/ 2 w 4"/>
                <a:gd name="T11" fmla="*/ 1 h 2"/>
                <a:gd name="T12" fmla="*/ 2 w 4"/>
                <a:gd name="T13" fmla="*/ 0 h 2"/>
                <a:gd name="T14" fmla="*/ 2 w 4"/>
                <a:gd name="T15" fmla="*/ 0 h 2"/>
                <a:gd name="T16" fmla="*/ 1 w 4"/>
                <a:gd name="T17" fmla="*/ 0 h 2"/>
                <a:gd name="T18" fmla="*/ 1 w 4"/>
                <a:gd name="T19" fmla="*/ 0 h 2"/>
                <a:gd name="T20" fmla="*/ 1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0"/>
                  </a:moveTo>
                  <a:cubicBezTo>
                    <a:pt x="1" y="0"/>
                    <a:pt x="1" y="1"/>
                    <a:pt x="1" y="1"/>
                  </a:cubicBezTo>
                  <a:cubicBezTo>
                    <a:pt x="2" y="2"/>
                    <a:pt x="3" y="1"/>
                    <a:pt x="3" y="1"/>
                  </a:cubicBezTo>
                  <a:cubicBezTo>
                    <a:pt x="3" y="1"/>
                    <a:pt x="3" y="1"/>
                    <a:pt x="3" y="1"/>
                  </a:cubicBezTo>
                  <a:cubicBezTo>
                    <a:pt x="3" y="1"/>
                    <a:pt x="3" y="1"/>
                    <a:pt x="4" y="1"/>
                  </a:cubicBezTo>
                  <a:cubicBezTo>
                    <a:pt x="3" y="1"/>
                    <a:pt x="3" y="0"/>
                    <a:pt x="2" y="1"/>
                  </a:cubicBezTo>
                  <a:cubicBezTo>
                    <a:pt x="2" y="1"/>
                    <a:pt x="2" y="1"/>
                    <a:pt x="2" y="0"/>
                  </a:cubicBezTo>
                  <a:cubicBezTo>
                    <a:pt x="2" y="0"/>
                    <a:pt x="2" y="0"/>
                    <a:pt x="2" y="0"/>
                  </a:cubicBezTo>
                  <a:cubicBezTo>
                    <a:pt x="2" y="0"/>
                    <a:pt x="1" y="0"/>
                    <a:pt x="1" y="0"/>
                  </a:cubicBezTo>
                  <a:cubicBezTo>
                    <a:pt x="1" y="0"/>
                    <a:pt x="1" y="0"/>
                    <a:pt x="1" y="0"/>
                  </a:cubicBezTo>
                  <a:cubicBezTo>
                    <a:pt x="0" y="0"/>
                    <a:pt x="1"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7" name="Freeform 634"/>
            <p:cNvSpPr>
              <a:spLocks/>
            </p:cNvSpPr>
            <p:nvPr/>
          </p:nvSpPr>
          <p:spPr bwMode="auto">
            <a:xfrm>
              <a:off x="9621838" y="5843588"/>
              <a:ext cx="14288" cy="19050"/>
            </a:xfrm>
            <a:custGeom>
              <a:avLst/>
              <a:gdLst>
                <a:gd name="T0" fmla="*/ 3 w 4"/>
                <a:gd name="T1" fmla="*/ 0 h 5"/>
                <a:gd name="T2" fmla="*/ 3 w 4"/>
                <a:gd name="T3" fmla="*/ 0 h 5"/>
                <a:gd name="T4" fmla="*/ 3 w 4"/>
                <a:gd name="T5" fmla="*/ 0 h 5"/>
                <a:gd name="T6" fmla="*/ 3 w 4"/>
                <a:gd name="T7" fmla="*/ 1 h 5"/>
                <a:gd name="T8" fmla="*/ 3 w 4"/>
                <a:gd name="T9" fmla="*/ 1 h 5"/>
                <a:gd name="T10" fmla="*/ 4 w 4"/>
                <a:gd name="T11" fmla="*/ 1 h 5"/>
                <a:gd name="T12" fmla="*/ 3 w 4"/>
                <a:gd name="T13" fmla="*/ 2 h 5"/>
                <a:gd name="T14" fmla="*/ 3 w 4"/>
                <a:gd name="T15" fmla="*/ 2 h 5"/>
                <a:gd name="T16" fmla="*/ 3 w 4"/>
                <a:gd name="T17" fmla="*/ 2 h 5"/>
                <a:gd name="T18" fmla="*/ 3 w 4"/>
                <a:gd name="T19" fmla="*/ 3 h 5"/>
                <a:gd name="T20" fmla="*/ 2 w 4"/>
                <a:gd name="T21" fmla="*/ 3 h 5"/>
                <a:gd name="T22" fmla="*/ 1 w 4"/>
                <a:gd name="T23" fmla="*/ 4 h 5"/>
                <a:gd name="T24" fmla="*/ 0 w 4"/>
                <a:gd name="T25" fmla="*/ 5 h 5"/>
                <a:gd name="T26" fmla="*/ 1 w 4"/>
                <a:gd name="T27" fmla="*/ 4 h 5"/>
                <a:gd name="T28" fmla="*/ 3 w 4"/>
                <a:gd name="T29" fmla="*/ 3 h 5"/>
                <a:gd name="T30" fmla="*/ 3 w 4"/>
                <a:gd name="T31" fmla="*/ 3 h 5"/>
                <a:gd name="T32" fmla="*/ 3 w 4"/>
                <a:gd name="T33" fmla="*/ 2 h 5"/>
                <a:gd name="T34" fmla="*/ 3 w 4"/>
                <a:gd name="T35" fmla="*/ 2 h 5"/>
                <a:gd name="T36" fmla="*/ 4 w 4"/>
                <a:gd name="T37" fmla="*/ 2 h 5"/>
                <a:gd name="T38" fmla="*/ 4 w 4"/>
                <a:gd name="T39" fmla="*/ 0 h 5"/>
                <a:gd name="T40" fmla="*/ 3 w 4"/>
                <a:gd name="T41" fmla="*/ 0 h 5"/>
                <a:gd name="T42" fmla="*/ 3 w 4"/>
                <a:gd name="T43" fmla="*/ 0 h 5"/>
                <a:gd name="T44" fmla="*/ 3 w 4"/>
                <a:gd name="T4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5">
                  <a:moveTo>
                    <a:pt x="3" y="0"/>
                  </a:moveTo>
                  <a:cubicBezTo>
                    <a:pt x="3" y="0"/>
                    <a:pt x="3" y="0"/>
                    <a:pt x="3" y="0"/>
                  </a:cubicBezTo>
                  <a:cubicBezTo>
                    <a:pt x="3" y="0"/>
                    <a:pt x="3" y="0"/>
                    <a:pt x="3" y="0"/>
                  </a:cubicBezTo>
                  <a:cubicBezTo>
                    <a:pt x="3" y="0"/>
                    <a:pt x="3" y="1"/>
                    <a:pt x="3" y="1"/>
                  </a:cubicBezTo>
                  <a:cubicBezTo>
                    <a:pt x="3" y="1"/>
                    <a:pt x="3" y="1"/>
                    <a:pt x="3" y="1"/>
                  </a:cubicBezTo>
                  <a:cubicBezTo>
                    <a:pt x="3" y="1"/>
                    <a:pt x="3" y="1"/>
                    <a:pt x="4" y="1"/>
                  </a:cubicBezTo>
                  <a:cubicBezTo>
                    <a:pt x="4" y="2"/>
                    <a:pt x="4" y="2"/>
                    <a:pt x="3" y="2"/>
                  </a:cubicBezTo>
                  <a:cubicBezTo>
                    <a:pt x="3" y="2"/>
                    <a:pt x="3" y="2"/>
                    <a:pt x="3" y="2"/>
                  </a:cubicBezTo>
                  <a:cubicBezTo>
                    <a:pt x="3" y="2"/>
                    <a:pt x="3" y="2"/>
                    <a:pt x="3" y="2"/>
                  </a:cubicBezTo>
                  <a:cubicBezTo>
                    <a:pt x="3" y="2"/>
                    <a:pt x="3" y="3"/>
                    <a:pt x="3" y="3"/>
                  </a:cubicBezTo>
                  <a:cubicBezTo>
                    <a:pt x="2" y="3"/>
                    <a:pt x="2" y="3"/>
                    <a:pt x="2" y="3"/>
                  </a:cubicBezTo>
                  <a:cubicBezTo>
                    <a:pt x="2" y="3"/>
                    <a:pt x="2" y="4"/>
                    <a:pt x="1" y="4"/>
                  </a:cubicBezTo>
                  <a:cubicBezTo>
                    <a:pt x="1" y="4"/>
                    <a:pt x="1" y="5"/>
                    <a:pt x="0" y="5"/>
                  </a:cubicBezTo>
                  <a:cubicBezTo>
                    <a:pt x="1" y="5"/>
                    <a:pt x="1" y="5"/>
                    <a:pt x="1" y="4"/>
                  </a:cubicBezTo>
                  <a:cubicBezTo>
                    <a:pt x="2" y="4"/>
                    <a:pt x="2" y="4"/>
                    <a:pt x="3" y="3"/>
                  </a:cubicBezTo>
                  <a:cubicBezTo>
                    <a:pt x="3" y="3"/>
                    <a:pt x="3" y="3"/>
                    <a:pt x="3" y="3"/>
                  </a:cubicBezTo>
                  <a:cubicBezTo>
                    <a:pt x="3" y="2"/>
                    <a:pt x="3" y="2"/>
                    <a:pt x="3" y="2"/>
                  </a:cubicBezTo>
                  <a:cubicBezTo>
                    <a:pt x="3" y="2"/>
                    <a:pt x="3" y="2"/>
                    <a:pt x="3" y="2"/>
                  </a:cubicBezTo>
                  <a:cubicBezTo>
                    <a:pt x="4" y="2"/>
                    <a:pt x="4" y="2"/>
                    <a:pt x="4" y="2"/>
                  </a:cubicBezTo>
                  <a:cubicBezTo>
                    <a:pt x="4" y="1"/>
                    <a:pt x="4" y="1"/>
                    <a:pt x="4" y="0"/>
                  </a:cubicBezTo>
                  <a:cubicBezTo>
                    <a:pt x="4" y="0"/>
                    <a:pt x="3" y="0"/>
                    <a:pt x="3" y="0"/>
                  </a:cubicBezTo>
                  <a:cubicBezTo>
                    <a:pt x="3" y="0"/>
                    <a:pt x="3" y="0"/>
                    <a:pt x="3" y="0"/>
                  </a:cubicBezTo>
                  <a:cubicBezTo>
                    <a:pt x="3" y="0"/>
                    <a:pt x="3" y="0"/>
                    <a:pt x="3"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8" name="Freeform 635"/>
            <p:cNvSpPr>
              <a:spLocks noEditPoints="1"/>
            </p:cNvSpPr>
            <p:nvPr/>
          </p:nvSpPr>
          <p:spPr bwMode="auto">
            <a:xfrm>
              <a:off x="9256713" y="5824538"/>
              <a:ext cx="368300" cy="125412"/>
            </a:xfrm>
            <a:custGeom>
              <a:avLst/>
              <a:gdLst>
                <a:gd name="T0" fmla="*/ 18 w 97"/>
                <a:gd name="T1" fmla="*/ 17 h 33"/>
                <a:gd name="T2" fmla="*/ 18 w 97"/>
                <a:gd name="T3" fmla="*/ 15 h 33"/>
                <a:gd name="T4" fmla="*/ 20 w 97"/>
                <a:gd name="T5" fmla="*/ 13 h 33"/>
                <a:gd name="T6" fmla="*/ 40 w 97"/>
                <a:gd name="T7" fmla="*/ 0 h 33"/>
                <a:gd name="T8" fmla="*/ 49 w 97"/>
                <a:gd name="T9" fmla="*/ 5 h 33"/>
                <a:gd name="T10" fmla="*/ 59 w 97"/>
                <a:gd name="T11" fmla="*/ 26 h 33"/>
                <a:gd name="T12" fmla="*/ 94 w 97"/>
                <a:gd name="T13" fmla="*/ 31 h 33"/>
                <a:gd name="T14" fmla="*/ 89 w 97"/>
                <a:gd name="T15" fmla="*/ 32 h 33"/>
                <a:gd name="T16" fmla="*/ 85 w 97"/>
                <a:gd name="T17" fmla="*/ 32 h 33"/>
                <a:gd name="T18" fmla="*/ 83 w 97"/>
                <a:gd name="T19" fmla="*/ 32 h 33"/>
                <a:gd name="T20" fmla="*/ 76 w 97"/>
                <a:gd name="T21" fmla="*/ 32 h 33"/>
                <a:gd name="T22" fmla="*/ 70 w 97"/>
                <a:gd name="T23" fmla="*/ 32 h 33"/>
                <a:gd name="T24" fmla="*/ 66 w 97"/>
                <a:gd name="T25" fmla="*/ 33 h 33"/>
                <a:gd name="T26" fmla="*/ 66 w 97"/>
                <a:gd name="T27" fmla="*/ 31 h 33"/>
                <a:gd name="T28" fmla="*/ 69 w 97"/>
                <a:gd name="T29" fmla="*/ 29 h 33"/>
                <a:gd name="T30" fmla="*/ 68 w 97"/>
                <a:gd name="T31" fmla="*/ 24 h 33"/>
                <a:gd name="T32" fmla="*/ 60 w 97"/>
                <a:gd name="T33" fmla="*/ 22 h 33"/>
                <a:gd name="T34" fmla="*/ 56 w 97"/>
                <a:gd name="T35" fmla="*/ 16 h 33"/>
                <a:gd name="T36" fmla="*/ 49 w 97"/>
                <a:gd name="T37" fmla="*/ 15 h 33"/>
                <a:gd name="T38" fmla="*/ 44 w 97"/>
                <a:gd name="T39" fmla="*/ 14 h 33"/>
                <a:gd name="T40" fmla="*/ 40 w 97"/>
                <a:gd name="T41" fmla="*/ 11 h 33"/>
                <a:gd name="T42" fmla="*/ 34 w 97"/>
                <a:gd name="T43" fmla="*/ 9 h 33"/>
                <a:gd name="T44" fmla="*/ 31 w 97"/>
                <a:gd name="T45" fmla="*/ 10 h 33"/>
                <a:gd name="T46" fmla="*/ 26 w 97"/>
                <a:gd name="T47" fmla="*/ 9 h 33"/>
                <a:gd name="T48" fmla="*/ 30 w 97"/>
                <a:gd name="T49" fmla="*/ 7 h 33"/>
                <a:gd name="T50" fmla="*/ 24 w 97"/>
                <a:gd name="T51" fmla="*/ 5 h 33"/>
                <a:gd name="T52" fmla="*/ 18 w 97"/>
                <a:gd name="T53" fmla="*/ 7 h 33"/>
                <a:gd name="T54" fmla="*/ 13 w 97"/>
                <a:gd name="T55" fmla="*/ 10 h 33"/>
                <a:gd name="T56" fmla="*/ 7 w 97"/>
                <a:gd name="T57" fmla="*/ 13 h 33"/>
                <a:gd name="T58" fmla="*/ 4 w 97"/>
                <a:gd name="T59" fmla="*/ 12 h 33"/>
                <a:gd name="T60" fmla="*/ 0 w 97"/>
                <a:gd name="T61" fmla="*/ 13 h 33"/>
                <a:gd name="T62" fmla="*/ 6 w 97"/>
                <a:gd name="T63" fmla="*/ 12 h 33"/>
                <a:gd name="T64" fmla="*/ 7 w 97"/>
                <a:gd name="T65" fmla="*/ 7 h 33"/>
                <a:gd name="T66" fmla="*/ 14 w 97"/>
                <a:gd name="T67" fmla="*/ 3 h 33"/>
                <a:gd name="T68" fmla="*/ 22 w 97"/>
                <a:gd name="T69" fmla="*/ 1 h 33"/>
                <a:gd name="T70" fmla="*/ 31 w 97"/>
                <a:gd name="T71" fmla="*/ 1 h 33"/>
                <a:gd name="T72" fmla="*/ 35 w 97"/>
                <a:gd name="T73" fmla="*/ 1 h 33"/>
                <a:gd name="T74" fmla="*/ 40 w 97"/>
                <a:gd name="T75" fmla="*/ 2 h 33"/>
                <a:gd name="T76" fmla="*/ 42 w 97"/>
                <a:gd name="T77" fmla="*/ 3 h 33"/>
                <a:gd name="T78" fmla="*/ 47 w 97"/>
                <a:gd name="T79" fmla="*/ 5 h 33"/>
                <a:gd name="T80" fmla="*/ 52 w 97"/>
                <a:gd name="T81" fmla="*/ 6 h 33"/>
                <a:gd name="T82" fmla="*/ 55 w 97"/>
                <a:gd name="T83" fmla="*/ 8 h 33"/>
                <a:gd name="T84" fmla="*/ 58 w 97"/>
                <a:gd name="T85" fmla="*/ 9 h 33"/>
                <a:gd name="T86" fmla="*/ 58 w 97"/>
                <a:gd name="T87" fmla="*/ 8 h 33"/>
                <a:gd name="T88" fmla="*/ 60 w 97"/>
                <a:gd name="T89" fmla="*/ 7 h 33"/>
                <a:gd name="T90" fmla="*/ 64 w 97"/>
                <a:gd name="T91" fmla="*/ 11 h 33"/>
                <a:gd name="T92" fmla="*/ 67 w 97"/>
                <a:gd name="T93" fmla="*/ 13 h 33"/>
                <a:gd name="T94" fmla="*/ 65 w 97"/>
                <a:gd name="T95" fmla="*/ 13 h 33"/>
                <a:gd name="T96" fmla="*/ 70 w 97"/>
                <a:gd name="T97" fmla="*/ 17 h 33"/>
                <a:gd name="T98" fmla="*/ 68 w 97"/>
                <a:gd name="T99" fmla="*/ 14 h 33"/>
                <a:gd name="T100" fmla="*/ 73 w 97"/>
                <a:gd name="T101" fmla="*/ 18 h 33"/>
                <a:gd name="T102" fmla="*/ 80 w 97"/>
                <a:gd name="T103" fmla="*/ 20 h 33"/>
                <a:gd name="T104" fmla="*/ 82 w 97"/>
                <a:gd name="T105" fmla="*/ 20 h 33"/>
                <a:gd name="T106" fmla="*/ 84 w 97"/>
                <a:gd name="T107" fmla="*/ 23 h 33"/>
                <a:gd name="T108" fmla="*/ 84 w 97"/>
                <a:gd name="T109" fmla="*/ 24 h 33"/>
                <a:gd name="T110" fmla="*/ 85 w 97"/>
                <a:gd name="T111" fmla="*/ 24 h 33"/>
                <a:gd name="T112" fmla="*/ 91 w 97"/>
                <a:gd name="T113" fmla="*/ 25 h 33"/>
                <a:gd name="T114" fmla="*/ 94 w 97"/>
                <a:gd name="T115" fmla="*/ 28 h 33"/>
                <a:gd name="T116" fmla="*/ 97 w 97"/>
                <a:gd name="T117" fmla="*/ 29 h 33"/>
                <a:gd name="T118" fmla="*/ 81 w 97"/>
                <a:gd name="T119" fmla="*/ 21 h 33"/>
                <a:gd name="T120" fmla="*/ 84 w 97"/>
                <a:gd name="T121" fmla="*/ 23 h 33"/>
                <a:gd name="T122" fmla="*/ 64 w 97"/>
                <a:gd name="T123" fmla="*/ 9 h 33"/>
                <a:gd name="T124" fmla="*/ 27 w 97"/>
                <a:gd name="T125"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33">
                  <a:moveTo>
                    <a:pt x="21" y="15"/>
                  </a:moveTo>
                  <a:cubicBezTo>
                    <a:pt x="22" y="16"/>
                    <a:pt x="22" y="16"/>
                    <a:pt x="22" y="16"/>
                  </a:cubicBezTo>
                  <a:cubicBezTo>
                    <a:pt x="21" y="17"/>
                    <a:pt x="21" y="17"/>
                    <a:pt x="20" y="17"/>
                  </a:cubicBezTo>
                  <a:cubicBezTo>
                    <a:pt x="20" y="17"/>
                    <a:pt x="20" y="17"/>
                    <a:pt x="19" y="17"/>
                  </a:cubicBezTo>
                  <a:cubicBezTo>
                    <a:pt x="19" y="17"/>
                    <a:pt x="18" y="17"/>
                    <a:pt x="18" y="17"/>
                  </a:cubicBezTo>
                  <a:cubicBezTo>
                    <a:pt x="18" y="17"/>
                    <a:pt x="18" y="17"/>
                    <a:pt x="18" y="17"/>
                  </a:cubicBezTo>
                  <a:cubicBezTo>
                    <a:pt x="17" y="17"/>
                    <a:pt x="17" y="17"/>
                    <a:pt x="17" y="17"/>
                  </a:cubicBezTo>
                  <a:cubicBezTo>
                    <a:pt x="17" y="17"/>
                    <a:pt x="16" y="16"/>
                    <a:pt x="16" y="16"/>
                  </a:cubicBezTo>
                  <a:cubicBezTo>
                    <a:pt x="17" y="16"/>
                    <a:pt x="17" y="16"/>
                    <a:pt x="18" y="16"/>
                  </a:cubicBezTo>
                  <a:cubicBezTo>
                    <a:pt x="18" y="16"/>
                    <a:pt x="18" y="16"/>
                    <a:pt x="18" y="15"/>
                  </a:cubicBezTo>
                  <a:cubicBezTo>
                    <a:pt x="18" y="15"/>
                    <a:pt x="18" y="15"/>
                    <a:pt x="18" y="15"/>
                  </a:cubicBezTo>
                  <a:cubicBezTo>
                    <a:pt x="18" y="15"/>
                    <a:pt x="18" y="15"/>
                    <a:pt x="18" y="15"/>
                  </a:cubicBezTo>
                  <a:cubicBezTo>
                    <a:pt x="18" y="15"/>
                    <a:pt x="18" y="15"/>
                    <a:pt x="18" y="15"/>
                  </a:cubicBezTo>
                  <a:cubicBezTo>
                    <a:pt x="17" y="14"/>
                    <a:pt x="17" y="13"/>
                    <a:pt x="18" y="13"/>
                  </a:cubicBezTo>
                  <a:cubicBezTo>
                    <a:pt x="19" y="12"/>
                    <a:pt x="20" y="13"/>
                    <a:pt x="20" y="13"/>
                  </a:cubicBezTo>
                  <a:cubicBezTo>
                    <a:pt x="20" y="13"/>
                    <a:pt x="21" y="13"/>
                    <a:pt x="21" y="13"/>
                  </a:cubicBezTo>
                  <a:cubicBezTo>
                    <a:pt x="20" y="14"/>
                    <a:pt x="21" y="14"/>
                    <a:pt x="21" y="14"/>
                  </a:cubicBezTo>
                  <a:cubicBezTo>
                    <a:pt x="22" y="14"/>
                    <a:pt x="22" y="15"/>
                    <a:pt x="21" y="15"/>
                  </a:cubicBezTo>
                  <a:cubicBezTo>
                    <a:pt x="21" y="15"/>
                    <a:pt x="21" y="15"/>
                    <a:pt x="21" y="15"/>
                  </a:cubicBezTo>
                  <a:close/>
                  <a:moveTo>
                    <a:pt x="40" y="0"/>
                  </a:moveTo>
                  <a:cubicBezTo>
                    <a:pt x="39" y="1"/>
                    <a:pt x="39" y="0"/>
                    <a:pt x="38" y="0"/>
                  </a:cubicBezTo>
                  <a:cubicBezTo>
                    <a:pt x="39" y="1"/>
                    <a:pt x="40" y="1"/>
                    <a:pt x="40" y="0"/>
                  </a:cubicBezTo>
                  <a:close/>
                  <a:moveTo>
                    <a:pt x="50" y="5"/>
                  </a:moveTo>
                  <a:cubicBezTo>
                    <a:pt x="50" y="5"/>
                    <a:pt x="50" y="5"/>
                    <a:pt x="50" y="5"/>
                  </a:cubicBezTo>
                  <a:cubicBezTo>
                    <a:pt x="50" y="5"/>
                    <a:pt x="49" y="5"/>
                    <a:pt x="49" y="5"/>
                  </a:cubicBezTo>
                  <a:cubicBezTo>
                    <a:pt x="49" y="5"/>
                    <a:pt x="49" y="5"/>
                    <a:pt x="49" y="5"/>
                  </a:cubicBezTo>
                  <a:cubicBezTo>
                    <a:pt x="49" y="5"/>
                    <a:pt x="49" y="5"/>
                    <a:pt x="50" y="5"/>
                  </a:cubicBezTo>
                  <a:close/>
                  <a:moveTo>
                    <a:pt x="59" y="25"/>
                  </a:moveTo>
                  <a:cubicBezTo>
                    <a:pt x="59" y="25"/>
                    <a:pt x="59" y="25"/>
                    <a:pt x="59" y="25"/>
                  </a:cubicBezTo>
                  <a:cubicBezTo>
                    <a:pt x="59" y="26"/>
                    <a:pt x="59" y="26"/>
                    <a:pt x="59" y="26"/>
                  </a:cubicBezTo>
                  <a:cubicBezTo>
                    <a:pt x="59" y="26"/>
                    <a:pt x="59" y="25"/>
                    <a:pt x="59" y="25"/>
                  </a:cubicBezTo>
                  <a:cubicBezTo>
                    <a:pt x="59" y="25"/>
                    <a:pt x="59" y="25"/>
                    <a:pt x="59" y="25"/>
                  </a:cubicBezTo>
                  <a:close/>
                  <a:moveTo>
                    <a:pt x="95" y="30"/>
                  </a:moveTo>
                  <a:cubicBezTo>
                    <a:pt x="95" y="30"/>
                    <a:pt x="94" y="30"/>
                    <a:pt x="94" y="30"/>
                  </a:cubicBezTo>
                  <a:cubicBezTo>
                    <a:pt x="94" y="30"/>
                    <a:pt x="94" y="31"/>
                    <a:pt x="94" y="31"/>
                  </a:cubicBezTo>
                  <a:cubicBezTo>
                    <a:pt x="94" y="31"/>
                    <a:pt x="93" y="31"/>
                    <a:pt x="93" y="31"/>
                  </a:cubicBezTo>
                  <a:cubicBezTo>
                    <a:pt x="92" y="31"/>
                    <a:pt x="91" y="31"/>
                    <a:pt x="91" y="31"/>
                  </a:cubicBezTo>
                  <a:cubicBezTo>
                    <a:pt x="91" y="31"/>
                    <a:pt x="90" y="31"/>
                    <a:pt x="90" y="31"/>
                  </a:cubicBezTo>
                  <a:cubicBezTo>
                    <a:pt x="90" y="32"/>
                    <a:pt x="89" y="32"/>
                    <a:pt x="89" y="32"/>
                  </a:cubicBezTo>
                  <a:cubicBezTo>
                    <a:pt x="88" y="32"/>
                    <a:pt x="88" y="32"/>
                    <a:pt x="89" y="32"/>
                  </a:cubicBezTo>
                  <a:cubicBezTo>
                    <a:pt x="89" y="31"/>
                    <a:pt x="89" y="31"/>
                    <a:pt x="89" y="31"/>
                  </a:cubicBezTo>
                  <a:cubicBezTo>
                    <a:pt x="89" y="31"/>
                    <a:pt x="89" y="31"/>
                    <a:pt x="89" y="31"/>
                  </a:cubicBezTo>
                  <a:cubicBezTo>
                    <a:pt x="89" y="31"/>
                    <a:pt x="88" y="31"/>
                    <a:pt x="88" y="31"/>
                  </a:cubicBezTo>
                  <a:cubicBezTo>
                    <a:pt x="88" y="32"/>
                    <a:pt x="88" y="32"/>
                    <a:pt x="87" y="32"/>
                  </a:cubicBezTo>
                  <a:cubicBezTo>
                    <a:pt x="86" y="32"/>
                    <a:pt x="86" y="32"/>
                    <a:pt x="85" y="32"/>
                  </a:cubicBezTo>
                  <a:cubicBezTo>
                    <a:pt x="85" y="32"/>
                    <a:pt x="85" y="32"/>
                    <a:pt x="85" y="32"/>
                  </a:cubicBezTo>
                  <a:cubicBezTo>
                    <a:pt x="85" y="32"/>
                    <a:pt x="85" y="32"/>
                    <a:pt x="84" y="32"/>
                  </a:cubicBezTo>
                  <a:cubicBezTo>
                    <a:pt x="84" y="32"/>
                    <a:pt x="84" y="32"/>
                    <a:pt x="84" y="32"/>
                  </a:cubicBezTo>
                  <a:cubicBezTo>
                    <a:pt x="84" y="32"/>
                    <a:pt x="84" y="32"/>
                    <a:pt x="84" y="32"/>
                  </a:cubicBezTo>
                  <a:cubicBezTo>
                    <a:pt x="84" y="32"/>
                    <a:pt x="83" y="32"/>
                    <a:pt x="83" y="32"/>
                  </a:cubicBezTo>
                  <a:cubicBezTo>
                    <a:pt x="83" y="31"/>
                    <a:pt x="82" y="32"/>
                    <a:pt x="81" y="31"/>
                  </a:cubicBezTo>
                  <a:cubicBezTo>
                    <a:pt x="81" y="32"/>
                    <a:pt x="80" y="32"/>
                    <a:pt x="79" y="31"/>
                  </a:cubicBezTo>
                  <a:cubicBezTo>
                    <a:pt x="79" y="31"/>
                    <a:pt x="78" y="31"/>
                    <a:pt x="77" y="31"/>
                  </a:cubicBezTo>
                  <a:cubicBezTo>
                    <a:pt x="76" y="31"/>
                    <a:pt x="76" y="32"/>
                    <a:pt x="76" y="32"/>
                  </a:cubicBezTo>
                  <a:cubicBezTo>
                    <a:pt x="76" y="32"/>
                    <a:pt x="76" y="32"/>
                    <a:pt x="76" y="32"/>
                  </a:cubicBezTo>
                  <a:cubicBezTo>
                    <a:pt x="75" y="32"/>
                    <a:pt x="75" y="32"/>
                    <a:pt x="75" y="31"/>
                  </a:cubicBezTo>
                  <a:cubicBezTo>
                    <a:pt x="75" y="31"/>
                    <a:pt x="74" y="31"/>
                    <a:pt x="74" y="32"/>
                  </a:cubicBezTo>
                  <a:cubicBezTo>
                    <a:pt x="74" y="32"/>
                    <a:pt x="74" y="32"/>
                    <a:pt x="73" y="32"/>
                  </a:cubicBezTo>
                  <a:cubicBezTo>
                    <a:pt x="73" y="32"/>
                    <a:pt x="73" y="32"/>
                    <a:pt x="73" y="32"/>
                  </a:cubicBezTo>
                  <a:cubicBezTo>
                    <a:pt x="72" y="32"/>
                    <a:pt x="71" y="32"/>
                    <a:pt x="70" y="32"/>
                  </a:cubicBezTo>
                  <a:cubicBezTo>
                    <a:pt x="70" y="32"/>
                    <a:pt x="69" y="32"/>
                    <a:pt x="69" y="32"/>
                  </a:cubicBezTo>
                  <a:cubicBezTo>
                    <a:pt x="68" y="32"/>
                    <a:pt x="68" y="32"/>
                    <a:pt x="68" y="32"/>
                  </a:cubicBezTo>
                  <a:cubicBezTo>
                    <a:pt x="68" y="32"/>
                    <a:pt x="68" y="32"/>
                    <a:pt x="68" y="32"/>
                  </a:cubicBezTo>
                  <a:cubicBezTo>
                    <a:pt x="67" y="33"/>
                    <a:pt x="67" y="33"/>
                    <a:pt x="66" y="33"/>
                  </a:cubicBezTo>
                  <a:cubicBezTo>
                    <a:pt x="66" y="33"/>
                    <a:pt x="66" y="33"/>
                    <a:pt x="66" y="33"/>
                  </a:cubicBezTo>
                  <a:cubicBezTo>
                    <a:pt x="66" y="33"/>
                    <a:pt x="65" y="33"/>
                    <a:pt x="65" y="32"/>
                  </a:cubicBezTo>
                  <a:cubicBezTo>
                    <a:pt x="65" y="32"/>
                    <a:pt x="65" y="32"/>
                    <a:pt x="65" y="32"/>
                  </a:cubicBezTo>
                  <a:cubicBezTo>
                    <a:pt x="65" y="31"/>
                    <a:pt x="65" y="31"/>
                    <a:pt x="65" y="31"/>
                  </a:cubicBezTo>
                  <a:cubicBezTo>
                    <a:pt x="66" y="31"/>
                    <a:pt x="66" y="31"/>
                    <a:pt x="66" y="31"/>
                  </a:cubicBezTo>
                  <a:cubicBezTo>
                    <a:pt x="66" y="31"/>
                    <a:pt x="66" y="31"/>
                    <a:pt x="66" y="31"/>
                  </a:cubicBezTo>
                  <a:cubicBezTo>
                    <a:pt x="67" y="30"/>
                    <a:pt x="67" y="30"/>
                    <a:pt x="67" y="30"/>
                  </a:cubicBezTo>
                  <a:cubicBezTo>
                    <a:pt x="68" y="30"/>
                    <a:pt x="68" y="29"/>
                    <a:pt x="68" y="29"/>
                  </a:cubicBezTo>
                  <a:cubicBezTo>
                    <a:pt x="68" y="29"/>
                    <a:pt x="68" y="29"/>
                    <a:pt x="68" y="29"/>
                  </a:cubicBezTo>
                  <a:cubicBezTo>
                    <a:pt x="68" y="29"/>
                    <a:pt x="68" y="28"/>
                    <a:pt x="69" y="28"/>
                  </a:cubicBezTo>
                  <a:cubicBezTo>
                    <a:pt x="69" y="28"/>
                    <a:pt x="69" y="28"/>
                    <a:pt x="69" y="29"/>
                  </a:cubicBezTo>
                  <a:cubicBezTo>
                    <a:pt x="70" y="29"/>
                    <a:pt x="70" y="28"/>
                    <a:pt x="71" y="28"/>
                  </a:cubicBezTo>
                  <a:cubicBezTo>
                    <a:pt x="71" y="27"/>
                    <a:pt x="71" y="27"/>
                    <a:pt x="71" y="27"/>
                  </a:cubicBezTo>
                  <a:cubicBezTo>
                    <a:pt x="71" y="26"/>
                    <a:pt x="71" y="26"/>
                    <a:pt x="70" y="26"/>
                  </a:cubicBezTo>
                  <a:cubicBezTo>
                    <a:pt x="70" y="26"/>
                    <a:pt x="70" y="26"/>
                    <a:pt x="70" y="26"/>
                  </a:cubicBezTo>
                  <a:cubicBezTo>
                    <a:pt x="70" y="25"/>
                    <a:pt x="69" y="24"/>
                    <a:pt x="68" y="24"/>
                  </a:cubicBezTo>
                  <a:cubicBezTo>
                    <a:pt x="68" y="25"/>
                    <a:pt x="67" y="25"/>
                    <a:pt x="67" y="24"/>
                  </a:cubicBezTo>
                  <a:cubicBezTo>
                    <a:pt x="66" y="24"/>
                    <a:pt x="66" y="24"/>
                    <a:pt x="66" y="24"/>
                  </a:cubicBezTo>
                  <a:cubicBezTo>
                    <a:pt x="65" y="24"/>
                    <a:pt x="64" y="24"/>
                    <a:pt x="63" y="24"/>
                  </a:cubicBezTo>
                  <a:cubicBezTo>
                    <a:pt x="63" y="24"/>
                    <a:pt x="62" y="24"/>
                    <a:pt x="62" y="24"/>
                  </a:cubicBezTo>
                  <a:cubicBezTo>
                    <a:pt x="62" y="23"/>
                    <a:pt x="60" y="23"/>
                    <a:pt x="60" y="22"/>
                  </a:cubicBezTo>
                  <a:cubicBezTo>
                    <a:pt x="60" y="22"/>
                    <a:pt x="59" y="22"/>
                    <a:pt x="59" y="22"/>
                  </a:cubicBezTo>
                  <a:cubicBezTo>
                    <a:pt x="58" y="21"/>
                    <a:pt x="58" y="21"/>
                    <a:pt x="58" y="20"/>
                  </a:cubicBezTo>
                  <a:cubicBezTo>
                    <a:pt x="58" y="20"/>
                    <a:pt x="58" y="19"/>
                    <a:pt x="58" y="18"/>
                  </a:cubicBezTo>
                  <a:cubicBezTo>
                    <a:pt x="57" y="17"/>
                    <a:pt x="57" y="16"/>
                    <a:pt x="56" y="16"/>
                  </a:cubicBezTo>
                  <a:cubicBezTo>
                    <a:pt x="56" y="16"/>
                    <a:pt x="56" y="16"/>
                    <a:pt x="56" y="16"/>
                  </a:cubicBezTo>
                  <a:cubicBezTo>
                    <a:pt x="56" y="15"/>
                    <a:pt x="56" y="15"/>
                    <a:pt x="56" y="15"/>
                  </a:cubicBezTo>
                  <a:cubicBezTo>
                    <a:pt x="55" y="16"/>
                    <a:pt x="54" y="16"/>
                    <a:pt x="53" y="16"/>
                  </a:cubicBezTo>
                  <a:cubicBezTo>
                    <a:pt x="53" y="16"/>
                    <a:pt x="52" y="16"/>
                    <a:pt x="52" y="16"/>
                  </a:cubicBezTo>
                  <a:cubicBezTo>
                    <a:pt x="51" y="16"/>
                    <a:pt x="51" y="16"/>
                    <a:pt x="50" y="16"/>
                  </a:cubicBezTo>
                  <a:cubicBezTo>
                    <a:pt x="50" y="15"/>
                    <a:pt x="49" y="15"/>
                    <a:pt x="49" y="15"/>
                  </a:cubicBezTo>
                  <a:cubicBezTo>
                    <a:pt x="49" y="15"/>
                    <a:pt x="49" y="15"/>
                    <a:pt x="49" y="15"/>
                  </a:cubicBezTo>
                  <a:cubicBezTo>
                    <a:pt x="48" y="15"/>
                    <a:pt x="47" y="15"/>
                    <a:pt x="46" y="15"/>
                  </a:cubicBezTo>
                  <a:cubicBezTo>
                    <a:pt x="46" y="15"/>
                    <a:pt x="45" y="14"/>
                    <a:pt x="45" y="14"/>
                  </a:cubicBezTo>
                  <a:cubicBezTo>
                    <a:pt x="44" y="14"/>
                    <a:pt x="44" y="14"/>
                    <a:pt x="44" y="14"/>
                  </a:cubicBezTo>
                  <a:cubicBezTo>
                    <a:pt x="44" y="14"/>
                    <a:pt x="44" y="14"/>
                    <a:pt x="44" y="14"/>
                  </a:cubicBezTo>
                  <a:cubicBezTo>
                    <a:pt x="43" y="14"/>
                    <a:pt x="43" y="13"/>
                    <a:pt x="43" y="13"/>
                  </a:cubicBezTo>
                  <a:cubicBezTo>
                    <a:pt x="43" y="13"/>
                    <a:pt x="42" y="13"/>
                    <a:pt x="42" y="12"/>
                  </a:cubicBezTo>
                  <a:cubicBezTo>
                    <a:pt x="42" y="12"/>
                    <a:pt x="42" y="12"/>
                    <a:pt x="42" y="12"/>
                  </a:cubicBezTo>
                  <a:cubicBezTo>
                    <a:pt x="41" y="12"/>
                    <a:pt x="41" y="12"/>
                    <a:pt x="41" y="12"/>
                  </a:cubicBezTo>
                  <a:cubicBezTo>
                    <a:pt x="41" y="11"/>
                    <a:pt x="41" y="11"/>
                    <a:pt x="40" y="11"/>
                  </a:cubicBezTo>
                  <a:cubicBezTo>
                    <a:pt x="39" y="11"/>
                    <a:pt x="37" y="11"/>
                    <a:pt x="36" y="11"/>
                  </a:cubicBezTo>
                  <a:cubicBezTo>
                    <a:pt x="36" y="11"/>
                    <a:pt x="36" y="11"/>
                    <a:pt x="35" y="11"/>
                  </a:cubicBezTo>
                  <a:cubicBezTo>
                    <a:pt x="35" y="11"/>
                    <a:pt x="35" y="11"/>
                    <a:pt x="35" y="11"/>
                  </a:cubicBezTo>
                  <a:cubicBezTo>
                    <a:pt x="35" y="11"/>
                    <a:pt x="34" y="10"/>
                    <a:pt x="34" y="10"/>
                  </a:cubicBezTo>
                  <a:cubicBezTo>
                    <a:pt x="34" y="9"/>
                    <a:pt x="34" y="9"/>
                    <a:pt x="34" y="9"/>
                  </a:cubicBezTo>
                  <a:cubicBezTo>
                    <a:pt x="34" y="9"/>
                    <a:pt x="34" y="10"/>
                    <a:pt x="34" y="10"/>
                  </a:cubicBezTo>
                  <a:cubicBezTo>
                    <a:pt x="34" y="10"/>
                    <a:pt x="34" y="10"/>
                    <a:pt x="34" y="11"/>
                  </a:cubicBezTo>
                  <a:cubicBezTo>
                    <a:pt x="33" y="11"/>
                    <a:pt x="33" y="11"/>
                    <a:pt x="33" y="11"/>
                  </a:cubicBezTo>
                  <a:cubicBezTo>
                    <a:pt x="32" y="11"/>
                    <a:pt x="33" y="11"/>
                    <a:pt x="33" y="11"/>
                  </a:cubicBezTo>
                  <a:cubicBezTo>
                    <a:pt x="32" y="10"/>
                    <a:pt x="32" y="10"/>
                    <a:pt x="31" y="10"/>
                  </a:cubicBezTo>
                  <a:cubicBezTo>
                    <a:pt x="30" y="10"/>
                    <a:pt x="30" y="10"/>
                    <a:pt x="29" y="10"/>
                  </a:cubicBezTo>
                  <a:cubicBezTo>
                    <a:pt x="29" y="10"/>
                    <a:pt x="29" y="10"/>
                    <a:pt x="29" y="10"/>
                  </a:cubicBezTo>
                  <a:cubicBezTo>
                    <a:pt x="28" y="10"/>
                    <a:pt x="28" y="9"/>
                    <a:pt x="28" y="9"/>
                  </a:cubicBezTo>
                  <a:cubicBezTo>
                    <a:pt x="27" y="9"/>
                    <a:pt x="27" y="9"/>
                    <a:pt x="27" y="9"/>
                  </a:cubicBezTo>
                  <a:cubicBezTo>
                    <a:pt x="27" y="9"/>
                    <a:pt x="26" y="9"/>
                    <a:pt x="26" y="9"/>
                  </a:cubicBezTo>
                  <a:cubicBezTo>
                    <a:pt x="26" y="9"/>
                    <a:pt x="26" y="9"/>
                    <a:pt x="26" y="8"/>
                  </a:cubicBezTo>
                  <a:cubicBezTo>
                    <a:pt x="25" y="8"/>
                    <a:pt x="26" y="8"/>
                    <a:pt x="26" y="8"/>
                  </a:cubicBezTo>
                  <a:cubicBezTo>
                    <a:pt x="26" y="8"/>
                    <a:pt x="27" y="8"/>
                    <a:pt x="27" y="8"/>
                  </a:cubicBezTo>
                  <a:cubicBezTo>
                    <a:pt x="28" y="8"/>
                    <a:pt x="29" y="8"/>
                    <a:pt x="30" y="7"/>
                  </a:cubicBezTo>
                  <a:cubicBezTo>
                    <a:pt x="30" y="7"/>
                    <a:pt x="30" y="7"/>
                    <a:pt x="30" y="7"/>
                  </a:cubicBezTo>
                  <a:cubicBezTo>
                    <a:pt x="30" y="7"/>
                    <a:pt x="30" y="6"/>
                    <a:pt x="30" y="6"/>
                  </a:cubicBezTo>
                  <a:cubicBezTo>
                    <a:pt x="29" y="6"/>
                    <a:pt x="29" y="6"/>
                    <a:pt x="29" y="5"/>
                  </a:cubicBezTo>
                  <a:cubicBezTo>
                    <a:pt x="28" y="5"/>
                    <a:pt x="27" y="5"/>
                    <a:pt x="26" y="5"/>
                  </a:cubicBezTo>
                  <a:cubicBezTo>
                    <a:pt x="25" y="5"/>
                    <a:pt x="25" y="5"/>
                    <a:pt x="24" y="5"/>
                  </a:cubicBezTo>
                  <a:cubicBezTo>
                    <a:pt x="24" y="5"/>
                    <a:pt x="24" y="5"/>
                    <a:pt x="24" y="5"/>
                  </a:cubicBezTo>
                  <a:cubicBezTo>
                    <a:pt x="24" y="5"/>
                    <a:pt x="24" y="5"/>
                    <a:pt x="24" y="5"/>
                  </a:cubicBezTo>
                  <a:cubicBezTo>
                    <a:pt x="23" y="5"/>
                    <a:pt x="22" y="5"/>
                    <a:pt x="21" y="5"/>
                  </a:cubicBezTo>
                  <a:cubicBezTo>
                    <a:pt x="21" y="5"/>
                    <a:pt x="20" y="5"/>
                    <a:pt x="20" y="5"/>
                  </a:cubicBezTo>
                  <a:cubicBezTo>
                    <a:pt x="20" y="5"/>
                    <a:pt x="20" y="5"/>
                    <a:pt x="20" y="6"/>
                  </a:cubicBezTo>
                  <a:cubicBezTo>
                    <a:pt x="20" y="6"/>
                    <a:pt x="19" y="6"/>
                    <a:pt x="18" y="7"/>
                  </a:cubicBezTo>
                  <a:cubicBezTo>
                    <a:pt x="18" y="7"/>
                    <a:pt x="17" y="7"/>
                    <a:pt x="17" y="8"/>
                  </a:cubicBezTo>
                  <a:cubicBezTo>
                    <a:pt x="17" y="8"/>
                    <a:pt x="17" y="8"/>
                    <a:pt x="16" y="8"/>
                  </a:cubicBezTo>
                  <a:cubicBezTo>
                    <a:pt x="16" y="9"/>
                    <a:pt x="15" y="8"/>
                    <a:pt x="15" y="9"/>
                  </a:cubicBezTo>
                  <a:cubicBezTo>
                    <a:pt x="15" y="10"/>
                    <a:pt x="14" y="10"/>
                    <a:pt x="13" y="10"/>
                  </a:cubicBezTo>
                  <a:cubicBezTo>
                    <a:pt x="13" y="10"/>
                    <a:pt x="13" y="10"/>
                    <a:pt x="13" y="10"/>
                  </a:cubicBezTo>
                  <a:cubicBezTo>
                    <a:pt x="12" y="10"/>
                    <a:pt x="11" y="10"/>
                    <a:pt x="10" y="10"/>
                  </a:cubicBezTo>
                  <a:cubicBezTo>
                    <a:pt x="10" y="10"/>
                    <a:pt x="9" y="11"/>
                    <a:pt x="9" y="11"/>
                  </a:cubicBezTo>
                  <a:cubicBezTo>
                    <a:pt x="9" y="12"/>
                    <a:pt x="9" y="12"/>
                    <a:pt x="9" y="12"/>
                  </a:cubicBezTo>
                  <a:cubicBezTo>
                    <a:pt x="9" y="12"/>
                    <a:pt x="9" y="12"/>
                    <a:pt x="9" y="12"/>
                  </a:cubicBezTo>
                  <a:cubicBezTo>
                    <a:pt x="8" y="12"/>
                    <a:pt x="7" y="13"/>
                    <a:pt x="7" y="13"/>
                  </a:cubicBezTo>
                  <a:cubicBezTo>
                    <a:pt x="7" y="13"/>
                    <a:pt x="6" y="13"/>
                    <a:pt x="6" y="13"/>
                  </a:cubicBezTo>
                  <a:cubicBezTo>
                    <a:pt x="6" y="13"/>
                    <a:pt x="6" y="13"/>
                    <a:pt x="6" y="13"/>
                  </a:cubicBezTo>
                  <a:cubicBezTo>
                    <a:pt x="5" y="14"/>
                    <a:pt x="5" y="14"/>
                    <a:pt x="4" y="14"/>
                  </a:cubicBezTo>
                  <a:cubicBezTo>
                    <a:pt x="4" y="14"/>
                    <a:pt x="5" y="13"/>
                    <a:pt x="4" y="13"/>
                  </a:cubicBezTo>
                  <a:cubicBezTo>
                    <a:pt x="4" y="13"/>
                    <a:pt x="4" y="13"/>
                    <a:pt x="4" y="12"/>
                  </a:cubicBezTo>
                  <a:cubicBezTo>
                    <a:pt x="4" y="12"/>
                    <a:pt x="4" y="12"/>
                    <a:pt x="3" y="12"/>
                  </a:cubicBezTo>
                  <a:cubicBezTo>
                    <a:pt x="3" y="13"/>
                    <a:pt x="3" y="13"/>
                    <a:pt x="3" y="13"/>
                  </a:cubicBezTo>
                  <a:cubicBezTo>
                    <a:pt x="3" y="13"/>
                    <a:pt x="2" y="13"/>
                    <a:pt x="2" y="13"/>
                  </a:cubicBezTo>
                  <a:cubicBezTo>
                    <a:pt x="2" y="13"/>
                    <a:pt x="2" y="14"/>
                    <a:pt x="2" y="14"/>
                  </a:cubicBezTo>
                  <a:cubicBezTo>
                    <a:pt x="1" y="13"/>
                    <a:pt x="1" y="13"/>
                    <a:pt x="0" y="13"/>
                  </a:cubicBezTo>
                  <a:cubicBezTo>
                    <a:pt x="0" y="13"/>
                    <a:pt x="1" y="13"/>
                    <a:pt x="1" y="13"/>
                  </a:cubicBezTo>
                  <a:cubicBezTo>
                    <a:pt x="2" y="13"/>
                    <a:pt x="2" y="12"/>
                    <a:pt x="3" y="12"/>
                  </a:cubicBezTo>
                  <a:cubicBezTo>
                    <a:pt x="3" y="12"/>
                    <a:pt x="4" y="11"/>
                    <a:pt x="5" y="12"/>
                  </a:cubicBezTo>
                  <a:cubicBezTo>
                    <a:pt x="5" y="12"/>
                    <a:pt x="5" y="12"/>
                    <a:pt x="5" y="12"/>
                  </a:cubicBezTo>
                  <a:cubicBezTo>
                    <a:pt x="5" y="12"/>
                    <a:pt x="5" y="12"/>
                    <a:pt x="6" y="12"/>
                  </a:cubicBezTo>
                  <a:cubicBezTo>
                    <a:pt x="6" y="11"/>
                    <a:pt x="6" y="12"/>
                    <a:pt x="6" y="11"/>
                  </a:cubicBezTo>
                  <a:cubicBezTo>
                    <a:pt x="6" y="11"/>
                    <a:pt x="6" y="11"/>
                    <a:pt x="6" y="11"/>
                  </a:cubicBezTo>
                  <a:cubicBezTo>
                    <a:pt x="5" y="10"/>
                    <a:pt x="5" y="9"/>
                    <a:pt x="5" y="9"/>
                  </a:cubicBezTo>
                  <a:cubicBezTo>
                    <a:pt x="5" y="8"/>
                    <a:pt x="6" y="8"/>
                    <a:pt x="6" y="8"/>
                  </a:cubicBezTo>
                  <a:cubicBezTo>
                    <a:pt x="6" y="8"/>
                    <a:pt x="7" y="7"/>
                    <a:pt x="7" y="7"/>
                  </a:cubicBezTo>
                  <a:cubicBezTo>
                    <a:pt x="7" y="6"/>
                    <a:pt x="7" y="6"/>
                    <a:pt x="8" y="6"/>
                  </a:cubicBezTo>
                  <a:cubicBezTo>
                    <a:pt x="8" y="5"/>
                    <a:pt x="9" y="5"/>
                    <a:pt x="9" y="5"/>
                  </a:cubicBezTo>
                  <a:cubicBezTo>
                    <a:pt x="10" y="4"/>
                    <a:pt x="11" y="4"/>
                    <a:pt x="12" y="4"/>
                  </a:cubicBezTo>
                  <a:cubicBezTo>
                    <a:pt x="12" y="4"/>
                    <a:pt x="13" y="4"/>
                    <a:pt x="13" y="4"/>
                  </a:cubicBezTo>
                  <a:cubicBezTo>
                    <a:pt x="13" y="4"/>
                    <a:pt x="14" y="3"/>
                    <a:pt x="14" y="3"/>
                  </a:cubicBezTo>
                  <a:cubicBezTo>
                    <a:pt x="15" y="2"/>
                    <a:pt x="15" y="2"/>
                    <a:pt x="16" y="2"/>
                  </a:cubicBezTo>
                  <a:cubicBezTo>
                    <a:pt x="17" y="2"/>
                    <a:pt x="17" y="2"/>
                    <a:pt x="18" y="2"/>
                  </a:cubicBezTo>
                  <a:cubicBezTo>
                    <a:pt x="19" y="2"/>
                    <a:pt x="19" y="2"/>
                    <a:pt x="20" y="2"/>
                  </a:cubicBezTo>
                  <a:cubicBezTo>
                    <a:pt x="20" y="2"/>
                    <a:pt x="21" y="2"/>
                    <a:pt x="22" y="1"/>
                  </a:cubicBezTo>
                  <a:cubicBezTo>
                    <a:pt x="22" y="1"/>
                    <a:pt x="22" y="1"/>
                    <a:pt x="22" y="1"/>
                  </a:cubicBezTo>
                  <a:cubicBezTo>
                    <a:pt x="22" y="1"/>
                    <a:pt x="23" y="1"/>
                    <a:pt x="23" y="0"/>
                  </a:cubicBezTo>
                  <a:cubicBezTo>
                    <a:pt x="24" y="0"/>
                    <a:pt x="25" y="0"/>
                    <a:pt x="26" y="0"/>
                  </a:cubicBezTo>
                  <a:cubicBezTo>
                    <a:pt x="27" y="0"/>
                    <a:pt x="27" y="0"/>
                    <a:pt x="27" y="0"/>
                  </a:cubicBezTo>
                  <a:cubicBezTo>
                    <a:pt x="28" y="1"/>
                    <a:pt x="29" y="1"/>
                    <a:pt x="29" y="1"/>
                  </a:cubicBezTo>
                  <a:cubicBezTo>
                    <a:pt x="30" y="1"/>
                    <a:pt x="30" y="1"/>
                    <a:pt x="31" y="1"/>
                  </a:cubicBezTo>
                  <a:cubicBezTo>
                    <a:pt x="31" y="1"/>
                    <a:pt x="31" y="1"/>
                    <a:pt x="31" y="1"/>
                  </a:cubicBezTo>
                  <a:cubicBezTo>
                    <a:pt x="32" y="1"/>
                    <a:pt x="32" y="1"/>
                    <a:pt x="33" y="1"/>
                  </a:cubicBezTo>
                  <a:cubicBezTo>
                    <a:pt x="33" y="1"/>
                    <a:pt x="33" y="1"/>
                    <a:pt x="33" y="1"/>
                  </a:cubicBezTo>
                  <a:cubicBezTo>
                    <a:pt x="33" y="1"/>
                    <a:pt x="34" y="1"/>
                    <a:pt x="34" y="2"/>
                  </a:cubicBezTo>
                  <a:cubicBezTo>
                    <a:pt x="34" y="2"/>
                    <a:pt x="35" y="2"/>
                    <a:pt x="35" y="1"/>
                  </a:cubicBezTo>
                  <a:cubicBezTo>
                    <a:pt x="35" y="1"/>
                    <a:pt x="35" y="1"/>
                    <a:pt x="36" y="1"/>
                  </a:cubicBezTo>
                  <a:cubicBezTo>
                    <a:pt x="36" y="2"/>
                    <a:pt x="37" y="2"/>
                    <a:pt x="38" y="1"/>
                  </a:cubicBezTo>
                  <a:cubicBezTo>
                    <a:pt x="38" y="1"/>
                    <a:pt x="38" y="1"/>
                    <a:pt x="39" y="1"/>
                  </a:cubicBezTo>
                  <a:cubicBezTo>
                    <a:pt x="39" y="1"/>
                    <a:pt x="39" y="1"/>
                    <a:pt x="39" y="1"/>
                  </a:cubicBezTo>
                  <a:cubicBezTo>
                    <a:pt x="39" y="2"/>
                    <a:pt x="40" y="2"/>
                    <a:pt x="40" y="2"/>
                  </a:cubicBezTo>
                  <a:cubicBezTo>
                    <a:pt x="40" y="2"/>
                    <a:pt x="40" y="2"/>
                    <a:pt x="40" y="2"/>
                  </a:cubicBezTo>
                  <a:cubicBezTo>
                    <a:pt x="40" y="2"/>
                    <a:pt x="41" y="3"/>
                    <a:pt x="41" y="3"/>
                  </a:cubicBezTo>
                  <a:cubicBezTo>
                    <a:pt x="41" y="3"/>
                    <a:pt x="41" y="3"/>
                    <a:pt x="42" y="2"/>
                  </a:cubicBezTo>
                  <a:cubicBezTo>
                    <a:pt x="42" y="2"/>
                    <a:pt x="42" y="2"/>
                    <a:pt x="42" y="2"/>
                  </a:cubicBezTo>
                  <a:cubicBezTo>
                    <a:pt x="42" y="3"/>
                    <a:pt x="42" y="3"/>
                    <a:pt x="42" y="3"/>
                  </a:cubicBezTo>
                  <a:cubicBezTo>
                    <a:pt x="43" y="3"/>
                    <a:pt x="43" y="3"/>
                    <a:pt x="44" y="3"/>
                  </a:cubicBezTo>
                  <a:cubicBezTo>
                    <a:pt x="44" y="3"/>
                    <a:pt x="45" y="3"/>
                    <a:pt x="45" y="3"/>
                  </a:cubicBezTo>
                  <a:cubicBezTo>
                    <a:pt x="45" y="3"/>
                    <a:pt x="45" y="3"/>
                    <a:pt x="46" y="3"/>
                  </a:cubicBezTo>
                  <a:cubicBezTo>
                    <a:pt x="46" y="3"/>
                    <a:pt x="46" y="3"/>
                    <a:pt x="46" y="4"/>
                  </a:cubicBezTo>
                  <a:cubicBezTo>
                    <a:pt x="46" y="4"/>
                    <a:pt x="47" y="4"/>
                    <a:pt x="47" y="5"/>
                  </a:cubicBezTo>
                  <a:cubicBezTo>
                    <a:pt x="48" y="5"/>
                    <a:pt x="48" y="5"/>
                    <a:pt x="48" y="5"/>
                  </a:cubicBezTo>
                  <a:cubicBezTo>
                    <a:pt x="48" y="6"/>
                    <a:pt x="49" y="6"/>
                    <a:pt x="49" y="7"/>
                  </a:cubicBezTo>
                  <a:cubicBezTo>
                    <a:pt x="49" y="7"/>
                    <a:pt x="50" y="7"/>
                    <a:pt x="50" y="7"/>
                  </a:cubicBezTo>
                  <a:cubicBezTo>
                    <a:pt x="50" y="7"/>
                    <a:pt x="51" y="6"/>
                    <a:pt x="51" y="6"/>
                  </a:cubicBezTo>
                  <a:cubicBezTo>
                    <a:pt x="52" y="6"/>
                    <a:pt x="52" y="6"/>
                    <a:pt x="52" y="6"/>
                  </a:cubicBezTo>
                  <a:cubicBezTo>
                    <a:pt x="52" y="6"/>
                    <a:pt x="52" y="7"/>
                    <a:pt x="51" y="7"/>
                  </a:cubicBezTo>
                  <a:cubicBezTo>
                    <a:pt x="50" y="6"/>
                    <a:pt x="50" y="7"/>
                    <a:pt x="50" y="7"/>
                  </a:cubicBezTo>
                  <a:cubicBezTo>
                    <a:pt x="50" y="7"/>
                    <a:pt x="50" y="7"/>
                    <a:pt x="50" y="7"/>
                  </a:cubicBezTo>
                  <a:cubicBezTo>
                    <a:pt x="50" y="8"/>
                    <a:pt x="51" y="8"/>
                    <a:pt x="52" y="8"/>
                  </a:cubicBezTo>
                  <a:cubicBezTo>
                    <a:pt x="53" y="8"/>
                    <a:pt x="54" y="8"/>
                    <a:pt x="55" y="8"/>
                  </a:cubicBezTo>
                  <a:cubicBezTo>
                    <a:pt x="56" y="8"/>
                    <a:pt x="56" y="8"/>
                    <a:pt x="56" y="8"/>
                  </a:cubicBezTo>
                  <a:cubicBezTo>
                    <a:pt x="56" y="9"/>
                    <a:pt x="56" y="9"/>
                    <a:pt x="57" y="9"/>
                  </a:cubicBezTo>
                  <a:cubicBezTo>
                    <a:pt x="57" y="8"/>
                    <a:pt x="57" y="9"/>
                    <a:pt x="57" y="9"/>
                  </a:cubicBezTo>
                  <a:cubicBezTo>
                    <a:pt x="57" y="9"/>
                    <a:pt x="57" y="9"/>
                    <a:pt x="58" y="9"/>
                  </a:cubicBezTo>
                  <a:cubicBezTo>
                    <a:pt x="58" y="9"/>
                    <a:pt x="58" y="9"/>
                    <a:pt x="58" y="9"/>
                  </a:cubicBezTo>
                  <a:cubicBezTo>
                    <a:pt x="58" y="9"/>
                    <a:pt x="58" y="9"/>
                    <a:pt x="58" y="9"/>
                  </a:cubicBezTo>
                  <a:cubicBezTo>
                    <a:pt x="58" y="8"/>
                    <a:pt x="58" y="8"/>
                    <a:pt x="58" y="8"/>
                  </a:cubicBezTo>
                  <a:cubicBezTo>
                    <a:pt x="58" y="8"/>
                    <a:pt x="58" y="8"/>
                    <a:pt x="58" y="8"/>
                  </a:cubicBezTo>
                  <a:cubicBezTo>
                    <a:pt x="58" y="8"/>
                    <a:pt x="59" y="8"/>
                    <a:pt x="59" y="8"/>
                  </a:cubicBezTo>
                  <a:cubicBezTo>
                    <a:pt x="59" y="7"/>
                    <a:pt x="58" y="8"/>
                    <a:pt x="58" y="8"/>
                  </a:cubicBezTo>
                  <a:cubicBezTo>
                    <a:pt x="58" y="8"/>
                    <a:pt x="58" y="8"/>
                    <a:pt x="57" y="8"/>
                  </a:cubicBezTo>
                  <a:cubicBezTo>
                    <a:pt x="57" y="7"/>
                    <a:pt x="57" y="7"/>
                    <a:pt x="57" y="7"/>
                  </a:cubicBezTo>
                  <a:cubicBezTo>
                    <a:pt x="57" y="7"/>
                    <a:pt x="57" y="6"/>
                    <a:pt x="57" y="7"/>
                  </a:cubicBezTo>
                  <a:cubicBezTo>
                    <a:pt x="58" y="7"/>
                    <a:pt x="58" y="7"/>
                    <a:pt x="58" y="7"/>
                  </a:cubicBezTo>
                  <a:cubicBezTo>
                    <a:pt x="59" y="6"/>
                    <a:pt x="60" y="7"/>
                    <a:pt x="60" y="7"/>
                  </a:cubicBezTo>
                  <a:cubicBezTo>
                    <a:pt x="60" y="7"/>
                    <a:pt x="60" y="7"/>
                    <a:pt x="60" y="8"/>
                  </a:cubicBezTo>
                  <a:cubicBezTo>
                    <a:pt x="61" y="8"/>
                    <a:pt x="61" y="8"/>
                    <a:pt x="61" y="8"/>
                  </a:cubicBezTo>
                  <a:cubicBezTo>
                    <a:pt x="61" y="8"/>
                    <a:pt x="62" y="8"/>
                    <a:pt x="62" y="8"/>
                  </a:cubicBezTo>
                  <a:cubicBezTo>
                    <a:pt x="62" y="9"/>
                    <a:pt x="62" y="9"/>
                    <a:pt x="63" y="9"/>
                  </a:cubicBezTo>
                  <a:cubicBezTo>
                    <a:pt x="64" y="9"/>
                    <a:pt x="64" y="10"/>
                    <a:pt x="64" y="11"/>
                  </a:cubicBezTo>
                  <a:cubicBezTo>
                    <a:pt x="65" y="11"/>
                    <a:pt x="65" y="11"/>
                    <a:pt x="65" y="11"/>
                  </a:cubicBezTo>
                  <a:cubicBezTo>
                    <a:pt x="66" y="11"/>
                    <a:pt x="66" y="11"/>
                    <a:pt x="66" y="12"/>
                  </a:cubicBezTo>
                  <a:cubicBezTo>
                    <a:pt x="66" y="13"/>
                    <a:pt x="67" y="13"/>
                    <a:pt x="68" y="14"/>
                  </a:cubicBezTo>
                  <a:cubicBezTo>
                    <a:pt x="68" y="14"/>
                    <a:pt x="68" y="14"/>
                    <a:pt x="68" y="14"/>
                  </a:cubicBezTo>
                  <a:cubicBezTo>
                    <a:pt x="67" y="14"/>
                    <a:pt x="67" y="14"/>
                    <a:pt x="67" y="13"/>
                  </a:cubicBezTo>
                  <a:cubicBezTo>
                    <a:pt x="66" y="13"/>
                    <a:pt x="65" y="12"/>
                    <a:pt x="64" y="12"/>
                  </a:cubicBezTo>
                  <a:cubicBezTo>
                    <a:pt x="64" y="12"/>
                    <a:pt x="64" y="12"/>
                    <a:pt x="64" y="12"/>
                  </a:cubicBezTo>
                  <a:cubicBezTo>
                    <a:pt x="64" y="12"/>
                    <a:pt x="64" y="12"/>
                    <a:pt x="64" y="12"/>
                  </a:cubicBezTo>
                  <a:cubicBezTo>
                    <a:pt x="63" y="12"/>
                    <a:pt x="63" y="12"/>
                    <a:pt x="63" y="13"/>
                  </a:cubicBezTo>
                  <a:cubicBezTo>
                    <a:pt x="64" y="12"/>
                    <a:pt x="64" y="13"/>
                    <a:pt x="65" y="13"/>
                  </a:cubicBezTo>
                  <a:cubicBezTo>
                    <a:pt x="65" y="14"/>
                    <a:pt x="65" y="14"/>
                    <a:pt x="66" y="14"/>
                  </a:cubicBezTo>
                  <a:cubicBezTo>
                    <a:pt x="66" y="14"/>
                    <a:pt x="67" y="14"/>
                    <a:pt x="67" y="14"/>
                  </a:cubicBezTo>
                  <a:cubicBezTo>
                    <a:pt x="67" y="15"/>
                    <a:pt x="68" y="15"/>
                    <a:pt x="68" y="15"/>
                  </a:cubicBezTo>
                  <a:cubicBezTo>
                    <a:pt x="69" y="15"/>
                    <a:pt x="69" y="16"/>
                    <a:pt x="69" y="16"/>
                  </a:cubicBezTo>
                  <a:cubicBezTo>
                    <a:pt x="69" y="16"/>
                    <a:pt x="69" y="16"/>
                    <a:pt x="70" y="17"/>
                  </a:cubicBezTo>
                  <a:cubicBezTo>
                    <a:pt x="70" y="17"/>
                    <a:pt x="70" y="17"/>
                    <a:pt x="70" y="17"/>
                  </a:cubicBezTo>
                  <a:cubicBezTo>
                    <a:pt x="70" y="17"/>
                    <a:pt x="70" y="17"/>
                    <a:pt x="70" y="17"/>
                  </a:cubicBezTo>
                  <a:cubicBezTo>
                    <a:pt x="70" y="17"/>
                    <a:pt x="71" y="17"/>
                    <a:pt x="71" y="17"/>
                  </a:cubicBezTo>
                  <a:cubicBezTo>
                    <a:pt x="70" y="16"/>
                    <a:pt x="70" y="16"/>
                    <a:pt x="69" y="16"/>
                  </a:cubicBezTo>
                  <a:cubicBezTo>
                    <a:pt x="69" y="16"/>
                    <a:pt x="68" y="15"/>
                    <a:pt x="68" y="14"/>
                  </a:cubicBezTo>
                  <a:cubicBezTo>
                    <a:pt x="69" y="15"/>
                    <a:pt x="70" y="15"/>
                    <a:pt x="71" y="16"/>
                  </a:cubicBezTo>
                  <a:cubicBezTo>
                    <a:pt x="71" y="16"/>
                    <a:pt x="71" y="16"/>
                    <a:pt x="71" y="16"/>
                  </a:cubicBezTo>
                  <a:cubicBezTo>
                    <a:pt x="71" y="16"/>
                    <a:pt x="71" y="16"/>
                    <a:pt x="71" y="16"/>
                  </a:cubicBezTo>
                  <a:cubicBezTo>
                    <a:pt x="71" y="16"/>
                    <a:pt x="72" y="16"/>
                    <a:pt x="72" y="16"/>
                  </a:cubicBezTo>
                  <a:cubicBezTo>
                    <a:pt x="72" y="17"/>
                    <a:pt x="73" y="17"/>
                    <a:pt x="73" y="18"/>
                  </a:cubicBezTo>
                  <a:cubicBezTo>
                    <a:pt x="73" y="18"/>
                    <a:pt x="74" y="18"/>
                    <a:pt x="74" y="18"/>
                  </a:cubicBezTo>
                  <a:cubicBezTo>
                    <a:pt x="74" y="18"/>
                    <a:pt x="74" y="18"/>
                    <a:pt x="75" y="18"/>
                  </a:cubicBezTo>
                  <a:cubicBezTo>
                    <a:pt x="75" y="18"/>
                    <a:pt x="75" y="18"/>
                    <a:pt x="75" y="18"/>
                  </a:cubicBezTo>
                  <a:cubicBezTo>
                    <a:pt x="75" y="19"/>
                    <a:pt x="76" y="19"/>
                    <a:pt x="76" y="19"/>
                  </a:cubicBezTo>
                  <a:cubicBezTo>
                    <a:pt x="77" y="19"/>
                    <a:pt x="79" y="19"/>
                    <a:pt x="80" y="20"/>
                  </a:cubicBezTo>
                  <a:cubicBezTo>
                    <a:pt x="80" y="21"/>
                    <a:pt x="80" y="21"/>
                    <a:pt x="81" y="21"/>
                  </a:cubicBezTo>
                  <a:cubicBezTo>
                    <a:pt x="81" y="21"/>
                    <a:pt x="81" y="21"/>
                    <a:pt x="81" y="21"/>
                  </a:cubicBezTo>
                  <a:cubicBezTo>
                    <a:pt x="81" y="20"/>
                    <a:pt x="81" y="21"/>
                    <a:pt x="82" y="21"/>
                  </a:cubicBezTo>
                  <a:cubicBezTo>
                    <a:pt x="82" y="20"/>
                    <a:pt x="82" y="20"/>
                    <a:pt x="82" y="20"/>
                  </a:cubicBezTo>
                  <a:cubicBezTo>
                    <a:pt x="82" y="20"/>
                    <a:pt x="82" y="20"/>
                    <a:pt x="82" y="20"/>
                  </a:cubicBezTo>
                  <a:cubicBezTo>
                    <a:pt x="82" y="20"/>
                    <a:pt x="82" y="20"/>
                    <a:pt x="82" y="20"/>
                  </a:cubicBezTo>
                  <a:cubicBezTo>
                    <a:pt x="83" y="20"/>
                    <a:pt x="83" y="20"/>
                    <a:pt x="83" y="20"/>
                  </a:cubicBezTo>
                  <a:cubicBezTo>
                    <a:pt x="84" y="20"/>
                    <a:pt x="84" y="21"/>
                    <a:pt x="84" y="21"/>
                  </a:cubicBezTo>
                  <a:cubicBezTo>
                    <a:pt x="84" y="22"/>
                    <a:pt x="84" y="22"/>
                    <a:pt x="84" y="22"/>
                  </a:cubicBezTo>
                  <a:cubicBezTo>
                    <a:pt x="84" y="22"/>
                    <a:pt x="83" y="23"/>
                    <a:pt x="84" y="23"/>
                  </a:cubicBezTo>
                  <a:cubicBezTo>
                    <a:pt x="84" y="23"/>
                    <a:pt x="84" y="23"/>
                    <a:pt x="84" y="23"/>
                  </a:cubicBezTo>
                  <a:cubicBezTo>
                    <a:pt x="84" y="23"/>
                    <a:pt x="84" y="23"/>
                    <a:pt x="84" y="23"/>
                  </a:cubicBezTo>
                  <a:cubicBezTo>
                    <a:pt x="83" y="23"/>
                    <a:pt x="83" y="23"/>
                    <a:pt x="83" y="23"/>
                  </a:cubicBezTo>
                  <a:cubicBezTo>
                    <a:pt x="83" y="23"/>
                    <a:pt x="83" y="24"/>
                    <a:pt x="83" y="24"/>
                  </a:cubicBezTo>
                  <a:cubicBezTo>
                    <a:pt x="84" y="25"/>
                    <a:pt x="84" y="24"/>
                    <a:pt x="84" y="24"/>
                  </a:cubicBezTo>
                  <a:cubicBezTo>
                    <a:pt x="84" y="24"/>
                    <a:pt x="84" y="24"/>
                    <a:pt x="84" y="24"/>
                  </a:cubicBezTo>
                  <a:cubicBezTo>
                    <a:pt x="85" y="24"/>
                    <a:pt x="85" y="24"/>
                    <a:pt x="85" y="24"/>
                  </a:cubicBezTo>
                  <a:cubicBezTo>
                    <a:pt x="85" y="24"/>
                    <a:pt x="85" y="24"/>
                    <a:pt x="85" y="24"/>
                  </a:cubicBezTo>
                  <a:cubicBezTo>
                    <a:pt x="85" y="24"/>
                    <a:pt x="85" y="24"/>
                    <a:pt x="85" y="24"/>
                  </a:cubicBezTo>
                  <a:cubicBezTo>
                    <a:pt x="85" y="24"/>
                    <a:pt x="85" y="24"/>
                    <a:pt x="85" y="24"/>
                  </a:cubicBezTo>
                  <a:cubicBezTo>
                    <a:pt x="86" y="24"/>
                    <a:pt x="87" y="24"/>
                    <a:pt x="88" y="24"/>
                  </a:cubicBezTo>
                  <a:cubicBezTo>
                    <a:pt x="88" y="25"/>
                    <a:pt x="89" y="24"/>
                    <a:pt x="90" y="25"/>
                  </a:cubicBezTo>
                  <a:cubicBezTo>
                    <a:pt x="90" y="25"/>
                    <a:pt x="90" y="25"/>
                    <a:pt x="90" y="25"/>
                  </a:cubicBezTo>
                  <a:cubicBezTo>
                    <a:pt x="90" y="25"/>
                    <a:pt x="90" y="25"/>
                    <a:pt x="90" y="25"/>
                  </a:cubicBezTo>
                  <a:cubicBezTo>
                    <a:pt x="91" y="25"/>
                    <a:pt x="91" y="25"/>
                    <a:pt x="91" y="25"/>
                  </a:cubicBezTo>
                  <a:cubicBezTo>
                    <a:pt x="91" y="25"/>
                    <a:pt x="91" y="25"/>
                    <a:pt x="91" y="25"/>
                  </a:cubicBezTo>
                  <a:cubicBezTo>
                    <a:pt x="91" y="25"/>
                    <a:pt x="92" y="25"/>
                    <a:pt x="92" y="25"/>
                  </a:cubicBezTo>
                  <a:cubicBezTo>
                    <a:pt x="92" y="25"/>
                    <a:pt x="92" y="26"/>
                    <a:pt x="92" y="26"/>
                  </a:cubicBezTo>
                  <a:cubicBezTo>
                    <a:pt x="93" y="26"/>
                    <a:pt x="94" y="27"/>
                    <a:pt x="94" y="27"/>
                  </a:cubicBezTo>
                  <a:cubicBezTo>
                    <a:pt x="94" y="27"/>
                    <a:pt x="94" y="27"/>
                    <a:pt x="94" y="28"/>
                  </a:cubicBezTo>
                  <a:cubicBezTo>
                    <a:pt x="94" y="28"/>
                    <a:pt x="94" y="28"/>
                    <a:pt x="94" y="28"/>
                  </a:cubicBezTo>
                  <a:cubicBezTo>
                    <a:pt x="95" y="28"/>
                    <a:pt x="95" y="28"/>
                    <a:pt x="95" y="28"/>
                  </a:cubicBezTo>
                  <a:cubicBezTo>
                    <a:pt x="95" y="28"/>
                    <a:pt x="96" y="28"/>
                    <a:pt x="96" y="28"/>
                  </a:cubicBezTo>
                  <a:cubicBezTo>
                    <a:pt x="97" y="28"/>
                    <a:pt x="97" y="28"/>
                    <a:pt x="97" y="29"/>
                  </a:cubicBezTo>
                  <a:cubicBezTo>
                    <a:pt x="97" y="29"/>
                    <a:pt x="97" y="29"/>
                    <a:pt x="97" y="29"/>
                  </a:cubicBezTo>
                  <a:cubicBezTo>
                    <a:pt x="97" y="30"/>
                    <a:pt x="97" y="30"/>
                    <a:pt x="96" y="30"/>
                  </a:cubicBezTo>
                  <a:cubicBezTo>
                    <a:pt x="96" y="30"/>
                    <a:pt x="96" y="30"/>
                    <a:pt x="96" y="30"/>
                  </a:cubicBezTo>
                  <a:cubicBezTo>
                    <a:pt x="96" y="31"/>
                    <a:pt x="95" y="30"/>
                    <a:pt x="95" y="30"/>
                  </a:cubicBezTo>
                  <a:close/>
                  <a:moveTo>
                    <a:pt x="81" y="21"/>
                  </a:moveTo>
                  <a:cubicBezTo>
                    <a:pt x="81" y="21"/>
                    <a:pt x="81" y="21"/>
                    <a:pt x="81" y="21"/>
                  </a:cubicBezTo>
                  <a:cubicBezTo>
                    <a:pt x="81" y="21"/>
                    <a:pt x="81" y="21"/>
                    <a:pt x="81" y="21"/>
                  </a:cubicBezTo>
                  <a:close/>
                  <a:moveTo>
                    <a:pt x="53" y="6"/>
                  </a:moveTo>
                  <a:cubicBezTo>
                    <a:pt x="53" y="5"/>
                    <a:pt x="53" y="5"/>
                    <a:pt x="53" y="5"/>
                  </a:cubicBezTo>
                  <a:cubicBezTo>
                    <a:pt x="53" y="5"/>
                    <a:pt x="53" y="5"/>
                    <a:pt x="53" y="6"/>
                  </a:cubicBezTo>
                  <a:close/>
                  <a:moveTo>
                    <a:pt x="84" y="23"/>
                  </a:moveTo>
                  <a:cubicBezTo>
                    <a:pt x="84" y="23"/>
                    <a:pt x="84" y="23"/>
                    <a:pt x="85" y="23"/>
                  </a:cubicBezTo>
                  <a:cubicBezTo>
                    <a:pt x="85" y="23"/>
                    <a:pt x="84" y="23"/>
                    <a:pt x="84" y="23"/>
                  </a:cubicBezTo>
                  <a:close/>
                  <a:moveTo>
                    <a:pt x="64" y="9"/>
                  </a:moveTo>
                  <a:cubicBezTo>
                    <a:pt x="64" y="9"/>
                    <a:pt x="64" y="9"/>
                    <a:pt x="64" y="9"/>
                  </a:cubicBezTo>
                  <a:cubicBezTo>
                    <a:pt x="64" y="9"/>
                    <a:pt x="64" y="9"/>
                    <a:pt x="64" y="9"/>
                  </a:cubicBezTo>
                  <a:close/>
                  <a:moveTo>
                    <a:pt x="26" y="16"/>
                  </a:moveTo>
                  <a:cubicBezTo>
                    <a:pt x="26" y="16"/>
                    <a:pt x="26" y="16"/>
                    <a:pt x="26" y="16"/>
                  </a:cubicBezTo>
                  <a:cubicBezTo>
                    <a:pt x="27" y="16"/>
                    <a:pt x="27" y="16"/>
                    <a:pt x="27" y="16"/>
                  </a:cubicBezTo>
                  <a:cubicBezTo>
                    <a:pt x="27" y="16"/>
                    <a:pt x="26" y="16"/>
                    <a:pt x="26" y="16"/>
                  </a:cubicBezTo>
                  <a:close/>
                  <a:moveTo>
                    <a:pt x="27" y="15"/>
                  </a:moveTo>
                  <a:cubicBezTo>
                    <a:pt x="27" y="15"/>
                    <a:pt x="27" y="15"/>
                    <a:pt x="27" y="16"/>
                  </a:cubicBezTo>
                  <a:cubicBezTo>
                    <a:pt x="27" y="16"/>
                    <a:pt x="27" y="16"/>
                    <a:pt x="27" y="15"/>
                  </a:cubicBezTo>
                  <a:cubicBezTo>
                    <a:pt x="27" y="15"/>
                    <a:pt x="27" y="15"/>
                    <a:pt x="27" y="15"/>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9" name="Freeform 636"/>
            <p:cNvSpPr>
              <a:spLocks/>
            </p:cNvSpPr>
            <p:nvPr/>
          </p:nvSpPr>
          <p:spPr bwMode="auto">
            <a:xfrm>
              <a:off x="10074275" y="6156325"/>
              <a:ext cx="7938" cy="11112"/>
            </a:xfrm>
            <a:custGeom>
              <a:avLst/>
              <a:gdLst>
                <a:gd name="T0" fmla="*/ 1 w 2"/>
                <a:gd name="T1" fmla="*/ 1 h 3"/>
                <a:gd name="T2" fmla="*/ 1 w 2"/>
                <a:gd name="T3" fmla="*/ 0 h 3"/>
                <a:gd name="T4" fmla="*/ 1 w 2"/>
                <a:gd name="T5" fmla="*/ 0 h 3"/>
                <a:gd name="T6" fmla="*/ 0 w 2"/>
                <a:gd name="T7" fmla="*/ 1 h 3"/>
                <a:gd name="T8" fmla="*/ 0 w 2"/>
                <a:gd name="T9" fmla="*/ 2 h 3"/>
                <a:gd name="T10" fmla="*/ 0 w 2"/>
                <a:gd name="T11" fmla="*/ 2 h 3"/>
                <a:gd name="T12" fmla="*/ 1 w 2"/>
                <a:gd name="T13" fmla="*/ 3 h 3"/>
                <a:gd name="T14" fmla="*/ 1 w 2"/>
                <a:gd name="T15" fmla="*/ 2 h 3"/>
                <a:gd name="T16" fmla="*/ 1 w 2"/>
                <a:gd name="T17" fmla="*/ 1 h 3"/>
                <a:gd name="T18" fmla="*/ 1 w 2"/>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1"/>
                  </a:moveTo>
                  <a:cubicBezTo>
                    <a:pt x="1" y="0"/>
                    <a:pt x="2" y="0"/>
                    <a:pt x="1" y="0"/>
                  </a:cubicBezTo>
                  <a:cubicBezTo>
                    <a:pt x="1" y="0"/>
                    <a:pt x="1" y="0"/>
                    <a:pt x="1" y="0"/>
                  </a:cubicBezTo>
                  <a:cubicBezTo>
                    <a:pt x="1" y="1"/>
                    <a:pt x="0" y="1"/>
                    <a:pt x="0" y="1"/>
                  </a:cubicBezTo>
                  <a:cubicBezTo>
                    <a:pt x="0" y="2"/>
                    <a:pt x="0" y="2"/>
                    <a:pt x="0" y="2"/>
                  </a:cubicBezTo>
                  <a:cubicBezTo>
                    <a:pt x="0" y="2"/>
                    <a:pt x="0" y="2"/>
                    <a:pt x="0" y="2"/>
                  </a:cubicBezTo>
                  <a:cubicBezTo>
                    <a:pt x="0" y="3"/>
                    <a:pt x="1" y="3"/>
                    <a:pt x="1" y="3"/>
                  </a:cubicBezTo>
                  <a:cubicBezTo>
                    <a:pt x="2" y="3"/>
                    <a:pt x="1" y="2"/>
                    <a:pt x="1" y="2"/>
                  </a:cubicBezTo>
                  <a:cubicBezTo>
                    <a:pt x="1" y="2"/>
                    <a:pt x="1" y="1"/>
                    <a:pt x="1" y="1"/>
                  </a:cubicBezTo>
                  <a:cubicBezTo>
                    <a:pt x="1" y="1"/>
                    <a:pt x="2" y="1"/>
                    <a:pt x="1"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0" name="Freeform 637"/>
            <p:cNvSpPr>
              <a:spLocks noEditPoints="1"/>
            </p:cNvSpPr>
            <p:nvPr/>
          </p:nvSpPr>
          <p:spPr bwMode="auto">
            <a:xfrm>
              <a:off x="10067925" y="6126163"/>
              <a:ext cx="14288" cy="19050"/>
            </a:xfrm>
            <a:custGeom>
              <a:avLst/>
              <a:gdLst>
                <a:gd name="T0" fmla="*/ 3 w 4"/>
                <a:gd name="T1" fmla="*/ 3 h 5"/>
                <a:gd name="T2" fmla="*/ 3 w 4"/>
                <a:gd name="T3" fmla="*/ 2 h 5"/>
                <a:gd name="T4" fmla="*/ 2 w 4"/>
                <a:gd name="T5" fmla="*/ 1 h 5"/>
                <a:gd name="T6" fmla="*/ 2 w 4"/>
                <a:gd name="T7" fmla="*/ 1 h 5"/>
                <a:gd name="T8" fmla="*/ 1 w 4"/>
                <a:gd name="T9" fmla="*/ 1 h 5"/>
                <a:gd name="T10" fmla="*/ 1 w 4"/>
                <a:gd name="T11" fmla="*/ 1 h 5"/>
                <a:gd name="T12" fmla="*/ 1 w 4"/>
                <a:gd name="T13" fmla="*/ 1 h 5"/>
                <a:gd name="T14" fmla="*/ 1 w 4"/>
                <a:gd name="T15" fmla="*/ 2 h 5"/>
                <a:gd name="T16" fmla="*/ 2 w 4"/>
                <a:gd name="T17" fmla="*/ 3 h 5"/>
                <a:gd name="T18" fmla="*/ 2 w 4"/>
                <a:gd name="T19" fmla="*/ 3 h 5"/>
                <a:gd name="T20" fmla="*/ 2 w 4"/>
                <a:gd name="T21" fmla="*/ 4 h 5"/>
                <a:gd name="T22" fmla="*/ 3 w 4"/>
                <a:gd name="T23" fmla="*/ 4 h 5"/>
                <a:gd name="T24" fmla="*/ 3 w 4"/>
                <a:gd name="T25" fmla="*/ 4 h 5"/>
                <a:gd name="T26" fmla="*/ 3 w 4"/>
                <a:gd name="T27" fmla="*/ 5 h 5"/>
                <a:gd name="T28" fmla="*/ 4 w 4"/>
                <a:gd name="T29" fmla="*/ 4 h 5"/>
                <a:gd name="T30" fmla="*/ 3 w 4"/>
                <a:gd name="T31" fmla="*/ 3 h 5"/>
                <a:gd name="T32" fmla="*/ 2 w 4"/>
                <a:gd name="T33" fmla="*/ 1 h 5"/>
                <a:gd name="T34" fmla="*/ 2 w 4"/>
                <a:gd name="T35" fmla="*/ 1 h 5"/>
                <a:gd name="T36" fmla="*/ 2 w 4"/>
                <a:gd name="T3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5">
                  <a:moveTo>
                    <a:pt x="3" y="3"/>
                  </a:moveTo>
                  <a:cubicBezTo>
                    <a:pt x="3" y="3"/>
                    <a:pt x="3" y="3"/>
                    <a:pt x="3" y="2"/>
                  </a:cubicBezTo>
                  <a:cubicBezTo>
                    <a:pt x="3" y="2"/>
                    <a:pt x="3" y="1"/>
                    <a:pt x="2" y="1"/>
                  </a:cubicBezTo>
                  <a:cubicBezTo>
                    <a:pt x="2" y="1"/>
                    <a:pt x="2" y="1"/>
                    <a:pt x="2" y="1"/>
                  </a:cubicBezTo>
                  <a:cubicBezTo>
                    <a:pt x="1" y="0"/>
                    <a:pt x="1" y="0"/>
                    <a:pt x="1" y="1"/>
                  </a:cubicBezTo>
                  <a:cubicBezTo>
                    <a:pt x="0" y="1"/>
                    <a:pt x="1" y="1"/>
                    <a:pt x="1" y="1"/>
                  </a:cubicBezTo>
                  <a:cubicBezTo>
                    <a:pt x="1" y="1"/>
                    <a:pt x="1" y="1"/>
                    <a:pt x="1" y="1"/>
                  </a:cubicBezTo>
                  <a:cubicBezTo>
                    <a:pt x="1" y="2"/>
                    <a:pt x="1" y="2"/>
                    <a:pt x="1" y="2"/>
                  </a:cubicBezTo>
                  <a:cubicBezTo>
                    <a:pt x="1" y="2"/>
                    <a:pt x="1" y="3"/>
                    <a:pt x="2" y="3"/>
                  </a:cubicBezTo>
                  <a:cubicBezTo>
                    <a:pt x="2" y="3"/>
                    <a:pt x="2" y="3"/>
                    <a:pt x="2" y="3"/>
                  </a:cubicBezTo>
                  <a:cubicBezTo>
                    <a:pt x="2" y="3"/>
                    <a:pt x="2" y="4"/>
                    <a:pt x="2" y="4"/>
                  </a:cubicBezTo>
                  <a:cubicBezTo>
                    <a:pt x="2" y="4"/>
                    <a:pt x="2" y="4"/>
                    <a:pt x="3" y="4"/>
                  </a:cubicBezTo>
                  <a:cubicBezTo>
                    <a:pt x="3" y="4"/>
                    <a:pt x="3" y="4"/>
                    <a:pt x="3" y="4"/>
                  </a:cubicBezTo>
                  <a:cubicBezTo>
                    <a:pt x="3" y="5"/>
                    <a:pt x="3" y="5"/>
                    <a:pt x="3" y="5"/>
                  </a:cubicBezTo>
                  <a:cubicBezTo>
                    <a:pt x="4" y="5"/>
                    <a:pt x="4" y="4"/>
                    <a:pt x="4" y="4"/>
                  </a:cubicBezTo>
                  <a:cubicBezTo>
                    <a:pt x="4" y="4"/>
                    <a:pt x="4" y="3"/>
                    <a:pt x="3" y="3"/>
                  </a:cubicBezTo>
                  <a:close/>
                  <a:moveTo>
                    <a:pt x="2" y="1"/>
                  </a:moveTo>
                  <a:cubicBezTo>
                    <a:pt x="2" y="1"/>
                    <a:pt x="2" y="1"/>
                    <a:pt x="2" y="1"/>
                  </a:cubicBezTo>
                  <a:cubicBezTo>
                    <a:pt x="2" y="1"/>
                    <a:pt x="2" y="1"/>
                    <a:pt x="2"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1" name="Freeform 638"/>
            <p:cNvSpPr>
              <a:spLocks/>
            </p:cNvSpPr>
            <p:nvPr/>
          </p:nvSpPr>
          <p:spPr bwMode="auto">
            <a:xfrm>
              <a:off x="10059988" y="6099175"/>
              <a:ext cx="7938" cy="14287"/>
            </a:xfrm>
            <a:custGeom>
              <a:avLst/>
              <a:gdLst>
                <a:gd name="T0" fmla="*/ 0 w 2"/>
                <a:gd name="T1" fmla="*/ 2 h 4"/>
                <a:gd name="T2" fmla="*/ 1 w 2"/>
                <a:gd name="T3" fmla="*/ 3 h 4"/>
                <a:gd name="T4" fmla="*/ 1 w 2"/>
                <a:gd name="T5" fmla="*/ 3 h 4"/>
                <a:gd name="T6" fmla="*/ 1 w 2"/>
                <a:gd name="T7" fmla="*/ 4 h 4"/>
                <a:gd name="T8" fmla="*/ 1 w 2"/>
                <a:gd name="T9" fmla="*/ 4 h 4"/>
                <a:gd name="T10" fmla="*/ 2 w 2"/>
                <a:gd name="T11" fmla="*/ 4 h 4"/>
                <a:gd name="T12" fmla="*/ 2 w 2"/>
                <a:gd name="T13" fmla="*/ 3 h 4"/>
                <a:gd name="T14" fmla="*/ 2 w 2"/>
                <a:gd name="T15" fmla="*/ 3 h 4"/>
                <a:gd name="T16" fmla="*/ 2 w 2"/>
                <a:gd name="T17" fmla="*/ 1 h 4"/>
                <a:gd name="T18" fmla="*/ 0 w 2"/>
                <a:gd name="T19" fmla="*/ 1 h 4"/>
                <a:gd name="T20" fmla="*/ 0 w 2"/>
                <a:gd name="T21" fmla="*/ 1 h 4"/>
                <a:gd name="T22" fmla="*/ 0 w 2"/>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2"/>
                  </a:moveTo>
                  <a:cubicBezTo>
                    <a:pt x="0" y="2"/>
                    <a:pt x="0" y="2"/>
                    <a:pt x="1" y="3"/>
                  </a:cubicBezTo>
                  <a:cubicBezTo>
                    <a:pt x="1" y="3"/>
                    <a:pt x="1" y="3"/>
                    <a:pt x="1" y="3"/>
                  </a:cubicBezTo>
                  <a:cubicBezTo>
                    <a:pt x="1" y="3"/>
                    <a:pt x="1" y="3"/>
                    <a:pt x="1" y="4"/>
                  </a:cubicBezTo>
                  <a:cubicBezTo>
                    <a:pt x="1" y="4"/>
                    <a:pt x="1" y="4"/>
                    <a:pt x="1" y="4"/>
                  </a:cubicBezTo>
                  <a:cubicBezTo>
                    <a:pt x="2" y="4"/>
                    <a:pt x="2" y="4"/>
                    <a:pt x="2" y="4"/>
                  </a:cubicBezTo>
                  <a:cubicBezTo>
                    <a:pt x="2" y="3"/>
                    <a:pt x="2" y="3"/>
                    <a:pt x="2" y="3"/>
                  </a:cubicBezTo>
                  <a:cubicBezTo>
                    <a:pt x="2" y="3"/>
                    <a:pt x="2" y="3"/>
                    <a:pt x="2" y="3"/>
                  </a:cubicBezTo>
                  <a:cubicBezTo>
                    <a:pt x="2" y="2"/>
                    <a:pt x="2" y="2"/>
                    <a:pt x="2" y="1"/>
                  </a:cubicBezTo>
                  <a:cubicBezTo>
                    <a:pt x="2" y="0"/>
                    <a:pt x="1" y="1"/>
                    <a:pt x="0" y="1"/>
                  </a:cubicBezTo>
                  <a:cubicBezTo>
                    <a:pt x="0" y="1"/>
                    <a:pt x="0" y="1"/>
                    <a:pt x="0" y="1"/>
                  </a:cubicBezTo>
                  <a:cubicBezTo>
                    <a:pt x="0" y="1"/>
                    <a:pt x="0" y="1"/>
                    <a:pt x="0" y="2"/>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2" name="Freeform 639"/>
            <p:cNvSpPr>
              <a:spLocks/>
            </p:cNvSpPr>
            <p:nvPr/>
          </p:nvSpPr>
          <p:spPr bwMode="auto">
            <a:xfrm>
              <a:off x="9945688" y="6022975"/>
              <a:ext cx="7938" cy="3175"/>
            </a:xfrm>
            <a:custGeom>
              <a:avLst/>
              <a:gdLst>
                <a:gd name="T0" fmla="*/ 0 w 2"/>
                <a:gd name="T1" fmla="*/ 0 h 1"/>
                <a:gd name="T2" fmla="*/ 0 w 2"/>
                <a:gd name="T3" fmla="*/ 1 h 1"/>
                <a:gd name="T4" fmla="*/ 2 w 2"/>
                <a:gd name="T5" fmla="*/ 0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1"/>
                    <a:pt x="0" y="1"/>
                    <a:pt x="0" y="1"/>
                  </a:cubicBezTo>
                  <a:cubicBezTo>
                    <a:pt x="1" y="1"/>
                    <a:pt x="2" y="1"/>
                    <a:pt x="2" y="0"/>
                  </a:cubicBezTo>
                  <a:cubicBezTo>
                    <a:pt x="2" y="0"/>
                    <a:pt x="1" y="0"/>
                    <a:pt x="1" y="0"/>
                  </a:cubicBezTo>
                  <a:cubicBezTo>
                    <a:pt x="0" y="0"/>
                    <a:pt x="0" y="0"/>
                    <a:pt x="0"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3" name="Freeform 640"/>
            <p:cNvSpPr>
              <a:spLocks/>
            </p:cNvSpPr>
            <p:nvPr/>
          </p:nvSpPr>
          <p:spPr bwMode="auto">
            <a:xfrm>
              <a:off x="10044113" y="6045200"/>
              <a:ext cx="7938" cy="7937"/>
            </a:xfrm>
            <a:custGeom>
              <a:avLst/>
              <a:gdLst>
                <a:gd name="T0" fmla="*/ 1 w 2"/>
                <a:gd name="T1" fmla="*/ 2 h 2"/>
                <a:gd name="T2" fmla="*/ 2 w 2"/>
                <a:gd name="T3" fmla="*/ 1 h 2"/>
                <a:gd name="T4" fmla="*/ 1 w 2"/>
                <a:gd name="T5" fmla="*/ 0 h 2"/>
                <a:gd name="T6" fmla="*/ 1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2" y="2"/>
                    <a:pt x="2" y="1"/>
                    <a:pt x="2" y="1"/>
                  </a:cubicBezTo>
                  <a:cubicBezTo>
                    <a:pt x="2" y="1"/>
                    <a:pt x="1" y="0"/>
                    <a:pt x="1" y="0"/>
                  </a:cubicBezTo>
                  <a:cubicBezTo>
                    <a:pt x="1" y="0"/>
                    <a:pt x="0" y="0"/>
                    <a:pt x="1" y="1"/>
                  </a:cubicBezTo>
                  <a:cubicBezTo>
                    <a:pt x="1" y="1"/>
                    <a:pt x="1" y="2"/>
                    <a:pt x="1" y="2"/>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4" name="Freeform 641"/>
            <p:cNvSpPr>
              <a:spLocks/>
            </p:cNvSpPr>
            <p:nvPr/>
          </p:nvSpPr>
          <p:spPr bwMode="auto">
            <a:xfrm>
              <a:off x="10048875" y="6026150"/>
              <a:ext cx="3175" cy="4762"/>
            </a:xfrm>
            <a:custGeom>
              <a:avLst/>
              <a:gdLst>
                <a:gd name="T0" fmla="*/ 1 w 1"/>
                <a:gd name="T1" fmla="*/ 1 h 1"/>
                <a:gd name="T2" fmla="*/ 1 w 1"/>
                <a:gd name="T3" fmla="*/ 1 h 1"/>
                <a:gd name="T4" fmla="*/ 1 w 1"/>
                <a:gd name="T5" fmla="*/ 1 h 1"/>
                <a:gd name="T6" fmla="*/ 1 w 1"/>
                <a:gd name="T7" fmla="*/ 0 h 1"/>
                <a:gd name="T8" fmla="*/ 0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1"/>
                    <a:pt x="1" y="0"/>
                  </a:cubicBezTo>
                  <a:cubicBezTo>
                    <a:pt x="0" y="0"/>
                    <a:pt x="0" y="0"/>
                    <a:pt x="0" y="0"/>
                  </a:cubicBezTo>
                  <a:cubicBezTo>
                    <a:pt x="0" y="1"/>
                    <a:pt x="0" y="1"/>
                    <a:pt x="1"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5" name="Oval 642"/>
            <p:cNvSpPr>
              <a:spLocks noChangeArrowheads="1"/>
            </p:cNvSpPr>
            <p:nvPr/>
          </p:nvSpPr>
          <p:spPr bwMode="auto">
            <a:xfrm>
              <a:off x="10033000" y="6056313"/>
              <a:ext cx="3175" cy="4762"/>
            </a:xfrm>
            <a:prstGeom prst="ellipse">
              <a:avLst/>
            </a:pr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6" name="Freeform 643"/>
            <p:cNvSpPr>
              <a:spLocks/>
            </p:cNvSpPr>
            <p:nvPr/>
          </p:nvSpPr>
          <p:spPr bwMode="auto">
            <a:xfrm>
              <a:off x="10123488" y="6183313"/>
              <a:ext cx="4763" cy="7937"/>
            </a:xfrm>
            <a:custGeom>
              <a:avLst/>
              <a:gdLst>
                <a:gd name="T0" fmla="*/ 1 w 1"/>
                <a:gd name="T1" fmla="*/ 1 h 2"/>
                <a:gd name="T2" fmla="*/ 0 w 1"/>
                <a:gd name="T3" fmla="*/ 0 h 2"/>
                <a:gd name="T4" fmla="*/ 0 w 1"/>
                <a:gd name="T5" fmla="*/ 0 h 2"/>
                <a:gd name="T6" fmla="*/ 0 w 1"/>
                <a:gd name="T7" fmla="*/ 0 h 2"/>
                <a:gd name="T8" fmla="*/ 0 w 1"/>
                <a:gd name="T9" fmla="*/ 1 h 2"/>
                <a:gd name="T10" fmla="*/ 0 w 1"/>
                <a:gd name="T11" fmla="*/ 2 h 2"/>
                <a:gd name="T12" fmla="*/ 1 w 1"/>
                <a:gd name="T13" fmla="*/ 2 h 2"/>
                <a:gd name="T14" fmla="*/ 1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1"/>
                  </a:moveTo>
                  <a:cubicBezTo>
                    <a:pt x="1" y="1"/>
                    <a:pt x="1" y="0"/>
                    <a:pt x="0" y="0"/>
                  </a:cubicBezTo>
                  <a:cubicBezTo>
                    <a:pt x="0" y="0"/>
                    <a:pt x="0" y="0"/>
                    <a:pt x="0" y="0"/>
                  </a:cubicBezTo>
                  <a:cubicBezTo>
                    <a:pt x="0" y="0"/>
                    <a:pt x="0" y="0"/>
                    <a:pt x="0" y="0"/>
                  </a:cubicBezTo>
                  <a:cubicBezTo>
                    <a:pt x="0" y="0"/>
                    <a:pt x="0" y="1"/>
                    <a:pt x="0" y="1"/>
                  </a:cubicBezTo>
                  <a:cubicBezTo>
                    <a:pt x="0" y="1"/>
                    <a:pt x="0" y="2"/>
                    <a:pt x="0" y="2"/>
                  </a:cubicBezTo>
                  <a:cubicBezTo>
                    <a:pt x="0" y="2"/>
                    <a:pt x="1" y="2"/>
                    <a:pt x="1" y="2"/>
                  </a:cubicBezTo>
                  <a:cubicBezTo>
                    <a:pt x="1" y="2"/>
                    <a:pt x="1" y="1"/>
                    <a:pt x="1"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7" name="Freeform 644"/>
            <p:cNvSpPr>
              <a:spLocks/>
            </p:cNvSpPr>
            <p:nvPr/>
          </p:nvSpPr>
          <p:spPr bwMode="auto">
            <a:xfrm>
              <a:off x="10048875" y="6069013"/>
              <a:ext cx="22225" cy="22225"/>
            </a:xfrm>
            <a:custGeom>
              <a:avLst/>
              <a:gdLst>
                <a:gd name="T0" fmla="*/ 0 w 6"/>
                <a:gd name="T1" fmla="*/ 1 h 6"/>
                <a:gd name="T2" fmla="*/ 0 w 6"/>
                <a:gd name="T3" fmla="*/ 1 h 6"/>
                <a:gd name="T4" fmla="*/ 0 w 6"/>
                <a:gd name="T5" fmla="*/ 2 h 6"/>
                <a:gd name="T6" fmla="*/ 0 w 6"/>
                <a:gd name="T7" fmla="*/ 2 h 6"/>
                <a:gd name="T8" fmla="*/ 0 w 6"/>
                <a:gd name="T9" fmla="*/ 4 h 6"/>
                <a:gd name="T10" fmla="*/ 0 w 6"/>
                <a:gd name="T11" fmla="*/ 4 h 6"/>
                <a:gd name="T12" fmla="*/ 1 w 6"/>
                <a:gd name="T13" fmla="*/ 5 h 6"/>
                <a:gd name="T14" fmla="*/ 1 w 6"/>
                <a:gd name="T15" fmla="*/ 5 h 6"/>
                <a:gd name="T16" fmla="*/ 2 w 6"/>
                <a:gd name="T17" fmla="*/ 5 h 6"/>
                <a:gd name="T18" fmla="*/ 2 w 6"/>
                <a:gd name="T19" fmla="*/ 4 h 6"/>
                <a:gd name="T20" fmla="*/ 2 w 6"/>
                <a:gd name="T21" fmla="*/ 4 h 6"/>
                <a:gd name="T22" fmla="*/ 2 w 6"/>
                <a:gd name="T23" fmla="*/ 4 h 6"/>
                <a:gd name="T24" fmla="*/ 2 w 6"/>
                <a:gd name="T25" fmla="*/ 3 h 6"/>
                <a:gd name="T26" fmla="*/ 3 w 6"/>
                <a:gd name="T27" fmla="*/ 3 h 6"/>
                <a:gd name="T28" fmla="*/ 3 w 6"/>
                <a:gd name="T29" fmla="*/ 3 h 6"/>
                <a:gd name="T30" fmla="*/ 5 w 6"/>
                <a:gd name="T31" fmla="*/ 3 h 6"/>
                <a:gd name="T32" fmla="*/ 5 w 6"/>
                <a:gd name="T33" fmla="*/ 2 h 6"/>
                <a:gd name="T34" fmla="*/ 4 w 6"/>
                <a:gd name="T35" fmla="*/ 2 h 6"/>
                <a:gd name="T36" fmla="*/ 3 w 6"/>
                <a:gd name="T37" fmla="*/ 0 h 6"/>
                <a:gd name="T38" fmla="*/ 3 w 6"/>
                <a:gd name="T39" fmla="*/ 0 h 6"/>
                <a:gd name="T40" fmla="*/ 3 w 6"/>
                <a:gd name="T41" fmla="*/ 1 h 6"/>
                <a:gd name="T42" fmla="*/ 3 w 6"/>
                <a:gd name="T43" fmla="*/ 2 h 6"/>
                <a:gd name="T44" fmla="*/ 3 w 6"/>
                <a:gd name="T45" fmla="*/ 2 h 6"/>
                <a:gd name="T46" fmla="*/ 2 w 6"/>
                <a:gd name="T47" fmla="*/ 2 h 6"/>
                <a:gd name="T48" fmla="*/ 1 w 6"/>
                <a:gd name="T49" fmla="*/ 2 h 6"/>
                <a:gd name="T50" fmla="*/ 0 w 6"/>
                <a:gd name="T5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6">
                  <a:moveTo>
                    <a:pt x="0" y="1"/>
                  </a:moveTo>
                  <a:cubicBezTo>
                    <a:pt x="0" y="1"/>
                    <a:pt x="0" y="1"/>
                    <a:pt x="0" y="1"/>
                  </a:cubicBezTo>
                  <a:cubicBezTo>
                    <a:pt x="0" y="2"/>
                    <a:pt x="0" y="2"/>
                    <a:pt x="0" y="2"/>
                  </a:cubicBezTo>
                  <a:cubicBezTo>
                    <a:pt x="0" y="2"/>
                    <a:pt x="0" y="2"/>
                    <a:pt x="0" y="2"/>
                  </a:cubicBezTo>
                  <a:cubicBezTo>
                    <a:pt x="0" y="3"/>
                    <a:pt x="0" y="3"/>
                    <a:pt x="0" y="4"/>
                  </a:cubicBezTo>
                  <a:cubicBezTo>
                    <a:pt x="0" y="4"/>
                    <a:pt x="0" y="4"/>
                    <a:pt x="0" y="4"/>
                  </a:cubicBezTo>
                  <a:cubicBezTo>
                    <a:pt x="1" y="4"/>
                    <a:pt x="0" y="5"/>
                    <a:pt x="1" y="5"/>
                  </a:cubicBezTo>
                  <a:cubicBezTo>
                    <a:pt x="1" y="5"/>
                    <a:pt x="1" y="5"/>
                    <a:pt x="1" y="5"/>
                  </a:cubicBezTo>
                  <a:cubicBezTo>
                    <a:pt x="1" y="5"/>
                    <a:pt x="2" y="6"/>
                    <a:pt x="2" y="5"/>
                  </a:cubicBezTo>
                  <a:cubicBezTo>
                    <a:pt x="2" y="5"/>
                    <a:pt x="2" y="5"/>
                    <a:pt x="2" y="4"/>
                  </a:cubicBezTo>
                  <a:cubicBezTo>
                    <a:pt x="3" y="4"/>
                    <a:pt x="3" y="4"/>
                    <a:pt x="2" y="4"/>
                  </a:cubicBezTo>
                  <a:cubicBezTo>
                    <a:pt x="2" y="4"/>
                    <a:pt x="2" y="4"/>
                    <a:pt x="2" y="4"/>
                  </a:cubicBezTo>
                  <a:cubicBezTo>
                    <a:pt x="2" y="4"/>
                    <a:pt x="2" y="4"/>
                    <a:pt x="2" y="3"/>
                  </a:cubicBezTo>
                  <a:cubicBezTo>
                    <a:pt x="2" y="3"/>
                    <a:pt x="3" y="3"/>
                    <a:pt x="3" y="3"/>
                  </a:cubicBezTo>
                  <a:cubicBezTo>
                    <a:pt x="3" y="3"/>
                    <a:pt x="3" y="3"/>
                    <a:pt x="3" y="3"/>
                  </a:cubicBezTo>
                  <a:cubicBezTo>
                    <a:pt x="4" y="3"/>
                    <a:pt x="4" y="3"/>
                    <a:pt x="5" y="3"/>
                  </a:cubicBezTo>
                  <a:cubicBezTo>
                    <a:pt x="6" y="2"/>
                    <a:pt x="5" y="2"/>
                    <a:pt x="5" y="2"/>
                  </a:cubicBezTo>
                  <a:cubicBezTo>
                    <a:pt x="5" y="2"/>
                    <a:pt x="4" y="2"/>
                    <a:pt x="4" y="2"/>
                  </a:cubicBezTo>
                  <a:cubicBezTo>
                    <a:pt x="4" y="1"/>
                    <a:pt x="4" y="1"/>
                    <a:pt x="3" y="0"/>
                  </a:cubicBezTo>
                  <a:cubicBezTo>
                    <a:pt x="3" y="0"/>
                    <a:pt x="3" y="0"/>
                    <a:pt x="3" y="0"/>
                  </a:cubicBezTo>
                  <a:cubicBezTo>
                    <a:pt x="3" y="0"/>
                    <a:pt x="3" y="1"/>
                    <a:pt x="3" y="1"/>
                  </a:cubicBezTo>
                  <a:cubicBezTo>
                    <a:pt x="2" y="1"/>
                    <a:pt x="3" y="1"/>
                    <a:pt x="3" y="2"/>
                  </a:cubicBezTo>
                  <a:cubicBezTo>
                    <a:pt x="3" y="2"/>
                    <a:pt x="3" y="2"/>
                    <a:pt x="3" y="2"/>
                  </a:cubicBezTo>
                  <a:cubicBezTo>
                    <a:pt x="3" y="2"/>
                    <a:pt x="3" y="2"/>
                    <a:pt x="2" y="2"/>
                  </a:cubicBezTo>
                  <a:cubicBezTo>
                    <a:pt x="2" y="2"/>
                    <a:pt x="1" y="2"/>
                    <a:pt x="1" y="2"/>
                  </a:cubicBezTo>
                  <a:cubicBezTo>
                    <a:pt x="1" y="1"/>
                    <a:pt x="1" y="1"/>
                    <a:pt x="0"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8" name="Freeform 645"/>
            <p:cNvSpPr>
              <a:spLocks/>
            </p:cNvSpPr>
            <p:nvPr/>
          </p:nvSpPr>
          <p:spPr bwMode="auto">
            <a:xfrm>
              <a:off x="10063163" y="6088063"/>
              <a:ext cx="7938" cy="3175"/>
            </a:xfrm>
            <a:custGeom>
              <a:avLst/>
              <a:gdLst>
                <a:gd name="T0" fmla="*/ 0 w 2"/>
                <a:gd name="T1" fmla="*/ 0 h 1"/>
                <a:gd name="T2" fmla="*/ 1 w 2"/>
                <a:gd name="T3" fmla="*/ 1 h 1"/>
                <a:gd name="T4" fmla="*/ 1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1"/>
                    <a:pt x="1" y="1"/>
                  </a:cubicBezTo>
                  <a:cubicBezTo>
                    <a:pt x="1" y="1"/>
                    <a:pt x="1" y="1"/>
                    <a:pt x="1" y="1"/>
                  </a:cubicBezTo>
                  <a:cubicBezTo>
                    <a:pt x="2" y="1"/>
                    <a:pt x="2" y="1"/>
                    <a:pt x="2" y="0"/>
                  </a:cubicBezTo>
                  <a:cubicBezTo>
                    <a:pt x="1" y="0"/>
                    <a:pt x="1" y="0"/>
                    <a:pt x="0"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9" name="Freeform 646"/>
            <p:cNvSpPr>
              <a:spLocks/>
            </p:cNvSpPr>
            <p:nvPr/>
          </p:nvSpPr>
          <p:spPr bwMode="auto">
            <a:xfrm>
              <a:off x="10002838" y="6011863"/>
              <a:ext cx="7938" cy="3175"/>
            </a:xfrm>
            <a:custGeom>
              <a:avLst/>
              <a:gdLst>
                <a:gd name="T0" fmla="*/ 1 w 2"/>
                <a:gd name="T1" fmla="*/ 0 h 1"/>
                <a:gd name="T2" fmla="*/ 0 w 2"/>
                <a:gd name="T3" fmla="*/ 0 h 1"/>
                <a:gd name="T4" fmla="*/ 0 w 2"/>
                <a:gd name="T5" fmla="*/ 0 h 1"/>
                <a:gd name="T6" fmla="*/ 0 w 2"/>
                <a:gd name="T7" fmla="*/ 1 h 1"/>
                <a:gd name="T8" fmla="*/ 1 w 2"/>
                <a:gd name="T9" fmla="*/ 1 h 1"/>
                <a:gd name="T10" fmla="*/ 1 w 2"/>
                <a:gd name="T11" fmla="*/ 0 h 1"/>
                <a:gd name="T12" fmla="*/ 1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cubicBezTo>
                    <a:pt x="1" y="0"/>
                    <a:pt x="0" y="0"/>
                    <a:pt x="0" y="0"/>
                  </a:cubicBezTo>
                  <a:cubicBezTo>
                    <a:pt x="0" y="0"/>
                    <a:pt x="0" y="0"/>
                    <a:pt x="0" y="0"/>
                  </a:cubicBezTo>
                  <a:cubicBezTo>
                    <a:pt x="0" y="1"/>
                    <a:pt x="0" y="1"/>
                    <a:pt x="0" y="1"/>
                  </a:cubicBezTo>
                  <a:cubicBezTo>
                    <a:pt x="1" y="1"/>
                    <a:pt x="1" y="1"/>
                    <a:pt x="1" y="1"/>
                  </a:cubicBezTo>
                  <a:cubicBezTo>
                    <a:pt x="1" y="1"/>
                    <a:pt x="1" y="0"/>
                    <a:pt x="1" y="0"/>
                  </a:cubicBezTo>
                  <a:cubicBezTo>
                    <a:pt x="1" y="0"/>
                    <a:pt x="1" y="0"/>
                    <a:pt x="1" y="0"/>
                  </a:cubicBezTo>
                  <a:cubicBezTo>
                    <a:pt x="2" y="0"/>
                    <a:pt x="2" y="0"/>
                    <a:pt x="2" y="0"/>
                  </a:cubicBezTo>
                  <a:cubicBezTo>
                    <a:pt x="2" y="0"/>
                    <a:pt x="1"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0" name="Freeform 647"/>
            <p:cNvSpPr>
              <a:spLocks/>
            </p:cNvSpPr>
            <p:nvPr/>
          </p:nvSpPr>
          <p:spPr bwMode="auto">
            <a:xfrm>
              <a:off x="10002838" y="6003925"/>
              <a:ext cx="7938" cy="7937"/>
            </a:xfrm>
            <a:custGeom>
              <a:avLst/>
              <a:gdLst>
                <a:gd name="T0" fmla="*/ 1 w 2"/>
                <a:gd name="T1" fmla="*/ 0 h 2"/>
                <a:gd name="T2" fmla="*/ 1 w 2"/>
                <a:gd name="T3" fmla="*/ 0 h 2"/>
                <a:gd name="T4" fmla="*/ 0 w 2"/>
                <a:gd name="T5" fmla="*/ 1 h 2"/>
                <a:gd name="T6" fmla="*/ 0 w 2"/>
                <a:gd name="T7" fmla="*/ 1 h 2"/>
                <a:gd name="T8" fmla="*/ 0 w 2"/>
                <a:gd name="T9" fmla="*/ 1 h 2"/>
                <a:gd name="T10" fmla="*/ 1 w 2"/>
                <a:gd name="T11" fmla="*/ 1 h 2"/>
                <a:gd name="T12" fmla="*/ 1 w 2"/>
                <a:gd name="T13" fmla="*/ 1 h 2"/>
                <a:gd name="T14" fmla="*/ 1 w 2"/>
                <a:gd name="T15" fmla="*/ 1 h 2"/>
                <a:gd name="T16" fmla="*/ 2 w 2"/>
                <a:gd name="T17" fmla="*/ 0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1" y="0"/>
                    <a:pt x="1" y="0"/>
                  </a:cubicBezTo>
                  <a:cubicBezTo>
                    <a:pt x="1" y="0"/>
                    <a:pt x="1" y="1"/>
                    <a:pt x="0" y="1"/>
                  </a:cubicBezTo>
                  <a:cubicBezTo>
                    <a:pt x="0" y="1"/>
                    <a:pt x="0" y="1"/>
                    <a:pt x="0" y="1"/>
                  </a:cubicBezTo>
                  <a:cubicBezTo>
                    <a:pt x="0" y="2"/>
                    <a:pt x="0" y="1"/>
                    <a:pt x="0" y="1"/>
                  </a:cubicBezTo>
                  <a:cubicBezTo>
                    <a:pt x="1" y="1"/>
                    <a:pt x="1" y="1"/>
                    <a:pt x="1" y="1"/>
                  </a:cubicBezTo>
                  <a:cubicBezTo>
                    <a:pt x="1" y="1"/>
                    <a:pt x="1" y="1"/>
                    <a:pt x="1" y="1"/>
                  </a:cubicBezTo>
                  <a:cubicBezTo>
                    <a:pt x="1" y="1"/>
                    <a:pt x="1" y="1"/>
                    <a:pt x="1" y="1"/>
                  </a:cubicBezTo>
                  <a:cubicBezTo>
                    <a:pt x="2" y="1"/>
                    <a:pt x="2" y="1"/>
                    <a:pt x="2" y="0"/>
                  </a:cubicBezTo>
                  <a:cubicBezTo>
                    <a:pt x="2" y="0"/>
                    <a:pt x="2"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1" name="Freeform 648"/>
            <p:cNvSpPr>
              <a:spLocks/>
            </p:cNvSpPr>
            <p:nvPr/>
          </p:nvSpPr>
          <p:spPr bwMode="auto">
            <a:xfrm>
              <a:off x="10013950" y="6037263"/>
              <a:ext cx="3175" cy="4762"/>
            </a:xfrm>
            <a:custGeom>
              <a:avLst/>
              <a:gdLst>
                <a:gd name="T0" fmla="*/ 0 w 1"/>
                <a:gd name="T1" fmla="*/ 0 h 1"/>
                <a:gd name="T2" fmla="*/ 0 w 1"/>
                <a:gd name="T3" fmla="*/ 0 h 1"/>
                <a:gd name="T4" fmla="*/ 0 w 1"/>
                <a:gd name="T5" fmla="*/ 0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0"/>
                    <a:pt x="0" y="0"/>
                    <a:pt x="0" y="0"/>
                  </a:cubicBezTo>
                  <a:cubicBezTo>
                    <a:pt x="0" y="1"/>
                    <a:pt x="1" y="1"/>
                    <a:pt x="1" y="1"/>
                  </a:cubicBezTo>
                  <a:cubicBezTo>
                    <a:pt x="1" y="1"/>
                    <a:pt x="1" y="1"/>
                    <a:pt x="1" y="1"/>
                  </a:cubicBezTo>
                  <a:cubicBezTo>
                    <a:pt x="1" y="1"/>
                    <a:pt x="0" y="0"/>
                    <a:pt x="0"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2" name="Freeform 649"/>
            <p:cNvSpPr>
              <a:spLocks/>
            </p:cNvSpPr>
            <p:nvPr/>
          </p:nvSpPr>
          <p:spPr bwMode="auto">
            <a:xfrm>
              <a:off x="10021888" y="60452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3" name="Freeform 650"/>
            <p:cNvSpPr>
              <a:spLocks/>
            </p:cNvSpPr>
            <p:nvPr/>
          </p:nvSpPr>
          <p:spPr bwMode="auto">
            <a:xfrm>
              <a:off x="9940925" y="5999163"/>
              <a:ext cx="15875" cy="4762"/>
            </a:xfrm>
            <a:custGeom>
              <a:avLst/>
              <a:gdLst>
                <a:gd name="T0" fmla="*/ 3 w 4"/>
                <a:gd name="T1" fmla="*/ 0 h 1"/>
                <a:gd name="T2" fmla="*/ 2 w 4"/>
                <a:gd name="T3" fmla="*/ 0 h 1"/>
                <a:gd name="T4" fmla="*/ 2 w 4"/>
                <a:gd name="T5" fmla="*/ 0 h 1"/>
                <a:gd name="T6" fmla="*/ 0 w 4"/>
                <a:gd name="T7" fmla="*/ 0 h 1"/>
                <a:gd name="T8" fmla="*/ 1 w 4"/>
                <a:gd name="T9" fmla="*/ 0 h 1"/>
                <a:gd name="T10" fmla="*/ 2 w 4"/>
                <a:gd name="T11" fmla="*/ 1 h 1"/>
                <a:gd name="T12" fmla="*/ 2 w 4"/>
                <a:gd name="T13" fmla="*/ 1 h 1"/>
                <a:gd name="T14" fmla="*/ 2 w 4"/>
                <a:gd name="T15" fmla="*/ 1 h 1"/>
                <a:gd name="T16" fmla="*/ 2 w 4"/>
                <a:gd name="T17" fmla="*/ 1 h 1"/>
                <a:gd name="T18" fmla="*/ 2 w 4"/>
                <a:gd name="T19" fmla="*/ 1 h 1"/>
                <a:gd name="T20" fmla="*/ 3 w 4"/>
                <a:gd name="T21" fmla="*/ 1 h 1"/>
                <a:gd name="T22" fmla="*/ 3 w 4"/>
                <a:gd name="T23" fmla="*/ 1 h 1"/>
                <a:gd name="T24" fmla="*/ 3 w 4"/>
                <a:gd name="T25" fmla="*/ 1 h 1"/>
                <a:gd name="T26" fmla="*/ 3 w 4"/>
                <a:gd name="T27" fmla="*/ 0 h 1"/>
                <a:gd name="T28" fmla="*/ 3 w 4"/>
                <a:gd name="T29" fmla="*/ 0 h 1"/>
                <a:gd name="T30" fmla="*/ 4 w 4"/>
                <a:gd name="T31" fmla="*/ 0 h 1"/>
                <a:gd name="T32" fmla="*/ 3 w 4"/>
                <a:gd name="T33" fmla="*/ 0 h 1"/>
                <a:gd name="T34" fmla="*/ 3 w 4"/>
                <a:gd name="T3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1">
                  <a:moveTo>
                    <a:pt x="3" y="0"/>
                  </a:moveTo>
                  <a:cubicBezTo>
                    <a:pt x="2" y="0"/>
                    <a:pt x="2" y="0"/>
                    <a:pt x="2" y="0"/>
                  </a:cubicBezTo>
                  <a:cubicBezTo>
                    <a:pt x="2" y="0"/>
                    <a:pt x="2" y="0"/>
                    <a:pt x="2" y="0"/>
                  </a:cubicBezTo>
                  <a:cubicBezTo>
                    <a:pt x="1" y="0"/>
                    <a:pt x="1" y="0"/>
                    <a:pt x="0" y="0"/>
                  </a:cubicBezTo>
                  <a:cubicBezTo>
                    <a:pt x="1" y="1"/>
                    <a:pt x="1" y="0"/>
                    <a:pt x="1" y="0"/>
                  </a:cubicBezTo>
                  <a:cubicBezTo>
                    <a:pt x="2" y="0"/>
                    <a:pt x="2" y="1"/>
                    <a:pt x="2" y="1"/>
                  </a:cubicBezTo>
                  <a:cubicBezTo>
                    <a:pt x="2" y="1"/>
                    <a:pt x="1" y="1"/>
                    <a:pt x="2" y="1"/>
                  </a:cubicBezTo>
                  <a:cubicBezTo>
                    <a:pt x="2" y="1"/>
                    <a:pt x="2" y="1"/>
                    <a:pt x="2" y="1"/>
                  </a:cubicBezTo>
                  <a:cubicBezTo>
                    <a:pt x="2" y="1"/>
                    <a:pt x="2" y="1"/>
                    <a:pt x="2" y="1"/>
                  </a:cubicBezTo>
                  <a:cubicBezTo>
                    <a:pt x="2" y="1"/>
                    <a:pt x="2" y="1"/>
                    <a:pt x="2" y="1"/>
                  </a:cubicBezTo>
                  <a:cubicBezTo>
                    <a:pt x="2" y="1"/>
                    <a:pt x="2" y="1"/>
                    <a:pt x="3" y="1"/>
                  </a:cubicBezTo>
                  <a:cubicBezTo>
                    <a:pt x="3" y="1"/>
                    <a:pt x="2" y="1"/>
                    <a:pt x="3" y="1"/>
                  </a:cubicBezTo>
                  <a:cubicBezTo>
                    <a:pt x="3" y="1"/>
                    <a:pt x="3" y="1"/>
                    <a:pt x="3" y="1"/>
                  </a:cubicBezTo>
                  <a:cubicBezTo>
                    <a:pt x="3" y="1"/>
                    <a:pt x="3" y="0"/>
                    <a:pt x="3" y="0"/>
                  </a:cubicBezTo>
                  <a:cubicBezTo>
                    <a:pt x="3" y="0"/>
                    <a:pt x="3" y="0"/>
                    <a:pt x="3" y="0"/>
                  </a:cubicBezTo>
                  <a:cubicBezTo>
                    <a:pt x="3" y="0"/>
                    <a:pt x="4" y="0"/>
                    <a:pt x="4" y="0"/>
                  </a:cubicBezTo>
                  <a:cubicBezTo>
                    <a:pt x="3" y="0"/>
                    <a:pt x="3" y="0"/>
                    <a:pt x="3" y="0"/>
                  </a:cubicBezTo>
                  <a:cubicBezTo>
                    <a:pt x="3" y="0"/>
                    <a:pt x="3" y="0"/>
                    <a:pt x="3"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4" name="Freeform 651"/>
            <p:cNvSpPr>
              <a:spLocks/>
            </p:cNvSpPr>
            <p:nvPr/>
          </p:nvSpPr>
          <p:spPr bwMode="auto">
            <a:xfrm>
              <a:off x="9940925" y="60039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5" name="Freeform 652"/>
            <p:cNvSpPr>
              <a:spLocks/>
            </p:cNvSpPr>
            <p:nvPr/>
          </p:nvSpPr>
          <p:spPr bwMode="auto">
            <a:xfrm>
              <a:off x="10067925" y="6178550"/>
              <a:ext cx="6350" cy="12700"/>
            </a:xfrm>
            <a:custGeom>
              <a:avLst/>
              <a:gdLst>
                <a:gd name="T0" fmla="*/ 1 w 2"/>
                <a:gd name="T1" fmla="*/ 3 h 3"/>
                <a:gd name="T2" fmla="*/ 1 w 2"/>
                <a:gd name="T3" fmla="*/ 2 h 3"/>
                <a:gd name="T4" fmla="*/ 1 w 2"/>
                <a:gd name="T5" fmla="*/ 1 h 3"/>
                <a:gd name="T6" fmla="*/ 1 w 2"/>
                <a:gd name="T7" fmla="*/ 0 h 3"/>
                <a:gd name="T8" fmla="*/ 0 w 2"/>
                <a:gd name="T9" fmla="*/ 2 h 3"/>
                <a:gd name="T10" fmla="*/ 1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1" y="3"/>
                  </a:moveTo>
                  <a:cubicBezTo>
                    <a:pt x="1" y="3"/>
                    <a:pt x="1" y="3"/>
                    <a:pt x="1" y="2"/>
                  </a:cubicBezTo>
                  <a:cubicBezTo>
                    <a:pt x="1" y="2"/>
                    <a:pt x="2" y="1"/>
                    <a:pt x="1" y="1"/>
                  </a:cubicBezTo>
                  <a:cubicBezTo>
                    <a:pt x="1" y="0"/>
                    <a:pt x="1" y="0"/>
                    <a:pt x="1" y="0"/>
                  </a:cubicBezTo>
                  <a:cubicBezTo>
                    <a:pt x="0" y="1"/>
                    <a:pt x="0" y="2"/>
                    <a:pt x="0" y="2"/>
                  </a:cubicBezTo>
                  <a:cubicBezTo>
                    <a:pt x="0" y="2"/>
                    <a:pt x="1" y="2"/>
                    <a:pt x="1" y="3"/>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6" name="Freeform 653"/>
            <p:cNvSpPr>
              <a:spLocks/>
            </p:cNvSpPr>
            <p:nvPr/>
          </p:nvSpPr>
          <p:spPr bwMode="auto">
            <a:xfrm>
              <a:off x="10082213" y="6251575"/>
              <a:ext cx="11113" cy="7937"/>
            </a:xfrm>
            <a:custGeom>
              <a:avLst/>
              <a:gdLst>
                <a:gd name="T0" fmla="*/ 2 w 3"/>
                <a:gd name="T1" fmla="*/ 1 h 2"/>
                <a:gd name="T2" fmla="*/ 1 w 3"/>
                <a:gd name="T3" fmla="*/ 1 h 2"/>
                <a:gd name="T4" fmla="*/ 1 w 3"/>
                <a:gd name="T5" fmla="*/ 1 h 2"/>
                <a:gd name="T6" fmla="*/ 0 w 3"/>
                <a:gd name="T7" fmla="*/ 2 h 2"/>
                <a:gd name="T8" fmla="*/ 3 w 3"/>
                <a:gd name="T9" fmla="*/ 0 h 2"/>
                <a:gd name="T10" fmla="*/ 2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2" y="1"/>
                  </a:moveTo>
                  <a:cubicBezTo>
                    <a:pt x="2" y="0"/>
                    <a:pt x="1" y="0"/>
                    <a:pt x="1" y="1"/>
                  </a:cubicBezTo>
                  <a:cubicBezTo>
                    <a:pt x="1" y="1"/>
                    <a:pt x="1" y="1"/>
                    <a:pt x="1" y="1"/>
                  </a:cubicBezTo>
                  <a:cubicBezTo>
                    <a:pt x="0" y="1"/>
                    <a:pt x="0" y="1"/>
                    <a:pt x="0" y="2"/>
                  </a:cubicBezTo>
                  <a:cubicBezTo>
                    <a:pt x="1" y="2"/>
                    <a:pt x="3" y="1"/>
                    <a:pt x="3" y="0"/>
                  </a:cubicBezTo>
                  <a:cubicBezTo>
                    <a:pt x="2" y="0"/>
                    <a:pt x="2" y="0"/>
                    <a:pt x="2" y="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7" name="Freeform 654"/>
            <p:cNvSpPr>
              <a:spLocks/>
            </p:cNvSpPr>
            <p:nvPr/>
          </p:nvSpPr>
          <p:spPr bwMode="auto">
            <a:xfrm>
              <a:off x="10044113" y="6273800"/>
              <a:ext cx="34925" cy="26987"/>
            </a:xfrm>
            <a:custGeom>
              <a:avLst/>
              <a:gdLst>
                <a:gd name="T0" fmla="*/ 9 w 9"/>
                <a:gd name="T1" fmla="*/ 0 h 7"/>
                <a:gd name="T2" fmla="*/ 8 w 9"/>
                <a:gd name="T3" fmla="*/ 0 h 7"/>
                <a:gd name="T4" fmla="*/ 5 w 9"/>
                <a:gd name="T5" fmla="*/ 0 h 7"/>
                <a:gd name="T6" fmla="*/ 5 w 9"/>
                <a:gd name="T7" fmla="*/ 0 h 7"/>
                <a:gd name="T8" fmla="*/ 3 w 9"/>
                <a:gd name="T9" fmla="*/ 0 h 7"/>
                <a:gd name="T10" fmla="*/ 3 w 9"/>
                <a:gd name="T11" fmla="*/ 1 h 7"/>
                <a:gd name="T12" fmla="*/ 3 w 9"/>
                <a:gd name="T13" fmla="*/ 1 h 7"/>
                <a:gd name="T14" fmla="*/ 3 w 9"/>
                <a:gd name="T15" fmla="*/ 1 h 7"/>
                <a:gd name="T16" fmla="*/ 3 w 9"/>
                <a:gd name="T17" fmla="*/ 1 h 7"/>
                <a:gd name="T18" fmla="*/ 3 w 9"/>
                <a:gd name="T19" fmla="*/ 1 h 7"/>
                <a:gd name="T20" fmla="*/ 4 w 9"/>
                <a:gd name="T21" fmla="*/ 1 h 7"/>
                <a:gd name="T22" fmla="*/ 4 w 9"/>
                <a:gd name="T23" fmla="*/ 3 h 7"/>
                <a:gd name="T24" fmla="*/ 4 w 9"/>
                <a:gd name="T25" fmla="*/ 4 h 7"/>
                <a:gd name="T26" fmla="*/ 3 w 9"/>
                <a:gd name="T27" fmla="*/ 5 h 7"/>
                <a:gd name="T28" fmla="*/ 2 w 9"/>
                <a:gd name="T29" fmla="*/ 6 h 7"/>
                <a:gd name="T30" fmla="*/ 0 w 9"/>
                <a:gd name="T31" fmla="*/ 6 h 7"/>
                <a:gd name="T32" fmla="*/ 0 w 9"/>
                <a:gd name="T33" fmla="*/ 7 h 7"/>
                <a:gd name="T34" fmla="*/ 1 w 9"/>
                <a:gd name="T35" fmla="*/ 7 h 7"/>
                <a:gd name="T36" fmla="*/ 1 w 9"/>
                <a:gd name="T37" fmla="*/ 7 h 7"/>
                <a:gd name="T38" fmla="*/ 1 w 9"/>
                <a:gd name="T39" fmla="*/ 7 h 7"/>
                <a:gd name="T40" fmla="*/ 2 w 9"/>
                <a:gd name="T41" fmla="*/ 7 h 7"/>
                <a:gd name="T42" fmla="*/ 2 w 9"/>
                <a:gd name="T43" fmla="*/ 7 h 7"/>
                <a:gd name="T44" fmla="*/ 3 w 9"/>
                <a:gd name="T45" fmla="*/ 7 h 7"/>
                <a:gd name="T46" fmla="*/ 7 w 9"/>
                <a:gd name="T47" fmla="*/ 6 h 7"/>
                <a:gd name="T48" fmla="*/ 8 w 9"/>
                <a:gd name="T49" fmla="*/ 5 h 7"/>
                <a:gd name="T50" fmla="*/ 8 w 9"/>
                <a:gd name="T51" fmla="*/ 5 h 7"/>
                <a:gd name="T52" fmla="*/ 8 w 9"/>
                <a:gd name="T53" fmla="*/ 2 h 7"/>
                <a:gd name="T54" fmla="*/ 8 w 9"/>
                <a:gd name="T55" fmla="*/ 1 h 7"/>
                <a:gd name="T56" fmla="*/ 8 w 9"/>
                <a:gd name="T57" fmla="*/ 1 h 7"/>
                <a:gd name="T58" fmla="*/ 9 w 9"/>
                <a:gd name="T59" fmla="*/ 0 h 7"/>
                <a:gd name="T60" fmla="*/ 9 w 9"/>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7">
                  <a:moveTo>
                    <a:pt x="9" y="0"/>
                  </a:moveTo>
                  <a:cubicBezTo>
                    <a:pt x="8" y="0"/>
                    <a:pt x="8" y="0"/>
                    <a:pt x="8" y="0"/>
                  </a:cubicBezTo>
                  <a:cubicBezTo>
                    <a:pt x="7" y="0"/>
                    <a:pt x="6" y="0"/>
                    <a:pt x="5" y="0"/>
                  </a:cubicBezTo>
                  <a:cubicBezTo>
                    <a:pt x="5" y="0"/>
                    <a:pt x="5" y="0"/>
                    <a:pt x="5" y="0"/>
                  </a:cubicBezTo>
                  <a:cubicBezTo>
                    <a:pt x="5" y="0"/>
                    <a:pt x="4" y="0"/>
                    <a:pt x="3" y="0"/>
                  </a:cubicBezTo>
                  <a:cubicBezTo>
                    <a:pt x="3" y="0"/>
                    <a:pt x="3" y="1"/>
                    <a:pt x="3" y="1"/>
                  </a:cubicBezTo>
                  <a:cubicBezTo>
                    <a:pt x="3" y="1"/>
                    <a:pt x="3" y="1"/>
                    <a:pt x="3" y="1"/>
                  </a:cubicBezTo>
                  <a:cubicBezTo>
                    <a:pt x="3" y="1"/>
                    <a:pt x="3" y="1"/>
                    <a:pt x="3" y="1"/>
                  </a:cubicBezTo>
                  <a:cubicBezTo>
                    <a:pt x="3" y="1"/>
                    <a:pt x="3" y="1"/>
                    <a:pt x="3" y="1"/>
                  </a:cubicBezTo>
                  <a:cubicBezTo>
                    <a:pt x="3" y="1"/>
                    <a:pt x="3" y="1"/>
                    <a:pt x="3" y="1"/>
                  </a:cubicBezTo>
                  <a:cubicBezTo>
                    <a:pt x="3" y="1"/>
                    <a:pt x="4" y="1"/>
                    <a:pt x="4" y="1"/>
                  </a:cubicBezTo>
                  <a:cubicBezTo>
                    <a:pt x="4" y="2"/>
                    <a:pt x="4" y="2"/>
                    <a:pt x="4" y="3"/>
                  </a:cubicBezTo>
                  <a:cubicBezTo>
                    <a:pt x="4" y="3"/>
                    <a:pt x="4" y="4"/>
                    <a:pt x="4" y="4"/>
                  </a:cubicBezTo>
                  <a:cubicBezTo>
                    <a:pt x="4" y="5"/>
                    <a:pt x="4" y="5"/>
                    <a:pt x="3" y="5"/>
                  </a:cubicBezTo>
                  <a:cubicBezTo>
                    <a:pt x="3" y="5"/>
                    <a:pt x="2" y="5"/>
                    <a:pt x="2" y="6"/>
                  </a:cubicBezTo>
                  <a:cubicBezTo>
                    <a:pt x="2" y="6"/>
                    <a:pt x="1" y="6"/>
                    <a:pt x="0" y="6"/>
                  </a:cubicBezTo>
                  <a:cubicBezTo>
                    <a:pt x="0" y="6"/>
                    <a:pt x="0" y="7"/>
                    <a:pt x="0" y="7"/>
                  </a:cubicBezTo>
                  <a:cubicBezTo>
                    <a:pt x="0" y="7"/>
                    <a:pt x="0" y="6"/>
                    <a:pt x="1" y="7"/>
                  </a:cubicBezTo>
                  <a:cubicBezTo>
                    <a:pt x="1" y="7"/>
                    <a:pt x="1" y="7"/>
                    <a:pt x="1" y="7"/>
                  </a:cubicBezTo>
                  <a:cubicBezTo>
                    <a:pt x="1" y="7"/>
                    <a:pt x="1" y="7"/>
                    <a:pt x="1" y="7"/>
                  </a:cubicBezTo>
                  <a:cubicBezTo>
                    <a:pt x="1" y="7"/>
                    <a:pt x="2" y="7"/>
                    <a:pt x="2" y="7"/>
                  </a:cubicBezTo>
                  <a:cubicBezTo>
                    <a:pt x="2" y="7"/>
                    <a:pt x="2" y="7"/>
                    <a:pt x="2" y="7"/>
                  </a:cubicBezTo>
                  <a:cubicBezTo>
                    <a:pt x="3" y="7"/>
                    <a:pt x="3" y="7"/>
                    <a:pt x="3" y="7"/>
                  </a:cubicBezTo>
                  <a:cubicBezTo>
                    <a:pt x="4" y="7"/>
                    <a:pt x="6" y="6"/>
                    <a:pt x="7" y="6"/>
                  </a:cubicBezTo>
                  <a:cubicBezTo>
                    <a:pt x="8" y="7"/>
                    <a:pt x="8" y="6"/>
                    <a:pt x="8" y="5"/>
                  </a:cubicBezTo>
                  <a:cubicBezTo>
                    <a:pt x="8" y="5"/>
                    <a:pt x="8" y="5"/>
                    <a:pt x="8" y="5"/>
                  </a:cubicBezTo>
                  <a:cubicBezTo>
                    <a:pt x="8" y="4"/>
                    <a:pt x="8" y="3"/>
                    <a:pt x="8" y="2"/>
                  </a:cubicBezTo>
                  <a:cubicBezTo>
                    <a:pt x="8" y="2"/>
                    <a:pt x="8" y="1"/>
                    <a:pt x="8" y="1"/>
                  </a:cubicBezTo>
                  <a:cubicBezTo>
                    <a:pt x="8" y="1"/>
                    <a:pt x="8" y="1"/>
                    <a:pt x="8" y="1"/>
                  </a:cubicBezTo>
                  <a:cubicBezTo>
                    <a:pt x="9" y="1"/>
                    <a:pt x="9" y="0"/>
                    <a:pt x="9" y="0"/>
                  </a:cubicBezTo>
                  <a:cubicBezTo>
                    <a:pt x="9" y="0"/>
                    <a:pt x="9" y="0"/>
                    <a:pt x="9"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8" name="Freeform 655"/>
            <p:cNvSpPr>
              <a:spLocks/>
            </p:cNvSpPr>
            <p:nvPr/>
          </p:nvSpPr>
          <p:spPr bwMode="auto">
            <a:xfrm>
              <a:off x="10048875" y="6221413"/>
              <a:ext cx="6350" cy="7937"/>
            </a:xfrm>
            <a:custGeom>
              <a:avLst/>
              <a:gdLst>
                <a:gd name="T0" fmla="*/ 1 w 2"/>
                <a:gd name="T1" fmla="*/ 0 h 2"/>
                <a:gd name="T2" fmla="*/ 1 w 2"/>
                <a:gd name="T3" fmla="*/ 1 h 2"/>
                <a:gd name="T4" fmla="*/ 1 w 2"/>
                <a:gd name="T5" fmla="*/ 1 h 2"/>
                <a:gd name="T6" fmla="*/ 1 w 2"/>
                <a:gd name="T7" fmla="*/ 2 h 2"/>
                <a:gd name="T8" fmla="*/ 1 w 2"/>
                <a:gd name="T9" fmla="*/ 2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1"/>
                    <a:pt x="1" y="1"/>
                  </a:cubicBezTo>
                  <a:cubicBezTo>
                    <a:pt x="1" y="1"/>
                    <a:pt x="1" y="1"/>
                    <a:pt x="1" y="1"/>
                  </a:cubicBezTo>
                  <a:cubicBezTo>
                    <a:pt x="1" y="1"/>
                    <a:pt x="0" y="2"/>
                    <a:pt x="1" y="2"/>
                  </a:cubicBezTo>
                  <a:cubicBezTo>
                    <a:pt x="1" y="2"/>
                    <a:pt x="1" y="2"/>
                    <a:pt x="1" y="2"/>
                  </a:cubicBezTo>
                  <a:cubicBezTo>
                    <a:pt x="2" y="1"/>
                    <a:pt x="2" y="1"/>
                    <a:pt x="2" y="1"/>
                  </a:cubicBezTo>
                  <a:cubicBezTo>
                    <a:pt x="2" y="0"/>
                    <a:pt x="2" y="0"/>
                    <a:pt x="2" y="0"/>
                  </a:cubicBezTo>
                  <a:cubicBezTo>
                    <a:pt x="2" y="0"/>
                    <a:pt x="2"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9" name="Freeform 656"/>
            <p:cNvSpPr>
              <a:spLocks/>
            </p:cNvSpPr>
            <p:nvPr/>
          </p:nvSpPr>
          <p:spPr bwMode="auto">
            <a:xfrm>
              <a:off x="9655175" y="5980113"/>
              <a:ext cx="15875" cy="7937"/>
            </a:xfrm>
            <a:custGeom>
              <a:avLst/>
              <a:gdLst>
                <a:gd name="T0" fmla="*/ 4 w 4"/>
                <a:gd name="T1" fmla="*/ 2 h 2"/>
                <a:gd name="T2" fmla="*/ 4 w 4"/>
                <a:gd name="T3" fmla="*/ 2 h 2"/>
                <a:gd name="T4" fmla="*/ 4 w 4"/>
                <a:gd name="T5" fmla="*/ 1 h 2"/>
                <a:gd name="T6" fmla="*/ 3 w 4"/>
                <a:gd name="T7" fmla="*/ 1 h 2"/>
                <a:gd name="T8" fmla="*/ 1 w 4"/>
                <a:gd name="T9" fmla="*/ 0 h 2"/>
                <a:gd name="T10" fmla="*/ 0 w 4"/>
                <a:gd name="T11" fmla="*/ 0 h 2"/>
                <a:gd name="T12" fmla="*/ 1 w 4"/>
                <a:gd name="T13" fmla="*/ 1 h 2"/>
                <a:gd name="T14" fmla="*/ 4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2"/>
                  </a:moveTo>
                  <a:cubicBezTo>
                    <a:pt x="4" y="2"/>
                    <a:pt x="4" y="2"/>
                    <a:pt x="4" y="2"/>
                  </a:cubicBezTo>
                  <a:cubicBezTo>
                    <a:pt x="4" y="2"/>
                    <a:pt x="4" y="2"/>
                    <a:pt x="4" y="1"/>
                  </a:cubicBezTo>
                  <a:cubicBezTo>
                    <a:pt x="4" y="1"/>
                    <a:pt x="3" y="1"/>
                    <a:pt x="3" y="1"/>
                  </a:cubicBezTo>
                  <a:cubicBezTo>
                    <a:pt x="2" y="0"/>
                    <a:pt x="1" y="0"/>
                    <a:pt x="1" y="0"/>
                  </a:cubicBezTo>
                  <a:cubicBezTo>
                    <a:pt x="0" y="0"/>
                    <a:pt x="0" y="0"/>
                    <a:pt x="0" y="0"/>
                  </a:cubicBezTo>
                  <a:cubicBezTo>
                    <a:pt x="0" y="1"/>
                    <a:pt x="0" y="1"/>
                    <a:pt x="1" y="1"/>
                  </a:cubicBezTo>
                  <a:cubicBezTo>
                    <a:pt x="2" y="1"/>
                    <a:pt x="3" y="2"/>
                    <a:pt x="4" y="2"/>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0" name="Freeform 657"/>
            <p:cNvSpPr>
              <a:spLocks/>
            </p:cNvSpPr>
            <p:nvPr/>
          </p:nvSpPr>
          <p:spPr bwMode="auto">
            <a:xfrm>
              <a:off x="9667875" y="5938838"/>
              <a:ext cx="11113" cy="3175"/>
            </a:xfrm>
            <a:custGeom>
              <a:avLst/>
              <a:gdLst>
                <a:gd name="T0" fmla="*/ 1 w 3"/>
                <a:gd name="T1" fmla="*/ 0 h 1"/>
                <a:gd name="T2" fmla="*/ 0 w 3"/>
                <a:gd name="T3" fmla="*/ 1 h 1"/>
                <a:gd name="T4" fmla="*/ 0 w 3"/>
                <a:gd name="T5" fmla="*/ 1 h 1"/>
                <a:gd name="T6" fmla="*/ 3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0" y="0"/>
                    <a:pt x="0" y="0"/>
                    <a:pt x="0" y="1"/>
                  </a:cubicBezTo>
                  <a:cubicBezTo>
                    <a:pt x="0" y="1"/>
                    <a:pt x="0" y="1"/>
                    <a:pt x="0" y="1"/>
                  </a:cubicBezTo>
                  <a:cubicBezTo>
                    <a:pt x="1" y="1"/>
                    <a:pt x="2" y="1"/>
                    <a:pt x="3" y="1"/>
                  </a:cubicBezTo>
                  <a:cubicBezTo>
                    <a:pt x="2" y="1"/>
                    <a:pt x="1" y="0"/>
                    <a:pt x="1"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1" name="Freeform 658"/>
            <p:cNvSpPr>
              <a:spLocks/>
            </p:cNvSpPr>
            <p:nvPr/>
          </p:nvSpPr>
          <p:spPr bwMode="auto">
            <a:xfrm>
              <a:off x="9613900" y="5942013"/>
              <a:ext cx="98425" cy="73025"/>
            </a:xfrm>
            <a:custGeom>
              <a:avLst/>
              <a:gdLst>
                <a:gd name="T0" fmla="*/ 25 w 26"/>
                <a:gd name="T1" fmla="*/ 18 h 19"/>
                <a:gd name="T2" fmla="*/ 25 w 26"/>
                <a:gd name="T3" fmla="*/ 17 h 19"/>
                <a:gd name="T4" fmla="*/ 25 w 26"/>
                <a:gd name="T5" fmla="*/ 16 h 19"/>
                <a:gd name="T6" fmla="*/ 24 w 26"/>
                <a:gd name="T7" fmla="*/ 15 h 19"/>
                <a:gd name="T8" fmla="*/ 24 w 26"/>
                <a:gd name="T9" fmla="*/ 14 h 19"/>
                <a:gd name="T10" fmla="*/ 23 w 26"/>
                <a:gd name="T11" fmla="*/ 13 h 19"/>
                <a:gd name="T12" fmla="*/ 24 w 26"/>
                <a:gd name="T13" fmla="*/ 13 h 19"/>
                <a:gd name="T14" fmla="*/ 24 w 26"/>
                <a:gd name="T15" fmla="*/ 12 h 19"/>
                <a:gd name="T16" fmla="*/ 25 w 26"/>
                <a:gd name="T17" fmla="*/ 11 h 19"/>
                <a:gd name="T18" fmla="*/ 25 w 26"/>
                <a:gd name="T19" fmla="*/ 10 h 19"/>
                <a:gd name="T20" fmla="*/ 24 w 26"/>
                <a:gd name="T21" fmla="*/ 10 h 19"/>
                <a:gd name="T22" fmla="*/ 24 w 26"/>
                <a:gd name="T23" fmla="*/ 10 h 19"/>
                <a:gd name="T24" fmla="*/ 24 w 26"/>
                <a:gd name="T25" fmla="*/ 10 h 19"/>
                <a:gd name="T26" fmla="*/ 24 w 26"/>
                <a:gd name="T27" fmla="*/ 9 h 19"/>
                <a:gd name="T28" fmla="*/ 24 w 26"/>
                <a:gd name="T29" fmla="*/ 10 h 19"/>
                <a:gd name="T30" fmla="*/ 25 w 26"/>
                <a:gd name="T31" fmla="*/ 9 h 19"/>
                <a:gd name="T32" fmla="*/ 25 w 26"/>
                <a:gd name="T33" fmla="*/ 9 h 19"/>
                <a:gd name="T34" fmla="*/ 25 w 26"/>
                <a:gd name="T35" fmla="*/ 9 h 19"/>
                <a:gd name="T36" fmla="*/ 26 w 26"/>
                <a:gd name="T37" fmla="*/ 8 h 19"/>
                <a:gd name="T38" fmla="*/ 26 w 26"/>
                <a:gd name="T39" fmla="*/ 8 h 19"/>
                <a:gd name="T40" fmla="*/ 26 w 26"/>
                <a:gd name="T41" fmla="*/ 8 h 19"/>
                <a:gd name="T42" fmla="*/ 25 w 26"/>
                <a:gd name="T43" fmla="*/ 7 h 19"/>
                <a:gd name="T44" fmla="*/ 25 w 26"/>
                <a:gd name="T45" fmla="*/ 7 h 19"/>
                <a:gd name="T46" fmla="*/ 24 w 26"/>
                <a:gd name="T47" fmla="*/ 6 h 19"/>
                <a:gd name="T48" fmla="*/ 25 w 26"/>
                <a:gd name="T49" fmla="*/ 6 h 19"/>
                <a:gd name="T50" fmla="*/ 25 w 26"/>
                <a:gd name="T51" fmla="*/ 6 h 19"/>
                <a:gd name="T52" fmla="*/ 25 w 26"/>
                <a:gd name="T53" fmla="*/ 5 h 19"/>
                <a:gd name="T54" fmla="*/ 25 w 26"/>
                <a:gd name="T55" fmla="*/ 4 h 19"/>
                <a:gd name="T56" fmla="*/ 25 w 26"/>
                <a:gd name="T57" fmla="*/ 3 h 19"/>
                <a:gd name="T58" fmla="*/ 23 w 26"/>
                <a:gd name="T59" fmla="*/ 3 h 19"/>
                <a:gd name="T60" fmla="*/ 20 w 26"/>
                <a:gd name="T61" fmla="*/ 2 h 19"/>
                <a:gd name="T62" fmla="*/ 17 w 26"/>
                <a:gd name="T63" fmla="*/ 1 h 19"/>
                <a:gd name="T64" fmla="*/ 12 w 26"/>
                <a:gd name="T65" fmla="*/ 1 h 19"/>
                <a:gd name="T66" fmla="*/ 10 w 26"/>
                <a:gd name="T67" fmla="*/ 3 h 19"/>
                <a:gd name="T68" fmla="*/ 12 w 26"/>
                <a:gd name="T69" fmla="*/ 4 h 19"/>
                <a:gd name="T70" fmla="*/ 15 w 26"/>
                <a:gd name="T71" fmla="*/ 4 h 19"/>
                <a:gd name="T72" fmla="*/ 16 w 26"/>
                <a:gd name="T73" fmla="*/ 7 h 19"/>
                <a:gd name="T74" fmla="*/ 16 w 26"/>
                <a:gd name="T75" fmla="*/ 9 h 19"/>
                <a:gd name="T76" fmla="*/ 16 w 26"/>
                <a:gd name="T77" fmla="*/ 10 h 19"/>
                <a:gd name="T78" fmla="*/ 18 w 26"/>
                <a:gd name="T79" fmla="*/ 11 h 19"/>
                <a:gd name="T80" fmla="*/ 19 w 26"/>
                <a:gd name="T81" fmla="*/ 14 h 19"/>
                <a:gd name="T82" fmla="*/ 16 w 26"/>
                <a:gd name="T83" fmla="*/ 14 h 19"/>
                <a:gd name="T84" fmla="*/ 12 w 26"/>
                <a:gd name="T85" fmla="*/ 15 h 19"/>
                <a:gd name="T86" fmla="*/ 9 w 26"/>
                <a:gd name="T87" fmla="*/ 14 h 19"/>
                <a:gd name="T88" fmla="*/ 8 w 26"/>
                <a:gd name="T89" fmla="*/ 14 h 19"/>
                <a:gd name="T90" fmla="*/ 5 w 26"/>
                <a:gd name="T91" fmla="*/ 13 h 19"/>
                <a:gd name="T92" fmla="*/ 4 w 26"/>
                <a:gd name="T93" fmla="*/ 13 h 19"/>
                <a:gd name="T94" fmla="*/ 0 w 26"/>
                <a:gd name="T95" fmla="*/ 14 h 19"/>
                <a:gd name="T96" fmla="*/ 2 w 26"/>
                <a:gd name="T97" fmla="*/ 16 h 19"/>
                <a:gd name="T98" fmla="*/ 6 w 26"/>
                <a:gd name="T99" fmla="*/ 18 h 19"/>
                <a:gd name="T100" fmla="*/ 12 w 26"/>
                <a:gd name="T101" fmla="*/ 17 h 19"/>
                <a:gd name="T102" fmla="*/ 18 w 26"/>
                <a:gd name="T103" fmla="*/ 17 h 19"/>
                <a:gd name="T104" fmla="*/ 21 w 26"/>
                <a:gd name="T105" fmla="*/ 17 h 19"/>
                <a:gd name="T106" fmla="*/ 25 w 26"/>
                <a:gd name="T107"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 h="19">
                  <a:moveTo>
                    <a:pt x="25" y="18"/>
                  </a:moveTo>
                  <a:cubicBezTo>
                    <a:pt x="25" y="18"/>
                    <a:pt x="25" y="18"/>
                    <a:pt x="25" y="18"/>
                  </a:cubicBezTo>
                  <a:cubicBezTo>
                    <a:pt x="25" y="18"/>
                    <a:pt x="25" y="18"/>
                    <a:pt x="25" y="18"/>
                  </a:cubicBezTo>
                  <a:cubicBezTo>
                    <a:pt x="25" y="18"/>
                    <a:pt x="25" y="18"/>
                    <a:pt x="25" y="18"/>
                  </a:cubicBezTo>
                  <a:cubicBezTo>
                    <a:pt x="25" y="18"/>
                    <a:pt x="25" y="18"/>
                    <a:pt x="25" y="18"/>
                  </a:cubicBezTo>
                  <a:cubicBezTo>
                    <a:pt x="25" y="18"/>
                    <a:pt x="25" y="17"/>
                    <a:pt x="25" y="17"/>
                  </a:cubicBezTo>
                  <a:cubicBezTo>
                    <a:pt x="25" y="18"/>
                    <a:pt x="25" y="18"/>
                    <a:pt x="25" y="18"/>
                  </a:cubicBezTo>
                  <a:cubicBezTo>
                    <a:pt x="25" y="17"/>
                    <a:pt x="25" y="17"/>
                    <a:pt x="25" y="17"/>
                  </a:cubicBezTo>
                  <a:cubicBezTo>
                    <a:pt x="25" y="17"/>
                    <a:pt x="25" y="17"/>
                    <a:pt x="25" y="17"/>
                  </a:cubicBezTo>
                  <a:cubicBezTo>
                    <a:pt x="25" y="17"/>
                    <a:pt x="24" y="17"/>
                    <a:pt x="24" y="17"/>
                  </a:cubicBezTo>
                  <a:cubicBezTo>
                    <a:pt x="24" y="17"/>
                    <a:pt x="24" y="17"/>
                    <a:pt x="24" y="17"/>
                  </a:cubicBezTo>
                  <a:cubicBezTo>
                    <a:pt x="25" y="16"/>
                    <a:pt x="25" y="16"/>
                    <a:pt x="25" y="16"/>
                  </a:cubicBezTo>
                  <a:cubicBezTo>
                    <a:pt x="24" y="15"/>
                    <a:pt x="24" y="15"/>
                    <a:pt x="24" y="15"/>
                  </a:cubicBezTo>
                  <a:cubicBezTo>
                    <a:pt x="24" y="15"/>
                    <a:pt x="24" y="15"/>
                    <a:pt x="24" y="15"/>
                  </a:cubicBezTo>
                  <a:cubicBezTo>
                    <a:pt x="24" y="15"/>
                    <a:pt x="24" y="15"/>
                    <a:pt x="24" y="15"/>
                  </a:cubicBezTo>
                  <a:cubicBezTo>
                    <a:pt x="24" y="15"/>
                    <a:pt x="24" y="15"/>
                    <a:pt x="24" y="15"/>
                  </a:cubicBezTo>
                  <a:cubicBezTo>
                    <a:pt x="23" y="15"/>
                    <a:pt x="23" y="15"/>
                    <a:pt x="23" y="15"/>
                  </a:cubicBezTo>
                  <a:cubicBezTo>
                    <a:pt x="23" y="14"/>
                    <a:pt x="23" y="14"/>
                    <a:pt x="23" y="14"/>
                  </a:cubicBezTo>
                  <a:cubicBezTo>
                    <a:pt x="24" y="14"/>
                    <a:pt x="24" y="14"/>
                    <a:pt x="24" y="14"/>
                  </a:cubicBezTo>
                  <a:cubicBezTo>
                    <a:pt x="24" y="14"/>
                    <a:pt x="24" y="14"/>
                    <a:pt x="24" y="14"/>
                  </a:cubicBezTo>
                  <a:cubicBezTo>
                    <a:pt x="23" y="13"/>
                    <a:pt x="23" y="13"/>
                    <a:pt x="23" y="13"/>
                  </a:cubicBezTo>
                  <a:cubicBezTo>
                    <a:pt x="22" y="13"/>
                    <a:pt x="22" y="13"/>
                    <a:pt x="22" y="13"/>
                  </a:cubicBezTo>
                  <a:cubicBezTo>
                    <a:pt x="23" y="13"/>
                    <a:pt x="23" y="13"/>
                    <a:pt x="23" y="13"/>
                  </a:cubicBezTo>
                  <a:cubicBezTo>
                    <a:pt x="23" y="13"/>
                    <a:pt x="23" y="13"/>
                    <a:pt x="23" y="13"/>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2"/>
                    <a:pt x="24" y="12"/>
                    <a:pt x="24" y="12"/>
                  </a:cubicBezTo>
                  <a:cubicBezTo>
                    <a:pt x="24" y="12"/>
                    <a:pt x="24" y="12"/>
                    <a:pt x="24" y="12"/>
                  </a:cubicBezTo>
                  <a:cubicBezTo>
                    <a:pt x="24" y="12"/>
                    <a:pt x="24" y="12"/>
                    <a:pt x="24"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10"/>
                    <a:pt x="24" y="10"/>
                    <a:pt x="24" y="10"/>
                  </a:cubicBezTo>
                  <a:cubicBezTo>
                    <a:pt x="24" y="10"/>
                    <a:pt x="24" y="10"/>
                    <a:pt x="24" y="10"/>
                  </a:cubicBezTo>
                  <a:cubicBezTo>
                    <a:pt x="24" y="10"/>
                    <a:pt x="24" y="9"/>
                    <a:pt x="24" y="9"/>
                  </a:cubicBezTo>
                  <a:cubicBezTo>
                    <a:pt x="24" y="9"/>
                    <a:pt x="24" y="10"/>
                    <a:pt x="24" y="10"/>
                  </a:cubicBezTo>
                  <a:cubicBezTo>
                    <a:pt x="24" y="9"/>
                    <a:pt x="24" y="9"/>
                    <a:pt x="24" y="9"/>
                  </a:cubicBezTo>
                  <a:cubicBezTo>
                    <a:pt x="24"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4" y="6"/>
                    <a:pt x="24" y="6"/>
                    <a:pt x="24" y="6"/>
                  </a:cubicBezTo>
                  <a:cubicBezTo>
                    <a:pt x="24" y="6"/>
                    <a:pt x="24" y="6"/>
                    <a:pt x="24"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3" y="3"/>
                    <a:pt x="23" y="3"/>
                  </a:cubicBezTo>
                  <a:cubicBezTo>
                    <a:pt x="23" y="3"/>
                    <a:pt x="22" y="3"/>
                    <a:pt x="22" y="3"/>
                  </a:cubicBezTo>
                  <a:cubicBezTo>
                    <a:pt x="22" y="3"/>
                    <a:pt x="21" y="2"/>
                    <a:pt x="21" y="2"/>
                  </a:cubicBezTo>
                  <a:cubicBezTo>
                    <a:pt x="21" y="2"/>
                    <a:pt x="21" y="2"/>
                    <a:pt x="21" y="2"/>
                  </a:cubicBezTo>
                  <a:cubicBezTo>
                    <a:pt x="20" y="2"/>
                    <a:pt x="20" y="3"/>
                    <a:pt x="20" y="2"/>
                  </a:cubicBezTo>
                  <a:cubicBezTo>
                    <a:pt x="19" y="2"/>
                    <a:pt x="19" y="2"/>
                    <a:pt x="19" y="2"/>
                  </a:cubicBezTo>
                  <a:cubicBezTo>
                    <a:pt x="18" y="2"/>
                    <a:pt x="18" y="2"/>
                    <a:pt x="18" y="2"/>
                  </a:cubicBezTo>
                  <a:cubicBezTo>
                    <a:pt x="18" y="1"/>
                    <a:pt x="18" y="1"/>
                    <a:pt x="18" y="1"/>
                  </a:cubicBezTo>
                  <a:cubicBezTo>
                    <a:pt x="18" y="1"/>
                    <a:pt x="18" y="1"/>
                    <a:pt x="17" y="1"/>
                  </a:cubicBezTo>
                  <a:cubicBezTo>
                    <a:pt x="17" y="1"/>
                    <a:pt x="17" y="1"/>
                    <a:pt x="16" y="1"/>
                  </a:cubicBezTo>
                  <a:cubicBezTo>
                    <a:pt x="16" y="0"/>
                    <a:pt x="15" y="0"/>
                    <a:pt x="15" y="1"/>
                  </a:cubicBezTo>
                  <a:cubicBezTo>
                    <a:pt x="14" y="1"/>
                    <a:pt x="14" y="1"/>
                    <a:pt x="13" y="1"/>
                  </a:cubicBezTo>
                  <a:cubicBezTo>
                    <a:pt x="13" y="1"/>
                    <a:pt x="12" y="1"/>
                    <a:pt x="12" y="1"/>
                  </a:cubicBezTo>
                  <a:cubicBezTo>
                    <a:pt x="12" y="1"/>
                    <a:pt x="12" y="1"/>
                    <a:pt x="11" y="1"/>
                  </a:cubicBezTo>
                  <a:cubicBezTo>
                    <a:pt x="11" y="1"/>
                    <a:pt x="11" y="1"/>
                    <a:pt x="11" y="2"/>
                  </a:cubicBezTo>
                  <a:cubicBezTo>
                    <a:pt x="10" y="2"/>
                    <a:pt x="10" y="2"/>
                    <a:pt x="10" y="2"/>
                  </a:cubicBezTo>
                  <a:cubicBezTo>
                    <a:pt x="10" y="2"/>
                    <a:pt x="10" y="3"/>
                    <a:pt x="10" y="3"/>
                  </a:cubicBezTo>
                  <a:cubicBezTo>
                    <a:pt x="10" y="3"/>
                    <a:pt x="10" y="4"/>
                    <a:pt x="11" y="4"/>
                  </a:cubicBezTo>
                  <a:cubicBezTo>
                    <a:pt x="11" y="4"/>
                    <a:pt x="12" y="4"/>
                    <a:pt x="12" y="3"/>
                  </a:cubicBezTo>
                  <a:cubicBezTo>
                    <a:pt x="12" y="3"/>
                    <a:pt x="12" y="3"/>
                    <a:pt x="12" y="3"/>
                  </a:cubicBezTo>
                  <a:cubicBezTo>
                    <a:pt x="12" y="4"/>
                    <a:pt x="12" y="4"/>
                    <a:pt x="12" y="4"/>
                  </a:cubicBezTo>
                  <a:cubicBezTo>
                    <a:pt x="12" y="4"/>
                    <a:pt x="13" y="4"/>
                    <a:pt x="13" y="4"/>
                  </a:cubicBezTo>
                  <a:cubicBezTo>
                    <a:pt x="13" y="4"/>
                    <a:pt x="13" y="4"/>
                    <a:pt x="14" y="4"/>
                  </a:cubicBezTo>
                  <a:cubicBezTo>
                    <a:pt x="14" y="4"/>
                    <a:pt x="14" y="4"/>
                    <a:pt x="15" y="4"/>
                  </a:cubicBezTo>
                  <a:cubicBezTo>
                    <a:pt x="15" y="4"/>
                    <a:pt x="15" y="4"/>
                    <a:pt x="15" y="4"/>
                  </a:cubicBezTo>
                  <a:cubicBezTo>
                    <a:pt x="15" y="5"/>
                    <a:pt x="15" y="5"/>
                    <a:pt x="16" y="5"/>
                  </a:cubicBezTo>
                  <a:cubicBezTo>
                    <a:pt x="16" y="5"/>
                    <a:pt x="16" y="6"/>
                    <a:pt x="16" y="6"/>
                  </a:cubicBezTo>
                  <a:cubicBezTo>
                    <a:pt x="16" y="6"/>
                    <a:pt x="16" y="6"/>
                    <a:pt x="16" y="6"/>
                  </a:cubicBezTo>
                  <a:cubicBezTo>
                    <a:pt x="16" y="7"/>
                    <a:pt x="16" y="7"/>
                    <a:pt x="16" y="7"/>
                  </a:cubicBezTo>
                  <a:cubicBezTo>
                    <a:pt x="16" y="7"/>
                    <a:pt x="16" y="8"/>
                    <a:pt x="16" y="8"/>
                  </a:cubicBezTo>
                  <a:cubicBezTo>
                    <a:pt x="16" y="8"/>
                    <a:pt x="16" y="8"/>
                    <a:pt x="16" y="8"/>
                  </a:cubicBezTo>
                  <a:cubicBezTo>
                    <a:pt x="16" y="8"/>
                    <a:pt x="16" y="9"/>
                    <a:pt x="16" y="9"/>
                  </a:cubicBezTo>
                  <a:cubicBezTo>
                    <a:pt x="16" y="9"/>
                    <a:pt x="16" y="9"/>
                    <a:pt x="16" y="9"/>
                  </a:cubicBezTo>
                  <a:cubicBezTo>
                    <a:pt x="16" y="9"/>
                    <a:pt x="15" y="9"/>
                    <a:pt x="15" y="9"/>
                  </a:cubicBezTo>
                  <a:cubicBezTo>
                    <a:pt x="15" y="9"/>
                    <a:pt x="16" y="9"/>
                    <a:pt x="16" y="10"/>
                  </a:cubicBezTo>
                  <a:cubicBezTo>
                    <a:pt x="16" y="10"/>
                    <a:pt x="16" y="10"/>
                    <a:pt x="16" y="10"/>
                  </a:cubicBezTo>
                  <a:cubicBezTo>
                    <a:pt x="16" y="10"/>
                    <a:pt x="16" y="10"/>
                    <a:pt x="16" y="10"/>
                  </a:cubicBezTo>
                  <a:cubicBezTo>
                    <a:pt x="16" y="11"/>
                    <a:pt x="16" y="11"/>
                    <a:pt x="17" y="10"/>
                  </a:cubicBezTo>
                  <a:cubicBezTo>
                    <a:pt x="17" y="10"/>
                    <a:pt x="17" y="10"/>
                    <a:pt x="17" y="10"/>
                  </a:cubicBezTo>
                  <a:cubicBezTo>
                    <a:pt x="17" y="11"/>
                    <a:pt x="17" y="11"/>
                    <a:pt x="17" y="11"/>
                  </a:cubicBezTo>
                  <a:cubicBezTo>
                    <a:pt x="17" y="11"/>
                    <a:pt x="18" y="11"/>
                    <a:pt x="18" y="11"/>
                  </a:cubicBezTo>
                  <a:cubicBezTo>
                    <a:pt x="18" y="12"/>
                    <a:pt x="18" y="12"/>
                    <a:pt x="18" y="12"/>
                  </a:cubicBezTo>
                  <a:cubicBezTo>
                    <a:pt x="19" y="12"/>
                    <a:pt x="19" y="12"/>
                    <a:pt x="20" y="13"/>
                  </a:cubicBezTo>
                  <a:cubicBezTo>
                    <a:pt x="20" y="13"/>
                    <a:pt x="20" y="13"/>
                    <a:pt x="20" y="14"/>
                  </a:cubicBezTo>
                  <a:cubicBezTo>
                    <a:pt x="19" y="14"/>
                    <a:pt x="19" y="14"/>
                    <a:pt x="19" y="14"/>
                  </a:cubicBezTo>
                  <a:cubicBezTo>
                    <a:pt x="18" y="14"/>
                    <a:pt x="18" y="14"/>
                    <a:pt x="18" y="14"/>
                  </a:cubicBezTo>
                  <a:cubicBezTo>
                    <a:pt x="17" y="14"/>
                    <a:pt x="17" y="14"/>
                    <a:pt x="17" y="15"/>
                  </a:cubicBezTo>
                  <a:cubicBezTo>
                    <a:pt x="17" y="15"/>
                    <a:pt x="17" y="15"/>
                    <a:pt x="16" y="15"/>
                  </a:cubicBezTo>
                  <a:cubicBezTo>
                    <a:pt x="16" y="14"/>
                    <a:pt x="16" y="14"/>
                    <a:pt x="16" y="14"/>
                  </a:cubicBezTo>
                  <a:cubicBezTo>
                    <a:pt x="16" y="14"/>
                    <a:pt x="16" y="15"/>
                    <a:pt x="16" y="15"/>
                  </a:cubicBezTo>
                  <a:cubicBezTo>
                    <a:pt x="15" y="15"/>
                    <a:pt x="15" y="15"/>
                    <a:pt x="14" y="15"/>
                  </a:cubicBezTo>
                  <a:cubicBezTo>
                    <a:pt x="14" y="15"/>
                    <a:pt x="13" y="15"/>
                    <a:pt x="13" y="15"/>
                  </a:cubicBezTo>
                  <a:cubicBezTo>
                    <a:pt x="13" y="15"/>
                    <a:pt x="13" y="15"/>
                    <a:pt x="12" y="15"/>
                  </a:cubicBezTo>
                  <a:cubicBezTo>
                    <a:pt x="12" y="14"/>
                    <a:pt x="12" y="14"/>
                    <a:pt x="12" y="14"/>
                  </a:cubicBezTo>
                  <a:cubicBezTo>
                    <a:pt x="11" y="14"/>
                    <a:pt x="11" y="14"/>
                    <a:pt x="11" y="14"/>
                  </a:cubicBezTo>
                  <a:cubicBezTo>
                    <a:pt x="11" y="14"/>
                    <a:pt x="10" y="14"/>
                    <a:pt x="10" y="14"/>
                  </a:cubicBezTo>
                  <a:cubicBezTo>
                    <a:pt x="10" y="14"/>
                    <a:pt x="10" y="14"/>
                    <a:pt x="9" y="14"/>
                  </a:cubicBezTo>
                  <a:cubicBezTo>
                    <a:pt x="9" y="14"/>
                    <a:pt x="9" y="14"/>
                    <a:pt x="9" y="14"/>
                  </a:cubicBezTo>
                  <a:cubicBezTo>
                    <a:pt x="9" y="14"/>
                    <a:pt x="9" y="14"/>
                    <a:pt x="9" y="14"/>
                  </a:cubicBezTo>
                  <a:cubicBezTo>
                    <a:pt x="9" y="14"/>
                    <a:pt x="8" y="14"/>
                    <a:pt x="7" y="14"/>
                  </a:cubicBezTo>
                  <a:cubicBezTo>
                    <a:pt x="8" y="14"/>
                    <a:pt x="8" y="14"/>
                    <a:pt x="8" y="14"/>
                  </a:cubicBezTo>
                  <a:cubicBezTo>
                    <a:pt x="7" y="13"/>
                    <a:pt x="7" y="14"/>
                    <a:pt x="7" y="14"/>
                  </a:cubicBezTo>
                  <a:cubicBezTo>
                    <a:pt x="6" y="14"/>
                    <a:pt x="6" y="14"/>
                    <a:pt x="6" y="14"/>
                  </a:cubicBezTo>
                  <a:cubicBezTo>
                    <a:pt x="6" y="14"/>
                    <a:pt x="6" y="13"/>
                    <a:pt x="6" y="13"/>
                  </a:cubicBezTo>
                  <a:cubicBezTo>
                    <a:pt x="6" y="13"/>
                    <a:pt x="6" y="13"/>
                    <a:pt x="5" y="13"/>
                  </a:cubicBezTo>
                  <a:cubicBezTo>
                    <a:pt x="5" y="13"/>
                    <a:pt x="5" y="13"/>
                    <a:pt x="5" y="14"/>
                  </a:cubicBezTo>
                  <a:cubicBezTo>
                    <a:pt x="5" y="14"/>
                    <a:pt x="5" y="14"/>
                    <a:pt x="5" y="14"/>
                  </a:cubicBezTo>
                  <a:cubicBezTo>
                    <a:pt x="5" y="14"/>
                    <a:pt x="5" y="14"/>
                    <a:pt x="5" y="14"/>
                  </a:cubicBezTo>
                  <a:cubicBezTo>
                    <a:pt x="4" y="13"/>
                    <a:pt x="4" y="13"/>
                    <a:pt x="4" y="13"/>
                  </a:cubicBezTo>
                  <a:cubicBezTo>
                    <a:pt x="4" y="13"/>
                    <a:pt x="4" y="13"/>
                    <a:pt x="4" y="13"/>
                  </a:cubicBezTo>
                  <a:cubicBezTo>
                    <a:pt x="3" y="13"/>
                    <a:pt x="2" y="13"/>
                    <a:pt x="2" y="13"/>
                  </a:cubicBezTo>
                  <a:cubicBezTo>
                    <a:pt x="1" y="13"/>
                    <a:pt x="1" y="13"/>
                    <a:pt x="1" y="14"/>
                  </a:cubicBezTo>
                  <a:cubicBezTo>
                    <a:pt x="1" y="14"/>
                    <a:pt x="1" y="14"/>
                    <a:pt x="0" y="14"/>
                  </a:cubicBezTo>
                  <a:cubicBezTo>
                    <a:pt x="0" y="14"/>
                    <a:pt x="0" y="14"/>
                    <a:pt x="0" y="14"/>
                  </a:cubicBezTo>
                  <a:cubicBezTo>
                    <a:pt x="0" y="15"/>
                    <a:pt x="1" y="15"/>
                    <a:pt x="1" y="15"/>
                  </a:cubicBezTo>
                  <a:cubicBezTo>
                    <a:pt x="1" y="16"/>
                    <a:pt x="1" y="16"/>
                    <a:pt x="1" y="16"/>
                  </a:cubicBezTo>
                  <a:cubicBezTo>
                    <a:pt x="2" y="16"/>
                    <a:pt x="2" y="16"/>
                    <a:pt x="2" y="16"/>
                  </a:cubicBezTo>
                  <a:cubicBezTo>
                    <a:pt x="2" y="16"/>
                    <a:pt x="3" y="16"/>
                    <a:pt x="3" y="16"/>
                  </a:cubicBezTo>
                  <a:cubicBezTo>
                    <a:pt x="4" y="17"/>
                    <a:pt x="5" y="18"/>
                    <a:pt x="6" y="19"/>
                  </a:cubicBezTo>
                  <a:cubicBezTo>
                    <a:pt x="6" y="19"/>
                    <a:pt x="6" y="19"/>
                    <a:pt x="6" y="19"/>
                  </a:cubicBezTo>
                  <a:cubicBezTo>
                    <a:pt x="7" y="18"/>
                    <a:pt x="6" y="18"/>
                    <a:pt x="6" y="18"/>
                  </a:cubicBezTo>
                  <a:cubicBezTo>
                    <a:pt x="6" y="18"/>
                    <a:pt x="6" y="18"/>
                    <a:pt x="7" y="18"/>
                  </a:cubicBezTo>
                  <a:cubicBezTo>
                    <a:pt x="7" y="17"/>
                    <a:pt x="8" y="17"/>
                    <a:pt x="9" y="17"/>
                  </a:cubicBezTo>
                  <a:cubicBezTo>
                    <a:pt x="9" y="17"/>
                    <a:pt x="10" y="17"/>
                    <a:pt x="10" y="16"/>
                  </a:cubicBezTo>
                  <a:cubicBezTo>
                    <a:pt x="11" y="17"/>
                    <a:pt x="12" y="17"/>
                    <a:pt x="12" y="17"/>
                  </a:cubicBezTo>
                  <a:cubicBezTo>
                    <a:pt x="13" y="17"/>
                    <a:pt x="13" y="17"/>
                    <a:pt x="14" y="17"/>
                  </a:cubicBezTo>
                  <a:cubicBezTo>
                    <a:pt x="15" y="18"/>
                    <a:pt x="15" y="18"/>
                    <a:pt x="16" y="17"/>
                  </a:cubicBezTo>
                  <a:cubicBezTo>
                    <a:pt x="16" y="17"/>
                    <a:pt x="17" y="17"/>
                    <a:pt x="17" y="17"/>
                  </a:cubicBezTo>
                  <a:cubicBezTo>
                    <a:pt x="18" y="17"/>
                    <a:pt x="18" y="17"/>
                    <a:pt x="18" y="17"/>
                  </a:cubicBezTo>
                  <a:cubicBezTo>
                    <a:pt x="18" y="17"/>
                    <a:pt x="18" y="17"/>
                    <a:pt x="18" y="17"/>
                  </a:cubicBezTo>
                  <a:cubicBezTo>
                    <a:pt x="18" y="17"/>
                    <a:pt x="19" y="17"/>
                    <a:pt x="19" y="17"/>
                  </a:cubicBezTo>
                  <a:cubicBezTo>
                    <a:pt x="19" y="17"/>
                    <a:pt x="19" y="17"/>
                    <a:pt x="19" y="17"/>
                  </a:cubicBezTo>
                  <a:cubicBezTo>
                    <a:pt x="20" y="17"/>
                    <a:pt x="21" y="17"/>
                    <a:pt x="21" y="17"/>
                  </a:cubicBezTo>
                  <a:cubicBezTo>
                    <a:pt x="21" y="17"/>
                    <a:pt x="21" y="17"/>
                    <a:pt x="21" y="17"/>
                  </a:cubicBezTo>
                  <a:cubicBezTo>
                    <a:pt x="21" y="17"/>
                    <a:pt x="22" y="17"/>
                    <a:pt x="22" y="17"/>
                  </a:cubicBezTo>
                  <a:cubicBezTo>
                    <a:pt x="22" y="17"/>
                    <a:pt x="22" y="17"/>
                    <a:pt x="22" y="17"/>
                  </a:cubicBezTo>
                  <a:cubicBezTo>
                    <a:pt x="23" y="17"/>
                    <a:pt x="24" y="18"/>
                    <a:pt x="25" y="18"/>
                  </a:cubicBezTo>
                  <a:cubicBezTo>
                    <a:pt x="25" y="19"/>
                    <a:pt x="25" y="19"/>
                    <a:pt x="25" y="19"/>
                  </a:cubicBezTo>
                  <a:cubicBezTo>
                    <a:pt x="25" y="18"/>
                    <a:pt x="25" y="18"/>
                    <a:pt x="25" y="18"/>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2" name="Freeform 659"/>
            <p:cNvSpPr>
              <a:spLocks/>
            </p:cNvSpPr>
            <p:nvPr/>
          </p:nvSpPr>
          <p:spPr bwMode="auto">
            <a:xfrm>
              <a:off x="9812338" y="6007100"/>
              <a:ext cx="3175" cy="476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0"/>
                    <a:pt x="0"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3" name="Oval 660"/>
            <p:cNvSpPr>
              <a:spLocks noChangeArrowheads="1"/>
            </p:cNvSpPr>
            <p:nvPr/>
          </p:nvSpPr>
          <p:spPr bwMode="auto">
            <a:xfrm>
              <a:off x="9834563" y="5992813"/>
              <a:ext cx="1588" cy="3175"/>
            </a:xfrm>
            <a:prstGeom prst="ellipse">
              <a:avLst/>
            </a:pr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4" name="Freeform 661"/>
            <p:cNvSpPr>
              <a:spLocks noEditPoints="1"/>
            </p:cNvSpPr>
            <p:nvPr/>
          </p:nvSpPr>
          <p:spPr bwMode="auto">
            <a:xfrm>
              <a:off x="9698038" y="5946775"/>
              <a:ext cx="128588" cy="84137"/>
            </a:xfrm>
            <a:custGeom>
              <a:avLst/>
              <a:gdLst>
                <a:gd name="T0" fmla="*/ 31 w 34"/>
                <a:gd name="T1" fmla="*/ 11 h 22"/>
                <a:gd name="T2" fmla="*/ 25 w 34"/>
                <a:gd name="T3" fmla="*/ 9 h 22"/>
                <a:gd name="T4" fmla="*/ 22 w 34"/>
                <a:gd name="T5" fmla="*/ 7 h 22"/>
                <a:gd name="T6" fmla="*/ 26 w 34"/>
                <a:gd name="T7" fmla="*/ 6 h 22"/>
                <a:gd name="T8" fmla="*/ 21 w 34"/>
                <a:gd name="T9" fmla="*/ 6 h 22"/>
                <a:gd name="T10" fmla="*/ 19 w 34"/>
                <a:gd name="T11" fmla="*/ 2 h 22"/>
                <a:gd name="T12" fmla="*/ 15 w 34"/>
                <a:gd name="T13" fmla="*/ 2 h 22"/>
                <a:gd name="T14" fmla="*/ 11 w 34"/>
                <a:gd name="T15" fmla="*/ 0 h 22"/>
                <a:gd name="T16" fmla="*/ 6 w 34"/>
                <a:gd name="T17" fmla="*/ 0 h 22"/>
                <a:gd name="T18" fmla="*/ 4 w 34"/>
                <a:gd name="T19" fmla="*/ 1 h 22"/>
                <a:gd name="T20" fmla="*/ 3 w 34"/>
                <a:gd name="T21" fmla="*/ 2 h 22"/>
                <a:gd name="T22" fmla="*/ 3 w 34"/>
                <a:gd name="T23" fmla="*/ 3 h 22"/>
                <a:gd name="T24" fmla="*/ 3 w 34"/>
                <a:gd name="T25" fmla="*/ 4 h 22"/>
                <a:gd name="T26" fmla="*/ 3 w 34"/>
                <a:gd name="T27" fmla="*/ 5 h 22"/>
                <a:gd name="T28" fmla="*/ 3 w 34"/>
                <a:gd name="T29" fmla="*/ 5 h 22"/>
                <a:gd name="T30" fmla="*/ 2 w 34"/>
                <a:gd name="T31" fmla="*/ 5 h 22"/>
                <a:gd name="T32" fmla="*/ 3 w 34"/>
                <a:gd name="T33" fmla="*/ 6 h 22"/>
                <a:gd name="T34" fmla="*/ 3 w 34"/>
                <a:gd name="T35" fmla="*/ 6 h 22"/>
                <a:gd name="T36" fmla="*/ 4 w 34"/>
                <a:gd name="T37" fmla="*/ 7 h 22"/>
                <a:gd name="T38" fmla="*/ 4 w 34"/>
                <a:gd name="T39" fmla="*/ 7 h 22"/>
                <a:gd name="T40" fmla="*/ 4 w 34"/>
                <a:gd name="T41" fmla="*/ 7 h 22"/>
                <a:gd name="T42" fmla="*/ 3 w 34"/>
                <a:gd name="T43" fmla="*/ 8 h 22"/>
                <a:gd name="T44" fmla="*/ 3 w 34"/>
                <a:gd name="T45" fmla="*/ 8 h 22"/>
                <a:gd name="T46" fmla="*/ 3 w 34"/>
                <a:gd name="T47" fmla="*/ 8 h 22"/>
                <a:gd name="T48" fmla="*/ 2 w 34"/>
                <a:gd name="T49" fmla="*/ 9 h 22"/>
                <a:gd name="T50" fmla="*/ 2 w 34"/>
                <a:gd name="T51" fmla="*/ 8 h 22"/>
                <a:gd name="T52" fmla="*/ 2 w 34"/>
                <a:gd name="T53" fmla="*/ 9 h 22"/>
                <a:gd name="T54" fmla="*/ 2 w 34"/>
                <a:gd name="T55" fmla="*/ 9 h 22"/>
                <a:gd name="T56" fmla="*/ 2 w 34"/>
                <a:gd name="T57" fmla="*/ 9 h 22"/>
                <a:gd name="T58" fmla="*/ 3 w 34"/>
                <a:gd name="T59" fmla="*/ 9 h 22"/>
                <a:gd name="T60" fmla="*/ 3 w 34"/>
                <a:gd name="T61" fmla="*/ 10 h 22"/>
                <a:gd name="T62" fmla="*/ 2 w 34"/>
                <a:gd name="T63" fmla="*/ 11 h 22"/>
                <a:gd name="T64" fmla="*/ 2 w 34"/>
                <a:gd name="T65" fmla="*/ 12 h 22"/>
                <a:gd name="T66" fmla="*/ 1 w 34"/>
                <a:gd name="T67" fmla="*/ 12 h 22"/>
                <a:gd name="T68" fmla="*/ 2 w 34"/>
                <a:gd name="T69" fmla="*/ 13 h 22"/>
                <a:gd name="T70" fmla="*/ 2 w 34"/>
                <a:gd name="T71" fmla="*/ 14 h 22"/>
                <a:gd name="T72" fmla="*/ 3 w 34"/>
                <a:gd name="T73" fmla="*/ 15 h 22"/>
                <a:gd name="T74" fmla="*/ 3 w 34"/>
                <a:gd name="T75" fmla="*/ 16 h 22"/>
                <a:gd name="T76" fmla="*/ 3 w 34"/>
                <a:gd name="T77" fmla="*/ 17 h 22"/>
                <a:gd name="T78" fmla="*/ 3 w 34"/>
                <a:gd name="T79" fmla="*/ 17 h 22"/>
                <a:gd name="T80" fmla="*/ 4 w 34"/>
                <a:gd name="T81" fmla="*/ 19 h 22"/>
                <a:gd name="T82" fmla="*/ 4 w 34"/>
                <a:gd name="T83" fmla="*/ 20 h 22"/>
                <a:gd name="T84" fmla="*/ 7 w 34"/>
                <a:gd name="T85" fmla="*/ 20 h 22"/>
                <a:gd name="T86" fmla="*/ 10 w 34"/>
                <a:gd name="T87" fmla="*/ 16 h 22"/>
                <a:gd name="T88" fmla="*/ 13 w 34"/>
                <a:gd name="T89" fmla="*/ 14 h 22"/>
                <a:gd name="T90" fmla="*/ 16 w 34"/>
                <a:gd name="T91" fmla="*/ 16 h 22"/>
                <a:gd name="T92" fmla="*/ 20 w 34"/>
                <a:gd name="T93" fmla="*/ 14 h 22"/>
                <a:gd name="T94" fmla="*/ 24 w 34"/>
                <a:gd name="T95" fmla="*/ 14 h 22"/>
                <a:gd name="T96" fmla="*/ 29 w 34"/>
                <a:gd name="T97" fmla="*/ 15 h 22"/>
                <a:gd name="T98" fmla="*/ 31 w 34"/>
                <a:gd name="T99" fmla="*/ 15 h 22"/>
                <a:gd name="T100" fmla="*/ 33 w 34"/>
                <a:gd name="T101" fmla="*/ 13 h 22"/>
                <a:gd name="T102" fmla="*/ 14 w 34"/>
                <a:gd name="T103" fmla="*/ 14 h 22"/>
                <a:gd name="T104" fmla="*/ 32 w 34"/>
                <a:gd name="T105"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 h="22">
                  <a:moveTo>
                    <a:pt x="33" y="12"/>
                  </a:moveTo>
                  <a:cubicBezTo>
                    <a:pt x="33" y="12"/>
                    <a:pt x="33" y="12"/>
                    <a:pt x="32" y="11"/>
                  </a:cubicBezTo>
                  <a:cubicBezTo>
                    <a:pt x="32" y="11"/>
                    <a:pt x="32" y="11"/>
                    <a:pt x="32" y="11"/>
                  </a:cubicBezTo>
                  <a:cubicBezTo>
                    <a:pt x="32" y="11"/>
                    <a:pt x="32" y="11"/>
                    <a:pt x="31" y="11"/>
                  </a:cubicBezTo>
                  <a:cubicBezTo>
                    <a:pt x="31" y="10"/>
                    <a:pt x="31" y="9"/>
                    <a:pt x="30" y="9"/>
                  </a:cubicBezTo>
                  <a:cubicBezTo>
                    <a:pt x="30" y="9"/>
                    <a:pt x="30" y="9"/>
                    <a:pt x="30" y="9"/>
                  </a:cubicBezTo>
                  <a:cubicBezTo>
                    <a:pt x="29" y="8"/>
                    <a:pt x="28" y="8"/>
                    <a:pt x="27" y="9"/>
                  </a:cubicBezTo>
                  <a:cubicBezTo>
                    <a:pt x="27" y="9"/>
                    <a:pt x="26" y="9"/>
                    <a:pt x="25" y="9"/>
                  </a:cubicBezTo>
                  <a:cubicBezTo>
                    <a:pt x="25" y="8"/>
                    <a:pt x="25" y="8"/>
                    <a:pt x="25" y="8"/>
                  </a:cubicBezTo>
                  <a:cubicBezTo>
                    <a:pt x="25" y="8"/>
                    <a:pt x="24" y="8"/>
                    <a:pt x="24" y="8"/>
                  </a:cubicBezTo>
                  <a:cubicBezTo>
                    <a:pt x="23" y="8"/>
                    <a:pt x="23" y="8"/>
                    <a:pt x="22" y="8"/>
                  </a:cubicBezTo>
                  <a:cubicBezTo>
                    <a:pt x="22" y="7"/>
                    <a:pt x="22" y="7"/>
                    <a:pt x="22" y="7"/>
                  </a:cubicBezTo>
                  <a:cubicBezTo>
                    <a:pt x="22" y="7"/>
                    <a:pt x="22" y="7"/>
                    <a:pt x="22" y="7"/>
                  </a:cubicBezTo>
                  <a:cubicBezTo>
                    <a:pt x="23" y="7"/>
                    <a:pt x="24" y="7"/>
                    <a:pt x="25" y="7"/>
                  </a:cubicBezTo>
                  <a:cubicBezTo>
                    <a:pt x="25" y="7"/>
                    <a:pt x="26" y="7"/>
                    <a:pt x="26" y="7"/>
                  </a:cubicBezTo>
                  <a:cubicBezTo>
                    <a:pt x="26" y="6"/>
                    <a:pt x="26" y="6"/>
                    <a:pt x="26" y="6"/>
                  </a:cubicBezTo>
                  <a:cubicBezTo>
                    <a:pt x="26" y="6"/>
                    <a:pt x="26" y="5"/>
                    <a:pt x="25" y="5"/>
                  </a:cubicBezTo>
                  <a:cubicBezTo>
                    <a:pt x="25" y="6"/>
                    <a:pt x="24" y="5"/>
                    <a:pt x="23" y="6"/>
                  </a:cubicBezTo>
                  <a:cubicBezTo>
                    <a:pt x="23" y="5"/>
                    <a:pt x="23" y="5"/>
                    <a:pt x="23" y="6"/>
                  </a:cubicBezTo>
                  <a:cubicBezTo>
                    <a:pt x="22" y="6"/>
                    <a:pt x="22" y="6"/>
                    <a:pt x="21" y="6"/>
                  </a:cubicBezTo>
                  <a:cubicBezTo>
                    <a:pt x="21" y="6"/>
                    <a:pt x="21" y="6"/>
                    <a:pt x="21" y="6"/>
                  </a:cubicBezTo>
                  <a:cubicBezTo>
                    <a:pt x="20" y="5"/>
                    <a:pt x="20" y="5"/>
                    <a:pt x="20" y="4"/>
                  </a:cubicBezTo>
                  <a:cubicBezTo>
                    <a:pt x="20" y="4"/>
                    <a:pt x="20" y="3"/>
                    <a:pt x="20" y="3"/>
                  </a:cubicBezTo>
                  <a:cubicBezTo>
                    <a:pt x="20" y="3"/>
                    <a:pt x="19" y="2"/>
                    <a:pt x="19" y="2"/>
                  </a:cubicBezTo>
                  <a:cubicBezTo>
                    <a:pt x="19" y="2"/>
                    <a:pt x="18" y="2"/>
                    <a:pt x="18" y="2"/>
                  </a:cubicBezTo>
                  <a:cubicBezTo>
                    <a:pt x="17" y="3"/>
                    <a:pt x="17" y="3"/>
                    <a:pt x="17" y="3"/>
                  </a:cubicBezTo>
                  <a:cubicBezTo>
                    <a:pt x="16" y="2"/>
                    <a:pt x="16" y="2"/>
                    <a:pt x="16" y="2"/>
                  </a:cubicBezTo>
                  <a:cubicBezTo>
                    <a:pt x="15" y="2"/>
                    <a:pt x="15" y="2"/>
                    <a:pt x="15" y="2"/>
                  </a:cubicBezTo>
                  <a:cubicBezTo>
                    <a:pt x="15" y="1"/>
                    <a:pt x="15" y="1"/>
                    <a:pt x="14" y="1"/>
                  </a:cubicBezTo>
                  <a:cubicBezTo>
                    <a:pt x="14" y="1"/>
                    <a:pt x="13" y="1"/>
                    <a:pt x="13" y="1"/>
                  </a:cubicBezTo>
                  <a:cubicBezTo>
                    <a:pt x="13" y="1"/>
                    <a:pt x="12" y="1"/>
                    <a:pt x="12" y="1"/>
                  </a:cubicBezTo>
                  <a:cubicBezTo>
                    <a:pt x="12" y="0"/>
                    <a:pt x="11" y="0"/>
                    <a:pt x="11" y="0"/>
                  </a:cubicBezTo>
                  <a:cubicBezTo>
                    <a:pt x="11" y="0"/>
                    <a:pt x="10" y="0"/>
                    <a:pt x="10" y="0"/>
                  </a:cubicBezTo>
                  <a:cubicBezTo>
                    <a:pt x="10" y="0"/>
                    <a:pt x="9" y="0"/>
                    <a:pt x="9" y="0"/>
                  </a:cubicBezTo>
                  <a:cubicBezTo>
                    <a:pt x="9" y="0"/>
                    <a:pt x="9" y="0"/>
                    <a:pt x="9" y="0"/>
                  </a:cubicBezTo>
                  <a:cubicBezTo>
                    <a:pt x="8" y="0"/>
                    <a:pt x="7" y="1"/>
                    <a:pt x="6" y="0"/>
                  </a:cubicBezTo>
                  <a:cubicBezTo>
                    <a:pt x="6" y="0"/>
                    <a:pt x="6" y="0"/>
                    <a:pt x="6" y="0"/>
                  </a:cubicBezTo>
                  <a:cubicBezTo>
                    <a:pt x="5" y="0"/>
                    <a:pt x="4" y="0"/>
                    <a:pt x="4" y="0"/>
                  </a:cubicBezTo>
                  <a:cubicBezTo>
                    <a:pt x="4" y="0"/>
                    <a:pt x="4" y="0"/>
                    <a:pt x="4" y="1"/>
                  </a:cubicBezTo>
                  <a:cubicBezTo>
                    <a:pt x="4" y="1"/>
                    <a:pt x="4" y="1"/>
                    <a:pt x="4" y="1"/>
                  </a:cubicBezTo>
                  <a:cubicBezTo>
                    <a:pt x="3" y="1"/>
                    <a:pt x="3" y="1"/>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2" y="8"/>
                    <a:pt x="2" y="8"/>
                  </a:cubicBezTo>
                  <a:cubicBezTo>
                    <a:pt x="2" y="9"/>
                    <a:pt x="2" y="9"/>
                    <a:pt x="2" y="9"/>
                  </a:cubicBezTo>
                  <a:cubicBezTo>
                    <a:pt x="2" y="9"/>
                    <a:pt x="2" y="8"/>
                    <a:pt x="2" y="8"/>
                  </a:cubicBezTo>
                  <a:cubicBezTo>
                    <a:pt x="2" y="8"/>
                    <a:pt x="2" y="9"/>
                    <a:pt x="2" y="9"/>
                  </a:cubicBezTo>
                  <a:cubicBezTo>
                    <a:pt x="2" y="9"/>
                    <a:pt x="2" y="9"/>
                    <a:pt x="2" y="9"/>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1" y="12"/>
                    <a:pt x="1" y="12"/>
                    <a:pt x="1" y="12"/>
                  </a:cubicBezTo>
                  <a:cubicBezTo>
                    <a:pt x="2" y="13"/>
                    <a:pt x="2" y="13"/>
                    <a:pt x="2" y="13"/>
                  </a:cubicBezTo>
                  <a:cubicBezTo>
                    <a:pt x="2" y="13"/>
                    <a:pt x="2" y="13"/>
                    <a:pt x="2" y="13"/>
                  </a:cubicBezTo>
                  <a:cubicBezTo>
                    <a:pt x="1" y="13"/>
                    <a:pt x="1" y="13"/>
                    <a:pt x="1" y="13"/>
                  </a:cubicBezTo>
                  <a:cubicBezTo>
                    <a:pt x="1" y="14"/>
                    <a:pt x="1" y="14"/>
                    <a:pt x="1" y="14"/>
                  </a:cubicBezTo>
                  <a:cubicBezTo>
                    <a:pt x="2" y="14"/>
                    <a:pt x="2" y="14"/>
                    <a:pt x="2" y="14"/>
                  </a:cubicBezTo>
                  <a:cubicBezTo>
                    <a:pt x="2" y="14"/>
                    <a:pt x="2" y="14"/>
                    <a:pt x="2" y="14"/>
                  </a:cubicBezTo>
                  <a:cubicBezTo>
                    <a:pt x="2" y="14"/>
                    <a:pt x="2" y="14"/>
                    <a:pt x="2" y="14"/>
                  </a:cubicBezTo>
                  <a:cubicBezTo>
                    <a:pt x="2" y="14"/>
                    <a:pt x="2" y="14"/>
                    <a:pt x="2" y="14"/>
                  </a:cubicBezTo>
                  <a:cubicBezTo>
                    <a:pt x="3" y="15"/>
                    <a:pt x="3" y="15"/>
                    <a:pt x="3" y="15"/>
                  </a:cubicBezTo>
                  <a:cubicBezTo>
                    <a:pt x="2" y="16"/>
                    <a:pt x="2" y="16"/>
                    <a:pt x="2" y="16"/>
                  </a:cubicBezTo>
                  <a:cubicBezTo>
                    <a:pt x="2" y="16"/>
                    <a:pt x="2" y="16"/>
                    <a:pt x="2" y="16"/>
                  </a:cubicBezTo>
                  <a:cubicBezTo>
                    <a:pt x="2" y="16"/>
                    <a:pt x="3" y="16"/>
                    <a:pt x="3" y="16"/>
                  </a:cubicBezTo>
                  <a:cubicBezTo>
                    <a:pt x="3" y="16"/>
                    <a:pt x="3" y="16"/>
                    <a:pt x="3" y="16"/>
                  </a:cubicBezTo>
                  <a:cubicBezTo>
                    <a:pt x="3" y="17"/>
                    <a:pt x="3" y="17"/>
                    <a:pt x="3" y="17"/>
                  </a:cubicBezTo>
                  <a:cubicBezTo>
                    <a:pt x="3" y="16"/>
                    <a:pt x="3" y="16"/>
                    <a:pt x="3" y="16"/>
                  </a:cubicBezTo>
                  <a:cubicBezTo>
                    <a:pt x="3" y="16"/>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4" y="18"/>
                    <a:pt x="4" y="19"/>
                  </a:cubicBezTo>
                  <a:cubicBezTo>
                    <a:pt x="4" y="19"/>
                    <a:pt x="4" y="19"/>
                    <a:pt x="4" y="19"/>
                  </a:cubicBezTo>
                  <a:cubicBezTo>
                    <a:pt x="4" y="19"/>
                    <a:pt x="4" y="19"/>
                    <a:pt x="4" y="20"/>
                  </a:cubicBezTo>
                  <a:cubicBezTo>
                    <a:pt x="4" y="20"/>
                    <a:pt x="4" y="20"/>
                    <a:pt x="4" y="20"/>
                  </a:cubicBezTo>
                  <a:cubicBezTo>
                    <a:pt x="4" y="20"/>
                    <a:pt x="4" y="20"/>
                    <a:pt x="4" y="20"/>
                  </a:cubicBezTo>
                  <a:cubicBezTo>
                    <a:pt x="4" y="20"/>
                    <a:pt x="5" y="20"/>
                    <a:pt x="5" y="20"/>
                  </a:cubicBezTo>
                  <a:cubicBezTo>
                    <a:pt x="5" y="21"/>
                    <a:pt x="5" y="21"/>
                    <a:pt x="5" y="21"/>
                  </a:cubicBezTo>
                  <a:cubicBezTo>
                    <a:pt x="6" y="22"/>
                    <a:pt x="6" y="22"/>
                    <a:pt x="6" y="21"/>
                  </a:cubicBezTo>
                  <a:cubicBezTo>
                    <a:pt x="7" y="20"/>
                    <a:pt x="7" y="20"/>
                    <a:pt x="7" y="20"/>
                  </a:cubicBezTo>
                  <a:cubicBezTo>
                    <a:pt x="7" y="19"/>
                    <a:pt x="8" y="18"/>
                    <a:pt x="9" y="18"/>
                  </a:cubicBezTo>
                  <a:cubicBezTo>
                    <a:pt x="9" y="17"/>
                    <a:pt x="9" y="17"/>
                    <a:pt x="9" y="16"/>
                  </a:cubicBezTo>
                  <a:cubicBezTo>
                    <a:pt x="9" y="16"/>
                    <a:pt x="9" y="15"/>
                    <a:pt x="9" y="15"/>
                  </a:cubicBezTo>
                  <a:cubicBezTo>
                    <a:pt x="9" y="15"/>
                    <a:pt x="10" y="15"/>
                    <a:pt x="10" y="16"/>
                  </a:cubicBezTo>
                  <a:cubicBezTo>
                    <a:pt x="10" y="16"/>
                    <a:pt x="10" y="16"/>
                    <a:pt x="10" y="16"/>
                  </a:cubicBezTo>
                  <a:cubicBezTo>
                    <a:pt x="11" y="15"/>
                    <a:pt x="12" y="15"/>
                    <a:pt x="12" y="14"/>
                  </a:cubicBezTo>
                  <a:cubicBezTo>
                    <a:pt x="12" y="14"/>
                    <a:pt x="13" y="14"/>
                    <a:pt x="13" y="14"/>
                  </a:cubicBezTo>
                  <a:cubicBezTo>
                    <a:pt x="13" y="14"/>
                    <a:pt x="13" y="14"/>
                    <a:pt x="13" y="14"/>
                  </a:cubicBezTo>
                  <a:cubicBezTo>
                    <a:pt x="13" y="15"/>
                    <a:pt x="13" y="15"/>
                    <a:pt x="13" y="15"/>
                  </a:cubicBezTo>
                  <a:cubicBezTo>
                    <a:pt x="13" y="16"/>
                    <a:pt x="13" y="16"/>
                    <a:pt x="14" y="16"/>
                  </a:cubicBezTo>
                  <a:cubicBezTo>
                    <a:pt x="15" y="16"/>
                    <a:pt x="15" y="16"/>
                    <a:pt x="16" y="16"/>
                  </a:cubicBezTo>
                  <a:cubicBezTo>
                    <a:pt x="16" y="16"/>
                    <a:pt x="16" y="16"/>
                    <a:pt x="16" y="16"/>
                  </a:cubicBezTo>
                  <a:cubicBezTo>
                    <a:pt x="16" y="16"/>
                    <a:pt x="17" y="16"/>
                    <a:pt x="17" y="16"/>
                  </a:cubicBezTo>
                  <a:cubicBezTo>
                    <a:pt x="17" y="16"/>
                    <a:pt x="17" y="16"/>
                    <a:pt x="18" y="16"/>
                  </a:cubicBezTo>
                  <a:cubicBezTo>
                    <a:pt x="18" y="15"/>
                    <a:pt x="18" y="14"/>
                    <a:pt x="19" y="14"/>
                  </a:cubicBezTo>
                  <a:cubicBezTo>
                    <a:pt x="19" y="14"/>
                    <a:pt x="19" y="14"/>
                    <a:pt x="20" y="14"/>
                  </a:cubicBezTo>
                  <a:cubicBezTo>
                    <a:pt x="20" y="14"/>
                    <a:pt x="21" y="14"/>
                    <a:pt x="21" y="14"/>
                  </a:cubicBezTo>
                  <a:cubicBezTo>
                    <a:pt x="22" y="14"/>
                    <a:pt x="22" y="14"/>
                    <a:pt x="23" y="14"/>
                  </a:cubicBezTo>
                  <a:cubicBezTo>
                    <a:pt x="23" y="14"/>
                    <a:pt x="23" y="14"/>
                    <a:pt x="23" y="14"/>
                  </a:cubicBezTo>
                  <a:cubicBezTo>
                    <a:pt x="24" y="14"/>
                    <a:pt x="24" y="14"/>
                    <a:pt x="24" y="14"/>
                  </a:cubicBezTo>
                  <a:cubicBezTo>
                    <a:pt x="25" y="14"/>
                    <a:pt x="25" y="14"/>
                    <a:pt x="25" y="14"/>
                  </a:cubicBezTo>
                  <a:cubicBezTo>
                    <a:pt x="25" y="14"/>
                    <a:pt x="26" y="14"/>
                    <a:pt x="26" y="14"/>
                  </a:cubicBezTo>
                  <a:cubicBezTo>
                    <a:pt x="26" y="14"/>
                    <a:pt x="27" y="15"/>
                    <a:pt x="28" y="14"/>
                  </a:cubicBezTo>
                  <a:cubicBezTo>
                    <a:pt x="29" y="14"/>
                    <a:pt x="29" y="15"/>
                    <a:pt x="29" y="15"/>
                  </a:cubicBezTo>
                  <a:cubicBezTo>
                    <a:pt x="29" y="15"/>
                    <a:pt x="30" y="15"/>
                    <a:pt x="30" y="16"/>
                  </a:cubicBezTo>
                  <a:cubicBezTo>
                    <a:pt x="30" y="16"/>
                    <a:pt x="30" y="16"/>
                    <a:pt x="31" y="16"/>
                  </a:cubicBezTo>
                  <a:cubicBezTo>
                    <a:pt x="31" y="16"/>
                    <a:pt x="31" y="16"/>
                    <a:pt x="31" y="15"/>
                  </a:cubicBezTo>
                  <a:cubicBezTo>
                    <a:pt x="31" y="15"/>
                    <a:pt x="31" y="15"/>
                    <a:pt x="31" y="15"/>
                  </a:cubicBezTo>
                  <a:cubicBezTo>
                    <a:pt x="31" y="15"/>
                    <a:pt x="31" y="15"/>
                    <a:pt x="31" y="15"/>
                  </a:cubicBezTo>
                  <a:cubicBezTo>
                    <a:pt x="31" y="15"/>
                    <a:pt x="31" y="15"/>
                    <a:pt x="31" y="14"/>
                  </a:cubicBezTo>
                  <a:cubicBezTo>
                    <a:pt x="32" y="15"/>
                    <a:pt x="32" y="15"/>
                    <a:pt x="33" y="14"/>
                  </a:cubicBezTo>
                  <a:cubicBezTo>
                    <a:pt x="33" y="14"/>
                    <a:pt x="33" y="14"/>
                    <a:pt x="33" y="13"/>
                  </a:cubicBezTo>
                  <a:cubicBezTo>
                    <a:pt x="33" y="13"/>
                    <a:pt x="34" y="13"/>
                    <a:pt x="33" y="12"/>
                  </a:cubicBezTo>
                  <a:close/>
                  <a:moveTo>
                    <a:pt x="14" y="14"/>
                  </a:moveTo>
                  <a:cubicBezTo>
                    <a:pt x="14" y="14"/>
                    <a:pt x="14" y="14"/>
                    <a:pt x="14" y="14"/>
                  </a:cubicBezTo>
                  <a:cubicBezTo>
                    <a:pt x="14" y="14"/>
                    <a:pt x="14" y="14"/>
                    <a:pt x="14" y="14"/>
                  </a:cubicBezTo>
                  <a:cubicBezTo>
                    <a:pt x="14" y="14"/>
                    <a:pt x="14" y="14"/>
                    <a:pt x="14" y="14"/>
                  </a:cubicBezTo>
                  <a:close/>
                  <a:moveTo>
                    <a:pt x="32" y="11"/>
                  </a:moveTo>
                  <a:cubicBezTo>
                    <a:pt x="32" y="11"/>
                    <a:pt x="32" y="11"/>
                    <a:pt x="32" y="11"/>
                  </a:cubicBezTo>
                  <a:cubicBezTo>
                    <a:pt x="32" y="11"/>
                    <a:pt x="32" y="11"/>
                    <a:pt x="32" y="11"/>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5" name="Freeform 662"/>
            <p:cNvSpPr>
              <a:spLocks/>
            </p:cNvSpPr>
            <p:nvPr/>
          </p:nvSpPr>
          <p:spPr bwMode="auto">
            <a:xfrm>
              <a:off x="9377363" y="5965825"/>
              <a:ext cx="12700" cy="3175"/>
            </a:xfrm>
            <a:custGeom>
              <a:avLst/>
              <a:gdLst>
                <a:gd name="T0" fmla="*/ 2 w 3"/>
                <a:gd name="T1" fmla="*/ 0 h 1"/>
                <a:gd name="T2" fmla="*/ 1 w 3"/>
                <a:gd name="T3" fmla="*/ 0 h 1"/>
                <a:gd name="T4" fmla="*/ 1 w 3"/>
                <a:gd name="T5" fmla="*/ 0 h 1"/>
                <a:gd name="T6" fmla="*/ 0 w 3"/>
                <a:gd name="T7" fmla="*/ 0 h 1"/>
                <a:gd name="T8" fmla="*/ 0 w 3"/>
                <a:gd name="T9" fmla="*/ 1 h 1"/>
                <a:gd name="T10" fmla="*/ 1 w 3"/>
                <a:gd name="T11" fmla="*/ 1 h 1"/>
                <a:gd name="T12" fmla="*/ 2 w 3"/>
                <a:gd name="T13" fmla="*/ 1 h 1"/>
                <a:gd name="T14" fmla="*/ 3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2" y="0"/>
                    <a:pt x="1" y="0"/>
                  </a:cubicBezTo>
                  <a:cubicBezTo>
                    <a:pt x="1" y="0"/>
                    <a:pt x="1" y="0"/>
                    <a:pt x="1" y="0"/>
                  </a:cubicBezTo>
                  <a:cubicBezTo>
                    <a:pt x="0" y="0"/>
                    <a:pt x="0" y="0"/>
                    <a:pt x="0" y="0"/>
                  </a:cubicBezTo>
                  <a:cubicBezTo>
                    <a:pt x="0" y="0"/>
                    <a:pt x="0" y="0"/>
                    <a:pt x="0" y="1"/>
                  </a:cubicBezTo>
                  <a:cubicBezTo>
                    <a:pt x="0" y="1"/>
                    <a:pt x="0" y="1"/>
                    <a:pt x="1" y="1"/>
                  </a:cubicBezTo>
                  <a:cubicBezTo>
                    <a:pt x="1" y="1"/>
                    <a:pt x="2" y="1"/>
                    <a:pt x="2" y="1"/>
                  </a:cubicBezTo>
                  <a:cubicBezTo>
                    <a:pt x="3" y="1"/>
                    <a:pt x="3" y="1"/>
                    <a:pt x="3" y="1"/>
                  </a:cubicBezTo>
                  <a:cubicBezTo>
                    <a:pt x="3" y="0"/>
                    <a:pt x="2" y="0"/>
                    <a:pt x="2" y="0"/>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6" name="Freeform 663"/>
            <p:cNvSpPr>
              <a:spLocks/>
            </p:cNvSpPr>
            <p:nvPr/>
          </p:nvSpPr>
          <p:spPr bwMode="auto">
            <a:xfrm>
              <a:off x="9431338" y="5949950"/>
              <a:ext cx="3175" cy="4762"/>
            </a:xfrm>
            <a:custGeom>
              <a:avLst/>
              <a:gdLst>
                <a:gd name="T0" fmla="*/ 0 w 1"/>
                <a:gd name="T1" fmla="*/ 0 h 1"/>
                <a:gd name="T2" fmla="*/ 0 w 1"/>
                <a:gd name="T3" fmla="*/ 0 h 1"/>
                <a:gd name="T4" fmla="*/ 0 w 1"/>
                <a:gd name="T5" fmla="*/ 1 h 1"/>
                <a:gd name="T6" fmla="*/ 0 w 1"/>
                <a:gd name="T7" fmla="*/ 1 h 1"/>
                <a:gd name="T8" fmla="*/ 0 w 1"/>
                <a:gd name="T9" fmla="*/ 1 h 1"/>
                <a:gd name="T10" fmla="*/ 0 w 1"/>
                <a:gd name="T11" fmla="*/ 1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0" y="1"/>
                    <a:pt x="0" y="1"/>
                    <a:pt x="0" y="1"/>
                  </a:cubicBezTo>
                  <a:cubicBezTo>
                    <a:pt x="1" y="1"/>
                    <a:pt x="1" y="0"/>
                    <a:pt x="1" y="0"/>
                  </a:cubicBezTo>
                  <a:cubicBezTo>
                    <a:pt x="0" y="0"/>
                    <a:pt x="0" y="0"/>
                    <a:pt x="0" y="0"/>
                  </a:cubicBezTo>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7" name="Freeform 664"/>
            <p:cNvSpPr>
              <a:spLocks/>
            </p:cNvSpPr>
            <p:nvPr/>
          </p:nvSpPr>
          <p:spPr bwMode="auto">
            <a:xfrm>
              <a:off x="9431338" y="5949950"/>
              <a:ext cx="3175" cy="4762"/>
            </a:xfrm>
            <a:custGeom>
              <a:avLst/>
              <a:gdLst>
                <a:gd name="T0" fmla="*/ 0 w 1"/>
                <a:gd name="T1" fmla="*/ 0 h 1"/>
                <a:gd name="T2" fmla="*/ 0 w 1"/>
                <a:gd name="T3" fmla="*/ 0 h 1"/>
                <a:gd name="T4" fmla="*/ 0 w 1"/>
                <a:gd name="T5" fmla="*/ 1 h 1"/>
                <a:gd name="T6" fmla="*/ 0 w 1"/>
                <a:gd name="T7" fmla="*/ 1 h 1"/>
                <a:gd name="T8" fmla="*/ 0 w 1"/>
                <a:gd name="T9" fmla="*/ 1 h 1"/>
                <a:gd name="T10" fmla="*/ 0 w 1"/>
                <a:gd name="T11" fmla="*/ 1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0" y="1"/>
                    <a:pt x="0" y="1"/>
                    <a:pt x="0" y="1"/>
                  </a:cubicBezTo>
                  <a:cubicBezTo>
                    <a:pt x="1" y="1"/>
                    <a:pt x="1" y="0"/>
                    <a:pt x="1" y="0"/>
                  </a:cubicBezTo>
                  <a:cubicBezTo>
                    <a:pt x="0" y="0"/>
                    <a:pt x="0" y="0"/>
                    <a:pt x="0" y="0"/>
                  </a:cubicBezTo>
                </a:path>
              </a:pathLst>
            </a:custGeom>
            <a:grpFill/>
            <a:ln w="3175" cap="rnd">
              <a:solidFill>
                <a:schemeClr val="bg2"/>
              </a:solidFill>
              <a:prstDash val="solid"/>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679" name="Freeform 676"/>
            <p:cNvSpPr>
              <a:spLocks/>
            </p:cNvSpPr>
            <p:nvPr/>
          </p:nvSpPr>
          <p:spPr bwMode="auto">
            <a:xfrm>
              <a:off x="9480550" y="5995988"/>
              <a:ext cx="76200" cy="30162"/>
            </a:xfrm>
            <a:custGeom>
              <a:avLst/>
              <a:gdLst>
                <a:gd name="T0" fmla="*/ 19 w 20"/>
                <a:gd name="T1" fmla="*/ 5 h 8"/>
                <a:gd name="T2" fmla="*/ 18 w 20"/>
                <a:gd name="T3" fmla="*/ 3 h 8"/>
                <a:gd name="T4" fmla="*/ 17 w 20"/>
                <a:gd name="T5" fmla="*/ 3 h 8"/>
                <a:gd name="T6" fmla="*/ 16 w 20"/>
                <a:gd name="T7" fmla="*/ 3 h 8"/>
                <a:gd name="T8" fmla="*/ 15 w 20"/>
                <a:gd name="T9" fmla="*/ 3 h 8"/>
                <a:gd name="T10" fmla="*/ 15 w 20"/>
                <a:gd name="T11" fmla="*/ 3 h 8"/>
                <a:gd name="T12" fmla="*/ 14 w 20"/>
                <a:gd name="T13" fmla="*/ 2 h 8"/>
                <a:gd name="T14" fmla="*/ 13 w 20"/>
                <a:gd name="T15" fmla="*/ 1 h 8"/>
                <a:gd name="T16" fmla="*/ 11 w 20"/>
                <a:gd name="T17" fmla="*/ 1 h 8"/>
                <a:gd name="T18" fmla="*/ 10 w 20"/>
                <a:gd name="T19" fmla="*/ 1 h 8"/>
                <a:gd name="T20" fmla="*/ 9 w 20"/>
                <a:gd name="T21" fmla="*/ 0 h 8"/>
                <a:gd name="T22" fmla="*/ 6 w 20"/>
                <a:gd name="T23" fmla="*/ 0 h 8"/>
                <a:gd name="T24" fmla="*/ 6 w 20"/>
                <a:gd name="T25" fmla="*/ 0 h 8"/>
                <a:gd name="T26" fmla="*/ 5 w 20"/>
                <a:gd name="T27" fmla="*/ 0 h 8"/>
                <a:gd name="T28" fmla="*/ 5 w 20"/>
                <a:gd name="T29" fmla="*/ 0 h 8"/>
                <a:gd name="T30" fmla="*/ 4 w 20"/>
                <a:gd name="T31" fmla="*/ 0 h 8"/>
                <a:gd name="T32" fmla="*/ 4 w 20"/>
                <a:gd name="T33" fmla="*/ 1 h 8"/>
                <a:gd name="T34" fmla="*/ 3 w 20"/>
                <a:gd name="T35" fmla="*/ 1 h 8"/>
                <a:gd name="T36" fmla="*/ 1 w 20"/>
                <a:gd name="T37" fmla="*/ 2 h 8"/>
                <a:gd name="T38" fmla="*/ 1 w 20"/>
                <a:gd name="T39" fmla="*/ 3 h 8"/>
                <a:gd name="T40" fmla="*/ 1 w 20"/>
                <a:gd name="T41" fmla="*/ 3 h 8"/>
                <a:gd name="T42" fmla="*/ 3 w 20"/>
                <a:gd name="T43" fmla="*/ 3 h 8"/>
                <a:gd name="T44" fmla="*/ 4 w 20"/>
                <a:gd name="T45" fmla="*/ 5 h 8"/>
                <a:gd name="T46" fmla="*/ 4 w 20"/>
                <a:gd name="T47" fmla="*/ 5 h 8"/>
                <a:gd name="T48" fmla="*/ 5 w 20"/>
                <a:gd name="T49" fmla="*/ 5 h 8"/>
                <a:gd name="T50" fmla="*/ 7 w 20"/>
                <a:gd name="T51" fmla="*/ 6 h 8"/>
                <a:gd name="T52" fmla="*/ 8 w 20"/>
                <a:gd name="T53" fmla="*/ 6 h 8"/>
                <a:gd name="T54" fmla="*/ 11 w 20"/>
                <a:gd name="T55" fmla="*/ 8 h 8"/>
                <a:gd name="T56" fmla="*/ 11 w 20"/>
                <a:gd name="T57" fmla="*/ 8 h 8"/>
                <a:gd name="T58" fmla="*/ 11 w 20"/>
                <a:gd name="T59" fmla="*/ 7 h 8"/>
                <a:gd name="T60" fmla="*/ 11 w 20"/>
                <a:gd name="T61" fmla="*/ 6 h 8"/>
                <a:gd name="T62" fmla="*/ 12 w 20"/>
                <a:gd name="T63" fmla="*/ 6 h 8"/>
                <a:gd name="T64" fmla="*/ 13 w 20"/>
                <a:gd name="T65" fmla="*/ 6 h 8"/>
                <a:gd name="T66" fmla="*/ 14 w 20"/>
                <a:gd name="T67" fmla="*/ 6 h 8"/>
                <a:gd name="T68" fmla="*/ 15 w 20"/>
                <a:gd name="T69" fmla="*/ 5 h 8"/>
                <a:gd name="T70" fmla="*/ 15 w 20"/>
                <a:gd name="T71" fmla="*/ 5 h 8"/>
                <a:gd name="T72" fmla="*/ 17 w 20"/>
                <a:gd name="T73" fmla="*/ 6 h 8"/>
                <a:gd name="T74" fmla="*/ 18 w 20"/>
                <a:gd name="T75" fmla="*/ 6 h 8"/>
                <a:gd name="T76" fmla="*/ 18 w 20"/>
                <a:gd name="T77" fmla="*/ 6 h 8"/>
                <a:gd name="T78" fmla="*/ 19 w 20"/>
                <a:gd name="T79" fmla="*/ 6 h 8"/>
                <a:gd name="T80" fmla="*/ 19 w 20"/>
                <a:gd name="T81" fmla="*/ 6 h 8"/>
                <a:gd name="T82" fmla="*/ 19 w 20"/>
                <a:gd name="T83" fmla="*/ 5 h 8"/>
                <a:gd name="T84" fmla="*/ 19 w 2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8">
                  <a:moveTo>
                    <a:pt x="19" y="5"/>
                  </a:moveTo>
                  <a:cubicBezTo>
                    <a:pt x="19" y="4"/>
                    <a:pt x="19" y="4"/>
                    <a:pt x="18" y="3"/>
                  </a:cubicBezTo>
                  <a:cubicBezTo>
                    <a:pt x="18" y="3"/>
                    <a:pt x="17" y="3"/>
                    <a:pt x="17" y="3"/>
                  </a:cubicBezTo>
                  <a:cubicBezTo>
                    <a:pt x="16" y="3"/>
                    <a:pt x="16" y="3"/>
                    <a:pt x="16" y="3"/>
                  </a:cubicBezTo>
                  <a:cubicBezTo>
                    <a:pt x="15" y="2"/>
                    <a:pt x="15" y="3"/>
                    <a:pt x="15" y="3"/>
                  </a:cubicBezTo>
                  <a:cubicBezTo>
                    <a:pt x="15" y="3"/>
                    <a:pt x="15" y="3"/>
                    <a:pt x="15" y="3"/>
                  </a:cubicBezTo>
                  <a:cubicBezTo>
                    <a:pt x="15" y="2"/>
                    <a:pt x="14" y="2"/>
                    <a:pt x="14" y="2"/>
                  </a:cubicBezTo>
                  <a:cubicBezTo>
                    <a:pt x="14" y="2"/>
                    <a:pt x="14" y="1"/>
                    <a:pt x="13" y="1"/>
                  </a:cubicBezTo>
                  <a:cubicBezTo>
                    <a:pt x="12" y="1"/>
                    <a:pt x="12" y="1"/>
                    <a:pt x="11" y="1"/>
                  </a:cubicBezTo>
                  <a:cubicBezTo>
                    <a:pt x="11" y="1"/>
                    <a:pt x="10" y="1"/>
                    <a:pt x="10" y="1"/>
                  </a:cubicBezTo>
                  <a:cubicBezTo>
                    <a:pt x="10" y="0"/>
                    <a:pt x="9" y="1"/>
                    <a:pt x="9" y="0"/>
                  </a:cubicBezTo>
                  <a:cubicBezTo>
                    <a:pt x="8" y="0"/>
                    <a:pt x="7" y="0"/>
                    <a:pt x="6" y="0"/>
                  </a:cubicBezTo>
                  <a:cubicBezTo>
                    <a:pt x="6" y="0"/>
                    <a:pt x="6" y="0"/>
                    <a:pt x="6" y="0"/>
                  </a:cubicBezTo>
                  <a:cubicBezTo>
                    <a:pt x="5" y="0"/>
                    <a:pt x="5" y="0"/>
                    <a:pt x="5" y="0"/>
                  </a:cubicBezTo>
                  <a:cubicBezTo>
                    <a:pt x="5" y="0"/>
                    <a:pt x="5" y="0"/>
                    <a:pt x="5" y="0"/>
                  </a:cubicBezTo>
                  <a:cubicBezTo>
                    <a:pt x="4" y="0"/>
                    <a:pt x="4" y="0"/>
                    <a:pt x="4" y="0"/>
                  </a:cubicBezTo>
                  <a:cubicBezTo>
                    <a:pt x="5" y="1"/>
                    <a:pt x="4" y="1"/>
                    <a:pt x="4" y="1"/>
                  </a:cubicBezTo>
                  <a:cubicBezTo>
                    <a:pt x="4" y="1"/>
                    <a:pt x="3" y="1"/>
                    <a:pt x="3" y="1"/>
                  </a:cubicBezTo>
                  <a:cubicBezTo>
                    <a:pt x="2" y="1"/>
                    <a:pt x="1" y="1"/>
                    <a:pt x="1" y="2"/>
                  </a:cubicBezTo>
                  <a:cubicBezTo>
                    <a:pt x="0" y="3"/>
                    <a:pt x="1" y="3"/>
                    <a:pt x="1" y="3"/>
                  </a:cubicBezTo>
                  <a:cubicBezTo>
                    <a:pt x="1" y="3"/>
                    <a:pt x="1" y="3"/>
                    <a:pt x="1" y="3"/>
                  </a:cubicBezTo>
                  <a:cubicBezTo>
                    <a:pt x="2" y="3"/>
                    <a:pt x="3" y="3"/>
                    <a:pt x="3" y="3"/>
                  </a:cubicBezTo>
                  <a:cubicBezTo>
                    <a:pt x="4" y="4"/>
                    <a:pt x="4" y="4"/>
                    <a:pt x="4" y="5"/>
                  </a:cubicBezTo>
                  <a:cubicBezTo>
                    <a:pt x="4" y="5"/>
                    <a:pt x="4" y="5"/>
                    <a:pt x="4" y="5"/>
                  </a:cubicBezTo>
                  <a:cubicBezTo>
                    <a:pt x="5" y="5"/>
                    <a:pt x="5" y="5"/>
                    <a:pt x="5" y="5"/>
                  </a:cubicBezTo>
                  <a:cubicBezTo>
                    <a:pt x="5" y="6"/>
                    <a:pt x="6" y="6"/>
                    <a:pt x="7" y="6"/>
                  </a:cubicBezTo>
                  <a:cubicBezTo>
                    <a:pt x="7" y="6"/>
                    <a:pt x="7" y="6"/>
                    <a:pt x="8" y="6"/>
                  </a:cubicBezTo>
                  <a:cubicBezTo>
                    <a:pt x="9" y="6"/>
                    <a:pt x="10" y="7"/>
                    <a:pt x="11" y="8"/>
                  </a:cubicBezTo>
                  <a:cubicBezTo>
                    <a:pt x="11" y="8"/>
                    <a:pt x="11" y="8"/>
                    <a:pt x="11" y="8"/>
                  </a:cubicBezTo>
                  <a:cubicBezTo>
                    <a:pt x="12" y="8"/>
                    <a:pt x="11" y="7"/>
                    <a:pt x="11" y="7"/>
                  </a:cubicBezTo>
                  <a:cubicBezTo>
                    <a:pt x="11" y="7"/>
                    <a:pt x="11" y="7"/>
                    <a:pt x="11" y="6"/>
                  </a:cubicBezTo>
                  <a:cubicBezTo>
                    <a:pt x="12" y="6"/>
                    <a:pt x="12" y="6"/>
                    <a:pt x="12" y="6"/>
                  </a:cubicBezTo>
                  <a:cubicBezTo>
                    <a:pt x="12" y="6"/>
                    <a:pt x="12" y="6"/>
                    <a:pt x="13" y="6"/>
                  </a:cubicBezTo>
                  <a:cubicBezTo>
                    <a:pt x="13" y="7"/>
                    <a:pt x="13" y="7"/>
                    <a:pt x="14" y="6"/>
                  </a:cubicBezTo>
                  <a:cubicBezTo>
                    <a:pt x="14" y="6"/>
                    <a:pt x="14" y="5"/>
                    <a:pt x="15" y="5"/>
                  </a:cubicBezTo>
                  <a:cubicBezTo>
                    <a:pt x="15" y="5"/>
                    <a:pt x="15" y="5"/>
                    <a:pt x="15" y="5"/>
                  </a:cubicBezTo>
                  <a:cubicBezTo>
                    <a:pt x="16" y="6"/>
                    <a:pt x="16" y="6"/>
                    <a:pt x="17" y="6"/>
                  </a:cubicBezTo>
                  <a:cubicBezTo>
                    <a:pt x="17" y="6"/>
                    <a:pt x="17" y="6"/>
                    <a:pt x="18" y="6"/>
                  </a:cubicBezTo>
                  <a:cubicBezTo>
                    <a:pt x="18" y="6"/>
                    <a:pt x="18" y="7"/>
                    <a:pt x="18" y="6"/>
                  </a:cubicBezTo>
                  <a:cubicBezTo>
                    <a:pt x="18" y="6"/>
                    <a:pt x="19" y="6"/>
                    <a:pt x="19" y="6"/>
                  </a:cubicBezTo>
                  <a:cubicBezTo>
                    <a:pt x="19" y="6"/>
                    <a:pt x="19" y="6"/>
                    <a:pt x="19" y="6"/>
                  </a:cubicBezTo>
                  <a:cubicBezTo>
                    <a:pt x="20" y="6"/>
                    <a:pt x="20" y="6"/>
                    <a:pt x="19" y="5"/>
                  </a:cubicBezTo>
                  <a:cubicBezTo>
                    <a:pt x="19" y="5"/>
                    <a:pt x="19" y="5"/>
                    <a:pt x="19" y="5"/>
                  </a:cubicBezTo>
                  <a:close/>
                </a:path>
              </a:pathLst>
            </a:custGeom>
            <a:grpFill/>
            <a:ln w="3175"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grpSp>
      <p:grpSp>
        <p:nvGrpSpPr>
          <p:cNvPr id="685" name="Countries"/>
          <p:cNvGrpSpPr/>
          <p:nvPr/>
        </p:nvGrpSpPr>
        <p:grpSpPr>
          <a:xfrm>
            <a:off x="8024813" y="3867150"/>
            <a:ext cx="1015972" cy="2359769"/>
            <a:chOff x="8024813" y="3867150"/>
            <a:chExt cx="1015972" cy="2359769"/>
          </a:xfrm>
        </p:grpSpPr>
        <p:sp>
          <p:nvSpPr>
            <p:cNvPr id="680" name="Rectangle 677"/>
            <p:cNvSpPr>
              <a:spLocks noChangeArrowheads="1"/>
            </p:cNvSpPr>
            <p:nvPr/>
          </p:nvSpPr>
          <p:spPr bwMode="auto">
            <a:xfrm>
              <a:off x="8112125" y="5894388"/>
              <a:ext cx="4247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000" b="0" i="0" u="none" strike="noStrike" cap="none" normalizeH="0" baseline="0" smtClean="0">
                  <a:ln>
                    <a:noFill/>
                  </a:ln>
                  <a:effectLst/>
                  <a:latin typeface="Open Sans" panose="020B0606030504020204" pitchFamily="34" charset="0"/>
                </a:rPr>
                <a:t>Mexico</a:t>
              </a:r>
              <a:endParaRPr kumimoji="0" lang="ru-RU" altLang="ru-RU" sz="1800" b="0" i="0" u="none" strike="noStrike" cap="none" normalizeH="0" baseline="0" smtClean="0">
                <a:ln>
                  <a:noFill/>
                </a:ln>
                <a:effectLst/>
              </a:endParaRPr>
            </a:p>
          </p:txBody>
        </p:sp>
        <p:sp>
          <p:nvSpPr>
            <p:cNvPr id="681" name="Rectangle 678"/>
            <p:cNvSpPr>
              <a:spLocks noChangeArrowheads="1"/>
            </p:cNvSpPr>
            <p:nvPr/>
          </p:nvSpPr>
          <p:spPr bwMode="auto">
            <a:xfrm>
              <a:off x="8715375" y="6149975"/>
              <a:ext cx="325410" cy="76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500" b="0" i="0" u="none" strike="noStrike" cap="none" normalizeH="0" baseline="0" smtClean="0">
                  <a:ln>
                    <a:noFill/>
                  </a:ln>
                  <a:effectLst/>
                  <a:latin typeface="Open Sans" panose="020B0606030504020204" pitchFamily="34" charset="0"/>
                </a:rPr>
                <a:t>Guatemala</a:t>
              </a:r>
              <a:endParaRPr kumimoji="0" lang="ru-RU" altLang="ru-RU" sz="1800" b="0" i="0" u="none" strike="noStrike" cap="none" normalizeH="0" baseline="0" smtClean="0">
                <a:ln>
                  <a:noFill/>
                </a:ln>
                <a:effectLst/>
              </a:endParaRPr>
            </a:p>
          </p:txBody>
        </p:sp>
        <p:sp>
          <p:nvSpPr>
            <p:cNvPr id="682" name="Rectangle 679"/>
            <p:cNvSpPr>
              <a:spLocks noChangeArrowheads="1"/>
            </p:cNvSpPr>
            <p:nvPr/>
          </p:nvSpPr>
          <p:spPr bwMode="auto">
            <a:xfrm>
              <a:off x="8024813" y="3867150"/>
              <a:ext cx="63318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dirty="0" smtClean="0">
                  <a:ln>
                    <a:noFill/>
                  </a:ln>
                  <a:effectLst/>
                  <a:latin typeface="Open Sans" panose="020B0606030504020204" pitchFamily="34" charset="0"/>
                </a:rPr>
                <a:t>Canada</a:t>
              </a:r>
              <a:endParaRPr kumimoji="0" lang="ru-RU" altLang="ru-RU" sz="1800" b="0" i="0" u="none" strike="noStrike" cap="none" normalizeH="0" baseline="0" dirty="0" smtClean="0">
                <a:ln>
                  <a:noFill/>
                </a:ln>
                <a:effectLst/>
              </a:endParaRPr>
            </a:p>
          </p:txBody>
        </p:sp>
        <p:sp>
          <p:nvSpPr>
            <p:cNvPr id="683" name="Rectangle 680"/>
            <p:cNvSpPr>
              <a:spLocks noChangeArrowheads="1"/>
            </p:cNvSpPr>
            <p:nvPr/>
          </p:nvSpPr>
          <p:spPr bwMode="auto">
            <a:xfrm>
              <a:off x="8491538" y="5029200"/>
              <a:ext cx="3430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USA</a:t>
              </a:r>
              <a:endParaRPr kumimoji="0" lang="ru-RU" altLang="ru-RU" sz="1800" b="0" i="0" u="none" strike="noStrike" cap="none" normalizeH="0" baseline="0" smtClean="0">
                <a:ln>
                  <a:noFill/>
                </a:ln>
                <a:effectLst/>
              </a:endParaRPr>
            </a:p>
          </p:txBody>
        </p:sp>
      </p:grpSp>
      <p:sp>
        <p:nvSpPr>
          <p:cNvPr id="2" name="Text Placeholder 1"/>
          <p:cNvSpPr>
            <a:spLocks noGrp="1"/>
          </p:cNvSpPr>
          <p:nvPr>
            <p:ph type="body" sz="quarter" idx="10"/>
          </p:nvPr>
        </p:nvSpPr>
        <p:spPr/>
        <p:txBody>
          <a:bodyPr>
            <a:noAutofit/>
          </a:bodyPr>
          <a:lstStyle/>
          <a:p>
            <a:pPr lvl="0" eaLnBrk="0" fontAlgn="base" hangingPunct="0">
              <a:lnSpc>
                <a:spcPct val="100000"/>
              </a:lnSpc>
              <a:spcBef>
                <a:spcPct val="0"/>
              </a:spcBef>
              <a:spcAft>
                <a:spcPct val="0"/>
              </a:spcAft>
            </a:pPr>
            <a:r>
              <a:rPr lang="ru-RU" altLang="ru-RU" b="1" dirty="0"/>
              <a:t>United States</a:t>
            </a:r>
            <a:endParaRPr lang="ru-RU" altLang="ru-RU" dirty="0">
              <a:latin typeface="Arial" panose="020B0604020202020204" pitchFamily="34" charset="0"/>
            </a:endParaRPr>
          </a:p>
        </p:txBody>
      </p:sp>
      <p:sp>
        <p:nvSpPr>
          <p:cNvPr id="3" name="Text Placeholder 2"/>
          <p:cNvSpPr>
            <a:spLocks noGrp="1"/>
          </p:cNvSpPr>
          <p:nvPr>
            <p:ph type="body" sz="quarter" idx="11"/>
          </p:nvPr>
        </p:nvSpPr>
        <p:spPr/>
        <p:txBody>
          <a:bodyPr>
            <a:normAutofit fontScale="92500" lnSpcReduction="10000"/>
          </a:bodyPr>
          <a:lstStyle/>
          <a:p>
            <a:pPr lvl="0" eaLnBrk="0" fontAlgn="base" hangingPunct="0">
              <a:lnSpc>
                <a:spcPct val="100000"/>
              </a:lnSpc>
              <a:spcBef>
                <a:spcPct val="0"/>
              </a:spcBef>
              <a:spcAft>
                <a:spcPct val="0"/>
              </a:spcAft>
            </a:pPr>
            <a:r>
              <a:rPr lang="ru-RU" altLang="ru-RU" b="1" dirty="0"/>
              <a:t>Mexico</a:t>
            </a:r>
            <a:endParaRPr lang="ru-RU" altLang="ru-RU" sz="1800" dirty="0">
              <a:latin typeface="Arial" panose="020B0604020202020204" pitchFamily="34" charset="0"/>
            </a:endParaRPr>
          </a:p>
        </p:txBody>
      </p:sp>
      <p:sp>
        <p:nvSpPr>
          <p:cNvPr id="4" name="Text Placeholder 3"/>
          <p:cNvSpPr>
            <a:spLocks noGrp="1"/>
          </p:cNvSpPr>
          <p:nvPr>
            <p:ph type="body" sz="quarter" idx="12"/>
          </p:nvPr>
        </p:nvSpPr>
        <p:spPr/>
        <p:txBody>
          <a:bodyPr>
            <a:normAutofit fontScale="92500" lnSpcReduction="10000"/>
          </a:bodyPr>
          <a:lstStyle/>
          <a:p>
            <a:pPr lvl="0" eaLnBrk="0" fontAlgn="base" hangingPunct="0">
              <a:lnSpc>
                <a:spcPct val="100000"/>
              </a:lnSpc>
              <a:spcBef>
                <a:spcPct val="0"/>
              </a:spcBef>
              <a:spcAft>
                <a:spcPct val="0"/>
              </a:spcAft>
            </a:pPr>
            <a:r>
              <a:rPr lang="ru-RU" altLang="ru-RU" b="1" dirty="0"/>
              <a:t>Canada</a:t>
            </a:r>
            <a:endParaRPr lang="ru-RU" altLang="ru-RU" sz="1800" dirty="0">
              <a:latin typeface="Arial" panose="020B0604020202020204" pitchFamily="34" charset="0"/>
            </a:endParaRPr>
          </a:p>
        </p:txBody>
      </p:sp>
      <p:sp>
        <p:nvSpPr>
          <p:cNvPr id="5" name="Text Placeholder 4"/>
          <p:cNvSpPr>
            <a:spLocks noGrp="1"/>
          </p:cNvSpPr>
          <p:nvPr>
            <p:ph type="body" sz="quarter" idx="13"/>
          </p:nvPr>
        </p:nvSpPr>
        <p:spPr/>
        <p:txBody>
          <a:bodyPr>
            <a:normAutofit fontScale="92500" lnSpcReduction="10000"/>
          </a:bodyPr>
          <a:lstStyle/>
          <a:p>
            <a:pPr lvl="0" eaLnBrk="0" fontAlgn="base" hangingPunct="0">
              <a:lnSpc>
                <a:spcPct val="100000"/>
              </a:lnSpc>
              <a:spcBef>
                <a:spcPct val="0"/>
              </a:spcBef>
              <a:spcAft>
                <a:spcPct val="0"/>
              </a:spcAft>
            </a:pPr>
            <a:r>
              <a:rPr lang="ru-RU" altLang="ru-RU" b="1" dirty="0"/>
              <a:t>Guatemala</a:t>
            </a:r>
            <a:endParaRPr lang="ru-RU" altLang="ru-RU" sz="1800" dirty="0">
              <a:latin typeface="Arial" panose="020B0604020202020204" pitchFamily="34" charset="0"/>
            </a:endParaRPr>
          </a:p>
        </p:txBody>
      </p:sp>
      <p:sp>
        <p:nvSpPr>
          <p:cNvPr id="6" name="Text Placeholder 5"/>
          <p:cNvSpPr>
            <a:spLocks noGrp="1"/>
          </p:cNvSpPr>
          <p:nvPr>
            <p:ph type="body" sz="quarter" idx="14"/>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
        <p:nvSpPr>
          <p:cNvPr id="7" name="Text Placeholder 6"/>
          <p:cNvSpPr>
            <a:spLocks noGrp="1"/>
          </p:cNvSpPr>
          <p:nvPr>
            <p:ph type="body" sz="quarter" idx="15"/>
          </p:nvPr>
        </p:nvSpPr>
        <p:spPr/>
        <p:txBody>
          <a:bodyPr/>
          <a:lstStyle/>
          <a:p>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a:p>
            <a:endParaRPr lang="ru-RU" dirty="0"/>
          </a:p>
        </p:txBody>
      </p:sp>
      <p:sp>
        <p:nvSpPr>
          <p:cNvPr id="8" name="Text Placeholder 7"/>
          <p:cNvSpPr>
            <a:spLocks noGrp="1"/>
          </p:cNvSpPr>
          <p:nvPr>
            <p:ph type="body" sz="quarter" idx="16"/>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
        <p:nvSpPr>
          <p:cNvPr id="9" name="Text Placeholder 8"/>
          <p:cNvSpPr>
            <a:spLocks noGrp="1"/>
          </p:cNvSpPr>
          <p:nvPr>
            <p:ph type="body" sz="quarter" idx="17"/>
          </p:nvPr>
        </p:nvSpPr>
        <p:spPr/>
        <p:txBody>
          <a:bodyPr>
            <a:noAutofit/>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altLang="ru-RU" dirty="0">
              <a:latin typeface="Open Sans" panose="020B0606030504020204" pitchFamily="34" charset="0"/>
              <a:cs typeface="Open Sans" panose="020B0606030504020204" pitchFamily="34" charset="0"/>
            </a:endParaRPr>
          </a:p>
        </p:txBody>
      </p:sp>
      <p:sp>
        <p:nvSpPr>
          <p:cNvPr id="10" name="Text Placeholder 9"/>
          <p:cNvSpPr>
            <a:spLocks noGrp="1"/>
          </p:cNvSpPr>
          <p:nvPr>
            <p:ph type="body" sz="quarter" idx="18"/>
          </p:nvPr>
        </p:nvSpPr>
        <p:spPr>
          <a:xfrm>
            <a:off x="4885055" y="349250"/>
            <a:ext cx="3259304" cy="540067"/>
          </a:xfrm>
        </p:spPr>
        <p:txBody>
          <a:bodyPr>
            <a:noAutofit/>
          </a:bodyPr>
          <a:lstStyle/>
          <a:p>
            <a:pPr lvl="0" algn="l" eaLnBrk="0" fontAlgn="base" hangingPunct="0">
              <a:lnSpc>
                <a:spcPct val="100000"/>
              </a:lnSpc>
              <a:spcBef>
                <a:spcPct val="0"/>
              </a:spcBef>
              <a:spcAft>
                <a:spcPct val="0"/>
              </a:spcAft>
            </a:pPr>
            <a:r>
              <a:rPr lang="ru-RU" altLang="ru-RU" dirty="0"/>
              <a:t>NORTH AMERICA</a:t>
            </a:r>
            <a:endParaRPr lang="ru-RU" altLang="ru-RU" sz="1600" b="0" dirty="0">
              <a:latin typeface="Arial" panose="020B0604020202020204" pitchFamily="34" charset="0"/>
            </a:endParaRPr>
          </a:p>
        </p:txBody>
      </p:sp>
    </p:spTree>
    <p:extLst>
      <p:ext uri="{BB962C8B-B14F-4D97-AF65-F5344CB8AC3E}">
        <p14:creationId xmlns:p14="http://schemas.microsoft.com/office/powerpoint/2010/main" val="230881827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14:presetBounceEnd="67000">
                                      <p:stCondLst>
                                        <p:cond delay="0"/>
                                      </p:stCondLst>
                                      <p:childTnLst>
                                        <p:set>
                                          <p:cBhvr>
                                            <p:cTn id="11" dur="1" fill="hold">
                                              <p:stCondLst>
                                                <p:cond delay="0"/>
                                              </p:stCondLst>
                                            </p:cTn>
                                            <p:tgtEl>
                                              <p:spTgt spid="668"/>
                                            </p:tgtEl>
                                            <p:attrNameLst>
                                              <p:attrName>style.visibility</p:attrName>
                                            </p:attrNameLst>
                                          </p:cBhvr>
                                          <p:to>
                                            <p:strVal val="visible"/>
                                          </p:to>
                                        </p:set>
                                        <p:anim calcmode="lin" valueType="num" p14:bounceEnd="67000">
                                          <p:cBhvr additive="base">
                                            <p:cTn id="12" dur="1000" fill="hold"/>
                                            <p:tgtEl>
                                              <p:spTgt spid="668"/>
                                            </p:tgtEl>
                                            <p:attrNameLst>
                                              <p:attrName>ppt_x</p:attrName>
                                            </p:attrNameLst>
                                          </p:cBhvr>
                                          <p:tavLst>
                                            <p:tav tm="0">
                                              <p:val>
                                                <p:strVal val="#ppt_x"/>
                                              </p:val>
                                            </p:tav>
                                            <p:tav tm="100000">
                                              <p:val>
                                                <p:strVal val="#ppt_x"/>
                                              </p:val>
                                            </p:tav>
                                          </p:tavLst>
                                        </p:anim>
                                        <p:anim calcmode="lin" valueType="num" p14:bounceEnd="67000">
                                          <p:cBhvr additive="base">
                                            <p:cTn id="13" dur="1000" fill="hold"/>
                                            <p:tgtEl>
                                              <p:spTgt spid="668"/>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14:presetBounceEnd="67000">
                                      <p:stCondLst>
                                        <p:cond delay="100"/>
                                      </p:stCondLst>
                                      <p:childTnLst>
                                        <p:set>
                                          <p:cBhvr>
                                            <p:cTn id="15" dur="1" fill="hold">
                                              <p:stCondLst>
                                                <p:cond delay="0"/>
                                              </p:stCondLst>
                                            </p:cTn>
                                            <p:tgtEl>
                                              <p:spTgt spid="671"/>
                                            </p:tgtEl>
                                            <p:attrNameLst>
                                              <p:attrName>style.visibility</p:attrName>
                                            </p:attrNameLst>
                                          </p:cBhvr>
                                          <p:to>
                                            <p:strVal val="visible"/>
                                          </p:to>
                                        </p:set>
                                        <p:anim calcmode="lin" valueType="num" p14:bounceEnd="67000">
                                          <p:cBhvr additive="base">
                                            <p:cTn id="16" dur="1000" fill="hold"/>
                                            <p:tgtEl>
                                              <p:spTgt spid="671"/>
                                            </p:tgtEl>
                                            <p:attrNameLst>
                                              <p:attrName>ppt_x</p:attrName>
                                            </p:attrNameLst>
                                          </p:cBhvr>
                                          <p:tavLst>
                                            <p:tav tm="0">
                                              <p:val>
                                                <p:strVal val="#ppt_x"/>
                                              </p:val>
                                            </p:tav>
                                            <p:tav tm="100000">
                                              <p:val>
                                                <p:strVal val="#ppt_x"/>
                                              </p:val>
                                            </p:tav>
                                          </p:tavLst>
                                        </p:anim>
                                        <p:anim calcmode="lin" valueType="num" p14:bounceEnd="67000">
                                          <p:cBhvr additive="base">
                                            <p:cTn id="17" dur="1000" fill="hold"/>
                                            <p:tgtEl>
                                              <p:spTgt spid="671"/>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14:presetBounceEnd="67000">
                                      <p:stCondLst>
                                        <p:cond delay="100"/>
                                      </p:stCondLst>
                                      <p:childTnLst>
                                        <p:set>
                                          <p:cBhvr>
                                            <p:cTn id="19" dur="1" fill="hold">
                                              <p:stCondLst>
                                                <p:cond delay="0"/>
                                              </p:stCondLst>
                                            </p:cTn>
                                            <p:tgtEl>
                                              <p:spTgt spid="672"/>
                                            </p:tgtEl>
                                            <p:attrNameLst>
                                              <p:attrName>style.visibility</p:attrName>
                                            </p:attrNameLst>
                                          </p:cBhvr>
                                          <p:to>
                                            <p:strVal val="visible"/>
                                          </p:to>
                                        </p:set>
                                        <p:anim calcmode="lin" valueType="num" p14:bounceEnd="67000">
                                          <p:cBhvr additive="base">
                                            <p:cTn id="20" dur="1000" fill="hold"/>
                                            <p:tgtEl>
                                              <p:spTgt spid="672"/>
                                            </p:tgtEl>
                                            <p:attrNameLst>
                                              <p:attrName>ppt_x</p:attrName>
                                            </p:attrNameLst>
                                          </p:cBhvr>
                                          <p:tavLst>
                                            <p:tav tm="0">
                                              <p:val>
                                                <p:strVal val="#ppt_x"/>
                                              </p:val>
                                            </p:tav>
                                            <p:tav tm="100000">
                                              <p:val>
                                                <p:strVal val="#ppt_x"/>
                                              </p:val>
                                            </p:tav>
                                          </p:tavLst>
                                        </p:anim>
                                        <p:anim calcmode="lin" valueType="num" p14:bounceEnd="67000">
                                          <p:cBhvr additive="base">
                                            <p:cTn id="21" dur="1000" fill="hold"/>
                                            <p:tgtEl>
                                              <p:spTgt spid="672"/>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14:presetBounceEnd="67000">
                                      <p:stCondLst>
                                        <p:cond delay="200"/>
                                      </p:stCondLst>
                                      <p:childTnLst>
                                        <p:set>
                                          <p:cBhvr>
                                            <p:cTn id="23" dur="1" fill="hold">
                                              <p:stCondLst>
                                                <p:cond delay="0"/>
                                              </p:stCondLst>
                                            </p:cTn>
                                            <p:tgtEl>
                                              <p:spTgt spid="670"/>
                                            </p:tgtEl>
                                            <p:attrNameLst>
                                              <p:attrName>style.visibility</p:attrName>
                                            </p:attrNameLst>
                                          </p:cBhvr>
                                          <p:to>
                                            <p:strVal val="visible"/>
                                          </p:to>
                                        </p:set>
                                        <p:anim calcmode="lin" valueType="num" p14:bounceEnd="67000">
                                          <p:cBhvr additive="base">
                                            <p:cTn id="24" dur="1000" fill="hold"/>
                                            <p:tgtEl>
                                              <p:spTgt spid="670"/>
                                            </p:tgtEl>
                                            <p:attrNameLst>
                                              <p:attrName>ppt_x</p:attrName>
                                            </p:attrNameLst>
                                          </p:cBhvr>
                                          <p:tavLst>
                                            <p:tav tm="0">
                                              <p:val>
                                                <p:strVal val="#ppt_x"/>
                                              </p:val>
                                            </p:tav>
                                            <p:tav tm="100000">
                                              <p:val>
                                                <p:strVal val="#ppt_x"/>
                                              </p:val>
                                            </p:tav>
                                          </p:tavLst>
                                        </p:anim>
                                        <p:anim calcmode="lin" valueType="num" p14:bounceEnd="67000">
                                          <p:cBhvr additive="base">
                                            <p:cTn id="25" dur="1000" fill="hold"/>
                                            <p:tgtEl>
                                              <p:spTgt spid="670"/>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14:presetBounceEnd="67000">
                                      <p:stCondLst>
                                        <p:cond delay="300"/>
                                      </p:stCondLst>
                                      <p:childTnLst>
                                        <p:set>
                                          <p:cBhvr>
                                            <p:cTn id="27" dur="1" fill="hold">
                                              <p:stCondLst>
                                                <p:cond delay="0"/>
                                              </p:stCondLst>
                                            </p:cTn>
                                            <p:tgtEl>
                                              <p:spTgt spid="669"/>
                                            </p:tgtEl>
                                            <p:attrNameLst>
                                              <p:attrName>style.visibility</p:attrName>
                                            </p:attrNameLst>
                                          </p:cBhvr>
                                          <p:to>
                                            <p:strVal val="visible"/>
                                          </p:to>
                                        </p:set>
                                        <p:anim calcmode="lin" valueType="num" p14:bounceEnd="67000">
                                          <p:cBhvr additive="base">
                                            <p:cTn id="28" dur="1000" fill="hold"/>
                                            <p:tgtEl>
                                              <p:spTgt spid="669"/>
                                            </p:tgtEl>
                                            <p:attrNameLst>
                                              <p:attrName>ppt_x</p:attrName>
                                            </p:attrNameLst>
                                          </p:cBhvr>
                                          <p:tavLst>
                                            <p:tav tm="0">
                                              <p:val>
                                                <p:strVal val="#ppt_x"/>
                                              </p:val>
                                            </p:tav>
                                            <p:tav tm="100000">
                                              <p:val>
                                                <p:strVal val="#ppt_x"/>
                                              </p:val>
                                            </p:tav>
                                          </p:tavLst>
                                        </p:anim>
                                        <p:anim calcmode="lin" valueType="num" p14:bounceEnd="67000">
                                          <p:cBhvr additive="base">
                                            <p:cTn id="29" dur="1000" fill="hold"/>
                                            <p:tgtEl>
                                              <p:spTgt spid="669"/>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14:presetBounceEnd="67000">
                                      <p:stCondLst>
                                        <p:cond delay="400"/>
                                      </p:stCondLst>
                                      <p:childTnLst>
                                        <p:set>
                                          <p:cBhvr>
                                            <p:cTn id="31" dur="1" fill="hold">
                                              <p:stCondLst>
                                                <p:cond delay="0"/>
                                              </p:stCondLst>
                                            </p:cTn>
                                            <p:tgtEl>
                                              <p:spTgt spid="678"/>
                                            </p:tgtEl>
                                            <p:attrNameLst>
                                              <p:attrName>style.visibility</p:attrName>
                                            </p:attrNameLst>
                                          </p:cBhvr>
                                          <p:to>
                                            <p:strVal val="visible"/>
                                          </p:to>
                                        </p:set>
                                        <p:anim calcmode="lin" valueType="num" p14:bounceEnd="67000">
                                          <p:cBhvr additive="base">
                                            <p:cTn id="32" dur="1000" fill="hold"/>
                                            <p:tgtEl>
                                              <p:spTgt spid="678"/>
                                            </p:tgtEl>
                                            <p:attrNameLst>
                                              <p:attrName>ppt_x</p:attrName>
                                            </p:attrNameLst>
                                          </p:cBhvr>
                                          <p:tavLst>
                                            <p:tav tm="0">
                                              <p:val>
                                                <p:strVal val="#ppt_x"/>
                                              </p:val>
                                            </p:tav>
                                            <p:tav tm="100000">
                                              <p:val>
                                                <p:strVal val="#ppt_x"/>
                                              </p:val>
                                            </p:tav>
                                          </p:tavLst>
                                        </p:anim>
                                        <p:anim calcmode="lin" valueType="num" p14:bounceEnd="67000">
                                          <p:cBhvr additive="base">
                                            <p:cTn id="33" dur="1000" fill="hold"/>
                                            <p:tgtEl>
                                              <p:spTgt spid="678"/>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14:presetBounceEnd="67000">
                                      <p:stCondLst>
                                        <p:cond delay="500"/>
                                      </p:stCondLst>
                                      <p:childTnLst>
                                        <p:set>
                                          <p:cBhvr>
                                            <p:cTn id="35" dur="1" fill="hold">
                                              <p:stCondLst>
                                                <p:cond delay="0"/>
                                              </p:stCondLst>
                                            </p:cTn>
                                            <p:tgtEl>
                                              <p:spTgt spid="675"/>
                                            </p:tgtEl>
                                            <p:attrNameLst>
                                              <p:attrName>style.visibility</p:attrName>
                                            </p:attrNameLst>
                                          </p:cBhvr>
                                          <p:to>
                                            <p:strVal val="visible"/>
                                          </p:to>
                                        </p:set>
                                        <p:anim calcmode="lin" valueType="num" p14:bounceEnd="67000">
                                          <p:cBhvr additive="base">
                                            <p:cTn id="36" dur="1000" fill="hold"/>
                                            <p:tgtEl>
                                              <p:spTgt spid="675"/>
                                            </p:tgtEl>
                                            <p:attrNameLst>
                                              <p:attrName>ppt_x</p:attrName>
                                            </p:attrNameLst>
                                          </p:cBhvr>
                                          <p:tavLst>
                                            <p:tav tm="0">
                                              <p:val>
                                                <p:strVal val="#ppt_x"/>
                                              </p:val>
                                            </p:tav>
                                            <p:tav tm="100000">
                                              <p:val>
                                                <p:strVal val="#ppt_x"/>
                                              </p:val>
                                            </p:tav>
                                          </p:tavLst>
                                        </p:anim>
                                        <p:anim calcmode="lin" valueType="num" p14:bounceEnd="67000">
                                          <p:cBhvr additive="base">
                                            <p:cTn id="37" dur="1000" fill="hold"/>
                                            <p:tgtEl>
                                              <p:spTgt spid="675"/>
                                            </p:tgtEl>
                                            <p:attrNameLst>
                                              <p:attrName>ppt_y</p:attrName>
                                            </p:attrNameLst>
                                          </p:cBhvr>
                                          <p:tavLst>
                                            <p:tav tm="0">
                                              <p:val>
                                                <p:strVal val="0-#ppt_h/2"/>
                                              </p:val>
                                            </p:tav>
                                            <p:tav tm="100000">
                                              <p:val>
                                                <p:strVal val="#ppt_y"/>
                                              </p:val>
                                            </p:tav>
                                          </p:tavLst>
                                        </p:anim>
                                      </p:childTnLst>
                                    </p:cTn>
                                  </p:par>
                                  <p:par>
                                    <p:cTn id="38" presetID="2" presetClass="entr" presetSubtype="1" fill="hold" nodeType="withEffect" p14:presetBounceEnd="67000">
                                      <p:stCondLst>
                                        <p:cond delay="600"/>
                                      </p:stCondLst>
                                      <p:childTnLst>
                                        <p:set>
                                          <p:cBhvr>
                                            <p:cTn id="39" dur="1" fill="hold">
                                              <p:stCondLst>
                                                <p:cond delay="0"/>
                                              </p:stCondLst>
                                            </p:cTn>
                                            <p:tgtEl>
                                              <p:spTgt spid="11"/>
                                            </p:tgtEl>
                                            <p:attrNameLst>
                                              <p:attrName>style.visibility</p:attrName>
                                            </p:attrNameLst>
                                          </p:cBhvr>
                                          <p:to>
                                            <p:strVal val="visible"/>
                                          </p:to>
                                        </p:set>
                                        <p:anim calcmode="lin" valueType="num" p14:bounceEnd="67000">
                                          <p:cBhvr additive="base">
                                            <p:cTn id="40" dur="1000" fill="hold"/>
                                            <p:tgtEl>
                                              <p:spTgt spid="11"/>
                                            </p:tgtEl>
                                            <p:attrNameLst>
                                              <p:attrName>ppt_x</p:attrName>
                                            </p:attrNameLst>
                                          </p:cBhvr>
                                          <p:tavLst>
                                            <p:tav tm="0">
                                              <p:val>
                                                <p:strVal val="#ppt_x"/>
                                              </p:val>
                                            </p:tav>
                                            <p:tav tm="100000">
                                              <p:val>
                                                <p:strVal val="#ppt_x"/>
                                              </p:val>
                                            </p:tav>
                                          </p:tavLst>
                                        </p:anim>
                                        <p:anim calcmode="lin" valueType="num" p14:bounceEnd="67000">
                                          <p:cBhvr additive="base">
                                            <p:cTn id="41" dur="1000" fill="hold"/>
                                            <p:tgtEl>
                                              <p:spTgt spid="11"/>
                                            </p:tgtEl>
                                            <p:attrNameLst>
                                              <p:attrName>ppt_y</p:attrName>
                                            </p:attrNameLst>
                                          </p:cBhvr>
                                          <p:tavLst>
                                            <p:tav tm="0">
                                              <p:val>
                                                <p:strVal val="0-#ppt_h/2"/>
                                              </p:val>
                                            </p:tav>
                                            <p:tav tm="100000">
                                              <p:val>
                                                <p:strVal val="#ppt_y"/>
                                              </p:val>
                                            </p:tav>
                                          </p:tavLst>
                                        </p:anim>
                                      </p:childTnLst>
                                    </p:cTn>
                                  </p:par>
                                  <p:par>
                                    <p:cTn id="42" presetID="2" presetClass="entr" presetSubtype="1" fill="hold" grpId="0" nodeType="withEffect" p14:presetBounceEnd="67000">
                                      <p:stCondLst>
                                        <p:cond delay="700"/>
                                      </p:stCondLst>
                                      <p:childTnLst>
                                        <p:set>
                                          <p:cBhvr>
                                            <p:cTn id="43" dur="1" fill="hold">
                                              <p:stCondLst>
                                                <p:cond delay="0"/>
                                              </p:stCondLst>
                                            </p:cTn>
                                            <p:tgtEl>
                                              <p:spTgt spid="677"/>
                                            </p:tgtEl>
                                            <p:attrNameLst>
                                              <p:attrName>style.visibility</p:attrName>
                                            </p:attrNameLst>
                                          </p:cBhvr>
                                          <p:to>
                                            <p:strVal val="visible"/>
                                          </p:to>
                                        </p:set>
                                        <p:anim calcmode="lin" valueType="num" p14:bounceEnd="67000">
                                          <p:cBhvr additive="base">
                                            <p:cTn id="44" dur="1000" fill="hold"/>
                                            <p:tgtEl>
                                              <p:spTgt spid="677"/>
                                            </p:tgtEl>
                                            <p:attrNameLst>
                                              <p:attrName>ppt_x</p:attrName>
                                            </p:attrNameLst>
                                          </p:cBhvr>
                                          <p:tavLst>
                                            <p:tav tm="0">
                                              <p:val>
                                                <p:strVal val="#ppt_x"/>
                                              </p:val>
                                            </p:tav>
                                            <p:tav tm="100000">
                                              <p:val>
                                                <p:strVal val="#ppt_x"/>
                                              </p:val>
                                            </p:tav>
                                          </p:tavLst>
                                        </p:anim>
                                        <p:anim calcmode="lin" valueType="num" p14:bounceEnd="67000">
                                          <p:cBhvr additive="base">
                                            <p:cTn id="45" dur="1000" fill="hold"/>
                                            <p:tgtEl>
                                              <p:spTgt spid="677"/>
                                            </p:tgtEl>
                                            <p:attrNameLst>
                                              <p:attrName>ppt_y</p:attrName>
                                            </p:attrNameLst>
                                          </p:cBhvr>
                                          <p:tavLst>
                                            <p:tav tm="0">
                                              <p:val>
                                                <p:strVal val="0-#ppt_h/2"/>
                                              </p:val>
                                            </p:tav>
                                            <p:tav tm="100000">
                                              <p:val>
                                                <p:strVal val="#ppt_y"/>
                                              </p:val>
                                            </p:tav>
                                          </p:tavLst>
                                        </p:anim>
                                      </p:childTnLst>
                                    </p:cTn>
                                  </p:par>
                                  <p:par>
                                    <p:cTn id="46" presetID="2" presetClass="entr" presetSubtype="1" fill="hold" grpId="0" nodeType="withEffect" p14:presetBounceEnd="67000">
                                      <p:stCondLst>
                                        <p:cond delay="800"/>
                                      </p:stCondLst>
                                      <p:childTnLst>
                                        <p:set>
                                          <p:cBhvr>
                                            <p:cTn id="47" dur="1" fill="hold">
                                              <p:stCondLst>
                                                <p:cond delay="0"/>
                                              </p:stCondLst>
                                            </p:cTn>
                                            <p:tgtEl>
                                              <p:spTgt spid="676"/>
                                            </p:tgtEl>
                                            <p:attrNameLst>
                                              <p:attrName>style.visibility</p:attrName>
                                            </p:attrNameLst>
                                          </p:cBhvr>
                                          <p:to>
                                            <p:strVal val="visible"/>
                                          </p:to>
                                        </p:set>
                                        <p:anim calcmode="lin" valueType="num" p14:bounceEnd="67000">
                                          <p:cBhvr additive="base">
                                            <p:cTn id="48" dur="1000" fill="hold"/>
                                            <p:tgtEl>
                                              <p:spTgt spid="676"/>
                                            </p:tgtEl>
                                            <p:attrNameLst>
                                              <p:attrName>ppt_x</p:attrName>
                                            </p:attrNameLst>
                                          </p:cBhvr>
                                          <p:tavLst>
                                            <p:tav tm="0">
                                              <p:val>
                                                <p:strVal val="#ppt_x"/>
                                              </p:val>
                                            </p:tav>
                                            <p:tav tm="100000">
                                              <p:val>
                                                <p:strVal val="#ppt_x"/>
                                              </p:val>
                                            </p:tav>
                                          </p:tavLst>
                                        </p:anim>
                                        <p:anim calcmode="lin" valueType="num" p14:bounceEnd="67000">
                                          <p:cBhvr additive="base">
                                            <p:cTn id="49" dur="1000" fill="hold"/>
                                            <p:tgtEl>
                                              <p:spTgt spid="676"/>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14:presetBounceEnd="67000">
                                      <p:stCondLst>
                                        <p:cond delay="900"/>
                                      </p:stCondLst>
                                      <p:childTnLst>
                                        <p:set>
                                          <p:cBhvr>
                                            <p:cTn id="51" dur="1" fill="hold">
                                              <p:stCondLst>
                                                <p:cond delay="0"/>
                                              </p:stCondLst>
                                            </p:cTn>
                                            <p:tgtEl>
                                              <p:spTgt spid="614"/>
                                            </p:tgtEl>
                                            <p:attrNameLst>
                                              <p:attrName>style.visibility</p:attrName>
                                            </p:attrNameLst>
                                          </p:cBhvr>
                                          <p:to>
                                            <p:strVal val="visible"/>
                                          </p:to>
                                        </p:set>
                                        <p:anim calcmode="lin" valueType="num" p14:bounceEnd="67000">
                                          <p:cBhvr additive="base">
                                            <p:cTn id="52" dur="1000" fill="hold"/>
                                            <p:tgtEl>
                                              <p:spTgt spid="614"/>
                                            </p:tgtEl>
                                            <p:attrNameLst>
                                              <p:attrName>ppt_x</p:attrName>
                                            </p:attrNameLst>
                                          </p:cBhvr>
                                          <p:tavLst>
                                            <p:tav tm="0">
                                              <p:val>
                                                <p:strVal val="#ppt_x"/>
                                              </p:val>
                                            </p:tav>
                                            <p:tav tm="100000">
                                              <p:val>
                                                <p:strVal val="#ppt_x"/>
                                              </p:val>
                                            </p:tav>
                                          </p:tavLst>
                                        </p:anim>
                                        <p:anim calcmode="lin" valueType="num" p14:bounceEnd="67000">
                                          <p:cBhvr additive="base">
                                            <p:cTn id="53" dur="1000" fill="hold"/>
                                            <p:tgtEl>
                                              <p:spTgt spid="614"/>
                                            </p:tgtEl>
                                            <p:attrNameLst>
                                              <p:attrName>ppt_y</p:attrName>
                                            </p:attrNameLst>
                                          </p:cBhvr>
                                          <p:tavLst>
                                            <p:tav tm="0">
                                              <p:val>
                                                <p:strVal val="0-#ppt_h/2"/>
                                              </p:val>
                                            </p:tav>
                                            <p:tav tm="100000">
                                              <p:val>
                                                <p:strVal val="#ppt_y"/>
                                              </p:val>
                                            </p:tav>
                                          </p:tavLst>
                                        </p:anim>
                                      </p:childTnLst>
                                    </p:cTn>
                                  </p:par>
                                  <p:par>
                                    <p:cTn id="54" presetID="53" presetClass="entr" presetSubtype="16" fill="hold" nodeType="withEffect">
                                      <p:stCondLst>
                                        <p:cond delay="1750"/>
                                      </p:stCondLst>
                                      <p:childTnLst>
                                        <p:set>
                                          <p:cBhvr>
                                            <p:cTn id="55" dur="1" fill="hold">
                                              <p:stCondLst>
                                                <p:cond delay="0"/>
                                              </p:stCondLst>
                                            </p:cTn>
                                            <p:tgtEl>
                                              <p:spTgt spid="685"/>
                                            </p:tgtEl>
                                            <p:attrNameLst>
                                              <p:attrName>style.visibility</p:attrName>
                                            </p:attrNameLst>
                                          </p:cBhvr>
                                          <p:to>
                                            <p:strVal val="visible"/>
                                          </p:to>
                                        </p:set>
                                        <p:anim calcmode="lin" valueType="num">
                                          <p:cBhvr>
                                            <p:cTn id="56" dur="500" fill="hold"/>
                                            <p:tgtEl>
                                              <p:spTgt spid="685"/>
                                            </p:tgtEl>
                                            <p:attrNameLst>
                                              <p:attrName>ppt_w</p:attrName>
                                            </p:attrNameLst>
                                          </p:cBhvr>
                                          <p:tavLst>
                                            <p:tav tm="0">
                                              <p:val>
                                                <p:fltVal val="0"/>
                                              </p:val>
                                            </p:tav>
                                            <p:tav tm="100000">
                                              <p:val>
                                                <p:strVal val="#ppt_w"/>
                                              </p:val>
                                            </p:tav>
                                          </p:tavLst>
                                        </p:anim>
                                        <p:anim calcmode="lin" valueType="num">
                                          <p:cBhvr>
                                            <p:cTn id="57" dur="500" fill="hold"/>
                                            <p:tgtEl>
                                              <p:spTgt spid="685"/>
                                            </p:tgtEl>
                                            <p:attrNameLst>
                                              <p:attrName>ppt_h</p:attrName>
                                            </p:attrNameLst>
                                          </p:cBhvr>
                                          <p:tavLst>
                                            <p:tav tm="0">
                                              <p:val>
                                                <p:fltVal val="0"/>
                                              </p:val>
                                            </p:tav>
                                            <p:tav tm="100000">
                                              <p:val>
                                                <p:strVal val="#ppt_h"/>
                                              </p:val>
                                            </p:tav>
                                          </p:tavLst>
                                        </p:anim>
                                        <p:animEffect transition="in" filter="fade">
                                          <p:cBhvr>
                                            <p:cTn id="58" dur="500"/>
                                            <p:tgtEl>
                                              <p:spTgt spid="685"/>
                                            </p:tgtEl>
                                          </p:cBhvr>
                                        </p:animEffect>
                                      </p:childTnLst>
                                    </p:cTn>
                                  </p:par>
                                  <p:par>
                                    <p:cTn id="59" presetID="2" presetClass="entr" presetSubtype="8" fill="hold" grpId="0" nodeType="withEffect" p14:presetBounceEnd="67000">
                                      <p:stCondLst>
                                        <p:cond delay="2250"/>
                                      </p:stCondLst>
                                      <p:childTnLst>
                                        <p:set>
                                          <p:cBhvr>
                                            <p:cTn id="60"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61" dur="1000" fill="hold"/>
                                            <p:tgtEl>
                                              <p:spTgt spid="2">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62" dur="1000" fill="hold"/>
                                            <p:tgtEl>
                                              <p:spTgt spid="2">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14:presetBounceEnd="67000">
                                      <p:stCondLst>
                                        <p:cond delay="2250"/>
                                      </p:stCondLst>
                                      <p:childTnLst>
                                        <p:set>
                                          <p:cBhvr>
                                            <p:cTn id="64"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65" dur="1000" fill="hold"/>
                                            <p:tgtEl>
                                              <p:spTgt spid="3">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66" dur="1000" fill="hold"/>
                                            <p:tgtEl>
                                              <p:spTgt spid="3">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14:presetBounceEnd="67000">
                                      <p:stCondLst>
                                        <p:cond delay="2250"/>
                                      </p:stCondLst>
                                      <p:childTnLst>
                                        <p:set>
                                          <p:cBhvr>
                                            <p:cTn id="68"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69" dur="1000" fill="hold"/>
                                            <p:tgtEl>
                                              <p:spTgt spid="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70" dur="1000" fill="hold"/>
                                            <p:tgtEl>
                                              <p:spTgt spid="4">
                                                <p:txEl>
                                                  <p:pRg st="0" end="0"/>
                                                </p:txEl>
                                              </p:spTgt>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14:presetBounceEnd="67000">
                                      <p:stCondLst>
                                        <p:cond delay="2250"/>
                                      </p:stCondLst>
                                      <p:childTnLst>
                                        <p:set>
                                          <p:cBhvr>
                                            <p:cTn id="72" dur="1" fill="hold">
                                              <p:stCondLst>
                                                <p:cond delay="0"/>
                                              </p:stCondLst>
                                            </p:cTn>
                                            <p:tgtEl>
                                              <p:spTgt spid="5">
                                                <p:txEl>
                                                  <p:pRg st="0" end="0"/>
                                                </p:txEl>
                                              </p:spTgt>
                                            </p:tgtEl>
                                            <p:attrNameLst>
                                              <p:attrName>style.visibility</p:attrName>
                                            </p:attrNameLst>
                                          </p:cBhvr>
                                          <p:to>
                                            <p:strVal val="visible"/>
                                          </p:to>
                                        </p:set>
                                        <p:anim calcmode="lin" valueType="num" p14:bounceEnd="67000">
                                          <p:cBhvr additive="base">
                                            <p:cTn id="73" dur="1000" fill="hold"/>
                                            <p:tgtEl>
                                              <p:spTgt spid="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74" dur="1000" fill="hold"/>
                                            <p:tgtEl>
                                              <p:spTgt spid="5">
                                                <p:txEl>
                                                  <p:pRg st="0" end="0"/>
                                                </p:txEl>
                                              </p:spTgt>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14:presetBounceEnd="67000">
                                      <p:stCondLst>
                                        <p:cond delay="2250"/>
                                      </p:stCondLst>
                                      <p:childTnLst>
                                        <p:set>
                                          <p:cBhvr>
                                            <p:cTn id="76" dur="1" fill="hold">
                                              <p:stCondLst>
                                                <p:cond delay="0"/>
                                              </p:stCondLst>
                                            </p:cTn>
                                            <p:tgtEl>
                                              <p:spTgt spid="6">
                                                <p:txEl>
                                                  <p:pRg st="0" end="0"/>
                                                </p:txEl>
                                              </p:spTgt>
                                            </p:tgtEl>
                                            <p:attrNameLst>
                                              <p:attrName>style.visibility</p:attrName>
                                            </p:attrNameLst>
                                          </p:cBhvr>
                                          <p:to>
                                            <p:strVal val="visible"/>
                                          </p:to>
                                        </p:set>
                                        <p:anim calcmode="lin" valueType="num" p14:bounceEnd="67000">
                                          <p:cBhvr additive="base">
                                            <p:cTn id="77" dur="1000" fill="hold"/>
                                            <p:tgtEl>
                                              <p:spTgt spid="6">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78" dur="1000" fill="hold"/>
                                            <p:tgtEl>
                                              <p:spTgt spid="6">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14:presetBounceEnd="67000">
                                      <p:stCondLst>
                                        <p:cond delay="2250"/>
                                      </p:stCondLst>
                                      <p:childTnLst>
                                        <p:set>
                                          <p:cBhvr>
                                            <p:cTn id="80" dur="1" fill="hold">
                                              <p:stCondLst>
                                                <p:cond delay="0"/>
                                              </p:stCondLst>
                                            </p:cTn>
                                            <p:tgtEl>
                                              <p:spTgt spid="7">
                                                <p:txEl>
                                                  <p:pRg st="0" end="0"/>
                                                </p:txEl>
                                              </p:spTgt>
                                            </p:tgtEl>
                                            <p:attrNameLst>
                                              <p:attrName>style.visibility</p:attrName>
                                            </p:attrNameLst>
                                          </p:cBhvr>
                                          <p:to>
                                            <p:strVal val="visible"/>
                                          </p:to>
                                        </p:set>
                                        <p:anim calcmode="lin" valueType="num" p14:bounceEnd="67000">
                                          <p:cBhvr additive="base">
                                            <p:cTn id="81" dur="1000" fill="hold"/>
                                            <p:tgtEl>
                                              <p:spTgt spid="7">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82" dur="1000" fill="hold"/>
                                            <p:tgtEl>
                                              <p:spTgt spid="7">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14:presetBounceEnd="67000">
                                      <p:stCondLst>
                                        <p:cond delay="2250"/>
                                      </p:stCondLst>
                                      <p:childTnLst>
                                        <p:set>
                                          <p:cBhvr>
                                            <p:cTn id="84" dur="1" fill="hold">
                                              <p:stCondLst>
                                                <p:cond delay="0"/>
                                              </p:stCondLst>
                                            </p:cTn>
                                            <p:tgtEl>
                                              <p:spTgt spid="8">
                                                <p:txEl>
                                                  <p:pRg st="0" end="0"/>
                                                </p:txEl>
                                              </p:spTgt>
                                            </p:tgtEl>
                                            <p:attrNameLst>
                                              <p:attrName>style.visibility</p:attrName>
                                            </p:attrNameLst>
                                          </p:cBhvr>
                                          <p:to>
                                            <p:strVal val="visible"/>
                                          </p:to>
                                        </p:set>
                                        <p:anim calcmode="lin" valueType="num" p14:bounceEnd="67000">
                                          <p:cBhvr additive="base">
                                            <p:cTn id="85" dur="1000" fill="hold"/>
                                            <p:tgtEl>
                                              <p:spTgt spid="8">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86" dur="1000" fill="hold"/>
                                            <p:tgtEl>
                                              <p:spTgt spid="8">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14:presetBounceEnd="67000">
                                      <p:stCondLst>
                                        <p:cond delay="2250"/>
                                      </p:stCondLst>
                                      <p:childTnLst>
                                        <p:set>
                                          <p:cBhvr>
                                            <p:cTn id="88" dur="1" fill="hold">
                                              <p:stCondLst>
                                                <p:cond delay="0"/>
                                              </p:stCondLst>
                                            </p:cTn>
                                            <p:tgtEl>
                                              <p:spTgt spid="9">
                                                <p:txEl>
                                                  <p:pRg st="0" end="0"/>
                                                </p:txEl>
                                              </p:spTgt>
                                            </p:tgtEl>
                                            <p:attrNameLst>
                                              <p:attrName>style.visibility</p:attrName>
                                            </p:attrNameLst>
                                          </p:cBhvr>
                                          <p:to>
                                            <p:strVal val="visible"/>
                                          </p:to>
                                        </p:set>
                                        <p:anim calcmode="lin" valueType="num" p14:bounceEnd="67000">
                                          <p:cBhvr additive="base">
                                            <p:cTn id="89" dur="1000" fill="hold"/>
                                            <p:tgtEl>
                                              <p:spTgt spid="9">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90"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 grpId="0" animBg="1"/>
          <p:bldP spid="668" grpId="0" animBg="1"/>
          <p:bldP spid="669" grpId="0" animBg="1"/>
          <p:bldP spid="670" grpId="0" animBg="1"/>
          <p:bldP spid="671" grpId="0" animBg="1"/>
          <p:bldP spid="672" grpId="0" animBg="1"/>
          <p:bldP spid="675" grpId="0" animBg="1"/>
          <p:bldP spid="676" grpId="0" animBg="1"/>
          <p:bldP spid="677" grpId="0" animBg="1"/>
          <p:bldP spid="678" grpId="0" animBg="1"/>
          <p:bldP spid="2" grpId="0" build="p"/>
          <p:bldP spid="3" grpId="0" build="p"/>
          <p:bldP spid="4" grpId="0" build="p"/>
          <p:bldP spid="5" grpId="0" build="p"/>
          <p:bldP spid="6" grpId="0" build="p"/>
          <p:bldP spid="7" grpId="0" build="p"/>
          <p:bldP spid="8" grpId="0" build="p"/>
          <p:bldP spid="9" grpId="0" build="p"/>
          <p:bldP spid="10"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stCondLst>
                                        <p:cond delay="0"/>
                                      </p:stCondLst>
                                      <p:childTnLst>
                                        <p:set>
                                          <p:cBhvr>
                                            <p:cTn id="11" dur="1" fill="hold">
                                              <p:stCondLst>
                                                <p:cond delay="0"/>
                                              </p:stCondLst>
                                            </p:cTn>
                                            <p:tgtEl>
                                              <p:spTgt spid="668"/>
                                            </p:tgtEl>
                                            <p:attrNameLst>
                                              <p:attrName>style.visibility</p:attrName>
                                            </p:attrNameLst>
                                          </p:cBhvr>
                                          <p:to>
                                            <p:strVal val="visible"/>
                                          </p:to>
                                        </p:set>
                                        <p:anim calcmode="lin" valueType="num">
                                          <p:cBhvr additive="base">
                                            <p:cTn id="12" dur="1000" fill="hold"/>
                                            <p:tgtEl>
                                              <p:spTgt spid="668"/>
                                            </p:tgtEl>
                                            <p:attrNameLst>
                                              <p:attrName>ppt_x</p:attrName>
                                            </p:attrNameLst>
                                          </p:cBhvr>
                                          <p:tavLst>
                                            <p:tav tm="0">
                                              <p:val>
                                                <p:strVal val="#ppt_x"/>
                                              </p:val>
                                            </p:tav>
                                            <p:tav tm="100000">
                                              <p:val>
                                                <p:strVal val="#ppt_x"/>
                                              </p:val>
                                            </p:tav>
                                          </p:tavLst>
                                        </p:anim>
                                        <p:anim calcmode="lin" valueType="num">
                                          <p:cBhvr additive="base">
                                            <p:cTn id="13" dur="1000" fill="hold"/>
                                            <p:tgtEl>
                                              <p:spTgt spid="668"/>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stCondLst>
                                        <p:cond delay="100"/>
                                      </p:stCondLst>
                                      <p:childTnLst>
                                        <p:set>
                                          <p:cBhvr>
                                            <p:cTn id="15" dur="1" fill="hold">
                                              <p:stCondLst>
                                                <p:cond delay="0"/>
                                              </p:stCondLst>
                                            </p:cTn>
                                            <p:tgtEl>
                                              <p:spTgt spid="671"/>
                                            </p:tgtEl>
                                            <p:attrNameLst>
                                              <p:attrName>style.visibility</p:attrName>
                                            </p:attrNameLst>
                                          </p:cBhvr>
                                          <p:to>
                                            <p:strVal val="visible"/>
                                          </p:to>
                                        </p:set>
                                        <p:anim calcmode="lin" valueType="num">
                                          <p:cBhvr additive="base">
                                            <p:cTn id="16" dur="1000" fill="hold"/>
                                            <p:tgtEl>
                                              <p:spTgt spid="671"/>
                                            </p:tgtEl>
                                            <p:attrNameLst>
                                              <p:attrName>ppt_x</p:attrName>
                                            </p:attrNameLst>
                                          </p:cBhvr>
                                          <p:tavLst>
                                            <p:tav tm="0">
                                              <p:val>
                                                <p:strVal val="#ppt_x"/>
                                              </p:val>
                                            </p:tav>
                                            <p:tav tm="100000">
                                              <p:val>
                                                <p:strVal val="#ppt_x"/>
                                              </p:val>
                                            </p:tav>
                                          </p:tavLst>
                                        </p:anim>
                                        <p:anim calcmode="lin" valueType="num">
                                          <p:cBhvr additive="base">
                                            <p:cTn id="17" dur="1000" fill="hold"/>
                                            <p:tgtEl>
                                              <p:spTgt spid="671"/>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stCondLst>
                                        <p:cond delay="100"/>
                                      </p:stCondLst>
                                      <p:childTnLst>
                                        <p:set>
                                          <p:cBhvr>
                                            <p:cTn id="19" dur="1" fill="hold">
                                              <p:stCondLst>
                                                <p:cond delay="0"/>
                                              </p:stCondLst>
                                            </p:cTn>
                                            <p:tgtEl>
                                              <p:spTgt spid="672"/>
                                            </p:tgtEl>
                                            <p:attrNameLst>
                                              <p:attrName>style.visibility</p:attrName>
                                            </p:attrNameLst>
                                          </p:cBhvr>
                                          <p:to>
                                            <p:strVal val="visible"/>
                                          </p:to>
                                        </p:set>
                                        <p:anim calcmode="lin" valueType="num">
                                          <p:cBhvr additive="base">
                                            <p:cTn id="20" dur="1000" fill="hold"/>
                                            <p:tgtEl>
                                              <p:spTgt spid="672"/>
                                            </p:tgtEl>
                                            <p:attrNameLst>
                                              <p:attrName>ppt_x</p:attrName>
                                            </p:attrNameLst>
                                          </p:cBhvr>
                                          <p:tavLst>
                                            <p:tav tm="0">
                                              <p:val>
                                                <p:strVal val="#ppt_x"/>
                                              </p:val>
                                            </p:tav>
                                            <p:tav tm="100000">
                                              <p:val>
                                                <p:strVal val="#ppt_x"/>
                                              </p:val>
                                            </p:tav>
                                          </p:tavLst>
                                        </p:anim>
                                        <p:anim calcmode="lin" valueType="num">
                                          <p:cBhvr additive="base">
                                            <p:cTn id="21" dur="1000" fill="hold"/>
                                            <p:tgtEl>
                                              <p:spTgt spid="672"/>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stCondLst>
                                        <p:cond delay="200"/>
                                      </p:stCondLst>
                                      <p:childTnLst>
                                        <p:set>
                                          <p:cBhvr>
                                            <p:cTn id="23" dur="1" fill="hold">
                                              <p:stCondLst>
                                                <p:cond delay="0"/>
                                              </p:stCondLst>
                                            </p:cTn>
                                            <p:tgtEl>
                                              <p:spTgt spid="670"/>
                                            </p:tgtEl>
                                            <p:attrNameLst>
                                              <p:attrName>style.visibility</p:attrName>
                                            </p:attrNameLst>
                                          </p:cBhvr>
                                          <p:to>
                                            <p:strVal val="visible"/>
                                          </p:to>
                                        </p:set>
                                        <p:anim calcmode="lin" valueType="num">
                                          <p:cBhvr additive="base">
                                            <p:cTn id="24" dur="1000" fill="hold"/>
                                            <p:tgtEl>
                                              <p:spTgt spid="670"/>
                                            </p:tgtEl>
                                            <p:attrNameLst>
                                              <p:attrName>ppt_x</p:attrName>
                                            </p:attrNameLst>
                                          </p:cBhvr>
                                          <p:tavLst>
                                            <p:tav tm="0">
                                              <p:val>
                                                <p:strVal val="#ppt_x"/>
                                              </p:val>
                                            </p:tav>
                                            <p:tav tm="100000">
                                              <p:val>
                                                <p:strVal val="#ppt_x"/>
                                              </p:val>
                                            </p:tav>
                                          </p:tavLst>
                                        </p:anim>
                                        <p:anim calcmode="lin" valueType="num">
                                          <p:cBhvr additive="base">
                                            <p:cTn id="25" dur="1000" fill="hold"/>
                                            <p:tgtEl>
                                              <p:spTgt spid="670"/>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stCondLst>
                                        <p:cond delay="300"/>
                                      </p:stCondLst>
                                      <p:childTnLst>
                                        <p:set>
                                          <p:cBhvr>
                                            <p:cTn id="27" dur="1" fill="hold">
                                              <p:stCondLst>
                                                <p:cond delay="0"/>
                                              </p:stCondLst>
                                            </p:cTn>
                                            <p:tgtEl>
                                              <p:spTgt spid="669"/>
                                            </p:tgtEl>
                                            <p:attrNameLst>
                                              <p:attrName>style.visibility</p:attrName>
                                            </p:attrNameLst>
                                          </p:cBhvr>
                                          <p:to>
                                            <p:strVal val="visible"/>
                                          </p:to>
                                        </p:set>
                                        <p:anim calcmode="lin" valueType="num">
                                          <p:cBhvr additive="base">
                                            <p:cTn id="28" dur="1000" fill="hold"/>
                                            <p:tgtEl>
                                              <p:spTgt spid="669"/>
                                            </p:tgtEl>
                                            <p:attrNameLst>
                                              <p:attrName>ppt_x</p:attrName>
                                            </p:attrNameLst>
                                          </p:cBhvr>
                                          <p:tavLst>
                                            <p:tav tm="0">
                                              <p:val>
                                                <p:strVal val="#ppt_x"/>
                                              </p:val>
                                            </p:tav>
                                            <p:tav tm="100000">
                                              <p:val>
                                                <p:strVal val="#ppt_x"/>
                                              </p:val>
                                            </p:tav>
                                          </p:tavLst>
                                        </p:anim>
                                        <p:anim calcmode="lin" valueType="num">
                                          <p:cBhvr additive="base">
                                            <p:cTn id="29" dur="1000" fill="hold"/>
                                            <p:tgtEl>
                                              <p:spTgt spid="669"/>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stCondLst>
                                        <p:cond delay="400"/>
                                      </p:stCondLst>
                                      <p:childTnLst>
                                        <p:set>
                                          <p:cBhvr>
                                            <p:cTn id="31" dur="1" fill="hold">
                                              <p:stCondLst>
                                                <p:cond delay="0"/>
                                              </p:stCondLst>
                                            </p:cTn>
                                            <p:tgtEl>
                                              <p:spTgt spid="678"/>
                                            </p:tgtEl>
                                            <p:attrNameLst>
                                              <p:attrName>style.visibility</p:attrName>
                                            </p:attrNameLst>
                                          </p:cBhvr>
                                          <p:to>
                                            <p:strVal val="visible"/>
                                          </p:to>
                                        </p:set>
                                        <p:anim calcmode="lin" valueType="num">
                                          <p:cBhvr additive="base">
                                            <p:cTn id="32" dur="1000" fill="hold"/>
                                            <p:tgtEl>
                                              <p:spTgt spid="678"/>
                                            </p:tgtEl>
                                            <p:attrNameLst>
                                              <p:attrName>ppt_x</p:attrName>
                                            </p:attrNameLst>
                                          </p:cBhvr>
                                          <p:tavLst>
                                            <p:tav tm="0">
                                              <p:val>
                                                <p:strVal val="#ppt_x"/>
                                              </p:val>
                                            </p:tav>
                                            <p:tav tm="100000">
                                              <p:val>
                                                <p:strVal val="#ppt_x"/>
                                              </p:val>
                                            </p:tav>
                                          </p:tavLst>
                                        </p:anim>
                                        <p:anim calcmode="lin" valueType="num">
                                          <p:cBhvr additive="base">
                                            <p:cTn id="33" dur="1000" fill="hold"/>
                                            <p:tgtEl>
                                              <p:spTgt spid="678"/>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stCondLst>
                                        <p:cond delay="500"/>
                                      </p:stCondLst>
                                      <p:childTnLst>
                                        <p:set>
                                          <p:cBhvr>
                                            <p:cTn id="35" dur="1" fill="hold">
                                              <p:stCondLst>
                                                <p:cond delay="0"/>
                                              </p:stCondLst>
                                            </p:cTn>
                                            <p:tgtEl>
                                              <p:spTgt spid="675"/>
                                            </p:tgtEl>
                                            <p:attrNameLst>
                                              <p:attrName>style.visibility</p:attrName>
                                            </p:attrNameLst>
                                          </p:cBhvr>
                                          <p:to>
                                            <p:strVal val="visible"/>
                                          </p:to>
                                        </p:set>
                                        <p:anim calcmode="lin" valueType="num">
                                          <p:cBhvr additive="base">
                                            <p:cTn id="36" dur="1000" fill="hold"/>
                                            <p:tgtEl>
                                              <p:spTgt spid="675"/>
                                            </p:tgtEl>
                                            <p:attrNameLst>
                                              <p:attrName>ppt_x</p:attrName>
                                            </p:attrNameLst>
                                          </p:cBhvr>
                                          <p:tavLst>
                                            <p:tav tm="0">
                                              <p:val>
                                                <p:strVal val="#ppt_x"/>
                                              </p:val>
                                            </p:tav>
                                            <p:tav tm="100000">
                                              <p:val>
                                                <p:strVal val="#ppt_x"/>
                                              </p:val>
                                            </p:tav>
                                          </p:tavLst>
                                        </p:anim>
                                        <p:anim calcmode="lin" valueType="num">
                                          <p:cBhvr additive="base">
                                            <p:cTn id="37" dur="1000" fill="hold"/>
                                            <p:tgtEl>
                                              <p:spTgt spid="675"/>
                                            </p:tgtEl>
                                            <p:attrNameLst>
                                              <p:attrName>ppt_y</p:attrName>
                                            </p:attrNameLst>
                                          </p:cBhvr>
                                          <p:tavLst>
                                            <p:tav tm="0">
                                              <p:val>
                                                <p:strVal val="0-#ppt_h/2"/>
                                              </p:val>
                                            </p:tav>
                                            <p:tav tm="100000">
                                              <p:val>
                                                <p:strVal val="#ppt_y"/>
                                              </p:val>
                                            </p:tav>
                                          </p:tavLst>
                                        </p:anim>
                                      </p:childTnLst>
                                    </p:cTn>
                                  </p:par>
                                  <p:par>
                                    <p:cTn id="38" presetID="2" presetClass="entr" presetSubtype="1" fill="hold" nodeType="withEffect">
                                      <p:stCondLst>
                                        <p:cond delay="60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1000" fill="hold"/>
                                            <p:tgtEl>
                                              <p:spTgt spid="11"/>
                                            </p:tgtEl>
                                            <p:attrNameLst>
                                              <p:attrName>ppt_x</p:attrName>
                                            </p:attrNameLst>
                                          </p:cBhvr>
                                          <p:tavLst>
                                            <p:tav tm="0">
                                              <p:val>
                                                <p:strVal val="#ppt_x"/>
                                              </p:val>
                                            </p:tav>
                                            <p:tav tm="100000">
                                              <p:val>
                                                <p:strVal val="#ppt_x"/>
                                              </p:val>
                                            </p:tav>
                                          </p:tavLst>
                                        </p:anim>
                                        <p:anim calcmode="lin" valueType="num">
                                          <p:cBhvr additive="base">
                                            <p:cTn id="41" dur="1000" fill="hold"/>
                                            <p:tgtEl>
                                              <p:spTgt spid="11"/>
                                            </p:tgtEl>
                                            <p:attrNameLst>
                                              <p:attrName>ppt_y</p:attrName>
                                            </p:attrNameLst>
                                          </p:cBhvr>
                                          <p:tavLst>
                                            <p:tav tm="0">
                                              <p:val>
                                                <p:strVal val="0-#ppt_h/2"/>
                                              </p:val>
                                            </p:tav>
                                            <p:tav tm="100000">
                                              <p:val>
                                                <p:strVal val="#ppt_y"/>
                                              </p:val>
                                            </p:tav>
                                          </p:tavLst>
                                        </p:anim>
                                      </p:childTnLst>
                                    </p:cTn>
                                  </p:par>
                                  <p:par>
                                    <p:cTn id="42" presetID="2" presetClass="entr" presetSubtype="1" fill="hold" grpId="0" nodeType="withEffect">
                                      <p:stCondLst>
                                        <p:cond delay="700"/>
                                      </p:stCondLst>
                                      <p:childTnLst>
                                        <p:set>
                                          <p:cBhvr>
                                            <p:cTn id="43" dur="1" fill="hold">
                                              <p:stCondLst>
                                                <p:cond delay="0"/>
                                              </p:stCondLst>
                                            </p:cTn>
                                            <p:tgtEl>
                                              <p:spTgt spid="677"/>
                                            </p:tgtEl>
                                            <p:attrNameLst>
                                              <p:attrName>style.visibility</p:attrName>
                                            </p:attrNameLst>
                                          </p:cBhvr>
                                          <p:to>
                                            <p:strVal val="visible"/>
                                          </p:to>
                                        </p:set>
                                        <p:anim calcmode="lin" valueType="num">
                                          <p:cBhvr additive="base">
                                            <p:cTn id="44" dur="1000" fill="hold"/>
                                            <p:tgtEl>
                                              <p:spTgt spid="677"/>
                                            </p:tgtEl>
                                            <p:attrNameLst>
                                              <p:attrName>ppt_x</p:attrName>
                                            </p:attrNameLst>
                                          </p:cBhvr>
                                          <p:tavLst>
                                            <p:tav tm="0">
                                              <p:val>
                                                <p:strVal val="#ppt_x"/>
                                              </p:val>
                                            </p:tav>
                                            <p:tav tm="100000">
                                              <p:val>
                                                <p:strVal val="#ppt_x"/>
                                              </p:val>
                                            </p:tav>
                                          </p:tavLst>
                                        </p:anim>
                                        <p:anim calcmode="lin" valueType="num">
                                          <p:cBhvr additive="base">
                                            <p:cTn id="45" dur="1000" fill="hold"/>
                                            <p:tgtEl>
                                              <p:spTgt spid="677"/>
                                            </p:tgtEl>
                                            <p:attrNameLst>
                                              <p:attrName>ppt_y</p:attrName>
                                            </p:attrNameLst>
                                          </p:cBhvr>
                                          <p:tavLst>
                                            <p:tav tm="0">
                                              <p:val>
                                                <p:strVal val="0-#ppt_h/2"/>
                                              </p:val>
                                            </p:tav>
                                            <p:tav tm="100000">
                                              <p:val>
                                                <p:strVal val="#ppt_y"/>
                                              </p:val>
                                            </p:tav>
                                          </p:tavLst>
                                        </p:anim>
                                      </p:childTnLst>
                                    </p:cTn>
                                  </p:par>
                                  <p:par>
                                    <p:cTn id="46" presetID="2" presetClass="entr" presetSubtype="1" fill="hold" grpId="0" nodeType="withEffect">
                                      <p:stCondLst>
                                        <p:cond delay="800"/>
                                      </p:stCondLst>
                                      <p:childTnLst>
                                        <p:set>
                                          <p:cBhvr>
                                            <p:cTn id="47" dur="1" fill="hold">
                                              <p:stCondLst>
                                                <p:cond delay="0"/>
                                              </p:stCondLst>
                                            </p:cTn>
                                            <p:tgtEl>
                                              <p:spTgt spid="676"/>
                                            </p:tgtEl>
                                            <p:attrNameLst>
                                              <p:attrName>style.visibility</p:attrName>
                                            </p:attrNameLst>
                                          </p:cBhvr>
                                          <p:to>
                                            <p:strVal val="visible"/>
                                          </p:to>
                                        </p:set>
                                        <p:anim calcmode="lin" valueType="num">
                                          <p:cBhvr additive="base">
                                            <p:cTn id="48" dur="1000" fill="hold"/>
                                            <p:tgtEl>
                                              <p:spTgt spid="676"/>
                                            </p:tgtEl>
                                            <p:attrNameLst>
                                              <p:attrName>ppt_x</p:attrName>
                                            </p:attrNameLst>
                                          </p:cBhvr>
                                          <p:tavLst>
                                            <p:tav tm="0">
                                              <p:val>
                                                <p:strVal val="#ppt_x"/>
                                              </p:val>
                                            </p:tav>
                                            <p:tav tm="100000">
                                              <p:val>
                                                <p:strVal val="#ppt_x"/>
                                              </p:val>
                                            </p:tav>
                                          </p:tavLst>
                                        </p:anim>
                                        <p:anim calcmode="lin" valueType="num">
                                          <p:cBhvr additive="base">
                                            <p:cTn id="49" dur="1000" fill="hold"/>
                                            <p:tgtEl>
                                              <p:spTgt spid="676"/>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900"/>
                                      </p:stCondLst>
                                      <p:childTnLst>
                                        <p:set>
                                          <p:cBhvr>
                                            <p:cTn id="51" dur="1" fill="hold">
                                              <p:stCondLst>
                                                <p:cond delay="0"/>
                                              </p:stCondLst>
                                            </p:cTn>
                                            <p:tgtEl>
                                              <p:spTgt spid="614"/>
                                            </p:tgtEl>
                                            <p:attrNameLst>
                                              <p:attrName>style.visibility</p:attrName>
                                            </p:attrNameLst>
                                          </p:cBhvr>
                                          <p:to>
                                            <p:strVal val="visible"/>
                                          </p:to>
                                        </p:set>
                                        <p:anim calcmode="lin" valueType="num">
                                          <p:cBhvr additive="base">
                                            <p:cTn id="52" dur="1000" fill="hold"/>
                                            <p:tgtEl>
                                              <p:spTgt spid="614"/>
                                            </p:tgtEl>
                                            <p:attrNameLst>
                                              <p:attrName>ppt_x</p:attrName>
                                            </p:attrNameLst>
                                          </p:cBhvr>
                                          <p:tavLst>
                                            <p:tav tm="0">
                                              <p:val>
                                                <p:strVal val="#ppt_x"/>
                                              </p:val>
                                            </p:tav>
                                            <p:tav tm="100000">
                                              <p:val>
                                                <p:strVal val="#ppt_x"/>
                                              </p:val>
                                            </p:tav>
                                          </p:tavLst>
                                        </p:anim>
                                        <p:anim calcmode="lin" valueType="num">
                                          <p:cBhvr additive="base">
                                            <p:cTn id="53" dur="1000" fill="hold"/>
                                            <p:tgtEl>
                                              <p:spTgt spid="614"/>
                                            </p:tgtEl>
                                            <p:attrNameLst>
                                              <p:attrName>ppt_y</p:attrName>
                                            </p:attrNameLst>
                                          </p:cBhvr>
                                          <p:tavLst>
                                            <p:tav tm="0">
                                              <p:val>
                                                <p:strVal val="0-#ppt_h/2"/>
                                              </p:val>
                                            </p:tav>
                                            <p:tav tm="100000">
                                              <p:val>
                                                <p:strVal val="#ppt_y"/>
                                              </p:val>
                                            </p:tav>
                                          </p:tavLst>
                                        </p:anim>
                                      </p:childTnLst>
                                    </p:cTn>
                                  </p:par>
                                  <p:par>
                                    <p:cTn id="54" presetID="53" presetClass="entr" presetSubtype="16" fill="hold" nodeType="withEffect">
                                      <p:stCondLst>
                                        <p:cond delay="1750"/>
                                      </p:stCondLst>
                                      <p:childTnLst>
                                        <p:set>
                                          <p:cBhvr>
                                            <p:cTn id="55" dur="1" fill="hold">
                                              <p:stCondLst>
                                                <p:cond delay="0"/>
                                              </p:stCondLst>
                                            </p:cTn>
                                            <p:tgtEl>
                                              <p:spTgt spid="685"/>
                                            </p:tgtEl>
                                            <p:attrNameLst>
                                              <p:attrName>style.visibility</p:attrName>
                                            </p:attrNameLst>
                                          </p:cBhvr>
                                          <p:to>
                                            <p:strVal val="visible"/>
                                          </p:to>
                                        </p:set>
                                        <p:anim calcmode="lin" valueType="num">
                                          <p:cBhvr>
                                            <p:cTn id="56" dur="500" fill="hold"/>
                                            <p:tgtEl>
                                              <p:spTgt spid="685"/>
                                            </p:tgtEl>
                                            <p:attrNameLst>
                                              <p:attrName>ppt_w</p:attrName>
                                            </p:attrNameLst>
                                          </p:cBhvr>
                                          <p:tavLst>
                                            <p:tav tm="0">
                                              <p:val>
                                                <p:fltVal val="0"/>
                                              </p:val>
                                            </p:tav>
                                            <p:tav tm="100000">
                                              <p:val>
                                                <p:strVal val="#ppt_w"/>
                                              </p:val>
                                            </p:tav>
                                          </p:tavLst>
                                        </p:anim>
                                        <p:anim calcmode="lin" valueType="num">
                                          <p:cBhvr>
                                            <p:cTn id="57" dur="500" fill="hold"/>
                                            <p:tgtEl>
                                              <p:spTgt spid="685"/>
                                            </p:tgtEl>
                                            <p:attrNameLst>
                                              <p:attrName>ppt_h</p:attrName>
                                            </p:attrNameLst>
                                          </p:cBhvr>
                                          <p:tavLst>
                                            <p:tav tm="0">
                                              <p:val>
                                                <p:fltVal val="0"/>
                                              </p:val>
                                            </p:tav>
                                            <p:tav tm="100000">
                                              <p:val>
                                                <p:strVal val="#ppt_h"/>
                                              </p:val>
                                            </p:tav>
                                          </p:tavLst>
                                        </p:anim>
                                        <p:animEffect transition="in" filter="fade">
                                          <p:cBhvr>
                                            <p:cTn id="58" dur="500"/>
                                            <p:tgtEl>
                                              <p:spTgt spid="685"/>
                                            </p:tgtEl>
                                          </p:cBhvr>
                                        </p:animEffect>
                                      </p:childTnLst>
                                    </p:cTn>
                                  </p:par>
                                  <p:par>
                                    <p:cTn id="59" presetID="2" presetClass="entr" presetSubtype="8" fill="hold" grpId="0" nodeType="withEffect">
                                      <p:stCondLst>
                                        <p:cond delay="2250"/>
                                      </p:stCondLst>
                                      <p:childTnLst>
                                        <p:set>
                                          <p:cBhvr>
                                            <p:cTn id="60" dur="1" fill="hold">
                                              <p:stCondLst>
                                                <p:cond delay="0"/>
                                              </p:stCondLst>
                                            </p:cTn>
                                            <p:tgtEl>
                                              <p:spTgt spid="2">
                                                <p:txEl>
                                                  <p:pRg st="0" end="0"/>
                                                </p:txEl>
                                              </p:spTgt>
                                            </p:tgtEl>
                                            <p:attrNameLst>
                                              <p:attrName>style.visibility</p:attrName>
                                            </p:attrNameLst>
                                          </p:cBhvr>
                                          <p:to>
                                            <p:strVal val="visible"/>
                                          </p:to>
                                        </p:set>
                                        <p:anim calcmode="lin" valueType="num">
                                          <p:cBhvr additive="base">
                                            <p:cTn id="61" dur="10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62" dur="1000" fill="hold"/>
                                            <p:tgtEl>
                                              <p:spTgt spid="2">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2250"/>
                                      </p:stCondLst>
                                      <p:childTnLst>
                                        <p:set>
                                          <p:cBhvr>
                                            <p:cTn id="64" dur="1" fill="hold">
                                              <p:stCondLst>
                                                <p:cond delay="0"/>
                                              </p:stCondLst>
                                            </p:cTn>
                                            <p:tgtEl>
                                              <p:spTgt spid="3">
                                                <p:txEl>
                                                  <p:pRg st="0" end="0"/>
                                                </p:txEl>
                                              </p:spTgt>
                                            </p:tgtEl>
                                            <p:attrNameLst>
                                              <p:attrName>style.visibility</p:attrName>
                                            </p:attrNameLst>
                                          </p:cBhvr>
                                          <p:to>
                                            <p:strVal val="visible"/>
                                          </p:to>
                                        </p:set>
                                        <p:anim calcmode="lin" valueType="num">
                                          <p:cBhvr additive="base">
                                            <p:cTn id="65" dur="10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66" dur="1000" fill="hold"/>
                                            <p:tgtEl>
                                              <p:spTgt spid="3">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2250"/>
                                      </p:stCondLst>
                                      <p:childTnLst>
                                        <p:set>
                                          <p:cBhvr>
                                            <p:cTn id="68" dur="1" fill="hold">
                                              <p:stCondLst>
                                                <p:cond delay="0"/>
                                              </p:stCondLst>
                                            </p:cTn>
                                            <p:tgtEl>
                                              <p:spTgt spid="4">
                                                <p:txEl>
                                                  <p:pRg st="0" end="0"/>
                                                </p:txEl>
                                              </p:spTgt>
                                            </p:tgtEl>
                                            <p:attrNameLst>
                                              <p:attrName>style.visibility</p:attrName>
                                            </p:attrNameLst>
                                          </p:cBhvr>
                                          <p:to>
                                            <p:strVal val="visible"/>
                                          </p:to>
                                        </p:set>
                                        <p:anim calcmode="lin" valueType="num">
                                          <p:cBhvr additive="base">
                                            <p:cTn id="69"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70" dur="1000" fill="hold"/>
                                            <p:tgtEl>
                                              <p:spTgt spid="4">
                                                <p:txEl>
                                                  <p:pRg st="0" end="0"/>
                                                </p:txEl>
                                              </p:spTgt>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2250"/>
                                      </p:stCondLst>
                                      <p:childTnLst>
                                        <p:set>
                                          <p:cBhvr>
                                            <p:cTn id="72" dur="1" fill="hold">
                                              <p:stCondLst>
                                                <p:cond delay="0"/>
                                              </p:stCondLst>
                                            </p:cTn>
                                            <p:tgtEl>
                                              <p:spTgt spid="5">
                                                <p:txEl>
                                                  <p:pRg st="0" end="0"/>
                                                </p:txEl>
                                              </p:spTgt>
                                            </p:tgtEl>
                                            <p:attrNameLst>
                                              <p:attrName>style.visibility</p:attrName>
                                            </p:attrNameLst>
                                          </p:cBhvr>
                                          <p:to>
                                            <p:strVal val="visible"/>
                                          </p:to>
                                        </p:set>
                                        <p:anim calcmode="lin" valueType="num">
                                          <p:cBhvr additive="base">
                                            <p:cTn id="73" dur="10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74" dur="1000" fill="hold"/>
                                            <p:tgtEl>
                                              <p:spTgt spid="5">
                                                <p:txEl>
                                                  <p:pRg st="0" end="0"/>
                                                </p:txEl>
                                              </p:spTgt>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2250"/>
                                      </p:stCondLst>
                                      <p:childTnLst>
                                        <p:set>
                                          <p:cBhvr>
                                            <p:cTn id="76" dur="1" fill="hold">
                                              <p:stCondLst>
                                                <p:cond delay="0"/>
                                              </p:stCondLst>
                                            </p:cTn>
                                            <p:tgtEl>
                                              <p:spTgt spid="6">
                                                <p:txEl>
                                                  <p:pRg st="0" end="0"/>
                                                </p:txEl>
                                              </p:spTgt>
                                            </p:tgtEl>
                                            <p:attrNameLst>
                                              <p:attrName>style.visibility</p:attrName>
                                            </p:attrNameLst>
                                          </p:cBhvr>
                                          <p:to>
                                            <p:strVal val="visible"/>
                                          </p:to>
                                        </p:set>
                                        <p:anim calcmode="lin" valueType="num">
                                          <p:cBhvr additive="base">
                                            <p:cTn id="77" dur="10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78" dur="1000" fill="hold"/>
                                            <p:tgtEl>
                                              <p:spTgt spid="6">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stCondLst>
                                        <p:cond delay="2250"/>
                                      </p:stCondLst>
                                      <p:childTnLst>
                                        <p:set>
                                          <p:cBhvr>
                                            <p:cTn id="80" dur="1" fill="hold">
                                              <p:stCondLst>
                                                <p:cond delay="0"/>
                                              </p:stCondLst>
                                            </p:cTn>
                                            <p:tgtEl>
                                              <p:spTgt spid="7">
                                                <p:txEl>
                                                  <p:pRg st="0" end="0"/>
                                                </p:txEl>
                                              </p:spTgt>
                                            </p:tgtEl>
                                            <p:attrNameLst>
                                              <p:attrName>style.visibility</p:attrName>
                                            </p:attrNameLst>
                                          </p:cBhvr>
                                          <p:to>
                                            <p:strVal val="visible"/>
                                          </p:to>
                                        </p:set>
                                        <p:anim calcmode="lin" valueType="num">
                                          <p:cBhvr additive="base">
                                            <p:cTn id="81" dur="10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82" dur="1000" fill="hold"/>
                                            <p:tgtEl>
                                              <p:spTgt spid="7">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2250"/>
                                      </p:stCondLst>
                                      <p:childTnLst>
                                        <p:set>
                                          <p:cBhvr>
                                            <p:cTn id="84" dur="1" fill="hold">
                                              <p:stCondLst>
                                                <p:cond delay="0"/>
                                              </p:stCondLst>
                                            </p:cTn>
                                            <p:tgtEl>
                                              <p:spTgt spid="8">
                                                <p:txEl>
                                                  <p:pRg st="0" end="0"/>
                                                </p:txEl>
                                              </p:spTgt>
                                            </p:tgtEl>
                                            <p:attrNameLst>
                                              <p:attrName>style.visibility</p:attrName>
                                            </p:attrNameLst>
                                          </p:cBhvr>
                                          <p:to>
                                            <p:strVal val="visible"/>
                                          </p:to>
                                        </p:set>
                                        <p:anim calcmode="lin" valueType="num">
                                          <p:cBhvr additive="base">
                                            <p:cTn id="85" dur="10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86" dur="1000" fill="hold"/>
                                            <p:tgtEl>
                                              <p:spTgt spid="8">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2250"/>
                                      </p:stCondLst>
                                      <p:childTnLst>
                                        <p:set>
                                          <p:cBhvr>
                                            <p:cTn id="88" dur="1" fill="hold">
                                              <p:stCondLst>
                                                <p:cond delay="0"/>
                                              </p:stCondLst>
                                            </p:cTn>
                                            <p:tgtEl>
                                              <p:spTgt spid="9">
                                                <p:txEl>
                                                  <p:pRg st="0" end="0"/>
                                                </p:txEl>
                                              </p:spTgt>
                                            </p:tgtEl>
                                            <p:attrNameLst>
                                              <p:attrName>style.visibility</p:attrName>
                                            </p:attrNameLst>
                                          </p:cBhvr>
                                          <p:to>
                                            <p:strVal val="visible"/>
                                          </p:to>
                                        </p:set>
                                        <p:anim calcmode="lin" valueType="num">
                                          <p:cBhvr additive="base">
                                            <p:cTn id="89" dur="1000" fill="hold"/>
                                            <p:tgtEl>
                                              <p:spTgt spid="9">
                                                <p:txEl>
                                                  <p:pRg st="0" end="0"/>
                                                </p:txEl>
                                              </p:spTgt>
                                            </p:tgtEl>
                                            <p:attrNameLst>
                                              <p:attrName>ppt_x</p:attrName>
                                            </p:attrNameLst>
                                          </p:cBhvr>
                                          <p:tavLst>
                                            <p:tav tm="0">
                                              <p:val>
                                                <p:strVal val="0-#ppt_w/2"/>
                                              </p:val>
                                            </p:tav>
                                            <p:tav tm="100000">
                                              <p:val>
                                                <p:strVal val="#ppt_x"/>
                                              </p:val>
                                            </p:tav>
                                          </p:tavLst>
                                        </p:anim>
                                        <p:anim calcmode="lin" valueType="num">
                                          <p:cBhvr additive="base">
                                            <p:cTn id="90"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 grpId="0" animBg="1"/>
          <p:bldP spid="668" grpId="0" animBg="1"/>
          <p:bldP spid="669" grpId="0" animBg="1"/>
          <p:bldP spid="670" grpId="0" animBg="1"/>
          <p:bldP spid="671" grpId="0" animBg="1"/>
          <p:bldP spid="672" grpId="0" animBg="1"/>
          <p:bldP spid="675" grpId="0" animBg="1"/>
          <p:bldP spid="676" grpId="0" animBg="1"/>
          <p:bldP spid="677" grpId="0" animBg="1"/>
          <p:bldP spid="678" grpId="0" animBg="1"/>
          <p:bldP spid="2" grpId="0" build="p"/>
          <p:bldP spid="3" grpId="0" build="p"/>
          <p:bldP spid="4" grpId="0" build="p"/>
          <p:bldP spid="5" grpId="0" build="p"/>
          <p:bldP spid="6" grpId="0" build="p"/>
          <p:bldP spid="7" grpId="0" build="p"/>
          <p:bldP spid="8" grpId="0" build="p"/>
          <p:bldP spid="9" grpId="0" build="p"/>
          <p:bldP spid="10" grpId="0" build="p"/>
        </p:bldLst>
      </p:timing>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7" name="Freeform 6"/>
          <p:cNvSpPr>
            <a:spLocks noEditPoints="1"/>
          </p:cNvSpPr>
          <p:nvPr/>
        </p:nvSpPr>
        <p:spPr bwMode="auto">
          <a:xfrm>
            <a:off x="8315325" y="1171575"/>
            <a:ext cx="901700" cy="777875"/>
          </a:xfrm>
          <a:custGeom>
            <a:avLst/>
            <a:gdLst>
              <a:gd name="T0" fmla="*/ 418511 w 237"/>
              <a:gd name="T1" fmla="*/ 686360 h 204"/>
              <a:gd name="T2" fmla="*/ 384269 w 237"/>
              <a:gd name="T3" fmla="*/ 632977 h 204"/>
              <a:gd name="T4" fmla="*/ 391878 w 237"/>
              <a:gd name="T5" fmla="*/ 564341 h 204"/>
              <a:gd name="T6" fmla="*/ 369050 w 237"/>
              <a:gd name="T7" fmla="*/ 503331 h 204"/>
              <a:gd name="T8" fmla="*/ 380464 w 237"/>
              <a:gd name="T9" fmla="*/ 434695 h 204"/>
              <a:gd name="T10" fmla="*/ 369050 w 237"/>
              <a:gd name="T11" fmla="*/ 396564 h 204"/>
              <a:gd name="T12" fmla="*/ 277739 w 237"/>
              <a:gd name="T13" fmla="*/ 411816 h 204"/>
              <a:gd name="T14" fmla="*/ 178818 w 237"/>
              <a:gd name="T15" fmla="*/ 343180 h 204"/>
              <a:gd name="T16" fmla="*/ 106530 w 237"/>
              <a:gd name="T17" fmla="*/ 346993 h 204"/>
              <a:gd name="T18" fmla="*/ 57070 w 237"/>
              <a:gd name="T19" fmla="*/ 285983 h 204"/>
              <a:gd name="T20" fmla="*/ 26632 w 237"/>
              <a:gd name="T21" fmla="*/ 209721 h 204"/>
              <a:gd name="T22" fmla="*/ 26632 w 237"/>
              <a:gd name="T23" fmla="*/ 141085 h 204"/>
              <a:gd name="T24" fmla="*/ 91311 w 237"/>
              <a:gd name="T25" fmla="*/ 34318 h 204"/>
              <a:gd name="T26" fmla="*/ 110335 w 237"/>
              <a:gd name="T27" fmla="*/ 87702 h 204"/>
              <a:gd name="T28" fmla="*/ 98921 w 237"/>
              <a:gd name="T29" fmla="*/ 183029 h 204"/>
              <a:gd name="T30" fmla="*/ 155990 w 237"/>
              <a:gd name="T31" fmla="*/ 175403 h 204"/>
              <a:gd name="T32" fmla="*/ 121749 w 237"/>
              <a:gd name="T33" fmla="*/ 99141 h 204"/>
              <a:gd name="T34" fmla="*/ 205451 w 237"/>
              <a:gd name="T35" fmla="*/ 61010 h 204"/>
              <a:gd name="T36" fmla="*/ 228278 w 237"/>
              <a:gd name="T37" fmla="*/ 34318 h 204"/>
              <a:gd name="T38" fmla="*/ 239692 w 237"/>
              <a:gd name="T39" fmla="*/ 11439 h 204"/>
              <a:gd name="T40" fmla="*/ 315785 w 237"/>
              <a:gd name="T41" fmla="*/ 57197 h 204"/>
              <a:gd name="T42" fmla="*/ 372855 w 237"/>
              <a:gd name="T43" fmla="*/ 114393 h 204"/>
              <a:gd name="T44" fmla="*/ 460362 w 237"/>
              <a:gd name="T45" fmla="*/ 106767 h 204"/>
              <a:gd name="T46" fmla="*/ 566892 w 237"/>
              <a:gd name="T47" fmla="*/ 141085 h 204"/>
              <a:gd name="T48" fmla="*/ 631570 w 237"/>
              <a:gd name="T49" fmla="*/ 110580 h 204"/>
              <a:gd name="T50" fmla="*/ 654398 w 237"/>
              <a:gd name="T51" fmla="*/ 102954 h 204"/>
              <a:gd name="T52" fmla="*/ 749514 w 237"/>
              <a:gd name="T53" fmla="*/ 99141 h 204"/>
              <a:gd name="T54" fmla="*/ 719077 w 237"/>
              <a:gd name="T55" fmla="*/ 110580 h 204"/>
              <a:gd name="T56" fmla="*/ 734296 w 237"/>
              <a:gd name="T57" fmla="*/ 148711 h 204"/>
              <a:gd name="T58" fmla="*/ 791365 w 237"/>
              <a:gd name="T59" fmla="*/ 160151 h 204"/>
              <a:gd name="T60" fmla="*/ 840826 w 237"/>
              <a:gd name="T61" fmla="*/ 205908 h 204"/>
              <a:gd name="T62" fmla="*/ 837021 w 237"/>
              <a:gd name="T63" fmla="*/ 240226 h 204"/>
              <a:gd name="T64" fmla="*/ 894091 w 237"/>
              <a:gd name="T65" fmla="*/ 251665 h 204"/>
              <a:gd name="T66" fmla="*/ 852240 w 237"/>
              <a:gd name="T67" fmla="*/ 305049 h 204"/>
              <a:gd name="T68" fmla="*/ 871263 w 237"/>
              <a:gd name="T69" fmla="*/ 346993 h 204"/>
              <a:gd name="T70" fmla="*/ 814193 w 237"/>
              <a:gd name="T71" fmla="*/ 373685 h 204"/>
              <a:gd name="T72" fmla="*/ 848435 w 237"/>
              <a:gd name="T73" fmla="*/ 495705 h 204"/>
              <a:gd name="T74" fmla="*/ 806584 w 237"/>
              <a:gd name="T75" fmla="*/ 514770 h 204"/>
              <a:gd name="T76" fmla="*/ 764733 w 237"/>
              <a:gd name="T77" fmla="*/ 541462 h 204"/>
              <a:gd name="T78" fmla="*/ 707663 w 237"/>
              <a:gd name="T79" fmla="*/ 560528 h 204"/>
              <a:gd name="T80" fmla="*/ 684835 w 237"/>
              <a:gd name="T81" fmla="*/ 564341 h 204"/>
              <a:gd name="T82" fmla="*/ 646789 w 237"/>
              <a:gd name="T83" fmla="*/ 549088 h 204"/>
              <a:gd name="T84" fmla="*/ 570696 w 237"/>
              <a:gd name="T85" fmla="*/ 533836 h 204"/>
              <a:gd name="T86" fmla="*/ 608743 w 237"/>
              <a:gd name="T87" fmla="*/ 606285 h 204"/>
              <a:gd name="T88" fmla="*/ 669617 w 237"/>
              <a:gd name="T89" fmla="*/ 655855 h 204"/>
              <a:gd name="T90" fmla="*/ 604938 w 237"/>
              <a:gd name="T91" fmla="*/ 720678 h 204"/>
              <a:gd name="T92" fmla="*/ 570696 w 237"/>
              <a:gd name="T93" fmla="*/ 732118 h 204"/>
              <a:gd name="T94" fmla="*/ 536454 w 237"/>
              <a:gd name="T95" fmla="*/ 758809 h 204"/>
              <a:gd name="T96" fmla="*/ 517431 w 237"/>
              <a:gd name="T97" fmla="*/ 751183 h 204"/>
              <a:gd name="T98" fmla="*/ 791365 w 237"/>
              <a:gd name="T99" fmla="*/ 125833 h 204"/>
              <a:gd name="T100" fmla="*/ 821803 w 237"/>
              <a:gd name="T101" fmla="*/ 141085 h 204"/>
              <a:gd name="T102" fmla="*/ 802779 w 237"/>
              <a:gd name="T103" fmla="*/ 95328 h 204"/>
              <a:gd name="T104" fmla="*/ 635375 w 237"/>
              <a:gd name="T105" fmla="*/ 72449 h 204"/>
              <a:gd name="T106" fmla="*/ 623961 w 237"/>
              <a:gd name="T107" fmla="*/ 76262 h 204"/>
              <a:gd name="T108" fmla="*/ 601133 w 237"/>
              <a:gd name="T109" fmla="*/ 80075 h 204"/>
              <a:gd name="T110" fmla="*/ 616352 w 237"/>
              <a:gd name="T111" fmla="*/ 87702 h 204"/>
              <a:gd name="T112" fmla="*/ 639180 w 237"/>
              <a:gd name="T113" fmla="*/ 80075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7" h="204">
                <a:moveTo>
                  <a:pt x="123" y="202"/>
                </a:moveTo>
                <a:cubicBezTo>
                  <a:pt x="114" y="193"/>
                  <a:pt x="114" y="193"/>
                  <a:pt x="114" y="193"/>
                </a:cubicBezTo>
                <a:cubicBezTo>
                  <a:pt x="114" y="193"/>
                  <a:pt x="114" y="191"/>
                  <a:pt x="114" y="191"/>
                </a:cubicBezTo>
                <a:cubicBezTo>
                  <a:pt x="114" y="190"/>
                  <a:pt x="114" y="190"/>
                  <a:pt x="114" y="189"/>
                </a:cubicBezTo>
                <a:cubicBezTo>
                  <a:pt x="113" y="189"/>
                  <a:pt x="112" y="186"/>
                  <a:pt x="112" y="186"/>
                </a:cubicBezTo>
                <a:cubicBezTo>
                  <a:pt x="111" y="185"/>
                  <a:pt x="110" y="182"/>
                  <a:pt x="110" y="182"/>
                </a:cubicBezTo>
                <a:cubicBezTo>
                  <a:pt x="110" y="181"/>
                  <a:pt x="110" y="180"/>
                  <a:pt x="110" y="180"/>
                </a:cubicBezTo>
                <a:cubicBezTo>
                  <a:pt x="110" y="180"/>
                  <a:pt x="110" y="177"/>
                  <a:pt x="110" y="177"/>
                </a:cubicBezTo>
                <a:cubicBezTo>
                  <a:pt x="110" y="177"/>
                  <a:pt x="109" y="177"/>
                  <a:pt x="108" y="177"/>
                </a:cubicBezTo>
                <a:cubicBezTo>
                  <a:pt x="108" y="176"/>
                  <a:pt x="108" y="175"/>
                  <a:pt x="108" y="175"/>
                </a:cubicBezTo>
                <a:cubicBezTo>
                  <a:pt x="108" y="173"/>
                  <a:pt x="108" y="173"/>
                  <a:pt x="108" y="173"/>
                </a:cubicBezTo>
                <a:cubicBezTo>
                  <a:pt x="108" y="173"/>
                  <a:pt x="104" y="169"/>
                  <a:pt x="104" y="169"/>
                </a:cubicBezTo>
                <a:cubicBezTo>
                  <a:pt x="104" y="169"/>
                  <a:pt x="102" y="168"/>
                  <a:pt x="101" y="168"/>
                </a:cubicBezTo>
                <a:cubicBezTo>
                  <a:pt x="101" y="167"/>
                  <a:pt x="101" y="166"/>
                  <a:pt x="101" y="166"/>
                </a:cubicBezTo>
                <a:cubicBezTo>
                  <a:pt x="101" y="165"/>
                  <a:pt x="97" y="166"/>
                  <a:pt x="97" y="166"/>
                </a:cubicBezTo>
                <a:cubicBezTo>
                  <a:pt x="96" y="165"/>
                  <a:pt x="96" y="165"/>
                  <a:pt x="96" y="165"/>
                </a:cubicBezTo>
                <a:cubicBezTo>
                  <a:pt x="103" y="159"/>
                  <a:pt x="103" y="159"/>
                  <a:pt x="103" y="159"/>
                </a:cubicBezTo>
                <a:cubicBezTo>
                  <a:pt x="105" y="158"/>
                  <a:pt x="105" y="158"/>
                  <a:pt x="105" y="158"/>
                </a:cubicBezTo>
                <a:cubicBezTo>
                  <a:pt x="105" y="158"/>
                  <a:pt x="106" y="155"/>
                  <a:pt x="106" y="155"/>
                </a:cubicBezTo>
                <a:cubicBezTo>
                  <a:pt x="106" y="155"/>
                  <a:pt x="105" y="154"/>
                  <a:pt x="105" y="153"/>
                </a:cubicBezTo>
                <a:cubicBezTo>
                  <a:pt x="105" y="153"/>
                  <a:pt x="103" y="148"/>
                  <a:pt x="103" y="148"/>
                </a:cubicBezTo>
                <a:cubicBezTo>
                  <a:pt x="101" y="148"/>
                  <a:pt x="101" y="148"/>
                  <a:pt x="101" y="148"/>
                </a:cubicBezTo>
                <a:cubicBezTo>
                  <a:pt x="101" y="148"/>
                  <a:pt x="100" y="145"/>
                  <a:pt x="100" y="145"/>
                </a:cubicBezTo>
                <a:cubicBezTo>
                  <a:pt x="100" y="144"/>
                  <a:pt x="98" y="142"/>
                  <a:pt x="98" y="142"/>
                </a:cubicBezTo>
                <a:cubicBezTo>
                  <a:pt x="98" y="137"/>
                  <a:pt x="98" y="137"/>
                  <a:pt x="98" y="137"/>
                </a:cubicBezTo>
                <a:cubicBezTo>
                  <a:pt x="98" y="137"/>
                  <a:pt x="97" y="136"/>
                  <a:pt x="97" y="136"/>
                </a:cubicBezTo>
                <a:cubicBezTo>
                  <a:pt x="96" y="135"/>
                  <a:pt x="97" y="134"/>
                  <a:pt x="97" y="134"/>
                </a:cubicBezTo>
                <a:cubicBezTo>
                  <a:pt x="97" y="133"/>
                  <a:pt x="97" y="132"/>
                  <a:pt x="97" y="132"/>
                </a:cubicBezTo>
                <a:cubicBezTo>
                  <a:pt x="97" y="125"/>
                  <a:pt x="97" y="125"/>
                  <a:pt x="97" y="125"/>
                </a:cubicBezTo>
                <a:cubicBezTo>
                  <a:pt x="97" y="124"/>
                  <a:pt x="97" y="124"/>
                  <a:pt x="97" y="124"/>
                </a:cubicBezTo>
                <a:cubicBezTo>
                  <a:pt x="97" y="124"/>
                  <a:pt x="96" y="123"/>
                  <a:pt x="96" y="123"/>
                </a:cubicBezTo>
                <a:cubicBezTo>
                  <a:pt x="96" y="122"/>
                  <a:pt x="97" y="122"/>
                  <a:pt x="97" y="122"/>
                </a:cubicBezTo>
                <a:cubicBezTo>
                  <a:pt x="97" y="121"/>
                  <a:pt x="98" y="121"/>
                  <a:pt x="99" y="121"/>
                </a:cubicBezTo>
                <a:cubicBezTo>
                  <a:pt x="99" y="120"/>
                  <a:pt x="101" y="119"/>
                  <a:pt x="101" y="119"/>
                </a:cubicBezTo>
                <a:cubicBezTo>
                  <a:pt x="100" y="114"/>
                  <a:pt x="100" y="114"/>
                  <a:pt x="100" y="114"/>
                </a:cubicBezTo>
                <a:cubicBezTo>
                  <a:pt x="105" y="110"/>
                  <a:pt x="105" y="110"/>
                  <a:pt x="105" y="110"/>
                </a:cubicBezTo>
                <a:cubicBezTo>
                  <a:pt x="104" y="108"/>
                  <a:pt x="104" y="108"/>
                  <a:pt x="104" y="108"/>
                </a:cubicBezTo>
                <a:cubicBezTo>
                  <a:pt x="103" y="106"/>
                  <a:pt x="103" y="106"/>
                  <a:pt x="103" y="106"/>
                </a:cubicBezTo>
                <a:cubicBezTo>
                  <a:pt x="102" y="105"/>
                  <a:pt x="102" y="105"/>
                  <a:pt x="102" y="105"/>
                </a:cubicBezTo>
                <a:cubicBezTo>
                  <a:pt x="102" y="105"/>
                  <a:pt x="100" y="105"/>
                  <a:pt x="100" y="105"/>
                </a:cubicBezTo>
                <a:cubicBezTo>
                  <a:pt x="100" y="105"/>
                  <a:pt x="99" y="104"/>
                  <a:pt x="99" y="104"/>
                </a:cubicBezTo>
                <a:cubicBezTo>
                  <a:pt x="98" y="104"/>
                  <a:pt x="97" y="104"/>
                  <a:pt x="97" y="104"/>
                </a:cubicBezTo>
                <a:cubicBezTo>
                  <a:pt x="97" y="104"/>
                  <a:pt x="94" y="106"/>
                  <a:pt x="94" y="106"/>
                </a:cubicBezTo>
                <a:cubicBezTo>
                  <a:pt x="94" y="106"/>
                  <a:pt x="88" y="107"/>
                  <a:pt x="88" y="107"/>
                </a:cubicBezTo>
                <a:cubicBezTo>
                  <a:pt x="88" y="107"/>
                  <a:pt x="85" y="107"/>
                  <a:pt x="85" y="107"/>
                </a:cubicBezTo>
                <a:cubicBezTo>
                  <a:pt x="85" y="107"/>
                  <a:pt x="81" y="107"/>
                  <a:pt x="81" y="107"/>
                </a:cubicBezTo>
                <a:cubicBezTo>
                  <a:pt x="80" y="107"/>
                  <a:pt x="77" y="106"/>
                  <a:pt x="77" y="106"/>
                </a:cubicBezTo>
                <a:cubicBezTo>
                  <a:pt x="75" y="105"/>
                  <a:pt x="75" y="105"/>
                  <a:pt x="75" y="105"/>
                </a:cubicBezTo>
                <a:cubicBezTo>
                  <a:pt x="75" y="105"/>
                  <a:pt x="73" y="108"/>
                  <a:pt x="73" y="108"/>
                </a:cubicBezTo>
                <a:cubicBezTo>
                  <a:pt x="73" y="108"/>
                  <a:pt x="72" y="108"/>
                  <a:pt x="72" y="108"/>
                </a:cubicBezTo>
                <a:cubicBezTo>
                  <a:pt x="70" y="107"/>
                  <a:pt x="70" y="107"/>
                  <a:pt x="70" y="107"/>
                </a:cubicBezTo>
                <a:cubicBezTo>
                  <a:pt x="69" y="107"/>
                  <a:pt x="69" y="107"/>
                  <a:pt x="69" y="107"/>
                </a:cubicBezTo>
                <a:cubicBezTo>
                  <a:pt x="57" y="92"/>
                  <a:pt x="57" y="92"/>
                  <a:pt x="57" y="92"/>
                </a:cubicBezTo>
                <a:cubicBezTo>
                  <a:pt x="56" y="93"/>
                  <a:pt x="56" y="93"/>
                  <a:pt x="56" y="93"/>
                </a:cubicBezTo>
                <a:cubicBezTo>
                  <a:pt x="53" y="93"/>
                  <a:pt x="53" y="93"/>
                  <a:pt x="53" y="93"/>
                </a:cubicBezTo>
                <a:cubicBezTo>
                  <a:pt x="47" y="90"/>
                  <a:pt x="47" y="90"/>
                  <a:pt x="47" y="90"/>
                </a:cubicBezTo>
                <a:cubicBezTo>
                  <a:pt x="46" y="91"/>
                  <a:pt x="46" y="91"/>
                  <a:pt x="46" y="91"/>
                </a:cubicBezTo>
                <a:cubicBezTo>
                  <a:pt x="43" y="92"/>
                  <a:pt x="43" y="92"/>
                  <a:pt x="43" y="92"/>
                </a:cubicBezTo>
                <a:cubicBezTo>
                  <a:pt x="41" y="92"/>
                  <a:pt x="41" y="92"/>
                  <a:pt x="41" y="92"/>
                </a:cubicBezTo>
                <a:cubicBezTo>
                  <a:pt x="39" y="91"/>
                  <a:pt x="39" y="91"/>
                  <a:pt x="39" y="91"/>
                </a:cubicBezTo>
                <a:cubicBezTo>
                  <a:pt x="30" y="91"/>
                  <a:pt x="30" y="91"/>
                  <a:pt x="30" y="91"/>
                </a:cubicBezTo>
                <a:cubicBezTo>
                  <a:pt x="30" y="91"/>
                  <a:pt x="29" y="91"/>
                  <a:pt x="29" y="91"/>
                </a:cubicBezTo>
                <a:cubicBezTo>
                  <a:pt x="28" y="90"/>
                  <a:pt x="28" y="91"/>
                  <a:pt x="28" y="91"/>
                </a:cubicBezTo>
                <a:cubicBezTo>
                  <a:pt x="26" y="92"/>
                  <a:pt x="26" y="92"/>
                  <a:pt x="26" y="92"/>
                </a:cubicBezTo>
                <a:cubicBezTo>
                  <a:pt x="23" y="92"/>
                  <a:pt x="23" y="92"/>
                  <a:pt x="23" y="92"/>
                </a:cubicBezTo>
                <a:cubicBezTo>
                  <a:pt x="23" y="92"/>
                  <a:pt x="23" y="91"/>
                  <a:pt x="22" y="90"/>
                </a:cubicBezTo>
                <a:cubicBezTo>
                  <a:pt x="22" y="89"/>
                  <a:pt x="21" y="85"/>
                  <a:pt x="21" y="85"/>
                </a:cubicBezTo>
                <a:cubicBezTo>
                  <a:pt x="17" y="85"/>
                  <a:pt x="17" y="85"/>
                  <a:pt x="17" y="85"/>
                </a:cubicBezTo>
                <a:cubicBezTo>
                  <a:pt x="17" y="85"/>
                  <a:pt x="16" y="82"/>
                  <a:pt x="16" y="82"/>
                </a:cubicBezTo>
                <a:cubicBezTo>
                  <a:pt x="16" y="82"/>
                  <a:pt x="15" y="75"/>
                  <a:pt x="15" y="75"/>
                </a:cubicBezTo>
                <a:cubicBezTo>
                  <a:pt x="15" y="75"/>
                  <a:pt x="17" y="74"/>
                  <a:pt x="17" y="73"/>
                </a:cubicBezTo>
                <a:cubicBezTo>
                  <a:pt x="18" y="73"/>
                  <a:pt x="18" y="71"/>
                  <a:pt x="18" y="70"/>
                </a:cubicBezTo>
                <a:cubicBezTo>
                  <a:pt x="18" y="70"/>
                  <a:pt x="17" y="68"/>
                  <a:pt x="16" y="67"/>
                </a:cubicBezTo>
                <a:cubicBezTo>
                  <a:pt x="16" y="67"/>
                  <a:pt x="12" y="64"/>
                  <a:pt x="12" y="64"/>
                </a:cubicBezTo>
                <a:cubicBezTo>
                  <a:pt x="12" y="64"/>
                  <a:pt x="12" y="60"/>
                  <a:pt x="12" y="60"/>
                </a:cubicBezTo>
                <a:cubicBezTo>
                  <a:pt x="12" y="59"/>
                  <a:pt x="10" y="55"/>
                  <a:pt x="10" y="55"/>
                </a:cubicBezTo>
                <a:cubicBezTo>
                  <a:pt x="7" y="55"/>
                  <a:pt x="7" y="55"/>
                  <a:pt x="7" y="55"/>
                </a:cubicBezTo>
                <a:cubicBezTo>
                  <a:pt x="6" y="51"/>
                  <a:pt x="6" y="51"/>
                  <a:pt x="6" y="51"/>
                </a:cubicBezTo>
                <a:cubicBezTo>
                  <a:pt x="4" y="53"/>
                  <a:pt x="4" y="53"/>
                  <a:pt x="4" y="53"/>
                </a:cubicBezTo>
                <a:cubicBezTo>
                  <a:pt x="0" y="53"/>
                  <a:pt x="0" y="53"/>
                  <a:pt x="0" y="53"/>
                </a:cubicBezTo>
                <a:cubicBezTo>
                  <a:pt x="0" y="53"/>
                  <a:pt x="7" y="43"/>
                  <a:pt x="7" y="42"/>
                </a:cubicBezTo>
                <a:cubicBezTo>
                  <a:pt x="7" y="42"/>
                  <a:pt x="7" y="41"/>
                  <a:pt x="7" y="41"/>
                </a:cubicBezTo>
                <a:cubicBezTo>
                  <a:pt x="7" y="41"/>
                  <a:pt x="6" y="40"/>
                  <a:pt x="7" y="39"/>
                </a:cubicBezTo>
                <a:cubicBezTo>
                  <a:pt x="7" y="39"/>
                  <a:pt x="7" y="37"/>
                  <a:pt x="7" y="37"/>
                </a:cubicBezTo>
                <a:cubicBezTo>
                  <a:pt x="8" y="36"/>
                  <a:pt x="8" y="34"/>
                  <a:pt x="8" y="33"/>
                </a:cubicBezTo>
                <a:cubicBezTo>
                  <a:pt x="8" y="33"/>
                  <a:pt x="8" y="32"/>
                  <a:pt x="8" y="31"/>
                </a:cubicBezTo>
                <a:cubicBezTo>
                  <a:pt x="8" y="31"/>
                  <a:pt x="15" y="19"/>
                  <a:pt x="15" y="19"/>
                </a:cubicBezTo>
                <a:cubicBezTo>
                  <a:pt x="15" y="19"/>
                  <a:pt x="18" y="19"/>
                  <a:pt x="19" y="18"/>
                </a:cubicBezTo>
                <a:cubicBezTo>
                  <a:pt x="19" y="18"/>
                  <a:pt x="20" y="17"/>
                  <a:pt x="20" y="17"/>
                </a:cubicBezTo>
                <a:cubicBezTo>
                  <a:pt x="23" y="12"/>
                  <a:pt x="23" y="12"/>
                  <a:pt x="23" y="12"/>
                </a:cubicBezTo>
                <a:cubicBezTo>
                  <a:pt x="24" y="9"/>
                  <a:pt x="24" y="9"/>
                  <a:pt x="24" y="9"/>
                </a:cubicBezTo>
                <a:cubicBezTo>
                  <a:pt x="36" y="6"/>
                  <a:pt x="36" y="6"/>
                  <a:pt x="36" y="6"/>
                </a:cubicBezTo>
                <a:cubicBezTo>
                  <a:pt x="35" y="7"/>
                  <a:pt x="34" y="8"/>
                  <a:pt x="34" y="8"/>
                </a:cubicBezTo>
                <a:cubicBezTo>
                  <a:pt x="34" y="8"/>
                  <a:pt x="28" y="10"/>
                  <a:pt x="27" y="10"/>
                </a:cubicBezTo>
                <a:cubicBezTo>
                  <a:pt x="26" y="10"/>
                  <a:pt x="25" y="11"/>
                  <a:pt x="25" y="12"/>
                </a:cubicBezTo>
                <a:cubicBezTo>
                  <a:pt x="25" y="12"/>
                  <a:pt x="25" y="14"/>
                  <a:pt x="25" y="15"/>
                </a:cubicBezTo>
                <a:cubicBezTo>
                  <a:pt x="25" y="16"/>
                  <a:pt x="26" y="17"/>
                  <a:pt x="27" y="18"/>
                </a:cubicBezTo>
                <a:cubicBezTo>
                  <a:pt x="27" y="19"/>
                  <a:pt x="29" y="23"/>
                  <a:pt x="29" y="23"/>
                </a:cubicBezTo>
                <a:cubicBezTo>
                  <a:pt x="29" y="23"/>
                  <a:pt x="31" y="25"/>
                  <a:pt x="31" y="26"/>
                </a:cubicBezTo>
                <a:cubicBezTo>
                  <a:pt x="31" y="27"/>
                  <a:pt x="31" y="30"/>
                  <a:pt x="30" y="31"/>
                </a:cubicBezTo>
                <a:cubicBezTo>
                  <a:pt x="29" y="32"/>
                  <a:pt x="28" y="34"/>
                  <a:pt x="27" y="35"/>
                </a:cubicBezTo>
                <a:cubicBezTo>
                  <a:pt x="26" y="36"/>
                  <a:pt x="25" y="37"/>
                  <a:pt x="24" y="38"/>
                </a:cubicBezTo>
                <a:cubicBezTo>
                  <a:pt x="23" y="39"/>
                  <a:pt x="23" y="40"/>
                  <a:pt x="22" y="41"/>
                </a:cubicBezTo>
                <a:cubicBezTo>
                  <a:pt x="21" y="42"/>
                  <a:pt x="23" y="43"/>
                  <a:pt x="24" y="44"/>
                </a:cubicBezTo>
                <a:cubicBezTo>
                  <a:pt x="24" y="45"/>
                  <a:pt x="25" y="47"/>
                  <a:pt x="26" y="48"/>
                </a:cubicBezTo>
                <a:cubicBezTo>
                  <a:pt x="27" y="49"/>
                  <a:pt x="28" y="51"/>
                  <a:pt x="28" y="52"/>
                </a:cubicBezTo>
                <a:cubicBezTo>
                  <a:pt x="29" y="52"/>
                  <a:pt x="29" y="55"/>
                  <a:pt x="29" y="55"/>
                </a:cubicBezTo>
                <a:cubicBezTo>
                  <a:pt x="29" y="56"/>
                  <a:pt x="32" y="56"/>
                  <a:pt x="33" y="56"/>
                </a:cubicBezTo>
                <a:cubicBezTo>
                  <a:pt x="34" y="56"/>
                  <a:pt x="37" y="55"/>
                  <a:pt x="37" y="54"/>
                </a:cubicBezTo>
                <a:cubicBezTo>
                  <a:pt x="38" y="54"/>
                  <a:pt x="40" y="52"/>
                  <a:pt x="40" y="51"/>
                </a:cubicBezTo>
                <a:cubicBezTo>
                  <a:pt x="41" y="51"/>
                  <a:pt x="40" y="50"/>
                  <a:pt x="40" y="50"/>
                </a:cubicBezTo>
                <a:cubicBezTo>
                  <a:pt x="40" y="49"/>
                  <a:pt x="40" y="47"/>
                  <a:pt x="41" y="46"/>
                </a:cubicBezTo>
                <a:cubicBezTo>
                  <a:pt x="41" y="45"/>
                  <a:pt x="41" y="44"/>
                  <a:pt x="41" y="44"/>
                </a:cubicBezTo>
                <a:cubicBezTo>
                  <a:pt x="41" y="43"/>
                  <a:pt x="40" y="42"/>
                  <a:pt x="40" y="41"/>
                </a:cubicBezTo>
                <a:cubicBezTo>
                  <a:pt x="39" y="40"/>
                  <a:pt x="38" y="40"/>
                  <a:pt x="38" y="39"/>
                </a:cubicBezTo>
                <a:cubicBezTo>
                  <a:pt x="38" y="39"/>
                  <a:pt x="37" y="38"/>
                  <a:pt x="37" y="37"/>
                </a:cubicBezTo>
                <a:cubicBezTo>
                  <a:pt x="37" y="36"/>
                  <a:pt x="36" y="36"/>
                  <a:pt x="35" y="35"/>
                </a:cubicBezTo>
                <a:cubicBezTo>
                  <a:pt x="34" y="34"/>
                  <a:pt x="33" y="31"/>
                  <a:pt x="33" y="31"/>
                </a:cubicBezTo>
                <a:cubicBezTo>
                  <a:pt x="32" y="30"/>
                  <a:pt x="32" y="27"/>
                  <a:pt x="32" y="26"/>
                </a:cubicBezTo>
                <a:cubicBezTo>
                  <a:pt x="32" y="26"/>
                  <a:pt x="33" y="24"/>
                  <a:pt x="33" y="24"/>
                </a:cubicBezTo>
                <a:cubicBezTo>
                  <a:pt x="34" y="23"/>
                  <a:pt x="34" y="23"/>
                  <a:pt x="34" y="23"/>
                </a:cubicBezTo>
                <a:cubicBezTo>
                  <a:pt x="34" y="22"/>
                  <a:pt x="37" y="22"/>
                  <a:pt x="38" y="21"/>
                </a:cubicBezTo>
                <a:cubicBezTo>
                  <a:pt x="39" y="21"/>
                  <a:pt x="41" y="20"/>
                  <a:pt x="42" y="20"/>
                </a:cubicBezTo>
                <a:cubicBezTo>
                  <a:pt x="43" y="19"/>
                  <a:pt x="46" y="17"/>
                  <a:pt x="47" y="17"/>
                </a:cubicBezTo>
                <a:cubicBezTo>
                  <a:pt x="47" y="17"/>
                  <a:pt x="50" y="17"/>
                  <a:pt x="50" y="16"/>
                </a:cubicBezTo>
                <a:cubicBezTo>
                  <a:pt x="51" y="16"/>
                  <a:pt x="53" y="16"/>
                  <a:pt x="54" y="16"/>
                </a:cubicBezTo>
                <a:cubicBezTo>
                  <a:pt x="56" y="15"/>
                  <a:pt x="56" y="14"/>
                  <a:pt x="56" y="14"/>
                </a:cubicBezTo>
                <a:cubicBezTo>
                  <a:pt x="57" y="13"/>
                  <a:pt x="58" y="13"/>
                  <a:pt x="59" y="13"/>
                </a:cubicBezTo>
                <a:cubicBezTo>
                  <a:pt x="59" y="13"/>
                  <a:pt x="61" y="13"/>
                  <a:pt x="62" y="13"/>
                </a:cubicBezTo>
                <a:cubicBezTo>
                  <a:pt x="62" y="13"/>
                  <a:pt x="64" y="13"/>
                  <a:pt x="64" y="12"/>
                </a:cubicBezTo>
                <a:cubicBezTo>
                  <a:pt x="64" y="12"/>
                  <a:pt x="64" y="11"/>
                  <a:pt x="63" y="10"/>
                </a:cubicBezTo>
                <a:cubicBezTo>
                  <a:pt x="63" y="10"/>
                  <a:pt x="62" y="9"/>
                  <a:pt x="61" y="9"/>
                </a:cubicBezTo>
                <a:cubicBezTo>
                  <a:pt x="61" y="8"/>
                  <a:pt x="60" y="9"/>
                  <a:pt x="60" y="9"/>
                </a:cubicBezTo>
                <a:cubicBezTo>
                  <a:pt x="59" y="9"/>
                  <a:pt x="56" y="10"/>
                  <a:pt x="56" y="10"/>
                </a:cubicBezTo>
                <a:cubicBezTo>
                  <a:pt x="56" y="10"/>
                  <a:pt x="56" y="9"/>
                  <a:pt x="55" y="9"/>
                </a:cubicBezTo>
                <a:cubicBezTo>
                  <a:pt x="55" y="8"/>
                  <a:pt x="55" y="7"/>
                  <a:pt x="55" y="7"/>
                </a:cubicBezTo>
                <a:cubicBezTo>
                  <a:pt x="54" y="6"/>
                  <a:pt x="54" y="5"/>
                  <a:pt x="54" y="4"/>
                </a:cubicBezTo>
                <a:cubicBezTo>
                  <a:pt x="54" y="4"/>
                  <a:pt x="56" y="1"/>
                  <a:pt x="57" y="1"/>
                </a:cubicBezTo>
                <a:cubicBezTo>
                  <a:pt x="57" y="0"/>
                  <a:pt x="60" y="0"/>
                  <a:pt x="61" y="0"/>
                </a:cubicBezTo>
                <a:cubicBezTo>
                  <a:pt x="62" y="1"/>
                  <a:pt x="62" y="2"/>
                  <a:pt x="63" y="3"/>
                </a:cubicBezTo>
                <a:cubicBezTo>
                  <a:pt x="63" y="4"/>
                  <a:pt x="63" y="5"/>
                  <a:pt x="63" y="6"/>
                </a:cubicBezTo>
                <a:cubicBezTo>
                  <a:pt x="63" y="7"/>
                  <a:pt x="64" y="9"/>
                  <a:pt x="64" y="9"/>
                </a:cubicBezTo>
                <a:cubicBezTo>
                  <a:pt x="64" y="10"/>
                  <a:pt x="65" y="12"/>
                  <a:pt x="65" y="12"/>
                </a:cubicBezTo>
                <a:cubicBezTo>
                  <a:pt x="65" y="12"/>
                  <a:pt x="70" y="12"/>
                  <a:pt x="72" y="12"/>
                </a:cubicBezTo>
                <a:cubicBezTo>
                  <a:pt x="74" y="12"/>
                  <a:pt x="74" y="12"/>
                  <a:pt x="75" y="13"/>
                </a:cubicBezTo>
                <a:cubicBezTo>
                  <a:pt x="75" y="13"/>
                  <a:pt x="79" y="14"/>
                  <a:pt x="80" y="14"/>
                </a:cubicBezTo>
                <a:cubicBezTo>
                  <a:pt x="81" y="14"/>
                  <a:pt x="83" y="15"/>
                  <a:pt x="83" y="15"/>
                </a:cubicBezTo>
                <a:cubicBezTo>
                  <a:pt x="84" y="16"/>
                  <a:pt x="86" y="18"/>
                  <a:pt x="87" y="19"/>
                </a:cubicBezTo>
                <a:cubicBezTo>
                  <a:pt x="88" y="19"/>
                  <a:pt x="89" y="20"/>
                  <a:pt x="89" y="21"/>
                </a:cubicBezTo>
                <a:cubicBezTo>
                  <a:pt x="90" y="22"/>
                  <a:pt x="90" y="23"/>
                  <a:pt x="90" y="23"/>
                </a:cubicBezTo>
                <a:cubicBezTo>
                  <a:pt x="90" y="24"/>
                  <a:pt x="89" y="25"/>
                  <a:pt x="89" y="25"/>
                </a:cubicBezTo>
                <a:cubicBezTo>
                  <a:pt x="89" y="26"/>
                  <a:pt x="90" y="28"/>
                  <a:pt x="90" y="29"/>
                </a:cubicBezTo>
                <a:cubicBezTo>
                  <a:pt x="91" y="30"/>
                  <a:pt x="93" y="30"/>
                  <a:pt x="94" y="30"/>
                </a:cubicBezTo>
                <a:cubicBezTo>
                  <a:pt x="96" y="30"/>
                  <a:pt x="98" y="30"/>
                  <a:pt x="98" y="30"/>
                </a:cubicBezTo>
                <a:cubicBezTo>
                  <a:pt x="98" y="30"/>
                  <a:pt x="102" y="30"/>
                  <a:pt x="103" y="29"/>
                </a:cubicBezTo>
                <a:cubicBezTo>
                  <a:pt x="104" y="29"/>
                  <a:pt x="105" y="29"/>
                  <a:pt x="106" y="29"/>
                </a:cubicBezTo>
                <a:cubicBezTo>
                  <a:pt x="107" y="29"/>
                  <a:pt x="109" y="28"/>
                  <a:pt x="109" y="28"/>
                </a:cubicBezTo>
                <a:cubicBezTo>
                  <a:pt x="110" y="28"/>
                  <a:pt x="112" y="27"/>
                  <a:pt x="112" y="27"/>
                </a:cubicBezTo>
                <a:cubicBezTo>
                  <a:pt x="112" y="27"/>
                  <a:pt x="113" y="28"/>
                  <a:pt x="114" y="28"/>
                </a:cubicBezTo>
                <a:cubicBezTo>
                  <a:pt x="114" y="28"/>
                  <a:pt x="115" y="28"/>
                  <a:pt x="116" y="28"/>
                </a:cubicBezTo>
                <a:cubicBezTo>
                  <a:pt x="116" y="28"/>
                  <a:pt x="120" y="28"/>
                  <a:pt x="121" y="28"/>
                </a:cubicBezTo>
                <a:cubicBezTo>
                  <a:pt x="121" y="28"/>
                  <a:pt x="126" y="27"/>
                  <a:pt x="127" y="28"/>
                </a:cubicBezTo>
                <a:cubicBezTo>
                  <a:pt x="128" y="28"/>
                  <a:pt x="128" y="30"/>
                  <a:pt x="127" y="30"/>
                </a:cubicBezTo>
                <a:cubicBezTo>
                  <a:pt x="127" y="30"/>
                  <a:pt x="128" y="31"/>
                  <a:pt x="128" y="31"/>
                </a:cubicBezTo>
                <a:cubicBezTo>
                  <a:pt x="129" y="31"/>
                  <a:pt x="132" y="34"/>
                  <a:pt x="133" y="34"/>
                </a:cubicBezTo>
                <a:cubicBezTo>
                  <a:pt x="134" y="35"/>
                  <a:pt x="137" y="35"/>
                  <a:pt x="138" y="36"/>
                </a:cubicBezTo>
                <a:cubicBezTo>
                  <a:pt x="138" y="36"/>
                  <a:pt x="142" y="37"/>
                  <a:pt x="143" y="37"/>
                </a:cubicBezTo>
                <a:cubicBezTo>
                  <a:pt x="145" y="38"/>
                  <a:pt x="147" y="37"/>
                  <a:pt x="149" y="37"/>
                </a:cubicBezTo>
                <a:cubicBezTo>
                  <a:pt x="150" y="37"/>
                  <a:pt x="152" y="36"/>
                  <a:pt x="152" y="36"/>
                </a:cubicBezTo>
                <a:cubicBezTo>
                  <a:pt x="153" y="36"/>
                  <a:pt x="154" y="35"/>
                  <a:pt x="154" y="34"/>
                </a:cubicBezTo>
                <a:cubicBezTo>
                  <a:pt x="154" y="34"/>
                  <a:pt x="158" y="33"/>
                  <a:pt x="158" y="32"/>
                </a:cubicBezTo>
                <a:cubicBezTo>
                  <a:pt x="158" y="32"/>
                  <a:pt x="159" y="31"/>
                  <a:pt x="161" y="30"/>
                </a:cubicBezTo>
                <a:cubicBezTo>
                  <a:pt x="162" y="30"/>
                  <a:pt x="163" y="30"/>
                  <a:pt x="165" y="30"/>
                </a:cubicBezTo>
                <a:cubicBezTo>
                  <a:pt x="167" y="30"/>
                  <a:pt x="168" y="30"/>
                  <a:pt x="168" y="30"/>
                </a:cubicBezTo>
                <a:cubicBezTo>
                  <a:pt x="168" y="29"/>
                  <a:pt x="166" y="29"/>
                  <a:pt x="166" y="29"/>
                </a:cubicBezTo>
                <a:cubicBezTo>
                  <a:pt x="165" y="29"/>
                  <a:pt x="163" y="29"/>
                  <a:pt x="162" y="29"/>
                </a:cubicBezTo>
                <a:cubicBezTo>
                  <a:pt x="161" y="29"/>
                  <a:pt x="160" y="29"/>
                  <a:pt x="160" y="29"/>
                </a:cubicBezTo>
                <a:cubicBezTo>
                  <a:pt x="160" y="29"/>
                  <a:pt x="161" y="28"/>
                  <a:pt x="161" y="28"/>
                </a:cubicBezTo>
                <a:cubicBezTo>
                  <a:pt x="161" y="27"/>
                  <a:pt x="162" y="28"/>
                  <a:pt x="163" y="28"/>
                </a:cubicBezTo>
                <a:cubicBezTo>
                  <a:pt x="165" y="28"/>
                  <a:pt x="165" y="28"/>
                  <a:pt x="166" y="27"/>
                </a:cubicBezTo>
                <a:cubicBezTo>
                  <a:pt x="167" y="27"/>
                  <a:pt x="168" y="27"/>
                  <a:pt x="169" y="27"/>
                </a:cubicBezTo>
                <a:cubicBezTo>
                  <a:pt x="170" y="27"/>
                  <a:pt x="171" y="27"/>
                  <a:pt x="172" y="27"/>
                </a:cubicBezTo>
                <a:cubicBezTo>
                  <a:pt x="173" y="28"/>
                  <a:pt x="175" y="27"/>
                  <a:pt x="177" y="26"/>
                </a:cubicBezTo>
                <a:cubicBezTo>
                  <a:pt x="178" y="26"/>
                  <a:pt x="179" y="26"/>
                  <a:pt x="180" y="26"/>
                </a:cubicBezTo>
                <a:cubicBezTo>
                  <a:pt x="181" y="26"/>
                  <a:pt x="182" y="26"/>
                  <a:pt x="183" y="26"/>
                </a:cubicBezTo>
                <a:cubicBezTo>
                  <a:pt x="185" y="26"/>
                  <a:pt x="186" y="25"/>
                  <a:pt x="187" y="25"/>
                </a:cubicBezTo>
                <a:cubicBezTo>
                  <a:pt x="187" y="25"/>
                  <a:pt x="188" y="26"/>
                  <a:pt x="189" y="26"/>
                </a:cubicBezTo>
                <a:cubicBezTo>
                  <a:pt x="189" y="26"/>
                  <a:pt x="192" y="27"/>
                  <a:pt x="193" y="27"/>
                </a:cubicBezTo>
                <a:cubicBezTo>
                  <a:pt x="193" y="27"/>
                  <a:pt x="195" y="27"/>
                  <a:pt x="197" y="26"/>
                </a:cubicBezTo>
                <a:cubicBezTo>
                  <a:pt x="198" y="26"/>
                  <a:pt x="200" y="26"/>
                  <a:pt x="201" y="26"/>
                </a:cubicBezTo>
                <a:cubicBezTo>
                  <a:pt x="202" y="26"/>
                  <a:pt x="201" y="27"/>
                  <a:pt x="201" y="27"/>
                </a:cubicBezTo>
                <a:cubicBezTo>
                  <a:pt x="201" y="27"/>
                  <a:pt x="198" y="28"/>
                  <a:pt x="197" y="28"/>
                </a:cubicBezTo>
                <a:cubicBezTo>
                  <a:pt x="196" y="28"/>
                  <a:pt x="196" y="28"/>
                  <a:pt x="195" y="28"/>
                </a:cubicBezTo>
                <a:cubicBezTo>
                  <a:pt x="195" y="28"/>
                  <a:pt x="194" y="29"/>
                  <a:pt x="193" y="29"/>
                </a:cubicBezTo>
                <a:cubicBezTo>
                  <a:pt x="192" y="29"/>
                  <a:pt x="189" y="29"/>
                  <a:pt x="189" y="29"/>
                </a:cubicBezTo>
                <a:cubicBezTo>
                  <a:pt x="189" y="29"/>
                  <a:pt x="189" y="29"/>
                  <a:pt x="189" y="29"/>
                </a:cubicBezTo>
                <a:cubicBezTo>
                  <a:pt x="187" y="29"/>
                  <a:pt x="187" y="29"/>
                  <a:pt x="187" y="29"/>
                </a:cubicBezTo>
                <a:cubicBezTo>
                  <a:pt x="187" y="29"/>
                  <a:pt x="185" y="29"/>
                  <a:pt x="185" y="30"/>
                </a:cubicBezTo>
                <a:cubicBezTo>
                  <a:pt x="184" y="30"/>
                  <a:pt x="185" y="30"/>
                  <a:pt x="185" y="30"/>
                </a:cubicBezTo>
                <a:cubicBezTo>
                  <a:pt x="185" y="30"/>
                  <a:pt x="187" y="31"/>
                  <a:pt x="187" y="31"/>
                </a:cubicBezTo>
                <a:cubicBezTo>
                  <a:pt x="188" y="32"/>
                  <a:pt x="187" y="35"/>
                  <a:pt x="187" y="35"/>
                </a:cubicBezTo>
                <a:cubicBezTo>
                  <a:pt x="188" y="35"/>
                  <a:pt x="190" y="36"/>
                  <a:pt x="191" y="36"/>
                </a:cubicBezTo>
                <a:cubicBezTo>
                  <a:pt x="191" y="36"/>
                  <a:pt x="192" y="38"/>
                  <a:pt x="193" y="39"/>
                </a:cubicBezTo>
                <a:cubicBezTo>
                  <a:pt x="193" y="40"/>
                  <a:pt x="192" y="41"/>
                  <a:pt x="193" y="41"/>
                </a:cubicBezTo>
                <a:cubicBezTo>
                  <a:pt x="193" y="41"/>
                  <a:pt x="194" y="40"/>
                  <a:pt x="194" y="40"/>
                </a:cubicBezTo>
                <a:cubicBezTo>
                  <a:pt x="194" y="40"/>
                  <a:pt x="195" y="38"/>
                  <a:pt x="195" y="38"/>
                </a:cubicBezTo>
                <a:cubicBezTo>
                  <a:pt x="195" y="38"/>
                  <a:pt x="197" y="39"/>
                  <a:pt x="197" y="39"/>
                </a:cubicBezTo>
                <a:cubicBezTo>
                  <a:pt x="198" y="39"/>
                  <a:pt x="200" y="41"/>
                  <a:pt x="201" y="41"/>
                </a:cubicBezTo>
                <a:cubicBezTo>
                  <a:pt x="201" y="42"/>
                  <a:pt x="202" y="42"/>
                  <a:pt x="203" y="42"/>
                </a:cubicBezTo>
                <a:cubicBezTo>
                  <a:pt x="203" y="42"/>
                  <a:pt x="206" y="42"/>
                  <a:pt x="208" y="42"/>
                </a:cubicBezTo>
                <a:cubicBezTo>
                  <a:pt x="209" y="42"/>
                  <a:pt x="210" y="43"/>
                  <a:pt x="211" y="44"/>
                </a:cubicBezTo>
                <a:cubicBezTo>
                  <a:pt x="211" y="45"/>
                  <a:pt x="215" y="47"/>
                  <a:pt x="215" y="47"/>
                </a:cubicBezTo>
                <a:cubicBezTo>
                  <a:pt x="216" y="47"/>
                  <a:pt x="220" y="49"/>
                  <a:pt x="220" y="49"/>
                </a:cubicBezTo>
                <a:cubicBezTo>
                  <a:pt x="221" y="50"/>
                  <a:pt x="220" y="51"/>
                  <a:pt x="220" y="51"/>
                </a:cubicBezTo>
                <a:cubicBezTo>
                  <a:pt x="220" y="52"/>
                  <a:pt x="219" y="53"/>
                  <a:pt x="218" y="53"/>
                </a:cubicBezTo>
                <a:cubicBezTo>
                  <a:pt x="217" y="53"/>
                  <a:pt x="216" y="53"/>
                  <a:pt x="218" y="53"/>
                </a:cubicBezTo>
                <a:cubicBezTo>
                  <a:pt x="219" y="53"/>
                  <a:pt x="221" y="53"/>
                  <a:pt x="221" y="54"/>
                </a:cubicBezTo>
                <a:cubicBezTo>
                  <a:pt x="221" y="54"/>
                  <a:pt x="221" y="54"/>
                  <a:pt x="220" y="55"/>
                </a:cubicBezTo>
                <a:cubicBezTo>
                  <a:pt x="220" y="55"/>
                  <a:pt x="220" y="57"/>
                  <a:pt x="220" y="57"/>
                </a:cubicBezTo>
                <a:cubicBezTo>
                  <a:pt x="220" y="57"/>
                  <a:pt x="221" y="58"/>
                  <a:pt x="221" y="59"/>
                </a:cubicBezTo>
                <a:cubicBezTo>
                  <a:pt x="221" y="59"/>
                  <a:pt x="220" y="59"/>
                  <a:pt x="220" y="59"/>
                </a:cubicBezTo>
                <a:cubicBezTo>
                  <a:pt x="220" y="59"/>
                  <a:pt x="222" y="60"/>
                  <a:pt x="222" y="61"/>
                </a:cubicBezTo>
                <a:cubicBezTo>
                  <a:pt x="223" y="61"/>
                  <a:pt x="223" y="63"/>
                  <a:pt x="223" y="63"/>
                </a:cubicBezTo>
                <a:cubicBezTo>
                  <a:pt x="223" y="63"/>
                  <a:pt x="221" y="63"/>
                  <a:pt x="220" y="63"/>
                </a:cubicBezTo>
                <a:cubicBezTo>
                  <a:pt x="220" y="63"/>
                  <a:pt x="218" y="64"/>
                  <a:pt x="218" y="64"/>
                </a:cubicBezTo>
                <a:cubicBezTo>
                  <a:pt x="218" y="64"/>
                  <a:pt x="222" y="64"/>
                  <a:pt x="223" y="64"/>
                </a:cubicBezTo>
                <a:cubicBezTo>
                  <a:pt x="223" y="64"/>
                  <a:pt x="225" y="65"/>
                  <a:pt x="225" y="65"/>
                </a:cubicBezTo>
                <a:cubicBezTo>
                  <a:pt x="225" y="65"/>
                  <a:pt x="226" y="64"/>
                  <a:pt x="227" y="64"/>
                </a:cubicBezTo>
                <a:cubicBezTo>
                  <a:pt x="227" y="64"/>
                  <a:pt x="228" y="64"/>
                  <a:pt x="229" y="64"/>
                </a:cubicBezTo>
                <a:cubicBezTo>
                  <a:pt x="229" y="64"/>
                  <a:pt x="232" y="64"/>
                  <a:pt x="233" y="64"/>
                </a:cubicBezTo>
                <a:cubicBezTo>
                  <a:pt x="234" y="64"/>
                  <a:pt x="235" y="65"/>
                  <a:pt x="235" y="66"/>
                </a:cubicBezTo>
                <a:cubicBezTo>
                  <a:pt x="236" y="66"/>
                  <a:pt x="237" y="68"/>
                  <a:pt x="237" y="68"/>
                </a:cubicBezTo>
                <a:cubicBezTo>
                  <a:pt x="236" y="71"/>
                  <a:pt x="236" y="71"/>
                  <a:pt x="236" y="71"/>
                </a:cubicBezTo>
                <a:cubicBezTo>
                  <a:pt x="235" y="72"/>
                  <a:pt x="235" y="72"/>
                  <a:pt x="235" y="72"/>
                </a:cubicBezTo>
                <a:cubicBezTo>
                  <a:pt x="235" y="72"/>
                  <a:pt x="232" y="75"/>
                  <a:pt x="232" y="75"/>
                </a:cubicBezTo>
                <a:cubicBezTo>
                  <a:pt x="231" y="75"/>
                  <a:pt x="228" y="76"/>
                  <a:pt x="228" y="76"/>
                </a:cubicBezTo>
                <a:cubicBezTo>
                  <a:pt x="225" y="78"/>
                  <a:pt x="225" y="78"/>
                  <a:pt x="225" y="78"/>
                </a:cubicBezTo>
                <a:cubicBezTo>
                  <a:pt x="224" y="80"/>
                  <a:pt x="224" y="80"/>
                  <a:pt x="224" y="80"/>
                </a:cubicBezTo>
                <a:cubicBezTo>
                  <a:pt x="222" y="82"/>
                  <a:pt x="222" y="82"/>
                  <a:pt x="222" y="82"/>
                </a:cubicBezTo>
                <a:cubicBezTo>
                  <a:pt x="222" y="82"/>
                  <a:pt x="224" y="86"/>
                  <a:pt x="224" y="86"/>
                </a:cubicBezTo>
                <a:cubicBezTo>
                  <a:pt x="224" y="87"/>
                  <a:pt x="224" y="88"/>
                  <a:pt x="224" y="88"/>
                </a:cubicBezTo>
                <a:cubicBezTo>
                  <a:pt x="225" y="90"/>
                  <a:pt x="225" y="90"/>
                  <a:pt x="225" y="90"/>
                </a:cubicBezTo>
                <a:cubicBezTo>
                  <a:pt x="226" y="88"/>
                  <a:pt x="226" y="88"/>
                  <a:pt x="226" y="88"/>
                </a:cubicBezTo>
                <a:cubicBezTo>
                  <a:pt x="229" y="90"/>
                  <a:pt x="229" y="90"/>
                  <a:pt x="229" y="90"/>
                </a:cubicBezTo>
                <a:cubicBezTo>
                  <a:pt x="229" y="91"/>
                  <a:pt x="229" y="91"/>
                  <a:pt x="229" y="91"/>
                </a:cubicBezTo>
                <a:cubicBezTo>
                  <a:pt x="226" y="94"/>
                  <a:pt x="226" y="94"/>
                  <a:pt x="226" y="94"/>
                </a:cubicBezTo>
                <a:cubicBezTo>
                  <a:pt x="221" y="96"/>
                  <a:pt x="221" y="96"/>
                  <a:pt x="221" y="96"/>
                </a:cubicBezTo>
                <a:cubicBezTo>
                  <a:pt x="221" y="96"/>
                  <a:pt x="220" y="96"/>
                  <a:pt x="220" y="96"/>
                </a:cubicBezTo>
                <a:cubicBezTo>
                  <a:pt x="220" y="95"/>
                  <a:pt x="218" y="96"/>
                  <a:pt x="218" y="96"/>
                </a:cubicBezTo>
                <a:cubicBezTo>
                  <a:pt x="217" y="96"/>
                  <a:pt x="217" y="96"/>
                  <a:pt x="217" y="96"/>
                </a:cubicBezTo>
                <a:cubicBezTo>
                  <a:pt x="214" y="96"/>
                  <a:pt x="214" y="96"/>
                  <a:pt x="214" y="96"/>
                </a:cubicBezTo>
                <a:cubicBezTo>
                  <a:pt x="214" y="98"/>
                  <a:pt x="214" y="98"/>
                  <a:pt x="214" y="98"/>
                </a:cubicBezTo>
                <a:cubicBezTo>
                  <a:pt x="213" y="99"/>
                  <a:pt x="213" y="99"/>
                  <a:pt x="213" y="99"/>
                </a:cubicBezTo>
                <a:cubicBezTo>
                  <a:pt x="215" y="101"/>
                  <a:pt x="215" y="101"/>
                  <a:pt x="215" y="101"/>
                </a:cubicBezTo>
                <a:cubicBezTo>
                  <a:pt x="214" y="106"/>
                  <a:pt x="214" y="106"/>
                  <a:pt x="214" y="106"/>
                </a:cubicBezTo>
                <a:cubicBezTo>
                  <a:pt x="210" y="110"/>
                  <a:pt x="210" y="110"/>
                  <a:pt x="210" y="110"/>
                </a:cubicBezTo>
                <a:cubicBezTo>
                  <a:pt x="222" y="124"/>
                  <a:pt x="222" y="124"/>
                  <a:pt x="222" y="124"/>
                </a:cubicBezTo>
                <a:cubicBezTo>
                  <a:pt x="222" y="124"/>
                  <a:pt x="224" y="128"/>
                  <a:pt x="224" y="128"/>
                </a:cubicBezTo>
                <a:cubicBezTo>
                  <a:pt x="224" y="128"/>
                  <a:pt x="224" y="129"/>
                  <a:pt x="223" y="130"/>
                </a:cubicBezTo>
                <a:cubicBezTo>
                  <a:pt x="223" y="130"/>
                  <a:pt x="221" y="131"/>
                  <a:pt x="221" y="131"/>
                </a:cubicBezTo>
                <a:cubicBezTo>
                  <a:pt x="219" y="132"/>
                  <a:pt x="219" y="132"/>
                  <a:pt x="219" y="132"/>
                </a:cubicBezTo>
                <a:cubicBezTo>
                  <a:pt x="218" y="135"/>
                  <a:pt x="218" y="135"/>
                  <a:pt x="218" y="135"/>
                </a:cubicBezTo>
                <a:cubicBezTo>
                  <a:pt x="216" y="135"/>
                  <a:pt x="216" y="135"/>
                  <a:pt x="216" y="135"/>
                </a:cubicBezTo>
                <a:cubicBezTo>
                  <a:pt x="215" y="136"/>
                  <a:pt x="215" y="136"/>
                  <a:pt x="215" y="136"/>
                </a:cubicBezTo>
                <a:cubicBezTo>
                  <a:pt x="214" y="136"/>
                  <a:pt x="214" y="136"/>
                  <a:pt x="214" y="136"/>
                </a:cubicBezTo>
                <a:cubicBezTo>
                  <a:pt x="212" y="135"/>
                  <a:pt x="212" y="135"/>
                  <a:pt x="212" y="135"/>
                </a:cubicBezTo>
                <a:cubicBezTo>
                  <a:pt x="212" y="136"/>
                  <a:pt x="212" y="136"/>
                  <a:pt x="212" y="136"/>
                </a:cubicBezTo>
                <a:cubicBezTo>
                  <a:pt x="210" y="137"/>
                  <a:pt x="210" y="137"/>
                  <a:pt x="210" y="137"/>
                </a:cubicBezTo>
                <a:cubicBezTo>
                  <a:pt x="208" y="138"/>
                  <a:pt x="208" y="138"/>
                  <a:pt x="208" y="138"/>
                </a:cubicBezTo>
                <a:cubicBezTo>
                  <a:pt x="207" y="140"/>
                  <a:pt x="207" y="140"/>
                  <a:pt x="207" y="140"/>
                </a:cubicBezTo>
                <a:cubicBezTo>
                  <a:pt x="204" y="140"/>
                  <a:pt x="204" y="140"/>
                  <a:pt x="204" y="140"/>
                </a:cubicBezTo>
                <a:cubicBezTo>
                  <a:pt x="204" y="140"/>
                  <a:pt x="203" y="142"/>
                  <a:pt x="203" y="142"/>
                </a:cubicBezTo>
                <a:cubicBezTo>
                  <a:pt x="202" y="142"/>
                  <a:pt x="201" y="142"/>
                  <a:pt x="201" y="142"/>
                </a:cubicBezTo>
                <a:cubicBezTo>
                  <a:pt x="199" y="141"/>
                  <a:pt x="199" y="141"/>
                  <a:pt x="199" y="141"/>
                </a:cubicBezTo>
                <a:cubicBezTo>
                  <a:pt x="197" y="143"/>
                  <a:pt x="197" y="143"/>
                  <a:pt x="197" y="143"/>
                </a:cubicBezTo>
                <a:cubicBezTo>
                  <a:pt x="195" y="143"/>
                  <a:pt x="195" y="143"/>
                  <a:pt x="195" y="143"/>
                </a:cubicBezTo>
                <a:cubicBezTo>
                  <a:pt x="191" y="141"/>
                  <a:pt x="191" y="141"/>
                  <a:pt x="191" y="141"/>
                </a:cubicBezTo>
                <a:cubicBezTo>
                  <a:pt x="190" y="144"/>
                  <a:pt x="190" y="144"/>
                  <a:pt x="190" y="144"/>
                </a:cubicBezTo>
                <a:cubicBezTo>
                  <a:pt x="186" y="144"/>
                  <a:pt x="186" y="144"/>
                  <a:pt x="186" y="144"/>
                </a:cubicBezTo>
                <a:cubicBezTo>
                  <a:pt x="186" y="144"/>
                  <a:pt x="186" y="146"/>
                  <a:pt x="186" y="147"/>
                </a:cubicBezTo>
                <a:cubicBezTo>
                  <a:pt x="186" y="147"/>
                  <a:pt x="186" y="148"/>
                  <a:pt x="187" y="148"/>
                </a:cubicBezTo>
                <a:cubicBezTo>
                  <a:pt x="187" y="149"/>
                  <a:pt x="187" y="150"/>
                  <a:pt x="187" y="150"/>
                </a:cubicBezTo>
                <a:cubicBezTo>
                  <a:pt x="187" y="150"/>
                  <a:pt x="185" y="150"/>
                  <a:pt x="185" y="150"/>
                </a:cubicBezTo>
                <a:cubicBezTo>
                  <a:pt x="185" y="150"/>
                  <a:pt x="183" y="151"/>
                  <a:pt x="183" y="151"/>
                </a:cubicBezTo>
                <a:cubicBezTo>
                  <a:pt x="183" y="151"/>
                  <a:pt x="182" y="151"/>
                  <a:pt x="182" y="151"/>
                </a:cubicBezTo>
                <a:cubicBezTo>
                  <a:pt x="181" y="151"/>
                  <a:pt x="181" y="150"/>
                  <a:pt x="181" y="150"/>
                </a:cubicBezTo>
                <a:cubicBezTo>
                  <a:pt x="180" y="149"/>
                  <a:pt x="180" y="148"/>
                  <a:pt x="180" y="148"/>
                </a:cubicBezTo>
                <a:cubicBezTo>
                  <a:pt x="179" y="148"/>
                  <a:pt x="178" y="148"/>
                  <a:pt x="178" y="147"/>
                </a:cubicBezTo>
                <a:cubicBezTo>
                  <a:pt x="178" y="147"/>
                  <a:pt x="178" y="147"/>
                  <a:pt x="178" y="146"/>
                </a:cubicBezTo>
                <a:cubicBezTo>
                  <a:pt x="178" y="146"/>
                  <a:pt x="177" y="146"/>
                  <a:pt x="177" y="146"/>
                </a:cubicBezTo>
                <a:cubicBezTo>
                  <a:pt x="174" y="145"/>
                  <a:pt x="174" y="145"/>
                  <a:pt x="174" y="145"/>
                </a:cubicBezTo>
                <a:cubicBezTo>
                  <a:pt x="174" y="145"/>
                  <a:pt x="174" y="146"/>
                  <a:pt x="174" y="146"/>
                </a:cubicBezTo>
                <a:cubicBezTo>
                  <a:pt x="174" y="146"/>
                  <a:pt x="173" y="147"/>
                  <a:pt x="173" y="147"/>
                </a:cubicBezTo>
                <a:cubicBezTo>
                  <a:pt x="170" y="144"/>
                  <a:pt x="170" y="144"/>
                  <a:pt x="170" y="144"/>
                </a:cubicBezTo>
                <a:cubicBezTo>
                  <a:pt x="170" y="144"/>
                  <a:pt x="170" y="146"/>
                  <a:pt x="170" y="146"/>
                </a:cubicBezTo>
                <a:cubicBezTo>
                  <a:pt x="170" y="145"/>
                  <a:pt x="167" y="146"/>
                  <a:pt x="167" y="146"/>
                </a:cubicBezTo>
                <a:cubicBezTo>
                  <a:pt x="165" y="147"/>
                  <a:pt x="165" y="147"/>
                  <a:pt x="165" y="147"/>
                </a:cubicBezTo>
                <a:cubicBezTo>
                  <a:pt x="162" y="143"/>
                  <a:pt x="162" y="143"/>
                  <a:pt x="162" y="143"/>
                </a:cubicBezTo>
                <a:cubicBezTo>
                  <a:pt x="153" y="143"/>
                  <a:pt x="153" y="143"/>
                  <a:pt x="153" y="143"/>
                </a:cubicBezTo>
                <a:cubicBezTo>
                  <a:pt x="152" y="140"/>
                  <a:pt x="152" y="140"/>
                  <a:pt x="152" y="140"/>
                </a:cubicBezTo>
                <a:cubicBezTo>
                  <a:pt x="150" y="140"/>
                  <a:pt x="150" y="140"/>
                  <a:pt x="150" y="140"/>
                </a:cubicBezTo>
                <a:cubicBezTo>
                  <a:pt x="150" y="141"/>
                  <a:pt x="150" y="141"/>
                  <a:pt x="150" y="141"/>
                </a:cubicBezTo>
                <a:cubicBezTo>
                  <a:pt x="150" y="143"/>
                  <a:pt x="150" y="143"/>
                  <a:pt x="150" y="143"/>
                </a:cubicBezTo>
                <a:cubicBezTo>
                  <a:pt x="150" y="143"/>
                  <a:pt x="152" y="144"/>
                  <a:pt x="152" y="144"/>
                </a:cubicBezTo>
                <a:cubicBezTo>
                  <a:pt x="153" y="144"/>
                  <a:pt x="155" y="148"/>
                  <a:pt x="155" y="148"/>
                </a:cubicBezTo>
                <a:cubicBezTo>
                  <a:pt x="162" y="153"/>
                  <a:pt x="162" y="153"/>
                  <a:pt x="162" y="153"/>
                </a:cubicBezTo>
                <a:cubicBezTo>
                  <a:pt x="162" y="157"/>
                  <a:pt x="162" y="157"/>
                  <a:pt x="162" y="157"/>
                </a:cubicBezTo>
                <a:cubicBezTo>
                  <a:pt x="160" y="159"/>
                  <a:pt x="160" y="159"/>
                  <a:pt x="160" y="159"/>
                </a:cubicBezTo>
                <a:cubicBezTo>
                  <a:pt x="161" y="161"/>
                  <a:pt x="161" y="161"/>
                  <a:pt x="161" y="161"/>
                </a:cubicBezTo>
                <a:cubicBezTo>
                  <a:pt x="165" y="167"/>
                  <a:pt x="165" y="167"/>
                  <a:pt x="165" y="167"/>
                </a:cubicBezTo>
                <a:cubicBezTo>
                  <a:pt x="163" y="169"/>
                  <a:pt x="163" y="169"/>
                  <a:pt x="163" y="169"/>
                </a:cubicBezTo>
                <a:cubicBezTo>
                  <a:pt x="163" y="171"/>
                  <a:pt x="163" y="171"/>
                  <a:pt x="163" y="171"/>
                </a:cubicBezTo>
                <a:cubicBezTo>
                  <a:pt x="166" y="172"/>
                  <a:pt x="166" y="172"/>
                  <a:pt x="166" y="172"/>
                </a:cubicBezTo>
                <a:cubicBezTo>
                  <a:pt x="166" y="172"/>
                  <a:pt x="172" y="172"/>
                  <a:pt x="172" y="172"/>
                </a:cubicBezTo>
                <a:cubicBezTo>
                  <a:pt x="173" y="172"/>
                  <a:pt x="176" y="172"/>
                  <a:pt x="176" y="172"/>
                </a:cubicBezTo>
                <a:cubicBezTo>
                  <a:pt x="176" y="176"/>
                  <a:pt x="176" y="176"/>
                  <a:pt x="176" y="176"/>
                </a:cubicBezTo>
                <a:cubicBezTo>
                  <a:pt x="175" y="178"/>
                  <a:pt x="175" y="178"/>
                  <a:pt x="175" y="178"/>
                </a:cubicBezTo>
                <a:cubicBezTo>
                  <a:pt x="171" y="178"/>
                  <a:pt x="171" y="178"/>
                  <a:pt x="171" y="178"/>
                </a:cubicBezTo>
                <a:cubicBezTo>
                  <a:pt x="168" y="180"/>
                  <a:pt x="168" y="180"/>
                  <a:pt x="168" y="180"/>
                </a:cubicBezTo>
                <a:cubicBezTo>
                  <a:pt x="163" y="181"/>
                  <a:pt x="163" y="181"/>
                  <a:pt x="163" y="181"/>
                </a:cubicBezTo>
                <a:cubicBezTo>
                  <a:pt x="163" y="187"/>
                  <a:pt x="163" y="187"/>
                  <a:pt x="163" y="187"/>
                </a:cubicBezTo>
                <a:cubicBezTo>
                  <a:pt x="159" y="189"/>
                  <a:pt x="159" y="189"/>
                  <a:pt x="159" y="189"/>
                </a:cubicBezTo>
                <a:cubicBezTo>
                  <a:pt x="159" y="191"/>
                  <a:pt x="159" y="191"/>
                  <a:pt x="159" y="191"/>
                </a:cubicBezTo>
                <a:cubicBezTo>
                  <a:pt x="159" y="191"/>
                  <a:pt x="157" y="190"/>
                  <a:pt x="157" y="190"/>
                </a:cubicBezTo>
                <a:cubicBezTo>
                  <a:pt x="157" y="190"/>
                  <a:pt x="158" y="188"/>
                  <a:pt x="158" y="188"/>
                </a:cubicBezTo>
                <a:cubicBezTo>
                  <a:pt x="157" y="188"/>
                  <a:pt x="157" y="188"/>
                  <a:pt x="157" y="188"/>
                </a:cubicBezTo>
                <a:cubicBezTo>
                  <a:pt x="157" y="188"/>
                  <a:pt x="154" y="191"/>
                  <a:pt x="153" y="192"/>
                </a:cubicBezTo>
                <a:cubicBezTo>
                  <a:pt x="153" y="192"/>
                  <a:pt x="152" y="193"/>
                  <a:pt x="152" y="193"/>
                </a:cubicBezTo>
                <a:cubicBezTo>
                  <a:pt x="150" y="192"/>
                  <a:pt x="150" y="192"/>
                  <a:pt x="150" y="192"/>
                </a:cubicBezTo>
                <a:cubicBezTo>
                  <a:pt x="150" y="192"/>
                  <a:pt x="149" y="192"/>
                  <a:pt x="149" y="192"/>
                </a:cubicBezTo>
                <a:cubicBezTo>
                  <a:pt x="149" y="193"/>
                  <a:pt x="148" y="193"/>
                  <a:pt x="147" y="193"/>
                </a:cubicBezTo>
                <a:cubicBezTo>
                  <a:pt x="147" y="193"/>
                  <a:pt x="147" y="195"/>
                  <a:pt x="147" y="195"/>
                </a:cubicBezTo>
                <a:cubicBezTo>
                  <a:pt x="145" y="195"/>
                  <a:pt x="145" y="195"/>
                  <a:pt x="145" y="195"/>
                </a:cubicBezTo>
                <a:cubicBezTo>
                  <a:pt x="145" y="195"/>
                  <a:pt x="144" y="196"/>
                  <a:pt x="144" y="197"/>
                </a:cubicBezTo>
                <a:cubicBezTo>
                  <a:pt x="144" y="197"/>
                  <a:pt x="144" y="198"/>
                  <a:pt x="144" y="198"/>
                </a:cubicBezTo>
                <a:cubicBezTo>
                  <a:pt x="141" y="199"/>
                  <a:pt x="141" y="199"/>
                  <a:pt x="141" y="199"/>
                </a:cubicBezTo>
                <a:cubicBezTo>
                  <a:pt x="141" y="199"/>
                  <a:pt x="140" y="201"/>
                  <a:pt x="140" y="201"/>
                </a:cubicBezTo>
                <a:cubicBezTo>
                  <a:pt x="140" y="202"/>
                  <a:pt x="138" y="203"/>
                  <a:pt x="138" y="204"/>
                </a:cubicBezTo>
                <a:cubicBezTo>
                  <a:pt x="138" y="204"/>
                  <a:pt x="136" y="203"/>
                  <a:pt x="136" y="203"/>
                </a:cubicBezTo>
                <a:cubicBezTo>
                  <a:pt x="136" y="203"/>
                  <a:pt x="137" y="202"/>
                  <a:pt x="137" y="202"/>
                </a:cubicBezTo>
                <a:cubicBezTo>
                  <a:pt x="138" y="200"/>
                  <a:pt x="138" y="200"/>
                  <a:pt x="138" y="200"/>
                </a:cubicBezTo>
                <a:cubicBezTo>
                  <a:pt x="138" y="200"/>
                  <a:pt x="138" y="198"/>
                  <a:pt x="138" y="198"/>
                </a:cubicBezTo>
                <a:cubicBezTo>
                  <a:pt x="137" y="198"/>
                  <a:pt x="136" y="197"/>
                  <a:pt x="136" y="197"/>
                </a:cubicBezTo>
                <a:cubicBezTo>
                  <a:pt x="136" y="197"/>
                  <a:pt x="133" y="198"/>
                  <a:pt x="133" y="198"/>
                </a:cubicBezTo>
                <a:cubicBezTo>
                  <a:pt x="133" y="198"/>
                  <a:pt x="131" y="198"/>
                  <a:pt x="131" y="198"/>
                </a:cubicBezTo>
                <a:cubicBezTo>
                  <a:pt x="128" y="202"/>
                  <a:pt x="128" y="202"/>
                  <a:pt x="128" y="202"/>
                </a:cubicBezTo>
                <a:lnTo>
                  <a:pt x="123" y="202"/>
                </a:lnTo>
                <a:close/>
                <a:moveTo>
                  <a:pt x="208" y="27"/>
                </a:moveTo>
                <a:cubicBezTo>
                  <a:pt x="209" y="29"/>
                  <a:pt x="209" y="30"/>
                  <a:pt x="208" y="32"/>
                </a:cubicBezTo>
                <a:cubicBezTo>
                  <a:pt x="208" y="33"/>
                  <a:pt x="208" y="33"/>
                  <a:pt x="208" y="33"/>
                </a:cubicBezTo>
                <a:cubicBezTo>
                  <a:pt x="208" y="34"/>
                  <a:pt x="207" y="34"/>
                  <a:pt x="207" y="34"/>
                </a:cubicBezTo>
                <a:cubicBezTo>
                  <a:pt x="207" y="34"/>
                  <a:pt x="206" y="34"/>
                  <a:pt x="206" y="34"/>
                </a:cubicBezTo>
                <a:cubicBezTo>
                  <a:pt x="205" y="35"/>
                  <a:pt x="205" y="35"/>
                  <a:pt x="205" y="36"/>
                </a:cubicBezTo>
                <a:cubicBezTo>
                  <a:pt x="204" y="36"/>
                  <a:pt x="203" y="36"/>
                  <a:pt x="202" y="37"/>
                </a:cubicBezTo>
                <a:cubicBezTo>
                  <a:pt x="203" y="38"/>
                  <a:pt x="204" y="38"/>
                  <a:pt x="205" y="38"/>
                </a:cubicBezTo>
                <a:cubicBezTo>
                  <a:pt x="208" y="37"/>
                  <a:pt x="212" y="38"/>
                  <a:pt x="215" y="37"/>
                </a:cubicBezTo>
                <a:cubicBezTo>
                  <a:pt x="215" y="37"/>
                  <a:pt x="216" y="37"/>
                  <a:pt x="216" y="37"/>
                </a:cubicBezTo>
                <a:cubicBezTo>
                  <a:pt x="217" y="36"/>
                  <a:pt x="217" y="35"/>
                  <a:pt x="217" y="34"/>
                </a:cubicBezTo>
                <a:cubicBezTo>
                  <a:pt x="217" y="33"/>
                  <a:pt x="217" y="31"/>
                  <a:pt x="217" y="29"/>
                </a:cubicBezTo>
                <a:cubicBezTo>
                  <a:pt x="217" y="28"/>
                  <a:pt x="217" y="28"/>
                  <a:pt x="217" y="27"/>
                </a:cubicBezTo>
                <a:cubicBezTo>
                  <a:pt x="217" y="27"/>
                  <a:pt x="218" y="27"/>
                  <a:pt x="218" y="26"/>
                </a:cubicBezTo>
                <a:cubicBezTo>
                  <a:pt x="218" y="26"/>
                  <a:pt x="219" y="25"/>
                  <a:pt x="218" y="25"/>
                </a:cubicBezTo>
                <a:cubicBezTo>
                  <a:pt x="218" y="25"/>
                  <a:pt x="218" y="25"/>
                  <a:pt x="218" y="25"/>
                </a:cubicBezTo>
                <a:cubicBezTo>
                  <a:pt x="216" y="24"/>
                  <a:pt x="213" y="24"/>
                  <a:pt x="211" y="25"/>
                </a:cubicBezTo>
                <a:cubicBezTo>
                  <a:pt x="211" y="25"/>
                  <a:pt x="210" y="25"/>
                  <a:pt x="210" y="25"/>
                </a:cubicBezTo>
                <a:cubicBezTo>
                  <a:pt x="209" y="25"/>
                  <a:pt x="208" y="25"/>
                  <a:pt x="207" y="26"/>
                </a:cubicBezTo>
                <a:cubicBezTo>
                  <a:pt x="207" y="26"/>
                  <a:pt x="207" y="26"/>
                  <a:pt x="207" y="26"/>
                </a:cubicBezTo>
                <a:cubicBezTo>
                  <a:pt x="207" y="27"/>
                  <a:pt x="207" y="27"/>
                  <a:pt x="208" y="27"/>
                </a:cubicBezTo>
                <a:close/>
                <a:moveTo>
                  <a:pt x="168" y="21"/>
                </a:moveTo>
                <a:cubicBezTo>
                  <a:pt x="168" y="20"/>
                  <a:pt x="168" y="20"/>
                  <a:pt x="167" y="19"/>
                </a:cubicBezTo>
                <a:cubicBezTo>
                  <a:pt x="167" y="19"/>
                  <a:pt x="167" y="19"/>
                  <a:pt x="167" y="19"/>
                </a:cubicBezTo>
                <a:cubicBezTo>
                  <a:pt x="167" y="19"/>
                  <a:pt x="167" y="18"/>
                  <a:pt x="167" y="18"/>
                </a:cubicBezTo>
                <a:cubicBezTo>
                  <a:pt x="167" y="18"/>
                  <a:pt x="166" y="18"/>
                  <a:pt x="166" y="18"/>
                </a:cubicBezTo>
                <a:cubicBezTo>
                  <a:pt x="166" y="18"/>
                  <a:pt x="166" y="18"/>
                  <a:pt x="165" y="18"/>
                </a:cubicBezTo>
                <a:cubicBezTo>
                  <a:pt x="165" y="18"/>
                  <a:pt x="165" y="18"/>
                  <a:pt x="165" y="18"/>
                </a:cubicBezTo>
                <a:cubicBezTo>
                  <a:pt x="165" y="19"/>
                  <a:pt x="164" y="19"/>
                  <a:pt x="164" y="19"/>
                </a:cubicBezTo>
                <a:cubicBezTo>
                  <a:pt x="164" y="19"/>
                  <a:pt x="164" y="19"/>
                  <a:pt x="164" y="20"/>
                </a:cubicBezTo>
                <a:cubicBezTo>
                  <a:pt x="164" y="20"/>
                  <a:pt x="164" y="20"/>
                  <a:pt x="164" y="20"/>
                </a:cubicBezTo>
                <a:cubicBezTo>
                  <a:pt x="163" y="21"/>
                  <a:pt x="163" y="21"/>
                  <a:pt x="163" y="21"/>
                </a:cubicBezTo>
                <a:cubicBezTo>
                  <a:pt x="162" y="21"/>
                  <a:pt x="162" y="21"/>
                  <a:pt x="161" y="21"/>
                </a:cubicBezTo>
                <a:cubicBezTo>
                  <a:pt x="161" y="21"/>
                  <a:pt x="160" y="20"/>
                  <a:pt x="160" y="20"/>
                </a:cubicBezTo>
                <a:cubicBezTo>
                  <a:pt x="159" y="20"/>
                  <a:pt x="159" y="20"/>
                  <a:pt x="158" y="20"/>
                </a:cubicBezTo>
                <a:cubicBezTo>
                  <a:pt x="158" y="20"/>
                  <a:pt x="158" y="20"/>
                  <a:pt x="157" y="20"/>
                </a:cubicBezTo>
                <a:cubicBezTo>
                  <a:pt x="157" y="20"/>
                  <a:pt x="157" y="21"/>
                  <a:pt x="157" y="21"/>
                </a:cubicBezTo>
                <a:cubicBezTo>
                  <a:pt x="157" y="21"/>
                  <a:pt x="158" y="21"/>
                  <a:pt x="158" y="21"/>
                </a:cubicBezTo>
                <a:cubicBezTo>
                  <a:pt x="158" y="22"/>
                  <a:pt x="158" y="22"/>
                  <a:pt x="158" y="22"/>
                </a:cubicBezTo>
                <a:cubicBezTo>
                  <a:pt x="158" y="22"/>
                  <a:pt x="159" y="22"/>
                  <a:pt x="159" y="22"/>
                </a:cubicBezTo>
                <a:cubicBezTo>
                  <a:pt x="159" y="22"/>
                  <a:pt x="160" y="22"/>
                  <a:pt x="160" y="22"/>
                </a:cubicBezTo>
                <a:cubicBezTo>
                  <a:pt x="160" y="22"/>
                  <a:pt x="161" y="22"/>
                  <a:pt x="161" y="22"/>
                </a:cubicBezTo>
                <a:cubicBezTo>
                  <a:pt x="161" y="22"/>
                  <a:pt x="161" y="22"/>
                  <a:pt x="161" y="22"/>
                </a:cubicBezTo>
                <a:cubicBezTo>
                  <a:pt x="161" y="22"/>
                  <a:pt x="161" y="22"/>
                  <a:pt x="161" y="22"/>
                </a:cubicBezTo>
                <a:cubicBezTo>
                  <a:pt x="162" y="22"/>
                  <a:pt x="162" y="23"/>
                  <a:pt x="162" y="23"/>
                </a:cubicBezTo>
                <a:cubicBezTo>
                  <a:pt x="162" y="23"/>
                  <a:pt x="163" y="23"/>
                  <a:pt x="163" y="23"/>
                </a:cubicBezTo>
                <a:cubicBezTo>
                  <a:pt x="164" y="23"/>
                  <a:pt x="165" y="23"/>
                  <a:pt x="165" y="23"/>
                </a:cubicBezTo>
                <a:cubicBezTo>
                  <a:pt x="166" y="23"/>
                  <a:pt x="166" y="23"/>
                  <a:pt x="166" y="23"/>
                </a:cubicBezTo>
                <a:cubicBezTo>
                  <a:pt x="167" y="23"/>
                  <a:pt x="167" y="23"/>
                  <a:pt x="167" y="22"/>
                </a:cubicBezTo>
                <a:cubicBezTo>
                  <a:pt x="167" y="22"/>
                  <a:pt x="167" y="22"/>
                  <a:pt x="167" y="22"/>
                </a:cubicBezTo>
                <a:cubicBezTo>
                  <a:pt x="168" y="22"/>
                  <a:pt x="168" y="22"/>
                  <a:pt x="168" y="22"/>
                </a:cubicBezTo>
                <a:cubicBezTo>
                  <a:pt x="168" y="22"/>
                  <a:pt x="168" y="21"/>
                  <a:pt x="168" y="21"/>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2068" name="Freeform 7"/>
          <p:cNvSpPr>
            <a:spLocks/>
          </p:cNvSpPr>
          <p:nvPr/>
        </p:nvSpPr>
        <p:spPr bwMode="auto">
          <a:xfrm>
            <a:off x="9312275" y="4102100"/>
            <a:ext cx="358775" cy="385762"/>
          </a:xfrm>
          <a:custGeom>
            <a:avLst/>
            <a:gdLst>
              <a:gd name="T0" fmla="*/ 358775 w 94"/>
              <a:gd name="T1" fmla="*/ 206249 h 101"/>
              <a:gd name="T2" fmla="*/ 316791 w 94"/>
              <a:gd name="T3" fmla="*/ 175694 h 101"/>
              <a:gd name="T4" fmla="*/ 309157 w 94"/>
              <a:gd name="T5" fmla="*/ 152777 h 101"/>
              <a:gd name="T6" fmla="*/ 293890 w 94"/>
              <a:gd name="T7" fmla="*/ 141319 h 101"/>
              <a:gd name="T8" fmla="*/ 263356 w 94"/>
              <a:gd name="T9" fmla="*/ 122222 h 101"/>
              <a:gd name="T10" fmla="*/ 248089 w 94"/>
              <a:gd name="T11" fmla="*/ 106944 h 101"/>
              <a:gd name="T12" fmla="*/ 229005 w 94"/>
              <a:gd name="T13" fmla="*/ 91666 h 101"/>
              <a:gd name="T14" fmla="*/ 213738 w 94"/>
              <a:gd name="T15" fmla="*/ 91666 h 101"/>
              <a:gd name="T16" fmla="*/ 202288 w 94"/>
              <a:gd name="T17" fmla="*/ 72569 h 101"/>
              <a:gd name="T18" fmla="*/ 187021 w 94"/>
              <a:gd name="T19" fmla="*/ 57291 h 101"/>
              <a:gd name="T20" fmla="*/ 171754 w 94"/>
              <a:gd name="T21" fmla="*/ 76389 h 101"/>
              <a:gd name="T22" fmla="*/ 160304 w 94"/>
              <a:gd name="T23" fmla="*/ 61111 h 101"/>
              <a:gd name="T24" fmla="*/ 106869 w 94"/>
              <a:gd name="T25" fmla="*/ 0 h 101"/>
              <a:gd name="T26" fmla="*/ 87785 w 94"/>
              <a:gd name="T27" fmla="*/ 3819 h 101"/>
              <a:gd name="T28" fmla="*/ 76335 w 94"/>
              <a:gd name="T29" fmla="*/ 15278 h 101"/>
              <a:gd name="T30" fmla="*/ 57251 w 94"/>
              <a:gd name="T31" fmla="*/ 11458 h 101"/>
              <a:gd name="T32" fmla="*/ 49618 w 94"/>
              <a:gd name="T33" fmla="*/ 7639 h 101"/>
              <a:gd name="T34" fmla="*/ 38168 w 94"/>
              <a:gd name="T35" fmla="*/ 30555 h 101"/>
              <a:gd name="T36" fmla="*/ 38168 w 94"/>
              <a:gd name="T37" fmla="*/ 45833 h 101"/>
              <a:gd name="T38" fmla="*/ 41984 w 94"/>
              <a:gd name="T39" fmla="*/ 61111 h 101"/>
              <a:gd name="T40" fmla="*/ 34351 w 94"/>
              <a:gd name="T41" fmla="*/ 64930 h 101"/>
              <a:gd name="T42" fmla="*/ 30534 w 94"/>
              <a:gd name="T43" fmla="*/ 91666 h 101"/>
              <a:gd name="T44" fmla="*/ 26717 w 94"/>
              <a:gd name="T45" fmla="*/ 103124 h 101"/>
              <a:gd name="T46" fmla="*/ 26717 w 94"/>
              <a:gd name="T47" fmla="*/ 114583 h 101"/>
              <a:gd name="T48" fmla="*/ 26717 w 94"/>
              <a:gd name="T49" fmla="*/ 129860 h 101"/>
              <a:gd name="T50" fmla="*/ 19084 w 94"/>
              <a:gd name="T51" fmla="*/ 137499 h 101"/>
              <a:gd name="T52" fmla="*/ 19084 w 94"/>
              <a:gd name="T53" fmla="*/ 148958 h 101"/>
              <a:gd name="T54" fmla="*/ 15267 w 94"/>
              <a:gd name="T55" fmla="*/ 160416 h 101"/>
              <a:gd name="T56" fmla="*/ 19084 w 94"/>
              <a:gd name="T57" fmla="*/ 168055 h 101"/>
              <a:gd name="T58" fmla="*/ 19084 w 94"/>
              <a:gd name="T59" fmla="*/ 179513 h 101"/>
              <a:gd name="T60" fmla="*/ 15267 w 94"/>
              <a:gd name="T61" fmla="*/ 190971 h 101"/>
              <a:gd name="T62" fmla="*/ 15267 w 94"/>
              <a:gd name="T63" fmla="*/ 210068 h 101"/>
              <a:gd name="T64" fmla="*/ 19084 w 94"/>
              <a:gd name="T65" fmla="*/ 225346 h 101"/>
              <a:gd name="T66" fmla="*/ 15267 w 94"/>
              <a:gd name="T67" fmla="*/ 236804 h 101"/>
              <a:gd name="T68" fmla="*/ 11450 w 94"/>
              <a:gd name="T69" fmla="*/ 240624 h 101"/>
              <a:gd name="T70" fmla="*/ 0 w 94"/>
              <a:gd name="T71" fmla="*/ 282638 h 101"/>
              <a:gd name="T72" fmla="*/ 22901 w 94"/>
              <a:gd name="T73" fmla="*/ 324651 h 101"/>
              <a:gd name="T74" fmla="*/ 41984 w 94"/>
              <a:gd name="T75" fmla="*/ 347568 h 101"/>
              <a:gd name="T76" fmla="*/ 76335 w 94"/>
              <a:gd name="T77" fmla="*/ 343748 h 101"/>
              <a:gd name="T78" fmla="*/ 91602 w 94"/>
              <a:gd name="T79" fmla="*/ 351387 h 101"/>
              <a:gd name="T80" fmla="*/ 137403 w 94"/>
              <a:gd name="T81" fmla="*/ 378123 h 101"/>
              <a:gd name="T82" fmla="*/ 152670 w 94"/>
              <a:gd name="T83" fmla="*/ 381943 h 101"/>
              <a:gd name="T84" fmla="*/ 175571 w 94"/>
              <a:gd name="T85" fmla="*/ 374304 h 101"/>
              <a:gd name="T86" fmla="*/ 213738 w 94"/>
              <a:gd name="T87" fmla="*/ 385762 h 101"/>
              <a:gd name="T88" fmla="*/ 232822 w 94"/>
              <a:gd name="T89" fmla="*/ 385762 h 101"/>
              <a:gd name="T90" fmla="*/ 270990 w 94"/>
              <a:gd name="T91" fmla="*/ 362845 h 101"/>
              <a:gd name="T92" fmla="*/ 282440 w 94"/>
              <a:gd name="T93" fmla="*/ 359026 h 101"/>
              <a:gd name="T94" fmla="*/ 309157 w 94"/>
              <a:gd name="T95" fmla="*/ 343748 h 101"/>
              <a:gd name="T96" fmla="*/ 312974 w 94"/>
              <a:gd name="T97" fmla="*/ 336109 h 101"/>
              <a:gd name="T98" fmla="*/ 335874 w 94"/>
              <a:gd name="T99" fmla="*/ 290276 h 101"/>
              <a:gd name="T100" fmla="*/ 328241 w 94"/>
              <a:gd name="T101" fmla="*/ 282638 h 1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4" h="101">
                <a:moveTo>
                  <a:pt x="86" y="62"/>
                </a:moveTo>
                <a:cubicBezTo>
                  <a:pt x="94" y="54"/>
                  <a:pt x="94" y="54"/>
                  <a:pt x="94" y="54"/>
                </a:cubicBezTo>
                <a:cubicBezTo>
                  <a:pt x="92" y="53"/>
                  <a:pt x="92" y="53"/>
                  <a:pt x="92" y="53"/>
                </a:cubicBezTo>
                <a:cubicBezTo>
                  <a:pt x="92" y="53"/>
                  <a:pt x="83" y="46"/>
                  <a:pt x="83" y="46"/>
                </a:cubicBezTo>
                <a:cubicBezTo>
                  <a:pt x="83" y="46"/>
                  <a:pt x="83" y="41"/>
                  <a:pt x="83" y="41"/>
                </a:cubicBezTo>
                <a:cubicBezTo>
                  <a:pt x="83" y="41"/>
                  <a:pt x="82" y="40"/>
                  <a:pt x="81" y="40"/>
                </a:cubicBezTo>
                <a:cubicBezTo>
                  <a:pt x="81" y="40"/>
                  <a:pt x="79" y="38"/>
                  <a:pt x="79" y="38"/>
                </a:cubicBezTo>
                <a:cubicBezTo>
                  <a:pt x="78" y="37"/>
                  <a:pt x="77" y="37"/>
                  <a:pt x="77" y="37"/>
                </a:cubicBezTo>
                <a:cubicBezTo>
                  <a:pt x="76" y="37"/>
                  <a:pt x="76" y="37"/>
                  <a:pt x="76" y="37"/>
                </a:cubicBezTo>
                <a:cubicBezTo>
                  <a:pt x="69" y="32"/>
                  <a:pt x="69" y="32"/>
                  <a:pt x="69" y="32"/>
                </a:cubicBezTo>
                <a:cubicBezTo>
                  <a:pt x="69" y="29"/>
                  <a:pt x="69" y="29"/>
                  <a:pt x="69" y="29"/>
                </a:cubicBezTo>
                <a:cubicBezTo>
                  <a:pt x="69" y="29"/>
                  <a:pt x="66" y="28"/>
                  <a:pt x="65" y="28"/>
                </a:cubicBezTo>
                <a:cubicBezTo>
                  <a:pt x="65" y="28"/>
                  <a:pt x="63" y="28"/>
                  <a:pt x="63" y="28"/>
                </a:cubicBezTo>
                <a:cubicBezTo>
                  <a:pt x="62" y="28"/>
                  <a:pt x="60" y="24"/>
                  <a:pt x="60" y="24"/>
                </a:cubicBezTo>
                <a:cubicBezTo>
                  <a:pt x="59" y="25"/>
                  <a:pt x="59" y="25"/>
                  <a:pt x="59" y="25"/>
                </a:cubicBezTo>
                <a:cubicBezTo>
                  <a:pt x="59" y="25"/>
                  <a:pt x="56" y="25"/>
                  <a:pt x="56" y="24"/>
                </a:cubicBezTo>
                <a:cubicBezTo>
                  <a:pt x="56" y="24"/>
                  <a:pt x="55" y="23"/>
                  <a:pt x="55" y="22"/>
                </a:cubicBezTo>
                <a:cubicBezTo>
                  <a:pt x="55" y="22"/>
                  <a:pt x="54" y="19"/>
                  <a:pt x="53" y="19"/>
                </a:cubicBezTo>
                <a:cubicBezTo>
                  <a:pt x="53" y="18"/>
                  <a:pt x="52" y="17"/>
                  <a:pt x="52" y="17"/>
                </a:cubicBezTo>
                <a:cubicBezTo>
                  <a:pt x="49" y="15"/>
                  <a:pt x="49" y="15"/>
                  <a:pt x="49" y="15"/>
                </a:cubicBezTo>
                <a:cubicBezTo>
                  <a:pt x="49" y="15"/>
                  <a:pt x="48" y="17"/>
                  <a:pt x="48" y="17"/>
                </a:cubicBezTo>
                <a:cubicBezTo>
                  <a:pt x="48" y="18"/>
                  <a:pt x="45" y="20"/>
                  <a:pt x="45" y="20"/>
                </a:cubicBezTo>
                <a:cubicBezTo>
                  <a:pt x="43" y="20"/>
                  <a:pt x="43" y="20"/>
                  <a:pt x="43" y="20"/>
                </a:cubicBezTo>
                <a:cubicBezTo>
                  <a:pt x="42" y="16"/>
                  <a:pt x="42" y="16"/>
                  <a:pt x="42" y="16"/>
                </a:cubicBezTo>
                <a:cubicBezTo>
                  <a:pt x="42" y="16"/>
                  <a:pt x="38" y="10"/>
                  <a:pt x="38" y="10"/>
                </a:cubicBezTo>
                <a:cubicBezTo>
                  <a:pt x="37" y="9"/>
                  <a:pt x="28" y="0"/>
                  <a:pt x="28" y="0"/>
                </a:cubicBezTo>
                <a:cubicBezTo>
                  <a:pt x="28" y="0"/>
                  <a:pt x="24" y="0"/>
                  <a:pt x="24" y="0"/>
                </a:cubicBezTo>
                <a:cubicBezTo>
                  <a:pt x="24" y="0"/>
                  <a:pt x="23" y="0"/>
                  <a:pt x="23" y="1"/>
                </a:cubicBezTo>
                <a:cubicBezTo>
                  <a:pt x="23" y="1"/>
                  <a:pt x="22" y="3"/>
                  <a:pt x="22" y="3"/>
                </a:cubicBezTo>
                <a:cubicBezTo>
                  <a:pt x="22" y="3"/>
                  <a:pt x="20" y="4"/>
                  <a:pt x="20" y="4"/>
                </a:cubicBezTo>
                <a:cubicBezTo>
                  <a:pt x="20" y="4"/>
                  <a:pt x="17" y="4"/>
                  <a:pt x="17" y="4"/>
                </a:cubicBezTo>
                <a:cubicBezTo>
                  <a:pt x="17" y="4"/>
                  <a:pt x="15" y="3"/>
                  <a:pt x="15" y="3"/>
                </a:cubicBezTo>
                <a:cubicBezTo>
                  <a:pt x="15" y="2"/>
                  <a:pt x="15" y="2"/>
                  <a:pt x="15" y="2"/>
                </a:cubicBezTo>
                <a:cubicBezTo>
                  <a:pt x="13" y="2"/>
                  <a:pt x="13" y="2"/>
                  <a:pt x="13" y="2"/>
                </a:cubicBezTo>
                <a:cubicBezTo>
                  <a:pt x="13" y="5"/>
                  <a:pt x="13" y="5"/>
                  <a:pt x="13" y="5"/>
                </a:cubicBezTo>
                <a:cubicBezTo>
                  <a:pt x="13" y="5"/>
                  <a:pt x="10" y="8"/>
                  <a:pt x="10" y="8"/>
                </a:cubicBezTo>
                <a:cubicBezTo>
                  <a:pt x="10" y="8"/>
                  <a:pt x="10" y="10"/>
                  <a:pt x="10" y="11"/>
                </a:cubicBezTo>
                <a:cubicBezTo>
                  <a:pt x="10" y="11"/>
                  <a:pt x="10" y="11"/>
                  <a:pt x="10" y="12"/>
                </a:cubicBezTo>
                <a:cubicBezTo>
                  <a:pt x="10" y="12"/>
                  <a:pt x="10" y="14"/>
                  <a:pt x="10" y="15"/>
                </a:cubicBezTo>
                <a:cubicBezTo>
                  <a:pt x="10" y="15"/>
                  <a:pt x="11" y="15"/>
                  <a:pt x="11" y="16"/>
                </a:cubicBezTo>
                <a:cubicBezTo>
                  <a:pt x="11" y="16"/>
                  <a:pt x="11" y="17"/>
                  <a:pt x="11" y="17"/>
                </a:cubicBezTo>
                <a:cubicBezTo>
                  <a:pt x="10" y="17"/>
                  <a:pt x="9" y="17"/>
                  <a:pt x="9" y="17"/>
                </a:cubicBezTo>
                <a:cubicBezTo>
                  <a:pt x="9" y="24"/>
                  <a:pt x="9" y="24"/>
                  <a:pt x="9" y="24"/>
                </a:cubicBezTo>
                <a:cubicBezTo>
                  <a:pt x="8" y="24"/>
                  <a:pt x="8" y="24"/>
                  <a:pt x="8" y="24"/>
                </a:cubicBezTo>
                <a:cubicBezTo>
                  <a:pt x="8" y="24"/>
                  <a:pt x="8" y="26"/>
                  <a:pt x="8" y="26"/>
                </a:cubicBezTo>
                <a:cubicBezTo>
                  <a:pt x="8" y="26"/>
                  <a:pt x="7" y="27"/>
                  <a:pt x="7" y="27"/>
                </a:cubicBezTo>
                <a:cubicBezTo>
                  <a:pt x="7" y="27"/>
                  <a:pt x="6" y="28"/>
                  <a:pt x="6" y="28"/>
                </a:cubicBezTo>
                <a:cubicBezTo>
                  <a:pt x="6" y="29"/>
                  <a:pt x="6" y="29"/>
                  <a:pt x="7" y="30"/>
                </a:cubicBezTo>
                <a:cubicBezTo>
                  <a:pt x="7" y="30"/>
                  <a:pt x="7" y="31"/>
                  <a:pt x="7" y="31"/>
                </a:cubicBezTo>
                <a:cubicBezTo>
                  <a:pt x="8" y="32"/>
                  <a:pt x="7" y="33"/>
                  <a:pt x="7" y="34"/>
                </a:cubicBezTo>
                <a:cubicBezTo>
                  <a:pt x="7" y="34"/>
                  <a:pt x="7" y="35"/>
                  <a:pt x="6" y="35"/>
                </a:cubicBezTo>
                <a:cubicBezTo>
                  <a:pt x="6" y="35"/>
                  <a:pt x="5" y="36"/>
                  <a:pt x="5" y="36"/>
                </a:cubicBezTo>
                <a:cubicBezTo>
                  <a:pt x="4" y="36"/>
                  <a:pt x="4" y="37"/>
                  <a:pt x="4" y="37"/>
                </a:cubicBezTo>
                <a:cubicBezTo>
                  <a:pt x="4" y="37"/>
                  <a:pt x="5" y="38"/>
                  <a:pt x="5" y="39"/>
                </a:cubicBezTo>
                <a:cubicBezTo>
                  <a:pt x="5" y="39"/>
                  <a:pt x="5" y="39"/>
                  <a:pt x="4" y="40"/>
                </a:cubicBezTo>
                <a:cubicBezTo>
                  <a:pt x="4" y="40"/>
                  <a:pt x="4" y="41"/>
                  <a:pt x="4" y="42"/>
                </a:cubicBezTo>
                <a:cubicBezTo>
                  <a:pt x="4" y="42"/>
                  <a:pt x="4" y="43"/>
                  <a:pt x="4" y="43"/>
                </a:cubicBezTo>
                <a:cubicBezTo>
                  <a:pt x="5" y="43"/>
                  <a:pt x="5" y="44"/>
                  <a:pt x="5" y="44"/>
                </a:cubicBezTo>
                <a:cubicBezTo>
                  <a:pt x="5" y="45"/>
                  <a:pt x="6" y="45"/>
                  <a:pt x="6" y="46"/>
                </a:cubicBezTo>
                <a:cubicBezTo>
                  <a:pt x="6" y="46"/>
                  <a:pt x="5" y="46"/>
                  <a:pt x="5" y="47"/>
                </a:cubicBezTo>
                <a:cubicBezTo>
                  <a:pt x="5" y="47"/>
                  <a:pt x="4" y="48"/>
                  <a:pt x="4" y="49"/>
                </a:cubicBezTo>
                <a:cubicBezTo>
                  <a:pt x="4" y="49"/>
                  <a:pt x="4" y="50"/>
                  <a:pt x="4" y="50"/>
                </a:cubicBezTo>
                <a:cubicBezTo>
                  <a:pt x="4" y="50"/>
                  <a:pt x="4" y="52"/>
                  <a:pt x="4" y="52"/>
                </a:cubicBezTo>
                <a:cubicBezTo>
                  <a:pt x="4" y="52"/>
                  <a:pt x="4" y="54"/>
                  <a:pt x="4" y="55"/>
                </a:cubicBezTo>
                <a:cubicBezTo>
                  <a:pt x="4" y="55"/>
                  <a:pt x="5" y="56"/>
                  <a:pt x="5" y="57"/>
                </a:cubicBezTo>
                <a:cubicBezTo>
                  <a:pt x="5" y="57"/>
                  <a:pt x="5" y="58"/>
                  <a:pt x="5" y="59"/>
                </a:cubicBezTo>
                <a:cubicBezTo>
                  <a:pt x="5" y="60"/>
                  <a:pt x="5" y="61"/>
                  <a:pt x="4" y="61"/>
                </a:cubicBezTo>
                <a:cubicBezTo>
                  <a:pt x="4" y="61"/>
                  <a:pt x="4" y="61"/>
                  <a:pt x="4" y="62"/>
                </a:cubicBezTo>
                <a:cubicBezTo>
                  <a:pt x="4" y="62"/>
                  <a:pt x="4" y="62"/>
                  <a:pt x="4" y="62"/>
                </a:cubicBezTo>
                <a:cubicBezTo>
                  <a:pt x="4" y="62"/>
                  <a:pt x="3" y="63"/>
                  <a:pt x="3" y="63"/>
                </a:cubicBezTo>
                <a:cubicBezTo>
                  <a:pt x="2" y="63"/>
                  <a:pt x="2" y="65"/>
                  <a:pt x="2" y="65"/>
                </a:cubicBezTo>
                <a:cubicBezTo>
                  <a:pt x="2" y="68"/>
                  <a:pt x="0" y="71"/>
                  <a:pt x="0" y="74"/>
                </a:cubicBezTo>
                <a:cubicBezTo>
                  <a:pt x="0" y="77"/>
                  <a:pt x="2" y="80"/>
                  <a:pt x="4" y="82"/>
                </a:cubicBezTo>
                <a:cubicBezTo>
                  <a:pt x="4" y="83"/>
                  <a:pt x="5" y="84"/>
                  <a:pt x="6" y="85"/>
                </a:cubicBezTo>
                <a:cubicBezTo>
                  <a:pt x="7" y="86"/>
                  <a:pt x="9" y="87"/>
                  <a:pt x="10" y="89"/>
                </a:cubicBezTo>
                <a:cubicBezTo>
                  <a:pt x="10" y="90"/>
                  <a:pt x="10" y="91"/>
                  <a:pt x="11" y="91"/>
                </a:cubicBezTo>
                <a:cubicBezTo>
                  <a:pt x="11" y="91"/>
                  <a:pt x="11" y="91"/>
                  <a:pt x="11" y="91"/>
                </a:cubicBezTo>
                <a:cubicBezTo>
                  <a:pt x="14" y="91"/>
                  <a:pt x="17" y="91"/>
                  <a:pt x="20" y="90"/>
                </a:cubicBezTo>
                <a:cubicBezTo>
                  <a:pt x="21" y="90"/>
                  <a:pt x="22" y="90"/>
                  <a:pt x="23" y="91"/>
                </a:cubicBezTo>
                <a:cubicBezTo>
                  <a:pt x="23" y="91"/>
                  <a:pt x="24" y="91"/>
                  <a:pt x="24" y="92"/>
                </a:cubicBezTo>
                <a:cubicBezTo>
                  <a:pt x="26" y="94"/>
                  <a:pt x="29" y="96"/>
                  <a:pt x="33" y="97"/>
                </a:cubicBezTo>
                <a:cubicBezTo>
                  <a:pt x="34" y="97"/>
                  <a:pt x="36" y="97"/>
                  <a:pt x="36" y="99"/>
                </a:cubicBezTo>
                <a:cubicBezTo>
                  <a:pt x="37" y="99"/>
                  <a:pt x="37" y="100"/>
                  <a:pt x="37" y="101"/>
                </a:cubicBezTo>
                <a:cubicBezTo>
                  <a:pt x="38" y="101"/>
                  <a:pt x="39" y="101"/>
                  <a:pt x="40" y="100"/>
                </a:cubicBezTo>
                <a:cubicBezTo>
                  <a:pt x="40" y="100"/>
                  <a:pt x="40" y="100"/>
                  <a:pt x="41" y="101"/>
                </a:cubicBezTo>
                <a:cubicBezTo>
                  <a:pt x="43" y="101"/>
                  <a:pt x="44" y="99"/>
                  <a:pt x="46" y="98"/>
                </a:cubicBezTo>
                <a:cubicBezTo>
                  <a:pt x="49" y="97"/>
                  <a:pt x="53" y="97"/>
                  <a:pt x="55" y="100"/>
                </a:cubicBezTo>
                <a:cubicBezTo>
                  <a:pt x="55" y="100"/>
                  <a:pt x="56" y="100"/>
                  <a:pt x="56" y="101"/>
                </a:cubicBezTo>
                <a:cubicBezTo>
                  <a:pt x="57" y="101"/>
                  <a:pt x="58" y="99"/>
                  <a:pt x="60" y="99"/>
                </a:cubicBezTo>
                <a:cubicBezTo>
                  <a:pt x="61" y="99"/>
                  <a:pt x="61" y="100"/>
                  <a:pt x="61" y="101"/>
                </a:cubicBezTo>
                <a:cubicBezTo>
                  <a:pt x="65" y="100"/>
                  <a:pt x="70" y="98"/>
                  <a:pt x="73" y="95"/>
                </a:cubicBezTo>
                <a:cubicBezTo>
                  <a:pt x="73" y="95"/>
                  <a:pt x="72" y="95"/>
                  <a:pt x="71" y="95"/>
                </a:cubicBezTo>
                <a:cubicBezTo>
                  <a:pt x="72" y="94"/>
                  <a:pt x="73" y="94"/>
                  <a:pt x="73" y="94"/>
                </a:cubicBezTo>
                <a:cubicBezTo>
                  <a:pt x="74" y="94"/>
                  <a:pt x="74" y="94"/>
                  <a:pt x="74" y="94"/>
                </a:cubicBezTo>
                <a:cubicBezTo>
                  <a:pt x="75" y="95"/>
                  <a:pt x="75" y="94"/>
                  <a:pt x="75" y="94"/>
                </a:cubicBezTo>
                <a:cubicBezTo>
                  <a:pt x="77" y="93"/>
                  <a:pt x="79" y="91"/>
                  <a:pt x="81" y="90"/>
                </a:cubicBezTo>
                <a:cubicBezTo>
                  <a:pt x="82" y="89"/>
                  <a:pt x="82" y="89"/>
                  <a:pt x="82" y="89"/>
                </a:cubicBezTo>
                <a:cubicBezTo>
                  <a:pt x="82" y="88"/>
                  <a:pt x="82" y="88"/>
                  <a:pt x="82" y="88"/>
                </a:cubicBezTo>
                <a:cubicBezTo>
                  <a:pt x="82" y="86"/>
                  <a:pt x="83" y="86"/>
                  <a:pt x="84" y="85"/>
                </a:cubicBezTo>
                <a:cubicBezTo>
                  <a:pt x="86" y="82"/>
                  <a:pt x="87" y="79"/>
                  <a:pt x="88" y="76"/>
                </a:cubicBezTo>
                <a:cubicBezTo>
                  <a:pt x="89" y="75"/>
                  <a:pt x="89" y="75"/>
                  <a:pt x="89" y="75"/>
                </a:cubicBezTo>
                <a:cubicBezTo>
                  <a:pt x="86" y="74"/>
                  <a:pt x="86" y="74"/>
                  <a:pt x="86" y="74"/>
                </a:cubicBezTo>
                <a:lnTo>
                  <a:pt x="86" y="62"/>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2069" name="Freeform 8"/>
          <p:cNvSpPr>
            <a:spLocks/>
          </p:cNvSpPr>
          <p:nvPr/>
        </p:nvSpPr>
        <p:spPr bwMode="auto">
          <a:xfrm>
            <a:off x="9336088" y="1590675"/>
            <a:ext cx="273050" cy="277812"/>
          </a:xfrm>
          <a:custGeom>
            <a:avLst/>
            <a:gdLst>
              <a:gd name="T0" fmla="*/ 246503 w 72"/>
              <a:gd name="T1" fmla="*/ 117975 h 73"/>
              <a:gd name="T2" fmla="*/ 238919 w 72"/>
              <a:gd name="T3" fmla="*/ 76113 h 73"/>
              <a:gd name="T4" fmla="*/ 246503 w 72"/>
              <a:gd name="T5" fmla="*/ 57085 h 73"/>
              <a:gd name="T6" fmla="*/ 273050 w 72"/>
              <a:gd name="T7" fmla="*/ 15223 h 73"/>
              <a:gd name="T8" fmla="*/ 235126 w 72"/>
              <a:gd name="T9" fmla="*/ 0 h 73"/>
              <a:gd name="T10" fmla="*/ 197203 w 72"/>
              <a:gd name="T11" fmla="*/ 3806 h 73"/>
              <a:gd name="T12" fmla="*/ 178241 w 72"/>
              <a:gd name="T13" fmla="*/ 0 h 73"/>
              <a:gd name="T14" fmla="*/ 147902 w 72"/>
              <a:gd name="T15" fmla="*/ 0 h 73"/>
              <a:gd name="T16" fmla="*/ 125148 w 72"/>
              <a:gd name="T17" fmla="*/ 7611 h 73"/>
              <a:gd name="T18" fmla="*/ 94809 w 72"/>
              <a:gd name="T19" fmla="*/ 0 h 73"/>
              <a:gd name="T20" fmla="*/ 68263 w 72"/>
              <a:gd name="T21" fmla="*/ 11417 h 73"/>
              <a:gd name="T22" fmla="*/ 60678 w 72"/>
              <a:gd name="T23" fmla="*/ 26640 h 73"/>
              <a:gd name="T24" fmla="*/ 49301 w 72"/>
              <a:gd name="T25" fmla="*/ 41862 h 73"/>
              <a:gd name="T26" fmla="*/ 53093 w 72"/>
              <a:gd name="T27" fmla="*/ 53279 h 73"/>
              <a:gd name="T28" fmla="*/ 26547 w 72"/>
              <a:gd name="T29" fmla="*/ 64696 h 73"/>
              <a:gd name="T30" fmla="*/ 11377 w 72"/>
              <a:gd name="T31" fmla="*/ 79919 h 73"/>
              <a:gd name="T32" fmla="*/ 15169 w 72"/>
              <a:gd name="T33" fmla="*/ 91335 h 73"/>
              <a:gd name="T34" fmla="*/ 0 w 72"/>
              <a:gd name="T35" fmla="*/ 125586 h 73"/>
              <a:gd name="T36" fmla="*/ 3792 w 72"/>
              <a:gd name="T37" fmla="*/ 133198 h 73"/>
              <a:gd name="T38" fmla="*/ 15169 w 72"/>
              <a:gd name="T39" fmla="*/ 152226 h 73"/>
              <a:gd name="T40" fmla="*/ 26547 w 72"/>
              <a:gd name="T41" fmla="*/ 171254 h 73"/>
              <a:gd name="T42" fmla="*/ 53093 w 72"/>
              <a:gd name="T43" fmla="*/ 186477 h 73"/>
              <a:gd name="T44" fmla="*/ 60678 w 72"/>
              <a:gd name="T45" fmla="*/ 205505 h 73"/>
              <a:gd name="T46" fmla="*/ 60678 w 72"/>
              <a:gd name="T47" fmla="*/ 209310 h 73"/>
              <a:gd name="T48" fmla="*/ 91017 w 72"/>
              <a:gd name="T49" fmla="*/ 262589 h 73"/>
              <a:gd name="T50" fmla="*/ 106186 w 72"/>
              <a:gd name="T51" fmla="*/ 270201 h 73"/>
              <a:gd name="T52" fmla="*/ 140317 w 72"/>
              <a:gd name="T53" fmla="*/ 277812 h 73"/>
              <a:gd name="T54" fmla="*/ 144110 w 72"/>
              <a:gd name="T55" fmla="*/ 258784 h 73"/>
              <a:gd name="T56" fmla="*/ 128940 w 72"/>
              <a:gd name="T57" fmla="*/ 247367 h 73"/>
              <a:gd name="T58" fmla="*/ 132733 w 72"/>
              <a:gd name="T59" fmla="*/ 243561 h 73"/>
              <a:gd name="T60" fmla="*/ 140317 w 72"/>
              <a:gd name="T61" fmla="*/ 228339 h 73"/>
              <a:gd name="T62" fmla="*/ 178241 w 72"/>
              <a:gd name="T63" fmla="*/ 239756 h 73"/>
              <a:gd name="T64" fmla="*/ 200995 w 72"/>
              <a:gd name="T65" fmla="*/ 232144 h 73"/>
              <a:gd name="T66" fmla="*/ 212372 w 72"/>
              <a:gd name="T67" fmla="*/ 235950 h 73"/>
              <a:gd name="T68" fmla="*/ 223749 w 72"/>
              <a:gd name="T69" fmla="*/ 243561 h 73"/>
              <a:gd name="T70" fmla="*/ 250296 w 72"/>
              <a:gd name="T71" fmla="*/ 228339 h 73"/>
              <a:gd name="T72" fmla="*/ 261673 w 72"/>
              <a:gd name="T73" fmla="*/ 201699 h 73"/>
              <a:gd name="T74" fmla="*/ 269258 w 72"/>
              <a:gd name="T75" fmla="*/ 167448 h 73"/>
              <a:gd name="T76" fmla="*/ 246503 w 72"/>
              <a:gd name="T77" fmla="*/ 129392 h 7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 h="73">
                <a:moveTo>
                  <a:pt x="66" y="33"/>
                </a:moveTo>
                <a:cubicBezTo>
                  <a:pt x="65" y="31"/>
                  <a:pt x="65" y="31"/>
                  <a:pt x="65" y="31"/>
                </a:cubicBezTo>
                <a:cubicBezTo>
                  <a:pt x="65" y="22"/>
                  <a:pt x="65" y="22"/>
                  <a:pt x="65" y="22"/>
                </a:cubicBezTo>
                <a:cubicBezTo>
                  <a:pt x="63" y="20"/>
                  <a:pt x="63" y="20"/>
                  <a:pt x="63" y="20"/>
                </a:cubicBezTo>
                <a:cubicBezTo>
                  <a:pt x="64" y="18"/>
                  <a:pt x="64" y="18"/>
                  <a:pt x="64" y="18"/>
                </a:cubicBezTo>
                <a:cubicBezTo>
                  <a:pt x="65" y="15"/>
                  <a:pt x="65" y="15"/>
                  <a:pt x="65" y="15"/>
                </a:cubicBezTo>
                <a:cubicBezTo>
                  <a:pt x="71" y="8"/>
                  <a:pt x="71" y="8"/>
                  <a:pt x="71" y="8"/>
                </a:cubicBezTo>
                <a:cubicBezTo>
                  <a:pt x="72" y="4"/>
                  <a:pt x="72" y="4"/>
                  <a:pt x="72" y="4"/>
                </a:cubicBezTo>
                <a:cubicBezTo>
                  <a:pt x="71" y="3"/>
                  <a:pt x="69" y="3"/>
                  <a:pt x="69" y="2"/>
                </a:cubicBezTo>
                <a:cubicBezTo>
                  <a:pt x="67" y="2"/>
                  <a:pt x="64" y="1"/>
                  <a:pt x="62" y="0"/>
                </a:cubicBezTo>
                <a:cubicBezTo>
                  <a:pt x="60" y="0"/>
                  <a:pt x="54" y="0"/>
                  <a:pt x="53" y="0"/>
                </a:cubicBezTo>
                <a:cubicBezTo>
                  <a:pt x="53" y="0"/>
                  <a:pt x="52" y="1"/>
                  <a:pt x="52" y="1"/>
                </a:cubicBezTo>
                <a:cubicBezTo>
                  <a:pt x="52" y="1"/>
                  <a:pt x="51" y="2"/>
                  <a:pt x="50" y="2"/>
                </a:cubicBezTo>
                <a:cubicBezTo>
                  <a:pt x="49" y="1"/>
                  <a:pt x="48" y="0"/>
                  <a:pt x="47" y="0"/>
                </a:cubicBezTo>
                <a:cubicBezTo>
                  <a:pt x="46" y="0"/>
                  <a:pt x="43" y="0"/>
                  <a:pt x="42" y="0"/>
                </a:cubicBezTo>
                <a:cubicBezTo>
                  <a:pt x="41" y="0"/>
                  <a:pt x="39" y="0"/>
                  <a:pt x="39" y="0"/>
                </a:cubicBezTo>
                <a:cubicBezTo>
                  <a:pt x="39" y="1"/>
                  <a:pt x="38" y="3"/>
                  <a:pt x="37" y="3"/>
                </a:cubicBezTo>
                <a:cubicBezTo>
                  <a:pt x="37" y="3"/>
                  <a:pt x="34" y="3"/>
                  <a:pt x="33" y="2"/>
                </a:cubicBezTo>
                <a:cubicBezTo>
                  <a:pt x="32" y="2"/>
                  <a:pt x="29" y="1"/>
                  <a:pt x="28" y="1"/>
                </a:cubicBezTo>
                <a:cubicBezTo>
                  <a:pt x="27" y="1"/>
                  <a:pt x="26" y="0"/>
                  <a:pt x="25" y="0"/>
                </a:cubicBezTo>
                <a:cubicBezTo>
                  <a:pt x="23" y="0"/>
                  <a:pt x="20" y="0"/>
                  <a:pt x="20" y="0"/>
                </a:cubicBezTo>
                <a:cubicBezTo>
                  <a:pt x="19" y="1"/>
                  <a:pt x="18" y="2"/>
                  <a:pt x="18" y="3"/>
                </a:cubicBezTo>
                <a:cubicBezTo>
                  <a:pt x="17" y="3"/>
                  <a:pt x="16" y="4"/>
                  <a:pt x="16" y="3"/>
                </a:cubicBezTo>
                <a:cubicBezTo>
                  <a:pt x="16" y="7"/>
                  <a:pt x="16" y="7"/>
                  <a:pt x="16" y="7"/>
                </a:cubicBezTo>
                <a:cubicBezTo>
                  <a:pt x="13" y="10"/>
                  <a:pt x="13" y="10"/>
                  <a:pt x="13" y="10"/>
                </a:cubicBezTo>
                <a:cubicBezTo>
                  <a:pt x="13" y="11"/>
                  <a:pt x="13" y="11"/>
                  <a:pt x="13" y="11"/>
                </a:cubicBezTo>
                <a:cubicBezTo>
                  <a:pt x="16" y="14"/>
                  <a:pt x="16" y="14"/>
                  <a:pt x="16" y="14"/>
                </a:cubicBezTo>
                <a:cubicBezTo>
                  <a:pt x="14" y="14"/>
                  <a:pt x="14" y="14"/>
                  <a:pt x="14" y="14"/>
                </a:cubicBezTo>
                <a:cubicBezTo>
                  <a:pt x="14" y="17"/>
                  <a:pt x="14" y="17"/>
                  <a:pt x="14" y="17"/>
                </a:cubicBezTo>
                <a:cubicBezTo>
                  <a:pt x="7" y="17"/>
                  <a:pt x="7" y="17"/>
                  <a:pt x="7" y="17"/>
                </a:cubicBezTo>
                <a:cubicBezTo>
                  <a:pt x="3" y="20"/>
                  <a:pt x="3" y="20"/>
                  <a:pt x="3" y="20"/>
                </a:cubicBezTo>
                <a:cubicBezTo>
                  <a:pt x="3" y="21"/>
                  <a:pt x="3" y="21"/>
                  <a:pt x="3" y="21"/>
                </a:cubicBezTo>
                <a:cubicBezTo>
                  <a:pt x="4" y="23"/>
                  <a:pt x="4" y="23"/>
                  <a:pt x="4" y="23"/>
                </a:cubicBezTo>
                <a:cubicBezTo>
                  <a:pt x="4" y="24"/>
                  <a:pt x="4" y="24"/>
                  <a:pt x="4" y="24"/>
                </a:cubicBezTo>
                <a:cubicBezTo>
                  <a:pt x="0" y="31"/>
                  <a:pt x="0" y="31"/>
                  <a:pt x="0" y="31"/>
                </a:cubicBezTo>
                <a:cubicBezTo>
                  <a:pt x="0" y="33"/>
                  <a:pt x="0" y="33"/>
                  <a:pt x="0" y="33"/>
                </a:cubicBezTo>
                <a:cubicBezTo>
                  <a:pt x="1" y="34"/>
                  <a:pt x="1" y="34"/>
                  <a:pt x="1" y="34"/>
                </a:cubicBezTo>
                <a:cubicBezTo>
                  <a:pt x="1" y="35"/>
                  <a:pt x="1" y="35"/>
                  <a:pt x="1" y="35"/>
                </a:cubicBezTo>
                <a:cubicBezTo>
                  <a:pt x="4" y="38"/>
                  <a:pt x="4" y="38"/>
                  <a:pt x="4" y="38"/>
                </a:cubicBezTo>
                <a:cubicBezTo>
                  <a:pt x="4" y="40"/>
                  <a:pt x="4" y="40"/>
                  <a:pt x="4" y="40"/>
                </a:cubicBezTo>
                <a:cubicBezTo>
                  <a:pt x="7" y="43"/>
                  <a:pt x="7" y="43"/>
                  <a:pt x="7" y="43"/>
                </a:cubicBezTo>
                <a:cubicBezTo>
                  <a:pt x="7" y="45"/>
                  <a:pt x="7" y="45"/>
                  <a:pt x="7" y="45"/>
                </a:cubicBezTo>
                <a:cubicBezTo>
                  <a:pt x="13" y="46"/>
                  <a:pt x="13" y="46"/>
                  <a:pt x="13" y="46"/>
                </a:cubicBezTo>
                <a:cubicBezTo>
                  <a:pt x="14" y="49"/>
                  <a:pt x="14" y="49"/>
                  <a:pt x="14" y="49"/>
                </a:cubicBezTo>
                <a:cubicBezTo>
                  <a:pt x="14" y="49"/>
                  <a:pt x="16" y="52"/>
                  <a:pt x="16" y="52"/>
                </a:cubicBezTo>
                <a:cubicBezTo>
                  <a:pt x="16" y="52"/>
                  <a:pt x="16" y="54"/>
                  <a:pt x="16" y="54"/>
                </a:cubicBezTo>
                <a:cubicBezTo>
                  <a:pt x="15" y="55"/>
                  <a:pt x="15" y="55"/>
                  <a:pt x="15" y="55"/>
                </a:cubicBezTo>
                <a:cubicBezTo>
                  <a:pt x="16" y="55"/>
                  <a:pt x="16" y="55"/>
                  <a:pt x="16" y="55"/>
                </a:cubicBezTo>
                <a:cubicBezTo>
                  <a:pt x="17" y="55"/>
                  <a:pt x="17" y="55"/>
                  <a:pt x="17" y="55"/>
                </a:cubicBezTo>
                <a:cubicBezTo>
                  <a:pt x="24" y="69"/>
                  <a:pt x="24" y="69"/>
                  <a:pt x="24" y="69"/>
                </a:cubicBezTo>
                <a:cubicBezTo>
                  <a:pt x="27" y="69"/>
                  <a:pt x="27" y="69"/>
                  <a:pt x="27" y="69"/>
                </a:cubicBezTo>
                <a:cubicBezTo>
                  <a:pt x="28" y="71"/>
                  <a:pt x="28" y="71"/>
                  <a:pt x="28" y="71"/>
                </a:cubicBezTo>
                <a:cubicBezTo>
                  <a:pt x="28" y="71"/>
                  <a:pt x="34" y="72"/>
                  <a:pt x="34" y="73"/>
                </a:cubicBezTo>
                <a:cubicBezTo>
                  <a:pt x="34" y="73"/>
                  <a:pt x="37" y="73"/>
                  <a:pt x="37" y="73"/>
                </a:cubicBezTo>
                <a:cubicBezTo>
                  <a:pt x="38" y="71"/>
                  <a:pt x="38" y="71"/>
                  <a:pt x="38" y="71"/>
                </a:cubicBezTo>
                <a:cubicBezTo>
                  <a:pt x="38" y="71"/>
                  <a:pt x="38" y="69"/>
                  <a:pt x="38" y="68"/>
                </a:cubicBezTo>
                <a:cubicBezTo>
                  <a:pt x="38" y="68"/>
                  <a:pt x="37" y="67"/>
                  <a:pt x="37" y="67"/>
                </a:cubicBezTo>
                <a:cubicBezTo>
                  <a:pt x="37" y="67"/>
                  <a:pt x="34" y="65"/>
                  <a:pt x="34" y="65"/>
                </a:cubicBezTo>
                <a:cubicBezTo>
                  <a:pt x="35" y="64"/>
                  <a:pt x="35" y="64"/>
                  <a:pt x="35" y="64"/>
                </a:cubicBezTo>
                <a:cubicBezTo>
                  <a:pt x="35" y="64"/>
                  <a:pt x="35" y="64"/>
                  <a:pt x="35" y="64"/>
                </a:cubicBezTo>
                <a:cubicBezTo>
                  <a:pt x="35" y="64"/>
                  <a:pt x="37" y="63"/>
                  <a:pt x="37" y="63"/>
                </a:cubicBezTo>
                <a:cubicBezTo>
                  <a:pt x="37" y="63"/>
                  <a:pt x="37" y="60"/>
                  <a:pt x="37" y="60"/>
                </a:cubicBezTo>
                <a:cubicBezTo>
                  <a:pt x="41" y="63"/>
                  <a:pt x="41" y="63"/>
                  <a:pt x="41" y="63"/>
                </a:cubicBezTo>
                <a:cubicBezTo>
                  <a:pt x="47" y="63"/>
                  <a:pt x="47" y="63"/>
                  <a:pt x="47" y="63"/>
                </a:cubicBezTo>
                <a:cubicBezTo>
                  <a:pt x="48" y="60"/>
                  <a:pt x="48" y="60"/>
                  <a:pt x="48" y="60"/>
                </a:cubicBezTo>
                <a:cubicBezTo>
                  <a:pt x="53" y="61"/>
                  <a:pt x="53" y="61"/>
                  <a:pt x="53" y="61"/>
                </a:cubicBezTo>
                <a:cubicBezTo>
                  <a:pt x="55" y="59"/>
                  <a:pt x="55" y="59"/>
                  <a:pt x="55" y="59"/>
                </a:cubicBezTo>
                <a:cubicBezTo>
                  <a:pt x="56" y="62"/>
                  <a:pt x="56" y="62"/>
                  <a:pt x="56" y="62"/>
                </a:cubicBezTo>
                <a:cubicBezTo>
                  <a:pt x="59" y="62"/>
                  <a:pt x="59" y="62"/>
                  <a:pt x="59" y="62"/>
                </a:cubicBezTo>
                <a:cubicBezTo>
                  <a:pt x="59" y="64"/>
                  <a:pt x="59" y="64"/>
                  <a:pt x="59" y="64"/>
                </a:cubicBezTo>
                <a:cubicBezTo>
                  <a:pt x="62" y="64"/>
                  <a:pt x="62" y="64"/>
                  <a:pt x="62" y="64"/>
                </a:cubicBezTo>
                <a:cubicBezTo>
                  <a:pt x="66" y="60"/>
                  <a:pt x="66" y="60"/>
                  <a:pt x="66" y="60"/>
                </a:cubicBezTo>
                <a:cubicBezTo>
                  <a:pt x="68" y="55"/>
                  <a:pt x="68" y="55"/>
                  <a:pt x="68" y="55"/>
                </a:cubicBezTo>
                <a:cubicBezTo>
                  <a:pt x="68" y="55"/>
                  <a:pt x="69" y="53"/>
                  <a:pt x="69" y="53"/>
                </a:cubicBezTo>
                <a:cubicBezTo>
                  <a:pt x="69" y="53"/>
                  <a:pt x="68" y="50"/>
                  <a:pt x="68" y="50"/>
                </a:cubicBezTo>
                <a:cubicBezTo>
                  <a:pt x="71" y="44"/>
                  <a:pt x="71" y="44"/>
                  <a:pt x="71" y="44"/>
                </a:cubicBezTo>
                <a:cubicBezTo>
                  <a:pt x="72" y="41"/>
                  <a:pt x="72" y="41"/>
                  <a:pt x="72" y="41"/>
                </a:cubicBezTo>
                <a:cubicBezTo>
                  <a:pt x="65" y="34"/>
                  <a:pt x="65" y="34"/>
                  <a:pt x="65" y="34"/>
                </a:cubicBezTo>
                <a:lnTo>
                  <a:pt x="66" y="33"/>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2070" name="Freeform 9"/>
          <p:cNvSpPr>
            <a:spLocks/>
          </p:cNvSpPr>
          <p:nvPr/>
        </p:nvSpPr>
        <p:spPr bwMode="auto">
          <a:xfrm>
            <a:off x="7785100" y="1995488"/>
            <a:ext cx="842962" cy="1246187"/>
          </a:xfrm>
          <a:custGeom>
            <a:avLst/>
            <a:gdLst>
              <a:gd name="T0" fmla="*/ 820076 w 221"/>
              <a:gd name="T1" fmla="*/ 1124236 h 327"/>
              <a:gd name="T2" fmla="*/ 801005 w 221"/>
              <a:gd name="T3" fmla="*/ 1078504 h 327"/>
              <a:gd name="T4" fmla="*/ 808633 w 221"/>
              <a:gd name="T5" fmla="*/ 979419 h 327"/>
              <a:gd name="T6" fmla="*/ 820076 w 221"/>
              <a:gd name="T7" fmla="*/ 922255 h 327"/>
              <a:gd name="T8" fmla="*/ 842962 w 221"/>
              <a:gd name="T9" fmla="*/ 838413 h 327"/>
              <a:gd name="T10" fmla="*/ 720904 w 221"/>
              <a:gd name="T11" fmla="*/ 731706 h 327"/>
              <a:gd name="T12" fmla="*/ 720904 w 221"/>
              <a:gd name="T13" fmla="*/ 628810 h 327"/>
              <a:gd name="T14" fmla="*/ 606475 w 221"/>
              <a:gd name="T15" fmla="*/ 651676 h 327"/>
              <a:gd name="T16" fmla="*/ 541632 w 221"/>
              <a:gd name="T17" fmla="*/ 579267 h 327"/>
              <a:gd name="T18" fmla="*/ 514932 w 221"/>
              <a:gd name="T19" fmla="*/ 533536 h 327"/>
              <a:gd name="T20" fmla="*/ 507303 w 221"/>
              <a:gd name="T21" fmla="*/ 487804 h 327"/>
              <a:gd name="T22" fmla="*/ 537817 w 221"/>
              <a:gd name="T23" fmla="*/ 407774 h 327"/>
              <a:gd name="T24" fmla="*/ 598846 w 221"/>
              <a:gd name="T25" fmla="*/ 323932 h 327"/>
              <a:gd name="T26" fmla="*/ 656061 w 221"/>
              <a:gd name="T27" fmla="*/ 293445 h 327"/>
              <a:gd name="T28" fmla="*/ 717090 w 221"/>
              <a:gd name="T29" fmla="*/ 274390 h 327"/>
              <a:gd name="T30" fmla="*/ 739976 w 221"/>
              <a:gd name="T31" fmla="*/ 285823 h 327"/>
              <a:gd name="T32" fmla="*/ 732347 w 221"/>
              <a:gd name="T33" fmla="*/ 247713 h 327"/>
              <a:gd name="T34" fmla="*/ 743790 w 221"/>
              <a:gd name="T35" fmla="*/ 171494 h 327"/>
              <a:gd name="T36" fmla="*/ 713276 w 221"/>
              <a:gd name="T37" fmla="*/ 160061 h 327"/>
              <a:gd name="T38" fmla="*/ 678947 w 221"/>
              <a:gd name="T39" fmla="*/ 152439 h 327"/>
              <a:gd name="T40" fmla="*/ 656061 w 221"/>
              <a:gd name="T41" fmla="*/ 152439 h 327"/>
              <a:gd name="T42" fmla="*/ 621732 w 221"/>
              <a:gd name="T43" fmla="*/ 156250 h 327"/>
              <a:gd name="T44" fmla="*/ 591218 w 221"/>
              <a:gd name="T45" fmla="*/ 156250 h 327"/>
              <a:gd name="T46" fmla="*/ 553075 w 221"/>
              <a:gd name="T47" fmla="*/ 152439 h 327"/>
              <a:gd name="T48" fmla="*/ 545446 w 221"/>
              <a:gd name="T49" fmla="*/ 121951 h 327"/>
              <a:gd name="T50" fmla="*/ 522560 w 221"/>
              <a:gd name="T51" fmla="*/ 99085 h 327"/>
              <a:gd name="T52" fmla="*/ 495860 w 221"/>
              <a:gd name="T53" fmla="*/ 72408 h 327"/>
              <a:gd name="T54" fmla="*/ 469160 w 221"/>
              <a:gd name="T55" fmla="*/ 53354 h 327"/>
              <a:gd name="T56" fmla="*/ 434831 w 221"/>
              <a:gd name="T57" fmla="*/ 7622 h 327"/>
              <a:gd name="T58" fmla="*/ 392874 w 221"/>
              <a:gd name="T59" fmla="*/ 7622 h 327"/>
              <a:gd name="T60" fmla="*/ 404317 w 221"/>
              <a:gd name="T61" fmla="*/ 45732 h 327"/>
              <a:gd name="T62" fmla="*/ 312773 w 221"/>
              <a:gd name="T63" fmla="*/ 167683 h 327"/>
              <a:gd name="T64" fmla="*/ 198344 w 221"/>
              <a:gd name="T65" fmla="*/ 221036 h 327"/>
              <a:gd name="T66" fmla="*/ 175458 w 221"/>
              <a:gd name="T67" fmla="*/ 278201 h 327"/>
              <a:gd name="T68" fmla="*/ 156387 w 221"/>
              <a:gd name="T69" fmla="*/ 323932 h 327"/>
              <a:gd name="T70" fmla="*/ 122058 w 221"/>
              <a:gd name="T71" fmla="*/ 301067 h 327"/>
              <a:gd name="T72" fmla="*/ 61029 w 221"/>
              <a:gd name="T73" fmla="*/ 293445 h 327"/>
              <a:gd name="T74" fmla="*/ 53400 w 221"/>
              <a:gd name="T75" fmla="*/ 266768 h 327"/>
              <a:gd name="T76" fmla="*/ 72472 w 221"/>
              <a:gd name="T77" fmla="*/ 228658 h 327"/>
              <a:gd name="T78" fmla="*/ 7629 w 221"/>
              <a:gd name="T79" fmla="*/ 282012 h 327"/>
              <a:gd name="T80" fmla="*/ 15257 w 221"/>
              <a:gd name="T81" fmla="*/ 327743 h 327"/>
              <a:gd name="T82" fmla="*/ 30514 w 221"/>
              <a:gd name="T83" fmla="*/ 384908 h 327"/>
              <a:gd name="T84" fmla="*/ 76286 w 221"/>
              <a:gd name="T85" fmla="*/ 438261 h 327"/>
              <a:gd name="T86" fmla="*/ 118244 w 221"/>
              <a:gd name="T87" fmla="*/ 499237 h 327"/>
              <a:gd name="T88" fmla="*/ 167830 w 221"/>
              <a:gd name="T89" fmla="*/ 571645 h 327"/>
              <a:gd name="T90" fmla="*/ 190715 w 221"/>
              <a:gd name="T91" fmla="*/ 621188 h 327"/>
              <a:gd name="T92" fmla="*/ 205973 w 221"/>
              <a:gd name="T93" fmla="*/ 674542 h 327"/>
              <a:gd name="T94" fmla="*/ 247930 w 221"/>
              <a:gd name="T95" fmla="*/ 735517 h 327"/>
              <a:gd name="T96" fmla="*/ 293702 w 221"/>
              <a:gd name="T97" fmla="*/ 823169 h 327"/>
              <a:gd name="T98" fmla="*/ 320402 w 221"/>
              <a:gd name="T99" fmla="*/ 868901 h 327"/>
              <a:gd name="T100" fmla="*/ 339473 w 221"/>
              <a:gd name="T101" fmla="*/ 922255 h 327"/>
              <a:gd name="T102" fmla="*/ 343288 w 221"/>
              <a:gd name="T103" fmla="*/ 956553 h 327"/>
              <a:gd name="T104" fmla="*/ 392874 w 221"/>
              <a:gd name="T105" fmla="*/ 1009907 h 327"/>
              <a:gd name="T106" fmla="*/ 461531 w 221"/>
              <a:gd name="T107" fmla="*/ 1067071 h 327"/>
              <a:gd name="T108" fmla="*/ 560703 w 221"/>
              <a:gd name="T109" fmla="*/ 1120425 h 327"/>
              <a:gd name="T110" fmla="*/ 644618 w 221"/>
              <a:gd name="T111" fmla="*/ 1166157 h 327"/>
              <a:gd name="T112" fmla="*/ 701833 w 221"/>
              <a:gd name="T113" fmla="*/ 1223321 h 327"/>
              <a:gd name="T114" fmla="*/ 770490 w 221"/>
              <a:gd name="T115" fmla="*/ 1219510 h 327"/>
              <a:gd name="T116" fmla="*/ 793376 w 221"/>
              <a:gd name="T117" fmla="*/ 1181401 h 32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21" h="327">
                <a:moveTo>
                  <a:pt x="208" y="308"/>
                </a:moveTo>
                <a:cubicBezTo>
                  <a:pt x="207" y="308"/>
                  <a:pt x="205" y="307"/>
                  <a:pt x="205" y="307"/>
                </a:cubicBezTo>
                <a:cubicBezTo>
                  <a:pt x="207" y="305"/>
                  <a:pt x="207" y="305"/>
                  <a:pt x="207" y="305"/>
                </a:cubicBezTo>
                <a:cubicBezTo>
                  <a:pt x="207" y="305"/>
                  <a:pt x="209" y="303"/>
                  <a:pt x="209" y="302"/>
                </a:cubicBezTo>
                <a:cubicBezTo>
                  <a:pt x="209" y="302"/>
                  <a:pt x="212" y="298"/>
                  <a:pt x="212" y="298"/>
                </a:cubicBezTo>
                <a:cubicBezTo>
                  <a:pt x="212" y="298"/>
                  <a:pt x="213" y="296"/>
                  <a:pt x="213" y="296"/>
                </a:cubicBezTo>
                <a:cubicBezTo>
                  <a:pt x="213" y="296"/>
                  <a:pt x="215" y="295"/>
                  <a:pt x="215" y="295"/>
                </a:cubicBezTo>
                <a:cubicBezTo>
                  <a:pt x="216" y="291"/>
                  <a:pt x="216" y="291"/>
                  <a:pt x="216" y="291"/>
                </a:cubicBezTo>
                <a:cubicBezTo>
                  <a:pt x="219" y="290"/>
                  <a:pt x="219" y="290"/>
                  <a:pt x="219" y="290"/>
                </a:cubicBezTo>
                <a:cubicBezTo>
                  <a:pt x="217" y="287"/>
                  <a:pt x="217" y="287"/>
                  <a:pt x="217" y="287"/>
                </a:cubicBezTo>
                <a:cubicBezTo>
                  <a:pt x="215" y="287"/>
                  <a:pt x="215" y="287"/>
                  <a:pt x="215" y="287"/>
                </a:cubicBezTo>
                <a:cubicBezTo>
                  <a:pt x="214" y="287"/>
                  <a:pt x="214" y="287"/>
                  <a:pt x="214" y="287"/>
                </a:cubicBezTo>
                <a:cubicBezTo>
                  <a:pt x="214" y="287"/>
                  <a:pt x="211" y="286"/>
                  <a:pt x="211" y="286"/>
                </a:cubicBezTo>
                <a:cubicBezTo>
                  <a:pt x="211" y="285"/>
                  <a:pt x="210" y="284"/>
                  <a:pt x="210" y="283"/>
                </a:cubicBezTo>
                <a:cubicBezTo>
                  <a:pt x="210" y="283"/>
                  <a:pt x="209" y="280"/>
                  <a:pt x="209" y="280"/>
                </a:cubicBezTo>
                <a:cubicBezTo>
                  <a:pt x="209" y="279"/>
                  <a:pt x="208" y="276"/>
                  <a:pt x="208" y="276"/>
                </a:cubicBezTo>
                <a:cubicBezTo>
                  <a:pt x="213" y="269"/>
                  <a:pt x="213" y="269"/>
                  <a:pt x="213" y="269"/>
                </a:cubicBezTo>
                <a:cubicBezTo>
                  <a:pt x="209" y="265"/>
                  <a:pt x="209" y="265"/>
                  <a:pt x="209" y="265"/>
                </a:cubicBezTo>
                <a:cubicBezTo>
                  <a:pt x="209" y="261"/>
                  <a:pt x="209" y="261"/>
                  <a:pt x="209" y="261"/>
                </a:cubicBezTo>
                <a:cubicBezTo>
                  <a:pt x="212" y="260"/>
                  <a:pt x="212" y="260"/>
                  <a:pt x="212" y="260"/>
                </a:cubicBezTo>
                <a:cubicBezTo>
                  <a:pt x="212" y="257"/>
                  <a:pt x="212" y="257"/>
                  <a:pt x="212" y="257"/>
                </a:cubicBezTo>
                <a:cubicBezTo>
                  <a:pt x="216" y="254"/>
                  <a:pt x="216" y="254"/>
                  <a:pt x="216" y="254"/>
                </a:cubicBezTo>
                <a:cubicBezTo>
                  <a:pt x="216" y="251"/>
                  <a:pt x="216" y="251"/>
                  <a:pt x="216" y="251"/>
                </a:cubicBezTo>
                <a:cubicBezTo>
                  <a:pt x="219" y="251"/>
                  <a:pt x="219" y="251"/>
                  <a:pt x="219" y="251"/>
                </a:cubicBezTo>
                <a:cubicBezTo>
                  <a:pt x="216" y="247"/>
                  <a:pt x="216" y="247"/>
                  <a:pt x="216" y="247"/>
                </a:cubicBezTo>
                <a:cubicBezTo>
                  <a:pt x="216" y="245"/>
                  <a:pt x="216" y="245"/>
                  <a:pt x="216" y="245"/>
                </a:cubicBezTo>
                <a:cubicBezTo>
                  <a:pt x="217" y="244"/>
                  <a:pt x="217" y="244"/>
                  <a:pt x="217" y="244"/>
                </a:cubicBezTo>
                <a:cubicBezTo>
                  <a:pt x="215" y="242"/>
                  <a:pt x="215" y="242"/>
                  <a:pt x="215" y="242"/>
                </a:cubicBezTo>
                <a:cubicBezTo>
                  <a:pt x="215" y="241"/>
                  <a:pt x="215" y="241"/>
                  <a:pt x="215" y="241"/>
                </a:cubicBezTo>
                <a:cubicBezTo>
                  <a:pt x="215" y="241"/>
                  <a:pt x="217" y="239"/>
                  <a:pt x="217" y="239"/>
                </a:cubicBezTo>
                <a:cubicBezTo>
                  <a:pt x="217" y="239"/>
                  <a:pt x="218" y="235"/>
                  <a:pt x="218" y="235"/>
                </a:cubicBezTo>
                <a:cubicBezTo>
                  <a:pt x="218" y="226"/>
                  <a:pt x="218" y="226"/>
                  <a:pt x="218" y="226"/>
                </a:cubicBezTo>
                <a:cubicBezTo>
                  <a:pt x="221" y="223"/>
                  <a:pt x="221" y="223"/>
                  <a:pt x="221" y="223"/>
                </a:cubicBezTo>
                <a:cubicBezTo>
                  <a:pt x="220" y="222"/>
                  <a:pt x="220" y="222"/>
                  <a:pt x="220" y="222"/>
                </a:cubicBezTo>
                <a:cubicBezTo>
                  <a:pt x="221" y="220"/>
                  <a:pt x="221" y="220"/>
                  <a:pt x="221" y="220"/>
                </a:cubicBezTo>
                <a:cubicBezTo>
                  <a:pt x="221" y="219"/>
                  <a:pt x="221" y="219"/>
                  <a:pt x="221" y="219"/>
                </a:cubicBezTo>
                <a:cubicBezTo>
                  <a:pt x="220" y="216"/>
                  <a:pt x="220" y="216"/>
                  <a:pt x="220" y="216"/>
                </a:cubicBezTo>
                <a:cubicBezTo>
                  <a:pt x="206" y="192"/>
                  <a:pt x="206" y="192"/>
                  <a:pt x="206" y="192"/>
                </a:cubicBezTo>
                <a:cubicBezTo>
                  <a:pt x="198" y="192"/>
                  <a:pt x="198" y="192"/>
                  <a:pt x="198" y="192"/>
                </a:cubicBezTo>
                <a:cubicBezTo>
                  <a:pt x="194" y="194"/>
                  <a:pt x="194" y="194"/>
                  <a:pt x="194" y="194"/>
                </a:cubicBezTo>
                <a:cubicBezTo>
                  <a:pt x="191" y="194"/>
                  <a:pt x="191" y="194"/>
                  <a:pt x="191" y="194"/>
                </a:cubicBezTo>
                <a:cubicBezTo>
                  <a:pt x="189" y="192"/>
                  <a:pt x="189" y="192"/>
                  <a:pt x="189" y="192"/>
                </a:cubicBezTo>
                <a:cubicBezTo>
                  <a:pt x="187" y="193"/>
                  <a:pt x="187" y="193"/>
                  <a:pt x="187" y="193"/>
                </a:cubicBezTo>
                <a:cubicBezTo>
                  <a:pt x="187" y="172"/>
                  <a:pt x="187" y="172"/>
                  <a:pt x="187" y="172"/>
                </a:cubicBezTo>
                <a:cubicBezTo>
                  <a:pt x="189" y="170"/>
                  <a:pt x="189" y="170"/>
                  <a:pt x="189" y="170"/>
                </a:cubicBezTo>
                <a:cubicBezTo>
                  <a:pt x="189" y="170"/>
                  <a:pt x="188" y="169"/>
                  <a:pt x="188" y="169"/>
                </a:cubicBezTo>
                <a:cubicBezTo>
                  <a:pt x="188" y="169"/>
                  <a:pt x="188" y="168"/>
                  <a:pt x="188" y="168"/>
                </a:cubicBezTo>
                <a:cubicBezTo>
                  <a:pt x="188" y="167"/>
                  <a:pt x="188" y="167"/>
                  <a:pt x="188" y="167"/>
                </a:cubicBezTo>
                <a:cubicBezTo>
                  <a:pt x="189" y="165"/>
                  <a:pt x="189" y="165"/>
                  <a:pt x="189" y="165"/>
                </a:cubicBezTo>
                <a:cubicBezTo>
                  <a:pt x="186" y="166"/>
                  <a:pt x="186" y="166"/>
                  <a:pt x="186" y="166"/>
                </a:cubicBezTo>
                <a:cubicBezTo>
                  <a:pt x="176" y="175"/>
                  <a:pt x="176" y="175"/>
                  <a:pt x="176" y="175"/>
                </a:cubicBezTo>
                <a:cubicBezTo>
                  <a:pt x="160" y="175"/>
                  <a:pt x="160" y="175"/>
                  <a:pt x="160" y="175"/>
                </a:cubicBezTo>
                <a:cubicBezTo>
                  <a:pt x="160" y="173"/>
                  <a:pt x="160" y="173"/>
                  <a:pt x="160" y="173"/>
                </a:cubicBezTo>
                <a:cubicBezTo>
                  <a:pt x="161" y="173"/>
                  <a:pt x="161" y="173"/>
                  <a:pt x="161" y="173"/>
                </a:cubicBezTo>
                <a:cubicBezTo>
                  <a:pt x="161" y="171"/>
                  <a:pt x="161" y="171"/>
                  <a:pt x="161" y="171"/>
                </a:cubicBezTo>
                <a:cubicBezTo>
                  <a:pt x="159" y="171"/>
                  <a:pt x="159" y="171"/>
                  <a:pt x="159" y="171"/>
                </a:cubicBezTo>
                <a:cubicBezTo>
                  <a:pt x="158" y="167"/>
                  <a:pt x="158" y="167"/>
                  <a:pt x="158" y="167"/>
                </a:cubicBezTo>
                <a:cubicBezTo>
                  <a:pt x="151" y="165"/>
                  <a:pt x="151" y="165"/>
                  <a:pt x="151" y="165"/>
                </a:cubicBezTo>
                <a:cubicBezTo>
                  <a:pt x="142" y="165"/>
                  <a:pt x="142" y="165"/>
                  <a:pt x="142" y="165"/>
                </a:cubicBezTo>
                <a:cubicBezTo>
                  <a:pt x="146" y="160"/>
                  <a:pt x="146" y="160"/>
                  <a:pt x="146" y="160"/>
                </a:cubicBezTo>
                <a:cubicBezTo>
                  <a:pt x="146" y="157"/>
                  <a:pt x="146" y="157"/>
                  <a:pt x="146" y="157"/>
                </a:cubicBezTo>
                <a:cubicBezTo>
                  <a:pt x="144" y="155"/>
                  <a:pt x="144" y="155"/>
                  <a:pt x="144" y="155"/>
                </a:cubicBezTo>
                <a:cubicBezTo>
                  <a:pt x="142" y="152"/>
                  <a:pt x="142" y="152"/>
                  <a:pt x="142" y="152"/>
                </a:cubicBezTo>
                <a:cubicBezTo>
                  <a:pt x="140" y="150"/>
                  <a:pt x="140" y="150"/>
                  <a:pt x="140" y="150"/>
                </a:cubicBezTo>
                <a:cubicBezTo>
                  <a:pt x="140" y="148"/>
                  <a:pt x="140" y="148"/>
                  <a:pt x="140" y="148"/>
                </a:cubicBezTo>
                <a:cubicBezTo>
                  <a:pt x="138" y="147"/>
                  <a:pt x="138" y="147"/>
                  <a:pt x="138" y="147"/>
                </a:cubicBezTo>
                <a:cubicBezTo>
                  <a:pt x="136" y="146"/>
                  <a:pt x="136" y="146"/>
                  <a:pt x="136" y="146"/>
                </a:cubicBezTo>
                <a:cubicBezTo>
                  <a:pt x="135" y="144"/>
                  <a:pt x="135" y="144"/>
                  <a:pt x="135" y="144"/>
                </a:cubicBezTo>
                <a:cubicBezTo>
                  <a:pt x="135" y="144"/>
                  <a:pt x="135" y="143"/>
                  <a:pt x="135" y="143"/>
                </a:cubicBezTo>
                <a:cubicBezTo>
                  <a:pt x="135" y="142"/>
                  <a:pt x="135" y="140"/>
                  <a:pt x="135" y="140"/>
                </a:cubicBezTo>
                <a:cubicBezTo>
                  <a:pt x="134" y="140"/>
                  <a:pt x="132" y="138"/>
                  <a:pt x="132" y="138"/>
                </a:cubicBezTo>
                <a:cubicBezTo>
                  <a:pt x="133" y="137"/>
                  <a:pt x="133" y="137"/>
                  <a:pt x="133" y="137"/>
                </a:cubicBezTo>
                <a:cubicBezTo>
                  <a:pt x="133" y="135"/>
                  <a:pt x="133" y="135"/>
                  <a:pt x="133" y="135"/>
                </a:cubicBezTo>
                <a:cubicBezTo>
                  <a:pt x="128" y="132"/>
                  <a:pt x="128" y="132"/>
                  <a:pt x="128" y="132"/>
                </a:cubicBezTo>
                <a:cubicBezTo>
                  <a:pt x="130" y="130"/>
                  <a:pt x="130" y="130"/>
                  <a:pt x="130" y="130"/>
                </a:cubicBezTo>
                <a:cubicBezTo>
                  <a:pt x="129" y="128"/>
                  <a:pt x="129" y="128"/>
                  <a:pt x="129" y="128"/>
                </a:cubicBezTo>
                <a:cubicBezTo>
                  <a:pt x="133" y="128"/>
                  <a:pt x="133" y="128"/>
                  <a:pt x="133" y="128"/>
                </a:cubicBezTo>
                <a:cubicBezTo>
                  <a:pt x="133" y="126"/>
                  <a:pt x="133" y="126"/>
                  <a:pt x="133" y="126"/>
                </a:cubicBezTo>
                <a:cubicBezTo>
                  <a:pt x="132" y="124"/>
                  <a:pt x="132" y="124"/>
                  <a:pt x="132" y="124"/>
                </a:cubicBezTo>
                <a:cubicBezTo>
                  <a:pt x="133" y="120"/>
                  <a:pt x="133" y="120"/>
                  <a:pt x="133" y="120"/>
                </a:cubicBezTo>
                <a:cubicBezTo>
                  <a:pt x="134" y="117"/>
                  <a:pt x="134" y="117"/>
                  <a:pt x="134" y="117"/>
                </a:cubicBezTo>
                <a:cubicBezTo>
                  <a:pt x="144" y="113"/>
                  <a:pt x="144" y="113"/>
                  <a:pt x="144" y="113"/>
                </a:cubicBezTo>
                <a:cubicBezTo>
                  <a:pt x="143" y="111"/>
                  <a:pt x="143" y="111"/>
                  <a:pt x="143" y="111"/>
                </a:cubicBezTo>
                <a:cubicBezTo>
                  <a:pt x="141" y="107"/>
                  <a:pt x="141" y="107"/>
                  <a:pt x="141" y="107"/>
                </a:cubicBezTo>
                <a:cubicBezTo>
                  <a:pt x="141" y="105"/>
                  <a:pt x="141" y="105"/>
                  <a:pt x="141" y="105"/>
                </a:cubicBezTo>
                <a:cubicBezTo>
                  <a:pt x="146" y="98"/>
                  <a:pt x="146" y="98"/>
                  <a:pt x="146" y="98"/>
                </a:cubicBezTo>
                <a:cubicBezTo>
                  <a:pt x="147" y="96"/>
                  <a:pt x="147" y="96"/>
                  <a:pt x="147" y="96"/>
                </a:cubicBezTo>
                <a:cubicBezTo>
                  <a:pt x="147" y="96"/>
                  <a:pt x="147" y="94"/>
                  <a:pt x="147" y="93"/>
                </a:cubicBezTo>
                <a:cubicBezTo>
                  <a:pt x="147" y="93"/>
                  <a:pt x="148" y="89"/>
                  <a:pt x="148" y="89"/>
                </a:cubicBezTo>
                <a:cubicBezTo>
                  <a:pt x="153" y="87"/>
                  <a:pt x="153" y="87"/>
                  <a:pt x="153" y="87"/>
                </a:cubicBezTo>
                <a:cubicBezTo>
                  <a:pt x="157" y="85"/>
                  <a:pt x="157" y="85"/>
                  <a:pt x="157" y="85"/>
                </a:cubicBezTo>
                <a:cubicBezTo>
                  <a:pt x="157" y="83"/>
                  <a:pt x="157" y="83"/>
                  <a:pt x="157" y="83"/>
                </a:cubicBezTo>
                <a:cubicBezTo>
                  <a:pt x="160" y="82"/>
                  <a:pt x="160" y="82"/>
                  <a:pt x="160" y="82"/>
                </a:cubicBezTo>
                <a:cubicBezTo>
                  <a:pt x="165" y="78"/>
                  <a:pt x="165" y="78"/>
                  <a:pt x="165" y="78"/>
                </a:cubicBezTo>
                <a:cubicBezTo>
                  <a:pt x="169" y="78"/>
                  <a:pt x="169" y="78"/>
                  <a:pt x="169" y="78"/>
                </a:cubicBezTo>
                <a:cubicBezTo>
                  <a:pt x="170" y="78"/>
                  <a:pt x="170" y="78"/>
                  <a:pt x="170" y="78"/>
                </a:cubicBezTo>
                <a:cubicBezTo>
                  <a:pt x="171" y="78"/>
                  <a:pt x="171" y="78"/>
                  <a:pt x="171" y="78"/>
                </a:cubicBezTo>
                <a:cubicBezTo>
                  <a:pt x="172" y="77"/>
                  <a:pt x="172" y="77"/>
                  <a:pt x="172" y="77"/>
                </a:cubicBezTo>
                <a:cubicBezTo>
                  <a:pt x="175" y="77"/>
                  <a:pt x="175" y="77"/>
                  <a:pt x="175" y="77"/>
                </a:cubicBezTo>
                <a:cubicBezTo>
                  <a:pt x="176" y="76"/>
                  <a:pt x="176" y="76"/>
                  <a:pt x="176" y="76"/>
                </a:cubicBezTo>
                <a:cubicBezTo>
                  <a:pt x="182" y="76"/>
                  <a:pt x="182" y="76"/>
                  <a:pt x="182" y="76"/>
                </a:cubicBezTo>
                <a:cubicBezTo>
                  <a:pt x="184" y="72"/>
                  <a:pt x="184" y="72"/>
                  <a:pt x="184" y="72"/>
                </a:cubicBezTo>
                <a:cubicBezTo>
                  <a:pt x="186" y="72"/>
                  <a:pt x="186" y="72"/>
                  <a:pt x="186" y="72"/>
                </a:cubicBezTo>
                <a:cubicBezTo>
                  <a:pt x="187" y="71"/>
                  <a:pt x="187" y="71"/>
                  <a:pt x="187" y="71"/>
                </a:cubicBezTo>
                <a:cubicBezTo>
                  <a:pt x="188" y="72"/>
                  <a:pt x="188" y="72"/>
                  <a:pt x="188" y="72"/>
                </a:cubicBezTo>
                <a:cubicBezTo>
                  <a:pt x="188" y="73"/>
                  <a:pt x="188" y="73"/>
                  <a:pt x="188" y="73"/>
                </a:cubicBezTo>
                <a:cubicBezTo>
                  <a:pt x="189" y="72"/>
                  <a:pt x="189" y="72"/>
                  <a:pt x="189" y="72"/>
                </a:cubicBezTo>
                <a:cubicBezTo>
                  <a:pt x="189" y="72"/>
                  <a:pt x="191" y="71"/>
                  <a:pt x="191" y="71"/>
                </a:cubicBezTo>
                <a:cubicBezTo>
                  <a:pt x="191" y="71"/>
                  <a:pt x="192" y="71"/>
                  <a:pt x="192" y="71"/>
                </a:cubicBezTo>
                <a:cubicBezTo>
                  <a:pt x="192" y="74"/>
                  <a:pt x="192" y="74"/>
                  <a:pt x="192" y="74"/>
                </a:cubicBezTo>
                <a:cubicBezTo>
                  <a:pt x="192" y="74"/>
                  <a:pt x="194" y="74"/>
                  <a:pt x="194" y="75"/>
                </a:cubicBezTo>
                <a:cubicBezTo>
                  <a:pt x="194" y="75"/>
                  <a:pt x="194" y="75"/>
                  <a:pt x="194" y="75"/>
                </a:cubicBezTo>
                <a:cubicBezTo>
                  <a:pt x="196" y="74"/>
                  <a:pt x="196" y="74"/>
                  <a:pt x="196" y="74"/>
                </a:cubicBezTo>
                <a:cubicBezTo>
                  <a:pt x="197" y="74"/>
                  <a:pt x="197" y="74"/>
                  <a:pt x="197" y="74"/>
                </a:cubicBezTo>
                <a:cubicBezTo>
                  <a:pt x="197" y="75"/>
                  <a:pt x="197" y="75"/>
                  <a:pt x="197" y="75"/>
                </a:cubicBezTo>
                <a:cubicBezTo>
                  <a:pt x="197" y="75"/>
                  <a:pt x="198" y="74"/>
                  <a:pt x="198" y="74"/>
                </a:cubicBezTo>
                <a:cubicBezTo>
                  <a:pt x="199" y="74"/>
                  <a:pt x="199" y="72"/>
                  <a:pt x="199" y="72"/>
                </a:cubicBezTo>
                <a:cubicBezTo>
                  <a:pt x="193" y="66"/>
                  <a:pt x="193" y="66"/>
                  <a:pt x="193" y="66"/>
                </a:cubicBezTo>
                <a:cubicBezTo>
                  <a:pt x="192" y="65"/>
                  <a:pt x="192" y="65"/>
                  <a:pt x="192" y="65"/>
                </a:cubicBezTo>
                <a:cubicBezTo>
                  <a:pt x="192" y="65"/>
                  <a:pt x="190" y="66"/>
                  <a:pt x="190" y="66"/>
                </a:cubicBezTo>
                <a:cubicBezTo>
                  <a:pt x="190" y="66"/>
                  <a:pt x="189" y="67"/>
                  <a:pt x="189" y="67"/>
                </a:cubicBezTo>
                <a:cubicBezTo>
                  <a:pt x="189" y="67"/>
                  <a:pt x="185" y="65"/>
                  <a:pt x="185" y="65"/>
                </a:cubicBezTo>
                <a:cubicBezTo>
                  <a:pt x="197" y="48"/>
                  <a:pt x="197" y="48"/>
                  <a:pt x="197" y="48"/>
                </a:cubicBezTo>
                <a:cubicBezTo>
                  <a:pt x="197" y="46"/>
                  <a:pt x="197" y="46"/>
                  <a:pt x="197" y="46"/>
                </a:cubicBezTo>
                <a:cubicBezTo>
                  <a:pt x="195" y="46"/>
                  <a:pt x="195" y="46"/>
                  <a:pt x="195" y="46"/>
                </a:cubicBezTo>
                <a:cubicBezTo>
                  <a:pt x="195" y="46"/>
                  <a:pt x="195" y="45"/>
                  <a:pt x="195" y="45"/>
                </a:cubicBezTo>
                <a:cubicBezTo>
                  <a:pt x="194" y="45"/>
                  <a:pt x="194" y="44"/>
                  <a:pt x="194" y="44"/>
                </a:cubicBezTo>
                <a:cubicBezTo>
                  <a:pt x="194" y="43"/>
                  <a:pt x="193" y="43"/>
                  <a:pt x="193" y="43"/>
                </a:cubicBezTo>
                <a:cubicBezTo>
                  <a:pt x="193" y="43"/>
                  <a:pt x="192" y="44"/>
                  <a:pt x="192" y="44"/>
                </a:cubicBezTo>
                <a:cubicBezTo>
                  <a:pt x="192" y="44"/>
                  <a:pt x="191" y="43"/>
                  <a:pt x="191" y="43"/>
                </a:cubicBezTo>
                <a:cubicBezTo>
                  <a:pt x="190" y="43"/>
                  <a:pt x="190" y="42"/>
                  <a:pt x="190" y="42"/>
                </a:cubicBezTo>
                <a:cubicBezTo>
                  <a:pt x="189" y="42"/>
                  <a:pt x="189" y="41"/>
                  <a:pt x="189" y="41"/>
                </a:cubicBezTo>
                <a:cubicBezTo>
                  <a:pt x="187" y="42"/>
                  <a:pt x="187" y="42"/>
                  <a:pt x="187" y="42"/>
                </a:cubicBezTo>
                <a:cubicBezTo>
                  <a:pt x="187" y="41"/>
                  <a:pt x="187" y="41"/>
                  <a:pt x="187" y="41"/>
                </a:cubicBezTo>
                <a:cubicBezTo>
                  <a:pt x="183" y="38"/>
                  <a:pt x="183" y="38"/>
                  <a:pt x="183" y="38"/>
                </a:cubicBezTo>
                <a:cubicBezTo>
                  <a:pt x="182" y="37"/>
                  <a:pt x="182" y="37"/>
                  <a:pt x="182" y="37"/>
                </a:cubicBezTo>
                <a:cubicBezTo>
                  <a:pt x="181" y="37"/>
                  <a:pt x="181" y="37"/>
                  <a:pt x="181" y="37"/>
                </a:cubicBezTo>
                <a:cubicBezTo>
                  <a:pt x="180" y="39"/>
                  <a:pt x="180" y="39"/>
                  <a:pt x="180" y="39"/>
                </a:cubicBezTo>
                <a:cubicBezTo>
                  <a:pt x="179" y="39"/>
                  <a:pt x="179" y="39"/>
                  <a:pt x="179" y="39"/>
                </a:cubicBezTo>
                <a:cubicBezTo>
                  <a:pt x="179" y="39"/>
                  <a:pt x="179" y="40"/>
                  <a:pt x="178" y="40"/>
                </a:cubicBezTo>
                <a:cubicBezTo>
                  <a:pt x="178" y="40"/>
                  <a:pt x="177" y="41"/>
                  <a:pt x="177" y="41"/>
                </a:cubicBezTo>
                <a:cubicBezTo>
                  <a:pt x="176" y="40"/>
                  <a:pt x="176" y="40"/>
                  <a:pt x="176" y="40"/>
                </a:cubicBezTo>
                <a:cubicBezTo>
                  <a:pt x="176" y="40"/>
                  <a:pt x="175" y="40"/>
                  <a:pt x="175" y="40"/>
                </a:cubicBezTo>
                <a:cubicBezTo>
                  <a:pt x="175" y="40"/>
                  <a:pt x="174" y="41"/>
                  <a:pt x="174" y="41"/>
                </a:cubicBezTo>
                <a:cubicBezTo>
                  <a:pt x="174" y="41"/>
                  <a:pt x="173" y="40"/>
                  <a:pt x="173" y="40"/>
                </a:cubicBezTo>
                <a:cubicBezTo>
                  <a:pt x="173" y="40"/>
                  <a:pt x="172" y="39"/>
                  <a:pt x="172" y="39"/>
                </a:cubicBezTo>
                <a:cubicBezTo>
                  <a:pt x="172" y="40"/>
                  <a:pt x="172" y="40"/>
                  <a:pt x="172" y="40"/>
                </a:cubicBezTo>
                <a:cubicBezTo>
                  <a:pt x="172" y="40"/>
                  <a:pt x="171" y="38"/>
                  <a:pt x="171" y="38"/>
                </a:cubicBezTo>
                <a:cubicBezTo>
                  <a:pt x="170" y="38"/>
                  <a:pt x="168" y="38"/>
                  <a:pt x="168" y="38"/>
                </a:cubicBezTo>
                <a:cubicBezTo>
                  <a:pt x="168" y="36"/>
                  <a:pt x="168" y="36"/>
                  <a:pt x="168" y="36"/>
                </a:cubicBezTo>
                <a:cubicBezTo>
                  <a:pt x="168" y="36"/>
                  <a:pt x="166" y="37"/>
                  <a:pt x="166" y="37"/>
                </a:cubicBezTo>
                <a:cubicBezTo>
                  <a:pt x="166" y="37"/>
                  <a:pt x="165" y="38"/>
                  <a:pt x="165" y="38"/>
                </a:cubicBezTo>
                <a:cubicBezTo>
                  <a:pt x="165" y="39"/>
                  <a:pt x="164" y="40"/>
                  <a:pt x="164" y="40"/>
                </a:cubicBezTo>
                <a:cubicBezTo>
                  <a:pt x="164" y="41"/>
                  <a:pt x="163" y="41"/>
                  <a:pt x="163" y="41"/>
                </a:cubicBezTo>
                <a:cubicBezTo>
                  <a:pt x="163" y="41"/>
                  <a:pt x="162" y="40"/>
                  <a:pt x="162" y="40"/>
                </a:cubicBezTo>
                <a:cubicBezTo>
                  <a:pt x="162" y="40"/>
                  <a:pt x="161" y="41"/>
                  <a:pt x="161" y="41"/>
                </a:cubicBezTo>
                <a:cubicBezTo>
                  <a:pt x="161" y="41"/>
                  <a:pt x="161" y="42"/>
                  <a:pt x="161" y="42"/>
                </a:cubicBezTo>
                <a:cubicBezTo>
                  <a:pt x="160" y="42"/>
                  <a:pt x="159" y="42"/>
                  <a:pt x="159" y="42"/>
                </a:cubicBezTo>
                <a:cubicBezTo>
                  <a:pt x="159" y="42"/>
                  <a:pt x="158" y="41"/>
                  <a:pt x="158" y="41"/>
                </a:cubicBezTo>
                <a:cubicBezTo>
                  <a:pt x="158" y="41"/>
                  <a:pt x="156" y="43"/>
                  <a:pt x="156" y="43"/>
                </a:cubicBezTo>
                <a:cubicBezTo>
                  <a:pt x="156" y="43"/>
                  <a:pt x="156" y="42"/>
                  <a:pt x="155" y="41"/>
                </a:cubicBezTo>
                <a:cubicBezTo>
                  <a:pt x="155" y="41"/>
                  <a:pt x="153" y="40"/>
                  <a:pt x="153" y="40"/>
                </a:cubicBezTo>
                <a:cubicBezTo>
                  <a:pt x="153" y="40"/>
                  <a:pt x="152" y="41"/>
                  <a:pt x="152" y="41"/>
                </a:cubicBezTo>
                <a:cubicBezTo>
                  <a:pt x="151" y="42"/>
                  <a:pt x="150" y="41"/>
                  <a:pt x="150" y="41"/>
                </a:cubicBezTo>
                <a:cubicBezTo>
                  <a:pt x="149" y="41"/>
                  <a:pt x="149" y="41"/>
                  <a:pt x="149" y="41"/>
                </a:cubicBezTo>
                <a:cubicBezTo>
                  <a:pt x="149" y="41"/>
                  <a:pt x="148" y="41"/>
                  <a:pt x="147" y="41"/>
                </a:cubicBezTo>
                <a:cubicBezTo>
                  <a:pt x="147" y="41"/>
                  <a:pt x="146" y="42"/>
                  <a:pt x="146" y="41"/>
                </a:cubicBezTo>
                <a:cubicBezTo>
                  <a:pt x="146" y="41"/>
                  <a:pt x="145" y="40"/>
                  <a:pt x="145" y="40"/>
                </a:cubicBezTo>
                <a:cubicBezTo>
                  <a:pt x="145" y="40"/>
                  <a:pt x="144" y="40"/>
                  <a:pt x="144" y="40"/>
                </a:cubicBezTo>
                <a:cubicBezTo>
                  <a:pt x="144" y="40"/>
                  <a:pt x="143" y="39"/>
                  <a:pt x="143" y="39"/>
                </a:cubicBezTo>
                <a:cubicBezTo>
                  <a:pt x="142" y="38"/>
                  <a:pt x="142" y="38"/>
                  <a:pt x="142" y="37"/>
                </a:cubicBezTo>
                <a:cubicBezTo>
                  <a:pt x="143" y="37"/>
                  <a:pt x="143" y="36"/>
                  <a:pt x="144" y="36"/>
                </a:cubicBezTo>
                <a:cubicBezTo>
                  <a:pt x="144" y="36"/>
                  <a:pt x="144" y="35"/>
                  <a:pt x="144" y="35"/>
                </a:cubicBezTo>
                <a:cubicBezTo>
                  <a:pt x="144" y="35"/>
                  <a:pt x="144" y="34"/>
                  <a:pt x="144" y="34"/>
                </a:cubicBezTo>
                <a:cubicBezTo>
                  <a:pt x="144" y="33"/>
                  <a:pt x="143" y="32"/>
                  <a:pt x="143" y="32"/>
                </a:cubicBezTo>
                <a:cubicBezTo>
                  <a:pt x="143" y="32"/>
                  <a:pt x="143" y="31"/>
                  <a:pt x="143" y="30"/>
                </a:cubicBezTo>
                <a:cubicBezTo>
                  <a:pt x="143" y="30"/>
                  <a:pt x="142" y="29"/>
                  <a:pt x="142" y="29"/>
                </a:cubicBezTo>
                <a:cubicBezTo>
                  <a:pt x="140" y="31"/>
                  <a:pt x="140" y="31"/>
                  <a:pt x="140" y="31"/>
                </a:cubicBezTo>
                <a:cubicBezTo>
                  <a:pt x="140" y="31"/>
                  <a:pt x="139" y="31"/>
                  <a:pt x="139" y="31"/>
                </a:cubicBezTo>
                <a:cubicBezTo>
                  <a:pt x="139" y="30"/>
                  <a:pt x="138" y="30"/>
                  <a:pt x="137" y="30"/>
                </a:cubicBezTo>
                <a:cubicBezTo>
                  <a:pt x="137" y="29"/>
                  <a:pt x="136" y="29"/>
                  <a:pt x="136" y="29"/>
                </a:cubicBezTo>
                <a:cubicBezTo>
                  <a:pt x="137" y="26"/>
                  <a:pt x="137" y="26"/>
                  <a:pt x="137" y="26"/>
                </a:cubicBezTo>
                <a:cubicBezTo>
                  <a:pt x="137" y="26"/>
                  <a:pt x="135" y="24"/>
                  <a:pt x="135" y="24"/>
                </a:cubicBezTo>
                <a:cubicBezTo>
                  <a:pt x="135" y="24"/>
                  <a:pt x="135" y="23"/>
                  <a:pt x="135" y="23"/>
                </a:cubicBezTo>
                <a:cubicBezTo>
                  <a:pt x="135" y="22"/>
                  <a:pt x="134" y="21"/>
                  <a:pt x="134" y="21"/>
                </a:cubicBezTo>
                <a:cubicBezTo>
                  <a:pt x="134" y="21"/>
                  <a:pt x="133" y="20"/>
                  <a:pt x="133" y="20"/>
                </a:cubicBezTo>
                <a:cubicBezTo>
                  <a:pt x="133" y="20"/>
                  <a:pt x="132" y="21"/>
                  <a:pt x="132" y="21"/>
                </a:cubicBezTo>
                <a:cubicBezTo>
                  <a:pt x="132" y="21"/>
                  <a:pt x="130" y="21"/>
                  <a:pt x="130" y="20"/>
                </a:cubicBezTo>
                <a:cubicBezTo>
                  <a:pt x="130" y="20"/>
                  <a:pt x="130" y="19"/>
                  <a:pt x="130" y="19"/>
                </a:cubicBezTo>
                <a:cubicBezTo>
                  <a:pt x="130" y="19"/>
                  <a:pt x="128" y="17"/>
                  <a:pt x="128" y="17"/>
                </a:cubicBezTo>
                <a:cubicBezTo>
                  <a:pt x="128" y="16"/>
                  <a:pt x="128" y="16"/>
                  <a:pt x="128" y="16"/>
                </a:cubicBezTo>
                <a:cubicBezTo>
                  <a:pt x="126" y="17"/>
                  <a:pt x="126" y="17"/>
                  <a:pt x="126" y="17"/>
                </a:cubicBezTo>
                <a:cubicBezTo>
                  <a:pt x="125" y="17"/>
                  <a:pt x="125" y="17"/>
                  <a:pt x="125" y="17"/>
                </a:cubicBezTo>
                <a:cubicBezTo>
                  <a:pt x="125" y="17"/>
                  <a:pt x="123" y="16"/>
                  <a:pt x="123" y="16"/>
                </a:cubicBezTo>
                <a:cubicBezTo>
                  <a:pt x="123" y="16"/>
                  <a:pt x="123" y="15"/>
                  <a:pt x="123" y="15"/>
                </a:cubicBezTo>
                <a:cubicBezTo>
                  <a:pt x="123" y="15"/>
                  <a:pt x="122" y="14"/>
                  <a:pt x="123" y="14"/>
                </a:cubicBezTo>
                <a:cubicBezTo>
                  <a:pt x="123" y="14"/>
                  <a:pt x="123" y="13"/>
                  <a:pt x="123" y="13"/>
                </a:cubicBezTo>
                <a:cubicBezTo>
                  <a:pt x="123" y="13"/>
                  <a:pt x="122" y="12"/>
                  <a:pt x="122" y="12"/>
                </a:cubicBezTo>
                <a:cubicBezTo>
                  <a:pt x="122" y="12"/>
                  <a:pt x="122" y="10"/>
                  <a:pt x="122" y="10"/>
                </a:cubicBezTo>
                <a:cubicBezTo>
                  <a:pt x="117" y="5"/>
                  <a:pt x="117" y="5"/>
                  <a:pt x="117" y="5"/>
                </a:cubicBezTo>
                <a:cubicBezTo>
                  <a:pt x="115" y="5"/>
                  <a:pt x="115" y="5"/>
                  <a:pt x="115" y="5"/>
                </a:cubicBezTo>
                <a:cubicBezTo>
                  <a:pt x="115" y="4"/>
                  <a:pt x="115" y="4"/>
                  <a:pt x="115" y="4"/>
                </a:cubicBezTo>
                <a:cubicBezTo>
                  <a:pt x="114" y="2"/>
                  <a:pt x="114" y="2"/>
                  <a:pt x="114" y="2"/>
                </a:cubicBezTo>
                <a:cubicBezTo>
                  <a:pt x="112" y="2"/>
                  <a:pt x="112" y="2"/>
                  <a:pt x="112" y="2"/>
                </a:cubicBezTo>
                <a:cubicBezTo>
                  <a:pt x="112" y="3"/>
                  <a:pt x="112" y="3"/>
                  <a:pt x="112" y="3"/>
                </a:cubicBezTo>
                <a:cubicBezTo>
                  <a:pt x="112" y="3"/>
                  <a:pt x="111" y="3"/>
                  <a:pt x="111" y="3"/>
                </a:cubicBezTo>
                <a:cubicBezTo>
                  <a:pt x="111" y="3"/>
                  <a:pt x="109" y="1"/>
                  <a:pt x="109" y="1"/>
                </a:cubicBezTo>
                <a:cubicBezTo>
                  <a:pt x="108" y="0"/>
                  <a:pt x="108" y="0"/>
                  <a:pt x="108" y="0"/>
                </a:cubicBezTo>
                <a:cubicBezTo>
                  <a:pt x="105" y="1"/>
                  <a:pt x="105" y="1"/>
                  <a:pt x="105" y="1"/>
                </a:cubicBezTo>
                <a:cubicBezTo>
                  <a:pt x="103" y="2"/>
                  <a:pt x="103" y="2"/>
                  <a:pt x="103" y="2"/>
                </a:cubicBezTo>
                <a:cubicBezTo>
                  <a:pt x="102" y="1"/>
                  <a:pt x="102" y="1"/>
                  <a:pt x="102" y="1"/>
                </a:cubicBezTo>
                <a:cubicBezTo>
                  <a:pt x="100" y="1"/>
                  <a:pt x="100" y="1"/>
                  <a:pt x="100" y="1"/>
                </a:cubicBezTo>
                <a:cubicBezTo>
                  <a:pt x="99" y="2"/>
                  <a:pt x="99" y="2"/>
                  <a:pt x="99" y="2"/>
                </a:cubicBezTo>
                <a:cubicBezTo>
                  <a:pt x="99" y="2"/>
                  <a:pt x="102" y="3"/>
                  <a:pt x="102" y="3"/>
                </a:cubicBezTo>
                <a:cubicBezTo>
                  <a:pt x="102" y="3"/>
                  <a:pt x="103" y="6"/>
                  <a:pt x="103" y="7"/>
                </a:cubicBezTo>
                <a:cubicBezTo>
                  <a:pt x="104" y="7"/>
                  <a:pt x="106" y="8"/>
                  <a:pt x="106" y="8"/>
                </a:cubicBezTo>
                <a:cubicBezTo>
                  <a:pt x="106" y="12"/>
                  <a:pt x="106" y="12"/>
                  <a:pt x="106" y="12"/>
                </a:cubicBezTo>
                <a:cubicBezTo>
                  <a:pt x="107" y="13"/>
                  <a:pt x="107" y="13"/>
                  <a:pt x="107" y="13"/>
                </a:cubicBezTo>
                <a:cubicBezTo>
                  <a:pt x="107" y="16"/>
                  <a:pt x="107" y="16"/>
                  <a:pt x="107" y="16"/>
                </a:cubicBezTo>
                <a:cubicBezTo>
                  <a:pt x="107" y="16"/>
                  <a:pt x="105" y="16"/>
                  <a:pt x="105" y="16"/>
                </a:cubicBezTo>
                <a:cubicBezTo>
                  <a:pt x="104" y="16"/>
                  <a:pt x="104" y="15"/>
                  <a:pt x="104" y="15"/>
                </a:cubicBezTo>
                <a:cubicBezTo>
                  <a:pt x="101" y="26"/>
                  <a:pt x="101" y="26"/>
                  <a:pt x="101" y="26"/>
                </a:cubicBezTo>
                <a:cubicBezTo>
                  <a:pt x="92" y="36"/>
                  <a:pt x="92" y="36"/>
                  <a:pt x="92" y="36"/>
                </a:cubicBezTo>
                <a:cubicBezTo>
                  <a:pt x="82" y="44"/>
                  <a:pt x="82" y="44"/>
                  <a:pt x="82" y="44"/>
                </a:cubicBezTo>
                <a:cubicBezTo>
                  <a:pt x="71" y="48"/>
                  <a:pt x="71" y="48"/>
                  <a:pt x="71" y="48"/>
                </a:cubicBezTo>
                <a:cubicBezTo>
                  <a:pt x="61" y="52"/>
                  <a:pt x="61" y="52"/>
                  <a:pt x="61" y="52"/>
                </a:cubicBezTo>
                <a:cubicBezTo>
                  <a:pt x="55" y="57"/>
                  <a:pt x="55" y="57"/>
                  <a:pt x="55" y="57"/>
                </a:cubicBezTo>
                <a:cubicBezTo>
                  <a:pt x="55" y="60"/>
                  <a:pt x="55" y="60"/>
                  <a:pt x="55" y="60"/>
                </a:cubicBezTo>
                <a:cubicBezTo>
                  <a:pt x="54" y="60"/>
                  <a:pt x="54" y="60"/>
                  <a:pt x="54" y="60"/>
                </a:cubicBezTo>
                <a:cubicBezTo>
                  <a:pt x="54" y="58"/>
                  <a:pt x="54" y="58"/>
                  <a:pt x="54" y="58"/>
                </a:cubicBezTo>
                <a:cubicBezTo>
                  <a:pt x="54" y="58"/>
                  <a:pt x="52" y="58"/>
                  <a:pt x="52" y="58"/>
                </a:cubicBezTo>
                <a:cubicBezTo>
                  <a:pt x="52" y="58"/>
                  <a:pt x="51" y="59"/>
                  <a:pt x="51" y="59"/>
                </a:cubicBezTo>
                <a:cubicBezTo>
                  <a:pt x="51" y="60"/>
                  <a:pt x="51" y="61"/>
                  <a:pt x="51" y="61"/>
                </a:cubicBezTo>
                <a:cubicBezTo>
                  <a:pt x="51" y="61"/>
                  <a:pt x="51" y="64"/>
                  <a:pt x="51" y="65"/>
                </a:cubicBezTo>
                <a:cubicBezTo>
                  <a:pt x="51" y="65"/>
                  <a:pt x="50" y="66"/>
                  <a:pt x="49" y="66"/>
                </a:cubicBezTo>
                <a:cubicBezTo>
                  <a:pt x="49" y="67"/>
                  <a:pt x="48" y="68"/>
                  <a:pt x="48" y="69"/>
                </a:cubicBezTo>
                <a:cubicBezTo>
                  <a:pt x="48" y="69"/>
                  <a:pt x="48" y="71"/>
                  <a:pt x="47" y="71"/>
                </a:cubicBezTo>
                <a:cubicBezTo>
                  <a:pt x="47" y="72"/>
                  <a:pt x="47" y="73"/>
                  <a:pt x="46" y="73"/>
                </a:cubicBezTo>
                <a:cubicBezTo>
                  <a:pt x="46" y="74"/>
                  <a:pt x="46" y="74"/>
                  <a:pt x="47" y="75"/>
                </a:cubicBezTo>
                <a:cubicBezTo>
                  <a:pt x="47" y="75"/>
                  <a:pt x="47" y="76"/>
                  <a:pt x="47" y="77"/>
                </a:cubicBezTo>
                <a:cubicBezTo>
                  <a:pt x="46" y="77"/>
                  <a:pt x="47" y="78"/>
                  <a:pt x="47" y="79"/>
                </a:cubicBezTo>
                <a:cubicBezTo>
                  <a:pt x="47" y="79"/>
                  <a:pt x="45" y="80"/>
                  <a:pt x="45" y="81"/>
                </a:cubicBezTo>
                <a:cubicBezTo>
                  <a:pt x="45" y="81"/>
                  <a:pt x="43" y="82"/>
                  <a:pt x="43" y="82"/>
                </a:cubicBezTo>
                <a:cubicBezTo>
                  <a:pt x="43" y="82"/>
                  <a:pt x="43" y="84"/>
                  <a:pt x="43" y="84"/>
                </a:cubicBezTo>
                <a:cubicBezTo>
                  <a:pt x="43" y="85"/>
                  <a:pt x="41" y="85"/>
                  <a:pt x="41" y="85"/>
                </a:cubicBezTo>
                <a:cubicBezTo>
                  <a:pt x="40" y="87"/>
                  <a:pt x="40" y="87"/>
                  <a:pt x="40" y="87"/>
                </a:cubicBezTo>
                <a:cubicBezTo>
                  <a:pt x="39" y="86"/>
                  <a:pt x="39" y="86"/>
                  <a:pt x="39" y="86"/>
                </a:cubicBezTo>
                <a:cubicBezTo>
                  <a:pt x="39" y="86"/>
                  <a:pt x="37" y="86"/>
                  <a:pt x="37" y="86"/>
                </a:cubicBezTo>
                <a:cubicBezTo>
                  <a:pt x="36" y="86"/>
                  <a:pt x="35" y="85"/>
                  <a:pt x="35" y="85"/>
                </a:cubicBezTo>
                <a:cubicBezTo>
                  <a:pt x="35" y="85"/>
                  <a:pt x="34" y="84"/>
                  <a:pt x="33" y="83"/>
                </a:cubicBezTo>
                <a:cubicBezTo>
                  <a:pt x="33" y="83"/>
                  <a:pt x="33" y="81"/>
                  <a:pt x="33" y="81"/>
                </a:cubicBezTo>
                <a:cubicBezTo>
                  <a:pt x="33" y="80"/>
                  <a:pt x="32" y="79"/>
                  <a:pt x="32" y="79"/>
                </a:cubicBezTo>
                <a:cubicBezTo>
                  <a:pt x="32" y="79"/>
                  <a:pt x="30" y="77"/>
                  <a:pt x="30" y="77"/>
                </a:cubicBezTo>
                <a:cubicBezTo>
                  <a:pt x="30" y="77"/>
                  <a:pt x="27" y="77"/>
                  <a:pt x="27" y="77"/>
                </a:cubicBezTo>
                <a:cubicBezTo>
                  <a:pt x="27" y="77"/>
                  <a:pt x="25" y="77"/>
                  <a:pt x="25" y="77"/>
                </a:cubicBezTo>
                <a:cubicBezTo>
                  <a:pt x="25" y="77"/>
                  <a:pt x="23" y="76"/>
                  <a:pt x="23" y="76"/>
                </a:cubicBezTo>
                <a:cubicBezTo>
                  <a:pt x="23" y="75"/>
                  <a:pt x="21" y="74"/>
                  <a:pt x="20" y="74"/>
                </a:cubicBezTo>
                <a:cubicBezTo>
                  <a:pt x="19" y="74"/>
                  <a:pt x="18" y="75"/>
                  <a:pt x="18" y="75"/>
                </a:cubicBezTo>
                <a:cubicBezTo>
                  <a:pt x="16" y="77"/>
                  <a:pt x="16" y="77"/>
                  <a:pt x="16" y="77"/>
                </a:cubicBezTo>
                <a:cubicBezTo>
                  <a:pt x="15" y="77"/>
                  <a:pt x="15" y="77"/>
                  <a:pt x="15" y="77"/>
                </a:cubicBezTo>
                <a:cubicBezTo>
                  <a:pt x="15" y="76"/>
                  <a:pt x="15" y="76"/>
                  <a:pt x="15" y="76"/>
                </a:cubicBezTo>
                <a:cubicBezTo>
                  <a:pt x="16" y="74"/>
                  <a:pt x="16" y="74"/>
                  <a:pt x="16" y="74"/>
                </a:cubicBezTo>
                <a:cubicBezTo>
                  <a:pt x="17" y="73"/>
                  <a:pt x="17" y="73"/>
                  <a:pt x="17" y="73"/>
                </a:cubicBezTo>
                <a:cubicBezTo>
                  <a:pt x="14" y="72"/>
                  <a:pt x="14" y="72"/>
                  <a:pt x="14" y="72"/>
                </a:cubicBezTo>
                <a:cubicBezTo>
                  <a:pt x="14" y="71"/>
                  <a:pt x="14" y="71"/>
                  <a:pt x="14" y="71"/>
                </a:cubicBezTo>
                <a:cubicBezTo>
                  <a:pt x="14" y="70"/>
                  <a:pt x="14" y="70"/>
                  <a:pt x="14" y="70"/>
                </a:cubicBezTo>
                <a:cubicBezTo>
                  <a:pt x="15" y="69"/>
                  <a:pt x="15" y="69"/>
                  <a:pt x="15" y="69"/>
                </a:cubicBezTo>
                <a:cubicBezTo>
                  <a:pt x="15" y="69"/>
                  <a:pt x="17" y="69"/>
                  <a:pt x="17" y="69"/>
                </a:cubicBezTo>
                <a:cubicBezTo>
                  <a:pt x="18" y="69"/>
                  <a:pt x="19" y="69"/>
                  <a:pt x="19" y="68"/>
                </a:cubicBezTo>
                <a:cubicBezTo>
                  <a:pt x="19" y="68"/>
                  <a:pt x="20" y="67"/>
                  <a:pt x="20" y="67"/>
                </a:cubicBezTo>
                <a:cubicBezTo>
                  <a:pt x="20" y="64"/>
                  <a:pt x="20" y="64"/>
                  <a:pt x="20" y="64"/>
                </a:cubicBezTo>
                <a:cubicBezTo>
                  <a:pt x="20" y="63"/>
                  <a:pt x="20" y="63"/>
                  <a:pt x="20" y="63"/>
                </a:cubicBezTo>
                <a:cubicBezTo>
                  <a:pt x="19" y="60"/>
                  <a:pt x="19" y="60"/>
                  <a:pt x="19" y="60"/>
                </a:cubicBezTo>
                <a:cubicBezTo>
                  <a:pt x="18" y="60"/>
                  <a:pt x="16" y="60"/>
                  <a:pt x="16" y="60"/>
                </a:cubicBezTo>
                <a:cubicBezTo>
                  <a:pt x="15" y="61"/>
                  <a:pt x="13" y="62"/>
                  <a:pt x="12" y="62"/>
                </a:cubicBezTo>
                <a:cubicBezTo>
                  <a:pt x="12" y="63"/>
                  <a:pt x="10" y="65"/>
                  <a:pt x="10" y="65"/>
                </a:cubicBezTo>
                <a:cubicBezTo>
                  <a:pt x="10" y="65"/>
                  <a:pt x="8" y="68"/>
                  <a:pt x="7" y="68"/>
                </a:cubicBezTo>
                <a:cubicBezTo>
                  <a:pt x="7" y="69"/>
                  <a:pt x="6" y="70"/>
                  <a:pt x="6" y="71"/>
                </a:cubicBezTo>
                <a:cubicBezTo>
                  <a:pt x="5" y="71"/>
                  <a:pt x="4" y="73"/>
                  <a:pt x="3" y="73"/>
                </a:cubicBezTo>
                <a:cubicBezTo>
                  <a:pt x="3" y="73"/>
                  <a:pt x="2" y="73"/>
                  <a:pt x="2" y="74"/>
                </a:cubicBezTo>
                <a:cubicBezTo>
                  <a:pt x="2" y="74"/>
                  <a:pt x="2" y="75"/>
                  <a:pt x="2" y="75"/>
                </a:cubicBezTo>
                <a:cubicBezTo>
                  <a:pt x="2" y="75"/>
                  <a:pt x="1" y="76"/>
                  <a:pt x="1" y="76"/>
                </a:cubicBezTo>
                <a:cubicBezTo>
                  <a:pt x="1" y="77"/>
                  <a:pt x="1" y="78"/>
                  <a:pt x="1" y="78"/>
                </a:cubicBezTo>
                <a:cubicBezTo>
                  <a:pt x="1" y="79"/>
                  <a:pt x="0" y="80"/>
                  <a:pt x="0" y="80"/>
                </a:cubicBezTo>
                <a:cubicBezTo>
                  <a:pt x="0" y="80"/>
                  <a:pt x="0" y="81"/>
                  <a:pt x="0" y="82"/>
                </a:cubicBezTo>
                <a:cubicBezTo>
                  <a:pt x="0" y="82"/>
                  <a:pt x="1" y="83"/>
                  <a:pt x="2" y="84"/>
                </a:cubicBezTo>
                <a:cubicBezTo>
                  <a:pt x="3" y="85"/>
                  <a:pt x="4" y="86"/>
                  <a:pt x="4" y="86"/>
                </a:cubicBezTo>
                <a:cubicBezTo>
                  <a:pt x="4" y="87"/>
                  <a:pt x="5" y="87"/>
                  <a:pt x="4" y="88"/>
                </a:cubicBezTo>
                <a:cubicBezTo>
                  <a:pt x="4" y="88"/>
                  <a:pt x="2" y="88"/>
                  <a:pt x="2" y="88"/>
                </a:cubicBezTo>
                <a:cubicBezTo>
                  <a:pt x="2" y="89"/>
                  <a:pt x="2" y="91"/>
                  <a:pt x="2" y="91"/>
                </a:cubicBezTo>
                <a:cubicBezTo>
                  <a:pt x="2" y="92"/>
                  <a:pt x="4" y="93"/>
                  <a:pt x="5" y="94"/>
                </a:cubicBezTo>
                <a:cubicBezTo>
                  <a:pt x="6" y="95"/>
                  <a:pt x="7" y="95"/>
                  <a:pt x="7" y="96"/>
                </a:cubicBezTo>
                <a:cubicBezTo>
                  <a:pt x="7" y="96"/>
                  <a:pt x="8" y="97"/>
                  <a:pt x="8" y="98"/>
                </a:cubicBezTo>
                <a:cubicBezTo>
                  <a:pt x="8" y="98"/>
                  <a:pt x="8" y="101"/>
                  <a:pt x="8" y="101"/>
                </a:cubicBezTo>
                <a:cubicBezTo>
                  <a:pt x="8" y="101"/>
                  <a:pt x="6" y="102"/>
                  <a:pt x="5" y="102"/>
                </a:cubicBezTo>
                <a:cubicBezTo>
                  <a:pt x="5" y="102"/>
                  <a:pt x="4" y="102"/>
                  <a:pt x="3" y="102"/>
                </a:cubicBezTo>
                <a:cubicBezTo>
                  <a:pt x="3" y="103"/>
                  <a:pt x="3" y="104"/>
                  <a:pt x="3" y="104"/>
                </a:cubicBezTo>
                <a:cubicBezTo>
                  <a:pt x="3" y="105"/>
                  <a:pt x="5" y="106"/>
                  <a:pt x="5" y="106"/>
                </a:cubicBezTo>
                <a:cubicBezTo>
                  <a:pt x="5" y="107"/>
                  <a:pt x="11" y="111"/>
                  <a:pt x="11" y="111"/>
                </a:cubicBezTo>
                <a:cubicBezTo>
                  <a:pt x="12" y="111"/>
                  <a:pt x="14" y="113"/>
                  <a:pt x="16" y="113"/>
                </a:cubicBezTo>
                <a:cubicBezTo>
                  <a:pt x="17" y="114"/>
                  <a:pt x="19" y="115"/>
                  <a:pt x="20" y="115"/>
                </a:cubicBezTo>
                <a:cubicBezTo>
                  <a:pt x="21" y="116"/>
                  <a:pt x="22" y="117"/>
                  <a:pt x="23" y="118"/>
                </a:cubicBezTo>
                <a:cubicBezTo>
                  <a:pt x="24" y="119"/>
                  <a:pt x="26" y="122"/>
                  <a:pt x="27" y="122"/>
                </a:cubicBezTo>
                <a:cubicBezTo>
                  <a:pt x="27" y="123"/>
                  <a:pt x="28" y="123"/>
                  <a:pt x="28" y="124"/>
                </a:cubicBezTo>
                <a:cubicBezTo>
                  <a:pt x="28" y="125"/>
                  <a:pt x="28" y="126"/>
                  <a:pt x="29" y="126"/>
                </a:cubicBezTo>
                <a:cubicBezTo>
                  <a:pt x="29" y="127"/>
                  <a:pt x="29" y="128"/>
                  <a:pt x="30" y="128"/>
                </a:cubicBezTo>
                <a:cubicBezTo>
                  <a:pt x="30" y="128"/>
                  <a:pt x="30" y="129"/>
                  <a:pt x="30" y="129"/>
                </a:cubicBezTo>
                <a:cubicBezTo>
                  <a:pt x="30" y="130"/>
                  <a:pt x="30" y="131"/>
                  <a:pt x="31" y="131"/>
                </a:cubicBezTo>
                <a:cubicBezTo>
                  <a:pt x="32" y="132"/>
                  <a:pt x="33" y="133"/>
                  <a:pt x="33" y="133"/>
                </a:cubicBezTo>
                <a:cubicBezTo>
                  <a:pt x="33" y="134"/>
                  <a:pt x="33" y="134"/>
                  <a:pt x="33" y="135"/>
                </a:cubicBezTo>
                <a:cubicBezTo>
                  <a:pt x="33" y="136"/>
                  <a:pt x="34" y="138"/>
                  <a:pt x="35" y="139"/>
                </a:cubicBezTo>
                <a:cubicBezTo>
                  <a:pt x="36" y="139"/>
                  <a:pt x="40" y="144"/>
                  <a:pt x="40" y="144"/>
                </a:cubicBezTo>
                <a:cubicBezTo>
                  <a:pt x="41" y="145"/>
                  <a:pt x="42" y="147"/>
                  <a:pt x="42" y="147"/>
                </a:cubicBezTo>
                <a:cubicBezTo>
                  <a:pt x="42" y="148"/>
                  <a:pt x="43" y="148"/>
                  <a:pt x="43" y="149"/>
                </a:cubicBezTo>
                <a:cubicBezTo>
                  <a:pt x="43" y="149"/>
                  <a:pt x="44" y="150"/>
                  <a:pt x="44" y="150"/>
                </a:cubicBezTo>
                <a:cubicBezTo>
                  <a:pt x="44" y="150"/>
                  <a:pt x="45" y="152"/>
                  <a:pt x="45" y="152"/>
                </a:cubicBezTo>
                <a:cubicBezTo>
                  <a:pt x="45" y="152"/>
                  <a:pt x="45" y="152"/>
                  <a:pt x="45" y="153"/>
                </a:cubicBezTo>
                <a:cubicBezTo>
                  <a:pt x="45" y="153"/>
                  <a:pt x="45" y="153"/>
                  <a:pt x="45" y="154"/>
                </a:cubicBezTo>
                <a:cubicBezTo>
                  <a:pt x="45" y="155"/>
                  <a:pt x="46" y="155"/>
                  <a:pt x="47" y="156"/>
                </a:cubicBezTo>
                <a:cubicBezTo>
                  <a:pt x="47" y="157"/>
                  <a:pt x="47" y="157"/>
                  <a:pt x="47" y="158"/>
                </a:cubicBezTo>
                <a:cubicBezTo>
                  <a:pt x="47" y="158"/>
                  <a:pt x="48" y="160"/>
                  <a:pt x="49" y="161"/>
                </a:cubicBezTo>
                <a:cubicBezTo>
                  <a:pt x="49" y="161"/>
                  <a:pt x="49" y="162"/>
                  <a:pt x="50" y="163"/>
                </a:cubicBezTo>
                <a:cubicBezTo>
                  <a:pt x="50" y="163"/>
                  <a:pt x="50" y="164"/>
                  <a:pt x="51" y="164"/>
                </a:cubicBezTo>
                <a:cubicBezTo>
                  <a:pt x="51" y="165"/>
                  <a:pt x="51" y="166"/>
                  <a:pt x="51" y="166"/>
                </a:cubicBezTo>
                <a:cubicBezTo>
                  <a:pt x="51" y="167"/>
                  <a:pt x="51" y="168"/>
                  <a:pt x="51" y="168"/>
                </a:cubicBezTo>
                <a:cubicBezTo>
                  <a:pt x="52" y="169"/>
                  <a:pt x="51" y="170"/>
                  <a:pt x="52" y="170"/>
                </a:cubicBezTo>
                <a:cubicBezTo>
                  <a:pt x="53" y="170"/>
                  <a:pt x="54" y="171"/>
                  <a:pt x="54" y="171"/>
                </a:cubicBezTo>
                <a:cubicBezTo>
                  <a:pt x="54" y="172"/>
                  <a:pt x="54" y="173"/>
                  <a:pt x="54" y="174"/>
                </a:cubicBezTo>
                <a:cubicBezTo>
                  <a:pt x="54" y="174"/>
                  <a:pt x="54" y="176"/>
                  <a:pt x="54" y="177"/>
                </a:cubicBezTo>
                <a:cubicBezTo>
                  <a:pt x="55" y="177"/>
                  <a:pt x="55" y="178"/>
                  <a:pt x="55" y="178"/>
                </a:cubicBezTo>
                <a:cubicBezTo>
                  <a:pt x="56" y="179"/>
                  <a:pt x="57" y="179"/>
                  <a:pt x="57" y="179"/>
                </a:cubicBezTo>
                <a:cubicBezTo>
                  <a:pt x="57" y="180"/>
                  <a:pt x="57" y="182"/>
                  <a:pt x="58" y="182"/>
                </a:cubicBezTo>
                <a:cubicBezTo>
                  <a:pt x="58" y="183"/>
                  <a:pt x="59" y="184"/>
                  <a:pt x="59" y="184"/>
                </a:cubicBezTo>
                <a:cubicBezTo>
                  <a:pt x="59" y="185"/>
                  <a:pt x="59" y="185"/>
                  <a:pt x="60" y="186"/>
                </a:cubicBezTo>
                <a:cubicBezTo>
                  <a:pt x="60" y="187"/>
                  <a:pt x="61" y="188"/>
                  <a:pt x="62" y="188"/>
                </a:cubicBezTo>
                <a:cubicBezTo>
                  <a:pt x="62" y="189"/>
                  <a:pt x="64" y="193"/>
                  <a:pt x="65" y="193"/>
                </a:cubicBezTo>
                <a:cubicBezTo>
                  <a:pt x="65" y="194"/>
                  <a:pt x="65" y="197"/>
                  <a:pt x="65" y="198"/>
                </a:cubicBezTo>
                <a:cubicBezTo>
                  <a:pt x="65" y="198"/>
                  <a:pt x="65" y="200"/>
                  <a:pt x="66" y="200"/>
                </a:cubicBezTo>
                <a:cubicBezTo>
                  <a:pt x="67" y="201"/>
                  <a:pt x="69" y="202"/>
                  <a:pt x="70" y="202"/>
                </a:cubicBezTo>
                <a:cubicBezTo>
                  <a:pt x="71" y="203"/>
                  <a:pt x="72" y="205"/>
                  <a:pt x="72" y="205"/>
                </a:cubicBezTo>
                <a:cubicBezTo>
                  <a:pt x="72" y="206"/>
                  <a:pt x="73" y="207"/>
                  <a:pt x="73" y="208"/>
                </a:cubicBezTo>
                <a:cubicBezTo>
                  <a:pt x="73" y="208"/>
                  <a:pt x="73" y="212"/>
                  <a:pt x="73" y="212"/>
                </a:cubicBezTo>
                <a:cubicBezTo>
                  <a:pt x="73" y="213"/>
                  <a:pt x="76" y="215"/>
                  <a:pt x="77" y="216"/>
                </a:cubicBezTo>
                <a:cubicBezTo>
                  <a:pt x="77" y="216"/>
                  <a:pt x="78" y="217"/>
                  <a:pt x="78" y="218"/>
                </a:cubicBezTo>
                <a:cubicBezTo>
                  <a:pt x="79" y="218"/>
                  <a:pt x="79" y="219"/>
                  <a:pt x="79" y="220"/>
                </a:cubicBezTo>
                <a:cubicBezTo>
                  <a:pt x="79" y="220"/>
                  <a:pt x="79" y="221"/>
                  <a:pt x="80" y="221"/>
                </a:cubicBezTo>
                <a:cubicBezTo>
                  <a:pt x="80" y="222"/>
                  <a:pt x="81" y="222"/>
                  <a:pt x="81" y="223"/>
                </a:cubicBezTo>
                <a:cubicBezTo>
                  <a:pt x="81" y="223"/>
                  <a:pt x="81" y="224"/>
                  <a:pt x="82" y="225"/>
                </a:cubicBezTo>
                <a:cubicBezTo>
                  <a:pt x="83" y="225"/>
                  <a:pt x="83" y="226"/>
                  <a:pt x="84" y="226"/>
                </a:cubicBezTo>
                <a:cubicBezTo>
                  <a:pt x="84" y="226"/>
                  <a:pt x="84" y="228"/>
                  <a:pt x="84" y="228"/>
                </a:cubicBezTo>
                <a:cubicBezTo>
                  <a:pt x="84" y="229"/>
                  <a:pt x="84" y="230"/>
                  <a:pt x="85" y="230"/>
                </a:cubicBezTo>
                <a:cubicBezTo>
                  <a:pt x="85" y="230"/>
                  <a:pt x="86" y="232"/>
                  <a:pt x="87" y="232"/>
                </a:cubicBezTo>
                <a:cubicBezTo>
                  <a:pt x="87" y="233"/>
                  <a:pt x="88" y="234"/>
                  <a:pt x="88" y="234"/>
                </a:cubicBezTo>
                <a:cubicBezTo>
                  <a:pt x="89" y="235"/>
                  <a:pt x="89" y="236"/>
                  <a:pt x="89" y="236"/>
                </a:cubicBezTo>
                <a:cubicBezTo>
                  <a:pt x="89" y="236"/>
                  <a:pt x="90" y="237"/>
                  <a:pt x="90" y="238"/>
                </a:cubicBezTo>
                <a:cubicBezTo>
                  <a:pt x="90" y="238"/>
                  <a:pt x="90" y="239"/>
                  <a:pt x="90" y="240"/>
                </a:cubicBezTo>
                <a:cubicBezTo>
                  <a:pt x="90" y="240"/>
                  <a:pt x="90" y="241"/>
                  <a:pt x="89" y="242"/>
                </a:cubicBezTo>
                <a:cubicBezTo>
                  <a:pt x="89" y="242"/>
                  <a:pt x="89" y="243"/>
                  <a:pt x="89" y="243"/>
                </a:cubicBezTo>
                <a:cubicBezTo>
                  <a:pt x="88" y="243"/>
                  <a:pt x="88" y="243"/>
                  <a:pt x="87" y="244"/>
                </a:cubicBezTo>
                <a:cubicBezTo>
                  <a:pt x="87" y="244"/>
                  <a:pt x="86" y="244"/>
                  <a:pt x="86" y="245"/>
                </a:cubicBezTo>
                <a:cubicBezTo>
                  <a:pt x="86" y="245"/>
                  <a:pt x="87" y="247"/>
                  <a:pt x="88" y="247"/>
                </a:cubicBezTo>
                <a:cubicBezTo>
                  <a:pt x="88" y="247"/>
                  <a:pt x="89" y="246"/>
                  <a:pt x="89" y="247"/>
                </a:cubicBezTo>
                <a:cubicBezTo>
                  <a:pt x="89" y="248"/>
                  <a:pt x="89" y="249"/>
                  <a:pt x="89" y="250"/>
                </a:cubicBezTo>
                <a:cubicBezTo>
                  <a:pt x="89" y="250"/>
                  <a:pt x="90" y="251"/>
                  <a:pt x="90" y="251"/>
                </a:cubicBezTo>
                <a:cubicBezTo>
                  <a:pt x="90" y="251"/>
                  <a:pt x="91" y="252"/>
                  <a:pt x="91" y="252"/>
                </a:cubicBezTo>
                <a:cubicBezTo>
                  <a:pt x="91" y="252"/>
                  <a:pt x="91" y="253"/>
                  <a:pt x="92" y="254"/>
                </a:cubicBezTo>
                <a:cubicBezTo>
                  <a:pt x="93" y="255"/>
                  <a:pt x="93" y="256"/>
                  <a:pt x="94" y="256"/>
                </a:cubicBezTo>
                <a:cubicBezTo>
                  <a:pt x="94" y="257"/>
                  <a:pt x="94" y="258"/>
                  <a:pt x="95" y="259"/>
                </a:cubicBezTo>
                <a:cubicBezTo>
                  <a:pt x="95" y="260"/>
                  <a:pt x="97" y="261"/>
                  <a:pt x="97" y="261"/>
                </a:cubicBezTo>
                <a:cubicBezTo>
                  <a:pt x="97" y="261"/>
                  <a:pt x="100" y="263"/>
                  <a:pt x="101" y="263"/>
                </a:cubicBezTo>
                <a:cubicBezTo>
                  <a:pt x="102" y="264"/>
                  <a:pt x="103" y="265"/>
                  <a:pt x="103" y="265"/>
                </a:cubicBezTo>
                <a:cubicBezTo>
                  <a:pt x="103" y="266"/>
                  <a:pt x="103" y="267"/>
                  <a:pt x="104" y="267"/>
                </a:cubicBezTo>
                <a:cubicBezTo>
                  <a:pt x="104" y="267"/>
                  <a:pt x="104" y="268"/>
                  <a:pt x="105" y="268"/>
                </a:cubicBezTo>
                <a:cubicBezTo>
                  <a:pt x="105" y="268"/>
                  <a:pt x="107" y="269"/>
                  <a:pt x="107" y="270"/>
                </a:cubicBezTo>
                <a:cubicBezTo>
                  <a:pt x="107" y="271"/>
                  <a:pt x="107" y="273"/>
                  <a:pt x="109" y="273"/>
                </a:cubicBezTo>
                <a:cubicBezTo>
                  <a:pt x="110" y="274"/>
                  <a:pt x="114" y="276"/>
                  <a:pt x="116" y="276"/>
                </a:cubicBezTo>
                <a:cubicBezTo>
                  <a:pt x="117" y="277"/>
                  <a:pt x="119" y="278"/>
                  <a:pt x="119" y="278"/>
                </a:cubicBezTo>
                <a:cubicBezTo>
                  <a:pt x="120" y="279"/>
                  <a:pt x="120" y="280"/>
                  <a:pt x="121" y="280"/>
                </a:cubicBezTo>
                <a:cubicBezTo>
                  <a:pt x="121" y="280"/>
                  <a:pt x="122" y="281"/>
                  <a:pt x="124" y="281"/>
                </a:cubicBezTo>
                <a:cubicBezTo>
                  <a:pt x="125" y="282"/>
                  <a:pt x="126" y="282"/>
                  <a:pt x="127" y="283"/>
                </a:cubicBezTo>
                <a:cubicBezTo>
                  <a:pt x="128" y="284"/>
                  <a:pt x="129" y="285"/>
                  <a:pt x="130" y="286"/>
                </a:cubicBezTo>
                <a:cubicBezTo>
                  <a:pt x="131" y="286"/>
                  <a:pt x="133" y="287"/>
                  <a:pt x="134" y="288"/>
                </a:cubicBezTo>
                <a:cubicBezTo>
                  <a:pt x="135" y="288"/>
                  <a:pt x="138" y="289"/>
                  <a:pt x="139" y="290"/>
                </a:cubicBezTo>
                <a:cubicBezTo>
                  <a:pt x="141" y="290"/>
                  <a:pt x="142" y="291"/>
                  <a:pt x="143" y="291"/>
                </a:cubicBezTo>
                <a:cubicBezTo>
                  <a:pt x="145" y="292"/>
                  <a:pt x="146" y="293"/>
                  <a:pt x="147" y="294"/>
                </a:cubicBezTo>
                <a:cubicBezTo>
                  <a:pt x="148" y="294"/>
                  <a:pt x="149" y="295"/>
                  <a:pt x="150" y="295"/>
                </a:cubicBezTo>
                <a:cubicBezTo>
                  <a:pt x="151" y="296"/>
                  <a:pt x="151" y="296"/>
                  <a:pt x="153" y="296"/>
                </a:cubicBezTo>
                <a:cubicBezTo>
                  <a:pt x="155" y="297"/>
                  <a:pt x="155" y="297"/>
                  <a:pt x="157" y="297"/>
                </a:cubicBezTo>
                <a:cubicBezTo>
                  <a:pt x="158" y="298"/>
                  <a:pt x="159" y="299"/>
                  <a:pt x="160" y="300"/>
                </a:cubicBezTo>
                <a:cubicBezTo>
                  <a:pt x="161" y="301"/>
                  <a:pt x="161" y="301"/>
                  <a:pt x="162" y="302"/>
                </a:cubicBezTo>
                <a:cubicBezTo>
                  <a:pt x="164" y="303"/>
                  <a:pt x="165" y="304"/>
                  <a:pt x="165" y="304"/>
                </a:cubicBezTo>
                <a:cubicBezTo>
                  <a:pt x="166" y="305"/>
                  <a:pt x="167" y="306"/>
                  <a:pt x="169" y="306"/>
                </a:cubicBezTo>
                <a:cubicBezTo>
                  <a:pt x="171" y="307"/>
                  <a:pt x="171" y="306"/>
                  <a:pt x="172" y="307"/>
                </a:cubicBezTo>
                <a:cubicBezTo>
                  <a:pt x="173" y="308"/>
                  <a:pt x="174" y="310"/>
                  <a:pt x="174" y="311"/>
                </a:cubicBezTo>
                <a:cubicBezTo>
                  <a:pt x="174" y="312"/>
                  <a:pt x="175" y="312"/>
                  <a:pt x="174" y="313"/>
                </a:cubicBezTo>
                <a:cubicBezTo>
                  <a:pt x="174" y="314"/>
                  <a:pt x="174" y="315"/>
                  <a:pt x="175" y="315"/>
                </a:cubicBezTo>
                <a:cubicBezTo>
                  <a:pt x="175" y="315"/>
                  <a:pt x="177" y="316"/>
                  <a:pt x="178" y="317"/>
                </a:cubicBezTo>
                <a:cubicBezTo>
                  <a:pt x="179" y="317"/>
                  <a:pt x="181" y="318"/>
                  <a:pt x="182" y="319"/>
                </a:cubicBezTo>
                <a:cubicBezTo>
                  <a:pt x="183" y="320"/>
                  <a:pt x="184" y="320"/>
                  <a:pt x="184" y="321"/>
                </a:cubicBezTo>
                <a:cubicBezTo>
                  <a:pt x="185" y="322"/>
                  <a:pt x="188" y="324"/>
                  <a:pt x="188" y="324"/>
                </a:cubicBezTo>
                <a:cubicBezTo>
                  <a:pt x="189" y="325"/>
                  <a:pt x="190" y="325"/>
                  <a:pt x="190" y="326"/>
                </a:cubicBezTo>
                <a:cubicBezTo>
                  <a:pt x="191" y="326"/>
                  <a:pt x="191" y="326"/>
                  <a:pt x="191" y="327"/>
                </a:cubicBezTo>
                <a:cubicBezTo>
                  <a:pt x="192" y="326"/>
                  <a:pt x="192" y="326"/>
                  <a:pt x="192" y="326"/>
                </a:cubicBezTo>
                <a:cubicBezTo>
                  <a:pt x="196" y="326"/>
                  <a:pt x="196" y="326"/>
                  <a:pt x="196" y="326"/>
                </a:cubicBezTo>
                <a:cubicBezTo>
                  <a:pt x="200" y="323"/>
                  <a:pt x="200" y="323"/>
                  <a:pt x="200" y="323"/>
                </a:cubicBezTo>
                <a:cubicBezTo>
                  <a:pt x="200" y="323"/>
                  <a:pt x="202" y="321"/>
                  <a:pt x="202" y="320"/>
                </a:cubicBezTo>
                <a:cubicBezTo>
                  <a:pt x="202" y="320"/>
                  <a:pt x="202" y="318"/>
                  <a:pt x="202" y="318"/>
                </a:cubicBezTo>
                <a:cubicBezTo>
                  <a:pt x="202" y="318"/>
                  <a:pt x="202" y="317"/>
                  <a:pt x="202" y="317"/>
                </a:cubicBezTo>
                <a:cubicBezTo>
                  <a:pt x="202" y="317"/>
                  <a:pt x="202" y="313"/>
                  <a:pt x="202" y="313"/>
                </a:cubicBezTo>
                <a:cubicBezTo>
                  <a:pt x="203" y="313"/>
                  <a:pt x="203" y="313"/>
                  <a:pt x="203" y="313"/>
                </a:cubicBezTo>
                <a:cubicBezTo>
                  <a:pt x="203" y="313"/>
                  <a:pt x="205" y="313"/>
                  <a:pt x="205" y="312"/>
                </a:cubicBezTo>
                <a:cubicBezTo>
                  <a:pt x="205" y="312"/>
                  <a:pt x="206" y="311"/>
                  <a:pt x="206" y="311"/>
                </a:cubicBezTo>
                <a:cubicBezTo>
                  <a:pt x="207" y="310"/>
                  <a:pt x="208" y="310"/>
                  <a:pt x="208" y="310"/>
                </a:cubicBezTo>
                <a:cubicBezTo>
                  <a:pt x="208" y="310"/>
                  <a:pt x="208" y="308"/>
                  <a:pt x="208" y="308"/>
                </a:cubicBezTo>
                <a:close/>
              </a:path>
            </a:pathLst>
          </a:custGeom>
          <a:solidFill>
            <a:schemeClr val="accent4"/>
          </a:solidFill>
          <a:ln w="7938" cap="rnd">
            <a:solidFill>
              <a:schemeClr val="bg2"/>
            </a:solidFill>
            <a:prstDash val="solid"/>
            <a:round/>
            <a:headEnd/>
            <a:tailEnd/>
          </a:ln>
        </p:spPr>
        <p:txBody>
          <a:bodyPr/>
          <a:lstStyle/>
          <a:p>
            <a:endParaRPr lang="ru-RU"/>
          </a:p>
        </p:txBody>
      </p:sp>
      <p:sp>
        <p:nvSpPr>
          <p:cNvPr id="2071" name="Freeform 10"/>
          <p:cNvSpPr>
            <a:spLocks/>
          </p:cNvSpPr>
          <p:nvPr/>
        </p:nvSpPr>
        <p:spPr bwMode="auto">
          <a:xfrm>
            <a:off x="9031288" y="3305175"/>
            <a:ext cx="558800" cy="603250"/>
          </a:xfrm>
          <a:custGeom>
            <a:avLst/>
            <a:gdLst>
              <a:gd name="T0" fmla="*/ 547396 w 147"/>
              <a:gd name="T1" fmla="*/ 419984 h 158"/>
              <a:gd name="T2" fmla="*/ 558800 w 147"/>
              <a:gd name="T3" fmla="*/ 366532 h 158"/>
              <a:gd name="T4" fmla="*/ 554999 w 147"/>
              <a:gd name="T5" fmla="*/ 347441 h 158"/>
              <a:gd name="T6" fmla="*/ 505581 w 147"/>
              <a:gd name="T7" fmla="*/ 335987 h 158"/>
              <a:gd name="T8" fmla="*/ 478971 w 147"/>
              <a:gd name="T9" fmla="*/ 316897 h 158"/>
              <a:gd name="T10" fmla="*/ 471369 w 147"/>
              <a:gd name="T11" fmla="*/ 278717 h 158"/>
              <a:gd name="T12" fmla="*/ 463766 w 147"/>
              <a:gd name="T13" fmla="*/ 259627 h 158"/>
              <a:gd name="T14" fmla="*/ 467567 w 147"/>
              <a:gd name="T15" fmla="*/ 240536 h 158"/>
              <a:gd name="T16" fmla="*/ 452362 w 147"/>
              <a:gd name="T17" fmla="*/ 213810 h 158"/>
              <a:gd name="T18" fmla="*/ 418150 w 147"/>
              <a:gd name="T19" fmla="*/ 198538 h 158"/>
              <a:gd name="T20" fmla="*/ 395341 w 147"/>
              <a:gd name="T21" fmla="*/ 209992 h 158"/>
              <a:gd name="T22" fmla="*/ 349725 w 147"/>
              <a:gd name="T23" fmla="*/ 209992 h 158"/>
              <a:gd name="T24" fmla="*/ 330718 w 147"/>
              <a:gd name="T25" fmla="*/ 202356 h 158"/>
              <a:gd name="T26" fmla="*/ 311712 w 147"/>
              <a:gd name="T27" fmla="*/ 194720 h 158"/>
              <a:gd name="T28" fmla="*/ 311712 w 147"/>
              <a:gd name="T29" fmla="*/ 179448 h 158"/>
              <a:gd name="T30" fmla="*/ 315513 w 147"/>
              <a:gd name="T31" fmla="*/ 164176 h 158"/>
              <a:gd name="T32" fmla="*/ 319314 w 147"/>
              <a:gd name="T33" fmla="*/ 148903 h 158"/>
              <a:gd name="T34" fmla="*/ 323116 w 147"/>
              <a:gd name="T35" fmla="*/ 118359 h 158"/>
              <a:gd name="T36" fmla="*/ 311712 w 147"/>
              <a:gd name="T37" fmla="*/ 106905 h 158"/>
              <a:gd name="T38" fmla="*/ 311712 w 147"/>
              <a:gd name="T39" fmla="*/ 99269 h 158"/>
              <a:gd name="T40" fmla="*/ 300307 w 147"/>
              <a:gd name="T41" fmla="*/ 57271 h 158"/>
              <a:gd name="T42" fmla="*/ 296506 w 147"/>
              <a:gd name="T43" fmla="*/ 38180 h 158"/>
              <a:gd name="T44" fmla="*/ 178664 w 147"/>
              <a:gd name="T45" fmla="*/ 0 h 158"/>
              <a:gd name="T46" fmla="*/ 26610 w 147"/>
              <a:gd name="T47" fmla="*/ 87815 h 158"/>
              <a:gd name="T48" fmla="*/ 26610 w 147"/>
              <a:gd name="T49" fmla="*/ 232900 h 158"/>
              <a:gd name="T50" fmla="*/ 45616 w 147"/>
              <a:gd name="T51" fmla="*/ 271081 h 158"/>
              <a:gd name="T52" fmla="*/ 76027 w 147"/>
              <a:gd name="T53" fmla="*/ 297807 h 158"/>
              <a:gd name="T54" fmla="*/ 110239 w 147"/>
              <a:gd name="T55" fmla="*/ 324533 h 158"/>
              <a:gd name="T56" fmla="*/ 209075 w 147"/>
              <a:gd name="T57" fmla="*/ 362714 h 158"/>
              <a:gd name="T58" fmla="*/ 277499 w 147"/>
              <a:gd name="T59" fmla="*/ 400894 h 158"/>
              <a:gd name="T60" fmla="*/ 315513 w 147"/>
              <a:gd name="T61" fmla="*/ 416166 h 158"/>
              <a:gd name="T62" fmla="*/ 323116 w 147"/>
              <a:gd name="T63" fmla="*/ 465801 h 158"/>
              <a:gd name="T64" fmla="*/ 319314 w 147"/>
              <a:gd name="T65" fmla="*/ 488709 h 158"/>
              <a:gd name="T66" fmla="*/ 300307 w 147"/>
              <a:gd name="T67" fmla="*/ 503981 h 158"/>
              <a:gd name="T68" fmla="*/ 296506 w 147"/>
              <a:gd name="T69" fmla="*/ 534525 h 158"/>
              <a:gd name="T70" fmla="*/ 288903 w 147"/>
              <a:gd name="T71" fmla="*/ 545979 h 158"/>
              <a:gd name="T72" fmla="*/ 277499 w 147"/>
              <a:gd name="T73" fmla="*/ 553616 h 158"/>
              <a:gd name="T74" fmla="*/ 269897 w 147"/>
              <a:gd name="T75" fmla="*/ 568888 h 158"/>
              <a:gd name="T76" fmla="*/ 269897 w 147"/>
              <a:gd name="T77" fmla="*/ 584160 h 158"/>
              <a:gd name="T78" fmla="*/ 368732 w 147"/>
              <a:gd name="T79" fmla="*/ 599432 h 158"/>
              <a:gd name="T80" fmla="*/ 395341 w 147"/>
              <a:gd name="T81" fmla="*/ 599432 h 158"/>
              <a:gd name="T82" fmla="*/ 414348 w 147"/>
              <a:gd name="T83" fmla="*/ 603250 h 158"/>
              <a:gd name="T84" fmla="*/ 448561 w 147"/>
              <a:gd name="T85" fmla="*/ 587978 h 158"/>
              <a:gd name="T86" fmla="*/ 467567 w 147"/>
              <a:gd name="T87" fmla="*/ 580342 h 158"/>
              <a:gd name="T88" fmla="*/ 478971 w 147"/>
              <a:gd name="T89" fmla="*/ 568888 h 158"/>
              <a:gd name="T90" fmla="*/ 501780 w 147"/>
              <a:gd name="T91" fmla="*/ 549797 h 158"/>
              <a:gd name="T92" fmla="*/ 513184 w 147"/>
              <a:gd name="T93" fmla="*/ 538343 h 158"/>
              <a:gd name="T94" fmla="*/ 535992 w 147"/>
              <a:gd name="T95" fmla="*/ 496345 h 158"/>
              <a:gd name="T96" fmla="*/ 535992 w 147"/>
              <a:gd name="T97" fmla="*/ 477255 h 158"/>
              <a:gd name="T98" fmla="*/ 532190 w 147"/>
              <a:gd name="T99" fmla="*/ 461983 h 158"/>
              <a:gd name="T100" fmla="*/ 539793 w 147"/>
              <a:gd name="T101" fmla="*/ 435256 h 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7" h="158">
                <a:moveTo>
                  <a:pt x="142" y="114"/>
                </a:moveTo>
                <a:cubicBezTo>
                  <a:pt x="143" y="114"/>
                  <a:pt x="144" y="112"/>
                  <a:pt x="144" y="112"/>
                </a:cubicBezTo>
                <a:cubicBezTo>
                  <a:pt x="144" y="112"/>
                  <a:pt x="144" y="110"/>
                  <a:pt x="144" y="110"/>
                </a:cubicBezTo>
                <a:cubicBezTo>
                  <a:pt x="144" y="109"/>
                  <a:pt x="144" y="107"/>
                  <a:pt x="144" y="107"/>
                </a:cubicBezTo>
                <a:cubicBezTo>
                  <a:pt x="144" y="106"/>
                  <a:pt x="146" y="99"/>
                  <a:pt x="147" y="98"/>
                </a:cubicBezTo>
                <a:cubicBezTo>
                  <a:pt x="147" y="97"/>
                  <a:pt x="147" y="96"/>
                  <a:pt x="147" y="96"/>
                </a:cubicBezTo>
                <a:cubicBezTo>
                  <a:pt x="147" y="96"/>
                  <a:pt x="146" y="94"/>
                  <a:pt x="146" y="94"/>
                </a:cubicBezTo>
                <a:cubicBezTo>
                  <a:pt x="146" y="94"/>
                  <a:pt x="146" y="92"/>
                  <a:pt x="146" y="92"/>
                </a:cubicBezTo>
                <a:cubicBezTo>
                  <a:pt x="145" y="92"/>
                  <a:pt x="146" y="91"/>
                  <a:pt x="146" y="91"/>
                </a:cubicBezTo>
                <a:cubicBezTo>
                  <a:pt x="146" y="91"/>
                  <a:pt x="147" y="90"/>
                  <a:pt x="147" y="90"/>
                </a:cubicBezTo>
                <a:cubicBezTo>
                  <a:pt x="147" y="90"/>
                  <a:pt x="141" y="85"/>
                  <a:pt x="141" y="85"/>
                </a:cubicBezTo>
                <a:cubicBezTo>
                  <a:pt x="133" y="88"/>
                  <a:pt x="133" y="88"/>
                  <a:pt x="133" y="88"/>
                </a:cubicBezTo>
                <a:cubicBezTo>
                  <a:pt x="127" y="88"/>
                  <a:pt x="127" y="88"/>
                  <a:pt x="127" y="88"/>
                </a:cubicBezTo>
                <a:cubicBezTo>
                  <a:pt x="127" y="88"/>
                  <a:pt x="127" y="85"/>
                  <a:pt x="127" y="85"/>
                </a:cubicBezTo>
                <a:cubicBezTo>
                  <a:pt x="127" y="84"/>
                  <a:pt x="126" y="83"/>
                  <a:pt x="126" y="83"/>
                </a:cubicBezTo>
                <a:cubicBezTo>
                  <a:pt x="126" y="83"/>
                  <a:pt x="125" y="82"/>
                  <a:pt x="125" y="82"/>
                </a:cubicBezTo>
                <a:cubicBezTo>
                  <a:pt x="125" y="73"/>
                  <a:pt x="125" y="73"/>
                  <a:pt x="125" y="73"/>
                </a:cubicBezTo>
                <a:cubicBezTo>
                  <a:pt x="125" y="73"/>
                  <a:pt x="124" y="73"/>
                  <a:pt x="124" y="73"/>
                </a:cubicBezTo>
                <a:cubicBezTo>
                  <a:pt x="124" y="73"/>
                  <a:pt x="123" y="72"/>
                  <a:pt x="123" y="72"/>
                </a:cubicBezTo>
                <a:cubicBezTo>
                  <a:pt x="123" y="69"/>
                  <a:pt x="123" y="69"/>
                  <a:pt x="123" y="69"/>
                </a:cubicBezTo>
                <a:cubicBezTo>
                  <a:pt x="122" y="68"/>
                  <a:pt x="122" y="68"/>
                  <a:pt x="122" y="68"/>
                </a:cubicBezTo>
                <a:cubicBezTo>
                  <a:pt x="122" y="68"/>
                  <a:pt x="122" y="66"/>
                  <a:pt x="122" y="66"/>
                </a:cubicBezTo>
                <a:cubicBezTo>
                  <a:pt x="122" y="65"/>
                  <a:pt x="123" y="65"/>
                  <a:pt x="123" y="64"/>
                </a:cubicBezTo>
                <a:cubicBezTo>
                  <a:pt x="123" y="64"/>
                  <a:pt x="123" y="63"/>
                  <a:pt x="123" y="63"/>
                </a:cubicBezTo>
                <a:cubicBezTo>
                  <a:pt x="121" y="61"/>
                  <a:pt x="121" y="61"/>
                  <a:pt x="121" y="61"/>
                </a:cubicBezTo>
                <a:cubicBezTo>
                  <a:pt x="121" y="58"/>
                  <a:pt x="121" y="58"/>
                  <a:pt x="121" y="58"/>
                </a:cubicBezTo>
                <a:cubicBezTo>
                  <a:pt x="119" y="56"/>
                  <a:pt x="119" y="56"/>
                  <a:pt x="119" y="56"/>
                </a:cubicBezTo>
                <a:cubicBezTo>
                  <a:pt x="113" y="56"/>
                  <a:pt x="113" y="56"/>
                  <a:pt x="113" y="56"/>
                </a:cubicBezTo>
                <a:cubicBezTo>
                  <a:pt x="111" y="55"/>
                  <a:pt x="111" y="55"/>
                  <a:pt x="111" y="55"/>
                </a:cubicBezTo>
                <a:cubicBezTo>
                  <a:pt x="110" y="52"/>
                  <a:pt x="110" y="52"/>
                  <a:pt x="110" y="52"/>
                </a:cubicBezTo>
                <a:cubicBezTo>
                  <a:pt x="108" y="53"/>
                  <a:pt x="108" y="53"/>
                  <a:pt x="108" y="53"/>
                </a:cubicBezTo>
                <a:cubicBezTo>
                  <a:pt x="105" y="55"/>
                  <a:pt x="105" y="55"/>
                  <a:pt x="105" y="55"/>
                </a:cubicBezTo>
                <a:cubicBezTo>
                  <a:pt x="105" y="55"/>
                  <a:pt x="104" y="55"/>
                  <a:pt x="104" y="55"/>
                </a:cubicBezTo>
                <a:cubicBezTo>
                  <a:pt x="104" y="55"/>
                  <a:pt x="102" y="56"/>
                  <a:pt x="102" y="56"/>
                </a:cubicBezTo>
                <a:cubicBezTo>
                  <a:pt x="99" y="55"/>
                  <a:pt x="99" y="55"/>
                  <a:pt x="99" y="55"/>
                </a:cubicBezTo>
                <a:cubicBezTo>
                  <a:pt x="92" y="55"/>
                  <a:pt x="92" y="55"/>
                  <a:pt x="92" y="55"/>
                </a:cubicBezTo>
                <a:cubicBezTo>
                  <a:pt x="90" y="54"/>
                  <a:pt x="90" y="54"/>
                  <a:pt x="90" y="54"/>
                </a:cubicBezTo>
                <a:cubicBezTo>
                  <a:pt x="89" y="53"/>
                  <a:pt x="89" y="53"/>
                  <a:pt x="89" y="53"/>
                </a:cubicBezTo>
                <a:cubicBezTo>
                  <a:pt x="87" y="53"/>
                  <a:pt x="87" y="53"/>
                  <a:pt x="87" y="53"/>
                </a:cubicBezTo>
                <a:cubicBezTo>
                  <a:pt x="85" y="53"/>
                  <a:pt x="85" y="53"/>
                  <a:pt x="85" y="53"/>
                </a:cubicBezTo>
                <a:cubicBezTo>
                  <a:pt x="83" y="53"/>
                  <a:pt x="83" y="53"/>
                  <a:pt x="83" y="53"/>
                </a:cubicBezTo>
                <a:cubicBezTo>
                  <a:pt x="83" y="53"/>
                  <a:pt x="82" y="51"/>
                  <a:pt x="82" y="51"/>
                </a:cubicBezTo>
                <a:cubicBezTo>
                  <a:pt x="81" y="50"/>
                  <a:pt x="82" y="49"/>
                  <a:pt x="83" y="49"/>
                </a:cubicBezTo>
                <a:cubicBezTo>
                  <a:pt x="83" y="49"/>
                  <a:pt x="83" y="48"/>
                  <a:pt x="83" y="48"/>
                </a:cubicBezTo>
                <a:cubicBezTo>
                  <a:pt x="83" y="48"/>
                  <a:pt x="82" y="48"/>
                  <a:pt x="82" y="47"/>
                </a:cubicBezTo>
                <a:cubicBezTo>
                  <a:pt x="82" y="47"/>
                  <a:pt x="83" y="47"/>
                  <a:pt x="83" y="46"/>
                </a:cubicBezTo>
                <a:cubicBezTo>
                  <a:pt x="83" y="46"/>
                  <a:pt x="83" y="45"/>
                  <a:pt x="83" y="44"/>
                </a:cubicBezTo>
                <a:cubicBezTo>
                  <a:pt x="83" y="44"/>
                  <a:pt x="83" y="44"/>
                  <a:pt x="83" y="43"/>
                </a:cubicBezTo>
                <a:cubicBezTo>
                  <a:pt x="83" y="43"/>
                  <a:pt x="82" y="42"/>
                  <a:pt x="82" y="41"/>
                </a:cubicBezTo>
                <a:cubicBezTo>
                  <a:pt x="82" y="41"/>
                  <a:pt x="82" y="41"/>
                  <a:pt x="83" y="40"/>
                </a:cubicBezTo>
                <a:cubicBezTo>
                  <a:pt x="83" y="40"/>
                  <a:pt x="84" y="39"/>
                  <a:pt x="84" y="39"/>
                </a:cubicBezTo>
                <a:cubicBezTo>
                  <a:pt x="84" y="39"/>
                  <a:pt x="83" y="38"/>
                  <a:pt x="83" y="37"/>
                </a:cubicBezTo>
                <a:cubicBezTo>
                  <a:pt x="83" y="37"/>
                  <a:pt x="84" y="36"/>
                  <a:pt x="84" y="36"/>
                </a:cubicBezTo>
                <a:cubicBezTo>
                  <a:pt x="84" y="36"/>
                  <a:pt x="85" y="31"/>
                  <a:pt x="85" y="31"/>
                </a:cubicBezTo>
                <a:cubicBezTo>
                  <a:pt x="85" y="31"/>
                  <a:pt x="83" y="30"/>
                  <a:pt x="83" y="30"/>
                </a:cubicBezTo>
                <a:cubicBezTo>
                  <a:pt x="83" y="30"/>
                  <a:pt x="83" y="29"/>
                  <a:pt x="84" y="29"/>
                </a:cubicBezTo>
                <a:cubicBezTo>
                  <a:pt x="84" y="29"/>
                  <a:pt x="82" y="28"/>
                  <a:pt x="82" y="28"/>
                </a:cubicBezTo>
                <a:cubicBezTo>
                  <a:pt x="82" y="28"/>
                  <a:pt x="84" y="27"/>
                  <a:pt x="84" y="27"/>
                </a:cubicBezTo>
                <a:cubicBezTo>
                  <a:pt x="84" y="27"/>
                  <a:pt x="84" y="26"/>
                  <a:pt x="84" y="26"/>
                </a:cubicBezTo>
                <a:cubicBezTo>
                  <a:pt x="83" y="26"/>
                  <a:pt x="82" y="26"/>
                  <a:pt x="82" y="26"/>
                </a:cubicBezTo>
                <a:cubicBezTo>
                  <a:pt x="82" y="21"/>
                  <a:pt x="82" y="21"/>
                  <a:pt x="82" y="21"/>
                </a:cubicBezTo>
                <a:cubicBezTo>
                  <a:pt x="78" y="16"/>
                  <a:pt x="78" y="16"/>
                  <a:pt x="78" y="16"/>
                </a:cubicBezTo>
                <a:cubicBezTo>
                  <a:pt x="79" y="15"/>
                  <a:pt x="79" y="15"/>
                  <a:pt x="79" y="15"/>
                </a:cubicBezTo>
                <a:cubicBezTo>
                  <a:pt x="79" y="15"/>
                  <a:pt x="78" y="13"/>
                  <a:pt x="78" y="13"/>
                </a:cubicBezTo>
                <a:cubicBezTo>
                  <a:pt x="78" y="13"/>
                  <a:pt x="78" y="12"/>
                  <a:pt x="78" y="12"/>
                </a:cubicBezTo>
                <a:cubicBezTo>
                  <a:pt x="78" y="11"/>
                  <a:pt x="78" y="11"/>
                  <a:pt x="78" y="10"/>
                </a:cubicBezTo>
                <a:cubicBezTo>
                  <a:pt x="78" y="10"/>
                  <a:pt x="78" y="9"/>
                  <a:pt x="78" y="9"/>
                </a:cubicBezTo>
                <a:cubicBezTo>
                  <a:pt x="63" y="0"/>
                  <a:pt x="63" y="0"/>
                  <a:pt x="63" y="0"/>
                </a:cubicBezTo>
                <a:cubicBezTo>
                  <a:pt x="47" y="0"/>
                  <a:pt x="47" y="0"/>
                  <a:pt x="47" y="0"/>
                </a:cubicBezTo>
                <a:cubicBezTo>
                  <a:pt x="16" y="6"/>
                  <a:pt x="16" y="6"/>
                  <a:pt x="16" y="6"/>
                </a:cubicBezTo>
                <a:cubicBezTo>
                  <a:pt x="13" y="14"/>
                  <a:pt x="13" y="14"/>
                  <a:pt x="13" y="14"/>
                </a:cubicBezTo>
                <a:cubicBezTo>
                  <a:pt x="7" y="23"/>
                  <a:pt x="7" y="23"/>
                  <a:pt x="7" y="23"/>
                </a:cubicBezTo>
                <a:cubicBezTo>
                  <a:pt x="7" y="33"/>
                  <a:pt x="7" y="33"/>
                  <a:pt x="7" y="33"/>
                </a:cubicBezTo>
                <a:cubicBezTo>
                  <a:pt x="0" y="55"/>
                  <a:pt x="0" y="55"/>
                  <a:pt x="0" y="55"/>
                </a:cubicBezTo>
                <a:cubicBezTo>
                  <a:pt x="7" y="61"/>
                  <a:pt x="7" y="61"/>
                  <a:pt x="7" y="61"/>
                </a:cubicBezTo>
                <a:cubicBezTo>
                  <a:pt x="7" y="63"/>
                  <a:pt x="7" y="63"/>
                  <a:pt x="7" y="63"/>
                </a:cubicBezTo>
                <a:cubicBezTo>
                  <a:pt x="11" y="67"/>
                  <a:pt x="11" y="67"/>
                  <a:pt x="11" y="67"/>
                </a:cubicBezTo>
                <a:cubicBezTo>
                  <a:pt x="12" y="71"/>
                  <a:pt x="12" y="71"/>
                  <a:pt x="12" y="71"/>
                </a:cubicBezTo>
                <a:cubicBezTo>
                  <a:pt x="17" y="75"/>
                  <a:pt x="17" y="75"/>
                  <a:pt x="17" y="75"/>
                </a:cubicBezTo>
                <a:cubicBezTo>
                  <a:pt x="19" y="76"/>
                  <a:pt x="19" y="76"/>
                  <a:pt x="19" y="76"/>
                </a:cubicBezTo>
                <a:cubicBezTo>
                  <a:pt x="20" y="78"/>
                  <a:pt x="20" y="78"/>
                  <a:pt x="20" y="78"/>
                </a:cubicBezTo>
                <a:cubicBezTo>
                  <a:pt x="23" y="78"/>
                  <a:pt x="23" y="78"/>
                  <a:pt x="23" y="78"/>
                </a:cubicBezTo>
                <a:cubicBezTo>
                  <a:pt x="23" y="78"/>
                  <a:pt x="28" y="82"/>
                  <a:pt x="28" y="82"/>
                </a:cubicBezTo>
                <a:cubicBezTo>
                  <a:pt x="28" y="82"/>
                  <a:pt x="29" y="85"/>
                  <a:pt x="29" y="85"/>
                </a:cubicBezTo>
                <a:cubicBezTo>
                  <a:pt x="40" y="89"/>
                  <a:pt x="40" y="89"/>
                  <a:pt x="40" y="89"/>
                </a:cubicBezTo>
                <a:cubicBezTo>
                  <a:pt x="46" y="89"/>
                  <a:pt x="46" y="89"/>
                  <a:pt x="46" y="89"/>
                </a:cubicBezTo>
                <a:cubicBezTo>
                  <a:pt x="55" y="95"/>
                  <a:pt x="55" y="95"/>
                  <a:pt x="55" y="95"/>
                </a:cubicBezTo>
                <a:cubicBezTo>
                  <a:pt x="62" y="101"/>
                  <a:pt x="62" y="101"/>
                  <a:pt x="62" y="101"/>
                </a:cubicBezTo>
                <a:cubicBezTo>
                  <a:pt x="71" y="105"/>
                  <a:pt x="71" y="105"/>
                  <a:pt x="71" y="105"/>
                </a:cubicBezTo>
                <a:cubicBezTo>
                  <a:pt x="73" y="105"/>
                  <a:pt x="73" y="105"/>
                  <a:pt x="73" y="105"/>
                </a:cubicBezTo>
                <a:cubicBezTo>
                  <a:pt x="75" y="108"/>
                  <a:pt x="75" y="108"/>
                  <a:pt x="75" y="108"/>
                </a:cubicBezTo>
                <a:cubicBezTo>
                  <a:pt x="78" y="107"/>
                  <a:pt x="78" y="107"/>
                  <a:pt x="78" y="107"/>
                </a:cubicBezTo>
                <a:cubicBezTo>
                  <a:pt x="83" y="109"/>
                  <a:pt x="83" y="109"/>
                  <a:pt x="83" y="109"/>
                </a:cubicBezTo>
                <a:cubicBezTo>
                  <a:pt x="89" y="116"/>
                  <a:pt x="89" y="116"/>
                  <a:pt x="89" y="116"/>
                </a:cubicBezTo>
                <a:cubicBezTo>
                  <a:pt x="89" y="118"/>
                  <a:pt x="89" y="118"/>
                  <a:pt x="89" y="118"/>
                </a:cubicBezTo>
                <a:cubicBezTo>
                  <a:pt x="85" y="122"/>
                  <a:pt x="85" y="122"/>
                  <a:pt x="85" y="122"/>
                </a:cubicBezTo>
                <a:cubicBezTo>
                  <a:pt x="85" y="122"/>
                  <a:pt x="85" y="124"/>
                  <a:pt x="85" y="124"/>
                </a:cubicBezTo>
                <a:cubicBezTo>
                  <a:pt x="85" y="124"/>
                  <a:pt x="84" y="126"/>
                  <a:pt x="83" y="126"/>
                </a:cubicBezTo>
                <a:cubicBezTo>
                  <a:pt x="83" y="126"/>
                  <a:pt x="84" y="128"/>
                  <a:pt x="84" y="128"/>
                </a:cubicBezTo>
                <a:cubicBezTo>
                  <a:pt x="84" y="128"/>
                  <a:pt x="80" y="131"/>
                  <a:pt x="80" y="131"/>
                </a:cubicBezTo>
                <a:cubicBezTo>
                  <a:pt x="80" y="131"/>
                  <a:pt x="79" y="131"/>
                  <a:pt x="79" y="131"/>
                </a:cubicBezTo>
                <a:cubicBezTo>
                  <a:pt x="79" y="131"/>
                  <a:pt x="79" y="132"/>
                  <a:pt x="79" y="132"/>
                </a:cubicBezTo>
                <a:cubicBezTo>
                  <a:pt x="79" y="132"/>
                  <a:pt x="79" y="133"/>
                  <a:pt x="79" y="133"/>
                </a:cubicBezTo>
                <a:cubicBezTo>
                  <a:pt x="79" y="134"/>
                  <a:pt x="78" y="135"/>
                  <a:pt x="78" y="135"/>
                </a:cubicBezTo>
                <a:cubicBezTo>
                  <a:pt x="78" y="140"/>
                  <a:pt x="78" y="140"/>
                  <a:pt x="78" y="140"/>
                </a:cubicBezTo>
                <a:cubicBezTo>
                  <a:pt x="78" y="140"/>
                  <a:pt x="77" y="140"/>
                  <a:pt x="77" y="140"/>
                </a:cubicBezTo>
                <a:cubicBezTo>
                  <a:pt x="77" y="141"/>
                  <a:pt x="77" y="142"/>
                  <a:pt x="77" y="142"/>
                </a:cubicBezTo>
                <a:cubicBezTo>
                  <a:pt x="77" y="142"/>
                  <a:pt x="76" y="143"/>
                  <a:pt x="76" y="143"/>
                </a:cubicBezTo>
                <a:cubicBezTo>
                  <a:pt x="76" y="143"/>
                  <a:pt x="76" y="144"/>
                  <a:pt x="76" y="144"/>
                </a:cubicBezTo>
                <a:cubicBezTo>
                  <a:pt x="76" y="144"/>
                  <a:pt x="74" y="145"/>
                  <a:pt x="74" y="145"/>
                </a:cubicBezTo>
                <a:cubicBezTo>
                  <a:pt x="73" y="145"/>
                  <a:pt x="73" y="145"/>
                  <a:pt x="73" y="145"/>
                </a:cubicBezTo>
                <a:cubicBezTo>
                  <a:pt x="73" y="147"/>
                  <a:pt x="73" y="147"/>
                  <a:pt x="73" y="147"/>
                </a:cubicBezTo>
                <a:cubicBezTo>
                  <a:pt x="73" y="147"/>
                  <a:pt x="72" y="148"/>
                  <a:pt x="72" y="148"/>
                </a:cubicBezTo>
                <a:cubicBezTo>
                  <a:pt x="72" y="148"/>
                  <a:pt x="71" y="149"/>
                  <a:pt x="71" y="149"/>
                </a:cubicBezTo>
                <a:cubicBezTo>
                  <a:pt x="71" y="150"/>
                  <a:pt x="70" y="150"/>
                  <a:pt x="70" y="150"/>
                </a:cubicBezTo>
                <a:cubicBezTo>
                  <a:pt x="70" y="150"/>
                  <a:pt x="71" y="151"/>
                  <a:pt x="71" y="151"/>
                </a:cubicBezTo>
                <a:cubicBezTo>
                  <a:pt x="71" y="152"/>
                  <a:pt x="71" y="153"/>
                  <a:pt x="71" y="153"/>
                </a:cubicBezTo>
                <a:cubicBezTo>
                  <a:pt x="81" y="152"/>
                  <a:pt x="81" y="152"/>
                  <a:pt x="81" y="152"/>
                </a:cubicBezTo>
                <a:cubicBezTo>
                  <a:pt x="95" y="156"/>
                  <a:pt x="95" y="156"/>
                  <a:pt x="95" y="156"/>
                </a:cubicBezTo>
                <a:cubicBezTo>
                  <a:pt x="97" y="157"/>
                  <a:pt x="97" y="157"/>
                  <a:pt x="97" y="157"/>
                </a:cubicBezTo>
                <a:cubicBezTo>
                  <a:pt x="100" y="156"/>
                  <a:pt x="100" y="156"/>
                  <a:pt x="100" y="156"/>
                </a:cubicBezTo>
                <a:cubicBezTo>
                  <a:pt x="100" y="156"/>
                  <a:pt x="101" y="156"/>
                  <a:pt x="102" y="156"/>
                </a:cubicBezTo>
                <a:cubicBezTo>
                  <a:pt x="102" y="156"/>
                  <a:pt x="104" y="157"/>
                  <a:pt x="104" y="157"/>
                </a:cubicBezTo>
                <a:cubicBezTo>
                  <a:pt x="104" y="157"/>
                  <a:pt x="105" y="155"/>
                  <a:pt x="105" y="155"/>
                </a:cubicBezTo>
                <a:cubicBezTo>
                  <a:pt x="105" y="156"/>
                  <a:pt x="107" y="157"/>
                  <a:pt x="108" y="158"/>
                </a:cubicBezTo>
                <a:cubicBezTo>
                  <a:pt x="108" y="158"/>
                  <a:pt x="109" y="158"/>
                  <a:pt x="109" y="158"/>
                </a:cubicBezTo>
                <a:cubicBezTo>
                  <a:pt x="110" y="158"/>
                  <a:pt x="111" y="155"/>
                  <a:pt x="112" y="155"/>
                </a:cubicBezTo>
                <a:cubicBezTo>
                  <a:pt x="112" y="155"/>
                  <a:pt x="114" y="153"/>
                  <a:pt x="114" y="153"/>
                </a:cubicBezTo>
                <a:cubicBezTo>
                  <a:pt x="115" y="153"/>
                  <a:pt x="117" y="154"/>
                  <a:pt x="118" y="154"/>
                </a:cubicBezTo>
                <a:cubicBezTo>
                  <a:pt x="118" y="154"/>
                  <a:pt x="121" y="156"/>
                  <a:pt x="121" y="156"/>
                </a:cubicBezTo>
                <a:cubicBezTo>
                  <a:pt x="121" y="156"/>
                  <a:pt x="123" y="154"/>
                  <a:pt x="123" y="154"/>
                </a:cubicBezTo>
                <a:cubicBezTo>
                  <a:pt x="123" y="154"/>
                  <a:pt x="123" y="153"/>
                  <a:pt x="123" y="152"/>
                </a:cubicBezTo>
                <a:cubicBezTo>
                  <a:pt x="123" y="152"/>
                  <a:pt x="123" y="151"/>
                  <a:pt x="123" y="150"/>
                </a:cubicBezTo>
                <a:cubicBezTo>
                  <a:pt x="124" y="150"/>
                  <a:pt x="125" y="149"/>
                  <a:pt x="125" y="149"/>
                </a:cubicBezTo>
                <a:cubicBezTo>
                  <a:pt x="125" y="149"/>
                  <a:pt x="126" y="149"/>
                  <a:pt x="126" y="149"/>
                </a:cubicBezTo>
                <a:cubicBezTo>
                  <a:pt x="126" y="148"/>
                  <a:pt x="128" y="146"/>
                  <a:pt x="128" y="146"/>
                </a:cubicBezTo>
                <a:cubicBezTo>
                  <a:pt x="129" y="146"/>
                  <a:pt x="131" y="146"/>
                  <a:pt x="131" y="146"/>
                </a:cubicBezTo>
                <a:cubicBezTo>
                  <a:pt x="132" y="146"/>
                  <a:pt x="131" y="144"/>
                  <a:pt x="132" y="144"/>
                </a:cubicBezTo>
                <a:cubicBezTo>
                  <a:pt x="133" y="144"/>
                  <a:pt x="134" y="143"/>
                  <a:pt x="134" y="143"/>
                </a:cubicBezTo>
                <a:cubicBezTo>
                  <a:pt x="135" y="143"/>
                  <a:pt x="134" y="141"/>
                  <a:pt x="134" y="141"/>
                </a:cubicBezTo>
                <a:cubicBezTo>
                  <a:pt x="135" y="141"/>
                  <a:pt x="135" y="141"/>
                  <a:pt x="135" y="141"/>
                </a:cubicBezTo>
                <a:cubicBezTo>
                  <a:pt x="137" y="141"/>
                  <a:pt x="137" y="141"/>
                  <a:pt x="137" y="141"/>
                </a:cubicBezTo>
                <a:cubicBezTo>
                  <a:pt x="140" y="132"/>
                  <a:pt x="140" y="132"/>
                  <a:pt x="140" y="132"/>
                </a:cubicBezTo>
                <a:cubicBezTo>
                  <a:pt x="140" y="132"/>
                  <a:pt x="141" y="131"/>
                  <a:pt x="141" y="130"/>
                </a:cubicBezTo>
                <a:cubicBezTo>
                  <a:pt x="140" y="130"/>
                  <a:pt x="140" y="128"/>
                  <a:pt x="140" y="128"/>
                </a:cubicBezTo>
                <a:cubicBezTo>
                  <a:pt x="140" y="128"/>
                  <a:pt x="141" y="127"/>
                  <a:pt x="141" y="127"/>
                </a:cubicBezTo>
                <a:cubicBezTo>
                  <a:pt x="141" y="127"/>
                  <a:pt x="141" y="125"/>
                  <a:pt x="141" y="125"/>
                </a:cubicBezTo>
                <a:cubicBezTo>
                  <a:pt x="141" y="125"/>
                  <a:pt x="141" y="123"/>
                  <a:pt x="141" y="123"/>
                </a:cubicBezTo>
                <a:cubicBezTo>
                  <a:pt x="141" y="123"/>
                  <a:pt x="141" y="123"/>
                  <a:pt x="141" y="123"/>
                </a:cubicBezTo>
                <a:cubicBezTo>
                  <a:pt x="141" y="123"/>
                  <a:pt x="140" y="121"/>
                  <a:pt x="140" y="121"/>
                </a:cubicBezTo>
                <a:cubicBezTo>
                  <a:pt x="140" y="121"/>
                  <a:pt x="141" y="120"/>
                  <a:pt x="141" y="120"/>
                </a:cubicBezTo>
                <a:cubicBezTo>
                  <a:pt x="141" y="116"/>
                  <a:pt x="141" y="116"/>
                  <a:pt x="141" y="116"/>
                </a:cubicBezTo>
                <a:cubicBezTo>
                  <a:pt x="141" y="116"/>
                  <a:pt x="142" y="115"/>
                  <a:pt x="142" y="114"/>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2072" name="Freeform 11"/>
          <p:cNvSpPr>
            <a:spLocks/>
          </p:cNvSpPr>
          <p:nvPr/>
        </p:nvSpPr>
        <p:spPr bwMode="auto">
          <a:xfrm>
            <a:off x="9115425" y="1427163"/>
            <a:ext cx="327025" cy="484187"/>
          </a:xfrm>
          <a:custGeom>
            <a:avLst/>
            <a:gdLst>
              <a:gd name="T0" fmla="*/ 285196 w 86"/>
              <a:gd name="T1" fmla="*/ 373625 h 127"/>
              <a:gd name="T2" fmla="*/ 277591 w 86"/>
              <a:gd name="T3" fmla="*/ 373625 h 127"/>
              <a:gd name="T4" fmla="*/ 281394 w 86"/>
              <a:gd name="T5" fmla="*/ 362187 h 127"/>
              <a:gd name="T6" fmla="*/ 269986 w 86"/>
              <a:gd name="T7" fmla="*/ 339312 h 127"/>
              <a:gd name="T8" fmla="*/ 247170 w 86"/>
              <a:gd name="T9" fmla="*/ 327875 h 127"/>
              <a:gd name="T10" fmla="*/ 235762 w 86"/>
              <a:gd name="T11" fmla="*/ 308812 h 127"/>
              <a:gd name="T12" fmla="*/ 224354 w 86"/>
              <a:gd name="T13" fmla="*/ 293562 h 127"/>
              <a:gd name="T14" fmla="*/ 220552 w 86"/>
              <a:gd name="T15" fmla="*/ 282125 h 127"/>
              <a:gd name="T16" fmla="*/ 235762 w 86"/>
              <a:gd name="T17" fmla="*/ 251625 h 127"/>
              <a:gd name="T18" fmla="*/ 231960 w 86"/>
              <a:gd name="T19" fmla="*/ 240187 h 127"/>
              <a:gd name="T20" fmla="*/ 273788 w 86"/>
              <a:gd name="T21" fmla="*/ 228750 h 127"/>
              <a:gd name="T22" fmla="*/ 281394 w 86"/>
              <a:gd name="T23" fmla="*/ 217312 h 127"/>
              <a:gd name="T24" fmla="*/ 269986 w 86"/>
              <a:gd name="T25" fmla="*/ 202062 h 127"/>
              <a:gd name="T26" fmla="*/ 281394 w 86"/>
              <a:gd name="T27" fmla="*/ 175375 h 127"/>
              <a:gd name="T28" fmla="*/ 277591 w 86"/>
              <a:gd name="T29" fmla="*/ 148687 h 127"/>
              <a:gd name="T30" fmla="*/ 254775 w 86"/>
              <a:gd name="T31" fmla="*/ 141062 h 127"/>
              <a:gd name="T32" fmla="*/ 228157 w 86"/>
              <a:gd name="T33" fmla="*/ 110562 h 127"/>
              <a:gd name="T34" fmla="*/ 197736 w 86"/>
              <a:gd name="T35" fmla="*/ 102937 h 127"/>
              <a:gd name="T36" fmla="*/ 190131 w 86"/>
              <a:gd name="T37" fmla="*/ 68625 h 127"/>
              <a:gd name="T38" fmla="*/ 155907 w 86"/>
              <a:gd name="T39" fmla="*/ 34312 h 127"/>
              <a:gd name="T40" fmla="*/ 110276 w 86"/>
              <a:gd name="T41" fmla="*/ 0 h 127"/>
              <a:gd name="T42" fmla="*/ 98868 w 86"/>
              <a:gd name="T43" fmla="*/ 15250 h 127"/>
              <a:gd name="T44" fmla="*/ 83658 w 86"/>
              <a:gd name="T45" fmla="*/ 30500 h 127"/>
              <a:gd name="T46" fmla="*/ 57039 w 86"/>
              <a:gd name="T47" fmla="*/ 41937 h 127"/>
              <a:gd name="T48" fmla="*/ 45631 w 86"/>
              <a:gd name="T49" fmla="*/ 57187 h 127"/>
              <a:gd name="T50" fmla="*/ 53237 w 86"/>
              <a:gd name="T51" fmla="*/ 80062 h 127"/>
              <a:gd name="T52" fmla="*/ 60842 w 86"/>
              <a:gd name="T53" fmla="*/ 80062 h 127"/>
              <a:gd name="T54" fmla="*/ 72250 w 86"/>
              <a:gd name="T55" fmla="*/ 91500 h 127"/>
              <a:gd name="T56" fmla="*/ 41829 w 86"/>
              <a:gd name="T57" fmla="*/ 110562 h 127"/>
              <a:gd name="T58" fmla="*/ 30421 w 86"/>
              <a:gd name="T59" fmla="*/ 110562 h 127"/>
              <a:gd name="T60" fmla="*/ 15210 w 86"/>
              <a:gd name="T61" fmla="*/ 110562 h 127"/>
              <a:gd name="T62" fmla="*/ 11408 w 86"/>
              <a:gd name="T63" fmla="*/ 122000 h 127"/>
              <a:gd name="T64" fmla="*/ 15210 w 86"/>
              <a:gd name="T65" fmla="*/ 148687 h 127"/>
              <a:gd name="T66" fmla="*/ 45631 w 86"/>
              <a:gd name="T67" fmla="*/ 217312 h 127"/>
              <a:gd name="T68" fmla="*/ 72250 w 86"/>
              <a:gd name="T69" fmla="*/ 209687 h 127"/>
              <a:gd name="T70" fmla="*/ 95065 w 86"/>
              <a:gd name="T71" fmla="*/ 224937 h 127"/>
              <a:gd name="T72" fmla="*/ 91263 w 86"/>
              <a:gd name="T73" fmla="*/ 247812 h 127"/>
              <a:gd name="T74" fmla="*/ 102671 w 86"/>
              <a:gd name="T75" fmla="*/ 263062 h 127"/>
              <a:gd name="T76" fmla="*/ 114078 w 86"/>
              <a:gd name="T77" fmla="*/ 278312 h 127"/>
              <a:gd name="T78" fmla="*/ 110276 w 86"/>
              <a:gd name="T79" fmla="*/ 285937 h 127"/>
              <a:gd name="T80" fmla="*/ 117881 w 86"/>
              <a:gd name="T81" fmla="*/ 289750 h 127"/>
              <a:gd name="T82" fmla="*/ 117881 w 86"/>
              <a:gd name="T83" fmla="*/ 312625 h 127"/>
              <a:gd name="T84" fmla="*/ 102671 w 86"/>
              <a:gd name="T85" fmla="*/ 327875 h 127"/>
              <a:gd name="T86" fmla="*/ 106473 w 86"/>
              <a:gd name="T87" fmla="*/ 339312 h 127"/>
              <a:gd name="T88" fmla="*/ 95065 w 86"/>
              <a:gd name="T89" fmla="*/ 388875 h 127"/>
              <a:gd name="T90" fmla="*/ 110276 w 86"/>
              <a:gd name="T91" fmla="*/ 411750 h 127"/>
              <a:gd name="T92" fmla="*/ 114078 w 86"/>
              <a:gd name="T93" fmla="*/ 438437 h 127"/>
              <a:gd name="T94" fmla="*/ 125486 w 86"/>
              <a:gd name="T95" fmla="*/ 449875 h 127"/>
              <a:gd name="T96" fmla="*/ 155907 w 86"/>
              <a:gd name="T97" fmla="*/ 472750 h 127"/>
              <a:gd name="T98" fmla="*/ 171118 w 86"/>
              <a:gd name="T99" fmla="*/ 484187 h 127"/>
              <a:gd name="T100" fmla="*/ 182526 w 86"/>
              <a:gd name="T101" fmla="*/ 476562 h 127"/>
              <a:gd name="T102" fmla="*/ 193933 w 86"/>
              <a:gd name="T103" fmla="*/ 465125 h 127"/>
              <a:gd name="T104" fmla="*/ 205341 w 86"/>
              <a:gd name="T105" fmla="*/ 457500 h 127"/>
              <a:gd name="T106" fmla="*/ 220552 w 86"/>
              <a:gd name="T107" fmla="*/ 461312 h 127"/>
              <a:gd name="T108" fmla="*/ 228157 w 86"/>
              <a:gd name="T109" fmla="*/ 453687 h 127"/>
              <a:gd name="T110" fmla="*/ 269986 w 86"/>
              <a:gd name="T111" fmla="*/ 430812 h 127"/>
              <a:gd name="T112" fmla="*/ 281394 w 86"/>
              <a:gd name="T113" fmla="*/ 434625 h 127"/>
              <a:gd name="T114" fmla="*/ 308012 w 86"/>
              <a:gd name="T115" fmla="*/ 442250 h 127"/>
              <a:gd name="T116" fmla="*/ 327025 w 86"/>
              <a:gd name="T117" fmla="*/ 434625 h 127"/>
              <a:gd name="T118" fmla="*/ 311815 w 86"/>
              <a:gd name="T119" fmla="*/ 427000 h 1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6" h="127">
                <a:moveTo>
                  <a:pt x="82" y="112"/>
                </a:moveTo>
                <a:cubicBezTo>
                  <a:pt x="75" y="98"/>
                  <a:pt x="75" y="98"/>
                  <a:pt x="75" y="98"/>
                </a:cubicBezTo>
                <a:cubicBezTo>
                  <a:pt x="74" y="98"/>
                  <a:pt x="74" y="98"/>
                  <a:pt x="74" y="98"/>
                </a:cubicBezTo>
                <a:cubicBezTo>
                  <a:pt x="73" y="98"/>
                  <a:pt x="73" y="98"/>
                  <a:pt x="73" y="98"/>
                </a:cubicBezTo>
                <a:cubicBezTo>
                  <a:pt x="74" y="97"/>
                  <a:pt x="74" y="97"/>
                  <a:pt x="74" y="97"/>
                </a:cubicBezTo>
                <a:cubicBezTo>
                  <a:pt x="74" y="97"/>
                  <a:pt x="74" y="95"/>
                  <a:pt x="74" y="95"/>
                </a:cubicBezTo>
                <a:cubicBezTo>
                  <a:pt x="74" y="95"/>
                  <a:pt x="72" y="92"/>
                  <a:pt x="72" y="92"/>
                </a:cubicBezTo>
                <a:cubicBezTo>
                  <a:pt x="71" y="89"/>
                  <a:pt x="71" y="89"/>
                  <a:pt x="71" y="89"/>
                </a:cubicBezTo>
                <a:cubicBezTo>
                  <a:pt x="65" y="88"/>
                  <a:pt x="65" y="88"/>
                  <a:pt x="65" y="88"/>
                </a:cubicBezTo>
                <a:cubicBezTo>
                  <a:pt x="65" y="86"/>
                  <a:pt x="65" y="86"/>
                  <a:pt x="65" y="86"/>
                </a:cubicBezTo>
                <a:cubicBezTo>
                  <a:pt x="62" y="83"/>
                  <a:pt x="62" y="83"/>
                  <a:pt x="62" y="83"/>
                </a:cubicBezTo>
                <a:cubicBezTo>
                  <a:pt x="62" y="81"/>
                  <a:pt x="62" y="81"/>
                  <a:pt x="62" y="81"/>
                </a:cubicBezTo>
                <a:cubicBezTo>
                  <a:pt x="59" y="78"/>
                  <a:pt x="59" y="78"/>
                  <a:pt x="59" y="78"/>
                </a:cubicBezTo>
                <a:cubicBezTo>
                  <a:pt x="59" y="77"/>
                  <a:pt x="59" y="77"/>
                  <a:pt x="59" y="77"/>
                </a:cubicBezTo>
                <a:cubicBezTo>
                  <a:pt x="58" y="76"/>
                  <a:pt x="58" y="76"/>
                  <a:pt x="58" y="76"/>
                </a:cubicBezTo>
                <a:cubicBezTo>
                  <a:pt x="58" y="74"/>
                  <a:pt x="58" y="74"/>
                  <a:pt x="58" y="74"/>
                </a:cubicBezTo>
                <a:cubicBezTo>
                  <a:pt x="62" y="67"/>
                  <a:pt x="62" y="67"/>
                  <a:pt x="62" y="67"/>
                </a:cubicBezTo>
                <a:cubicBezTo>
                  <a:pt x="62" y="66"/>
                  <a:pt x="62" y="66"/>
                  <a:pt x="62" y="66"/>
                </a:cubicBezTo>
                <a:cubicBezTo>
                  <a:pt x="61" y="64"/>
                  <a:pt x="61" y="64"/>
                  <a:pt x="61" y="64"/>
                </a:cubicBezTo>
                <a:cubicBezTo>
                  <a:pt x="61" y="63"/>
                  <a:pt x="61" y="63"/>
                  <a:pt x="61" y="63"/>
                </a:cubicBezTo>
                <a:cubicBezTo>
                  <a:pt x="65" y="60"/>
                  <a:pt x="65" y="60"/>
                  <a:pt x="65" y="60"/>
                </a:cubicBezTo>
                <a:cubicBezTo>
                  <a:pt x="72" y="60"/>
                  <a:pt x="72" y="60"/>
                  <a:pt x="72" y="60"/>
                </a:cubicBezTo>
                <a:cubicBezTo>
                  <a:pt x="72" y="57"/>
                  <a:pt x="72" y="57"/>
                  <a:pt x="72" y="57"/>
                </a:cubicBezTo>
                <a:cubicBezTo>
                  <a:pt x="74" y="57"/>
                  <a:pt x="74" y="57"/>
                  <a:pt x="74" y="57"/>
                </a:cubicBezTo>
                <a:cubicBezTo>
                  <a:pt x="71" y="54"/>
                  <a:pt x="71" y="54"/>
                  <a:pt x="71" y="54"/>
                </a:cubicBezTo>
                <a:cubicBezTo>
                  <a:pt x="71" y="53"/>
                  <a:pt x="71" y="53"/>
                  <a:pt x="71" y="53"/>
                </a:cubicBezTo>
                <a:cubicBezTo>
                  <a:pt x="74" y="50"/>
                  <a:pt x="74" y="50"/>
                  <a:pt x="74" y="50"/>
                </a:cubicBezTo>
                <a:cubicBezTo>
                  <a:pt x="74" y="46"/>
                  <a:pt x="74" y="46"/>
                  <a:pt x="74" y="46"/>
                </a:cubicBezTo>
                <a:cubicBezTo>
                  <a:pt x="74" y="46"/>
                  <a:pt x="74" y="43"/>
                  <a:pt x="74" y="43"/>
                </a:cubicBezTo>
                <a:cubicBezTo>
                  <a:pt x="74" y="42"/>
                  <a:pt x="74" y="40"/>
                  <a:pt x="73" y="39"/>
                </a:cubicBezTo>
                <a:cubicBezTo>
                  <a:pt x="72" y="39"/>
                  <a:pt x="71" y="38"/>
                  <a:pt x="70" y="38"/>
                </a:cubicBezTo>
                <a:cubicBezTo>
                  <a:pt x="69" y="37"/>
                  <a:pt x="68" y="38"/>
                  <a:pt x="67" y="37"/>
                </a:cubicBezTo>
                <a:cubicBezTo>
                  <a:pt x="66" y="36"/>
                  <a:pt x="64" y="34"/>
                  <a:pt x="63" y="32"/>
                </a:cubicBezTo>
                <a:cubicBezTo>
                  <a:pt x="62" y="31"/>
                  <a:pt x="61" y="30"/>
                  <a:pt x="60" y="29"/>
                </a:cubicBezTo>
                <a:cubicBezTo>
                  <a:pt x="59" y="29"/>
                  <a:pt x="56" y="28"/>
                  <a:pt x="55" y="28"/>
                </a:cubicBezTo>
                <a:cubicBezTo>
                  <a:pt x="54" y="28"/>
                  <a:pt x="54" y="29"/>
                  <a:pt x="52" y="27"/>
                </a:cubicBezTo>
                <a:cubicBezTo>
                  <a:pt x="51" y="25"/>
                  <a:pt x="51" y="23"/>
                  <a:pt x="51" y="22"/>
                </a:cubicBezTo>
                <a:cubicBezTo>
                  <a:pt x="51" y="21"/>
                  <a:pt x="51" y="19"/>
                  <a:pt x="50" y="18"/>
                </a:cubicBezTo>
                <a:cubicBezTo>
                  <a:pt x="49" y="17"/>
                  <a:pt x="47" y="15"/>
                  <a:pt x="46" y="14"/>
                </a:cubicBezTo>
                <a:cubicBezTo>
                  <a:pt x="45" y="12"/>
                  <a:pt x="43" y="10"/>
                  <a:pt x="41" y="9"/>
                </a:cubicBezTo>
                <a:cubicBezTo>
                  <a:pt x="40" y="8"/>
                  <a:pt x="36" y="5"/>
                  <a:pt x="35" y="4"/>
                </a:cubicBezTo>
                <a:cubicBezTo>
                  <a:pt x="34" y="2"/>
                  <a:pt x="30" y="0"/>
                  <a:pt x="29" y="0"/>
                </a:cubicBezTo>
                <a:cubicBezTo>
                  <a:pt x="28" y="1"/>
                  <a:pt x="28" y="2"/>
                  <a:pt x="27" y="1"/>
                </a:cubicBezTo>
                <a:cubicBezTo>
                  <a:pt x="26" y="4"/>
                  <a:pt x="26" y="4"/>
                  <a:pt x="26" y="4"/>
                </a:cubicBezTo>
                <a:cubicBezTo>
                  <a:pt x="25" y="5"/>
                  <a:pt x="25" y="5"/>
                  <a:pt x="25" y="5"/>
                </a:cubicBezTo>
                <a:cubicBezTo>
                  <a:pt x="25" y="5"/>
                  <a:pt x="22" y="8"/>
                  <a:pt x="22" y="8"/>
                </a:cubicBezTo>
                <a:cubicBezTo>
                  <a:pt x="21" y="8"/>
                  <a:pt x="18" y="9"/>
                  <a:pt x="18" y="9"/>
                </a:cubicBezTo>
                <a:cubicBezTo>
                  <a:pt x="15" y="11"/>
                  <a:pt x="15" y="11"/>
                  <a:pt x="15" y="11"/>
                </a:cubicBezTo>
                <a:cubicBezTo>
                  <a:pt x="14" y="13"/>
                  <a:pt x="14" y="13"/>
                  <a:pt x="14" y="13"/>
                </a:cubicBezTo>
                <a:cubicBezTo>
                  <a:pt x="12" y="15"/>
                  <a:pt x="12" y="15"/>
                  <a:pt x="12" y="15"/>
                </a:cubicBezTo>
                <a:cubicBezTo>
                  <a:pt x="12" y="15"/>
                  <a:pt x="14" y="19"/>
                  <a:pt x="14" y="19"/>
                </a:cubicBezTo>
                <a:cubicBezTo>
                  <a:pt x="14" y="20"/>
                  <a:pt x="14" y="21"/>
                  <a:pt x="14" y="21"/>
                </a:cubicBezTo>
                <a:cubicBezTo>
                  <a:pt x="15" y="23"/>
                  <a:pt x="15" y="23"/>
                  <a:pt x="15" y="23"/>
                </a:cubicBezTo>
                <a:cubicBezTo>
                  <a:pt x="16" y="21"/>
                  <a:pt x="16" y="21"/>
                  <a:pt x="16" y="21"/>
                </a:cubicBezTo>
                <a:cubicBezTo>
                  <a:pt x="19" y="23"/>
                  <a:pt x="19" y="23"/>
                  <a:pt x="19" y="23"/>
                </a:cubicBezTo>
                <a:cubicBezTo>
                  <a:pt x="19" y="24"/>
                  <a:pt x="19" y="24"/>
                  <a:pt x="19" y="24"/>
                </a:cubicBezTo>
                <a:cubicBezTo>
                  <a:pt x="16" y="27"/>
                  <a:pt x="16" y="27"/>
                  <a:pt x="16" y="27"/>
                </a:cubicBezTo>
                <a:cubicBezTo>
                  <a:pt x="11" y="29"/>
                  <a:pt x="11" y="29"/>
                  <a:pt x="11" y="29"/>
                </a:cubicBezTo>
                <a:cubicBezTo>
                  <a:pt x="11" y="29"/>
                  <a:pt x="10" y="29"/>
                  <a:pt x="10" y="29"/>
                </a:cubicBezTo>
                <a:cubicBezTo>
                  <a:pt x="10" y="28"/>
                  <a:pt x="8" y="29"/>
                  <a:pt x="8" y="29"/>
                </a:cubicBezTo>
                <a:cubicBezTo>
                  <a:pt x="7" y="29"/>
                  <a:pt x="7" y="29"/>
                  <a:pt x="7" y="29"/>
                </a:cubicBezTo>
                <a:cubicBezTo>
                  <a:pt x="4" y="29"/>
                  <a:pt x="4" y="29"/>
                  <a:pt x="4" y="29"/>
                </a:cubicBezTo>
                <a:cubicBezTo>
                  <a:pt x="4" y="31"/>
                  <a:pt x="4" y="31"/>
                  <a:pt x="4" y="31"/>
                </a:cubicBezTo>
                <a:cubicBezTo>
                  <a:pt x="3" y="32"/>
                  <a:pt x="3" y="32"/>
                  <a:pt x="3" y="32"/>
                </a:cubicBezTo>
                <a:cubicBezTo>
                  <a:pt x="5" y="34"/>
                  <a:pt x="5" y="34"/>
                  <a:pt x="5" y="34"/>
                </a:cubicBezTo>
                <a:cubicBezTo>
                  <a:pt x="4" y="39"/>
                  <a:pt x="4" y="39"/>
                  <a:pt x="4" y="39"/>
                </a:cubicBezTo>
                <a:cubicBezTo>
                  <a:pt x="0" y="43"/>
                  <a:pt x="0" y="43"/>
                  <a:pt x="0" y="43"/>
                </a:cubicBezTo>
                <a:cubicBezTo>
                  <a:pt x="12" y="57"/>
                  <a:pt x="12" y="57"/>
                  <a:pt x="12" y="57"/>
                </a:cubicBezTo>
                <a:cubicBezTo>
                  <a:pt x="17" y="57"/>
                  <a:pt x="17" y="57"/>
                  <a:pt x="17" y="57"/>
                </a:cubicBezTo>
                <a:cubicBezTo>
                  <a:pt x="19" y="55"/>
                  <a:pt x="19" y="55"/>
                  <a:pt x="19" y="55"/>
                </a:cubicBezTo>
                <a:cubicBezTo>
                  <a:pt x="22" y="55"/>
                  <a:pt x="22" y="55"/>
                  <a:pt x="22" y="55"/>
                </a:cubicBezTo>
                <a:cubicBezTo>
                  <a:pt x="25" y="59"/>
                  <a:pt x="25" y="59"/>
                  <a:pt x="25" y="59"/>
                </a:cubicBezTo>
                <a:cubicBezTo>
                  <a:pt x="24" y="62"/>
                  <a:pt x="24" y="62"/>
                  <a:pt x="24" y="62"/>
                </a:cubicBezTo>
                <a:cubicBezTo>
                  <a:pt x="24" y="65"/>
                  <a:pt x="24" y="65"/>
                  <a:pt x="24" y="65"/>
                </a:cubicBezTo>
                <a:cubicBezTo>
                  <a:pt x="22" y="69"/>
                  <a:pt x="22" y="69"/>
                  <a:pt x="22" y="69"/>
                </a:cubicBezTo>
                <a:cubicBezTo>
                  <a:pt x="27" y="69"/>
                  <a:pt x="27" y="69"/>
                  <a:pt x="27" y="69"/>
                </a:cubicBezTo>
                <a:cubicBezTo>
                  <a:pt x="30" y="71"/>
                  <a:pt x="30" y="71"/>
                  <a:pt x="30" y="71"/>
                </a:cubicBezTo>
                <a:cubicBezTo>
                  <a:pt x="30" y="73"/>
                  <a:pt x="30" y="73"/>
                  <a:pt x="30" y="73"/>
                </a:cubicBezTo>
                <a:cubicBezTo>
                  <a:pt x="29" y="73"/>
                  <a:pt x="29" y="73"/>
                  <a:pt x="29" y="73"/>
                </a:cubicBezTo>
                <a:cubicBezTo>
                  <a:pt x="29" y="75"/>
                  <a:pt x="29" y="75"/>
                  <a:pt x="29" y="75"/>
                </a:cubicBezTo>
                <a:cubicBezTo>
                  <a:pt x="31" y="76"/>
                  <a:pt x="31" y="76"/>
                  <a:pt x="31" y="76"/>
                </a:cubicBezTo>
                <a:cubicBezTo>
                  <a:pt x="31" y="76"/>
                  <a:pt x="31" y="76"/>
                  <a:pt x="31" y="76"/>
                </a:cubicBezTo>
                <a:cubicBezTo>
                  <a:pt x="33" y="79"/>
                  <a:pt x="33" y="79"/>
                  <a:pt x="33" y="79"/>
                </a:cubicBezTo>
                <a:cubicBezTo>
                  <a:pt x="31" y="82"/>
                  <a:pt x="31" y="82"/>
                  <a:pt x="31" y="82"/>
                </a:cubicBezTo>
                <a:cubicBezTo>
                  <a:pt x="27" y="85"/>
                  <a:pt x="27" y="85"/>
                  <a:pt x="27" y="85"/>
                </a:cubicBezTo>
                <a:cubicBezTo>
                  <a:pt x="27" y="86"/>
                  <a:pt x="27" y="86"/>
                  <a:pt x="27" y="86"/>
                </a:cubicBezTo>
                <a:cubicBezTo>
                  <a:pt x="28" y="86"/>
                  <a:pt x="28" y="86"/>
                  <a:pt x="28" y="86"/>
                </a:cubicBezTo>
                <a:cubicBezTo>
                  <a:pt x="28" y="89"/>
                  <a:pt x="28" y="89"/>
                  <a:pt x="28" y="89"/>
                </a:cubicBezTo>
                <a:cubicBezTo>
                  <a:pt x="25" y="95"/>
                  <a:pt x="25" y="95"/>
                  <a:pt x="25" y="95"/>
                </a:cubicBezTo>
                <a:cubicBezTo>
                  <a:pt x="25" y="102"/>
                  <a:pt x="25" y="102"/>
                  <a:pt x="25" y="102"/>
                </a:cubicBezTo>
                <a:cubicBezTo>
                  <a:pt x="26" y="106"/>
                  <a:pt x="26" y="106"/>
                  <a:pt x="26" y="106"/>
                </a:cubicBezTo>
                <a:cubicBezTo>
                  <a:pt x="29" y="108"/>
                  <a:pt x="29" y="108"/>
                  <a:pt x="29" y="108"/>
                </a:cubicBezTo>
                <a:cubicBezTo>
                  <a:pt x="29" y="115"/>
                  <a:pt x="29" y="115"/>
                  <a:pt x="29" y="115"/>
                </a:cubicBezTo>
                <a:cubicBezTo>
                  <a:pt x="30" y="115"/>
                  <a:pt x="30" y="115"/>
                  <a:pt x="30" y="115"/>
                </a:cubicBezTo>
                <a:cubicBezTo>
                  <a:pt x="30" y="117"/>
                  <a:pt x="30" y="117"/>
                  <a:pt x="30" y="117"/>
                </a:cubicBezTo>
                <a:cubicBezTo>
                  <a:pt x="33" y="118"/>
                  <a:pt x="33" y="118"/>
                  <a:pt x="33" y="118"/>
                </a:cubicBezTo>
                <a:cubicBezTo>
                  <a:pt x="37" y="123"/>
                  <a:pt x="37" y="123"/>
                  <a:pt x="37" y="123"/>
                </a:cubicBezTo>
                <a:cubicBezTo>
                  <a:pt x="41" y="124"/>
                  <a:pt x="41" y="124"/>
                  <a:pt x="41" y="124"/>
                </a:cubicBezTo>
                <a:cubicBezTo>
                  <a:pt x="41" y="124"/>
                  <a:pt x="44" y="125"/>
                  <a:pt x="44" y="126"/>
                </a:cubicBezTo>
                <a:cubicBezTo>
                  <a:pt x="44" y="126"/>
                  <a:pt x="45" y="127"/>
                  <a:pt x="45" y="127"/>
                </a:cubicBezTo>
                <a:cubicBezTo>
                  <a:pt x="47" y="125"/>
                  <a:pt x="47" y="125"/>
                  <a:pt x="47" y="125"/>
                </a:cubicBezTo>
                <a:cubicBezTo>
                  <a:pt x="48" y="125"/>
                  <a:pt x="48" y="125"/>
                  <a:pt x="48" y="125"/>
                </a:cubicBezTo>
                <a:cubicBezTo>
                  <a:pt x="51" y="125"/>
                  <a:pt x="51" y="125"/>
                  <a:pt x="51" y="125"/>
                </a:cubicBezTo>
                <a:cubicBezTo>
                  <a:pt x="51" y="122"/>
                  <a:pt x="51" y="122"/>
                  <a:pt x="51" y="122"/>
                </a:cubicBezTo>
                <a:cubicBezTo>
                  <a:pt x="53" y="122"/>
                  <a:pt x="53" y="122"/>
                  <a:pt x="53" y="122"/>
                </a:cubicBezTo>
                <a:cubicBezTo>
                  <a:pt x="54" y="120"/>
                  <a:pt x="54" y="120"/>
                  <a:pt x="54" y="120"/>
                </a:cubicBezTo>
                <a:cubicBezTo>
                  <a:pt x="56" y="121"/>
                  <a:pt x="56" y="121"/>
                  <a:pt x="56" y="121"/>
                </a:cubicBezTo>
                <a:cubicBezTo>
                  <a:pt x="58" y="121"/>
                  <a:pt x="58" y="121"/>
                  <a:pt x="58" y="121"/>
                </a:cubicBezTo>
                <a:cubicBezTo>
                  <a:pt x="60" y="122"/>
                  <a:pt x="60" y="122"/>
                  <a:pt x="60" y="122"/>
                </a:cubicBezTo>
                <a:cubicBezTo>
                  <a:pt x="60" y="119"/>
                  <a:pt x="60" y="119"/>
                  <a:pt x="60" y="119"/>
                </a:cubicBezTo>
                <a:cubicBezTo>
                  <a:pt x="67" y="118"/>
                  <a:pt x="67" y="118"/>
                  <a:pt x="67" y="118"/>
                </a:cubicBezTo>
                <a:cubicBezTo>
                  <a:pt x="71" y="113"/>
                  <a:pt x="71" y="113"/>
                  <a:pt x="71" y="113"/>
                </a:cubicBezTo>
                <a:cubicBezTo>
                  <a:pt x="72" y="114"/>
                  <a:pt x="72" y="114"/>
                  <a:pt x="72" y="114"/>
                </a:cubicBezTo>
                <a:cubicBezTo>
                  <a:pt x="74" y="114"/>
                  <a:pt x="74" y="114"/>
                  <a:pt x="74" y="114"/>
                </a:cubicBezTo>
                <a:cubicBezTo>
                  <a:pt x="75" y="112"/>
                  <a:pt x="75" y="112"/>
                  <a:pt x="75" y="112"/>
                </a:cubicBezTo>
                <a:cubicBezTo>
                  <a:pt x="81" y="116"/>
                  <a:pt x="81" y="116"/>
                  <a:pt x="81" y="116"/>
                </a:cubicBezTo>
                <a:cubicBezTo>
                  <a:pt x="82" y="114"/>
                  <a:pt x="82" y="114"/>
                  <a:pt x="82" y="114"/>
                </a:cubicBezTo>
                <a:cubicBezTo>
                  <a:pt x="86" y="114"/>
                  <a:pt x="86" y="114"/>
                  <a:pt x="86" y="114"/>
                </a:cubicBezTo>
                <a:cubicBezTo>
                  <a:pt x="85" y="112"/>
                  <a:pt x="85" y="112"/>
                  <a:pt x="85" y="112"/>
                </a:cubicBezTo>
                <a:lnTo>
                  <a:pt x="82" y="112"/>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2073" name="Freeform 12"/>
          <p:cNvSpPr>
            <a:spLocks/>
          </p:cNvSpPr>
          <p:nvPr/>
        </p:nvSpPr>
        <p:spPr bwMode="auto">
          <a:xfrm>
            <a:off x="9571038" y="1606550"/>
            <a:ext cx="198437" cy="242887"/>
          </a:xfrm>
          <a:custGeom>
            <a:avLst/>
            <a:gdLst>
              <a:gd name="T0" fmla="*/ 11448 w 52"/>
              <a:gd name="T1" fmla="*/ 41746 h 64"/>
              <a:gd name="T2" fmla="*/ 7632 w 52"/>
              <a:gd name="T3" fmla="*/ 53132 h 64"/>
              <a:gd name="T4" fmla="*/ 3816 w 52"/>
              <a:gd name="T5" fmla="*/ 60722 h 64"/>
              <a:gd name="T6" fmla="*/ 11448 w 52"/>
              <a:gd name="T7" fmla="*/ 68312 h 64"/>
              <a:gd name="T8" fmla="*/ 11448 w 52"/>
              <a:gd name="T9" fmla="*/ 102468 h 64"/>
              <a:gd name="T10" fmla="*/ 15264 w 52"/>
              <a:gd name="T11" fmla="*/ 110058 h 64"/>
              <a:gd name="T12" fmla="*/ 11448 w 52"/>
              <a:gd name="T13" fmla="*/ 113853 h 64"/>
              <a:gd name="T14" fmla="*/ 38161 w 52"/>
              <a:gd name="T15" fmla="*/ 140419 h 64"/>
              <a:gd name="T16" fmla="*/ 34345 w 52"/>
              <a:gd name="T17" fmla="*/ 151804 h 64"/>
              <a:gd name="T18" fmla="*/ 22897 w 52"/>
              <a:gd name="T19" fmla="*/ 174575 h 64"/>
              <a:gd name="T20" fmla="*/ 26713 w 52"/>
              <a:gd name="T21" fmla="*/ 185960 h 64"/>
              <a:gd name="T22" fmla="*/ 22897 w 52"/>
              <a:gd name="T23" fmla="*/ 193551 h 64"/>
              <a:gd name="T24" fmla="*/ 15264 w 52"/>
              <a:gd name="T25" fmla="*/ 212526 h 64"/>
              <a:gd name="T26" fmla="*/ 0 w 52"/>
              <a:gd name="T27" fmla="*/ 227707 h 64"/>
              <a:gd name="T28" fmla="*/ 3816 w 52"/>
              <a:gd name="T29" fmla="*/ 235297 h 64"/>
              <a:gd name="T30" fmla="*/ 15264 w 52"/>
              <a:gd name="T31" fmla="*/ 239092 h 64"/>
              <a:gd name="T32" fmla="*/ 22897 w 52"/>
              <a:gd name="T33" fmla="*/ 242887 h 64"/>
              <a:gd name="T34" fmla="*/ 30529 w 52"/>
              <a:gd name="T35" fmla="*/ 242887 h 64"/>
              <a:gd name="T36" fmla="*/ 34345 w 52"/>
              <a:gd name="T37" fmla="*/ 235297 h 64"/>
              <a:gd name="T38" fmla="*/ 45793 w 52"/>
              <a:gd name="T39" fmla="*/ 231502 h 64"/>
              <a:gd name="T40" fmla="*/ 53425 w 52"/>
              <a:gd name="T41" fmla="*/ 223911 h 64"/>
              <a:gd name="T42" fmla="*/ 68690 w 52"/>
              <a:gd name="T43" fmla="*/ 231502 h 64"/>
              <a:gd name="T44" fmla="*/ 72506 w 52"/>
              <a:gd name="T45" fmla="*/ 231502 h 64"/>
              <a:gd name="T46" fmla="*/ 76322 w 52"/>
              <a:gd name="T47" fmla="*/ 227707 h 64"/>
              <a:gd name="T48" fmla="*/ 87770 w 52"/>
              <a:gd name="T49" fmla="*/ 227707 h 64"/>
              <a:gd name="T50" fmla="*/ 87770 w 52"/>
              <a:gd name="T51" fmla="*/ 239092 h 64"/>
              <a:gd name="T52" fmla="*/ 110667 w 52"/>
              <a:gd name="T53" fmla="*/ 239092 h 64"/>
              <a:gd name="T54" fmla="*/ 133563 w 52"/>
              <a:gd name="T55" fmla="*/ 212526 h 64"/>
              <a:gd name="T56" fmla="*/ 133563 w 52"/>
              <a:gd name="T57" fmla="*/ 204936 h 64"/>
              <a:gd name="T58" fmla="*/ 145012 w 52"/>
              <a:gd name="T59" fmla="*/ 189755 h 64"/>
              <a:gd name="T60" fmla="*/ 145012 w 52"/>
              <a:gd name="T61" fmla="*/ 174575 h 64"/>
              <a:gd name="T62" fmla="*/ 198437 w 52"/>
              <a:gd name="T63" fmla="*/ 110058 h 64"/>
              <a:gd name="T64" fmla="*/ 190805 w 52"/>
              <a:gd name="T65" fmla="*/ 91083 h 64"/>
              <a:gd name="T66" fmla="*/ 186989 w 52"/>
              <a:gd name="T67" fmla="*/ 87288 h 64"/>
              <a:gd name="T68" fmla="*/ 186989 w 52"/>
              <a:gd name="T69" fmla="*/ 79697 h 64"/>
              <a:gd name="T70" fmla="*/ 183173 w 52"/>
              <a:gd name="T71" fmla="*/ 75902 h 64"/>
              <a:gd name="T72" fmla="*/ 175540 w 52"/>
              <a:gd name="T73" fmla="*/ 79697 h 64"/>
              <a:gd name="T74" fmla="*/ 175540 w 52"/>
              <a:gd name="T75" fmla="*/ 87288 h 64"/>
              <a:gd name="T76" fmla="*/ 175540 w 52"/>
              <a:gd name="T77" fmla="*/ 75902 h 64"/>
              <a:gd name="T78" fmla="*/ 171724 w 52"/>
              <a:gd name="T79" fmla="*/ 72107 h 64"/>
              <a:gd name="T80" fmla="*/ 156460 w 52"/>
              <a:gd name="T81" fmla="*/ 60722 h 64"/>
              <a:gd name="T82" fmla="*/ 141196 w 52"/>
              <a:gd name="T83" fmla="*/ 49336 h 64"/>
              <a:gd name="T84" fmla="*/ 122115 w 52"/>
              <a:gd name="T85" fmla="*/ 34156 h 64"/>
              <a:gd name="T86" fmla="*/ 110667 w 52"/>
              <a:gd name="T87" fmla="*/ 22771 h 64"/>
              <a:gd name="T88" fmla="*/ 91586 w 52"/>
              <a:gd name="T89" fmla="*/ 15180 h 64"/>
              <a:gd name="T90" fmla="*/ 72506 w 52"/>
              <a:gd name="T91" fmla="*/ 11385 h 64"/>
              <a:gd name="T92" fmla="*/ 45793 w 52"/>
              <a:gd name="T93" fmla="*/ 0 h 64"/>
              <a:gd name="T94" fmla="*/ 38161 w 52"/>
              <a:gd name="T95" fmla="*/ 0 h 64"/>
              <a:gd name="T96" fmla="*/ 34345 w 52"/>
              <a:gd name="T97" fmla="*/ 15180 h 64"/>
              <a:gd name="T98" fmla="*/ 11448 w 52"/>
              <a:gd name="T99" fmla="*/ 41746 h 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2" h="64">
                <a:moveTo>
                  <a:pt x="3" y="11"/>
                </a:moveTo>
                <a:cubicBezTo>
                  <a:pt x="2" y="14"/>
                  <a:pt x="2" y="14"/>
                  <a:pt x="2" y="14"/>
                </a:cubicBezTo>
                <a:cubicBezTo>
                  <a:pt x="1" y="16"/>
                  <a:pt x="1" y="16"/>
                  <a:pt x="1" y="16"/>
                </a:cubicBezTo>
                <a:cubicBezTo>
                  <a:pt x="3" y="18"/>
                  <a:pt x="3" y="18"/>
                  <a:pt x="3" y="18"/>
                </a:cubicBezTo>
                <a:cubicBezTo>
                  <a:pt x="3" y="27"/>
                  <a:pt x="3" y="27"/>
                  <a:pt x="3" y="27"/>
                </a:cubicBezTo>
                <a:cubicBezTo>
                  <a:pt x="4" y="29"/>
                  <a:pt x="4" y="29"/>
                  <a:pt x="4" y="29"/>
                </a:cubicBezTo>
                <a:cubicBezTo>
                  <a:pt x="3" y="30"/>
                  <a:pt x="3" y="30"/>
                  <a:pt x="3" y="30"/>
                </a:cubicBezTo>
                <a:cubicBezTo>
                  <a:pt x="10" y="37"/>
                  <a:pt x="10" y="37"/>
                  <a:pt x="10" y="37"/>
                </a:cubicBezTo>
                <a:cubicBezTo>
                  <a:pt x="9" y="40"/>
                  <a:pt x="9" y="40"/>
                  <a:pt x="9" y="40"/>
                </a:cubicBezTo>
                <a:cubicBezTo>
                  <a:pt x="6" y="46"/>
                  <a:pt x="6" y="46"/>
                  <a:pt x="6" y="46"/>
                </a:cubicBezTo>
                <a:cubicBezTo>
                  <a:pt x="6" y="46"/>
                  <a:pt x="7" y="49"/>
                  <a:pt x="7" y="49"/>
                </a:cubicBezTo>
                <a:cubicBezTo>
                  <a:pt x="7" y="49"/>
                  <a:pt x="6" y="51"/>
                  <a:pt x="6" y="51"/>
                </a:cubicBezTo>
                <a:cubicBezTo>
                  <a:pt x="4" y="56"/>
                  <a:pt x="4" y="56"/>
                  <a:pt x="4" y="56"/>
                </a:cubicBezTo>
                <a:cubicBezTo>
                  <a:pt x="0" y="60"/>
                  <a:pt x="0" y="60"/>
                  <a:pt x="0" y="60"/>
                </a:cubicBezTo>
                <a:cubicBezTo>
                  <a:pt x="1" y="62"/>
                  <a:pt x="1" y="62"/>
                  <a:pt x="1" y="62"/>
                </a:cubicBezTo>
                <a:cubicBezTo>
                  <a:pt x="1" y="62"/>
                  <a:pt x="3" y="63"/>
                  <a:pt x="4" y="63"/>
                </a:cubicBezTo>
                <a:cubicBezTo>
                  <a:pt x="5" y="63"/>
                  <a:pt x="6" y="64"/>
                  <a:pt x="6" y="64"/>
                </a:cubicBezTo>
                <a:cubicBezTo>
                  <a:pt x="8" y="64"/>
                  <a:pt x="8" y="64"/>
                  <a:pt x="8" y="64"/>
                </a:cubicBezTo>
                <a:cubicBezTo>
                  <a:pt x="9" y="62"/>
                  <a:pt x="9" y="62"/>
                  <a:pt x="9" y="62"/>
                </a:cubicBezTo>
                <a:cubicBezTo>
                  <a:pt x="12" y="61"/>
                  <a:pt x="12" y="61"/>
                  <a:pt x="12" y="61"/>
                </a:cubicBezTo>
                <a:cubicBezTo>
                  <a:pt x="14" y="59"/>
                  <a:pt x="14" y="59"/>
                  <a:pt x="14" y="59"/>
                </a:cubicBezTo>
                <a:cubicBezTo>
                  <a:pt x="18" y="61"/>
                  <a:pt x="18" y="61"/>
                  <a:pt x="18" y="61"/>
                </a:cubicBezTo>
                <a:cubicBezTo>
                  <a:pt x="19" y="61"/>
                  <a:pt x="19" y="61"/>
                  <a:pt x="19" y="61"/>
                </a:cubicBezTo>
                <a:cubicBezTo>
                  <a:pt x="20" y="60"/>
                  <a:pt x="20" y="60"/>
                  <a:pt x="20" y="60"/>
                </a:cubicBezTo>
                <a:cubicBezTo>
                  <a:pt x="23" y="60"/>
                  <a:pt x="23" y="60"/>
                  <a:pt x="23" y="60"/>
                </a:cubicBezTo>
                <a:cubicBezTo>
                  <a:pt x="23" y="63"/>
                  <a:pt x="23" y="63"/>
                  <a:pt x="23" y="63"/>
                </a:cubicBezTo>
                <a:cubicBezTo>
                  <a:pt x="29" y="63"/>
                  <a:pt x="29" y="63"/>
                  <a:pt x="29" y="63"/>
                </a:cubicBezTo>
                <a:cubicBezTo>
                  <a:pt x="35" y="56"/>
                  <a:pt x="35" y="56"/>
                  <a:pt x="35" y="56"/>
                </a:cubicBezTo>
                <a:cubicBezTo>
                  <a:pt x="35" y="54"/>
                  <a:pt x="35" y="54"/>
                  <a:pt x="35" y="54"/>
                </a:cubicBezTo>
                <a:cubicBezTo>
                  <a:pt x="38" y="50"/>
                  <a:pt x="38" y="50"/>
                  <a:pt x="38" y="50"/>
                </a:cubicBezTo>
                <a:cubicBezTo>
                  <a:pt x="38" y="46"/>
                  <a:pt x="38" y="46"/>
                  <a:pt x="38" y="46"/>
                </a:cubicBezTo>
                <a:cubicBezTo>
                  <a:pt x="52" y="29"/>
                  <a:pt x="52" y="29"/>
                  <a:pt x="52" y="29"/>
                </a:cubicBezTo>
                <a:cubicBezTo>
                  <a:pt x="51" y="27"/>
                  <a:pt x="51" y="26"/>
                  <a:pt x="50" y="24"/>
                </a:cubicBezTo>
                <a:cubicBezTo>
                  <a:pt x="49" y="24"/>
                  <a:pt x="49" y="23"/>
                  <a:pt x="49" y="23"/>
                </a:cubicBezTo>
                <a:cubicBezTo>
                  <a:pt x="48" y="22"/>
                  <a:pt x="49" y="21"/>
                  <a:pt x="49" y="21"/>
                </a:cubicBezTo>
                <a:cubicBezTo>
                  <a:pt x="49" y="20"/>
                  <a:pt x="48" y="20"/>
                  <a:pt x="48" y="20"/>
                </a:cubicBezTo>
                <a:cubicBezTo>
                  <a:pt x="47" y="19"/>
                  <a:pt x="46" y="20"/>
                  <a:pt x="46" y="21"/>
                </a:cubicBezTo>
                <a:cubicBezTo>
                  <a:pt x="46" y="22"/>
                  <a:pt x="47" y="23"/>
                  <a:pt x="46" y="23"/>
                </a:cubicBezTo>
                <a:cubicBezTo>
                  <a:pt x="45" y="22"/>
                  <a:pt x="45" y="21"/>
                  <a:pt x="46" y="20"/>
                </a:cubicBezTo>
                <a:cubicBezTo>
                  <a:pt x="46" y="20"/>
                  <a:pt x="45" y="19"/>
                  <a:pt x="45" y="19"/>
                </a:cubicBezTo>
                <a:cubicBezTo>
                  <a:pt x="44" y="18"/>
                  <a:pt x="42" y="17"/>
                  <a:pt x="41" y="16"/>
                </a:cubicBezTo>
                <a:cubicBezTo>
                  <a:pt x="41" y="16"/>
                  <a:pt x="38" y="14"/>
                  <a:pt x="37" y="13"/>
                </a:cubicBezTo>
                <a:cubicBezTo>
                  <a:pt x="36" y="13"/>
                  <a:pt x="33" y="10"/>
                  <a:pt x="32" y="9"/>
                </a:cubicBezTo>
                <a:cubicBezTo>
                  <a:pt x="32" y="8"/>
                  <a:pt x="31" y="7"/>
                  <a:pt x="29" y="6"/>
                </a:cubicBezTo>
                <a:cubicBezTo>
                  <a:pt x="28" y="6"/>
                  <a:pt x="25" y="5"/>
                  <a:pt x="24" y="4"/>
                </a:cubicBezTo>
                <a:cubicBezTo>
                  <a:pt x="24" y="4"/>
                  <a:pt x="20" y="3"/>
                  <a:pt x="19" y="3"/>
                </a:cubicBezTo>
                <a:cubicBezTo>
                  <a:pt x="18" y="3"/>
                  <a:pt x="12" y="1"/>
                  <a:pt x="12" y="0"/>
                </a:cubicBezTo>
                <a:cubicBezTo>
                  <a:pt x="12" y="0"/>
                  <a:pt x="11" y="0"/>
                  <a:pt x="10" y="0"/>
                </a:cubicBezTo>
                <a:cubicBezTo>
                  <a:pt x="9" y="4"/>
                  <a:pt x="9" y="4"/>
                  <a:pt x="9" y="4"/>
                </a:cubicBezTo>
                <a:lnTo>
                  <a:pt x="3" y="11"/>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2074" name="Freeform 13"/>
          <p:cNvSpPr>
            <a:spLocks noEditPoints="1"/>
          </p:cNvSpPr>
          <p:nvPr/>
        </p:nvSpPr>
        <p:spPr bwMode="auto">
          <a:xfrm>
            <a:off x="9121775" y="5969000"/>
            <a:ext cx="241300" cy="149225"/>
          </a:xfrm>
          <a:custGeom>
            <a:avLst/>
            <a:gdLst>
              <a:gd name="T0" fmla="*/ 214489 w 63"/>
              <a:gd name="T1" fmla="*/ 57394 h 39"/>
              <a:gd name="T2" fmla="*/ 237470 w 63"/>
              <a:gd name="T3" fmla="*/ 57394 h 39"/>
              <a:gd name="T4" fmla="*/ 199168 w 63"/>
              <a:gd name="T5" fmla="*/ 45915 h 39"/>
              <a:gd name="T6" fmla="*/ 210659 w 63"/>
              <a:gd name="T7" fmla="*/ 65047 h 39"/>
              <a:gd name="T8" fmla="*/ 191508 w 63"/>
              <a:gd name="T9" fmla="*/ 53568 h 39"/>
              <a:gd name="T10" fmla="*/ 187678 w 63"/>
              <a:gd name="T11" fmla="*/ 42089 h 39"/>
              <a:gd name="T12" fmla="*/ 180017 w 63"/>
              <a:gd name="T13" fmla="*/ 34437 h 39"/>
              <a:gd name="T14" fmla="*/ 157037 w 63"/>
              <a:gd name="T15" fmla="*/ 45915 h 39"/>
              <a:gd name="T16" fmla="*/ 145546 w 63"/>
              <a:gd name="T17" fmla="*/ 57394 h 39"/>
              <a:gd name="T18" fmla="*/ 153206 w 63"/>
              <a:gd name="T19" fmla="*/ 84178 h 39"/>
              <a:gd name="T20" fmla="*/ 130225 w 63"/>
              <a:gd name="T21" fmla="*/ 84178 h 39"/>
              <a:gd name="T22" fmla="*/ 114905 w 63"/>
              <a:gd name="T23" fmla="*/ 99483 h 39"/>
              <a:gd name="T24" fmla="*/ 107244 w 63"/>
              <a:gd name="T25" fmla="*/ 114788 h 39"/>
              <a:gd name="T26" fmla="*/ 126395 w 63"/>
              <a:gd name="T27" fmla="*/ 141572 h 39"/>
              <a:gd name="T28" fmla="*/ 126395 w 63"/>
              <a:gd name="T29" fmla="*/ 126267 h 39"/>
              <a:gd name="T30" fmla="*/ 141716 w 63"/>
              <a:gd name="T31" fmla="*/ 130094 h 39"/>
              <a:gd name="T32" fmla="*/ 145546 w 63"/>
              <a:gd name="T33" fmla="*/ 122441 h 39"/>
              <a:gd name="T34" fmla="*/ 137886 w 63"/>
              <a:gd name="T35" fmla="*/ 107136 h 39"/>
              <a:gd name="T36" fmla="*/ 172357 w 63"/>
              <a:gd name="T37" fmla="*/ 114788 h 39"/>
              <a:gd name="T38" fmla="*/ 168527 w 63"/>
              <a:gd name="T39" fmla="*/ 99483 h 39"/>
              <a:gd name="T40" fmla="*/ 168527 w 63"/>
              <a:gd name="T41" fmla="*/ 91831 h 39"/>
              <a:gd name="T42" fmla="*/ 206829 w 63"/>
              <a:gd name="T43" fmla="*/ 88004 h 39"/>
              <a:gd name="T44" fmla="*/ 222149 w 63"/>
              <a:gd name="T45" fmla="*/ 76526 h 39"/>
              <a:gd name="T46" fmla="*/ 76603 w 63"/>
              <a:gd name="T47" fmla="*/ 107136 h 39"/>
              <a:gd name="T48" fmla="*/ 57452 w 63"/>
              <a:gd name="T49" fmla="*/ 122441 h 39"/>
              <a:gd name="T50" fmla="*/ 42132 w 63"/>
              <a:gd name="T51" fmla="*/ 126267 h 39"/>
              <a:gd name="T52" fmla="*/ 30641 w 63"/>
              <a:gd name="T53" fmla="*/ 118615 h 39"/>
              <a:gd name="T54" fmla="*/ 34471 w 63"/>
              <a:gd name="T55" fmla="*/ 107136 h 39"/>
              <a:gd name="T56" fmla="*/ 49792 w 63"/>
              <a:gd name="T57" fmla="*/ 107136 h 39"/>
              <a:gd name="T58" fmla="*/ 57452 w 63"/>
              <a:gd name="T59" fmla="*/ 91831 h 39"/>
              <a:gd name="T60" fmla="*/ 68943 w 63"/>
              <a:gd name="T61" fmla="*/ 88004 h 39"/>
              <a:gd name="T62" fmla="*/ 57452 w 63"/>
              <a:gd name="T63" fmla="*/ 80352 h 39"/>
              <a:gd name="T64" fmla="*/ 84263 w 63"/>
              <a:gd name="T65" fmla="*/ 72699 h 39"/>
              <a:gd name="T66" fmla="*/ 45962 w 63"/>
              <a:gd name="T67" fmla="*/ 38263 h 39"/>
              <a:gd name="T68" fmla="*/ 88094 w 63"/>
              <a:gd name="T69" fmla="*/ 42089 h 39"/>
              <a:gd name="T70" fmla="*/ 118735 w 63"/>
              <a:gd name="T71" fmla="*/ 42089 h 39"/>
              <a:gd name="T72" fmla="*/ 137886 w 63"/>
              <a:gd name="T73" fmla="*/ 42089 h 39"/>
              <a:gd name="T74" fmla="*/ 126395 w 63"/>
              <a:gd name="T75" fmla="*/ 61221 h 39"/>
              <a:gd name="T76" fmla="*/ 11490 w 63"/>
              <a:gd name="T77" fmla="*/ 91831 h 39"/>
              <a:gd name="T78" fmla="*/ 26811 w 63"/>
              <a:gd name="T79" fmla="*/ 88004 h 39"/>
              <a:gd name="T80" fmla="*/ 19151 w 63"/>
              <a:gd name="T81" fmla="*/ 103310 h 39"/>
              <a:gd name="T82" fmla="*/ 122565 w 63"/>
              <a:gd name="T83" fmla="*/ 34437 h 39"/>
              <a:gd name="T84" fmla="*/ 187678 w 63"/>
              <a:gd name="T85" fmla="*/ 110962 h 39"/>
              <a:gd name="T86" fmla="*/ 107244 w 63"/>
              <a:gd name="T87" fmla="*/ 122441 h 39"/>
              <a:gd name="T88" fmla="*/ 7660 w 63"/>
              <a:gd name="T89" fmla="*/ 88004 h 39"/>
              <a:gd name="T90" fmla="*/ 153206 w 63"/>
              <a:gd name="T91" fmla="*/ 130094 h 39"/>
              <a:gd name="T92" fmla="*/ 49792 w 63"/>
              <a:gd name="T93" fmla="*/ 26784 h 39"/>
              <a:gd name="T94" fmla="*/ 26811 w 63"/>
              <a:gd name="T95" fmla="*/ 103310 h 39"/>
              <a:gd name="T96" fmla="*/ 107244 w 63"/>
              <a:gd name="T97" fmla="*/ 99483 h 39"/>
              <a:gd name="T98" fmla="*/ 84263 w 63"/>
              <a:gd name="T99" fmla="*/ 34437 h 39"/>
              <a:gd name="T100" fmla="*/ 7660 w 63"/>
              <a:gd name="T101" fmla="*/ 3826 h 39"/>
              <a:gd name="T102" fmla="*/ 107244 w 63"/>
              <a:gd name="T103" fmla="*/ 110962 h 39"/>
              <a:gd name="T104" fmla="*/ 191508 w 63"/>
              <a:gd name="T105" fmla="*/ 95657 h 39"/>
              <a:gd name="T106" fmla="*/ 180017 w 63"/>
              <a:gd name="T107" fmla="*/ 118615 h 39"/>
              <a:gd name="T108" fmla="*/ 11490 w 63"/>
              <a:gd name="T109" fmla="*/ 95657 h 39"/>
              <a:gd name="T110" fmla="*/ 19151 w 63"/>
              <a:gd name="T111" fmla="*/ 80352 h 39"/>
              <a:gd name="T112" fmla="*/ 187678 w 63"/>
              <a:gd name="T113" fmla="*/ 95657 h 39"/>
              <a:gd name="T114" fmla="*/ 111075 w 63"/>
              <a:gd name="T115" fmla="*/ 107136 h 39"/>
              <a:gd name="T116" fmla="*/ 111075 w 63"/>
              <a:gd name="T117" fmla="*/ 95657 h 39"/>
              <a:gd name="T118" fmla="*/ 111075 w 63"/>
              <a:gd name="T119" fmla="*/ 99483 h 39"/>
              <a:gd name="T120" fmla="*/ 111075 w 63"/>
              <a:gd name="T121" fmla="*/ 91831 h 39"/>
              <a:gd name="T122" fmla="*/ 149376 w 63"/>
              <a:gd name="T123" fmla="*/ 49742 h 39"/>
              <a:gd name="T124" fmla="*/ 187678 w 63"/>
              <a:gd name="T125" fmla="*/ 45915 h 3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3" h="39">
                <a:moveTo>
                  <a:pt x="63" y="19"/>
                </a:moveTo>
                <a:cubicBezTo>
                  <a:pt x="63" y="18"/>
                  <a:pt x="63" y="19"/>
                  <a:pt x="62" y="19"/>
                </a:cubicBezTo>
                <a:cubicBezTo>
                  <a:pt x="62" y="18"/>
                  <a:pt x="62" y="19"/>
                  <a:pt x="62" y="18"/>
                </a:cubicBezTo>
                <a:cubicBezTo>
                  <a:pt x="61" y="18"/>
                  <a:pt x="61" y="18"/>
                  <a:pt x="61" y="18"/>
                </a:cubicBezTo>
                <a:cubicBezTo>
                  <a:pt x="61" y="19"/>
                  <a:pt x="61" y="19"/>
                  <a:pt x="61" y="18"/>
                </a:cubicBezTo>
                <a:cubicBezTo>
                  <a:pt x="61" y="18"/>
                  <a:pt x="61" y="18"/>
                  <a:pt x="61" y="18"/>
                </a:cubicBezTo>
                <a:cubicBezTo>
                  <a:pt x="61" y="18"/>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59" y="19"/>
                </a:cubicBezTo>
                <a:cubicBezTo>
                  <a:pt x="60" y="19"/>
                  <a:pt x="60" y="19"/>
                  <a:pt x="60" y="19"/>
                </a:cubicBezTo>
                <a:cubicBezTo>
                  <a:pt x="60" y="19"/>
                  <a:pt x="60" y="19"/>
                  <a:pt x="61" y="19"/>
                </a:cubicBezTo>
                <a:cubicBezTo>
                  <a:pt x="60" y="19"/>
                  <a:pt x="60" y="18"/>
                  <a:pt x="59" y="18"/>
                </a:cubicBezTo>
                <a:cubicBezTo>
                  <a:pt x="60" y="18"/>
                  <a:pt x="60" y="18"/>
                  <a:pt x="60" y="18"/>
                </a:cubicBezTo>
                <a:cubicBezTo>
                  <a:pt x="60" y="18"/>
                  <a:pt x="60" y="18"/>
                  <a:pt x="60" y="18"/>
                </a:cubicBezTo>
                <a:cubicBezTo>
                  <a:pt x="60"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2" y="18"/>
                  <a:pt x="62" y="18"/>
                  <a:pt x="62" y="18"/>
                </a:cubicBezTo>
                <a:cubicBezTo>
                  <a:pt x="62" y="18"/>
                  <a:pt x="62" y="18"/>
                  <a:pt x="62" y="18"/>
                </a:cubicBezTo>
                <a:cubicBezTo>
                  <a:pt x="62" y="18"/>
                  <a:pt x="62" y="18"/>
                  <a:pt x="62" y="17"/>
                </a:cubicBezTo>
                <a:cubicBezTo>
                  <a:pt x="62" y="17"/>
                  <a:pt x="62" y="17"/>
                  <a:pt x="62" y="17"/>
                </a:cubicBezTo>
                <a:cubicBezTo>
                  <a:pt x="62" y="17"/>
                  <a:pt x="62" y="17"/>
                  <a:pt x="62" y="17"/>
                </a:cubicBezTo>
                <a:cubicBezTo>
                  <a:pt x="62" y="17"/>
                  <a:pt x="62" y="17"/>
                  <a:pt x="61" y="17"/>
                </a:cubicBezTo>
                <a:cubicBezTo>
                  <a:pt x="61" y="17"/>
                  <a:pt x="60" y="16"/>
                  <a:pt x="60" y="16"/>
                </a:cubicBezTo>
                <a:cubicBezTo>
                  <a:pt x="60" y="16"/>
                  <a:pt x="60" y="16"/>
                  <a:pt x="60" y="16"/>
                </a:cubicBezTo>
                <a:cubicBezTo>
                  <a:pt x="59" y="16"/>
                  <a:pt x="59" y="16"/>
                  <a:pt x="59" y="16"/>
                </a:cubicBezTo>
                <a:cubicBezTo>
                  <a:pt x="59" y="16"/>
                  <a:pt x="58" y="16"/>
                  <a:pt x="58" y="16"/>
                </a:cubicBezTo>
                <a:cubicBezTo>
                  <a:pt x="58" y="16"/>
                  <a:pt x="58" y="16"/>
                  <a:pt x="58" y="16"/>
                </a:cubicBezTo>
                <a:cubicBezTo>
                  <a:pt x="58" y="16"/>
                  <a:pt x="57" y="16"/>
                  <a:pt x="57" y="16"/>
                </a:cubicBezTo>
                <a:cubicBezTo>
                  <a:pt x="57" y="16"/>
                  <a:pt x="57" y="16"/>
                  <a:pt x="57" y="16"/>
                </a:cubicBezTo>
                <a:cubicBezTo>
                  <a:pt x="57" y="16"/>
                  <a:pt x="57" y="16"/>
                  <a:pt x="57" y="15"/>
                </a:cubicBezTo>
                <a:cubicBezTo>
                  <a:pt x="57" y="15"/>
                  <a:pt x="57" y="15"/>
                  <a:pt x="57" y="15"/>
                </a:cubicBezTo>
                <a:cubicBezTo>
                  <a:pt x="56" y="15"/>
                  <a:pt x="56" y="15"/>
                  <a:pt x="56" y="15"/>
                </a:cubicBezTo>
                <a:cubicBezTo>
                  <a:pt x="56" y="15"/>
                  <a:pt x="56" y="15"/>
                  <a:pt x="56" y="15"/>
                </a:cubicBezTo>
                <a:cubicBezTo>
                  <a:pt x="56" y="15"/>
                  <a:pt x="56" y="15"/>
                  <a:pt x="56" y="15"/>
                </a:cubicBezTo>
                <a:cubicBezTo>
                  <a:pt x="56" y="15"/>
                  <a:pt x="56" y="15"/>
                  <a:pt x="56" y="15"/>
                </a:cubicBezTo>
                <a:cubicBezTo>
                  <a:pt x="56" y="15"/>
                  <a:pt x="56" y="15"/>
                  <a:pt x="56" y="15"/>
                </a:cubicBezTo>
                <a:cubicBezTo>
                  <a:pt x="55" y="15"/>
                  <a:pt x="55" y="15"/>
                  <a:pt x="55" y="15"/>
                </a:cubicBezTo>
                <a:cubicBezTo>
                  <a:pt x="55" y="15"/>
                  <a:pt x="55" y="15"/>
                  <a:pt x="55" y="15"/>
                </a:cubicBezTo>
                <a:cubicBezTo>
                  <a:pt x="55" y="15"/>
                  <a:pt x="55" y="15"/>
                  <a:pt x="55" y="15"/>
                </a:cubicBezTo>
                <a:cubicBezTo>
                  <a:pt x="55" y="15"/>
                  <a:pt x="55" y="15"/>
                  <a:pt x="55" y="15"/>
                </a:cubicBezTo>
                <a:cubicBezTo>
                  <a:pt x="56" y="15"/>
                  <a:pt x="56" y="15"/>
                  <a:pt x="56" y="14"/>
                </a:cubicBezTo>
                <a:cubicBezTo>
                  <a:pt x="56" y="14"/>
                  <a:pt x="56" y="14"/>
                  <a:pt x="56" y="14"/>
                </a:cubicBezTo>
                <a:cubicBezTo>
                  <a:pt x="56" y="14"/>
                  <a:pt x="56" y="15"/>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7" y="14"/>
                  <a:pt x="57" y="14"/>
                  <a:pt x="57" y="14"/>
                </a:cubicBezTo>
                <a:cubicBezTo>
                  <a:pt x="57" y="15"/>
                  <a:pt x="57" y="15"/>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3"/>
                </a:cubicBezTo>
                <a:cubicBezTo>
                  <a:pt x="57" y="13"/>
                  <a:pt x="57" y="13"/>
                  <a:pt x="57" y="13"/>
                </a:cubicBezTo>
                <a:cubicBezTo>
                  <a:pt x="57" y="13"/>
                  <a:pt x="57" y="13"/>
                  <a:pt x="57" y="13"/>
                </a:cubicBezTo>
                <a:cubicBezTo>
                  <a:pt x="57" y="13"/>
                  <a:pt x="57" y="13"/>
                  <a:pt x="57" y="13"/>
                </a:cubicBezTo>
                <a:cubicBezTo>
                  <a:pt x="57" y="13"/>
                  <a:pt x="57" y="13"/>
                  <a:pt x="57" y="14"/>
                </a:cubicBezTo>
                <a:cubicBezTo>
                  <a:pt x="57" y="14"/>
                  <a:pt x="57" y="14"/>
                  <a:pt x="58" y="14"/>
                </a:cubicBezTo>
                <a:cubicBezTo>
                  <a:pt x="58" y="14"/>
                  <a:pt x="58" y="14"/>
                  <a:pt x="58" y="14"/>
                </a:cubicBezTo>
                <a:cubicBezTo>
                  <a:pt x="58" y="14"/>
                  <a:pt x="58" y="15"/>
                  <a:pt x="59" y="15"/>
                </a:cubicBezTo>
                <a:cubicBezTo>
                  <a:pt x="59" y="15"/>
                  <a:pt x="59" y="15"/>
                  <a:pt x="59" y="15"/>
                </a:cubicBezTo>
                <a:cubicBezTo>
                  <a:pt x="59" y="15"/>
                  <a:pt x="59" y="15"/>
                  <a:pt x="59" y="15"/>
                </a:cubicBezTo>
                <a:cubicBezTo>
                  <a:pt x="59" y="15"/>
                  <a:pt x="60" y="15"/>
                  <a:pt x="60" y="15"/>
                </a:cubicBezTo>
                <a:cubicBezTo>
                  <a:pt x="60" y="15"/>
                  <a:pt x="60" y="15"/>
                  <a:pt x="60" y="15"/>
                </a:cubicBezTo>
                <a:cubicBezTo>
                  <a:pt x="60" y="15"/>
                  <a:pt x="60" y="15"/>
                  <a:pt x="60" y="15"/>
                </a:cubicBezTo>
                <a:cubicBezTo>
                  <a:pt x="60" y="15"/>
                  <a:pt x="60" y="15"/>
                  <a:pt x="60" y="15"/>
                </a:cubicBezTo>
                <a:cubicBezTo>
                  <a:pt x="60" y="15"/>
                  <a:pt x="60"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2" y="15"/>
                  <a:pt x="62" y="15"/>
                  <a:pt x="62" y="15"/>
                </a:cubicBezTo>
                <a:cubicBezTo>
                  <a:pt x="62" y="15"/>
                  <a:pt x="62" y="15"/>
                  <a:pt x="62" y="14"/>
                </a:cubicBezTo>
                <a:cubicBezTo>
                  <a:pt x="62" y="14"/>
                  <a:pt x="62" y="14"/>
                  <a:pt x="62" y="14"/>
                </a:cubicBezTo>
                <a:cubicBezTo>
                  <a:pt x="61" y="14"/>
                  <a:pt x="61" y="14"/>
                  <a:pt x="61" y="14"/>
                </a:cubicBezTo>
                <a:cubicBezTo>
                  <a:pt x="61" y="14"/>
                  <a:pt x="61" y="14"/>
                  <a:pt x="61" y="14"/>
                </a:cubicBezTo>
                <a:cubicBezTo>
                  <a:pt x="61" y="14"/>
                  <a:pt x="60" y="14"/>
                  <a:pt x="60" y="14"/>
                </a:cubicBezTo>
                <a:cubicBezTo>
                  <a:pt x="60" y="14"/>
                  <a:pt x="60" y="14"/>
                  <a:pt x="60" y="13"/>
                </a:cubicBezTo>
                <a:cubicBezTo>
                  <a:pt x="60" y="13"/>
                  <a:pt x="60" y="13"/>
                  <a:pt x="60" y="13"/>
                </a:cubicBezTo>
                <a:cubicBezTo>
                  <a:pt x="61" y="13"/>
                  <a:pt x="61" y="13"/>
                  <a:pt x="60" y="13"/>
                </a:cubicBezTo>
                <a:cubicBezTo>
                  <a:pt x="60" y="13"/>
                  <a:pt x="60" y="13"/>
                  <a:pt x="60" y="13"/>
                </a:cubicBezTo>
                <a:cubicBezTo>
                  <a:pt x="60" y="14"/>
                  <a:pt x="61" y="14"/>
                  <a:pt x="61" y="14"/>
                </a:cubicBezTo>
                <a:cubicBezTo>
                  <a:pt x="61" y="14"/>
                  <a:pt x="61" y="14"/>
                  <a:pt x="62" y="14"/>
                </a:cubicBezTo>
                <a:cubicBezTo>
                  <a:pt x="62" y="14"/>
                  <a:pt x="62" y="14"/>
                  <a:pt x="62" y="14"/>
                </a:cubicBezTo>
                <a:cubicBezTo>
                  <a:pt x="62" y="14"/>
                  <a:pt x="62" y="14"/>
                  <a:pt x="62" y="14"/>
                </a:cubicBezTo>
                <a:cubicBezTo>
                  <a:pt x="62" y="14"/>
                  <a:pt x="62" y="14"/>
                  <a:pt x="62" y="14"/>
                </a:cubicBezTo>
                <a:cubicBezTo>
                  <a:pt x="62" y="14"/>
                  <a:pt x="62" y="14"/>
                  <a:pt x="62" y="13"/>
                </a:cubicBezTo>
                <a:cubicBezTo>
                  <a:pt x="62" y="13"/>
                  <a:pt x="61" y="13"/>
                  <a:pt x="61" y="13"/>
                </a:cubicBezTo>
                <a:cubicBezTo>
                  <a:pt x="61" y="13"/>
                  <a:pt x="61" y="13"/>
                  <a:pt x="61" y="13"/>
                </a:cubicBezTo>
                <a:cubicBezTo>
                  <a:pt x="61" y="12"/>
                  <a:pt x="60" y="12"/>
                  <a:pt x="60" y="12"/>
                </a:cubicBezTo>
                <a:cubicBezTo>
                  <a:pt x="60" y="12"/>
                  <a:pt x="60" y="12"/>
                  <a:pt x="60" y="12"/>
                </a:cubicBezTo>
                <a:cubicBezTo>
                  <a:pt x="60" y="12"/>
                  <a:pt x="60" y="12"/>
                  <a:pt x="60" y="11"/>
                </a:cubicBezTo>
                <a:cubicBezTo>
                  <a:pt x="60" y="11"/>
                  <a:pt x="60" y="11"/>
                  <a:pt x="60" y="11"/>
                </a:cubicBezTo>
                <a:cubicBezTo>
                  <a:pt x="60" y="11"/>
                  <a:pt x="60" y="11"/>
                  <a:pt x="60" y="10"/>
                </a:cubicBezTo>
                <a:cubicBezTo>
                  <a:pt x="60" y="10"/>
                  <a:pt x="60" y="10"/>
                  <a:pt x="59" y="10"/>
                </a:cubicBezTo>
                <a:cubicBezTo>
                  <a:pt x="59" y="10"/>
                  <a:pt x="59" y="10"/>
                  <a:pt x="59" y="10"/>
                </a:cubicBezTo>
                <a:cubicBezTo>
                  <a:pt x="59" y="10"/>
                  <a:pt x="59" y="10"/>
                  <a:pt x="59" y="10"/>
                </a:cubicBezTo>
                <a:cubicBezTo>
                  <a:pt x="59" y="10"/>
                  <a:pt x="58" y="10"/>
                  <a:pt x="58" y="10"/>
                </a:cubicBezTo>
                <a:cubicBezTo>
                  <a:pt x="58" y="10"/>
                  <a:pt x="58" y="10"/>
                  <a:pt x="58" y="10"/>
                </a:cubicBezTo>
                <a:cubicBezTo>
                  <a:pt x="58" y="10"/>
                  <a:pt x="58" y="10"/>
                  <a:pt x="58" y="10"/>
                </a:cubicBezTo>
                <a:cubicBezTo>
                  <a:pt x="58" y="10"/>
                  <a:pt x="58" y="10"/>
                  <a:pt x="58" y="10"/>
                </a:cubicBezTo>
                <a:cubicBezTo>
                  <a:pt x="58" y="10"/>
                  <a:pt x="57" y="10"/>
                  <a:pt x="57" y="10"/>
                </a:cubicBezTo>
                <a:cubicBezTo>
                  <a:pt x="57" y="10"/>
                  <a:pt x="57" y="10"/>
                  <a:pt x="57" y="10"/>
                </a:cubicBezTo>
                <a:cubicBezTo>
                  <a:pt x="57" y="10"/>
                  <a:pt x="57" y="10"/>
                  <a:pt x="57" y="10"/>
                </a:cubicBezTo>
                <a:cubicBezTo>
                  <a:pt x="57" y="10"/>
                  <a:pt x="57" y="10"/>
                  <a:pt x="57" y="10"/>
                </a:cubicBezTo>
                <a:cubicBezTo>
                  <a:pt x="56" y="10"/>
                  <a:pt x="56" y="10"/>
                  <a:pt x="56" y="10"/>
                </a:cubicBezTo>
                <a:cubicBezTo>
                  <a:pt x="56" y="10"/>
                  <a:pt x="56" y="10"/>
                  <a:pt x="56" y="10"/>
                </a:cubicBezTo>
                <a:cubicBezTo>
                  <a:pt x="56" y="10"/>
                  <a:pt x="56" y="10"/>
                  <a:pt x="56" y="10"/>
                </a:cubicBezTo>
                <a:cubicBezTo>
                  <a:pt x="56" y="10"/>
                  <a:pt x="55" y="10"/>
                  <a:pt x="55" y="10"/>
                </a:cubicBezTo>
                <a:cubicBezTo>
                  <a:pt x="55" y="10"/>
                  <a:pt x="55" y="10"/>
                  <a:pt x="55" y="10"/>
                </a:cubicBezTo>
                <a:cubicBezTo>
                  <a:pt x="55" y="10"/>
                  <a:pt x="55" y="10"/>
                  <a:pt x="55" y="10"/>
                </a:cubicBezTo>
                <a:cubicBezTo>
                  <a:pt x="54" y="10"/>
                  <a:pt x="54" y="10"/>
                  <a:pt x="53" y="10"/>
                </a:cubicBezTo>
                <a:cubicBezTo>
                  <a:pt x="53" y="10"/>
                  <a:pt x="53" y="10"/>
                  <a:pt x="53" y="10"/>
                </a:cubicBezTo>
                <a:cubicBezTo>
                  <a:pt x="53" y="10"/>
                  <a:pt x="53" y="10"/>
                  <a:pt x="53" y="11"/>
                </a:cubicBezTo>
                <a:cubicBezTo>
                  <a:pt x="53" y="11"/>
                  <a:pt x="53" y="11"/>
                  <a:pt x="53" y="11"/>
                </a:cubicBezTo>
                <a:cubicBezTo>
                  <a:pt x="53" y="11"/>
                  <a:pt x="53" y="11"/>
                  <a:pt x="53" y="11"/>
                </a:cubicBezTo>
                <a:cubicBezTo>
                  <a:pt x="53" y="12"/>
                  <a:pt x="53" y="12"/>
                  <a:pt x="52" y="12"/>
                </a:cubicBezTo>
                <a:cubicBezTo>
                  <a:pt x="52" y="12"/>
                  <a:pt x="52" y="12"/>
                  <a:pt x="52" y="12"/>
                </a:cubicBezTo>
                <a:cubicBezTo>
                  <a:pt x="52" y="12"/>
                  <a:pt x="52" y="12"/>
                  <a:pt x="52" y="12"/>
                </a:cubicBezTo>
                <a:cubicBezTo>
                  <a:pt x="52" y="12"/>
                  <a:pt x="52" y="12"/>
                  <a:pt x="52" y="13"/>
                </a:cubicBezTo>
                <a:cubicBezTo>
                  <a:pt x="52" y="13"/>
                  <a:pt x="52" y="13"/>
                  <a:pt x="52" y="13"/>
                </a:cubicBezTo>
                <a:cubicBezTo>
                  <a:pt x="52" y="13"/>
                  <a:pt x="51" y="13"/>
                  <a:pt x="51" y="13"/>
                </a:cubicBezTo>
                <a:cubicBezTo>
                  <a:pt x="51" y="13"/>
                  <a:pt x="51" y="13"/>
                  <a:pt x="51" y="13"/>
                </a:cubicBezTo>
                <a:cubicBezTo>
                  <a:pt x="51" y="13"/>
                  <a:pt x="51" y="13"/>
                  <a:pt x="51" y="13"/>
                </a:cubicBezTo>
                <a:cubicBezTo>
                  <a:pt x="52" y="13"/>
                  <a:pt x="51" y="13"/>
                  <a:pt x="51" y="13"/>
                </a:cubicBezTo>
                <a:cubicBezTo>
                  <a:pt x="52" y="13"/>
                  <a:pt x="51" y="13"/>
                  <a:pt x="51" y="13"/>
                </a:cubicBezTo>
                <a:cubicBezTo>
                  <a:pt x="51" y="14"/>
                  <a:pt x="51" y="14"/>
                  <a:pt x="51" y="14"/>
                </a:cubicBezTo>
                <a:cubicBezTo>
                  <a:pt x="51" y="14"/>
                  <a:pt x="51" y="14"/>
                  <a:pt x="51" y="14"/>
                </a:cubicBezTo>
                <a:cubicBezTo>
                  <a:pt x="51" y="14"/>
                  <a:pt x="51" y="14"/>
                  <a:pt x="52" y="14"/>
                </a:cubicBezTo>
                <a:cubicBezTo>
                  <a:pt x="52" y="14"/>
                  <a:pt x="52" y="14"/>
                  <a:pt x="52" y="14"/>
                </a:cubicBezTo>
                <a:cubicBezTo>
                  <a:pt x="52" y="14"/>
                  <a:pt x="52" y="14"/>
                  <a:pt x="52" y="14"/>
                </a:cubicBezTo>
                <a:cubicBezTo>
                  <a:pt x="52" y="14"/>
                  <a:pt x="52" y="14"/>
                  <a:pt x="52" y="13"/>
                </a:cubicBezTo>
                <a:cubicBezTo>
                  <a:pt x="52" y="13"/>
                  <a:pt x="53" y="13"/>
                  <a:pt x="53" y="13"/>
                </a:cubicBezTo>
                <a:cubicBezTo>
                  <a:pt x="53" y="13"/>
                  <a:pt x="53" y="13"/>
                  <a:pt x="53" y="13"/>
                </a:cubicBezTo>
                <a:cubicBezTo>
                  <a:pt x="53" y="13"/>
                  <a:pt x="53" y="13"/>
                  <a:pt x="53" y="13"/>
                </a:cubicBezTo>
                <a:cubicBezTo>
                  <a:pt x="53" y="14"/>
                  <a:pt x="53" y="14"/>
                  <a:pt x="53" y="14"/>
                </a:cubicBezTo>
                <a:cubicBezTo>
                  <a:pt x="53" y="14"/>
                  <a:pt x="52" y="14"/>
                  <a:pt x="53" y="14"/>
                </a:cubicBezTo>
                <a:cubicBezTo>
                  <a:pt x="53" y="14"/>
                  <a:pt x="53" y="14"/>
                  <a:pt x="53" y="14"/>
                </a:cubicBezTo>
                <a:cubicBezTo>
                  <a:pt x="53" y="14"/>
                  <a:pt x="53" y="14"/>
                  <a:pt x="53" y="14"/>
                </a:cubicBezTo>
                <a:cubicBezTo>
                  <a:pt x="53" y="14"/>
                  <a:pt x="53" y="14"/>
                  <a:pt x="53" y="14"/>
                </a:cubicBezTo>
                <a:cubicBezTo>
                  <a:pt x="54" y="14"/>
                  <a:pt x="54" y="14"/>
                  <a:pt x="54" y="14"/>
                </a:cubicBezTo>
                <a:cubicBezTo>
                  <a:pt x="54" y="14"/>
                  <a:pt x="54" y="14"/>
                  <a:pt x="54" y="14"/>
                </a:cubicBezTo>
                <a:cubicBezTo>
                  <a:pt x="54" y="14"/>
                  <a:pt x="54" y="14"/>
                  <a:pt x="54" y="15"/>
                </a:cubicBezTo>
                <a:cubicBezTo>
                  <a:pt x="54" y="15"/>
                  <a:pt x="54" y="15"/>
                  <a:pt x="54" y="15"/>
                </a:cubicBezTo>
                <a:cubicBezTo>
                  <a:pt x="54" y="15"/>
                  <a:pt x="53" y="15"/>
                  <a:pt x="53" y="15"/>
                </a:cubicBezTo>
                <a:cubicBezTo>
                  <a:pt x="53" y="15"/>
                  <a:pt x="53" y="15"/>
                  <a:pt x="53" y="15"/>
                </a:cubicBezTo>
                <a:cubicBezTo>
                  <a:pt x="54" y="15"/>
                  <a:pt x="54" y="15"/>
                  <a:pt x="54" y="15"/>
                </a:cubicBezTo>
                <a:cubicBezTo>
                  <a:pt x="54" y="15"/>
                  <a:pt x="54" y="15"/>
                  <a:pt x="54" y="16"/>
                </a:cubicBezTo>
                <a:cubicBezTo>
                  <a:pt x="54" y="16"/>
                  <a:pt x="54" y="16"/>
                  <a:pt x="54" y="16"/>
                </a:cubicBezTo>
                <a:cubicBezTo>
                  <a:pt x="54" y="16"/>
                  <a:pt x="54" y="16"/>
                  <a:pt x="54" y="16"/>
                </a:cubicBezTo>
                <a:cubicBezTo>
                  <a:pt x="54" y="16"/>
                  <a:pt x="55" y="16"/>
                  <a:pt x="55" y="16"/>
                </a:cubicBezTo>
                <a:cubicBezTo>
                  <a:pt x="55" y="16"/>
                  <a:pt x="55" y="16"/>
                  <a:pt x="55" y="16"/>
                </a:cubicBezTo>
                <a:cubicBezTo>
                  <a:pt x="55" y="16"/>
                  <a:pt x="55" y="16"/>
                  <a:pt x="55" y="16"/>
                </a:cubicBezTo>
                <a:cubicBezTo>
                  <a:pt x="55" y="16"/>
                  <a:pt x="54" y="16"/>
                  <a:pt x="54" y="16"/>
                </a:cubicBezTo>
                <a:cubicBezTo>
                  <a:pt x="54" y="16"/>
                  <a:pt x="54" y="16"/>
                  <a:pt x="53" y="16"/>
                </a:cubicBezTo>
                <a:cubicBezTo>
                  <a:pt x="53" y="16"/>
                  <a:pt x="53" y="16"/>
                  <a:pt x="53" y="16"/>
                </a:cubicBezTo>
                <a:cubicBezTo>
                  <a:pt x="53" y="16"/>
                  <a:pt x="53" y="16"/>
                  <a:pt x="53" y="16"/>
                </a:cubicBezTo>
                <a:cubicBezTo>
                  <a:pt x="54" y="16"/>
                  <a:pt x="54" y="16"/>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5" y="17"/>
                  <a:pt x="55" y="17"/>
                </a:cubicBezTo>
                <a:cubicBezTo>
                  <a:pt x="55" y="17"/>
                  <a:pt x="55" y="17"/>
                  <a:pt x="55" y="17"/>
                </a:cubicBezTo>
                <a:cubicBezTo>
                  <a:pt x="55" y="18"/>
                  <a:pt x="54" y="18"/>
                  <a:pt x="54" y="18"/>
                </a:cubicBezTo>
                <a:cubicBezTo>
                  <a:pt x="54" y="17"/>
                  <a:pt x="54" y="17"/>
                  <a:pt x="54" y="17"/>
                </a:cubicBezTo>
                <a:cubicBezTo>
                  <a:pt x="54" y="17"/>
                  <a:pt x="54" y="17"/>
                  <a:pt x="54" y="18"/>
                </a:cubicBezTo>
                <a:cubicBezTo>
                  <a:pt x="54" y="18"/>
                  <a:pt x="54" y="18"/>
                  <a:pt x="54" y="18"/>
                </a:cubicBezTo>
                <a:cubicBezTo>
                  <a:pt x="54" y="17"/>
                  <a:pt x="54" y="17"/>
                  <a:pt x="54" y="17"/>
                </a:cubicBezTo>
                <a:cubicBezTo>
                  <a:pt x="54" y="17"/>
                  <a:pt x="54" y="17"/>
                  <a:pt x="53" y="17"/>
                </a:cubicBezTo>
                <a:cubicBezTo>
                  <a:pt x="53" y="17"/>
                  <a:pt x="53" y="17"/>
                  <a:pt x="53" y="17"/>
                </a:cubicBezTo>
                <a:cubicBezTo>
                  <a:pt x="53" y="17"/>
                  <a:pt x="53" y="17"/>
                  <a:pt x="53" y="18"/>
                </a:cubicBezTo>
                <a:cubicBezTo>
                  <a:pt x="53" y="18"/>
                  <a:pt x="53" y="18"/>
                  <a:pt x="53" y="18"/>
                </a:cubicBezTo>
                <a:cubicBezTo>
                  <a:pt x="53" y="18"/>
                  <a:pt x="53" y="17"/>
                  <a:pt x="53" y="17"/>
                </a:cubicBezTo>
                <a:cubicBezTo>
                  <a:pt x="53" y="17"/>
                  <a:pt x="53" y="17"/>
                  <a:pt x="53"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5"/>
                  <a:pt x="53" y="15"/>
                  <a:pt x="53" y="15"/>
                </a:cubicBezTo>
                <a:cubicBezTo>
                  <a:pt x="53" y="15"/>
                  <a:pt x="53" y="15"/>
                  <a:pt x="53" y="15"/>
                </a:cubicBezTo>
                <a:cubicBezTo>
                  <a:pt x="53" y="15"/>
                  <a:pt x="53" y="15"/>
                  <a:pt x="53"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4"/>
                </a:cubicBezTo>
                <a:cubicBezTo>
                  <a:pt x="51" y="15"/>
                  <a:pt x="51" y="14"/>
                  <a:pt x="51" y="14"/>
                </a:cubicBezTo>
                <a:cubicBezTo>
                  <a:pt x="51" y="14"/>
                  <a:pt x="51" y="14"/>
                  <a:pt x="51" y="14"/>
                </a:cubicBezTo>
                <a:cubicBezTo>
                  <a:pt x="51" y="15"/>
                  <a:pt x="51" y="15"/>
                  <a:pt x="51" y="15"/>
                </a:cubicBezTo>
                <a:cubicBezTo>
                  <a:pt x="51" y="15"/>
                  <a:pt x="51"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4"/>
                  <a:pt x="50" y="14"/>
                  <a:pt x="50" y="14"/>
                </a:cubicBezTo>
                <a:cubicBezTo>
                  <a:pt x="50" y="14"/>
                  <a:pt x="50" y="14"/>
                  <a:pt x="50" y="14"/>
                </a:cubicBezTo>
                <a:cubicBezTo>
                  <a:pt x="50" y="14"/>
                  <a:pt x="50" y="14"/>
                  <a:pt x="51" y="14"/>
                </a:cubicBezTo>
                <a:cubicBezTo>
                  <a:pt x="51" y="14"/>
                  <a:pt x="51" y="14"/>
                  <a:pt x="51" y="13"/>
                </a:cubicBezTo>
                <a:cubicBezTo>
                  <a:pt x="51" y="13"/>
                  <a:pt x="50" y="13"/>
                  <a:pt x="50" y="13"/>
                </a:cubicBezTo>
                <a:cubicBezTo>
                  <a:pt x="50" y="13"/>
                  <a:pt x="50" y="13"/>
                  <a:pt x="50" y="13"/>
                </a:cubicBezTo>
                <a:cubicBezTo>
                  <a:pt x="50" y="13"/>
                  <a:pt x="50" y="13"/>
                  <a:pt x="50" y="13"/>
                </a:cubicBezTo>
                <a:cubicBezTo>
                  <a:pt x="50" y="13"/>
                  <a:pt x="50" y="13"/>
                  <a:pt x="50" y="13"/>
                </a:cubicBezTo>
                <a:cubicBezTo>
                  <a:pt x="50" y="13"/>
                  <a:pt x="50" y="13"/>
                  <a:pt x="50" y="13"/>
                </a:cubicBezTo>
                <a:cubicBezTo>
                  <a:pt x="50" y="13"/>
                  <a:pt x="50" y="13"/>
                  <a:pt x="50" y="13"/>
                </a:cubicBezTo>
                <a:cubicBezTo>
                  <a:pt x="50" y="13"/>
                  <a:pt x="50" y="13"/>
                  <a:pt x="50" y="13"/>
                </a:cubicBezTo>
                <a:cubicBezTo>
                  <a:pt x="49" y="13"/>
                  <a:pt x="49" y="13"/>
                  <a:pt x="49" y="13"/>
                </a:cubicBezTo>
                <a:cubicBezTo>
                  <a:pt x="49" y="13"/>
                  <a:pt x="49" y="13"/>
                  <a:pt x="49" y="13"/>
                </a:cubicBezTo>
                <a:cubicBezTo>
                  <a:pt x="49" y="13"/>
                  <a:pt x="49" y="13"/>
                  <a:pt x="49" y="13"/>
                </a:cubicBezTo>
                <a:cubicBezTo>
                  <a:pt x="49" y="13"/>
                  <a:pt x="49" y="13"/>
                  <a:pt x="49" y="13"/>
                </a:cubicBezTo>
                <a:cubicBezTo>
                  <a:pt x="49" y="13"/>
                  <a:pt x="49" y="13"/>
                  <a:pt x="49" y="13"/>
                </a:cubicBezTo>
                <a:cubicBezTo>
                  <a:pt x="49" y="13"/>
                  <a:pt x="49" y="13"/>
                  <a:pt x="49" y="13"/>
                </a:cubicBezTo>
                <a:cubicBezTo>
                  <a:pt x="49" y="13"/>
                  <a:pt x="49" y="13"/>
                  <a:pt x="49" y="13"/>
                </a:cubicBezTo>
                <a:cubicBezTo>
                  <a:pt x="49" y="13"/>
                  <a:pt x="49" y="13"/>
                  <a:pt x="49" y="13"/>
                </a:cubicBezTo>
                <a:cubicBezTo>
                  <a:pt x="49" y="13"/>
                  <a:pt x="49" y="13"/>
                  <a:pt x="49" y="13"/>
                </a:cubicBezTo>
                <a:cubicBezTo>
                  <a:pt x="49" y="13"/>
                  <a:pt x="49" y="13"/>
                  <a:pt x="49" y="13"/>
                </a:cubicBezTo>
                <a:cubicBezTo>
                  <a:pt x="48" y="13"/>
                  <a:pt x="48" y="13"/>
                  <a:pt x="48" y="13"/>
                </a:cubicBezTo>
                <a:cubicBezTo>
                  <a:pt x="48" y="13"/>
                  <a:pt x="48" y="13"/>
                  <a:pt x="48" y="13"/>
                </a:cubicBezTo>
                <a:cubicBezTo>
                  <a:pt x="49" y="13"/>
                  <a:pt x="49" y="13"/>
                  <a:pt x="49" y="12"/>
                </a:cubicBezTo>
                <a:cubicBezTo>
                  <a:pt x="49" y="12"/>
                  <a:pt x="49" y="12"/>
                  <a:pt x="49" y="12"/>
                </a:cubicBezTo>
                <a:cubicBezTo>
                  <a:pt x="49" y="12"/>
                  <a:pt x="49" y="12"/>
                  <a:pt x="49" y="12"/>
                </a:cubicBezTo>
                <a:cubicBezTo>
                  <a:pt x="49" y="12"/>
                  <a:pt x="49" y="12"/>
                  <a:pt x="49" y="12"/>
                </a:cubicBezTo>
                <a:cubicBezTo>
                  <a:pt x="49" y="12"/>
                  <a:pt x="49" y="12"/>
                  <a:pt x="48" y="12"/>
                </a:cubicBezTo>
                <a:cubicBezTo>
                  <a:pt x="49" y="12"/>
                  <a:pt x="49" y="12"/>
                  <a:pt x="49" y="12"/>
                </a:cubicBezTo>
                <a:cubicBezTo>
                  <a:pt x="49" y="12"/>
                  <a:pt x="49" y="12"/>
                  <a:pt x="49" y="12"/>
                </a:cubicBezTo>
                <a:cubicBezTo>
                  <a:pt x="49" y="11"/>
                  <a:pt x="49" y="12"/>
                  <a:pt x="49" y="12"/>
                </a:cubicBezTo>
                <a:cubicBezTo>
                  <a:pt x="49" y="12"/>
                  <a:pt x="49" y="12"/>
                  <a:pt x="49" y="12"/>
                </a:cubicBezTo>
                <a:cubicBezTo>
                  <a:pt x="49" y="12"/>
                  <a:pt x="49" y="12"/>
                  <a:pt x="49" y="12"/>
                </a:cubicBezTo>
                <a:cubicBezTo>
                  <a:pt x="49" y="12"/>
                  <a:pt x="49" y="12"/>
                  <a:pt x="48" y="12"/>
                </a:cubicBezTo>
                <a:cubicBezTo>
                  <a:pt x="48" y="12"/>
                  <a:pt x="48" y="12"/>
                  <a:pt x="48" y="12"/>
                </a:cubicBezTo>
                <a:cubicBezTo>
                  <a:pt x="49" y="12"/>
                  <a:pt x="49" y="11"/>
                  <a:pt x="49" y="11"/>
                </a:cubicBezTo>
                <a:cubicBezTo>
                  <a:pt x="49" y="11"/>
                  <a:pt x="48" y="11"/>
                  <a:pt x="48" y="11"/>
                </a:cubicBezTo>
                <a:cubicBezTo>
                  <a:pt x="48" y="11"/>
                  <a:pt x="48" y="12"/>
                  <a:pt x="48" y="12"/>
                </a:cubicBezTo>
                <a:cubicBezTo>
                  <a:pt x="48" y="12"/>
                  <a:pt x="48" y="12"/>
                  <a:pt x="48" y="12"/>
                </a:cubicBezTo>
                <a:cubicBezTo>
                  <a:pt x="48" y="12"/>
                  <a:pt x="48" y="12"/>
                  <a:pt x="48" y="12"/>
                </a:cubicBezTo>
                <a:cubicBezTo>
                  <a:pt x="48" y="12"/>
                  <a:pt x="48" y="12"/>
                  <a:pt x="48" y="12"/>
                </a:cubicBezTo>
                <a:cubicBezTo>
                  <a:pt x="48" y="11"/>
                  <a:pt x="48" y="11"/>
                  <a:pt x="48" y="11"/>
                </a:cubicBezTo>
                <a:cubicBezTo>
                  <a:pt x="48" y="11"/>
                  <a:pt x="48" y="11"/>
                  <a:pt x="48" y="11"/>
                </a:cubicBezTo>
                <a:cubicBezTo>
                  <a:pt x="49" y="11"/>
                  <a:pt x="49" y="11"/>
                  <a:pt x="49" y="10"/>
                </a:cubicBezTo>
                <a:cubicBezTo>
                  <a:pt x="49" y="10"/>
                  <a:pt x="49" y="10"/>
                  <a:pt x="49" y="10"/>
                </a:cubicBezTo>
                <a:cubicBezTo>
                  <a:pt x="49" y="11"/>
                  <a:pt x="49" y="11"/>
                  <a:pt x="49" y="11"/>
                </a:cubicBezTo>
                <a:cubicBezTo>
                  <a:pt x="49" y="11"/>
                  <a:pt x="49" y="11"/>
                  <a:pt x="49" y="11"/>
                </a:cubicBezTo>
                <a:cubicBezTo>
                  <a:pt x="49" y="11"/>
                  <a:pt x="49" y="11"/>
                  <a:pt x="49" y="11"/>
                </a:cubicBezTo>
                <a:cubicBezTo>
                  <a:pt x="49" y="11"/>
                  <a:pt x="49" y="11"/>
                  <a:pt x="49" y="11"/>
                </a:cubicBezTo>
                <a:cubicBezTo>
                  <a:pt x="49" y="11"/>
                  <a:pt x="49" y="11"/>
                  <a:pt x="49" y="11"/>
                </a:cubicBezTo>
                <a:cubicBezTo>
                  <a:pt x="49" y="11"/>
                  <a:pt x="49" y="11"/>
                  <a:pt x="49" y="11"/>
                </a:cubicBezTo>
                <a:cubicBezTo>
                  <a:pt x="49" y="11"/>
                  <a:pt x="50" y="11"/>
                  <a:pt x="50" y="11"/>
                </a:cubicBezTo>
                <a:cubicBezTo>
                  <a:pt x="50" y="11"/>
                  <a:pt x="50" y="12"/>
                  <a:pt x="50" y="12"/>
                </a:cubicBezTo>
                <a:cubicBezTo>
                  <a:pt x="50" y="12"/>
                  <a:pt x="50" y="12"/>
                  <a:pt x="50" y="12"/>
                </a:cubicBezTo>
                <a:cubicBezTo>
                  <a:pt x="50" y="12"/>
                  <a:pt x="50" y="12"/>
                  <a:pt x="50" y="12"/>
                </a:cubicBezTo>
                <a:cubicBezTo>
                  <a:pt x="50" y="12"/>
                  <a:pt x="51" y="12"/>
                  <a:pt x="51" y="12"/>
                </a:cubicBezTo>
                <a:cubicBezTo>
                  <a:pt x="51" y="12"/>
                  <a:pt x="51" y="12"/>
                  <a:pt x="51" y="12"/>
                </a:cubicBezTo>
                <a:cubicBezTo>
                  <a:pt x="51" y="12"/>
                  <a:pt x="51" y="12"/>
                  <a:pt x="51" y="12"/>
                </a:cubicBezTo>
                <a:cubicBezTo>
                  <a:pt x="51"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1"/>
                </a:cubicBezTo>
                <a:cubicBezTo>
                  <a:pt x="52" y="11"/>
                  <a:pt x="52" y="11"/>
                  <a:pt x="52" y="11"/>
                </a:cubicBezTo>
                <a:cubicBezTo>
                  <a:pt x="52" y="11"/>
                  <a:pt x="52" y="11"/>
                  <a:pt x="52" y="11"/>
                </a:cubicBezTo>
                <a:cubicBezTo>
                  <a:pt x="52" y="11"/>
                  <a:pt x="52" y="11"/>
                  <a:pt x="52" y="11"/>
                </a:cubicBezTo>
                <a:cubicBezTo>
                  <a:pt x="52" y="10"/>
                  <a:pt x="52" y="10"/>
                  <a:pt x="52" y="10"/>
                </a:cubicBezTo>
                <a:cubicBezTo>
                  <a:pt x="52" y="10"/>
                  <a:pt x="52" y="10"/>
                  <a:pt x="52" y="10"/>
                </a:cubicBezTo>
                <a:cubicBezTo>
                  <a:pt x="52" y="10"/>
                  <a:pt x="52" y="10"/>
                  <a:pt x="52" y="10"/>
                </a:cubicBezTo>
                <a:cubicBezTo>
                  <a:pt x="52" y="10"/>
                  <a:pt x="52" y="10"/>
                  <a:pt x="52" y="10"/>
                </a:cubicBezTo>
                <a:cubicBezTo>
                  <a:pt x="51" y="9"/>
                  <a:pt x="51" y="9"/>
                  <a:pt x="51" y="9"/>
                </a:cubicBezTo>
                <a:cubicBezTo>
                  <a:pt x="51" y="9"/>
                  <a:pt x="51" y="9"/>
                  <a:pt x="51" y="9"/>
                </a:cubicBezTo>
                <a:cubicBezTo>
                  <a:pt x="51" y="9"/>
                  <a:pt x="51" y="9"/>
                  <a:pt x="51" y="9"/>
                </a:cubicBezTo>
                <a:cubicBezTo>
                  <a:pt x="51" y="9"/>
                  <a:pt x="51" y="8"/>
                  <a:pt x="50" y="8"/>
                </a:cubicBezTo>
                <a:cubicBezTo>
                  <a:pt x="50" y="9"/>
                  <a:pt x="50" y="8"/>
                  <a:pt x="50" y="8"/>
                </a:cubicBezTo>
                <a:cubicBezTo>
                  <a:pt x="50" y="8"/>
                  <a:pt x="50" y="8"/>
                  <a:pt x="50" y="8"/>
                </a:cubicBezTo>
                <a:cubicBezTo>
                  <a:pt x="50" y="8"/>
                  <a:pt x="50" y="8"/>
                  <a:pt x="50" y="8"/>
                </a:cubicBezTo>
                <a:cubicBezTo>
                  <a:pt x="50" y="8"/>
                  <a:pt x="49" y="8"/>
                  <a:pt x="49" y="8"/>
                </a:cubicBezTo>
                <a:cubicBezTo>
                  <a:pt x="49" y="8"/>
                  <a:pt x="49" y="8"/>
                  <a:pt x="49" y="8"/>
                </a:cubicBezTo>
                <a:cubicBezTo>
                  <a:pt x="49" y="8"/>
                  <a:pt x="49" y="8"/>
                  <a:pt x="48" y="8"/>
                </a:cubicBezTo>
                <a:cubicBezTo>
                  <a:pt x="48" y="8"/>
                  <a:pt x="48" y="8"/>
                  <a:pt x="48" y="8"/>
                </a:cubicBezTo>
                <a:cubicBezTo>
                  <a:pt x="48" y="8"/>
                  <a:pt x="48" y="8"/>
                  <a:pt x="48" y="8"/>
                </a:cubicBezTo>
                <a:cubicBezTo>
                  <a:pt x="48" y="8"/>
                  <a:pt x="47" y="8"/>
                  <a:pt x="47" y="8"/>
                </a:cubicBezTo>
                <a:cubicBezTo>
                  <a:pt x="47" y="8"/>
                  <a:pt x="47" y="9"/>
                  <a:pt x="47" y="9"/>
                </a:cubicBezTo>
                <a:cubicBezTo>
                  <a:pt x="47" y="9"/>
                  <a:pt x="47" y="9"/>
                  <a:pt x="47" y="9"/>
                </a:cubicBezTo>
                <a:cubicBezTo>
                  <a:pt x="47" y="9"/>
                  <a:pt x="47" y="9"/>
                  <a:pt x="47" y="9"/>
                </a:cubicBezTo>
                <a:cubicBezTo>
                  <a:pt x="47" y="9"/>
                  <a:pt x="48" y="9"/>
                  <a:pt x="48" y="9"/>
                </a:cubicBezTo>
                <a:cubicBezTo>
                  <a:pt x="48" y="9"/>
                  <a:pt x="48" y="9"/>
                  <a:pt x="48" y="9"/>
                </a:cubicBezTo>
                <a:cubicBezTo>
                  <a:pt x="48" y="9"/>
                  <a:pt x="48" y="9"/>
                  <a:pt x="47" y="9"/>
                </a:cubicBezTo>
                <a:cubicBezTo>
                  <a:pt x="47" y="10"/>
                  <a:pt x="47" y="10"/>
                  <a:pt x="47" y="9"/>
                </a:cubicBezTo>
                <a:cubicBezTo>
                  <a:pt x="47" y="9"/>
                  <a:pt x="47" y="9"/>
                  <a:pt x="47" y="9"/>
                </a:cubicBezTo>
                <a:cubicBezTo>
                  <a:pt x="47" y="9"/>
                  <a:pt x="47" y="9"/>
                  <a:pt x="47" y="9"/>
                </a:cubicBezTo>
                <a:cubicBezTo>
                  <a:pt x="47" y="9"/>
                  <a:pt x="47" y="9"/>
                  <a:pt x="47" y="9"/>
                </a:cubicBezTo>
                <a:cubicBezTo>
                  <a:pt x="47" y="9"/>
                  <a:pt x="47" y="9"/>
                  <a:pt x="47" y="9"/>
                </a:cubicBezTo>
                <a:cubicBezTo>
                  <a:pt x="46" y="9"/>
                  <a:pt x="46" y="9"/>
                  <a:pt x="46" y="9"/>
                </a:cubicBezTo>
                <a:cubicBezTo>
                  <a:pt x="46" y="9"/>
                  <a:pt x="46" y="9"/>
                  <a:pt x="46" y="9"/>
                </a:cubicBezTo>
                <a:cubicBezTo>
                  <a:pt x="45" y="9"/>
                  <a:pt x="45" y="9"/>
                  <a:pt x="45" y="8"/>
                </a:cubicBezTo>
                <a:cubicBezTo>
                  <a:pt x="45" y="8"/>
                  <a:pt x="45" y="8"/>
                  <a:pt x="45" y="8"/>
                </a:cubicBezTo>
                <a:cubicBezTo>
                  <a:pt x="45" y="8"/>
                  <a:pt x="45" y="8"/>
                  <a:pt x="45" y="9"/>
                </a:cubicBezTo>
                <a:cubicBezTo>
                  <a:pt x="45" y="9"/>
                  <a:pt x="45" y="9"/>
                  <a:pt x="45" y="9"/>
                </a:cubicBezTo>
                <a:cubicBezTo>
                  <a:pt x="45" y="9"/>
                  <a:pt x="45" y="9"/>
                  <a:pt x="45" y="9"/>
                </a:cubicBezTo>
                <a:cubicBezTo>
                  <a:pt x="45" y="9"/>
                  <a:pt x="45" y="9"/>
                  <a:pt x="45" y="9"/>
                </a:cubicBezTo>
                <a:cubicBezTo>
                  <a:pt x="45" y="9"/>
                  <a:pt x="45" y="8"/>
                  <a:pt x="45" y="8"/>
                </a:cubicBezTo>
                <a:cubicBezTo>
                  <a:pt x="44" y="8"/>
                  <a:pt x="44" y="8"/>
                  <a:pt x="44" y="8"/>
                </a:cubicBezTo>
                <a:cubicBezTo>
                  <a:pt x="44" y="8"/>
                  <a:pt x="44" y="8"/>
                  <a:pt x="44" y="8"/>
                </a:cubicBezTo>
                <a:cubicBezTo>
                  <a:pt x="44" y="8"/>
                  <a:pt x="43" y="8"/>
                  <a:pt x="43" y="8"/>
                </a:cubicBezTo>
                <a:cubicBezTo>
                  <a:pt x="43" y="8"/>
                  <a:pt x="43" y="7"/>
                  <a:pt x="43" y="8"/>
                </a:cubicBezTo>
                <a:cubicBezTo>
                  <a:pt x="43" y="8"/>
                  <a:pt x="43" y="7"/>
                  <a:pt x="42" y="7"/>
                </a:cubicBezTo>
                <a:cubicBezTo>
                  <a:pt x="42" y="7"/>
                  <a:pt x="42" y="7"/>
                  <a:pt x="42" y="7"/>
                </a:cubicBezTo>
                <a:cubicBezTo>
                  <a:pt x="42" y="7"/>
                  <a:pt x="42" y="7"/>
                  <a:pt x="42" y="7"/>
                </a:cubicBezTo>
                <a:cubicBezTo>
                  <a:pt x="42" y="7"/>
                  <a:pt x="42" y="7"/>
                  <a:pt x="42" y="7"/>
                </a:cubicBezTo>
                <a:cubicBezTo>
                  <a:pt x="42" y="6"/>
                  <a:pt x="41" y="6"/>
                  <a:pt x="41" y="6"/>
                </a:cubicBezTo>
                <a:cubicBezTo>
                  <a:pt x="41" y="6"/>
                  <a:pt x="41" y="6"/>
                  <a:pt x="41" y="6"/>
                </a:cubicBezTo>
                <a:cubicBezTo>
                  <a:pt x="41" y="6"/>
                  <a:pt x="41" y="6"/>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2" y="7"/>
                  <a:pt x="42" y="7"/>
                </a:cubicBezTo>
                <a:cubicBezTo>
                  <a:pt x="42" y="7"/>
                  <a:pt x="41" y="7"/>
                  <a:pt x="41" y="7"/>
                </a:cubicBezTo>
                <a:cubicBezTo>
                  <a:pt x="41" y="7"/>
                  <a:pt x="42" y="7"/>
                  <a:pt x="42" y="7"/>
                </a:cubicBezTo>
                <a:cubicBezTo>
                  <a:pt x="42" y="8"/>
                  <a:pt x="42" y="8"/>
                  <a:pt x="42" y="8"/>
                </a:cubicBezTo>
                <a:cubicBezTo>
                  <a:pt x="42" y="8"/>
                  <a:pt x="42" y="8"/>
                  <a:pt x="42" y="8"/>
                </a:cubicBezTo>
                <a:cubicBezTo>
                  <a:pt x="42" y="8"/>
                  <a:pt x="42" y="8"/>
                  <a:pt x="42" y="8"/>
                </a:cubicBezTo>
                <a:cubicBezTo>
                  <a:pt x="42" y="9"/>
                  <a:pt x="43" y="9"/>
                  <a:pt x="43" y="9"/>
                </a:cubicBezTo>
                <a:cubicBezTo>
                  <a:pt x="43" y="9"/>
                  <a:pt x="43" y="9"/>
                  <a:pt x="43" y="10"/>
                </a:cubicBezTo>
                <a:cubicBezTo>
                  <a:pt x="43" y="10"/>
                  <a:pt x="43" y="10"/>
                  <a:pt x="42" y="10"/>
                </a:cubicBezTo>
                <a:cubicBezTo>
                  <a:pt x="42" y="10"/>
                  <a:pt x="42" y="10"/>
                  <a:pt x="41" y="10"/>
                </a:cubicBezTo>
                <a:cubicBezTo>
                  <a:pt x="41" y="10"/>
                  <a:pt x="41" y="10"/>
                  <a:pt x="41" y="10"/>
                </a:cubicBezTo>
                <a:cubicBezTo>
                  <a:pt x="41" y="10"/>
                  <a:pt x="41" y="10"/>
                  <a:pt x="40" y="10"/>
                </a:cubicBezTo>
                <a:cubicBezTo>
                  <a:pt x="40" y="10"/>
                  <a:pt x="40" y="10"/>
                  <a:pt x="40" y="10"/>
                </a:cubicBezTo>
                <a:cubicBezTo>
                  <a:pt x="40" y="10"/>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1" y="11"/>
                  <a:pt x="41" y="11"/>
                  <a:pt x="41" y="12"/>
                </a:cubicBezTo>
                <a:cubicBezTo>
                  <a:pt x="41" y="12"/>
                  <a:pt x="41" y="12"/>
                  <a:pt x="41" y="12"/>
                </a:cubicBezTo>
                <a:cubicBezTo>
                  <a:pt x="41" y="12"/>
                  <a:pt x="41" y="12"/>
                  <a:pt x="41" y="12"/>
                </a:cubicBezTo>
                <a:cubicBezTo>
                  <a:pt x="41" y="11"/>
                  <a:pt x="41" y="11"/>
                  <a:pt x="41" y="11"/>
                </a:cubicBezTo>
                <a:cubicBezTo>
                  <a:pt x="40" y="11"/>
                  <a:pt x="40" y="12"/>
                  <a:pt x="40" y="11"/>
                </a:cubicBezTo>
                <a:cubicBezTo>
                  <a:pt x="40" y="11"/>
                  <a:pt x="40" y="11"/>
                  <a:pt x="40" y="11"/>
                </a:cubicBezTo>
                <a:cubicBezTo>
                  <a:pt x="40" y="12"/>
                  <a:pt x="40" y="12"/>
                  <a:pt x="40" y="12"/>
                </a:cubicBezTo>
                <a:cubicBezTo>
                  <a:pt x="39" y="11"/>
                  <a:pt x="39" y="11"/>
                  <a:pt x="39" y="11"/>
                </a:cubicBezTo>
                <a:cubicBezTo>
                  <a:pt x="39" y="11"/>
                  <a:pt x="39" y="11"/>
                  <a:pt x="39" y="11"/>
                </a:cubicBezTo>
                <a:cubicBezTo>
                  <a:pt x="38" y="11"/>
                  <a:pt x="39" y="12"/>
                  <a:pt x="38" y="12"/>
                </a:cubicBezTo>
                <a:cubicBezTo>
                  <a:pt x="38" y="12"/>
                  <a:pt x="38" y="12"/>
                  <a:pt x="38" y="12"/>
                </a:cubicBezTo>
                <a:cubicBezTo>
                  <a:pt x="38" y="12"/>
                  <a:pt x="38" y="13"/>
                  <a:pt x="38" y="13"/>
                </a:cubicBezTo>
                <a:cubicBezTo>
                  <a:pt x="38" y="13"/>
                  <a:pt x="38" y="13"/>
                  <a:pt x="38" y="13"/>
                </a:cubicBezTo>
                <a:cubicBezTo>
                  <a:pt x="38" y="13"/>
                  <a:pt x="38" y="13"/>
                  <a:pt x="38" y="13"/>
                </a:cubicBezTo>
                <a:cubicBezTo>
                  <a:pt x="39" y="13"/>
                  <a:pt x="39" y="13"/>
                  <a:pt x="39" y="13"/>
                </a:cubicBezTo>
                <a:cubicBezTo>
                  <a:pt x="39" y="13"/>
                  <a:pt x="39" y="13"/>
                  <a:pt x="39" y="13"/>
                </a:cubicBezTo>
                <a:cubicBezTo>
                  <a:pt x="39" y="13"/>
                  <a:pt x="39" y="13"/>
                  <a:pt x="39" y="13"/>
                </a:cubicBezTo>
                <a:cubicBezTo>
                  <a:pt x="40" y="13"/>
                  <a:pt x="40" y="13"/>
                  <a:pt x="40" y="13"/>
                </a:cubicBezTo>
                <a:cubicBezTo>
                  <a:pt x="40" y="14"/>
                  <a:pt x="41" y="13"/>
                  <a:pt x="41" y="14"/>
                </a:cubicBezTo>
                <a:cubicBezTo>
                  <a:pt x="41" y="14"/>
                  <a:pt x="41" y="14"/>
                  <a:pt x="41" y="14"/>
                </a:cubicBezTo>
                <a:cubicBezTo>
                  <a:pt x="41" y="14"/>
                  <a:pt x="41" y="14"/>
                  <a:pt x="41" y="14"/>
                </a:cubicBezTo>
                <a:cubicBezTo>
                  <a:pt x="41" y="14"/>
                  <a:pt x="41" y="14"/>
                  <a:pt x="41" y="14"/>
                </a:cubicBezTo>
                <a:cubicBezTo>
                  <a:pt x="41" y="14"/>
                  <a:pt x="41" y="14"/>
                  <a:pt x="40" y="14"/>
                </a:cubicBezTo>
                <a:cubicBezTo>
                  <a:pt x="40" y="14"/>
                  <a:pt x="40" y="14"/>
                  <a:pt x="40" y="14"/>
                </a:cubicBezTo>
                <a:cubicBezTo>
                  <a:pt x="40" y="14"/>
                  <a:pt x="40" y="14"/>
                  <a:pt x="40" y="14"/>
                </a:cubicBezTo>
                <a:cubicBezTo>
                  <a:pt x="40" y="14"/>
                  <a:pt x="39" y="14"/>
                  <a:pt x="39" y="14"/>
                </a:cubicBezTo>
                <a:cubicBezTo>
                  <a:pt x="39" y="14"/>
                  <a:pt x="39" y="15"/>
                  <a:pt x="40" y="15"/>
                </a:cubicBezTo>
                <a:cubicBezTo>
                  <a:pt x="40" y="15"/>
                  <a:pt x="40" y="15"/>
                  <a:pt x="40" y="15"/>
                </a:cubicBezTo>
                <a:cubicBezTo>
                  <a:pt x="40" y="15"/>
                  <a:pt x="40" y="15"/>
                  <a:pt x="40" y="15"/>
                </a:cubicBezTo>
                <a:cubicBezTo>
                  <a:pt x="40" y="15"/>
                  <a:pt x="40" y="15"/>
                  <a:pt x="40" y="15"/>
                </a:cubicBezTo>
                <a:cubicBezTo>
                  <a:pt x="40" y="15"/>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5"/>
                  <a:pt x="39" y="15"/>
                </a:cubicBezTo>
                <a:cubicBezTo>
                  <a:pt x="39" y="15"/>
                  <a:pt x="39" y="15"/>
                  <a:pt x="39" y="15"/>
                </a:cubicBezTo>
                <a:cubicBezTo>
                  <a:pt x="39" y="15"/>
                  <a:pt x="39" y="15"/>
                  <a:pt x="39" y="15"/>
                </a:cubicBezTo>
                <a:cubicBezTo>
                  <a:pt x="39" y="15"/>
                  <a:pt x="39" y="15"/>
                  <a:pt x="39" y="15"/>
                </a:cubicBezTo>
                <a:cubicBezTo>
                  <a:pt x="39" y="14"/>
                  <a:pt x="39" y="14"/>
                  <a:pt x="38" y="14"/>
                </a:cubicBezTo>
                <a:cubicBezTo>
                  <a:pt x="38" y="13"/>
                  <a:pt x="38" y="13"/>
                  <a:pt x="38" y="13"/>
                </a:cubicBezTo>
                <a:cubicBezTo>
                  <a:pt x="38" y="14"/>
                  <a:pt x="38" y="14"/>
                  <a:pt x="38" y="14"/>
                </a:cubicBezTo>
                <a:cubicBezTo>
                  <a:pt x="38" y="14"/>
                  <a:pt x="39" y="14"/>
                  <a:pt x="38" y="14"/>
                </a:cubicBezTo>
                <a:cubicBezTo>
                  <a:pt x="38" y="14"/>
                  <a:pt x="38" y="15"/>
                  <a:pt x="38" y="15"/>
                </a:cubicBezTo>
                <a:cubicBezTo>
                  <a:pt x="38" y="15"/>
                  <a:pt x="38" y="15"/>
                  <a:pt x="38" y="16"/>
                </a:cubicBezTo>
                <a:cubicBezTo>
                  <a:pt x="38" y="16"/>
                  <a:pt x="38" y="16"/>
                  <a:pt x="38" y="16"/>
                </a:cubicBezTo>
                <a:cubicBezTo>
                  <a:pt x="37" y="16"/>
                  <a:pt x="37" y="16"/>
                  <a:pt x="37" y="16"/>
                </a:cubicBezTo>
                <a:cubicBezTo>
                  <a:pt x="37" y="16"/>
                  <a:pt x="37" y="16"/>
                  <a:pt x="37" y="16"/>
                </a:cubicBezTo>
                <a:cubicBezTo>
                  <a:pt x="38" y="16"/>
                  <a:pt x="38" y="16"/>
                  <a:pt x="38" y="16"/>
                </a:cubicBezTo>
                <a:cubicBezTo>
                  <a:pt x="39" y="17"/>
                  <a:pt x="39" y="17"/>
                  <a:pt x="39" y="17"/>
                </a:cubicBezTo>
                <a:cubicBezTo>
                  <a:pt x="39" y="17"/>
                  <a:pt x="39" y="17"/>
                  <a:pt x="39" y="17"/>
                </a:cubicBezTo>
                <a:cubicBezTo>
                  <a:pt x="39" y="17"/>
                  <a:pt x="39" y="17"/>
                  <a:pt x="39" y="17"/>
                </a:cubicBezTo>
                <a:cubicBezTo>
                  <a:pt x="39" y="17"/>
                  <a:pt x="40" y="18"/>
                  <a:pt x="40" y="18"/>
                </a:cubicBezTo>
                <a:cubicBezTo>
                  <a:pt x="40" y="18"/>
                  <a:pt x="40" y="18"/>
                  <a:pt x="41" y="18"/>
                </a:cubicBezTo>
                <a:cubicBezTo>
                  <a:pt x="41" y="18"/>
                  <a:pt x="41" y="18"/>
                  <a:pt x="41" y="18"/>
                </a:cubicBezTo>
                <a:cubicBezTo>
                  <a:pt x="41" y="18"/>
                  <a:pt x="41" y="18"/>
                  <a:pt x="41"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9"/>
                  <a:pt x="40" y="19"/>
                </a:cubicBezTo>
                <a:cubicBezTo>
                  <a:pt x="40" y="19"/>
                  <a:pt x="40" y="19"/>
                  <a:pt x="40" y="19"/>
                </a:cubicBezTo>
                <a:cubicBezTo>
                  <a:pt x="40" y="18"/>
                  <a:pt x="40" y="18"/>
                  <a:pt x="40" y="18"/>
                </a:cubicBezTo>
                <a:cubicBezTo>
                  <a:pt x="40" y="18"/>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20"/>
                  <a:pt x="40" y="20"/>
                  <a:pt x="40" y="20"/>
                </a:cubicBezTo>
                <a:cubicBezTo>
                  <a:pt x="40" y="20"/>
                  <a:pt x="40" y="21"/>
                  <a:pt x="40" y="21"/>
                </a:cubicBezTo>
                <a:cubicBezTo>
                  <a:pt x="41" y="21"/>
                  <a:pt x="41" y="21"/>
                  <a:pt x="41" y="21"/>
                </a:cubicBezTo>
                <a:cubicBezTo>
                  <a:pt x="40" y="21"/>
                  <a:pt x="40" y="21"/>
                  <a:pt x="40" y="21"/>
                </a:cubicBezTo>
                <a:cubicBezTo>
                  <a:pt x="40" y="21"/>
                  <a:pt x="40" y="21"/>
                  <a:pt x="40" y="21"/>
                </a:cubicBezTo>
                <a:cubicBezTo>
                  <a:pt x="40" y="21"/>
                  <a:pt x="40" y="21"/>
                  <a:pt x="41" y="21"/>
                </a:cubicBezTo>
                <a:cubicBezTo>
                  <a:pt x="41" y="21"/>
                  <a:pt x="41" y="21"/>
                  <a:pt x="41" y="21"/>
                </a:cubicBezTo>
                <a:cubicBezTo>
                  <a:pt x="41" y="21"/>
                  <a:pt x="41" y="21"/>
                  <a:pt x="41" y="21"/>
                </a:cubicBezTo>
                <a:cubicBezTo>
                  <a:pt x="41" y="21"/>
                  <a:pt x="41" y="21"/>
                  <a:pt x="41" y="22"/>
                </a:cubicBezTo>
                <a:cubicBezTo>
                  <a:pt x="41" y="22"/>
                  <a:pt x="41" y="22"/>
                  <a:pt x="40" y="22"/>
                </a:cubicBezTo>
                <a:cubicBezTo>
                  <a:pt x="40" y="22"/>
                  <a:pt x="40" y="22"/>
                  <a:pt x="40" y="22"/>
                </a:cubicBezTo>
                <a:cubicBezTo>
                  <a:pt x="40" y="22"/>
                  <a:pt x="40" y="22"/>
                  <a:pt x="40" y="22"/>
                </a:cubicBezTo>
                <a:cubicBezTo>
                  <a:pt x="40" y="23"/>
                  <a:pt x="40" y="22"/>
                  <a:pt x="40" y="22"/>
                </a:cubicBezTo>
                <a:cubicBezTo>
                  <a:pt x="40" y="22"/>
                  <a:pt x="40" y="22"/>
                  <a:pt x="40" y="22"/>
                </a:cubicBezTo>
                <a:cubicBezTo>
                  <a:pt x="40" y="22"/>
                  <a:pt x="40" y="23"/>
                  <a:pt x="40" y="23"/>
                </a:cubicBezTo>
                <a:cubicBezTo>
                  <a:pt x="40" y="23"/>
                  <a:pt x="40" y="23"/>
                  <a:pt x="40" y="23"/>
                </a:cubicBezTo>
                <a:cubicBezTo>
                  <a:pt x="40" y="23"/>
                  <a:pt x="40" y="23"/>
                  <a:pt x="40" y="23"/>
                </a:cubicBezTo>
                <a:cubicBezTo>
                  <a:pt x="40" y="23"/>
                  <a:pt x="40" y="23"/>
                  <a:pt x="40" y="23"/>
                </a:cubicBezTo>
                <a:cubicBezTo>
                  <a:pt x="39" y="22"/>
                  <a:pt x="40" y="22"/>
                  <a:pt x="40" y="22"/>
                </a:cubicBezTo>
                <a:cubicBezTo>
                  <a:pt x="40" y="22"/>
                  <a:pt x="40" y="22"/>
                  <a:pt x="40" y="22"/>
                </a:cubicBezTo>
                <a:cubicBezTo>
                  <a:pt x="40" y="22"/>
                  <a:pt x="40" y="22"/>
                  <a:pt x="40" y="22"/>
                </a:cubicBezTo>
                <a:cubicBezTo>
                  <a:pt x="40" y="22"/>
                  <a:pt x="40" y="21"/>
                  <a:pt x="40" y="21"/>
                </a:cubicBezTo>
                <a:cubicBezTo>
                  <a:pt x="40" y="21"/>
                  <a:pt x="40" y="21"/>
                  <a:pt x="40" y="21"/>
                </a:cubicBezTo>
                <a:cubicBezTo>
                  <a:pt x="40" y="21"/>
                  <a:pt x="40" y="21"/>
                  <a:pt x="40" y="21"/>
                </a:cubicBezTo>
                <a:cubicBezTo>
                  <a:pt x="40" y="21"/>
                  <a:pt x="40" y="21"/>
                  <a:pt x="40" y="21"/>
                </a:cubicBezTo>
                <a:cubicBezTo>
                  <a:pt x="40" y="21"/>
                  <a:pt x="40" y="20"/>
                  <a:pt x="40" y="20"/>
                </a:cubicBezTo>
                <a:cubicBezTo>
                  <a:pt x="40" y="20"/>
                  <a:pt x="40" y="20"/>
                  <a:pt x="39" y="20"/>
                </a:cubicBezTo>
                <a:cubicBezTo>
                  <a:pt x="39" y="20"/>
                  <a:pt x="39" y="20"/>
                  <a:pt x="39" y="20"/>
                </a:cubicBezTo>
                <a:cubicBezTo>
                  <a:pt x="40" y="19"/>
                  <a:pt x="40" y="19"/>
                  <a:pt x="39" y="19"/>
                </a:cubicBezTo>
                <a:cubicBezTo>
                  <a:pt x="39" y="19"/>
                  <a:pt x="39" y="19"/>
                  <a:pt x="39" y="19"/>
                </a:cubicBezTo>
                <a:cubicBezTo>
                  <a:pt x="39" y="19"/>
                  <a:pt x="39" y="19"/>
                  <a:pt x="39" y="19"/>
                </a:cubicBezTo>
                <a:cubicBezTo>
                  <a:pt x="39" y="19"/>
                  <a:pt x="39" y="19"/>
                  <a:pt x="38" y="19"/>
                </a:cubicBezTo>
                <a:cubicBezTo>
                  <a:pt x="38" y="19"/>
                  <a:pt x="38" y="19"/>
                  <a:pt x="38" y="19"/>
                </a:cubicBezTo>
                <a:cubicBezTo>
                  <a:pt x="38" y="19"/>
                  <a:pt x="38" y="19"/>
                  <a:pt x="38" y="19"/>
                </a:cubicBezTo>
                <a:cubicBezTo>
                  <a:pt x="38" y="19"/>
                  <a:pt x="38" y="19"/>
                  <a:pt x="38" y="19"/>
                </a:cubicBezTo>
                <a:cubicBezTo>
                  <a:pt x="38" y="20"/>
                  <a:pt x="38" y="20"/>
                  <a:pt x="37" y="20"/>
                </a:cubicBezTo>
                <a:cubicBezTo>
                  <a:pt x="37" y="20"/>
                  <a:pt x="37" y="20"/>
                  <a:pt x="37" y="20"/>
                </a:cubicBezTo>
                <a:cubicBezTo>
                  <a:pt x="37" y="20"/>
                  <a:pt x="37" y="20"/>
                  <a:pt x="37" y="20"/>
                </a:cubicBezTo>
                <a:cubicBezTo>
                  <a:pt x="37" y="20"/>
                  <a:pt x="37" y="20"/>
                  <a:pt x="37" y="20"/>
                </a:cubicBezTo>
                <a:cubicBezTo>
                  <a:pt x="37" y="20"/>
                  <a:pt x="37" y="20"/>
                  <a:pt x="37" y="20"/>
                </a:cubicBezTo>
                <a:cubicBezTo>
                  <a:pt x="37" y="20"/>
                  <a:pt x="37" y="20"/>
                  <a:pt x="37" y="20"/>
                </a:cubicBezTo>
                <a:cubicBezTo>
                  <a:pt x="37" y="20"/>
                  <a:pt x="37" y="20"/>
                  <a:pt x="37" y="20"/>
                </a:cubicBezTo>
                <a:cubicBezTo>
                  <a:pt x="37" y="20"/>
                  <a:pt x="37" y="20"/>
                  <a:pt x="37" y="20"/>
                </a:cubicBezTo>
                <a:cubicBezTo>
                  <a:pt x="37" y="20"/>
                  <a:pt x="37" y="20"/>
                  <a:pt x="37" y="20"/>
                </a:cubicBezTo>
                <a:cubicBezTo>
                  <a:pt x="37" y="20"/>
                  <a:pt x="37" y="20"/>
                  <a:pt x="36" y="20"/>
                </a:cubicBezTo>
                <a:cubicBezTo>
                  <a:pt x="36" y="20"/>
                  <a:pt x="36" y="20"/>
                  <a:pt x="36" y="20"/>
                </a:cubicBezTo>
                <a:cubicBezTo>
                  <a:pt x="36" y="20"/>
                  <a:pt x="36" y="20"/>
                  <a:pt x="36" y="20"/>
                </a:cubicBezTo>
                <a:cubicBezTo>
                  <a:pt x="36" y="21"/>
                  <a:pt x="36" y="21"/>
                  <a:pt x="36" y="21"/>
                </a:cubicBezTo>
                <a:cubicBezTo>
                  <a:pt x="36" y="21"/>
                  <a:pt x="36" y="21"/>
                  <a:pt x="36" y="21"/>
                </a:cubicBezTo>
                <a:cubicBezTo>
                  <a:pt x="36" y="21"/>
                  <a:pt x="36" y="21"/>
                  <a:pt x="36" y="21"/>
                </a:cubicBezTo>
                <a:cubicBezTo>
                  <a:pt x="36" y="21"/>
                  <a:pt x="36" y="21"/>
                  <a:pt x="36" y="21"/>
                </a:cubicBezTo>
                <a:cubicBezTo>
                  <a:pt x="36" y="20"/>
                  <a:pt x="36" y="20"/>
                  <a:pt x="36" y="20"/>
                </a:cubicBezTo>
                <a:cubicBezTo>
                  <a:pt x="36" y="20"/>
                  <a:pt x="36" y="20"/>
                  <a:pt x="36" y="21"/>
                </a:cubicBezTo>
                <a:cubicBezTo>
                  <a:pt x="35" y="21"/>
                  <a:pt x="35" y="21"/>
                  <a:pt x="35" y="21"/>
                </a:cubicBezTo>
                <a:cubicBezTo>
                  <a:pt x="35" y="21"/>
                  <a:pt x="35" y="21"/>
                  <a:pt x="35" y="21"/>
                </a:cubicBezTo>
                <a:cubicBezTo>
                  <a:pt x="35" y="21"/>
                  <a:pt x="35" y="21"/>
                  <a:pt x="35" y="21"/>
                </a:cubicBezTo>
                <a:cubicBezTo>
                  <a:pt x="36" y="21"/>
                  <a:pt x="36" y="22"/>
                  <a:pt x="36" y="22"/>
                </a:cubicBezTo>
                <a:cubicBezTo>
                  <a:pt x="36" y="22"/>
                  <a:pt x="35" y="22"/>
                  <a:pt x="35" y="22"/>
                </a:cubicBezTo>
                <a:cubicBezTo>
                  <a:pt x="35" y="22"/>
                  <a:pt x="35" y="22"/>
                  <a:pt x="35" y="22"/>
                </a:cubicBezTo>
                <a:cubicBezTo>
                  <a:pt x="35" y="22"/>
                  <a:pt x="35" y="22"/>
                  <a:pt x="35" y="22"/>
                </a:cubicBezTo>
                <a:cubicBezTo>
                  <a:pt x="35" y="22"/>
                  <a:pt x="35" y="22"/>
                  <a:pt x="35" y="22"/>
                </a:cubicBezTo>
                <a:cubicBezTo>
                  <a:pt x="35" y="22"/>
                  <a:pt x="35" y="22"/>
                  <a:pt x="34" y="22"/>
                </a:cubicBezTo>
                <a:cubicBezTo>
                  <a:pt x="34" y="22"/>
                  <a:pt x="34" y="22"/>
                  <a:pt x="34" y="22"/>
                </a:cubicBezTo>
                <a:cubicBezTo>
                  <a:pt x="34" y="22"/>
                  <a:pt x="35" y="22"/>
                  <a:pt x="35" y="22"/>
                </a:cubicBezTo>
                <a:cubicBezTo>
                  <a:pt x="35" y="22"/>
                  <a:pt x="35" y="21"/>
                  <a:pt x="34" y="21"/>
                </a:cubicBezTo>
                <a:cubicBezTo>
                  <a:pt x="34" y="21"/>
                  <a:pt x="34" y="21"/>
                  <a:pt x="34" y="22"/>
                </a:cubicBezTo>
                <a:cubicBezTo>
                  <a:pt x="34" y="22"/>
                  <a:pt x="34" y="22"/>
                  <a:pt x="34" y="23"/>
                </a:cubicBezTo>
                <a:cubicBezTo>
                  <a:pt x="34" y="23"/>
                  <a:pt x="34" y="22"/>
                  <a:pt x="34" y="23"/>
                </a:cubicBezTo>
                <a:cubicBezTo>
                  <a:pt x="34" y="23"/>
                  <a:pt x="34" y="23"/>
                  <a:pt x="34" y="23"/>
                </a:cubicBezTo>
                <a:cubicBezTo>
                  <a:pt x="34" y="23"/>
                  <a:pt x="34" y="23"/>
                  <a:pt x="34" y="23"/>
                </a:cubicBezTo>
                <a:cubicBezTo>
                  <a:pt x="34" y="23"/>
                  <a:pt x="34" y="23"/>
                  <a:pt x="34" y="23"/>
                </a:cubicBezTo>
                <a:cubicBezTo>
                  <a:pt x="34" y="23"/>
                  <a:pt x="33" y="23"/>
                  <a:pt x="33" y="23"/>
                </a:cubicBezTo>
                <a:cubicBezTo>
                  <a:pt x="33" y="23"/>
                  <a:pt x="33" y="23"/>
                  <a:pt x="33" y="23"/>
                </a:cubicBezTo>
                <a:cubicBezTo>
                  <a:pt x="33" y="23"/>
                  <a:pt x="33" y="23"/>
                  <a:pt x="33" y="22"/>
                </a:cubicBezTo>
                <a:cubicBezTo>
                  <a:pt x="33" y="22"/>
                  <a:pt x="33" y="22"/>
                  <a:pt x="33" y="22"/>
                </a:cubicBezTo>
                <a:cubicBezTo>
                  <a:pt x="33" y="23"/>
                  <a:pt x="33" y="22"/>
                  <a:pt x="33" y="23"/>
                </a:cubicBezTo>
                <a:cubicBezTo>
                  <a:pt x="33" y="23"/>
                  <a:pt x="33" y="23"/>
                  <a:pt x="33" y="23"/>
                </a:cubicBezTo>
                <a:cubicBezTo>
                  <a:pt x="33" y="23"/>
                  <a:pt x="33" y="23"/>
                  <a:pt x="33" y="23"/>
                </a:cubicBezTo>
                <a:cubicBezTo>
                  <a:pt x="32" y="23"/>
                  <a:pt x="32" y="23"/>
                  <a:pt x="32" y="23"/>
                </a:cubicBezTo>
                <a:cubicBezTo>
                  <a:pt x="32" y="23"/>
                  <a:pt x="33" y="23"/>
                  <a:pt x="33" y="23"/>
                </a:cubicBezTo>
                <a:cubicBezTo>
                  <a:pt x="32" y="23"/>
                  <a:pt x="32" y="23"/>
                  <a:pt x="32" y="23"/>
                </a:cubicBezTo>
                <a:cubicBezTo>
                  <a:pt x="32" y="23"/>
                  <a:pt x="32" y="23"/>
                  <a:pt x="32" y="23"/>
                </a:cubicBezTo>
                <a:cubicBezTo>
                  <a:pt x="32" y="23"/>
                  <a:pt x="32" y="23"/>
                  <a:pt x="32" y="24"/>
                </a:cubicBezTo>
                <a:cubicBezTo>
                  <a:pt x="32" y="23"/>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3" y="24"/>
                  <a:pt x="33" y="24"/>
                </a:cubicBezTo>
                <a:cubicBezTo>
                  <a:pt x="32" y="24"/>
                  <a:pt x="32" y="24"/>
                  <a:pt x="32" y="25"/>
                </a:cubicBezTo>
                <a:cubicBezTo>
                  <a:pt x="32" y="25"/>
                  <a:pt x="32" y="25"/>
                  <a:pt x="32" y="25"/>
                </a:cubicBezTo>
                <a:cubicBezTo>
                  <a:pt x="32" y="24"/>
                  <a:pt x="32" y="24"/>
                  <a:pt x="31" y="24"/>
                </a:cubicBezTo>
                <a:cubicBezTo>
                  <a:pt x="31" y="24"/>
                  <a:pt x="31" y="24"/>
                  <a:pt x="31" y="24"/>
                </a:cubicBezTo>
                <a:cubicBezTo>
                  <a:pt x="31" y="24"/>
                  <a:pt x="31" y="24"/>
                  <a:pt x="31" y="24"/>
                </a:cubicBezTo>
                <a:cubicBezTo>
                  <a:pt x="31" y="24"/>
                  <a:pt x="31" y="24"/>
                  <a:pt x="31" y="24"/>
                </a:cubicBezTo>
                <a:cubicBezTo>
                  <a:pt x="31" y="25"/>
                  <a:pt x="32" y="25"/>
                  <a:pt x="32" y="25"/>
                </a:cubicBezTo>
                <a:cubicBezTo>
                  <a:pt x="32" y="25"/>
                  <a:pt x="32" y="25"/>
                  <a:pt x="32" y="25"/>
                </a:cubicBezTo>
                <a:cubicBezTo>
                  <a:pt x="32" y="25"/>
                  <a:pt x="32" y="25"/>
                  <a:pt x="32" y="25"/>
                </a:cubicBezTo>
                <a:cubicBezTo>
                  <a:pt x="32" y="25"/>
                  <a:pt x="32" y="25"/>
                  <a:pt x="32" y="25"/>
                </a:cubicBezTo>
                <a:cubicBezTo>
                  <a:pt x="32" y="26"/>
                  <a:pt x="32" y="25"/>
                  <a:pt x="32" y="25"/>
                </a:cubicBezTo>
                <a:cubicBezTo>
                  <a:pt x="32" y="25"/>
                  <a:pt x="32" y="25"/>
                  <a:pt x="32" y="26"/>
                </a:cubicBezTo>
                <a:cubicBezTo>
                  <a:pt x="32" y="26"/>
                  <a:pt x="32" y="26"/>
                  <a:pt x="32" y="26"/>
                </a:cubicBezTo>
                <a:cubicBezTo>
                  <a:pt x="32" y="26"/>
                  <a:pt x="31" y="26"/>
                  <a:pt x="31" y="26"/>
                </a:cubicBezTo>
                <a:cubicBezTo>
                  <a:pt x="31" y="26"/>
                  <a:pt x="31" y="25"/>
                  <a:pt x="31" y="25"/>
                </a:cubicBezTo>
                <a:cubicBezTo>
                  <a:pt x="31" y="26"/>
                  <a:pt x="31"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1" y="26"/>
                  <a:pt x="31" y="26"/>
                  <a:pt x="31" y="26"/>
                </a:cubicBezTo>
                <a:cubicBezTo>
                  <a:pt x="31" y="26"/>
                  <a:pt x="31" y="26"/>
                  <a:pt x="31" y="26"/>
                </a:cubicBezTo>
                <a:cubicBezTo>
                  <a:pt x="31" y="26"/>
                  <a:pt x="31" y="26"/>
                  <a:pt x="31" y="26"/>
                </a:cubicBezTo>
                <a:cubicBezTo>
                  <a:pt x="31" y="27"/>
                  <a:pt x="31" y="27"/>
                  <a:pt x="31" y="27"/>
                </a:cubicBezTo>
                <a:cubicBezTo>
                  <a:pt x="31" y="27"/>
                  <a:pt x="31" y="27"/>
                  <a:pt x="31"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1" y="28"/>
                  <a:pt x="31" y="28"/>
                </a:cubicBezTo>
                <a:cubicBezTo>
                  <a:pt x="31" y="28"/>
                  <a:pt x="31" y="28"/>
                  <a:pt x="30" y="28"/>
                </a:cubicBezTo>
                <a:cubicBezTo>
                  <a:pt x="30" y="27"/>
                  <a:pt x="30" y="27"/>
                  <a:pt x="29" y="28"/>
                </a:cubicBezTo>
                <a:cubicBezTo>
                  <a:pt x="29" y="28"/>
                  <a:pt x="29" y="28"/>
                  <a:pt x="29" y="28"/>
                </a:cubicBezTo>
                <a:cubicBezTo>
                  <a:pt x="29" y="27"/>
                  <a:pt x="29" y="28"/>
                  <a:pt x="29" y="28"/>
                </a:cubicBezTo>
                <a:cubicBezTo>
                  <a:pt x="29" y="28"/>
                  <a:pt x="29" y="28"/>
                  <a:pt x="29" y="28"/>
                </a:cubicBezTo>
                <a:cubicBezTo>
                  <a:pt x="29" y="28"/>
                  <a:pt x="30" y="28"/>
                  <a:pt x="30" y="28"/>
                </a:cubicBezTo>
                <a:cubicBezTo>
                  <a:pt x="30" y="28"/>
                  <a:pt x="30" y="28"/>
                  <a:pt x="30" y="28"/>
                </a:cubicBezTo>
                <a:cubicBezTo>
                  <a:pt x="30" y="28"/>
                  <a:pt x="30" y="28"/>
                  <a:pt x="30" y="29"/>
                </a:cubicBezTo>
                <a:cubicBezTo>
                  <a:pt x="30" y="29"/>
                  <a:pt x="30" y="29"/>
                  <a:pt x="30" y="29"/>
                </a:cubicBezTo>
                <a:cubicBezTo>
                  <a:pt x="30" y="29"/>
                  <a:pt x="31" y="29"/>
                  <a:pt x="31" y="29"/>
                </a:cubicBezTo>
                <a:cubicBezTo>
                  <a:pt x="31" y="29"/>
                  <a:pt x="31" y="29"/>
                  <a:pt x="31" y="29"/>
                </a:cubicBezTo>
                <a:cubicBezTo>
                  <a:pt x="31" y="29"/>
                  <a:pt x="31" y="29"/>
                  <a:pt x="31" y="30"/>
                </a:cubicBezTo>
                <a:cubicBezTo>
                  <a:pt x="31" y="30"/>
                  <a:pt x="31"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29" y="30"/>
                </a:cubicBezTo>
                <a:cubicBezTo>
                  <a:pt x="29" y="30"/>
                  <a:pt x="29" y="30"/>
                  <a:pt x="29" y="30"/>
                </a:cubicBezTo>
                <a:cubicBezTo>
                  <a:pt x="30" y="30"/>
                  <a:pt x="30" y="30"/>
                  <a:pt x="30" y="30"/>
                </a:cubicBezTo>
                <a:cubicBezTo>
                  <a:pt x="30" y="31"/>
                  <a:pt x="30" y="31"/>
                  <a:pt x="30" y="31"/>
                </a:cubicBezTo>
                <a:cubicBezTo>
                  <a:pt x="30" y="31"/>
                  <a:pt x="30" y="31"/>
                  <a:pt x="30" y="31"/>
                </a:cubicBezTo>
                <a:cubicBezTo>
                  <a:pt x="30" y="31"/>
                  <a:pt x="30" y="31"/>
                  <a:pt x="30"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0"/>
                </a:cubicBezTo>
                <a:cubicBezTo>
                  <a:pt x="29" y="31"/>
                  <a:pt x="29" y="31"/>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1"/>
                </a:cubicBezTo>
                <a:cubicBezTo>
                  <a:pt x="28" y="31"/>
                  <a:pt x="28" y="31"/>
                  <a:pt x="28" y="31"/>
                </a:cubicBezTo>
                <a:cubicBezTo>
                  <a:pt x="28" y="31"/>
                  <a:pt x="28" y="31"/>
                  <a:pt x="28" y="31"/>
                </a:cubicBezTo>
                <a:cubicBezTo>
                  <a:pt x="28" y="31"/>
                  <a:pt x="28" y="31"/>
                  <a:pt x="28" y="31"/>
                </a:cubicBezTo>
                <a:cubicBezTo>
                  <a:pt x="28" y="31"/>
                  <a:pt x="28" y="31"/>
                  <a:pt x="28" y="31"/>
                </a:cubicBezTo>
                <a:cubicBezTo>
                  <a:pt x="28" y="31"/>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30" y="32"/>
                </a:cubicBezTo>
                <a:cubicBezTo>
                  <a:pt x="29" y="32"/>
                  <a:pt x="29" y="32"/>
                  <a:pt x="29" y="33"/>
                </a:cubicBezTo>
                <a:cubicBezTo>
                  <a:pt x="29" y="33"/>
                  <a:pt x="29" y="33"/>
                  <a:pt x="29" y="33"/>
                </a:cubicBezTo>
                <a:cubicBezTo>
                  <a:pt x="29" y="33"/>
                  <a:pt x="29" y="33"/>
                  <a:pt x="29" y="33"/>
                </a:cubicBezTo>
                <a:cubicBezTo>
                  <a:pt x="29" y="33"/>
                  <a:pt x="29" y="33"/>
                  <a:pt x="30" y="33"/>
                </a:cubicBezTo>
                <a:cubicBezTo>
                  <a:pt x="30" y="33"/>
                  <a:pt x="30" y="33"/>
                  <a:pt x="30" y="33"/>
                </a:cubicBezTo>
                <a:cubicBezTo>
                  <a:pt x="30" y="33"/>
                  <a:pt x="30" y="33"/>
                  <a:pt x="30" y="33"/>
                </a:cubicBezTo>
                <a:cubicBezTo>
                  <a:pt x="30" y="33"/>
                  <a:pt x="30" y="34"/>
                  <a:pt x="30" y="34"/>
                </a:cubicBezTo>
                <a:cubicBezTo>
                  <a:pt x="30" y="33"/>
                  <a:pt x="30" y="34"/>
                  <a:pt x="31" y="33"/>
                </a:cubicBezTo>
                <a:cubicBezTo>
                  <a:pt x="31" y="33"/>
                  <a:pt x="31" y="34"/>
                  <a:pt x="30" y="34"/>
                </a:cubicBezTo>
                <a:cubicBezTo>
                  <a:pt x="30" y="34"/>
                  <a:pt x="30" y="34"/>
                  <a:pt x="30" y="34"/>
                </a:cubicBezTo>
                <a:cubicBezTo>
                  <a:pt x="30" y="34"/>
                  <a:pt x="30" y="34"/>
                  <a:pt x="30" y="34"/>
                </a:cubicBezTo>
                <a:cubicBezTo>
                  <a:pt x="30" y="34"/>
                  <a:pt x="30" y="34"/>
                  <a:pt x="30" y="35"/>
                </a:cubicBezTo>
                <a:cubicBezTo>
                  <a:pt x="30" y="35"/>
                  <a:pt x="30" y="35"/>
                  <a:pt x="30" y="35"/>
                </a:cubicBezTo>
                <a:cubicBezTo>
                  <a:pt x="30" y="35"/>
                  <a:pt x="30" y="35"/>
                  <a:pt x="30" y="35"/>
                </a:cubicBezTo>
                <a:cubicBezTo>
                  <a:pt x="31" y="35"/>
                  <a:pt x="31" y="35"/>
                  <a:pt x="31" y="35"/>
                </a:cubicBezTo>
                <a:cubicBezTo>
                  <a:pt x="31" y="35"/>
                  <a:pt x="31" y="35"/>
                  <a:pt x="31" y="35"/>
                </a:cubicBezTo>
                <a:cubicBezTo>
                  <a:pt x="31" y="35"/>
                  <a:pt x="31" y="35"/>
                  <a:pt x="31" y="35"/>
                </a:cubicBezTo>
                <a:cubicBezTo>
                  <a:pt x="31" y="34"/>
                  <a:pt x="31" y="34"/>
                  <a:pt x="31" y="34"/>
                </a:cubicBezTo>
                <a:cubicBezTo>
                  <a:pt x="32" y="34"/>
                  <a:pt x="31" y="35"/>
                  <a:pt x="31" y="35"/>
                </a:cubicBezTo>
                <a:cubicBezTo>
                  <a:pt x="31"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6"/>
                  <a:pt x="32" y="36"/>
                  <a:pt x="32" y="36"/>
                </a:cubicBezTo>
                <a:cubicBezTo>
                  <a:pt x="32" y="36"/>
                  <a:pt x="32" y="36"/>
                  <a:pt x="32" y="36"/>
                </a:cubicBezTo>
                <a:cubicBezTo>
                  <a:pt x="32" y="36"/>
                  <a:pt x="32" y="36"/>
                  <a:pt x="32" y="36"/>
                </a:cubicBezTo>
                <a:cubicBezTo>
                  <a:pt x="32" y="36"/>
                  <a:pt x="32" y="36"/>
                  <a:pt x="32" y="36"/>
                </a:cubicBezTo>
                <a:cubicBezTo>
                  <a:pt x="32" y="36"/>
                  <a:pt x="33" y="36"/>
                  <a:pt x="33" y="36"/>
                </a:cubicBezTo>
                <a:cubicBezTo>
                  <a:pt x="33" y="36"/>
                  <a:pt x="33" y="36"/>
                  <a:pt x="33" y="36"/>
                </a:cubicBezTo>
                <a:cubicBezTo>
                  <a:pt x="33" y="36"/>
                  <a:pt x="33" y="37"/>
                  <a:pt x="33" y="37"/>
                </a:cubicBezTo>
                <a:cubicBezTo>
                  <a:pt x="33" y="37"/>
                  <a:pt x="33" y="37"/>
                  <a:pt x="33" y="37"/>
                </a:cubicBezTo>
                <a:cubicBezTo>
                  <a:pt x="33" y="37"/>
                  <a:pt x="34" y="37"/>
                  <a:pt x="34" y="37"/>
                </a:cubicBezTo>
                <a:cubicBezTo>
                  <a:pt x="34" y="37"/>
                  <a:pt x="34" y="37"/>
                  <a:pt x="34" y="37"/>
                </a:cubicBezTo>
                <a:cubicBezTo>
                  <a:pt x="34" y="37"/>
                  <a:pt x="34" y="37"/>
                  <a:pt x="34" y="37"/>
                </a:cubicBezTo>
                <a:cubicBezTo>
                  <a:pt x="34" y="37"/>
                  <a:pt x="34" y="37"/>
                  <a:pt x="34" y="37"/>
                </a:cubicBezTo>
                <a:cubicBezTo>
                  <a:pt x="34" y="37"/>
                  <a:pt x="34" y="37"/>
                  <a:pt x="34" y="38"/>
                </a:cubicBezTo>
                <a:cubicBezTo>
                  <a:pt x="34" y="38"/>
                  <a:pt x="34" y="38"/>
                  <a:pt x="34" y="38"/>
                </a:cubicBezTo>
                <a:cubicBezTo>
                  <a:pt x="34" y="38"/>
                  <a:pt x="34" y="38"/>
                  <a:pt x="34" y="38"/>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4" y="37"/>
                  <a:pt x="35" y="37"/>
                  <a:pt x="35" y="37"/>
                </a:cubicBezTo>
                <a:cubicBezTo>
                  <a:pt x="34" y="37"/>
                  <a:pt x="34" y="37"/>
                  <a:pt x="34" y="36"/>
                </a:cubicBezTo>
                <a:cubicBezTo>
                  <a:pt x="34" y="36"/>
                  <a:pt x="34" y="36"/>
                  <a:pt x="34" y="36"/>
                </a:cubicBezTo>
                <a:cubicBezTo>
                  <a:pt x="34" y="36"/>
                  <a:pt x="34" y="36"/>
                  <a:pt x="34" y="36"/>
                </a:cubicBezTo>
                <a:cubicBezTo>
                  <a:pt x="34" y="36"/>
                  <a:pt x="35" y="36"/>
                  <a:pt x="35" y="36"/>
                </a:cubicBezTo>
                <a:cubicBezTo>
                  <a:pt x="34" y="35"/>
                  <a:pt x="35" y="35"/>
                  <a:pt x="34" y="35"/>
                </a:cubicBezTo>
                <a:cubicBezTo>
                  <a:pt x="34" y="35"/>
                  <a:pt x="34" y="35"/>
                  <a:pt x="34" y="35"/>
                </a:cubicBezTo>
                <a:cubicBezTo>
                  <a:pt x="34" y="35"/>
                  <a:pt x="34" y="36"/>
                  <a:pt x="33" y="36"/>
                </a:cubicBezTo>
                <a:cubicBezTo>
                  <a:pt x="33" y="35"/>
                  <a:pt x="33" y="36"/>
                  <a:pt x="33" y="35"/>
                </a:cubicBezTo>
                <a:cubicBezTo>
                  <a:pt x="33" y="35"/>
                  <a:pt x="33" y="35"/>
                  <a:pt x="33" y="35"/>
                </a:cubicBezTo>
                <a:cubicBezTo>
                  <a:pt x="34" y="35"/>
                  <a:pt x="34" y="35"/>
                  <a:pt x="34" y="35"/>
                </a:cubicBezTo>
                <a:cubicBezTo>
                  <a:pt x="34" y="35"/>
                  <a:pt x="34" y="35"/>
                  <a:pt x="34" y="35"/>
                </a:cubicBezTo>
                <a:cubicBezTo>
                  <a:pt x="35" y="35"/>
                  <a:pt x="35" y="34"/>
                  <a:pt x="34" y="34"/>
                </a:cubicBezTo>
                <a:cubicBezTo>
                  <a:pt x="34" y="34"/>
                  <a:pt x="34" y="34"/>
                  <a:pt x="34" y="34"/>
                </a:cubicBezTo>
                <a:cubicBezTo>
                  <a:pt x="34" y="34"/>
                  <a:pt x="34" y="34"/>
                  <a:pt x="34" y="34"/>
                </a:cubicBezTo>
                <a:cubicBezTo>
                  <a:pt x="34" y="34"/>
                  <a:pt x="34" y="34"/>
                  <a:pt x="34" y="34"/>
                </a:cubicBezTo>
                <a:cubicBezTo>
                  <a:pt x="34" y="34"/>
                  <a:pt x="34" y="34"/>
                  <a:pt x="35" y="34"/>
                </a:cubicBezTo>
                <a:cubicBezTo>
                  <a:pt x="35" y="34"/>
                  <a:pt x="35" y="34"/>
                  <a:pt x="35" y="34"/>
                </a:cubicBezTo>
                <a:cubicBezTo>
                  <a:pt x="35" y="33"/>
                  <a:pt x="35" y="33"/>
                  <a:pt x="35" y="33"/>
                </a:cubicBezTo>
                <a:cubicBezTo>
                  <a:pt x="34" y="33"/>
                  <a:pt x="34" y="33"/>
                  <a:pt x="34" y="33"/>
                </a:cubicBezTo>
                <a:cubicBezTo>
                  <a:pt x="34" y="34"/>
                  <a:pt x="34" y="34"/>
                  <a:pt x="34" y="33"/>
                </a:cubicBezTo>
                <a:cubicBezTo>
                  <a:pt x="34" y="33"/>
                  <a:pt x="34" y="33"/>
                  <a:pt x="34" y="33"/>
                </a:cubicBezTo>
                <a:cubicBezTo>
                  <a:pt x="34" y="34"/>
                  <a:pt x="33" y="34"/>
                  <a:pt x="33" y="34"/>
                </a:cubicBezTo>
                <a:cubicBezTo>
                  <a:pt x="33" y="34"/>
                  <a:pt x="33" y="34"/>
                  <a:pt x="33" y="34"/>
                </a:cubicBezTo>
                <a:cubicBezTo>
                  <a:pt x="33" y="34"/>
                  <a:pt x="33" y="34"/>
                  <a:pt x="33" y="33"/>
                </a:cubicBezTo>
                <a:cubicBezTo>
                  <a:pt x="33" y="33"/>
                  <a:pt x="33" y="33"/>
                  <a:pt x="33" y="33"/>
                </a:cubicBezTo>
                <a:cubicBezTo>
                  <a:pt x="33" y="33"/>
                  <a:pt x="33" y="34"/>
                  <a:pt x="33" y="34"/>
                </a:cubicBezTo>
                <a:cubicBezTo>
                  <a:pt x="33" y="34"/>
                  <a:pt x="33" y="34"/>
                  <a:pt x="33" y="34"/>
                </a:cubicBezTo>
                <a:cubicBezTo>
                  <a:pt x="33" y="33"/>
                  <a:pt x="33" y="33"/>
                  <a:pt x="33" y="33"/>
                </a:cubicBezTo>
                <a:cubicBezTo>
                  <a:pt x="33" y="33"/>
                  <a:pt x="33" y="33"/>
                  <a:pt x="33" y="33"/>
                </a:cubicBezTo>
                <a:cubicBezTo>
                  <a:pt x="33" y="33"/>
                  <a:pt x="33" y="33"/>
                  <a:pt x="33" y="33"/>
                </a:cubicBezTo>
                <a:cubicBezTo>
                  <a:pt x="33" y="33"/>
                  <a:pt x="33" y="33"/>
                  <a:pt x="33" y="33"/>
                </a:cubicBezTo>
                <a:cubicBezTo>
                  <a:pt x="33" y="33"/>
                  <a:pt x="33" y="33"/>
                  <a:pt x="33" y="33"/>
                </a:cubicBezTo>
                <a:cubicBezTo>
                  <a:pt x="33" y="33"/>
                  <a:pt x="33" y="33"/>
                  <a:pt x="33" y="33"/>
                </a:cubicBezTo>
                <a:cubicBezTo>
                  <a:pt x="33" y="33"/>
                  <a:pt x="33" y="33"/>
                  <a:pt x="33" y="33"/>
                </a:cubicBezTo>
                <a:cubicBezTo>
                  <a:pt x="33" y="33"/>
                  <a:pt x="33" y="33"/>
                  <a:pt x="33" y="33"/>
                </a:cubicBezTo>
                <a:cubicBezTo>
                  <a:pt x="33" y="33"/>
                  <a:pt x="33" y="33"/>
                  <a:pt x="33" y="32"/>
                </a:cubicBezTo>
                <a:cubicBezTo>
                  <a:pt x="33" y="32"/>
                  <a:pt x="33" y="32"/>
                  <a:pt x="33" y="32"/>
                </a:cubicBezTo>
                <a:cubicBezTo>
                  <a:pt x="33" y="32"/>
                  <a:pt x="33" y="32"/>
                  <a:pt x="33" y="32"/>
                </a:cubicBezTo>
                <a:cubicBezTo>
                  <a:pt x="33" y="32"/>
                  <a:pt x="33" y="32"/>
                  <a:pt x="33" y="32"/>
                </a:cubicBezTo>
                <a:cubicBezTo>
                  <a:pt x="32" y="32"/>
                  <a:pt x="32" y="32"/>
                  <a:pt x="32" y="32"/>
                </a:cubicBezTo>
                <a:cubicBezTo>
                  <a:pt x="32" y="32"/>
                  <a:pt x="32" y="32"/>
                  <a:pt x="32" y="32"/>
                </a:cubicBezTo>
                <a:cubicBezTo>
                  <a:pt x="32" y="32"/>
                  <a:pt x="32" y="32"/>
                  <a:pt x="32" y="32"/>
                </a:cubicBezTo>
                <a:cubicBezTo>
                  <a:pt x="32" y="32"/>
                  <a:pt x="32" y="32"/>
                  <a:pt x="32" y="32"/>
                </a:cubicBezTo>
                <a:cubicBezTo>
                  <a:pt x="33" y="32"/>
                  <a:pt x="33" y="32"/>
                  <a:pt x="33" y="32"/>
                </a:cubicBezTo>
                <a:cubicBezTo>
                  <a:pt x="33" y="32"/>
                  <a:pt x="33" y="32"/>
                  <a:pt x="33" y="32"/>
                </a:cubicBezTo>
                <a:cubicBezTo>
                  <a:pt x="33" y="31"/>
                  <a:pt x="33" y="31"/>
                  <a:pt x="33" y="31"/>
                </a:cubicBezTo>
                <a:cubicBezTo>
                  <a:pt x="33" y="31"/>
                  <a:pt x="33" y="31"/>
                  <a:pt x="33" y="31"/>
                </a:cubicBezTo>
                <a:cubicBezTo>
                  <a:pt x="33" y="31"/>
                  <a:pt x="33" y="31"/>
                  <a:pt x="33" y="31"/>
                </a:cubicBezTo>
                <a:cubicBezTo>
                  <a:pt x="33" y="31"/>
                  <a:pt x="33" y="32"/>
                  <a:pt x="33" y="32"/>
                </a:cubicBezTo>
                <a:cubicBezTo>
                  <a:pt x="33" y="32"/>
                  <a:pt x="33" y="32"/>
                  <a:pt x="33" y="32"/>
                </a:cubicBezTo>
                <a:cubicBezTo>
                  <a:pt x="33" y="32"/>
                  <a:pt x="34" y="32"/>
                  <a:pt x="34" y="32"/>
                </a:cubicBezTo>
                <a:cubicBezTo>
                  <a:pt x="33" y="32"/>
                  <a:pt x="33" y="31"/>
                  <a:pt x="33" y="31"/>
                </a:cubicBezTo>
                <a:cubicBezTo>
                  <a:pt x="33" y="31"/>
                  <a:pt x="34" y="31"/>
                  <a:pt x="34" y="31"/>
                </a:cubicBezTo>
                <a:cubicBezTo>
                  <a:pt x="34" y="31"/>
                  <a:pt x="34" y="31"/>
                  <a:pt x="34" y="31"/>
                </a:cubicBezTo>
                <a:cubicBezTo>
                  <a:pt x="34" y="32"/>
                  <a:pt x="34" y="32"/>
                  <a:pt x="34" y="31"/>
                </a:cubicBezTo>
                <a:cubicBezTo>
                  <a:pt x="34" y="31"/>
                  <a:pt x="34" y="31"/>
                  <a:pt x="34" y="31"/>
                </a:cubicBezTo>
                <a:cubicBezTo>
                  <a:pt x="34" y="31"/>
                  <a:pt x="34" y="31"/>
                  <a:pt x="34" y="31"/>
                </a:cubicBezTo>
                <a:cubicBezTo>
                  <a:pt x="34" y="31"/>
                  <a:pt x="34" y="31"/>
                  <a:pt x="34" y="31"/>
                </a:cubicBezTo>
                <a:cubicBezTo>
                  <a:pt x="34" y="32"/>
                  <a:pt x="34" y="32"/>
                  <a:pt x="34" y="32"/>
                </a:cubicBezTo>
                <a:cubicBezTo>
                  <a:pt x="34" y="32"/>
                  <a:pt x="34"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3"/>
                  <a:pt x="35" y="33"/>
                </a:cubicBezTo>
                <a:cubicBezTo>
                  <a:pt x="35" y="33"/>
                  <a:pt x="35" y="32"/>
                  <a:pt x="35" y="32"/>
                </a:cubicBezTo>
                <a:cubicBezTo>
                  <a:pt x="35" y="32"/>
                  <a:pt x="35" y="32"/>
                  <a:pt x="35" y="32"/>
                </a:cubicBezTo>
                <a:cubicBezTo>
                  <a:pt x="35"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3"/>
                  <a:pt x="36" y="33"/>
                  <a:pt x="36" y="33"/>
                </a:cubicBezTo>
                <a:cubicBezTo>
                  <a:pt x="36" y="33"/>
                  <a:pt x="36" y="33"/>
                  <a:pt x="36" y="33"/>
                </a:cubicBezTo>
                <a:cubicBezTo>
                  <a:pt x="36" y="33"/>
                  <a:pt x="36" y="33"/>
                  <a:pt x="36" y="34"/>
                </a:cubicBezTo>
                <a:cubicBezTo>
                  <a:pt x="36" y="34"/>
                  <a:pt x="36" y="34"/>
                  <a:pt x="36" y="34"/>
                </a:cubicBezTo>
                <a:cubicBezTo>
                  <a:pt x="36" y="34"/>
                  <a:pt x="37" y="34"/>
                  <a:pt x="37" y="34"/>
                </a:cubicBezTo>
                <a:cubicBezTo>
                  <a:pt x="37" y="34"/>
                  <a:pt x="37" y="34"/>
                  <a:pt x="37" y="33"/>
                </a:cubicBezTo>
                <a:cubicBezTo>
                  <a:pt x="37" y="33"/>
                  <a:pt x="37" y="33"/>
                  <a:pt x="37" y="33"/>
                </a:cubicBezTo>
                <a:cubicBezTo>
                  <a:pt x="37" y="33"/>
                  <a:pt x="37" y="33"/>
                  <a:pt x="37" y="33"/>
                </a:cubicBezTo>
                <a:cubicBezTo>
                  <a:pt x="37" y="33"/>
                  <a:pt x="37" y="33"/>
                  <a:pt x="37" y="33"/>
                </a:cubicBezTo>
                <a:cubicBezTo>
                  <a:pt x="37" y="33"/>
                  <a:pt x="37" y="34"/>
                  <a:pt x="38" y="33"/>
                </a:cubicBezTo>
                <a:cubicBezTo>
                  <a:pt x="38" y="33"/>
                  <a:pt x="38" y="34"/>
                  <a:pt x="38" y="34"/>
                </a:cubicBezTo>
                <a:cubicBezTo>
                  <a:pt x="38" y="34"/>
                  <a:pt x="38" y="34"/>
                  <a:pt x="38" y="34"/>
                </a:cubicBezTo>
                <a:cubicBezTo>
                  <a:pt x="38" y="34"/>
                  <a:pt x="39" y="34"/>
                  <a:pt x="39" y="34"/>
                </a:cubicBezTo>
                <a:cubicBezTo>
                  <a:pt x="39" y="34"/>
                  <a:pt x="39" y="34"/>
                  <a:pt x="39" y="34"/>
                </a:cubicBezTo>
                <a:cubicBezTo>
                  <a:pt x="39" y="34"/>
                  <a:pt x="39" y="34"/>
                  <a:pt x="39" y="34"/>
                </a:cubicBezTo>
                <a:cubicBezTo>
                  <a:pt x="39" y="34"/>
                  <a:pt x="39" y="34"/>
                  <a:pt x="39" y="34"/>
                </a:cubicBezTo>
                <a:cubicBezTo>
                  <a:pt x="39" y="35"/>
                  <a:pt x="40" y="35"/>
                  <a:pt x="40" y="35"/>
                </a:cubicBezTo>
                <a:cubicBezTo>
                  <a:pt x="40" y="35"/>
                  <a:pt x="40" y="35"/>
                  <a:pt x="40" y="35"/>
                </a:cubicBezTo>
                <a:cubicBezTo>
                  <a:pt x="40" y="35"/>
                  <a:pt x="40" y="35"/>
                  <a:pt x="40" y="35"/>
                </a:cubicBezTo>
                <a:cubicBezTo>
                  <a:pt x="40" y="34"/>
                  <a:pt x="40" y="34"/>
                  <a:pt x="40" y="34"/>
                </a:cubicBezTo>
                <a:cubicBezTo>
                  <a:pt x="40" y="34"/>
                  <a:pt x="40" y="34"/>
                  <a:pt x="39" y="34"/>
                </a:cubicBezTo>
                <a:cubicBezTo>
                  <a:pt x="40" y="34"/>
                  <a:pt x="40" y="34"/>
                  <a:pt x="40" y="34"/>
                </a:cubicBezTo>
                <a:cubicBezTo>
                  <a:pt x="40" y="34"/>
                  <a:pt x="40" y="34"/>
                  <a:pt x="40" y="34"/>
                </a:cubicBezTo>
                <a:cubicBezTo>
                  <a:pt x="40" y="34"/>
                  <a:pt x="39" y="34"/>
                  <a:pt x="39" y="34"/>
                </a:cubicBezTo>
                <a:cubicBezTo>
                  <a:pt x="40" y="34"/>
                  <a:pt x="39" y="34"/>
                  <a:pt x="40" y="33"/>
                </a:cubicBezTo>
                <a:cubicBezTo>
                  <a:pt x="40" y="33"/>
                  <a:pt x="40" y="33"/>
                  <a:pt x="40" y="33"/>
                </a:cubicBezTo>
                <a:cubicBezTo>
                  <a:pt x="40" y="33"/>
                  <a:pt x="40" y="33"/>
                  <a:pt x="40" y="33"/>
                </a:cubicBezTo>
                <a:cubicBezTo>
                  <a:pt x="40" y="33"/>
                  <a:pt x="40" y="33"/>
                  <a:pt x="40" y="33"/>
                </a:cubicBezTo>
                <a:cubicBezTo>
                  <a:pt x="40" y="33"/>
                  <a:pt x="40" y="33"/>
                  <a:pt x="39" y="33"/>
                </a:cubicBezTo>
                <a:cubicBezTo>
                  <a:pt x="39" y="33"/>
                  <a:pt x="39" y="33"/>
                  <a:pt x="39" y="33"/>
                </a:cubicBezTo>
                <a:cubicBezTo>
                  <a:pt x="39" y="33"/>
                  <a:pt x="39" y="33"/>
                  <a:pt x="39" y="34"/>
                </a:cubicBezTo>
                <a:cubicBezTo>
                  <a:pt x="39" y="33"/>
                  <a:pt x="39" y="33"/>
                  <a:pt x="39" y="33"/>
                </a:cubicBezTo>
                <a:cubicBezTo>
                  <a:pt x="39" y="33"/>
                  <a:pt x="39" y="33"/>
                  <a:pt x="39" y="33"/>
                </a:cubicBezTo>
                <a:cubicBezTo>
                  <a:pt x="39" y="33"/>
                  <a:pt x="39" y="33"/>
                  <a:pt x="39" y="33"/>
                </a:cubicBezTo>
                <a:cubicBezTo>
                  <a:pt x="39" y="33"/>
                  <a:pt x="39" y="33"/>
                  <a:pt x="39" y="33"/>
                </a:cubicBezTo>
                <a:cubicBezTo>
                  <a:pt x="39" y="33"/>
                  <a:pt x="39" y="33"/>
                  <a:pt x="39" y="33"/>
                </a:cubicBezTo>
                <a:cubicBezTo>
                  <a:pt x="39" y="33"/>
                  <a:pt x="39" y="33"/>
                  <a:pt x="39" y="33"/>
                </a:cubicBezTo>
                <a:cubicBezTo>
                  <a:pt x="39" y="33"/>
                  <a:pt x="39" y="33"/>
                  <a:pt x="39" y="32"/>
                </a:cubicBezTo>
                <a:cubicBezTo>
                  <a:pt x="39" y="32"/>
                  <a:pt x="39" y="32"/>
                  <a:pt x="39" y="32"/>
                </a:cubicBezTo>
                <a:cubicBezTo>
                  <a:pt x="39" y="32"/>
                  <a:pt x="39" y="32"/>
                  <a:pt x="39" y="32"/>
                </a:cubicBezTo>
                <a:cubicBezTo>
                  <a:pt x="40" y="32"/>
                  <a:pt x="40" y="32"/>
                  <a:pt x="40" y="32"/>
                </a:cubicBezTo>
                <a:cubicBezTo>
                  <a:pt x="40" y="32"/>
                  <a:pt x="40" y="32"/>
                  <a:pt x="40" y="32"/>
                </a:cubicBezTo>
                <a:cubicBezTo>
                  <a:pt x="40" y="32"/>
                  <a:pt x="40" y="32"/>
                  <a:pt x="40" y="32"/>
                </a:cubicBezTo>
                <a:cubicBezTo>
                  <a:pt x="40" y="32"/>
                  <a:pt x="40" y="32"/>
                  <a:pt x="40" y="31"/>
                </a:cubicBezTo>
                <a:cubicBezTo>
                  <a:pt x="40" y="31"/>
                  <a:pt x="39" y="32"/>
                  <a:pt x="39" y="31"/>
                </a:cubicBezTo>
                <a:cubicBezTo>
                  <a:pt x="39" y="31"/>
                  <a:pt x="39" y="31"/>
                  <a:pt x="39" y="32"/>
                </a:cubicBezTo>
                <a:cubicBezTo>
                  <a:pt x="39" y="32"/>
                  <a:pt x="39" y="32"/>
                  <a:pt x="38" y="32"/>
                </a:cubicBezTo>
                <a:cubicBezTo>
                  <a:pt x="38" y="32"/>
                  <a:pt x="39" y="32"/>
                  <a:pt x="39" y="32"/>
                </a:cubicBezTo>
                <a:cubicBezTo>
                  <a:pt x="39" y="32"/>
                  <a:pt x="39" y="32"/>
                  <a:pt x="39" y="32"/>
                </a:cubicBezTo>
                <a:cubicBezTo>
                  <a:pt x="38" y="31"/>
                  <a:pt x="38" y="32"/>
                  <a:pt x="38" y="32"/>
                </a:cubicBezTo>
                <a:cubicBezTo>
                  <a:pt x="38" y="32"/>
                  <a:pt x="38" y="32"/>
                  <a:pt x="38" y="32"/>
                </a:cubicBezTo>
                <a:cubicBezTo>
                  <a:pt x="38" y="32"/>
                  <a:pt x="38" y="32"/>
                  <a:pt x="38" y="32"/>
                </a:cubicBezTo>
                <a:cubicBezTo>
                  <a:pt x="38" y="32"/>
                  <a:pt x="38" y="32"/>
                  <a:pt x="38" y="32"/>
                </a:cubicBezTo>
                <a:cubicBezTo>
                  <a:pt x="38" y="32"/>
                  <a:pt x="38" y="32"/>
                  <a:pt x="38" y="32"/>
                </a:cubicBezTo>
                <a:cubicBezTo>
                  <a:pt x="38" y="32"/>
                  <a:pt x="38" y="31"/>
                  <a:pt x="38" y="31"/>
                </a:cubicBezTo>
                <a:cubicBezTo>
                  <a:pt x="38" y="31"/>
                  <a:pt x="38" y="31"/>
                  <a:pt x="38" y="31"/>
                </a:cubicBezTo>
                <a:cubicBezTo>
                  <a:pt x="38" y="31"/>
                  <a:pt x="38" y="31"/>
                  <a:pt x="38" y="31"/>
                </a:cubicBezTo>
                <a:cubicBezTo>
                  <a:pt x="38" y="31"/>
                  <a:pt x="38" y="31"/>
                  <a:pt x="38" y="31"/>
                </a:cubicBezTo>
                <a:cubicBezTo>
                  <a:pt x="38" y="31"/>
                  <a:pt x="38" y="31"/>
                  <a:pt x="38" y="31"/>
                </a:cubicBezTo>
                <a:cubicBezTo>
                  <a:pt x="39" y="31"/>
                  <a:pt x="39" y="31"/>
                  <a:pt x="39" y="31"/>
                </a:cubicBezTo>
                <a:cubicBezTo>
                  <a:pt x="39" y="31"/>
                  <a:pt x="39" y="31"/>
                  <a:pt x="39" y="30"/>
                </a:cubicBezTo>
                <a:cubicBezTo>
                  <a:pt x="39" y="30"/>
                  <a:pt x="39" y="30"/>
                  <a:pt x="39" y="30"/>
                </a:cubicBezTo>
                <a:cubicBezTo>
                  <a:pt x="39" y="30"/>
                  <a:pt x="39" y="30"/>
                  <a:pt x="39" y="31"/>
                </a:cubicBezTo>
                <a:cubicBezTo>
                  <a:pt x="39" y="31"/>
                  <a:pt x="39" y="31"/>
                  <a:pt x="38" y="31"/>
                </a:cubicBezTo>
                <a:cubicBezTo>
                  <a:pt x="38" y="31"/>
                  <a:pt x="38" y="31"/>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9" y="30"/>
                  <a:pt x="39" y="30"/>
                  <a:pt x="38" y="30"/>
                </a:cubicBezTo>
                <a:cubicBezTo>
                  <a:pt x="38" y="30"/>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7" y="29"/>
                  <a:pt x="37" y="29"/>
                </a:cubicBezTo>
                <a:cubicBezTo>
                  <a:pt x="37" y="29"/>
                  <a:pt x="37" y="29"/>
                  <a:pt x="37" y="29"/>
                </a:cubicBezTo>
                <a:cubicBezTo>
                  <a:pt x="37" y="29"/>
                  <a:pt x="37" y="29"/>
                  <a:pt x="37" y="29"/>
                </a:cubicBezTo>
                <a:cubicBezTo>
                  <a:pt x="37" y="29"/>
                  <a:pt x="37" y="29"/>
                  <a:pt x="37" y="29"/>
                </a:cubicBezTo>
                <a:cubicBezTo>
                  <a:pt x="37" y="29"/>
                  <a:pt x="37" y="29"/>
                  <a:pt x="37" y="29"/>
                </a:cubicBezTo>
                <a:cubicBezTo>
                  <a:pt x="37" y="28"/>
                  <a:pt x="37" y="28"/>
                  <a:pt x="37" y="28"/>
                </a:cubicBezTo>
                <a:cubicBezTo>
                  <a:pt x="37" y="28"/>
                  <a:pt x="37" y="28"/>
                  <a:pt x="37" y="28"/>
                </a:cubicBezTo>
                <a:cubicBezTo>
                  <a:pt x="37" y="28"/>
                  <a:pt x="37" y="28"/>
                  <a:pt x="36" y="28"/>
                </a:cubicBezTo>
                <a:cubicBezTo>
                  <a:pt x="36" y="28"/>
                  <a:pt x="36" y="28"/>
                  <a:pt x="36" y="28"/>
                </a:cubicBezTo>
                <a:cubicBezTo>
                  <a:pt x="36" y="28"/>
                  <a:pt x="36" y="28"/>
                  <a:pt x="36" y="28"/>
                </a:cubicBezTo>
                <a:cubicBezTo>
                  <a:pt x="36" y="28"/>
                  <a:pt x="36" y="28"/>
                  <a:pt x="36" y="28"/>
                </a:cubicBezTo>
                <a:cubicBezTo>
                  <a:pt x="36" y="28"/>
                  <a:pt x="35" y="28"/>
                  <a:pt x="35" y="28"/>
                </a:cubicBezTo>
                <a:cubicBezTo>
                  <a:pt x="35" y="28"/>
                  <a:pt x="35" y="28"/>
                  <a:pt x="36" y="28"/>
                </a:cubicBezTo>
                <a:cubicBezTo>
                  <a:pt x="36" y="28"/>
                  <a:pt x="36" y="28"/>
                  <a:pt x="36" y="28"/>
                </a:cubicBezTo>
                <a:cubicBezTo>
                  <a:pt x="36" y="27"/>
                  <a:pt x="36" y="27"/>
                  <a:pt x="36" y="27"/>
                </a:cubicBezTo>
                <a:cubicBezTo>
                  <a:pt x="36" y="27"/>
                  <a:pt x="36" y="27"/>
                  <a:pt x="36" y="27"/>
                </a:cubicBezTo>
                <a:cubicBezTo>
                  <a:pt x="36" y="28"/>
                  <a:pt x="36" y="28"/>
                  <a:pt x="36" y="28"/>
                </a:cubicBezTo>
                <a:cubicBezTo>
                  <a:pt x="37" y="28"/>
                  <a:pt x="37" y="28"/>
                  <a:pt x="37" y="28"/>
                </a:cubicBezTo>
                <a:cubicBezTo>
                  <a:pt x="37" y="28"/>
                  <a:pt x="38" y="28"/>
                  <a:pt x="38" y="27"/>
                </a:cubicBezTo>
                <a:cubicBezTo>
                  <a:pt x="38" y="27"/>
                  <a:pt x="38" y="27"/>
                  <a:pt x="38" y="27"/>
                </a:cubicBezTo>
                <a:cubicBezTo>
                  <a:pt x="38" y="28"/>
                  <a:pt x="38" y="28"/>
                  <a:pt x="38" y="27"/>
                </a:cubicBezTo>
                <a:cubicBezTo>
                  <a:pt x="38" y="28"/>
                  <a:pt x="38" y="28"/>
                  <a:pt x="38" y="28"/>
                </a:cubicBezTo>
                <a:cubicBezTo>
                  <a:pt x="38" y="28"/>
                  <a:pt x="38" y="28"/>
                  <a:pt x="39" y="28"/>
                </a:cubicBezTo>
                <a:cubicBezTo>
                  <a:pt x="39" y="28"/>
                  <a:pt x="39" y="28"/>
                  <a:pt x="39" y="28"/>
                </a:cubicBezTo>
                <a:cubicBezTo>
                  <a:pt x="39" y="28"/>
                  <a:pt x="39" y="28"/>
                  <a:pt x="39" y="28"/>
                </a:cubicBezTo>
                <a:cubicBezTo>
                  <a:pt x="39" y="28"/>
                  <a:pt x="39" y="28"/>
                  <a:pt x="39" y="28"/>
                </a:cubicBezTo>
                <a:cubicBezTo>
                  <a:pt x="39" y="28"/>
                  <a:pt x="39" y="28"/>
                  <a:pt x="39" y="29"/>
                </a:cubicBezTo>
                <a:cubicBezTo>
                  <a:pt x="40" y="29"/>
                  <a:pt x="40" y="29"/>
                  <a:pt x="40" y="29"/>
                </a:cubicBezTo>
                <a:cubicBezTo>
                  <a:pt x="40" y="28"/>
                  <a:pt x="40" y="28"/>
                  <a:pt x="40" y="28"/>
                </a:cubicBezTo>
                <a:cubicBezTo>
                  <a:pt x="40" y="28"/>
                  <a:pt x="40" y="29"/>
                  <a:pt x="40" y="29"/>
                </a:cubicBezTo>
                <a:cubicBezTo>
                  <a:pt x="40" y="29"/>
                  <a:pt x="40" y="29"/>
                  <a:pt x="41" y="29"/>
                </a:cubicBezTo>
                <a:cubicBezTo>
                  <a:pt x="40" y="29"/>
                  <a:pt x="40" y="29"/>
                  <a:pt x="40" y="29"/>
                </a:cubicBezTo>
                <a:cubicBezTo>
                  <a:pt x="40" y="29"/>
                  <a:pt x="40" y="29"/>
                  <a:pt x="40"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1" y="29"/>
                  <a:pt x="41" y="29"/>
                  <a:pt x="41" y="30"/>
                </a:cubicBezTo>
                <a:cubicBezTo>
                  <a:pt x="41" y="30"/>
                  <a:pt x="41" y="30"/>
                  <a:pt x="41" y="30"/>
                </a:cubicBezTo>
                <a:cubicBezTo>
                  <a:pt x="42" y="30"/>
                  <a:pt x="42" y="30"/>
                  <a:pt x="42" y="31"/>
                </a:cubicBezTo>
                <a:cubicBezTo>
                  <a:pt x="42" y="31"/>
                  <a:pt x="42" y="31"/>
                  <a:pt x="42" y="31"/>
                </a:cubicBezTo>
                <a:cubicBezTo>
                  <a:pt x="42" y="30"/>
                  <a:pt x="42" y="30"/>
                  <a:pt x="42" y="30"/>
                </a:cubicBezTo>
                <a:cubicBezTo>
                  <a:pt x="42" y="30"/>
                  <a:pt x="42" y="30"/>
                  <a:pt x="42" y="30"/>
                </a:cubicBezTo>
                <a:cubicBezTo>
                  <a:pt x="42" y="30"/>
                  <a:pt x="42" y="30"/>
                  <a:pt x="42" y="30"/>
                </a:cubicBezTo>
                <a:cubicBezTo>
                  <a:pt x="42" y="30"/>
                  <a:pt x="42" y="30"/>
                  <a:pt x="43" y="30"/>
                </a:cubicBezTo>
                <a:cubicBezTo>
                  <a:pt x="43" y="30"/>
                  <a:pt x="43" y="30"/>
                  <a:pt x="43" y="30"/>
                </a:cubicBezTo>
                <a:cubicBezTo>
                  <a:pt x="43" y="30"/>
                  <a:pt x="43" y="30"/>
                  <a:pt x="43" y="30"/>
                </a:cubicBezTo>
                <a:cubicBezTo>
                  <a:pt x="43" y="30"/>
                  <a:pt x="43" y="30"/>
                  <a:pt x="43" y="30"/>
                </a:cubicBezTo>
                <a:cubicBezTo>
                  <a:pt x="43" y="30"/>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4" y="29"/>
                  <a:pt x="44" y="28"/>
                  <a:pt x="44" y="28"/>
                </a:cubicBezTo>
                <a:cubicBezTo>
                  <a:pt x="44" y="29"/>
                  <a:pt x="44" y="29"/>
                  <a:pt x="44" y="29"/>
                </a:cubicBezTo>
                <a:cubicBezTo>
                  <a:pt x="44" y="29"/>
                  <a:pt x="44" y="29"/>
                  <a:pt x="45" y="29"/>
                </a:cubicBezTo>
                <a:cubicBezTo>
                  <a:pt x="45" y="29"/>
                  <a:pt x="45" y="29"/>
                  <a:pt x="45" y="29"/>
                </a:cubicBezTo>
                <a:cubicBezTo>
                  <a:pt x="45" y="29"/>
                  <a:pt x="45" y="29"/>
                  <a:pt x="45" y="29"/>
                </a:cubicBezTo>
                <a:cubicBezTo>
                  <a:pt x="45" y="29"/>
                  <a:pt x="45" y="30"/>
                  <a:pt x="45" y="30"/>
                </a:cubicBezTo>
                <a:cubicBezTo>
                  <a:pt x="45" y="30"/>
                  <a:pt x="45" y="30"/>
                  <a:pt x="45" y="30"/>
                </a:cubicBezTo>
                <a:cubicBezTo>
                  <a:pt x="45" y="30"/>
                  <a:pt x="45" y="30"/>
                  <a:pt x="45" y="29"/>
                </a:cubicBezTo>
                <a:cubicBezTo>
                  <a:pt x="45" y="29"/>
                  <a:pt x="45" y="29"/>
                  <a:pt x="45" y="29"/>
                </a:cubicBezTo>
                <a:cubicBezTo>
                  <a:pt x="45" y="29"/>
                  <a:pt x="46" y="29"/>
                  <a:pt x="45" y="30"/>
                </a:cubicBezTo>
                <a:cubicBezTo>
                  <a:pt x="45" y="30"/>
                  <a:pt x="45"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6" y="31"/>
                  <a:pt x="46" y="31"/>
                  <a:pt x="46" y="31"/>
                </a:cubicBezTo>
                <a:cubicBezTo>
                  <a:pt x="46" y="31"/>
                  <a:pt x="46" y="31"/>
                  <a:pt x="46" y="31"/>
                </a:cubicBezTo>
                <a:cubicBezTo>
                  <a:pt x="46" y="31"/>
                  <a:pt x="46" y="31"/>
                  <a:pt x="46" y="31"/>
                </a:cubicBezTo>
                <a:cubicBezTo>
                  <a:pt x="46" y="31"/>
                  <a:pt x="46" y="31"/>
                  <a:pt x="47" y="31"/>
                </a:cubicBezTo>
                <a:cubicBezTo>
                  <a:pt x="47" y="31"/>
                  <a:pt x="47" y="31"/>
                  <a:pt x="47" y="31"/>
                </a:cubicBezTo>
                <a:cubicBezTo>
                  <a:pt x="47" y="31"/>
                  <a:pt x="47" y="31"/>
                  <a:pt x="47" y="31"/>
                </a:cubicBezTo>
                <a:cubicBezTo>
                  <a:pt x="46" y="30"/>
                  <a:pt x="46" y="30"/>
                  <a:pt x="46" y="30"/>
                </a:cubicBezTo>
                <a:cubicBezTo>
                  <a:pt x="46" y="30"/>
                  <a:pt x="47" y="30"/>
                  <a:pt x="46" y="30"/>
                </a:cubicBezTo>
                <a:cubicBezTo>
                  <a:pt x="46" y="30"/>
                  <a:pt x="46" y="30"/>
                  <a:pt x="46" y="29"/>
                </a:cubicBezTo>
                <a:cubicBezTo>
                  <a:pt x="46" y="29"/>
                  <a:pt x="46" y="29"/>
                  <a:pt x="46" y="29"/>
                </a:cubicBezTo>
                <a:cubicBezTo>
                  <a:pt x="46" y="29"/>
                  <a:pt x="46" y="29"/>
                  <a:pt x="47" y="29"/>
                </a:cubicBezTo>
                <a:cubicBezTo>
                  <a:pt x="47" y="29"/>
                  <a:pt x="47" y="29"/>
                  <a:pt x="47" y="29"/>
                </a:cubicBezTo>
                <a:cubicBezTo>
                  <a:pt x="47" y="29"/>
                  <a:pt x="46" y="28"/>
                  <a:pt x="46" y="28"/>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8" y="28"/>
                  <a:pt x="48" y="28"/>
                  <a:pt x="48" y="28"/>
                </a:cubicBezTo>
                <a:cubicBezTo>
                  <a:pt x="48" y="28"/>
                  <a:pt x="48" y="28"/>
                  <a:pt x="47" y="28"/>
                </a:cubicBezTo>
                <a:cubicBezTo>
                  <a:pt x="47" y="28"/>
                  <a:pt x="47" y="28"/>
                  <a:pt x="47" y="28"/>
                </a:cubicBezTo>
                <a:cubicBezTo>
                  <a:pt x="47" y="28"/>
                  <a:pt x="47" y="28"/>
                  <a:pt x="47" y="27"/>
                </a:cubicBezTo>
                <a:cubicBezTo>
                  <a:pt x="47" y="27"/>
                  <a:pt x="47" y="27"/>
                  <a:pt x="47" y="27"/>
                </a:cubicBezTo>
                <a:cubicBezTo>
                  <a:pt x="47" y="27"/>
                  <a:pt x="47" y="27"/>
                  <a:pt x="47" y="27"/>
                </a:cubicBezTo>
                <a:cubicBezTo>
                  <a:pt x="47" y="27"/>
                  <a:pt x="47" y="27"/>
                  <a:pt x="47" y="27"/>
                </a:cubicBezTo>
                <a:cubicBezTo>
                  <a:pt x="47" y="27"/>
                  <a:pt x="47" y="27"/>
                  <a:pt x="47" y="27"/>
                </a:cubicBezTo>
                <a:cubicBezTo>
                  <a:pt x="47" y="27"/>
                  <a:pt x="47" y="27"/>
                  <a:pt x="47" y="27"/>
                </a:cubicBezTo>
                <a:cubicBezTo>
                  <a:pt x="47" y="27"/>
                  <a:pt x="47" y="27"/>
                  <a:pt x="47" y="27"/>
                </a:cubicBezTo>
                <a:cubicBezTo>
                  <a:pt x="47" y="27"/>
                  <a:pt x="47" y="27"/>
                  <a:pt x="46" y="27"/>
                </a:cubicBezTo>
                <a:cubicBezTo>
                  <a:pt x="46" y="26"/>
                  <a:pt x="46" y="26"/>
                  <a:pt x="46" y="26"/>
                </a:cubicBezTo>
                <a:cubicBezTo>
                  <a:pt x="46" y="27"/>
                  <a:pt x="46" y="27"/>
                  <a:pt x="46" y="26"/>
                </a:cubicBezTo>
                <a:cubicBezTo>
                  <a:pt x="46" y="26"/>
                  <a:pt x="45" y="26"/>
                  <a:pt x="45" y="26"/>
                </a:cubicBezTo>
                <a:cubicBezTo>
                  <a:pt x="45" y="26"/>
                  <a:pt x="45" y="26"/>
                  <a:pt x="45" y="26"/>
                </a:cubicBezTo>
                <a:cubicBezTo>
                  <a:pt x="45" y="26"/>
                  <a:pt x="45" y="26"/>
                  <a:pt x="45" y="27"/>
                </a:cubicBezTo>
                <a:cubicBezTo>
                  <a:pt x="45" y="27"/>
                  <a:pt x="45" y="27"/>
                  <a:pt x="45" y="27"/>
                </a:cubicBezTo>
                <a:cubicBezTo>
                  <a:pt x="44" y="27"/>
                  <a:pt x="45" y="27"/>
                  <a:pt x="44" y="27"/>
                </a:cubicBezTo>
                <a:cubicBezTo>
                  <a:pt x="44" y="27"/>
                  <a:pt x="44" y="26"/>
                  <a:pt x="44" y="26"/>
                </a:cubicBezTo>
                <a:cubicBezTo>
                  <a:pt x="44" y="26"/>
                  <a:pt x="44" y="26"/>
                  <a:pt x="44" y="26"/>
                </a:cubicBezTo>
                <a:cubicBezTo>
                  <a:pt x="44" y="26"/>
                  <a:pt x="44" y="26"/>
                  <a:pt x="44" y="26"/>
                </a:cubicBezTo>
                <a:cubicBezTo>
                  <a:pt x="43" y="26"/>
                  <a:pt x="43" y="26"/>
                  <a:pt x="43" y="26"/>
                </a:cubicBezTo>
                <a:cubicBezTo>
                  <a:pt x="43" y="26"/>
                  <a:pt x="43" y="26"/>
                  <a:pt x="43" y="26"/>
                </a:cubicBezTo>
                <a:cubicBezTo>
                  <a:pt x="43" y="26"/>
                  <a:pt x="43" y="26"/>
                  <a:pt x="43" y="26"/>
                </a:cubicBezTo>
                <a:cubicBezTo>
                  <a:pt x="43" y="25"/>
                  <a:pt x="42" y="25"/>
                  <a:pt x="42" y="25"/>
                </a:cubicBezTo>
                <a:cubicBezTo>
                  <a:pt x="42" y="25"/>
                  <a:pt x="42" y="25"/>
                  <a:pt x="42" y="25"/>
                </a:cubicBezTo>
                <a:cubicBezTo>
                  <a:pt x="42" y="25"/>
                  <a:pt x="42" y="25"/>
                  <a:pt x="43" y="25"/>
                </a:cubicBezTo>
                <a:cubicBezTo>
                  <a:pt x="43" y="25"/>
                  <a:pt x="43" y="25"/>
                  <a:pt x="43" y="25"/>
                </a:cubicBezTo>
                <a:cubicBezTo>
                  <a:pt x="43" y="25"/>
                  <a:pt x="43" y="25"/>
                  <a:pt x="43" y="25"/>
                </a:cubicBezTo>
                <a:cubicBezTo>
                  <a:pt x="43" y="25"/>
                  <a:pt x="42" y="25"/>
                  <a:pt x="43" y="25"/>
                </a:cubicBezTo>
                <a:cubicBezTo>
                  <a:pt x="43" y="25"/>
                  <a:pt x="43" y="25"/>
                  <a:pt x="43" y="25"/>
                </a:cubicBezTo>
                <a:cubicBezTo>
                  <a:pt x="43" y="25"/>
                  <a:pt x="43" y="25"/>
                  <a:pt x="43" y="25"/>
                </a:cubicBezTo>
                <a:cubicBezTo>
                  <a:pt x="43" y="25"/>
                  <a:pt x="43" y="25"/>
                  <a:pt x="43" y="25"/>
                </a:cubicBezTo>
                <a:cubicBezTo>
                  <a:pt x="43" y="25"/>
                  <a:pt x="43" y="26"/>
                  <a:pt x="43"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5"/>
                  <a:pt x="43" y="25"/>
                </a:cubicBezTo>
                <a:cubicBezTo>
                  <a:pt x="43" y="25"/>
                  <a:pt x="43" y="25"/>
                  <a:pt x="42" y="25"/>
                </a:cubicBezTo>
                <a:cubicBezTo>
                  <a:pt x="42" y="25"/>
                  <a:pt x="42" y="25"/>
                  <a:pt x="42" y="24"/>
                </a:cubicBezTo>
                <a:cubicBezTo>
                  <a:pt x="42" y="24"/>
                  <a:pt x="42" y="24"/>
                  <a:pt x="41" y="24"/>
                </a:cubicBezTo>
                <a:cubicBezTo>
                  <a:pt x="41" y="24"/>
                  <a:pt x="41" y="24"/>
                  <a:pt x="41"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1" y="23"/>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2" y="22"/>
                  <a:pt x="42" y="23"/>
                  <a:pt x="42" y="23"/>
                </a:cubicBezTo>
                <a:cubicBezTo>
                  <a:pt x="42" y="23"/>
                  <a:pt x="42" y="23"/>
                  <a:pt x="42" y="23"/>
                </a:cubicBezTo>
                <a:cubicBezTo>
                  <a:pt x="42" y="23"/>
                  <a:pt x="42" y="23"/>
                  <a:pt x="42" y="23"/>
                </a:cubicBezTo>
                <a:cubicBezTo>
                  <a:pt x="42" y="23"/>
                  <a:pt x="42" y="23"/>
                  <a:pt x="43" y="24"/>
                </a:cubicBezTo>
                <a:cubicBezTo>
                  <a:pt x="43" y="24"/>
                  <a:pt x="43" y="24"/>
                  <a:pt x="43" y="24"/>
                </a:cubicBezTo>
                <a:cubicBezTo>
                  <a:pt x="43" y="24"/>
                  <a:pt x="43" y="23"/>
                  <a:pt x="43" y="23"/>
                </a:cubicBezTo>
                <a:cubicBezTo>
                  <a:pt x="43" y="23"/>
                  <a:pt x="43" y="23"/>
                  <a:pt x="43" y="23"/>
                </a:cubicBezTo>
                <a:cubicBezTo>
                  <a:pt x="43" y="23"/>
                  <a:pt x="43" y="23"/>
                  <a:pt x="43" y="23"/>
                </a:cubicBezTo>
                <a:cubicBezTo>
                  <a:pt x="43" y="24"/>
                  <a:pt x="43" y="24"/>
                  <a:pt x="43" y="24"/>
                </a:cubicBezTo>
                <a:cubicBezTo>
                  <a:pt x="43" y="24"/>
                  <a:pt x="43" y="24"/>
                  <a:pt x="44" y="24"/>
                </a:cubicBezTo>
                <a:cubicBezTo>
                  <a:pt x="44" y="24"/>
                  <a:pt x="44" y="24"/>
                  <a:pt x="44" y="24"/>
                </a:cubicBezTo>
                <a:cubicBezTo>
                  <a:pt x="44" y="24"/>
                  <a:pt x="44" y="24"/>
                  <a:pt x="44" y="24"/>
                </a:cubicBezTo>
                <a:cubicBezTo>
                  <a:pt x="44" y="24"/>
                  <a:pt x="44" y="24"/>
                  <a:pt x="44" y="24"/>
                </a:cubicBezTo>
                <a:cubicBezTo>
                  <a:pt x="45" y="25"/>
                  <a:pt x="45" y="25"/>
                  <a:pt x="45" y="24"/>
                </a:cubicBezTo>
                <a:cubicBezTo>
                  <a:pt x="45" y="24"/>
                  <a:pt x="45" y="24"/>
                  <a:pt x="45" y="24"/>
                </a:cubicBezTo>
                <a:cubicBezTo>
                  <a:pt x="45" y="24"/>
                  <a:pt x="45" y="24"/>
                  <a:pt x="45" y="24"/>
                </a:cubicBezTo>
                <a:cubicBezTo>
                  <a:pt x="45" y="24"/>
                  <a:pt x="46" y="25"/>
                  <a:pt x="46" y="24"/>
                </a:cubicBezTo>
                <a:cubicBezTo>
                  <a:pt x="46" y="24"/>
                  <a:pt x="46" y="24"/>
                  <a:pt x="46" y="24"/>
                </a:cubicBezTo>
                <a:cubicBezTo>
                  <a:pt x="46" y="24"/>
                  <a:pt x="46" y="24"/>
                  <a:pt x="47" y="24"/>
                </a:cubicBezTo>
                <a:cubicBezTo>
                  <a:pt x="47" y="24"/>
                  <a:pt x="47" y="24"/>
                  <a:pt x="47" y="24"/>
                </a:cubicBezTo>
                <a:cubicBezTo>
                  <a:pt x="47" y="24"/>
                  <a:pt x="47" y="24"/>
                  <a:pt x="47" y="24"/>
                </a:cubicBezTo>
                <a:cubicBezTo>
                  <a:pt x="46" y="24"/>
                  <a:pt x="46" y="24"/>
                  <a:pt x="46" y="24"/>
                </a:cubicBezTo>
                <a:cubicBezTo>
                  <a:pt x="46" y="25"/>
                  <a:pt x="46" y="25"/>
                  <a:pt x="46" y="25"/>
                </a:cubicBezTo>
                <a:cubicBezTo>
                  <a:pt x="46" y="25"/>
                  <a:pt x="46" y="25"/>
                  <a:pt x="46" y="25"/>
                </a:cubicBezTo>
                <a:cubicBezTo>
                  <a:pt x="46" y="25"/>
                  <a:pt x="47" y="24"/>
                  <a:pt x="47" y="25"/>
                </a:cubicBezTo>
                <a:cubicBezTo>
                  <a:pt x="47" y="25"/>
                  <a:pt x="47" y="25"/>
                  <a:pt x="47" y="25"/>
                </a:cubicBezTo>
                <a:cubicBezTo>
                  <a:pt x="47" y="25"/>
                  <a:pt x="47" y="25"/>
                  <a:pt x="47" y="25"/>
                </a:cubicBezTo>
                <a:cubicBezTo>
                  <a:pt x="48" y="25"/>
                  <a:pt x="48" y="25"/>
                  <a:pt x="48" y="25"/>
                </a:cubicBezTo>
                <a:cubicBezTo>
                  <a:pt x="48" y="25"/>
                  <a:pt x="48" y="25"/>
                  <a:pt x="48" y="25"/>
                </a:cubicBezTo>
                <a:cubicBezTo>
                  <a:pt x="48" y="25"/>
                  <a:pt x="48" y="25"/>
                  <a:pt x="48" y="25"/>
                </a:cubicBezTo>
                <a:cubicBezTo>
                  <a:pt x="48" y="25"/>
                  <a:pt x="48" y="24"/>
                  <a:pt x="48" y="24"/>
                </a:cubicBezTo>
                <a:cubicBezTo>
                  <a:pt x="48" y="24"/>
                  <a:pt x="48" y="24"/>
                  <a:pt x="48" y="24"/>
                </a:cubicBezTo>
                <a:cubicBezTo>
                  <a:pt x="48" y="24"/>
                  <a:pt x="48" y="24"/>
                  <a:pt x="49" y="24"/>
                </a:cubicBezTo>
                <a:cubicBezTo>
                  <a:pt x="49" y="25"/>
                  <a:pt x="49" y="24"/>
                  <a:pt x="49" y="24"/>
                </a:cubicBezTo>
                <a:cubicBezTo>
                  <a:pt x="49" y="24"/>
                  <a:pt x="49" y="24"/>
                  <a:pt x="49" y="24"/>
                </a:cubicBezTo>
                <a:cubicBezTo>
                  <a:pt x="49" y="24"/>
                  <a:pt x="49" y="24"/>
                  <a:pt x="49" y="24"/>
                </a:cubicBezTo>
                <a:cubicBezTo>
                  <a:pt x="49" y="24"/>
                  <a:pt x="49" y="24"/>
                  <a:pt x="49" y="24"/>
                </a:cubicBezTo>
                <a:cubicBezTo>
                  <a:pt x="49" y="25"/>
                  <a:pt x="49" y="24"/>
                  <a:pt x="50" y="24"/>
                </a:cubicBezTo>
                <a:cubicBezTo>
                  <a:pt x="49" y="25"/>
                  <a:pt x="49" y="25"/>
                  <a:pt x="50" y="25"/>
                </a:cubicBezTo>
                <a:cubicBezTo>
                  <a:pt x="50" y="25"/>
                  <a:pt x="50" y="25"/>
                  <a:pt x="50" y="25"/>
                </a:cubicBezTo>
                <a:cubicBezTo>
                  <a:pt x="50" y="25"/>
                  <a:pt x="50" y="25"/>
                  <a:pt x="51" y="25"/>
                </a:cubicBezTo>
                <a:cubicBezTo>
                  <a:pt x="51" y="25"/>
                  <a:pt x="51" y="25"/>
                  <a:pt x="51" y="25"/>
                </a:cubicBezTo>
                <a:cubicBezTo>
                  <a:pt x="51" y="25"/>
                  <a:pt x="51" y="25"/>
                  <a:pt x="51" y="25"/>
                </a:cubicBezTo>
                <a:cubicBezTo>
                  <a:pt x="51" y="25"/>
                  <a:pt x="51" y="25"/>
                  <a:pt x="50" y="25"/>
                </a:cubicBezTo>
                <a:cubicBezTo>
                  <a:pt x="51" y="25"/>
                  <a:pt x="51" y="25"/>
                  <a:pt x="51" y="25"/>
                </a:cubicBezTo>
                <a:cubicBezTo>
                  <a:pt x="51" y="25"/>
                  <a:pt x="51" y="25"/>
                  <a:pt x="51" y="25"/>
                </a:cubicBezTo>
                <a:cubicBezTo>
                  <a:pt x="51" y="24"/>
                  <a:pt x="51" y="24"/>
                  <a:pt x="51" y="24"/>
                </a:cubicBezTo>
                <a:cubicBezTo>
                  <a:pt x="51" y="24"/>
                  <a:pt x="51" y="24"/>
                  <a:pt x="51" y="24"/>
                </a:cubicBezTo>
                <a:cubicBezTo>
                  <a:pt x="51" y="24"/>
                  <a:pt x="51" y="24"/>
                  <a:pt x="51" y="24"/>
                </a:cubicBezTo>
                <a:cubicBezTo>
                  <a:pt x="52" y="24"/>
                  <a:pt x="52" y="24"/>
                  <a:pt x="52" y="24"/>
                </a:cubicBezTo>
                <a:cubicBezTo>
                  <a:pt x="52" y="24"/>
                  <a:pt x="52" y="24"/>
                  <a:pt x="52" y="24"/>
                </a:cubicBezTo>
                <a:cubicBezTo>
                  <a:pt x="52" y="24"/>
                  <a:pt x="52" y="24"/>
                  <a:pt x="52" y="24"/>
                </a:cubicBezTo>
                <a:cubicBezTo>
                  <a:pt x="53" y="24"/>
                  <a:pt x="53" y="24"/>
                  <a:pt x="53" y="23"/>
                </a:cubicBezTo>
                <a:cubicBezTo>
                  <a:pt x="53" y="23"/>
                  <a:pt x="53" y="24"/>
                  <a:pt x="53" y="23"/>
                </a:cubicBezTo>
                <a:cubicBezTo>
                  <a:pt x="53" y="23"/>
                  <a:pt x="53" y="23"/>
                  <a:pt x="53" y="23"/>
                </a:cubicBezTo>
                <a:cubicBezTo>
                  <a:pt x="53" y="23"/>
                  <a:pt x="53" y="23"/>
                  <a:pt x="53" y="23"/>
                </a:cubicBezTo>
                <a:cubicBezTo>
                  <a:pt x="53" y="23"/>
                  <a:pt x="54" y="23"/>
                  <a:pt x="54" y="23"/>
                </a:cubicBezTo>
                <a:cubicBezTo>
                  <a:pt x="54" y="23"/>
                  <a:pt x="54" y="23"/>
                  <a:pt x="54" y="23"/>
                </a:cubicBezTo>
                <a:cubicBezTo>
                  <a:pt x="54" y="23"/>
                  <a:pt x="54" y="24"/>
                  <a:pt x="54" y="24"/>
                </a:cubicBezTo>
                <a:cubicBezTo>
                  <a:pt x="54" y="24"/>
                  <a:pt x="53" y="24"/>
                  <a:pt x="53" y="24"/>
                </a:cubicBezTo>
                <a:cubicBezTo>
                  <a:pt x="53" y="24"/>
                  <a:pt x="53" y="24"/>
                  <a:pt x="53" y="24"/>
                </a:cubicBezTo>
                <a:cubicBezTo>
                  <a:pt x="53" y="24"/>
                  <a:pt x="53" y="24"/>
                  <a:pt x="53" y="24"/>
                </a:cubicBezTo>
                <a:cubicBezTo>
                  <a:pt x="54" y="24"/>
                  <a:pt x="54" y="24"/>
                  <a:pt x="54" y="24"/>
                </a:cubicBezTo>
                <a:cubicBezTo>
                  <a:pt x="54" y="24"/>
                  <a:pt x="54" y="24"/>
                  <a:pt x="54" y="24"/>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5" y="23"/>
                  <a:pt x="55" y="22"/>
                </a:cubicBezTo>
                <a:cubicBezTo>
                  <a:pt x="54" y="22"/>
                  <a:pt x="54" y="22"/>
                  <a:pt x="54" y="22"/>
                </a:cubicBezTo>
                <a:cubicBezTo>
                  <a:pt x="54"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4" y="22"/>
                  <a:pt x="54" y="22"/>
                </a:cubicBezTo>
                <a:cubicBezTo>
                  <a:pt x="54" y="22"/>
                  <a:pt x="54" y="22"/>
                  <a:pt x="54" y="22"/>
                </a:cubicBezTo>
                <a:cubicBezTo>
                  <a:pt x="55" y="22"/>
                  <a:pt x="55" y="22"/>
                  <a:pt x="56" y="22"/>
                </a:cubicBezTo>
                <a:cubicBezTo>
                  <a:pt x="56" y="22"/>
                  <a:pt x="56" y="22"/>
                  <a:pt x="56" y="22"/>
                </a:cubicBezTo>
                <a:cubicBezTo>
                  <a:pt x="56" y="22"/>
                  <a:pt x="55" y="22"/>
                  <a:pt x="56" y="22"/>
                </a:cubicBezTo>
                <a:cubicBezTo>
                  <a:pt x="56" y="22"/>
                  <a:pt x="56" y="22"/>
                  <a:pt x="56" y="22"/>
                </a:cubicBezTo>
                <a:cubicBezTo>
                  <a:pt x="56" y="21"/>
                  <a:pt x="56" y="21"/>
                  <a:pt x="55" y="21"/>
                </a:cubicBezTo>
                <a:cubicBezTo>
                  <a:pt x="55" y="21"/>
                  <a:pt x="55" y="21"/>
                  <a:pt x="55" y="21"/>
                </a:cubicBezTo>
                <a:cubicBezTo>
                  <a:pt x="55" y="21"/>
                  <a:pt x="55"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3" y="21"/>
                </a:cubicBezTo>
                <a:cubicBezTo>
                  <a:pt x="53" y="21"/>
                  <a:pt x="53" y="21"/>
                  <a:pt x="53" y="21"/>
                </a:cubicBezTo>
                <a:cubicBezTo>
                  <a:pt x="53" y="20"/>
                  <a:pt x="53" y="21"/>
                  <a:pt x="53" y="20"/>
                </a:cubicBezTo>
                <a:cubicBezTo>
                  <a:pt x="53" y="20"/>
                  <a:pt x="53" y="21"/>
                  <a:pt x="54" y="21"/>
                </a:cubicBezTo>
                <a:cubicBezTo>
                  <a:pt x="54" y="21"/>
                  <a:pt x="54" y="21"/>
                  <a:pt x="54" y="21"/>
                </a:cubicBezTo>
                <a:cubicBezTo>
                  <a:pt x="54" y="21"/>
                  <a:pt x="54" y="21"/>
                  <a:pt x="54" y="21"/>
                </a:cubicBezTo>
                <a:cubicBezTo>
                  <a:pt x="54" y="21"/>
                  <a:pt x="55" y="21"/>
                  <a:pt x="55" y="21"/>
                </a:cubicBezTo>
                <a:cubicBezTo>
                  <a:pt x="55" y="21"/>
                  <a:pt x="55" y="21"/>
                  <a:pt x="55" y="21"/>
                </a:cubicBezTo>
                <a:cubicBezTo>
                  <a:pt x="55" y="21"/>
                  <a:pt x="55" y="21"/>
                  <a:pt x="55" y="21"/>
                </a:cubicBezTo>
                <a:cubicBezTo>
                  <a:pt x="55" y="21"/>
                  <a:pt x="55" y="21"/>
                  <a:pt x="55" y="21"/>
                </a:cubicBezTo>
                <a:cubicBezTo>
                  <a:pt x="56" y="21"/>
                  <a:pt x="56" y="21"/>
                  <a:pt x="56" y="21"/>
                </a:cubicBezTo>
                <a:cubicBezTo>
                  <a:pt x="57" y="21"/>
                  <a:pt x="57" y="21"/>
                  <a:pt x="57" y="21"/>
                </a:cubicBezTo>
                <a:cubicBezTo>
                  <a:pt x="57" y="21"/>
                  <a:pt x="57" y="21"/>
                  <a:pt x="57" y="21"/>
                </a:cubicBezTo>
                <a:cubicBezTo>
                  <a:pt x="57" y="21"/>
                  <a:pt x="58" y="21"/>
                  <a:pt x="58" y="21"/>
                </a:cubicBezTo>
                <a:cubicBezTo>
                  <a:pt x="58" y="21"/>
                  <a:pt x="58" y="21"/>
                  <a:pt x="58" y="20"/>
                </a:cubicBezTo>
                <a:cubicBezTo>
                  <a:pt x="58" y="20"/>
                  <a:pt x="58" y="20"/>
                  <a:pt x="58" y="20"/>
                </a:cubicBezTo>
                <a:cubicBezTo>
                  <a:pt x="59" y="20"/>
                  <a:pt x="59" y="20"/>
                  <a:pt x="60" y="20"/>
                </a:cubicBezTo>
                <a:cubicBezTo>
                  <a:pt x="60" y="20"/>
                  <a:pt x="60" y="20"/>
                  <a:pt x="60" y="20"/>
                </a:cubicBezTo>
                <a:cubicBezTo>
                  <a:pt x="60" y="20"/>
                  <a:pt x="60"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60" y="20"/>
                </a:cubicBezTo>
                <a:cubicBezTo>
                  <a:pt x="60" y="20"/>
                  <a:pt x="60" y="20"/>
                  <a:pt x="60" y="20"/>
                </a:cubicBezTo>
                <a:cubicBezTo>
                  <a:pt x="60" y="20"/>
                  <a:pt x="60" y="20"/>
                  <a:pt x="61" y="20"/>
                </a:cubicBezTo>
                <a:cubicBezTo>
                  <a:pt x="61" y="20"/>
                  <a:pt x="61" y="20"/>
                  <a:pt x="61" y="19"/>
                </a:cubicBezTo>
                <a:cubicBezTo>
                  <a:pt x="61" y="19"/>
                  <a:pt x="61" y="19"/>
                  <a:pt x="61" y="19"/>
                </a:cubicBezTo>
                <a:cubicBezTo>
                  <a:pt x="61" y="19"/>
                  <a:pt x="62" y="19"/>
                  <a:pt x="62" y="19"/>
                </a:cubicBezTo>
                <a:cubicBezTo>
                  <a:pt x="62" y="19"/>
                  <a:pt x="62" y="19"/>
                  <a:pt x="62" y="19"/>
                </a:cubicBezTo>
                <a:cubicBezTo>
                  <a:pt x="62" y="19"/>
                  <a:pt x="62" y="19"/>
                  <a:pt x="62" y="19"/>
                </a:cubicBezTo>
                <a:cubicBezTo>
                  <a:pt x="63" y="19"/>
                  <a:pt x="63" y="19"/>
                  <a:pt x="63" y="19"/>
                </a:cubicBezTo>
                <a:close/>
                <a:moveTo>
                  <a:pt x="27" y="24"/>
                </a:moveTo>
                <a:cubicBezTo>
                  <a:pt x="26" y="24"/>
                  <a:pt x="26" y="25"/>
                  <a:pt x="26" y="25"/>
                </a:cubicBezTo>
                <a:cubicBezTo>
                  <a:pt x="26" y="26"/>
                  <a:pt x="26" y="26"/>
                  <a:pt x="26" y="26"/>
                </a:cubicBezTo>
                <a:cubicBezTo>
                  <a:pt x="26" y="26"/>
                  <a:pt x="26" y="26"/>
                  <a:pt x="25" y="27"/>
                </a:cubicBezTo>
                <a:cubicBezTo>
                  <a:pt x="25" y="27"/>
                  <a:pt x="25" y="27"/>
                  <a:pt x="25" y="27"/>
                </a:cubicBezTo>
                <a:cubicBezTo>
                  <a:pt x="25" y="27"/>
                  <a:pt x="25" y="27"/>
                  <a:pt x="25" y="27"/>
                </a:cubicBezTo>
                <a:cubicBezTo>
                  <a:pt x="24" y="26"/>
                  <a:pt x="24" y="27"/>
                  <a:pt x="24" y="27"/>
                </a:cubicBezTo>
                <a:cubicBezTo>
                  <a:pt x="24" y="27"/>
                  <a:pt x="24" y="27"/>
                  <a:pt x="24" y="27"/>
                </a:cubicBezTo>
                <a:cubicBezTo>
                  <a:pt x="23" y="27"/>
                  <a:pt x="23" y="28"/>
                  <a:pt x="23" y="28"/>
                </a:cubicBezTo>
                <a:cubicBezTo>
                  <a:pt x="23" y="28"/>
                  <a:pt x="23" y="28"/>
                  <a:pt x="23" y="28"/>
                </a:cubicBezTo>
                <a:cubicBezTo>
                  <a:pt x="23" y="27"/>
                  <a:pt x="23" y="27"/>
                  <a:pt x="23" y="27"/>
                </a:cubicBezTo>
                <a:cubicBezTo>
                  <a:pt x="23" y="27"/>
                  <a:pt x="23" y="27"/>
                  <a:pt x="23" y="27"/>
                </a:cubicBezTo>
                <a:cubicBezTo>
                  <a:pt x="23" y="27"/>
                  <a:pt x="23" y="27"/>
                  <a:pt x="23" y="27"/>
                </a:cubicBezTo>
                <a:cubicBezTo>
                  <a:pt x="23" y="27"/>
                  <a:pt x="23" y="27"/>
                  <a:pt x="23" y="27"/>
                </a:cubicBezTo>
                <a:cubicBezTo>
                  <a:pt x="23" y="26"/>
                  <a:pt x="23" y="26"/>
                  <a:pt x="23" y="27"/>
                </a:cubicBezTo>
                <a:cubicBezTo>
                  <a:pt x="22" y="27"/>
                  <a:pt x="22" y="27"/>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1" y="27"/>
                  <a:pt x="22" y="27"/>
                </a:cubicBezTo>
                <a:cubicBezTo>
                  <a:pt x="22" y="27"/>
                  <a:pt x="22" y="27"/>
                  <a:pt x="22" y="27"/>
                </a:cubicBezTo>
                <a:cubicBezTo>
                  <a:pt x="21" y="27"/>
                  <a:pt x="21" y="27"/>
                  <a:pt x="22" y="27"/>
                </a:cubicBezTo>
                <a:cubicBezTo>
                  <a:pt x="22" y="27"/>
                  <a:pt x="21" y="28"/>
                  <a:pt x="21" y="28"/>
                </a:cubicBezTo>
                <a:cubicBezTo>
                  <a:pt x="21" y="28"/>
                  <a:pt x="21" y="28"/>
                  <a:pt x="21" y="28"/>
                </a:cubicBezTo>
                <a:cubicBezTo>
                  <a:pt x="20" y="28"/>
                  <a:pt x="20" y="28"/>
                  <a:pt x="20" y="28"/>
                </a:cubicBezTo>
                <a:cubicBezTo>
                  <a:pt x="19" y="28"/>
                  <a:pt x="19" y="28"/>
                  <a:pt x="19" y="28"/>
                </a:cubicBezTo>
                <a:cubicBezTo>
                  <a:pt x="19" y="28"/>
                  <a:pt x="19" y="28"/>
                  <a:pt x="19" y="28"/>
                </a:cubicBezTo>
                <a:cubicBezTo>
                  <a:pt x="19" y="28"/>
                  <a:pt x="19" y="28"/>
                  <a:pt x="19" y="28"/>
                </a:cubicBezTo>
                <a:cubicBezTo>
                  <a:pt x="19" y="28"/>
                  <a:pt x="19" y="27"/>
                  <a:pt x="19" y="27"/>
                </a:cubicBezTo>
                <a:cubicBezTo>
                  <a:pt x="20" y="27"/>
                  <a:pt x="20" y="27"/>
                  <a:pt x="20"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8" y="27"/>
                  <a:pt x="18" y="27"/>
                </a:cubicBezTo>
                <a:cubicBezTo>
                  <a:pt x="18" y="27"/>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9"/>
                </a:cubicBezTo>
                <a:cubicBezTo>
                  <a:pt x="18" y="29"/>
                  <a:pt x="18" y="29"/>
                  <a:pt x="18" y="29"/>
                </a:cubicBezTo>
                <a:cubicBezTo>
                  <a:pt x="18" y="29"/>
                  <a:pt x="18" y="29"/>
                  <a:pt x="18" y="29"/>
                </a:cubicBezTo>
                <a:cubicBezTo>
                  <a:pt x="18" y="29"/>
                  <a:pt x="18" y="29"/>
                  <a:pt x="18" y="30"/>
                </a:cubicBezTo>
                <a:cubicBezTo>
                  <a:pt x="18" y="30"/>
                  <a:pt x="18" y="30"/>
                  <a:pt x="18" y="30"/>
                </a:cubicBezTo>
                <a:cubicBezTo>
                  <a:pt x="18" y="30"/>
                  <a:pt x="18" y="30"/>
                  <a:pt x="18" y="30"/>
                </a:cubicBezTo>
                <a:cubicBezTo>
                  <a:pt x="18" y="29"/>
                  <a:pt x="18" y="29"/>
                  <a:pt x="18" y="29"/>
                </a:cubicBezTo>
                <a:cubicBezTo>
                  <a:pt x="18" y="29"/>
                  <a:pt x="19" y="28"/>
                  <a:pt x="19" y="28"/>
                </a:cubicBezTo>
                <a:cubicBezTo>
                  <a:pt x="19" y="28"/>
                  <a:pt x="19" y="28"/>
                  <a:pt x="19" y="28"/>
                </a:cubicBezTo>
                <a:cubicBezTo>
                  <a:pt x="18" y="28"/>
                  <a:pt x="19" y="29"/>
                  <a:pt x="18" y="29"/>
                </a:cubicBezTo>
                <a:cubicBezTo>
                  <a:pt x="18" y="30"/>
                  <a:pt x="18" y="30"/>
                  <a:pt x="18" y="30"/>
                </a:cubicBezTo>
                <a:cubicBezTo>
                  <a:pt x="18" y="30"/>
                  <a:pt x="18" y="30"/>
                  <a:pt x="18" y="30"/>
                </a:cubicBezTo>
                <a:cubicBezTo>
                  <a:pt x="18" y="30"/>
                  <a:pt x="18" y="30"/>
                  <a:pt x="18" y="30"/>
                </a:cubicBezTo>
                <a:cubicBezTo>
                  <a:pt x="18" y="31"/>
                  <a:pt x="18" y="31"/>
                  <a:pt x="17" y="31"/>
                </a:cubicBezTo>
                <a:cubicBezTo>
                  <a:pt x="17" y="31"/>
                  <a:pt x="17" y="31"/>
                  <a:pt x="17" y="32"/>
                </a:cubicBezTo>
                <a:cubicBezTo>
                  <a:pt x="17" y="32"/>
                  <a:pt x="17" y="32"/>
                  <a:pt x="17" y="32"/>
                </a:cubicBezTo>
                <a:cubicBezTo>
                  <a:pt x="17" y="32"/>
                  <a:pt x="17" y="32"/>
                  <a:pt x="17" y="32"/>
                </a:cubicBezTo>
                <a:cubicBezTo>
                  <a:pt x="17" y="32"/>
                  <a:pt x="17" y="32"/>
                  <a:pt x="17" y="32"/>
                </a:cubicBezTo>
                <a:cubicBezTo>
                  <a:pt x="17" y="32"/>
                  <a:pt x="16" y="32"/>
                  <a:pt x="16" y="32"/>
                </a:cubicBezTo>
                <a:cubicBezTo>
                  <a:pt x="17" y="32"/>
                  <a:pt x="16" y="31"/>
                  <a:pt x="16" y="31"/>
                </a:cubicBezTo>
                <a:cubicBezTo>
                  <a:pt x="16" y="31"/>
                  <a:pt x="16" y="31"/>
                  <a:pt x="16" y="32"/>
                </a:cubicBezTo>
                <a:cubicBezTo>
                  <a:pt x="16" y="32"/>
                  <a:pt x="16" y="32"/>
                  <a:pt x="16" y="32"/>
                </a:cubicBezTo>
                <a:cubicBezTo>
                  <a:pt x="16" y="32"/>
                  <a:pt x="16" y="32"/>
                  <a:pt x="17" y="32"/>
                </a:cubicBezTo>
                <a:cubicBezTo>
                  <a:pt x="17" y="32"/>
                  <a:pt x="17" y="32"/>
                  <a:pt x="17" y="32"/>
                </a:cubicBezTo>
                <a:cubicBezTo>
                  <a:pt x="17" y="33"/>
                  <a:pt x="16" y="33"/>
                  <a:pt x="16" y="32"/>
                </a:cubicBezTo>
                <a:cubicBezTo>
                  <a:pt x="16" y="32"/>
                  <a:pt x="16" y="32"/>
                  <a:pt x="16" y="32"/>
                </a:cubicBezTo>
                <a:cubicBezTo>
                  <a:pt x="16" y="32"/>
                  <a:pt x="16" y="32"/>
                  <a:pt x="16" y="32"/>
                </a:cubicBezTo>
                <a:cubicBezTo>
                  <a:pt x="16" y="32"/>
                  <a:pt x="16" y="32"/>
                  <a:pt x="16" y="32"/>
                </a:cubicBezTo>
                <a:cubicBezTo>
                  <a:pt x="16" y="32"/>
                  <a:pt x="16" y="32"/>
                  <a:pt x="16" y="32"/>
                </a:cubicBezTo>
                <a:cubicBezTo>
                  <a:pt x="16" y="32"/>
                  <a:pt x="15" y="32"/>
                  <a:pt x="15" y="32"/>
                </a:cubicBezTo>
                <a:cubicBezTo>
                  <a:pt x="15" y="32"/>
                  <a:pt x="15" y="32"/>
                  <a:pt x="15" y="32"/>
                </a:cubicBezTo>
                <a:cubicBezTo>
                  <a:pt x="15" y="32"/>
                  <a:pt x="15" y="32"/>
                  <a:pt x="15" y="32"/>
                </a:cubicBezTo>
                <a:cubicBezTo>
                  <a:pt x="15" y="32"/>
                  <a:pt x="15" y="32"/>
                  <a:pt x="15" y="32"/>
                </a:cubicBezTo>
                <a:cubicBezTo>
                  <a:pt x="15" y="32"/>
                  <a:pt x="15" y="33"/>
                  <a:pt x="15" y="33"/>
                </a:cubicBezTo>
                <a:cubicBezTo>
                  <a:pt x="15" y="32"/>
                  <a:pt x="15" y="32"/>
                  <a:pt x="15" y="32"/>
                </a:cubicBezTo>
                <a:cubicBezTo>
                  <a:pt x="15" y="32"/>
                  <a:pt x="14" y="32"/>
                  <a:pt x="14" y="32"/>
                </a:cubicBezTo>
                <a:cubicBezTo>
                  <a:pt x="14" y="32"/>
                  <a:pt x="14" y="31"/>
                  <a:pt x="14" y="31"/>
                </a:cubicBezTo>
                <a:cubicBezTo>
                  <a:pt x="14" y="31"/>
                  <a:pt x="14" y="31"/>
                  <a:pt x="14" y="31"/>
                </a:cubicBezTo>
                <a:cubicBezTo>
                  <a:pt x="14" y="31"/>
                  <a:pt x="14" y="31"/>
                  <a:pt x="13" y="31"/>
                </a:cubicBezTo>
                <a:cubicBezTo>
                  <a:pt x="13" y="31"/>
                  <a:pt x="13" y="31"/>
                  <a:pt x="13" y="31"/>
                </a:cubicBezTo>
                <a:cubicBezTo>
                  <a:pt x="13" y="31"/>
                  <a:pt x="13" y="31"/>
                  <a:pt x="13" y="31"/>
                </a:cubicBezTo>
                <a:cubicBezTo>
                  <a:pt x="13" y="31"/>
                  <a:pt x="13" y="31"/>
                  <a:pt x="13" y="31"/>
                </a:cubicBezTo>
                <a:cubicBezTo>
                  <a:pt x="13" y="31"/>
                  <a:pt x="13" y="31"/>
                  <a:pt x="13" y="32"/>
                </a:cubicBezTo>
                <a:cubicBezTo>
                  <a:pt x="13" y="32"/>
                  <a:pt x="13" y="32"/>
                  <a:pt x="13" y="32"/>
                </a:cubicBezTo>
                <a:cubicBezTo>
                  <a:pt x="13" y="32"/>
                  <a:pt x="13" y="32"/>
                  <a:pt x="13" y="32"/>
                </a:cubicBezTo>
                <a:cubicBezTo>
                  <a:pt x="13" y="32"/>
                  <a:pt x="13" y="31"/>
                  <a:pt x="14" y="31"/>
                </a:cubicBezTo>
                <a:cubicBezTo>
                  <a:pt x="14" y="31"/>
                  <a:pt x="14" y="32"/>
                  <a:pt x="14" y="32"/>
                </a:cubicBezTo>
                <a:cubicBezTo>
                  <a:pt x="14" y="32"/>
                  <a:pt x="14" y="32"/>
                  <a:pt x="14" y="32"/>
                </a:cubicBezTo>
                <a:cubicBezTo>
                  <a:pt x="14" y="32"/>
                  <a:pt x="14" y="32"/>
                  <a:pt x="14" y="32"/>
                </a:cubicBezTo>
                <a:cubicBezTo>
                  <a:pt x="14" y="32"/>
                  <a:pt x="15" y="32"/>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4"/>
                </a:cubicBezTo>
                <a:cubicBezTo>
                  <a:pt x="14" y="34"/>
                  <a:pt x="13" y="34"/>
                  <a:pt x="13" y="34"/>
                </a:cubicBezTo>
                <a:cubicBezTo>
                  <a:pt x="13" y="34"/>
                  <a:pt x="13" y="34"/>
                  <a:pt x="13" y="34"/>
                </a:cubicBezTo>
                <a:cubicBezTo>
                  <a:pt x="13" y="34"/>
                  <a:pt x="13" y="34"/>
                  <a:pt x="13" y="34"/>
                </a:cubicBezTo>
                <a:cubicBezTo>
                  <a:pt x="13" y="34"/>
                  <a:pt x="13" y="35"/>
                  <a:pt x="12" y="35"/>
                </a:cubicBezTo>
                <a:cubicBezTo>
                  <a:pt x="12" y="35"/>
                  <a:pt x="12" y="34"/>
                  <a:pt x="12" y="34"/>
                </a:cubicBezTo>
                <a:cubicBezTo>
                  <a:pt x="12" y="34"/>
                  <a:pt x="12" y="34"/>
                  <a:pt x="12" y="34"/>
                </a:cubicBezTo>
                <a:cubicBezTo>
                  <a:pt x="12" y="34"/>
                  <a:pt x="12" y="35"/>
                  <a:pt x="12" y="35"/>
                </a:cubicBezTo>
                <a:cubicBezTo>
                  <a:pt x="12" y="35"/>
                  <a:pt x="12" y="35"/>
                  <a:pt x="12" y="35"/>
                </a:cubicBezTo>
                <a:cubicBezTo>
                  <a:pt x="12" y="35"/>
                  <a:pt x="12" y="35"/>
                  <a:pt x="12" y="35"/>
                </a:cubicBezTo>
                <a:cubicBezTo>
                  <a:pt x="12" y="35"/>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3"/>
                  <a:pt x="11" y="33"/>
                  <a:pt x="11" y="33"/>
                </a:cubicBezTo>
                <a:cubicBezTo>
                  <a:pt x="11" y="33"/>
                  <a:pt x="12" y="33"/>
                  <a:pt x="12" y="33"/>
                </a:cubicBezTo>
                <a:cubicBezTo>
                  <a:pt x="12" y="34"/>
                  <a:pt x="12" y="34"/>
                  <a:pt x="12" y="34"/>
                </a:cubicBezTo>
                <a:cubicBezTo>
                  <a:pt x="12" y="33"/>
                  <a:pt x="12" y="33"/>
                  <a:pt x="12" y="33"/>
                </a:cubicBezTo>
                <a:cubicBezTo>
                  <a:pt x="12" y="33"/>
                  <a:pt x="11" y="33"/>
                  <a:pt x="12" y="33"/>
                </a:cubicBezTo>
                <a:cubicBezTo>
                  <a:pt x="12" y="33"/>
                  <a:pt x="11" y="33"/>
                  <a:pt x="11" y="33"/>
                </a:cubicBezTo>
                <a:cubicBezTo>
                  <a:pt x="11" y="33"/>
                  <a:pt x="11" y="33"/>
                  <a:pt x="11" y="33"/>
                </a:cubicBezTo>
                <a:cubicBezTo>
                  <a:pt x="11" y="33"/>
                  <a:pt x="11" y="33"/>
                  <a:pt x="11" y="33"/>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0" y="32"/>
                  <a:pt x="10" y="32"/>
                  <a:pt x="10" y="32"/>
                </a:cubicBezTo>
                <a:cubicBezTo>
                  <a:pt x="10"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0"/>
                </a:cubicBezTo>
                <a:cubicBezTo>
                  <a:pt x="11" y="30"/>
                  <a:pt x="10" y="31"/>
                  <a:pt x="10" y="31"/>
                </a:cubicBezTo>
                <a:cubicBezTo>
                  <a:pt x="10" y="31"/>
                  <a:pt x="10" y="31"/>
                  <a:pt x="10" y="31"/>
                </a:cubicBezTo>
                <a:cubicBezTo>
                  <a:pt x="10" y="31"/>
                  <a:pt x="10" y="31"/>
                  <a:pt x="10" y="31"/>
                </a:cubicBezTo>
                <a:cubicBezTo>
                  <a:pt x="10" y="31"/>
                  <a:pt x="10" y="31"/>
                  <a:pt x="10" y="31"/>
                </a:cubicBezTo>
                <a:cubicBezTo>
                  <a:pt x="9" y="31"/>
                  <a:pt x="9" y="31"/>
                  <a:pt x="9" y="31"/>
                </a:cubicBezTo>
                <a:cubicBezTo>
                  <a:pt x="9" y="31"/>
                  <a:pt x="9" y="31"/>
                  <a:pt x="9" y="30"/>
                </a:cubicBezTo>
                <a:cubicBezTo>
                  <a:pt x="9" y="30"/>
                  <a:pt x="9" y="30"/>
                  <a:pt x="9" y="30"/>
                </a:cubicBezTo>
                <a:cubicBezTo>
                  <a:pt x="9" y="30"/>
                  <a:pt x="9" y="30"/>
                  <a:pt x="9" y="30"/>
                </a:cubicBezTo>
                <a:cubicBezTo>
                  <a:pt x="9" y="30"/>
                  <a:pt x="9" y="30"/>
                  <a:pt x="8" y="30"/>
                </a:cubicBezTo>
                <a:cubicBezTo>
                  <a:pt x="8" y="30"/>
                  <a:pt x="8" y="31"/>
                  <a:pt x="8" y="31"/>
                </a:cubicBezTo>
                <a:cubicBezTo>
                  <a:pt x="8" y="31"/>
                  <a:pt x="8" y="31"/>
                  <a:pt x="8" y="31"/>
                </a:cubicBezTo>
                <a:cubicBezTo>
                  <a:pt x="9" y="31"/>
                  <a:pt x="9" y="31"/>
                  <a:pt x="9" y="31"/>
                </a:cubicBezTo>
                <a:cubicBezTo>
                  <a:pt x="9" y="31"/>
                  <a:pt x="9" y="31"/>
                  <a:pt x="9" y="31"/>
                </a:cubicBezTo>
                <a:cubicBezTo>
                  <a:pt x="9" y="31"/>
                  <a:pt x="9" y="31"/>
                  <a:pt x="9" y="32"/>
                </a:cubicBezTo>
                <a:cubicBezTo>
                  <a:pt x="9" y="32"/>
                  <a:pt x="9" y="32"/>
                  <a:pt x="10" y="32"/>
                </a:cubicBezTo>
                <a:cubicBezTo>
                  <a:pt x="10" y="32"/>
                  <a:pt x="10" y="32"/>
                  <a:pt x="10" y="32"/>
                </a:cubicBezTo>
                <a:cubicBezTo>
                  <a:pt x="10" y="32"/>
                  <a:pt x="10" y="32"/>
                  <a:pt x="10" y="32"/>
                </a:cubicBezTo>
                <a:cubicBezTo>
                  <a:pt x="10" y="32"/>
                  <a:pt x="10" y="32"/>
                  <a:pt x="10" y="33"/>
                </a:cubicBezTo>
                <a:cubicBezTo>
                  <a:pt x="10" y="33"/>
                  <a:pt x="10" y="33"/>
                  <a:pt x="10" y="33"/>
                </a:cubicBezTo>
                <a:cubicBezTo>
                  <a:pt x="10" y="33"/>
                  <a:pt x="10" y="33"/>
                  <a:pt x="10" y="33"/>
                </a:cubicBezTo>
                <a:cubicBezTo>
                  <a:pt x="10" y="33"/>
                  <a:pt x="10" y="33"/>
                  <a:pt x="10" y="33"/>
                </a:cubicBezTo>
                <a:cubicBezTo>
                  <a:pt x="10" y="33"/>
                  <a:pt x="10" y="33"/>
                  <a:pt x="9" y="33"/>
                </a:cubicBezTo>
                <a:cubicBezTo>
                  <a:pt x="9" y="33"/>
                  <a:pt x="9" y="33"/>
                  <a:pt x="9" y="32"/>
                </a:cubicBezTo>
                <a:cubicBezTo>
                  <a:pt x="9" y="32"/>
                  <a:pt x="9" y="32"/>
                  <a:pt x="9" y="32"/>
                </a:cubicBezTo>
                <a:cubicBezTo>
                  <a:pt x="9" y="32"/>
                  <a:pt x="9" y="32"/>
                  <a:pt x="9" y="32"/>
                </a:cubicBezTo>
                <a:cubicBezTo>
                  <a:pt x="8" y="32"/>
                  <a:pt x="8" y="31"/>
                  <a:pt x="8" y="31"/>
                </a:cubicBezTo>
                <a:cubicBezTo>
                  <a:pt x="8" y="31"/>
                  <a:pt x="8" y="31"/>
                  <a:pt x="8" y="31"/>
                </a:cubicBezTo>
                <a:cubicBezTo>
                  <a:pt x="8" y="31"/>
                  <a:pt x="8" y="31"/>
                  <a:pt x="7" y="31"/>
                </a:cubicBezTo>
                <a:cubicBezTo>
                  <a:pt x="7" y="31"/>
                  <a:pt x="7" y="30"/>
                  <a:pt x="7" y="30"/>
                </a:cubicBezTo>
                <a:cubicBezTo>
                  <a:pt x="7" y="30"/>
                  <a:pt x="7" y="30"/>
                  <a:pt x="6" y="30"/>
                </a:cubicBezTo>
                <a:cubicBezTo>
                  <a:pt x="6" y="30"/>
                  <a:pt x="6" y="30"/>
                  <a:pt x="6" y="30"/>
                </a:cubicBezTo>
                <a:cubicBezTo>
                  <a:pt x="6" y="30"/>
                  <a:pt x="6" y="30"/>
                  <a:pt x="6" y="30"/>
                </a:cubicBezTo>
                <a:cubicBezTo>
                  <a:pt x="6" y="30"/>
                  <a:pt x="6" y="30"/>
                  <a:pt x="6" y="30"/>
                </a:cubicBezTo>
                <a:cubicBezTo>
                  <a:pt x="6" y="30"/>
                  <a:pt x="6" y="30"/>
                  <a:pt x="6" y="29"/>
                </a:cubicBezTo>
                <a:cubicBezTo>
                  <a:pt x="6" y="29"/>
                  <a:pt x="6" y="29"/>
                  <a:pt x="5" y="29"/>
                </a:cubicBezTo>
                <a:cubicBezTo>
                  <a:pt x="5" y="29"/>
                  <a:pt x="5" y="29"/>
                  <a:pt x="5" y="29"/>
                </a:cubicBezTo>
                <a:cubicBezTo>
                  <a:pt x="5" y="29"/>
                  <a:pt x="5" y="29"/>
                  <a:pt x="5" y="29"/>
                </a:cubicBezTo>
                <a:cubicBezTo>
                  <a:pt x="6" y="29"/>
                  <a:pt x="6" y="29"/>
                  <a:pt x="5" y="30"/>
                </a:cubicBezTo>
                <a:cubicBezTo>
                  <a:pt x="5" y="30"/>
                  <a:pt x="5" y="30"/>
                  <a:pt x="5" y="30"/>
                </a:cubicBezTo>
                <a:cubicBezTo>
                  <a:pt x="5" y="30"/>
                  <a:pt x="5" y="29"/>
                  <a:pt x="5" y="29"/>
                </a:cubicBezTo>
                <a:cubicBezTo>
                  <a:pt x="5" y="29"/>
                  <a:pt x="5" y="29"/>
                  <a:pt x="5" y="29"/>
                </a:cubicBezTo>
                <a:cubicBezTo>
                  <a:pt x="5" y="29"/>
                  <a:pt x="5" y="29"/>
                  <a:pt x="5" y="28"/>
                </a:cubicBezTo>
                <a:cubicBezTo>
                  <a:pt x="5" y="28"/>
                  <a:pt x="5" y="28"/>
                  <a:pt x="5" y="28"/>
                </a:cubicBezTo>
                <a:cubicBezTo>
                  <a:pt x="5" y="28"/>
                  <a:pt x="5" y="28"/>
                  <a:pt x="5" y="28"/>
                </a:cubicBezTo>
                <a:cubicBezTo>
                  <a:pt x="5" y="28"/>
                  <a:pt x="5" y="28"/>
                  <a:pt x="4" y="28"/>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6" y="28"/>
                  <a:pt x="6" y="28"/>
                </a:cubicBezTo>
                <a:cubicBezTo>
                  <a:pt x="6" y="29"/>
                  <a:pt x="6" y="29"/>
                  <a:pt x="6" y="29"/>
                </a:cubicBezTo>
                <a:cubicBezTo>
                  <a:pt x="6" y="29"/>
                  <a:pt x="6" y="29"/>
                  <a:pt x="6" y="29"/>
                </a:cubicBezTo>
                <a:cubicBezTo>
                  <a:pt x="7" y="29"/>
                  <a:pt x="7" y="29"/>
                  <a:pt x="7" y="29"/>
                </a:cubicBezTo>
                <a:cubicBezTo>
                  <a:pt x="7" y="29"/>
                  <a:pt x="7" y="29"/>
                  <a:pt x="7" y="29"/>
                </a:cubicBezTo>
                <a:cubicBezTo>
                  <a:pt x="8" y="29"/>
                  <a:pt x="8" y="29"/>
                  <a:pt x="8" y="29"/>
                </a:cubicBezTo>
                <a:cubicBezTo>
                  <a:pt x="8" y="29"/>
                  <a:pt x="8" y="29"/>
                  <a:pt x="7" y="29"/>
                </a:cubicBezTo>
                <a:cubicBezTo>
                  <a:pt x="7" y="29"/>
                  <a:pt x="8" y="29"/>
                  <a:pt x="8" y="29"/>
                </a:cubicBezTo>
                <a:cubicBezTo>
                  <a:pt x="8" y="30"/>
                  <a:pt x="7" y="30"/>
                  <a:pt x="7" y="30"/>
                </a:cubicBezTo>
                <a:cubicBezTo>
                  <a:pt x="8" y="30"/>
                  <a:pt x="8" y="30"/>
                  <a:pt x="8" y="30"/>
                </a:cubicBezTo>
                <a:cubicBezTo>
                  <a:pt x="8" y="30"/>
                  <a:pt x="8" y="30"/>
                  <a:pt x="8" y="30"/>
                </a:cubicBezTo>
                <a:cubicBezTo>
                  <a:pt x="8" y="30"/>
                  <a:pt x="8" y="30"/>
                  <a:pt x="8" y="30"/>
                </a:cubicBezTo>
                <a:cubicBezTo>
                  <a:pt x="8" y="29"/>
                  <a:pt x="9" y="29"/>
                  <a:pt x="9" y="29"/>
                </a:cubicBezTo>
                <a:cubicBezTo>
                  <a:pt x="8" y="29"/>
                  <a:pt x="8" y="29"/>
                  <a:pt x="8" y="29"/>
                </a:cubicBezTo>
                <a:cubicBezTo>
                  <a:pt x="8" y="30"/>
                  <a:pt x="8" y="29"/>
                  <a:pt x="8" y="29"/>
                </a:cubicBezTo>
                <a:cubicBezTo>
                  <a:pt x="8" y="29"/>
                  <a:pt x="8" y="29"/>
                  <a:pt x="8" y="29"/>
                </a:cubicBezTo>
                <a:cubicBezTo>
                  <a:pt x="8" y="29"/>
                  <a:pt x="8" y="29"/>
                  <a:pt x="8" y="28"/>
                </a:cubicBezTo>
                <a:cubicBezTo>
                  <a:pt x="7" y="28"/>
                  <a:pt x="7" y="28"/>
                  <a:pt x="8" y="28"/>
                </a:cubicBezTo>
                <a:cubicBezTo>
                  <a:pt x="8" y="28"/>
                  <a:pt x="8" y="28"/>
                  <a:pt x="8" y="28"/>
                </a:cubicBezTo>
                <a:cubicBezTo>
                  <a:pt x="8" y="29"/>
                  <a:pt x="8" y="29"/>
                  <a:pt x="9" y="29"/>
                </a:cubicBezTo>
                <a:cubicBezTo>
                  <a:pt x="9" y="29"/>
                  <a:pt x="9" y="28"/>
                  <a:pt x="9" y="28"/>
                </a:cubicBezTo>
                <a:cubicBezTo>
                  <a:pt x="9" y="29"/>
                  <a:pt x="9" y="28"/>
                  <a:pt x="9" y="28"/>
                </a:cubicBezTo>
                <a:cubicBezTo>
                  <a:pt x="9" y="28"/>
                  <a:pt x="9" y="28"/>
                  <a:pt x="10" y="28"/>
                </a:cubicBezTo>
                <a:cubicBezTo>
                  <a:pt x="10" y="28"/>
                  <a:pt x="10" y="28"/>
                  <a:pt x="10" y="28"/>
                </a:cubicBezTo>
                <a:cubicBezTo>
                  <a:pt x="10" y="28"/>
                  <a:pt x="10" y="28"/>
                  <a:pt x="10" y="28"/>
                </a:cubicBezTo>
                <a:cubicBezTo>
                  <a:pt x="10" y="28"/>
                  <a:pt x="10" y="28"/>
                  <a:pt x="10" y="28"/>
                </a:cubicBezTo>
                <a:cubicBezTo>
                  <a:pt x="10" y="28"/>
                  <a:pt x="10" y="27"/>
                  <a:pt x="10" y="27"/>
                </a:cubicBezTo>
                <a:cubicBezTo>
                  <a:pt x="10" y="28"/>
                  <a:pt x="10" y="27"/>
                  <a:pt x="9" y="27"/>
                </a:cubicBezTo>
                <a:cubicBezTo>
                  <a:pt x="9" y="27"/>
                  <a:pt x="9" y="27"/>
                  <a:pt x="9" y="27"/>
                </a:cubicBezTo>
                <a:cubicBezTo>
                  <a:pt x="9" y="27"/>
                  <a:pt x="9" y="27"/>
                  <a:pt x="9" y="28"/>
                </a:cubicBezTo>
                <a:cubicBezTo>
                  <a:pt x="9" y="27"/>
                  <a:pt x="9" y="27"/>
                  <a:pt x="8" y="27"/>
                </a:cubicBezTo>
                <a:cubicBezTo>
                  <a:pt x="8" y="27"/>
                  <a:pt x="8" y="26"/>
                  <a:pt x="8" y="26"/>
                </a:cubicBezTo>
                <a:cubicBezTo>
                  <a:pt x="8" y="26"/>
                  <a:pt x="8" y="26"/>
                  <a:pt x="8" y="26"/>
                </a:cubicBezTo>
                <a:cubicBezTo>
                  <a:pt x="9" y="26"/>
                  <a:pt x="9" y="26"/>
                  <a:pt x="9" y="26"/>
                </a:cubicBezTo>
                <a:cubicBezTo>
                  <a:pt x="10" y="26"/>
                  <a:pt x="10" y="26"/>
                  <a:pt x="10" y="26"/>
                </a:cubicBezTo>
                <a:cubicBezTo>
                  <a:pt x="10" y="27"/>
                  <a:pt x="10" y="27"/>
                  <a:pt x="10" y="27"/>
                </a:cubicBezTo>
                <a:cubicBezTo>
                  <a:pt x="10" y="27"/>
                  <a:pt x="10" y="27"/>
                  <a:pt x="10" y="27"/>
                </a:cubicBezTo>
                <a:cubicBezTo>
                  <a:pt x="10" y="26"/>
                  <a:pt x="10" y="26"/>
                  <a:pt x="10" y="26"/>
                </a:cubicBezTo>
                <a:cubicBezTo>
                  <a:pt x="10" y="27"/>
                  <a:pt x="10" y="27"/>
                  <a:pt x="10" y="26"/>
                </a:cubicBezTo>
                <a:cubicBezTo>
                  <a:pt x="10" y="26"/>
                  <a:pt x="10" y="26"/>
                  <a:pt x="10" y="26"/>
                </a:cubicBezTo>
                <a:cubicBezTo>
                  <a:pt x="11" y="26"/>
                  <a:pt x="11" y="26"/>
                  <a:pt x="11" y="27"/>
                </a:cubicBezTo>
                <a:cubicBezTo>
                  <a:pt x="11" y="27"/>
                  <a:pt x="11" y="27"/>
                  <a:pt x="11" y="27"/>
                </a:cubicBezTo>
                <a:cubicBezTo>
                  <a:pt x="11" y="27"/>
                  <a:pt x="11" y="27"/>
                  <a:pt x="11" y="27"/>
                </a:cubicBezTo>
                <a:cubicBezTo>
                  <a:pt x="11" y="27"/>
                  <a:pt x="10" y="28"/>
                  <a:pt x="10" y="28"/>
                </a:cubicBezTo>
                <a:cubicBezTo>
                  <a:pt x="11" y="28"/>
                  <a:pt x="11" y="28"/>
                  <a:pt x="11" y="28"/>
                </a:cubicBezTo>
                <a:cubicBezTo>
                  <a:pt x="11" y="28"/>
                  <a:pt x="11" y="28"/>
                  <a:pt x="11" y="28"/>
                </a:cubicBezTo>
                <a:cubicBezTo>
                  <a:pt x="11" y="28"/>
                  <a:pt x="11" y="28"/>
                  <a:pt x="11" y="28"/>
                </a:cubicBezTo>
                <a:cubicBezTo>
                  <a:pt x="11" y="27"/>
                  <a:pt x="11" y="27"/>
                  <a:pt x="11" y="27"/>
                </a:cubicBezTo>
                <a:cubicBezTo>
                  <a:pt x="11" y="27"/>
                  <a:pt x="11" y="27"/>
                  <a:pt x="11" y="27"/>
                </a:cubicBezTo>
                <a:cubicBezTo>
                  <a:pt x="11" y="27"/>
                  <a:pt x="11" y="27"/>
                  <a:pt x="11" y="27"/>
                </a:cubicBezTo>
                <a:cubicBezTo>
                  <a:pt x="11" y="27"/>
                  <a:pt x="11" y="27"/>
                  <a:pt x="11" y="27"/>
                </a:cubicBezTo>
                <a:cubicBezTo>
                  <a:pt x="11" y="28"/>
                  <a:pt x="11" y="28"/>
                  <a:pt x="11" y="28"/>
                </a:cubicBezTo>
                <a:cubicBezTo>
                  <a:pt x="11" y="28"/>
                  <a:pt x="11" y="28"/>
                  <a:pt x="11" y="28"/>
                </a:cubicBezTo>
                <a:cubicBezTo>
                  <a:pt x="11" y="28"/>
                  <a:pt x="11" y="28"/>
                  <a:pt x="11" y="28"/>
                </a:cubicBezTo>
                <a:cubicBezTo>
                  <a:pt x="11" y="28"/>
                  <a:pt x="11" y="28"/>
                  <a:pt x="11" y="29"/>
                </a:cubicBezTo>
                <a:cubicBezTo>
                  <a:pt x="11" y="29"/>
                  <a:pt x="11" y="29"/>
                  <a:pt x="11" y="29"/>
                </a:cubicBezTo>
                <a:cubicBezTo>
                  <a:pt x="11" y="29"/>
                  <a:pt x="11" y="29"/>
                  <a:pt x="11" y="29"/>
                </a:cubicBezTo>
                <a:cubicBezTo>
                  <a:pt x="11" y="28"/>
                  <a:pt x="11" y="28"/>
                  <a:pt x="12" y="28"/>
                </a:cubicBezTo>
                <a:cubicBezTo>
                  <a:pt x="12" y="28"/>
                  <a:pt x="11" y="28"/>
                  <a:pt x="11" y="28"/>
                </a:cubicBezTo>
                <a:cubicBezTo>
                  <a:pt x="11" y="28"/>
                  <a:pt x="12" y="28"/>
                  <a:pt x="12" y="28"/>
                </a:cubicBezTo>
                <a:cubicBezTo>
                  <a:pt x="11" y="28"/>
                  <a:pt x="11" y="27"/>
                  <a:pt x="11" y="27"/>
                </a:cubicBezTo>
                <a:cubicBezTo>
                  <a:pt x="11" y="27"/>
                  <a:pt x="11" y="27"/>
                  <a:pt x="11" y="27"/>
                </a:cubicBezTo>
                <a:cubicBezTo>
                  <a:pt x="11" y="27"/>
                  <a:pt x="11" y="27"/>
                  <a:pt x="11" y="27"/>
                </a:cubicBezTo>
                <a:cubicBezTo>
                  <a:pt x="12" y="27"/>
                  <a:pt x="12" y="27"/>
                  <a:pt x="12" y="27"/>
                </a:cubicBezTo>
                <a:cubicBezTo>
                  <a:pt x="12" y="27"/>
                  <a:pt x="12" y="27"/>
                  <a:pt x="12" y="27"/>
                </a:cubicBezTo>
                <a:cubicBezTo>
                  <a:pt x="13" y="27"/>
                  <a:pt x="13" y="27"/>
                  <a:pt x="13" y="27"/>
                </a:cubicBezTo>
                <a:cubicBezTo>
                  <a:pt x="13" y="27"/>
                  <a:pt x="13" y="27"/>
                  <a:pt x="13" y="27"/>
                </a:cubicBezTo>
                <a:cubicBezTo>
                  <a:pt x="13" y="27"/>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7"/>
                </a:cubicBezTo>
                <a:cubicBezTo>
                  <a:pt x="13" y="27"/>
                  <a:pt x="13" y="27"/>
                  <a:pt x="13" y="27"/>
                </a:cubicBezTo>
                <a:cubicBezTo>
                  <a:pt x="13" y="27"/>
                  <a:pt x="14" y="27"/>
                  <a:pt x="14" y="28"/>
                </a:cubicBezTo>
                <a:cubicBezTo>
                  <a:pt x="14" y="28"/>
                  <a:pt x="14" y="28"/>
                  <a:pt x="14" y="28"/>
                </a:cubicBezTo>
                <a:cubicBezTo>
                  <a:pt x="14" y="28"/>
                  <a:pt x="13" y="28"/>
                  <a:pt x="14" y="28"/>
                </a:cubicBezTo>
                <a:cubicBezTo>
                  <a:pt x="14" y="28"/>
                  <a:pt x="14" y="28"/>
                  <a:pt x="14" y="28"/>
                </a:cubicBezTo>
                <a:cubicBezTo>
                  <a:pt x="14" y="28"/>
                  <a:pt x="14" y="28"/>
                  <a:pt x="14" y="28"/>
                </a:cubicBezTo>
                <a:cubicBezTo>
                  <a:pt x="14" y="28"/>
                  <a:pt x="14" y="28"/>
                  <a:pt x="14" y="28"/>
                </a:cubicBezTo>
                <a:cubicBezTo>
                  <a:pt x="14" y="28"/>
                  <a:pt x="14" y="28"/>
                  <a:pt x="14" y="27"/>
                </a:cubicBezTo>
                <a:cubicBezTo>
                  <a:pt x="14" y="27"/>
                  <a:pt x="13" y="27"/>
                  <a:pt x="13" y="27"/>
                </a:cubicBezTo>
                <a:cubicBezTo>
                  <a:pt x="13" y="27"/>
                  <a:pt x="13" y="27"/>
                  <a:pt x="13" y="27"/>
                </a:cubicBezTo>
                <a:cubicBezTo>
                  <a:pt x="13" y="27"/>
                  <a:pt x="13" y="27"/>
                  <a:pt x="13" y="27"/>
                </a:cubicBezTo>
                <a:cubicBezTo>
                  <a:pt x="13" y="27"/>
                  <a:pt x="13" y="27"/>
                  <a:pt x="13" y="27"/>
                </a:cubicBezTo>
                <a:cubicBezTo>
                  <a:pt x="13" y="27"/>
                  <a:pt x="14" y="27"/>
                  <a:pt x="14" y="27"/>
                </a:cubicBezTo>
                <a:cubicBezTo>
                  <a:pt x="14" y="27"/>
                  <a:pt x="14" y="27"/>
                  <a:pt x="14" y="27"/>
                </a:cubicBezTo>
                <a:cubicBezTo>
                  <a:pt x="14" y="27"/>
                  <a:pt x="15" y="27"/>
                  <a:pt x="15" y="27"/>
                </a:cubicBezTo>
                <a:cubicBezTo>
                  <a:pt x="15" y="27"/>
                  <a:pt x="15" y="26"/>
                  <a:pt x="16" y="26"/>
                </a:cubicBezTo>
                <a:cubicBezTo>
                  <a:pt x="16" y="26"/>
                  <a:pt x="16" y="26"/>
                  <a:pt x="16" y="26"/>
                </a:cubicBezTo>
                <a:cubicBezTo>
                  <a:pt x="16" y="26"/>
                  <a:pt x="16" y="26"/>
                  <a:pt x="16" y="25"/>
                </a:cubicBezTo>
                <a:cubicBezTo>
                  <a:pt x="16" y="25"/>
                  <a:pt x="16" y="26"/>
                  <a:pt x="15" y="26"/>
                </a:cubicBezTo>
                <a:cubicBezTo>
                  <a:pt x="15" y="26"/>
                  <a:pt x="15" y="26"/>
                  <a:pt x="15" y="26"/>
                </a:cubicBezTo>
                <a:cubicBezTo>
                  <a:pt x="15" y="26"/>
                  <a:pt x="15" y="26"/>
                  <a:pt x="15" y="26"/>
                </a:cubicBezTo>
                <a:cubicBezTo>
                  <a:pt x="15" y="26"/>
                  <a:pt x="14" y="26"/>
                  <a:pt x="14" y="26"/>
                </a:cubicBezTo>
                <a:cubicBezTo>
                  <a:pt x="14" y="26"/>
                  <a:pt x="14" y="26"/>
                  <a:pt x="14" y="26"/>
                </a:cubicBezTo>
                <a:cubicBezTo>
                  <a:pt x="14" y="26"/>
                  <a:pt x="14" y="26"/>
                  <a:pt x="14" y="26"/>
                </a:cubicBezTo>
                <a:cubicBezTo>
                  <a:pt x="14" y="26"/>
                  <a:pt x="13" y="26"/>
                  <a:pt x="13" y="26"/>
                </a:cubicBezTo>
                <a:cubicBezTo>
                  <a:pt x="13" y="26"/>
                  <a:pt x="13" y="26"/>
                  <a:pt x="13" y="26"/>
                </a:cubicBezTo>
                <a:cubicBezTo>
                  <a:pt x="13" y="26"/>
                  <a:pt x="13" y="26"/>
                  <a:pt x="12" y="26"/>
                </a:cubicBezTo>
                <a:cubicBezTo>
                  <a:pt x="12" y="26"/>
                  <a:pt x="12" y="26"/>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3" y="25"/>
                  <a:pt x="13" y="26"/>
                </a:cubicBezTo>
                <a:cubicBezTo>
                  <a:pt x="13" y="26"/>
                  <a:pt x="13" y="26"/>
                  <a:pt x="14" y="26"/>
                </a:cubicBezTo>
                <a:cubicBezTo>
                  <a:pt x="14" y="26"/>
                  <a:pt x="14" y="26"/>
                  <a:pt x="14" y="26"/>
                </a:cubicBezTo>
                <a:cubicBezTo>
                  <a:pt x="14" y="26"/>
                  <a:pt x="14" y="26"/>
                  <a:pt x="14" y="26"/>
                </a:cubicBezTo>
                <a:cubicBezTo>
                  <a:pt x="14" y="26"/>
                  <a:pt x="14" y="25"/>
                  <a:pt x="14" y="25"/>
                </a:cubicBezTo>
                <a:cubicBezTo>
                  <a:pt x="14" y="25"/>
                  <a:pt x="14" y="25"/>
                  <a:pt x="14" y="25"/>
                </a:cubicBezTo>
                <a:cubicBezTo>
                  <a:pt x="15" y="25"/>
                  <a:pt x="15" y="24"/>
                  <a:pt x="15" y="24"/>
                </a:cubicBezTo>
                <a:cubicBezTo>
                  <a:pt x="15" y="24"/>
                  <a:pt x="15" y="24"/>
                  <a:pt x="15" y="24"/>
                </a:cubicBezTo>
                <a:cubicBezTo>
                  <a:pt x="15" y="24"/>
                  <a:pt x="15" y="24"/>
                  <a:pt x="15" y="24"/>
                </a:cubicBezTo>
                <a:cubicBezTo>
                  <a:pt x="15" y="24"/>
                  <a:pt x="15" y="24"/>
                  <a:pt x="15" y="23"/>
                </a:cubicBezTo>
                <a:cubicBezTo>
                  <a:pt x="15" y="23"/>
                  <a:pt x="15" y="23"/>
                  <a:pt x="15" y="23"/>
                </a:cubicBezTo>
                <a:cubicBezTo>
                  <a:pt x="15" y="23"/>
                  <a:pt x="15" y="23"/>
                  <a:pt x="15" y="23"/>
                </a:cubicBezTo>
                <a:cubicBezTo>
                  <a:pt x="15" y="23"/>
                  <a:pt x="15" y="22"/>
                  <a:pt x="15" y="22"/>
                </a:cubicBezTo>
                <a:cubicBezTo>
                  <a:pt x="15" y="22"/>
                  <a:pt x="15" y="22"/>
                  <a:pt x="15" y="22"/>
                </a:cubicBezTo>
                <a:cubicBezTo>
                  <a:pt x="15" y="21"/>
                  <a:pt x="15" y="21"/>
                  <a:pt x="15" y="21"/>
                </a:cubicBezTo>
                <a:cubicBezTo>
                  <a:pt x="16" y="21"/>
                  <a:pt x="16" y="21"/>
                  <a:pt x="16" y="21"/>
                </a:cubicBezTo>
                <a:cubicBezTo>
                  <a:pt x="15" y="22"/>
                  <a:pt x="16" y="22"/>
                  <a:pt x="16" y="22"/>
                </a:cubicBezTo>
                <a:cubicBezTo>
                  <a:pt x="16" y="22"/>
                  <a:pt x="16" y="22"/>
                  <a:pt x="16" y="21"/>
                </a:cubicBezTo>
                <a:cubicBezTo>
                  <a:pt x="16" y="21"/>
                  <a:pt x="16" y="21"/>
                  <a:pt x="16" y="21"/>
                </a:cubicBezTo>
                <a:cubicBezTo>
                  <a:pt x="16" y="21"/>
                  <a:pt x="16" y="21"/>
                  <a:pt x="16" y="21"/>
                </a:cubicBezTo>
                <a:cubicBezTo>
                  <a:pt x="16" y="21"/>
                  <a:pt x="16" y="21"/>
                  <a:pt x="16" y="21"/>
                </a:cubicBezTo>
                <a:cubicBezTo>
                  <a:pt x="16" y="21"/>
                  <a:pt x="16" y="21"/>
                  <a:pt x="17" y="21"/>
                </a:cubicBezTo>
                <a:cubicBezTo>
                  <a:pt x="16" y="21"/>
                  <a:pt x="16" y="21"/>
                  <a:pt x="16" y="21"/>
                </a:cubicBezTo>
                <a:cubicBezTo>
                  <a:pt x="16" y="21"/>
                  <a:pt x="16" y="21"/>
                  <a:pt x="16" y="21"/>
                </a:cubicBezTo>
                <a:cubicBezTo>
                  <a:pt x="16" y="21"/>
                  <a:pt x="16" y="21"/>
                  <a:pt x="16" y="21"/>
                </a:cubicBezTo>
                <a:cubicBezTo>
                  <a:pt x="17" y="21"/>
                  <a:pt x="17" y="21"/>
                  <a:pt x="17" y="21"/>
                </a:cubicBezTo>
                <a:cubicBezTo>
                  <a:pt x="17" y="21"/>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7" y="22"/>
                  <a:pt x="17" y="22"/>
                  <a:pt x="17" y="22"/>
                </a:cubicBezTo>
                <a:cubicBezTo>
                  <a:pt x="17" y="22"/>
                  <a:pt x="17" y="22"/>
                  <a:pt x="17" y="22"/>
                </a:cubicBezTo>
                <a:cubicBezTo>
                  <a:pt x="17" y="22"/>
                  <a:pt x="17" y="23"/>
                  <a:pt x="16" y="23"/>
                </a:cubicBezTo>
                <a:cubicBezTo>
                  <a:pt x="16" y="23"/>
                  <a:pt x="16" y="23"/>
                  <a:pt x="16" y="23"/>
                </a:cubicBezTo>
                <a:cubicBezTo>
                  <a:pt x="16" y="23"/>
                  <a:pt x="16" y="23"/>
                  <a:pt x="16" y="24"/>
                </a:cubicBezTo>
                <a:cubicBezTo>
                  <a:pt x="16" y="24"/>
                  <a:pt x="16" y="24"/>
                  <a:pt x="16" y="23"/>
                </a:cubicBezTo>
                <a:cubicBezTo>
                  <a:pt x="16" y="23"/>
                  <a:pt x="16" y="23"/>
                  <a:pt x="16" y="23"/>
                </a:cubicBezTo>
                <a:cubicBezTo>
                  <a:pt x="16" y="23"/>
                  <a:pt x="16" y="23"/>
                  <a:pt x="16" y="23"/>
                </a:cubicBezTo>
                <a:cubicBezTo>
                  <a:pt x="16" y="23"/>
                  <a:pt x="17" y="23"/>
                  <a:pt x="17" y="23"/>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7" y="23"/>
                  <a:pt x="17" y="23"/>
                </a:cubicBezTo>
                <a:cubicBezTo>
                  <a:pt x="17" y="23"/>
                  <a:pt x="17" y="23"/>
                  <a:pt x="17" y="23"/>
                </a:cubicBezTo>
                <a:cubicBezTo>
                  <a:pt x="17" y="23"/>
                  <a:pt x="17" y="23"/>
                  <a:pt x="17" y="22"/>
                </a:cubicBezTo>
                <a:cubicBezTo>
                  <a:pt x="17" y="22"/>
                  <a:pt x="17" y="22"/>
                  <a:pt x="17" y="23"/>
                </a:cubicBezTo>
                <a:cubicBezTo>
                  <a:pt x="17" y="23"/>
                  <a:pt x="17" y="23"/>
                  <a:pt x="18" y="23"/>
                </a:cubicBezTo>
                <a:cubicBezTo>
                  <a:pt x="18" y="23"/>
                  <a:pt x="18" y="23"/>
                  <a:pt x="18" y="23"/>
                </a:cubicBezTo>
                <a:cubicBezTo>
                  <a:pt x="18" y="23"/>
                  <a:pt x="18" y="23"/>
                  <a:pt x="18" y="22"/>
                </a:cubicBezTo>
                <a:cubicBezTo>
                  <a:pt x="18" y="22"/>
                  <a:pt x="18" y="22"/>
                  <a:pt x="17" y="22"/>
                </a:cubicBezTo>
                <a:cubicBezTo>
                  <a:pt x="17" y="22"/>
                  <a:pt x="17" y="22"/>
                  <a:pt x="17" y="22"/>
                </a:cubicBezTo>
                <a:cubicBezTo>
                  <a:pt x="17" y="22"/>
                  <a:pt x="18" y="22"/>
                  <a:pt x="18" y="22"/>
                </a:cubicBezTo>
                <a:cubicBezTo>
                  <a:pt x="18" y="22"/>
                  <a:pt x="18" y="22"/>
                  <a:pt x="18" y="22"/>
                </a:cubicBezTo>
                <a:cubicBezTo>
                  <a:pt x="18" y="21"/>
                  <a:pt x="18" y="21"/>
                  <a:pt x="18" y="21"/>
                </a:cubicBezTo>
                <a:cubicBezTo>
                  <a:pt x="18" y="21"/>
                  <a:pt x="18" y="21"/>
                  <a:pt x="17" y="21"/>
                </a:cubicBezTo>
                <a:cubicBezTo>
                  <a:pt x="17" y="21"/>
                  <a:pt x="17" y="21"/>
                  <a:pt x="17" y="21"/>
                </a:cubicBezTo>
                <a:cubicBezTo>
                  <a:pt x="17" y="21"/>
                  <a:pt x="17" y="21"/>
                  <a:pt x="17" y="21"/>
                </a:cubicBezTo>
                <a:cubicBezTo>
                  <a:pt x="18" y="21"/>
                  <a:pt x="18" y="21"/>
                  <a:pt x="18" y="21"/>
                </a:cubicBezTo>
                <a:cubicBezTo>
                  <a:pt x="18" y="21"/>
                  <a:pt x="18" y="20"/>
                  <a:pt x="18" y="21"/>
                </a:cubicBezTo>
                <a:cubicBezTo>
                  <a:pt x="18" y="21"/>
                  <a:pt x="18" y="21"/>
                  <a:pt x="18" y="21"/>
                </a:cubicBezTo>
                <a:cubicBezTo>
                  <a:pt x="18" y="21"/>
                  <a:pt x="18" y="21"/>
                  <a:pt x="18" y="21"/>
                </a:cubicBezTo>
                <a:cubicBezTo>
                  <a:pt x="18" y="21"/>
                  <a:pt x="18" y="21"/>
                  <a:pt x="18" y="21"/>
                </a:cubicBezTo>
                <a:cubicBezTo>
                  <a:pt x="18" y="21"/>
                  <a:pt x="19" y="21"/>
                  <a:pt x="19" y="21"/>
                </a:cubicBezTo>
                <a:cubicBezTo>
                  <a:pt x="19" y="21"/>
                  <a:pt x="19" y="21"/>
                  <a:pt x="18" y="21"/>
                </a:cubicBezTo>
                <a:cubicBezTo>
                  <a:pt x="18" y="21"/>
                  <a:pt x="18" y="21"/>
                  <a:pt x="18" y="21"/>
                </a:cubicBezTo>
                <a:cubicBezTo>
                  <a:pt x="18" y="21"/>
                  <a:pt x="19" y="21"/>
                  <a:pt x="19" y="21"/>
                </a:cubicBezTo>
                <a:cubicBezTo>
                  <a:pt x="19" y="21"/>
                  <a:pt x="19" y="21"/>
                  <a:pt x="19" y="21"/>
                </a:cubicBezTo>
                <a:cubicBezTo>
                  <a:pt x="19" y="21"/>
                  <a:pt x="19" y="21"/>
                  <a:pt x="19" y="21"/>
                </a:cubicBezTo>
                <a:cubicBezTo>
                  <a:pt x="19" y="21"/>
                  <a:pt x="19" y="21"/>
                  <a:pt x="19" y="22"/>
                </a:cubicBezTo>
                <a:cubicBezTo>
                  <a:pt x="20" y="21"/>
                  <a:pt x="20" y="21"/>
                  <a:pt x="20" y="21"/>
                </a:cubicBezTo>
                <a:cubicBezTo>
                  <a:pt x="20" y="21"/>
                  <a:pt x="20" y="21"/>
                  <a:pt x="20" y="20"/>
                </a:cubicBezTo>
                <a:cubicBezTo>
                  <a:pt x="20" y="20"/>
                  <a:pt x="20" y="20"/>
                  <a:pt x="20" y="20"/>
                </a:cubicBezTo>
                <a:cubicBezTo>
                  <a:pt x="20" y="20"/>
                  <a:pt x="20" y="20"/>
                  <a:pt x="20" y="19"/>
                </a:cubicBezTo>
                <a:cubicBezTo>
                  <a:pt x="20" y="19"/>
                  <a:pt x="20" y="19"/>
                  <a:pt x="20" y="19"/>
                </a:cubicBezTo>
                <a:cubicBezTo>
                  <a:pt x="20" y="19"/>
                  <a:pt x="20" y="19"/>
                  <a:pt x="20" y="19"/>
                </a:cubicBezTo>
                <a:cubicBezTo>
                  <a:pt x="19" y="19"/>
                  <a:pt x="19" y="19"/>
                  <a:pt x="19" y="19"/>
                </a:cubicBezTo>
                <a:cubicBezTo>
                  <a:pt x="19" y="19"/>
                  <a:pt x="19" y="19"/>
                  <a:pt x="18" y="19"/>
                </a:cubicBezTo>
                <a:cubicBezTo>
                  <a:pt x="18" y="20"/>
                  <a:pt x="18" y="20"/>
                  <a:pt x="18" y="20"/>
                </a:cubicBezTo>
                <a:cubicBezTo>
                  <a:pt x="18" y="19"/>
                  <a:pt x="18" y="19"/>
                  <a:pt x="18" y="19"/>
                </a:cubicBezTo>
                <a:cubicBezTo>
                  <a:pt x="18" y="19"/>
                  <a:pt x="18" y="19"/>
                  <a:pt x="18" y="19"/>
                </a:cubicBezTo>
                <a:cubicBezTo>
                  <a:pt x="17" y="19"/>
                  <a:pt x="17" y="19"/>
                  <a:pt x="17" y="19"/>
                </a:cubicBezTo>
                <a:cubicBezTo>
                  <a:pt x="17" y="20"/>
                  <a:pt x="17" y="20"/>
                  <a:pt x="17" y="19"/>
                </a:cubicBezTo>
                <a:cubicBezTo>
                  <a:pt x="17" y="19"/>
                  <a:pt x="17" y="19"/>
                  <a:pt x="17" y="20"/>
                </a:cubicBezTo>
                <a:cubicBezTo>
                  <a:pt x="17" y="20"/>
                  <a:pt x="16" y="20"/>
                  <a:pt x="16" y="20"/>
                </a:cubicBezTo>
                <a:cubicBezTo>
                  <a:pt x="17" y="20"/>
                  <a:pt x="17" y="20"/>
                  <a:pt x="17" y="20"/>
                </a:cubicBezTo>
                <a:cubicBezTo>
                  <a:pt x="17" y="20"/>
                  <a:pt x="16" y="21"/>
                  <a:pt x="17" y="20"/>
                </a:cubicBezTo>
                <a:cubicBezTo>
                  <a:pt x="17" y="20"/>
                  <a:pt x="17" y="21"/>
                  <a:pt x="17" y="21"/>
                </a:cubicBezTo>
                <a:cubicBezTo>
                  <a:pt x="17" y="21"/>
                  <a:pt x="17" y="21"/>
                  <a:pt x="17" y="21"/>
                </a:cubicBezTo>
                <a:cubicBezTo>
                  <a:pt x="17" y="21"/>
                  <a:pt x="16" y="21"/>
                  <a:pt x="16" y="20"/>
                </a:cubicBezTo>
                <a:cubicBezTo>
                  <a:pt x="16" y="20"/>
                  <a:pt x="16" y="20"/>
                  <a:pt x="16" y="20"/>
                </a:cubicBezTo>
                <a:cubicBezTo>
                  <a:pt x="16" y="20"/>
                  <a:pt x="16" y="20"/>
                  <a:pt x="16" y="20"/>
                </a:cubicBezTo>
                <a:cubicBezTo>
                  <a:pt x="16" y="21"/>
                  <a:pt x="16" y="21"/>
                  <a:pt x="16" y="21"/>
                </a:cubicBezTo>
                <a:cubicBezTo>
                  <a:pt x="15" y="21"/>
                  <a:pt x="15" y="21"/>
                  <a:pt x="15" y="21"/>
                </a:cubicBezTo>
                <a:cubicBezTo>
                  <a:pt x="15" y="21"/>
                  <a:pt x="15" y="21"/>
                  <a:pt x="15" y="21"/>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2"/>
                  <a:pt x="14" y="22"/>
                </a:cubicBezTo>
                <a:cubicBezTo>
                  <a:pt x="13" y="22"/>
                  <a:pt x="13" y="22"/>
                  <a:pt x="13" y="22"/>
                </a:cubicBezTo>
                <a:cubicBezTo>
                  <a:pt x="13" y="22"/>
                  <a:pt x="13"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3" y="22"/>
                </a:cubicBezTo>
                <a:cubicBezTo>
                  <a:pt x="13" y="22"/>
                  <a:pt x="13" y="22"/>
                  <a:pt x="13" y="22"/>
                </a:cubicBezTo>
                <a:cubicBezTo>
                  <a:pt x="13" y="22"/>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2" y="20"/>
                  <a:pt x="12" y="20"/>
                  <a:pt x="12" y="20"/>
                </a:cubicBezTo>
                <a:cubicBezTo>
                  <a:pt x="12" y="20"/>
                  <a:pt x="12" y="19"/>
                  <a:pt x="12" y="19"/>
                </a:cubicBezTo>
                <a:cubicBezTo>
                  <a:pt x="12" y="19"/>
                  <a:pt x="12" y="19"/>
                  <a:pt x="12" y="19"/>
                </a:cubicBezTo>
                <a:cubicBezTo>
                  <a:pt x="12" y="19"/>
                  <a:pt x="12" y="18"/>
                  <a:pt x="12" y="18"/>
                </a:cubicBezTo>
                <a:cubicBezTo>
                  <a:pt x="12" y="18"/>
                  <a:pt x="12" y="18"/>
                  <a:pt x="12" y="18"/>
                </a:cubicBezTo>
                <a:cubicBezTo>
                  <a:pt x="12" y="18"/>
                  <a:pt x="12" y="18"/>
                  <a:pt x="12" y="18"/>
                </a:cubicBezTo>
                <a:cubicBezTo>
                  <a:pt x="12" y="18"/>
                  <a:pt x="12" y="18"/>
                  <a:pt x="12" y="18"/>
                </a:cubicBezTo>
                <a:cubicBezTo>
                  <a:pt x="13" y="18"/>
                  <a:pt x="13" y="19"/>
                  <a:pt x="13" y="19"/>
                </a:cubicBezTo>
                <a:cubicBezTo>
                  <a:pt x="13" y="19"/>
                  <a:pt x="13" y="19"/>
                  <a:pt x="13" y="19"/>
                </a:cubicBezTo>
                <a:cubicBezTo>
                  <a:pt x="13" y="19"/>
                  <a:pt x="14" y="19"/>
                  <a:pt x="14" y="19"/>
                </a:cubicBezTo>
                <a:cubicBezTo>
                  <a:pt x="14" y="19"/>
                  <a:pt x="14" y="19"/>
                  <a:pt x="15" y="19"/>
                </a:cubicBezTo>
                <a:cubicBezTo>
                  <a:pt x="15" y="19"/>
                  <a:pt x="15" y="19"/>
                  <a:pt x="15" y="19"/>
                </a:cubicBezTo>
                <a:cubicBezTo>
                  <a:pt x="16" y="19"/>
                  <a:pt x="16" y="19"/>
                  <a:pt x="16" y="19"/>
                </a:cubicBezTo>
                <a:cubicBezTo>
                  <a:pt x="17" y="18"/>
                  <a:pt x="17" y="18"/>
                  <a:pt x="17" y="18"/>
                </a:cubicBezTo>
                <a:cubicBezTo>
                  <a:pt x="18" y="19"/>
                  <a:pt x="18" y="19"/>
                  <a:pt x="18" y="18"/>
                </a:cubicBezTo>
                <a:cubicBezTo>
                  <a:pt x="18" y="18"/>
                  <a:pt x="19" y="18"/>
                  <a:pt x="19" y="18"/>
                </a:cubicBezTo>
                <a:cubicBezTo>
                  <a:pt x="19" y="18"/>
                  <a:pt x="19" y="18"/>
                  <a:pt x="19" y="18"/>
                </a:cubicBezTo>
                <a:cubicBezTo>
                  <a:pt x="19" y="18"/>
                  <a:pt x="20" y="18"/>
                  <a:pt x="20" y="19"/>
                </a:cubicBezTo>
                <a:cubicBezTo>
                  <a:pt x="20" y="19"/>
                  <a:pt x="20" y="19"/>
                  <a:pt x="20" y="19"/>
                </a:cubicBezTo>
                <a:cubicBezTo>
                  <a:pt x="20" y="19"/>
                  <a:pt x="20" y="19"/>
                  <a:pt x="20" y="19"/>
                </a:cubicBezTo>
                <a:cubicBezTo>
                  <a:pt x="21" y="19"/>
                  <a:pt x="21" y="19"/>
                  <a:pt x="21" y="19"/>
                </a:cubicBezTo>
                <a:cubicBezTo>
                  <a:pt x="21" y="19"/>
                  <a:pt x="21" y="19"/>
                  <a:pt x="22" y="19"/>
                </a:cubicBezTo>
                <a:cubicBezTo>
                  <a:pt x="22" y="19"/>
                  <a:pt x="22" y="19"/>
                  <a:pt x="22" y="19"/>
                </a:cubicBezTo>
                <a:cubicBezTo>
                  <a:pt x="21" y="19"/>
                  <a:pt x="21" y="19"/>
                  <a:pt x="22" y="19"/>
                </a:cubicBezTo>
                <a:cubicBezTo>
                  <a:pt x="22" y="19"/>
                  <a:pt x="22" y="19"/>
                  <a:pt x="22" y="19"/>
                </a:cubicBezTo>
                <a:cubicBezTo>
                  <a:pt x="22" y="19"/>
                  <a:pt x="22" y="19"/>
                  <a:pt x="22" y="19"/>
                </a:cubicBezTo>
                <a:cubicBezTo>
                  <a:pt x="21" y="19"/>
                  <a:pt x="21" y="19"/>
                  <a:pt x="21" y="19"/>
                </a:cubicBezTo>
                <a:cubicBezTo>
                  <a:pt x="21" y="18"/>
                  <a:pt x="21" y="18"/>
                  <a:pt x="21" y="18"/>
                </a:cubicBezTo>
                <a:cubicBezTo>
                  <a:pt x="21" y="19"/>
                  <a:pt x="21" y="19"/>
                  <a:pt x="21" y="18"/>
                </a:cubicBezTo>
                <a:cubicBezTo>
                  <a:pt x="20" y="18"/>
                  <a:pt x="20" y="18"/>
                  <a:pt x="20" y="18"/>
                </a:cubicBezTo>
                <a:cubicBezTo>
                  <a:pt x="20" y="18"/>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8" y="17"/>
                  <a:pt x="18" y="16"/>
                  <a:pt x="18" y="16"/>
                </a:cubicBezTo>
                <a:cubicBezTo>
                  <a:pt x="18" y="16"/>
                  <a:pt x="18" y="16"/>
                  <a:pt x="18" y="15"/>
                </a:cubicBezTo>
                <a:cubicBezTo>
                  <a:pt x="18" y="16"/>
                  <a:pt x="17" y="16"/>
                  <a:pt x="17" y="16"/>
                </a:cubicBezTo>
                <a:cubicBezTo>
                  <a:pt x="17" y="16"/>
                  <a:pt x="17" y="16"/>
                  <a:pt x="16" y="16"/>
                </a:cubicBezTo>
                <a:cubicBezTo>
                  <a:pt x="16" y="15"/>
                  <a:pt x="16" y="15"/>
                  <a:pt x="16" y="15"/>
                </a:cubicBezTo>
                <a:cubicBezTo>
                  <a:pt x="16" y="15"/>
                  <a:pt x="16" y="15"/>
                  <a:pt x="16" y="15"/>
                </a:cubicBezTo>
                <a:cubicBezTo>
                  <a:pt x="16" y="15"/>
                  <a:pt x="15" y="15"/>
                  <a:pt x="15" y="14"/>
                </a:cubicBezTo>
                <a:cubicBezTo>
                  <a:pt x="15" y="14"/>
                  <a:pt x="15" y="14"/>
                  <a:pt x="15" y="15"/>
                </a:cubicBezTo>
                <a:cubicBezTo>
                  <a:pt x="14" y="15"/>
                  <a:pt x="14" y="14"/>
                  <a:pt x="14" y="14"/>
                </a:cubicBezTo>
                <a:cubicBezTo>
                  <a:pt x="14" y="14"/>
                  <a:pt x="14" y="14"/>
                  <a:pt x="14" y="14"/>
                </a:cubicBezTo>
                <a:cubicBezTo>
                  <a:pt x="14" y="14"/>
                  <a:pt x="14" y="14"/>
                  <a:pt x="14" y="14"/>
                </a:cubicBezTo>
                <a:cubicBezTo>
                  <a:pt x="14" y="14"/>
                  <a:pt x="14" y="14"/>
                  <a:pt x="14" y="13"/>
                </a:cubicBezTo>
                <a:cubicBezTo>
                  <a:pt x="15" y="13"/>
                  <a:pt x="15" y="13"/>
                  <a:pt x="16" y="13"/>
                </a:cubicBezTo>
                <a:cubicBezTo>
                  <a:pt x="16" y="14"/>
                  <a:pt x="16" y="14"/>
                  <a:pt x="16" y="14"/>
                </a:cubicBezTo>
                <a:cubicBezTo>
                  <a:pt x="16" y="14"/>
                  <a:pt x="16" y="14"/>
                  <a:pt x="16" y="14"/>
                </a:cubicBezTo>
                <a:cubicBezTo>
                  <a:pt x="16" y="13"/>
                  <a:pt x="16" y="13"/>
                  <a:pt x="16" y="13"/>
                </a:cubicBezTo>
                <a:cubicBezTo>
                  <a:pt x="16" y="13"/>
                  <a:pt x="16" y="13"/>
                  <a:pt x="16" y="12"/>
                </a:cubicBezTo>
                <a:cubicBezTo>
                  <a:pt x="16" y="12"/>
                  <a:pt x="16" y="12"/>
                  <a:pt x="16" y="12"/>
                </a:cubicBezTo>
                <a:cubicBezTo>
                  <a:pt x="15" y="12"/>
                  <a:pt x="15" y="12"/>
                  <a:pt x="15" y="12"/>
                </a:cubicBezTo>
                <a:cubicBezTo>
                  <a:pt x="15" y="12"/>
                  <a:pt x="15" y="12"/>
                  <a:pt x="15" y="12"/>
                </a:cubicBezTo>
                <a:cubicBezTo>
                  <a:pt x="15" y="12"/>
                  <a:pt x="15" y="12"/>
                  <a:pt x="15" y="12"/>
                </a:cubicBezTo>
                <a:cubicBezTo>
                  <a:pt x="14" y="12"/>
                  <a:pt x="14" y="12"/>
                  <a:pt x="14" y="12"/>
                </a:cubicBezTo>
                <a:cubicBezTo>
                  <a:pt x="13" y="12"/>
                  <a:pt x="13" y="12"/>
                  <a:pt x="13" y="12"/>
                </a:cubicBezTo>
                <a:cubicBezTo>
                  <a:pt x="13" y="12"/>
                  <a:pt x="12" y="12"/>
                  <a:pt x="12" y="11"/>
                </a:cubicBezTo>
                <a:cubicBezTo>
                  <a:pt x="12" y="11"/>
                  <a:pt x="12" y="11"/>
                  <a:pt x="12" y="11"/>
                </a:cubicBezTo>
                <a:cubicBezTo>
                  <a:pt x="12" y="11"/>
                  <a:pt x="12" y="11"/>
                  <a:pt x="12" y="11"/>
                </a:cubicBezTo>
                <a:cubicBezTo>
                  <a:pt x="12" y="11"/>
                  <a:pt x="12" y="11"/>
                  <a:pt x="12" y="11"/>
                </a:cubicBezTo>
                <a:cubicBezTo>
                  <a:pt x="12" y="11"/>
                  <a:pt x="12" y="11"/>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1" y="10"/>
                  <a:pt x="12" y="10"/>
                </a:cubicBezTo>
                <a:cubicBezTo>
                  <a:pt x="12" y="9"/>
                  <a:pt x="12" y="9"/>
                  <a:pt x="12" y="9"/>
                </a:cubicBezTo>
                <a:cubicBezTo>
                  <a:pt x="12" y="10"/>
                  <a:pt x="12" y="10"/>
                  <a:pt x="12" y="10"/>
                </a:cubicBezTo>
                <a:cubicBezTo>
                  <a:pt x="12" y="10"/>
                  <a:pt x="12" y="10"/>
                  <a:pt x="12" y="10"/>
                </a:cubicBezTo>
                <a:cubicBezTo>
                  <a:pt x="12" y="10"/>
                  <a:pt x="12" y="10"/>
                  <a:pt x="12" y="9"/>
                </a:cubicBezTo>
                <a:cubicBezTo>
                  <a:pt x="12" y="9"/>
                  <a:pt x="12" y="9"/>
                  <a:pt x="12" y="9"/>
                </a:cubicBezTo>
                <a:cubicBezTo>
                  <a:pt x="12" y="9"/>
                  <a:pt x="12" y="9"/>
                  <a:pt x="12" y="9"/>
                </a:cubicBezTo>
                <a:cubicBezTo>
                  <a:pt x="12" y="9"/>
                  <a:pt x="12" y="9"/>
                  <a:pt x="13" y="9"/>
                </a:cubicBezTo>
                <a:cubicBezTo>
                  <a:pt x="13" y="9"/>
                  <a:pt x="13" y="10"/>
                  <a:pt x="13" y="10"/>
                </a:cubicBezTo>
                <a:cubicBezTo>
                  <a:pt x="13" y="10"/>
                  <a:pt x="13" y="10"/>
                  <a:pt x="13" y="10"/>
                </a:cubicBezTo>
                <a:cubicBezTo>
                  <a:pt x="13" y="10"/>
                  <a:pt x="13" y="10"/>
                  <a:pt x="13" y="10"/>
                </a:cubicBezTo>
                <a:cubicBezTo>
                  <a:pt x="14" y="10"/>
                  <a:pt x="14" y="10"/>
                  <a:pt x="14" y="10"/>
                </a:cubicBezTo>
                <a:cubicBezTo>
                  <a:pt x="15" y="10"/>
                  <a:pt x="15" y="11"/>
                  <a:pt x="16" y="11"/>
                </a:cubicBezTo>
                <a:cubicBezTo>
                  <a:pt x="16" y="11"/>
                  <a:pt x="16" y="11"/>
                  <a:pt x="16" y="12"/>
                </a:cubicBezTo>
                <a:cubicBezTo>
                  <a:pt x="17" y="12"/>
                  <a:pt x="17" y="12"/>
                  <a:pt x="17" y="12"/>
                </a:cubicBezTo>
                <a:cubicBezTo>
                  <a:pt x="18" y="13"/>
                  <a:pt x="18" y="13"/>
                  <a:pt x="19" y="13"/>
                </a:cubicBezTo>
                <a:cubicBezTo>
                  <a:pt x="19" y="13"/>
                  <a:pt x="19" y="13"/>
                  <a:pt x="19"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4"/>
                  <a:pt x="20" y="13"/>
                </a:cubicBezTo>
                <a:cubicBezTo>
                  <a:pt x="20" y="13"/>
                  <a:pt x="21" y="14"/>
                  <a:pt x="21" y="13"/>
                </a:cubicBezTo>
                <a:cubicBezTo>
                  <a:pt x="21" y="13"/>
                  <a:pt x="21" y="13"/>
                  <a:pt x="21" y="13"/>
                </a:cubicBezTo>
                <a:cubicBezTo>
                  <a:pt x="21" y="14"/>
                  <a:pt x="21" y="14"/>
                  <a:pt x="22" y="13"/>
                </a:cubicBezTo>
                <a:cubicBezTo>
                  <a:pt x="22" y="13"/>
                  <a:pt x="22" y="13"/>
                  <a:pt x="22" y="13"/>
                </a:cubicBezTo>
                <a:cubicBezTo>
                  <a:pt x="22" y="13"/>
                  <a:pt x="22" y="13"/>
                  <a:pt x="22" y="13"/>
                </a:cubicBezTo>
                <a:cubicBezTo>
                  <a:pt x="22" y="13"/>
                  <a:pt x="22" y="13"/>
                  <a:pt x="22" y="13"/>
                </a:cubicBezTo>
                <a:cubicBezTo>
                  <a:pt x="22" y="13"/>
                  <a:pt x="22" y="13"/>
                  <a:pt x="23" y="13"/>
                </a:cubicBezTo>
                <a:cubicBezTo>
                  <a:pt x="23" y="13"/>
                  <a:pt x="23" y="13"/>
                  <a:pt x="23" y="13"/>
                </a:cubicBezTo>
                <a:cubicBezTo>
                  <a:pt x="23" y="13"/>
                  <a:pt x="23" y="13"/>
                  <a:pt x="23" y="13"/>
                </a:cubicBezTo>
                <a:cubicBezTo>
                  <a:pt x="23" y="13"/>
                  <a:pt x="23" y="13"/>
                  <a:pt x="23" y="13"/>
                </a:cubicBezTo>
                <a:cubicBezTo>
                  <a:pt x="23" y="13"/>
                  <a:pt x="23" y="12"/>
                  <a:pt x="23" y="12"/>
                </a:cubicBezTo>
                <a:cubicBezTo>
                  <a:pt x="23" y="12"/>
                  <a:pt x="23" y="12"/>
                  <a:pt x="23" y="12"/>
                </a:cubicBezTo>
                <a:cubicBezTo>
                  <a:pt x="22" y="12"/>
                  <a:pt x="22" y="12"/>
                  <a:pt x="22" y="12"/>
                </a:cubicBezTo>
                <a:cubicBezTo>
                  <a:pt x="22" y="12"/>
                  <a:pt x="21" y="12"/>
                  <a:pt x="21" y="12"/>
                </a:cubicBezTo>
                <a:cubicBezTo>
                  <a:pt x="21" y="12"/>
                  <a:pt x="21" y="12"/>
                  <a:pt x="22" y="12"/>
                </a:cubicBezTo>
                <a:cubicBezTo>
                  <a:pt x="22" y="12"/>
                  <a:pt x="22" y="11"/>
                  <a:pt x="22" y="11"/>
                </a:cubicBezTo>
                <a:cubicBezTo>
                  <a:pt x="22" y="11"/>
                  <a:pt x="22" y="11"/>
                  <a:pt x="22" y="11"/>
                </a:cubicBezTo>
                <a:cubicBezTo>
                  <a:pt x="22" y="11"/>
                  <a:pt x="22" y="11"/>
                  <a:pt x="22" y="11"/>
                </a:cubicBezTo>
                <a:cubicBezTo>
                  <a:pt x="22" y="11"/>
                  <a:pt x="23" y="11"/>
                  <a:pt x="22" y="11"/>
                </a:cubicBezTo>
                <a:cubicBezTo>
                  <a:pt x="22" y="11"/>
                  <a:pt x="22" y="10"/>
                  <a:pt x="22" y="10"/>
                </a:cubicBezTo>
                <a:cubicBezTo>
                  <a:pt x="22" y="10"/>
                  <a:pt x="23" y="10"/>
                  <a:pt x="23" y="10"/>
                </a:cubicBezTo>
                <a:cubicBezTo>
                  <a:pt x="23" y="10"/>
                  <a:pt x="23" y="10"/>
                  <a:pt x="23" y="10"/>
                </a:cubicBezTo>
                <a:cubicBezTo>
                  <a:pt x="23" y="10"/>
                  <a:pt x="23" y="10"/>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1"/>
                  <a:pt x="24" y="11"/>
                  <a:pt x="24" y="10"/>
                </a:cubicBezTo>
                <a:cubicBezTo>
                  <a:pt x="24" y="11"/>
                  <a:pt x="24" y="10"/>
                  <a:pt x="24" y="10"/>
                </a:cubicBezTo>
                <a:cubicBezTo>
                  <a:pt x="24" y="11"/>
                  <a:pt x="24" y="11"/>
                  <a:pt x="25" y="10"/>
                </a:cubicBezTo>
                <a:cubicBezTo>
                  <a:pt x="25" y="10"/>
                  <a:pt x="25" y="10"/>
                  <a:pt x="25" y="10"/>
                </a:cubicBezTo>
                <a:cubicBezTo>
                  <a:pt x="24"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6" y="11"/>
                  <a:pt x="26" y="11"/>
                  <a:pt x="26" y="11"/>
                </a:cubicBezTo>
                <a:cubicBezTo>
                  <a:pt x="26" y="11"/>
                  <a:pt x="26" y="11"/>
                  <a:pt x="25" y="11"/>
                </a:cubicBezTo>
                <a:cubicBezTo>
                  <a:pt x="25" y="11"/>
                  <a:pt x="25" y="11"/>
                  <a:pt x="25" y="11"/>
                </a:cubicBezTo>
                <a:cubicBezTo>
                  <a:pt x="25" y="11"/>
                  <a:pt x="25" y="11"/>
                  <a:pt x="25" y="11"/>
                </a:cubicBezTo>
                <a:cubicBezTo>
                  <a:pt x="26" y="11"/>
                  <a:pt x="26" y="11"/>
                  <a:pt x="26" y="11"/>
                </a:cubicBezTo>
                <a:cubicBezTo>
                  <a:pt x="26" y="11"/>
                  <a:pt x="27" y="11"/>
                  <a:pt x="27" y="11"/>
                </a:cubicBezTo>
                <a:cubicBezTo>
                  <a:pt x="27" y="11"/>
                  <a:pt x="27" y="11"/>
                  <a:pt x="27" y="11"/>
                </a:cubicBezTo>
                <a:cubicBezTo>
                  <a:pt x="27" y="11"/>
                  <a:pt x="27" y="11"/>
                  <a:pt x="27" y="11"/>
                </a:cubicBezTo>
                <a:cubicBezTo>
                  <a:pt x="27" y="11"/>
                  <a:pt x="28" y="11"/>
                  <a:pt x="28" y="11"/>
                </a:cubicBezTo>
                <a:cubicBezTo>
                  <a:pt x="28" y="11"/>
                  <a:pt x="28" y="11"/>
                  <a:pt x="28" y="11"/>
                </a:cubicBezTo>
                <a:cubicBezTo>
                  <a:pt x="28" y="11"/>
                  <a:pt x="28" y="11"/>
                  <a:pt x="28" y="11"/>
                </a:cubicBezTo>
                <a:cubicBezTo>
                  <a:pt x="28" y="11"/>
                  <a:pt x="27" y="11"/>
                  <a:pt x="27" y="11"/>
                </a:cubicBezTo>
                <a:cubicBezTo>
                  <a:pt x="27" y="11"/>
                  <a:pt x="27" y="11"/>
                  <a:pt x="27" y="12"/>
                </a:cubicBezTo>
                <a:cubicBezTo>
                  <a:pt x="27" y="12"/>
                  <a:pt x="27" y="12"/>
                  <a:pt x="27" y="12"/>
                </a:cubicBezTo>
                <a:cubicBezTo>
                  <a:pt x="27" y="12"/>
                  <a:pt x="27" y="12"/>
                  <a:pt x="27" y="12"/>
                </a:cubicBezTo>
                <a:cubicBezTo>
                  <a:pt x="27"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7" y="12"/>
                </a:cubicBezTo>
                <a:cubicBezTo>
                  <a:pt x="27" y="12"/>
                  <a:pt x="27" y="12"/>
                  <a:pt x="27" y="12"/>
                </a:cubicBezTo>
                <a:cubicBezTo>
                  <a:pt x="28" y="12"/>
                  <a:pt x="28" y="12"/>
                  <a:pt x="28" y="12"/>
                </a:cubicBezTo>
                <a:cubicBezTo>
                  <a:pt x="28" y="12"/>
                  <a:pt x="28" y="12"/>
                  <a:pt x="28" y="12"/>
                </a:cubicBezTo>
                <a:cubicBezTo>
                  <a:pt x="28" y="12"/>
                  <a:pt x="28" y="12"/>
                  <a:pt x="28" y="12"/>
                </a:cubicBezTo>
                <a:cubicBezTo>
                  <a:pt x="29" y="12"/>
                  <a:pt x="29" y="12"/>
                  <a:pt x="29" y="12"/>
                </a:cubicBezTo>
                <a:cubicBezTo>
                  <a:pt x="29" y="12"/>
                  <a:pt x="29" y="12"/>
                  <a:pt x="30" y="12"/>
                </a:cubicBezTo>
                <a:cubicBezTo>
                  <a:pt x="30" y="12"/>
                  <a:pt x="30" y="12"/>
                  <a:pt x="30" y="12"/>
                </a:cubicBezTo>
                <a:cubicBezTo>
                  <a:pt x="30" y="12"/>
                  <a:pt x="30" y="12"/>
                  <a:pt x="30" y="12"/>
                </a:cubicBezTo>
                <a:cubicBezTo>
                  <a:pt x="30" y="12"/>
                  <a:pt x="31" y="12"/>
                  <a:pt x="31" y="11"/>
                </a:cubicBezTo>
                <a:cubicBezTo>
                  <a:pt x="31" y="11"/>
                  <a:pt x="31" y="11"/>
                  <a:pt x="31" y="11"/>
                </a:cubicBezTo>
                <a:cubicBezTo>
                  <a:pt x="31" y="11"/>
                  <a:pt x="32" y="11"/>
                  <a:pt x="32" y="11"/>
                </a:cubicBezTo>
                <a:cubicBezTo>
                  <a:pt x="32" y="11"/>
                  <a:pt x="32" y="11"/>
                  <a:pt x="32" y="11"/>
                </a:cubicBezTo>
                <a:cubicBezTo>
                  <a:pt x="32" y="11"/>
                  <a:pt x="32" y="11"/>
                  <a:pt x="32" y="11"/>
                </a:cubicBezTo>
                <a:cubicBezTo>
                  <a:pt x="32" y="11"/>
                  <a:pt x="31" y="11"/>
                  <a:pt x="31" y="11"/>
                </a:cubicBezTo>
                <a:cubicBezTo>
                  <a:pt x="31" y="12"/>
                  <a:pt x="31" y="12"/>
                  <a:pt x="30" y="12"/>
                </a:cubicBezTo>
                <a:cubicBezTo>
                  <a:pt x="30" y="12"/>
                  <a:pt x="30" y="12"/>
                  <a:pt x="30" y="12"/>
                </a:cubicBezTo>
                <a:cubicBezTo>
                  <a:pt x="30" y="12"/>
                  <a:pt x="30" y="12"/>
                  <a:pt x="30" y="12"/>
                </a:cubicBezTo>
                <a:cubicBezTo>
                  <a:pt x="30" y="12"/>
                  <a:pt x="30" y="12"/>
                  <a:pt x="30" y="12"/>
                </a:cubicBezTo>
                <a:cubicBezTo>
                  <a:pt x="31" y="12"/>
                  <a:pt x="31" y="12"/>
                  <a:pt x="31" y="12"/>
                </a:cubicBezTo>
                <a:cubicBezTo>
                  <a:pt x="31" y="13"/>
                  <a:pt x="31" y="13"/>
                  <a:pt x="31" y="13"/>
                </a:cubicBezTo>
                <a:cubicBezTo>
                  <a:pt x="31" y="13"/>
                  <a:pt x="31" y="13"/>
                  <a:pt x="31" y="13"/>
                </a:cubicBezTo>
                <a:cubicBezTo>
                  <a:pt x="31" y="13"/>
                  <a:pt x="31" y="12"/>
                  <a:pt x="31" y="12"/>
                </a:cubicBezTo>
                <a:cubicBezTo>
                  <a:pt x="31" y="12"/>
                  <a:pt x="31" y="12"/>
                  <a:pt x="31" y="12"/>
                </a:cubicBezTo>
                <a:cubicBezTo>
                  <a:pt x="32" y="12"/>
                  <a:pt x="32" y="12"/>
                  <a:pt x="32" y="12"/>
                </a:cubicBezTo>
                <a:cubicBezTo>
                  <a:pt x="32" y="12"/>
                  <a:pt x="32" y="12"/>
                  <a:pt x="32" y="12"/>
                </a:cubicBezTo>
                <a:cubicBezTo>
                  <a:pt x="32" y="12"/>
                  <a:pt x="33" y="12"/>
                  <a:pt x="33" y="12"/>
                </a:cubicBezTo>
                <a:cubicBezTo>
                  <a:pt x="33" y="12"/>
                  <a:pt x="33" y="12"/>
                  <a:pt x="33" y="12"/>
                </a:cubicBezTo>
                <a:cubicBezTo>
                  <a:pt x="33" y="12"/>
                  <a:pt x="33" y="12"/>
                  <a:pt x="33" y="12"/>
                </a:cubicBezTo>
                <a:cubicBezTo>
                  <a:pt x="33" y="12"/>
                  <a:pt x="33" y="12"/>
                  <a:pt x="34" y="12"/>
                </a:cubicBezTo>
                <a:cubicBezTo>
                  <a:pt x="34" y="12"/>
                  <a:pt x="34" y="12"/>
                  <a:pt x="34" y="12"/>
                </a:cubicBezTo>
                <a:cubicBezTo>
                  <a:pt x="34" y="11"/>
                  <a:pt x="34" y="11"/>
                  <a:pt x="33" y="11"/>
                </a:cubicBezTo>
                <a:cubicBezTo>
                  <a:pt x="33" y="11"/>
                  <a:pt x="33" y="11"/>
                  <a:pt x="33" y="11"/>
                </a:cubicBezTo>
                <a:cubicBezTo>
                  <a:pt x="33" y="11"/>
                  <a:pt x="33" y="11"/>
                  <a:pt x="33" y="11"/>
                </a:cubicBezTo>
                <a:cubicBezTo>
                  <a:pt x="33" y="11"/>
                  <a:pt x="32" y="11"/>
                  <a:pt x="32" y="11"/>
                </a:cubicBezTo>
                <a:cubicBezTo>
                  <a:pt x="32" y="11"/>
                  <a:pt x="32" y="11"/>
                  <a:pt x="32" y="11"/>
                </a:cubicBezTo>
                <a:cubicBezTo>
                  <a:pt x="32" y="11"/>
                  <a:pt x="32" y="11"/>
                  <a:pt x="32" y="11"/>
                </a:cubicBezTo>
                <a:cubicBezTo>
                  <a:pt x="32" y="11"/>
                  <a:pt x="33" y="11"/>
                  <a:pt x="33" y="11"/>
                </a:cubicBezTo>
                <a:cubicBezTo>
                  <a:pt x="33" y="10"/>
                  <a:pt x="33" y="10"/>
                  <a:pt x="33" y="10"/>
                </a:cubicBezTo>
                <a:cubicBezTo>
                  <a:pt x="33" y="10"/>
                  <a:pt x="33" y="10"/>
                  <a:pt x="33" y="10"/>
                </a:cubicBezTo>
                <a:cubicBezTo>
                  <a:pt x="33" y="10"/>
                  <a:pt x="33" y="9"/>
                  <a:pt x="33" y="9"/>
                </a:cubicBezTo>
                <a:cubicBezTo>
                  <a:pt x="33" y="9"/>
                  <a:pt x="33" y="9"/>
                  <a:pt x="33" y="9"/>
                </a:cubicBezTo>
                <a:cubicBezTo>
                  <a:pt x="33" y="10"/>
                  <a:pt x="33" y="10"/>
                  <a:pt x="33" y="10"/>
                </a:cubicBezTo>
                <a:cubicBezTo>
                  <a:pt x="33" y="10"/>
                  <a:pt x="33" y="9"/>
                  <a:pt x="33" y="9"/>
                </a:cubicBezTo>
                <a:cubicBezTo>
                  <a:pt x="33" y="9"/>
                  <a:pt x="33" y="9"/>
                  <a:pt x="33" y="9"/>
                </a:cubicBezTo>
                <a:cubicBezTo>
                  <a:pt x="33" y="9"/>
                  <a:pt x="33" y="9"/>
                  <a:pt x="33" y="9"/>
                </a:cubicBezTo>
                <a:cubicBezTo>
                  <a:pt x="33" y="9"/>
                  <a:pt x="33" y="9"/>
                  <a:pt x="33" y="9"/>
                </a:cubicBezTo>
                <a:cubicBezTo>
                  <a:pt x="33" y="9"/>
                  <a:pt x="34" y="9"/>
                  <a:pt x="34" y="9"/>
                </a:cubicBezTo>
                <a:cubicBezTo>
                  <a:pt x="34" y="9"/>
                  <a:pt x="34" y="9"/>
                  <a:pt x="34" y="9"/>
                </a:cubicBezTo>
                <a:cubicBezTo>
                  <a:pt x="34" y="9"/>
                  <a:pt x="34" y="10"/>
                  <a:pt x="34" y="10"/>
                </a:cubicBezTo>
                <a:cubicBezTo>
                  <a:pt x="35" y="10"/>
                  <a:pt x="35" y="10"/>
                  <a:pt x="35" y="10"/>
                </a:cubicBezTo>
                <a:cubicBezTo>
                  <a:pt x="35" y="10"/>
                  <a:pt x="36" y="10"/>
                  <a:pt x="36" y="10"/>
                </a:cubicBezTo>
                <a:cubicBezTo>
                  <a:pt x="36" y="10"/>
                  <a:pt x="36" y="10"/>
                  <a:pt x="36" y="10"/>
                </a:cubicBezTo>
                <a:cubicBezTo>
                  <a:pt x="36" y="10"/>
                  <a:pt x="36" y="10"/>
                  <a:pt x="36" y="11"/>
                </a:cubicBezTo>
                <a:cubicBezTo>
                  <a:pt x="37" y="11"/>
                  <a:pt x="37" y="11"/>
                  <a:pt x="37" y="11"/>
                </a:cubicBezTo>
                <a:cubicBezTo>
                  <a:pt x="37" y="11"/>
                  <a:pt x="36" y="11"/>
                  <a:pt x="36" y="11"/>
                </a:cubicBezTo>
                <a:cubicBezTo>
                  <a:pt x="36" y="11"/>
                  <a:pt x="36" y="11"/>
                  <a:pt x="36" y="11"/>
                </a:cubicBezTo>
                <a:cubicBezTo>
                  <a:pt x="36" y="11"/>
                  <a:pt x="36" y="11"/>
                  <a:pt x="36" y="11"/>
                </a:cubicBezTo>
                <a:cubicBezTo>
                  <a:pt x="36" y="12"/>
                  <a:pt x="35" y="11"/>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5" y="12"/>
                  <a:pt x="35" y="12"/>
                  <a:pt x="35" y="12"/>
                </a:cubicBezTo>
                <a:cubicBezTo>
                  <a:pt x="35" y="12"/>
                  <a:pt x="35" y="12"/>
                  <a:pt x="36" y="12"/>
                </a:cubicBezTo>
                <a:cubicBezTo>
                  <a:pt x="36" y="12"/>
                  <a:pt x="36" y="12"/>
                  <a:pt x="36" y="12"/>
                </a:cubicBezTo>
                <a:cubicBezTo>
                  <a:pt x="36" y="12"/>
                  <a:pt x="37" y="12"/>
                  <a:pt x="37" y="12"/>
                </a:cubicBezTo>
                <a:cubicBezTo>
                  <a:pt x="37" y="12"/>
                  <a:pt x="37" y="12"/>
                  <a:pt x="37" y="12"/>
                </a:cubicBezTo>
                <a:cubicBezTo>
                  <a:pt x="36" y="12"/>
                  <a:pt x="36" y="13"/>
                  <a:pt x="36" y="13"/>
                </a:cubicBezTo>
                <a:cubicBezTo>
                  <a:pt x="35" y="13"/>
                  <a:pt x="35" y="13"/>
                  <a:pt x="35" y="13"/>
                </a:cubicBezTo>
                <a:cubicBezTo>
                  <a:pt x="35" y="13"/>
                  <a:pt x="35" y="14"/>
                  <a:pt x="35" y="14"/>
                </a:cubicBezTo>
                <a:cubicBezTo>
                  <a:pt x="35" y="14"/>
                  <a:pt x="35" y="14"/>
                  <a:pt x="35" y="14"/>
                </a:cubicBezTo>
                <a:cubicBezTo>
                  <a:pt x="34" y="14"/>
                  <a:pt x="34" y="14"/>
                  <a:pt x="34" y="14"/>
                </a:cubicBezTo>
                <a:cubicBezTo>
                  <a:pt x="35" y="14"/>
                  <a:pt x="35" y="14"/>
                  <a:pt x="35" y="14"/>
                </a:cubicBezTo>
                <a:cubicBezTo>
                  <a:pt x="35" y="13"/>
                  <a:pt x="35" y="13"/>
                  <a:pt x="35" y="13"/>
                </a:cubicBezTo>
                <a:cubicBezTo>
                  <a:pt x="35" y="13"/>
                  <a:pt x="35" y="13"/>
                  <a:pt x="34" y="13"/>
                </a:cubicBezTo>
                <a:cubicBezTo>
                  <a:pt x="34" y="13"/>
                  <a:pt x="34" y="13"/>
                  <a:pt x="34" y="14"/>
                </a:cubicBezTo>
                <a:cubicBezTo>
                  <a:pt x="34" y="14"/>
                  <a:pt x="34" y="14"/>
                  <a:pt x="34" y="14"/>
                </a:cubicBezTo>
                <a:cubicBezTo>
                  <a:pt x="34" y="13"/>
                  <a:pt x="34" y="13"/>
                  <a:pt x="34" y="13"/>
                </a:cubicBezTo>
                <a:cubicBezTo>
                  <a:pt x="34" y="13"/>
                  <a:pt x="34" y="13"/>
                  <a:pt x="34" y="13"/>
                </a:cubicBezTo>
                <a:cubicBezTo>
                  <a:pt x="34" y="13"/>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5" y="14"/>
                  <a:pt x="35" y="14"/>
                  <a:pt x="34" y="14"/>
                </a:cubicBezTo>
                <a:cubicBezTo>
                  <a:pt x="34" y="15"/>
                  <a:pt x="34" y="15"/>
                  <a:pt x="34" y="15"/>
                </a:cubicBezTo>
                <a:cubicBezTo>
                  <a:pt x="34" y="15"/>
                  <a:pt x="34" y="15"/>
                  <a:pt x="34" y="16"/>
                </a:cubicBezTo>
                <a:cubicBezTo>
                  <a:pt x="34" y="16"/>
                  <a:pt x="34" y="16"/>
                  <a:pt x="34" y="16"/>
                </a:cubicBezTo>
                <a:cubicBezTo>
                  <a:pt x="34" y="16"/>
                  <a:pt x="34" y="16"/>
                  <a:pt x="34" y="16"/>
                </a:cubicBezTo>
                <a:cubicBezTo>
                  <a:pt x="34" y="16"/>
                  <a:pt x="34" y="16"/>
                  <a:pt x="34" y="16"/>
                </a:cubicBezTo>
                <a:cubicBezTo>
                  <a:pt x="33" y="17"/>
                  <a:pt x="33" y="17"/>
                  <a:pt x="33" y="17"/>
                </a:cubicBezTo>
                <a:cubicBezTo>
                  <a:pt x="33" y="17"/>
                  <a:pt x="32" y="17"/>
                  <a:pt x="32" y="17"/>
                </a:cubicBezTo>
                <a:cubicBezTo>
                  <a:pt x="32" y="17"/>
                  <a:pt x="32" y="17"/>
                  <a:pt x="32" y="17"/>
                </a:cubicBezTo>
                <a:cubicBezTo>
                  <a:pt x="32" y="17"/>
                  <a:pt x="32" y="17"/>
                  <a:pt x="32" y="16"/>
                </a:cubicBezTo>
                <a:cubicBezTo>
                  <a:pt x="32" y="16"/>
                  <a:pt x="33" y="16"/>
                  <a:pt x="33" y="16"/>
                </a:cubicBezTo>
                <a:cubicBezTo>
                  <a:pt x="33" y="16"/>
                  <a:pt x="33" y="16"/>
                  <a:pt x="33" y="16"/>
                </a:cubicBezTo>
                <a:cubicBezTo>
                  <a:pt x="33" y="16"/>
                  <a:pt x="33" y="16"/>
                  <a:pt x="33" y="16"/>
                </a:cubicBezTo>
                <a:cubicBezTo>
                  <a:pt x="33" y="16"/>
                  <a:pt x="33" y="16"/>
                  <a:pt x="33" y="16"/>
                </a:cubicBezTo>
                <a:cubicBezTo>
                  <a:pt x="32" y="16"/>
                  <a:pt x="32" y="16"/>
                  <a:pt x="32" y="16"/>
                </a:cubicBezTo>
                <a:cubicBezTo>
                  <a:pt x="32" y="17"/>
                  <a:pt x="32" y="17"/>
                  <a:pt x="32" y="17"/>
                </a:cubicBezTo>
                <a:cubicBezTo>
                  <a:pt x="32" y="17"/>
                  <a:pt x="32" y="17"/>
                  <a:pt x="32" y="17"/>
                </a:cubicBezTo>
                <a:cubicBezTo>
                  <a:pt x="31" y="17"/>
                  <a:pt x="31" y="17"/>
                  <a:pt x="31" y="17"/>
                </a:cubicBezTo>
                <a:cubicBezTo>
                  <a:pt x="31" y="17"/>
                  <a:pt x="31" y="18"/>
                  <a:pt x="31" y="17"/>
                </a:cubicBezTo>
                <a:cubicBezTo>
                  <a:pt x="31" y="17"/>
                  <a:pt x="31" y="17"/>
                  <a:pt x="31" y="17"/>
                </a:cubicBezTo>
                <a:cubicBezTo>
                  <a:pt x="31" y="17"/>
                  <a:pt x="31" y="17"/>
                  <a:pt x="32" y="17"/>
                </a:cubicBezTo>
                <a:cubicBezTo>
                  <a:pt x="32" y="17"/>
                  <a:pt x="32" y="17"/>
                  <a:pt x="32" y="17"/>
                </a:cubicBezTo>
                <a:cubicBezTo>
                  <a:pt x="31" y="17"/>
                  <a:pt x="31" y="17"/>
                  <a:pt x="31" y="17"/>
                </a:cubicBezTo>
                <a:cubicBezTo>
                  <a:pt x="31" y="17"/>
                  <a:pt x="31" y="17"/>
                  <a:pt x="31" y="17"/>
                </a:cubicBezTo>
                <a:cubicBezTo>
                  <a:pt x="31" y="18"/>
                  <a:pt x="30" y="18"/>
                  <a:pt x="30" y="18"/>
                </a:cubicBezTo>
                <a:cubicBezTo>
                  <a:pt x="30" y="18"/>
                  <a:pt x="30" y="18"/>
                  <a:pt x="30" y="19"/>
                </a:cubicBezTo>
                <a:cubicBezTo>
                  <a:pt x="30" y="19"/>
                  <a:pt x="30" y="19"/>
                  <a:pt x="30" y="19"/>
                </a:cubicBezTo>
                <a:cubicBezTo>
                  <a:pt x="30" y="18"/>
                  <a:pt x="31" y="18"/>
                  <a:pt x="31" y="18"/>
                </a:cubicBezTo>
                <a:cubicBezTo>
                  <a:pt x="31" y="18"/>
                  <a:pt x="31" y="18"/>
                  <a:pt x="31" y="18"/>
                </a:cubicBezTo>
                <a:cubicBezTo>
                  <a:pt x="31" y="18"/>
                  <a:pt x="31" y="18"/>
                  <a:pt x="31" y="18"/>
                </a:cubicBezTo>
                <a:cubicBezTo>
                  <a:pt x="31" y="18"/>
                  <a:pt x="31" y="18"/>
                  <a:pt x="30" y="19"/>
                </a:cubicBezTo>
                <a:cubicBezTo>
                  <a:pt x="30" y="19"/>
                  <a:pt x="30" y="19"/>
                  <a:pt x="30" y="19"/>
                </a:cubicBezTo>
                <a:cubicBezTo>
                  <a:pt x="30" y="19"/>
                  <a:pt x="30" y="19"/>
                  <a:pt x="30" y="19"/>
                </a:cubicBezTo>
                <a:cubicBezTo>
                  <a:pt x="30" y="19"/>
                  <a:pt x="30" y="19"/>
                  <a:pt x="30" y="19"/>
                </a:cubicBezTo>
                <a:cubicBezTo>
                  <a:pt x="30" y="19"/>
                  <a:pt x="30" y="20"/>
                  <a:pt x="30" y="20"/>
                </a:cubicBezTo>
                <a:cubicBezTo>
                  <a:pt x="30" y="20"/>
                  <a:pt x="30" y="20"/>
                  <a:pt x="29" y="20"/>
                </a:cubicBezTo>
                <a:cubicBezTo>
                  <a:pt x="29" y="20"/>
                  <a:pt x="29" y="20"/>
                  <a:pt x="29" y="20"/>
                </a:cubicBezTo>
                <a:cubicBezTo>
                  <a:pt x="29" y="20"/>
                  <a:pt x="29" y="20"/>
                  <a:pt x="29" y="20"/>
                </a:cubicBezTo>
                <a:cubicBezTo>
                  <a:pt x="29" y="20"/>
                  <a:pt x="29" y="20"/>
                  <a:pt x="29" y="20"/>
                </a:cubicBezTo>
                <a:cubicBezTo>
                  <a:pt x="30" y="21"/>
                  <a:pt x="29" y="21"/>
                  <a:pt x="29" y="21"/>
                </a:cubicBezTo>
                <a:cubicBezTo>
                  <a:pt x="29" y="21"/>
                  <a:pt x="29" y="21"/>
                  <a:pt x="28" y="22"/>
                </a:cubicBezTo>
                <a:cubicBezTo>
                  <a:pt x="28" y="22"/>
                  <a:pt x="28" y="22"/>
                  <a:pt x="28" y="22"/>
                </a:cubicBezTo>
                <a:cubicBezTo>
                  <a:pt x="28" y="22"/>
                  <a:pt x="28" y="22"/>
                  <a:pt x="28" y="22"/>
                </a:cubicBezTo>
                <a:cubicBezTo>
                  <a:pt x="28" y="22"/>
                  <a:pt x="27" y="22"/>
                  <a:pt x="27" y="22"/>
                </a:cubicBezTo>
                <a:cubicBezTo>
                  <a:pt x="27" y="22"/>
                  <a:pt x="27" y="22"/>
                  <a:pt x="27" y="22"/>
                </a:cubicBezTo>
                <a:cubicBezTo>
                  <a:pt x="27" y="23"/>
                  <a:pt x="27" y="23"/>
                  <a:pt x="27" y="24"/>
                </a:cubicBezTo>
                <a:cubicBezTo>
                  <a:pt x="27" y="24"/>
                  <a:pt x="26" y="24"/>
                  <a:pt x="26" y="24"/>
                </a:cubicBezTo>
                <a:cubicBezTo>
                  <a:pt x="27" y="24"/>
                  <a:pt x="27" y="24"/>
                  <a:pt x="27" y="24"/>
                </a:cubicBezTo>
                <a:cubicBezTo>
                  <a:pt x="27" y="24"/>
                  <a:pt x="27" y="24"/>
                  <a:pt x="27" y="24"/>
                </a:cubicBezTo>
                <a:cubicBezTo>
                  <a:pt x="27" y="24"/>
                  <a:pt x="27" y="24"/>
                  <a:pt x="27" y="24"/>
                </a:cubicBezTo>
                <a:close/>
                <a:moveTo>
                  <a:pt x="4" y="25"/>
                </a:moveTo>
                <a:cubicBezTo>
                  <a:pt x="4" y="25"/>
                  <a:pt x="4" y="25"/>
                  <a:pt x="4" y="25"/>
                </a:cubicBezTo>
                <a:cubicBezTo>
                  <a:pt x="4" y="25"/>
                  <a:pt x="4" y="25"/>
                  <a:pt x="4" y="25"/>
                </a:cubicBezTo>
                <a:cubicBezTo>
                  <a:pt x="4" y="25"/>
                  <a:pt x="4" y="26"/>
                  <a:pt x="4" y="25"/>
                </a:cubicBezTo>
                <a:cubicBezTo>
                  <a:pt x="4" y="25"/>
                  <a:pt x="4" y="25"/>
                  <a:pt x="4" y="25"/>
                </a:cubicBezTo>
                <a:cubicBezTo>
                  <a:pt x="4" y="25"/>
                  <a:pt x="4" y="25"/>
                  <a:pt x="4" y="25"/>
                </a:cubicBezTo>
                <a:cubicBezTo>
                  <a:pt x="4" y="25"/>
                  <a:pt x="4" y="25"/>
                  <a:pt x="4" y="25"/>
                </a:cubicBezTo>
                <a:cubicBezTo>
                  <a:pt x="3" y="25"/>
                  <a:pt x="3" y="25"/>
                  <a:pt x="3" y="24"/>
                </a:cubicBezTo>
                <a:cubicBezTo>
                  <a:pt x="3" y="24"/>
                  <a:pt x="4" y="24"/>
                  <a:pt x="4" y="24"/>
                </a:cubicBezTo>
                <a:cubicBezTo>
                  <a:pt x="3" y="24"/>
                  <a:pt x="3" y="24"/>
                  <a:pt x="3" y="24"/>
                </a:cubicBezTo>
                <a:cubicBezTo>
                  <a:pt x="3" y="24"/>
                  <a:pt x="3" y="23"/>
                  <a:pt x="4" y="23"/>
                </a:cubicBezTo>
                <a:cubicBezTo>
                  <a:pt x="4" y="23"/>
                  <a:pt x="4" y="23"/>
                  <a:pt x="4" y="23"/>
                </a:cubicBezTo>
                <a:cubicBezTo>
                  <a:pt x="4" y="23"/>
                  <a:pt x="4" y="24"/>
                  <a:pt x="4" y="24"/>
                </a:cubicBezTo>
                <a:cubicBezTo>
                  <a:pt x="4" y="23"/>
                  <a:pt x="4" y="23"/>
                  <a:pt x="4" y="23"/>
                </a:cubicBezTo>
                <a:cubicBezTo>
                  <a:pt x="4" y="23"/>
                  <a:pt x="4" y="23"/>
                  <a:pt x="4" y="23"/>
                </a:cubicBezTo>
                <a:cubicBezTo>
                  <a:pt x="4" y="23"/>
                  <a:pt x="4"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2"/>
                </a:cubicBezTo>
                <a:cubicBezTo>
                  <a:pt x="3" y="22"/>
                  <a:pt x="3" y="22"/>
                  <a:pt x="4" y="22"/>
                </a:cubicBezTo>
                <a:cubicBezTo>
                  <a:pt x="4" y="22"/>
                  <a:pt x="4" y="22"/>
                  <a:pt x="4" y="22"/>
                </a:cubicBezTo>
                <a:cubicBezTo>
                  <a:pt x="4" y="22"/>
                  <a:pt x="4" y="22"/>
                  <a:pt x="4" y="22"/>
                </a:cubicBezTo>
                <a:cubicBezTo>
                  <a:pt x="4" y="23"/>
                  <a:pt x="4" y="23"/>
                  <a:pt x="4" y="23"/>
                </a:cubicBezTo>
                <a:cubicBezTo>
                  <a:pt x="4" y="23"/>
                  <a:pt x="4" y="22"/>
                  <a:pt x="4" y="23"/>
                </a:cubicBezTo>
                <a:cubicBezTo>
                  <a:pt x="4" y="23"/>
                  <a:pt x="4" y="23"/>
                  <a:pt x="5" y="23"/>
                </a:cubicBezTo>
                <a:cubicBezTo>
                  <a:pt x="5" y="23"/>
                  <a:pt x="4" y="23"/>
                  <a:pt x="5" y="22"/>
                </a:cubicBezTo>
                <a:cubicBezTo>
                  <a:pt x="5" y="22"/>
                  <a:pt x="5" y="22"/>
                  <a:pt x="5" y="22"/>
                </a:cubicBezTo>
                <a:cubicBezTo>
                  <a:pt x="5" y="22"/>
                  <a:pt x="5" y="22"/>
                  <a:pt x="5" y="22"/>
                </a:cubicBezTo>
                <a:cubicBezTo>
                  <a:pt x="5" y="22"/>
                  <a:pt x="5" y="22"/>
                  <a:pt x="5" y="22"/>
                </a:cubicBezTo>
                <a:cubicBezTo>
                  <a:pt x="5" y="21"/>
                  <a:pt x="5" y="21"/>
                  <a:pt x="5" y="21"/>
                </a:cubicBezTo>
                <a:cubicBezTo>
                  <a:pt x="5" y="21"/>
                  <a:pt x="5" y="21"/>
                  <a:pt x="5" y="21"/>
                </a:cubicBezTo>
                <a:cubicBezTo>
                  <a:pt x="6" y="22"/>
                  <a:pt x="6" y="21"/>
                  <a:pt x="6" y="21"/>
                </a:cubicBezTo>
                <a:cubicBezTo>
                  <a:pt x="6" y="21"/>
                  <a:pt x="6" y="22"/>
                  <a:pt x="6" y="22"/>
                </a:cubicBezTo>
                <a:cubicBezTo>
                  <a:pt x="6" y="22"/>
                  <a:pt x="6" y="22"/>
                  <a:pt x="6" y="22"/>
                </a:cubicBezTo>
                <a:cubicBezTo>
                  <a:pt x="7" y="22"/>
                  <a:pt x="7" y="22"/>
                  <a:pt x="7" y="22"/>
                </a:cubicBezTo>
                <a:cubicBezTo>
                  <a:pt x="7" y="22"/>
                  <a:pt x="7" y="22"/>
                  <a:pt x="7" y="22"/>
                </a:cubicBezTo>
                <a:cubicBezTo>
                  <a:pt x="7" y="22"/>
                  <a:pt x="7" y="22"/>
                  <a:pt x="7" y="22"/>
                </a:cubicBezTo>
                <a:cubicBezTo>
                  <a:pt x="7" y="22"/>
                  <a:pt x="6" y="22"/>
                  <a:pt x="6" y="22"/>
                </a:cubicBezTo>
                <a:cubicBezTo>
                  <a:pt x="6" y="22"/>
                  <a:pt x="6" y="22"/>
                  <a:pt x="6" y="22"/>
                </a:cubicBezTo>
                <a:cubicBezTo>
                  <a:pt x="6" y="23"/>
                  <a:pt x="6" y="23"/>
                  <a:pt x="6" y="23"/>
                </a:cubicBezTo>
                <a:cubicBezTo>
                  <a:pt x="6" y="23"/>
                  <a:pt x="6" y="23"/>
                  <a:pt x="6" y="23"/>
                </a:cubicBezTo>
                <a:cubicBezTo>
                  <a:pt x="6" y="23"/>
                  <a:pt x="5" y="23"/>
                  <a:pt x="5" y="23"/>
                </a:cubicBezTo>
                <a:cubicBezTo>
                  <a:pt x="5" y="23"/>
                  <a:pt x="5" y="23"/>
                  <a:pt x="5" y="24"/>
                </a:cubicBezTo>
                <a:cubicBezTo>
                  <a:pt x="5" y="24"/>
                  <a:pt x="5" y="24"/>
                  <a:pt x="5" y="24"/>
                </a:cubicBezTo>
                <a:cubicBezTo>
                  <a:pt x="5" y="24"/>
                  <a:pt x="5" y="24"/>
                  <a:pt x="5" y="24"/>
                </a:cubicBezTo>
                <a:cubicBezTo>
                  <a:pt x="5" y="24"/>
                  <a:pt x="6" y="24"/>
                  <a:pt x="6" y="24"/>
                </a:cubicBezTo>
                <a:cubicBezTo>
                  <a:pt x="6" y="24"/>
                  <a:pt x="6" y="24"/>
                  <a:pt x="6" y="24"/>
                </a:cubicBezTo>
                <a:cubicBezTo>
                  <a:pt x="6" y="24"/>
                  <a:pt x="6" y="23"/>
                  <a:pt x="6" y="24"/>
                </a:cubicBezTo>
                <a:cubicBezTo>
                  <a:pt x="6" y="24"/>
                  <a:pt x="6" y="24"/>
                  <a:pt x="6" y="24"/>
                </a:cubicBezTo>
                <a:cubicBezTo>
                  <a:pt x="7" y="24"/>
                  <a:pt x="7" y="24"/>
                  <a:pt x="7" y="24"/>
                </a:cubicBezTo>
                <a:cubicBezTo>
                  <a:pt x="7" y="23"/>
                  <a:pt x="7" y="23"/>
                  <a:pt x="7" y="23"/>
                </a:cubicBezTo>
                <a:cubicBezTo>
                  <a:pt x="6" y="23"/>
                  <a:pt x="6"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2"/>
                  <a:pt x="8" y="22"/>
                </a:cubicBezTo>
                <a:cubicBezTo>
                  <a:pt x="8" y="22"/>
                  <a:pt x="8" y="22"/>
                  <a:pt x="8" y="22"/>
                </a:cubicBezTo>
                <a:cubicBezTo>
                  <a:pt x="8" y="22"/>
                  <a:pt x="8" y="22"/>
                  <a:pt x="8" y="22"/>
                </a:cubicBezTo>
                <a:cubicBezTo>
                  <a:pt x="8" y="22"/>
                  <a:pt x="8" y="22"/>
                  <a:pt x="7" y="22"/>
                </a:cubicBezTo>
                <a:cubicBezTo>
                  <a:pt x="7" y="22"/>
                  <a:pt x="7" y="22"/>
                  <a:pt x="7" y="21"/>
                </a:cubicBezTo>
                <a:cubicBezTo>
                  <a:pt x="7" y="21"/>
                  <a:pt x="7" y="21"/>
                  <a:pt x="7" y="21"/>
                </a:cubicBezTo>
                <a:cubicBezTo>
                  <a:pt x="7" y="21"/>
                  <a:pt x="7" y="21"/>
                  <a:pt x="7" y="21"/>
                </a:cubicBezTo>
                <a:cubicBezTo>
                  <a:pt x="7" y="21"/>
                  <a:pt x="7" y="21"/>
                  <a:pt x="7" y="21"/>
                </a:cubicBezTo>
                <a:cubicBezTo>
                  <a:pt x="8" y="21"/>
                  <a:pt x="8" y="21"/>
                  <a:pt x="7" y="21"/>
                </a:cubicBezTo>
                <a:cubicBezTo>
                  <a:pt x="8" y="21"/>
                  <a:pt x="8" y="21"/>
                  <a:pt x="8" y="21"/>
                </a:cubicBezTo>
                <a:cubicBezTo>
                  <a:pt x="8" y="21"/>
                  <a:pt x="8" y="21"/>
                  <a:pt x="8" y="21"/>
                </a:cubicBezTo>
                <a:cubicBezTo>
                  <a:pt x="8" y="21"/>
                  <a:pt x="8" y="21"/>
                  <a:pt x="8" y="21"/>
                </a:cubicBezTo>
                <a:cubicBezTo>
                  <a:pt x="8" y="21"/>
                  <a:pt x="8" y="22"/>
                  <a:pt x="8" y="22"/>
                </a:cubicBezTo>
                <a:cubicBezTo>
                  <a:pt x="8" y="22"/>
                  <a:pt x="8" y="22"/>
                  <a:pt x="8" y="22"/>
                </a:cubicBezTo>
                <a:cubicBezTo>
                  <a:pt x="8" y="22"/>
                  <a:pt x="8" y="22"/>
                  <a:pt x="8" y="22"/>
                </a:cubicBezTo>
                <a:cubicBezTo>
                  <a:pt x="8" y="22"/>
                  <a:pt x="8" y="22"/>
                  <a:pt x="8" y="23"/>
                </a:cubicBezTo>
                <a:cubicBezTo>
                  <a:pt x="8" y="23"/>
                  <a:pt x="8" y="23"/>
                  <a:pt x="8" y="24"/>
                </a:cubicBezTo>
                <a:cubicBezTo>
                  <a:pt x="8" y="24"/>
                  <a:pt x="8" y="24"/>
                  <a:pt x="8" y="24"/>
                </a:cubicBezTo>
                <a:cubicBezTo>
                  <a:pt x="8" y="24"/>
                  <a:pt x="8" y="24"/>
                  <a:pt x="8" y="24"/>
                </a:cubicBezTo>
                <a:cubicBezTo>
                  <a:pt x="8" y="24"/>
                  <a:pt x="7" y="24"/>
                  <a:pt x="7" y="24"/>
                </a:cubicBezTo>
                <a:cubicBezTo>
                  <a:pt x="7" y="24"/>
                  <a:pt x="8" y="24"/>
                  <a:pt x="8" y="24"/>
                </a:cubicBezTo>
                <a:cubicBezTo>
                  <a:pt x="8" y="24"/>
                  <a:pt x="8" y="24"/>
                  <a:pt x="8" y="24"/>
                </a:cubicBezTo>
                <a:cubicBezTo>
                  <a:pt x="8" y="24"/>
                  <a:pt x="7" y="25"/>
                  <a:pt x="7" y="24"/>
                </a:cubicBezTo>
                <a:cubicBezTo>
                  <a:pt x="7" y="25"/>
                  <a:pt x="7" y="25"/>
                  <a:pt x="7" y="25"/>
                </a:cubicBezTo>
                <a:cubicBezTo>
                  <a:pt x="7" y="25"/>
                  <a:pt x="7" y="25"/>
                  <a:pt x="7" y="25"/>
                </a:cubicBezTo>
                <a:cubicBezTo>
                  <a:pt x="7" y="25"/>
                  <a:pt x="8" y="25"/>
                  <a:pt x="8" y="25"/>
                </a:cubicBezTo>
                <a:cubicBezTo>
                  <a:pt x="8" y="25"/>
                  <a:pt x="8" y="25"/>
                  <a:pt x="8" y="25"/>
                </a:cubicBezTo>
                <a:cubicBezTo>
                  <a:pt x="8" y="25"/>
                  <a:pt x="8" y="25"/>
                  <a:pt x="8" y="25"/>
                </a:cubicBezTo>
                <a:cubicBezTo>
                  <a:pt x="8" y="25"/>
                  <a:pt x="8" y="25"/>
                  <a:pt x="8" y="25"/>
                </a:cubicBezTo>
                <a:cubicBezTo>
                  <a:pt x="8" y="25"/>
                  <a:pt x="8" y="26"/>
                  <a:pt x="8"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6" y="26"/>
                  <a:pt x="6" y="27"/>
                </a:cubicBezTo>
                <a:cubicBezTo>
                  <a:pt x="6" y="27"/>
                  <a:pt x="6" y="27"/>
                  <a:pt x="6" y="27"/>
                </a:cubicBezTo>
                <a:cubicBezTo>
                  <a:pt x="6" y="27"/>
                  <a:pt x="6" y="27"/>
                  <a:pt x="6" y="27"/>
                </a:cubicBezTo>
                <a:cubicBezTo>
                  <a:pt x="5" y="27"/>
                  <a:pt x="5" y="27"/>
                  <a:pt x="5" y="27"/>
                </a:cubicBezTo>
                <a:cubicBezTo>
                  <a:pt x="5" y="27"/>
                  <a:pt x="5" y="27"/>
                  <a:pt x="5" y="27"/>
                </a:cubicBezTo>
                <a:cubicBezTo>
                  <a:pt x="5" y="27"/>
                  <a:pt x="5" y="27"/>
                  <a:pt x="5" y="27"/>
                </a:cubicBezTo>
                <a:cubicBezTo>
                  <a:pt x="5" y="27"/>
                  <a:pt x="5" y="27"/>
                  <a:pt x="5" y="26"/>
                </a:cubicBezTo>
                <a:cubicBezTo>
                  <a:pt x="5" y="26"/>
                  <a:pt x="5" y="26"/>
                  <a:pt x="5" y="26"/>
                </a:cubicBezTo>
                <a:cubicBezTo>
                  <a:pt x="5" y="26"/>
                  <a:pt x="5" y="26"/>
                  <a:pt x="5" y="26"/>
                </a:cubicBezTo>
                <a:cubicBezTo>
                  <a:pt x="5" y="26"/>
                  <a:pt x="5" y="26"/>
                  <a:pt x="4" y="26"/>
                </a:cubicBezTo>
                <a:cubicBezTo>
                  <a:pt x="4" y="26"/>
                  <a:pt x="4" y="25"/>
                  <a:pt x="4" y="25"/>
                </a:cubicBezTo>
                <a:close/>
                <a:moveTo>
                  <a:pt x="26" y="7"/>
                </a:moveTo>
                <a:cubicBezTo>
                  <a:pt x="26" y="7"/>
                  <a:pt x="26" y="7"/>
                  <a:pt x="26" y="7"/>
                </a:cubicBezTo>
                <a:cubicBezTo>
                  <a:pt x="26" y="7"/>
                  <a:pt x="26" y="7"/>
                  <a:pt x="26" y="7"/>
                </a:cubicBezTo>
                <a:cubicBezTo>
                  <a:pt x="26" y="7"/>
                  <a:pt x="27" y="7"/>
                  <a:pt x="27" y="7"/>
                </a:cubicBezTo>
                <a:cubicBezTo>
                  <a:pt x="27" y="7"/>
                  <a:pt x="27" y="6"/>
                  <a:pt x="27" y="6"/>
                </a:cubicBezTo>
                <a:cubicBezTo>
                  <a:pt x="27" y="7"/>
                  <a:pt x="27" y="7"/>
                  <a:pt x="27" y="6"/>
                </a:cubicBezTo>
                <a:cubicBezTo>
                  <a:pt x="27" y="6"/>
                  <a:pt x="27" y="7"/>
                  <a:pt x="27" y="7"/>
                </a:cubicBezTo>
                <a:cubicBezTo>
                  <a:pt x="27" y="7"/>
                  <a:pt x="27" y="7"/>
                  <a:pt x="28" y="7"/>
                </a:cubicBezTo>
                <a:cubicBezTo>
                  <a:pt x="28" y="7"/>
                  <a:pt x="28" y="7"/>
                  <a:pt x="28" y="7"/>
                </a:cubicBezTo>
                <a:cubicBezTo>
                  <a:pt x="28" y="7"/>
                  <a:pt x="28" y="7"/>
                  <a:pt x="28" y="7"/>
                </a:cubicBezTo>
                <a:cubicBezTo>
                  <a:pt x="28" y="7"/>
                  <a:pt x="28" y="7"/>
                  <a:pt x="28" y="7"/>
                </a:cubicBezTo>
                <a:cubicBezTo>
                  <a:pt x="29" y="7"/>
                  <a:pt x="29" y="7"/>
                  <a:pt x="29" y="7"/>
                </a:cubicBezTo>
                <a:cubicBezTo>
                  <a:pt x="29" y="7"/>
                  <a:pt x="29" y="7"/>
                  <a:pt x="29" y="7"/>
                </a:cubicBezTo>
                <a:cubicBezTo>
                  <a:pt x="29" y="7"/>
                  <a:pt x="30" y="7"/>
                  <a:pt x="30" y="7"/>
                </a:cubicBezTo>
                <a:cubicBezTo>
                  <a:pt x="30" y="7"/>
                  <a:pt x="30" y="7"/>
                  <a:pt x="30" y="7"/>
                </a:cubicBezTo>
                <a:cubicBezTo>
                  <a:pt x="30" y="7"/>
                  <a:pt x="30" y="7"/>
                  <a:pt x="30" y="7"/>
                </a:cubicBezTo>
                <a:cubicBezTo>
                  <a:pt x="30" y="7"/>
                  <a:pt x="30" y="8"/>
                  <a:pt x="30" y="8"/>
                </a:cubicBezTo>
                <a:cubicBezTo>
                  <a:pt x="30" y="8"/>
                  <a:pt x="30" y="8"/>
                  <a:pt x="30" y="8"/>
                </a:cubicBezTo>
                <a:cubicBezTo>
                  <a:pt x="30" y="8"/>
                  <a:pt x="31" y="8"/>
                  <a:pt x="31" y="8"/>
                </a:cubicBezTo>
                <a:cubicBezTo>
                  <a:pt x="31" y="8"/>
                  <a:pt x="31" y="8"/>
                  <a:pt x="31" y="8"/>
                </a:cubicBezTo>
                <a:cubicBezTo>
                  <a:pt x="31" y="8"/>
                  <a:pt x="31" y="7"/>
                  <a:pt x="31" y="7"/>
                </a:cubicBezTo>
                <a:cubicBezTo>
                  <a:pt x="31" y="7"/>
                  <a:pt x="31" y="7"/>
                  <a:pt x="31" y="7"/>
                </a:cubicBezTo>
                <a:cubicBezTo>
                  <a:pt x="31" y="7"/>
                  <a:pt x="31" y="8"/>
                  <a:pt x="31" y="7"/>
                </a:cubicBezTo>
                <a:cubicBezTo>
                  <a:pt x="32" y="7"/>
                  <a:pt x="32" y="7"/>
                  <a:pt x="32" y="7"/>
                </a:cubicBezTo>
                <a:cubicBezTo>
                  <a:pt x="32" y="7"/>
                  <a:pt x="32" y="7"/>
                  <a:pt x="32" y="8"/>
                </a:cubicBezTo>
                <a:cubicBezTo>
                  <a:pt x="32" y="8"/>
                  <a:pt x="32" y="8"/>
                  <a:pt x="32" y="8"/>
                </a:cubicBezTo>
                <a:cubicBezTo>
                  <a:pt x="32" y="8"/>
                  <a:pt x="33" y="8"/>
                  <a:pt x="33" y="8"/>
                </a:cubicBezTo>
                <a:cubicBezTo>
                  <a:pt x="33" y="8"/>
                  <a:pt x="33" y="9"/>
                  <a:pt x="33" y="9"/>
                </a:cubicBezTo>
                <a:cubicBezTo>
                  <a:pt x="33" y="9"/>
                  <a:pt x="33" y="9"/>
                  <a:pt x="33" y="9"/>
                </a:cubicBezTo>
                <a:cubicBezTo>
                  <a:pt x="33" y="9"/>
                  <a:pt x="33" y="9"/>
                  <a:pt x="33" y="9"/>
                </a:cubicBezTo>
                <a:cubicBezTo>
                  <a:pt x="33" y="9"/>
                  <a:pt x="32" y="9"/>
                  <a:pt x="32" y="8"/>
                </a:cubicBezTo>
                <a:cubicBezTo>
                  <a:pt x="32" y="8"/>
                  <a:pt x="32" y="8"/>
                  <a:pt x="32" y="8"/>
                </a:cubicBezTo>
                <a:cubicBezTo>
                  <a:pt x="32" y="8"/>
                  <a:pt x="32" y="8"/>
                  <a:pt x="32" y="8"/>
                </a:cubicBezTo>
                <a:cubicBezTo>
                  <a:pt x="32" y="8"/>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1" y="9"/>
                  <a:pt x="31" y="9"/>
                  <a:pt x="31" y="9"/>
                </a:cubicBezTo>
                <a:cubicBezTo>
                  <a:pt x="31" y="9"/>
                  <a:pt x="31" y="9"/>
                  <a:pt x="31" y="9"/>
                </a:cubicBezTo>
                <a:cubicBezTo>
                  <a:pt x="31" y="9"/>
                  <a:pt x="31" y="9"/>
                  <a:pt x="30" y="9"/>
                </a:cubicBezTo>
                <a:cubicBezTo>
                  <a:pt x="30" y="9"/>
                  <a:pt x="30" y="9"/>
                  <a:pt x="30" y="9"/>
                </a:cubicBezTo>
                <a:cubicBezTo>
                  <a:pt x="30" y="8"/>
                  <a:pt x="30" y="8"/>
                  <a:pt x="30" y="8"/>
                </a:cubicBezTo>
                <a:cubicBezTo>
                  <a:pt x="30" y="8"/>
                  <a:pt x="30" y="8"/>
                  <a:pt x="30" y="8"/>
                </a:cubicBezTo>
                <a:cubicBezTo>
                  <a:pt x="29" y="8"/>
                  <a:pt x="29" y="8"/>
                  <a:pt x="29"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7" y="8"/>
                </a:cubicBezTo>
                <a:cubicBezTo>
                  <a:pt x="27" y="8"/>
                  <a:pt x="27" y="8"/>
                  <a:pt x="27" y="8"/>
                </a:cubicBezTo>
                <a:cubicBezTo>
                  <a:pt x="27" y="7"/>
                  <a:pt x="27" y="7"/>
                  <a:pt x="27" y="7"/>
                </a:cubicBezTo>
                <a:cubicBezTo>
                  <a:pt x="26" y="7"/>
                  <a:pt x="26" y="7"/>
                  <a:pt x="26" y="7"/>
                </a:cubicBezTo>
                <a:close/>
                <a:moveTo>
                  <a:pt x="51" y="28"/>
                </a:moveTo>
                <a:cubicBezTo>
                  <a:pt x="51" y="28"/>
                  <a:pt x="51"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0" y="29"/>
                  <a:pt x="50" y="29"/>
                  <a:pt x="50" y="29"/>
                </a:cubicBezTo>
                <a:cubicBezTo>
                  <a:pt x="50" y="28"/>
                  <a:pt x="50" y="28"/>
                  <a:pt x="50" y="28"/>
                </a:cubicBezTo>
                <a:cubicBezTo>
                  <a:pt x="50" y="28"/>
                  <a:pt x="50" y="29"/>
                  <a:pt x="50" y="29"/>
                </a:cubicBezTo>
                <a:cubicBezTo>
                  <a:pt x="50" y="29"/>
                  <a:pt x="50" y="29"/>
                  <a:pt x="50" y="29"/>
                </a:cubicBezTo>
                <a:cubicBezTo>
                  <a:pt x="50" y="29"/>
                  <a:pt x="50" y="29"/>
                  <a:pt x="50" y="30"/>
                </a:cubicBezTo>
                <a:cubicBezTo>
                  <a:pt x="50" y="30"/>
                  <a:pt x="50" y="30"/>
                  <a:pt x="50" y="30"/>
                </a:cubicBezTo>
                <a:cubicBezTo>
                  <a:pt x="50" y="30"/>
                  <a:pt x="50" y="30"/>
                  <a:pt x="50" y="30"/>
                </a:cubicBezTo>
                <a:cubicBezTo>
                  <a:pt x="50" y="30"/>
                  <a:pt x="50" y="30"/>
                  <a:pt x="50" y="30"/>
                </a:cubicBezTo>
                <a:cubicBezTo>
                  <a:pt x="50" y="30"/>
                  <a:pt x="50" y="30"/>
                  <a:pt x="50" y="30"/>
                </a:cubicBezTo>
                <a:cubicBezTo>
                  <a:pt x="50" y="30"/>
                  <a:pt x="50" y="30"/>
                  <a:pt x="50" y="30"/>
                </a:cubicBezTo>
                <a:cubicBezTo>
                  <a:pt x="50" y="30"/>
                  <a:pt x="50" y="30"/>
                  <a:pt x="50" y="30"/>
                </a:cubicBezTo>
                <a:cubicBezTo>
                  <a:pt x="50" y="30"/>
                  <a:pt x="50" y="30"/>
                  <a:pt x="50" y="30"/>
                </a:cubicBezTo>
                <a:cubicBezTo>
                  <a:pt x="50" y="30"/>
                  <a:pt x="50" y="30"/>
                  <a:pt x="50" y="30"/>
                </a:cubicBezTo>
                <a:cubicBezTo>
                  <a:pt x="50" y="30"/>
                  <a:pt x="50" y="30"/>
                  <a:pt x="50" y="30"/>
                </a:cubicBezTo>
                <a:cubicBezTo>
                  <a:pt x="49" y="30"/>
                  <a:pt x="49" y="30"/>
                  <a:pt x="49" y="30"/>
                </a:cubicBezTo>
                <a:cubicBezTo>
                  <a:pt x="49" y="29"/>
                  <a:pt x="49" y="29"/>
                  <a:pt x="49" y="29"/>
                </a:cubicBezTo>
                <a:cubicBezTo>
                  <a:pt x="49" y="29"/>
                  <a:pt x="49" y="29"/>
                  <a:pt x="49" y="29"/>
                </a:cubicBezTo>
                <a:cubicBezTo>
                  <a:pt x="49" y="29"/>
                  <a:pt x="49" y="29"/>
                  <a:pt x="49" y="29"/>
                </a:cubicBezTo>
                <a:cubicBezTo>
                  <a:pt x="49" y="29"/>
                  <a:pt x="49" y="29"/>
                  <a:pt x="49" y="29"/>
                </a:cubicBezTo>
                <a:cubicBezTo>
                  <a:pt x="49" y="29"/>
                  <a:pt x="49" y="29"/>
                  <a:pt x="49" y="29"/>
                </a:cubicBezTo>
                <a:cubicBezTo>
                  <a:pt x="48" y="29"/>
                  <a:pt x="48" y="28"/>
                  <a:pt x="48" y="28"/>
                </a:cubicBezTo>
                <a:cubicBezTo>
                  <a:pt x="48" y="28"/>
                  <a:pt x="48" y="28"/>
                  <a:pt x="48" y="28"/>
                </a:cubicBezTo>
                <a:cubicBezTo>
                  <a:pt x="49" y="28"/>
                  <a:pt x="49" y="28"/>
                  <a:pt x="49" y="28"/>
                </a:cubicBezTo>
                <a:cubicBezTo>
                  <a:pt x="49" y="28"/>
                  <a:pt x="49" y="27"/>
                  <a:pt x="49" y="27"/>
                </a:cubicBezTo>
                <a:cubicBezTo>
                  <a:pt x="49" y="27"/>
                  <a:pt x="49" y="27"/>
                  <a:pt x="49" y="27"/>
                </a:cubicBezTo>
                <a:cubicBezTo>
                  <a:pt x="50" y="27"/>
                  <a:pt x="50" y="27"/>
                  <a:pt x="50" y="27"/>
                </a:cubicBezTo>
                <a:cubicBezTo>
                  <a:pt x="50" y="27"/>
                  <a:pt x="50" y="28"/>
                  <a:pt x="50" y="28"/>
                </a:cubicBezTo>
                <a:cubicBezTo>
                  <a:pt x="50" y="28"/>
                  <a:pt x="50" y="28"/>
                  <a:pt x="50" y="28"/>
                </a:cubicBezTo>
                <a:cubicBezTo>
                  <a:pt x="50" y="28"/>
                  <a:pt x="50" y="28"/>
                  <a:pt x="50" y="28"/>
                </a:cubicBezTo>
                <a:cubicBezTo>
                  <a:pt x="51" y="27"/>
                  <a:pt x="51" y="27"/>
                  <a:pt x="50" y="27"/>
                </a:cubicBezTo>
                <a:cubicBezTo>
                  <a:pt x="50" y="27"/>
                  <a:pt x="50" y="27"/>
                  <a:pt x="50" y="27"/>
                </a:cubicBezTo>
                <a:cubicBezTo>
                  <a:pt x="50" y="27"/>
                  <a:pt x="50" y="27"/>
                  <a:pt x="50" y="27"/>
                </a:cubicBezTo>
                <a:cubicBezTo>
                  <a:pt x="51" y="27"/>
                  <a:pt x="51" y="28"/>
                  <a:pt x="51" y="28"/>
                </a:cubicBezTo>
                <a:close/>
                <a:moveTo>
                  <a:pt x="28" y="33"/>
                </a:moveTo>
                <a:cubicBezTo>
                  <a:pt x="28" y="34"/>
                  <a:pt x="28" y="34"/>
                  <a:pt x="29" y="34"/>
                </a:cubicBezTo>
                <a:cubicBezTo>
                  <a:pt x="29" y="34"/>
                  <a:pt x="29" y="34"/>
                  <a:pt x="28" y="34"/>
                </a:cubicBezTo>
                <a:cubicBezTo>
                  <a:pt x="28" y="34"/>
                  <a:pt x="28" y="34"/>
                  <a:pt x="28" y="34"/>
                </a:cubicBezTo>
                <a:cubicBezTo>
                  <a:pt x="29" y="34"/>
                  <a:pt x="28" y="35"/>
                  <a:pt x="28" y="35"/>
                </a:cubicBezTo>
                <a:cubicBezTo>
                  <a:pt x="28" y="35"/>
                  <a:pt x="28" y="35"/>
                  <a:pt x="28" y="35"/>
                </a:cubicBezTo>
                <a:cubicBezTo>
                  <a:pt x="28" y="35"/>
                  <a:pt x="28" y="35"/>
                  <a:pt x="28" y="35"/>
                </a:cubicBezTo>
                <a:cubicBezTo>
                  <a:pt x="28" y="35"/>
                  <a:pt x="28" y="35"/>
                  <a:pt x="28" y="35"/>
                </a:cubicBezTo>
                <a:cubicBezTo>
                  <a:pt x="28" y="35"/>
                  <a:pt x="28" y="36"/>
                  <a:pt x="28" y="36"/>
                </a:cubicBezTo>
                <a:cubicBezTo>
                  <a:pt x="28" y="36"/>
                  <a:pt x="28" y="36"/>
                  <a:pt x="27" y="36"/>
                </a:cubicBezTo>
                <a:cubicBezTo>
                  <a:pt x="27" y="36"/>
                  <a:pt x="27" y="36"/>
                  <a:pt x="27" y="36"/>
                </a:cubicBezTo>
                <a:cubicBezTo>
                  <a:pt x="27" y="35"/>
                  <a:pt x="27" y="35"/>
                  <a:pt x="27" y="35"/>
                </a:cubicBezTo>
                <a:cubicBezTo>
                  <a:pt x="27" y="35"/>
                  <a:pt x="27" y="35"/>
                  <a:pt x="27" y="35"/>
                </a:cubicBezTo>
                <a:cubicBezTo>
                  <a:pt x="27" y="35"/>
                  <a:pt x="27" y="35"/>
                  <a:pt x="27" y="35"/>
                </a:cubicBezTo>
                <a:cubicBezTo>
                  <a:pt x="27" y="35"/>
                  <a:pt x="27" y="35"/>
                  <a:pt x="27" y="34"/>
                </a:cubicBezTo>
                <a:cubicBezTo>
                  <a:pt x="28" y="34"/>
                  <a:pt x="27" y="34"/>
                  <a:pt x="27" y="34"/>
                </a:cubicBezTo>
                <a:cubicBezTo>
                  <a:pt x="27" y="34"/>
                  <a:pt x="27" y="34"/>
                  <a:pt x="27" y="34"/>
                </a:cubicBezTo>
                <a:cubicBezTo>
                  <a:pt x="27" y="34"/>
                  <a:pt x="27" y="34"/>
                  <a:pt x="28" y="34"/>
                </a:cubicBezTo>
                <a:cubicBezTo>
                  <a:pt x="28" y="34"/>
                  <a:pt x="28" y="34"/>
                  <a:pt x="28" y="34"/>
                </a:cubicBezTo>
                <a:cubicBezTo>
                  <a:pt x="28" y="34"/>
                  <a:pt x="28" y="33"/>
                  <a:pt x="28" y="33"/>
                </a:cubicBezTo>
                <a:cubicBezTo>
                  <a:pt x="28"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6" y="32"/>
                </a:cubicBezTo>
                <a:cubicBezTo>
                  <a:pt x="26" y="32"/>
                  <a:pt x="26" y="32"/>
                  <a:pt x="26" y="32"/>
                </a:cubicBezTo>
                <a:cubicBezTo>
                  <a:pt x="27" y="32"/>
                  <a:pt x="27" y="32"/>
                  <a:pt x="27" y="32"/>
                </a:cubicBezTo>
                <a:cubicBezTo>
                  <a:pt x="27" y="32"/>
                  <a:pt x="27" y="32"/>
                  <a:pt x="27" y="31"/>
                </a:cubicBezTo>
                <a:cubicBezTo>
                  <a:pt x="27" y="32"/>
                  <a:pt x="27" y="32"/>
                  <a:pt x="27" y="32"/>
                </a:cubicBezTo>
                <a:cubicBezTo>
                  <a:pt x="27" y="32"/>
                  <a:pt x="27" y="32"/>
                  <a:pt x="27" y="32"/>
                </a:cubicBezTo>
                <a:cubicBezTo>
                  <a:pt x="28" y="32"/>
                  <a:pt x="28" y="32"/>
                  <a:pt x="28" y="32"/>
                </a:cubicBezTo>
                <a:cubicBezTo>
                  <a:pt x="28" y="32"/>
                  <a:pt x="28" y="32"/>
                  <a:pt x="28" y="33"/>
                </a:cubicBezTo>
                <a:cubicBezTo>
                  <a:pt x="28" y="33"/>
                  <a:pt x="28" y="33"/>
                  <a:pt x="28" y="33"/>
                </a:cubicBezTo>
                <a:close/>
                <a:moveTo>
                  <a:pt x="22" y="8"/>
                </a:moveTo>
                <a:cubicBezTo>
                  <a:pt x="22" y="8"/>
                  <a:pt x="22" y="8"/>
                  <a:pt x="22" y="8"/>
                </a:cubicBezTo>
                <a:cubicBezTo>
                  <a:pt x="22" y="8"/>
                  <a:pt x="22" y="8"/>
                  <a:pt x="23" y="8"/>
                </a:cubicBezTo>
                <a:cubicBezTo>
                  <a:pt x="23" y="8"/>
                  <a:pt x="23" y="8"/>
                  <a:pt x="23" y="8"/>
                </a:cubicBezTo>
                <a:cubicBezTo>
                  <a:pt x="23" y="8"/>
                  <a:pt x="23" y="8"/>
                  <a:pt x="23" y="8"/>
                </a:cubicBezTo>
                <a:cubicBezTo>
                  <a:pt x="23" y="8"/>
                  <a:pt x="24" y="8"/>
                  <a:pt x="24" y="7"/>
                </a:cubicBezTo>
                <a:cubicBezTo>
                  <a:pt x="24" y="7"/>
                  <a:pt x="24" y="7"/>
                  <a:pt x="24" y="7"/>
                </a:cubicBezTo>
                <a:cubicBezTo>
                  <a:pt x="24" y="8"/>
                  <a:pt x="24" y="8"/>
                  <a:pt x="24" y="8"/>
                </a:cubicBezTo>
                <a:cubicBezTo>
                  <a:pt x="24" y="8"/>
                  <a:pt x="24" y="8"/>
                  <a:pt x="24" y="8"/>
                </a:cubicBezTo>
                <a:cubicBezTo>
                  <a:pt x="24" y="8"/>
                  <a:pt x="24" y="8"/>
                  <a:pt x="24" y="8"/>
                </a:cubicBezTo>
                <a:cubicBezTo>
                  <a:pt x="24" y="8"/>
                  <a:pt x="24" y="8"/>
                  <a:pt x="25" y="8"/>
                </a:cubicBezTo>
                <a:cubicBezTo>
                  <a:pt x="25" y="8"/>
                  <a:pt x="25" y="8"/>
                  <a:pt x="25" y="8"/>
                </a:cubicBezTo>
                <a:cubicBezTo>
                  <a:pt x="25" y="9"/>
                  <a:pt x="25" y="9"/>
                  <a:pt x="24" y="9"/>
                </a:cubicBezTo>
                <a:cubicBezTo>
                  <a:pt x="24" y="9"/>
                  <a:pt x="24" y="9"/>
                  <a:pt x="24" y="8"/>
                </a:cubicBezTo>
                <a:cubicBezTo>
                  <a:pt x="24" y="8"/>
                  <a:pt x="24" y="8"/>
                  <a:pt x="24" y="8"/>
                </a:cubicBezTo>
                <a:cubicBezTo>
                  <a:pt x="24" y="8"/>
                  <a:pt x="24" y="9"/>
                  <a:pt x="24" y="9"/>
                </a:cubicBezTo>
                <a:cubicBezTo>
                  <a:pt x="24" y="9"/>
                  <a:pt x="24" y="9"/>
                  <a:pt x="24" y="9"/>
                </a:cubicBezTo>
                <a:cubicBezTo>
                  <a:pt x="24" y="9"/>
                  <a:pt x="24" y="9"/>
                  <a:pt x="24" y="9"/>
                </a:cubicBezTo>
                <a:cubicBezTo>
                  <a:pt x="24" y="10"/>
                  <a:pt x="24" y="9"/>
                  <a:pt x="24" y="9"/>
                </a:cubicBezTo>
                <a:cubicBezTo>
                  <a:pt x="23" y="9"/>
                  <a:pt x="23" y="9"/>
                  <a:pt x="22" y="8"/>
                </a:cubicBezTo>
                <a:cubicBezTo>
                  <a:pt x="22" y="8"/>
                  <a:pt x="22" y="8"/>
                  <a:pt x="22" y="8"/>
                </a:cubicBezTo>
                <a:close/>
                <a:moveTo>
                  <a:pt x="2" y="24"/>
                </a:moveTo>
                <a:cubicBezTo>
                  <a:pt x="2" y="24"/>
                  <a:pt x="2" y="24"/>
                  <a:pt x="2" y="24"/>
                </a:cubicBezTo>
                <a:cubicBezTo>
                  <a:pt x="1" y="24"/>
                  <a:pt x="1" y="24"/>
                  <a:pt x="1" y="24"/>
                </a:cubicBezTo>
                <a:cubicBezTo>
                  <a:pt x="1" y="24"/>
                  <a:pt x="1" y="24"/>
                  <a:pt x="1" y="24"/>
                </a:cubicBezTo>
                <a:cubicBezTo>
                  <a:pt x="1" y="24"/>
                  <a:pt x="0" y="24"/>
                  <a:pt x="0" y="23"/>
                </a:cubicBezTo>
                <a:cubicBezTo>
                  <a:pt x="0" y="23"/>
                  <a:pt x="0" y="23"/>
                  <a:pt x="0" y="23"/>
                </a:cubicBezTo>
                <a:cubicBezTo>
                  <a:pt x="0" y="23"/>
                  <a:pt x="0" y="23"/>
                  <a:pt x="0" y="23"/>
                </a:cubicBezTo>
                <a:cubicBezTo>
                  <a:pt x="0" y="22"/>
                  <a:pt x="0" y="22"/>
                  <a:pt x="0" y="23"/>
                </a:cubicBezTo>
                <a:cubicBezTo>
                  <a:pt x="0" y="22"/>
                  <a:pt x="0" y="22"/>
                  <a:pt x="0" y="22"/>
                </a:cubicBezTo>
                <a:cubicBezTo>
                  <a:pt x="0" y="22"/>
                  <a:pt x="0" y="22"/>
                  <a:pt x="0" y="22"/>
                </a:cubicBezTo>
                <a:cubicBezTo>
                  <a:pt x="0" y="22"/>
                  <a:pt x="0" y="22"/>
                  <a:pt x="0" y="22"/>
                </a:cubicBezTo>
                <a:cubicBezTo>
                  <a:pt x="1" y="22"/>
                  <a:pt x="1" y="22"/>
                  <a:pt x="1" y="23"/>
                </a:cubicBezTo>
                <a:cubicBezTo>
                  <a:pt x="1" y="23"/>
                  <a:pt x="1" y="23"/>
                  <a:pt x="1" y="23"/>
                </a:cubicBezTo>
                <a:cubicBezTo>
                  <a:pt x="1" y="23"/>
                  <a:pt x="1" y="22"/>
                  <a:pt x="1" y="22"/>
                </a:cubicBezTo>
                <a:cubicBezTo>
                  <a:pt x="1" y="22"/>
                  <a:pt x="1" y="22"/>
                  <a:pt x="1" y="22"/>
                </a:cubicBezTo>
                <a:cubicBezTo>
                  <a:pt x="1" y="22"/>
                  <a:pt x="1" y="22"/>
                  <a:pt x="1" y="22"/>
                </a:cubicBezTo>
                <a:cubicBezTo>
                  <a:pt x="1" y="22"/>
                  <a:pt x="1" y="22"/>
                  <a:pt x="1" y="22"/>
                </a:cubicBezTo>
                <a:cubicBezTo>
                  <a:pt x="1" y="22"/>
                  <a:pt x="1" y="22"/>
                  <a:pt x="2" y="22"/>
                </a:cubicBezTo>
                <a:cubicBezTo>
                  <a:pt x="2" y="22"/>
                  <a:pt x="2" y="22"/>
                  <a:pt x="2" y="22"/>
                </a:cubicBezTo>
                <a:cubicBezTo>
                  <a:pt x="2" y="22"/>
                  <a:pt x="2" y="22"/>
                  <a:pt x="2" y="22"/>
                </a:cubicBezTo>
                <a:cubicBezTo>
                  <a:pt x="2" y="22"/>
                  <a:pt x="2" y="22"/>
                  <a:pt x="2" y="22"/>
                </a:cubicBezTo>
                <a:cubicBezTo>
                  <a:pt x="2" y="22"/>
                  <a:pt x="2" y="23"/>
                  <a:pt x="2" y="23"/>
                </a:cubicBezTo>
                <a:cubicBezTo>
                  <a:pt x="2" y="23"/>
                  <a:pt x="2" y="23"/>
                  <a:pt x="2" y="23"/>
                </a:cubicBezTo>
                <a:cubicBezTo>
                  <a:pt x="2" y="23"/>
                  <a:pt x="2" y="22"/>
                  <a:pt x="2" y="22"/>
                </a:cubicBezTo>
                <a:cubicBezTo>
                  <a:pt x="1" y="23"/>
                  <a:pt x="1" y="23"/>
                  <a:pt x="1" y="23"/>
                </a:cubicBezTo>
                <a:cubicBezTo>
                  <a:pt x="1" y="23"/>
                  <a:pt x="1" y="23"/>
                  <a:pt x="1" y="23"/>
                </a:cubicBezTo>
                <a:cubicBezTo>
                  <a:pt x="1" y="23"/>
                  <a:pt x="2" y="23"/>
                  <a:pt x="2" y="23"/>
                </a:cubicBezTo>
                <a:cubicBezTo>
                  <a:pt x="2" y="23"/>
                  <a:pt x="2" y="23"/>
                  <a:pt x="1" y="23"/>
                </a:cubicBezTo>
                <a:cubicBezTo>
                  <a:pt x="1" y="23"/>
                  <a:pt x="1" y="23"/>
                  <a:pt x="1" y="23"/>
                </a:cubicBezTo>
                <a:cubicBezTo>
                  <a:pt x="1" y="23"/>
                  <a:pt x="1" y="24"/>
                  <a:pt x="1" y="24"/>
                </a:cubicBezTo>
                <a:cubicBezTo>
                  <a:pt x="1" y="23"/>
                  <a:pt x="1" y="23"/>
                  <a:pt x="2" y="24"/>
                </a:cubicBezTo>
                <a:cubicBezTo>
                  <a:pt x="2" y="23"/>
                  <a:pt x="1" y="23"/>
                  <a:pt x="2" y="23"/>
                </a:cubicBezTo>
                <a:cubicBezTo>
                  <a:pt x="2" y="23"/>
                  <a:pt x="2" y="23"/>
                  <a:pt x="2" y="23"/>
                </a:cubicBezTo>
                <a:cubicBezTo>
                  <a:pt x="2" y="23"/>
                  <a:pt x="2" y="23"/>
                  <a:pt x="2" y="24"/>
                </a:cubicBezTo>
                <a:close/>
                <a:moveTo>
                  <a:pt x="27" y="38"/>
                </a:move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6" y="38"/>
                </a:cubicBezTo>
                <a:cubicBezTo>
                  <a:pt x="26" y="38"/>
                  <a:pt x="26" y="38"/>
                  <a:pt x="26" y="38"/>
                </a:cubicBezTo>
                <a:cubicBezTo>
                  <a:pt x="26" y="38"/>
                  <a:pt x="26" y="37"/>
                  <a:pt x="26" y="37"/>
                </a:cubicBezTo>
                <a:cubicBezTo>
                  <a:pt x="27" y="37"/>
                  <a:pt x="27" y="37"/>
                  <a:pt x="27" y="37"/>
                </a:cubicBezTo>
                <a:cubicBezTo>
                  <a:pt x="27" y="37"/>
                  <a:pt x="27" y="37"/>
                  <a:pt x="27" y="37"/>
                </a:cubicBezTo>
                <a:cubicBezTo>
                  <a:pt x="27" y="37"/>
                  <a:pt x="27" y="37"/>
                  <a:pt x="27" y="37"/>
                </a:cubicBezTo>
                <a:cubicBezTo>
                  <a:pt x="27" y="37"/>
                  <a:pt x="27" y="37"/>
                  <a:pt x="27" y="36"/>
                </a:cubicBezTo>
                <a:cubicBezTo>
                  <a:pt x="27" y="36"/>
                  <a:pt x="27" y="36"/>
                  <a:pt x="27" y="36"/>
                </a:cubicBezTo>
                <a:cubicBezTo>
                  <a:pt x="27" y="36"/>
                  <a:pt x="28" y="36"/>
                  <a:pt x="28" y="36"/>
                </a:cubicBezTo>
                <a:cubicBezTo>
                  <a:pt x="28" y="36"/>
                  <a:pt x="28" y="36"/>
                  <a:pt x="28" y="36"/>
                </a:cubicBezTo>
                <a:cubicBezTo>
                  <a:pt x="28" y="36"/>
                  <a:pt x="28" y="36"/>
                  <a:pt x="28" y="36"/>
                </a:cubicBezTo>
                <a:cubicBezTo>
                  <a:pt x="28" y="36"/>
                  <a:pt x="28" y="36"/>
                  <a:pt x="28" y="36"/>
                </a:cubicBezTo>
                <a:cubicBezTo>
                  <a:pt x="28" y="36"/>
                  <a:pt x="28" y="36"/>
                  <a:pt x="28" y="36"/>
                </a:cubicBezTo>
                <a:cubicBezTo>
                  <a:pt x="28" y="36"/>
                  <a:pt x="28" y="36"/>
                  <a:pt x="28" y="36"/>
                </a:cubicBezTo>
                <a:cubicBezTo>
                  <a:pt x="28" y="36"/>
                  <a:pt x="28" y="36"/>
                  <a:pt x="28" y="37"/>
                </a:cubicBezTo>
                <a:cubicBezTo>
                  <a:pt x="28" y="37"/>
                  <a:pt x="28" y="37"/>
                  <a:pt x="27" y="37"/>
                </a:cubicBezTo>
                <a:cubicBezTo>
                  <a:pt x="27" y="37"/>
                  <a:pt x="27" y="37"/>
                  <a:pt x="27" y="37"/>
                </a:cubicBezTo>
                <a:cubicBezTo>
                  <a:pt x="28" y="38"/>
                  <a:pt x="28" y="38"/>
                  <a:pt x="27" y="38"/>
                </a:cubicBezTo>
                <a:close/>
                <a:moveTo>
                  <a:pt x="43" y="32"/>
                </a:moveTo>
                <a:cubicBezTo>
                  <a:pt x="43" y="32"/>
                  <a:pt x="43" y="33"/>
                  <a:pt x="43" y="33"/>
                </a:cubicBezTo>
                <a:cubicBezTo>
                  <a:pt x="43" y="33"/>
                  <a:pt x="43" y="33"/>
                  <a:pt x="43" y="33"/>
                </a:cubicBezTo>
                <a:cubicBezTo>
                  <a:pt x="43" y="33"/>
                  <a:pt x="43" y="34"/>
                  <a:pt x="43" y="34"/>
                </a:cubicBezTo>
                <a:cubicBezTo>
                  <a:pt x="43" y="34"/>
                  <a:pt x="43" y="34"/>
                  <a:pt x="43" y="34"/>
                </a:cubicBezTo>
                <a:cubicBezTo>
                  <a:pt x="43" y="34"/>
                  <a:pt x="43" y="34"/>
                  <a:pt x="42" y="34"/>
                </a:cubicBezTo>
                <a:cubicBezTo>
                  <a:pt x="42" y="34"/>
                  <a:pt x="42" y="34"/>
                  <a:pt x="42" y="34"/>
                </a:cubicBezTo>
                <a:cubicBezTo>
                  <a:pt x="42" y="34"/>
                  <a:pt x="42" y="34"/>
                  <a:pt x="42" y="34"/>
                </a:cubicBezTo>
                <a:cubicBezTo>
                  <a:pt x="42" y="34"/>
                  <a:pt x="41" y="34"/>
                  <a:pt x="41" y="34"/>
                </a:cubicBezTo>
                <a:cubicBezTo>
                  <a:pt x="41" y="34"/>
                  <a:pt x="41" y="34"/>
                  <a:pt x="41" y="34"/>
                </a:cubicBezTo>
                <a:cubicBezTo>
                  <a:pt x="41" y="34"/>
                  <a:pt x="40" y="34"/>
                  <a:pt x="40" y="34"/>
                </a:cubicBezTo>
                <a:cubicBezTo>
                  <a:pt x="40" y="34"/>
                  <a:pt x="40" y="34"/>
                  <a:pt x="40" y="34"/>
                </a:cubicBezTo>
                <a:cubicBezTo>
                  <a:pt x="40" y="34"/>
                  <a:pt x="40" y="34"/>
                  <a:pt x="40" y="34"/>
                </a:cubicBezTo>
                <a:cubicBezTo>
                  <a:pt x="41" y="34"/>
                  <a:pt x="41" y="34"/>
                  <a:pt x="41" y="34"/>
                </a:cubicBezTo>
                <a:cubicBezTo>
                  <a:pt x="41" y="34"/>
                  <a:pt x="41" y="34"/>
                  <a:pt x="41" y="34"/>
                </a:cubicBezTo>
                <a:cubicBezTo>
                  <a:pt x="41" y="34"/>
                  <a:pt x="41" y="34"/>
                  <a:pt x="41" y="34"/>
                </a:cubicBezTo>
                <a:cubicBezTo>
                  <a:pt x="41" y="34"/>
                  <a:pt x="41" y="34"/>
                  <a:pt x="42" y="34"/>
                </a:cubicBezTo>
                <a:cubicBezTo>
                  <a:pt x="42" y="34"/>
                  <a:pt x="42" y="34"/>
                  <a:pt x="42" y="34"/>
                </a:cubicBezTo>
                <a:cubicBezTo>
                  <a:pt x="42" y="34"/>
                  <a:pt x="42" y="34"/>
                  <a:pt x="42" y="34"/>
                </a:cubicBezTo>
                <a:cubicBezTo>
                  <a:pt x="42" y="34"/>
                  <a:pt x="42" y="34"/>
                  <a:pt x="42" y="34"/>
                </a:cubicBezTo>
                <a:cubicBezTo>
                  <a:pt x="42" y="33"/>
                  <a:pt x="43" y="34"/>
                  <a:pt x="43" y="33"/>
                </a:cubicBezTo>
                <a:cubicBezTo>
                  <a:pt x="43" y="33"/>
                  <a:pt x="43" y="33"/>
                  <a:pt x="43" y="33"/>
                </a:cubicBezTo>
                <a:cubicBezTo>
                  <a:pt x="43" y="33"/>
                  <a:pt x="43" y="32"/>
                  <a:pt x="43" y="32"/>
                </a:cubicBezTo>
                <a:close/>
                <a:moveTo>
                  <a:pt x="0" y="19"/>
                </a:moveTo>
                <a:cubicBezTo>
                  <a:pt x="0" y="19"/>
                  <a:pt x="0" y="19"/>
                  <a:pt x="0" y="19"/>
                </a:cubicBezTo>
                <a:cubicBezTo>
                  <a:pt x="0" y="19"/>
                  <a:pt x="0" y="19"/>
                  <a:pt x="0" y="19"/>
                </a:cubicBezTo>
                <a:cubicBezTo>
                  <a:pt x="0" y="19"/>
                  <a:pt x="0" y="19"/>
                  <a:pt x="0" y="19"/>
                </a:cubicBezTo>
                <a:cubicBezTo>
                  <a:pt x="0" y="19"/>
                  <a:pt x="1" y="19"/>
                  <a:pt x="1" y="19"/>
                </a:cubicBezTo>
                <a:cubicBezTo>
                  <a:pt x="1" y="19"/>
                  <a:pt x="1" y="19"/>
                  <a:pt x="1" y="19"/>
                </a:cubicBezTo>
                <a:cubicBezTo>
                  <a:pt x="1" y="19"/>
                  <a:pt x="1" y="18"/>
                  <a:pt x="1" y="18"/>
                </a:cubicBezTo>
                <a:cubicBezTo>
                  <a:pt x="1" y="18"/>
                  <a:pt x="1" y="18"/>
                  <a:pt x="1" y="19"/>
                </a:cubicBezTo>
                <a:cubicBezTo>
                  <a:pt x="1"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1" y="19"/>
                  <a:pt x="1" y="19"/>
                </a:cubicBezTo>
                <a:cubicBezTo>
                  <a:pt x="1" y="19"/>
                  <a:pt x="1" y="19"/>
                  <a:pt x="1" y="19"/>
                </a:cubicBezTo>
                <a:cubicBezTo>
                  <a:pt x="1" y="20"/>
                  <a:pt x="1" y="19"/>
                  <a:pt x="1" y="19"/>
                </a:cubicBezTo>
                <a:cubicBezTo>
                  <a:pt x="1" y="19"/>
                  <a:pt x="1" y="19"/>
                  <a:pt x="1" y="19"/>
                </a:cubicBezTo>
                <a:cubicBezTo>
                  <a:pt x="1" y="19"/>
                  <a:pt x="1" y="19"/>
                  <a:pt x="1" y="19"/>
                </a:cubicBezTo>
                <a:cubicBezTo>
                  <a:pt x="1" y="19"/>
                  <a:pt x="1" y="19"/>
                  <a:pt x="1" y="19"/>
                </a:cubicBezTo>
                <a:cubicBezTo>
                  <a:pt x="0" y="19"/>
                  <a:pt x="1" y="19"/>
                  <a:pt x="1" y="19"/>
                </a:cubicBezTo>
                <a:cubicBezTo>
                  <a:pt x="1" y="20"/>
                  <a:pt x="1" y="20"/>
                  <a:pt x="1" y="20"/>
                </a:cubicBezTo>
                <a:cubicBezTo>
                  <a:pt x="0" y="20"/>
                  <a:pt x="1" y="20"/>
                  <a:pt x="1" y="20"/>
                </a:cubicBezTo>
                <a:cubicBezTo>
                  <a:pt x="1" y="20"/>
                  <a:pt x="1" y="20"/>
                  <a:pt x="1" y="20"/>
                </a:cubicBezTo>
                <a:cubicBezTo>
                  <a:pt x="1" y="20"/>
                  <a:pt x="0" y="20"/>
                  <a:pt x="0" y="20"/>
                </a:cubicBezTo>
                <a:cubicBezTo>
                  <a:pt x="1" y="20"/>
                  <a:pt x="1" y="20"/>
                  <a:pt x="1" y="20"/>
                </a:cubicBezTo>
                <a:cubicBezTo>
                  <a:pt x="1" y="20"/>
                  <a:pt x="1" y="20"/>
                  <a:pt x="1" y="20"/>
                </a:cubicBezTo>
                <a:cubicBezTo>
                  <a:pt x="1" y="20"/>
                  <a:pt x="1" y="20"/>
                  <a:pt x="1" y="21"/>
                </a:cubicBezTo>
                <a:cubicBezTo>
                  <a:pt x="1" y="21"/>
                  <a:pt x="1" y="21"/>
                  <a:pt x="0" y="21"/>
                </a:cubicBezTo>
                <a:cubicBezTo>
                  <a:pt x="0" y="21"/>
                  <a:pt x="0" y="21"/>
                  <a:pt x="0" y="20"/>
                </a:cubicBezTo>
                <a:cubicBezTo>
                  <a:pt x="0" y="20"/>
                  <a:pt x="0" y="20"/>
                  <a:pt x="0" y="20"/>
                </a:cubicBezTo>
                <a:cubicBezTo>
                  <a:pt x="0" y="20"/>
                  <a:pt x="0" y="20"/>
                  <a:pt x="0" y="20"/>
                </a:cubicBezTo>
                <a:cubicBezTo>
                  <a:pt x="0" y="20"/>
                  <a:pt x="0" y="19"/>
                  <a:pt x="0" y="19"/>
                </a:cubicBezTo>
                <a:close/>
                <a:moveTo>
                  <a:pt x="13" y="7"/>
                </a:moveTo>
                <a:cubicBezTo>
                  <a:pt x="13" y="7"/>
                  <a:pt x="13" y="7"/>
                  <a:pt x="13" y="7"/>
                </a:cubicBezTo>
                <a:cubicBezTo>
                  <a:pt x="13" y="7"/>
                  <a:pt x="13" y="7"/>
                  <a:pt x="13" y="7"/>
                </a:cubicBezTo>
                <a:cubicBezTo>
                  <a:pt x="13" y="7"/>
                  <a:pt x="13" y="7"/>
                  <a:pt x="13" y="7"/>
                </a:cubicBezTo>
                <a:cubicBezTo>
                  <a:pt x="13"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3" y="8"/>
                  <a:pt x="13" y="8"/>
                </a:cubicBezTo>
                <a:cubicBezTo>
                  <a:pt x="13" y="8"/>
                  <a:pt x="13" y="8"/>
                  <a:pt x="13" y="8"/>
                </a:cubicBezTo>
                <a:cubicBezTo>
                  <a:pt x="13" y="7"/>
                  <a:pt x="13" y="7"/>
                  <a:pt x="13" y="7"/>
                </a:cubicBezTo>
                <a:close/>
                <a:moveTo>
                  <a:pt x="28" y="10"/>
                </a:moveTo>
                <a:cubicBezTo>
                  <a:pt x="28" y="10"/>
                  <a:pt x="28" y="10"/>
                  <a:pt x="28" y="10"/>
                </a:cubicBezTo>
                <a:cubicBezTo>
                  <a:pt x="28" y="10"/>
                  <a:pt x="28" y="10"/>
                  <a:pt x="28" y="10"/>
                </a:cubicBezTo>
                <a:cubicBezTo>
                  <a:pt x="28" y="10"/>
                  <a:pt x="28"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6" y="9"/>
                </a:cubicBezTo>
                <a:cubicBezTo>
                  <a:pt x="26" y="9"/>
                  <a:pt x="26" y="10"/>
                  <a:pt x="26" y="10"/>
                </a:cubicBezTo>
                <a:cubicBezTo>
                  <a:pt x="26" y="10"/>
                  <a:pt x="26" y="10"/>
                  <a:pt x="26" y="10"/>
                </a:cubicBezTo>
                <a:cubicBezTo>
                  <a:pt x="26" y="9"/>
                  <a:pt x="26" y="9"/>
                  <a:pt x="26"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8"/>
                  <a:pt x="27" y="8"/>
                </a:cubicBezTo>
                <a:cubicBezTo>
                  <a:pt x="27" y="9"/>
                  <a:pt x="28" y="9"/>
                  <a:pt x="27" y="9"/>
                </a:cubicBezTo>
                <a:cubicBezTo>
                  <a:pt x="27" y="9"/>
                  <a:pt x="28" y="9"/>
                  <a:pt x="28" y="9"/>
                </a:cubicBezTo>
                <a:cubicBezTo>
                  <a:pt x="28" y="9"/>
                  <a:pt x="28" y="9"/>
                  <a:pt x="28" y="10"/>
                </a:cubicBezTo>
                <a:cubicBezTo>
                  <a:pt x="28" y="9"/>
                  <a:pt x="28" y="10"/>
                  <a:pt x="28" y="10"/>
                </a:cubicBezTo>
                <a:close/>
                <a:moveTo>
                  <a:pt x="8" y="27"/>
                </a:moveTo>
                <a:cubicBezTo>
                  <a:pt x="8" y="27"/>
                  <a:pt x="8" y="27"/>
                  <a:pt x="8" y="27"/>
                </a:cubicBezTo>
                <a:cubicBezTo>
                  <a:pt x="8" y="27"/>
                  <a:pt x="8" y="27"/>
                  <a:pt x="8" y="27"/>
                </a:cubicBezTo>
                <a:cubicBezTo>
                  <a:pt x="8" y="28"/>
                  <a:pt x="8" y="28"/>
                  <a:pt x="8" y="28"/>
                </a:cubicBezTo>
                <a:cubicBezTo>
                  <a:pt x="8" y="28"/>
                  <a:pt x="8" y="28"/>
                  <a:pt x="8" y="28"/>
                </a:cubicBezTo>
                <a:cubicBezTo>
                  <a:pt x="8" y="28"/>
                  <a:pt x="8" y="28"/>
                  <a:pt x="7" y="28"/>
                </a:cubicBezTo>
                <a:cubicBezTo>
                  <a:pt x="7" y="28"/>
                  <a:pt x="7" y="28"/>
                  <a:pt x="7" y="28"/>
                </a:cubicBezTo>
                <a:cubicBezTo>
                  <a:pt x="7" y="27"/>
                  <a:pt x="7" y="27"/>
                  <a:pt x="7" y="27"/>
                </a:cubicBezTo>
                <a:cubicBezTo>
                  <a:pt x="7" y="27"/>
                  <a:pt x="7" y="27"/>
                  <a:pt x="7" y="27"/>
                </a:cubicBezTo>
                <a:cubicBezTo>
                  <a:pt x="7" y="27"/>
                  <a:pt x="7" y="27"/>
                  <a:pt x="7" y="27"/>
                </a:cubicBezTo>
                <a:cubicBezTo>
                  <a:pt x="7" y="27"/>
                  <a:pt x="7" y="27"/>
                  <a:pt x="7" y="27"/>
                </a:cubicBezTo>
                <a:cubicBezTo>
                  <a:pt x="8" y="27"/>
                  <a:pt x="8" y="27"/>
                  <a:pt x="8" y="27"/>
                </a:cubicBezTo>
                <a:cubicBezTo>
                  <a:pt x="8" y="26"/>
                  <a:pt x="8" y="26"/>
                  <a:pt x="8" y="27"/>
                </a:cubicBezTo>
                <a:cubicBezTo>
                  <a:pt x="8" y="27"/>
                  <a:pt x="8" y="27"/>
                  <a:pt x="8" y="27"/>
                </a:cubicBezTo>
                <a:cubicBezTo>
                  <a:pt x="8" y="27"/>
                  <a:pt x="8" y="27"/>
                  <a:pt x="8" y="27"/>
                </a:cubicBezTo>
                <a:close/>
                <a:moveTo>
                  <a:pt x="3" y="1"/>
                </a:moveTo>
                <a:cubicBezTo>
                  <a:pt x="4" y="1"/>
                  <a:pt x="4" y="1"/>
                  <a:pt x="4" y="1"/>
                </a:cubicBezTo>
                <a:cubicBezTo>
                  <a:pt x="4" y="1"/>
                  <a:pt x="4" y="1"/>
                  <a:pt x="4" y="1"/>
                </a:cubicBezTo>
                <a:cubicBezTo>
                  <a:pt x="4" y="1"/>
                  <a:pt x="3" y="1"/>
                  <a:pt x="3" y="0"/>
                </a:cubicBezTo>
                <a:cubicBezTo>
                  <a:pt x="3" y="0"/>
                  <a:pt x="3" y="0"/>
                  <a:pt x="3" y="0"/>
                </a:cubicBezTo>
                <a:cubicBezTo>
                  <a:pt x="3" y="0"/>
                  <a:pt x="4" y="0"/>
                  <a:pt x="4" y="0"/>
                </a:cubicBezTo>
                <a:cubicBezTo>
                  <a:pt x="4" y="0"/>
                  <a:pt x="4" y="0"/>
                  <a:pt x="4" y="1"/>
                </a:cubicBezTo>
                <a:cubicBezTo>
                  <a:pt x="4" y="1"/>
                  <a:pt x="4" y="1"/>
                  <a:pt x="4" y="1"/>
                </a:cubicBezTo>
                <a:cubicBezTo>
                  <a:pt x="4" y="1"/>
                  <a:pt x="4" y="1"/>
                  <a:pt x="4" y="1"/>
                </a:cubicBezTo>
                <a:cubicBezTo>
                  <a:pt x="4" y="1"/>
                  <a:pt x="4" y="1"/>
                  <a:pt x="5" y="1"/>
                </a:cubicBezTo>
                <a:cubicBezTo>
                  <a:pt x="5" y="1"/>
                  <a:pt x="5" y="2"/>
                  <a:pt x="5" y="2"/>
                </a:cubicBezTo>
                <a:cubicBezTo>
                  <a:pt x="5" y="2"/>
                  <a:pt x="4" y="2"/>
                  <a:pt x="4" y="2"/>
                </a:cubicBezTo>
                <a:cubicBezTo>
                  <a:pt x="4" y="2"/>
                  <a:pt x="4" y="2"/>
                  <a:pt x="4" y="2"/>
                </a:cubicBezTo>
                <a:cubicBezTo>
                  <a:pt x="4" y="1"/>
                  <a:pt x="4" y="1"/>
                  <a:pt x="4" y="2"/>
                </a:cubicBezTo>
                <a:cubicBezTo>
                  <a:pt x="3" y="1"/>
                  <a:pt x="4" y="1"/>
                  <a:pt x="3" y="1"/>
                </a:cubicBezTo>
                <a:cubicBezTo>
                  <a:pt x="3" y="1"/>
                  <a:pt x="3" y="1"/>
                  <a:pt x="3" y="1"/>
                </a:cubicBezTo>
                <a:close/>
                <a:moveTo>
                  <a:pt x="31" y="21"/>
                </a:moveTo>
                <a:cubicBezTo>
                  <a:pt x="31" y="21"/>
                  <a:pt x="31" y="21"/>
                  <a:pt x="31" y="22"/>
                </a:cubicBezTo>
                <a:cubicBezTo>
                  <a:pt x="31" y="22"/>
                  <a:pt x="31" y="22"/>
                  <a:pt x="30" y="22"/>
                </a:cubicBezTo>
                <a:cubicBezTo>
                  <a:pt x="30" y="22"/>
                  <a:pt x="30" y="22"/>
                  <a:pt x="30" y="22"/>
                </a:cubicBezTo>
                <a:cubicBezTo>
                  <a:pt x="30" y="22"/>
                  <a:pt x="30" y="22"/>
                  <a:pt x="30" y="22"/>
                </a:cubicBezTo>
                <a:cubicBezTo>
                  <a:pt x="29" y="22"/>
                  <a:pt x="29" y="22"/>
                  <a:pt x="30" y="21"/>
                </a:cubicBezTo>
                <a:cubicBezTo>
                  <a:pt x="30" y="21"/>
                  <a:pt x="30" y="21"/>
                  <a:pt x="30" y="21"/>
                </a:cubicBezTo>
                <a:cubicBezTo>
                  <a:pt x="30" y="22"/>
                  <a:pt x="30" y="21"/>
                  <a:pt x="30" y="21"/>
                </a:cubicBezTo>
                <a:cubicBezTo>
                  <a:pt x="31" y="21"/>
                  <a:pt x="31" y="21"/>
                  <a:pt x="31" y="21"/>
                </a:cubicBezTo>
                <a:cubicBezTo>
                  <a:pt x="31" y="21"/>
                  <a:pt x="31" y="21"/>
                  <a:pt x="31" y="21"/>
                </a:cubicBezTo>
                <a:cubicBezTo>
                  <a:pt x="31" y="21"/>
                  <a:pt x="31" y="21"/>
                  <a:pt x="31" y="21"/>
                </a:cubicBezTo>
                <a:close/>
                <a:moveTo>
                  <a:pt x="29" y="27"/>
                </a:moveTo>
                <a:cubicBezTo>
                  <a:pt x="29" y="27"/>
                  <a:pt x="29" y="27"/>
                  <a:pt x="28" y="27"/>
                </a:cubicBezTo>
                <a:cubicBezTo>
                  <a:pt x="28" y="27"/>
                  <a:pt x="28" y="27"/>
                  <a:pt x="28" y="27"/>
                </a:cubicBezTo>
                <a:cubicBezTo>
                  <a:pt x="28" y="27"/>
                  <a:pt x="28" y="27"/>
                  <a:pt x="28" y="27"/>
                </a:cubicBezTo>
                <a:cubicBezTo>
                  <a:pt x="28" y="27"/>
                  <a:pt x="28" y="27"/>
                  <a:pt x="28" y="27"/>
                </a:cubicBezTo>
                <a:cubicBezTo>
                  <a:pt x="28" y="27"/>
                  <a:pt x="28" y="26"/>
                  <a:pt x="28" y="26"/>
                </a:cubicBezTo>
                <a:cubicBezTo>
                  <a:pt x="28" y="26"/>
                  <a:pt x="28" y="26"/>
                  <a:pt x="28" y="26"/>
                </a:cubicBezTo>
                <a:cubicBezTo>
                  <a:pt x="28" y="26"/>
                  <a:pt x="28" y="26"/>
                  <a:pt x="28" y="26"/>
                </a:cubicBezTo>
                <a:cubicBezTo>
                  <a:pt x="28" y="26"/>
                  <a:pt x="28" y="26"/>
                  <a:pt x="29" y="26"/>
                </a:cubicBezTo>
                <a:cubicBezTo>
                  <a:pt x="29" y="26"/>
                  <a:pt x="29" y="26"/>
                  <a:pt x="28" y="26"/>
                </a:cubicBezTo>
                <a:cubicBezTo>
                  <a:pt x="28" y="26"/>
                  <a:pt x="28" y="26"/>
                  <a:pt x="28" y="26"/>
                </a:cubicBezTo>
                <a:cubicBezTo>
                  <a:pt x="28" y="26"/>
                  <a:pt x="28" y="26"/>
                  <a:pt x="28" y="26"/>
                </a:cubicBezTo>
                <a:cubicBezTo>
                  <a:pt x="29" y="26"/>
                  <a:pt x="29" y="27"/>
                  <a:pt x="29" y="27"/>
                </a:cubicBezTo>
                <a:cubicBezTo>
                  <a:pt x="29" y="27"/>
                  <a:pt x="29" y="27"/>
                  <a:pt x="29" y="27"/>
                </a:cubicBezTo>
                <a:close/>
                <a:moveTo>
                  <a:pt x="10" y="9"/>
                </a:moveTo>
                <a:cubicBezTo>
                  <a:pt x="10" y="9"/>
                  <a:pt x="10" y="9"/>
                  <a:pt x="10" y="9"/>
                </a:cubicBezTo>
                <a:cubicBezTo>
                  <a:pt x="10" y="9"/>
                  <a:pt x="11" y="9"/>
                  <a:pt x="11" y="9"/>
                </a:cubicBezTo>
                <a:cubicBezTo>
                  <a:pt x="11" y="9"/>
                  <a:pt x="11" y="9"/>
                  <a:pt x="11" y="9"/>
                </a:cubicBezTo>
                <a:cubicBezTo>
                  <a:pt x="11" y="9"/>
                  <a:pt x="11" y="9"/>
                  <a:pt x="11" y="9"/>
                </a:cubicBezTo>
                <a:cubicBezTo>
                  <a:pt x="11" y="9"/>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9"/>
                  <a:pt x="11" y="9"/>
                  <a:pt x="10" y="9"/>
                </a:cubicBezTo>
                <a:close/>
                <a:moveTo>
                  <a:pt x="29" y="38"/>
                </a:moveTo>
                <a:cubicBezTo>
                  <a:pt x="29" y="38"/>
                  <a:pt x="29" y="38"/>
                  <a:pt x="29" y="38"/>
                </a:cubicBezTo>
                <a:cubicBezTo>
                  <a:pt x="29" y="38"/>
                  <a:pt x="28" y="38"/>
                  <a:pt x="28" y="39"/>
                </a:cubicBezTo>
                <a:cubicBezTo>
                  <a:pt x="28" y="39"/>
                  <a:pt x="28" y="39"/>
                  <a:pt x="28" y="39"/>
                </a:cubicBezTo>
                <a:cubicBezTo>
                  <a:pt x="28" y="39"/>
                  <a:pt x="28" y="39"/>
                  <a:pt x="28" y="39"/>
                </a:cubicBezTo>
                <a:cubicBezTo>
                  <a:pt x="28" y="39"/>
                  <a:pt x="28" y="38"/>
                  <a:pt x="28" y="38"/>
                </a:cubicBezTo>
                <a:cubicBezTo>
                  <a:pt x="27"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9" y="38"/>
                  <a:pt x="29" y="38"/>
                  <a:pt x="29" y="38"/>
                </a:cubicBezTo>
                <a:cubicBezTo>
                  <a:pt x="29" y="38"/>
                  <a:pt x="29" y="38"/>
                  <a:pt x="29" y="38"/>
                </a:cubicBezTo>
                <a:cubicBezTo>
                  <a:pt x="29" y="38"/>
                  <a:pt x="29" y="38"/>
                  <a:pt x="29" y="38"/>
                </a:cubicBezTo>
                <a:close/>
                <a:moveTo>
                  <a:pt x="17" y="7"/>
                </a:moveTo>
                <a:cubicBezTo>
                  <a:pt x="17" y="7"/>
                  <a:pt x="17" y="7"/>
                  <a:pt x="18" y="7"/>
                </a:cubicBezTo>
                <a:cubicBezTo>
                  <a:pt x="18" y="7"/>
                  <a:pt x="18" y="7"/>
                  <a:pt x="18" y="7"/>
                </a:cubicBezTo>
                <a:cubicBezTo>
                  <a:pt x="18" y="7"/>
                  <a:pt x="18" y="7"/>
                  <a:pt x="18" y="7"/>
                </a:cubicBezTo>
                <a:cubicBezTo>
                  <a:pt x="18" y="7"/>
                  <a:pt x="18" y="7"/>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20" y="8"/>
                </a:cubicBezTo>
                <a:cubicBezTo>
                  <a:pt x="20" y="8"/>
                  <a:pt x="20" y="8"/>
                  <a:pt x="21" y="8"/>
                </a:cubicBezTo>
                <a:cubicBezTo>
                  <a:pt x="21" y="8"/>
                  <a:pt x="21" y="8"/>
                  <a:pt x="22" y="8"/>
                </a:cubicBezTo>
                <a:cubicBezTo>
                  <a:pt x="21" y="8"/>
                  <a:pt x="22" y="8"/>
                  <a:pt x="22" y="8"/>
                </a:cubicBezTo>
                <a:cubicBezTo>
                  <a:pt x="22" y="8"/>
                  <a:pt x="22" y="8"/>
                  <a:pt x="22" y="8"/>
                </a:cubicBezTo>
                <a:cubicBezTo>
                  <a:pt x="22" y="8"/>
                  <a:pt x="22" y="8"/>
                  <a:pt x="22" y="8"/>
                </a:cubicBezTo>
                <a:cubicBezTo>
                  <a:pt x="22" y="8"/>
                  <a:pt x="22" y="8"/>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10"/>
                  <a:pt x="22" y="10"/>
                </a:cubicBezTo>
                <a:cubicBezTo>
                  <a:pt x="22" y="10"/>
                  <a:pt x="21" y="10"/>
                  <a:pt x="21" y="10"/>
                </a:cubicBezTo>
                <a:cubicBezTo>
                  <a:pt x="21" y="10"/>
                  <a:pt x="21" y="10"/>
                  <a:pt x="21" y="11"/>
                </a:cubicBezTo>
                <a:cubicBezTo>
                  <a:pt x="21" y="11"/>
                  <a:pt x="21" y="11"/>
                  <a:pt x="21" y="11"/>
                </a:cubicBezTo>
                <a:cubicBezTo>
                  <a:pt x="21"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19" y="11"/>
                  <a:pt x="19" y="11"/>
                  <a:pt x="19" y="11"/>
                </a:cubicBezTo>
                <a:cubicBezTo>
                  <a:pt x="19" y="11"/>
                  <a:pt x="18" y="11"/>
                  <a:pt x="18" y="11"/>
                </a:cubicBezTo>
                <a:cubicBezTo>
                  <a:pt x="18" y="11"/>
                  <a:pt x="18" y="11"/>
                  <a:pt x="18" y="10"/>
                </a:cubicBezTo>
                <a:cubicBezTo>
                  <a:pt x="18" y="10"/>
                  <a:pt x="18" y="11"/>
                  <a:pt x="18" y="11"/>
                </a:cubicBezTo>
                <a:cubicBezTo>
                  <a:pt x="18" y="11"/>
                  <a:pt x="18" y="11"/>
                  <a:pt x="18" y="11"/>
                </a:cubicBezTo>
                <a:cubicBezTo>
                  <a:pt x="18" y="10"/>
                  <a:pt x="18" y="10"/>
                  <a:pt x="18" y="10"/>
                </a:cubicBezTo>
                <a:cubicBezTo>
                  <a:pt x="18" y="10"/>
                  <a:pt x="18" y="10"/>
                  <a:pt x="18" y="10"/>
                </a:cubicBezTo>
                <a:cubicBezTo>
                  <a:pt x="18" y="10"/>
                  <a:pt x="18" y="10"/>
                  <a:pt x="18" y="10"/>
                </a:cubicBezTo>
                <a:cubicBezTo>
                  <a:pt x="19" y="10"/>
                  <a:pt x="19" y="10"/>
                  <a:pt x="19" y="9"/>
                </a:cubicBezTo>
                <a:cubicBezTo>
                  <a:pt x="19" y="9"/>
                  <a:pt x="19" y="9"/>
                  <a:pt x="19" y="9"/>
                </a:cubicBezTo>
                <a:cubicBezTo>
                  <a:pt x="19" y="9"/>
                  <a:pt x="19" y="9"/>
                  <a:pt x="19" y="9"/>
                </a:cubicBezTo>
                <a:cubicBezTo>
                  <a:pt x="20" y="9"/>
                  <a:pt x="20" y="10"/>
                  <a:pt x="20" y="10"/>
                </a:cubicBezTo>
                <a:cubicBezTo>
                  <a:pt x="20" y="10"/>
                  <a:pt x="20" y="10"/>
                  <a:pt x="20" y="10"/>
                </a:cubicBezTo>
                <a:cubicBezTo>
                  <a:pt x="20" y="10"/>
                  <a:pt x="20" y="11"/>
                  <a:pt x="20" y="11"/>
                </a:cubicBezTo>
                <a:cubicBezTo>
                  <a:pt x="20" y="11"/>
                  <a:pt x="20" y="10"/>
                  <a:pt x="20" y="10"/>
                </a:cubicBezTo>
                <a:cubicBezTo>
                  <a:pt x="21" y="10"/>
                  <a:pt x="21" y="10"/>
                  <a:pt x="21" y="10"/>
                </a:cubicBezTo>
                <a:cubicBezTo>
                  <a:pt x="21" y="10"/>
                  <a:pt x="21" y="10"/>
                  <a:pt x="21" y="10"/>
                </a:cubicBezTo>
                <a:cubicBezTo>
                  <a:pt x="21" y="10"/>
                  <a:pt x="21" y="10"/>
                  <a:pt x="21" y="9"/>
                </a:cubicBezTo>
                <a:cubicBezTo>
                  <a:pt x="21" y="9"/>
                  <a:pt x="20" y="9"/>
                  <a:pt x="20" y="9"/>
                </a:cubicBezTo>
                <a:cubicBezTo>
                  <a:pt x="20" y="9"/>
                  <a:pt x="19" y="9"/>
                  <a:pt x="19" y="8"/>
                </a:cubicBezTo>
                <a:cubicBezTo>
                  <a:pt x="19" y="8"/>
                  <a:pt x="19" y="8"/>
                  <a:pt x="19" y="8"/>
                </a:cubicBezTo>
                <a:cubicBezTo>
                  <a:pt x="19" y="8"/>
                  <a:pt x="19" y="8"/>
                  <a:pt x="19" y="8"/>
                </a:cubicBezTo>
                <a:cubicBezTo>
                  <a:pt x="19" y="8"/>
                  <a:pt x="19" y="8"/>
                  <a:pt x="19" y="8"/>
                </a:cubicBezTo>
                <a:cubicBezTo>
                  <a:pt x="18" y="8"/>
                  <a:pt x="18" y="8"/>
                  <a:pt x="18" y="8"/>
                </a:cubicBezTo>
                <a:cubicBezTo>
                  <a:pt x="18" y="8"/>
                  <a:pt x="17" y="7"/>
                  <a:pt x="17" y="7"/>
                </a:cubicBezTo>
                <a:close/>
                <a:moveTo>
                  <a:pt x="28" y="11"/>
                </a:moveTo>
                <a:cubicBezTo>
                  <a:pt x="28" y="11"/>
                  <a:pt x="28" y="11"/>
                  <a:pt x="28" y="11"/>
                </a:cubicBezTo>
                <a:cubicBezTo>
                  <a:pt x="28" y="10"/>
                  <a:pt x="28" y="10"/>
                  <a:pt x="28" y="10"/>
                </a:cubicBezTo>
                <a:cubicBezTo>
                  <a:pt x="28" y="10"/>
                  <a:pt x="29" y="10"/>
                  <a:pt x="29" y="11"/>
                </a:cubicBezTo>
                <a:cubicBezTo>
                  <a:pt x="29" y="11"/>
                  <a:pt x="28" y="11"/>
                  <a:pt x="28" y="11"/>
                </a:cubicBezTo>
                <a:cubicBezTo>
                  <a:pt x="28" y="11"/>
                  <a:pt x="28" y="11"/>
                  <a:pt x="28" y="11"/>
                </a:cubicBezTo>
                <a:cubicBezTo>
                  <a:pt x="28" y="11"/>
                  <a:pt x="28" y="11"/>
                  <a:pt x="28" y="11"/>
                </a:cubicBezTo>
                <a:close/>
                <a:moveTo>
                  <a:pt x="1" y="0"/>
                </a:moveTo>
                <a:cubicBezTo>
                  <a:pt x="1" y="0"/>
                  <a:pt x="1" y="0"/>
                  <a:pt x="1" y="0"/>
                </a:cubicBezTo>
                <a:cubicBezTo>
                  <a:pt x="2" y="0"/>
                  <a:pt x="2" y="0"/>
                  <a:pt x="2" y="1"/>
                </a:cubicBezTo>
                <a:cubicBezTo>
                  <a:pt x="2" y="1"/>
                  <a:pt x="2" y="1"/>
                  <a:pt x="2" y="1"/>
                </a:cubicBezTo>
                <a:cubicBezTo>
                  <a:pt x="2" y="1"/>
                  <a:pt x="3" y="1"/>
                  <a:pt x="3" y="1"/>
                </a:cubicBezTo>
                <a:cubicBezTo>
                  <a:pt x="3" y="1"/>
                  <a:pt x="3" y="1"/>
                  <a:pt x="3" y="1"/>
                </a:cubicBezTo>
                <a:cubicBezTo>
                  <a:pt x="3" y="1"/>
                  <a:pt x="3" y="1"/>
                  <a:pt x="2" y="1"/>
                </a:cubicBezTo>
                <a:cubicBezTo>
                  <a:pt x="2" y="1"/>
                  <a:pt x="2" y="1"/>
                  <a:pt x="2" y="1"/>
                </a:cubicBezTo>
                <a:cubicBezTo>
                  <a:pt x="2" y="1"/>
                  <a:pt x="2" y="1"/>
                  <a:pt x="2" y="1"/>
                </a:cubicBezTo>
                <a:cubicBezTo>
                  <a:pt x="2" y="1"/>
                  <a:pt x="2" y="1"/>
                  <a:pt x="2" y="0"/>
                </a:cubicBezTo>
                <a:cubicBezTo>
                  <a:pt x="2" y="0"/>
                  <a:pt x="1" y="0"/>
                  <a:pt x="1" y="0"/>
                </a:cubicBezTo>
                <a:cubicBezTo>
                  <a:pt x="1" y="0"/>
                  <a:pt x="1" y="0"/>
                  <a:pt x="1" y="0"/>
                </a:cubicBezTo>
                <a:cubicBezTo>
                  <a:pt x="1" y="0"/>
                  <a:pt x="1" y="0"/>
                  <a:pt x="1" y="0"/>
                </a:cubicBezTo>
                <a:close/>
                <a:moveTo>
                  <a:pt x="11" y="18"/>
                </a:moveTo>
                <a:cubicBezTo>
                  <a:pt x="11" y="18"/>
                  <a:pt x="11" y="18"/>
                  <a:pt x="11" y="17"/>
                </a:cubicBezTo>
                <a:cubicBezTo>
                  <a:pt x="11" y="17"/>
                  <a:pt x="11" y="17"/>
                  <a:pt x="11" y="17"/>
                </a:cubicBezTo>
                <a:cubicBezTo>
                  <a:pt x="11" y="17"/>
                  <a:pt x="11" y="17"/>
                  <a:pt x="11" y="17"/>
                </a:cubicBezTo>
                <a:cubicBezTo>
                  <a:pt x="11" y="17"/>
                  <a:pt x="11" y="17"/>
                  <a:pt x="11" y="16"/>
                </a:cubicBezTo>
                <a:cubicBezTo>
                  <a:pt x="11" y="17"/>
                  <a:pt x="11" y="17"/>
                  <a:pt x="11" y="17"/>
                </a:cubicBezTo>
                <a:cubicBezTo>
                  <a:pt x="11" y="17"/>
                  <a:pt x="11" y="18"/>
                  <a:pt x="12" y="18"/>
                </a:cubicBezTo>
                <a:cubicBezTo>
                  <a:pt x="12" y="18"/>
                  <a:pt x="11" y="18"/>
                  <a:pt x="11" y="18"/>
                </a:cubicBezTo>
                <a:cubicBezTo>
                  <a:pt x="11" y="18"/>
                  <a:pt x="11" y="18"/>
                  <a:pt x="11" y="18"/>
                </a:cubicBezTo>
                <a:cubicBezTo>
                  <a:pt x="11" y="18"/>
                  <a:pt x="11" y="18"/>
                  <a:pt x="11" y="18"/>
                </a:cubicBezTo>
                <a:cubicBezTo>
                  <a:pt x="11" y="18"/>
                  <a:pt x="11" y="18"/>
                  <a:pt x="11" y="18"/>
                </a:cubicBezTo>
                <a:close/>
                <a:moveTo>
                  <a:pt x="9" y="15"/>
                </a:moveTo>
                <a:cubicBezTo>
                  <a:pt x="9" y="15"/>
                  <a:pt x="9" y="15"/>
                  <a:pt x="9" y="15"/>
                </a:cubicBezTo>
                <a:cubicBezTo>
                  <a:pt x="9" y="16"/>
                  <a:pt x="10" y="15"/>
                  <a:pt x="10" y="15"/>
                </a:cubicBezTo>
                <a:cubicBezTo>
                  <a:pt x="10" y="16"/>
                  <a:pt x="10" y="16"/>
                  <a:pt x="10" y="16"/>
                </a:cubicBezTo>
                <a:cubicBezTo>
                  <a:pt x="10" y="16"/>
                  <a:pt x="10" y="16"/>
                  <a:pt x="10" y="16"/>
                </a:cubicBezTo>
                <a:cubicBezTo>
                  <a:pt x="10" y="16"/>
                  <a:pt x="10" y="16"/>
                  <a:pt x="10" y="16"/>
                </a:cubicBezTo>
                <a:cubicBezTo>
                  <a:pt x="10" y="16"/>
                  <a:pt x="10" y="16"/>
                  <a:pt x="9" y="16"/>
                </a:cubicBezTo>
                <a:cubicBezTo>
                  <a:pt x="9" y="16"/>
                  <a:pt x="9" y="16"/>
                  <a:pt x="9" y="16"/>
                </a:cubicBezTo>
                <a:cubicBezTo>
                  <a:pt x="9" y="16"/>
                  <a:pt x="9" y="16"/>
                  <a:pt x="9" y="15"/>
                </a:cubicBezTo>
                <a:close/>
                <a:moveTo>
                  <a:pt x="28" y="9"/>
                </a:move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10"/>
                  <a:pt x="29" y="9"/>
                  <a:pt x="29" y="9"/>
                </a:cubicBezTo>
                <a:cubicBezTo>
                  <a:pt x="28" y="9"/>
                  <a:pt x="28" y="9"/>
                  <a:pt x="28" y="9"/>
                </a:cubicBezTo>
                <a:cubicBezTo>
                  <a:pt x="28" y="9"/>
                  <a:pt x="28" y="9"/>
                  <a:pt x="28" y="9"/>
                </a:cubicBezTo>
                <a:cubicBezTo>
                  <a:pt x="28" y="9"/>
                  <a:pt x="28" y="9"/>
                  <a:pt x="28" y="9"/>
                </a:cubicBezTo>
                <a:close/>
                <a:moveTo>
                  <a:pt x="28" y="29"/>
                </a:moveTo>
                <a:cubicBezTo>
                  <a:pt x="28" y="29"/>
                  <a:pt x="28" y="29"/>
                  <a:pt x="28" y="29"/>
                </a:cubicBezTo>
                <a:cubicBezTo>
                  <a:pt x="28" y="30"/>
                  <a:pt x="28" y="30"/>
                  <a:pt x="28" y="30"/>
                </a:cubicBezTo>
                <a:cubicBezTo>
                  <a:pt x="28" y="30"/>
                  <a:pt x="28" y="30"/>
                  <a:pt x="28" y="30"/>
                </a:cubicBezTo>
                <a:cubicBezTo>
                  <a:pt x="27" y="30"/>
                  <a:pt x="27" y="30"/>
                  <a:pt x="27" y="30"/>
                </a:cubicBezTo>
                <a:cubicBezTo>
                  <a:pt x="28" y="29"/>
                  <a:pt x="28" y="29"/>
                  <a:pt x="28" y="29"/>
                </a:cubicBezTo>
                <a:cubicBezTo>
                  <a:pt x="28" y="29"/>
                  <a:pt x="28" y="29"/>
                  <a:pt x="28" y="29"/>
                </a:cubicBezTo>
                <a:cubicBezTo>
                  <a:pt x="28" y="29"/>
                  <a:pt x="28" y="29"/>
                  <a:pt x="28" y="29"/>
                </a:cubicBezTo>
                <a:close/>
                <a:moveTo>
                  <a:pt x="15" y="23"/>
                </a:moveTo>
                <a:cubicBezTo>
                  <a:pt x="15" y="23"/>
                  <a:pt x="15" y="23"/>
                  <a:pt x="15" y="23"/>
                </a:cubicBezTo>
                <a:cubicBezTo>
                  <a:pt x="15" y="23"/>
                  <a:pt x="15" y="23"/>
                  <a:pt x="15" y="23"/>
                </a:cubicBezTo>
                <a:cubicBezTo>
                  <a:pt x="15" y="23"/>
                  <a:pt x="15" y="23"/>
                  <a:pt x="15" y="23"/>
                </a:cubicBezTo>
                <a:cubicBezTo>
                  <a:pt x="14" y="23"/>
                  <a:pt x="14" y="23"/>
                  <a:pt x="14" y="23"/>
                </a:cubicBezTo>
                <a:cubicBezTo>
                  <a:pt x="14" y="23"/>
                  <a:pt x="14" y="23"/>
                  <a:pt x="14" y="23"/>
                </a:cubicBezTo>
                <a:cubicBezTo>
                  <a:pt x="14" y="23"/>
                  <a:pt x="14" y="23"/>
                  <a:pt x="14" y="23"/>
                </a:cubicBezTo>
                <a:cubicBezTo>
                  <a:pt x="14" y="23"/>
                  <a:pt x="15" y="23"/>
                  <a:pt x="15" y="23"/>
                </a:cubicBezTo>
                <a:cubicBezTo>
                  <a:pt x="15" y="23"/>
                  <a:pt x="15" y="23"/>
                  <a:pt x="15" y="23"/>
                </a:cubicBezTo>
                <a:cubicBezTo>
                  <a:pt x="15" y="23"/>
                  <a:pt x="15" y="23"/>
                  <a:pt x="15" y="23"/>
                </a:cubicBezTo>
                <a:close/>
                <a:moveTo>
                  <a:pt x="29" y="10"/>
                </a:move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30" y="10"/>
                </a:cubicBezTo>
                <a:cubicBezTo>
                  <a:pt x="30" y="10"/>
                  <a:pt x="30" y="10"/>
                  <a:pt x="30" y="10"/>
                </a:cubicBezTo>
                <a:cubicBezTo>
                  <a:pt x="30" y="10"/>
                  <a:pt x="30" y="10"/>
                  <a:pt x="30" y="10"/>
                </a:cubicBezTo>
                <a:cubicBezTo>
                  <a:pt x="30" y="10"/>
                  <a:pt x="29" y="10"/>
                  <a:pt x="29" y="10"/>
                </a:cubicBezTo>
                <a:close/>
                <a:moveTo>
                  <a:pt x="25" y="6"/>
                </a:moveTo>
                <a:cubicBezTo>
                  <a:pt x="25" y="6"/>
                  <a:pt x="25" y="6"/>
                  <a:pt x="25" y="6"/>
                </a:cubicBezTo>
                <a:cubicBezTo>
                  <a:pt x="25" y="6"/>
                  <a:pt x="25" y="6"/>
                  <a:pt x="25" y="6"/>
                </a:cubicBezTo>
                <a:cubicBezTo>
                  <a:pt x="25" y="6"/>
                  <a:pt x="26" y="7"/>
                  <a:pt x="26" y="7"/>
                </a:cubicBezTo>
                <a:cubicBezTo>
                  <a:pt x="26" y="7"/>
                  <a:pt x="26" y="7"/>
                  <a:pt x="26" y="7"/>
                </a:cubicBezTo>
                <a:cubicBezTo>
                  <a:pt x="26" y="7"/>
                  <a:pt x="26" y="7"/>
                  <a:pt x="26" y="7"/>
                </a:cubicBezTo>
                <a:cubicBezTo>
                  <a:pt x="25" y="7"/>
                  <a:pt x="25" y="7"/>
                  <a:pt x="25" y="7"/>
                </a:cubicBezTo>
                <a:cubicBezTo>
                  <a:pt x="25" y="7"/>
                  <a:pt x="25" y="6"/>
                  <a:pt x="25" y="6"/>
                </a:cubicBezTo>
                <a:close/>
                <a:moveTo>
                  <a:pt x="50" y="25"/>
                </a:moveTo>
                <a:cubicBezTo>
                  <a:pt x="50" y="25"/>
                  <a:pt x="50" y="25"/>
                  <a:pt x="50" y="25"/>
                </a:cubicBezTo>
                <a:cubicBezTo>
                  <a:pt x="50" y="25"/>
                  <a:pt x="51" y="25"/>
                  <a:pt x="51" y="25"/>
                </a:cubicBezTo>
                <a:cubicBezTo>
                  <a:pt x="51" y="25"/>
                  <a:pt x="51" y="25"/>
                  <a:pt x="51" y="25"/>
                </a:cubicBezTo>
                <a:cubicBezTo>
                  <a:pt x="51" y="25"/>
                  <a:pt x="51" y="25"/>
                  <a:pt x="51" y="25"/>
                </a:cubicBezTo>
                <a:cubicBezTo>
                  <a:pt x="50" y="25"/>
                  <a:pt x="50" y="25"/>
                  <a:pt x="50" y="25"/>
                </a:cubicBezTo>
                <a:cubicBezTo>
                  <a:pt x="50" y="25"/>
                  <a:pt x="50" y="25"/>
                  <a:pt x="50" y="25"/>
                </a:cubicBezTo>
                <a:cubicBezTo>
                  <a:pt x="50" y="25"/>
                  <a:pt x="50" y="25"/>
                  <a:pt x="50" y="25"/>
                </a:cubicBezTo>
                <a:cubicBezTo>
                  <a:pt x="50" y="25"/>
                  <a:pt x="50" y="25"/>
                  <a:pt x="50" y="25"/>
                </a:cubicBezTo>
                <a:cubicBezTo>
                  <a:pt x="50" y="25"/>
                  <a:pt x="50" y="25"/>
                  <a:pt x="50" y="25"/>
                </a:cubicBezTo>
                <a:cubicBezTo>
                  <a:pt x="50" y="25"/>
                  <a:pt x="50" y="25"/>
                  <a:pt x="50" y="25"/>
                </a:cubicBezTo>
                <a:close/>
                <a:moveTo>
                  <a:pt x="3" y="24"/>
                </a:moveTo>
                <a:cubicBezTo>
                  <a:pt x="3" y="24"/>
                  <a:pt x="2" y="25"/>
                  <a:pt x="2" y="25"/>
                </a:cubicBezTo>
                <a:cubicBezTo>
                  <a:pt x="2" y="25"/>
                  <a:pt x="2" y="25"/>
                  <a:pt x="2" y="25"/>
                </a:cubicBezTo>
                <a:cubicBezTo>
                  <a:pt x="2" y="25"/>
                  <a:pt x="2" y="24"/>
                  <a:pt x="3" y="24"/>
                </a:cubicBezTo>
                <a:cubicBezTo>
                  <a:pt x="3" y="24"/>
                  <a:pt x="3" y="24"/>
                  <a:pt x="3" y="24"/>
                </a:cubicBezTo>
                <a:cubicBezTo>
                  <a:pt x="3" y="24"/>
                  <a:pt x="3" y="24"/>
                  <a:pt x="3" y="24"/>
                </a:cubicBezTo>
                <a:cubicBezTo>
                  <a:pt x="3" y="24"/>
                  <a:pt x="3" y="24"/>
                  <a:pt x="3" y="24"/>
                </a:cubicBezTo>
                <a:close/>
                <a:moveTo>
                  <a:pt x="29" y="11"/>
                </a:moveTo>
                <a:cubicBezTo>
                  <a:pt x="29" y="11"/>
                  <a:pt x="29" y="11"/>
                  <a:pt x="29"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29" y="11"/>
                </a:cubicBezTo>
                <a:cubicBezTo>
                  <a:pt x="29" y="11"/>
                  <a:pt x="29" y="11"/>
                  <a:pt x="29" y="11"/>
                </a:cubicBezTo>
                <a:close/>
                <a:moveTo>
                  <a:pt x="8" y="5"/>
                </a:moveTo>
                <a:cubicBezTo>
                  <a:pt x="8" y="5"/>
                  <a:pt x="8" y="5"/>
                  <a:pt x="7" y="5"/>
                </a:cubicBezTo>
                <a:cubicBezTo>
                  <a:pt x="7" y="5"/>
                  <a:pt x="8" y="5"/>
                  <a:pt x="8" y="5"/>
                </a:cubicBezTo>
                <a:close/>
                <a:moveTo>
                  <a:pt x="57" y="15"/>
                </a:moveTo>
                <a:cubicBezTo>
                  <a:pt x="57" y="15"/>
                  <a:pt x="57" y="15"/>
                  <a:pt x="57" y="15"/>
                </a:cubicBezTo>
                <a:cubicBezTo>
                  <a:pt x="57" y="15"/>
                  <a:pt x="57" y="15"/>
                  <a:pt x="57" y="15"/>
                </a:cubicBezTo>
                <a:cubicBezTo>
                  <a:pt x="57" y="15"/>
                  <a:pt x="57" y="15"/>
                  <a:pt x="56" y="15"/>
                </a:cubicBezTo>
                <a:cubicBezTo>
                  <a:pt x="56" y="15"/>
                  <a:pt x="56" y="15"/>
                  <a:pt x="56" y="15"/>
                </a:cubicBezTo>
                <a:cubicBezTo>
                  <a:pt x="56" y="15"/>
                  <a:pt x="56" y="15"/>
                  <a:pt x="56" y="15"/>
                </a:cubicBezTo>
                <a:cubicBezTo>
                  <a:pt x="57" y="15"/>
                  <a:pt x="57" y="15"/>
                  <a:pt x="57" y="15"/>
                </a:cubicBezTo>
                <a:close/>
                <a:moveTo>
                  <a:pt x="7" y="2"/>
                </a:moveTo>
                <a:cubicBezTo>
                  <a:pt x="7" y="2"/>
                  <a:pt x="7" y="2"/>
                  <a:pt x="7" y="2"/>
                </a:cubicBezTo>
                <a:cubicBezTo>
                  <a:pt x="7" y="2"/>
                  <a:pt x="7" y="2"/>
                  <a:pt x="7" y="2"/>
                </a:cubicBezTo>
                <a:cubicBezTo>
                  <a:pt x="7" y="2"/>
                  <a:pt x="8" y="2"/>
                  <a:pt x="8" y="3"/>
                </a:cubicBezTo>
                <a:cubicBezTo>
                  <a:pt x="8" y="3"/>
                  <a:pt x="8" y="3"/>
                  <a:pt x="8" y="3"/>
                </a:cubicBezTo>
                <a:cubicBezTo>
                  <a:pt x="8" y="3"/>
                  <a:pt x="8" y="3"/>
                  <a:pt x="8" y="3"/>
                </a:cubicBezTo>
                <a:cubicBezTo>
                  <a:pt x="8" y="3"/>
                  <a:pt x="8" y="3"/>
                  <a:pt x="8" y="3"/>
                </a:cubicBezTo>
                <a:cubicBezTo>
                  <a:pt x="8" y="3"/>
                  <a:pt x="8" y="3"/>
                  <a:pt x="8" y="3"/>
                </a:cubicBezTo>
                <a:cubicBezTo>
                  <a:pt x="8" y="2"/>
                  <a:pt x="7" y="2"/>
                  <a:pt x="7" y="2"/>
                </a:cubicBezTo>
                <a:cubicBezTo>
                  <a:pt x="7" y="2"/>
                  <a:pt x="7" y="2"/>
                  <a:pt x="7" y="2"/>
                </a:cubicBezTo>
                <a:close/>
                <a:moveTo>
                  <a:pt x="15" y="4"/>
                </a:moveTo>
                <a:cubicBezTo>
                  <a:pt x="15" y="4"/>
                  <a:pt x="15"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lose/>
                <a:moveTo>
                  <a:pt x="47" y="31"/>
                </a:moveTo>
                <a:cubicBezTo>
                  <a:pt x="47" y="32"/>
                  <a:pt x="47" y="32"/>
                  <a:pt x="47" y="32"/>
                </a:cubicBezTo>
                <a:cubicBezTo>
                  <a:pt x="47" y="32"/>
                  <a:pt x="47" y="32"/>
                  <a:pt x="47" y="32"/>
                </a:cubicBezTo>
                <a:cubicBezTo>
                  <a:pt x="47" y="31"/>
                  <a:pt x="47" y="31"/>
                  <a:pt x="47" y="31"/>
                </a:cubicBezTo>
                <a:cubicBezTo>
                  <a:pt x="47" y="31"/>
                  <a:pt x="47" y="31"/>
                  <a:pt x="47" y="31"/>
                </a:cubicBezTo>
                <a:cubicBezTo>
                  <a:pt x="47" y="31"/>
                  <a:pt x="47" y="31"/>
                  <a:pt x="47" y="31"/>
                </a:cubicBezTo>
                <a:cubicBezTo>
                  <a:pt x="47" y="31"/>
                  <a:pt x="47" y="31"/>
                  <a:pt x="47" y="31"/>
                </a:cubicBezTo>
                <a:cubicBezTo>
                  <a:pt x="47" y="31"/>
                  <a:pt x="47" y="31"/>
                  <a:pt x="47" y="31"/>
                </a:cubicBezTo>
                <a:cubicBezTo>
                  <a:pt x="47" y="31"/>
                  <a:pt x="47" y="31"/>
                  <a:pt x="47" y="31"/>
                </a:cubicBezTo>
                <a:cubicBezTo>
                  <a:pt x="47" y="31"/>
                  <a:pt x="47" y="31"/>
                  <a:pt x="47" y="31"/>
                </a:cubicBezTo>
                <a:close/>
                <a:moveTo>
                  <a:pt x="16" y="17"/>
                </a:moveTo>
                <a:cubicBezTo>
                  <a:pt x="16" y="17"/>
                  <a:pt x="16" y="17"/>
                  <a:pt x="16" y="17"/>
                </a:cubicBezTo>
                <a:cubicBezTo>
                  <a:pt x="15" y="17"/>
                  <a:pt x="15" y="17"/>
                  <a:pt x="15" y="17"/>
                </a:cubicBezTo>
                <a:cubicBezTo>
                  <a:pt x="15" y="17"/>
                  <a:pt x="15" y="17"/>
                  <a:pt x="15" y="16"/>
                </a:cubicBezTo>
                <a:cubicBezTo>
                  <a:pt x="15" y="16"/>
                  <a:pt x="15" y="16"/>
                  <a:pt x="15" y="16"/>
                </a:cubicBezTo>
                <a:cubicBezTo>
                  <a:pt x="15" y="17"/>
                  <a:pt x="15" y="16"/>
                  <a:pt x="16" y="17"/>
                </a:cubicBezTo>
                <a:cubicBezTo>
                  <a:pt x="16" y="17"/>
                  <a:pt x="15" y="17"/>
                  <a:pt x="16" y="17"/>
                </a:cubicBezTo>
                <a:close/>
                <a:moveTo>
                  <a:pt x="8" y="4"/>
                </a:moveTo>
                <a:cubicBezTo>
                  <a:pt x="8" y="4"/>
                  <a:pt x="8" y="4"/>
                  <a:pt x="8" y="4"/>
                </a:cubicBezTo>
                <a:cubicBezTo>
                  <a:pt x="8" y="4"/>
                  <a:pt x="8" y="4"/>
                  <a:pt x="8" y="4"/>
                </a:cubicBezTo>
                <a:cubicBezTo>
                  <a:pt x="9" y="4"/>
                  <a:pt x="9" y="4"/>
                  <a:pt x="9" y="4"/>
                </a:cubicBezTo>
                <a:cubicBezTo>
                  <a:pt x="9" y="4"/>
                  <a:pt x="9" y="4"/>
                  <a:pt x="9" y="4"/>
                </a:cubicBezTo>
                <a:cubicBezTo>
                  <a:pt x="9" y="4"/>
                  <a:pt x="9" y="4"/>
                  <a:pt x="8" y="4"/>
                </a:cubicBezTo>
                <a:cubicBezTo>
                  <a:pt x="8" y="4"/>
                  <a:pt x="8" y="4"/>
                  <a:pt x="8" y="4"/>
                </a:cubicBezTo>
                <a:cubicBezTo>
                  <a:pt x="8" y="4"/>
                  <a:pt x="8" y="4"/>
                  <a:pt x="8" y="4"/>
                </a:cubicBezTo>
                <a:cubicBezTo>
                  <a:pt x="8" y="4"/>
                  <a:pt x="8" y="4"/>
                  <a:pt x="8" y="4"/>
                </a:cubicBezTo>
                <a:close/>
                <a:moveTo>
                  <a:pt x="49" y="27"/>
                </a:moveTo>
                <a:cubicBezTo>
                  <a:pt x="49" y="27"/>
                  <a:pt x="49" y="27"/>
                  <a:pt x="50" y="27"/>
                </a:cubicBezTo>
                <a:cubicBezTo>
                  <a:pt x="50" y="27"/>
                  <a:pt x="50" y="27"/>
                  <a:pt x="50" y="27"/>
                </a:cubicBezTo>
                <a:cubicBezTo>
                  <a:pt x="50" y="27"/>
                  <a:pt x="50" y="27"/>
                  <a:pt x="50" y="27"/>
                </a:cubicBezTo>
                <a:cubicBezTo>
                  <a:pt x="50" y="27"/>
                  <a:pt x="50" y="27"/>
                  <a:pt x="49" y="27"/>
                </a:cubicBezTo>
                <a:cubicBezTo>
                  <a:pt x="49" y="27"/>
                  <a:pt x="49" y="27"/>
                  <a:pt x="49" y="27"/>
                </a:cubicBezTo>
                <a:close/>
                <a:moveTo>
                  <a:pt x="26" y="10"/>
                </a:moveTo>
                <a:cubicBezTo>
                  <a:pt x="26" y="10"/>
                  <a:pt x="26" y="10"/>
                  <a:pt x="26" y="10"/>
                </a:cubicBezTo>
                <a:cubicBezTo>
                  <a:pt x="26" y="10"/>
                  <a:pt x="26" y="10"/>
                  <a:pt x="26" y="10"/>
                </a:cubicBezTo>
                <a:cubicBezTo>
                  <a:pt x="26" y="10"/>
                  <a:pt x="26" y="10"/>
                  <a:pt x="26" y="10"/>
                </a:cubicBezTo>
                <a:cubicBezTo>
                  <a:pt x="26" y="10"/>
                  <a:pt x="26" y="10"/>
                  <a:pt x="25" y="10"/>
                </a:cubicBezTo>
                <a:cubicBezTo>
                  <a:pt x="25" y="10"/>
                  <a:pt x="25" y="10"/>
                  <a:pt x="25" y="10"/>
                </a:cubicBezTo>
                <a:cubicBezTo>
                  <a:pt x="25" y="10"/>
                  <a:pt x="25" y="10"/>
                  <a:pt x="25" y="10"/>
                </a:cubicBezTo>
                <a:cubicBezTo>
                  <a:pt x="26" y="10"/>
                  <a:pt x="26" y="10"/>
                  <a:pt x="26" y="10"/>
                </a:cubicBezTo>
                <a:close/>
                <a:moveTo>
                  <a:pt x="3" y="25"/>
                </a:moveTo>
                <a:cubicBezTo>
                  <a:pt x="3" y="25"/>
                  <a:pt x="3" y="25"/>
                  <a:pt x="3" y="25"/>
                </a:cubicBezTo>
                <a:cubicBezTo>
                  <a:pt x="3" y="25"/>
                  <a:pt x="3" y="25"/>
                  <a:pt x="3" y="25"/>
                </a:cubicBezTo>
                <a:cubicBezTo>
                  <a:pt x="2" y="25"/>
                  <a:pt x="2" y="25"/>
                  <a:pt x="2" y="25"/>
                </a:cubicBezTo>
                <a:cubicBezTo>
                  <a:pt x="2" y="25"/>
                  <a:pt x="2" y="25"/>
                  <a:pt x="2" y="25"/>
                </a:cubicBezTo>
                <a:cubicBezTo>
                  <a:pt x="2" y="25"/>
                  <a:pt x="2" y="25"/>
                  <a:pt x="3" y="25"/>
                </a:cubicBezTo>
                <a:cubicBezTo>
                  <a:pt x="3" y="24"/>
                  <a:pt x="3" y="24"/>
                  <a:pt x="3" y="25"/>
                </a:cubicBezTo>
                <a:cubicBezTo>
                  <a:pt x="3" y="25"/>
                  <a:pt x="3" y="25"/>
                  <a:pt x="3" y="25"/>
                </a:cubicBezTo>
                <a:cubicBezTo>
                  <a:pt x="3" y="25"/>
                  <a:pt x="3" y="25"/>
                  <a:pt x="3" y="25"/>
                </a:cubicBezTo>
                <a:close/>
                <a:moveTo>
                  <a:pt x="30" y="21"/>
                </a:moveTo>
                <a:cubicBezTo>
                  <a:pt x="29" y="21"/>
                  <a:pt x="29" y="22"/>
                  <a:pt x="29" y="22"/>
                </a:cubicBezTo>
                <a:cubicBezTo>
                  <a:pt x="29" y="22"/>
                  <a:pt x="29" y="22"/>
                  <a:pt x="29" y="22"/>
                </a:cubicBezTo>
                <a:cubicBezTo>
                  <a:pt x="29" y="22"/>
                  <a:pt x="29" y="22"/>
                  <a:pt x="29" y="22"/>
                </a:cubicBezTo>
                <a:cubicBezTo>
                  <a:pt x="29" y="21"/>
                  <a:pt x="29" y="21"/>
                  <a:pt x="30" y="21"/>
                </a:cubicBezTo>
                <a:close/>
                <a:moveTo>
                  <a:pt x="17" y="10"/>
                </a:moveTo>
                <a:cubicBezTo>
                  <a:pt x="17" y="10"/>
                  <a:pt x="17" y="10"/>
                  <a:pt x="17" y="10"/>
                </a:cubicBezTo>
                <a:cubicBezTo>
                  <a:pt x="17" y="10"/>
                  <a:pt x="16" y="10"/>
                  <a:pt x="16" y="10"/>
                </a:cubicBezTo>
                <a:cubicBezTo>
                  <a:pt x="16" y="10"/>
                  <a:pt x="16" y="10"/>
                  <a:pt x="16" y="10"/>
                </a:cubicBezTo>
                <a:cubicBezTo>
                  <a:pt x="16" y="9"/>
                  <a:pt x="16" y="10"/>
                  <a:pt x="17" y="10"/>
                </a:cubicBezTo>
                <a:close/>
                <a:moveTo>
                  <a:pt x="51" y="28"/>
                </a:moveTo>
                <a:cubicBezTo>
                  <a:pt x="51" y="28"/>
                  <a:pt x="52" y="28"/>
                  <a:pt x="52" y="28"/>
                </a:cubicBezTo>
                <a:cubicBezTo>
                  <a:pt x="51" y="28"/>
                  <a:pt x="51" y="28"/>
                  <a:pt x="51" y="28"/>
                </a:cubicBezTo>
                <a:cubicBezTo>
                  <a:pt x="51" y="28"/>
                  <a:pt x="51" y="28"/>
                  <a:pt x="51" y="28"/>
                </a:cubicBezTo>
                <a:cubicBezTo>
                  <a:pt x="51" y="28"/>
                  <a:pt x="51" y="28"/>
                  <a:pt x="51" y="27"/>
                </a:cubicBezTo>
                <a:cubicBezTo>
                  <a:pt x="51" y="27"/>
                  <a:pt x="51" y="28"/>
                  <a:pt x="52" y="27"/>
                </a:cubicBezTo>
                <a:cubicBezTo>
                  <a:pt x="52" y="28"/>
                  <a:pt x="52" y="28"/>
                  <a:pt x="51" y="28"/>
                </a:cubicBezTo>
                <a:close/>
                <a:moveTo>
                  <a:pt x="29" y="10"/>
                </a:moveTo>
                <a:cubicBezTo>
                  <a:pt x="28" y="10"/>
                  <a:pt x="28" y="10"/>
                  <a:pt x="28" y="10"/>
                </a:cubicBezTo>
                <a:cubicBezTo>
                  <a:pt x="28" y="10"/>
                  <a:pt x="28" y="10"/>
                  <a:pt x="29" y="10"/>
                </a:cubicBezTo>
                <a:cubicBezTo>
                  <a:pt x="29" y="10"/>
                  <a:pt x="29" y="10"/>
                  <a:pt x="29" y="10"/>
                </a:cubicBezTo>
                <a:cubicBezTo>
                  <a:pt x="29" y="10"/>
                  <a:pt x="29" y="10"/>
                  <a:pt x="29" y="10"/>
                </a:cubicBezTo>
                <a:close/>
                <a:moveTo>
                  <a:pt x="30" y="24"/>
                </a:move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lose/>
                <a:moveTo>
                  <a:pt x="11" y="13"/>
                </a:moveTo>
                <a:cubicBezTo>
                  <a:pt x="11" y="13"/>
                  <a:pt x="11" y="13"/>
                  <a:pt x="10" y="13"/>
                </a:cubicBezTo>
                <a:cubicBezTo>
                  <a:pt x="10" y="13"/>
                  <a:pt x="10" y="13"/>
                  <a:pt x="10" y="12"/>
                </a:cubicBezTo>
                <a:cubicBezTo>
                  <a:pt x="11" y="13"/>
                  <a:pt x="11" y="13"/>
                  <a:pt x="11" y="13"/>
                </a:cubicBezTo>
                <a:cubicBezTo>
                  <a:pt x="11" y="13"/>
                  <a:pt x="11" y="13"/>
                  <a:pt x="11" y="13"/>
                </a:cubicBezTo>
                <a:cubicBezTo>
                  <a:pt x="11" y="13"/>
                  <a:pt x="11" y="13"/>
                  <a:pt x="11" y="13"/>
                </a:cubicBezTo>
                <a:close/>
                <a:moveTo>
                  <a:pt x="43" y="32"/>
                </a:moveTo>
                <a:cubicBezTo>
                  <a:pt x="43" y="32"/>
                  <a:pt x="43" y="32"/>
                  <a:pt x="43" y="32"/>
                </a:cubicBezTo>
                <a:cubicBezTo>
                  <a:pt x="43" y="32"/>
                  <a:pt x="43" y="32"/>
                  <a:pt x="43" y="32"/>
                </a:cubicBezTo>
                <a:cubicBezTo>
                  <a:pt x="43" y="32"/>
                  <a:pt x="43" y="32"/>
                  <a:pt x="43" y="32"/>
                </a:cubicBezTo>
                <a:cubicBezTo>
                  <a:pt x="43" y="32"/>
                  <a:pt x="43" y="32"/>
                  <a:pt x="43" y="32"/>
                </a:cubicBezTo>
                <a:close/>
                <a:moveTo>
                  <a:pt x="43" y="32"/>
                </a:moveTo>
                <a:cubicBezTo>
                  <a:pt x="43" y="32"/>
                  <a:pt x="43" y="32"/>
                  <a:pt x="43" y="32"/>
                </a:cubicBezTo>
                <a:cubicBezTo>
                  <a:pt x="44" y="32"/>
                  <a:pt x="43" y="32"/>
                  <a:pt x="43" y="32"/>
                </a:cubicBezTo>
                <a:close/>
                <a:moveTo>
                  <a:pt x="5" y="21"/>
                </a:moveTo>
                <a:cubicBezTo>
                  <a:pt x="5" y="21"/>
                  <a:pt x="5" y="21"/>
                  <a:pt x="5" y="21"/>
                </a:cubicBezTo>
                <a:cubicBezTo>
                  <a:pt x="5" y="21"/>
                  <a:pt x="5" y="21"/>
                  <a:pt x="5" y="21"/>
                </a:cubicBezTo>
                <a:cubicBezTo>
                  <a:pt x="5" y="21"/>
                  <a:pt x="5" y="21"/>
                  <a:pt x="5" y="21"/>
                </a:cubicBezTo>
                <a:cubicBezTo>
                  <a:pt x="5" y="21"/>
                  <a:pt x="5" y="22"/>
                  <a:pt x="4" y="22"/>
                </a:cubicBezTo>
                <a:cubicBezTo>
                  <a:pt x="4" y="22"/>
                  <a:pt x="4" y="22"/>
                  <a:pt x="4" y="21"/>
                </a:cubicBezTo>
                <a:cubicBezTo>
                  <a:pt x="4" y="21"/>
                  <a:pt x="4" y="21"/>
                  <a:pt x="5" y="21"/>
                </a:cubicBezTo>
                <a:close/>
                <a:moveTo>
                  <a:pt x="16" y="33"/>
                </a:moveTo>
                <a:cubicBezTo>
                  <a:pt x="16" y="34"/>
                  <a:pt x="15" y="34"/>
                  <a:pt x="15" y="34"/>
                </a:cubicBezTo>
                <a:cubicBezTo>
                  <a:pt x="15" y="34"/>
                  <a:pt x="15" y="33"/>
                  <a:pt x="15" y="33"/>
                </a:cubicBezTo>
                <a:cubicBezTo>
                  <a:pt x="15" y="33"/>
                  <a:pt x="15" y="33"/>
                  <a:pt x="16" y="33"/>
                </a:cubicBezTo>
                <a:close/>
                <a:moveTo>
                  <a:pt x="2" y="23"/>
                </a:moveTo>
                <a:cubicBezTo>
                  <a:pt x="2" y="23"/>
                  <a:pt x="2" y="23"/>
                  <a:pt x="3" y="23"/>
                </a:cubicBezTo>
                <a:cubicBezTo>
                  <a:pt x="3" y="23"/>
                  <a:pt x="3" y="23"/>
                  <a:pt x="3" y="23"/>
                </a:cubicBezTo>
                <a:cubicBezTo>
                  <a:pt x="3" y="24"/>
                  <a:pt x="3" y="24"/>
                  <a:pt x="2" y="24"/>
                </a:cubicBezTo>
                <a:cubicBezTo>
                  <a:pt x="2" y="24"/>
                  <a:pt x="2" y="24"/>
                  <a:pt x="2" y="23"/>
                </a:cubicBezTo>
                <a:close/>
                <a:moveTo>
                  <a:pt x="21" y="11"/>
                </a:moveTo>
                <a:cubicBezTo>
                  <a:pt x="21" y="11"/>
                  <a:pt x="21" y="11"/>
                  <a:pt x="20" y="11"/>
                </a:cubicBezTo>
                <a:cubicBezTo>
                  <a:pt x="21" y="11"/>
                  <a:pt x="21" y="11"/>
                  <a:pt x="21" y="11"/>
                </a:cubicBezTo>
                <a:close/>
                <a:moveTo>
                  <a:pt x="40" y="32"/>
                </a:moveTo>
                <a:cubicBezTo>
                  <a:pt x="40" y="32"/>
                  <a:pt x="40" y="32"/>
                  <a:pt x="40" y="32"/>
                </a:cubicBezTo>
                <a:cubicBezTo>
                  <a:pt x="40" y="32"/>
                  <a:pt x="40" y="31"/>
                  <a:pt x="41" y="31"/>
                </a:cubicBezTo>
                <a:cubicBezTo>
                  <a:pt x="41" y="31"/>
                  <a:pt x="41" y="31"/>
                  <a:pt x="41" y="31"/>
                </a:cubicBezTo>
                <a:cubicBezTo>
                  <a:pt x="41" y="32"/>
                  <a:pt x="40" y="32"/>
                  <a:pt x="40" y="32"/>
                </a:cubicBezTo>
                <a:close/>
                <a:moveTo>
                  <a:pt x="46" y="31"/>
                </a:moveTo>
                <a:cubicBezTo>
                  <a:pt x="46" y="31"/>
                  <a:pt x="45" y="31"/>
                  <a:pt x="45" y="31"/>
                </a:cubicBezTo>
                <a:cubicBezTo>
                  <a:pt x="45" y="31"/>
                  <a:pt x="45" y="31"/>
                  <a:pt x="45" y="31"/>
                </a:cubicBezTo>
                <a:cubicBezTo>
                  <a:pt x="45" y="31"/>
                  <a:pt x="45" y="31"/>
                  <a:pt x="45" y="31"/>
                </a:cubicBezTo>
                <a:cubicBezTo>
                  <a:pt x="45" y="31"/>
                  <a:pt x="45" y="31"/>
                  <a:pt x="45" y="31"/>
                </a:cubicBezTo>
                <a:cubicBezTo>
                  <a:pt x="45" y="31"/>
                  <a:pt x="46" y="31"/>
                  <a:pt x="46" y="31"/>
                </a:cubicBezTo>
                <a:close/>
                <a:moveTo>
                  <a:pt x="8" y="15"/>
                </a:moveTo>
                <a:cubicBezTo>
                  <a:pt x="8" y="15"/>
                  <a:pt x="8" y="15"/>
                  <a:pt x="8" y="15"/>
                </a:cubicBezTo>
                <a:cubicBezTo>
                  <a:pt x="8" y="15"/>
                  <a:pt x="8" y="15"/>
                  <a:pt x="8" y="15"/>
                </a:cubicBezTo>
                <a:cubicBezTo>
                  <a:pt x="8" y="15"/>
                  <a:pt x="8" y="15"/>
                  <a:pt x="8" y="15"/>
                </a:cubicBezTo>
                <a:cubicBezTo>
                  <a:pt x="8" y="15"/>
                  <a:pt x="8" y="15"/>
                  <a:pt x="8" y="15"/>
                </a:cubicBezTo>
                <a:close/>
                <a:moveTo>
                  <a:pt x="15" y="15"/>
                </a:moveTo>
                <a:cubicBezTo>
                  <a:pt x="15" y="15"/>
                  <a:pt x="14" y="15"/>
                  <a:pt x="14" y="15"/>
                </a:cubicBezTo>
                <a:cubicBezTo>
                  <a:pt x="14" y="15"/>
                  <a:pt x="14" y="15"/>
                  <a:pt x="14" y="15"/>
                </a:cubicBezTo>
                <a:cubicBezTo>
                  <a:pt x="15" y="15"/>
                  <a:pt x="15" y="15"/>
                  <a:pt x="15" y="15"/>
                </a:cubicBezTo>
                <a:cubicBezTo>
                  <a:pt x="15" y="15"/>
                  <a:pt x="15" y="15"/>
                  <a:pt x="15" y="15"/>
                </a:cubicBezTo>
                <a:close/>
                <a:moveTo>
                  <a:pt x="55" y="22"/>
                </a:moveTo>
                <a:cubicBezTo>
                  <a:pt x="54" y="22"/>
                  <a:pt x="54" y="22"/>
                  <a:pt x="54" y="22"/>
                </a:cubicBezTo>
                <a:cubicBezTo>
                  <a:pt x="54" y="22"/>
                  <a:pt x="54" y="22"/>
                  <a:pt x="55" y="22"/>
                </a:cubicBezTo>
                <a:close/>
                <a:moveTo>
                  <a:pt x="49" y="25"/>
                </a:move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lose/>
                <a:moveTo>
                  <a:pt x="24" y="6"/>
                </a:moveTo>
                <a:cubicBezTo>
                  <a:pt x="24" y="5"/>
                  <a:pt x="24" y="5"/>
                  <a:pt x="24" y="5"/>
                </a:cubicBezTo>
                <a:cubicBezTo>
                  <a:pt x="24" y="5"/>
                  <a:pt x="24" y="5"/>
                  <a:pt x="24" y="5"/>
                </a:cubicBezTo>
                <a:cubicBezTo>
                  <a:pt x="24" y="5"/>
                  <a:pt x="25" y="6"/>
                  <a:pt x="25" y="6"/>
                </a:cubicBezTo>
                <a:cubicBezTo>
                  <a:pt x="25" y="6"/>
                  <a:pt x="25" y="6"/>
                  <a:pt x="25" y="6"/>
                </a:cubicBezTo>
                <a:cubicBezTo>
                  <a:pt x="25" y="6"/>
                  <a:pt x="25" y="6"/>
                  <a:pt x="25" y="6"/>
                </a:cubicBezTo>
                <a:cubicBezTo>
                  <a:pt x="25" y="6"/>
                  <a:pt x="24" y="6"/>
                  <a:pt x="24" y="6"/>
                </a:cubicBezTo>
                <a:close/>
                <a:moveTo>
                  <a:pt x="45" y="25"/>
                </a:moveTo>
                <a:cubicBezTo>
                  <a:pt x="45" y="25"/>
                  <a:pt x="45" y="25"/>
                  <a:pt x="45" y="26"/>
                </a:cubicBezTo>
                <a:cubicBezTo>
                  <a:pt x="45" y="26"/>
                  <a:pt x="45" y="26"/>
                  <a:pt x="45" y="25"/>
                </a:cubicBezTo>
                <a:cubicBezTo>
                  <a:pt x="45" y="25"/>
                  <a:pt x="45" y="25"/>
                  <a:pt x="45" y="25"/>
                </a:cubicBezTo>
                <a:cubicBezTo>
                  <a:pt x="45" y="25"/>
                  <a:pt x="45" y="25"/>
                  <a:pt x="45" y="25"/>
                </a:cubicBezTo>
                <a:close/>
                <a:moveTo>
                  <a:pt x="50" y="26"/>
                </a:moveTo>
                <a:cubicBezTo>
                  <a:pt x="50" y="26"/>
                  <a:pt x="50" y="26"/>
                  <a:pt x="50" y="26"/>
                </a:cubicBezTo>
                <a:cubicBezTo>
                  <a:pt x="50" y="26"/>
                  <a:pt x="50" y="26"/>
                  <a:pt x="50" y="26"/>
                </a:cubicBezTo>
                <a:cubicBezTo>
                  <a:pt x="50" y="26"/>
                  <a:pt x="50" y="26"/>
                  <a:pt x="50" y="26"/>
                </a:cubicBezTo>
                <a:cubicBezTo>
                  <a:pt x="50" y="26"/>
                  <a:pt x="49" y="26"/>
                  <a:pt x="49" y="26"/>
                </a:cubicBezTo>
                <a:cubicBezTo>
                  <a:pt x="49" y="26"/>
                  <a:pt x="50" y="26"/>
                  <a:pt x="50" y="26"/>
                </a:cubicBezTo>
                <a:close/>
                <a:moveTo>
                  <a:pt x="57" y="22"/>
                </a:moveTo>
                <a:cubicBezTo>
                  <a:pt x="57" y="22"/>
                  <a:pt x="57" y="22"/>
                  <a:pt x="57" y="22"/>
                </a:cubicBezTo>
                <a:cubicBezTo>
                  <a:pt x="57" y="22"/>
                  <a:pt x="57" y="22"/>
                  <a:pt x="56" y="22"/>
                </a:cubicBezTo>
                <a:cubicBezTo>
                  <a:pt x="57" y="21"/>
                  <a:pt x="57" y="22"/>
                  <a:pt x="57" y="21"/>
                </a:cubicBezTo>
                <a:cubicBezTo>
                  <a:pt x="57" y="21"/>
                  <a:pt x="57" y="22"/>
                  <a:pt x="57" y="22"/>
                </a:cubicBezTo>
                <a:close/>
                <a:moveTo>
                  <a:pt x="29" y="25"/>
                </a:moveTo>
                <a:cubicBezTo>
                  <a:pt x="29" y="25"/>
                  <a:pt x="29" y="25"/>
                  <a:pt x="29" y="25"/>
                </a:cubicBezTo>
                <a:cubicBezTo>
                  <a:pt x="29" y="25"/>
                  <a:pt x="29" y="25"/>
                  <a:pt x="29" y="25"/>
                </a:cubicBezTo>
                <a:cubicBezTo>
                  <a:pt x="29" y="25"/>
                  <a:pt x="29" y="25"/>
                  <a:pt x="29" y="25"/>
                </a:cubicBezTo>
                <a:cubicBezTo>
                  <a:pt x="29" y="25"/>
                  <a:pt x="29" y="25"/>
                  <a:pt x="29" y="25"/>
                </a:cubicBezTo>
                <a:close/>
                <a:moveTo>
                  <a:pt x="14" y="13"/>
                </a:moveTo>
                <a:cubicBezTo>
                  <a:pt x="14" y="13"/>
                  <a:pt x="14" y="13"/>
                  <a:pt x="14" y="13"/>
                </a:cubicBezTo>
                <a:cubicBezTo>
                  <a:pt x="14" y="13"/>
                  <a:pt x="14" y="13"/>
                  <a:pt x="14" y="13"/>
                </a:cubicBezTo>
                <a:cubicBezTo>
                  <a:pt x="14" y="13"/>
                  <a:pt x="14" y="13"/>
                  <a:pt x="14" y="13"/>
                </a:cubicBezTo>
                <a:cubicBezTo>
                  <a:pt x="14" y="13"/>
                  <a:pt x="14" y="13"/>
                  <a:pt x="14" y="13"/>
                </a:cubicBezTo>
                <a:close/>
                <a:moveTo>
                  <a:pt x="17" y="17"/>
                </a:moveTo>
                <a:cubicBezTo>
                  <a:pt x="17" y="17"/>
                  <a:pt x="17" y="17"/>
                  <a:pt x="17" y="17"/>
                </a:cubicBezTo>
                <a:cubicBezTo>
                  <a:pt x="17" y="17"/>
                  <a:pt x="17" y="17"/>
                  <a:pt x="17" y="17"/>
                </a:cubicBezTo>
                <a:cubicBezTo>
                  <a:pt x="17" y="17"/>
                  <a:pt x="17" y="17"/>
                  <a:pt x="17" y="17"/>
                </a:cubicBezTo>
                <a:cubicBezTo>
                  <a:pt x="17" y="17"/>
                  <a:pt x="17" y="17"/>
                  <a:pt x="17" y="17"/>
                </a:cubicBezTo>
                <a:close/>
                <a:moveTo>
                  <a:pt x="15" y="34"/>
                </a:moveTo>
                <a:cubicBezTo>
                  <a:pt x="15" y="34"/>
                  <a:pt x="15" y="34"/>
                  <a:pt x="15" y="34"/>
                </a:cubicBezTo>
                <a:cubicBezTo>
                  <a:pt x="15" y="34"/>
                  <a:pt x="14" y="34"/>
                  <a:pt x="14" y="34"/>
                </a:cubicBezTo>
                <a:cubicBezTo>
                  <a:pt x="15" y="34"/>
                  <a:pt x="15" y="34"/>
                  <a:pt x="15" y="34"/>
                </a:cubicBezTo>
                <a:cubicBezTo>
                  <a:pt x="15" y="34"/>
                  <a:pt x="15" y="34"/>
                  <a:pt x="15" y="34"/>
                </a:cubicBezTo>
                <a:close/>
                <a:moveTo>
                  <a:pt x="29" y="28"/>
                </a:moveTo>
                <a:cubicBezTo>
                  <a:pt x="29" y="28"/>
                  <a:pt x="29" y="28"/>
                  <a:pt x="29" y="28"/>
                </a:cubicBezTo>
                <a:cubicBezTo>
                  <a:pt x="29" y="28"/>
                  <a:pt x="29" y="28"/>
                  <a:pt x="29" y="28"/>
                </a:cubicBezTo>
                <a:cubicBezTo>
                  <a:pt x="29" y="28"/>
                  <a:pt x="28" y="28"/>
                  <a:pt x="28" y="28"/>
                </a:cubicBezTo>
                <a:cubicBezTo>
                  <a:pt x="28" y="28"/>
                  <a:pt x="29" y="28"/>
                  <a:pt x="29" y="28"/>
                </a:cubicBezTo>
                <a:close/>
                <a:moveTo>
                  <a:pt x="31" y="35"/>
                </a:move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lose/>
                <a:moveTo>
                  <a:pt x="6" y="28"/>
                </a:moveTo>
                <a:cubicBezTo>
                  <a:pt x="6" y="28"/>
                  <a:pt x="6" y="28"/>
                  <a:pt x="6" y="28"/>
                </a:cubicBezTo>
                <a:cubicBezTo>
                  <a:pt x="6" y="28"/>
                  <a:pt x="6" y="28"/>
                  <a:pt x="6" y="28"/>
                </a:cubicBezTo>
                <a:cubicBezTo>
                  <a:pt x="6" y="28"/>
                  <a:pt x="6" y="28"/>
                  <a:pt x="6" y="28"/>
                </a:cubicBezTo>
                <a:close/>
                <a:moveTo>
                  <a:pt x="6" y="28"/>
                </a:move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lose/>
                <a:moveTo>
                  <a:pt x="10" y="3"/>
                </a:moveTo>
                <a:cubicBezTo>
                  <a:pt x="10" y="3"/>
                  <a:pt x="10" y="3"/>
                  <a:pt x="10" y="3"/>
                </a:cubicBezTo>
                <a:cubicBezTo>
                  <a:pt x="10" y="3"/>
                  <a:pt x="10" y="3"/>
                  <a:pt x="10" y="3"/>
                </a:cubicBezTo>
                <a:cubicBezTo>
                  <a:pt x="10" y="3"/>
                  <a:pt x="10" y="3"/>
                  <a:pt x="10" y="3"/>
                </a:cubicBezTo>
                <a:cubicBezTo>
                  <a:pt x="10" y="3"/>
                  <a:pt x="10" y="3"/>
                  <a:pt x="10" y="3"/>
                </a:cubicBezTo>
                <a:close/>
                <a:moveTo>
                  <a:pt x="29" y="27"/>
                </a:moveTo>
                <a:cubicBezTo>
                  <a:pt x="29" y="27"/>
                  <a:pt x="29" y="27"/>
                  <a:pt x="29" y="27"/>
                </a:cubicBezTo>
                <a:cubicBezTo>
                  <a:pt x="29" y="27"/>
                  <a:pt x="29" y="27"/>
                  <a:pt x="29" y="27"/>
                </a:cubicBezTo>
                <a:cubicBezTo>
                  <a:pt x="29" y="27"/>
                  <a:pt x="29" y="27"/>
                  <a:pt x="29" y="27"/>
                </a:cubicBezTo>
                <a:cubicBezTo>
                  <a:pt x="29" y="27"/>
                  <a:pt x="29" y="27"/>
                  <a:pt x="29" y="27"/>
                </a:cubicBezTo>
                <a:close/>
                <a:moveTo>
                  <a:pt x="7" y="32"/>
                </a:move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lose/>
                <a:moveTo>
                  <a:pt x="15" y="9"/>
                </a:moveTo>
                <a:cubicBezTo>
                  <a:pt x="15" y="9"/>
                  <a:pt x="15" y="9"/>
                  <a:pt x="15" y="9"/>
                </a:cubicBezTo>
                <a:cubicBezTo>
                  <a:pt x="15" y="9"/>
                  <a:pt x="15" y="9"/>
                  <a:pt x="15" y="9"/>
                </a:cubicBezTo>
                <a:cubicBezTo>
                  <a:pt x="15" y="9"/>
                  <a:pt x="15" y="9"/>
                  <a:pt x="15" y="9"/>
                </a:cubicBezTo>
                <a:cubicBezTo>
                  <a:pt x="15" y="9"/>
                  <a:pt x="15" y="9"/>
                  <a:pt x="15" y="9"/>
                </a:cubicBezTo>
                <a:close/>
                <a:moveTo>
                  <a:pt x="2" y="18"/>
                </a:moveTo>
                <a:cubicBezTo>
                  <a:pt x="2" y="18"/>
                  <a:pt x="2" y="18"/>
                  <a:pt x="2" y="18"/>
                </a:cubicBezTo>
                <a:cubicBezTo>
                  <a:pt x="2" y="18"/>
                  <a:pt x="2" y="18"/>
                  <a:pt x="2" y="18"/>
                </a:cubicBezTo>
                <a:cubicBezTo>
                  <a:pt x="2" y="18"/>
                  <a:pt x="2" y="18"/>
                  <a:pt x="2" y="18"/>
                </a:cubicBezTo>
                <a:cubicBezTo>
                  <a:pt x="2" y="18"/>
                  <a:pt x="2" y="18"/>
                  <a:pt x="2" y="18"/>
                </a:cubicBezTo>
                <a:close/>
                <a:moveTo>
                  <a:pt x="29" y="25"/>
                </a:moveTo>
                <a:cubicBezTo>
                  <a:pt x="29" y="24"/>
                  <a:pt x="29" y="24"/>
                  <a:pt x="29" y="24"/>
                </a:cubicBezTo>
                <a:cubicBezTo>
                  <a:pt x="29" y="24"/>
                  <a:pt x="29" y="24"/>
                  <a:pt x="29" y="24"/>
                </a:cubicBezTo>
                <a:cubicBezTo>
                  <a:pt x="29" y="25"/>
                  <a:pt x="29" y="25"/>
                  <a:pt x="29" y="25"/>
                </a:cubicBezTo>
                <a:close/>
                <a:moveTo>
                  <a:pt x="10" y="32"/>
                </a:moveTo>
                <a:cubicBezTo>
                  <a:pt x="10" y="32"/>
                  <a:pt x="10" y="32"/>
                  <a:pt x="10" y="32"/>
                </a:cubicBezTo>
                <a:cubicBezTo>
                  <a:pt x="10" y="32"/>
                  <a:pt x="10" y="32"/>
                  <a:pt x="10" y="31"/>
                </a:cubicBezTo>
                <a:cubicBezTo>
                  <a:pt x="10" y="31"/>
                  <a:pt x="10" y="31"/>
                  <a:pt x="10" y="31"/>
                </a:cubicBezTo>
                <a:cubicBezTo>
                  <a:pt x="10" y="31"/>
                  <a:pt x="10" y="31"/>
                  <a:pt x="10" y="32"/>
                </a:cubicBezTo>
                <a:close/>
                <a:moveTo>
                  <a:pt x="27" y="10"/>
                </a:moveTo>
                <a:cubicBezTo>
                  <a:pt x="27" y="10"/>
                  <a:pt x="27" y="10"/>
                  <a:pt x="26" y="10"/>
                </a:cubicBezTo>
                <a:cubicBezTo>
                  <a:pt x="26" y="10"/>
                  <a:pt x="26" y="10"/>
                  <a:pt x="26" y="10"/>
                </a:cubicBezTo>
                <a:cubicBezTo>
                  <a:pt x="26" y="10"/>
                  <a:pt x="27" y="10"/>
                  <a:pt x="27" y="10"/>
                </a:cubicBezTo>
                <a:close/>
                <a:moveTo>
                  <a:pt x="31" y="20"/>
                </a:moveTo>
                <a:cubicBezTo>
                  <a:pt x="31" y="20"/>
                  <a:pt x="31" y="20"/>
                  <a:pt x="31" y="20"/>
                </a:cubicBezTo>
                <a:cubicBezTo>
                  <a:pt x="32" y="20"/>
                  <a:pt x="32" y="20"/>
                  <a:pt x="32" y="20"/>
                </a:cubicBezTo>
                <a:cubicBezTo>
                  <a:pt x="32" y="20"/>
                  <a:pt x="31" y="20"/>
                  <a:pt x="31" y="20"/>
                </a:cubicBezTo>
                <a:cubicBezTo>
                  <a:pt x="31" y="20"/>
                  <a:pt x="31" y="20"/>
                  <a:pt x="31" y="20"/>
                </a:cubicBezTo>
                <a:close/>
                <a:moveTo>
                  <a:pt x="4" y="21"/>
                </a:moveTo>
                <a:cubicBezTo>
                  <a:pt x="4" y="21"/>
                  <a:pt x="4" y="21"/>
                  <a:pt x="4" y="21"/>
                </a:cubicBezTo>
                <a:cubicBezTo>
                  <a:pt x="4" y="21"/>
                  <a:pt x="4" y="21"/>
                  <a:pt x="4" y="21"/>
                </a:cubicBezTo>
                <a:cubicBezTo>
                  <a:pt x="4" y="21"/>
                  <a:pt x="4" y="21"/>
                  <a:pt x="4" y="21"/>
                </a:cubicBezTo>
                <a:cubicBezTo>
                  <a:pt x="4" y="21"/>
                  <a:pt x="4" y="21"/>
                  <a:pt x="4" y="21"/>
                </a:cubicBezTo>
                <a:close/>
                <a:moveTo>
                  <a:pt x="8" y="16"/>
                </a:moveTo>
                <a:cubicBezTo>
                  <a:pt x="8" y="16"/>
                  <a:pt x="8" y="16"/>
                  <a:pt x="8" y="16"/>
                </a:cubicBezTo>
                <a:close/>
                <a:moveTo>
                  <a:pt x="8" y="16"/>
                </a:moveTo>
                <a:cubicBezTo>
                  <a:pt x="8" y="16"/>
                  <a:pt x="8" y="16"/>
                  <a:pt x="8" y="15"/>
                </a:cubicBezTo>
                <a:cubicBezTo>
                  <a:pt x="8" y="15"/>
                  <a:pt x="8" y="15"/>
                  <a:pt x="8" y="15"/>
                </a:cubicBezTo>
                <a:cubicBezTo>
                  <a:pt x="9" y="15"/>
                  <a:pt x="9" y="15"/>
                  <a:pt x="9" y="15"/>
                </a:cubicBezTo>
                <a:cubicBezTo>
                  <a:pt x="9" y="16"/>
                  <a:pt x="8" y="16"/>
                  <a:pt x="8" y="16"/>
                </a:cubicBezTo>
                <a:close/>
                <a:moveTo>
                  <a:pt x="3" y="22"/>
                </a:moveTo>
                <a:cubicBezTo>
                  <a:pt x="3" y="21"/>
                  <a:pt x="3" y="21"/>
                  <a:pt x="3" y="21"/>
                </a:cubicBezTo>
                <a:cubicBezTo>
                  <a:pt x="3" y="21"/>
                  <a:pt x="3" y="21"/>
                  <a:pt x="3" y="22"/>
                </a:cubicBezTo>
                <a:cubicBezTo>
                  <a:pt x="3" y="22"/>
                  <a:pt x="3" y="22"/>
                  <a:pt x="3" y="22"/>
                </a:cubicBezTo>
                <a:cubicBezTo>
                  <a:pt x="3" y="22"/>
                  <a:pt x="3" y="22"/>
                  <a:pt x="3" y="22"/>
                </a:cubicBezTo>
                <a:close/>
                <a:moveTo>
                  <a:pt x="4" y="22"/>
                </a:moveTo>
                <a:cubicBezTo>
                  <a:pt x="4" y="22"/>
                  <a:pt x="4" y="22"/>
                  <a:pt x="4" y="22"/>
                </a:cubicBezTo>
                <a:cubicBezTo>
                  <a:pt x="4" y="22"/>
                  <a:pt x="4" y="22"/>
                  <a:pt x="4" y="21"/>
                </a:cubicBezTo>
                <a:cubicBezTo>
                  <a:pt x="4" y="21"/>
                  <a:pt x="4" y="21"/>
                  <a:pt x="4" y="21"/>
                </a:cubicBezTo>
                <a:cubicBezTo>
                  <a:pt x="4" y="21"/>
                  <a:pt x="4" y="21"/>
                  <a:pt x="4" y="22"/>
                </a:cubicBezTo>
                <a:close/>
                <a:moveTo>
                  <a:pt x="28" y="8"/>
                </a:moveTo>
                <a:cubicBezTo>
                  <a:pt x="28" y="8"/>
                  <a:pt x="28" y="8"/>
                  <a:pt x="28" y="8"/>
                </a:cubicBezTo>
                <a:cubicBezTo>
                  <a:pt x="28" y="8"/>
                  <a:pt x="28" y="8"/>
                  <a:pt x="28" y="8"/>
                </a:cubicBezTo>
                <a:cubicBezTo>
                  <a:pt x="28" y="8"/>
                  <a:pt x="28" y="8"/>
                  <a:pt x="28" y="8"/>
                </a:cubicBezTo>
                <a:cubicBezTo>
                  <a:pt x="28" y="8"/>
                  <a:pt x="28" y="8"/>
                  <a:pt x="28" y="8"/>
                </a:cubicBezTo>
                <a:close/>
                <a:moveTo>
                  <a:pt x="29" y="26"/>
                </a:moveTo>
                <a:cubicBezTo>
                  <a:pt x="29" y="26"/>
                  <a:pt x="29" y="26"/>
                  <a:pt x="29" y="26"/>
                </a:cubicBezTo>
                <a:cubicBezTo>
                  <a:pt x="29" y="26"/>
                  <a:pt x="29" y="26"/>
                  <a:pt x="30" y="27"/>
                </a:cubicBezTo>
                <a:cubicBezTo>
                  <a:pt x="30" y="27"/>
                  <a:pt x="29" y="27"/>
                  <a:pt x="29" y="27"/>
                </a:cubicBezTo>
                <a:cubicBezTo>
                  <a:pt x="29" y="27"/>
                  <a:pt x="29" y="27"/>
                  <a:pt x="29" y="26"/>
                </a:cubicBezTo>
                <a:close/>
                <a:moveTo>
                  <a:pt x="28" y="10"/>
                </a:moveTo>
                <a:cubicBezTo>
                  <a:pt x="29" y="10"/>
                  <a:pt x="29" y="10"/>
                  <a:pt x="29" y="10"/>
                </a:cubicBezTo>
                <a:cubicBezTo>
                  <a:pt x="29" y="10"/>
                  <a:pt x="29" y="10"/>
                  <a:pt x="28" y="10"/>
                </a:cubicBezTo>
                <a:close/>
                <a:moveTo>
                  <a:pt x="53" y="24"/>
                </a:moveTo>
                <a:cubicBezTo>
                  <a:pt x="53" y="24"/>
                  <a:pt x="53" y="24"/>
                  <a:pt x="53" y="24"/>
                </a:cubicBezTo>
                <a:cubicBezTo>
                  <a:pt x="53" y="24"/>
                  <a:pt x="53" y="24"/>
                  <a:pt x="53" y="24"/>
                </a:cubicBezTo>
                <a:close/>
                <a:moveTo>
                  <a:pt x="39" y="30"/>
                </a:moveTo>
                <a:cubicBezTo>
                  <a:pt x="39" y="30"/>
                  <a:pt x="39" y="30"/>
                  <a:pt x="39" y="30"/>
                </a:cubicBezTo>
                <a:cubicBezTo>
                  <a:pt x="39" y="30"/>
                  <a:pt x="39" y="30"/>
                  <a:pt x="39" y="30"/>
                </a:cubicBezTo>
                <a:cubicBezTo>
                  <a:pt x="39" y="30"/>
                  <a:pt x="39" y="30"/>
                  <a:pt x="39" y="30"/>
                </a:cubicBezTo>
                <a:cubicBezTo>
                  <a:pt x="39" y="30"/>
                  <a:pt x="39" y="30"/>
                  <a:pt x="39" y="30"/>
                </a:cubicBezTo>
                <a:close/>
                <a:moveTo>
                  <a:pt x="37" y="16"/>
                </a:moveTo>
                <a:cubicBezTo>
                  <a:pt x="37" y="16"/>
                  <a:pt x="37" y="16"/>
                  <a:pt x="37" y="16"/>
                </a:cubicBezTo>
                <a:cubicBezTo>
                  <a:pt x="37" y="16"/>
                  <a:pt x="37" y="16"/>
                  <a:pt x="37" y="16"/>
                </a:cubicBezTo>
                <a:close/>
                <a:moveTo>
                  <a:pt x="4" y="22"/>
                </a:moveTo>
                <a:cubicBezTo>
                  <a:pt x="4" y="22"/>
                  <a:pt x="4" y="22"/>
                  <a:pt x="4" y="22"/>
                </a:cubicBezTo>
                <a:cubicBezTo>
                  <a:pt x="4" y="22"/>
                  <a:pt x="4" y="22"/>
                  <a:pt x="4" y="22"/>
                </a:cubicBezTo>
                <a:cubicBezTo>
                  <a:pt x="3" y="22"/>
                  <a:pt x="3" y="22"/>
                  <a:pt x="3" y="22"/>
                </a:cubicBezTo>
                <a:cubicBezTo>
                  <a:pt x="3" y="22"/>
                  <a:pt x="4" y="22"/>
                  <a:pt x="4" y="22"/>
                </a:cubicBezTo>
                <a:close/>
                <a:moveTo>
                  <a:pt x="36" y="33"/>
                </a:moveTo>
                <a:cubicBezTo>
                  <a:pt x="36" y="33"/>
                  <a:pt x="36" y="33"/>
                  <a:pt x="36" y="33"/>
                </a:cubicBezTo>
                <a:cubicBezTo>
                  <a:pt x="36" y="33"/>
                  <a:pt x="36" y="33"/>
                  <a:pt x="36" y="33"/>
                </a:cubicBezTo>
                <a:cubicBezTo>
                  <a:pt x="36" y="33"/>
                  <a:pt x="36" y="33"/>
                  <a:pt x="36" y="33"/>
                </a:cubicBezTo>
                <a:cubicBezTo>
                  <a:pt x="36" y="33"/>
                  <a:pt x="36" y="33"/>
                  <a:pt x="36" y="33"/>
                </a:cubicBezTo>
                <a:close/>
                <a:moveTo>
                  <a:pt x="29" y="11"/>
                </a:moveTo>
                <a:cubicBezTo>
                  <a:pt x="29" y="11"/>
                  <a:pt x="29" y="11"/>
                  <a:pt x="29" y="11"/>
                </a:cubicBezTo>
                <a:cubicBezTo>
                  <a:pt x="29" y="11"/>
                  <a:pt x="29" y="11"/>
                  <a:pt x="29" y="11"/>
                </a:cubicBezTo>
                <a:cubicBezTo>
                  <a:pt x="29" y="11"/>
                  <a:pt x="29" y="11"/>
                  <a:pt x="29" y="11"/>
                </a:cubicBezTo>
                <a:close/>
                <a:moveTo>
                  <a:pt x="25" y="10"/>
                </a:moveTo>
                <a:cubicBezTo>
                  <a:pt x="25" y="10"/>
                  <a:pt x="25" y="10"/>
                  <a:pt x="25" y="10"/>
                </a:cubicBezTo>
                <a:cubicBezTo>
                  <a:pt x="25" y="10"/>
                  <a:pt x="25" y="10"/>
                  <a:pt x="25" y="10"/>
                </a:cubicBezTo>
                <a:cubicBezTo>
                  <a:pt x="25" y="10"/>
                  <a:pt x="25" y="10"/>
                  <a:pt x="25" y="10"/>
                </a:cubicBezTo>
                <a:cubicBezTo>
                  <a:pt x="25" y="10"/>
                  <a:pt x="25" y="10"/>
                  <a:pt x="25" y="10"/>
                </a:cubicBezTo>
                <a:close/>
                <a:moveTo>
                  <a:pt x="48" y="25"/>
                </a:moveTo>
                <a:cubicBezTo>
                  <a:pt x="48" y="25"/>
                  <a:pt x="48" y="25"/>
                  <a:pt x="48" y="25"/>
                </a:cubicBezTo>
                <a:cubicBezTo>
                  <a:pt x="48" y="25"/>
                  <a:pt x="48" y="25"/>
                  <a:pt x="48" y="25"/>
                </a:cubicBezTo>
                <a:cubicBezTo>
                  <a:pt x="48" y="25"/>
                  <a:pt x="48" y="25"/>
                  <a:pt x="48" y="25"/>
                </a:cubicBezTo>
                <a:close/>
                <a:moveTo>
                  <a:pt x="53" y="24"/>
                </a:moveTo>
                <a:cubicBezTo>
                  <a:pt x="53" y="24"/>
                  <a:pt x="53" y="24"/>
                  <a:pt x="53" y="24"/>
                </a:cubicBezTo>
                <a:cubicBezTo>
                  <a:pt x="53" y="24"/>
                  <a:pt x="53" y="24"/>
                  <a:pt x="53" y="24"/>
                </a:cubicBezTo>
                <a:close/>
                <a:moveTo>
                  <a:pt x="29" y="24"/>
                </a:moveTo>
                <a:cubicBezTo>
                  <a:pt x="29" y="24"/>
                  <a:pt x="29" y="24"/>
                  <a:pt x="29" y="24"/>
                </a:cubicBezTo>
                <a:cubicBezTo>
                  <a:pt x="29" y="24"/>
                  <a:pt x="29" y="24"/>
                  <a:pt x="29" y="24"/>
                </a:cubicBezTo>
                <a:cubicBezTo>
                  <a:pt x="29" y="24"/>
                  <a:pt x="29" y="24"/>
                  <a:pt x="29" y="24"/>
                </a:cubicBezTo>
                <a:cubicBezTo>
                  <a:pt x="29" y="24"/>
                  <a:pt x="29" y="24"/>
                  <a:pt x="29" y="24"/>
                </a:cubicBezTo>
                <a:close/>
                <a:moveTo>
                  <a:pt x="11" y="33"/>
                </a:moveTo>
                <a:cubicBezTo>
                  <a:pt x="11" y="33"/>
                  <a:pt x="11" y="33"/>
                  <a:pt x="11" y="33"/>
                </a:cubicBezTo>
                <a:cubicBezTo>
                  <a:pt x="11" y="33"/>
                  <a:pt x="11" y="33"/>
                  <a:pt x="11" y="33"/>
                </a:cubicBezTo>
                <a:cubicBezTo>
                  <a:pt x="11" y="33"/>
                  <a:pt x="11" y="33"/>
                  <a:pt x="11" y="33"/>
                </a:cubicBezTo>
                <a:close/>
                <a:moveTo>
                  <a:pt x="52" y="14"/>
                </a:moveTo>
                <a:cubicBezTo>
                  <a:pt x="52" y="14"/>
                  <a:pt x="52" y="14"/>
                  <a:pt x="52" y="14"/>
                </a:cubicBezTo>
                <a:cubicBezTo>
                  <a:pt x="52" y="14"/>
                  <a:pt x="52" y="14"/>
                  <a:pt x="52" y="14"/>
                </a:cubicBezTo>
                <a:cubicBezTo>
                  <a:pt x="52" y="14"/>
                  <a:pt x="52" y="14"/>
                  <a:pt x="52" y="14"/>
                </a:cubicBezTo>
                <a:cubicBezTo>
                  <a:pt x="52" y="14"/>
                  <a:pt x="51" y="14"/>
                  <a:pt x="52" y="14"/>
                </a:cubicBezTo>
                <a:close/>
                <a:moveTo>
                  <a:pt x="0" y="22"/>
                </a:moveTo>
                <a:cubicBezTo>
                  <a:pt x="0" y="22"/>
                  <a:pt x="0" y="22"/>
                  <a:pt x="0" y="22"/>
                </a:cubicBezTo>
                <a:cubicBezTo>
                  <a:pt x="0" y="22"/>
                  <a:pt x="0" y="22"/>
                  <a:pt x="0" y="22"/>
                </a:cubicBezTo>
                <a:cubicBezTo>
                  <a:pt x="0" y="22"/>
                  <a:pt x="0" y="22"/>
                  <a:pt x="0" y="22"/>
                </a:cubicBezTo>
                <a:close/>
                <a:moveTo>
                  <a:pt x="24" y="10"/>
                </a:moveTo>
                <a:cubicBezTo>
                  <a:pt x="24" y="10"/>
                  <a:pt x="24" y="10"/>
                  <a:pt x="24" y="10"/>
                </a:cubicBezTo>
                <a:cubicBezTo>
                  <a:pt x="24" y="10"/>
                  <a:pt x="24" y="10"/>
                  <a:pt x="24" y="10"/>
                </a:cubicBezTo>
                <a:cubicBezTo>
                  <a:pt x="24" y="10"/>
                  <a:pt x="24" y="10"/>
                  <a:pt x="24" y="10"/>
                </a:cubicBezTo>
                <a:cubicBezTo>
                  <a:pt x="24" y="10"/>
                  <a:pt x="24" y="10"/>
                  <a:pt x="24" y="10"/>
                </a:cubicBezTo>
                <a:close/>
                <a:moveTo>
                  <a:pt x="26" y="9"/>
                </a:moveTo>
                <a:cubicBezTo>
                  <a:pt x="26" y="9"/>
                  <a:pt x="26" y="9"/>
                  <a:pt x="26" y="9"/>
                </a:cubicBezTo>
                <a:cubicBezTo>
                  <a:pt x="26" y="9"/>
                  <a:pt x="26" y="9"/>
                  <a:pt x="26" y="9"/>
                </a:cubicBezTo>
                <a:cubicBezTo>
                  <a:pt x="26" y="9"/>
                  <a:pt x="26" y="9"/>
                  <a:pt x="26" y="9"/>
                </a:cubicBezTo>
                <a:close/>
                <a:moveTo>
                  <a:pt x="35" y="34"/>
                </a:moveTo>
                <a:cubicBezTo>
                  <a:pt x="35" y="34"/>
                  <a:pt x="35" y="34"/>
                  <a:pt x="35" y="34"/>
                </a:cubicBezTo>
                <a:cubicBezTo>
                  <a:pt x="35" y="34"/>
                  <a:pt x="35" y="34"/>
                  <a:pt x="35" y="34"/>
                </a:cubicBezTo>
                <a:cubicBezTo>
                  <a:pt x="35" y="34"/>
                  <a:pt x="35" y="34"/>
                  <a:pt x="35" y="34"/>
                </a:cubicBezTo>
                <a:cubicBezTo>
                  <a:pt x="35" y="34"/>
                  <a:pt x="35" y="34"/>
                  <a:pt x="35" y="34"/>
                </a:cubicBezTo>
                <a:close/>
                <a:moveTo>
                  <a:pt x="26" y="28"/>
                </a:moveTo>
                <a:cubicBezTo>
                  <a:pt x="26" y="28"/>
                  <a:pt x="26" y="28"/>
                  <a:pt x="26" y="28"/>
                </a:cubicBezTo>
                <a:cubicBezTo>
                  <a:pt x="25" y="28"/>
                  <a:pt x="25" y="28"/>
                  <a:pt x="26" y="28"/>
                </a:cubicBezTo>
                <a:close/>
                <a:moveTo>
                  <a:pt x="29" y="11"/>
                </a:moveTo>
                <a:cubicBezTo>
                  <a:pt x="29" y="11"/>
                  <a:pt x="29" y="11"/>
                  <a:pt x="29" y="10"/>
                </a:cubicBezTo>
                <a:cubicBezTo>
                  <a:pt x="29" y="11"/>
                  <a:pt x="29" y="11"/>
                  <a:pt x="29" y="11"/>
                </a:cubicBezTo>
                <a:close/>
                <a:moveTo>
                  <a:pt x="10" y="33"/>
                </a:moveTo>
                <a:cubicBezTo>
                  <a:pt x="10" y="33"/>
                  <a:pt x="10" y="33"/>
                  <a:pt x="10" y="33"/>
                </a:cubicBezTo>
                <a:cubicBezTo>
                  <a:pt x="10" y="33"/>
                  <a:pt x="10" y="33"/>
                  <a:pt x="10" y="33"/>
                </a:cubicBezTo>
                <a:cubicBezTo>
                  <a:pt x="10" y="33"/>
                  <a:pt x="10" y="33"/>
                  <a:pt x="10" y="33"/>
                </a:cubicBezTo>
                <a:close/>
                <a:moveTo>
                  <a:pt x="10" y="33"/>
                </a:moveTo>
                <a:cubicBezTo>
                  <a:pt x="10" y="33"/>
                  <a:pt x="10" y="33"/>
                  <a:pt x="10" y="33"/>
                </a:cubicBezTo>
                <a:cubicBezTo>
                  <a:pt x="10" y="33"/>
                  <a:pt x="10" y="33"/>
                  <a:pt x="10" y="33"/>
                </a:cubicBezTo>
                <a:cubicBezTo>
                  <a:pt x="10" y="33"/>
                  <a:pt x="10" y="33"/>
                  <a:pt x="10" y="33"/>
                </a:cubicBezTo>
                <a:cubicBezTo>
                  <a:pt x="10" y="33"/>
                  <a:pt x="10" y="33"/>
                  <a:pt x="10" y="33"/>
                </a:cubicBezTo>
                <a:close/>
                <a:moveTo>
                  <a:pt x="39" y="13"/>
                </a:moveTo>
                <a:cubicBezTo>
                  <a:pt x="39" y="13"/>
                  <a:pt x="39" y="13"/>
                  <a:pt x="39" y="13"/>
                </a:cubicBezTo>
                <a:cubicBezTo>
                  <a:pt x="39" y="13"/>
                  <a:pt x="39" y="13"/>
                  <a:pt x="39" y="13"/>
                </a:cubicBezTo>
                <a:close/>
                <a:moveTo>
                  <a:pt x="2" y="18"/>
                </a:moveTo>
                <a:cubicBezTo>
                  <a:pt x="2" y="18"/>
                  <a:pt x="2" y="18"/>
                  <a:pt x="2" y="18"/>
                </a:cubicBezTo>
                <a:cubicBezTo>
                  <a:pt x="2" y="18"/>
                  <a:pt x="2" y="18"/>
                  <a:pt x="2" y="18"/>
                </a:cubicBezTo>
                <a:cubicBezTo>
                  <a:pt x="1" y="18"/>
                  <a:pt x="1" y="18"/>
                  <a:pt x="1" y="18"/>
                </a:cubicBezTo>
                <a:cubicBezTo>
                  <a:pt x="1" y="18"/>
                  <a:pt x="1" y="18"/>
                  <a:pt x="2" y="18"/>
                </a:cubicBezTo>
                <a:close/>
                <a:moveTo>
                  <a:pt x="29" y="28"/>
                </a:moveTo>
                <a:cubicBezTo>
                  <a:pt x="29" y="28"/>
                  <a:pt x="29" y="29"/>
                  <a:pt x="29" y="29"/>
                </a:cubicBezTo>
                <a:cubicBezTo>
                  <a:pt x="29" y="29"/>
                  <a:pt x="29" y="29"/>
                  <a:pt x="29" y="29"/>
                </a:cubicBezTo>
                <a:cubicBezTo>
                  <a:pt x="29" y="28"/>
                  <a:pt x="29" y="28"/>
                  <a:pt x="29" y="28"/>
                </a:cubicBezTo>
                <a:close/>
                <a:moveTo>
                  <a:pt x="29" y="12"/>
                </a:moveTo>
                <a:cubicBezTo>
                  <a:pt x="29" y="12"/>
                  <a:pt x="29" y="12"/>
                  <a:pt x="29" y="12"/>
                </a:cubicBezTo>
                <a:cubicBezTo>
                  <a:pt x="29" y="12"/>
                  <a:pt x="29" y="12"/>
                  <a:pt x="29" y="12"/>
                </a:cubicBezTo>
                <a:cubicBezTo>
                  <a:pt x="29" y="12"/>
                  <a:pt x="29" y="12"/>
                  <a:pt x="29" y="12"/>
                </a:cubicBezTo>
                <a:cubicBezTo>
                  <a:pt x="29" y="12"/>
                  <a:pt x="29" y="12"/>
                  <a:pt x="29" y="12"/>
                </a:cubicBezTo>
                <a:close/>
                <a:moveTo>
                  <a:pt x="14" y="13"/>
                </a:moveTo>
                <a:cubicBezTo>
                  <a:pt x="14" y="13"/>
                  <a:pt x="14" y="13"/>
                  <a:pt x="14" y="13"/>
                </a:cubicBezTo>
                <a:cubicBezTo>
                  <a:pt x="14" y="13"/>
                  <a:pt x="14" y="13"/>
                  <a:pt x="14" y="13"/>
                </a:cubicBezTo>
                <a:cubicBezTo>
                  <a:pt x="14" y="13"/>
                  <a:pt x="14" y="13"/>
                  <a:pt x="14" y="13"/>
                </a:cubicBezTo>
                <a:cubicBezTo>
                  <a:pt x="14" y="13"/>
                  <a:pt x="14" y="13"/>
                  <a:pt x="14" y="13"/>
                </a:cubicBezTo>
                <a:close/>
                <a:moveTo>
                  <a:pt x="2" y="22"/>
                </a:moveTo>
                <a:cubicBezTo>
                  <a:pt x="2" y="22"/>
                  <a:pt x="2" y="22"/>
                  <a:pt x="2" y="22"/>
                </a:cubicBezTo>
                <a:cubicBezTo>
                  <a:pt x="2" y="22"/>
                  <a:pt x="2" y="22"/>
                  <a:pt x="2" y="22"/>
                </a:cubicBezTo>
                <a:cubicBezTo>
                  <a:pt x="2" y="22"/>
                  <a:pt x="2" y="22"/>
                  <a:pt x="2" y="22"/>
                </a:cubicBezTo>
                <a:cubicBezTo>
                  <a:pt x="2" y="22"/>
                  <a:pt x="2" y="22"/>
                  <a:pt x="2" y="22"/>
                </a:cubicBezTo>
                <a:close/>
                <a:moveTo>
                  <a:pt x="40" y="22"/>
                </a:moveTo>
                <a:cubicBezTo>
                  <a:pt x="40" y="22"/>
                  <a:pt x="40" y="22"/>
                  <a:pt x="40" y="22"/>
                </a:cubicBezTo>
                <a:cubicBezTo>
                  <a:pt x="40" y="22"/>
                  <a:pt x="40" y="22"/>
                  <a:pt x="40" y="22"/>
                </a:cubicBezTo>
                <a:close/>
                <a:moveTo>
                  <a:pt x="3" y="1"/>
                </a:moveTo>
                <a:cubicBezTo>
                  <a:pt x="3" y="1"/>
                  <a:pt x="3" y="1"/>
                  <a:pt x="3" y="1"/>
                </a:cubicBezTo>
                <a:cubicBezTo>
                  <a:pt x="3" y="1"/>
                  <a:pt x="3" y="1"/>
                  <a:pt x="3" y="1"/>
                </a:cubicBezTo>
                <a:cubicBezTo>
                  <a:pt x="3" y="1"/>
                  <a:pt x="3" y="1"/>
                  <a:pt x="3" y="1"/>
                </a:cubicBezTo>
                <a:cubicBezTo>
                  <a:pt x="3" y="1"/>
                  <a:pt x="3" y="1"/>
                  <a:pt x="3" y="1"/>
                </a:cubicBezTo>
                <a:close/>
                <a:moveTo>
                  <a:pt x="28" y="35"/>
                </a:moveTo>
                <a:cubicBezTo>
                  <a:pt x="29" y="35"/>
                  <a:pt x="29" y="35"/>
                  <a:pt x="29" y="35"/>
                </a:cubicBezTo>
                <a:cubicBezTo>
                  <a:pt x="29" y="35"/>
                  <a:pt x="29" y="35"/>
                  <a:pt x="28" y="35"/>
                </a:cubicBezTo>
                <a:close/>
                <a:moveTo>
                  <a:pt x="27" y="11"/>
                </a:moveTo>
                <a:cubicBezTo>
                  <a:pt x="27" y="11"/>
                  <a:pt x="27" y="11"/>
                  <a:pt x="27" y="11"/>
                </a:cubicBezTo>
                <a:cubicBezTo>
                  <a:pt x="27" y="11"/>
                  <a:pt x="27" y="11"/>
                  <a:pt x="27" y="11"/>
                </a:cubicBezTo>
                <a:cubicBezTo>
                  <a:pt x="27" y="11"/>
                  <a:pt x="27" y="11"/>
                  <a:pt x="27" y="11"/>
                </a:cubicBezTo>
                <a:cubicBezTo>
                  <a:pt x="27" y="11"/>
                  <a:pt x="27" y="11"/>
                  <a:pt x="27" y="11"/>
                </a:cubicBezTo>
                <a:close/>
                <a:moveTo>
                  <a:pt x="49" y="12"/>
                </a:moveTo>
                <a:cubicBezTo>
                  <a:pt x="49" y="12"/>
                  <a:pt x="49" y="12"/>
                  <a:pt x="49" y="12"/>
                </a:cubicBezTo>
                <a:cubicBezTo>
                  <a:pt x="49" y="12"/>
                  <a:pt x="49" y="12"/>
                  <a:pt x="49" y="12"/>
                </a:cubicBezTo>
                <a:cubicBezTo>
                  <a:pt x="49" y="12"/>
                  <a:pt x="49" y="12"/>
                  <a:pt x="49" y="12"/>
                </a:cubicBezTo>
                <a:cubicBezTo>
                  <a:pt x="49" y="12"/>
                  <a:pt x="49" y="12"/>
                  <a:pt x="49" y="12"/>
                </a:cubicBezTo>
                <a:close/>
                <a:moveTo>
                  <a:pt x="35" y="35"/>
                </a:moveTo>
                <a:cubicBezTo>
                  <a:pt x="35" y="35"/>
                  <a:pt x="35" y="35"/>
                  <a:pt x="35" y="35"/>
                </a:cubicBezTo>
                <a:cubicBezTo>
                  <a:pt x="35" y="35"/>
                  <a:pt x="35" y="35"/>
                  <a:pt x="35" y="35"/>
                </a:cubicBezTo>
                <a:cubicBezTo>
                  <a:pt x="35" y="35"/>
                  <a:pt x="35" y="35"/>
                  <a:pt x="35" y="35"/>
                </a:cubicBezTo>
                <a:cubicBezTo>
                  <a:pt x="35" y="35"/>
                  <a:pt x="35" y="35"/>
                  <a:pt x="35" y="35"/>
                </a:cubicBezTo>
                <a:close/>
                <a:moveTo>
                  <a:pt x="26" y="9"/>
                </a:moveTo>
                <a:cubicBezTo>
                  <a:pt x="26" y="9"/>
                  <a:pt x="26" y="9"/>
                  <a:pt x="26" y="9"/>
                </a:cubicBezTo>
                <a:cubicBezTo>
                  <a:pt x="26" y="9"/>
                  <a:pt x="26" y="9"/>
                  <a:pt x="26" y="9"/>
                </a:cubicBezTo>
                <a:cubicBezTo>
                  <a:pt x="26" y="9"/>
                  <a:pt x="26" y="9"/>
                  <a:pt x="26" y="9"/>
                </a:cubicBezTo>
                <a:cubicBezTo>
                  <a:pt x="26" y="9"/>
                  <a:pt x="26" y="9"/>
                  <a:pt x="26" y="9"/>
                </a:cubicBezTo>
                <a:close/>
                <a:moveTo>
                  <a:pt x="27" y="10"/>
                </a:moveTo>
                <a:cubicBezTo>
                  <a:pt x="27" y="11"/>
                  <a:pt x="27" y="10"/>
                  <a:pt x="27" y="11"/>
                </a:cubicBezTo>
                <a:cubicBezTo>
                  <a:pt x="27" y="10"/>
                  <a:pt x="27" y="10"/>
                  <a:pt x="27" y="10"/>
                </a:cubicBezTo>
                <a:cubicBezTo>
                  <a:pt x="27" y="10"/>
                  <a:pt x="27" y="10"/>
                  <a:pt x="27" y="10"/>
                </a:cubicBezTo>
                <a:cubicBezTo>
                  <a:pt x="27" y="10"/>
                  <a:pt x="27" y="10"/>
                  <a:pt x="27" y="10"/>
                </a:cubicBezTo>
                <a:close/>
                <a:moveTo>
                  <a:pt x="53" y="15"/>
                </a:moveTo>
                <a:cubicBezTo>
                  <a:pt x="53" y="15"/>
                  <a:pt x="53" y="15"/>
                  <a:pt x="53" y="15"/>
                </a:cubicBezTo>
                <a:cubicBezTo>
                  <a:pt x="53" y="15"/>
                  <a:pt x="53" y="15"/>
                  <a:pt x="53" y="15"/>
                </a:cubicBezTo>
                <a:cubicBezTo>
                  <a:pt x="53" y="15"/>
                  <a:pt x="53" y="15"/>
                  <a:pt x="53" y="15"/>
                </a:cubicBezTo>
                <a:cubicBezTo>
                  <a:pt x="53" y="15"/>
                  <a:pt x="53" y="15"/>
                  <a:pt x="53" y="15"/>
                </a:cubicBezTo>
                <a:close/>
                <a:moveTo>
                  <a:pt x="42" y="23"/>
                </a:moveTo>
                <a:cubicBezTo>
                  <a:pt x="42" y="23"/>
                  <a:pt x="42" y="23"/>
                  <a:pt x="42" y="23"/>
                </a:cubicBezTo>
                <a:cubicBezTo>
                  <a:pt x="42" y="23"/>
                  <a:pt x="42" y="23"/>
                  <a:pt x="41" y="23"/>
                </a:cubicBezTo>
                <a:cubicBezTo>
                  <a:pt x="41" y="23"/>
                  <a:pt x="42" y="23"/>
                  <a:pt x="42" y="23"/>
                </a:cubicBezTo>
                <a:cubicBezTo>
                  <a:pt x="42" y="23"/>
                  <a:pt x="42" y="23"/>
                  <a:pt x="42" y="23"/>
                </a:cubicBezTo>
                <a:close/>
                <a:moveTo>
                  <a:pt x="6" y="1"/>
                </a:moveTo>
                <a:cubicBezTo>
                  <a:pt x="6" y="1"/>
                  <a:pt x="6" y="1"/>
                  <a:pt x="6" y="1"/>
                </a:cubicBezTo>
                <a:cubicBezTo>
                  <a:pt x="6" y="1"/>
                  <a:pt x="6" y="1"/>
                  <a:pt x="6" y="1"/>
                </a:cubicBezTo>
                <a:cubicBezTo>
                  <a:pt x="6" y="1"/>
                  <a:pt x="6" y="1"/>
                  <a:pt x="6" y="1"/>
                </a:cubicBezTo>
                <a:cubicBezTo>
                  <a:pt x="6" y="1"/>
                  <a:pt x="6" y="1"/>
                  <a:pt x="6" y="1"/>
                </a:cubicBezTo>
                <a:close/>
                <a:moveTo>
                  <a:pt x="5" y="22"/>
                </a:moveTo>
                <a:cubicBezTo>
                  <a:pt x="5" y="22"/>
                  <a:pt x="5" y="22"/>
                  <a:pt x="5" y="22"/>
                </a:cubicBezTo>
                <a:cubicBezTo>
                  <a:pt x="5" y="22"/>
                  <a:pt x="5" y="22"/>
                  <a:pt x="5" y="22"/>
                </a:cubicBezTo>
                <a:cubicBezTo>
                  <a:pt x="5" y="22"/>
                  <a:pt x="5" y="22"/>
                  <a:pt x="5" y="22"/>
                </a:cubicBezTo>
                <a:cubicBezTo>
                  <a:pt x="5" y="22"/>
                  <a:pt x="5" y="22"/>
                  <a:pt x="5" y="22"/>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2075" name="Freeform 14"/>
          <p:cNvSpPr>
            <a:spLocks/>
          </p:cNvSpPr>
          <p:nvPr/>
        </p:nvSpPr>
        <p:spPr bwMode="auto">
          <a:xfrm>
            <a:off x="7942263" y="1152525"/>
            <a:ext cx="806450" cy="1117600"/>
          </a:xfrm>
          <a:custGeom>
            <a:avLst/>
            <a:gdLst>
              <a:gd name="T0" fmla="*/ 616250 w 212"/>
              <a:gd name="T1" fmla="*/ 865854 h 293"/>
              <a:gd name="T2" fmla="*/ 623858 w 212"/>
              <a:gd name="T3" fmla="*/ 797196 h 293"/>
              <a:gd name="T4" fmla="*/ 654290 w 212"/>
              <a:gd name="T5" fmla="*/ 785753 h 293"/>
              <a:gd name="T6" fmla="*/ 612446 w 212"/>
              <a:gd name="T7" fmla="*/ 762867 h 293"/>
              <a:gd name="T8" fmla="*/ 639074 w 212"/>
              <a:gd name="T9" fmla="*/ 724724 h 293"/>
              <a:gd name="T10" fmla="*/ 726566 w 212"/>
              <a:gd name="T11" fmla="*/ 717095 h 293"/>
              <a:gd name="T12" fmla="*/ 760802 w 212"/>
              <a:gd name="T13" fmla="*/ 694209 h 293"/>
              <a:gd name="T14" fmla="*/ 791234 w 212"/>
              <a:gd name="T15" fmla="*/ 747610 h 293"/>
              <a:gd name="T16" fmla="*/ 806450 w 212"/>
              <a:gd name="T17" fmla="*/ 739981 h 293"/>
              <a:gd name="T18" fmla="*/ 783626 w 212"/>
              <a:gd name="T19" fmla="*/ 678952 h 293"/>
              <a:gd name="T20" fmla="*/ 772214 w 212"/>
              <a:gd name="T21" fmla="*/ 621737 h 293"/>
              <a:gd name="T22" fmla="*/ 745586 w 212"/>
              <a:gd name="T23" fmla="*/ 541635 h 293"/>
              <a:gd name="T24" fmla="*/ 741782 w 212"/>
              <a:gd name="T25" fmla="*/ 484420 h 293"/>
              <a:gd name="T26" fmla="*/ 760802 w 212"/>
              <a:gd name="T27" fmla="*/ 419577 h 293"/>
              <a:gd name="T28" fmla="*/ 680918 w 212"/>
              <a:gd name="T29" fmla="*/ 427205 h 293"/>
              <a:gd name="T30" fmla="*/ 589621 w 212"/>
              <a:gd name="T31" fmla="*/ 369990 h 293"/>
              <a:gd name="T32" fmla="*/ 521149 w 212"/>
              <a:gd name="T33" fmla="*/ 366176 h 293"/>
              <a:gd name="T34" fmla="*/ 452677 w 212"/>
              <a:gd name="T35" fmla="*/ 343290 h 293"/>
              <a:gd name="T36" fmla="*/ 418441 w 212"/>
              <a:gd name="T37" fmla="*/ 263189 h 293"/>
              <a:gd name="T38" fmla="*/ 399421 w 212"/>
              <a:gd name="T39" fmla="*/ 179274 h 293"/>
              <a:gd name="T40" fmla="*/ 445069 w 212"/>
              <a:gd name="T41" fmla="*/ 87730 h 293"/>
              <a:gd name="T42" fmla="*/ 521149 w 212"/>
              <a:gd name="T43" fmla="*/ 15257 h 293"/>
              <a:gd name="T44" fmla="*/ 464089 w 212"/>
              <a:gd name="T45" fmla="*/ 15257 h 293"/>
              <a:gd name="T46" fmla="*/ 388009 w 212"/>
              <a:gd name="T47" fmla="*/ 76287 h 293"/>
              <a:gd name="T48" fmla="*/ 311929 w 212"/>
              <a:gd name="T49" fmla="*/ 110616 h 293"/>
              <a:gd name="T50" fmla="*/ 239653 w 212"/>
              <a:gd name="T51" fmla="*/ 122059 h 293"/>
              <a:gd name="T52" fmla="*/ 220633 w 212"/>
              <a:gd name="T53" fmla="*/ 179274 h 293"/>
              <a:gd name="T54" fmla="*/ 190200 w 212"/>
              <a:gd name="T55" fmla="*/ 213603 h 293"/>
              <a:gd name="T56" fmla="*/ 136944 w 212"/>
              <a:gd name="T57" fmla="*/ 267003 h 293"/>
              <a:gd name="T58" fmla="*/ 140748 w 212"/>
              <a:gd name="T59" fmla="*/ 308961 h 293"/>
              <a:gd name="T60" fmla="*/ 110316 w 212"/>
              <a:gd name="T61" fmla="*/ 263189 h 293"/>
              <a:gd name="T62" fmla="*/ 117924 w 212"/>
              <a:gd name="T63" fmla="*/ 308961 h 293"/>
              <a:gd name="T64" fmla="*/ 76080 w 212"/>
              <a:gd name="T65" fmla="*/ 339476 h 293"/>
              <a:gd name="T66" fmla="*/ 91296 w 212"/>
              <a:gd name="T67" fmla="*/ 381433 h 293"/>
              <a:gd name="T68" fmla="*/ 106512 w 212"/>
              <a:gd name="T69" fmla="*/ 438648 h 293"/>
              <a:gd name="T70" fmla="*/ 106512 w 212"/>
              <a:gd name="T71" fmla="*/ 492049 h 293"/>
              <a:gd name="T72" fmla="*/ 95100 w 212"/>
              <a:gd name="T73" fmla="*/ 560707 h 293"/>
              <a:gd name="T74" fmla="*/ 110316 w 212"/>
              <a:gd name="T75" fmla="*/ 602665 h 293"/>
              <a:gd name="T76" fmla="*/ 76080 w 212"/>
              <a:gd name="T77" fmla="*/ 659880 h 293"/>
              <a:gd name="T78" fmla="*/ 22824 w 212"/>
              <a:gd name="T79" fmla="*/ 705652 h 293"/>
              <a:gd name="T80" fmla="*/ 0 w 212"/>
              <a:gd name="T81" fmla="*/ 732352 h 293"/>
              <a:gd name="T82" fmla="*/ 60864 w 212"/>
              <a:gd name="T83" fmla="*/ 781939 h 293"/>
              <a:gd name="T84" fmla="*/ 117924 w 212"/>
              <a:gd name="T85" fmla="*/ 812453 h 293"/>
              <a:gd name="T86" fmla="*/ 186396 w 212"/>
              <a:gd name="T87" fmla="*/ 812453 h 293"/>
              <a:gd name="T88" fmla="*/ 266281 w 212"/>
              <a:gd name="T89" fmla="*/ 854411 h 293"/>
              <a:gd name="T90" fmla="*/ 308125 w 212"/>
              <a:gd name="T91" fmla="*/ 881111 h 293"/>
              <a:gd name="T92" fmla="*/ 323341 w 212"/>
              <a:gd name="T93" fmla="*/ 907812 h 293"/>
              <a:gd name="T94" fmla="*/ 353773 w 212"/>
              <a:gd name="T95" fmla="*/ 923069 h 293"/>
              <a:gd name="T96" fmla="*/ 376597 w 212"/>
              <a:gd name="T97" fmla="*/ 961212 h 293"/>
              <a:gd name="T98" fmla="*/ 384205 w 212"/>
              <a:gd name="T99" fmla="*/ 984098 h 293"/>
              <a:gd name="T100" fmla="*/ 414637 w 212"/>
              <a:gd name="T101" fmla="*/ 999356 h 293"/>
              <a:gd name="T102" fmla="*/ 456481 w 212"/>
              <a:gd name="T103" fmla="*/ 1003170 h 293"/>
              <a:gd name="T104" fmla="*/ 483109 w 212"/>
              <a:gd name="T105" fmla="*/ 980284 h 293"/>
              <a:gd name="T106" fmla="*/ 509737 w 212"/>
              <a:gd name="T107" fmla="*/ 995541 h 293"/>
              <a:gd name="T108" fmla="*/ 536365 w 212"/>
              <a:gd name="T109" fmla="*/ 984098 h 293"/>
              <a:gd name="T110" fmla="*/ 574405 w 212"/>
              <a:gd name="T111" fmla="*/ 1010799 h 293"/>
              <a:gd name="T112" fmla="*/ 547777 w 212"/>
              <a:gd name="T113" fmla="*/ 1090900 h 293"/>
              <a:gd name="T114" fmla="*/ 635270 w 212"/>
              <a:gd name="T115" fmla="*/ 911626 h 29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2" h="293">
                <a:moveTo>
                  <a:pt x="167" y="239"/>
                </a:moveTo>
                <a:cubicBezTo>
                  <a:pt x="167" y="239"/>
                  <a:pt x="165" y="236"/>
                  <a:pt x="165" y="235"/>
                </a:cubicBezTo>
                <a:cubicBezTo>
                  <a:pt x="165" y="235"/>
                  <a:pt x="164" y="233"/>
                  <a:pt x="164" y="233"/>
                </a:cubicBezTo>
                <a:cubicBezTo>
                  <a:pt x="164" y="233"/>
                  <a:pt x="164" y="233"/>
                  <a:pt x="164" y="232"/>
                </a:cubicBezTo>
                <a:cubicBezTo>
                  <a:pt x="164" y="232"/>
                  <a:pt x="164" y="230"/>
                  <a:pt x="164" y="230"/>
                </a:cubicBezTo>
                <a:cubicBezTo>
                  <a:pt x="164" y="230"/>
                  <a:pt x="164" y="229"/>
                  <a:pt x="164" y="229"/>
                </a:cubicBezTo>
                <a:cubicBezTo>
                  <a:pt x="164" y="228"/>
                  <a:pt x="162" y="227"/>
                  <a:pt x="162" y="227"/>
                </a:cubicBezTo>
                <a:cubicBezTo>
                  <a:pt x="162" y="227"/>
                  <a:pt x="160" y="226"/>
                  <a:pt x="160" y="226"/>
                </a:cubicBezTo>
                <a:cubicBezTo>
                  <a:pt x="159" y="226"/>
                  <a:pt x="158" y="224"/>
                  <a:pt x="158" y="224"/>
                </a:cubicBezTo>
                <a:cubicBezTo>
                  <a:pt x="158" y="224"/>
                  <a:pt x="156" y="223"/>
                  <a:pt x="156" y="223"/>
                </a:cubicBezTo>
                <a:cubicBezTo>
                  <a:pt x="156" y="210"/>
                  <a:pt x="156" y="210"/>
                  <a:pt x="156" y="210"/>
                </a:cubicBezTo>
                <a:cubicBezTo>
                  <a:pt x="161" y="210"/>
                  <a:pt x="161" y="210"/>
                  <a:pt x="161" y="210"/>
                </a:cubicBezTo>
                <a:cubicBezTo>
                  <a:pt x="163" y="208"/>
                  <a:pt x="163" y="208"/>
                  <a:pt x="163" y="208"/>
                </a:cubicBezTo>
                <a:cubicBezTo>
                  <a:pt x="164" y="209"/>
                  <a:pt x="164" y="209"/>
                  <a:pt x="164" y="209"/>
                </a:cubicBezTo>
                <a:cubicBezTo>
                  <a:pt x="164" y="209"/>
                  <a:pt x="165" y="208"/>
                  <a:pt x="165" y="208"/>
                </a:cubicBezTo>
                <a:cubicBezTo>
                  <a:pt x="165" y="208"/>
                  <a:pt x="166" y="207"/>
                  <a:pt x="166" y="207"/>
                </a:cubicBezTo>
                <a:cubicBezTo>
                  <a:pt x="168" y="209"/>
                  <a:pt x="168" y="209"/>
                  <a:pt x="168" y="209"/>
                </a:cubicBezTo>
                <a:cubicBezTo>
                  <a:pt x="168" y="209"/>
                  <a:pt x="171" y="209"/>
                  <a:pt x="171" y="209"/>
                </a:cubicBezTo>
                <a:cubicBezTo>
                  <a:pt x="172" y="209"/>
                  <a:pt x="172" y="208"/>
                  <a:pt x="172" y="208"/>
                </a:cubicBezTo>
                <a:cubicBezTo>
                  <a:pt x="172" y="207"/>
                  <a:pt x="172" y="207"/>
                  <a:pt x="172" y="207"/>
                </a:cubicBezTo>
                <a:cubicBezTo>
                  <a:pt x="172" y="207"/>
                  <a:pt x="171" y="206"/>
                  <a:pt x="172" y="206"/>
                </a:cubicBezTo>
                <a:cubicBezTo>
                  <a:pt x="172" y="206"/>
                  <a:pt x="172" y="205"/>
                  <a:pt x="172" y="205"/>
                </a:cubicBezTo>
                <a:cubicBezTo>
                  <a:pt x="172" y="204"/>
                  <a:pt x="172" y="204"/>
                  <a:pt x="172" y="203"/>
                </a:cubicBezTo>
                <a:cubicBezTo>
                  <a:pt x="171" y="203"/>
                  <a:pt x="171" y="203"/>
                  <a:pt x="171" y="202"/>
                </a:cubicBezTo>
                <a:cubicBezTo>
                  <a:pt x="171" y="202"/>
                  <a:pt x="171" y="202"/>
                  <a:pt x="171" y="202"/>
                </a:cubicBezTo>
                <a:cubicBezTo>
                  <a:pt x="164" y="202"/>
                  <a:pt x="164" y="202"/>
                  <a:pt x="164" y="202"/>
                </a:cubicBezTo>
                <a:cubicBezTo>
                  <a:pt x="164" y="202"/>
                  <a:pt x="163" y="200"/>
                  <a:pt x="162" y="200"/>
                </a:cubicBezTo>
                <a:cubicBezTo>
                  <a:pt x="162" y="200"/>
                  <a:pt x="161" y="200"/>
                  <a:pt x="161" y="200"/>
                </a:cubicBezTo>
                <a:cubicBezTo>
                  <a:pt x="159" y="201"/>
                  <a:pt x="159" y="201"/>
                  <a:pt x="159" y="201"/>
                </a:cubicBezTo>
                <a:cubicBezTo>
                  <a:pt x="159" y="190"/>
                  <a:pt x="159" y="190"/>
                  <a:pt x="159" y="190"/>
                </a:cubicBezTo>
                <a:cubicBezTo>
                  <a:pt x="159" y="190"/>
                  <a:pt x="161" y="189"/>
                  <a:pt x="161" y="189"/>
                </a:cubicBezTo>
                <a:cubicBezTo>
                  <a:pt x="161" y="189"/>
                  <a:pt x="163" y="189"/>
                  <a:pt x="164" y="189"/>
                </a:cubicBezTo>
                <a:cubicBezTo>
                  <a:pt x="164" y="189"/>
                  <a:pt x="164" y="188"/>
                  <a:pt x="165" y="188"/>
                </a:cubicBezTo>
                <a:cubicBezTo>
                  <a:pt x="165" y="188"/>
                  <a:pt x="166" y="189"/>
                  <a:pt x="167" y="189"/>
                </a:cubicBezTo>
                <a:cubicBezTo>
                  <a:pt x="167" y="189"/>
                  <a:pt x="168" y="190"/>
                  <a:pt x="168" y="190"/>
                </a:cubicBezTo>
                <a:cubicBezTo>
                  <a:pt x="189" y="190"/>
                  <a:pt x="189" y="190"/>
                  <a:pt x="189" y="190"/>
                </a:cubicBezTo>
                <a:cubicBezTo>
                  <a:pt x="187" y="188"/>
                  <a:pt x="187" y="188"/>
                  <a:pt x="187" y="188"/>
                </a:cubicBezTo>
                <a:cubicBezTo>
                  <a:pt x="187" y="187"/>
                  <a:pt x="187" y="187"/>
                  <a:pt x="187" y="187"/>
                </a:cubicBezTo>
                <a:cubicBezTo>
                  <a:pt x="187" y="187"/>
                  <a:pt x="188" y="186"/>
                  <a:pt x="188" y="185"/>
                </a:cubicBezTo>
                <a:cubicBezTo>
                  <a:pt x="188" y="185"/>
                  <a:pt x="189" y="184"/>
                  <a:pt x="189" y="184"/>
                </a:cubicBezTo>
                <a:cubicBezTo>
                  <a:pt x="189" y="183"/>
                  <a:pt x="191" y="186"/>
                  <a:pt x="191" y="187"/>
                </a:cubicBezTo>
                <a:cubicBezTo>
                  <a:pt x="192" y="188"/>
                  <a:pt x="191" y="188"/>
                  <a:pt x="191" y="188"/>
                </a:cubicBezTo>
                <a:cubicBezTo>
                  <a:pt x="192" y="189"/>
                  <a:pt x="194" y="188"/>
                  <a:pt x="194" y="188"/>
                </a:cubicBezTo>
                <a:cubicBezTo>
                  <a:pt x="194" y="188"/>
                  <a:pt x="193" y="187"/>
                  <a:pt x="193" y="187"/>
                </a:cubicBezTo>
                <a:cubicBezTo>
                  <a:pt x="193" y="186"/>
                  <a:pt x="195" y="185"/>
                  <a:pt x="195" y="185"/>
                </a:cubicBezTo>
                <a:cubicBezTo>
                  <a:pt x="195" y="185"/>
                  <a:pt x="196" y="184"/>
                  <a:pt x="196" y="184"/>
                </a:cubicBezTo>
                <a:cubicBezTo>
                  <a:pt x="196" y="184"/>
                  <a:pt x="197" y="185"/>
                  <a:pt x="198" y="184"/>
                </a:cubicBezTo>
                <a:cubicBezTo>
                  <a:pt x="198" y="184"/>
                  <a:pt x="199" y="183"/>
                  <a:pt x="199" y="183"/>
                </a:cubicBezTo>
                <a:cubicBezTo>
                  <a:pt x="199" y="182"/>
                  <a:pt x="200" y="182"/>
                  <a:pt x="200" y="182"/>
                </a:cubicBezTo>
                <a:cubicBezTo>
                  <a:pt x="202" y="181"/>
                  <a:pt x="202" y="181"/>
                  <a:pt x="202" y="181"/>
                </a:cubicBezTo>
                <a:cubicBezTo>
                  <a:pt x="203" y="181"/>
                  <a:pt x="203" y="181"/>
                  <a:pt x="203" y="181"/>
                </a:cubicBezTo>
                <a:cubicBezTo>
                  <a:pt x="204" y="185"/>
                  <a:pt x="204" y="185"/>
                  <a:pt x="204" y="185"/>
                </a:cubicBezTo>
                <a:cubicBezTo>
                  <a:pt x="207" y="189"/>
                  <a:pt x="207" y="189"/>
                  <a:pt x="207" y="189"/>
                </a:cubicBezTo>
                <a:cubicBezTo>
                  <a:pt x="207" y="189"/>
                  <a:pt x="207" y="190"/>
                  <a:pt x="207" y="191"/>
                </a:cubicBezTo>
                <a:cubicBezTo>
                  <a:pt x="207" y="191"/>
                  <a:pt x="208" y="192"/>
                  <a:pt x="208" y="192"/>
                </a:cubicBezTo>
                <a:cubicBezTo>
                  <a:pt x="208" y="193"/>
                  <a:pt x="208" y="195"/>
                  <a:pt x="208" y="196"/>
                </a:cubicBezTo>
                <a:cubicBezTo>
                  <a:pt x="208" y="196"/>
                  <a:pt x="207" y="196"/>
                  <a:pt x="207" y="196"/>
                </a:cubicBezTo>
                <a:cubicBezTo>
                  <a:pt x="207" y="198"/>
                  <a:pt x="207" y="198"/>
                  <a:pt x="207" y="198"/>
                </a:cubicBezTo>
                <a:cubicBezTo>
                  <a:pt x="208" y="199"/>
                  <a:pt x="208" y="199"/>
                  <a:pt x="208" y="199"/>
                </a:cubicBezTo>
                <a:cubicBezTo>
                  <a:pt x="208" y="199"/>
                  <a:pt x="210" y="199"/>
                  <a:pt x="211" y="199"/>
                </a:cubicBezTo>
                <a:cubicBezTo>
                  <a:pt x="212" y="199"/>
                  <a:pt x="212" y="198"/>
                  <a:pt x="212" y="198"/>
                </a:cubicBezTo>
                <a:cubicBezTo>
                  <a:pt x="212" y="198"/>
                  <a:pt x="212" y="196"/>
                  <a:pt x="212" y="196"/>
                </a:cubicBezTo>
                <a:cubicBezTo>
                  <a:pt x="212" y="195"/>
                  <a:pt x="212" y="195"/>
                  <a:pt x="212" y="194"/>
                </a:cubicBezTo>
                <a:cubicBezTo>
                  <a:pt x="211" y="194"/>
                  <a:pt x="210" y="191"/>
                  <a:pt x="210" y="191"/>
                </a:cubicBezTo>
                <a:cubicBezTo>
                  <a:pt x="209" y="190"/>
                  <a:pt x="208" y="187"/>
                  <a:pt x="208" y="187"/>
                </a:cubicBezTo>
                <a:cubicBezTo>
                  <a:pt x="208" y="186"/>
                  <a:pt x="208" y="185"/>
                  <a:pt x="208" y="185"/>
                </a:cubicBezTo>
                <a:cubicBezTo>
                  <a:pt x="208" y="185"/>
                  <a:pt x="208" y="182"/>
                  <a:pt x="208" y="182"/>
                </a:cubicBezTo>
                <a:cubicBezTo>
                  <a:pt x="208" y="182"/>
                  <a:pt x="207" y="182"/>
                  <a:pt x="206" y="182"/>
                </a:cubicBezTo>
                <a:cubicBezTo>
                  <a:pt x="206" y="181"/>
                  <a:pt x="206" y="180"/>
                  <a:pt x="206" y="180"/>
                </a:cubicBezTo>
                <a:cubicBezTo>
                  <a:pt x="206" y="178"/>
                  <a:pt x="206" y="178"/>
                  <a:pt x="206" y="178"/>
                </a:cubicBezTo>
                <a:cubicBezTo>
                  <a:pt x="206" y="178"/>
                  <a:pt x="202" y="174"/>
                  <a:pt x="202" y="174"/>
                </a:cubicBezTo>
                <a:cubicBezTo>
                  <a:pt x="202" y="174"/>
                  <a:pt x="200" y="173"/>
                  <a:pt x="199" y="173"/>
                </a:cubicBezTo>
                <a:cubicBezTo>
                  <a:pt x="199" y="172"/>
                  <a:pt x="199" y="171"/>
                  <a:pt x="199" y="171"/>
                </a:cubicBezTo>
                <a:cubicBezTo>
                  <a:pt x="199" y="170"/>
                  <a:pt x="195" y="171"/>
                  <a:pt x="195" y="171"/>
                </a:cubicBezTo>
                <a:cubicBezTo>
                  <a:pt x="194" y="170"/>
                  <a:pt x="194" y="170"/>
                  <a:pt x="194" y="170"/>
                </a:cubicBezTo>
                <a:cubicBezTo>
                  <a:pt x="201" y="164"/>
                  <a:pt x="201" y="164"/>
                  <a:pt x="201" y="164"/>
                </a:cubicBezTo>
                <a:cubicBezTo>
                  <a:pt x="203" y="163"/>
                  <a:pt x="203" y="163"/>
                  <a:pt x="203" y="163"/>
                </a:cubicBezTo>
                <a:cubicBezTo>
                  <a:pt x="203" y="163"/>
                  <a:pt x="204" y="160"/>
                  <a:pt x="204" y="160"/>
                </a:cubicBezTo>
                <a:cubicBezTo>
                  <a:pt x="204" y="160"/>
                  <a:pt x="203" y="159"/>
                  <a:pt x="203" y="158"/>
                </a:cubicBezTo>
                <a:cubicBezTo>
                  <a:pt x="203" y="158"/>
                  <a:pt x="201" y="153"/>
                  <a:pt x="201" y="153"/>
                </a:cubicBezTo>
                <a:cubicBezTo>
                  <a:pt x="199" y="153"/>
                  <a:pt x="199" y="153"/>
                  <a:pt x="199" y="153"/>
                </a:cubicBezTo>
                <a:cubicBezTo>
                  <a:pt x="199" y="153"/>
                  <a:pt x="198" y="150"/>
                  <a:pt x="198" y="150"/>
                </a:cubicBezTo>
                <a:cubicBezTo>
                  <a:pt x="198" y="149"/>
                  <a:pt x="196" y="147"/>
                  <a:pt x="196" y="147"/>
                </a:cubicBezTo>
                <a:cubicBezTo>
                  <a:pt x="196" y="142"/>
                  <a:pt x="196" y="142"/>
                  <a:pt x="196" y="142"/>
                </a:cubicBezTo>
                <a:cubicBezTo>
                  <a:pt x="196" y="142"/>
                  <a:pt x="195" y="141"/>
                  <a:pt x="195" y="141"/>
                </a:cubicBezTo>
                <a:cubicBezTo>
                  <a:pt x="194" y="140"/>
                  <a:pt x="195" y="139"/>
                  <a:pt x="195" y="139"/>
                </a:cubicBezTo>
                <a:cubicBezTo>
                  <a:pt x="195" y="138"/>
                  <a:pt x="195" y="137"/>
                  <a:pt x="195" y="137"/>
                </a:cubicBezTo>
                <a:cubicBezTo>
                  <a:pt x="195" y="130"/>
                  <a:pt x="195" y="130"/>
                  <a:pt x="195" y="130"/>
                </a:cubicBezTo>
                <a:cubicBezTo>
                  <a:pt x="195" y="129"/>
                  <a:pt x="195" y="129"/>
                  <a:pt x="195" y="129"/>
                </a:cubicBezTo>
                <a:cubicBezTo>
                  <a:pt x="195" y="129"/>
                  <a:pt x="194" y="128"/>
                  <a:pt x="194" y="128"/>
                </a:cubicBezTo>
                <a:cubicBezTo>
                  <a:pt x="194" y="127"/>
                  <a:pt x="195" y="127"/>
                  <a:pt x="195" y="127"/>
                </a:cubicBezTo>
                <a:cubicBezTo>
                  <a:pt x="195" y="126"/>
                  <a:pt x="196" y="126"/>
                  <a:pt x="197" y="126"/>
                </a:cubicBezTo>
                <a:cubicBezTo>
                  <a:pt x="197" y="125"/>
                  <a:pt x="199" y="124"/>
                  <a:pt x="199" y="124"/>
                </a:cubicBezTo>
                <a:cubicBezTo>
                  <a:pt x="198" y="119"/>
                  <a:pt x="198" y="119"/>
                  <a:pt x="198" y="119"/>
                </a:cubicBezTo>
                <a:cubicBezTo>
                  <a:pt x="203" y="115"/>
                  <a:pt x="203" y="115"/>
                  <a:pt x="203" y="115"/>
                </a:cubicBezTo>
                <a:cubicBezTo>
                  <a:pt x="202" y="113"/>
                  <a:pt x="202" y="113"/>
                  <a:pt x="202" y="113"/>
                </a:cubicBezTo>
                <a:cubicBezTo>
                  <a:pt x="201" y="111"/>
                  <a:pt x="201" y="111"/>
                  <a:pt x="201" y="111"/>
                </a:cubicBezTo>
                <a:cubicBezTo>
                  <a:pt x="200" y="110"/>
                  <a:pt x="200" y="110"/>
                  <a:pt x="200" y="110"/>
                </a:cubicBezTo>
                <a:cubicBezTo>
                  <a:pt x="200" y="110"/>
                  <a:pt x="198" y="110"/>
                  <a:pt x="198" y="110"/>
                </a:cubicBezTo>
                <a:cubicBezTo>
                  <a:pt x="198" y="110"/>
                  <a:pt x="197" y="109"/>
                  <a:pt x="197" y="109"/>
                </a:cubicBezTo>
                <a:cubicBezTo>
                  <a:pt x="196" y="109"/>
                  <a:pt x="195" y="109"/>
                  <a:pt x="195" y="109"/>
                </a:cubicBezTo>
                <a:cubicBezTo>
                  <a:pt x="195" y="109"/>
                  <a:pt x="192" y="111"/>
                  <a:pt x="192" y="111"/>
                </a:cubicBezTo>
                <a:cubicBezTo>
                  <a:pt x="192" y="111"/>
                  <a:pt x="186" y="112"/>
                  <a:pt x="186" y="112"/>
                </a:cubicBezTo>
                <a:cubicBezTo>
                  <a:pt x="186" y="112"/>
                  <a:pt x="183" y="112"/>
                  <a:pt x="183" y="112"/>
                </a:cubicBezTo>
                <a:cubicBezTo>
                  <a:pt x="183" y="112"/>
                  <a:pt x="179" y="112"/>
                  <a:pt x="179" y="112"/>
                </a:cubicBezTo>
                <a:cubicBezTo>
                  <a:pt x="178" y="112"/>
                  <a:pt x="175" y="111"/>
                  <a:pt x="175" y="111"/>
                </a:cubicBezTo>
                <a:cubicBezTo>
                  <a:pt x="173" y="110"/>
                  <a:pt x="173" y="110"/>
                  <a:pt x="173" y="110"/>
                </a:cubicBezTo>
                <a:cubicBezTo>
                  <a:pt x="173" y="110"/>
                  <a:pt x="171" y="113"/>
                  <a:pt x="171" y="113"/>
                </a:cubicBezTo>
                <a:cubicBezTo>
                  <a:pt x="171" y="113"/>
                  <a:pt x="170" y="113"/>
                  <a:pt x="170" y="113"/>
                </a:cubicBezTo>
                <a:cubicBezTo>
                  <a:pt x="168" y="112"/>
                  <a:pt x="168" y="112"/>
                  <a:pt x="168" y="112"/>
                </a:cubicBezTo>
                <a:cubicBezTo>
                  <a:pt x="167" y="112"/>
                  <a:pt x="167" y="112"/>
                  <a:pt x="167" y="112"/>
                </a:cubicBezTo>
                <a:cubicBezTo>
                  <a:pt x="155" y="97"/>
                  <a:pt x="155" y="97"/>
                  <a:pt x="155" y="97"/>
                </a:cubicBezTo>
                <a:cubicBezTo>
                  <a:pt x="154" y="98"/>
                  <a:pt x="154" y="98"/>
                  <a:pt x="154" y="98"/>
                </a:cubicBezTo>
                <a:cubicBezTo>
                  <a:pt x="151" y="98"/>
                  <a:pt x="151" y="98"/>
                  <a:pt x="151" y="98"/>
                </a:cubicBezTo>
                <a:cubicBezTo>
                  <a:pt x="145" y="95"/>
                  <a:pt x="145" y="95"/>
                  <a:pt x="145" y="95"/>
                </a:cubicBezTo>
                <a:cubicBezTo>
                  <a:pt x="144" y="96"/>
                  <a:pt x="144" y="96"/>
                  <a:pt x="144" y="96"/>
                </a:cubicBezTo>
                <a:cubicBezTo>
                  <a:pt x="141" y="97"/>
                  <a:pt x="141" y="97"/>
                  <a:pt x="141" y="97"/>
                </a:cubicBezTo>
                <a:cubicBezTo>
                  <a:pt x="139" y="97"/>
                  <a:pt x="139" y="97"/>
                  <a:pt x="139" y="97"/>
                </a:cubicBezTo>
                <a:cubicBezTo>
                  <a:pt x="137" y="96"/>
                  <a:pt x="137" y="96"/>
                  <a:pt x="137" y="96"/>
                </a:cubicBezTo>
                <a:cubicBezTo>
                  <a:pt x="128" y="96"/>
                  <a:pt x="128" y="96"/>
                  <a:pt x="128" y="96"/>
                </a:cubicBezTo>
                <a:cubicBezTo>
                  <a:pt x="128" y="96"/>
                  <a:pt x="127" y="96"/>
                  <a:pt x="127" y="96"/>
                </a:cubicBezTo>
                <a:cubicBezTo>
                  <a:pt x="126" y="95"/>
                  <a:pt x="126" y="96"/>
                  <a:pt x="126" y="96"/>
                </a:cubicBezTo>
                <a:cubicBezTo>
                  <a:pt x="124" y="97"/>
                  <a:pt x="124" y="97"/>
                  <a:pt x="124" y="97"/>
                </a:cubicBezTo>
                <a:cubicBezTo>
                  <a:pt x="121" y="97"/>
                  <a:pt x="121" y="97"/>
                  <a:pt x="121" y="97"/>
                </a:cubicBezTo>
                <a:cubicBezTo>
                  <a:pt x="121" y="97"/>
                  <a:pt x="121" y="96"/>
                  <a:pt x="120" y="95"/>
                </a:cubicBezTo>
                <a:cubicBezTo>
                  <a:pt x="120" y="94"/>
                  <a:pt x="119" y="90"/>
                  <a:pt x="119" y="90"/>
                </a:cubicBezTo>
                <a:cubicBezTo>
                  <a:pt x="115" y="90"/>
                  <a:pt x="115" y="90"/>
                  <a:pt x="115" y="90"/>
                </a:cubicBezTo>
                <a:cubicBezTo>
                  <a:pt x="115" y="90"/>
                  <a:pt x="114" y="87"/>
                  <a:pt x="114" y="87"/>
                </a:cubicBezTo>
                <a:cubicBezTo>
                  <a:pt x="114" y="87"/>
                  <a:pt x="113" y="80"/>
                  <a:pt x="113" y="80"/>
                </a:cubicBezTo>
                <a:cubicBezTo>
                  <a:pt x="113" y="80"/>
                  <a:pt x="115" y="79"/>
                  <a:pt x="115" y="78"/>
                </a:cubicBezTo>
                <a:cubicBezTo>
                  <a:pt x="116" y="78"/>
                  <a:pt x="116" y="76"/>
                  <a:pt x="116" y="75"/>
                </a:cubicBezTo>
                <a:cubicBezTo>
                  <a:pt x="116" y="75"/>
                  <a:pt x="115" y="73"/>
                  <a:pt x="114" y="72"/>
                </a:cubicBezTo>
                <a:cubicBezTo>
                  <a:pt x="114" y="72"/>
                  <a:pt x="110" y="69"/>
                  <a:pt x="110" y="69"/>
                </a:cubicBezTo>
                <a:cubicBezTo>
                  <a:pt x="110" y="69"/>
                  <a:pt x="110" y="65"/>
                  <a:pt x="110" y="65"/>
                </a:cubicBezTo>
                <a:cubicBezTo>
                  <a:pt x="110" y="64"/>
                  <a:pt x="108" y="60"/>
                  <a:pt x="108" y="60"/>
                </a:cubicBezTo>
                <a:cubicBezTo>
                  <a:pt x="105" y="60"/>
                  <a:pt x="105" y="60"/>
                  <a:pt x="105" y="60"/>
                </a:cubicBezTo>
                <a:cubicBezTo>
                  <a:pt x="104" y="56"/>
                  <a:pt x="104" y="56"/>
                  <a:pt x="104" y="56"/>
                </a:cubicBezTo>
                <a:cubicBezTo>
                  <a:pt x="102" y="58"/>
                  <a:pt x="102" y="58"/>
                  <a:pt x="102" y="58"/>
                </a:cubicBezTo>
                <a:cubicBezTo>
                  <a:pt x="98" y="58"/>
                  <a:pt x="98" y="58"/>
                  <a:pt x="98" y="58"/>
                </a:cubicBezTo>
                <a:cubicBezTo>
                  <a:pt x="98" y="58"/>
                  <a:pt x="105" y="48"/>
                  <a:pt x="105" y="47"/>
                </a:cubicBezTo>
                <a:cubicBezTo>
                  <a:pt x="105" y="47"/>
                  <a:pt x="105" y="46"/>
                  <a:pt x="105" y="46"/>
                </a:cubicBezTo>
                <a:cubicBezTo>
                  <a:pt x="105" y="46"/>
                  <a:pt x="104" y="45"/>
                  <a:pt x="105" y="44"/>
                </a:cubicBezTo>
                <a:cubicBezTo>
                  <a:pt x="105" y="44"/>
                  <a:pt x="105" y="42"/>
                  <a:pt x="105" y="42"/>
                </a:cubicBezTo>
                <a:cubicBezTo>
                  <a:pt x="106" y="41"/>
                  <a:pt x="106" y="39"/>
                  <a:pt x="106" y="38"/>
                </a:cubicBezTo>
                <a:cubicBezTo>
                  <a:pt x="106" y="38"/>
                  <a:pt x="106" y="37"/>
                  <a:pt x="106" y="36"/>
                </a:cubicBezTo>
                <a:cubicBezTo>
                  <a:pt x="106" y="36"/>
                  <a:pt x="113" y="24"/>
                  <a:pt x="113" y="24"/>
                </a:cubicBezTo>
                <a:cubicBezTo>
                  <a:pt x="113" y="24"/>
                  <a:pt x="116" y="24"/>
                  <a:pt x="117" y="23"/>
                </a:cubicBezTo>
                <a:cubicBezTo>
                  <a:pt x="117" y="23"/>
                  <a:pt x="118" y="22"/>
                  <a:pt x="118" y="22"/>
                </a:cubicBezTo>
                <a:cubicBezTo>
                  <a:pt x="121" y="17"/>
                  <a:pt x="121" y="17"/>
                  <a:pt x="121" y="17"/>
                </a:cubicBezTo>
                <a:cubicBezTo>
                  <a:pt x="122" y="14"/>
                  <a:pt x="122" y="14"/>
                  <a:pt x="122" y="14"/>
                </a:cubicBezTo>
                <a:cubicBezTo>
                  <a:pt x="134" y="11"/>
                  <a:pt x="134" y="11"/>
                  <a:pt x="134" y="11"/>
                </a:cubicBezTo>
                <a:cubicBezTo>
                  <a:pt x="134" y="10"/>
                  <a:pt x="135" y="10"/>
                  <a:pt x="135" y="10"/>
                </a:cubicBezTo>
                <a:cubicBezTo>
                  <a:pt x="135" y="9"/>
                  <a:pt x="137" y="8"/>
                  <a:pt x="137" y="8"/>
                </a:cubicBezTo>
                <a:cubicBezTo>
                  <a:pt x="138" y="7"/>
                  <a:pt x="138" y="5"/>
                  <a:pt x="137" y="4"/>
                </a:cubicBezTo>
                <a:cubicBezTo>
                  <a:pt x="135" y="3"/>
                  <a:pt x="134" y="2"/>
                  <a:pt x="133" y="1"/>
                </a:cubicBezTo>
                <a:cubicBezTo>
                  <a:pt x="131" y="1"/>
                  <a:pt x="130" y="0"/>
                  <a:pt x="129" y="0"/>
                </a:cubicBezTo>
                <a:cubicBezTo>
                  <a:pt x="128" y="0"/>
                  <a:pt x="127" y="1"/>
                  <a:pt x="127" y="2"/>
                </a:cubicBezTo>
                <a:cubicBezTo>
                  <a:pt x="126" y="2"/>
                  <a:pt x="125" y="3"/>
                  <a:pt x="124" y="3"/>
                </a:cubicBezTo>
                <a:cubicBezTo>
                  <a:pt x="124" y="3"/>
                  <a:pt x="124" y="3"/>
                  <a:pt x="124" y="3"/>
                </a:cubicBezTo>
                <a:cubicBezTo>
                  <a:pt x="124" y="4"/>
                  <a:pt x="124" y="5"/>
                  <a:pt x="124" y="5"/>
                </a:cubicBezTo>
                <a:cubicBezTo>
                  <a:pt x="124" y="5"/>
                  <a:pt x="123" y="4"/>
                  <a:pt x="122" y="4"/>
                </a:cubicBezTo>
                <a:cubicBezTo>
                  <a:pt x="122" y="4"/>
                  <a:pt x="120" y="4"/>
                  <a:pt x="120" y="4"/>
                </a:cubicBezTo>
                <a:cubicBezTo>
                  <a:pt x="120" y="5"/>
                  <a:pt x="120" y="6"/>
                  <a:pt x="120" y="7"/>
                </a:cubicBezTo>
                <a:cubicBezTo>
                  <a:pt x="119" y="8"/>
                  <a:pt x="117" y="11"/>
                  <a:pt x="116" y="11"/>
                </a:cubicBezTo>
                <a:cubicBezTo>
                  <a:pt x="116" y="12"/>
                  <a:pt x="115" y="13"/>
                  <a:pt x="113" y="13"/>
                </a:cubicBezTo>
                <a:cubicBezTo>
                  <a:pt x="112" y="13"/>
                  <a:pt x="108" y="13"/>
                  <a:pt x="108" y="14"/>
                </a:cubicBezTo>
                <a:cubicBezTo>
                  <a:pt x="108" y="14"/>
                  <a:pt x="106" y="16"/>
                  <a:pt x="105" y="17"/>
                </a:cubicBezTo>
                <a:cubicBezTo>
                  <a:pt x="105" y="18"/>
                  <a:pt x="104" y="19"/>
                  <a:pt x="102" y="20"/>
                </a:cubicBezTo>
                <a:cubicBezTo>
                  <a:pt x="100" y="21"/>
                  <a:pt x="98" y="22"/>
                  <a:pt x="97" y="22"/>
                </a:cubicBezTo>
                <a:cubicBezTo>
                  <a:pt x="96" y="22"/>
                  <a:pt x="93" y="21"/>
                  <a:pt x="92" y="21"/>
                </a:cubicBezTo>
                <a:cubicBezTo>
                  <a:pt x="90" y="21"/>
                  <a:pt x="89" y="20"/>
                  <a:pt x="87" y="20"/>
                </a:cubicBezTo>
                <a:cubicBezTo>
                  <a:pt x="86" y="20"/>
                  <a:pt x="85" y="20"/>
                  <a:pt x="85" y="21"/>
                </a:cubicBezTo>
                <a:cubicBezTo>
                  <a:pt x="84" y="22"/>
                  <a:pt x="84" y="23"/>
                  <a:pt x="84" y="23"/>
                </a:cubicBezTo>
                <a:cubicBezTo>
                  <a:pt x="84" y="24"/>
                  <a:pt x="83" y="26"/>
                  <a:pt x="83" y="26"/>
                </a:cubicBezTo>
                <a:cubicBezTo>
                  <a:pt x="83" y="27"/>
                  <a:pt x="82" y="28"/>
                  <a:pt x="82" y="29"/>
                </a:cubicBezTo>
                <a:cubicBezTo>
                  <a:pt x="81" y="30"/>
                  <a:pt x="79" y="30"/>
                  <a:pt x="79" y="30"/>
                </a:cubicBezTo>
                <a:cubicBezTo>
                  <a:pt x="78" y="29"/>
                  <a:pt x="78" y="29"/>
                  <a:pt x="78" y="28"/>
                </a:cubicBezTo>
                <a:cubicBezTo>
                  <a:pt x="79" y="28"/>
                  <a:pt x="78" y="26"/>
                  <a:pt x="77" y="26"/>
                </a:cubicBezTo>
                <a:cubicBezTo>
                  <a:pt x="76" y="25"/>
                  <a:pt x="74" y="25"/>
                  <a:pt x="74" y="25"/>
                </a:cubicBezTo>
                <a:cubicBezTo>
                  <a:pt x="73" y="25"/>
                  <a:pt x="70" y="26"/>
                  <a:pt x="69" y="26"/>
                </a:cubicBezTo>
                <a:cubicBezTo>
                  <a:pt x="69" y="27"/>
                  <a:pt x="67" y="28"/>
                  <a:pt x="66" y="29"/>
                </a:cubicBezTo>
                <a:cubicBezTo>
                  <a:pt x="66" y="30"/>
                  <a:pt x="64" y="31"/>
                  <a:pt x="63" y="32"/>
                </a:cubicBezTo>
                <a:cubicBezTo>
                  <a:pt x="63" y="32"/>
                  <a:pt x="61" y="33"/>
                  <a:pt x="61" y="34"/>
                </a:cubicBezTo>
                <a:cubicBezTo>
                  <a:pt x="60" y="35"/>
                  <a:pt x="60" y="36"/>
                  <a:pt x="60" y="37"/>
                </a:cubicBezTo>
                <a:cubicBezTo>
                  <a:pt x="60" y="37"/>
                  <a:pt x="60" y="38"/>
                  <a:pt x="60" y="39"/>
                </a:cubicBezTo>
                <a:cubicBezTo>
                  <a:pt x="59" y="40"/>
                  <a:pt x="59" y="40"/>
                  <a:pt x="59" y="41"/>
                </a:cubicBezTo>
                <a:cubicBezTo>
                  <a:pt x="59" y="41"/>
                  <a:pt x="60" y="42"/>
                  <a:pt x="60" y="43"/>
                </a:cubicBezTo>
                <a:cubicBezTo>
                  <a:pt x="60" y="44"/>
                  <a:pt x="60" y="44"/>
                  <a:pt x="59" y="45"/>
                </a:cubicBezTo>
                <a:cubicBezTo>
                  <a:pt x="59" y="46"/>
                  <a:pt x="59" y="47"/>
                  <a:pt x="58" y="47"/>
                </a:cubicBezTo>
                <a:cubicBezTo>
                  <a:pt x="58" y="48"/>
                  <a:pt x="58" y="48"/>
                  <a:pt x="58" y="49"/>
                </a:cubicBezTo>
                <a:cubicBezTo>
                  <a:pt x="58" y="49"/>
                  <a:pt x="58" y="49"/>
                  <a:pt x="58" y="49"/>
                </a:cubicBezTo>
                <a:cubicBezTo>
                  <a:pt x="59" y="50"/>
                  <a:pt x="60" y="50"/>
                  <a:pt x="59" y="51"/>
                </a:cubicBezTo>
                <a:cubicBezTo>
                  <a:pt x="59" y="53"/>
                  <a:pt x="59" y="54"/>
                  <a:pt x="57" y="54"/>
                </a:cubicBezTo>
                <a:cubicBezTo>
                  <a:pt x="56" y="54"/>
                  <a:pt x="55" y="54"/>
                  <a:pt x="54" y="54"/>
                </a:cubicBezTo>
                <a:cubicBezTo>
                  <a:pt x="53" y="54"/>
                  <a:pt x="52" y="55"/>
                  <a:pt x="52" y="55"/>
                </a:cubicBezTo>
                <a:cubicBezTo>
                  <a:pt x="51" y="55"/>
                  <a:pt x="51" y="55"/>
                  <a:pt x="50" y="56"/>
                </a:cubicBezTo>
                <a:cubicBezTo>
                  <a:pt x="50" y="56"/>
                  <a:pt x="49" y="57"/>
                  <a:pt x="49" y="58"/>
                </a:cubicBezTo>
                <a:cubicBezTo>
                  <a:pt x="49" y="59"/>
                  <a:pt x="49" y="60"/>
                  <a:pt x="49" y="61"/>
                </a:cubicBezTo>
                <a:cubicBezTo>
                  <a:pt x="49" y="61"/>
                  <a:pt x="46" y="62"/>
                  <a:pt x="46" y="63"/>
                </a:cubicBezTo>
                <a:cubicBezTo>
                  <a:pt x="45" y="64"/>
                  <a:pt x="43" y="66"/>
                  <a:pt x="43" y="66"/>
                </a:cubicBezTo>
                <a:cubicBezTo>
                  <a:pt x="42" y="66"/>
                  <a:pt x="41" y="68"/>
                  <a:pt x="40" y="68"/>
                </a:cubicBezTo>
                <a:cubicBezTo>
                  <a:pt x="39" y="68"/>
                  <a:pt x="38" y="68"/>
                  <a:pt x="38" y="68"/>
                </a:cubicBezTo>
                <a:cubicBezTo>
                  <a:pt x="37" y="69"/>
                  <a:pt x="36" y="69"/>
                  <a:pt x="36" y="70"/>
                </a:cubicBezTo>
                <a:cubicBezTo>
                  <a:pt x="36" y="71"/>
                  <a:pt x="37" y="71"/>
                  <a:pt x="37" y="72"/>
                </a:cubicBezTo>
                <a:cubicBezTo>
                  <a:pt x="38" y="72"/>
                  <a:pt x="39" y="72"/>
                  <a:pt x="39" y="73"/>
                </a:cubicBezTo>
                <a:cubicBezTo>
                  <a:pt x="39" y="73"/>
                  <a:pt x="38" y="75"/>
                  <a:pt x="38" y="75"/>
                </a:cubicBezTo>
                <a:cubicBezTo>
                  <a:pt x="38" y="76"/>
                  <a:pt x="39" y="76"/>
                  <a:pt x="39" y="77"/>
                </a:cubicBezTo>
                <a:cubicBezTo>
                  <a:pt x="39" y="77"/>
                  <a:pt x="39" y="78"/>
                  <a:pt x="39" y="78"/>
                </a:cubicBezTo>
                <a:cubicBezTo>
                  <a:pt x="39" y="79"/>
                  <a:pt x="40" y="80"/>
                  <a:pt x="39" y="80"/>
                </a:cubicBezTo>
                <a:cubicBezTo>
                  <a:pt x="39" y="81"/>
                  <a:pt x="38" y="82"/>
                  <a:pt x="37" y="81"/>
                </a:cubicBezTo>
                <a:cubicBezTo>
                  <a:pt x="36" y="81"/>
                  <a:pt x="36" y="81"/>
                  <a:pt x="36" y="80"/>
                </a:cubicBezTo>
                <a:cubicBezTo>
                  <a:pt x="36" y="80"/>
                  <a:pt x="37" y="79"/>
                  <a:pt x="37" y="79"/>
                </a:cubicBezTo>
                <a:cubicBezTo>
                  <a:pt x="37" y="79"/>
                  <a:pt x="38" y="78"/>
                  <a:pt x="37" y="77"/>
                </a:cubicBezTo>
                <a:cubicBezTo>
                  <a:pt x="36" y="77"/>
                  <a:pt x="35" y="77"/>
                  <a:pt x="34" y="76"/>
                </a:cubicBezTo>
                <a:cubicBezTo>
                  <a:pt x="34" y="75"/>
                  <a:pt x="32" y="73"/>
                  <a:pt x="32" y="72"/>
                </a:cubicBezTo>
                <a:cubicBezTo>
                  <a:pt x="31" y="72"/>
                  <a:pt x="30" y="71"/>
                  <a:pt x="30" y="71"/>
                </a:cubicBezTo>
                <a:cubicBezTo>
                  <a:pt x="29" y="70"/>
                  <a:pt x="29" y="69"/>
                  <a:pt x="29" y="69"/>
                </a:cubicBezTo>
                <a:cubicBezTo>
                  <a:pt x="27" y="68"/>
                  <a:pt x="27" y="68"/>
                  <a:pt x="27" y="68"/>
                </a:cubicBezTo>
                <a:cubicBezTo>
                  <a:pt x="27" y="68"/>
                  <a:pt x="26" y="70"/>
                  <a:pt x="26" y="70"/>
                </a:cubicBezTo>
                <a:cubicBezTo>
                  <a:pt x="26" y="70"/>
                  <a:pt x="27" y="72"/>
                  <a:pt x="28" y="73"/>
                </a:cubicBezTo>
                <a:cubicBezTo>
                  <a:pt x="28" y="73"/>
                  <a:pt x="29" y="75"/>
                  <a:pt x="29" y="75"/>
                </a:cubicBezTo>
                <a:cubicBezTo>
                  <a:pt x="29" y="76"/>
                  <a:pt x="30" y="78"/>
                  <a:pt x="30" y="78"/>
                </a:cubicBezTo>
                <a:cubicBezTo>
                  <a:pt x="31" y="79"/>
                  <a:pt x="31" y="79"/>
                  <a:pt x="31" y="80"/>
                </a:cubicBezTo>
                <a:cubicBezTo>
                  <a:pt x="31" y="80"/>
                  <a:pt x="31" y="81"/>
                  <a:pt x="31" y="81"/>
                </a:cubicBezTo>
                <a:cubicBezTo>
                  <a:pt x="31" y="81"/>
                  <a:pt x="29" y="81"/>
                  <a:pt x="28" y="81"/>
                </a:cubicBezTo>
                <a:cubicBezTo>
                  <a:pt x="28" y="81"/>
                  <a:pt x="28" y="83"/>
                  <a:pt x="28" y="83"/>
                </a:cubicBezTo>
                <a:cubicBezTo>
                  <a:pt x="28" y="84"/>
                  <a:pt x="27" y="84"/>
                  <a:pt x="27" y="85"/>
                </a:cubicBezTo>
                <a:cubicBezTo>
                  <a:pt x="27" y="85"/>
                  <a:pt x="24" y="88"/>
                  <a:pt x="24" y="88"/>
                </a:cubicBezTo>
                <a:cubicBezTo>
                  <a:pt x="21" y="85"/>
                  <a:pt x="21" y="85"/>
                  <a:pt x="21" y="85"/>
                </a:cubicBezTo>
                <a:cubicBezTo>
                  <a:pt x="21" y="89"/>
                  <a:pt x="21" y="89"/>
                  <a:pt x="21" y="89"/>
                </a:cubicBezTo>
                <a:cubicBezTo>
                  <a:pt x="21" y="89"/>
                  <a:pt x="20" y="89"/>
                  <a:pt x="20" y="89"/>
                </a:cubicBezTo>
                <a:cubicBezTo>
                  <a:pt x="20" y="89"/>
                  <a:pt x="20" y="90"/>
                  <a:pt x="20" y="90"/>
                </a:cubicBezTo>
                <a:cubicBezTo>
                  <a:pt x="20" y="91"/>
                  <a:pt x="19" y="91"/>
                  <a:pt x="19" y="91"/>
                </a:cubicBezTo>
                <a:cubicBezTo>
                  <a:pt x="19" y="92"/>
                  <a:pt x="19" y="93"/>
                  <a:pt x="19" y="93"/>
                </a:cubicBezTo>
                <a:cubicBezTo>
                  <a:pt x="19" y="93"/>
                  <a:pt x="20" y="94"/>
                  <a:pt x="21" y="95"/>
                </a:cubicBezTo>
                <a:cubicBezTo>
                  <a:pt x="21" y="95"/>
                  <a:pt x="22" y="96"/>
                  <a:pt x="22" y="97"/>
                </a:cubicBezTo>
                <a:cubicBezTo>
                  <a:pt x="22" y="97"/>
                  <a:pt x="23" y="98"/>
                  <a:pt x="23" y="99"/>
                </a:cubicBezTo>
                <a:cubicBezTo>
                  <a:pt x="23" y="99"/>
                  <a:pt x="24" y="100"/>
                  <a:pt x="24" y="100"/>
                </a:cubicBezTo>
                <a:cubicBezTo>
                  <a:pt x="24" y="100"/>
                  <a:pt x="25" y="101"/>
                  <a:pt x="25" y="102"/>
                </a:cubicBezTo>
                <a:cubicBezTo>
                  <a:pt x="25" y="102"/>
                  <a:pt x="24" y="103"/>
                  <a:pt x="25" y="103"/>
                </a:cubicBezTo>
                <a:cubicBezTo>
                  <a:pt x="26" y="103"/>
                  <a:pt x="28" y="104"/>
                  <a:pt x="28" y="105"/>
                </a:cubicBezTo>
                <a:cubicBezTo>
                  <a:pt x="28" y="105"/>
                  <a:pt x="28" y="107"/>
                  <a:pt x="28" y="108"/>
                </a:cubicBezTo>
                <a:cubicBezTo>
                  <a:pt x="28" y="109"/>
                  <a:pt x="28" y="110"/>
                  <a:pt x="28" y="110"/>
                </a:cubicBezTo>
                <a:cubicBezTo>
                  <a:pt x="27" y="111"/>
                  <a:pt x="26" y="112"/>
                  <a:pt x="26" y="113"/>
                </a:cubicBezTo>
                <a:cubicBezTo>
                  <a:pt x="27" y="113"/>
                  <a:pt x="28" y="114"/>
                  <a:pt x="28" y="115"/>
                </a:cubicBezTo>
                <a:cubicBezTo>
                  <a:pt x="29" y="115"/>
                  <a:pt x="30" y="117"/>
                  <a:pt x="30" y="117"/>
                </a:cubicBezTo>
                <a:cubicBezTo>
                  <a:pt x="30" y="118"/>
                  <a:pt x="30" y="118"/>
                  <a:pt x="30" y="119"/>
                </a:cubicBezTo>
                <a:cubicBezTo>
                  <a:pt x="30" y="119"/>
                  <a:pt x="30" y="121"/>
                  <a:pt x="29" y="121"/>
                </a:cubicBezTo>
                <a:cubicBezTo>
                  <a:pt x="29" y="122"/>
                  <a:pt x="29" y="121"/>
                  <a:pt x="28" y="122"/>
                </a:cubicBezTo>
                <a:cubicBezTo>
                  <a:pt x="27" y="122"/>
                  <a:pt x="25" y="123"/>
                  <a:pt x="26" y="123"/>
                </a:cubicBezTo>
                <a:cubicBezTo>
                  <a:pt x="26" y="124"/>
                  <a:pt x="27" y="125"/>
                  <a:pt x="27" y="125"/>
                </a:cubicBezTo>
                <a:cubicBezTo>
                  <a:pt x="27" y="126"/>
                  <a:pt x="28" y="128"/>
                  <a:pt x="28" y="129"/>
                </a:cubicBezTo>
                <a:cubicBezTo>
                  <a:pt x="28" y="130"/>
                  <a:pt x="27" y="131"/>
                  <a:pt x="28" y="132"/>
                </a:cubicBezTo>
                <a:cubicBezTo>
                  <a:pt x="28" y="132"/>
                  <a:pt x="29" y="134"/>
                  <a:pt x="29" y="134"/>
                </a:cubicBezTo>
                <a:cubicBezTo>
                  <a:pt x="29" y="134"/>
                  <a:pt x="29" y="138"/>
                  <a:pt x="29" y="139"/>
                </a:cubicBezTo>
                <a:cubicBezTo>
                  <a:pt x="29" y="139"/>
                  <a:pt x="29" y="141"/>
                  <a:pt x="29" y="141"/>
                </a:cubicBezTo>
                <a:cubicBezTo>
                  <a:pt x="29" y="142"/>
                  <a:pt x="28" y="144"/>
                  <a:pt x="28" y="144"/>
                </a:cubicBezTo>
                <a:cubicBezTo>
                  <a:pt x="27" y="145"/>
                  <a:pt x="26" y="145"/>
                  <a:pt x="26" y="146"/>
                </a:cubicBezTo>
                <a:cubicBezTo>
                  <a:pt x="26" y="146"/>
                  <a:pt x="25" y="147"/>
                  <a:pt x="25" y="147"/>
                </a:cubicBezTo>
                <a:cubicBezTo>
                  <a:pt x="26" y="148"/>
                  <a:pt x="26" y="149"/>
                  <a:pt x="27" y="150"/>
                </a:cubicBezTo>
                <a:cubicBezTo>
                  <a:pt x="28" y="150"/>
                  <a:pt x="29" y="151"/>
                  <a:pt x="30" y="152"/>
                </a:cubicBezTo>
                <a:cubicBezTo>
                  <a:pt x="30" y="152"/>
                  <a:pt x="30" y="153"/>
                  <a:pt x="31" y="153"/>
                </a:cubicBezTo>
                <a:cubicBezTo>
                  <a:pt x="32" y="153"/>
                  <a:pt x="33" y="152"/>
                  <a:pt x="33" y="152"/>
                </a:cubicBezTo>
                <a:cubicBezTo>
                  <a:pt x="34" y="152"/>
                  <a:pt x="34" y="152"/>
                  <a:pt x="33" y="153"/>
                </a:cubicBezTo>
                <a:cubicBezTo>
                  <a:pt x="33" y="154"/>
                  <a:pt x="31" y="156"/>
                  <a:pt x="31" y="156"/>
                </a:cubicBezTo>
                <a:cubicBezTo>
                  <a:pt x="31" y="156"/>
                  <a:pt x="30" y="157"/>
                  <a:pt x="29" y="158"/>
                </a:cubicBezTo>
                <a:cubicBezTo>
                  <a:pt x="29" y="158"/>
                  <a:pt x="29" y="158"/>
                  <a:pt x="28" y="159"/>
                </a:cubicBezTo>
                <a:cubicBezTo>
                  <a:pt x="28" y="160"/>
                  <a:pt x="27" y="161"/>
                  <a:pt x="26" y="162"/>
                </a:cubicBezTo>
                <a:cubicBezTo>
                  <a:pt x="26" y="162"/>
                  <a:pt x="25" y="163"/>
                  <a:pt x="25" y="163"/>
                </a:cubicBezTo>
                <a:cubicBezTo>
                  <a:pt x="25" y="164"/>
                  <a:pt x="25" y="165"/>
                  <a:pt x="25" y="165"/>
                </a:cubicBezTo>
                <a:cubicBezTo>
                  <a:pt x="25" y="165"/>
                  <a:pt x="24" y="166"/>
                  <a:pt x="24" y="167"/>
                </a:cubicBezTo>
                <a:cubicBezTo>
                  <a:pt x="23" y="168"/>
                  <a:pt x="23" y="170"/>
                  <a:pt x="22" y="170"/>
                </a:cubicBezTo>
                <a:cubicBezTo>
                  <a:pt x="22" y="171"/>
                  <a:pt x="20" y="173"/>
                  <a:pt x="20" y="173"/>
                </a:cubicBezTo>
                <a:cubicBezTo>
                  <a:pt x="19" y="174"/>
                  <a:pt x="19" y="174"/>
                  <a:pt x="18" y="174"/>
                </a:cubicBezTo>
                <a:cubicBezTo>
                  <a:pt x="17" y="174"/>
                  <a:pt x="14" y="174"/>
                  <a:pt x="13" y="174"/>
                </a:cubicBezTo>
                <a:cubicBezTo>
                  <a:pt x="12" y="174"/>
                  <a:pt x="10" y="174"/>
                  <a:pt x="9" y="175"/>
                </a:cubicBezTo>
                <a:cubicBezTo>
                  <a:pt x="8" y="175"/>
                  <a:pt x="7" y="177"/>
                  <a:pt x="7" y="177"/>
                </a:cubicBezTo>
                <a:cubicBezTo>
                  <a:pt x="6" y="178"/>
                  <a:pt x="6" y="180"/>
                  <a:pt x="5" y="181"/>
                </a:cubicBezTo>
                <a:cubicBezTo>
                  <a:pt x="5" y="181"/>
                  <a:pt x="5" y="183"/>
                  <a:pt x="5" y="184"/>
                </a:cubicBezTo>
                <a:cubicBezTo>
                  <a:pt x="5" y="184"/>
                  <a:pt x="5" y="185"/>
                  <a:pt x="6" y="185"/>
                </a:cubicBezTo>
                <a:cubicBezTo>
                  <a:pt x="6" y="185"/>
                  <a:pt x="7" y="185"/>
                  <a:pt x="7" y="186"/>
                </a:cubicBezTo>
                <a:cubicBezTo>
                  <a:pt x="8" y="187"/>
                  <a:pt x="9" y="189"/>
                  <a:pt x="8" y="189"/>
                </a:cubicBezTo>
                <a:cubicBezTo>
                  <a:pt x="7" y="190"/>
                  <a:pt x="6" y="191"/>
                  <a:pt x="5" y="190"/>
                </a:cubicBezTo>
                <a:cubicBezTo>
                  <a:pt x="5" y="190"/>
                  <a:pt x="5" y="189"/>
                  <a:pt x="4" y="189"/>
                </a:cubicBezTo>
                <a:cubicBezTo>
                  <a:pt x="4" y="189"/>
                  <a:pt x="3" y="189"/>
                  <a:pt x="2" y="189"/>
                </a:cubicBezTo>
                <a:cubicBezTo>
                  <a:pt x="2" y="189"/>
                  <a:pt x="0" y="190"/>
                  <a:pt x="0" y="191"/>
                </a:cubicBezTo>
                <a:cubicBezTo>
                  <a:pt x="0" y="191"/>
                  <a:pt x="0" y="191"/>
                  <a:pt x="0" y="192"/>
                </a:cubicBezTo>
                <a:cubicBezTo>
                  <a:pt x="1" y="193"/>
                  <a:pt x="3" y="195"/>
                  <a:pt x="3" y="195"/>
                </a:cubicBezTo>
                <a:cubicBezTo>
                  <a:pt x="3" y="195"/>
                  <a:pt x="7" y="199"/>
                  <a:pt x="7" y="199"/>
                </a:cubicBezTo>
                <a:cubicBezTo>
                  <a:pt x="7" y="199"/>
                  <a:pt x="9" y="200"/>
                  <a:pt x="9" y="200"/>
                </a:cubicBezTo>
                <a:cubicBezTo>
                  <a:pt x="11" y="199"/>
                  <a:pt x="11" y="199"/>
                  <a:pt x="11" y="199"/>
                </a:cubicBezTo>
                <a:cubicBezTo>
                  <a:pt x="11" y="199"/>
                  <a:pt x="12" y="200"/>
                  <a:pt x="12" y="200"/>
                </a:cubicBezTo>
                <a:cubicBezTo>
                  <a:pt x="12" y="200"/>
                  <a:pt x="13" y="203"/>
                  <a:pt x="14" y="204"/>
                </a:cubicBezTo>
                <a:cubicBezTo>
                  <a:pt x="14" y="204"/>
                  <a:pt x="16" y="205"/>
                  <a:pt x="16" y="205"/>
                </a:cubicBezTo>
                <a:cubicBezTo>
                  <a:pt x="16" y="205"/>
                  <a:pt x="22" y="205"/>
                  <a:pt x="23" y="205"/>
                </a:cubicBezTo>
                <a:cubicBezTo>
                  <a:pt x="23" y="205"/>
                  <a:pt x="22" y="206"/>
                  <a:pt x="22" y="206"/>
                </a:cubicBezTo>
                <a:cubicBezTo>
                  <a:pt x="22" y="206"/>
                  <a:pt x="23" y="207"/>
                  <a:pt x="23" y="208"/>
                </a:cubicBezTo>
                <a:cubicBezTo>
                  <a:pt x="23" y="208"/>
                  <a:pt x="26" y="209"/>
                  <a:pt x="26" y="209"/>
                </a:cubicBezTo>
                <a:cubicBezTo>
                  <a:pt x="26" y="209"/>
                  <a:pt x="25" y="211"/>
                  <a:pt x="25" y="211"/>
                </a:cubicBezTo>
                <a:cubicBezTo>
                  <a:pt x="25" y="211"/>
                  <a:pt x="25" y="213"/>
                  <a:pt x="26" y="213"/>
                </a:cubicBezTo>
                <a:cubicBezTo>
                  <a:pt x="26" y="213"/>
                  <a:pt x="31" y="213"/>
                  <a:pt x="31" y="213"/>
                </a:cubicBezTo>
                <a:cubicBezTo>
                  <a:pt x="32" y="215"/>
                  <a:pt x="32" y="215"/>
                  <a:pt x="32" y="215"/>
                </a:cubicBezTo>
                <a:cubicBezTo>
                  <a:pt x="39" y="215"/>
                  <a:pt x="39" y="215"/>
                  <a:pt x="39" y="215"/>
                </a:cubicBezTo>
                <a:cubicBezTo>
                  <a:pt x="39" y="215"/>
                  <a:pt x="41" y="216"/>
                  <a:pt x="41" y="216"/>
                </a:cubicBezTo>
                <a:cubicBezTo>
                  <a:pt x="41" y="216"/>
                  <a:pt x="44" y="216"/>
                  <a:pt x="44" y="216"/>
                </a:cubicBezTo>
                <a:cubicBezTo>
                  <a:pt x="44" y="216"/>
                  <a:pt x="45" y="213"/>
                  <a:pt x="45" y="213"/>
                </a:cubicBezTo>
                <a:cubicBezTo>
                  <a:pt x="45" y="213"/>
                  <a:pt x="47" y="212"/>
                  <a:pt x="47" y="212"/>
                </a:cubicBezTo>
                <a:cubicBezTo>
                  <a:pt x="47" y="212"/>
                  <a:pt x="49" y="213"/>
                  <a:pt x="49" y="213"/>
                </a:cubicBezTo>
                <a:cubicBezTo>
                  <a:pt x="49" y="213"/>
                  <a:pt x="52" y="216"/>
                  <a:pt x="53" y="216"/>
                </a:cubicBezTo>
                <a:cubicBezTo>
                  <a:pt x="53" y="216"/>
                  <a:pt x="56" y="219"/>
                  <a:pt x="56" y="219"/>
                </a:cubicBezTo>
                <a:cubicBezTo>
                  <a:pt x="57" y="219"/>
                  <a:pt x="58" y="220"/>
                  <a:pt x="58" y="220"/>
                </a:cubicBezTo>
                <a:cubicBezTo>
                  <a:pt x="59" y="220"/>
                  <a:pt x="64" y="222"/>
                  <a:pt x="64" y="222"/>
                </a:cubicBezTo>
                <a:cubicBezTo>
                  <a:pt x="67" y="221"/>
                  <a:pt x="67" y="221"/>
                  <a:pt x="67" y="221"/>
                </a:cubicBezTo>
                <a:cubicBezTo>
                  <a:pt x="68" y="222"/>
                  <a:pt x="68" y="222"/>
                  <a:pt x="68" y="222"/>
                </a:cubicBezTo>
                <a:cubicBezTo>
                  <a:pt x="68" y="222"/>
                  <a:pt x="70" y="224"/>
                  <a:pt x="70" y="224"/>
                </a:cubicBezTo>
                <a:cubicBezTo>
                  <a:pt x="70" y="224"/>
                  <a:pt x="71" y="224"/>
                  <a:pt x="71" y="224"/>
                </a:cubicBezTo>
                <a:cubicBezTo>
                  <a:pt x="71" y="223"/>
                  <a:pt x="71" y="223"/>
                  <a:pt x="71" y="223"/>
                </a:cubicBezTo>
                <a:cubicBezTo>
                  <a:pt x="73" y="223"/>
                  <a:pt x="73" y="223"/>
                  <a:pt x="73" y="223"/>
                </a:cubicBezTo>
                <a:cubicBezTo>
                  <a:pt x="74" y="225"/>
                  <a:pt x="74" y="225"/>
                  <a:pt x="74" y="225"/>
                </a:cubicBezTo>
                <a:cubicBezTo>
                  <a:pt x="74" y="226"/>
                  <a:pt x="74" y="226"/>
                  <a:pt x="74" y="226"/>
                </a:cubicBezTo>
                <a:cubicBezTo>
                  <a:pt x="76" y="226"/>
                  <a:pt x="76" y="226"/>
                  <a:pt x="76" y="226"/>
                </a:cubicBezTo>
                <a:cubicBezTo>
                  <a:pt x="81" y="231"/>
                  <a:pt x="81" y="231"/>
                  <a:pt x="81" y="231"/>
                </a:cubicBezTo>
                <a:cubicBezTo>
                  <a:pt x="81" y="231"/>
                  <a:pt x="81" y="233"/>
                  <a:pt x="81" y="233"/>
                </a:cubicBezTo>
                <a:cubicBezTo>
                  <a:pt x="81" y="233"/>
                  <a:pt x="82" y="234"/>
                  <a:pt x="82" y="234"/>
                </a:cubicBezTo>
                <a:cubicBezTo>
                  <a:pt x="82" y="234"/>
                  <a:pt x="82" y="235"/>
                  <a:pt x="82" y="235"/>
                </a:cubicBezTo>
                <a:cubicBezTo>
                  <a:pt x="81" y="235"/>
                  <a:pt x="82" y="236"/>
                  <a:pt x="82" y="236"/>
                </a:cubicBezTo>
                <a:cubicBezTo>
                  <a:pt x="82" y="236"/>
                  <a:pt x="82" y="237"/>
                  <a:pt x="82" y="237"/>
                </a:cubicBezTo>
                <a:cubicBezTo>
                  <a:pt x="82" y="237"/>
                  <a:pt x="84" y="238"/>
                  <a:pt x="84" y="238"/>
                </a:cubicBezTo>
                <a:cubicBezTo>
                  <a:pt x="85" y="238"/>
                  <a:pt x="85" y="238"/>
                  <a:pt x="85" y="238"/>
                </a:cubicBezTo>
                <a:cubicBezTo>
                  <a:pt x="87" y="237"/>
                  <a:pt x="87" y="237"/>
                  <a:pt x="87" y="237"/>
                </a:cubicBezTo>
                <a:cubicBezTo>
                  <a:pt x="87" y="238"/>
                  <a:pt x="87" y="238"/>
                  <a:pt x="87" y="238"/>
                </a:cubicBezTo>
                <a:cubicBezTo>
                  <a:pt x="87" y="238"/>
                  <a:pt x="89" y="240"/>
                  <a:pt x="89" y="240"/>
                </a:cubicBezTo>
                <a:cubicBezTo>
                  <a:pt x="89" y="240"/>
                  <a:pt x="89" y="241"/>
                  <a:pt x="89" y="241"/>
                </a:cubicBezTo>
                <a:cubicBezTo>
                  <a:pt x="89" y="242"/>
                  <a:pt x="91" y="242"/>
                  <a:pt x="91" y="242"/>
                </a:cubicBezTo>
                <a:cubicBezTo>
                  <a:pt x="91" y="242"/>
                  <a:pt x="92" y="241"/>
                  <a:pt x="92" y="241"/>
                </a:cubicBezTo>
                <a:cubicBezTo>
                  <a:pt x="92" y="241"/>
                  <a:pt x="93" y="242"/>
                  <a:pt x="93" y="242"/>
                </a:cubicBezTo>
                <a:cubicBezTo>
                  <a:pt x="93" y="242"/>
                  <a:pt x="94" y="243"/>
                  <a:pt x="94" y="244"/>
                </a:cubicBezTo>
                <a:cubicBezTo>
                  <a:pt x="94" y="244"/>
                  <a:pt x="94" y="245"/>
                  <a:pt x="94" y="245"/>
                </a:cubicBezTo>
                <a:cubicBezTo>
                  <a:pt x="94" y="245"/>
                  <a:pt x="96" y="247"/>
                  <a:pt x="96" y="247"/>
                </a:cubicBezTo>
                <a:cubicBezTo>
                  <a:pt x="95" y="250"/>
                  <a:pt x="95" y="250"/>
                  <a:pt x="95" y="250"/>
                </a:cubicBezTo>
                <a:cubicBezTo>
                  <a:pt x="95" y="250"/>
                  <a:pt x="96" y="250"/>
                  <a:pt x="96" y="251"/>
                </a:cubicBezTo>
                <a:cubicBezTo>
                  <a:pt x="97" y="251"/>
                  <a:pt x="98" y="251"/>
                  <a:pt x="98" y="252"/>
                </a:cubicBezTo>
                <a:cubicBezTo>
                  <a:pt x="98" y="252"/>
                  <a:pt x="99" y="252"/>
                  <a:pt x="99" y="252"/>
                </a:cubicBezTo>
                <a:cubicBezTo>
                  <a:pt x="101" y="250"/>
                  <a:pt x="101" y="250"/>
                  <a:pt x="101" y="250"/>
                </a:cubicBezTo>
                <a:cubicBezTo>
                  <a:pt x="101" y="250"/>
                  <a:pt x="102" y="251"/>
                  <a:pt x="102" y="251"/>
                </a:cubicBezTo>
                <a:cubicBezTo>
                  <a:pt x="102" y="252"/>
                  <a:pt x="102" y="253"/>
                  <a:pt x="102" y="253"/>
                </a:cubicBezTo>
                <a:cubicBezTo>
                  <a:pt x="102" y="253"/>
                  <a:pt x="103" y="254"/>
                  <a:pt x="103" y="255"/>
                </a:cubicBezTo>
                <a:cubicBezTo>
                  <a:pt x="103" y="255"/>
                  <a:pt x="103" y="256"/>
                  <a:pt x="103" y="256"/>
                </a:cubicBezTo>
                <a:cubicBezTo>
                  <a:pt x="103" y="256"/>
                  <a:pt x="103" y="257"/>
                  <a:pt x="103" y="257"/>
                </a:cubicBezTo>
                <a:cubicBezTo>
                  <a:pt x="102" y="257"/>
                  <a:pt x="102" y="258"/>
                  <a:pt x="101" y="258"/>
                </a:cubicBezTo>
                <a:cubicBezTo>
                  <a:pt x="101" y="259"/>
                  <a:pt x="101" y="259"/>
                  <a:pt x="102" y="260"/>
                </a:cubicBezTo>
                <a:cubicBezTo>
                  <a:pt x="102" y="260"/>
                  <a:pt x="103" y="261"/>
                  <a:pt x="103" y="261"/>
                </a:cubicBezTo>
                <a:cubicBezTo>
                  <a:pt x="103" y="261"/>
                  <a:pt x="104" y="261"/>
                  <a:pt x="104" y="261"/>
                </a:cubicBezTo>
                <a:cubicBezTo>
                  <a:pt x="104" y="261"/>
                  <a:pt x="105" y="262"/>
                  <a:pt x="105" y="262"/>
                </a:cubicBezTo>
                <a:cubicBezTo>
                  <a:pt x="105" y="263"/>
                  <a:pt x="106" y="262"/>
                  <a:pt x="106" y="262"/>
                </a:cubicBezTo>
                <a:cubicBezTo>
                  <a:pt x="107" y="262"/>
                  <a:pt x="108" y="262"/>
                  <a:pt x="108" y="262"/>
                </a:cubicBezTo>
                <a:cubicBezTo>
                  <a:pt x="109" y="262"/>
                  <a:pt x="109" y="262"/>
                  <a:pt x="109" y="262"/>
                </a:cubicBezTo>
                <a:cubicBezTo>
                  <a:pt x="109" y="262"/>
                  <a:pt x="110" y="263"/>
                  <a:pt x="111" y="262"/>
                </a:cubicBezTo>
                <a:cubicBezTo>
                  <a:pt x="111" y="262"/>
                  <a:pt x="112" y="261"/>
                  <a:pt x="112" y="261"/>
                </a:cubicBezTo>
                <a:cubicBezTo>
                  <a:pt x="112" y="261"/>
                  <a:pt x="114" y="262"/>
                  <a:pt x="114" y="262"/>
                </a:cubicBezTo>
                <a:cubicBezTo>
                  <a:pt x="115" y="263"/>
                  <a:pt x="115" y="264"/>
                  <a:pt x="115" y="264"/>
                </a:cubicBezTo>
                <a:cubicBezTo>
                  <a:pt x="115" y="264"/>
                  <a:pt x="117" y="262"/>
                  <a:pt x="117" y="262"/>
                </a:cubicBezTo>
                <a:cubicBezTo>
                  <a:pt x="117" y="262"/>
                  <a:pt x="118" y="263"/>
                  <a:pt x="118" y="263"/>
                </a:cubicBezTo>
                <a:cubicBezTo>
                  <a:pt x="118" y="263"/>
                  <a:pt x="119" y="263"/>
                  <a:pt x="120" y="263"/>
                </a:cubicBezTo>
                <a:cubicBezTo>
                  <a:pt x="120" y="263"/>
                  <a:pt x="120" y="262"/>
                  <a:pt x="120" y="262"/>
                </a:cubicBezTo>
                <a:cubicBezTo>
                  <a:pt x="120" y="262"/>
                  <a:pt x="121" y="261"/>
                  <a:pt x="121" y="261"/>
                </a:cubicBezTo>
                <a:cubicBezTo>
                  <a:pt x="121" y="261"/>
                  <a:pt x="122" y="262"/>
                  <a:pt x="122" y="262"/>
                </a:cubicBezTo>
                <a:cubicBezTo>
                  <a:pt x="122" y="262"/>
                  <a:pt x="123" y="262"/>
                  <a:pt x="123" y="261"/>
                </a:cubicBezTo>
                <a:cubicBezTo>
                  <a:pt x="123" y="261"/>
                  <a:pt x="124" y="260"/>
                  <a:pt x="124" y="259"/>
                </a:cubicBezTo>
                <a:cubicBezTo>
                  <a:pt x="124" y="259"/>
                  <a:pt x="125" y="258"/>
                  <a:pt x="125" y="258"/>
                </a:cubicBezTo>
                <a:cubicBezTo>
                  <a:pt x="125" y="258"/>
                  <a:pt x="127" y="257"/>
                  <a:pt x="127" y="257"/>
                </a:cubicBezTo>
                <a:cubicBezTo>
                  <a:pt x="127" y="259"/>
                  <a:pt x="127" y="259"/>
                  <a:pt x="127" y="259"/>
                </a:cubicBezTo>
                <a:cubicBezTo>
                  <a:pt x="127" y="259"/>
                  <a:pt x="129" y="259"/>
                  <a:pt x="130" y="259"/>
                </a:cubicBezTo>
                <a:cubicBezTo>
                  <a:pt x="130" y="259"/>
                  <a:pt x="131" y="261"/>
                  <a:pt x="131" y="261"/>
                </a:cubicBezTo>
                <a:cubicBezTo>
                  <a:pt x="131" y="260"/>
                  <a:pt x="131" y="260"/>
                  <a:pt x="131" y="260"/>
                </a:cubicBezTo>
                <a:cubicBezTo>
                  <a:pt x="131" y="260"/>
                  <a:pt x="132" y="261"/>
                  <a:pt x="132" y="261"/>
                </a:cubicBezTo>
                <a:cubicBezTo>
                  <a:pt x="132" y="261"/>
                  <a:pt x="133" y="262"/>
                  <a:pt x="133" y="262"/>
                </a:cubicBezTo>
                <a:cubicBezTo>
                  <a:pt x="133" y="262"/>
                  <a:pt x="134" y="261"/>
                  <a:pt x="134" y="261"/>
                </a:cubicBezTo>
                <a:cubicBezTo>
                  <a:pt x="134" y="261"/>
                  <a:pt x="135" y="261"/>
                  <a:pt x="135" y="261"/>
                </a:cubicBezTo>
                <a:cubicBezTo>
                  <a:pt x="136" y="262"/>
                  <a:pt x="136" y="262"/>
                  <a:pt x="136" y="262"/>
                </a:cubicBezTo>
                <a:cubicBezTo>
                  <a:pt x="136" y="262"/>
                  <a:pt x="137" y="261"/>
                  <a:pt x="137" y="261"/>
                </a:cubicBezTo>
                <a:cubicBezTo>
                  <a:pt x="138" y="261"/>
                  <a:pt x="138" y="260"/>
                  <a:pt x="138" y="260"/>
                </a:cubicBezTo>
                <a:cubicBezTo>
                  <a:pt x="139" y="260"/>
                  <a:pt x="139" y="260"/>
                  <a:pt x="139" y="260"/>
                </a:cubicBezTo>
                <a:cubicBezTo>
                  <a:pt x="140" y="258"/>
                  <a:pt x="140" y="258"/>
                  <a:pt x="140" y="258"/>
                </a:cubicBezTo>
                <a:cubicBezTo>
                  <a:pt x="141" y="258"/>
                  <a:pt x="141" y="258"/>
                  <a:pt x="141" y="258"/>
                </a:cubicBezTo>
                <a:cubicBezTo>
                  <a:pt x="142" y="259"/>
                  <a:pt x="142" y="259"/>
                  <a:pt x="142" y="259"/>
                </a:cubicBezTo>
                <a:cubicBezTo>
                  <a:pt x="146" y="262"/>
                  <a:pt x="146" y="262"/>
                  <a:pt x="146" y="262"/>
                </a:cubicBezTo>
                <a:cubicBezTo>
                  <a:pt x="146" y="263"/>
                  <a:pt x="146" y="263"/>
                  <a:pt x="146" y="263"/>
                </a:cubicBezTo>
                <a:cubicBezTo>
                  <a:pt x="148" y="262"/>
                  <a:pt x="148" y="262"/>
                  <a:pt x="148" y="262"/>
                </a:cubicBezTo>
                <a:cubicBezTo>
                  <a:pt x="148" y="262"/>
                  <a:pt x="148" y="263"/>
                  <a:pt x="149" y="263"/>
                </a:cubicBezTo>
                <a:cubicBezTo>
                  <a:pt x="149" y="263"/>
                  <a:pt x="149" y="264"/>
                  <a:pt x="150" y="264"/>
                </a:cubicBezTo>
                <a:cubicBezTo>
                  <a:pt x="150" y="264"/>
                  <a:pt x="151" y="265"/>
                  <a:pt x="151" y="265"/>
                </a:cubicBezTo>
                <a:cubicBezTo>
                  <a:pt x="151" y="265"/>
                  <a:pt x="152" y="264"/>
                  <a:pt x="152" y="264"/>
                </a:cubicBezTo>
                <a:cubicBezTo>
                  <a:pt x="152" y="264"/>
                  <a:pt x="153" y="264"/>
                  <a:pt x="153" y="265"/>
                </a:cubicBezTo>
                <a:cubicBezTo>
                  <a:pt x="153" y="265"/>
                  <a:pt x="153" y="266"/>
                  <a:pt x="154" y="266"/>
                </a:cubicBezTo>
                <a:cubicBezTo>
                  <a:pt x="154" y="266"/>
                  <a:pt x="154" y="267"/>
                  <a:pt x="154" y="267"/>
                </a:cubicBezTo>
                <a:cubicBezTo>
                  <a:pt x="156" y="267"/>
                  <a:pt x="156" y="267"/>
                  <a:pt x="156" y="267"/>
                </a:cubicBezTo>
                <a:cubicBezTo>
                  <a:pt x="156" y="269"/>
                  <a:pt x="156" y="269"/>
                  <a:pt x="156" y="269"/>
                </a:cubicBezTo>
                <a:cubicBezTo>
                  <a:pt x="144" y="286"/>
                  <a:pt x="144" y="286"/>
                  <a:pt x="144" y="286"/>
                </a:cubicBezTo>
                <a:cubicBezTo>
                  <a:pt x="144" y="286"/>
                  <a:pt x="148" y="288"/>
                  <a:pt x="148" y="288"/>
                </a:cubicBezTo>
                <a:cubicBezTo>
                  <a:pt x="148" y="288"/>
                  <a:pt x="149" y="287"/>
                  <a:pt x="149" y="287"/>
                </a:cubicBezTo>
                <a:cubicBezTo>
                  <a:pt x="149" y="287"/>
                  <a:pt x="151" y="286"/>
                  <a:pt x="151" y="286"/>
                </a:cubicBezTo>
                <a:cubicBezTo>
                  <a:pt x="152" y="287"/>
                  <a:pt x="152" y="287"/>
                  <a:pt x="152" y="287"/>
                </a:cubicBezTo>
                <a:cubicBezTo>
                  <a:pt x="158" y="293"/>
                  <a:pt x="158" y="293"/>
                  <a:pt x="158" y="293"/>
                </a:cubicBezTo>
                <a:cubicBezTo>
                  <a:pt x="167" y="246"/>
                  <a:pt x="167" y="246"/>
                  <a:pt x="167" y="246"/>
                </a:cubicBezTo>
                <a:lnTo>
                  <a:pt x="167" y="239"/>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2076" name="Freeform 15"/>
          <p:cNvSpPr>
            <a:spLocks noEditPoints="1"/>
          </p:cNvSpPr>
          <p:nvPr/>
        </p:nvSpPr>
        <p:spPr bwMode="auto">
          <a:xfrm>
            <a:off x="8158163" y="3176588"/>
            <a:ext cx="617537" cy="3341687"/>
          </a:xfrm>
          <a:custGeom>
            <a:avLst/>
            <a:gdLst>
              <a:gd name="T0" fmla="*/ 141042 w 162"/>
              <a:gd name="T1" fmla="*/ 1950905 h 877"/>
              <a:gd name="T2" fmla="*/ 476495 w 162"/>
              <a:gd name="T3" fmla="*/ 232432 h 877"/>
              <a:gd name="T4" fmla="*/ 369760 w 162"/>
              <a:gd name="T5" fmla="*/ 236242 h 877"/>
              <a:gd name="T6" fmla="*/ 327828 w 162"/>
              <a:gd name="T7" fmla="*/ 678244 h 877"/>
              <a:gd name="T8" fmla="*/ 259213 w 162"/>
              <a:gd name="T9" fmla="*/ 1226936 h 877"/>
              <a:gd name="T10" fmla="*/ 148666 w 162"/>
              <a:gd name="T11" fmla="*/ 1726094 h 877"/>
              <a:gd name="T12" fmla="*/ 221093 w 162"/>
              <a:gd name="T13" fmla="*/ 1947095 h 877"/>
              <a:gd name="T14" fmla="*/ 179162 w 162"/>
              <a:gd name="T15" fmla="*/ 2091888 h 877"/>
              <a:gd name="T16" fmla="*/ 160102 w 162"/>
              <a:gd name="T17" fmla="*/ 2202389 h 877"/>
              <a:gd name="T18" fmla="*/ 144854 w 162"/>
              <a:gd name="T19" fmla="*/ 2301458 h 877"/>
              <a:gd name="T20" fmla="*/ 64803 w 162"/>
              <a:gd name="T21" fmla="*/ 2270975 h 877"/>
              <a:gd name="T22" fmla="*/ 60991 w 162"/>
              <a:gd name="T23" fmla="*/ 2362424 h 877"/>
              <a:gd name="T24" fmla="*/ 110547 w 162"/>
              <a:gd name="T25" fmla="*/ 2469114 h 877"/>
              <a:gd name="T26" fmla="*/ 95299 w 162"/>
              <a:gd name="T27" fmla="*/ 2526270 h 877"/>
              <a:gd name="T28" fmla="*/ 49555 w 162"/>
              <a:gd name="T29" fmla="*/ 2564373 h 877"/>
              <a:gd name="T30" fmla="*/ 114359 w 162"/>
              <a:gd name="T31" fmla="*/ 2632960 h 877"/>
              <a:gd name="T32" fmla="*/ 106735 w 162"/>
              <a:gd name="T33" fmla="*/ 2758702 h 877"/>
              <a:gd name="T34" fmla="*/ 129607 w 162"/>
              <a:gd name="T35" fmla="*/ 2827288 h 877"/>
              <a:gd name="T36" fmla="*/ 179162 w 162"/>
              <a:gd name="T37" fmla="*/ 2880633 h 877"/>
              <a:gd name="T38" fmla="*/ 137230 w 162"/>
              <a:gd name="T39" fmla="*/ 2998754 h 877"/>
              <a:gd name="T40" fmla="*/ 186786 w 162"/>
              <a:gd name="T41" fmla="*/ 3017806 h 877"/>
              <a:gd name="T42" fmla="*/ 243965 w 162"/>
              <a:gd name="T43" fmla="*/ 3040668 h 877"/>
              <a:gd name="T44" fmla="*/ 438375 w 162"/>
              <a:gd name="T45" fmla="*/ 2918737 h 877"/>
              <a:gd name="T46" fmla="*/ 148666 w 162"/>
              <a:gd name="T47" fmla="*/ 2701546 h 877"/>
              <a:gd name="T48" fmla="*/ 278273 w 162"/>
              <a:gd name="T49" fmla="*/ 2236682 h 877"/>
              <a:gd name="T50" fmla="*/ 263025 w 162"/>
              <a:gd name="T51" fmla="*/ 1889939 h 877"/>
              <a:gd name="T52" fmla="*/ 301145 w 162"/>
              <a:gd name="T53" fmla="*/ 1474610 h 877"/>
              <a:gd name="T54" fmla="*/ 358324 w 162"/>
              <a:gd name="T55" fmla="*/ 1078332 h 877"/>
              <a:gd name="T56" fmla="*/ 487930 w 162"/>
              <a:gd name="T57" fmla="*/ 552502 h 877"/>
              <a:gd name="T58" fmla="*/ 392632 w 162"/>
              <a:gd name="T59" fmla="*/ 3082582 h 877"/>
              <a:gd name="T60" fmla="*/ 350700 w 162"/>
              <a:gd name="T61" fmla="*/ 3074962 h 877"/>
              <a:gd name="T62" fmla="*/ 274461 w 162"/>
              <a:gd name="T63" fmla="*/ 3189273 h 877"/>
              <a:gd name="T64" fmla="*/ 556546 w 162"/>
              <a:gd name="T65" fmla="*/ 3273100 h 877"/>
              <a:gd name="T66" fmla="*/ 385008 w 162"/>
              <a:gd name="T67" fmla="*/ 3246428 h 877"/>
              <a:gd name="T68" fmla="*/ 518426 w 162"/>
              <a:gd name="T69" fmla="*/ 3307394 h 877"/>
              <a:gd name="T70" fmla="*/ 270649 w 162"/>
              <a:gd name="T71" fmla="*/ 3116876 h 877"/>
              <a:gd name="T72" fmla="*/ 297333 w 162"/>
              <a:gd name="T73" fmla="*/ 3147359 h 877"/>
              <a:gd name="T74" fmla="*/ 350700 w 162"/>
              <a:gd name="T75" fmla="*/ 3254049 h 877"/>
              <a:gd name="T76" fmla="*/ 308769 w 162"/>
              <a:gd name="T77" fmla="*/ 3223566 h 877"/>
              <a:gd name="T78" fmla="*/ 179162 w 162"/>
              <a:gd name="T79" fmla="*/ 3097824 h 877"/>
              <a:gd name="T80" fmla="*/ 190598 w 162"/>
              <a:gd name="T81" fmla="*/ 3071151 h 877"/>
              <a:gd name="T82" fmla="*/ 160102 w 162"/>
              <a:gd name="T83" fmla="*/ 3048289 h 877"/>
              <a:gd name="T84" fmla="*/ 121983 w 162"/>
              <a:gd name="T85" fmla="*/ 2914927 h 877"/>
              <a:gd name="T86" fmla="*/ 80051 w 162"/>
              <a:gd name="T87" fmla="*/ 2865392 h 877"/>
              <a:gd name="T88" fmla="*/ 60991 w 162"/>
              <a:gd name="T89" fmla="*/ 2865392 h 877"/>
              <a:gd name="T90" fmla="*/ 76239 w 162"/>
              <a:gd name="T91" fmla="*/ 2888254 h 877"/>
              <a:gd name="T92" fmla="*/ 41932 w 162"/>
              <a:gd name="T93" fmla="*/ 2823478 h 877"/>
              <a:gd name="T94" fmla="*/ 80051 w 162"/>
              <a:gd name="T95" fmla="*/ 2819667 h 877"/>
              <a:gd name="T96" fmla="*/ 83863 w 162"/>
              <a:gd name="T97" fmla="*/ 2743460 h 877"/>
              <a:gd name="T98" fmla="*/ 22872 w 162"/>
              <a:gd name="T99" fmla="*/ 2754891 h 877"/>
              <a:gd name="T100" fmla="*/ 26684 w 162"/>
              <a:gd name="T101" fmla="*/ 2724408 h 877"/>
              <a:gd name="T102" fmla="*/ 7624 w 162"/>
              <a:gd name="T103" fmla="*/ 2526270 h 877"/>
              <a:gd name="T104" fmla="*/ 64803 w 162"/>
              <a:gd name="T105" fmla="*/ 2476735 h 877"/>
              <a:gd name="T106" fmla="*/ 45743 w 162"/>
              <a:gd name="T107" fmla="*/ 2457683 h 877"/>
              <a:gd name="T108" fmla="*/ 83863 w 162"/>
              <a:gd name="T109" fmla="*/ 2232872 h 877"/>
              <a:gd name="T110" fmla="*/ 110547 w 162"/>
              <a:gd name="T111" fmla="*/ 2194768 h 877"/>
              <a:gd name="T112" fmla="*/ 175350 w 162"/>
              <a:gd name="T113" fmla="*/ 2133802 h 877"/>
              <a:gd name="T114" fmla="*/ 114359 w 162"/>
              <a:gd name="T115" fmla="*/ 2152854 h 877"/>
              <a:gd name="T116" fmla="*/ 125795 w 162"/>
              <a:gd name="T117" fmla="*/ 2171906 h 877"/>
              <a:gd name="T118" fmla="*/ 114359 w 162"/>
              <a:gd name="T119" fmla="*/ 2149044 h 877"/>
              <a:gd name="T120" fmla="*/ 121983 w 162"/>
              <a:gd name="T121" fmla="*/ 2091888 h 877"/>
              <a:gd name="T122" fmla="*/ 526050 w 162"/>
              <a:gd name="T123" fmla="*/ 3330256 h 877"/>
              <a:gd name="T124" fmla="*/ 567982 w 162"/>
              <a:gd name="T125" fmla="*/ 3334066 h 8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2" h="877">
                <a:moveTo>
                  <a:pt x="23" y="533"/>
                </a:moveTo>
                <a:cubicBezTo>
                  <a:pt x="23" y="532"/>
                  <a:pt x="23" y="531"/>
                  <a:pt x="24" y="531"/>
                </a:cubicBezTo>
                <a:cubicBezTo>
                  <a:pt x="24" y="530"/>
                  <a:pt x="24" y="530"/>
                  <a:pt x="25" y="530"/>
                </a:cubicBezTo>
                <a:cubicBezTo>
                  <a:pt x="25" y="529"/>
                  <a:pt x="25" y="528"/>
                  <a:pt x="25" y="528"/>
                </a:cubicBezTo>
                <a:cubicBezTo>
                  <a:pt x="26" y="527"/>
                  <a:pt x="26" y="526"/>
                  <a:pt x="26" y="525"/>
                </a:cubicBezTo>
                <a:cubicBezTo>
                  <a:pt x="27" y="525"/>
                  <a:pt x="27" y="524"/>
                  <a:pt x="27" y="524"/>
                </a:cubicBezTo>
                <a:cubicBezTo>
                  <a:pt x="27" y="523"/>
                  <a:pt x="27" y="522"/>
                  <a:pt x="27" y="522"/>
                </a:cubicBezTo>
                <a:cubicBezTo>
                  <a:pt x="27" y="521"/>
                  <a:pt x="27" y="520"/>
                  <a:pt x="27" y="520"/>
                </a:cubicBezTo>
                <a:cubicBezTo>
                  <a:pt x="27" y="519"/>
                  <a:pt x="27" y="519"/>
                  <a:pt x="27" y="518"/>
                </a:cubicBezTo>
                <a:cubicBezTo>
                  <a:pt x="27" y="518"/>
                  <a:pt x="28" y="518"/>
                  <a:pt x="28" y="518"/>
                </a:cubicBezTo>
                <a:cubicBezTo>
                  <a:pt x="28" y="517"/>
                  <a:pt x="28" y="516"/>
                  <a:pt x="28" y="516"/>
                </a:cubicBezTo>
                <a:cubicBezTo>
                  <a:pt x="27" y="516"/>
                  <a:pt x="27" y="516"/>
                  <a:pt x="27" y="515"/>
                </a:cubicBezTo>
                <a:cubicBezTo>
                  <a:pt x="27" y="515"/>
                  <a:pt x="27" y="515"/>
                  <a:pt x="27" y="515"/>
                </a:cubicBezTo>
                <a:cubicBezTo>
                  <a:pt x="27" y="513"/>
                  <a:pt x="26" y="511"/>
                  <a:pt x="27" y="510"/>
                </a:cubicBezTo>
                <a:cubicBezTo>
                  <a:pt x="27" y="509"/>
                  <a:pt x="27" y="508"/>
                  <a:pt x="27" y="508"/>
                </a:cubicBezTo>
                <a:cubicBezTo>
                  <a:pt x="27" y="507"/>
                  <a:pt x="28" y="507"/>
                  <a:pt x="28" y="507"/>
                </a:cubicBezTo>
                <a:cubicBezTo>
                  <a:pt x="29" y="506"/>
                  <a:pt x="29" y="505"/>
                  <a:pt x="30" y="504"/>
                </a:cubicBezTo>
                <a:cubicBezTo>
                  <a:pt x="30" y="504"/>
                  <a:pt x="30" y="503"/>
                  <a:pt x="30" y="502"/>
                </a:cubicBezTo>
                <a:cubicBezTo>
                  <a:pt x="30" y="501"/>
                  <a:pt x="30" y="501"/>
                  <a:pt x="30" y="500"/>
                </a:cubicBezTo>
                <a:cubicBezTo>
                  <a:pt x="29" y="500"/>
                  <a:pt x="29" y="499"/>
                  <a:pt x="29" y="499"/>
                </a:cubicBezTo>
                <a:cubicBezTo>
                  <a:pt x="29" y="499"/>
                  <a:pt x="29" y="498"/>
                  <a:pt x="30" y="498"/>
                </a:cubicBezTo>
                <a:cubicBezTo>
                  <a:pt x="30" y="498"/>
                  <a:pt x="30" y="497"/>
                  <a:pt x="30" y="497"/>
                </a:cubicBezTo>
                <a:cubicBezTo>
                  <a:pt x="30" y="497"/>
                  <a:pt x="31" y="498"/>
                  <a:pt x="31" y="498"/>
                </a:cubicBezTo>
                <a:cubicBezTo>
                  <a:pt x="31" y="498"/>
                  <a:pt x="31" y="499"/>
                  <a:pt x="31" y="499"/>
                </a:cubicBezTo>
                <a:cubicBezTo>
                  <a:pt x="31" y="499"/>
                  <a:pt x="32" y="499"/>
                  <a:pt x="32" y="499"/>
                </a:cubicBezTo>
                <a:cubicBezTo>
                  <a:pt x="32" y="499"/>
                  <a:pt x="32" y="499"/>
                  <a:pt x="32" y="499"/>
                </a:cubicBezTo>
                <a:cubicBezTo>
                  <a:pt x="33" y="500"/>
                  <a:pt x="33" y="500"/>
                  <a:pt x="33" y="500"/>
                </a:cubicBezTo>
                <a:cubicBezTo>
                  <a:pt x="34" y="500"/>
                  <a:pt x="34" y="501"/>
                  <a:pt x="34" y="501"/>
                </a:cubicBezTo>
                <a:cubicBezTo>
                  <a:pt x="34" y="501"/>
                  <a:pt x="34" y="501"/>
                  <a:pt x="34" y="501"/>
                </a:cubicBezTo>
                <a:cubicBezTo>
                  <a:pt x="34" y="500"/>
                  <a:pt x="34" y="500"/>
                  <a:pt x="34" y="500"/>
                </a:cubicBezTo>
                <a:cubicBezTo>
                  <a:pt x="34" y="500"/>
                  <a:pt x="34" y="499"/>
                  <a:pt x="34" y="499"/>
                </a:cubicBezTo>
                <a:cubicBezTo>
                  <a:pt x="35" y="499"/>
                  <a:pt x="35" y="498"/>
                  <a:pt x="35" y="498"/>
                </a:cubicBezTo>
                <a:cubicBezTo>
                  <a:pt x="36" y="498"/>
                  <a:pt x="36" y="498"/>
                  <a:pt x="37" y="499"/>
                </a:cubicBezTo>
                <a:cubicBezTo>
                  <a:pt x="37" y="499"/>
                  <a:pt x="37" y="499"/>
                  <a:pt x="38" y="498"/>
                </a:cubicBezTo>
                <a:cubicBezTo>
                  <a:pt x="38" y="498"/>
                  <a:pt x="38" y="498"/>
                  <a:pt x="38" y="498"/>
                </a:cubicBezTo>
                <a:cubicBezTo>
                  <a:pt x="38" y="498"/>
                  <a:pt x="38" y="499"/>
                  <a:pt x="38" y="499"/>
                </a:cubicBezTo>
                <a:cubicBezTo>
                  <a:pt x="38" y="499"/>
                  <a:pt x="39" y="499"/>
                  <a:pt x="39" y="499"/>
                </a:cubicBezTo>
                <a:cubicBezTo>
                  <a:pt x="39" y="499"/>
                  <a:pt x="39" y="499"/>
                  <a:pt x="39" y="499"/>
                </a:cubicBezTo>
                <a:cubicBezTo>
                  <a:pt x="39" y="500"/>
                  <a:pt x="38" y="501"/>
                  <a:pt x="38" y="501"/>
                </a:cubicBezTo>
                <a:cubicBezTo>
                  <a:pt x="38" y="502"/>
                  <a:pt x="39" y="502"/>
                  <a:pt x="39" y="503"/>
                </a:cubicBezTo>
                <a:cubicBezTo>
                  <a:pt x="40" y="503"/>
                  <a:pt x="40" y="504"/>
                  <a:pt x="40" y="504"/>
                </a:cubicBezTo>
                <a:cubicBezTo>
                  <a:pt x="41" y="505"/>
                  <a:pt x="40" y="506"/>
                  <a:pt x="40" y="506"/>
                </a:cubicBezTo>
                <a:cubicBezTo>
                  <a:pt x="40" y="506"/>
                  <a:pt x="39" y="506"/>
                  <a:pt x="39" y="506"/>
                </a:cubicBezTo>
                <a:cubicBezTo>
                  <a:pt x="39" y="506"/>
                  <a:pt x="39" y="506"/>
                  <a:pt x="39" y="506"/>
                </a:cubicBezTo>
                <a:cubicBezTo>
                  <a:pt x="39" y="506"/>
                  <a:pt x="39" y="507"/>
                  <a:pt x="39" y="507"/>
                </a:cubicBezTo>
                <a:cubicBezTo>
                  <a:pt x="40" y="507"/>
                  <a:pt x="40" y="507"/>
                  <a:pt x="41" y="507"/>
                </a:cubicBezTo>
                <a:cubicBezTo>
                  <a:pt x="41" y="507"/>
                  <a:pt x="41" y="507"/>
                  <a:pt x="41" y="507"/>
                </a:cubicBezTo>
                <a:cubicBezTo>
                  <a:pt x="41" y="507"/>
                  <a:pt x="41" y="507"/>
                  <a:pt x="41" y="507"/>
                </a:cubicBezTo>
                <a:cubicBezTo>
                  <a:pt x="41" y="508"/>
                  <a:pt x="41" y="509"/>
                  <a:pt x="41" y="510"/>
                </a:cubicBezTo>
                <a:cubicBezTo>
                  <a:pt x="41" y="510"/>
                  <a:pt x="41" y="510"/>
                  <a:pt x="41" y="511"/>
                </a:cubicBezTo>
                <a:cubicBezTo>
                  <a:pt x="41" y="511"/>
                  <a:pt x="40" y="511"/>
                  <a:pt x="40" y="511"/>
                </a:cubicBezTo>
                <a:cubicBezTo>
                  <a:pt x="39" y="511"/>
                  <a:pt x="39" y="511"/>
                  <a:pt x="38" y="511"/>
                </a:cubicBezTo>
                <a:cubicBezTo>
                  <a:pt x="38" y="511"/>
                  <a:pt x="38" y="511"/>
                  <a:pt x="38" y="511"/>
                </a:cubicBezTo>
                <a:cubicBezTo>
                  <a:pt x="37" y="511"/>
                  <a:pt x="38" y="511"/>
                  <a:pt x="38" y="512"/>
                </a:cubicBezTo>
                <a:cubicBezTo>
                  <a:pt x="38" y="512"/>
                  <a:pt x="39" y="512"/>
                  <a:pt x="39" y="512"/>
                </a:cubicBezTo>
                <a:cubicBezTo>
                  <a:pt x="39" y="513"/>
                  <a:pt x="40" y="513"/>
                  <a:pt x="40" y="514"/>
                </a:cubicBezTo>
                <a:cubicBezTo>
                  <a:pt x="40" y="514"/>
                  <a:pt x="39" y="514"/>
                  <a:pt x="39" y="514"/>
                </a:cubicBezTo>
                <a:cubicBezTo>
                  <a:pt x="39" y="514"/>
                  <a:pt x="39" y="514"/>
                  <a:pt x="39" y="514"/>
                </a:cubicBezTo>
                <a:cubicBezTo>
                  <a:pt x="39" y="513"/>
                  <a:pt x="38" y="513"/>
                  <a:pt x="38" y="513"/>
                </a:cubicBezTo>
                <a:cubicBezTo>
                  <a:pt x="37" y="512"/>
                  <a:pt x="37" y="512"/>
                  <a:pt x="37" y="512"/>
                </a:cubicBezTo>
                <a:cubicBezTo>
                  <a:pt x="36" y="512"/>
                  <a:pt x="36" y="512"/>
                  <a:pt x="36" y="513"/>
                </a:cubicBezTo>
                <a:cubicBezTo>
                  <a:pt x="36" y="513"/>
                  <a:pt x="36" y="513"/>
                  <a:pt x="37" y="514"/>
                </a:cubicBezTo>
                <a:cubicBezTo>
                  <a:pt x="37" y="514"/>
                  <a:pt x="37" y="514"/>
                  <a:pt x="37" y="515"/>
                </a:cubicBezTo>
                <a:cubicBezTo>
                  <a:pt x="37" y="515"/>
                  <a:pt x="37" y="515"/>
                  <a:pt x="37" y="515"/>
                </a:cubicBezTo>
                <a:cubicBezTo>
                  <a:pt x="36" y="515"/>
                  <a:pt x="36" y="516"/>
                  <a:pt x="35" y="516"/>
                </a:cubicBezTo>
                <a:cubicBezTo>
                  <a:pt x="35" y="516"/>
                  <a:pt x="34" y="516"/>
                  <a:pt x="34" y="516"/>
                </a:cubicBezTo>
                <a:cubicBezTo>
                  <a:pt x="34" y="517"/>
                  <a:pt x="34" y="517"/>
                  <a:pt x="34" y="518"/>
                </a:cubicBezTo>
                <a:cubicBezTo>
                  <a:pt x="34" y="518"/>
                  <a:pt x="35" y="518"/>
                  <a:pt x="35" y="518"/>
                </a:cubicBezTo>
                <a:cubicBezTo>
                  <a:pt x="36" y="519"/>
                  <a:pt x="37" y="519"/>
                  <a:pt x="38" y="520"/>
                </a:cubicBezTo>
                <a:cubicBezTo>
                  <a:pt x="38" y="521"/>
                  <a:pt x="39" y="522"/>
                  <a:pt x="39" y="523"/>
                </a:cubicBezTo>
                <a:cubicBezTo>
                  <a:pt x="39" y="523"/>
                  <a:pt x="39" y="524"/>
                  <a:pt x="38" y="524"/>
                </a:cubicBezTo>
                <a:cubicBezTo>
                  <a:pt x="38" y="524"/>
                  <a:pt x="38" y="523"/>
                  <a:pt x="37" y="523"/>
                </a:cubicBezTo>
                <a:cubicBezTo>
                  <a:pt x="37" y="523"/>
                  <a:pt x="37" y="524"/>
                  <a:pt x="37" y="524"/>
                </a:cubicBezTo>
                <a:cubicBezTo>
                  <a:pt x="37" y="524"/>
                  <a:pt x="37" y="524"/>
                  <a:pt x="38" y="525"/>
                </a:cubicBezTo>
                <a:cubicBezTo>
                  <a:pt x="38" y="525"/>
                  <a:pt x="38" y="525"/>
                  <a:pt x="38" y="526"/>
                </a:cubicBezTo>
                <a:cubicBezTo>
                  <a:pt x="38" y="526"/>
                  <a:pt x="38" y="527"/>
                  <a:pt x="38" y="527"/>
                </a:cubicBezTo>
                <a:cubicBezTo>
                  <a:pt x="38" y="527"/>
                  <a:pt x="39" y="528"/>
                  <a:pt x="39" y="528"/>
                </a:cubicBezTo>
                <a:cubicBezTo>
                  <a:pt x="39" y="528"/>
                  <a:pt x="39" y="529"/>
                  <a:pt x="38" y="529"/>
                </a:cubicBezTo>
                <a:cubicBezTo>
                  <a:pt x="38" y="529"/>
                  <a:pt x="37" y="529"/>
                  <a:pt x="37" y="529"/>
                </a:cubicBezTo>
                <a:cubicBezTo>
                  <a:pt x="36" y="529"/>
                  <a:pt x="36" y="530"/>
                  <a:pt x="36" y="530"/>
                </a:cubicBezTo>
                <a:cubicBezTo>
                  <a:pt x="35" y="530"/>
                  <a:pt x="35" y="529"/>
                  <a:pt x="35" y="530"/>
                </a:cubicBezTo>
                <a:cubicBezTo>
                  <a:pt x="34" y="530"/>
                  <a:pt x="34" y="530"/>
                  <a:pt x="34" y="530"/>
                </a:cubicBezTo>
                <a:cubicBezTo>
                  <a:pt x="34" y="531"/>
                  <a:pt x="35" y="531"/>
                  <a:pt x="35" y="531"/>
                </a:cubicBezTo>
                <a:cubicBezTo>
                  <a:pt x="35" y="531"/>
                  <a:pt x="36" y="531"/>
                  <a:pt x="36" y="532"/>
                </a:cubicBezTo>
                <a:cubicBezTo>
                  <a:pt x="36" y="532"/>
                  <a:pt x="36" y="533"/>
                  <a:pt x="36" y="533"/>
                </a:cubicBezTo>
                <a:cubicBezTo>
                  <a:pt x="36" y="533"/>
                  <a:pt x="36" y="534"/>
                  <a:pt x="36" y="534"/>
                </a:cubicBezTo>
                <a:cubicBezTo>
                  <a:pt x="36" y="534"/>
                  <a:pt x="36" y="534"/>
                  <a:pt x="36" y="535"/>
                </a:cubicBezTo>
                <a:cubicBezTo>
                  <a:pt x="36" y="535"/>
                  <a:pt x="36" y="535"/>
                  <a:pt x="36" y="536"/>
                </a:cubicBezTo>
                <a:cubicBezTo>
                  <a:pt x="36" y="536"/>
                  <a:pt x="36" y="536"/>
                  <a:pt x="36" y="536"/>
                </a:cubicBezTo>
                <a:cubicBezTo>
                  <a:pt x="36" y="536"/>
                  <a:pt x="36" y="536"/>
                  <a:pt x="36" y="536"/>
                </a:cubicBezTo>
                <a:cubicBezTo>
                  <a:pt x="35" y="536"/>
                  <a:pt x="34" y="536"/>
                  <a:pt x="33" y="536"/>
                </a:cubicBezTo>
                <a:cubicBezTo>
                  <a:pt x="33" y="536"/>
                  <a:pt x="33" y="536"/>
                  <a:pt x="33" y="536"/>
                </a:cubicBezTo>
                <a:cubicBezTo>
                  <a:pt x="32" y="536"/>
                  <a:pt x="32" y="536"/>
                  <a:pt x="32" y="536"/>
                </a:cubicBezTo>
                <a:cubicBezTo>
                  <a:pt x="32" y="535"/>
                  <a:pt x="32" y="535"/>
                  <a:pt x="31" y="535"/>
                </a:cubicBezTo>
                <a:cubicBezTo>
                  <a:pt x="31" y="535"/>
                  <a:pt x="30" y="535"/>
                  <a:pt x="30" y="535"/>
                </a:cubicBezTo>
                <a:cubicBezTo>
                  <a:pt x="30" y="535"/>
                  <a:pt x="29" y="535"/>
                  <a:pt x="29" y="536"/>
                </a:cubicBezTo>
                <a:cubicBezTo>
                  <a:pt x="29" y="536"/>
                  <a:pt x="29" y="536"/>
                  <a:pt x="28" y="536"/>
                </a:cubicBezTo>
                <a:cubicBezTo>
                  <a:pt x="28" y="536"/>
                  <a:pt x="28" y="536"/>
                  <a:pt x="28" y="535"/>
                </a:cubicBezTo>
                <a:cubicBezTo>
                  <a:pt x="28" y="535"/>
                  <a:pt x="27" y="535"/>
                  <a:pt x="26" y="535"/>
                </a:cubicBezTo>
                <a:cubicBezTo>
                  <a:pt x="25" y="534"/>
                  <a:pt x="24" y="534"/>
                  <a:pt x="23" y="533"/>
                </a:cubicBezTo>
                <a:close/>
                <a:moveTo>
                  <a:pt x="149" y="100"/>
                </a:moveTo>
                <a:cubicBezTo>
                  <a:pt x="148" y="100"/>
                  <a:pt x="148" y="100"/>
                  <a:pt x="148" y="100"/>
                </a:cubicBezTo>
                <a:cubicBezTo>
                  <a:pt x="148" y="100"/>
                  <a:pt x="145" y="101"/>
                  <a:pt x="145" y="101"/>
                </a:cubicBezTo>
                <a:cubicBezTo>
                  <a:pt x="145" y="101"/>
                  <a:pt x="142" y="102"/>
                  <a:pt x="142" y="102"/>
                </a:cubicBezTo>
                <a:cubicBezTo>
                  <a:pt x="142" y="102"/>
                  <a:pt x="141" y="101"/>
                  <a:pt x="140" y="101"/>
                </a:cubicBezTo>
                <a:cubicBezTo>
                  <a:pt x="140" y="101"/>
                  <a:pt x="138" y="101"/>
                  <a:pt x="138" y="100"/>
                </a:cubicBezTo>
                <a:cubicBezTo>
                  <a:pt x="137" y="100"/>
                  <a:pt x="136" y="100"/>
                  <a:pt x="137" y="100"/>
                </a:cubicBezTo>
                <a:cubicBezTo>
                  <a:pt x="137" y="99"/>
                  <a:pt x="137" y="97"/>
                  <a:pt x="137" y="96"/>
                </a:cubicBezTo>
                <a:cubicBezTo>
                  <a:pt x="137" y="96"/>
                  <a:pt x="138" y="95"/>
                  <a:pt x="138" y="95"/>
                </a:cubicBezTo>
                <a:cubicBezTo>
                  <a:pt x="138" y="95"/>
                  <a:pt x="137" y="93"/>
                  <a:pt x="136" y="93"/>
                </a:cubicBezTo>
                <a:cubicBezTo>
                  <a:pt x="136" y="93"/>
                  <a:pt x="136" y="92"/>
                  <a:pt x="136" y="91"/>
                </a:cubicBezTo>
                <a:cubicBezTo>
                  <a:pt x="136" y="91"/>
                  <a:pt x="136" y="86"/>
                  <a:pt x="136" y="86"/>
                </a:cubicBezTo>
                <a:cubicBezTo>
                  <a:pt x="136" y="86"/>
                  <a:pt x="134" y="84"/>
                  <a:pt x="134" y="84"/>
                </a:cubicBezTo>
                <a:cubicBezTo>
                  <a:pt x="134" y="84"/>
                  <a:pt x="134" y="82"/>
                  <a:pt x="134" y="81"/>
                </a:cubicBezTo>
                <a:cubicBezTo>
                  <a:pt x="134" y="81"/>
                  <a:pt x="134" y="80"/>
                  <a:pt x="134" y="80"/>
                </a:cubicBezTo>
                <a:cubicBezTo>
                  <a:pt x="134" y="79"/>
                  <a:pt x="132" y="78"/>
                  <a:pt x="132" y="77"/>
                </a:cubicBezTo>
                <a:cubicBezTo>
                  <a:pt x="132" y="77"/>
                  <a:pt x="132" y="71"/>
                  <a:pt x="132" y="71"/>
                </a:cubicBezTo>
                <a:cubicBezTo>
                  <a:pt x="127" y="64"/>
                  <a:pt x="127" y="64"/>
                  <a:pt x="127" y="64"/>
                </a:cubicBezTo>
                <a:cubicBezTo>
                  <a:pt x="127" y="64"/>
                  <a:pt x="126" y="64"/>
                  <a:pt x="126" y="64"/>
                </a:cubicBezTo>
                <a:cubicBezTo>
                  <a:pt x="126" y="64"/>
                  <a:pt x="125" y="62"/>
                  <a:pt x="125" y="61"/>
                </a:cubicBezTo>
                <a:cubicBezTo>
                  <a:pt x="125" y="61"/>
                  <a:pt x="126" y="60"/>
                  <a:pt x="126" y="60"/>
                </a:cubicBezTo>
                <a:cubicBezTo>
                  <a:pt x="126" y="59"/>
                  <a:pt x="127" y="60"/>
                  <a:pt x="127" y="59"/>
                </a:cubicBezTo>
                <a:cubicBezTo>
                  <a:pt x="126" y="58"/>
                  <a:pt x="125" y="57"/>
                  <a:pt x="124" y="56"/>
                </a:cubicBezTo>
                <a:cubicBezTo>
                  <a:pt x="123" y="56"/>
                  <a:pt x="122" y="55"/>
                  <a:pt x="122" y="55"/>
                </a:cubicBezTo>
                <a:cubicBezTo>
                  <a:pt x="122" y="55"/>
                  <a:pt x="122" y="54"/>
                  <a:pt x="122" y="53"/>
                </a:cubicBezTo>
                <a:cubicBezTo>
                  <a:pt x="122" y="53"/>
                  <a:pt x="123" y="53"/>
                  <a:pt x="123" y="53"/>
                </a:cubicBezTo>
                <a:cubicBezTo>
                  <a:pt x="123" y="52"/>
                  <a:pt x="124" y="51"/>
                  <a:pt x="123" y="51"/>
                </a:cubicBezTo>
                <a:cubicBezTo>
                  <a:pt x="123" y="51"/>
                  <a:pt x="123" y="51"/>
                  <a:pt x="123" y="50"/>
                </a:cubicBezTo>
                <a:cubicBezTo>
                  <a:pt x="122" y="50"/>
                  <a:pt x="122" y="49"/>
                  <a:pt x="122" y="49"/>
                </a:cubicBezTo>
                <a:cubicBezTo>
                  <a:pt x="122" y="49"/>
                  <a:pt x="123" y="48"/>
                  <a:pt x="124" y="48"/>
                </a:cubicBezTo>
                <a:cubicBezTo>
                  <a:pt x="124" y="48"/>
                  <a:pt x="126" y="46"/>
                  <a:pt x="126" y="46"/>
                </a:cubicBezTo>
                <a:cubicBezTo>
                  <a:pt x="126" y="46"/>
                  <a:pt x="126" y="44"/>
                  <a:pt x="126" y="44"/>
                </a:cubicBezTo>
                <a:cubicBezTo>
                  <a:pt x="126" y="44"/>
                  <a:pt x="124" y="43"/>
                  <a:pt x="124" y="43"/>
                </a:cubicBezTo>
                <a:cubicBezTo>
                  <a:pt x="123" y="43"/>
                  <a:pt x="123" y="42"/>
                  <a:pt x="123" y="42"/>
                </a:cubicBezTo>
                <a:cubicBezTo>
                  <a:pt x="123" y="42"/>
                  <a:pt x="126" y="38"/>
                  <a:pt x="126" y="38"/>
                </a:cubicBezTo>
                <a:cubicBezTo>
                  <a:pt x="127" y="38"/>
                  <a:pt x="127" y="36"/>
                  <a:pt x="127" y="36"/>
                </a:cubicBezTo>
                <a:cubicBezTo>
                  <a:pt x="127" y="36"/>
                  <a:pt x="125" y="34"/>
                  <a:pt x="124" y="33"/>
                </a:cubicBezTo>
                <a:cubicBezTo>
                  <a:pt x="124" y="33"/>
                  <a:pt x="122" y="30"/>
                  <a:pt x="121" y="30"/>
                </a:cubicBezTo>
                <a:cubicBezTo>
                  <a:pt x="121" y="29"/>
                  <a:pt x="119" y="27"/>
                  <a:pt x="119" y="27"/>
                </a:cubicBezTo>
                <a:cubicBezTo>
                  <a:pt x="119" y="26"/>
                  <a:pt x="119" y="26"/>
                  <a:pt x="119" y="26"/>
                </a:cubicBezTo>
                <a:cubicBezTo>
                  <a:pt x="117" y="21"/>
                  <a:pt x="117" y="21"/>
                  <a:pt x="117" y="21"/>
                </a:cubicBezTo>
                <a:cubicBezTo>
                  <a:pt x="117" y="14"/>
                  <a:pt x="117" y="14"/>
                  <a:pt x="117" y="14"/>
                </a:cubicBezTo>
                <a:cubicBezTo>
                  <a:pt x="115" y="12"/>
                  <a:pt x="115" y="12"/>
                  <a:pt x="115" y="12"/>
                </a:cubicBezTo>
                <a:cubicBezTo>
                  <a:pt x="116" y="10"/>
                  <a:pt x="116" y="10"/>
                  <a:pt x="116" y="10"/>
                </a:cubicBezTo>
                <a:cubicBezTo>
                  <a:pt x="116" y="10"/>
                  <a:pt x="114" y="10"/>
                  <a:pt x="114" y="9"/>
                </a:cubicBezTo>
                <a:cubicBezTo>
                  <a:pt x="114" y="9"/>
                  <a:pt x="112" y="9"/>
                  <a:pt x="112" y="9"/>
                </a:cubicBezTo>
                <a:cubicBezTo>
                  <a:pt x="112" y="9"/>
                  <a:pt x="112" y="7"/>
                  <a:pt x="112" y="6"/>
                </a:cubicBezTo>
                <a:cubicBezTo>
                  <a:pt x="112" y="6"/>
                  <a:pt x="111" y="4"/>
                  <a:pt x="111" y="4"/>
                </a:cubicBezTo>
                <a:cubicBezTo>
                  <a:pt x="111" y="4"/>
                  <a:pt x="110" y="2"/>
                  <a:pt x="110" y="2"/>
                </a:cubicBezTo>
                <a:cubicBezTo>
                  <a:pt x="110" y="2"/>
                  <a:pt x="110" y="0"/>
                  <a:pt x="110" y="0"/>
                </a:cubicBezTo>
                <a:cubicBezTo>
                  <a:pt x="110" y="0"/>
                  <a:pt x="109" y="0"/>
                  <a:pt x="108" y="1"/>
                </a:cubicBezTo>
                <a:cubicBezTo>
                  <a:pt x="108" y="1"/>
                  <a:pt x="107" y="2"/>
                  <a:pt x="107" y="2"/>
                </a:cubicBezTo>
                <a:cubicBezTo>
                  <a:pt x="107" y="3"/>
                  <a:pt x="105" y="3"/>
                  <a:pt x="105" y="3"/>
                </a:cubicBezTo>
                <a:cubicBezTo>
                  <a:pt x="104" y="3"/>
                  <a:pt x="104" y="3"/>
                  <a:pt x="104" y="3"/>
                </a:cubicBezTo>
                <a:cubicBezTo>
                  <a:pt x="104" y="3"/>
                  <a:pt x="104" y="7"/>
                  <a:pt x="104" y="7"/>
                </a:cubicBezTo>
                <a:cubicBezTo>
                  <a:pt x="104" y="7"/>
                  <a:pt x="104" y="8"/>
                  <a:pt x="104" y="8"/>
                </a:cubicBezTo>
                <a:cubicBezTo>
                  <a:pt x="104" y="8"/>
                  <a:pt x="104" y="10"/>
                  <a:pt x="104" y="10"/>
                </a:cubicBezTo>
                <a:cubicBezTo>
                  <a:pt x="104" y="11"/>
                  <a:pt x="102" y="13"/>
                  <a:pt x="102" y="13"/>
                </a:cubicBezTo>
                <a:cubicBezTo>
                  <a:pt x="98" y="16"/>
                  <a:pt x="98" y="16"/>
                  <a:pt x="98" y="16"/>
                </a:cubicBezTo>
                <a:cubicBezTo>
                  <a:pt x="94" y="16"/>
                  <a:pt x="94" y="16"/>
                  <a:pt x="94" y="16"/>
                </a:cubicBezTo>
                <a:cubicBezTo>
                  <a:pt x="93" y="17"/>
                  <a:pt x="93" y="17"/>
                  <a:pt x="93" y="17"/>
                </a:cubicBezTo>
                <a:cubicBezTo>
                  <a:pt x="94" y="17"/>
                  <a:pt x="94" y="17"/>
                  <a:pt x="94" y="17"/>
                </a:cubicBezTo>
                <a:cubicBezTo>
                  <a:pt x="94" y="18"/>
                  <a:pt x="95" y="18"/>
                  <a:pt x="95" y="18"/>
                </a:cubicBezTo>
                <a:cubicBezTo>
                  <a:pt x="95" y="19"/>
                  <a:pt x="95" y="20"/>
                  <a:pt x="95" y="20"/>
                </a:cubicBezTo>
                <a:cubicBezTo>
                  <a:pt x="95" y="21"/>
                  <a:pt x="94" y="22"/>
                  <a:pt x="95" y="23"/>
                </a:cubicBezTo>
                <a:cubicBezTo>
                  <a:pt x="95" y="24"/>
                  <a:pt x="95" y="29"/>
                  <a:pt x="95" y="29"/>
                </a:cubicBezTo>
                <a:cubicBezTo>
                  <a:pt x="95" y="30"/>
                  <a:pt x="95" y="31"/>
                  <a:pt x="95" y="31"/>
                </a:cubicBezTo>
                <a:cubicBezTo>
                  <a:pt x="95" y="32"/>
                  <a:pt x="95" y="33"/>
                  <a:pt x="95" y="34"/>
                </a:cubicBezTo>
                <a:cubicBezTo>
                  <a:pt x="96" y="35"/>
                  <a:pt x="96" y="35"/>
                  <a:pt x="96" y="36"/>
                </a:cubicBezTo>
                <a:cubicBezTo>
                  <a:pt x="97" y="37"/>
                  <a:pt x="97" y="38"/>
                  <a:pt x="97" y="38"/>
                </a:cubicBezTo>
                <a:cubicBezTo>
                  <a:pt x="97" y="39"/>
                  <a:pt x="97" y="40"/>
                  <a:pt x="97" y="41"/>
                </a:cubicBezTo>
                <a:cubicBezTo>
                  <a:pt x="97" y="41"/>
                  <a:pt x="97" y="42"/>
                  <a:pt x="97" y="42"/>
                </a:cubicBezTo>
                <a:cubicBezTo>
                  <a:pt x="97" y="43"/>
                  <a:pt x="98" y="46"/>
                  <a:pt x="98" y="46"/>
                </a:cubicBezTo>
                <a:cubicBezTo>
                  <a:pt x="98" y="47"/>
                  <a:pt x="98" y="47"/>
                  <a:pt x="98" y="47"/>
                </a:cubicBezTo>
                <a:cubicBezTo>
                  <a:pt x="98" y="48"/>
                  <a:pt x="98" y="49"/>
                  <a:pt x="98" y="49"/>
                </a:cubicBezTo>
                <a:cubicBezTo>
                  <a:pt x="98" y="50"/>
                  <a:pt x="98" y="51"/>
                  <a:pt x="98" y="52"/>
                </a:cubicBezTo>
                <a:cubicBezTo>
                  <a:pt x="98" y="53"/>
                  <a:pt x="98" y="55"/>
                  <a:pt x="98" y="55"/>
                </a:cubicBezTo>
                <a:cubicBezTo>
                  <a:pt x="98" y="56"/>
                  <a:pt x="98" y="56"/>
                  <a:pt x="98" y="57"/>
                </a:cubicBezTo>
                <a:cubicBezTo>
                  <a:pt x="97" y="58"/>
                  <a:pt x="97" y="59"/>
                  <a:pt x="97" y="60"/>
                </a:cubicBezTo>
                <a:cubicBezTo>
                  <a:pt x="97" y="61"/>
                  <a:pt x="97" y="62"/>
                  <a:pt x="97" y="62"/>
                </a:cubicBezTo>
                <a:cubicBezTo>
                  <a:pt x="98" y="63"/>
                  <a:pt x="98" y="63"/>
                  <a:pt x="98" y="63"/>
                </a:cubicBezTo>
                <a:cubicBezTo>
                  <a:pt x="98" y="64"/>
                  <a:pt x="98" y="67"/>
                  <a:pt x="98" y="67"/>
                </a:cubicBezTo>
                <a:cubicBezTo>
                  <a:pt x="98" y="67"/>
                  <a:pt x="98" y="69"/>
                  <a:pt x="98" y="69"/>
                </a:cubicBezTo>
                <a:cubicBezTo>
                  <a:pt x="98" y="69"/>
                  <a:pt x="99" y="70"/>
                  <a:pt x="99" y="71"/>
                </a:cubicBezTo>
                <a:cubicBezTo>
                  <a:pt x="99" y="71"/>
                  <a:pt x="99" y="72"/>
                  <a:pt x="99" y="73"/>
                </a:cubicBezTo>
                <a:cubicBezTo>
                  <a:pt x="99" y="74"/>
                  <a:pt x="99" y="76"/>
                  <a:pt x="99" y="77"/>
                </a:cubicBezTo>
                <a:cubicBezTo>
                  <a:pt x="99" y="77"/>
                  <a:pt x="98" y="78"/>
                  <a:pt x="98" y="79"/>
                </a:cubicBezTo>
                <a:cubicBezTo>
                  <a:pt x="98" y="79"/>
                  <a:pt x="98" y="81"/>
                  <a:pt x="98" y="81"/>
                </a:cubicBezTo>
                <a:cubicBezTo>
                  <a:pt x="98" y="82"/>
                  <a:pt x="98" y="85"/>
                  <a:pt x="98" y="85"/>
                </a:cubicBezTo>
                <a:cubicBezTo>
                  <a:pt x="98" y="85"/>
                  <a:pt x="97" y="86"/>
                  <a:pt x="97" y="87"/>
                </a:cubicBezTo>
                <a:cubicBezTo>
                  <a:pt x="96" y="87"/>
                  <a:pt x="96" y="88"/>
                  <a:pt x="96" y="88"/>
                </a:cubicBezTo>
                <a:cubicBezTo>
                  <a:pt x="96" y="89"/>
                  <a:pt x="96" y="91"/>
                  <a:pt x="96" y="92"/>
                </a:cubicBezTo>
                <a:cubicBezTo>
                  <a:pt x="96" y="93"/>
                  <a:pt x="96" y="95"/>
                  <a:pt x="96" y="96"/>
                </a:cubicBezTo>
                <a:cubicBezTo>
                  <a:pt x="96" y="96"/>
                  <a:pt x="96" y="97"/>
                  <a:pt x="96" y="97"/>
                </a:cubicBezTo>
                <a:cubicBezTo>
                  <a:pt x="95" y="98"/>
                  <a:pt x="95" y="101"/>
                  <a:pt x="95" y="101"/>
                </a:cubicBezTo>
                <a:cubicBezTo>
                  <a:pt x="95" y="102"/>
                  <a:pt x="95" y="103"/>
                  <a:pt x="95" y="103"/>
                </a:cubicBezTo>
                <a:cubicBezTo>
                  <a:pt x="95" y="104"/>
                  <a:pt x="95" y="105"/>
                  <a:pt x="94" y="105"/>
                </a:cubicBezTo>
                <a:cubicBezTo>
                  <a:pt x="93" y="105"/>
                  <a:pt x="92" y="106"/>
                  <a:pt x="92" y="106"/>
                </a:cubicBezTo>
                <a:cubicBezTo>
                  <a:pt x="92" y="106"/>
                  <a:pt x="91" y="105"/>
                  <a:pt x="91" y="105"/>
                </a:cubicBezTo>
                <a:cubicBezTo>
                  <a:pt x="91" y="105"/>
                  <a:pt x="91" y="106"/>
                  <a:pt x="91" y="106"/>
                </a:cubicBezTo>
                <a:cubicBezTo>
                  <a:pt x="91" y="106"/>
                  <a:pt x="91" y="108"/>
                  <a:pt x="91" y="108"/>
                </a:cubicBezTo>
                <a:cubicBezTo>
                  <a:pt x="90" y="108"/>
                  <a:pt x="90" y="109"/>
                  <a:pt x="90" y="110"/>
                </a:cubicBezTo>
                <a:cubicBezTo>
                  <a:pt x="90" y="111"/>
                  <a:pt x="90" y="112"/>
                  <a:pt x="90" y="113"/>
                </a:cubicBezTo>
                <a:cubicBezTo>
                  <a:pt x="90" y="113"/>
                  <a:pt x="90" y="113"/>
                  <a:pt x="91" y="114"/>
                </a:cubicBezTo>
                <a:cubicBezTo>
                  <a:pt x="91" y="114"/>
                  <a:pt x="92" y="114"/>
                  <a:pt x="92" y="114"/>
                </a:cubicBezTo>
                <a:cubicBezTo>
                  <a:pt x="92" y="113"/>
                  <a:pt x="92" y="113"/>
                  <a:pt x="93" y="113"/>
                </a:cubicBezTo>
                <a:cubicBezTo>
                  <a:pt x="93" y="114"/>
                  <a:pt x="93" y="114"/>
                  <a:pt x="93" y="115"/>
                </a:cubicBezTo>
                <a:cubicBezTo>
                  <a:pt x="93" y="115"/>
                  <a:pt x="93" y="117"/>
                  <a:pt x="93" y="117"/>
                </a:cubicBezTo>
                <a:cubicBezTo>
                  <a:pt x="93" y="117"/>
                  <a:pt x="92" y="118"/>
                  <a:pt x="92" y="119"/>
                </a:cubicBezTo>
                <a:cubicBezTo>
                  <a:pt x="92" y="119"/>
                  <a:pt x="91" y="121"/>
                  <a:pt x="91" y="121"/>
                </a:cubicBezTo>
                <a:cubicBezTo>
                  <a:pt x="91" y="122"/>
                  <a:pt x="91" y="124"/>
                  <a:pt x="91" y="125"/>
                </a:cubicBezTo>
                <a:cubicBezTo>
                  <a:pt x="91" y="125"/>
                  <a:pt x="91" y="127"/>
                  <a:pt x="91" y="128"/>
                </a:cubicBezTo>
                <a:cubicBezTo>
                  <a:pt x="91" y="128"/>
                  <a:pt x="91" y="129"/>
                  <a:pt x="91" y="129"/>
                </a:cubicBezTo>
                <a:cubicBezTo>
                  <a:pt x="90" y="130"/>
                  <a:pt x="91" y="136"/>
                  <a:pt x="91" y="136"/>
                </a:cubicBezTo>
                <a:cubicBezTo>
                  <a:pt x="91" y="136"/>
                  <a:pt x="91" y="138"/>
                  <a:pt x="91" y="138"/>
                </a:cubicBezTo>
                <a:cubicBezTo>
                  <a:pt x="91" y="139"/>
                  <a:pt x="90" y="140"/>
                  <a:pt x="91" y="140"/>
                </a:cubicBezTo>
                <a:cubicBezTo>
                  <a:pt x="91" y="141"/>
                  <a:pt x="92" y="141"/>
                  <a:pt x="92" y="141"/>
                </a:cubicBezTo>
                <a:cubicBezTo>
                  <a:pt x="92" y="142"/>
                  <a:pt x="93" y="143"/>
                  <a:pt x="93" y="143"/>
                </a:cubicBezTo>
                <a:cubicBezTo>
                  <a:pt x="92" y="143"/>
                  <a:pt x="91" y="143"/>
                  <a:pt x="91" y="144"/>
                </a:cubicBezTo>
                <a:cubicBezTo>
                  <a:pt x="91" y="145"/>
                  <a:pt x="92" y="146"/>
                  <a:pt x="93" y="146"/>
                </a:cubicBezTo>
                <a:cubicBezTo>
                  <a:pt x="93" y="146"/>
                  <a:pt x="93" y="146"/>
                  <a:pt x="93" y="147"/>
                </a:cubicBezTo>
                <a:cubicBezTo>
                  <a:pt x="93" y="147"/>
                  <a:pt x="93" y="148"/>
                  <a:pt x="93" y="149"/>
                </a:cubicBezTo>
                <a:cubicBezTo>
                  <a:pt x="93" y="149"/>
                  <a:pt x="91" y="151"/>
                  <a:pt x="90" y="152"/>
                </a:cubicBezTo>
                <a:cubicBezTo>
                  <a:pt x="90" y="152"/>
                  <a:pt x="89" y="152"/>
                  <a:pt x="89" y="152"/>
                </a:cubicBezTo>
                <a:cubicBezTo>
                  <a:pt x="89" y="153"/>
                  <a:pt x="89" y="155"/>
                  <a:pt x="89" y="155"/>
                </a:cubicBezTo>
                <a:cubicBezTo>
                  <a:pt x="89" y="155"/>
                  <a:pt x="88" y="156"/>
                  <a:pt x="88" y="157"/>
                </a:cubicBezTo>
                <a:cubicBezTo>
                  <a:pt x="88" y="157"/>
                  <a:pt x="87" y="157"/>
                  <a:pt x="87" y="158"/>
                </a:cubicBezTo>
                <a:cubicBezTo>
                  <a:pt x="87" y="158"/>
                  <a:pt x="87" y="159"/>
                  <a:pt x="88" y="159"/>
                </a:cubicBezTo>
                <a:cubicBezTo>
                  <a:pt x="88" y="159"/>
                  <a:pt x="89" y="160"/>
                  <a:pt x="89" y="160"/>
                </a:cubicBezTo>
                <a:cubicBezTo>
                  <a:pt x="89" y="161"/>
                  <a:pt x="89" y="161"/>
                  <a:pt x="89" y="162"/>
                </a:cubicBezTo>
                <a:cubicBezTo>
                  <a:pt x="89" y="162"/>
                  <a:pt x="89" y="164"/>
                  <a:pt x="89" y="164"/>
                </a:cubicBezTo>
                <a:cubicBezTo>
                  <a:pt x="89" y="164"/>
                  <a:pt x="88" y="165"/>
                  <a:pt x="88" y="165"/>
                </a:cubicBezTo>
                <a:cubicBezTo>
                  <a:pt x="88" y="165"/>
                  <a:pt x="89" y="166"/>
                  <a:pt x="89" y="166"/>
                </a:cubicBezTo>
                <a:cubicBezTo>
                  <a:pt x="89" y="166"/>
                  <a:pt x="89" y="167"/>
                  <a:pt x="89" y="167"/>
                </a:cubicBezTo>
                <a:cubicBezTo>
                  <a:pt x="89" y="168"/>
                  <a:pt x="89" y="168"/>
                  <a:pt x="89" y="169"/>
                </a:cubicBezTo>
                <a:cubicBezTo>
                  <a:pt x="89" y="169"/>
                  <a:pt x="88" y="169"/>
                  <a:pt x="88" y="170"/>
                </a:cubicBezTo>
                <a:cubicBezTo>
                  <a:pt x="88" y="170"/>
                  <a:pt x="88" y="172"/>
                  <a:pt x="88" y="172"/>
                </a:cubicBezTo>
                <a:cubicBezTo>
                  <a:pt x="88" y="173"/>
                  <a:pt x="88" y="173"/>
                  <a:pt x="87" y="174"/>
                </a:cubicBezTo>
                <a:cubicBezTo>
                  <a:pt x="87" y="175"/>
                  <a:pt x="87" y="176"/>
                  <a:pt x="87" y="176"/>
                </a:cubicBezTo>
                <a:cubicBezTo>
                  <a:pt x="87" y="177"/>
                  <a:pt x="86" y="177"/>
                  <a:pt x="86" y="178"/>
                </a:cubicBezTo>
                <a:cubicBezTo>
                  <a:pt x="86" y="178"/>
                  <a:pt x="86" y="179"/>
                  <a:pt x="86" y="179"/>
                </a:cubicBezTo>
                <a:cubicBezTo>
                  <a:pt x="86" y="180"/>
                  <a:pt x="87" y="180"/>
                  <a:pt x="87" y="180"/>
                </a:cubicBezTo>
                <a:cubicBezTo>
                  <a:pt x="87" y="181"/>
                  <a:pt x="86" y="181"/>
                  <a:pt x="86" y="182"/>
                </a:cubicBezTo>
                <a:cubicBezTo>
                  <a:pt x="86" y="182"/>
                  <a:pt x="86" y="183"/>
                  <a:pt x="86" y="183"/>
                </a:cubicBezTo>
                <a:cubicBezTo>
                  <a:pt x="86" y="183"/>
                  <a:pt x="83" y="183"/>
                  <a:pt x="83" y="184"/>
                </a:cubicBezTo>
                <a:cubicBezTo>
                  <a:pt x="83" y="185"/>
                  <a:pt x="83" y="187"/>
                  <a:pt x="84" y="187"/>
                </a:cubicBezTo>
                <a:cubicBezTo>
                  <a:pt x="84" y="187"/>
                  <a:pt x="84" y="188"/>
                  <a:pt x="84" y="188"/>
                </a:cubicBezTo>
                <a:cubicBezTo>
                  <a:pt x="84" y="188"/>
                  <a:pt x="84" y="188"/>
                  <a:pt x="84" y="189"/>
                </a:cubicBezTo>
                <a:cubicBezTo>
                  <a:pt x="83" y="189"/>
                  <a:pt x="84" y="190"/>
                  <a:pt x="84" y="190"/>
                </a:cubicBezTo>
                <a:cubicBezTo>
                  <a:pt x="84" y="191"/>
                  <a:pt x="85" y="191"/>
                  <a:pt x="85" y="191"/>
                </a:cubicBezTo>
                <a:cubicBezTo>
                  <a:pt x="84" y="192"/>
                  <a:pt x="84" y="194"/>
                  <a:pt x="84" y="195"/>
                </a:cubicBezTo>
                <a:cubicBezTo>
                  <a:pt x="83" y="195"/>
                  <a:pt x="82" y="196"/>
                  <a:pt x="82" y="196"/>
                </a:cubicBezTo>
                <a:cubicBezTo>
                  <a:pt x="81" y="197"/>
                  <a:pt x="81" y="198"/>
                  <a:pt x="81" y="198"/>
                </a:cubicBezTo>
                <a:cubicBezTo>
                  <a:pt x="81" y="199"/>
                  <a:pt x="81" y="199"/>
                  <a:pt x="80" y="200"/>
                </a:cubicBezTo>
                <a:cubicBezTo>
                  <a:pt x="80" y="200"/>
                  <a:pt x="80" y="200"/>
                  <a:pt x="80" y="201"/>
                </a:cubicBezTo>
                <a:cubicBezTo>
                  <a:pt x="80" y="202"/>
                  <a:pt x="80" y="209"/>
                  <a:pt x="80" y="209"/>
                </a:cubicBezTo>
                <a:cubicBezTo>
                  <a:pt x="79" y="210"/>
                  <a:pt x="78" y="211"/>
                  <a:pt x="78" y="212"/>
                </a:cubicBezTo>
                <a:cubicBezTo>
                  <a:pt x="78" y="212"/>
                  <a:pt x="77" y="213"/>
                  <a:pt x="77" y="214"/>
                </a:cubicBezTo>
                <a:cubicBezTo>
                  <a:pt x="77" y="214"/>
                  <a:pt x="77" y="215"/>
                  <a:pt x="77" y="215"/>
                </a:cubicBezTo>
                <a:cubicBezTo>
                  <a:pt x="77" y="216"/>
                  <a:pt x="77" y="216"/>
                  <a:pt x="76" y="217"/>
                </a:cubicBezTo>
                <a:cubicBezTo>
                  <a:pt x="76" y="218"/>
                  <a:pt x="75" y="219"/>
                  <a:pt x="74" y="219"/>
                </a:cubicBezTo>
                <a:cubicBezTo>
                  <a:pt x="74" y="219"/>
                  <a:pt x="74" y="220"/>
                  <a:pt x="74" y="220"/>
                </a:cubicBezTo>
                <a:cubicBezTo>
                  <a:pt x="74" y="220"/>
                  <a:pt x="74" y="221"/>
                  <a:pt x="74" y="221"/>
                </a:cubicBezTo>
                <a:cubicBezTo>
                  <a:pt x="74" y="221"/>
                  <a:pt x="75" y="222"/>
                  <a:pt x="75" y="223"/>
                </a:cubicBezTo>
                <a:cubicBezTo>
                  <a:pt x="74" y="224"/>
                  <a:pt x="74" y="225"/>
                  <a:pt x="75" y="226"/>
                </a:cubicBezTo>
                <a:cubicBezTo>
                  <a:pt x="75" y="226"/>
                  <a:pt x="76" y="226"/>
                  <a:pt x="76" y="227"/>
                </a:cubicBezTo>
                <a:cubicBezTo>
                  <a:pt x="77" y="227"/>
                  <a:pt x="77" y="228"/>
                  <a:pt x="78" y="228"/>
                </a:cubicBezTo>
                <a:cubicBezTo>
                  <a:pt x="78" y="229"/>
                  <a:pt x="78" y="230"/>
                  <a:pt x="77" y="231"/>
                </a:cubicBezTo>
                <a:cubicBezTo>
                  <a:pt x="77" y="231"/>
                  <a:pt x="77" y="231"/>
                  <a:pt x="77" y="231"/>
                </a:cubicBezTo>
                <a:cubicBezTo>
                  <a:pt x="77" y="232"/>
                  <a:pt x="77" y="233"/>
                  <a:pt x="77" y="233"/>
                </a:cubicBezTo>
                <a:cubicBezTo>
                  <a:pt x="77" y="233"/>
                  <a:pt x="77" y="234"/>
                  <a:pt x="77" y="234"/>
                </a:cubicBezTo>
                <a:cubicBezTo>
                  <a:pt x="77" y="234"/>
                  <a:pt x="77" y="234"/>
                  <a:pt x="77" y="235"/>
                </a:cubicBezTo>
                <a:cubicBezTo>
                  <a:pt x="77" y="235"/>
                  <a:pt x="77" y="236"/>
                  <a:pt x="77" y="236"/>
                </a:cubicBezTo>
                <a:cubicBezTo>
                  <a:pt x="77" y="236"/>
                  <a:pt x="78" y="238"/>
                  <a:pt x="78" y="238"/>
                </a:cubicBezTo>
                <a:cubicBezTo>
                  <a:pt x="78" y="238"/>
                  <a:pt x="78" y="238"/>
                  <a:pt x="78" y="239"/>
                </a:cubicBezTo>
                <a:cubicBezTo>
                  <a:pt x="78" y="239"/>
                  <a:pt x="76" y="240"/>
                  <a:pt x="76" y="241"/>
                </a:cubicBezTo>
                <a:cubicBezTo>
                  <a:pt x="76" y="242"/>
                  <a:pt x="75" y="243"/>
                  <a:pt x="75" y="244"/>
                </a:cubicBezTo>
                <a:cubicBezTo>
                  <a:pt x="75" y="244"/>
                  <a:pt x="75" y="245"/>
                  <a:pt x="75" y="245"/>
                </a:cubicBezTo>
                <a:cubicBezTo>
                  <a:pt x="74" y="246"/>
                  <a:pt x="74" y="247"/>
                  <a:pt x="73" y="247"/>
                </a:cubicBezTo>
                <a:cubicBezTo>
                  <a:pt x="72" y="247"/>
                  <a:pt x="70" y="247"/>
                  <a:pt x="70" y="247"/>
                </a:cubicBezTo>
                <a:cubicBezTo>
                  <a:pt x="70" y="258"/>
                  <a:pt x="70" y="258"/>
                  <a:pt x="70" y="258"/>
                </a:cubicBezTo>
                <a:cubicBezTo>
                  <a:pt x="70" y="258"/>
                  <a:pt x="72" y="263"/>
                  <a:pt x="72" y="265"/>
                </a:cubicBezTo>
                <a:cubicBezTo>
                  <a:pt x="72" y="267"/>
                  <a:pt x="72" y="270"/>
                  <a:pt x="72" y="272"/>
                </a:cubicBezTo>
                <a:cubicBezTo>
                  <a:pt x="73" y="273"/>
                  <a:pt x="73" y="277"/>
                  <a:pt x="73" y="280"/>
                </a:cubicBezTo>
                <a:cubicBezTo>
                  <a:pt x="73" y="282"/>
                  <a:pt x="73" y="286"/>
                  <a:pt x="73" y="287"/>
                </a:cubicBezTo>
                <a:cubicBezTo>
                  <a:pt x="74" y="289"/>
                  <a:pt x="75" y="291"/>
                  <a:pt x="75" y="292"/>
                </a:cubicBezTo>
                <a:cubicBezTo>
                  <a:pt x="75" y="293"/>
                  <a:pt x="75" y="296"/>
                  <a:pt x="75" y="297"/>
                </a:cubicBezTo>
                <a:cubicBezTo>
                  <a:pt x="74" y="298"/>
                  <a:pt x="74" y="299"/>
                  <a:pt x="74" y="301"/>
                </a:cubicBezTo>
                <a:cubicBezTo>
                  <a:pt x="74" y="302"/>
                  <a:pt x="74" y="302"/>
                  <a:pt x="73" y="303"/>
                </a:cubicBezTo>
                <a:cubicBezTo>
                  <a:pt x="73" y="303"/>
                  <a:pt x="71" y="304"/>
                  <a:pt x="71" y="304"/>
                </a:cubicBezTo>
                <a:cubicBezTo>
                  <a:pt x="71" y="304"/>
                  <a:pt x="70" y="304"/>
                  <a:pt x="70" y="305"/>
                </a:cubicBezTo>
                <a:cubicBezTo>
                  <a:pt x="70" y="306"/>
                  <a:pt x="70" y="307"/>
                  <a:pt x="70" y="308"/>
                </a:cubicBezTo>
                <a:cubicBezTo>
                  <a:pt x="71" y="308"/>
                  <a:pt x="71" y="308"/>
                  <a:pt x="71" y="309"/>
                </a:cubicBezTo>
                <a:cubicBezTo>
                  <a:pt x="71" y="309"/>
                  <a:pt x="72" y="311"/>
                  <a:pt x="71" y="311"/>
                </a:cubicBezTo>
                <a:cubicBezTo>
                  <a:pt x="71" y="312"/>
                  <a:pt x="71" y="312"/>
                  <a:pt x="71" y="313"/>
                </a:cubicBezTo>
                <a:cubicBezTo>
                  <a:pt x="71" y="313"/>
                  <a:pt x="72" y="313"/>
                  <a:pt x="72" y="313"/>
                </a:cubicBezTo>
                <a:cubicBezTo>
                  <a:pt x="72" y="314"/>
                  <a:pt x="71" y="315"/>
                  <a:pt x="71" y="315"/>
                </a:cubicBezTo>
                <a:cubicBezTo>
                  <a:pt x="71" y="316"/>
                  <a:pt x="72" y="317"/>
                  <a:pt x="71" y="317"/>
                </a:cubicBezTo>
                <a:cubicBezTo>
                  <a:pt x="71" y="318"/>
                  <a:pt x="69" y="318"/>
                  <a:pt x="69" y="319"/>
                </a:cubicBezTo>
                <a:cubicBezTo>
                  <a:pt x="69" y="319"/>
                  <a:pt x="68" y="321"/>
                  <a:pt x="68" y="322"/>
                </a:cubicBezTo>
                <a:cubicBezTo>
                  <a:pt x="68" y="323"/>
                  <a:pt x="66" y="325"/>
                  <a:pt x="66" y="325"/>
                </a:cubicBezTo>
                <a:cubicBezTo>
                  <a:pt x="66" y="326"/>
                  <a:pt x="65" y="326"/>
                  <a:pt x="65" y="327"/>
                </a:cubicBezTo>
                <a:cubicBezTo>
                  <a:pt x="65" y="328"/>
                  <a:pt x="66" y="329"/>
                  <a:pt x="66" y="330"/>
                </a:cubicBezTo>
                <a:cubicBezTo>
                  <a:pt x="66" y="330"/>
                  <a:pt x="65" y="333"/>
                  <a:pt x="65" y="334"/>
                </a:cubicBezTo>
                <a:cubicBezTo>
                  <a:pt x="65" y="334"/>
                  <a:pt x="65" y="338"/>
                  <a:pt x="65" y="339"/>
                </a:cubicBezTo>
                <a:cubicBezTo>
                  <a:pt x="65" y="339"/>
                  <a:pt x="63" y="340"/>
                  <a:pt x="63" y="341"/>
                </a:cubicBezTo>
                <a:cubicBezTo>
                  <a:pt x="63" y="342"/>
                  <a:pt x="62" y="343"/>
                  <a:pt x="62" y="344"/>
                </a:cubicBezTo>
                <a:cubicBezTo>
                  <a:pt x="62" y="345"/>
                  <a:pt x="62" y="347"/>
                  <a:pt x="62" y="348"/>
                </a:cubicBezTo>
                <a:cubicBezTo>
                  <a:pt x="62" y="348"/>
                  <a:pt x="59" y="350"/>
                  <a:pt x="58" y="351"/>
                </a:cubicBezTo>
                <a:cubicBezTo>
                  <a:pt x="58" y="352"/>
                  <a:pt x="57" y="353"/>
                  <a:pt x="57" y="354"/>
                </a:cubicBezTo>
                <a:cubicBezTo>
                  <a:pt x="57" y="355"/>
                  <a:pt x="56" y="356"/>
                  <a:pt x="55" y="356"/>
                </a:cubicBezTo>
                <a:cubicBezTo>
                  <a:pt x="55" y="357"/>
                  <a:pt x="54" y="358"/>
                  <a:pt x="54" y="358"/>
                </a:cubicBezTo>
                <a:cubicBezTo>
                  <a:pt x="54" y="359"/>
                  <a:pt x="55" y="360"/>
                  <a:pt x="55" y="361"/>
                </a:cubicBezTo>
                <a:cubicBezTo>
                  <a:pt x="55" y="361"/>
                  <a:pt x="55" y="362"/>
                  <a:pt x="54" y="363"/>
                </a:cubicBezTo>
                <a:cubicBezTo>
                  <a:pt x="54" y="364"/>
                  <a:pt x="53" y="365"/>
                  <a:pt x="52" y="366"/>
                </a:cubicBezTo>
                <a:cubicBezTo>
                  <a:pt x="51" y="366"/>
                  <a:pt x="51" y="370"/>
                  <a:pt x="51" y="371"/>
                </a:cubicBezTo>
                <a:cubicBezTo>
                  <a:pt x="51" y="372"/>
                  <a:pt x="51" y="374"/>
                  <a:pt x="50" y="375"/>
                </a:cubicBezTo>
                <a:cubicBezTo>
                  <a:pt x="50" y="376"/>
                  <a:pt x="50" y="377"/>
                  <a:pt x="49" y="378"/>
                </a:cubicBezTo>
                <a:cubicBezTo>
                  <a:pt x="49" y="378"/>
                  <a:pt x="48" y="380"/>
                  <a:pt x="48" y="381"/>
                </a:cubicBezTo>
                <a:cubicBezTo>
                  <a:pt x="48" y="382"/>
                  <a:pt x="47" y="382"/>
                  <a:pt x="46" y="383"/>
                </a:cubicBezTo>
                <a:cubicBezTo>
                  <a:pt x="46" y="383"/>
                  <a:pt x="45" y="384"/>
                  <a:pt x="45" y="384"/>
                </a:cubicBezTo>
                <a:cubicBezTo>
                  <a:pt x="46" y="385"/>
                  <a:pt x="46" y="385"/>
                  <a:pt x="46" y="385"/>
                </a:cubicBezTo>
                <a:cubicBezTo>
                  <a:pt x="45" y="386"/>
                  <a:pt x="45" y="387"/>
                  <a:pt x="45" y="387"/>
                </a:cubicBezTo>
                <a:cubicBezTo>
                  <a:pt x="44" y="388"/>
                  <a:pt x="45" y="388"/>
                  <a:pt x="45" y="389"/>
                </a:cubicBezTo>
                <a:cubicBezTo>
                  <a:pt x="45" y="390"/>
                  <a:pt x="45" y="390"/>
                  <a:pt x="45" y="391"/>
                </a:cubicBezTo>
                <a:cubicBezTo>
                  <a:pt x="44" y="393"/>
                  <a:pt x="43" y="394"/>
                  <a:pt x="42" y="394"/>
                </a:cubicBezTo>
                <a:cubicBezTo>
                  <a:pt x="41" y="394"/>
                  <a:pt x="40" y="394"/>
                  <a:pt x="39" y="394"/>
                </a:cubicBezTo>
                <a:cubicBezTo>
                  <a:pt x="38" y="393"/>
                  <a:pt x="37" y="393"/>
                  <a:pt x="36" y="394"/>
                </a:cubicBezTo>
                <a:cubicBezTo>
                  <a:pt x="36" y="394"/>
                  <a:pt x="35" y="396"/>
                  <a:pt x="37" y="398"/>
                </a:cubicBezTo>
                <a:cubicBezTo>
                  <a:pt x="37" y="399"/>
                  <a:pt x="37" y="399"/>
                  <a:pt x="37" y="399"/>
                </a:cubicBezTo>
                <a:cubicBezTo>
                  <a:pt x="37" y="400"/>
                  <a:pt x="37" y="401"/>
                  <a:pt x="37" y="401"/>
                </a:cubicBezTo>
                <a:cubicBezTo>
                  <a:pt x="36" y="402"/>
                  <a:pt x="36" y="402"/>
                  <a:pt x="36" y="403"/>
                </a:cubicBezTo>
                <a:cubicBezTo>
                  <a:pt x="36" y="404"/>
                  <a:pt x="36" y="405"/>
                  <a:pt x="37" y="405"/>
                </a:cubicBezTo>
                <a:cubicBezTo>
                  <a:pt x="37" y="406"/>
                  <a:pt x="39" y="409"/>
                  <a:pt x="39" y="410"/>
                </a:cubicBezTo>
                <a:cubicBezTo>
                  <a:pt x="39" y="410"/>
                  <a:pt x="40" y="411"/>
                  <a:pt x="40" y="412"/>
                </a:cubicBezTo>
                <a:cubicBezTo>
                  <a:pt x="40" y="413"/>
                  <a:pt x="40" y="414"/>
                  <a:pt x="40" y="415"/>
                </a:cubicBezTo>
                <a:cubicBezTo>
                  <a:pt x="39" y="416"/>
                  <a:pt x="39" y="416"/>
                  <a:pt x="39" y="417"/>
                </a:cubicBezTo>
                <a:cubicBezTo>
                  <a:pt x="39" y="418"/>
                  <a:pt x="39" y="424"/>
                  <a:pt x="39" y="424"/>
                </a:cubicBezTo>
                <a:cubicBezTo>
                  <a:pt x="39" y="425"/>
                  <a:pt x="39" y="426"/>
                  <a:pt x="39" y="426"/>
                </a:cubicBezTo>
                <a:cubicBezTo>
                  <a:pt x="39" y="426"/>
                  <a:pt x="39" y="427"/>
                  <a:pt x="40" y="427"/>
                </a:cubicBezTo>
                <a:cubicBezTo>
                  <a:pt x="41" y="427"/>
                  <a:pt x="41" y="427"/>
                  <a:pt x="42" y="427"/>
                </a:cubicBezTo>
                <a:cubicBezTo>
                  <a:pt x="42" y="427"/>
                  <a:pt x="45" y="426"/>
                  <a:pt x="45" y="427"/>
                </a:cubicBezTo>
                <a:cubicBezTo>
                  <a:pt x="45" y="427"/>
                  <a:pt x="44" y="428"/>
                  <a:pt x="43" y="428"/>
                </a:cubicBezTo>
                <a:cubicBezTo>
                  <a:pt x="42" y="428"/>
                  <a:pt x="41" y="428"/>
                  <a:pt x="41" y="428"/>
                </a:cubicBezTo>
                <a:cubicBezTo>
                  <a:pt x="41" y="429"/>
                  <a:pt x="40" y="430"/>
                  <a:pt x="41" y="430"/>
                </a:cubicBezTo>
                <a:cubicBezTo>
                  <a:pt x="41" y="430"/>
                  <a:pt x="43" y="429"/>
                  <a:pt x="43" y="429"/>
                </a:cubicBezTo>
                <a:cubicBezTo>
                  <a:pt x="43" y="429"/>
                  <a:pt x="44" y="430"/>
                  <a:pt x="44" y="430"/>
                </a:cubicBezTo>
                <a:cubicBezTo>
                  <a:pt x="44" y="431"/>
                  <a:pt x="43" y="432"/>
                  <a:pt x="43" y="431"/>
                </a:cubicBezTo>
                <a:cubicBezTo>
                  <a:pt x="42" y="431"/>
                  <a:pt x="42" y="431"/>
                  <a:pt x="42" y="431"/>
                </a:cubicBezTo>
                <a:cubicBezTo>
                  <a:pt x="42" y="432"/>
                  <a:pt x="42" y="432"/>
                  <a:pt x="42" y="433"/>
                </a:cubicBezTo>
                <a:cubicBezTo>
                  <a:pt x="42" y="434"/>
                  <a:pt x="43" y="434"/>
                  <a:pt x="43" y="435"/>
                </a:cubicBezTo>
                <a:cubicBezTo>
                  <a:pt x="43" y="436"/>
                  <a:pt x="43" y="436"/>
                  <a:pt x="43" y="437"/>
                </a:cubicBezTo>
                <a:cubicBezTo>
                  <a:pt x="44" y="438"/>
                  <a:pt x="44" y="438"/>
                  <a:pt x="44" y="439"/>
                </a:cubicBezTo>
                <a:cubicBezTo>
                  <a:pt x="44" y="440"/>
                  <a:pt x="44" y="444"/>
                  <a:pt x="44" y="444"/>
                </a:cubicBezTo>
                <a:cubicBezTo>
                  <a:pt x="43" y="445"/>
                  <a:pt x="43" y="446"/>
                  <a:pt x="42" y="447"/>
                </a:cubicBezTo>
                <a:cubicBezTo>
                  <a:pt x="42" y="448"/>
                  <a:pt x="41" y="449"/>
                  <a:pt x="41" y="449"/>
                </a:cubicBezTo>
                <a:cubicBezTo>
                  <a:pt x="41" y="450"/>
                  <a:pt x="40" y="451"/>
                  <a:pt x="41" y="451"/>
                </a:cubicBezTo>
                <a:cubicBezTo>
                  <a:pt x="41" y="452"/>
                  <a:pt x="41" y="453"/>
                  <a:pt x="41" y="453"/>
                </a:cubicBezTo>
                <a:cubicBezTo>
                  <a:pt x="41" y="453"/>
                  <a:pt x="42" y="454"/>
                  <a:pt x="41" y="454"/>
                </a:cubicBezTo>
                <a:cubicBezTo>
                  <a:pt x="40" y="454"/>
                  <a:pt x="39" y="453"/>
                  <a:pt x="39" y="453"/>
                </a:cubicBezTo>
                <a:cubicBezTo>
                  <a:pt x="39" y="453"/>
                  <a:pt x="39" y="454"/>
                  <a:pt x="38" y="454"/>
                </a:cubicBezTo>
                <a:cubicBezTo>
                  <a:pt x="38" y="455"/>
                  <a:pt x="37" y="455"/>
                  <a:pt x="36" y="455"/>
                </a:cubicBezTo>
                <a:cubicBezTo>
                  <a:pt x="36" y="456"/>
                  <a:pt x="36" y="457"/>
                  <a:pt x="36" y="457"/>
                </a:cubicBezTo>
                <a:cubicBezTo>
                  <a:pt x="36" y="458"/>
                  <a:pt x="36" y="458"/>
                  <a:pt x="36" y="459"/>
                </a:cubicBezTo>
                <a:cubicBezTo>
                  <a:pt x="36" y="459"/>
                  <a:pt x="37" y="459"/>
                  <a:pt x="36" y="460"/>
                </a:cubicBezTo>
                <a:cubicBezTo>
                  <a:pt x="36" y="460"/>
                  <a:pt x="35" y="461"/>
                  <a:pt x="35" y="462"/>
                </a:cubicBezTo>
                <a:cubicBezTo>
                  <a:pt x="34" y="462"/>
                  <a:pt x="34" y="467"/>
                  <a:pt x="34" y="467"/>
                </a:cubicBezTo>
                <a:cubicBezTo>
                  <a:pt x="34" y="467"/>
                  <a:pt x="35" y="468"/>
                  <a:pt x="35" y="468"/>
                </a:cubicBezTo>
                <a:cubicBezTo>
                  <a:pt x="35" y="469"/>
                  <a:pt x="35" y="469"/>
                  <a:pt x="35" y="469"/>
                </a:cubicBezTo>
                <a:cubicBezTo>
                  <a:pt x="34" y="470"/>
                  <a:pt x="33" y="472"/>
                  <a:pt x="33" y="473"/>
                </a:cubicBezTo>
                <a:cubicBezTo>
                  <a:pt x="33" y="473"/>
                  <a:pt x="33" y="475"/>
                  <a:pt x="33" y="475"/>
                </a:cubicBezTo>
                <a:cubicBezTo>
                  <a:pt x="33" y="475"/>
                  <a:pt x="32" y="476"/>
                  <a:pt x="32" y="476"/>
                </a:cubicBezTo>
                <a:cubicBezTo>
                  <a:pt x="32" y="476"/>
                  <a:pt x="33" y="476"/>
                  <a:pt x="33" y="477"/>
                </a:cubicBezTo>
                <a:cubicBezTo>
                  <a:pt x="33" y="477"/>
                  <a:pt x="32" y="478"/>
                  <a:pt x="31" y="478"/>
                </a:cubicBezTo>
                <a:cubicBezTo>
                  <a:pt x="31" y="478"/>
                  <a:pt x="31" y="481"/>
                  <a:pt x="31" y="482"/>
                </a:cubicBezTo>
                <a:cubicBezTo>
                  <a:pt x="32" y="482"/>
                  <a:pt x="32" y="482"/>
                  <a:pt x="32" y="483"/>
                </a:cubicBezTo>
                <a:cubicBezTo>
                  <a:pt x="32" y="484"/>
                  <a:pt x="33" y="485"/>
                  <a:pt x="33" y="485"/>
                </a:cubicBezTo>
                <a:cubicBezTo>
                  <a:pt x="33" y="486"/>
                  <a:pt x="33" y="488"/>
                  <a:pt x="33" y="489"/>
                </a:cubicBezTo>
                <a:cubicBezTo>
                  <a:pt x="33" y="490"/>
                  <a:pt x="33" y="490"/>
                  <a:pt x="33" y="491"/>
                </a:cubicBezTo>
                <a:cubicBezTo>
                  <a:pt x="33" y="491"/>
                  <a:pt x="33" y="492"/>
                  <a:pt x="34" y="492"/>
                </a:cubicBezTo>
                <a:cubicBezTo>
                  <a:pt x="35" y="493"/>
                  <a:pt x="36" y="493"/>
                  <a:pt x="36" y="493"/>
                </a:cubicBezTo>
                <a:cubicBezTo>
                  <a:pt x="36" y="493"/>
                  <a:pt x="36" y="494"/>
                  <a:pt x="36" y="494"/>
                </a:cubicBezTo>
                <a:cubicBezTo>
                  <a:pt x="36" y="494"/>
                  <a:pt x="35" y="495"/>
                  <a:pt x="35" y="495"/>
                </a:cubicBezTo>
                <a:cubicBezTo>
                  <a:pt x="35" y="496"/>
                  <a:pt x="35" y="496"/>
                  <a:pt x="35" y="496"/>
                </a:cubicBezTo>
                <a:cubicBezTo>
                  <a:pt x="35" y="496"/>
                  <a:pt x="37" y="496"/>
                  <a:pt x="37" y="496"/>
                </a:cubicBezTo>
                <a:cubicBezTo>
                  <a:pt x="37" y="496"/>
                  <a:pt x="38" y="497"/>
                  <a:pt x="38" y="497"/>
                </a:cubicBezTo>
                <a:cubicBezTo>
                  <a:pt x="38" y="497"/>
                  <a:pt x="38" y="497"/>
                  <a:pt x="38" y="497"/>
                </a:cubicBezTo>
                <a:cubicBezTo>
                  <a:pt x="38" y="497"/>
                  <a:pt x="38" y="497"/>
                  <a:pt x="38" y="497"/>
                </a:cubicBezTo>
                <a:cubicBezTo>
                  <a:pt x="38" y="497"/>
                  <a:pt x="38" y="497"/>
                  <a:pt x="39" y="497"/>
                </a:cubicBezTo>
                <a:cubicBezTo>
                  <a:pt x="39" y="498"/>
                  <a:pt x="39" y="498"/>
                  <a:pt x="39" y="498"/>
                </a:cubicBezTo>
                <a:cubicBezTo>
                  <a:pt x="39" y="498"/>
                  <a:pt x="39" y="498"/>
                  <a:pt x="39" y="498"/>
                </a:cubicBezTo>
                <a:cubicBezTo>
                  <a:pt x="39" y="497"/>
                  <a:pt x="40" y="497"/>
                  <a:pt x="40" y="497"/>
                </a:cubicBezTo>
                <a:cubicBezTo>
                  <a:pt x="42" y="498"/>
                  <a:pt x="43" y="497"/>
                  <a:pt x="44" y="497"/>
                </a:cubicBezTo>
                <a:cubicBezTo>
                  <a:pt x="44" y="497"/>
                  <a:pt x="45" y="497"/>
                  <a:pt x="45" y="497"/>
                </a:cubicBezTo>
                <a:cubicBezTo>
                  <a:pt x="45" y="497"/>
                  <a:pt x="45" y="497"/>
                  <a:pt x="45" y="497"/>
                </a:cubicBezTo>
                <a:cubicBezTo>
                  <a:pt x="46" y="496"/>
                  <a:pt x="46" y="496"/>
                  <a:pt x="47" y="495"/>
                </a:cubicBezTo>
                <a:cubicBezTo>
                  <a:pt x="47" y="495"/>
                  <a:pt x="47" y="494"/>
                  <a:pt x="47" y="494"/>
                </a:cubicBezTo>
                <a:cubicBezTo>
                  <a:pt x="47" y="493"/>
                  <a:pt x="46" y="493"/>
                  <a:pt x="46" y="493"/>
                </a:cubicBezTo>
                <a:cubicBezTo>
                  <a:pt x="46" y="493"/>
                  <a:pt x="47" y="492"/>
                  <a:pt x="47" y="492"/>
                </a:cubicBezTo>
                <a:cubicBezTo>
                  <a:pt x="47" y="492"/>
                  <a:pt x="48" y="492"/>
                  <a:pt x="48" y="491"/>
                </a:cubicBezTo>
                <a:cubicBezTo>
                  <a:pt x="48" y="491"/>
                  <a:pt x="48" y="491"/>
                  <a:pt x="49" y="491"/>
                </a:cubicBezTo>
                <a:cubicBezTo>
                  <a:pt x="49" y="490"/>
                  <a:pt x="49" y="490"/>
                  <a:pt x="50" y="491"/>
                </a:cubicBezTo>
                <a:cubicBezTo>
                  <a:pt x="50" y="491"/>
                  <a:pt x="51" y="491"/>
                  <a:pt x="52" y="492"/>
                </a:cubicBezTo>
                <a:cubicBezTo>
                  <a:pt x="52" y="492"/>
                  <a:pt x="52" y="492"/>
                  <a:pt x="53" y="492"/>
                </a:cubicBezTo>
                <a:cubicBezTo>
                  <a:pt x="53" y="493"/>
                  <a:pt x="53" y="494"/>
                  <a:pt x="54" y="494"/>
                </a:cubicBezTo>
                <a:cubicBezTo>
                  <a:pt x="54" y="495"/>
                  <a:pt x="54" y="496"/>
                  <a:pt x="54" y="496"/>
                </a:cubicBezTo>
                <a:cubicBezTo>
                  <a:pt x="53" y="498"/>
                  <a:pt x="52" y="498"/>
                  <a:pt x="51" y="499"/>
                </a:cubicBezTo>
                <a:cubicBezTo>
                  <a:pt x="51" y="499"/>
                  <a:pt x="51" y="500"/>
                  <a:pt x="51" y="500"/>
                </a:cubicBezTo>
                <a:cubicBezTo>
                  <a:pt x="51" y="500"/>
                  <a:pt x="51" y="501"/>
                  <a:pt x="51" y="501"/>
                </a:cubicBezTo>
                <a:cubicBezTo>
                  <a:pt x="52" y="502"/>
                  <a:pt x="52" y="502"/>
                  <a:pt x="53" y="503"/>
                </a:cubicBezTo>
                <a:cubicBezTo>
                  <a:pt x="54" y="503"/>
                  <a:pt x="54" y="503"/>
                  <a:pt x="55" y="503"/>
                </a:cubicBezTo>
                <a:cubicBezTo>
                  <a:pt x="55" y="503"/>
                  <a:pt x="56" y="503"/>
                  <a:pt x="56" y="503"/>
                </a:cubicBezTo>
                <a:cubicBezTo>
                  <a:pt x="56" y="503"/>
                  <a:pt x="57" y="503"/>
                  <a:pt x="57" y="502"/>
                </a:cubicBezTo>
                <a:cubicBezTo>
                  <a:pt x="57" y="502"/>
                  <a:pt x="57" y="502"/>
                  <a:pt x="57" y="502"/>
                </a:cubicBezTo>
                <a:cubicBezTo>
                  <a:pt x="58" y="502"/>
                  <a:pt x="58" y="503"/>
                  <a:pt x="58" y="503"/>
                </a:cubicBezTo>
                <a:cubicBezTo>
                  <a:pt x="58" y="504"/>
                  <a:pt x="57" y="506"/>
                  <a:pt x="57" y="507"/>
                </a:cubicBezTo>
                <a:cubicBezTo>
                  <a:pt x="57" y="508"/>
                  <a:pt x="57" y="508"/>
                  <a:pt x="57" y="509"/>
                </a:cubicBezTo>
                <a:cubicBezTo>
                  <a:pt x="57" y="509"/>
                  <a:pt x="57" y="509"/>
                  <a:pt x="57" y="509"/>
                </a:cubicBezTo>
                <a:cubicBezTo>
                  <a:pt x="57" y="510"/>
                  <a:pt x="57" y="510"/>
                  <a:pt x="57" y="510"/>
                </a:cubicBezTo>
                <a:cubicBezTo>
                  <a:pt x="57" y="511"/>
                  <a:pt x="58" y="511"/>
                  <a:pt x="58" y="511"/>
                </a:cubicBezTo>
                <a:cubicBezTo>
                  <a:pt x="58" y="511"/>
                  <a:pt x="58" y="512"/>
                  <a:pt x="58" y="512"/>
                </a:cubicBezTo>
                <a:cubicBezTo>
                  <a:pt x="59" y="512"/>
                  <a:pt x="58" y="513"/>
                  <a:pt x="58" y="513"/>
                </a:cubicBezTo>
                <a:cubicBezTo>
                  <a:pt x="57" y="512"/>
                  <a:pt x="56" y="511"/>
                  <a:pt x="56" y="509"/>
                </a:cubicBezTo>
                <a:cubicBezTo>
                  <a:pt x="56" y="509"/>
                  <a:pt x="56" y="509"/>
                  <a:pt x="56" y="508"/>
                </a:cubicBezTo>
                <a:cubicBezTo>
                  <a:pt x="56" y="508"/>
                  <a:pt x="56" y="508"/>
                  <a:pt x="55" y="507"/>
                </a:cubicBezTo>
                <a:cubicBezTo>
                  <a:pt x="54" y="507"/>
                  <a:pt x="54" y="508"/>
                  <a:pt x="53" y="508"/>
                </a:cubicBezTo>
                <a:cubicBezTo>
                  <a:pt x="53" y="508"/>
                  <a:pt x="52" y="508"/>
                  <a:pt x="52" y="508"/>
                </a:cubicBezTo>
                <a:cubicBezTo>
                  <a:pt x="51" y="508"/>
                  <a:pt x="51" y="509"/>
                  <a:pt x="51" y="509"/>
                </a:cubicBezTo>
                <a:cubicBezTo>
                  <a:pt x="51" y="509"/>
                  <a:pt x="51" y="510"/>
                  <a:pt x="51" y="510"/>
                </a:cubicBezTo>
                <a:cubicBezTo>
                  <a:pt x="51" y="511"/>
                  <a:pt x="52" y="511"/>
                  <a:pt x="53" y="512"/>
                </a:cubicBezTo>
                <a:cubicBezTo>
                  <a:pt x="53" y="513"/>
                  <a:pt x="54" y="514"/>
                  <a:pt x="54" y="515"/>
                </a:cubicBezTo>
                <a:cubicBezTo>
                  <a:pt x="54" y="515"/>
                  <a:pt x="55" y="515"/>
                  <a:pt x="55" y="515"/>
                </a:cubicBezTo>
                <a:cubicBezTo>
                  <a:pt x="55" y="516"/>
                  <a:pt x="55" y="516"/>
                  <a:pt x="55" y="516"/>
                </a:cubicBezTo>
                <a:cubicBezTo>
                  <a:pt x="54" y="515"/>
                  <a:pt x="53" y="515"/>
                  <a:pt x="53" y="515"/>
                </a:cubicBezTo>
                <a:cubicBezTo>
                  <a:pt x="52" y="515"/>
                  <a:pt x="52" y="514"/>
                  <a:pt x="52" y="514"/>
                </a:cubicBezTo>
                <a:cubicBezTo>
                  <a:pt x="52" y="514"/>
                  <a:pt x="51" y="515"/>
                  <a:pt x="51" y="515"/>
                </a:cubicBezTo>
                <a:cubicBezTo>
                  <a:pt x="50" y="515"/>
                  <a:pt x="50" y="517"/>
                  <a:pt x="50" y="518"/>
                </a:cubicBezTo>
                <a:cubicBezTo>
                  <a:pt x="50" y="518"/>
                  <a:pt x="50" y="518"/>
                  <a:pt x="50" y="519"/>
                </a:cubicBezTo>
                <a:cubicBezTo>
                  <a:pt x="50" y="519"/>
                  <a:pt x="51" y="519"/>
                  <a:pt x="51" y="519"/>
                </a:cubicBezTo>
                <a:cubicBezTo>
                  <a:pt x="50" y="520"/>
                  <a:pt x="50" y="521"/>
                  <a:pt x="50" y="522"/>
                </a:cubicBezTo>
                <a:cubicBezTo>
                  <a:pt x="50" y="522"/>
                  <a:pt x="50" y="522"/>
                  <a:pt x="50" y="523"/>
                </a:cubicBezTo>
                <a:cubicBezTo>
                  <a:pt x="51" y="523"/>
                  <a:pt x="51" y="523"/>
                  <a:pt x="51" y="523"/>
                </a:cubicBezTo>
                <a:cubicBezTo>
                  <a:pt x="52" y="523"/>
                  <a:pt x="51" y="523"/>
                  <a:pt x="51" y="523"/>
                </a:cubicBezTo>
                <a:cubicBezTo>
                  <a:pt x="51" y="524"/>
                  <a:pt x="51" y="524"/>
                  <a:pt x="51" y="524"/>
                </a:cubicBezTo>
                <a:cubicBezTo>
                  <a:pt x="51" y="524"/>
                  <a:pt x="51" y="525"/>
                  <a:pt x="51" y="525"/>
                </a:cubicBezTo>
                <a:cubicBezTo>
                  <a:pt x="51" y="526"/>
                  <a:pt x="52" y="526"/>
                  <a:pt x="51" y="527"/>
                </a:cubicBezTo>
                <a:cubicBezTo>
                  <a:pt x="51" y="527"/>
                  <a:pt x="51" y="527"/>
                  <a:pt x="51" y="527"/>
                </a:cubicBezTo>
                <a:cubicBezTo>
                  <a:pt x="50" y="527"/>
                  <a:pt x="50" y="528"/>
                  <a:pt x="50" y="528"/>
                </a:cubicBezTo>
                <a:cubicBezTo>
                  <a:pt x="50" y="529"/>
                  <a:pt x="49" y="529"/>
                  <a:pt x="49" y="529"/>
                </a:cubicBezTo>
                <a:cubicBezTo>
                  <a:pt x="49" y="529"/>
                  <a:pt x="49" y="530"/>
                  <a:pt x="50" y="530"/>
                </a:cubicBezTo>
                <a:cubicBezTo>
                  <a:pt x="50" y="530"/>
                  <a:pt x="50" y="530"/>
                  <a:pt x="50" y="530"/>
                </a:cubicBezTo>
                <a:cubicBezTo>
                  <a:pt x="50" y="531"/>
                  <a:pt x="50" y="531"/>
                  <a:pt x="50" y="532"/>
                </a:cubicBezTo>
                <a:cubicBezTo>
                  <a:pt x="50" y="532"/>
                  <a:pt x="50" y="532"/>
                  <a:pt x="50" y="532"/>
                </a:cubicBezTo>
                <a:cubicBezTo>
                  <a:pt x="50" y="532"/>
                  <a:pt x="49" y="532"/>
                  <a:pt x="49" y="532"/>
                </a:cubicBezTo>
                <a:cubicBezTo>
                  <a:pt x="49" y="532"/>
                  <a:pt x="49" y="532"/>
                  <a:pt x="48" y="533"/>
                </a:cubicBezTo>
                <a:cubicBezTo>
                  <a:pt x="48" y="533"/>
                  <a:pt x="48" y="533"/>
                  <a:pt x="47" y="534"/>
                </a:cubicBezTo>
                <a:cubicBezTo>
                  <a:pt x="47" y="534"/>
                  <a:pt x="47" y="534"/>
                  <a:pt x="47" y="534"/>
                </a:cubicBezTo>
                <a:cubicBezTo>
                  <a:pt x="47" y="534"/>
                  <a:pt x="47" y="535"/>
                  <a:pt x="47" y="535"/>
                </a:cubicBezTo>
                <a:cubicBezTo>
                  <a:pt x="47" y="536"/>
                  <a:pt x="47" y="536"/>
                  <a:pt x="46" y="537"/>
                </a:cubicBezTo>
                <a:cubicBezTo>
                  <a:pt x="46" y="537"/>
                  <a:pt x="46" y="537"/>
                  <a:pt x="46" y="537"/>
                </a:cubicBezTo>
                <a:cubicBezTo>
                  <a:pt x="46" y="537"/>
                  <a:pt x="46" y="537"/>
                  <a:pt x="46" y="537"/>
                </a:cubicBezTo>
                <a:cubicBezTo>
                  <a:pt x="47" y="538"/>
                  <a:pt x="47" y="538"/>
                  <a:pt x="47" y="539"/>
                </a:cubicBezTo>
                <a:cubicBezTo>
                  <a:pt x="47" y="539"/>
                  <a:pt x="48" y="539"/>
                  <a:pt x="48" y="540"/>
                </a:cubicBezTo>
                <a:cubicBezTo>
                  <a:pt x="48" y="540"/>
                  <a:pt x="48" y="540"/>
                  <a:pt x="48" y="540"/>
                </a:cubicBezTo>
                <a:cubicBezTo>
                  <a:pt x="48" y="541"/>
                  <a:pt x="49" y="541"/>
                  <a:pt x="49" y="541"/>
                </a:cubicBezTo>
                <a:cubicBezTo>
                  <a:pt x="49" y="541"/>
                  <a:pt x="49" y="541"/>
                  <a:pt x="49" y="541"/>
                </a:cubicBezTo>
                <a:cubicBezTo>
                  <a:pt x="49" y="542"/>
                  <a:pt x="49" y="542"/>
                  <a:pt x="49" y="542"/>
                </a:cubicBezTo>
                <a:cubicBezTo>
                  <a:pt x="48" y="542"/>
                  <a:pt x="48" y="543"/>
                  <a:pt x="47" y="543"/>
                </a:cubicBezTo>
                <a:cubicBezTo>
                  <a:pt x="47" y="543"/>
                  <a:pt x="47" y="543"/>
                  <a:pt x="47" y="544"/>
                </a:cubicBezTo>
                <a:cubicBezTo>
                  <a:pt x="47" y="544"/>
                  <a:pt x="47" y="544"/>
                  <a:pt x="47" y="544"/>
                </a:cubicBezTo>
                <a:cubicBezTo>
                  <a:pt x="47" y="544"/>
                  <a:pt x="47" y="544"/>
                  <a:pt x="47" y="544"/>
                </a:cubicBezTo>
                <a:cubicBezTo>
                  <a:pt x="48" y="544"/>
                  <a:pt x="49" y="544"/>
                  <a:pt x="50" y="544"/>
                </a:cubicBezTo>
                <a:cubicBezTo>
                  <a:pt x="50" y="544"/>
                  <a:pt x="50" y="544"/>
                  <a:pt x="50" y="544"/>
                </a:cubicBezTo>
                <a:cubicBezTo>
                  <a:pt x="50" y="544"/>
                  <a:pt x="50" y="545"/>
                  <a:pt x="50" y="545"/>
                </a:cubicBezTo>
                <a:cubicBezTo>
                  <a:pt x="50" y="545"/>
                  <a:pt x="50" y="545"/>
                  <a:pt x="49" y="545"/>
                </a:cubicBezTo>
                <a:cubicBezTo>
                  <a:pt x="49" y="545"/>
                  <a:pt x="49" y="545"/>
                  <a:pt x="49" y="545"/>
                </a:cubicBezTo>
                <a:cubicBezTo>
                  <a:pt x="49" y="545"/>
                  <a:pt x="48" y="546"/>
                  <a:pt x="48" y="546"/>
                </a:cubicBezTo>
                <a:cubicBezTo>
                  <a:pt x="48" y="546"/>
                  <a:pt x="47" y="546"/>
                  <a:pt x="47" y="547"/>
                </a:cubicBezTo>
                <a:cubicBezTo>
                  <a:pt x="47" y="547"/>
                  <a:pt x="47" y="548"/>
                  <a:pt x="47" y="548"/>
                </a:cubicBezTo>
                <a:cubicBezTo>
                  <a:pt x="47" y="548"/>
                  <a:pt x="47" y="548"/>
                  <a:pt x="47" y="549"/>
                </a:cubicBezTo>
                <a:cubicBezTo>
                  <a:pt x="46" y="549"/>
                  <a:pt x="46" y="550"/>
                  <a:pt x="46" y="550"/>
                </a:cubicBezTo>
                <a:cubicBezTo>
                  <a:pt x="45" y="550"/>
                  <a:pt x="45" y="550"/>
                  <a:pt x="45" y="549"/>
                </a:cubicBezTo>
                <a:cubicBezTo>
                  <a:pt x="46" y="549"/>
                  <a:pt x="46" y="549"/>
                  <a:pt x="46" y="549"/>
                </a:cubicBezTo>
                <a:cubicBezTo>
                  <a:pt x="46" y="549"/>
                  <a:pt x="46" y="548"/>
                  <a:pt x="46" y="548"/>
                </a:cubicBezTo>
                <a:cubicBezTo>
                  <a:pt x="45" y="548"/>
                  <a:pt x="45" y="548"/>
                  <a:pt x="45" y="548"/>
                </a:cubicBezTo>
                <a:cubicBezTo>
                  <a:pt x="45" y="548"/>
                  <a:pt x="45" y="548"/>
                  <a:pt x="45" y="548"/>
                </a:cubicBezTo>
                <a:cubicBezTo>
                  <a:pt x="45" y="548"/>
                  <a:pt x="45" y="548"/>
                  <a:pt x="44" y="548"/>
                </a:cubicBezTo>
                <a:cubicBezTo>
                  <a:pt x="44" y="548"/>
                  <a:pt x="44" y="549"/>
                  <a:pt x="43" y="549"/>
                </a:cubicBezTo>
                <a:cubicBezTo>
                  <a:pt x="43" y="549"/>
                  <a:pt x="43" y="549"/>
                  <a:pt x="43" y="549"/>
                </a:cubicBezTo>
                <a:cubicBezTo>
                  <a:pt x="43" y="549"/>
                  <a:pt x="43" y="549"/>
                  <a:pt x="43" y="549"/>
                </a:cubicBezTo>
                <a:cubicBezTo>
                  <a:pt x="43" y="550"/>
                  <a:pt x="43" y="550"/>
                  <a:pt x="44" y="550"/>
                </a:cubicBezTo>
                <a:cubicBezTo>
                  <a:pt x="44" y="550"/>
                  <a:pt x="44" y="551"/>
                  <a:pt x="44" y="551"/>
                </a:cubicBezTo>
                <a:cubicBezTo>
                  <a:pt x="44" y="551"/>
                  <a:pt x="44" y="551"/>
                  <a:pt x="44" y="551"/>
                </a:cubicBezTo>
                <a:cubicBezTo>
                  <a:pt x="44" y="551"/>
                  <a:pt x="44" y="551"/>
                  <a:pt x="44" y="552"/>
                </a:cubicBezTo>
                <a:cubicBezTo>
                  <a:pt x="44" y="552"/>
                  <a:pt x="45" y="551"/>
                  <a:pt x="45" y="552"/>
                </a:cubicBezTo>
                <a:cubicBezTo>
                  <a:pt x="45" y="552"/>
                  <a:pt x="45" y="552"/>
                  <a:pt x="45" y="552"/>
                </a:cubicBezTo>
                <a:cubicBezTo>
                  <a:pt x="45" y="552"/>
                  <a:pt x="45" y="553"/>
                  <a:pt x="44" y="553"/>
                </a:cubicBezTo>
                <a:cubicBezTo>
                  <a:pt x="44" y="553"/>
                  <a:pt x="44" y="553"/>
                  <a:pt x="44" y="554"/>
                </a:cubicBezTo>
                <a:cubicBezTo>
                  <a:pt x="43" y="554"/>
                  <a:pt x="43" y="553"/>
                  <a:pt x="43" y="554"/>
                </a:cubicBezTo>
                <a:cubicBezTo>
                  <a:pt x="43" y="554"/>
                  <a:pt x="43" y="554"/>
                  <a:pt x="43" y="554"/>
                </a:cubicBezTo>
                <a:cubicBezTo>
                  <a:pt x="43" y="554"/>
                  <a:pt x="43" y="555"/>
                  <a:pt x="43" y="555"/>
                </a:cubicBezTo>
                <a:cubicBezTo>
                  <a:pt x="43" y="555"/>
                  <a:pt x="44" y="555"/>
                  <a:pt x="44" y="555"/>
                </a:cubicBezTo>
                <a:cubicBezTo>
                  <a:pt x="44" y="555"/>
                  <a:pt x="45" y="555"/>
                  <a:pt x="45" y="555"/>
                </a:cubicBezTo>
                <a:cubicBezTo>
                  <a:pt x="45" y="555"/>
                  <a:pt x="45" y="555"/>
                  <a:pt x="45" y="556"/>
                </a:cubicBezTo>
                <a:cubicBezTo>
                  <a:pt x="45" y="556"/>
                  <a:pt x="45" y="556"/>
                  <a:pt x="45" y="556"/>
                </a:cubicBezTo>
                <a:cubicBezTo>
                  <a:pt x="44" y="556"/>
                  <a:pt x="45" y="557"/>
                  <a:pt x="45" y="557"/>
                </a:cubicBezTo>
                <a:cubicBezTo>
                  <a:pt x="45" y="557"/>
                  <a:pt x="45" y="557"/>
                  <a:pt x="45" y="557"/>
                </a:cubicBezTo>
                <a:cubicBezTo>
                  <a:pt x="46" y="557"/>
                  <a:pt x="46" y="557"/>
                  <a:pt x="46" y="557"/>
                </a:cubicBezTo>
                <a:cubicBezTo>
                  <a:pt x="47" y="557"/>
                  <a:pt x="47" y="557"/>
                  <a:pt x="47" y="557"/>
                </a:cubicBezTo>
                <a:cubicBezTo>
                  <a:pt x="47" y="557"/>
                  <a:pt x="48" y="557"/>
                  <a:pt x="48" y="557"/>
                </a:cubicBezTo>
                <a:cubicBezTo>
                  <a:pt x="48" y="557"/>
                  <a:pt x="48" y="557"/>
                  <a:pt x="48" y="557"/>
                </a:cubicBezTo>
                <a:cubicBezTo>
                  <a:pt x="49" y="557"/>
                  <a:pt x="49" y="557"/>
                  <a:pt x="50" y="558"/>
                </a:cubicBezTo>
                <a:cubicBezTo>
                  <a:pt x="50" y="558"/>
                  <a:pt x="50" y="559"/>
                  <a:pt x="50" y="559"/>
                </a:cubicBezTo>
                <a:cubicBezTo>
                  <a:pt x="50" y="559"/>
                  <a:pt x="50" y="560"/>
                  <a:pt x="50" y="560"/>
                </a:cubicBezTo>
                <a:cubicBezTo>
                  <a:pt x="50" y="560"/>
                  <a:pt x="50" y="560"/>
                  <a:pt x="50" y="560"/>
                </a:cubicBezTo>
                <a:cubicBezTo>
                  <a:pt x="51" y="561"/>
                  <a:pt x="52" y="561"/>
                  <a:pt x="53" y="563"/>
                </a:cubicBezTo>
                <a:cubicBezTo>
                  <a:pt x="53" y="563"/>
                  <a:pt x="53" y="563"/>
                  <a:pt x="53" y="563"/>
                </a:cubicBezTo>
                <a:cubicBezTo>
                  <a:pt x="53" y="563"/>
                  <a:pt x="53" y="562"/>
                  <a:pt x="53" y="562"/>
                </a:cubicBezTo>
                <a:cubicBezTo>
                  <a:pt x="53" y="561"/>
                  <a:pt x="54" y="561"/>
                  <a:pt x="54" y="561"/>
                </a:cubicBezTo>
                <a:cubicBezTo>
                  <a:pt x="55" y="560"/>
                  <a:pt x="55" y="561"/>
                  <a:pt x="55" y="561"/>
                </a:cubicBezTo>
                <a:cubicBezTo>
                  <a:pt x="55" y="561"/>
                  <a:pt x="55" y="561"/>
                  <a:pt x="55" y="562"/>
                </a:cubicBezTo>
                <a:cubicBezTo>
                  <a:pt x="55" y="562"/>
                  <a:pt x="55" y="563"/>
                  <a:pt x="54" y="564"/>
                </a:cubicBezTo>
                <a:cubicBezTo>
                  <a:pt x="54" y="564"/>
                  <a:pt x="54" y="564"/>
                  <a:pt x="54" y="564"/>
                </a:cubicBezTo>
                <a:cubicBezTo>
                  <a:pt x="54" y="564"/>
                  <a:pt x="54" y="564"/>
                  <a:pt x="54" y="565"/>
                </a:cubicBezTo>
                <a:cubicBezTo>
                  <a:pt x="53" y="565"/>
                  <a:pt x="53" y="566"/>
                  <a:pt x="53" y="567"/>
                </a:cubicBezTo>
                <a:cubicBezTo>
                  <a:pt x="53" y="567"/>
                  <a:pt x="53" y="568"/>
                  <a:pt x="53" y="568"/>
                </a:cubicBezTo>
                <a:cubicBezTo>
                  <a:pt x="53" y="569"/>
                  <a:pt x="52" y="569"/>
                  <a:pt x="52" y="569"/>
                </a:cubicBezTo>
                <a:cubicBezTo>
                  <a:pt x="52" y="569"/>
                  <a:pt x="51" y="570"/>
                  <a:pt x="50" y="570"/>
                </a:cubicBezTo>
                <a:cubicBezTo>
                  <a:pt x="50" y="571"/>
                  <a:pt x="49" y="571"/>
                  <a:pt x="49" y="572"/>
                </a:cubicBezTo>
                <a:cubicBezTo>
                  <a:pt x="48" y="572"/>
                  <a:pt x="47" y="573"/>
                  <a:pt x="47" y="574"/>
                </a:cubicBezTo>
                <a:cubicBezTo>
                  <a:pt x="46" y="574"/>
                  <a:pt x="46" y="574"/>
                  <a:pt x="46" y="574"/>
                </a:cubicBezTo>
                <a:cubicBezTo>
                  <a:pt x="46" y="574"/>
                  <a:pt x="46" y="574"/>
                  <a:pt x="46" y="574"/>
                </a:cubicBezTo>
                <a:cubicBezTo>
                  <a:pt x="46" y="574"/>
                  <a:pt x="45" y="574"/>
                  <a:pt x="45" y="573"/>
                </a:cubicBezTo>
                <a:cubicBezTo>
                  <a:pt x="44" y="574"/>
                  <a:pt x="43" y="574"/>
                  <a:pt x="42" y="574"/>
                </a:cubicBezTo>
                <a:cubicBezTo>
                  <a:pt x="42" y="574"/>
                  <a:pt x="42" y="574"/>
                  <a:pt x="41" y="574"/>
                </a:cubicBezTo>
                <a:cubicBezTo>
                  <a:pt x="41" y="574"/>
                  <a:pt x="41" y="574"/>
                  <a:pt x="41" y="574"/>
                </a:cubicBezTo>
                <a:cubicBezTo>
                  <a:pt x="41" y="575"/>
                  <a:pt x="41" y="575"/>
                  <a:pt x="41" y="576"/>
                </a:cubicBezTo>
                <a:cubicBezTo>
                  <a:pt x="41" y="576"/>
                  <a:pt x="41" y="576"/>
                  <a:pt x="41" y="577"/>
                </a:cubicBezTo>
                <a:cubicBezTo>
                  <a:pt x="41" y="577"/>
                  <a:pt x="42" y="577"/>
                  <a:pt x="42" y="577"/>
                </a:cubicBezTo>
                <a:cubicBezTo>
                  <a:pt x="42" y="577"/>
                  <a:pt x="42" y="578"/>
                  <a:pt x="42" y="578"/>
                </a:cubicBezTo>
                <a:cubicBezTo>
                  <a:pt x="42" y="578"/>
                  <a:pt x="42" y="578"/>
                  <a:pt x="42" y="578"/>
                </a:cubicBezTo>
                <a:cubicBezTo>
                  <a:pt x="42" y="578"/>
                  <a:pt x="42" y="578"/>
                  <a:pt x="42" y="578"/>
                </a:cubicBezTo>
                <a:cubicBezTo>
                  <a:pt x="42" y="578"/>
                  <a:pt x="41" y="578"/>
                  <a:pt x="41" y="578"/>
                </a:cubicBezTo>
                <a:cubicBezTo>
                  <a:pt x="41" y="578"/>
                  <a:pt x="41" y="578"/>
                  <a:pt x="41" y="578"/>
                </a:cubicBezTo>
                <a:cubicBezTo>
                  <a:pt x="41" y="578"/>
                  <a:pt x="41" y="578"/>
                  <a:pt x="41" y="578"/>
                </a:cubicBezTo>
                <a:cubicBezTo>
                  <a:pt x="41" y="578"/>
                  <a:pt x="40" y="578"/>
                  <a:pt x="40" y="578"/>
                </a:cubicBezTo>
                <a:cubicBezTo>
                  <a:pt x="40" y="578"/>
                  <a:pt x="40" y="578"/>
                  <a:pt x="40" y="578"/>
                </a:cubicBezTo>
                <a:cubicBezTo>
                  <a:pt x="40" y="578"/>
                  <a:pt x="40" y="578"/>
                  <a:pt x="40" y="578"/>
                </a:cubicBezTo>
                <a:cubicBezTo>
                  <a:pt x="40" y="579"/>
                  <a:pt x="41" y="579"/>
                  <a:pt x="41" y="579"/>
                </a:cubicBezTo>
                <a:cubicBezTo>
                  <a:pt x="41" y="580"/>
                  <a:pt x="41" y="580"/>
                  <a:pt x="41" y="581"/>
                </a:cubicBezTo>
                <a:cubicBezTo>
                  <a:pt x="41" y="581"/>
                  <a:pt x="40" y="582"/>
                  <a:pt x="41" y="582"/>
                </a:cubicBezTo>
                <a:cubicBezTo>
                  <a:pt x="41" y="583"/>
                  <a:pt x="42" y="583"/>
                  <a:pt x="42" y="582"/>
                </a:cubicBezTo>
                <a:cubicBezTo>
                  <a:pt x="42" y="582"/>
                  <a:pt x="42" y="582"/>
                  <a:pt x="42" y="582"/>
                </a:cubicBezTo>
                <a:cubicBezTo>
                  <a:pt x="42" y="582"/>
                  <a:pt x="42" y="582"/>
                  <a:pt x="42" y="582"/>
                </a:cubicBezTo>
                <a:cubicBezTo>
                  <a:pt x="43" y="582"/>
                  <a:pt x="44" y="581"/>
                  <a:pt x="44" y="582"/>
                </a:cubicBezTo>
                <a:cubicBezTo>
                  <a:pt x="45" y="582"/>
                  <a:pt x="46" y="582"/>
                  <a:pt x="47" y="583"/>
                </a:cubicBezTo>
                <a:cubicBezTo>
                  <a:pt x="47" y="584"/>
                  <a:pt x="48" y="584"/>
                  <a:pt x="49" y="585"/>
                </a:cubicBezTo>
                <a:cubicBezTo>
                  <a:pt x="49" y="585"/>
                  <a:pt x="49" y="585"/>
                  <a:pt x="50" y="585"/>
                </a:cubicBezTo>
                <a:cubicBezTo>
                  <a:pt x="50" y="585"/>
                  <a:pt x="50" y="585"/>
                  <a:pt x="50" y="585"/>
                </a:cubicBezTo>
                <a:cubicBezTo>
                  <a:pt x="50" y="584"/>
                  <a:pt x="51" y="584"/>
                  <a:pt x="52" y="584"/>
                </a:cubicBezTo>
                <a:cubicBezTo>
                  <a:pt x="52" y="584"/>
                  <a:pt x="52" y="584"/>
                  <a:pt x="52" y="585"/>
                </a:cubicBezTo>
                <a:cubicBezTo>
                  <a:pt x="52" y="585"/>
                  <a:pt x="52" y="585"/>
                  <a:pt x="52" y="585"/>
                </a:cubicBezTo>
                <a:cubicBezTo>
                  <a:pt x="51" y="586"/>
                  <a:pt x="50" y="586"/>
                  <a:pt x="49" y="586"/>
                </a:cubicBezTo>
                <a:cubicBezTo>
                  <a:pt x="49" y="586"/>
                  <a:pt x="49" y="586"/>
                  <a:pt x="49" y="586"/>
                </a:cubicBezTo>
                <a:cubicBezTo>
                  <a:pt x="48" y="586"/>
                  <a:pt x="48" y="586"/>
                  <a:pt x="48" y="586"/>
                </a:cubicBezTo>
                <a:cubicBezTo>
                  <a:pt x="47" y="586"/>
                  <a:pt x="46" y="585"/>
                  <a:pt x="45" y="584"/>
                </a:cubicBezTo>
                <a:cubicBezTo>
                  <a:pt x="45" y="584"/>
                  <a:pt x="45" y="584"/>
                  <a:pt x="45" y="583"/>
                </a:cubicBezTo>
                <a:cubicBezTo>
                  <a:pt x="44" y="583"/>
                  <a:pt x="44" y="583"/>
                  <a:pt x="43" y="583"/>
                </a:cubicBezTo>
                <a:cubicBezTo>
                  <a:pt x="43" y="583"/>
                  <a:pt x="42" y="583"/>
                  <a:pt x="42" y="583"/>
                </a:cubicBezTo>
                <a:cubicBezTo>
                  <a:pt x="42" y="583"/>
                  <a:pt x="42" y="583"/>
                  <a:pt x="42" y="584"/>
                </a:cubicBezTo>
                <a:cubicBezTo>
                  <a:pt x="41" y="584"/>
                  <a:pt x="41" y="585"/>
                  <a:pt x="41" y="585"/>
                </a:cubicBezTo>
                <a:cubicBezTo>
                  <a:pt x="41" y="585"/>
                  <a:pt x="40" y="586"/>
                  <a:pt x="40" y="586"/>
                </a:cubicBezTo>
                <a:cubicBezTo>
                  <a:pt x="40" y="586"/>
                  <a:pt x="40" y="586"/>
                  <a:pt x="39" y="586"/>
                </a:cubicBezTo>
                <a:cubicBezTo>
                  <a:pt x="39" y="586"/>
                  <a:pt x="39" y="587"/>
                  <a:pt x="39" y="587"/>
                </a:cubicBezTo>
                <a:cubicBezTo>
                  <a:pt x="39" y="588"/>
                  <a:pt x="39" y="588"/>
                  <a:pt x="39" y="588"/>
                </a:cubicBezTo>
                <a:cubicBezTo>
                  <a:pt x="39" y="589"/>
                  <a:pt x="39" y="590"/>
                  <a:pt x="38" y="591"/>
                </a:cubicBezTo>
                <a:cubicBezTo>
                  <a:pt x="38" y="591"/>
                  <a:pt x="38" y="591"/>
                  <a:pt x="38" y="591"/>
                </a:cubicBezTo>
                <a:cubicBezTo>
                  <a:pt x="38" y="592"/>
                  <a:pt x="38" y="592"/>
                  <a:pt x="38" y="592"/>
                </a:cubicBezTo>
                <a:cubicBezTo>
                  <a:pt x="38" y="592"/>
                  <a:pt x="38" y="592"/>
                  <a:pt x="38" y="593"/>
                </a:cubicBezTo>
                <a:cubicBezTo>
                  <a:pt x="38" y="593"/>
                  <a:pt x="38" y="593"/>
                  <a:pt x="38" y="594"/>
                </a:cubicBezTo>
                <a:cubicBezTo>
                  <a:pt x="39" y="594"/>
                  <a:pt x="39" y="594"/>
                  <a:pt x="39" y="593"/>
                </a:cubicBezTo>
                <a:cubicBezTo>
                  <a:pt x="40" y="593"/>
                  <a:pt x="41" y="592"/>
                  <a:pt x="41" y="591"/>
                </a:cubicBezTo>
                <a:cubicBezTo>
                  <a:pt x="42" y="591"/>
                  <a:pt x="42" y="590"/>
                  <a:pt x="42" y="590"/>
                </a:cubicBezTo>
                <a:cubicBezTo>
                  <a:pt x="42" y="590"/>
                  <a:pt x="42" y="591"/>
                  <a:pt x="43" y="591"/>
                </a:cubicBezTo>
                <a:cubicBezTo>
                  <a:pt x="43" y="591"/>
                  <a:pt x="43" y="591"/>
                  <a:pt x="43" y="592"/>
                </a:cubicBezTo>
                <a:cubicBezTo>
                  <a:pt x="43" y="592"/>
                  <a:pt x="42" y="592"/>
                  <a:pt x="42" y="592"/>
                </a:cubicBezTo>
                <a:cubicBezTo>
                  <a:pt x="42" y="592"/>
                  <a:pt x="41" y="592"/>
                  <a:pt x="41" y="592"/>
                </a:cubicBezTo>
                <a:cubicBezTo>
                  <a:pt x="41" y="592"/>
                  <a:pt x="41" y="593"/>
                  <a:pt x="41" y="593"/>
                </a:cubicBezTo>
                <a:cubicBezTo>
                  <a:pt x="40" y="594"/>
                  <a:pt x="40" y="594"/>
                  <a:pt x="39" y="595"/>
                </a:cubicBezTo>
                <a:cubicBezTo>
                  <a:pt x="39" y="596"/>
                  <a:pt x="39" y="596"/>
                  <a:pt x="39" y="596"/>
                </a:cubicBezTo>
                <a:cubicBezTo>
                  <a:pt x="39" y="596"/>
                  <a:pt x="39" y="596"/>
                  <a:pt x="39" y="596"/>
                </a:cubicBezTo>
                <a:cubicBezTo>
                  <a:pt x="40" y="597"/>
                  <a:pt x="39" y="597"/>
                  <a:pt x="39" y="597"/>
                </a:cubicBezTo>
                <a:cubicBezTo>
                  <a:pt x="39" y="597"/>
                  <a:pt x="39" y="597"/>
                  <a:pt x="39" y="597"/>
                </a:cubicBezTo>
                <a:cubicBezTo>
                  <a:pt x="38" y="597"/>
                  <a:pt x="37" y="598"/>
                  <a:pt x="37" y="599"/>
                </a:cubicBezTo>
                <a:cubicBezTo>
                  <a:pt x="38" y="600"/>
                  <a:pt x="37" y="602"/>
                  <a:pt x="37" y="603"/>
                </a:cubicBezTo>
                <a:cubicBezTo>
                  <a:pt x="37" y="604"/>
                  <a:pt x="37" y="605"/>
                  <a:pt x="36" y="606"/>
                </a:cubicBezTo>
                <a:cubicBezTo>
                  <a:pt x="36" y="606"/>
                  <a:pt x="36" y="607"/>
                  <a:pt x="36" y="607"/>
                </a:cubicBezTo>
                <a:cubicBezTo>
                  <a:pt x="36" y="608"/>
                  <a:pt x="37" y="607"/>
                  <a:pt x="37" y="607"/>
                </a:cubicBezTo>
                <a:cubicBezTo>
                  <a:pt x="37" y="607"/>
                  <a:pt x="37" y="607"/>
                  <a:pt x="37" y="606"/>
                </a:cubicBezTo>
                <a:cubicBezTo>
                  <a:pt x="37" y="605"/>
                  <a:pt x="38" y="605"/>
                  <a:pt x="38" y="604"/>
                </a:cubicBezTo>
                <a:cubicBezTo>
                  <a:pt x="39" y="603"/>
                  <a:pt x="39" y="603"/>
                  <a:pt x="40" y="602"/>
                </a:cubicBezTo>
                <a:cubicBezTo>
                  <a:pt x="40" y="602"/>
                  <a:pt x="40" y="601"/>
                  <a:pt x="40" y="601"/>
                </a:cubicBezTo>
                <a:cubicBezTo>
                  <a:pt x="41" y="601"/>
                  <a:pt x="41" y="601"/>
                  <a:pt x="41" y="601"/>
                </a:cubicBezTo>
                <a:cubicBezTo>
                  <a:pt x="41" y="601"/>
                  <a:pt x="41" y="602"/>
                  <a:pt x="41" y="602"/>
                </a:cubicBezTo>
                <a:cubicBezTo>
                  <a:pt x="41" y="602"/>
                  <a:pt x="40" y="603"/>
                  <a:pt x="40" y="604"/>
                </a:cubicBezTo>
                <a:cubicBezTo>
                  <a:pt x="39" y="604"/>
                  <a:pt x="39" y="605"/>
                  <a:pt x="38" y="605"/>
                </a:cubicBezTo>
                <a:cubicBezTo>
                  <a:pt x="38" y="606"/>
                  <a:pt x="38" y="607"/>
                  <a:pt x="38" y="608"/>
                </a:cubicBezTo>
                <a:cubicBezTo>
                  <a:pt x="37" y="608"/>
                  <a:pt x="37" y="609"/>
                  <a:pt x="36" y="609"/>
                </a:cubicBezTo>
                <a:cubicBezTo>
                  <a:pt x="36" y="610"/>
                  <a:pt x="35" y="611"/>
                  <a:pt x="35" y="612"/>
                </a:cubicBezTo>
                <a:cubicBezTo>
                  <a:pt x="34" y="613"/>
                  <a:pt x="34" y="614"/>
                  <a:pt x="33" y="614"/>
                </a:cubicBezTo>
                <a:cubicBezTo>
                  <a:pt x="33" y="614"/>
                  <a:pt x="33" y="614"/>
                  <a:pt x="33" y="614"/>
                </a:cubicBezTo>
                <a:cubicBezTo>
                  <a:pt x="32" y="614"/>
                  <a:pt x="32" y="613"/>
                  <a:pt x="32" y="613"/>
                </a:cubicBezTo>
                <a:cubicBezTo>
                  <a:pt x="33" y="613"/>
                  <a:pt x="33" y="612"/>
                  <a:pt x="33" y="611"/>
                </a:cubicBezTo>
                <a:cubicBezTo>
                  <a:pt x="33" y="611"/>
                  <a:pt x="34" y="610"/>
                  <a:pt x="34" y="610"/>
                </a:cubicBezTo>
                <a:cubicBezTo>
                  <a:pt x="34" y="609"/>
                  <a:pt x="35" y="608"/>
                  <a:pt x="35" y="608"/>
                </a:cubicBezTo>
                <a:cubicBezTo>
                  <a:pt x="35" y="607"/>
                  <a:pt x="35" y="607"/>
                  <a:pt x="35" y="607"/>
                </a:cubicBezTo>
                <a:cubicBezTo>
                  <a:pt x="35" y="607"/>
                  <a:pt x="35" y="606"/>
                  <a:pt x="35" y="606"/>
                </a:cubicBezTo>
                <a:cubicBezTo>
                  <a:pt x="34" y="606"/>
                  <a:pt x="34" y="605"/>
                  <a:pt x="33" y="605"/>
                </a:cubicBezTo>
                <a:cubicBezTo>
                  <a:pt x="33" y="604"/>
                  <a:pt x="32" y="604"/>
                  <a:pt x="32" y="603"/>
                </a:cubicBezTo>
                <a:cubicBezTo>
                  <a:pt x="32" y="603"/>
                  <a:pt x="32" y="603"/>
                  <a:pt x="32" y="602"/>
                </a:cubicBezTo>
                <a:cubicBezTo>
                  <a:pt x="32" y="602"/>
                  <a:pt x="32" y="602"/>
                  <a:pt x="32" y="602"/>
                </a:cubicBezTo>
                <a:cubicBezTo>
                  <a:pt x="32" y="602"/>
                  <a:pt x="32" y="602"/>
                  <a:pt x="32" y="602"/>
                </a:cubicBezTo>
                <a:cubicBezTo>
                  <a:pt x="31" y="603"/>
                  <a:pt x="31" y="603"/>
                  <a:pt x="31" y="604"/>
                </a:cubicBezTo>
                <a:cubicBezTo>
                  <a:pt x="31" y="604"/>
                  <a:pt x="31" y="605"/>
                  <a:pt x="31" y="605"/>
                </a:cubicBezTo>
                <a:cubicBezTo>
                  <a:pt x="30" y="605"/>
                  <a:pt x="30" y="605"/>
                  <a:pt x="29" y="605"/>
                </a:cubicBezTo>
                <a:cubicBezTo>
                  <a:pt x="29" y="605"/>
                  <a:pt x="29" y="605"/>
                  <a:pt x="29" y="605"/>
                </a:cubicBezTo>
                <a:cubicBezTo>
                  <a:pt x="29" y="605"/>
                  <a:pt x="29" y="605"/>
                  <a:pt x="29" y="605"/>
                </a:cubicBezTo>
                <a:cubicBezTo>
                  <a:pt x="29" y="605"/>
                  <a:pt x="29" y="604"/>
                  <a:pt x="30" y="604"/>
                </a:cubicBezTo>
                <a:cubicBezTo>
                  <a:pt x="30" y="604"/>
                  <a:pt x="31" y="603"/>
                  <a:pt x="31" y="603"/>
                </a:cubicBezTo>
                <a:cubicBezTo>
                  <a:pt x="31" y="602"/>
                  <a:pt x="32" y="602"/>
                  <a:pt x="32" y="602"/>
                </a:cubicBezTo>
                <a:cubicBezTo>
                  <a:pt x="32" y="601"/>
                  <a:pt x="32" y="601"/>
                  <a:pt x="31" y="601"/>
                </a:cubicBezTo>
                <a:cubicBezTo>
                  <a:pt x="31" y="600"/>
                  <a:pt x="30" y="601"/>
                  <a:pt x="30" y="601"/>
                </a:cubicBezTo>
                <a:cubicBezTo>
                  <a:pt x="30" y="601"/>
                  <a:pt x="29" y="602"/>
                  <a:pt x="29" y="602"/>
                </a:cubicBezTo>
                <a:cubicBezTo>
                  <a:pt x="29" y="602"/>
                  <a:pt x="29" y="601"/>
                  <a:pt x="29" y="601"/>
                </a:cubicBezTo>
                <a:cubicBezTo>
                  <a:pt x="29" y="601"/>
                  <a:pt x="28" y="601"/>
                  <a:pt x="28" y="600"/>
                </a:cubicBezTo>
                <a:cubicBezTo>
                  <a:pt x="28" y="600"/>
                  <a:pt x="28" y="600"/>
                  <a:pt x="28" y="600"/>
                </a:cubicBezTo>
                <a:cubicBezTo>
                  <a:pt x="29" y="599"/>
                  <a:pt x="30" y="598"/>
                  <a:pt x="31" y="596"/>
                </a:cubicBezTo>
                <a:cubicBezTo>
                  <a:pt x="31" y="596"/>
                  <a:pt x="31" y="596"/>
                  <a:pt x="31" y="596"/>
                </a:cubicBezTo>
                <a:cubicBezTo>
                  <a:pt x="32" y="595"/>
                  <a:pt x="32" y="595"/>
                  <a:pt x="32" y="596"/>
                </a:cubicBezTo>
                <a:cubicBezTo>
                  <a:pt x="32" y="596"/>
                  <a:pt x="32" y="596"/>
                  <a:pt x="32" y="596"/>
                </a:cubicBezTo>
                <a:cubicBezTo>
                  <a:pt x="33" y="596"/>
                  <a:pt x="33" y="596"/>
                  <a:pt x="33" y="595"/>
                </a:cubicBezTo>
                <a:cubicBezTo>
                  <a:pt x="34" y="595"/>
                  <a:pt x="34" y="595"/>
                  <a:pt x="34" y="595"/>
                </a:cubicBezTo>
                <a:cubicBezTo>
                  <a:pt x="34" y="594"/>
                  <a:pt x="33" y="595"/>
                  <a:pt x="33" y="594"/>
                </a:cubicBezTo>
                <a:cubicBezTo>
                  <a:pt x="33" y="594"/>
                  <a:pt x="33" y="594"/>
                  <a:pt x="33" y="594"/>
                </a:cubicBezTo>
                <a:cubicBezTo>
                  <a:pt x="33" y="594"/>
                  <a:pt x="32" y="594"/>
                  <a:pt x="32" y="594"/>
                </a:cubicBezTo>
                <a:cubicBezTo>
                  <a:pt x="32" y="594"/>
                  <a:pt x="31" y="594"/>
                  <a:pt x="31" y="594"/>
                </a:cubicBezTo>
                <a:cubicBezTo>
                  <a:pt x="30" y="594"/>
                  <a:pt x="30" y="594"/>
                  <a:pt x="30" y="594"/>
                </a:cubicBezTo>
                <a:cubicBezTo>
                  <a:pt x="29" y="594"/>
                  <a:pt x="29" y="594"/>
                  <a:pt x="29" y="595"/>
                </a:cubicBezTo>
                <a:cubicBezTo>
                  <a:pt x="29" y="595"/>
                  <a:pt x="28" y="595"/>
                  <a:pt x="28" y="594"/>
                </a:cubicBezTo>
                <a:cubicBezTo>
                  <a:pt x="28" y="594"/>
                  <a:pt x="28" y="594"/>
                  <a:pt x="28" y="594"/>
                </a:cubicBezTo>
                <a:cubicBezTo>
                  <a:pt x="28" y="594"/>
                  <a:pt x="27" y="594"/>
                  <a:pt x="27" y="594"/>
                </a:cubicBezTo>
                <a:cubicBezTo>
                  <a:pt x="26" y="593"/>
                  <a:pt x="26" y="593"/>
                  <a:pt x="25" y="593"/>
                </a:cubicBezTo>
                <a:cubicBezTo>
                  <a:pt x="25" y="593"/>
                  <a:pt x="25" y="595"/>
                  <a:pt x="24" y="595"/>
                </a:cubicBezTo>
                <a:cubicBezTo>
                  <a:pt x="24" y="595"/>
                  <a:pt x="24" y="595"/>
                  <a:pt x="23" y="595"/>
                </a:cubicBezTo>
                <a:cubicBezTo>
                  <a:pt x="23" y="595"/>
                  <a:pt x="23" y="596"/>
                  <a:pt x="23" y="596"/>
                </a:cubicBezTo>
                <a:cubicBezTo>
                  <a:pt x="23" y="597"/>
                  <a:pt x="23" y="598"/>
                  <a:pt x="23" y="599"/>
                </a:cubicBezTo>
                <a:cubicBezTo>
                  <a:pt x="22" y="599"/>
                  <a:pt x="22" y="599"/>
                  <a:pt x="22" y="598"/>
                </a:cubicBezTo>
                <a:cubicBezTo>
                  <a:pt x="22" y="598"/>
                  <a:pt x="22" y="598"/>
                  <a:pt x="22" y="597"/>
                </a:cubicBezTo>
                <a:cubicBezTo>
                  <a:pt x="21" y="596"/>
                  <a:pt x="19" y="596"/>
                  <a:pt x="18" y="596"/>
                </a:cubicBezTo>
                <a:cubicBezTo>
                  <a:pt x="17" y="596"/>
                  <a:pt x="17" y="596"/>
                  <a:pt x="17" y="596"/>
                </a:cubicBezTo>
                <a:cubicBezTo>
                  <a:pt x="16" y="596"/>
                  <a:pt x="16" y="597"/>
                  <a:pt x="16" y="597"/>
                </a:cubicBezTo>
                <a:cubicBezTo>
                  <a:pt x="15" y="597"/>
                  <a:pt x="15" y="597"/>
                  <a:pt x="15" y="597"/>
                </a:cubicBezTo>
                <a:cubicBezTo>
                  <a:pt x="13" y="597"/>
                  <a:pt x="12" y="597"/>
                  <a:pt x="11" y="597"/>
                </a:cubicBezTo>
                <a:cubicBezTo>
                  <a:pt x="11" y="597"/>
                  <a:pt x="11" y="598"/>
                  <a:pt x="11" y="598"/>
                </a:cubicBezTo>
                <a:cubicBezTo>
                  <a:pt x="12" y="598"/>
                  <a:pt x="12" y="598"/>
                  <a:pt x="12" y="598"/>
                </a:cubicBezTo>
                <a:cubicBezTo>
                  <a:pt x="12" y="599"/>
                  <a:pt x="12" y="600"/>
                  <a:pt x="12" y="600"/>
                </a:cubicBezTo>
                <a:cubicBezTo>
                  <a:pt x="12" y="600"/>
                  <a:pt x="13" y="600"/>
                  <a:pt x="13" y="601"/>
                </a:cubicBezTo>
                <a:cubicBezTo>
                  <a:pt x="12" y="601"/>
                  <a:pt x="12" y="602"/>
                  <a:pt x="12" y="602"/>
                </a:cubicBezTo>
                <a:cubicBezTo>
                  <a:pt x="12" y="603"/>
                  <a:pt x="13" y="603"/>
                  <a:pt x="14" y="603"/>
                </a:cubicBezTo>
                <a:cubicBezTo>
                  <a:pt x="14" y="603"/>
                  <a:pt x="15" y="603"/>
                  <a:pt x="15" y="602"/>
                </a:cubicBezTo>
                <a:cubicBezTo>
                  <a:pt x="16" y="602"/>
                  <a:pt x="16" y="601"/>
                  <a:pt x="16" y="601"/>
                </a:cubicBezTo>
                <a:cubicBezTo>
                  <a:pt x="17" y="600"/>
                  <a:pt x="17" y="600"/>
                  <a:pt x="18" y="600"/>
                </a:cubicBezTo>
                <a:cubicBezTo>
                  <a:pt x="18" y="600"/>
                  <a:pt x="18" y="601"/>
                  <a:pt x="18" y="601"/>
                </a:cubicBezTo>
                <a:cubicBezTo>
                  <a:pt x="17" y="602"/>
                  <a:pt x="17" y="602"/>
                  <a:pt x="17" y="603"/>
                </a:cubicBezTo>
                <a:cubicBezTo>
                  <a:pt x="16" y="603"/>
                  <a:pt x="16" y="604"/>
                  <a:pt x="17" y="604"/>
                </a:cubicBezTo>
                <a:cubicBezTo>
                  <a:pt x="17" y="605"/>
                  <a:pt x="17" y="605"/>
                  <a:pt x="17" y="605"/>
                </a:cubicBezTo>
                <a:cubicBezTo>
                  <a:pt x="17" y="605"/>
                  <a:pt x="17" y="605"/>
                  <a:pt x="17" y="605"/>
                </a:cubicBezTo>
                <a:cubicBezTo>
                  <a:pt x="17" y="605"/>
                  <a:pt x="16" y="605"/>
                  <a:pt x="16" y="605"/>
                </a:cubicBezTo>
                <a:cubicBezTo>
                  <a:pt x="16" y="605"/>
                  <a:pt x="16" y="604"/>
                  <a:pt x="16" y="604"/>
                </a:cubicBezTo>
                <a:cubicBezTo>
                  <a:pt x="15" y="604"/>
                  <a:pt x="14" y="604"/>
                  <a:pt x="14" y="605"/>
                </a:cubicBezTo>
                <a:cubicBezTo>
                  <a:pt x="14" y="606"/>
                  <a:pt x="14" y="606"/>
                  <a:pt x="15" y="607"/>
                </a:cubicBezTo>
                <a:cubicBezTo>
                  <a:pt x="14" y="607"/>
                  <a:pt x="13" y="607"/>
                  <a:pt x="13" y="606"/>
                </a:cubicBezTo>
                <a:cubicBezTo>
                  <a:pt x="13" y="606"/>
                  <a:pt x="12" y="606"/>
                  <a:pt x="12" y="606"/>
                </a:cubicBezTo>
                <a:cubicBezTo>
                  <a:pt x="12" y="605"/>
                  <a:pt x="12" y="606"/>
                  <a:pt x="11" y="606"/>
                </a:cubicBezTo>
                <a:cubicBezTo>
                  <a:pt x="11" y="607"/>
                  <a:pt x="11" y="607"/>
                  <a:pt x="11" y="607"/>
                </a:cubicBezTo>
                <a:cubicBezTo>
                  <a:pt x="11" y="608"/>
                  <a:pt x="10" y="608"/>
                  <a:pt x="10" y="608"/>
                </a:cubicBezTo>
                <a:cubicBezTo>
                  <a:pt x="10" y="608"/>
                  <a:pt x="9" y="609"/>
                  <a:pt x="9" y="609"/>
                </a:cubicBezTo>
                <a:cubicBezTo>
                  <a:pt x="9" y="610"/>
                  <a:pt x="8" y="610"/>
                  <a:pt x="8" y="611"/>
                </a:cubicBezTo>
                <a:cubicBezTo>
                  <a:pt x="7" y="611"/>
                  <a:pt x="7" y="611"/>
                  <a:pt x="7" y="612"/>
                </a:cubicBezTo>
                <a:cubicBezTo>
                  <a:pt x="7" y="612"/>
                  <a:pt x="7" y="612"/>
                  <a:pt x="7" y="613"/>
                </a:cubicBezTo>
                <a:cubicBezTo>
                  <a:pt x="7" y="613"/>
                  <a:pt x="7" y="613"/>
                  <a:pt x="6" y="613"/>
                </a:cubicBezTo>
                <a:cubicBezTo>
                  <a:pt x="6" y="613"/>
                  <a:pt x="6" y="613"/>
                  <a:pt x="6" y="613"/>
                </a:cubicBezTo>
                <a:cubicBezTo>
                  <a:pt x="5" y="613"/>
                  <a:pt x="5" y="613"/>
                  <a:pt x="5" y="613"/>
                </a:cubicBezTo>
                <a:cubicBezTo>
                  <a:pt x="5" y="613"/>
                  <a:pt x="5" y="613"/>
                  <a:pt x="5" y="613"/>
                </a:cubicBezTo>
                <a:cubicBezTo>
                  <a:pt x="4" y="613"/>
                  <a:pt x="4" y="613"/>
                  <a:pt x="4" y="614"/>
                </a:cubicBezTo>
                <a:cubicBezTo>
                  <a:pt x="4" y="614"/>
                  <a:pt x="3" y="614"/>
                  <a:pt x="3" y="615"/>
                </a:cubicBezTo>
                <a:cubicBezTo>
                  <a:pt x="2" y="616"/>
                  <a:pt x="1" y="618"/>
                  <a:pt x="1" y="620"/>
                </a:cubicBezTo>
                <a:cubicBezTo>
                  <a:pt x="1" y="620"/>
                  <a:pt x="1" y="620"/>
                  <a:pt x="1" y="620"/>
                </a:cubicBezTo>
                <a:cubicBezTo>
                  <a:pt x="1" y="621"/>
                  <a:pt x="1" y="621"/>
                  <a:pt x="2" y="621"/>
                </a:cubicBezTo>
                <a:cubicBezTo>
                  <a:pt x="2" y="621"/>
                  <a:pt x="3" y="622"/>
                  <a:pt x="4" y="623"/>
                </a:cubicBezTo>
                <a:cubicBezTo>
                  <a:pt x="4" y="623"/>
                  <a:pt x="4" y="624"/>
                  <a:pt x="4" y="625"/>
                </a:cubicBezTo>
                <a:cubicBezTo>
                  <a:pt x="5" y="625"/>
                  <a:pt x="6" y="625"/>
                  <a:pt x="6" y="624"/>
                </a:cubicBezTo>
                <a:cubicBezTo>
                  <a:pt x="7" y="624"/>
                  <a:pt x="8" y="623"/>
                  <a:pt x="8" y="622"/>
                </a:cubicBezTo>
                <a:cubicBezTo>
                  <a:pt x="8" y="622"/>
                  <a:pt x="8" y="621"/>
                  <a:pt x="8" y="621"/>
                </a:cubicBezTo>
                <a:cubicBezTo>
                  <a:pt x="8" y="620"/>
                  <a:pt x="6" y="620"/>
                  <a:pt x="7" y="619"/>
                </a:cubicBezTo>
                <a:cubicBezTo>
                  <a:pt x="7" y="619"/>
                  <a:pt x="7" y="619"/>
                  <a:pt x="7" y="619"/>
                </a:cubicBezTo>
                <a:cubicBezTo>
                  <a:pt x="7" y="618"/>
                  <a:pt x="6" y="618"/>
                  <a:pt x="6" y="618"/>
                </a:cubicBezTo>
                <a:cubicBezTo>
                  <a:pt x="5" y="618"/>
                  <a:pt x="4" y="618"/>
                  <a:pt x="4" y="618"/>
                </a:cubicBezTo>
                <a:cubicBezTo>
                  <a:pt x="5" y="617"/>
                  <a:pt x="5" y="617"/>
                  <a:pt x="6" y="617"/>
                </a:cubicBezTo>
                <a:cubicBezTo>
                  <a:pt x="6" y="617"/>
                  <a:pt x="6" y="616"/>
                  <a:pt x="6" y="616"/>
                </a:cubicBezTo>
                <a:cubicBezTo>
                  <a:pt x="7" y="616"/>
                  <a:pt x="7" y="617"/>
                  <a:pt x="8" y="617"/>
                </a:cubicBezTo>
                <a:cubicBezTo>
                  <a:pt x="8" y="617"/>
                  <a:pt x="8" y="617"/>
                  <a:pt x="8" y="617"/>
                </a:cubicBezTo>
                <a:cubicBezTo>
                  <a:pt x="10" y="616"/>
                  <a:pt x="11" y="614"/>
                  <a:pt x="13" y="613"/>
                </a:cubicBezTo>
                <a:cubicBezTo>
                  <a:pt x="13" y="613"/>
                  <a:pt x="14" y="612"/>
                  <a:pt x="14" y="612"/>
                </a:cubicBezTo>
                <a:cubicBezTo>
                  <a:pt x="14" y="612"/>
                  <a:pt x="14" y="613"/>
                  <a:pt x="14" y="613"/>
                </a:cubicBezTo>
                <a:cubicBezTo>
                  <a:pt x="13" y="614"/>
                  <a:pt x="13" y="614"/>
                  <a:pt x="13" y="615"/>
                </a:cubicBezTo>
                <a:cubicBezTo>
                  <a:pt x="12" y="615"/>
                  <a:pt x="12" y="616"/>
                  <a:pt x="12" y="617"/>
                </a:cubicBezTo>
                <a:cubicBezTo>
                  <a:pt x="12" y="618"/>
                  <a:pt x="13" y="620"/>
                  <a:pt x="14" y="620"/>
                </a:cubicBezTo>
                <a:cubicBezTo>
                  <a:pt x="15" y="620"/>
                  <a:pt x="15" y="619"/>
                  <a:pt x="16" y="620"/>
                </a:cubicBezTo>
                <a:cubicBezTo>
                  <a:pt x="16" y="620"/>
                  <a:pt x="16" y="620"/>
                  <a:pt x="16" y="620"/>
                </a:cubicBezTo>
                <a:cubicBezTo>
                  <a:pt x="16" y="621"/>
                  <a:pt x="18" y="620"/>
                  <a:pt x="18" y="621"/>
                </a:cubicBezTo>
                <a:cubicBezTo>
                  <a:pt x="18" y="621"/>
                  <a:pt x="18" y="622"/>
                  <a:pt x="19" y="622"/>
                </a:cubicBezTo>
                <a:cubicBezTo>
                  <a:pt x="19" y="622"/>
                  <a:pt x="19" y="622"/>
                  <a:pt x="19" y="622"/>
                </a:cubicBezTo>
                <a:cubicBezTo>
                  <a:pt x="20" y="622"/>
                  <a:pt x="21" y="622"/>
                  <a:pt x="22" y="622"/>
                </a:cubicBezTo>
                <a:cubicBezTo>
                  <a:pt x="22" y="622"/>
                  <a:pt x="23" y="622"/>
                  <a:pt x="23" y="622"/>
                </a:cubicBezTo>
                <a:cubicBezTo>
                  <a:pt x="22" y="621"/>
                  <a:pt x="21" y="620"/>
                  <a:pt x="20" y="621"/>
                </a:cubicBezTo>
                <a:cubicBezTo>
                  <a:pt x="20" y="621"/>
                  <a:pt x="20" y="621"/>
                  <a:pt x="19" y="621"/>
                </a:cubicBezTo>
                <a:cubicBezTo>
                  <a:pt x="19" y="621"/>
                  <a:pt x="19" y="621"/>
                  <a:pt x="19" y="620"/>
                </a:cubicBezTo>
                <a:cubicBezTo>
                  <a:pt x="20" y="620"/>
                  <a:pt x="20" y="620"/>
                  <a:pt x="20" y="620"/>
                </a:cubicBezTo>
                <a:cubicBezTo>
                  <a:pt x="22" y="620"/>
                  <a:pt x="23" y="620"/>
                  <a:pt x="24" y="619"/>
                </a:cubicBezTo>
                <a:cubicBezTo>
                  <a:pt x="25" y="619"/>
                  <a:pt x="25" y="619"/>
                  <a:pt x="25" y="619"/>
                </a:cubicBezTo>
                <a:cubicBezTo>
                  <a:pt x="26" y="620"/>
                  <a:pt x="26" y="620"/>
                  <a:pt x="25" y="620"/>
                </a:cubicBezTo>
                <a:cubicBezTo>
                  <a:pt x="25" y="621"/>
                  <a:pt x="26" y="621"/>
                  <a:pt x="26" y="621"/>
                </a:cubicBezTo>
                <a:cubicBezTo>
                  <a:pt x="26" y="622"/>
                  <a:pt x="27" y="622"/>
                  <a:pt x="27" y="623"/>
                </a:cubicBezTo>
                <a:cubicBezTo>
                  <a:pt x="28" y="623"/>
                  <a:pt x="28" y="623"/>
                  <a:pt x="28" y="623"/>
                </a:cubicBezTo>
                <a:cubicBezTo>
                  <a:pt x="28" y="624"/>
                  <a:pt x="29" y="624"/>
                  <a:pt x="29" y="625"/>
                </a:cubicBezTo>
                <a:cubicBezTo>
                  <a:pt x="29" y="625"/>
                  <a:pt x="29" y="625"/>
                  <a:pt x="29" y="625"/>
                </a:cubicBezTo>
                <a:cubicBezTo>
                  <a:pt x="30" y="625"/>
                  <a:pt x="29" y="626"/>
                  <a:pt x="29" y="626"/>
                </a:cubicBezTo>
                <a:cubicBezTo>
                  <a:pt x="29" y="626"/>
                  <a:pt x="29" y="625"/>
                  <a:pt x="28" y="625"/>
                </a:cubicBezTo>
                <a:cubicBezTo>
                  <a:pt x="28" y="625"/>
                  <a:pt x="28" y="626"/>
                  <a:pt x="27" y="626"/>
                </a:cubicBezTo>
                <a:cubicBezTo>
                  <a:pt x="27" y="626"/>
                  <a:pt x="27" y="626"/>
                  <a:pt x="27" y="627"/>
                </a:cubicBezTo>
                <a:cubicBezTo>
                  <a:pt x="27" y="627"/>
                  <a:pt x="27" y="627"/>
                  <a:pt x="27" y="627"/>
                </a:cubicBezTo>
                <a:cubicBezTo>
                  <a:pt x="26" y="627"/>
                  <a:pt x="26" y="628"/>
                  <a:pt x="27" y="629"/>
                </a:cubicBezTo>
                <a:cubicBezTo>
                  <a:pt x="27" y="629"/>
                  <a:pt x="27" y="629"/>
                  <a:pt x="27" y="630"/>
                </a:cubicBezTo>
                <a:cubicBezTo>
                  <a:pt x="27" y="630"/>
                  <a:pt x="27" y="630"/>
                  <a:pt x="27" y="631"/>
                </a:cubicBezTo>
                <a:cubicBezTo>
                  <a:pt x="26" y="631"/>
                  <a:pt x="26" y="631"/>
                  <a:pt x="25" y="631"/>
                </a:cubicBezTo>
                <a:cubicBezTo>
                  <a:pt x="24" y="632"/>
                  <a:pt x="23" y="634"/>
                  <a:pt x="22" y="636"/>
                </a:cubicBezTo>
                <a:cubicBezTo>
                  <a:pt x="22" y="636"/>
                  <a:pt x="22" y="636"/>
                  <a:pt x="22" y="637"/>
                </a:cubicBezTo>
                <a:cubicBezTo>
                  <a:pt x="22" y="637"/>
                  <a:pt x="23" y="638"/>
                  <a:pt x="23" y="638"/>
                </a:cubicBezTo>
                <a:cubicBezTo>
                  <a:pt x="24" y="639"/>
                  <a:pt x="24" y="639"/>
                  <a:pt x="25" y="640"/>
                </a:cubicBezTo>
                <a:cubicBezTo>
                  <a:pt x="26" y="640"/>
                  <a:pt x="26" y="640"/>
                  <a:pt x="27" y="640"/>
                </a:cubicBezTo>
                <a:cubicBezTo>
                  <a:pt x="28" y="640"/>
                  <a:pt x="28" y="640"/>
                  <a:pt x="29" y="641"/>
                </a:cubicBezTo>
                <a:cubicBezTo>
                  <a:pt x="29" y="641"/>
                  <a:pt x="29" y="642"/>
                  <a:pt x="28" y="642"/>
                </a:cubicBezTo>
                <a:cubicBezTo>
                  <a:pt x="28" y="642"/>
                  <a:pt x="27" y="642"/>
                  <a:pt x="27" y="642"/>
                </a:cubicBezTo>
                <a:cubicBezTo>
                  <a:pt x="27" y="642"/>
                  <a:pt x="26" y="642"/>
                  <a:pt x="26" y="642"/>
                </a:cubicBezTo>
                <a:cubicBezTo>
                  <a:pt x="26" y="642"/>
                  <a:pt x="26" y="643"/>
                  <a:pt x="26" y="643"/>
                </a:cubicBezTo>
                <a:cubicBezTo>
                  <a:pt x="26" y="643"/>
                  <a:pt x="25" y="643"/>
                  <a:pt x="25" y="643"/>
                </a:cubicBezTo>
                <a:cubicBezTo>
                  <a:pt x="25" y="642"/>
                  <a:pt x="25" y="642"/>
                  <a:pt x="24" y="642"/>
                </a:cubicBezTo>
                <a:cubicBezTo>
                  <a:pt x="24" y="642"/>
                  <a:pt x="24" y="642"/>
                  <a:pt x="24" y="642"/>
                </a:cubicBezTo>
                <a:cubicBezTo>
                  <a:pt x="24" y="642"/>
                  <a:pt x="24" y="642"/>
                  <a:pt x="24" y="642"/>
                </a:cubicBezTo>
                <a:cubicBezTo>
                  <a:pt x="24" y="641"/>
                  <a:pt x="24" y="641"/>
                  <a:pt x="24" y="641"/>
                </a:cubicBezTo>
                <a:cubicBezTo>
                  <a:pt x="24" y="641"/>
                  <a:pt x="24" y="641"/>
                  <a:pt x="23" y="641"/>
                </a:cubicBezTo>
                <a:cubicBezTo>
                  <a:pt x="23" y="640"/>
                  <a:pt x="22" y="639"/>
                  <a:pt x="21" y="639"/>
                </a:cubicBezTo>
                <a:cubicBezTo>
                  <a:pt x="21" y="639"/>
                  <a:pt x="20" y="640"/>
                  <a:pt x="20" y="640"/>
                </a:cubicBezTo>
                <a:cubicBezTo>
                  <a:pt x="20" y="641"/>
                  <a:pt x="19" y="641"/>
                  <a:pt x="19" y="642"/>
                </a:cubicBezTo>
                <a:cubicBezTo>
                  <a:pt x="19" y="642"/>
                  <a:pt x="18" y="642"/>
                  <a:pt x="18" y="643"/>
                </a:cubicBezTo>
                <a:cubicBezTo>
                  <a:pt x="18" y="643"/>
                  <a:pt x="18" y="644"/>
                  <a:pt x="19" y="644"/>
                </a:cubicBezTo>
                <a:cubicBezTo>
                  <a:pt x="19" y="645"/>
                  <a:pt x="20" y="645"/>
                  <a:pt x="20" y="645"/>
                </a:cubicBezTo>
                <a:cubicBezTo>
                  <a:pt x="21" y="646"/>
                  <a:pt x="22" y="645"/>
                  <a:pt x="22" y="645"/>
                </a:cubicBezTo>
                <a:cubicBezTo>
                  <a:pt x="23" y="645"/>
                  <a:pt x="24" y="645"/>
                  <a:pt x="24" y="645"/>
                </a:cubicBezTo>
                <a:cubicBezTo>
                  <a:pt x="25" y="645"/>
                  <a:pt x="25" y="645"/>
                  <a:pt x="25" y="646"/>
                </a:cubicBezTo>
                <a:cubicBezTo>
                  <a:pt x="25" y="646"/>
                  <a:pt x="24" y="646"/>
                  <a:pt x="24" y="646"/>
                </a:cubicBezTo>
                <a:cubicBezTo>
                  <a:pt x="23" y="646"/>
                  <a:pt x="23" y="646"/>
                  <a:pt x="22" y="646"/>
                </a:cubicBezTo>
                <a:cubicBezTo>
                  <a:pt x="22" y="647"/>
                  <a:pt x="22" y="647"/>
                  <a:pt x="22" y="648"/>
                </a:cubicBezTo>
                <a:cubicBezTo>
                  <a:pt x="23" y="648"/>
                  <a:pt x="23" y="648"/>
                  <a:pt x="23" y="649"/>
                </a:cubicBezTo>
                <a:cubicBezTo>
                  <a:pt x="24" y="649"/>
                  <a:pt x="25" y="649"/>
                  <a:pt x="26" y="650"/>
                </a:cubicBezTo>
                <a:cubicBezTo>
                  <a:pt x="26" y="650"/>
                  <a:pt x="26" y="650"/>
                  <a:pt x="26" y="650"/>
                </a:cubicBezTo>
                <a:cubicBezTo>
                  <a:pt x="27" y="650"/>
                  <a:pt x="27" y="650"/>
                  <a:pt x="28" y="650"/>
                </a:cubicBezTo>
                <a:cubicBezTo>
                  <a:pt x="28" y="650"/>
                  <a:pt x="28" y="650"/>
                  <a:pt x="28" y="650"/>
                </a:cubicBezTo>
                <a:cubicBezTo>
                  <a:pt x="29" y="649"/>
                  <a:pt x="28" y="649"/>
                  <a:pt x="29" y="648"/>
                </a:cubicBezTo>
                <a:cubicBezTo>
                  <a:pt x="29" y="648"/>
                  <a:pt x="29" y="648"/>
                  <a:pt x="29" y="648"/>
                </a:cubicBezTo>
                <a:cubicBezTo>
                  <a:pt x="29" y="648"/>
                  <a:pt x="29" y="648"/>
                  <a:pt x="29" y="648"/>
                </a:cubicBezTo>
                <a:cubicBezTo>
                  <a:pt x="29" y="647"/>
                  <a:pt x="29" y="647"/>
                  <a:pt x="30" y="648"/>
                </a:cubicBezTo>
                <a:cubicBezTo>
                  <a:pt x="30" y="648"/>
                  <a:pt x="30" y="648"/>
                  <a:pt x="30" y="648"/>
                </a:cubicBezTo>
                <a:cubicBezTo>
                  <a:pt x="30" y="649"/>
                  <a:pt x="30" y="649"/>
                  <a:pt x="30" y="649"/>
                </a:cubicBezTo>
                <a:cubicBezTo>
                  <a:pt x="30" y="649"/>
                  <a:pt x="30" y="649"/>
                  <a:pt x="31" y="649"/>
                </a:cubicBezTo>
                <a:cubicBezTo>
                  <a:pt x="31" y="650"/>
                  <a:pt x="31" y="650"/>
                  <a:pt x="31" y="649"/>
                </a:cubicBezTo>
                <a:cubicBezTo>
                  <a:pt x="32" y="649"/>
                  <a:pt x="32" y="649"/>
                  <a:pt x="32" y="649"/>
                </a:cubicBezTo>
                <a:cubicBezTo>
                  <a:pt x="33" y="649"/>
                  <a:pt x="33" y="649"/>
                  <a:pt x="34" y="649"/>
                </a:cubicBezTo>
                <a:cubicBezTo>
                  <a:pt x="34" y="649"/>
                  <a:pt x="34" y="648"/>
                  <a:pt x="34" y="648"/>
                </a:cubicBezTo>
                <a:cubicBezTo>
                  <a:pt x="34" y="648"/>
                  <a:pt x="34" y="648"/>
                  <a:pt x="33" y="648"/>
                </a:cubicBezTo>
                <a:cubicBezTo>
                  <a:pt x="32" y="647"/>
                  <a:pt x="31" y="647"/>
                  <a:pt x="30" y="646"/>
                </a:cubicBezTo>
                <a:cubicBezTo>
                  <a:pt x="30" y="646"/>
                  <a:pt x="29" y="646"/>
                  <a:pt x="29" y="646"/>
                </a:cubicBezTo>
                <a:cubicBezTo>
                  <a:pt x="29" y="646"/>
                  <a:pt x="30" y="646"/>
                  <a:pt x="30" y="646"/>
                </a:cubicBezTo>
                <a:cubicBezTo>
                  <a:pt x="30" y="645"/>
                  <a:pt x="31" y="646"/>
                  <a:pt x="32" y="646"/>
                </a:cubicBezTo>
                <a:cubicBezTo>
                  <a:pt x="33" y="646"/>
                  <a:pt x="34" y="646"/>
                  <a:pt x="35" y="646"/>
                </a:cubicBezTo>
                <a:cubicBezTo>
                  <a:pt x="35" y="644"/>
                  <a:pt x="35" y="643"/>
                  <a:pt x="36" y="642"/>
                </a:cubicBezTo>
                <a:cubicBezTo>
                  <a:pt x="36" y="641"/>
                  <a:pt x="36" y="641"/>
                  <a:pt x="36" y="641"/>
                </a:cubicBezTo>
                <a:cubicBezTo>
                  <a:pt x="37" y="641"/>
                  <a:pt x="37" y="641"/>
                  <a:pt x="37" y="641"/>
                </a:cubicBezTo>
                <a:cubicBezTo>
                  <a:pt x="38" y="642"/>
                  <a:pt x="37" y="642"/>
                  <a:pt x="37" y="642"/>
                </a:cubicBezTo>
                <a:cubicBezTo>
                  <a:pt x="36" y="642"/>
                  <a:pt x="36" y="642"/>
                  <a:pt x="36" y="642"/>
                </a:cubicBezTo>
                <a:cubicBezTo>
                  <a:pt x="36" y="642"/>
                  <a:pt x="36" y="642"/>
                  <a:pt x="36" y="643"/>
                </a:cubicBezTo>
                <a:cubicBezTo>
                  <a:pt x="36" y="644"/>
                  <a:pt x="36" y="645"/>
                  <a:pt x="36" y="645"/>
                </a:cubicBezTo>
                <a:cubicBezTo>
                  <a:pt x="37" y="646"/>
                  <a:pt x="37" y="646"/>
                  <a:pt x="38" y="646"/>
                </a:cubicBezTo>
                <a:cubicBezTo>
                  <a:pt x="38" y="646"/>
                  <a:pt x="39" y="647"/>
                  <a:pt x="39" y="647"/>
                </a:cubicBezTo>
                <a:cubicBezTo>
                  <a:pt x="39" y="648"/>
                  <a:pt x="39" y="648"/>
                  <a:pt x="39" y="648"/>
                </a:cubicBezTo>
                <a:cubicBezTo>
                  <a:pt x="38" y="648"/>
                  <a:pt x="38" y="648"/>
                  <a:pt x="38" y="648"/>
                </a:cubicBezTo>
                <a:cubicBezTo>
                  <a:pt x="37" y="648"/>
                  <a:pt x="35" y="648"/>
                  <a:pt x="35" y="649"/>
                </a:cubicBezTo>
                <a:cubicBezTo>
                  <a:pt x="35" y="650"/>
                  <a:pt x="35" y="651"/>
                  <a:pt x="36" y="651"/>
                </a:cubicBezTo>
                <a:cubicBezTo>
                  <a:pt x="37" y="651"/>
                  <a:pt x="37" y="651"/>
                  <a:pt x="37" y="651"/>
                </a:cubicBezTo>
                <a:cubicBezTo>
                  <a:pt x="37" y="651"/>
                  <a:pt x="37" y="651"/>
                  <a:pt x="38" y="651"/>
                </a:cubicBezTo>
                <a:cubicBezTo>
                  <a:pt x="38" y="652"/>
                  <a:pt x="39" y="652"/>
                  <a:pt x="39" y="653"/>
                </a:cubicBezTo>
                <a:cubicBezTo>
                  <a:pt x="39" y="654"/>
                  <a:pt x="40" y="655"/>
                  <a:pt x="40" y="655"/>
                </a:cubicBezTo>
                <a:cubicBezTo>
                  <a:pt x="41" y="655"/>
                  <a:pt x="41" y="655"/>
                  <a:pt x="41" y="655"/>
                </a:cubicBezTo>
                <a:cubicBezTo>
                  <a:pt x="42" y="655"/>
                  <a:pt x="42" y="656"/>
                  <a:pt x="42" y="656"/>
                </a:cubicBezTo>
                <a:cubicBezTo>
                  <a:pt x="41" y="656"/>
                  <a:pt x="41" y="656"/>
                  <a:pt x="41" y="656"/>
                </a:cubicBezTo>
                <a:cubicBezTo>
                  <a:pt x="41" y="656"/>
                  <a:pt x="40" y="656"/>
                  <a:pt x="40" y="656"/>
                </a:cubicBezTo>
                <a:cubicBezTo>
                  <a:pt x="40" y="656"/>
                  <a:pt x="39" y="657"/>
                  <a:pt x="39" y="657"/>
                </a:cubicBezTo>
                <a:cubicBezTo>
                  <a:pt x="39" y="657"/>
                  <a:pt x="38" y="657"/>
                  <a:pt x="38" y="656"/>
                </a:cubicBezTo>
                <a:cubicBezTo>
                  <a:pt x="38" y="656"/>
                  <a:pt x="38" y="656"/>
                  <a:pt x="38" y="655"/>
                </a:cubicBezTo>
                <a:cubicBezTo>
                  <a:pt x="38" y="655"/>
                  <a:pt x="37" y="654"/>
                  <a:pt x="37" y="654"/>
                </a:cubicBezTo>
                <a:cubicBezTo>
                  <a:pt x="36" y="654"/>
                  <a:pt x="35" y="653"/>
                  <a:pt x="35" y="653"/>
                </a:cubicBezTo>
                <a:cubicBezTo>
                  <a:pt x="35" y="653"/>
                  <a:pt x="35" y="652"/>
                  <a:pt x="35" y="652"/>
                </a:cubicBezTo>
                <a:cubicBezTo>
                  <a:pt x="34" y="652"/>
                  <a:pt x="34" y="652"/>
                  <a:pt x="33" y="652"/>
                </a:cubicBezTo>
                <a:cubicBezTo>
                  <a:pt x="32" y="652"/>
                  <a:pt x="32" y="652"/>
                  <a:pt x="31" y="652"/>
                </a:cubicBezTo>
                <a:cubicBezTo>
                  <a:pt x="31" y="652"/>
                  <a:pt x="30" y="651"/>
                  <a:pt x="30" y="651"/>
                </a:cubicBezTo>
                <a:cubicBezTo>
                  <a:pt x="29" y="650"/>
                  <a:pt x="27" y="650"/>
                  <a:pt x="26" y="651"/>
                </a:cubicBezTo>
                <a:cubicBezTo>
                  <a:pt x="26" y="651"/>
                  <a:pt x="26" y="652"/>
                  <a:pt x="26" y="652"/>
                </a:cubicBezTo>
                <a:cubicBezTo>
                  <a:pt x="25" y="652"/>
                  <a:pt x="24" y="651"/>
                  <a:pt x="24" y="651"/>
                </a:cubicBezTo>
                <a:cubicBezTo>
                  <a:pt x="23" y="650"/>
                  <a:pt x="22" y="650"/>
                  <a:pt x="21" y="650"/>
                </a:cubicBezTo>
                <a:cubicBezTo>
                  <a:pt x="21" y="650"/>
                  <a:pt x="21" y="650"/>
                  <a:pt x="21" y="650"/>
                </a:cubicBezTo>
                <a:cubicBezTo>
                  <a:pt x="20" y="650"/>
                  <a:pt x="20" y="650"/>
                  <a:pt x="20" y="650"/>
                </a:cubicBezTo>
                <a:cubicBezTo>
                  <a:pt x="20" y="651"/>
                  <a:pt x="20" y="651"/>
                  <a:pt x="20" y="652"/>
                </a:cubicBezTo>
                <a:cubicBezTo>
                  <a:pt x="20" y="653"/>
                  <a:pt x="21" y="654"/>
                  <a:pt x="21" y="655"/>
                </a:cubicBezTo>
                <a:cubicBezTo>
                  <a:pt x="21" y="656"/>
                  <a:pt x="21" y="656"/>
                  <a:pt x="20" y="657"/>
                </a:cubicBezTo>
                <a:cubicBezTo>
                  <a:pt x="20" y="657"/>
                  <a:pt x="20" y="658"/>
                  <a:pt x="21" y="658"/>
                </a:cubicBezTo>
                <a:cubicBezTo>
                  <a:pt x="21" y="659"/>
                  <a:pt x="22" y="659"/>
                  <a:pt x="22" y="659"/>
                </a:cubicBezTo>
                <a:cubicBezTo>
                  <a:pt x="22" y="659"/>
                  <a:pt x="22" y="659"/>
                  <a:pt x="22" y="660"/>
                </a:cubicBezTo>
                <a:cubicBezTo>
                  <a:pt x="22" y="661"/>
                  <a:pt x="23" y="661"/>
                  <a:pt x="24" y="662"/>
                </a:cubicBezTo>
                <a:cubicBezTo>
                  <a:pt x="24" y="662"/>
                  <a:pt x="25" y="662"/>
                  <a:pt x="25" y="663"/>
                </a:cubicBezTo>
                <a:cubicBezTo>
                  <a:pt x="25" y="663"/>
                  <a:pt x="24" y="663"/>
                  <a:pt x="24" y="662"/>
                </a:cubicBezTo>
                <a:cubicBezTo>
                  <a:pt x="24" y="662"/>
                  <a:pt x="23" y="662"/>
                  <a:pt x="23" y="663"/>
                </a:cubicBezTo>
                <a:cubicBezTo>
                  <a:pt x="22" y="663"/>
                  <a:pt x="23" y="664"/>
                  <a:pt x="23" y="665"/>
                </a:cubicBezTo>
                <a:cubicBezTo>
                  <a:pt x="23" y="665"/>
                  <a:pt x="24" y="666"/>
                  <a:pt x="25" y="665"/>
                </a:cubicBezTo>
                <a:cubicBezTo>
                  <a:pt x="25" y="665"/>
                  <a:pt x="25" y="664"/>
                  <a:pt x="26" y="664"/>
                </a:cubicBezTo>
                <a:cubicBezTo>
                  <a:pt x="27" y="663"/>
                  <a:pt x="28" y="663"/>
                  <a:pt x="29" y="663"/>
                </a:cubicBezTo>
                <a:cubicBezTo>
                  <a:pt x="30" y="664"/>
                  <a:pt x="30" y="664"/>
                  <a:pt x="30" y="665"/>
                </a:cubicBezTo>
                <a:cubicBezTo>
                  <a:pt x="30" y="666"/>
                  <a:pt x="30" y="666"/>
                  <a:pt x="30" y="666"/>
                </a:cubicBezTo>
                <a:cubicBezTo>
                  <a:pt x="30" y="666"/>
                  <a:pt x="30" y="666"/>
                  <a:pt x="30" y="666"/>
                </a:cubicBezTo>
                <a:cubicBezTo>
                  <a:pt x="29" y="666"/>
                  <a:pt x="29" y="665"/>
                  <a:pt x="28" y="665"/>
                </a:cubicBezTo>
                <a:cubicBezTo>
                  <a:pt x="28" y="664"/>
                  <a:pt x="27" y="664"/>
                  <a:pt x="27" y="664"/>
                </a:cubicBezTo>
                <a:cubicBezTo>
                  <a:pt x="26" y="664"/>
                  <a:pt x="26" y="665"/>
                  <a:pt x="26" y="665"/>
                </a:cubicBezTo>
                <a:cubicBezTo>
                  <a:pt x="26" y="665"/>
                  <a:pt x="25" y="665"/>
                  <a:pt x="25" y="666"/>
                </a:cubicBezTo>
                <a:cubicBezTo>
                  <a:pt x="25" y="666"/>
                  <a:pt x="24" y="667"/>
                  <a:pt x="24" y="668"/>
                </a:cubicBezTo>
                <a:cubicBezTo>
                  <a:pt x="24" y="668"/>
                  <a:pt x="25" y="669"/>
                  <a:pt x="25" y="669"/>
                </a:cubicBezTo>
                <a:cubicBezTo>
                  <a:pt x="25" y="669"/>
                  <a:pt x="25" y="669"/>
                  <a:pt x="25" y="670"/>
                </a:cubicBezTo>
                <a:cubicBezTo>
                  <a:pt x="26" y="670"/>
                  <a:pt x="26" y="670"/>
                  <a:pt x="26" y="670"/>
                </a:cubicBezTo>
                <a:cubicBezTo>
                  <a:pt x="25" y="670"/>
                  <a:pt x="24" y="671"/>
                  <a:pt x="24" y="672"/>
                </a:cubicBezTo>
                <a:cubicBezTo>
                  <a:pt x="23" y="672"/>
                  <a:pt x="23" y="672"/>
                  <a:pt x="23" y="672"/>
                </a:cubicBezTo>
                <a:cubicBezTo>
                  <a:pt x="23" y="673"/>
                  <a:pt x="23" y="674"/>
                  <a:pt x="23" y="674"/>
                </a:cubicBezTo>
                <a:cubicBezTo>
                  <a:pt x="24" y="675"/>
                  <a:pt x="24" y="676"/>
                  <a:pt x="23" y="676"/>
                </a:cubicBezTo>
                <a:cubicBezTo>
                  <a:pt x="22" y="675"/>
                  <a:pt x="21" y="674"/>
                  <a:pt x="22" y="673"/>
                </a:cubicBezTo>
                <a:cubicBezTo>
                  <a:pt x="22" y="673"/>
                  <a:pt x="22" y="672"/>
                  <a:pt x="22" y="672"/>
                </a:cubicBezTo>
                <a:cubicBezTo>
                  <a:pt x="22" y="671"/>
                  <a:pt x="21" y="671"/>
                  <a:pt x="21" y="671"/>
                </a:cubicBezTo>
                <a:cubicBezTo>
                  <a:pt x="21" y="671"/>
                  <a:pt x="20" y="671"/>
                  <a:pt x="20" y="671"/>
                </a:cubicBezTo>
                <a:cubicBezTo>
                  <a:pt x="19" y="671"/>
                  <a:pt x="20" y="670"/>
                  <a:pt x="19" y="670"/>
                </a:cubicBezTo>
                <a:cubicBezTo>
                  <a:pt x="19" y="669"/>
                  <a:pt x="19" y="669"/>
                  <a:pt x="18" y="669"/>
                </a:cubicBezTo>
                <a:cubicBezTo>
                  <a:pt x="18" y="669"/>
                  <a:pt x="17" y="669"/>
                  <a:pt x="17" y="669"/>
                </a:cubicBezTo>
                <a:cubicBezTo>
                  <a:pt x="16" y="669"/>
                  <a:pt x="16" y="669"/>
                  <a:pt x="15" y="669"/>
                </a:cubicBezTo>
                <a:cubicBezTo>
                  <a:pt x="15" y="669"/>
                  <a:pt x="14" y="670"/>
                  <a:pt x="13" y="670"/>
                </a:cubicBezTo>
                <a:cubicBezTo>
                  <a:pt x="13" y="669"/>
                  <a:pt x="13" y="669"/>
                  <a:pt x="12" y="668"/>
                </a:cubicBezTo>
                <a:cubicBezTo>
                  <a:pt x="12" y="670"/>
                  <a:pt x="9" y="670"/>
                  <a:pt x="9" y="672"/>
                </a:cubicBezTo>
                <a:cubicBezTo>
                  <a:pt x="9" y="673"/>
                  <a:pt x="9" y="674"/>
                  <a:pt x="8" y="674"/>
                </a:cubicBezTo>
                <a:cubicBezTo>
                  <a:pt x="8" y="673"/>
                  <a:pt x="8" y="673"/>
                  <a:pt x="7" y="673"/>
                </a:cubicBezTo>
                <a:cubicBezTo>
                  <a:pt x="7" y="673"/>
                  <a:pt x="7" y="673"/>
                  <a:pt x="7" y="673"/>
                </a:cubicBezTo>
                <a:cubicBezTo>
                  <a:pt x="7" y="672"/>
                  <a:pt x="6" y="671"/>
                  <a:pt x="5" y="671"/>
                </a:cubicBezTo>
                <a:cubicBezTo>
                  <a:pt x="5" y="672"/>
                  <a:pt x="4" y="672"/>
                  <a:pt x="4" y="673"/>
                </a:cubicBezTo>
                <a:cubicBezTo>
                  <a:pt x="3" y="673"/>
                  <a:pt x="3" y="672"/>
                  <a:pt x="3" y="673"/>
                </a:cubicBezTo>
                <a:cubicBezTo>
                  <a:pt x="2" y="673"/>
                  <a:pt x="2" y="673"/>
                  <a:pt x="2" y="673"/>
                </a:cubicBezTo>
                <a:cubicBezTo>
                  <a:pt x="1" y="675"/>
                  <a:pt x="2" y="677"/>
                  <a:pt x="3" y="678"/>
                </a:cubicBezTo>
                <a:cubicBezTo>
                  <a:pt x="2" y="678"/>
                  <a:pt x="1" y="678"/>
                  <a:pt x="0" y="677"/>
                </a:cubicBezTo>
                <a:cubicBezTo>
                  <a:pt x="0" y="678"/>
                  <a:pt x="1" y="679"/>
                  <a:pt x="2" y="679"/>
                </a:cubicBezTo>
                <a:cubicBezTo>
                  <a:pt x="2" y="679"/>
                  <a:pt x="2" y="679"/>
                  <a:pt x="3" y="679"/>
                </a:cubicBezTo>
                <a:cubicBezTo>
                  <a:pt x="3" y="679"/>
                  <a:pt x="4" y="679"/>
                  <a:pt x="4" y="679"/>
                </a:cubicBezTo>
                <a:cubicBezTo>
                  <a:pt x="4" y="679"/>
                  <a:pt x="4" y="678"/>
                  <a:pt x="4" y="678"/>
                </a:cubicBezTo>
                <a:cubicBezTo>
                  <a:pt x="4" y="678"/>
                  <a:pt x="5" y="678"/>
                  <a:pt x="5" y="678"/>
                </a:cubicBezTo>
                <a:cubicBezTo>
                  <a:pt x="5" y="678"/>
                  <a:pt x="5" y="679"/>
                  <a:pt x="5" y="679"/>
                </a:cubicBezTo>
                <a:cubicBezTo>
                  <a:pt x="5" y="679"/>
                  <a:pt x="5" y="679"/>
                  <a:pt x="4" y="679"/>
                </a:cubicBezTo>
                <a:cubicBezTo>
                  <a:pt x="3" y="680"/>
                  <a:pt x="2" y="681"/>
                  <a:pt x="2" y="683"/>
                </a:cubicBezTo>
                <a:cubicBezTo>
                  <a:pt x="2" y="683"/>
                  <a:pt x="2" y="683"/>
                  <a:pt x="2" y="683"/>
                </a:cubicBezTo>
                <a:cubicBezTo>
                  <a:pt x="2" y="684"/>
                  <a:pt x="2" y="684"/>
                  <a:pt x="2" y="684"/>
                </a:cubicBezTo>
                <a:cubicBezTo>
                  <a:pt x="3" y="684"/>
                  <a:pt x="4" y="684"/>
                  <a:pt x="5" y="683"/>
                </a:cubicBezTo>
                <a:cubicBezTo>
                  <a:pt x="6" y="683"/>
                  <a:pt x="6" y="682"/>
                  <a:pt x="7" y="682"/>
                </a:cubicBezTo>
                <a:cubicBezTo>
                  <a:pt x="7" y="681"/>
                  <a:pt x="8" y="681"/>
                  <a:pt x="8" y="680"/>
                </a:cubicBezTo>
                <a:cubicBezTo>
                  <a:pt x="9" y="679"/>
                  <a:pt x="10" y="678"/>
                  <a:pt x="10" y="677"/>
                </a:cubicBezTo>
                <a:cubicBezTo>
                  <a:pt x="10" y="677"/>
                  <a:pt x="10" y="677"/>
                  <a:pt x="11" y="677"/>
                </a:cubicBezTo>
                <a:cubicBezTo>
                  <a:pt x="11" y="676"/>
                  <a:pt x="11" y="676"/>
                  <a:pt x="12" y="676"/>
                </a:cubicBezTo>
                <a:cubicBezTo>
                  <a:pt x="12" y="676"/>
                  <a:pt x="12" y="677"/>
                  <a:pt x="12" y="676"/>
                </a:cubicBezTo>
                <a:cubicBezTo>
                  <a:pt x="11" y="675"/>
                  <a:pt x="12" y="672"/>
                  <a:pt x="13" y="671"/>
                </a:cubicBezTo>
                <a:cubicBezTo>
                  <a:pt x="13" y="672"/>
                  <a:pt x="13" y="672"/>
                  <a:pt x="13" y="673"/>
                </a:cubicBezTo>
                <a:cubicBezTo>
                  <a:pt x="13" y="674"/>
                  <a:pt x="12" y="675"/>
                  <a:pt x="13" y="675"/>
                </a:cubicBezTo>
                <a:cubicBezTo>
                  <a:pt x="13" y="675"/>
                  <a:pt x="13" y="676"/>
                  <a:pt x="14" y="676"/>
                </a:cubicBezTo>
                <a:cubicBezTo>
                  <a:pt x="14" y="676"/>
                  <a:pt x="14" y="677"/>
                  <a:pt x="14" y="677"/>
                </a:cubicBezTo>
                <a:cubicBezTo>
                  <a:pt x="14" y="677"/>
                  <a:pt x="14" y="677"/>
                  <a:pt x="14" y="678"/>
                </a:cubicBezTo>
                <a:cubicBezTo>
                  <a:pt x="13" y="678"/>
                  <a:pt x="13" y="678"/>
                  <a:pt x="12" y="678"/>
                </a:cubicBezTo>
                <a:cubicBezTo>
                  <a:pt x="12" y="678"/>
                  <a:pt x="11" y="678"/>
                  <a:pt x="11" y="679"/>
                </a:cubicBezTo>
                <a:cubicBezTo>
                  <a:pt x="10" y="680"/>
                  <a:pt x="10" y="680"/>
                  <a:pt x="9" y="681"/>
                </a:cubicBezTo>
                <a:cubicBezTo>
                  <a:pt x="10" y="681"/>
                  <a:pt x="11" y="681"/>
                  <a:pt x="11" y="682"/>
                </a:cubicBezTo>
                <a:cubicBezTo>
                  <a:pt x="10" y="682"/>
                  <a:pt x="10" y="682"/>
                  <a:pt x="10" y="682"/>
                </a:cubicBezTo>
                <a:cubicBezTo>
                  <a:pt x="9" y="683"/>
                  <a:pt x="8" y="684"/>
                  <a:pt x="7" y="684"/>
                </a:cubicBezTo>
                <a:cubicBezTo>
                  <a:pt x="7" y="684"/>
                  <a:pt x="7" y="684"/>
                  <a:pt x="7" y="684"/>
                </a:cubicBezTo>
                <a:cubicBezTo>
                  <a:pt x="6" y="684"/>
                  <a:pt x="6" y="684"/>
                  <a:pt x="6" y="684"/>
                </a:cubicBezTo>
                <a:cubicBezTo>
                  <a:pt x="6" y="684"/>
                  <a:pt x="5" y="685"/>
                  <a:pt x="5" y="685"/>
                </a:cubicBezTo>
                <a:cubicBezTo>
                  <a:pt x="5" y="686"/>
                  <a:pt x="5" y="687"/>
                  <a:pt x="5" y="688"/>
                </a:cubicBezTo>
                <a:cubicBezTo>
                  <a:pt x="5" y="688"/>
                  <a:pt x="6" y="689"/>
                  <a:pt x="6" y="689"/>
                </a:cubicBezTo>
                <a:cubicBezTo>
                  <a:pt x="6" y="689"/>
                  <a:pt x="6" y="690"/>
                  <a:pt x="6" y="691"/>
                </a:cubicBezTo>
                <a:cubicBezTo>
                  <a:pt x="6" y="692"/>
                  <a:pt x="7" y="692"/>
                  <a:pt x="8" y="691"/>
                </a:cubicBezTo>
                <a:cubicBezTo>
                  <a:pt x="8" y="691"/>
                  <a:pt x="8" y="692"/>
                  <a:pt x="8" y="692"/>
                </a:cubicBezTo>
                <a:cubicBezTo>
                  <a:pt x="8" y="693"/>
                  <a:pt x="8" y="693"/>
                  <a:pt x="8" y="694"/>
                </a:cubicBezTo>
                <a:cubicBezTo>
                  <a:pt x="8" y="694"/>
                  <a:pt x="8" y="694"/>
                  <a:pt x="8" y="694"/>
                </a:cubicBezTo>
                <a:cubicBezTo>
                  <a:pt x="8" y="695"/>
                  <a:pt x="8" y="695"/>
                  <a:pt x="8" y="695"/>
                </a:cubicBezTo>
                <a:cubicBezTo>
                  <a:pt x="9" y="695"/>
                  <a:pt x="9" y="696"/>
                  <a:pt x="9" y="696"/>
                </a:cubicBezTo>
                <a:cubicBezTo>
                  <a:pt x="9" y="697"/>
                  <a:pt x="9" y="698"/>
                  <a:pt x="10" y="699"/>
                </a:cubicBezTo>
                <a:cubicBezTo>
                  <a:pt x="10" y="700"/>
                  <a:pt x="11" y="701"/>
                  <a:pt x="12" y="702"/>
                </a:cubicBezTo>
                <a:cubicBezTo>
                  <a:pt x="13" y="700"/>
                  <a:pt x="14" y="698"/>
                  <a:pt x="13" y="696"/>
                </a:cubicBezTo>
                <a:cubicBezTo>
                  <a:pt x="13" y="695"/>
                  <a:pt x="13" y="694"/>
                  <a:pt x="13" y="694"/>
                </a:cubicBezTo>
                <a:cubicBezTo>
                  <a:pt x="13" y="693"/>
                  <a:pt x="15" y="692"/>
                  <a:pt x="16" y="691"/>
                </a:cubicBezTo>
                <a:cubicBezTo>
                  <a:pt x="16" y="692"/>
                  <a:pt x="15" y="694"/>
                  <a:pt x="15" y="696"/>
                </a:cubicBezTo>
                <a:cubicBezTo>
                  <a:pt x="15" y="696"/>
                  <a:pt x="15" y="696"/>
                  <a:pt x="15" y="697"/>
                </a:cubicBezTo>
                <a:cubicBezTo>
                  <a:pt x="15" y="698"/>
                  <a:pt x="15" y="699"/>
                  <a:pt x="16" y="700"/>
                </a:cubicBezTo>
                <a:cubicBezTo>
                  <a:pt x="16" y="700"/>
                  <a:pt x="16" y="700"/>
                  <a:pt x="16" y="700"/>
                </a:cubicBezTo>
                <a:cubicBezTo>
                  <a:pt x="16" y="701"/>
                  <a:pt x="15" y="701"/>
                  <a:pt x="15" y="701"/>
                </a:cubicBezTo>
                <a:cubicBezTo>
                  <a:pt x="15" y="701"/>
                  <a:pt x="14" y="701"/>
                  <a:pt x="14" y="702"/>
                </a:cubicBezTo>
                <a:cubicBezTo>
                  <a:pt x="14" y="702"/>
                  <a:pt x="14" y="703"/>
                  <a:pt x="14" y="703"/>
                </a:cubicBezTo>
                <a:cubicBezTo>
                  <a:pt x="14" y="704"/>
                  <a:pt x="15" y="704"/>
                  <a:pt x="15" y="704"/>
                </a:cubicBezTo>
                <a:cubicBezTo>
                  <a:pt x="15" y="704"/>
                  <a:pt x="15" y="705"/>
                  <a:pt x="15" y="706"/>
                </a:cubicBezTo>
                <a:cubicBezTo>
                  <a:pt x="15" y="706"/>
                  <a:pt x="16" y="706"/>
                  <a:pt x="17" y="706"/>
                </a:cubicBezTo>
                <a:cubicBezTo>
                  <a:pt x="18" y="706"/>
                  <a:pt x="19" y="706"/>
                  <a:pt x="20" y="705"/>
                </a:cubicBezTo>
                <a:cubicBezTo>
                  <a:pt x="21" y="705"/>
                  <a:pt x="21" y="704"/>
                  <a:pt x="21" y="704"/>
                </a:cubicBezTo>
                <a:cubicBezTo>
                  <a:pt x="22" y="703"/>
                  <a:pt x="22" y="703"/>
                  <a:pt x="23" y="702"/>
                </a:cubicBezTo>
                <a:cubicBezTo>
                  <a:pt x="23" y="701"/>
                  <a:pt x="22" y="700"/>
                  <a:pt x="23" y="699"/>
                </a:cubicBezTo>
                <a:cubicBezTo>
                  <a:pt x="23" y="699"/>
                  <a:pt x="23" y="698"/>
                  <a:pt x="23" y="698"/>
                </a:cubicBezTo>
                <a:cubicBezTo>
                  <a:pt x="24" y="697"/>
                  <a:pt x="24" y="696"/>
                  <a:pt x="23" y="696"/>
                </a:cubicBezTo>
                <a:cubicBezTo>
                  <a:pt x="23" y="695"/>
                  <a:pt x="23" y="695"/>
                  <a:pt x="22" y="695"/>
                </a:cubicBezTo>
                <a:cubicBezTo>
                  <a:pt x="22" y="695"/>
                  <a:pt x="22" y="695"/>
                  <a:pt x="22" y="694"/>
                </a:cubicBezTo>
                <a:cubicBezTo>
                  <a:pt x="22" y="694"/>
                  <a:pt x="23" y="694"/>
                  <a:pt x="23" y="694"/>
                </a:cubicBezTo>
                <a:cubicBezTo>
                  <a:pt x="24" y="695"/>
                  <a:pt x="25" y="694"/>
                  <a:pt x="25" y="693"/>
                </a:cubicBezTo>
                <a:cubicBezTo>
                  <a:pt x="25" y="693"/>
                  <a:pt x="26" y="692"/>
                  <a:pt x="26" y="692"/>
                </a:cubicBezTo>
                <a:cubicBezTo>
                  <a:pt x="26" y="692"/>
                  <a:pt x="26" y="692"/>
                  <a:pt x="27" y="691"/>
                </a:cubicBezTo>
                <a:cubicBezTo>
                  <a:pt x="28" y="691"/>
                  <a:pt x="28" y="689"/>
                  <a:pt x="28" y="687"/>
                </a:cubicBezTo>
                <a:cubicBezTo>
                  <a:pt x="28" y="686"/>
                  <a:pt x="28" y="684"/>
                  <a:pt x="29" y="683"/>
                </a:cubicBezTo>
                <a:cubicBezTo>
                  <a:pt x="29" y="683"/>
                  <a:pt x="29" y="682"/>
                  <a:pt x="30" y="682"/>
                </a:cubicBezTo>
                <a:cubicBezTo>
                  <a:pt x="30" y="682"/>
                  <a:pt x="30" y="683"/>
                  <a:pt x="30" y="683"/>
                </a:cubicBezTo>
                <a:cubicBezTo>
                  <a:pt x="30" y="683"/>
                  <a:pt x="31" y="683"/>
                  <a:pt x="31" y="683"/>
                </a:cubicBezTo>
                <a:cubicBezTo>
                  <a:pt x="31" y="683"/>
                  <a:pt x="31" y="683"/>
                  <a:pt x="31" y="684"/>
                </a:cubicBezTo>
                <a:cubicBezTo>
                  <a:pt x="32" y="684"/>
                  <a:pt x="31" y="684"/>
                  <a:pt x="31" y="684"/>
                </a:cubicBezTo>
                <a:cubicBezTo>
                  <a:pt x="31" y="684"/>
                  <a:pt x="30" y="684"/>
                  <a:pt x="30" y="684"/>
                </a:cubicBezTo>
                <a:cubicBezTo>
                  <a:pt x="29" y="684"/>
                  <a:pt x="29" y="685"/>
                  <a:pt x="29" y="686"/>
                </a:cubicBezTo>
                <a:cubicBezTo>
                  <a:pt x="29" y="687"/>
                  <a:pt x="29" y="688"/>
                  <a:pt x="29" y="689"/>
                </a:cubicBezTo>
                <a:cubicBezTo>
                  <a:pt x="29" y="690"/>
                  <a:pt x="29" y="691"/>
                  <a:pt x="30" y="691"/>
                </a:cubicBezTo>
                <a:cubicBezTo>
                  <a:pt x="31" y="692"/>
                  <a:pt x="32" y="691"/>
                  <a:pt x="32" y="691"/>
                </a:cubicBezTo>
                <a:cubicBezTo>
                  <a:pt x="32" y="692"/>
                  <a:pt x="33" y="692"/>
                  <a:pt x="33" y="692"/>
                </a:cubicBezTo>
                <a:cubicBezTo>
                  <a:pt x="33" y="693"/>
                  <a:pt x="33" y="694"/>
                  <a:pt x="33" y="695"/>
                </a:cubicBezTo>
                <a:cubicBezTo>
                  <a:pt x="33" y="695"/>
                  <a:pt x="32" y="694"/>
                  <a:pt x="32" y="693"/>
                </a:cubicBezTo>
                <a:cubicBezTo>
                  <a:pt x="30" y="692"/>
                  <a:pt x="29" y="693"/>
                  <a:pt x="28" y="693"/>
                </a:cubicBezTo>
                <a:cubicBezTo>
                  <a:pt x="27" y="694"/>
                  <a:pt x="27" y="694"/>
                  <a:pt x="26" y="694"/>
                </a:cubicBezTo>
                <a:cubicBezTo>
                  <a:pt x="25" y="694"/>
                  <a:pt x="25" y="695"/>
                  <a:pt x="25" y="696"/>
                </a:cubicBezTo>
                <a:cubicBezTo>
                  <a:pt x="25" y="696"/>
                  <a:pt x="26" y="697"/>
                  <a:pt x="26" y="698"/>
                </a:cubicBezTo>
                <a:cubicBezTo>
                  <a:pt x="26" y="698"/>
                  <a:pt x="26" y="699"/>
                  <a:pt x="25" y="700"/>
                </a:cubicBezTo>
                <a:cubicBezTo>
                  <a:pt x="25" y="700"/>
                  <a:pt x="24" y="701"/>
                  <a:pt x="25" y="702"/>
                </a:cubicBezTo>
                <a:cubicBezTo>
                  <a:pt x="25" y="702"/>
                  <a:pt x="25" y="702"/>
                  <a:pt x="26" y="702"/>
                </a:cubicBezTo>
                <a:cubicBezTo>
                  <a:pt x="26" y="702"/>
                  <a:pt x="27" y="702"/>
                  <a:pt x="27" y="702"/>
                </a:cubicBezTo>
                <a:cubicBezTo>
                  <a:pt x="28" y="702"/>
                  <a:pt x="28" y="702"/>
                  <a:pt x="28" y="702"/>
                </a:cubicBezTo>
                <a:cubicBezTo>
                  <a:pt x="28" y="702"/>
                  <a:pt x="28" y="703"/>
                  <a:pt x="28" y="703"/>
                </a:cubicBezTo>
                <a:cubicBezTo>
                  <a:pt x="28" y="704"/>
                  <a:pt x="29" y="704"/>
                  <a:pt x="30" y="704"/>
                </a:cubicBezTo>
                <a:cubicBezTo>
                  <a:pt x="30" y="703"/>
                  <a:pt x="30" y="702"/>
                  <a:pt x="30" y="701"/>
                </a:cubicBezTo>
                <a:cubicBezTo>
                  <a:pt x="30" y="701"/>
                  <a:pt x="30" y="700"/>
                  <a:pt x="30" y="699"/>
                </a:cubicBezTo>
                <a:cubicBezTo>
                  <a:pt x="31" y="699"/>
                  <a:pt x="32" y="700"/>
                  <a:pt x="32" y="701"/>
                </a:cubicBezTo>
                <a:cubicBezTo>
                  <a:pt x="32" y="701"/>
                  <a:pt x="33" y="700"/>
                  <a:pt x="33" y="700"/>
                </a:cubicBezTo>
                <a:cubicBezTo>
                  <a:pt x="33" y="701"/>
                  <a:pt x="33" y="701"/>
                  <a:pt x="33" y="701"/>
                </a:cubicBezTo>
                <a:cubicBezTo>
                  <a:pt x="33" y="702"/>
                  <a:pt x="32" y="702"/>
                  <a:pt x="32" y="702"/>
                </a:cubicBezTo>
                <a:cubicBezTo>
                  <a:pt x="32" y="702"/>
                  <a:pt x="32" y="703"/>
                  <a:pt x="32" y="703"/>
                </a:cubicBezTo>
                <a:cubicBezTo>
                  <a:pt x="32" y="703"/>
                  <a:pt x="32" y="703"/>
                  <a:pt x="32" y="704"/>
                </a:cubicBezTo>
                <a:cubicBezTo>
                  <a:pt x="32" y="704"/>
                  <a:pt x="32" y="705"/>
                  <a:pt x="33" y="705"/>
                </a:cubicBezTo>
                <a:cubicBezTo>
                  <a:pt x="33" y="706"/>
                  <a:pt x="32" y="706"/>
                  <a:pt x="31" y="706"/>
                </a:cubicBezTo>
                <a:cubicBezTo>
                  <a:pt x="31" y="706"/>
                  <a:pt x="31" y="706"/>
                  <a:pt x="31" y="706"/>
                </a:cubicBezTo>
                <a:cubicBezTo>
                  <a:pt x="30" y="706"/>
                  <a:pt x="30" y="706"/>
                  <a:pt x="30" y="706"/>
                </a:cubicBezTo>
                <a:cubicBezTo>
                  <a:pt x="29" y="704"/>
                  <a:pt x="27" y="704"/>
                  <a:pt x="25" y="703"/>
                </a:cubicBezTo>
                <a:cubicBezTo>
                  <a:pt x="25" y="703"/>
                  <a:pt x="25" y="703"/>
                  <a:pt x="25" y="703"/>
                </a:cubicBezTo>
                <a:cubicBezTo>
                  <a:pt x="25" y="703"/>
                  <a:pt x="25" y="704"/>
                  <a:pt x="25" y="704"/>
                </a:cubicBezTo>
                <a:cubicBezTo>
                  <a:pt x="24" y="704"/>
                  <a:pt x="24" y="704"/>
                  <a:pt x="24" y="705"/>
                </a:cubicBezTo>
                <a:cubicBezTo>
                  <a:pt x="24" y="705"/>
                  <a:pt x="24" y="705"/>
                  <a:pt x="24" y="705"/>
                </a:cubicBezTo>
                <a:cubicBezTo>
                  <a:pt x="25" y="706"/>
                  <a:pt x="26" y="707"/>
                  <a:pt x="27" y="708"/>
                </a:cubicBezTo>
                <a:cubicBezTo>
                  <a:pt x="27" y="708"/>
                  <a:pt x="27" y="708"/>
                  <a:pt x="27" y="709"/>
                </a:cubicBezTo>
                <a:cubicBezTo>
                  <a:pt x="27" y="709"/>
                  <a:pt x="27" y="710"/>
                  <a:pt x="27" y="711"/>
                </a:cubicBezTo>
                <a:cubicBezTo>
                  <a:pt x="27" y="711"/>
                  <a:pt x="26" y="711"/>
                  <a:pt x="26" y="710"/>
                </a:cubicBezTo>
                <a:cubicBezTo>
                  <a:pt x="26" y="710"/>
                  <a:pt x="26" y="709"/>
                  <a:pt x="26" y="709"/>
                </a:cubicBezTo>
                <a:cubicBezTo>
                  <a:pt x="25" y="708"/>
                  <a:pt x="25" y="708"/>
                  <a:pt x="25" y="708"/>
                </a:cubicBezTo>
                <a:cubicBezTo>
                  <a:pt x="24" y="707"/>
                  <a:pt x="23" y="706"/>
                  <a:pt x="22" y="706"/>
                </a:cubicBezTo>
                <a:cubicBezTo>
                  <a:pt x="21" y="707"/>
                  <a:pt x="20" y="707"/>
                  <a:pt x="19" y="708"/>
                </a:cubicBezTo>
                <a:cubicBezTo>
                  <a:pt x="19" y="708"/>
                  <a:pt x="19" y="709"/>
                  <a:pt x="19" y="709"/>
                </a:cubicBezTo>
                <a:cubicBezTo>
                  <a:pt x="19" y="709"/>
                  <a:pt x="19" y="709"/>
                  <a:pt x="18" y="710"/>
                </a:cubicBezTo>
                <a:cubicBezTo>
                  <a:pt x="18" y="710"/>
                  <a:pt x="18" y="711"/>
                  <a:pt x="18" y="711"/>
                </a:cubicBezTo>
                <a:cubicBezTo>
                  <a:pt x="18" y="711"/>
                  <a:pt x="19" y="711"/>
                  <a:pt x="20" y="711"/>
                </a:cubicBezTo>
                <a:cubicBezTo>
                  <a:pt x="20" y="711"/>
                  <a:pt x="20" y="712"/>
                  <a:pt x="20" y="712"/>
                </a:cubicBezTo>
                <a:cubicBezTo>
                  <a:pt x="20" y="713"/>
                  <a:pt x="21" y="713"/>
                  <a:pt x="21" y="713"/>
                </a:cubicBezTo>
                <a:cubicBezTo>
                  <a:pt x="21" y="714"/>
                  <a:pt x="21" y="714"/>
                  <a:pt x="22" y="714"/>
                </a:cubicBezTo>
                <a:cubicBezTo>
                  <a:pt x="22" y="715"/>
                  <a:pt x="22" y="715"/>
                  <a:pt x="23" y="715"/>
                </a:cubicBezTo>
                <a:cubicBezTo>
                  <a:pt x="24" y="715"/>
                  <a:pt x="24" y="715"/>
                  <a:pt x="25" y="714"/>
                </a:cubicBezTo>
                <a:cubicBezTo>
                  <a:pt x="25" y="715"/>
                  <a:pt x="25" y="715"/>
                  <a:pt x="25" y="716"/>
                </a:cubicBezTo>
                <a:cubicBezTo>
                  <a:pt x="26" y="716"/>
                  <a:pt x="26" y="716"/>
                  <a:pt x="27" y="716"/>
                </a:cubicBezTo>
                <a:cubicBezTo>
                  <a:pt x="27" y="717"/>
                  <a:pt x="28" y="717"/>
                  <a:pt x="28" y="718"/>
                </a:cubicBezTo>
                <a:cubicBezTo>
                  <a:pt x="28" y="719"/>
                  <a:pt x="28" y="719"/>
                  <a:pt x="27" y="718"/>
                </a:cubicBezTo>
                <a:cubicBezTo>
                  <a:pt x="27" y="718"/>
                  <a:pt x="27" y="718"/>
                  <a:pt x="26" y="718"/>
                </a:cubicBezTo>
                <a:cubicBezTo>
                  <a:pt x="26" y="718"/>
                  <a:pt x="26" y="718"/>
                  <a:pt x="26" y="718"/>
                </a:cubicBezTo>
                <a:cubicBezTo>
                  <a:pt x="25" y="719"/>
                  <a:pt x="25" y="719"/>
                  <a:pt x="26" y="720"/>
                </a:cubicBezTo>
                <a:cubicBezTo>
                  <a:pt x="26" y="720"/>
                  <a:pt x="26" y="721"/>
                  <a:pt x="27" y="721"/>
                </a:cubicBezTo>
                <a:cubicBezTo>
                  <a:pt x="27" y="721"/>
                  <a:pt x="27" y="722"/>
                  <a:pt x="27" y="722"/>
                </a:cubicBezTo>
                <a:cubicBezTo>
                  <a:pt x="27" y="723"/>
                  <a:pt x="28" y="723"/>
                  <a:pt x="28" y="724"/>
                </a:cubicBezTo>
                <a:cubicBezTo>
                  <a:pt x="28" y="724"/>
                  <a:pt x="28" y="724"/>
                  <a:pt x="28" y="724"/>
                </a:cubicBezTo>
                <a:cubicBezTo>
                  <a:pt x="28" y="725"/>
                  <a:pt x="29" y="724"/>
                  <a:pt x="29" y="724"/>
                </a:cubicBezTo>
                <a:cubicBezTo>
                  <a:pt x="29" y="724"/>
                  <a:pt x="29" y="725"/>
                  <a:pt x="29" y="725"/>
                </a:cubicBezTo>
                <a:cubicBezTo>
                  <a:pt x="29" y="725"/>
                  <a:pt x="29" y="725"/>
                  <a:pt x="28" y="726"/>
                </a:cubicBezTo>
                <a:cubicBezTo>
                  <a:pt x="28" y="726"/>
                  <a:pt x="29" y="727"/>
                  <a:pt x="29" y="727"/>
                </a:cubicBezTo>
                <a:cubicBezTo>
                  <a:pt x="30" y="727"/>
                  <a:pt x="30" y="727"/>
                  <a:pt x="30" y="727"/>
                </a:cubicBezTo>
                <a:cubicBezTo>
                  <a:pt x="30" y="727"/>
                  <a:pt x="31" y="727"/>
                  <a:pt x="31" y="728"/>
                </a:cubicBezTo>
                <a:cubicBezTo>
                  <a:pt x="31" y="728"/>
                  <a:pt x="32" y="728"/>
                  <a:pt x="32" y="727"/>
                </a:cubicBezTo>
                <a:cubicBezTo>
                  <a:pt x="32" y="727"/>
                  <a:pt x="32" y="727"/>
                  <a:pt x="32" y="727"/>
                </a:cubicBezTo>
                <a:cubicBezTo>
                  <a:pt x="33" y="726"/>
                  <a:pt x="33" y="726"/>
                  <a:pt x="33" y="726"/>
                </a:cubicBezTo>
                <a:cubicBezTo>
                  <a:pt x="33" y="726"/>
                  <a:pt x="33" y="726"/>
                  <a:pt x="33" y="725"/>
                </a:cubicBezTo>
                <a:cubicBezTo>
                  <a:pt x="33" y="724"/>
                  <a:pt x="33" y="724"/>
                  <a:pt x="33" y="723"/>
                </a:cubicBezTo>
                <a:cubicBezTo>
                  <a:pt x="33" y="723"/>
                  <a:pt x="34" y="722"/>
                  <a:pt x="34" y="722"/>
                </a:cubicBezTo>
                <a:cubicBezTo>
                  <a:pt x="34" y="722"/>
                  <a:pt x="34" y="722"/>
                  <a:pt x="34" y="722"/>
                </a:cubicBezTo>
                <a:cubicBezTo>
                  <a:pt x="35" y="721"/>
                  <a:pt x="34" y="720"/>
                  <a:pt x="35" y="719"/>
                </a:cubicBezTo>
                <a:cubicBezTo>
                  <a:pt x="35" y="719"/>
                  <a:pt x="35" y="720"/>
                  <a:pt x="35" y="720"/>
                </a:cubicBezTo>
                <a:cubicBezTo>
                  <a:pt x="36" y="721"/>
                  <a:pt x="36" y="722"/>
                  <a:pt x="37" y="722"/>
                </a:cubicBezTo>
                <a:cubicBezTo>
                  <a:pt x="38" y="722"/>
                  <a:pt x="38" y="722"/>
                  <a:pt x="38" y="722"/>
                </a:cubicBezTo>
                <a:cubicBezTo>
                  <a:pt x="39" y="723"/>
                  <a:pt x="39" y="723"/>
                  <a:pt x="39" y="723"/>
                </a:cubicBezTo>
                <a:cubicBezTo>
                  <a:pt x="37" y="723"/>
                  <a:pt x="36" y="723"/>
                  <a:pt x="35" y="723"/>
                </a:cubicBezTo>
                <a:cubicBezTo>
                  <a:pt x="35" y="723"/>
                  <a:pt x="35" y="723"/>
                  <a:pt x="35" y="723"/>
                </a:cubicBezTo>
                <a:cubicBezTo>
                  <a:pt x="34" y="723"/>
                  <a:pt x="34" y="723"/>
                  <a:pt x="34" y="724"/>
                </a:cubicBezTo>
                <a:cubicBezTo>
                  <a:pt x="34" y="724"/>
                  <a:pt x="34" y="725"/>
                  <a:pt x="35" y="726"/>
                </a:cubicBezTo>
                <a:cubicBezTo>
                  <a:pt x="35" y="726"/>
                  <a:pt x="35" y="726"/>
                  <a:pt x="34" y="726"/>
                </a:cubicBezTo>
                <a:cubicBezTo>
                  <a:pt x="34" y="727"/>
                  <a:pt x="33" y="727"/>
                  <a:pt x="33" y="727"/>
                </a:cubicBezTo>
                <a:cubicBezTo>
                  <a:pt x="33" y="728"/>
                  <a:pt x="33" y="728"/>
                  <a:pt x="33" y="728"/>
                </a:cubicBezTo>
                <a:cubicBezTo>
                  <a:pt x="34" y="729"/>
                  <a:pt x="34" y="730"/>
                  <a:pt x="34" y="731"/>
                </a:cubicBezTo>
                <a:cubicBezTo>
                  <a:pt x="34" y="731"/>
                  <a:pt x="33" y="731"/>
                  <a:pt x="33" y="730"/>
                </a:cubicBezTo>
                <a:cubicBezTo>
                  <a:pt x="33" y="730"/>
                  <a:pt x="33" y="729"/>
                  <a:pt x="33" y="729"/>
                </a:cubicBezTo>
                <a:cubicBezTo>
                  <a:pt x="32" y="729"/>
                  <a:pt x="32" y="729"/>
                  <a:pt x="32" y="729"/>
                </a:cubicBezTo>
                <a:cubicBezTo>
                  <a:pt x="32" y="729"/>
                  <a:pt x="32" y="730"/>
                  <a:pt x="31" y="730"/>
                </a:cubicBezTo>
                <a:cubicBezTo>
                  <a:pt x="31" y="730"/>
                  <a:pt x="31" y="730"/>
                  <a:pt x="31" y="729"/>
                </a:cubicBezTo>
                <a:cubicBezTo>
                  <a:pt x="30" y="729"/>
                  <a:pt x="30" y="729"/>
                  <a:pt x="29" y="729"/>
                </a:cubicBezTo>
                <a:cubicBezTo>
                  <a:pt x="28" y="729"/>
                  <a:pt x="26" y="729"/>
                  <a:pt x="26" y="730"/>
                </a:cubicBezTo>
                <a:cubicBezTo>
                  <a:pt x="26" y="731"/>
                  <a:pt x="26" y="731"/>
                  <a:pt x="25" y="731"/>
                </a:cubicBezTo>
                <a:cubicBezTo>
                  <a:pt x="25" y="731"/>
                  <a:pt x="25" y="730"/>
                  <a:pt x="25" y="730"/>
                </a:cubicBezTo>
                <a:cubicBezTo>
                  <a:pt x="25" y="730"/>
                  <a:pt x="25" y="730"/>
                  <a:pt x="25" y="730"/>
                </a:cubicBezTo>
                <a:cubicBezTo>
                  <a:pt x="25" y="730"/>
                  <a:pt x="25" y="730"/>
                  <a:pt x="25" y="731"/>
                </a:cubicBezTo>
                <a:cubicBezTo>
                  <a:pt x="24" y="731"/>
                  <a:pt x="24" y="731"/>
                  <a:pt x="24" y="731"/>
                </a:cubicBezTo>
                <a:cubicBezTo>
                  <a:pt x="24" y="731"/>
                  <a:pt x="24" y="732"/>
                  <a:pt x="24" y="732"/>
                </a:cubicBezTo>
                <a:cubicBezTo>
                  <a:pt x="24" y="732"/>
                  <a:pt x="25" y="732"/>
                  <a:pt x="25" y="732"/>
                </a:cubicBezTo>
                <a:cubicBezTo>
                  <a:pt x="25" y="733"/>
                  <a:pt x="25" y="734"/>
                  <a:pt x="25" y="734"/>
                </a:cubicBezTo>
                <a:cubicBezTo>
                  <a:pt x="25" y="735"/>
                  <a:pt x="25" y="736"/>
                  <a:pt x="26" y="737"/>
                </a:cubicBezTo>
                <a:cubicBezTo>
                  <a:pt x="26" y="737"/>
                  <a:pt x="26" y="737"/>
                  <a:pt x="26" y="737"/>
                </a:cubicBezTo>
                <a:cubicBezTo>
                  <a:pt x="26" y="738"/>
                  <a:pt x="26" y="738"/>
                  <a:pt x="26" y="738"/>
                </a:cubicBezTo>
                <a:cubicBezTo>
                  <a:pt x="26" y="739"/>
                  <a:pt x="26" y="739"/>
                  <a:pt x="26" y="739"/>
                </a:cubicBezTo>
                <a:cubicBezTo>
                  <a:pt x="26" y="739"/>
                  <a:pt x="27" y="739"/>
                  <a:pt x="27" y="739"/>
                </a:cubicBezTo>
                <a:cubicBezTo>
                  <a:pt x="27" y="739"/>
                  <a:pt x="28" y="738"/>
                  <a:pt x="27" y="738"/>
                </a:cubicBezTo>
                <a:cubicBezTo>
                  <a:pt x="27" y="737"/>
                  <a:pt x="27" y="737"/>
                  <a:pt x="27" y="737"/>
                </a:cubicBezTo>
                <a:cubicBezTo>
                  <a:pt x="27" y="736"/>
                  <a:pt x="27" y="735"/>
                  <a:pt x="27" y="734"/>
                </a:cubicBezTo>
                <a:cubicBezTo>
                  <a:pt x="27" y="734"/>
                  <a:pt x="27" y="733"/>
                  <a:pt x="28" y="733"/>
                </a:cubicBezTo>
                <a:cubicBezTo>
                  <a:pt x="28" y="733"/>
                  <a:pt x="29" y="734"/>
                  <a:pt x="28" y="735"/>
                </a:cubicBezTo>
                <a:cubicBezTo>
                  <a:pt x="28" y="735"/>
                  <a:pt x="28" y="736"/>
                  <a:pt x="28" y="736"/>
                </a:cubicBezTo>
                <a:cubicBezTo>
                  <a:pt x="28" y="736"/>
                  <a:pt x="28" y="737"/>
                  <a:pt x="28" y="737"/>
                </a:cubicBezTo>
                <a:cubicBezTo>
                  <a:pt x="29" y="737"/>
                  <a:pt x="29" y="737"/>
                  <a:pt x="30" y="737"/>
                </a:cubicBezTo>
                <a:cubicBezTo>
                  <a:pt x="30" y="737"/>
                  <a:pt x="31" y="737"/>
                  <a:pt x="31" y="737"/>
                </a:cubicBezTo>
                <a:cubicBezTo>
                  <a:pt x="32" y="738"/>
                  <a:pt x="32" y="739"/>
                  <a:pt x="32" y="739"/>
                </a:cubicBezTo>
                <a:cubicBezTo>
                  <a:pt x="33" y="739"/>
                  <a:pt x="33" y="740"/>
                  <a:pt x="33" y="740"/>
                </a:cubicBezTo>
                <a:cubicBezTo>
                  <a:pt x="33" y="741"/>
                  <a:pt x="33" y="741"/>
                  <a:pt x="33" y="741"/>
                </a:cubicBezTo>
                <a:cubicBezTo>
                  <a:pt x="33" y="742"/>
                  <a:pt x="33" y="742"/>
                  <a:pt x="33" y="742"/>
                </a:cubicBezTo>
                <a:cubicBezTo>
                  <a:pt x="34" y="742"/>
                  <a:pt x="34" y="742"/>
                  <a:pt x="34" y="742"/>
                </a:cubicBezTo>
                <a:cubicBezTo>
                  <a:pt x="34" y="742"/>
                  <a:pt x="35" y="742"/>
                  <a:pt x="35" y="742"/>
                </a:cubicBezTo>
                <a:cubicBezTo>
                  <a:pt x="35" y="742"/>
                  <a:pt x="35" y="742"/>
                  <a:pt x="35" y="741"/>
                </a:cubicBezTo>
                <a:cubicBezTo>
                  <a:pt x="35" y="741"/>
                  <a:pt x="35" y="740"/>
                  <a:pt x="34" y="740"/>
                </a:cubicBezTo>
                <a:cubicBezTo>
                  <a:pt x="34" y="740"/>
                  <a:pt x="34" y="740"/>
                  <a:pt x="34" y="739"/>
                </a:cubicBezTo>
                <a:cubicBezTo>
                  <a:pt x="34" y="739"/>
                  <a:pt x="34" y="738"/>
                  <a:pt x="34" y="738"/>
                </a:cubicBezTo>
                <a:cubicBezTo>
                  <a:pt x="35" y="738"/>
                  <a:pt x="35" y="738"/>
                  <a:pt x="36" y="738"/>
                </a:cubicBezTo>
                <a:cubicBezTo>
                  <a:pt x="36" y="739"/>
                  <a:pt x="36" y="739"/>
                  <a:pt x="36" y="740"/>
                </a:cubicBezTo>
                <a:cubicBezTo>
                  <a:pt x="36" y="740"/>
                  <a:pt x="36" y="740"/>
                  <a:pt x="36" y="741"/>
                </a:cubicBezTo>
                <a:cubicBezTo>
                  <a:pt x="36" y="741"/>
                  <a:pt x="36" y="742"/>
                  <a:pt x="36" y="743"/>
                </a:cubicBezTo>
                <a:cubicBezTo>
                  <a:pt x="36" y="743"/>
                  <a:pt x="36" y="744"/>
                  <a:pt x="36" y="745"/>
                </a:cubicBezTo>
                <a:cubicBezTo>
                  <a:pt x="37" y="745"/>
                  <a:pt x="37" y="746"/>
                  <a:pt x="36" y="747"/>
                </a:cubicBezTo>
                <a:cubicBezTo>
                  <a:pt x="36" y="746"/>
                  <a:pt x="36" y="746"/>
                  <a:pt x="35" y="745"/>
                </a:cubicBezTo>
                <a:cubicBezTo>
                  <a:pt x="35" y="745"/>
                  <a:pt x="35" y="745"/>
                  <a:pt x="35" y="745"/>
                </a:cubicBezTo>
                <a:cubicBezTo>
                  <a:pt x="35" y="745"/>
                  <a:pt x="35" y="745"/>
                  <a:pt x="35" y="745"/>
                </a:cubicBezTo>
                <a:cubicBezTo>
                  <a:pt x="34" y="745"/>
                  <a:pt x="34" y="744"/>
                  <a:pt x="34" y="744"/>
                </a:cubicBezTo>
                <a:cubicBezTo>
                  <a:pt x="33" y="744"/>
                  <a:pt x="33" y="743"/>
                  <a:pt x="32" y="743"/>
                </a:cubicBezTo>
                <a:cubicBezTo>
                  <a:pt x="33" y="745"/>
                  <a:pt x="32" y="746"/>
                  <a:pt x="32" y="747"/>
                </a:cubicBezTo>
                <a:cubicBezTo>
                  <a:pt x="32" y="748"/>
                  <a:pt x="32" y="749"/>
                  <a:pt x="32" y="749"/>
                </a:cubicBezTo>
                <a:cubicBezTo>
                  <a:pt x="32" y="749"/>
                  <a:pt x="32" y="750"/>
                  <a:pt x="32" y="750"/>
                </a:cubicBezTo>
                <a:cubicBezTo>
                  <a:pt x="32" y="750"/>
                  <a:pt x="33" y="750"/>
                  <a:pt x="33" y="750"/>
                </a:cubicBezTo>
                <a:cubicBezTo>
                  <a:pt x="34" y="750"/>
                  <a:pt x="34" y="750"/>
                  <a:pt x="35" y="750"/>
                </a:cubicBezTo>
                <a:cubicBezTo>
                  <a:pt x="35" y="751"/>
                  <a:pt x="34" y="751"/>
                  <a:pt x="34" y="751"/>
                </a:cubicBezTo>
                <a:cubicBezTo>
                  <a:pt x="34" y="751"/>
                  <a:pt x="34" y="751"/>
                  <a:pt x="34" y="751"/>
                </a:cubicBezTo>
                <a:cubicBezTo>
                  <a:pt x="34" y="751"/>
                  <a:pt x="34" y="751"/>
                  <a:pt x="34" y="751"/>
                </a:cubicBezTo>
                <a:cubicBezTo>
                  <a:pt x="34" y="751"/>
                  <a:pt x="33" y="752"/>
                  <a:pt x="33" y="752"/>
                </a:cubicBezTo>
                <a:cubicBezTo>
                  <a:pt x="33" y="752"/>
                  <a:pt x="34" y="752"/>
                  <a:pt x="34" y="752"/>
                </a:cubicBezTo>
                <a:cubicBezTo>
                  <a:pt x="34" y="753"/>
                  <a:pt x="34" y="753"/>
                  <a:pt x="34" y="753"/>
                </a:cubicBezTo>
                <a:cubicBezTo>
                  <a:pt x="33" y="753"/>
                  <a:pt x="33" y="753"/>
                  <a:pt x="33" y="753"/>
                </a:cubicBezTo>
                <a:cubicBezTo>
                  <a:pt x="33" y="753"/>
                  <a:pt x="33" y="752"/>
                  <a:pt x="32" y="752"/>
                </a:cubicBezTo>
                <a:cubicBezTo>
                  <a:pt x="32" y="752"/>
                  <a:pt x="32" y="753"/>
                  <a:pt x="32" y="753"/>
                </a:cubicBezTo>
                <a:cubicBezTo>
                  <a:pt x="32" y="754"/>
                  <a:pt x="32" y="754"/>
                  <a:pt x="33" y="755"/>
                </a:cubicBezTo>
                <a:cubicBezTo>
                  <a:pt x="33" y="755"/>
                  <a:pt x="34" y="755"/>
                  <a:pt x="35" y="755"/>
                </a:cubicBezTo>
                <a:cubicBezTo>
                  <a:pt x="35" y="754"/>
                  <a:pt x="35" y="754"/>
                  <a:pt x="35" y="753"/>
                </a:cubicBezTo>
                <a:cubicBezTo>
                  <a:pt x="36" y="753"/>
                  <a:pt x="36" y="753"/>
                  <a:pt x="37" y="753"/>
                </a:cubicBezTo>
                <a:cubicBezTo>
                  <a:pt x="37" y="753"/>
                  <a:pt x="37" y="753"/>
                  <a:pt x="37" y="753"/>
                </a:cubicBezTo>
                <a:cubicBezTo>
                  <a:pt x="37" y="753"/>
                  <a:pt x="37" y="753"/>
                  <a:pt x="38" y="753"/>
                </a:cubicBezTo>
                <a:cubicBezTo>
                  <a:pt x="38" y="754"/>
                  <a:pt x="38" y="755"/>
                  <a:pt x="38" y="756"/>
                </a:cubicBezTo>
                <a:cubicBezTo>
                  <a:pt x="39" y="756"/>
                  <a:pt x="39" y="757"/>
                  <a:pt x="39" y="757"/>
                </a:cubicBezTo>
                <a:cubicBezTo>
                  <a:pt x="39" y="757"/>
                  <a:pt x="40" y="758"/>
                  <a:pt x="40" y="758"/>
                </a:cubicBezTo>
                <a:cubicBezTo>
                  <a:pt x="40" y="758"/>
                  <a:pt x="40" y="759"/>
                  <a:pt x="39" y="759"/>
                </a:cubicBezTo>
                <a:cubicBezTo>
                  <a:pt x="39" y="759"/>
                  <a:pt x="39" y="759"/>
                  <a:pt x="39" y="759"/>
                </a:cubicBezTo>
                <a:cubicBezTo>
                  <a:pt x="39" y="759"/>
                  <a:pt x="39" y="759"/>
                  <a:pt x="38" y="758"/>
                </a:cubicBezTo>
                <a:cubicBezTo>
                  <a:pt x="38" y="758"/>
                  <a:pt x="38" y="757"/>
                  <a:pt x="38" y="756"/>
                </a:cubicBezTo>
                <a:cubicBezTo>
                  <a:pt x="37" y="756"/>
                  <a:pt x="37" y="756"/>
                  <a:pt x="37" y="756"/>
                </a:cubicBezTo>
                <a:cubicBezTo>
                  <a:pt x="37" y="756"/>
                  <a:pt x="37" y="756"/>
                  <a:pt x="37" y="757"/>
                </a:cubicBezTo>
                <a:cubicBezTo>
                  <a:pt x="37" y="757"/>
                  <a:pt x="38" y="758"/>
                  <a:pt x="38" y="759"/>
                </a:cubicBezTo>
                <a:cubicBezTo>
                  <a:pt x="38" y="760"/>
                  <a:pt x="37" y="760"/>
                  <a:pt x="37" y="761"/>
                </a:cubicBezTo>
                <a:cubicBezTo>
                  <a:pt x="38" y="761"/>
                  <a:pt x="38" y="762"/>
                  <a:pt x="39" y="762"/>
                </a:cubicBezTo>
                <a:cubicBezTo>
                  <a:pt x="39" y="762"/>
                  <a:pt x="40" y="763"/>
                  <a:pt x="41" y="764"/>
                </a:cubicBezTo>
                <a:cubicBezTo>
                  <a:pt x="41" y="764"/>
                  <a:pt x="41" y="764"/>
                  <a:pt x="41" y="764"/>
                </a:cubicBezTo>
                <a:cubicBezTo>
                  <a:pt x="42" y="765"/>
                  <a:pt x="42" y="765"/>
                  <a:pt x="43" y="764"/>
                </a:cubicBezTo>
                <a:cubicBezTo>
                  <a:pt x="43" y="764"/>
                  <a:pt x="43" y="763"/>
                  <a:pt x="43" y="762"/>
                </a:cubicBezTo>
                <a:cubicBezTo>
                  <a:pt x="43" y="762"/>
                  <a:pt x="44" y="763"/>
                  <a:pt x="44" y="763"/>
                </a:cubicBezTo>
                <a:cubicBezTo>
                  <a:pt x="44" y="763"/>
                  <a:pt x="44" y="763"/>
                  <a:pt x="44" y="763"/>
                </a:cubicBezTo>
                <a:cubicBezTo>
                  <a:pt x="45" y="763"/>
                  <a:pt x="45" y="763"/>
                  <a:pt x="45" y="763"/>
                </a:cubicBezTo>
                <a:cubicBezTo>
                  <a:pt x="45" y="762"/>
                  <a:pt x="45" y="761"/>
                  <a:pt x="45" y="761"/>
                </a:cubicBezTo>
                <a:cubicBezTo>
                  <a:pt x="45" y="760"/>
                  <a:pt x="45" y="760"/>
                  <a:pt x="45" y="759"/>
                </a:cubicBezTo>
                <a:cubicBezTo>
                  <a:pt x="45" y="759"/>
                  <a:pt x="45" y="758"/>
                  <a:pt x="46" y="758"/>
                </a:cubicBezTo>
                <a:cubicBezTo>
                  <a:pt x="45" y="758"/>
                  <a:pt x="44" y="758"/>
                  <a:pt x="44" y="757"/>
                </a:cubicBezTo>
                <a:cubicBezTo>
                  <a:pt x="45" y="757"/>
                  <a:pt x="46" y="757"/>
                  <a:pt x="47" y="756"/>
                </a:cubicBezTo>
                <a:cubicBezTo>
                  <a:pt x="47" y="757"/>
                  <a:pt x="47" y="758"/>
                  <a:pt x="47" y="758"/>
                </a:cubicBezTo>
                <a:cubicBezTo>
                  <a:pt x="47" y="758"/>
                  <a:pt x="47" y="759"/>
                  <a:pt x="47" y="759"/>
                </a:cubicBezTo>
                <a:cubicBezTo>
                  <a:pt x="47" y="759"/>
                  <a:pt x="47" y="759"/>
                  <a:pt x="47" y="759"/>
                </a:cubicBezTo>
                <a:cubicBezTo>
                  <a:pt x="46" y="760"/>
                  <a:pt x="46" y="761"/>
                  <a:pt x="46" y="762"/>
                </a:cubicBezTo>
                <a:cubicBezTo>
                  <a:pt x="46" y="763"/>
                  <a:pt x="46" y="763"/>
                  <a:pt x="46" y="763"/>
                </a:cubicBezTo>
                <a:cubicBezTo>
                  <a:pt x="45" y="764"/>
                  <a:pt x="45" y="764"/>
                  <a:pt x="45" y="764"/>
                </a:cubicBezTo>
                <a:cubicBezTo>
                  <a:pt x="44" y="764"/>
                  <a:pt x="44" y="765"/>
                  <a:pt x="43" y="765"/>
                </a:cubicBezTo>
                <a:cubicBezTo>
                  <a:pt x="43" y="766"/>
                  <a:pt x="42" y="766"/>
                  <a:pt x="41" y="766"/>
                </a:cubicBezTo>
                <a:cubicBezTo>
                  <a:pt x="41" y="766"/>
                  <a:pt x="41" y="766"/>
                  <a:pt x="41" y="765"/>
                </a:cubicBezTo>
                <a:cubicBezTo>
                  <a:pt x="41" y="765"/>
                  <a:pt x="41" y="765"/>
                  <a:pt x="41" y="765"/>
                </a:cubicBezTo>
                <a:cubicBezTo>
                  <a:pt x="40" y="765"/>
                  <a:pt x="40" y="765"/>
                  <a:pt x="40" y="765"/>
                </a:cubicBezTo>
                <a:cubicBezTo>
                  <a:pt x="39" y="765"/>
                  <a:pt x="38" y="765"/>
                  <a:pt x="38" y="765"/>
                </a:cubicBezTo>
                <a:cubicBezTo>
                  <a:pt x="37" y="764"/>
                  <a:pt x="37" y="764"/>
                  <a:pt x="37" y="763"/>
                </a:cubicBezTo>
                <a:cubicBezTo>
                  <a:pt x="36" y="763"/>
                  <a:pt x="36" y="763"/>
                  <a:pt x="36" y="762"/>
                </a:cubicBezTo>
                <a:cubicBezTo>
                  <a:pt x="35" y="762"/>
                  <a:pt x="35" y="763"/>
                  <a:pt x="35" y="763"/>
                </a:cubicBezTo>
                <a:cubicBezTo>
                  <a:pt x="35" y="763"/>
                  <a:pt x="35" y="763"/>
                  <a:pt x="35" y="763"/>
                </a:cubicBezTo>
                <a:cubicBezTo>
                  <a:pt x="35" y="764"/>
                  <a:pt x="36" y="764"/>
                  <a:pt x="36" y="764"/>
                </a:cubicBezTo>
                <a:cubicBezTo>
                  <a:pt x="37" y="765"/>
                  <a:pt x="38" y="766"/>
                  <a:pt x="38" y="767"/>
                </a:cubicBezTo>
                <a:cubicBezTo>
                  <a:pt x="38" y="767"/>
                  <a:pt x="37" y="768"/>
                  <a:pt x="37" y="768"/>
                </a:cubicBezTo>
                <a:cubicBezTo>
                  <a:pt x="37" y="769"/>
                  <a:pt x="37" y="770"/>
                  <a:pt x="37" y="771"/>
                </a:cubicBezTo>
                <a:cubicBezTo>
                  <a:pt x="37" y="771"/>
                  <a:pt x="38" y="772"/>
                  <a:pt x="37" y="772"/>
                </a:cubicBezTo>
                <a:cubicBezTo>
                  <a:pt x="37" y="773"/>
                  <a:pt x="37" y="773"/>
                  <a:pt x="37" y="773"/>
                </a:cubicBezTo>
                <a:cubicBezTo>
                  <a:pt x="37" y="773"/>
                  <a:pt x="37" y="773"/>
                  <a:pt x="37" y="773"/>
                </a:cubicBezTo>
                <a:cubicBezTo>
                  <a:pt x="37" y="774"/>
                  <a:pt x="38" y="774"/>
                  <a:pt x="38" y="774"/>
                </a:cubicBezTo>
                <a:cubicBezTo>
                  <a:pt x="38" y="775"/>
                  <a:pt x="38" y="775"/>
                  <a:pt x="38" y="775"/>
                </a:cubicBezTo>
                <a:cubicBezTo>
                  <a:pt x="38" y="776"/>
                  <a:pt x="38" y="776"/>
                  <a:pt x="38" y="776"/>
                </a:cubicBezTo>
                <a:cubicBezTo>
                  <a:pt x="38" y="777"/>
                  <a:pt x="38" y="777"/>
                  <a:pt x="37" y="778"/>
                </a:cubicBezTo>
                <a:cubicBezTo>
                  <a:pt x="37" y="778"/>
                  <a:pt x="37" y="778"/>
                  <a:pt x="36" y="778"/>
                </a:cubicBezTo>
                <a:cubicBezTo>
                  <a:pt x="36" y="779"/>
                  <a:pt x="36" y="780"/>
                  <a:pt x="36" y="781"/>
                </a:cubicBezTo>
                <a:cubicBezTo>
                  <a:pt x="36" y="781"/>
                  <a:pt x="36" y="781"/>
                  <a:pt x="36" y="782"/>
                </a:cubicBezTo>
                <a:cubicBezTo>
                  <a:pt x="36" y="782"/>
                  <a:pt x="36" y="782"/>
                  <a:pt x="37" y="782"/>
                </a:cubicBezTo>
                <a:cubicBezTo>
                  <a:pt x="37" y="782"/>
                  <a:pt x="38" y="781"/>
                  <a:pt x="38" y="781"/>
                </a:cubicBezTo>
                <a:cubicBezTo>
                  <a:pt x="38" y="781"/>
                  <a:pt x="39" y="781"/>
                  <a:pt x="39" y="781"/>
                </a:cubicBezTo>
                <a:cubicBezTo>
                  <a:pt x="39" y="781"/>
                  <a:pt x="39" y="781"/>
                  <a:pt x="40" y="781"/>
                </a:cubicBezTo>
                <a:cubicBezTo>
                  <a:pt x="40" y="780"/>
                  <a:pt x="40" y="780"/>
                  <a:pt x="41" y="779"/>
                </a:cubicBezTo>
                <a:cubicBezTo>
                  <a:pt x="41" y="779"/>
                  <a:pt x="41" y="779"/>
                  <a:pt x="41" y="779"/>
                </a:cubicBezTo>
                <a:cubicBezTo>
                  <a:pt x="41" y="779"/>
                  <a:pt x="42" y="779"/>
                  <a:pt x="42" y="779"/>
                </a:cubicBezTo>
                <a:cubicBezTo>
                  <a:pt x="42" y="779"/>
                  <a:pt x="42" y="780"/>
                  <a:pt x="42" y="780"/>
                </a:cubicBezTo>
                <a:cubicBezTo>
                  <a:pt x="42" y="780"/>
                  <a:pt x="41" y="780"/>
                  <a:pt x="41" y="780"/>
                </a:cubicBezTo>
                <a:cubicBezTo>
                  <a:pt x="41" y="780"/>
                  <a:pt x="41" y="780"/>
                  <a:pt x="41" y="780"/>
                </a:cubicBezTo>
                <a:cubicBezTo>
                  <a:pt x="41" y="780"/>
                  <a:pt x="41" y="781"/>
                  <a:pt x="41" y="781"/>
                </a:cubicBezTo>
                <a:cubicBezTo>
                  <a:pt x="41" y="781"/>
                  <a:pt x="41" y="781"/>
                  <a:pt x="41" y="781"/>
                </a:cubicBezTo>
                <a:cubicBezTo>
                  <a:pt x="42" y="781"/>
                  <a:pt x="42" y="781"/>
                  <a:pt x="42" y="781"/>
                </a:cubicBezTo>
                <a:cubicBezTo>
                  <a:pt x="42" y="781"/>
                  <a:pt x="42" y="781"/>
                  <a:pt x="42" y="782"/>
                </a:cubicBezTo>
                <a:cubicBezTo>
                  <a:pt x="42" y="782"/>
                  <a:pt x="42" y="782"/>
                  <a:pt x="43" y="783"/>
                </a:cubicBezTo>
                <a:cubicBezTo>
                  <a:pt x="43" y="783"/>
                  <a:pt x="43" y="783"/>
                  <a:pt x="43" y="783"/>
                </a:cubicBezTo>
                <a:cubicBezTo>
                  <a:pt x="43" y="783"/>
                  <a:pt x="43" y="784"/>
                  <a:pt x="43" y="784"/>
                </a:cubicBezTo>
                <a:cubicBezTo>
                  <a:pt x="43" y="784"/>
                  <a:pt x="43" y="784"/>
                  <a:pt x="42" y="784"/>
                </a:cubicBezTo>
                <a:cubicBezTo>
                  <a:pt x="42" y="784"/>
                  <a:pt x="41" y="784"/>
                  <a:pt x="41" y="784"/>
                </a:cubicBezTo>
                <a:cubicBezTo>
                  <a:pt x="41" y="784"/>
                  <a:pt x="41" y="784"/>
                  <a:pt x="41" y="783"/>
                </a:cubicBezTo>
                <a:cubicBezTo>
                  <a:pt x="41" y="783"/>
                  <a:pt x="41" y="783"/>
                  <a:pt x="41" y="783"/>
                </a:cubicBezTo>
                <a:cubicBezTo>
                  <a:pt x="41" y="783"/>
                  <a:pt x="40" y="783"/>
                  <a:pt x="40" y="783"/>
                </a:cubicBezTo>
                <a:cubicBezTo>
                  <a:pt x="40" y="783"/>
                  <a:pt x="39" y="783"/>
                  <a:pt x="38" y="783"/>
                </a:cubicBezTo>
                <a:cubicBezTo>
                  <a:pt x="38" y="784"/>
                  <a:pt x="38" y="785"/>
                  <a:pt x="38" y="785"/>
                </a:cubicBezTo>
                <a:cubicBezTo>
                  <a:pt x="38" y="785"/>
                  <a:pt x="39" y="785"/>
                  <a:pt x="39" y="785"/>
                </a:cubicBezTo>
                <a:cubicBezTo>
                  <a:pt x="39" y="785"/>
                  <a:pt x="38" y="785"/>
                  <a:pt x="38" y="785"/>
                </a:cubicBezTo>
                <a:cubicBezTo>
                  <a:pt x="38" y="786"/>
                  <a:pt x="37" y="786"/>
                  <a:pt x="37" y="786"/>
                </a:cubicBezTo>
                <a:cubicBezTo>
                  <a:pt x="36" y="786"/>
                  <a:pt x="36" y="786"/>
                  <a:pt x="36" y="786"/>
                </a:cubicBezTo>
                <a:cubicBezTo>
                  <a:pt x="35" y="786"/>
                  <a:pt x="35" y="786"/>
                  <a:pt x="35" y="786"/>
                </a:cubicBezTo>
                <a:cubicBezTo>
                  <a:pt x="35" y="787"/>
                  <a:pt x="36" y="787"/>
                  <a:pt x="36" y="787"/>
                </a:cubicBezTo>
                <a:cubicBezTo>
                  <a:pt x="36" y="787"/>
                  <a:pt x="37" y="786"/>
                  <a:pt x="37" y="786"/>
                </a:cubicBezTo>
                <a:cubicBezTo>
                  <a:pt x="37" y="786"/>
                  <a:pt x="38" y="786"/>
                  <a:pt x="38" y="786"/>
                </a:cubicBezTo>
                <a:cubicBezTo>
                  <a:pt x="38" y="787"/>
                  <a:pt x="39" y="787"/>
                  <a:pt x="39" y="787"/>
                </a:cubicBezTo>
                <a:cubicBezTo>
                  <a:pt x="39" y="788"/>
                  <a:pt x="39" y="788"/>
                  <a:pt x="39" y="788"/>
                </a:cubicBezTo>
                <a:cubicBezTo>
                  <a:pt x="40" y="788"/>
                  <a:pt x="40" y="788"/>
                  <a:pt x="40" y="788"/>
                </a:cubicBezTo>
                <a:cubicBezTo>
                  <a:pt x="40" y="788"/>
                  <a:pt x="40" y="789"/>
                  <a:pt x="40" y="789"/>
                </a:cubicBezTo>
                <a:cubicBezTo>
                  <a:pt x="40" y="790"/>
                  <a:pt x="40" y="790"/>
                  <a:pt x="40" y="790"/>
                </a:cubicBezTo>
                <a:cubicBezTo>
                  <a:pt x="40" y="790"/>
                  <a:pt x="40" y="791"/>
                  <a:pt x="41" y="791"/>
                </a:cubicBezTo>
                <a:cubicBezTo>
                  <a:pt x="41" y="791"/>
                  <a:pt x="42" y="792"/>
                  <a:pt x="42" y="792"/>
                </a:cubicBezTo>
                <a:cubicBezTo>
                  <a:pt x="43" y="792"/>
                  <a:pt x="43" y="792"/>
                  <a:pt x="44" y="792"/>
                </a:cubicBezTo>
                <a:cubicBezTo>
                  <a:pt x="44" y="792"/>
                  <a:pt x="44" y="793"/>
                  <a:pt x="44" y="793"/>
                </a:cubicBezTo>
                <a:cubicBezTo>
                  <a:pt x="44" y="793"/>
                  <a:pt x="44" y="792"/>
                  <a:pt x="44" y="792"/>
                </a:cubicBezTo>
                <a:cubicBezTo>
                  <a:pt x="44" y="792"/>
                  <a:pt x="44" y="792"/>
                  <a:pt x="45" y="792"/>
                </a:cubicBezTo>
                <a:cubicBezTo>
                  <a:pt x="45" y="791"/>
                  <a:pt x="46" y="792"/>
                  <a:pt x="46" y="792"/>
                </a:cubicBezTo>
                <a:cubicBezTo>
                  <a:pt x="46" y="792"/>
                  <a:pt x="46" y="792"/>
                  <a:pt x="47" y="792"/>
                </a:cubicBezTo>
                <a:cubicBezTo>
                  <a:pt x="47" y="792"/>
                  <a:pt x="47" y="792"/>
                  <a:pt x="47" y="792"/>
                </a:cubicBezTo>
                <a:cubicBezTo>
                  <a:pt x="48" y="792"/>
                  <a:pt x="48" y="792"/>
                  <a:pt x="48" y="791"/>
                </a:cubicBezTo>
                <a:cubicBezTo>
                  <a:pt x="48" y="791"/>
                  <a:pt x="48" y="791"/>
                  <a:pt x="48" y="791"/>
                </a:cubicBezTo>
                <a:cubicBezTo>
                  <a:pt x="49" y="791"/>
                  <a:pt x="49" y="791"/>
                  <a:pt x="49" y="791"/>
                </a:cubicBezTo>
                <a:cubicBezTo>
                  <a:pt x="49" y="789"/>
                  <a:pt x="49" y="788"/>
                  <a:pt x="48" y="787"/>
                </a:cubicBezTo>
                <a:cubicBezTo>
                  <a:pt x="48" y="786"/>
                  <a:pt x="48" y="785"/>
                  <a:pt x="48" y="785"/>
                </a:cubicBezTo>
                <a:cubicBezTo>
                  <a:pt x="49" y="784"/>
                  <a:pt x="49" y="784"/>
                  <a:pt x="50" y="784"/>
                </a:cubicBezTo>
                <a:cubicBezTo>
                  <a:pt x="51" y="783"/>
                  <a:pt x="52" y="781"/>
                  <a:pt x="54" y="780"/>
                </a:cubicBezTo>
                <a:cubicBezTo>
                  <a:pt x="53" y="781"/>
                  <a:pt x="53" y="780"/>
                  <a:pt x="53" y="780"/>
                </a:cubicBezTo>
                <a:cubicBezTo>
                  <a:pt x="53" y="780"/>
                  <a:pt x="53" y="780"/>
                  <a:pt x="53" y="779"/>
                </a:cubicBezTo>
                <a:cubicBezTo>
                  <a:pt x="53" y="778"/>
                  <a:pt x="51" y="779"/>
                  <a:pt x="50" y="778"/>
                </a:cubicBezTo>
                <a:cubicBezTo>
                  <a:pt x="50" y="778"/>
                  <a:pt x="50" y="777"/>
                  <a:pt x="50" y="777"/>
                </a:cubicBezTo>
                <a:cubicBezTo>
                  <a:pt x="50" y="777"/>
                  <a:pt x="50" y="777"/>
                  <a:pt x="51" y="776"/>
                </a:cubicBezTo>
                <a:cubicBezTo>
                  <a:pt x="51" y="776"/>
                  <a:pt x="52" y="778"/>
                  <a:pt x="53" y="777"/>
                </a:cubicBezTo>
                <a:cubicBezTo>
                  <a:pt x="53" y="777"/>
                  <a:pt x="53" y="777"/>
                  <a:pt x="53" y="777"/>
                </a:cubicBezTo>
                <a:cubicBezTo>
                  <a:pt x="53" y="777"/>
                  <a:pt x="53" y="777"/>
                  <a:pt x="53" y="777"/>
                </a:cubicBezTo>
                <a:cubicBezTo>
                  <a:pt x="55" y="778"/>
                  <a:pt x="56" y="779"/>
                  <a:pt x="58" y="779"/>
                </a:cubicBezTo>
                <a:cubicBezTo>
                  <a:pt x="58" y="779"/>
                  <a:pt x="58" y="778"/>
                  <a:pt x="59" y="777"/>
                </a:cubicBezTo>
                <a:cubicBezTo>
                  <a:pt x="59" y="777"/>
                  <a:pt x="59" y="777"/>
                  <a:pt x="60" y="776"/>
                </a:cubicBezTo>
                <a:cubicBezTo>
                  <a:pt x="61" y="776"/>
                  <a:pt x="62" y="776"/>
                  <a:pt x="63" y="776"/>
                </a:cubicBezTo>
                <a:cubicBezTo>
                  <a:pt x="64" y="776"/>
                  <a:pt x="64" y="776"/>
                  <a:pt x="65" y="776"/>
                </a:cubicBezTo>
                <a:cubicBezTo>
                  <a:pt x="66" y="776"/>
                  <a:pt x="67" y="776"/>
                  <a:pt x="68" y="777"/>
                </a:cubicBezTo>
                <a:cubicBezTo>
                  <a:pt x="69" y="777"/>
                  <a:pt x="70" y="777"/>
                  <a:pt x="71" y="777"/>
                </a:cubicBezTo>
                <a:cubicBezTo>
                  <a:pt x="72" y="777"/>
                  <a:pt x="73" y="777"/>
                  <a:pt x="73" y="777"/>
                </a:cubicBezTo>
                <a:cubicBezTo>
                  <a:pt x="74" y="778"/>
                  <a:pt x="74" y="779"/>
                  <a:pt x="74" y="779"/>
                </a:cubicBezTo>
                <a:cubicBezTo>
                  <a:pt x="74" y="780"/>
                  <a:pt x="73" y="780"/>
                  <a:pt x="73" y="780"/>
                </a:cubicBezTo>
                <a:cubicBezTo>
                  <a:pt x="72" y="780"/>
                  <a:pt x="71" y="780"/>
                  <a:pt x="71" y="780"/>
                </a:cubicBezTo>
                <a:cubicBezTo>
                  <a:pt x="70" y="781"/>
                  <a:pt x="68" y="781"/>
                  <a:pt x="67" y="780"/>
                </a:cubicBezTo>
                <a:cubicBezTo>
                  <a:pt x="67" y="780"/>
                  <a:pt x="67" y="780"/>
                  <a:pt x="67" y="780"/>
                </a:cubicBezTo>
                <a:cubicBezTo>
                  <a:pt x="66" y="779"/>
                  <a:pt x="65" y="780"/>
                  <a:pt x="65" y="780"/>
                </a:cubicBezTo>
                <a:cubicBezTo>
                  <a:pt x="65" y="780"/>
                  <a:pt x="64" y="780"/>
                  <a:pt x="63" y="780"/>
                </a:cubicBezTo>
                <a:cubicBezTo>
                  <a:pt x="63" y="780"/>
                  <a:pt x="62" y="780"/>
                  <a:pt x="62" y="780"/>
                </a:cubicBezTo>
                <a:cubicBezTo>
                  <a:pt x="62" y="780"/>
                  <a:pt x="62" y="780"/>
                  <a:pt x="61" y="780"/>
                </a:cubicBezTo>
                <a:cubicBezTo>
                  <a:pt x="61" y="780"/>
                  <a:pt x="61" y="781"/>
                  <a:pt x="61" y="781"/>
                </a:cubicBezTo>
                <a:cubicBezTo>
                  <a:pt x="60" y="782"/>
                  <a:pt x="58" y="783"/>
                  <a:pt x="58" y="784"/>
                </a:cubicBezTo>
                <a:cubicBezTo>
                  <a:pt x="57" y="784"/>
                  <a:pt x="57" y="785"/>
                  <a:pt x="57" y="785"/>
                </a:cubicBezTo>
                <a:cubicBezTo>
                  <a:pt x="56" y="785"/>
                  <a:pt x="56" y="785"/>
                  <a:pt x="56" y="784"/>
                </a:cubicBezTo>
                <a:cubicBezTo>
                  <a:pt x="55" y="783"/>
                  <a:pt x="54" y="782"/>
                  <a:pt x="53" y="782"/>
                </a:cubicBezTo>
                <a:cubicBezTo>
                  <a:pt x="53" y="782"/>
                  <a:pt x="53" y="782"/>
                  <a:pt x="52" y="782"/>
                </a:cubicBezTo>
                <a:cubicBezTo>
                  <a:pt x="52" y="782"/>
                  <a:pt x="52" y="782"/>
                  <a:pt x="52" y="782"/>
                </a:cubicBezTo>
                <a:cubicBezTo>
                  <a:pt x="52" y="783"/>
                  <a:pt x="51" y="784"/>
                  <a:pt x="50" y="784"/>
                </a:cubicBezTo>
                <a:cubicBezTo>
                  <a:pt x="50" y="785"/>
                  <a:pt x="49" y="785"/>
                  <a:pt x="48" y="785"/>
                </a:cubicBezTo>
                <a:cubicBezTo>
                  <a:pt x="48" y="786"/>
                  <a:pt x="49" y="786"/>
                  <a:pt x="49" y="786"/>
                </a:cubicBezTo>
                <a:cubicBezTo>
                  <a:pt x="49" y="787"/>
                  <a:pt x="49" y="788"/>
                  <a:pt x="49" y="789"/>
                </a:cubicBezTo>
                <a:cubicBezTo>
                  <a:pt x="50" y="790"/>
                  <a:pt x="50" y="791"/>
                  <a:pt x="49" y="792"/>
                </a:cubicBezTo>
                <a:cubicBezTo>
                  <a:pt x="49" y="792"/>
                  <a:pt x="49" y="792"/>
                  <a:pt x="49" y="792"/>
                </a:cubicBezTo>
                <a:cubicBezTo>
                  <a:pt x="49" y="793"/>
                  <a:pt x="50" y="793"/>
                  <a:pt x="50" y="793"/>
                </a:cubicBezTo>
                <a:cubicBezTo>
                  <a:pt x="51" y="793"/>
                  <a:pt x="51" y="793"/>
                  <a:pt x="52" y="793"/>
                </a:cubicBezTo>
                <a:cubicBezTo>
                  <a:pt x="52" y="793"/>
                  <a:pt x="52" y="794"/>
                  <a:pt x="52" y="794"/>
                </a:cubicBezTo>
                <a:cubicBezTo>
                  <a:pt x="52" y="795"/>
                  <a:pt x="52" y="796"/>
                  <a:pt x="52" y="796"/>
                </a:cubicBezTo>
                <a:cubicBezTo>
                  <a:pt x="52" y="796"/>
                  <a:pt x="53" y="796"/>
                  <a:pt x="53" y="797"/>
                </a:cubicBezTo>
                <a:cubicBezTo>
                  <a:pt x="53" y="797"/>
                  <a:pt x="53" y="797"/>
                  <a:pt x="53" y="797"/>
                </a:cubicBezTo>
                <a:cubicBezTo>
                  <a:pt x="52" y="797"/>
                  <a:pt x="52" y="797"/>
                  <a:pt x="51" y="796"/>
                </a:cubicBezTo>
                <a:cubicBezTo>
                  <a:pt x="51" y="795"/>
                  <a:pt x="50" y="795"/>
                  <a:pt x="49" y="795"/>
                </a:cubicBezTo>
                <a:cubicBezTo>
                  <a:pt x="47" y="794"/>
                  <a:pt x="46" y="795"/>
                  <a:pt x="45" y="795"/>
                </a:cubicBezTo>
                <a:cubicBezTo>
                  <a:pt x="44" y="795"/>
                  <a:pt x="44" y="795"/>
                  <a:pt x="44" y="796"/>
                </a:cubicBezTo>
                <a:cubicBezTo>
                  <a:pt x="44" y="796"/>
                  <a:pt x="45" y="797"/>
                  <a:pt x="45" y="797"/>
                </a:cubicBezTo>
                <a:cubicBezTo>
                  <a:pt x="46" y="797"/>
                  <a:pt x="47" y="798"/>
                  <a:pt x="48" y="799"/>
                </a:cubicBezTo>
                <a:cubicBezTo>
                  <a:pt x="50" y="801"/>
                  <a:pt x="52" y="801"/>
                  <a:pt x="53" y="803"/>
                </a:cubicBezTo>
                <a:cubicBezTo>
                  <a:pt x="53" y="803"/>
                  <a:pt x="53" y="804"/>
                  <a:pt x="53" y="804"/>
                </a:cubicBezTo>
                <a:cubicBezTo>
                  <a:pt x="54" y="804"/>
                  <a:pt x="54" y="804"/>
                  <a:pt x="54" y="804"/>
                </a:cubicBezTo>
                <a:cubicBezTo>
                  <a:pt x="55" y="804"/>
                  <a:pt x="56" y="805"/>
                  <a:pt x="57" y="805"/>
                </a:cubicBezTo>
                <a:cubicBezTo>
                  <a:pt x="57" y="805"/>
                  <a:pt x="57" y="805"/>
                  <a:pt x="57" y="805"/>
                </a:cubicBezTo>
                <a:cubicBezTo>
                  <a:pt x="58" y="805"/>
                  <a:pt x="58" y="804"/>
                  <a:pt x="57" y="803"/>
                </a:cubicBezTo>
                <a:cubicBezTo>
                  <a:pt x="57" y="802"/>
                  <a:pt x="56" y="801"/>
                  <a:pt x="55" y="801"/>
                </a:cubicBezTo>
                <a:cubicBezTo>
                  <a:pt x="55" y="801"/>
                  <a:pt x="55" y="801"/>
                  <a:pt x="55" y="800"/>
                </a:cubicBezTo>
                <a:cubicBezTo>
                  <a:pt x="55" y="800"/>
                  <a:pt x="55" y="800"/>
                  <a:pt x="55" y="800"/>
                </a:cubicBezTo>
                <a:cubicBezTo>
                  <a:pt x="56" y="799"/>
                  <a:pt x="56" y="799"/>
                  <a:pt x="57" y="798"/>
                </a:cubicBezTo>
                <a:cubicBezTo>
                  <a:pt x="57" y="798"/>
                  <a:pt x="57" y="797"/>
                  <a:pt x="57" y="797"/>
                </a:cubicBezTo>
                <a:cubicBezTo>
                  <a:pt x="57" y="796"/>
                  <a:pt x="57" y="796"/>
                  <a:pt x="57" y="796"/>
                </a:cubicBezTo>
                <a:cubicBezTo>
                  <a:pt x="57" y="796"/>
                  <a:pt x="58" y="796"/>
                  <a:pt x="58" y="796"/>
                </a:cubicBezTo>
                <a:cubicBezTo>
                  <a:pt x="58" y="796"/>
                  <a:pt x="59" y="796"/>
                  <a:pt x="59" y="797"/>
                </a:cubicBezTo>
                <a:cubicBezTo>
                  <a:pt x="59" y="796"/>
                  <a:pt x="59" y="796"/>
                  <a:pt x="59" y="795"/>
                </a:cubicBezTo>
                <a:cubicBezTo>
                  <a:pt x="60" y="795"/>
                  <a:pt x="60" y="794"/>
                  <a:pt x="61" y="795"/>
                </a:cubicBezTo>
                <a:cubicBezTo>
                  <a:pt x="61" y="794"/>
                  <a:pt x="61" y="793"/>
                  <a:pt x="60" y="793"/>
                </a:cubicBezTo>
                <a:cubicBezTo>
                  <a:pt x="59" y="793"/>
                  <a:pt x="59" y="793"/>
                  <a:pt x="58" y="792"/>
                </a:cubicBezTo>
                <a:cubicBezTo>
                  <a:pt x="58" y="792"/>
                  <a:pt x="57" y="792"/>
                  <a:pt x="58" y="791"/>
                </a:cubicBezTo>
                <a:cubicBezTo>
                  <a:pt x="58" y="791"/>
                  <a:pt x="58" y="791"/>
                  <a:pt x="59" y="791"/>
                </a:cubicBezTo>
                <a:cubicBezTo>
                  <a:pt x="59" y="791"/>
                  <a:pt x="59" y="792"/>
                  <a:pt x="60" y="792"/>
                </a:cubicBezTo>
                <a:cubicBezTo>
                  <a:pt x="60" y="792"/>
                  <a:pt x="61" y="792"/>
                  <a:pt x="61" y="792"/>
                </a:cubicBezTo>
                <a:cubicBezTo>
                  <a:pt x="62" y="792"/>
                  <a:pt x="62" y="792"/>
                  <a:pt x="62" y="792"/>
                </a:cubicBezTo>
                <a:cubicBezTo>
                  <a:pt x="62" y="793"/>
                  <a:pt x="62" y="793"/>
                  <a:pt x="63" y="793"/>
                </a:cubicBezTo>
                <a:cubicBezTo>
                  <a:pt x="63" y="793"/>
                  <a:pt x="64" y="793"/>
                  <a:pt x="64" y="793"/>
                </a:cubicBezTo>
                <a:cubicBezTo>
                  <a:pt x="65" y="793"/>
                  <a:pt x="66" y="792"/>
                  <a:pt x="66" y="792"/>
                </a:cubicBezTo>
                <a:cubicBezTo>
                  <a:pt x="66" y="791"/>
                  <a:pt x="66" y="790"/>
                  <a:pt x="67" y="789"/>
                </a:cubicBezTo>
                <a:cubicBezTo>
                  <a:pt x="68" y="789"/>
                  <a:pt x="69" y="788"/>
                  <a:pt x="70" y="788"/>
                </a:cubicBezTo>
                <a:cubicBezTo>
                  <a:pt x="71" y="787"/>
                  <a:pt x="72" y="786"/>
                  <a:pt x="73" y="786"/>
                </a:cubicBezTo>
                <a:cubicBezTo>
                  <a:pt x="75" y="785"/>
                  <a:pt x="76" y="784"/>
                  <a:pt x="78" y="784"/>
                </a:cubicBezTo>
                <a:cubicBezTo>
                  <a:pt x="78" y="784"/>
                  <a:pt x="79" y="784"/>
                  <a:pt x="79" y="784"/>
                </a:cubicBezTo>
                <a:cubicBezTo>
                  <a:pt x="79" y="785"/>
                  <a:pt x="79" y="785"/>
                  <a:pt x="80" y="785"/>
                </a:cubicBezTo>
                <a:cubicBezTo>
                  <a:pt x="80" y="786"/>
                  <a:pt x="80" y="786"/>
                  <a:pt x="80" y="787"/>
                </a:cubicBezTo>
                <a:cubicBezTo>
                  <a:pt x="80" y="788"/>
                  <a:pt x="79" y="788"/>
                  <a:pt x="79" y="789"/>
                </a:cubicBezTo>
                <a:cubicBezTo>
                  <a:pt x="78" y="789"/>
                  <a:pt x="78" y="790"/>
                  <a:pt x="78" y="791"/>
                </a:cubicBezTo>
                <a:cubicBezTo>
                  <a:pt x="77" y="792"/>
                  <a:pt x="77" y="793"/>
                  <a:pt x="76" y="793"/>
                </a:cubicBezTo>
                <a:cubicBezTo>
                  <a:pt x="76" y="793"/>
                  <a:pt x="75" y="793"/>
                  <a:pt x="75" y="793"/>
                </a:cubicBezTo>
                <a:cubicBezTo>
                  <a:pt x="75" y="793"/>
                  <a:pt x="75" y="794"/>
                  <a:pt x="74" y="794"/>
                </a:cubicBezTo>
                <a:cubicBezTo>
                  <a:pt x="74" y="794"/>
                  <a:pt x="73" y="794"/>
                  <a:pt x="72" y="794"/>
                </a:cubicBezTo>
                <a:cubicBezTo>
                  <a:pt x="72" y="795"/>
                  <a:pt x="72" y="795"/>
                  <a:pt x="71" y="796"/>
                </a:cubicBezTo>
                <a:cubicBezTo>
                  <a:pt x="71" y="796"/>
                  <a:pt x="71" y="796"/>
                  <a:pt x="70" y="796"/>
                </a:cubicBezTo>
                <a:cubicBezTo>
                  <a:pt x="69" y="796"/>
                  <a:pt x="69" y="797"/>
                  <a:pt x="69" y="798"/>
                </a:cubicBezTo>
                <a:cubicBezTo>
                  <a:pt x="69" y="799"/>
                  <a:pt x="69" y="800"/>
                  <a:pt x="69" y="801"/>
                </a:cubicBezTo>
                <a:cubicBezTo>
                  <a:pt x="68" y="800"/>
                  <a:pt x="69" y="798"/>
                  <a:pt x="68" y="797"/>
                </a:cubicBezTo>
                <a:cubicBezTo>
                  <a:pt x="67" y="796"/>
                  <a:pt x="66" y="796"/>
                  <a:pt x="65" y="796"/>
                </a:cubicBezTo>
                <a:cubicBezTo>
                  <a:pt x="65" y="796"/>
                  <a:pt x="65" y="796"/>
                  <a:pt x="65" y="797"/>
                </a:cubicBezTo>
                <a:cubicBezTo>
                  <a:pt x="64" y="797"/>
                  <a:pt x="64" y="798"/>
                  <a:pt x="64" y="798"/>
                </a:cubicBezTo>
                <a:cubicBezTo>
                  <a:pt x="65" y="800"/>
                  <a:pt x="64" y="802"/>
                  <a:pt x="62" y="802"/>
                </a:cubicBezTo>
                <a:cubicBezTo>
                  <a:pt x="62" y="802"/>
                  <a:pt x="62" y="802"/>
                  <a:pt x="62" y="801"/>
                </a:cubicBezTo>
                <a:cubicBezTo>
                  <a:pt x="62" y="801"/>
                  <a:pt x="63" y="801"/>
                  <a:pt x="63" y="800"/>
                </a:cubicBezTo>
                <a:cubicBezTo>
                  <a:pt x="63" y="800"/>
                  <a:pt x="63" y="800"/>
                  <a:pt x="63" y="799"/>
                </a:cubicBezTo>
                <a:cubicBezTo>
                  <a:pt x="63" y="799"/>
                  <a:pt x="63" y="798"/>
                  <a:pt x="63" y="798"/>
                </a:cubicBezTo>
                <a:cubicBezTo>
                  <a:pt x="63" y="798"/>
                  <a:pt x="63" y="798"/>
                  <a:pt x="63" y="797"/>
                </a:cubicBezTo>
                <a:cubicBezTo>
                  <a:pt x="63" y="797"/>
                  <a:pt x="62" y="797"/>
                  <a:pt x="62" y="797"/>
                </a:cubicBezTo>
                <a:cubicBezTo>
                  <a:pt x="61" y="797"/>
                  <a:pt x="60" y="797"/>
                  <a:pt x="59" y="798"/>
                </a:cubicBezTo>
                <a:cubicBezTo>
                  <a:pt x="58" y="798"/>
                  <a:pt x="58" y="799"/>
                  <a:pt x="57" y="800"/>
                </a:cubicBezTo>
                <a:cubicBezTo>
                  <a:pt x="57" y="802"/>
                  <a:pt x="59" y="803"/>
                  <a:pt x="59" y="805"/>
                </a:cubicBezTo>
                <a:cubicBezTo>
                  <a:pt x="59" y="805"/>
                  <a:pt x="59" y="805"/>
                  <a:pt x="59" y="805"/>
                </a:cubicBezTo>
                <a:cubicBezTo>
                  <a:pt x="59" y="805"/>
                  <a:pt x="60" y="806"/>
                  <a:pt x="60" y="806"/>
                </a:cubicBezTo>
                <a:cubicBezTo>
                  <a:pt x="60" y="806"/>
                  <a:pt x="61" y="807"/>
                  <a:pt x="62" y="807"/>
                </a:cubicBezTo>
                <a:cubicBezTo>
                  <a:pt x="62" y="807"/>
                  <a:pt x="62" y="807"/>
                  <a:pt x="62" y="808"/>
                </a:cubicBezTo>
                <a:cubicBezTo>
                  <a:pt x="62" y="808"/>
                  <a:pt x="62" y="808"/>
                  <a:pt x="62" y="809"/>
                </a:cubicBezTo>
                <a:cubicBezTo>
                  <a:pt x="62" y="809"/>
                  <a:pt x="63" y="809"/>
                  <a:pt x="63" y="809"/>
                </a:cubicBezTo>
                <a:cubicBezTo>
                  <a:pt x="64" y="810"/>
                  <a:pt x="65" y="810"/>
                  <a:pt x="66" y="810"/>
                </a:cubicBezTo>
                <a:cubicBezTo>
                  <a:pt x="67" y="811"/>
                  <a:pt x="67" y="811"/>
                  <a:pt x="67" y="811"/>
                </a:cubicBezTo>
                <a:cubicBezTo>
                  <a:pt x="67" y="812"/>
                  <a:pt x="67" y="812"/>
                  <a:pt x="68" y="812"/>
                </a:cubicBezTo>
                <a:cubicBezTo>
                  <a:pt x="68" y="812"/>
                  <a:pt x="68" y="812"/>
                  <a:pt x="69" y="812"/>
                </a:cubicBezTo>
                <a:cubicBezTo>
                  <a:pt x="70" y="812"/>
                  <a:pt x="70" y="813"/>
                  <a:pt x="71" y="813"/>
                </a:cubicBezTo>
                <a:cubicBezTo>
                  <a:pt x="72" y="813"/>
                  <a:pt x="72" y="813"/>
                  <a:pt x="73" y="813"/>
                </a:cubicBezTo>
                <a:cubicBezTo>
                  <a:pt x="74" y="813"/>
                  <a:pt x="75" y="815"/>
                  <a:pt x="76" y="815"/>
                </a:cubicBezTo>
                <a:cubicBezTo>
                  <a:pt x="78" y="816"/>
                  <a:pt x="80" y="815"/>
                  <a:pt x="81" y="814"/>
                </a:cubicBezTo>
                <a:cubicBezTo>
                  <a:pt x="82" y="813"/>
                  <a:pt x="82" y="813"/>
                  <a:pt x="83" y="812"/>
                </a:cubicBezTo>
                <a:cubicBezTo>
                  <a:pt x="83" y="811"/>
                  <a:pt x="83" y="811"/>
                  <a:pt x="83" y="810"/>
                </a:cubicBezTo>
                <a:cubicBezTo>
                  <a:pt x="83" y="810"/>
                  <a:pt x="83" y="809"/>
                  <a:pt x="83" y="809"/>
                </a:cubicBezTo>
                <a:cubicBezTo>
                  <a:pt x="84" y="808"/>
                  <a:pt x="83" y="807"/>
                  <a:pt x="83" y="806"/>
                </a:cubicBezTo>
                <a:cubicBezTo>
                  <a:pt x="83" y="804"/>
                  <a:pt x="83" y="801"/>
                  <a:pt x="83" y="799"/>
                </a:cubicBezTo>
                <a:cubicBezTo>
                  <a:pt x="83" y="798"/>
                  <a:pt x="83" y="798"/>
                  <a:pt x="83" y="797"/>
                </a:cubicBezTo>
                <a:cubicBezTo>
                  <a:pt x="84" y="796"/>
                  <a:pt x="84" y="794"/>
                  <a:pt x="85" y="793"/>
                </a:cubicBezTo>
                <a:cubicBezTo>
                  <a:pt x="85" y="792"/>
                  <a:pt x="86" y="792"/>
                  <a:pt x="86" y="791"/>
                </a:cubicBezTo>
                <a:cubicBezTo>
                  <a:pt x="86" y="790"/>
                  <a:pt x="86" y="788"/>
                  <a:pt x="87" y="788"/>
                </a:cubicBezTo>
                <a:cubicBezTo>
                  <a:pt x="86" y="788"/>
                  <a:pt x="86" y="787"/>
                  <a:pt x="86" y="787"/>
                </a:cubicBezTo>
                <a:cubicBezTo>
                  <a:pt x="86" y="786"/>
                  <a:pt x="86" y="786"/>
                  <a:pt x="86" y="785"/>
                </a:cubicBezTo>
                <a:cubicBezTo>
                  <a:pt x="86" y="785"/>
                  <a:pt x="86" y="785"/>
                  <a:pt x="86" y="784"/>
                </a:cubicBezTo>
                <a:cubicBezTo>
                  <a:pt x="86" y="784"/>
                  <a:pt x="86" y="784"/>
                  <a:pt x="87" y="784"/>
                </a:cubicBezTo>
                <a:cubicBezTo>
                  <a:pt x="87" y="784"/>
                  <a:pt x="86" y="783"/>
                  <a:pt x="86" y="783"/>
                </a:cubicBezTo>
                <a:cubicBezTo>
                  <a:pt x="86" y="783"/>
                  <a:pt x="87" y="782"/>
                  <a:pt x="87" y="782"/>
                </a:cubicBezTo>
                <a:cubicBezTo>
                  <a:pt x="87" y="782"/>
                  <a:pt x="88" y="782"/>
                  <a:pt x="88" y="782"/>
                </a:cubicBezTo>
                <a:cubicBezTo>
                  <a:pt x="89" y="782"/>
                  <a:pt x="89" y="782"/>
                  <a:pt x="89" y="781"/>
                </a:cubicBezTo>
                <a:cubicBezTo>
                  <a:pt x="89" y="781"/>
                  <a:pt x="89" y="781"/>
                  <a:pt x="90" y="781"/>
                </a:cubicBezTo>
                <a:cubicBezTo>
                  <a:pt x="90" y="780"/>
                  <a:pt x="91" y="780"/>
                  <a:pt x="91" y="780"/>
                </a:cubicBezTo>
                <a:cubicBezTo>
                  <a:pt x="91" y="780"/>
                  <a:pt x="92" y="781"/>
                  <a:pt x="92" y="781"/>
                </a:cubicBezTo>
                <a:cubicBezTo>
                  <a:pt x="92" y="781"/>
                  <a:pt x="93" y="781"/>
                  <a:pt x="93" y="780"/>
                </a:cubicBezTo>
                <a:cubicBezTo>
                  <a:pt x="94" y="780"/>
                  <a:pt x="94" y="780"/>
                  <a:pt x="95" y="780"/>
                </a:cubicBezTo>
                <a:cubicBezTo>
                  <a:pt x="95" y="779"/>
                  <a:pt x="96" y="779"/>
                  <a:pt x="96" y="779"/>
                </a:cubicBezTo>
                <a:cubicBezTo>
                  <a:pt x="96" y="779"/>
                  <a:pt x="97" y="778"/>
                  <a:pt x="97" y="778"/>
                </a:cubicBezTo>
                <a:cubicBezTo>
                  <a:pt x="97" y="778"/>
                  <a:pt x="97" y="778"/>
                  <a:pt x="98" y="777"/>
                </a:cubicBezTo>
                <a:cubicBezTo>
                  <a:pt x="99" y="777"/>
                  <a:pt x="101" y="776"/>
                  <a:pt x="103" y="775"/>
                </a:cubicBezTo>
                <a:cubicBezTo>
                  <a:pt x="103" y="775"/>
                  <a:pt x="103" y="775"/>
                  <a:pt x="103" y="775"/>
                </a:cubicBezTo>
                <a:cubicBezTo>
                  <a:pt x="103" y="775"/>
                  <a:pt x="103" y="775"/>
                  <a:pt x="103" y="775"/>
                </a:cubicBezTo>
                <a:cubicBezTo>
                  <a:pt x="104" y="775"/>
                  <a:pt x="104" y="775"/>
                  <a:pt x="105" y="776"/>
                </a:cubicBezTo>
                <a:cubicBezTo>
                  <a:pt x="105" y="776"/>
                  <a:pt x="105" y="776"/>
                  <a:pt x="106" y="776"/>
                </a:cubicBezTo>
                <a:cubicBezTo>
                  <a:pt x="106" y="776"/>
                  <a:pt x="106" y="776"/>
                  <a:pt x="106" y="776"/>
                </a:cubicBezTo>
                <a:cubicBezTo>
                  <a:pt x="107" y="775"/>
                  <a:pt x="108" y="773"/>
                  <a:pt x="109" y="772"/>
                </a:cubicBezTo>
                <a:cubicBezTo>
                  <a:pt x="109" y="770"/>
                  <a:pt x="109" y="769"/>
                  <a:pt x="110" y="768"/>
                </a:cubicBezTo>
                <a:cubicBezTo>
                  <a:pt x="111" y="768"/>
                  <a:pt x="111" y="768"/>
                  <a:pt x="112" y="768"/>
                </a:cubicBezTo>
                <a:cubicBezTo>
                  <a:pt x="112" y="767"/>
                  <a:pt x="113" y="767"/>
                  <a:pt x="113" y="767"/>
                </a:cubicBezTo>
                <a:cubicBezTo>
                  <a:pt x="114" y="766"/>
                  <a:pt x="114" y="766"/>
                  <a:pt x="115" y="766"/>
                </a:cubicBezTo>
                <a:cubicBezTo>
                  <a:pt x="115" y="766"/>
                  <a:pt x="116" y="767"/>
                  <a:pt x="116" y="767"/>
                </a:cubicBezTo>
                <a:cubicBezTo>
                  <a:pt x="117" y="767"/>
                  <a:pt x="117" y="767"/>
                  <a:pt x="117" y="767"/>
                </a:cubicBezTo>
                <a:cubicBezTo>
                  <a:pt x="117" y="767"/>
                  <a:pt x="117" y="768"/>
                  <a:pt x="117" y="768"/>
                </a:cubicBezTo>
                <a:cubicBezTo>
                  <a:pt x="117" y="768"/>
                  <a:pt x="118" y="769"/>
                  <a:pt x="118" y="769"/>
                </a:cubicBezTo>
                <a:cubicBezTo>
                  <a:pt x="118" y="769"/>
                  <a:pt x="118" y="769"/>
                  <a:pt x="118" y="769"/>
                </a:cubicBezTo>
                <a:cubicBezTo>
                  <a:pt x="119" y="769"/>
                  <a:pt x="119" y="769"/>
                  <a:pt x="119" y="769"/>
                </a:cubicBezTo>
                <a:cubicBezTo>
                  <a:pt x="119" y="769"/>
                  <a:pt x="120" y="769"/>
                  <a:pt x="120" y="769"/>
                </a:cubicBezTo>
                <a:cubicBezTo>
                  <a:pt x="124" y="769"/>
                  <a:pt x="124" y="769"/>
                  <a:pt x="124" y="769"/>
                </a:cubicBezTo>
                <a:cubicBezTo>
                  <a:pt x="123" y="769"/>
                  <a:pt x="122" y="769"/>
                  <a:pt x="121" y="768"/>
                </a:cubicBezTo>
                <a:cubicBezTo>
                  <a:pt x="118" y="767"/>
                  <a:pt x="116" y="765"/>
                  <a:pt x="114" y="765"/>
                </a:cubicBezTo>
                <a:cubicBezTo>
                  <a:pt x="112" y="765"/>
                  <a:pt x="110" y="765"/>
                  <a:pt x="108" y="765"/>
                </a:cubicBezTo>
                <a:cubicBezTo>
                  <a:pt x="107" y="764"/>
                  <a:pt x="105" y="763"/>
                  <a:pt x="104" y="762"/>
                </a:cubicBezTo>
                <a:cubicBezTo>
                  <a:pt x="103" y="761"/>
                  <a:pt x="101" y="760"/>
                  <a:pt x="100" y="760"/>
                </a:cubicBezTo>
                <a:cubicBezTo>
                  <a:pt x="66" y="760"/>
                  <a:pt x="66" y="760"/>
                  <a:pt x="66" y="760"/>
                </a:cubicBezTo>
                <a:cubicBezTo>
                  <a:pt x="65" y="760"/>
                  <a:pt x="65" y="760"/>
                  <a:pt x="64" y="759"/>
                </a:cubicBezTo>
                <a:cubicBezTo>
                  <a:pt x="64" y="759"/>
                  <a:pt x="64" y="759"/>
                  <a:pt x="64" y="759"/>
                </a:cubicBezTo>
                <a:cubicBezTo>
                  <a:pt x="64" y="759"/>
                  <a:pt x="64" y="759"/>
                  <a:pt x="64" y="759"/>
                </a:cubicBezTo>
                <a:cubicBezTo>
                  <a:pt x="65" y="759"/>
                  <a:pt x="65" y="758"/>
                  <a:pt x="66" y="758"/>
                </a:cubicBezTo>
                <a:cubicBezTo>
                  <a:pt x="66" y="758"/>
                  <a:pt x="66" y="758"/>
                  <a:pt x="66" y="757"/>
                </a:cubicBezTo>
                <a:cubicBezTo>
                  <a:pt x="66" y="757"/>
                  <a:pt x="66" y="757"/>
                  <a:pt x="66" y="757"/>
                </a:cubicBezTo>
                <a:cubicBezTo>
                  <a:pt x="65" y="756"/>
                  <a:pt x="65" y="756"/>
                  <a:pt x="65" y="755"/>
                </a:cubicBezTo>
                <a:cubicBezTo>
                  <a:pt x="64" y="754"/>
                  <a:pt x="62" y="753"/>
                  <a:pt x="61" y="752"/>
                </a:cubicBezTo>
                <a:cubicBezTo>
                  <a:pt x="61" y="752"/>
                  <a:pt x="60" y="752"/>
                  <a:pt x="60" y="752"/>
                </a:cubicBezTo>
                <a:cubicBezTo>
                  <a:pt x="59" y="751"/>
                  <a:pt x="59" y="750"/>
                  <a:pt x="59" y="749"/>
                </a:cubicBezTo>
                <a:cubicBezTo>
                  <a:pt x="59" y="748"/>
                  <a:pt x="58" y="748"/>
                  <a:pt x="57" y="748"/>
                </a:cubicBezTo>
                <a:cubicBezTo>
                  <a:pt x="57" y="748"/>
                  <a:pt x="57" y="747"/>
                  <a:pt x="58" y="747"/>
                </a:cubicBezTo>
                <a:cubicBezTo>
                  <a:pt x="58" y="746"/>
                  <a:pt x="59" y="746"/>
                  <a:pt x="59" y="745"/>
                </a:cubicBezTo>
                <a:cubicBezTo>
                  <a:pt x="59" y="744"/>
                  <a:pt x="60" y="743"/>
                  <a:pt x="59" y="742"/>
                </a:cubicBezTo>
                <a:cubicBezTo>
                  <a:pt x="59" y="742"/>
                  <a:pt x="59" y="742"/>
                  <a:pt x="59" y="741"/>
                </a:cubicBezTo>
                <a:cubicBezTo>
                  <a:pt x="59" y="741"/>
                  <a:pt x="59" y="741"/>
                  <a:pt x="59" y="741"/>
                </a:cubicBezTo>
                <a:cubicBezTo>
                  <a:pt x="59" y="740"/>
                  <a:pt x="60" y="740"/>
                  <a:pt x="60" y="739"/>
                </a:cubicBezTo>
                <a:cubicBezTo>
                  <a:pt x="60" y="739"/>
                  <a:pt x="60" y="739"/>
                  <a:pt x="60" y="739"/>
                </a:cubicBezTo>
                <a:cubicBezTo>
                  <a:pt x="60" y="739"/>
                  <a:pt x="60" y="739"/>
                  <a:pt x="60" y="739"/>
                </a:cubicBezTo>
                <a:cubicBezTo>
                  <a:pt x="60" y="737"/>
                  <a:pt x="58" y="737"/>
                  <a:pt x="58" y="735"/>
                </a:cubicBezTo>
                <a:cubicBezTo>
                  <a:pt x="58" y="735"/>
                  <a:pt x="58" y="734"/>
                  <a:pt x="58" y="733"/>
                </a:cubicBezTo>
                <a:cubicBezTo>
                  <a:pt x="59" y="733"/>
                  <a:pt x="59" y="733"/>
                  <a:pt x="60" y="733"/>
                </a:cubicBezTo>
                <a:cubicBezTo>
                  <a:pt x="60" y="733"/>
                  <a:pt x="60" y="733"/>
                  <a:pt x="61" y="733"/>
                </a:cubicBezTo>
                <a:cubicBezTo>
                  <a:pt x="61" y="732"/>
                  <a:pt x="61" y="732"/>
                  <a:pt x="61" y="732"/>
                </a:cubicBezTo>
                <a:cubicBezTo>
                  <a:pt x="61" y="731"/>
                  <a:pt x="60" y="729"/>
                  <a:pt x="60" y="727"/>
                </a:cubicBezTo>
                <a:cubicBezTo>
                  <a:pt x="60" y="727"/>
                  <a:pt x="59" y="726"/>
                  <a:pt x="59" y="726"/>
                </a:cubicBezTo>
                <a:cubicBezTo>
                  <a:pt x="59" y="726"/>
                  <a:pt x="59" y="725"/>
                  <a:pt x="59" y="724"/>
                </a:cubicBezTo>
                <a:cubicBezTo>
                  <a:pt x="59" y="724"/>
                  <a:pt x="60" y="723"/>
                  <a:pt x="60" y="723"/>
                </a:cubicBezTo>
                <a:cubicBezTo>
                  <a:pt x="60" y="723"/>
                  <a:pt x="59" y="722"/>
                  <a:pt x="59" y="722"/>
                </a:cubicBezTo>
                <a:cubicBezTo>
                  <a:pt x="58" y="722"/>
                  <a:pt x="57" y="721"/>
                  <a:pt x="57" y="721"/>
                </a:cubicBezTo>
                <a:cubicBezTo>
                  <a:pt x="56" y="721"/>
                  <a:pt x="55" y="722"/>
                  <a:pt x="55" y="722"/>
                </a:cubicBezTo>
                <a:cubicBezTo>
                  <a:pt x="55" y="722"/>
                  <a:pt x="54" y="723"/>
                  <a:pt x="54" y="723"/>
                </a:cubicBezTo>
                <a:cubicBezTo>
                  <a:pt x="54" y="723"/>
                  <a:pt x="52" y="721"/>
                  <a:pt x="52" y="721"/>
                </a:cubicBezTo>
                <a:cubicBezTo>
                  <a:pt x="52" y="721"/>
                  <a:pt x="48" y="725"/>
                  <a:pt x="47" y="725"/>
                </a:cubicBezTo>
                <a:cubicBezTo>
                  <a:pt x="47" y="725"/>
                  <a:pt x="44" y="726"/>
                  <a:pt x="44" y="726"/>
                </a:cubicBezTo>
                <a:cubicBezTo>
                  <a:pt x="44" y="724"/>
                  <a:pt x="44" y="724"/>
                  <a:pt x="44" y="724"/>
                </a:cubicBezTo>
                <a:cubicBezTo>
                  <a:pt x="45" y="723"/>
                  <a:pt x="45" y="723"/>
                  <a:pt x="45" y="723"/>
                </a:cubicBezTo>
                <a:cubicBezTo>
                  <a:pt x="45" y="723"/>
                  <a:pt x="44" y="722"/>
                  <a:pt x="44" y="722"/>
                </a:cubicBezTo>
                <a:cubicBezTo>
                  <a:pt x="43" y="721"/>
                  <a:pt x="41" y="720"/>
                  <a:pt x="41" y="720"/>
                </a:cubicBezTo>
                <a:cubicBezTo>
                  <a:pt x="41" y="720"/>
                  <a:pt x="41" y="719"/>
                  <a:pt x="41" y="718"/>
                </a:cubicBezTo>
                <a:cubicBezTo>
                  <a:pt x="41" y="718"/>
                  <a:pt x="41" y="715"/>
                  <a:pt x="41" y="715"/>
                </a:cubicBezTo>
                <a:cubicBezTo>
                  <a:pt x="41" y="715"/>
                  <a:pt x="40" y="715"/>
                  <a:pt x="40" y="714"/>
                </a:cubicBezTo>
                <a:cubicBezTo>
                  <a:pt x="40" y="714"/>
                  <a:pt x="41" y="713"/>
                  <a:pt x="41" y="713"/>
                </a:cubicBezTo>
                <a:cubicBezTo>
                  <a:pt x="41" y="712"/>
                  <a:pt x="40" y="712"/>
                  <a:pt x="40" y="711"/>
                </a:cubicBezTo>
                <a:cubicBezTo>
                  <a:pt x="40" y="711"/>
                  <a:pt x="40" y="709"/>
                  <a:pt x="40" y="709"/>
                </a:cubicBezTo>
                <a:cubicBezTo>
                  <a:pt x="40" y="709"/>
                  <a:pt x="39" y="709"/>
                  <a:pt x="39" y="709"/>
                </a:cubicBezTo>
                <a:cubicBezTo>
                  <a:pt x="39" y="708"/>
                  <a:pt x="38" y="707"/>
                  <a:pt x="39" y="707"/>
                </a:cubicBezTo>
                <a:cubicBezTo>
                  <a:pt x="39" y="707"/>
                  <a:pt x="40" y="705"/>
                  <a:pt x="40" y="705"/>
                </a:cubicBezTo>
                <a:cubicBezTo>
                  <a:pt x="40" y="703"/>
                  <a:pt x="40" y="703"/>
                  <a:pt x="40" y="703"/>
                </a:cubicBezTo>
                <a:cubicBezTo>
                  <a:pt x="38" y="703"/>
                  <a:pt x="38" y="703"/>
                  <a:pt x="38" y="703"/>
                </a:cubicBezTo>
                <a:cubicBezTo>
                  <a:pt x="39" y="699"/>
                  <a:pt x="39" y="699"/>
                  <a:pt x="39" y="699"/>
                </a:cubicBezTo>
                <a:cubicBezTo>
                  <a:pt x="39" y="699"/>
                  <a:pt x="43" y="693"/>
                  <a:pt x="43" y="692"/>
                </a:cubicBezTo>
                <a:cubicBezTo>
                  <a:pt x="44" y="691"/>
                  <a:pt x="46" y="685"/>
                  <a:pt x="46" y="685"/>
                </a:cubicBezTo>
                <a:cubicBezTo>
                  <a:pt x="46" y="685"/>
                  <a:pt x="45" y="683"/>
                  <a:pt x="45" y="683"/>
                </a:cubicBezTo>
                <a:cubicBezTo>
                  <a:pt x="45" y="683"/>
                  <a:pt x="45" y="681"/>
                  <a:pt x="45" y="681"/>
                </a:cubicBezTo>
                <a:cubicBezTo>
                  <a:pt x="48" y="676"/>
                  <a:pt x="48" y="676"/>
                  <a:pt x="48" y="676"/>
                </a:cubicBezTo>
                <a:cubicBezTo>
                  <a:pt x="51" y="677"/>
                  <a:pt x="51" y="677"/>
                  <a:pt x="51" y="677"/>
                </a:cubicBezTo>
                <a:cubicBezTo>
                  <a:pt x="56" y="672"/>
                  <a:pt x="56" y="672"/>
                  <a:pt x="56" y="672"/>
                </a:cubicBezTo>
                <a:cubicBezTo>
                  <a:pt x="56" y="672"/>
                  <a:pt x="55" y="668"/>
                  <a:pt x="55" y="668"/>
                </a:cubicBezTo>
                <a:cubicBezTo>
                  <a:pt x="55" y="667"/>
                  <a:pt x="55" y="664"/>
                  <a:pt x="55" y="664"/>
                </a:cubicBezTo>
                <a:cubicBezTo>
                  <a:pt x="58" y="664"/>
                  <a:pt x="58" y="664"/>
                  <a:pt x="58" y="664"/>
                </a:cubicBezTo>
                <a:cubicBezTo>
                  <a:pt x="58" y="660"/>
                  <a:pt x="58" y="660"/>
                  <a:pt x="58" y="660"/>
                </a:cubicBezTo>
                <a:cubicBezTo>
                  <a:pt x="58" y="660"/>
                  <a:pt x="60" y="660"/>
                  <a:pt x="60" y="660"/>
                </a:cubicBezTo>
                <a:cubicBezTo>
                  <a:pt x="60" y="660"/>
                  <a:pt x="61" y="659"/>
                  <a:pt x="61" y="659"/>
                </a:cubicBezTo>
                <a:cubicBezTo>
                  <a:pt x="60" y="658"/>
                  <a:pt x="59" y="657"/>
                  <a:pt x="59" y="657"/>
                </a:cubicBezTo>
                <a:cubicBezTo>
                  <a:pt x="59" y="654"/>
                  <a:pt x="59" y="654"/>
                  <a:pt x="59" y="654"/>
                </a:cubicBezTo>
                <a:cubicBezTo>
                  <a:pt x="59" y="654"/>
                  <a:pt x="58" y="653"/>
                  <a:pt x="58" y="653"/>
                </a:cubicBezTo>
                <a:cubicBezTo>
                  <a:pt x="57" y="653"/>
                  <a:pt x="57" y="652"/>
                  <a:pt x="57" y="651"/>
                </a:cubicBezTo>
                <a:cubicBezTo>
                  <a:pt x="57" y="651"/>
                  <a:pt x="57" y="650"/>
                  <a:pt x="57" y="650"/>
                </a:cubicBezTo>
                <a:cubicBezTo>
                  <a:pt x="57" y="650"/>
                  <a:pt x="56" y="649"/>
                  <a:pt x="56" y="649"/>
                </a:cubicBezTo>
                <a:cubicBezTo>
                  <a:pt x="56" y="649"/>
                  <a:pt x="56" y="648"/>
                  <a:pt x="56" y="648"/>
                </a:cubicBezTo>
                <a:cubicBezTo>
                  <a:pt x="56" y="648"/>
                  <a:pt x="57" y="647"/>
                  <a:pt x="57" y="646"/>
                </a:cubicBezTo>
                <a:cubicBezTo>
                  <a:pt x="56" y="646"/>
                  <a:pt x="56" y="645"/>
                  <a:pt x="56" y="645"/>
                </a:cubicBezTo>
                <a:cubicBezTo>
                  <a:pt x="56" y="645"/>
                  <a:pt x="56" y="644"/>
                  <a:pt x="56" y="644"/>
                </a:cubicBezTo>
                <a:cubicBezTo>
                  <a:pt x="56" y="644"/>
                  <a:pt x="58" y="644"/>
                  <a:pt x="58" y="643"/>
                </a:cubicBezTo>
                <a:cubicBezTo>
                  <a:pt x="58" y="643"/>
                  <a:pt x="58" y="642"/>
                  <a:pt x="59" y="641"/>
                </a:cubicBezTo>
                <a:cubicBezTo>
                  <a:pt x="59" y="641"/>
                  <a:pt x="59" y="640"/>
                  <a:pt x="59" y="640"/>
                </a:cubicBezTo>
                <a:cubicBezTo>
                  <a:pt x="59" y="639"/>
                  <a:pt x="59" y="637"/>
                  <a:pt x="59" y="637"/>
                </a:cubicBezTo>
                <a:cubicBezTo>
                  <a:pt x="59" y="637"/>
                  <a:pt x="61" y="636"/>
                  <a:pt x="61" y="635"/>
                </a:cubicBezTo>
                <a:cubicBezTo>
                  <a:pt x="61" y="635"/>
                  <a:pt x="65" y="633"/>
                  <a:pt x="65" y="633"/>
                </a:cubicBezTo>
                <a:cubicBezTo>
                  <a:pt x="65" y="630"/>
                  <a:pt x="65" y="630"/>
                  <a:pt x="65" y="630"/>
                </a:cubicBezTo>
                <a:cubicBezTo>
                  <a:pt x="67" y="631"/>
                  <a:pt x="67" y="631"/>
                  <a:pt x="67" y="631"/>
                </a:cubicBezTo>
                <a:cubicBezTo>
                  <a:pt x="67" y="631"/>
                  <a:pt x="68" y="631"/>
                  <a:pt x="68" y="630"/>
                </a:cubicBezTo>
                <a:cubicBezTo>
                  <a:pt x="68" y="630"/>
                  <a:pt x="68" y="628"/>
                  <a:pt x="67" y="628"/>
                </a:cubicBezTo>
                <a:cubicBezTo>
                  <a:pt x="67" y="628"/>
                  <a:pt x="66" y="627"/>
                  <a:pt x="66" y="627"/>
                </a:cubicBezTo>
                <a:cubicBezTo>
                  <a:pt x="66" y="627"/>
                  <a:pt x="67" y="626"/>
                  <a:pt x="67" y="625"/>
                </a:cubicBezTo>
                <a:cubicBezTo>
                  <a:pt x="67" y="625"/>
                  <a:pt x="66" y="625"/>
                  <a:pt x="66" y="624"/>
                </a:cubicBezTo>
                <a:cubicBezTo>
                  <a:pt x="65" y="623"/>
                  <a:pt x="66" y="620"/>
                  <a:pt x="66" y="620"/>
                </a:cubicBezTo>
                <a:cubicBezTo>
                  <a:pt x="66" y="620"/>
                  <a:pt x="67" y="620"/>
                  <a:pt x="67" y="620"/>
                </a:cubicBezTo>
                <a:cubicBezTo>
                  <a:pt x="68" y="619"/>
                  <a:pt x="69" y="619"/>
                  <a:pt x="69" y="618"/>
                </a:cubicBezTo>
                <a:cubicBezTo>
                  <a:pt x="70" y="618"/>
                  <a:pt x="71" y="617"/>
                  <a:pt x="71" y="617"/>
                </a:cubicBezTo>
                <a:cubicBezTo>
                  <a:pt x="71" y="617"/>
                  <a:pt x="71" y="615"/>
                  <a:pt x="71" y="614"/>
                </a:cubicBezTo>
                <a:cubicBezTo>
                  <a:pt x="70" y="613"/>
                  <a:pt x="70" y="613"/>
                  <a:pt x="70" y="612"/>
                </a:cubicBezTo>
                <a:cubicBezTo>
                  <a:pt x="70" y="611"/>
                  <a:pt x="69" y="610"/>
                  <a:pt x="69" y="609"/>
                </a:cubicBezTo>
                <a:cubicBezTo>
                  <a:pt x="69" y="609"/>
                  <a:pt x="69" y="608"/>
                  <a:pt x="69" y="607"/>
                </a:cubicBezTo>
                <a:cubicBezTo>
                  <a:pt x="69" y="607"/>
                  <a:pt x="69" y="606"/>
                  <a:pt x="69" y="605"/>
                </a:cubicBezTo>
                <a:cubicBezTo>
                  <a:pt x="68" y="605"/>
                  <a:pt x="67" y="603"/>
                  <a:pt x="67" y="603"/>
                </a:cubicBezTo>
                <a:cubicBezTo>
                  <a:pt x="69" y="602"/>
                  <a:pt x="69" y="602"/>
                  <a:pt x="69" y="602"/>
                </a:cubicBezTo>
                <a:cubicBezTo>
                  <a:pt x="69" y="602"/>
                  <a:pt x="71" y="600"/>
                  <a:pt x="71" y="600"/>
                </a:cubicBezTo>
                <a:cubicBezTo>
                  <a:pt x="71" y="600"/>
                  <a:pt x="72" y="598"/>
                  <a:pt x="72" y="598"/>
                </a:cubicBezTo>
                <a:cubicBezTo>
                  <a:pt x="72" y="598"/>
                  <a:pt x="71" y="597"/>
                  <a:pt x="70" y="596"/>
                </a:cubicBezTo>
                <a:cubicBezTo>
                  <a:pt x="69" y="596"/>
                  <a:pt x="69" y="596"/>
                  <a:pt x="69" y="596"/>
                </a:cubicBezTo>
                <a:cubicBezTo>
                  <a:pt x="69" y="590"/>
                  <a:pt x="69" y="590"/>
                  <a:pt x="69" y="590"/>
                </a:cubicBezTo>
                <a:cubicBezTo>
                  <a:pt x="69" y="590"/>
                  <a:pt x="69" y="588"/>
                  <a:pt x="69" y="588"/>
                </a:cubicBezTo>
                <a:cubicBezTo>
                  <a:pt x="69" y="588"/>
                  <a:pt x="71" y="587"/>
                  <a:pt x="71" y="587"/>
                </a:cubicBezTo>
                <a:cubicBezTo>
                  <a:pt x="71" y="587"/>
                  <a:pt x="73" y="587"/>
                  <a:pt x="73" y="587"/>
                </a:cubicBezTo>
                <a:cubicBezTo>
                  <a:pt x="73" y="587"/>
                  <a:pt x="74" y="587"/>
                  <a:pt x="74" y="587"/>
                </a:cubicBezTo>
                <a:cubicBezTo>
                  <a:pt x="74" y="587"/>
                  <a:pt x="73" y="585"/>
                  <a:pt x="73" y="585"/>
                </a:cubicBezTo>
                <a:cubicBezTo>
                  <a:pt x="73" y="584"/>
                  <a:pt x="75" y="584"/>
                  <a:pt x="75" y="584"/>
                </a:cubicBezTo>
                <a:cubicBezTo>
                  <a:pt x="75" y="584"/>
                  <a:pt x="76" y="582"/>
                  <a:pt x="76" y="582"/>
                </a:cubicBezTo>
                <a:cubicBezTo>
                  <a:pt x="76" y="582"/>
                  <a:pt x="76" y="581"/>
                  <a:pt x="76" y="580"/>
                </a:cubicBezTo>
                <a:cubicBezTo>
                  <a:pt x="75" y="580"/>
                  <a:pt x="73" y="576"/>
                  <a:pt x="73" y="576"/>
                </a:cubicBezTo>
                <a:cubicBezTo>
                  <a:pt x="72" y="575"/>
                  <a:pt x="72" y="574"/>
                  <a:pt x="72" y="574"/>
                </a:cubicBezTo>
                <a:cubicBezTo>
                  <a:pt x="72" y="574"/>
                  <a:pt x="70" y="573"/>
                  <a:pt x="69" y="573"/>
                </a:cubicBezTo>
                <a:cubicBezTo>
                  <a:pt x="69" y="573"/>
                  <a:pt x="66" y="573"/>
                  <a:pt x="66" y="572"/>
                </a:cubicBezTo>
                <a:cubicBezTo>
                  <a:pt x="65" y="572"/>
                  <a:pt x="64" y="572"/>
                  <a:pt x="64" y="571"/>
                </a:cubicBezTo>
                <a:cubicBezTo>
                  <a:pt x="64" y="571"/>
                  <a:pt x="64" y="569"/>
                  <a:pt x="64" y="569"/>
                </a:cubicBezTo>
                <a:cubicBezTo>
                  <a:pt x="64" y="569"/>
                  <a:pt x="67" y="569"/>
                  <a:pt x="67" y="569"/>
                </a:cubicBezTo>
                <a:cubicBezTo>
                  <a:pt x="67" y="569"/>
                  <a:pt x="69" y="568"/>
                  <a:pt x="69" y="569"/>
                </a:cubicBezTo>
                <a:cubicBezTo>
                  <a:pt x="69" y="569"/>
                  <a:pt x="70" y="569"/>
                  <a:pt x="70" y="569"/>
                </a:cubicBezTo>
                <a:cubicBezTo>
                  <a:pt x="71" y="569"/>
                  <a:pt x="72" y="569"/>
                  <a:pt x="72" y="569"/>
                </a:cubicBezTo>
                <a:cubicBezTo>
                  <a:pt x="72" y="569"/>
                  <a:pt x="74" y="568"/>
                  <a:pt x="75" y="568"/>
                </a:cubicBezTo>
                <a:cubicBezTo>
                  <a:pt x="75" y="568"/>
                  <a:pt x="77" y="569"/>
                  <a:pt x="77" y="569"/>
                </a:cubicBezTo>
                <a:cubicBezTo>
                  <a:pt x="78" y="570"/>
                  <a:pt x="78" y="569"/>
                  <a:pt x="79" y="569"/>
                </a:cubicBezTo>
                <a:cubicBezTo>
                  <a:pt x="79" y="569"/>
                  <a:pt x="78" y="566"/>
                  <a:pt x="78" y="566"/>
                </a:cubicBezTo>
                <a:cubicBezTo>
                  <a:pt x="81" y="564"/>
                  <a:pt x="81" y="564"/>
                  <a:pt x="81" y="564"/>
                </a:cubicBezTo>
                <a:cubicBezTo>
                  <a:pt x="81" y="564"/>
                  <a:pt x="81" y="562"/>
                  <a:pt x="80" y="562"/>
                </a:cubicBezTo>
                <a:cubicBezTo>
                  <a:pt x="80" y="562"/>
                  <a:pt x="79" y="561"/>
                  <a:pt x="79" y="561"/>
                </a:cubicBezTo>
                <a:cubicBezTo>
                  <a:pt x="79" y="560"/>
                  <a:pt x="78" y="560"/>
                  <a:pt x="77" y="560"/>
                </a:cubicBezTo>
                <a:cubicBezTo>
                  <a:pt x="77" y="560"/>
                  <a:pt x="71" y="559"/>
                  <a:pt x="71" y="559"/>
                </a:cubicBezTo>
                <a:cubicBezTo>
                  <a:pt x="71" y="559"/>
                  <a:pt x="69" y="560"/>
                  <a:pt x="69" y="560"/>
                </a:cubicBezTo>
                <a:cubicBezTo>
                  <a:pt x="69" y="560"/>
                  <a:pt x="67" y="560"/>
                  <a:pt x="67" y="559"/>
                </a:cubicBezTo>
                <a:cubicBezTo>
                  <a:pt x="68" y="559"/>
                  <a:pt x="68" y="558"/>
                  <a:pt x="68" y="558"/>
                </a:cubicBezTo>
                <a:cubicBezTo>
                  <a:pt x="68" y="557"/>
                  <a:pt x="69" y="556"/>
                  <a:pt x="69" y="555"/>
                </a:cubicBezTo>
                <a:cubicBezTo>
                  <a:pt x="69" y="555"/>
                  <a:pt x="68" y="553"/>
                  <a:pt x="68" y="553"/>
                </a:cubicBezTo>
                <a:cubicBezTo>
                  <a:pt x="69" y="552"/>
                  <a:pt x="69" y="552"/>
                  <a:pt x="69" y="552"/>
                </a:cubicBezTo>
                <a:cubicBezTo>
                  <a:pt x="71" y="549"/>
                  <a:pt x="71" y="549"/>
                  <a:pt x="71" y="549"/>
                </a:cubicBezTo>
                <a:cubicBezTo>
                  <a:pt x="71" y="549"/>
                  <a:pt x="70" y="547"/>
                  <a:pt x="70" y="546"/>
                </a:cubicBezTo>
                <a:cubicBezTo>
                  <a:pt x="70" y="546"/>
                  <a:pt x="69" y="545"/>
                  <a:pt x="69" y="545"/>
                </a:cubicBezTo>
                <a:cubicBezTo>
                  <a:pt x="69" y="545"/>
                  <a:pt x="72" y="542"/>
                  <a:pt x="72" y="542"/>
                </a:cubicBezTo>
                <a:cubicBezTo>
                  <a:pt x="72" y="542"/>
                  <a:pt x="71" y="541"/>
                  <a:pt x="70" y="541"/>
                </a:cubicBezTo>
                <a:cubicBezTo>
                  <a:pt x="70" y="540"/>
                  <a:pt x="69" y="539"/>
                  <a:pt x="68" y="538"/>
                </a:cubicBezTo>
                <a:cubicBezTo>
                  <a:pt x="68" y="538"/>
                  <a:pt x="67" y="537"/>
                  <a:pt x="67" y="537"/>
                </a:cubicBezTo>
                <a:cubicBezTo>
                  <a:pt x="67" y="536"/>
                  <a:pt x="67" y="534"/>
                  <a:pt x="67" y="534"/>
                </a:cubicBezTo>
                <a:cubicBezTo>
                  <a:pt x="67" y="534"/>
                  <a:pt x="68" y="534"/>
                  <a:pt x="69" y="533"/>
                </a:cubicBezTo>
                <a:cubicBezTo>
                  <a:pt x="69" y="533"/>
                  <a:pt x="70" y="531"/>
                  <a:pt x="70" y="531"/>
                </a:cubicBezTo>
                <a:cubicBezTo>
                  <a:pt x="70" y="531"/>
                  <a:pt x="69" y="531"/>
                  <a:pt x="69" y="530"/>
                </a:cubicBezTo>
                <a:cubicBezTo>
                  <a:pt x="69" y="530"/>
                  <a:pt x="67" y="529"/>
                  <a:pt x="66" y="528"/>
                </a:cubicBezTo>
                <a:cubicBezTo>
                  <a:pt x="66" y="528"/>
                  <a:pt x="65" y="526"/>
                  <a:pt x="65" y="526"/>
                </a:cubicBezTo>
                <a:cubicBezTo>
                  <a:pt x="65" y="525"/>
                  <a:pt x="63" y="524"/>
                  <a:pt x="63" y="523"/>
                </a:cubicBezTo>
                <a:cubicBezTo>
                  <a:pt x="63" y="523"/>
                  <a:pt x="62" y="522"/>
                  <a:pt x="62" y="521"/>
                </a:cubicBezTo>
                <a:cubicBezTo>
                  <a:pt x="63" y="521"/>
                  <a:pt x="63" y="520"/>
                  <a:pt x="63" y="519"/>
                </a:cubicBezTo>
                <a:cubicBezTo>
                  <a:pt x="63" y="519"/>
                  <a:pt x="62" y="518"/>
                  <a:pt x="62" y="518"/>
                </a:cubicBezTo>
                <a:cubicBezTo>
                  <a:pt x="62" y="518"/>
                  <a:pt x="63" y="516"/>
                  <a:pt x="63" y="516"/>
                </a:cubicBezTo>
                <a:cubicBezTo>
                  <a:pt x="63" y="516"/>
                  <a:pt x="65" y="514"/>
                  <a:pt x="65" y="514"/>
                </a:cubicBezTo>
                <a:cubicBezTo>
                  <a:pt x="65" y="514"/>
                  <a:pt x="64" y="512"/>
                  <a:pt x="64" y="512"/>
                </a:cubicBezTo>
                <a:cubicBezTo>
                  <a:pt x="64" y="512"/>
                  <a:pt x="63" y="511"/>
                  <a:pt x="63" y="511"/>
                </a:cubicBezTo>
                <a:cubicBezTo>
                  <a:pt x="62" y="511"/>
                  <a:pt x="62" y="510"/>
                  <a:pt x="62" y="510"/>
                </a:cubicBezTo>
                <a:cubicBezTo>
                  <a:pt x="62" y="509"/>
                  <a:pt x="62" y="508"/>
                  <a:pt x="62" y="508"/>
                </a:cubicBezTo>
                <a:cubicBezTo>
                  <a:pt x="62" y="507"/>
                  <a:pt x="62" y="506"/>
                  <a:pt x="62" y="506"/>
                </a:cubicBezTo>
                <a:cubicBezTo>
                  <a:pt x="62" y="505"/>
                  <a:pt x="63" y="504"/>
                  <a:pt x="64" y="504"/>
                </a:cubicBezTo>
                <a:cubicBezTo>
                  <a:pt x="64" y="505"/>
                  <a:pt x="64" y="505"/>
                  <a:pt x="65" y="506"/>
                </a:cubicBezTo>
                <a:cubicBezTo>
                  <a:pt x="65" y="506"/>
                  <a:pt x="67" y="506"/>
                  <a:pt x="67" y="506"/>
                </a:cubicBezTo>
                <a:cubicBezTo>
                  <a:pt x="67" y="506"/>
                  <a:pt x="67" y="506"/>
                  <a:pt x="68" y="506"/>
                </a:cubicBezTo>
                <a:cubicBezTo>
                  <a:pt x="68" y="506"/>
                  <a:pt x="69" y="506"/>
                  <a:pt x="69" y="506"/>
                </a:cubicBezTo>
                <a:cubicBezTo>
                  <a:pt x="69" y="496"/>
                  <a:pt x="69" y="496"/>
                  <a:pt x="69" y="496"/>
                </a:cubicBezTo>
                <a:cubicBezTo>
                  <a:pt x="68" y="494"/>
                  <a:pt x="68" y="494"/>
                  <a:pt x="68" y="494"/>
                </a:cubicBezTo>
                <a:cubicBezTo>
                  <a:pt x="68" y="494"/>
                  <a:pt x="67" y="493"/>
                  <a:pt x="67" y="493"/>
                </a:cubicBezTo>
                <a:cubicBezTo>
                  <a:pt x="67" y="493"/>
                  <a:pt x="68" y="492"/>
                  <a:pt x="68" y="492"/>
                </a:cubicBezTo>
                <a:cubicBezTo>
                  <a:pt x="68" y="492"/>
                  <a:pt x="68" y="491"/>
                  <a:pt x="68" y="491"/>
                </a:cubicBezTo>
                <a:cubicBezTo>
                  <a:pt x="68" y="490"/>
                  <a:pt x="67" y="489"/>
                  <a:pt x="67" y="489"/>
                </a:cubicBezTo>
                <a:cubicBezTo>
                  <a:pt x="67" y="488"/>
                  <a:pt x="67" y="488"/>
                  <a:pt x="67" y="487"/>
                </a:cubicBezTo>
                <a:cubicBezTo>
                  <a:pt x="67" y="486"/>
                  <a:pt x="67" y="485"/>
                  <a:pt x="67" y="485"/>
                </a:cubicBezTo>
                <a:cubicBezTo>
                  <a:pt x="67" y="485"/>
                  <a:pt x="68" y="484"/>
                  <a:pt x="68" y="483"/>
                </a:cubicBezTo>
                <a:cubicBezTo>
                  <a:pt x="68" y="483"/>
                  <a:pt x="68" y="481"/>
                  <a:pt x="68" y="481"/>
                </a:cubicBezTo>
                <a:cubicBezTo>
                  <a:pt x="68" y="481"/>
                  <a:pt x="68" y="480"/>
                  <a:pt x="68" y="479"/>
                </a:cubicBezTo>
                <a:cubicBezTo>
                  <a:pt x="67" y="479"/>
                  <a:pt x="67" y="478"/>
                  <a:pt x="67" y="478"/>
                </a:cubicBezTo>
                <a:cubicBezTo>
                  <a:pt x="67" y="478"/>
                  <a:pt x="67" y="477"/>
                  <a:pt x="67" y="476"/>
                </a:cubicBezTo>
                <a:cubicBezTo>
                  <a:pt x="67" y="476"/>
                  <a:pt x="67" y="475"/>
                  <a:pt x="67" y="475"/>
                </a:cubicBezTo>
                <a:cubicBezTo>
                  <a:pt x="67" y="475"/>
                  <a:pt x="66" y="473"/>
                  <a:pt x="66" y="473"/>
                </a:cubicBezTo>
                <a:cubicBezTo>
                  <a:pt x="66" y="472"/>
                  <a:pt x="66" y="472"/>
                  <a:pt x="66" y="471"/>
                </a:cubicBezTo>
                <a:cubicBezTo>
                  <a:pt x="66" y="471"/>
                  <a:pt x="67" y="470"/>
                  <a:pt x="67" y="469"/>
                </a:cubicBezTo>
                <a:cubicBezTo>
                  <a:pt x="67" y="468"/>
                  <a:pt x="67" y="468"/>
                  <a:pt x="67" y="468"/>
                </a:cubicBezTo>
                <a:cubicBezTo>
                  <a:pt x="67" y="467"/>
                  <a:pt x="67" y="466"/>
                  <a:pt x="68" y="466"/>
                </a:cubicBezTo>
                <a:cubicBezTo>
                  <a:pt x="68" y="466"/>
                  <a:pt x="69" y="466"/>
                  <a:pt x="69" y="465"/>
                </a:cubicBezTo>
                <a:cubicBezTo>
                  <a:pt x="70" y="465"/>
                  <a:pt x="71" y="464"/>
                  <a:pt x="71" y="464"/>
                </a:cubicBezTo>
                <a:cubicBezTo>
                  <a:pt x="71" y="464"/>
                  <a:pt x="71" y="463"/>
                  <a:pt x="70" y="463"/>
                </a:cubicBezTo>
                <a:cubicBezTo>
                  <a:pt x="69" y="462"/>
                  <a:pt x="68" y="460"/>
                  <a:pt x="68" y="460"/>
                </a:cubicBezTo>
                <a:cubicBezTo>
                  <a:pt x="68" y="459"/>
                  <a:pt x="67" y="459"/>
                  <a:pt x="68" y="459"/>
                </a:cubicBezTo>
                <a:cubicBezTo>
                  <a:pt x="68" y="458"/>
                  <a:pt x="69" y="458"/>
                  <a:pt x="69" y="458"/>
                </a:cubicBezTo>
                <a:cubicBezTo>
                  <a:pt x="69" y="458"/>
                  <a:pt x="71" y="457"/>
                  <a:pt x="71" y="457"/>
                </a:cubicBezTo>
                <a:cubicBezTo>
                  <a:pt x="71" y="456"/>
                  <a:pt x="71" y="455"/>
                  <a:pt x="72" y="454"/>
                </a:cubicBezTo>
                <a:cubicBezTo>
                  <a:pt x="72" y="454"/>
                  <a:pt x="72" y="453"/>
                  <a:pt x="72" y="453"/>
                </a:cubicBezTo>
                <a:cubicBezTo>
                  <a:pt x="71" y="453"/>
                  <a:pt x="70" y="452"/>
                  <a:pt x="70" y="452"/>
                </a:cubicBezTo>
                <a:cubicBezTo>
                  <a:pt x="70" y="446"/>
                  <a:pt x="70" y="446"/>
                  <a:pt x="70" y="446"/>
                </a:cubicBezTo>
                <a:cubicBezTo>
                  <a:pt x="70" y="446"/>
                  <a:pt x="71" y="445"/>
                  <a:pt x="71" y="446"/>
                </a:cubicBezTo>
                <a:cubicBezTo>
                  <a:pt x="72" y="446"/>
                  <a:pt x="74" y="448"/>
                  <a:pt x="74" y="448"/>
                </a:cubicBezTo>
                <a:cubicBezTo>
                  <a:pt x="74" y="448"/>
                  <a:pt x="74" y="447"/>
                  <a:pt x="74" y="447"/>
                </a:cubicBezTo>
                <a:cubicBezTo>
                  <a:pt x="74" y="447"/>
                  <a:pt x="73" y="446"/>
                  <a:pt x="73" y="445"/>
                </a:cubicBezTo>
                <a:cubicBezTo>
                  <a:pt x="73" y="445"/>
                  <a:pt x="73" y="444"/>
                  <a:pt x="74" y="443"/>
                </a:cubicBezTo>
                <a:cubicBezTo>
                  <a:pt x="74" y="443"/>
                  <a:pt x="75" y="440"/>
                  <a:pt x="75" y="440"/>
                </a:cubicBezTo>
                <a:cubicBezTo>
                  <a:pt x="75" y="431"/>
                  <a:pt x="75" y="431"/>
                  <a:pt x="75" y="431"/>
                </a:cubicBezTo>
                <a:cubicBezTo>
                  <a:pt x="80" y="427"/>
                  <a:pt x="80" y="427"/>
                  <a:pt x="80" y="427"/>
                </a:cubicBezTo>
                <a:cubicBezTo>
                  <a:pt x="84" y="427"/>
                  <a:pt x="84" y="427"/>
                  <a:pt x="84" y="427"/>
                </a:cubicBezTo>
                <a:cubicBezTo>
                  <a:pt x="84" y="427"/>
                  <a:pt x="85" y="426"/>
                  <a:pt x="85" y="425"/>
                </a:cubicBezTo>
                <a:cubicBezTo>
                  <a:pt x="85" y="425"/>
                  <a:pt x="85" y="424"/>
                  <a:pt x="85" y="424"/>
                </a:cubicBezTo>
                <a:cubicBezTo>
                  <a:pt x="85" y="423"/>
                  <a:pt x="84" y="422"/>
                  <a:pt x="84" y="422"/>
                </a:cubicBezTo>
                <a:cubicBezTo>
                  <a:pt x="83" y="421"/>
                  <a:pt x="83" y="420"/>
                  <a:pt x="82" y="420"/>
                </a:cubicBezTo>
                <a:cubicBezTo>
                  <a:pt x="82" y="419"/>
                  <a:pt x="82" y="417"/>
                  <a:pt x="82" y="417"/>
                </a:cubicBezTo>
                <a:cubicBezTo>
                  <a:pt x="82" y="416"/>
                  <a:pt x="82" y="416"/>
                  <a:pt x="82" y="415"/>
                </a:cubicBezTo>
                <a:cubicBezTo>
                  <a:pt x="82" y="415"/>
                  <a:pt x="82" y="414"/>
                  <a:pt x="82" y="413"/>
                </a:cubicBezTo>
                <a:cubicBezTo>
                  <a:pt x="82" y="413"/>
                  <a:pt x="82" y="412"/>
                  <a:pt x="82" y="412"/>
                </a:cubicBezTo>
                <a:cubicBezTo>
                  <a:pt x="82" y="412"/>
                  <a:pt x="79" y="407"/>
                  <a:pt x="79" y="407"/>
                </a:cubicBezTo>
                <a:cubicBezTo>
                  <a:pt x="79" y="407"/>
                  <a:pt x="80" y="407"/>
                  <a:pt x="80" y="406"/>
                </a:cubicBezTo>
                <a:cubicBezTo>
                  <a:pt x="80" y="406"/>
                  <a:pt x="80" y="406"/>
                  <a:pt x="80" y="405"/>
                </a:cubicBezTo>
                <a:cubicBezTo>
                  <a:pt x="79" y="405"/>
                  <a:pt x="79" y="404"/>
                  <a:pt x="79" y="404"/>
                </a:cubicBezTo>
                <a:cubicBezTo>
                  <a:pt x="79" y="403"/>
                  <a:pt x="79" y="403"/>
                  <a:pt x="79" y="402"/>
                </a:cubicBezTo>
                <a:cubicBezTo>
                  <a:pt x="79" y="402"/>
                  <a:pt x="79" y="401"/>
                  <a:pt x="80" y="400"/>
                </a:cubicBezTo>
                <a:cubicBezTo>
                  <a:pt x="80" y="400"/>
                  <a:pt x="80" y="399"/>
                  <a:pt x="80" y="399"/>
                </a:cubicBezTo>
                <a:cubicBezTo>
                  <a:pt x="80" y="399"/>
                  <a:pt x="80" y="397"/>
                  <a:pt x="80" y="397"/>
                </a:cubicBezTo>
                <a:cubicBezTo>
                  <a:pt x="80" y="396"/>
                  <a:pt x="79" y="395"/>
                  <a:pt x="79" y="395"/>
                </a:cubicBezTo>
                <a:cubicBezTo>
                  <a:pt x="79" y="395"/>
                  <a:pt x="79" y="394"/>
                  <a:pt x="80" y="394"/>
                </a:cubicBezTo>
                <a:cubicBezTo>
                  <a:pt x="80" y="393"/>
                  <a:pt x="81" y="392"/>
                  <a:pt x="81" y="392"/>
                </a:cubicBezTo>
                <a:cubicBezTo>
                  <a:pt x="81" y="392"/>
                  <a:pt x="81" y="390"/>
                  <a:pt x="80" y="390"/>
                </a:cubicBezTo>
                <a:cubicBezTo>
                  <a:pt x="80" y="389"/>
                  <a:pt x="79" y="389"/>
                  <a:pt x="79" y="388"/>
                </a:cubicBezTo>
                <a:cubicBezTo>
                  <a:pt x="79" y="388"/>
                  <a:pt x="79" y="388"/>
                  <a:pt x="79" y="387"/>
                </a:cubicBezTo>
                <a:cubicBezTo>
                  <a:pt x="79" y="387"/>
                  <a:pt x="80" y="387"/>
                  <a:pt x="80" y="387"/>
                </a:cubicBezTo>
                <a:cubicBezTo>
                  <a:pt x="80" y="387"/>
                  <a:pt x="80" y="386"/>
                  <a:pt x="80" y="386"/>
                </a:cubicBezTo>
                <a:cubicBezTo>
                  <a:pt x="80" y="385"/>
                  <a:pt x="79" y="385"/>
                  <a:pt x="79" y="384"/>
                </a:cubicBezTo>
                <a:cubicBezTo>
                  <a:pt x="79" y="384"/>
                  <a:pt x="80" y="384"/>
                  <a:pt x="80" y="383"/>
                </a:cubicBezTo>
                <a:cubicBezTo>
                  <a:pt x="80" y="383"/>
                  <a:pt x="80" y="382"/>
                  <a:pt x="80" y="381"/>
                </a:cubicBezTo>
                <a:cubicBezTo>
                  <a:pt x="80" y="381"/>
                  <a:pt x="82" y="381"/>
                  <a:pt x="82" y="381"/>
                </a:cubicBezTo>
                <a:cubicBezTo>
                  <a:pt x="82" y="381"/>
                  <a:pt x="82" y="380"/>
                  <a:pt x="82" y="379"/>
                </a:cubicBezTo>
                <a:cubicBezTo>
                  <a:pt x="82" y="379"/>
                  <a:pt x="82" y="379"/>
                  <a:pt x="82" y="378"/>
                </a:cubicBezTo>
                <a:cubicBezTo>
                  <a:pt x="82" y="378"/>
                  <a:pt x="82" y="377"/>
                  <a:pt x="82" y="377"/>
                </a:cubicBezTo>
                <a:cubicBezTo>
                  <a:pt x="84" y="377"/>
                  <a:pt x="84" y="377"/>
                  <a:pt x="84" y="377"/>
                </a:cubicBezTo>
                <a:cubicBezTo>
                  <a:pt x="84" y="375"/>
                  <a:pt x="84" y="375"/>
                  <a:pt x="84" y="375"/>
                </a:cubicBezTo>
                <a:cubicBezTo>
                  <a:pt x="84" y="375"/>
                  <a:pt x="85" y="375"/>
                  <a:pt x="86" y="375"/>
                </a:cubicBezTo>
                <a:cubicBezTo>
                  <a:pt x="86" y="375"/>
                  <a:pt x="88" y="376"/>
                  <a:pt x="88" y="376"/>
                </a:cubicBezTo>
                <a:cubicBezTo>
                  <a:pt x="88" y="372"/>
                  <a:pt x="88" y="372"/>
                  <a:pt x="88" y="372"/>
                </a:cubicBezTo>
                <a:cubicBezTo>
                  <a:pt x="88" y="372"/>
                  <a:pt x="89" y="371"/>
                  <a:pt x="89" y="370"/>
                </a:cubicBezTo>
                <a:cubicBezTo>
                  <a:pt x="89" y="370"/>
                  <a:pt x="90" y="370"/>
                  <a:pt x="91" y="369"/>
                </a:cubicBezTo>
                <a:cubicBezTo>
                  <a:pt x="91" y="369"/>
                  <a:pt x="92" y="370"/>
                  <a:pt x="92" y="370"/>
                </a:cubicBezTo>
                <a:cubicBezTo>
                  <a:pt x="92" y="370"/>
                  <a:pt x="93" y="369"/>
                  <a:pt x="93" y="369"/>
                </a:cubicBezTo>
                <a:cubicBezTo>
                  <a:pt x="93" y="369"/>
                  <a:pt x="93" y="367"/>
                  <a:pt x="93" y="367"/>
                </a:cubicBezTo>
                <a:cubicBezTo>
                  <a:pt x="93" y="367"/>
                  <a:pt x="92" y="366"/>
                  <a:pt x="93" y="366"/>
                </a:cubicBezTo>
                <a:cubicBezTo>
                  <a:pt x="93" y="366"/>
                  <a:pt x="93" y="365"/>
                  <a:pt x="93" y="365"/>
                </a:cubicBezTo>
                <a:cubicBezTo>
                  <a:pt x="93" y="364"/>
                  <a:pt x="93" y="364"/>
                  <a:pt x="93" y="363"/>
                </a:cubicBezTo>
                <a:cubicBezTo>
                  <a:pt x="93" y="363"/>
                  <a:pt x="94" y="362"/>
                  <a:pt x="94" y="362"/>
                </a:cubicBezTo>
                <a:cubicBezTo>
                  <a:pt x="94" y="362"/>
                  <a:pt x="93" y="361"/>
                  <a:pt x="93" y="360"/>
                </a:cubicBezTo>
                <a:cubicBezTo>
                  <a:pt x="93" y="359"/>
                  <a:pt x="93" y="358"/>
                  <a:pt x="93" y="358"/>
                </a:cubicBezTo>
                <a:cubicBezTo>
                  <a:pt x="93" y="358"/>
                  <a:pt x="94" y="357"/>
                  <a:pt x="94" y="357"/>
                </a:cubicBezTo>
                <a:cubicBezTo>
                  <a:pt x="94" y="356"/>
                  <a:pt x="93" y="356"/>
                  <a:pt x="93" y="356"/>
                </a:cubicBezTo>
                <a:cubicBezTo>
                  <a:pt x="93" y="355"/>
                  <a:pt x="92" y="353"/>
                  <a:pt x="92" y="353"/>
                </a:cubicBezTo>
                <a:cubicBezTo>
                  <a:pt x="92" y="353"/>
                  <a:pt x="91" y="351"/>
                  <a:pt x="91" y="351"/>
                </a:cubicBezTo>
                <a:cubicBezTo>
                  <a:pt x="91" y="351"/>
                  <a:pt x="92" y="349"/>
                  <a:pt x="92" y="349"/>
                </a:cubicBezTo>
                <a:cubicBezTo>
                  <a:pt x="92" y="349"/>
                  <a:pt x="94" y="347"/>
                  <a:pt x="94" y="347"/>
                </a:cubicBezTo>
                <a:cubicBezTo>
                  <a:pt x="94" y="347"/>
                  <a:pt x="94" y="345"/>
                  <a:pt x="95" y="345"/>
                </a:cubicBezTo>
                <a:cubicBezTo>
                  <a:pt x="95" y="344"/>
                  <a:pt x="95" y="343"/>
                  <a:pt x="95" y="342"/>
                </a:cubicBezTo>
                <a:cubicBezTo>
                  <a:pt x="95" y="341"/>
                  <a:pt x="95" y="340"/>
                  <a:pt x="95" y="340"/>
                </a:cubicBezTo>
                <a:cubicBezTo>
                  <a:pt x="95" y="340"/>
                  <a:pt x="96" y="338"/>
                  <a:pt x="96" y="337"/>
                </a:cubicBezTo>
                <a:cubicBezTo>
                  <a:pt x="96" y="337"/>
                  <a:pt x="100" y="333"/>
                  <a:pt x="100" y="333"/>
                </a:cubicBezTo>
                <a:cubicBezTo>
                  <a:pt x="100" y="333"/>
                  <a:pt x="100" y="330"/>
                  <a:pt x="100" y="330"/>
                </a:cubicBezTo>
                <a:cubicBezTo>
                  <a:pt x="102" y="330"/>
                  <a:pt x="102" y="330"/>
                  <a:pt x="102" y="330"/>
                </a:cubicBezTo>
                <a:cubicBezTo>
                  <a:pt x="102" y="330"/>
                  <a:pt x="104" y="329"/>
                  <a:pt x="104" y="328"/>
                </a:cubicBezTo>
                <a:cubicBezTo>
                  <a:pt x="104" y="328"/>
                  <a:pt x="102" y="326"/>
                  <a:pt x="102" y="326"/>
                </a:cubicBezTo>
                <a:cubicBezTo>
                  <a:pt x="102" y="326"/>
                  <a:pt x="103" y="325"/>
                  <a:pt x="103" y="325"/>
                </a:cubicBezTo>
                <a:cubicBezTo>
                  <a:pt x="103" y="324"/>
                  <a:pt x="101" y="323"/>
                  <a:pt x="101" y="323"/>
                </a:cubicBezTo>
                <a:cubicBezTo>
                  <a:pt x="101" y="322"/>
                  <a:pt x="102" y="319"/>
                  <a:pt x="102" y="319"/>
                </a:cubicBezTo>
                <a:cubicBezTo>
                  <a:pt x="102" y="319"/>
                  <a:pt x="102" y="316"/>
                  <a:pt x="102" y="316"/>
                </a:cubicBezTo>
                <a:cubicBezTo>
                  <a:pt x="102" y="316"/>
                  <a:pt x="103" y="314"/>
                  <a:pt x="103" y="314"/>
                </a:cubicBezTo>
                <a:cubicBezTo>
                  <a:pt x="103" y="313"/>
                  <a:pt x="103" y="312"/>
                  <a:pt x="103" y="311"/>
                </a:cubicBezTo>
                <a:cubicBezTo>
                  <a:pt x="104" y="311"/>
                  <a:pt x="104" y="311"/>
                  <a:pt x="103" y="310"/>
                </a:cubicBezTo>
                <a:cubicBezTo>
                  <a:pt x="103" y="309"/>
                  <a:pt x="103" y="308"/>
                  <a:pt x="102" y="308"/>
                </a:cubicBezTo>
                <a:cubicBezTo>
                  <a:pt x="102" y="308"/>
                  <a:pt x="102" y="308"/>
                  <a:pt x="101" y="308"/>
                </a:cubicBezTo>
                <a:cubicBezTo>
                  <a:pt x="101" y="309"/>
                  <a:pt x="100" y="310"/>
                  <a:pt x="100" y="309"/>
                </a:cubicBezTo>
                <a:cubicBezTo>
                  <a:pt x="99" y="308"/>
                  <a:pt x="99" y="308"/>
                  <a:pt x="99" y="306"/>
                </a:cubicBezTo>
                <a:cubicBezTo>
                  <a:pt x="99" y="305"/>
                  <a:pt x="98" y="305"/>
                  <a:pt x="99" y="304"/>
                </a:cubicBezTo>
                <a:cubicBezTo>
                  <a:pt x="99" y="303"/>
                  <a:pt x="99" y="302"/>
                  <a:pt x="100" y="302"/>
                </a:cubicBezTo>
                <a:cubicBezTo>
                  <a:pt x="100" y="301"/>
                  <a:pt x="98" y="297"/>
                  <a:pt x="98" y="297"/>
                </a:cubicBezTo>
                <a:cubicBezTo>
                  <a:pt x="98" y="294"/>
                  <a:pt x="98" y="294"/>
                  <a:pt x="98" y="294"/>
                </a:cubicBezTo>
                <a:cubicBezTo>
                  <a:pt x="98" y="292"/>
                  <a:pt x="97" y="291"/>
                  <a:pt x="96" y="290"/>
                </a:cubicBezTo>
                <a:cubicBezTo>
                  <a:pt x="96" y="289"/>
                  <a:pt x="95" y="288"/>
                  <a:pt x="94" y="287"/>
                </a:cubicBezTo>
                <a:cubicBezTo>
                  <a:pt x="94" y="286"/>
                  <a:pt x="95" y="285"/>
                  <a:pt x="94" y="284"/>
                </a:cubicBezTo>
                <a:cubicBezTo>
                  <a:pt x="94" y="284"/>
                  <a:pt x="94" y="284"/>
                  <a:pt x="94" y="284"/>
                </a:cubicBezTo>
                <a:cubicBezTo>
                  <a:pt x="94" y="283"/>
                  <a:pt x="94" y="283"/>
                  <a:pt x="94" y="283"/>
                </a:cubicBezTo>
                <a:cubicBezTo>
                  <a:pt x="95" y="283"/>
                  <a:pt x="95" y="283"/>
                  <a:pt x="95" y="283"/>
                </a:cubicBezTo>
                <a:cubicBezTo>
                  <a:pt x="96" y="282"/>
                  <a:pt x="96" y="281"/>
                  <a:pt x="96" y="281"/>
                </a:cubicBezTo>
                <a:cubicBezTo>
                  <a:pt x="95" y="280"/>
                  <a:pt x="94" y="280"/>
                  <a:pt x="93" y="279"/>
                </a:cubicBezTo>
                <a:cubicBezTo>
                  <a:pt x="92" y="279"/>
                  <a:pt x="92" y="279"/>
                  <a:pt x="92" y="278"/>
                </a:cubicBezTo>
                <a:cubicBezTo>
                  <a:pt x="92" y="278"/>
                  <a:pt x="91" y="277"/>
                  <a:pt x="91" y="277"/>
                </a:cubicBezTo>
                <a:cubicBezTo>
                  <a:pt x="91" y="276"/>
                  <a:pt x="91" y="274"/>
                  <a:pt x="91" y="273"/>
                </a:cubicBezTo>
                <a:cubicBezTo>
                  <a:pt x="91" y="272"/>
                  <a:pt x="90" y="271"/>
                  <a:pt x="90" y="270"/>
                </a:cubicBezTo>
                <a:cubicBezTo>
                  <a:pt x="90" y="268"/>
                  <a:pt x="91" y="266"/>
                  <a:pt x="91" y="265"/>
                </a:cubicBezTo>
                <a:cubicBezTo>
                  <a:pt x="91" y="264"/>
                  <a:pt x="91" y="264"/>
                  <a:pt x="91" y="264"/>
                </a:cubicBezTo>
                <a:cubicBezTo>
                  <a:pt x="92" y="263"/>
                  <a:pt x="92" y="263"/>
                  <a:pt x="93" y="263"/>
                </a:cubicBezTo>
                <a:cubicBezTo>
                  <a:pt x="93" y="264"/>
                  <a:pt x="93" y="264"/>
                  <a:pt x="93" y="264"/>
                </a:cubicBezTo>
                <a:cubicBezTo>
                  <a:pt x="93" y="264"/>
                  <a:pt x="94" y="264"/>
                  <a:pt x="94" y="264"/>
                </a:cubicBezTo>
                <a:cubicBezTo>
                  <a:pt x="94" y="264"/>
                  <a:pt x="95" y="263"/>
                  <a:pt x="95" y="263"/>
                </a:cubicBezTo>
                <a:cubicBezTo>
                  <a:pt x="95" y="263"/>
                  <a:pt x="95" y="262"/>
                  <a:pt x="95" y="262"/>
                </a:cubicBezTo>
                <a:cubicBezTo>
                  <a:pt x="95" y="262"/>
                  <a:pt x="95" y="261"/>
                  <a:pt x="95" y="260"/>
                </a:cubicBezTo>
                <a:cubicBezTo>
                  <a:pt x="94" y="259"/>
                  <a:pt x="95" y="258"/>
                  <a:pt x="95" y="257"/>
                </a:cubicBezTo>
                <a:cubicBezTo>
                  <a:pt x="95" y="256"/>
                  <a:pt x="96" y="255"/>
                  <a:pt x="96" y="254"/>
                </a:cubicBezTo>
                <a:cubicBezTo>
                  <a:pt x="96" y="252"/>
                  <a:pt x="96" y="251"/>
                  <a:pt x="97" y="250"/>
                </a:cubicBezTo>
                <a:cubicBezTo>
                  <a:pt x="98" y="250"/>
                  <a:pt x="98" y="250"/>
                  <a:pt x="98" y="250"/>
                </a:cubicBezTo>
                <a:cubicBezTo>
                  <a:pt x="98" y="249"/>
                  <a:pt x="97" y="249"/>
                  <a:pt x="97" y="248"/>
                </a:cubicBezTo>
                <a:cubicBezTo>
                  <a:pt x="98" y="248"/>
                  <a:pt x="98" y="248"/>
                  <a:pt x="99" y="248"/>
                </a:cubicBezTo>
                <a:cubicBezTo>
                  <a:pt x="100" y="249"/>
                  <a:pt x="102" y="248"/>
                  <a:pt x="102" y="247"/>
                </a:cubicBezTo>
                <a:cubicBezTo>
                  <a:pt x="102" y="246"/>
                  <a:pt x="102" y="246"/>
                  <a:pt x="102" y="245"/>
                </a:cubicBezTo>
                <a:cubicBezTo>
                  <a:pt x="103" y="245"/>
                  <a:pt x="103" y="244"/>
                  <a:pt x="103" y="244"/>
                </a:cubicBezTo>
                <a:cubicBezTo>
                  <a:pt x="103" y="243"/>
                  <a:pt x="102" y="243"/>
                  <a:pt x="101" y="243"/>
                </a:cubicBezTo>
                <a:cubicBezTo>
                  <a:pt x="101" y="243"/>
                  <a:pt x="101" y="242"/>
                  <a:pt x="101" y="241"/>
                </a:cubicBezTo>
                <a:cubicBezTo>
                  <a:pt x="103" y="238"/>
                  <a:pt x="101" y="234"/>
                  <a:pt x="100" y="230"/>
                </a:cubicBezTo>
                <a:cubicBezTo>
                  <a:pt x="100" y="228"/>
                  <a:pt x="100" y="225"/>
                  <a:pt x="101" y="224"/>
                </a:cubicBezTo>
                <a:cubicBezTo>
                  <a:pt x="102" y="224"/>
                  <a:pt x="102" y="224"/>
                  <a:pt x="103" y="223"/>
                </a:cubicBezTo>
                <a:cubicBezTo>
                  <a:pt x="104" y="222"/>
                  <a:pt x="104" y="221"/>
                  <a:pt x="104" y="220"/>
                </a:cubicBezTo>
                <a:cubicBezTo>
                  <a:pt x="105" y="216"/>
                  <a:pt x="105" y="213"/>
                  <a:pt x="106" y="209"/>
                </a:cubicBezTo>
                <a:cubicBezTo>
                  <a:pt x="106" y="209"/>
                  <a:pt x="106" y="209"/>
                  <a:pt x="107" y="208"/>
                </a:cubicBezTo>
                <a:cubicBezTo>
                  <a:pt x="107" y="208"/>
                  <a:pt x="108" y="208"/>
                  <a:pt x="108" y="207"/>
                </a:cubicBezTo>
                <a:cubicBezTo>
                  <a:pt x="109" y="206"/>
                  <a:pt x="109" y="205"/>
                  <a:pt x="110" y="205"/>
                </a:cubicBezTo>
                <a:cubicBezTo>
                  <a:pt x="110" y="205"/>
                  <a:pt x="110" y="205"/>
                  <a:pt x="110" y="205"/>
                </a:cubicBezTo>
                <a:cubicBezTo>
                  <a:pt x="111" y="205"/>
                  <a:pt x="111" y="204"/>
                  <a:pt x="111" y="204"/>
                </a:cubicBezTo>
                <a:cubicBezTo>
                  <a:pt x="112" y="202"/>
                  <a:pt x="112" y="201"/>
                  <a:pt x="114" y="200"/>
                </a:cubicBezTo>
                <a:cubicBezTo>
                  <a:pt x="114" y="200"/>
                  <a:pt x="114" y="200"/>
                  <a:pt x="114" y="200"/>
                </a:cubicBezTo>
                <a:cubicBezTo>
                  <a:pt x="114" y="200"/>
                  <a:pt x="115" y="200"/>
                  <a:pt x="115" y="199"/>
                </a:cubicBezTo>
                <a:cubicBezTo>
                  <a:pt x="115" y="199"/>
                  <a:pt x="115" y="198"/>
                  <a:pt x="116" y="197"/>
                </a:cubicBezTo>
                <a:cubicBezTo>
                  <a:pt x="115" y="196"/>
                  <a:pt x="116" y="194"/>
                  <a:pt x="117" y="192"/>
                </a:cubicBezTo>
                <a:cubicBezTo>
                  <a:pt x="118" y="192"/>
                  <a:pt x="118" y="192"/>
                  <a:pt x="118" y="191"/>
                </a:cubicBezTo>
                <a:cubicBezTo>
                  <a:pt x="118" y="191"/>
                  <a:pt x="118" y="190"/>
                  <a:pt x="118" y="190"/>
                </a:cubicBezTo>
                <a:cubicBezTo>
                  <a:pt x="119" y="189"/>
                  <a:pt x="120" y="188"/>
                  <a:pt x="121" y="187"/>
                </a:cubicBezTo>
                <a:cubicBezTo>
                  <a:pt x="120" y="187"/>
                  <a:pt x="120" y="185"/>
                  <a:pt x="120" y="184"/>
                </a:cubicBezTo>
                <a:cubicBezTo>
                  <a:pt x="121" y="183"/>
                  <a:pt x="122" y="183"/>
                  <a:pt x="123" y="184"/>
                </a:cubicBezTo>
                <a:cubicBezTo>
                  <a:pt x="124" y="184"/>
                  <a:pt x="124" y="184"/>
                  <a:pt x="125" y="184"/>
                </a:cubicBezTo>
                <a:cubicBezTo>
                  <a:pt x="125" y="184"/>
                  <a:pt x="125" y="184"/>
                  <a:pt x="125" y="184"/>
                </a:cubicBezTo>
                <a:cubicBezTo>
                  <a:pt x="127" y="183"/>
                  <a:pt x="128" y="183"/>
                  <a:pt x="129" y="182"/>
                </a:cubicBezTo>
                <a:cubicBezTo>
                  <a:pt x="130" y="182"/>
                  <a:pt x="130" y="181"/>
                  <a:pt x="130" y="181"/>
                </a:cubicBezTo>
                <a:cubicBezTo>
                  <a:pt x="130" y="180"/>
                  <a:pt x="130" y="180"/>
                  <a:pt x="130" y="179"/>
                </a:cubicBezTo>
                <a:cubicBezTo>
                  <a:pt x="129" y="177"/>
                  <a:pt x="127" y="175"/>
                  <a:pt x="126" y="173"/>
                </a:cubicBezTo>
                <a:cubicBezTo>
                  <a:pt x="125" y="171"/>
                  <a:pt x="125" y="169"/>
                  <a:pt x="126" y="167"/>
                </a:cubicBezTo>
                <a:cubicBezTo>
                  <a:pt x="127" y="166"/>
                  <a:pt x="128" y="165"/>
                  <a:pt x="128" y="164"/>
                </a:cubicBezTo>
                <a:cubicBezTo>
                  <a:pt x="128" y="163"/>
                  <a:pt x="128" y="162"/>
                  <a:pt x="128" y="161"/>
                </a:cubicBezTo>
                <a:cubicBezTo>
                  <a:pt x="127" y="158"/>
                  <a:pt x="126" y="156"/>
                  <a:pt x="125" y="153"/>
                </a:cubicBezTo>
                <a:cubicBezTo>
                  <a:pt x="125" y="152"/>
                  <a:pt x="125" y="151"/>
                  <a:pt x="125" y="151"/>
                </a:cubicBezTo>
                <a:cubicBezTo>
                  <a:pt x="125" y="150"/>
                  <a:pt x="125" y="149"/>
                  <a:pt x="126" y="149"/>
                </a:cubicBezTo>
                <a:cubicBezTo>
                  <a:pt x="126" y="148"/>
                  <a:pt x="126" y="146"/>
                  <a:pt x="127" y="145"/>
                </a:cubicBezTo>
                <a:cubicBezTo>
                  <a:pt x="127" y="145"/>
                  <a:pt x="128" y="145"/>
                  <a:pt x="128" y="145"/>
                </a:cubicBezTo>
                <a:cubicBezTo>
                  <a:pt x="129" y="144"/>
                  <a:pt x="129" y="144"/>
                  <a:pt x="129" y="144"/>
                </a:cubicBezTo>
                <a:cubicBezTo>
                  <a:pt x="129" y="142"/>
                  <a:pt x="126" y="140"/>
                  <a:pt x="125" y="138"/>
                </a:cubicBezTo>
                <a:cubicBezTo>
                  <a:pt x="125" y="137"/>
                  <a:pt x="126" y="135"/>
                  <a:pt x="127" y="134"/>
                </a:cubicBezTo>
                <a:cubicBezTo>
                  <a:pt x="127" y="134"/>
                  <a:pt x="128" y="134"/>
                  <a:pt x="128" y="133"/>
                </a:cubicBezTo>
                <a:cubicBezTo>
                  <a:pt x="128" y="133"/>
                  <a:pt x="128" y="133"/>
                  <a:pt x="128" y="132"/>
                </a:cubicBezTo>
                <a:cubicBezTo>
                  <a:pt x="128" y="132"/>
                  <a:pt x="129" y="132"/>
                  <a:pt x="129" y="132"/>
                </a:cubicBezTo>
                <a:cubicBezTo>
                  <a:pt x="130" y="132"/>
                  <a:pt x="130" y="131"/>
                  <a:pt x="131" y="130"/>
                </a:cubicBezTo>
                <a:cubicBezTo>
                  <a:pt x="131" y="130"/>
                  <a:pt x="132" y="130"/>
                  <a:pt x="132" y="130"/>
                </a:cubicBezTo>
                <a:cubicBezTo>
                  <a:pt x="134" y="129"/>
                  <a:pt x="135" y="129"/>
                  <a:pt x="136" y="128"/>
                </a:cubicBezTo>
                <a:cubicBezTo>
                  <a:pt x="139" y="127"/>
                  <a:pt x="142" y="125"/>
                  <a:pt x="146" y="124"/>
                </a:cubicBezTo>
                <a:cubicBezTo>
                  <a:pt x="146" y="124"/>
                  <a:pt x="146" y="123"/>
                  <a:pt x="147" y="123"/>
                </a:cubicBezTo>
                <a:cubicBezTo>
                  <a:pt x="147" y="123"/>
                  <a:pt x="147" y="122"/>
                  <a:pt x="147" y="122"/>
                </a:cubicBezTo>
                <a:cubicBezTo>
                  <a:pt x="149" y="116"/>
                  <a:pt x="151" y="110"/>
                  <a:pt x="153" y="104"/>
                </a:cubicBezTo>
                <a:lnTo>
                  <a:pt x="149" y="100"/>
                </a:lnTo>
                <a:close/>
                <a:moveTo>
                  <a:pt x="124" y="778"/>
                </a:moveTo>
                <a:cubicBezTo>
                  <a:pt x="123" y="778"/>
                  <a:pt x="121" y="778"/>
                  <a:pt x="120" y="778"/>
                </a:cubicBezTo>
                <a:cubicBezTo>
                  <a:pt x="119" y="778"/>
                  <a:pt x="119" y="779"/>
                  <a:pt x="118" y="780"/>
                </a:cubicBezTo>
                <a:cubicBezTo>
                  <a:pt x="117" y="780"/>
                  <a:pt x="115" y="780"/>
                  <a:pt x="115" y="780"/>
                </a:cubicBezTo>
                <a:cubicBezTo>
                  <a:pt x="114" y="780"/>
                  <a:pt x="112" y="777"/>
                  <a:pt x="112" y="777"/>
                </a:cubicBezTo>
                <a:cubicBezTo>
                  <a:pt x="112" y="776"/>
                  <a:pt x="112" y="775"/>
                  <a:pt x="111" y="774"/>
                </a:cubicBezTo>
                <a:cubicBezTo>
                  <a:pt x="110" y="773"/>
                  <a:pt x="109" y="774"/>
                  <a:pt x="108" y="775"/>
                </a:cubicBezTo>
                <a:cubicBezTo>
                  <a:pt x="107" y="775"/>
                  <a:pt x="108" y="777"/>
                  <a:pt x="107" y="778"/>
                </a:cubicBezTo>
                <a:cubicBezTo>
                  <a:pt x="107" y="779"/>
                  <a:pt x="106" y="781"/>
                  <a:pt x="105" y="782"/>
                </a:cubicBezTo>
                <a:cubicBezTo>
                  <a:pt x="104" y="783"/>
                  <a:pt x="104" y="783"/>
                  <a:pt x="103" y="784"/>
                </a:cubicBezTo>
                <a:cubicBezTo>
                  <a:pt x="102" y="785"/>
                  <a:pt x="102" y="785"/>
                  <a:pt x="101" y="785"/>
                </a:cubicBezTo>
                <a:cubicBezTo>
                  <a:pt x="100" y="784"/>
                  <a:pt x="99" y="783"/>
                  <a:pt x="98" y="782"/>
                </a:cubicBezTo>
                <a:cubicBezTo>
                  <a:pt x="98" y="782"/>
                  <a:pt x="98" y="782"/>
                  <a:pt x="98" y="782"/>
                </a:cubicBezTo>
                <a:cubicBezTo>
                  <a:pt x="98" y="782"/>
                  <a:pt x="97" y="782"/>
                  <a:pt x="97" y="782"/>
                </a:cubicBezTo>
                <a:cubicBezTo>
                  <a:pt x="96" y="782"/>
                  <a:pt x="95" y="782"/>
                  <a:pt x="94" y="782"/>
                </a:cubicBezTo>
                <a:cubicBezTo>
                  <a:pt x="93" y="782"/>
                  <a:pt x="93" y="782"/>
                  <a:pt x="93" y="782"/>
                </a:cubicBezTo>
                <a:cubicBezTo>
                  <a:pt x="93" y="783"/>
                  <a:pt x="93" y="783"/>
                  <a:pt x="94" y="783"/>
                </a:cubicBezTo>
                <a:cubicBezTo>
                  <a:pt x="94" y="783"/>
                  <a:pt x="94" y="783"/>
                  <a:pt x="95" y="783"/>
                </a:cubicBezTo>
                <a:cubicBezTo>
                  <a:pt x="95" y="783"/>
                  <a:pt x="95" y="783"/>
                  <a:pt x="95" y="783"/>
                </a:cubicBezTo>
                <a:cubicBezTo>
                  <a:pt x="95" y="784"/>
                  <a:pt x="95" y="784"/>
                  <a:pt x="95" y="784"/>
                </a:cubicBezTo>
                <a:cubicBezTo>
                  <a:pt x="95" y="785"/>
                  <a:pt x="96" y="785"/>
                  <a:pt x="96" y="785"/>
                </a:cubicBezTo>
                <a:cubicBezTo>
                  <a:pt x="96" y="785"/>
                  <a:pt x="96" y="786"/>
                  <a:pt x="96" y="786"/>
                </a:cubicBezTo>
                <a:cubicBezTo>
                  <a:pt x="96" y="786"/>
                  <a:pt x="97" y="786"/>
                  <a:pt x="97" y="786"/>
                </a:cubicBezTo>
                <a:cubicBezTo>
                  <a:pt x="98" y="786"/>
                  <a:pt x="98" y="787"/>
                  <a:pt x="98" y="787"/>
                </a:cubicBezTo>
                <a:cubicBezTo>
                  <a:pt x="98" y="788"/>
                  <a:pt x="98" y="789"/>
                  <a:pt x="98" y="789"/>
                </a:cubicBezTo>
                <a:cubicBezTo>
                  <a:pt x="98" y="789"/>
                  <a:pt x="97" y="789"/>
                  <a:pt x="97" y="790"/>
                </a:cubicBezTo>
                <a:cubicBezTo>
                  <a:pt x="97" y="790"/>
                  <a:pt x="96" y="791"/>
                  <a:pt x="96" y="791"/>
                </a:cubicBezTo>
                <a:cubicBezTo>
                  <a:pt x="95" y="791"/>
                  <a:pt x="95" y="791"/>
                  <a:pt x="95" y="790"/>
                </a:cubicBezTo>
                <a:cubicBezTo>
                  <a:pt x="94" y="790"/>
                  <a:pt x="94" y="789"/>
                  <a:pt x="94" y="789"/>
                </a:cubicBezTo>
                <a:cubicBezTo>
                  <a:pt x="94" y="789"/>
                  <a:pt x="94" y="789"/>
                  <a:pt x="94" y="789"/>
                </a:cubicBezTo>
                <a:cubicBezTo>
                  <a:pt x="94" y="788"/>
                  <a:pt x="94" y="789"/>
                  <a:pt x="93" y="789"/>
                </a:cubicBezTo>
                <a:cubicBezTo>
                  <a:pt x="92" y="790"/>
                  <a:pt x="93" y="792"/>
                  <a:pt x="93" y="794"/>
                </a:cubicBezTo>
                <a:cubicBezTo>
                  <a:pt x="93" y="794"/>
                  <a:pt x="93" y="794"/>
                  <a:pt x="93" y="795"/>
                </a:cubicBezTo>
                <a:cubicBezTo>
                  <a:pt x="92" y="795"/>
                  <a:pt x="92" y="796"/>
                  <a:pt x="92" y="797"/>
                </a:cubicBezTo>
                <a:cubicBezTo>
                  <a:pt x="93" y="797"/>
                  <a:pt x="92" y="798"/>
                  <a:pt x="92" y="799"/>
                </a:cubicBezTo>
                <a:cubicBezTo>
                  <a:pt x="92" y="800"/>
                  <a:pt x="93" y="801"/>
                  <a:pt x="94" y="801"/>
                </a:cubicBezTo>
                <a:cubicBezTo>
                  <a:pt x="94" y="801"/>
                  <a:pt x="94" y="801"/>
                  <a:pt x="95" y="801"/>
                </a:cubicBezTo>
                <a:cubicBezTo>
                  <a:pt x="96" y="801"/>
                  <a:pt x="96" y="802"/>
                  <a:pt x="96" y="803"/>
                </a:cubicBezTo>
                <a:cubicBezTo>
                  <a:pt x="96" y="803"/>
                  <a:pt x="97" y="803"/>
                  <a:pt x="97" y="803"/>
                </a:cubicBezTo>
                <a:cubicBezTo>
                  <a:pt x="97" y="804"/>
                  <a:pt x="98" y="803"/>
                  <a:pt x="98" y="803"/>
                </a:cubicBezTo>
                <a:cubicBezTo>
                  <a:pt x="100" y="801"/>
                  <a:pt x="104" y="800"/>
                  <a:pt x="107" y="800"/>
                </a:cubicBezTo>
                <a:cubicBezTo>
                  <a:pt x="109" y="800"/>
                  <a:pt x="110" y="800"/>
                  <a:pt x="111" y="800"/>
                </a:cubicBezTo>
                <a:cubicBezTo>
                  <a:pt x="111" y="801"/>
                  <a:pt x="111" y="801"/>
                  <a:pt x="112" y="801"/>
                </a:cubicBezTo>
                <a:cubicBezTo>
                  <a:pt x="112" y="801"/>
                  <a:pt x="112" y="802"/>
                  <a:pt x="112" y="802"/>
                </a:cubicBezTo>
                <a:cubicBezTo>
                  <a:pt x="112" y="804"/>
                  <a:pt x="110" y="806"/>
                  <a:pt x="109" y="807"/>
                </a:cubicBezTo>
                <a:cubicBezTo>
                  <a:pt x="107" y="808"/>
                  <a:pt x="105" y="808"/>
                  <a:pt x="103" y="809"/>
                </a:cubicBezTo>
                <a:cubicBezTo>
                  <a:pt x="102" y="809"/>
                  <a:pt x="102" y="809"/>
                  <a:pt x="102" y="809"/>
                </a:cubicBezTo>
                <a:cubicBezTo>
                  <a:pt x="101" y="810"/>
                  <a:pt x="101" y="810"/>
                  <a:pt x="101" y="810"/>
                </a:cubicBezTo>
                <a:cubicBezTo>
                  <a:pt x="100" y="811"/>
                  <a:pt x="99" y="810"/>
                  <a:pt x="98" y="811"/>
                </a:cubicBezTo>
                <a:cubicBezTo>
                  <a:pt x="97" y="811"/>
                  <a:pt x="97" y="813"/>
                  <a:pt x="97" y="814"/>
                </a:cubicBezTo>
                <a:cubicBezTo>
                  <a:pt x="98" y="816"/>
                  <a:pt x="98" y="819"/>
                  <a:pt x="100" y="821"/>
                </a:cubicBezTo>
                <a:cubicBezTo>
                  <a:pt x="102" y="824"/>
                  <a:pt x="106" y="825"/>
                  <a:pt x="109" y="827"/>
                </a:cubicBezTo>
                <a:cubicBezTo>
                  <a:pt x="113" y="828"/>
                  <a:pt x="116" y="830"/>
                  <a:pt x="118" y="833"/>
                </a:cubicBezTo>
                <a:cubicBezTo>
                  <a:pt x="117" y="833"/>
                  <a:pt x="116" y="834"/>
                  <a:pt x="115" y="835"/>
                </a:cubicBezTo>
                <a:cubicBezTo>
                  <a:pt x="114" y="836"/>
                  <a:pt x="113" y="837"/>
                  <a:pt x="112" y="838"/>
                </a:cubicBezTo>
                <a:cubicBezTo>
                  <a:pt x="112" y="838"/>
                  <a:pt x="111" y="839"/>
                  <a:pt x="111" y="838"/>
                </a:cubicBezTo>
                <a:cubicBezTo>
                  <a:pt x="111" y="838"/>
                  <a:pt x="111" y="838"/>
                  <a:pt x="111" y="838"/>
                </a:cubicBezTo>
                <a:cubicBezTo>
                  <a:pt x="111" y="837"/>
                  <a:pt x="111" y="836"/>
                  <a:pt x="112" y="836"/>
                </a:cubicBezTo>
                <a:cubicBezTo>
                  <a:pt x="113" y="835"/>
                  <a:pt x="113" y="834"/>
                  <a:pt x="113" y="833"/>
                </a:cubicBezTo>
                <a:cubicBezTo>
                  <a:pt x="114" y="833"/>
                  <a:pt x="113" y="832"/>
                  <a:pt x="113" y="831"/>
                </a:cubicBezTo>
                <a:cubicBezTo>
                  <a:pt x="112" y="831"/>
                  <a:pt x="112" y="831"/>
                  <a:pt x="112" y="831"/>
                </a:cubicBezTo>
                <a:cubicBezTo>
                  <a:pt x="111" y="831"/>
                  <a:pt x="111" y="830"/>
                  <a:pt x="110" y="830"/>
                </a:cubicBezTo>
                <a:cubicBezTo>
                  <a:pt x="110" y="830"/>
                  <a:pt x="109" y="829"/>
                  <a:pt x="109" y="830"/>
                </a:cubicBezTo>
                <a:cubicBezTo>
                  <a:pt x="108" y="830"/>
                  <a:pt x="108" y="832"/>
                  <a:pt x="107" y="832"/>
                </a:cubicBezTo>
                <a:cubicBezTo>
                  <a:pt x="106" y="832"/>
                  <a:pt x="107" y="831"/>
                  <a:pt x="107" y="830"/>
                </a:cubicBezTo>
                <a:cubicBezTo>
                  <a:pt x="106" y="830"/>
                  <a:pt x="106" y="829"/>
                  <a:pt x="106" y="829"/>
                </a:cubicBezTo>
                <a:cubicBezTo>
                  <a:pt x="105" y="828"/>
                  <a:pt x="105" y="828"/>
                  <a:pt x="104" y="827"/>
                </a:cubicBezTo>
                <a:cubicBezTo>
                  <a:pt x="104" y="827"/>
                  <a:pt x="104" y="827"/>
                  <a:pt x="103" y="827"/>
                </a:cubicBezTo>
                <a:cubicBezTo>
                  <a:pt x="103" y="827"/>
                  <a:pt x="103" y="827"/>
                  <a:pt x="103" y="828"/>
                </a:cubicBezTo>
                <a:cubicBezTo>
                  <a:pt x="103" y="830"/>
                  <a:pt x="105" y="832"/>
                  <a:pt x="105" y="834"/>
                </a:cubicBezTo>
                <a:cubicBezTo>
                  <a:pt x="105" y="834"/>
                  <a:pt x="104" y="834"/>
                  <a:pt x="103" y="833"/>
                </a:cubicBezTo>
                <a:cubicBezTo>
                  <a:pt x="103" y="832"/>
                  <a:pt x="102" y="832"/>
                  <a:pt x="102" y="831"/>
                </a:cubicBezTo>
                <a:cubicBezTo>
                  <a:pt x="102" y="830"/>
                  <a:pt x="101" y="829"/>
                  <a:pt x="101" y="828"/>
                </a:cubicBezTo>
                <a:cubicBezTo>
                  <a:pt x="100" y="827"/>
                  <a:pt x="100" y="827"/>
                  <a:pt x="100" y="827"/>
                </a:cubicBezTo>
                <a:cubicBezTo>
                  <a:pt x="99" y="826"/>
                  <a:pt x="98" y="826"/>
                  <a:pt x="98" y="827"/>
                </a:cubicBezTo>
                <a:cubicBezTo>
                  <a:pt x="97" y="828"/>
                  <a:pt x="97" y="829"/>
                  <a:pt x="98" y="829"/>
                </a:cubicBezTo>
                <a:cubicBezTo>
                  <a:pt x="98" y="829"/>
                  <a:pt x="98" y="829"/>
                  <a:pt x="98" y="830"/>
                </a:cubicBezTo>
                <a:cubicBezTo>
                  <a:pt x="99" y="830"/>
                  <a:pt x="98" y="831"/>
                  <a:pt x="98" y="832"/>
                </a:cubicBezTo>
                <a:cubicBezTo>
                  <a:pt x="97" y="830"/>
                  <a:pt x="95" y="829"/>
                  <a:pt x="94" y="828"/>
                </a:cubicBezTo>
                <a:cubicBezTo>
                  <a:pt x="92" y="827"/>
                  <a:pt x="91" y="827"/>
                  <a:pt x="90" y="826"/>
                </a:cubicBezTo>
                <a:cubicBezTo>
                  <a:pt x="90" y="825"/>
                  <a:pt x="91" y="825"/>
                  <a:pt x="92" y="826"/>
                </a:cubicBezTo>
                <a:cubicBezTo>
                  <a:pt x="93" y="826"/>
                  <a:pt x="93" y="827"/>
                  <a:pt x="94" y="827"/>
                </a:cubicBezTo>
                <a:cubicBezTo>
                  <a:pt x="95" y="828"/>
                  <a:pt x="96" y="827"/>
                  <a:pt x="96" y="827"/>
                </a:cubicBezTo>
                <a:cubicBezTo>
                  <a:pt x="96" y="826"/>
                  <a:pt x="96" y="825"/>
                  <a:pt x="96" y="825"/>
                </a:cubicBezTo>
                <a:cubicBezTo>
                  <a:pt x="95" y="825"/>
                  <a:pt x="95" y="824"/>
                  <a:pt x="94" y="824"/>
                </a:cubicBezTo>
                <a:cubicBezTo>
                  <a:pt x="94" y="824"/>
                  <a:pt x="93" y="824"/>
                  <a:pt x="93" y="824"/>
                </a:cubicBezTo>
                <a:cubicBezTo>
                  <a:pt x="93" y="823"/>
                  <a:pt x="93" y="823"/>
                  <a:pt x="93" y="823"/>
                </a:cubicBezTo>
                <a:cubicBezTo>
                  <a:pt x="93" y="823"/>
                  <a:pt x="94" y="823"/>
                  <a:pt x="94" y="823"/>
                </a:cubicBezTo>
                <a:cubicBezTo>
                  <a:pt x="94" y="823"/>
                  <a:pt x="95" y="823"/>
                  <a:pt x="95" y="822"/>
                </a:cubicBezTo>
                <a:cubicBezTo>
                  <a:pt x="95" y="822"/>
                  <a:pt x="95" y="821"/>
                  <a:pt x="95" y="821"/>
                </a:cubicBezTo>
                <a:cubicBezTo>
                  <a:pt x="94" y="821"/>
                  <a:pt x="93" y="821"/>
                  <a:pt x="92" y="821"/>
                </a:cubicBezTo>
                <a:cubicBezTo>
                  <a:pt x="92" y="821"/>
                  <a:pt x="91" y="822"/>
                  <a:pt x="91" y="821"/>
                </a:cubicBezTo>
                <a:cubicBezTo>
                  <a:pt x="90" y="821"/>
                  <a:pt x="90" y="821"/>
                  <a:pt x="90" y="821"/>
                </a:cubicBezTo>
                <a:cubicBezTo>
                  <a:pt x="90" y="820"/>
                  <a:pt x="89" y="819"/>
                  <a:pt x="89" y="818"/>
                </a:cubicBezTo>
                <a:cubicBezTo>
                  <a:pt x="89" y="818"/>
                  <a:pt x="89" y="817"/>
                  <a:pt x="89" y="817"/>
                </a:cubicBezTo>
                <a:cubicBezTo>
                  <a:pt x="89" y="817"/>
                  <a:pt x="90" y="817"/>
                  <a:pt x="90" y="817"/>
                </a:cubicBezTo>
                <a:cubicBezTo>
                  <a:pt x="90" y="817"/>
                  <a:pt x="90" y="817"/>
                  <a:pt x="91" y="818"/>
                </a:cubicBezTo>
                <a:cubicBezTo>
                  <a:pt x="91" y="819"/>
                  <a:pt x="92" y="819"/>
                  <a:pt x="93" y="820"/>
                </a:cubicBezTo>
                <a:cubicBezTo>
                  <a:pt x="93" y="820"/>
                  <a:pt x="94" y="820"/>
                  <a:pt x="94" y="820"/>
                </a:cubicBezTo>
                <a:cubicBezTo>
                  <a:pt x="94" y="820"/>
                  <a:pt x="94" y="820"/>
                  <a:pt x="94" y="819"/>
                </a:cubicBezTo>
                <a:cubicBezTo>
                  <a:pt x="94" y="818"/>
                  <a:pt x="92" y="817"/>
                  <a:pt x="93" y="815"/>
                </a:cubicBezTo>
                <a:cubicBezTo>
                  <a:pt x="93" y="814"/>
                  <a:pt x="93" y="813"/>
                  <a:pt x="93" y="813"/>
                </a:cubicBezTo>
                <a:cubicBezTo>
                  <a:pt x="93" y="813"/>
                  <a:pt x="92" y="813"/>
                  <a:pt x="92" y="812"/>
                </a:cubicBezTo>
                <a:cubicBezTo>
                  <a:pt x="92" y="812"/>
                  <a:pt x="92" y="811"/>
                  <a:pt x="92" y="811"/>
                </a:cubicBezTo>
                <a:cubicBezTo>
                  <a:pt x="92" y="810"/>
                  <a:pt x="92" y="809"/>
                  <a:pt x="92" y="808"/>
                </a:cubicBezTo>
                <a:cubicBezTo>
                  <a:pt x="92" y="807"/>
                  <a:pt x="92" y="807"/>
                  <a:pt x="92" y="807"/>
                </a:cubicBezTo>
                <a:cubicBezTo>
                  <a:pt x="91" y="806"/>
                  <a:pt x="91" y="806"/>
                  <a:pt x="91" y="807"/>
                </a:cubicBezTo>
                <a:cubicBezTo>
                  <a:pt x="90" y="807"/>
                  <a:pt x="90" y="807"/>
                  <a:pt x="90" y="808"/>
                </a:cubicBezTo>
                <a:cubicBezTo>
                  <a:pt x="90" y="808"/>
                  <a:pt x="90" y="808"/>
                  <a:pt x="89" y="809"/>
                </a:cubicBezTo>
                <a:cubicBezTo>
                  <a:pt x="88" y="810"/>
                  <a:pt x="88" y="811"/>
                  <a:pt x="89" y="813"/>
                </a:cubicBezTo>
                <a:cubicBezTo>
                  <a:pt x="89" y="813"/>
                  <a:pt x="89" y="813"/>
                  <a:pt x="89" y="814"/>
                </a:cubicBezTo>
                <a:cubicBezTo>
                  <a:pt x="89" y="814"/>
                  <a:pt x="88" y="814"/>
                  <a:pt x="88" y="814"/>
                </a:cubicBezTo>
                <a:cubicBezTo>
                  <a:pt x="87" y="814"/>
                  <a:pt x="86" y="814"/>
                  <a:pt x="85" y="814"/>
                </a:cubicBezTo>
                <a:cubicBezTo>
                  <a:pt x="85" y="817"/>
                  <a:pt x="85" y="820"/>
                  <a:pt x="86" y="823"/>
                </a:cubicBezTo>
                <a:cubicBezTo>
                  <a:pt x="85" y="823"/>
                  <a:pt x="85" y="823"/>
                  <a:pt x="85" y="823"/>
                </a:cubicBezTo>
                <a:cubicBezTo>
                  <a:pt x="84" y="824"/>
                  <a:pt x="85" y="826"/>
                  <a:pt x="86" y="827"/>
                </a:cubicBezTo>
                <a:cubicBezTo>
                  <a:pt x="87" y="828"/>
                  <a:pt x="89" y="828"/>
                  <a:pt x="90" y="828"/>
                </a:cubicBezTo>
                <a:cubicBezTo>
                  <a:pt x="91" y="828"/>
                  <a:pt x="91" y="828"/>
                  <a:pt x="91" y="828"/>
                </a:cubicBezTo>
                <a:cubicBezTo>
                  <a:pt x="92" y="828"/>
                  <a:pt x="92" y="829"/>
                  <a:pt x="92" y="830"/>
                </a:cubicBezTo>
                <a:cubicBezTo>
                  <a:pt x="92" y="831"/>
                  <a:pt x="94" y="833"/>
                  <a:pt x="95" y="833"/>
                </a:cubicBezTo>
                <a:cubicBezTo>
                  <a:pt x="96" y="834"/>
                  <a:pt x="97" y="834"/>
                  <a:pt x="97" y="835"/>
                </a:cubicBezTo>
                <a:cubicBezTo>
                  <a:pt x="96" y="835"/>
                  <a:pt x="96" y="835"/>
                  <a:pt x="96" y="835"/>
                </a:cubicBezTo>
                <a:cubicBezTo>
                  <a:pt x="96" y="835"/>
                  <a:pt x="95" y="835"/>
                  <a:pt x="95" y="836"/>
                </a:cubicBezTo>
                <a:cubicBezTo>
                  <a:pt x="93" y="834"/>
                  <a:pt x="89" y="831"/>
                  <a:pt x="89" y="831"/>
                </a:cubicBezTo>
                <a:cubicBezTo>
                  <a:pt x="89" y="831"/>
                  <a:pt x="89" y="831"/>
                  <a:pt x="89" y="831"/>
                </a:cubicBezTo>
                <a:cubicBezTo>
                  <a:pt x="90" y="831"/>
                  <a:pt x="90" y="830"/>
                  <a:pt x="90" y="830"/>
                </a:cubicBezTo>
                <a:cubicBezTo>
                  <a:pt x="90" y="829"/>
                  <a:pt x="90" y="829"/>
                  <a:pt x="90" y="829"/>
                </a:cubicBezTo>
                <a:cubicBezTo>
                  <a:pt x="89" y="829"/>
                  <a:pt x="89" y="829"/>
                  <a:pt x="89" y="829"/>
                </a:cubicBezTo>
                <a:cubicBezTo>
                  <a:pt x="88" y="830"/>
                  <a:pt x="87" y="829"/>
                  <a:pt x="87" y="829"/>
                </a:cubicBezTo>
                <a:cubicBezTo>
                  <a:pt x="87" y="829"/>
                  <a:pt x="86" y="828"/>
                  <a:pt x="86" y="828"/>
                </a:cubicBezTo>
                <a:cubicBezTo>
                  <a:pt x="86" y="828"/>
                  <a:pt x="85" y="828"/>
                  <a:pt x="85" y="829"/>
                </a:cubicBezTo>
                <a:cubicBezTo>
                  <a:pt x="85" y="829"/>
                  <a:pt x="85" y="830"/>
                  <a:pt x="84" y="830"/>
                </a:cubicBezTo>
                <a:cubicBezTo>
                  <a:pt x="84" y="831"/>
                  <a:pt x="84" y="831"/>
                  <a:pt x="84" y="831"/>
                </a:cubicBezTo>
                <a:cubicBezTo>
                  <a:pt x="83" y="831"/>
                  <a:pt x="83" y="832"/>
                  <a:pt x="84" y="832"/>
                </a:cubicBezTo>
                <a:cubicBezTo>
                  <a:pt x="83" y="833"/>
                  <a:pt x="83" y="833"/>
                  <a:pt x="82" y="833"/>
                </a:cubicBezTo>
                <a:cubicBezTo>
                  <a:pt x="82" y="833"/>
                  <a:pt x="82" y="833"/>
                  <a:pt x="81" y="833"/>
                </a:cubicBezTo>
                <a:cubicBezTo>
                  <a:pt x="81" y="833"/>
                  <a:pt x="80" y="833"/>
                  <a:pt x="80" y="833"/>
                </a:cubicBezTo>
                <a:cubicBezTo>
                  <a:pt x="80" y="832"/>
                  <a:pt x="80" y="832"/>
                  <a:pt x="80" y="832"/>
                </a:cubicBezTo>
                <a:cubicBezTo>
                  <a:pt x="80" y="832"/>
                  <a:pt x="79" y="832"/>
                  <a:pt x="79" y="832"/>
                </a:cubicBezTo>
                <a:cubicBezTo>
                  <a:pt x="79" y="831"/>
                  <a:pt x="78" y="831"/>
                  <a:pt x="78" y="831"/>
                </a:cubicBezTo>
                <a:cubicBezTo>
                  <a:pt x="78" y="830"/>
                  <a:pt x="77" y="830"/>
                  <a:pt x="77" y="830"/>
                </a:cubicBezTo>
                <a:cubicBezTo>
                  <a:pt x="76" y="830"/>
                  <a:pt x="76" y="831"/>
                  <a:pt x="75" y="831"/>
                </a:cubicBezTo>
                <a:cubicBezTo>
                  <a:pt x="75" y="831"/>
                  <a:pt x="75" y="831"/>
                  <a:pt x="75" y="831"/>
                </a:cubicBezTo>
                <a:cubicBezTo>
                  <a:pt x="74" y="831"/>
                  <a:pt x="74" y="831"/>
                  <a:pt x="74" y="831"/>
                </a:cubicBezTo>
                <a:cubicBezTo>
                  <a:pt x="73" y="831"/>
                  <a:pt x="73" y="831"/>
                  <a:pt x="73" y="831"/>
                </a:cubicBezTo>
                <a:cubicBezTo>
                  <a:pt x="72" y="831"/>
                  <a:pt x="72" y="831"/>
                  <a:pt x="71" y="832"/>
                </a:cubicBezTo>
                <a:cubicBezTo>
                  <a:pt x="71" y="832"/>
                  <a:pt x="71" y="832"/>
                  <a:pt x="70" y="831"/>
                </a:cubicBezTo>
                <a:cubicBezTo>
                  <a:pt x="70" y="831"/>
                  <a:pt x="70" y="831"/>
                  <a:pt x="69" y="831"/>
                </a:cubicBezTo>
                <a:cubicBezTo>
                  <a:pt x="69" y="831"/>
                  <a:pt x="69" y="831"/>
                  <a:pt x="69" y="831"/>
                </a:cubicBezTo>
                <a:cubicBezTo>
                  <a:pt x="69" y="831"/>
                  <a:pt x="69" y="831"/>
                  <a:pt x="69" y="831"/>
                </a:cubicBezTo>
                <a:cubicBezTo>
                  <a:pt x="69" y="832"/>
                  <a:pt x="70" y="833"/>
                  <a:pt x="70" y="833"/>
                </a:cubicBezTo>
                <a:cubicBezTo>
                  <a:pt x="70" y="833"/>
                  <a:pt x="70" y="833"/>
                  <a:pt x="71" y="834"/>
                </a:cubicBezTo>
                <a:cubicBezTo>
                  <a:pt x="71" y="834"/>
                  <a:pt x="70" y="834"/>
                  <a:pt x="70" y="835"/>
                </a:cubicBezTo>
                <a:cubicBezTo>
                  <a:pt x="69" y="835"/>
                  <a:pt x="69" y="835"/>
                  <a:pt x="69" y="835"/>
                </a:cubicBezTo>
                <a:cubicBezTo>
                  <a:pt x="69" y="835"/>
                  <a:pt x="68" y="835"/>
                  <a:pt x="68" y="834"/>
                </a:cubicBezTo>
                <a:cubicBezTo>
                  <a:pt x="68" y="834"/>
                  <a:pt x="67" y="833"/>
                  <a:pt x="67" y="833"/>
                </a:cubicBezTo>
                <a:cubicBezTo>
                  <a:pt x="66" y="833"/>
                  <a:pt x="65" y="833"/>
                  <a:pt x="65" y="834"/>
                </a:cubicBezTo>
                <a:cubicBezTo>
                  <a:pt x="65" y="834"/>
                  <a:pt x="65" y="834"/>
                  <a:pt x="65" y="834"/>
                </a:cubicBezTo>
                <a:cubicBezTo>
                  <a:pt x="65" y="834"/>
                  <a:pt x="65" y="834"/>
                  <a:pt x="65" y="834"/>
                </a:cubicBezTo>
                <a:cubicBezTo>
                  <a:pt x="66" y="834"/>
                  <a:pt x="66" y="835"/>
                  <a:pt x="66" y="835"/>
                </a:cubicBezTo>
                <a:cubicBezTo>
                  <a:pt x="66" y="835"/>
                  <a:pt x="66" y="836"/>
                  <a:pt x="66" y="836"/>
                </a:cubicBezTo>
                <a:cubicBezTo>
                  <a:pt x="66" y="836"/>
                  <a:pt x="65" y="837"/>
                  <a:pt x="66" y="837"/>
                </a:cubicBezTo>
                <a:cubicBezTo>
                  <a:pt x="66" y="837"/>
                  <a:pt x="66" y="837"/>
                  <a:pt x="66" y="837"/>
                </a:cubicBezTo>
                <a:cubicBezTo>
                  <a:pt x="66" y="838"/>
                  <a:pt x="67" y="838"/>
                  <a:pt x="68" y="838"/>
                </a:cubicBezTo>
                <a:cubicBezTo>
                  <a:pt x="69" y="838"/>
                  <a:pt x="70" y="837"/>
                  <a:pt x="71" y="837"/>
                </a:cubicBezTo>
                <a:cubicBezTo>
                  <a:pt x="71" y="837"/>
                  <a:pt x="71" y="837"/>
                  <a:pt x="72" y="837"/>
                </a:cubicBezTo>
                <a:cubicBezTo>
                  <a:pt x="72" y="837"/>
                  <a:pt x="72" y="837"/>
                  <a:pt x="72" y="837"/>
                </a:cubicBezTo>
                <a:cubicBezTo>
                  <a:pt x="72" y="838"/>
                  <a:pt x="73" y="838"/>
                  <a:pt x="73" y="838"/>
                </a:cubicBezTo>
                <a:cubicBezTo>
                  <a:pt x="73" y="838"/>
                  <a:pt x="73" y="838"/>
                  <a:pt x="74" y="838"/>
                </a:cubicBezTo>
                <a:cubicBezTo>
                  <a:pt x="74" y="838"/>
                  <a:pt x="74" y="838"/>
                  <a:pt x="74" y="838"/>
                </a:cubicBezTo>
                <a:cubicBezTo>
                  <a:pt x="74" y="839"/>
                  <a:pt x="74" y="839"/>
                  <a:pt x="74" y="839"/>
                </a:cubicBezTo>
                <a:cubicBezTo>
                  <a:pt x="75" y="839"/>
                  <a:pt x="75" y="839"/>
                  <a:pt x="76" y="838"/>
                </a:cubicBezTo>
                <a:cubicBezTo>
                  <a:pt x="76" y="837"/>
                  <a:pt x="76" y="836"/>
                  <a:pt x="77" y="836"/>
                </a:cubicBezTo>
                <a:cubicBezTo>
                  <a:pt x="77" y="836"/>
                  <a:pt x="77" y="836"/>
                  <a:pt x="78" y="836"/>
                </a:cubicBezTo>
                <a:cubicBezTo>
                  <a:pt x="78" y="836"/>
                  <a:pt x="78" y="836"/>
                  <a:pt x="78" y="836"/>
                </a:cubicBezTo>
                <a:cubicBezTo>
                  <a:pt x="78" y="837"/>
                  <a:pt x="78" y="837"/>
                  <a:pt x="78" y="837"/>
                </a:cubicBezTo>
                <a:cubicBezTo>
                  <a:pt x="78" y="838"/>
                  <a:pt x="78" y="838"/>
                  <a:pt x="78" y="838"/>
                </a:cubicBezTo>
                <a:cubicBezTo>
                  <a:pt x="78" y="839"/>
                  <a:pt x="78" y="839"/>
                  <a:pt x="78" y="839"/>
                </a:cubicBezTo>
                <a:cubicBezTo>
                  <a:pt x="78" y="839"/>
                  <a:pt x="79" y="839"/>
                  <a:pt x="79" y="839"/>
                </a:cubicBezTo>
                <a:cubicBezTo>
                  <a:pt x="80" y="838"/>
                  <a:pt x="81" y="838"/>
                  <a:pt x="83" y="838"/>
                </a:cubicBezTo>
                <a:cubicBezTo>
                  <a:pt x="83" y="839"/>
                  <a:pt x="82" y="840"/>
                  <a:pt x="82" y="841"/>
                </a:cubicBezTo>
                <a:cubicBezTo>
                  <a:pt x="82" y="841"/>
                  <a:pt x="82" y="841"/>
                  <a:pt x="82" y="841"/>
                </a:cubicBezTo>
                <a:cubicBezTo>
                  <a:pt x="82" y="842"/>
                  <a:pt x="83" y="842"/>
                  <a:pt x="83" y="841"/>
                </a:cubicBezTo>
                <a:cubicBezTo>
                  <a:pt x="83" y="841"/>
                  <a:pt x="83" y="841"/>
                  <a:pt x="84" y="840"/>
                </a:cubicBezTo>
                <a:cubicBezTo>
                  <a:pt x="84" y="840"/>
                  <a:pt x="84" y="839"/>
                  <a:pt x="84" y="839"/>
                </a:cubicBezTo>
                <a:cubicBezTo>
                  <a:pt x="85" y="839"/>
                  <a:pt x="85" y="840"/>
                  <a:pt x="85" y="840"/>
                </a:cubicBezTo>
                <a:cubicBezTo>
                  <a:pt x="85" y="840"/>
                  <a:pt x="85" y="840"/>
                  <a:pt x="84" y="841"/>
                </a:cubicBezTo>
                <a:cubicBezTo>
                  <a:pt x="84" y="841"/>
                  <a:pt x="85" y="841"/>
                  <a:pt x="85" y="841"/>
                </a:cubicBezTo>
                <a:cubicBezTo>
                  <a:pt x="85" y="842"/>
                  <a:pt x="86" y="842"/>
                  <a:pt x="86" y="842"/>
                </a:cubicBezTo>
                <a:cubicBezTo>
                  <a:pt x="86" y="842"/>
                  <a:pt x="86" y="843"/>
                  <a:pt x="86" y="843"/>
                </a:cubicBezTo>
                <a:cubicBezTo>
                  <a:pt x="86" y="843"/>
                  <a:pt x="87" y="843"/>
                  <a:pt x="87" y="844"/>
                </a:cubicBezTo>
                <a:cubicBezTo>
                  <a:pt x="87" y="844"/>
                  <a:pt x="87" y="844"/>
                  <a:pt x="88" y="845"/>
                </a:cubicBezTo>
                <a:cubicBezTo>
                  <a:pt x="88" y="845"/>
                  <a:pt x="88" y="845"/>
                  <a:pt x="89" y="845"/>
                </a:cubicBezTo>
                <a:cubicBezTo>
                  <a:pt x="89" y="845"/>
                  <a:pt x="90" y="845"/>
                  <a:pt x="90" y="846"/>
                </a:cubicBezTo>
                <a:cubicBezTo>
                  <a:pt x="91" y="846"/>
                  <a:pt x="91" y="846"/>
                  <a:pt x="92" y="846"/>
                </a:cubicBezTo>
                <a:cubicBezTo>
                  <a:pt x="92" y="846"/>
                  <a:pt x="93" y="845"/>
                  <a:pt x="93" y="845"/>
                </a:cubicBezTo>
                <a:cubicBezTo>
                  <a:pt x="93" y="845"/>
                  <a:pt x="93" y="845"/>
                  <a:pt x="93" y="844"/>
                </a:cubicBezTo>
                <a:cubicBezTo>
                  <a:pt x="93" y="844"/>
                  <a:pt x="94" y="844"/>
                  <a:pt x="94" y="844"/>
                </a:cubicBezTo>
                <a:cubicBezTo>
                  <a:pt x="94" y="844"/>
                  <a:pt x="94" y="844"/>
                  <a:pt x="95" y="844"/>
                </a:cubicBezTo>
                <a:cubicBezTo>
                  <a:pt x="95" y="845"/>
                  <a:pt x="96" y="845"/>
                  <a:pt x="97" y="845"/>
                </a:cubicBezTo>
                <a:cubicBezTo>
                  <a:pt x="98" y="845"/>
                  <a:pt x="98" y="845"/>
                  <a:pt x="99" y="845"/>
                </a:cubicBezTo>
                <a:cubicBezTo>
                  <a:pt x="99" y="845"/>
                  <a:pt x="100" y="845"/>
                  <a:pt x="100" y="844"/>
                </a:cubicBezTo>
                <a:cubicBezTo>
                  <a:pt x="100" y="844"/>
                  <a:pt x="100" y="841"/>
                  <a:pt x="100" y="841"/>
                </a:cubicBezTo>
                <a:cubicBezTo>
                  <a:pt x="101" y="840"/>
                  <a:pt x="101" y="841"/>
                  <a:pt x="101" y="841"/>
                </a:cubicBezTo>
                <a:cubicBezTo>
                  <a:pt x="101" y="841"/>
                  <a:pt x="102" y="844"/>
                  <a:pt x="102" y="844"/>
                </a:cubicBezTo>
                <a:cubicBezTo>
                  <a:pt x="102" y="844"/>
                  <a:pt x="104" y="844"/>
                  <a:pt x="104" y="844"/>
                </a:cubicBezTo>
                <a:cubicBezTo>
                  <a:pt x="106" y="843"/>
                  <a:pt x="106" y="843"/>
                  <a:pt x="106" y="843"/>
                </a:cubicBezTo>
                <a:cubicBezTo>
                  <a:pt x="106" y="843"/>
                  <a:pt x="107" y="845"/>
                  <a:pt x="108" y="845"/>
                </a:cubicBezTo>
                <a:cubicBezTo>
                  <a:pt x="108" y="845"/>
                  <a:pt x="111" y="845"/>
                  <a:pt x="111" y="846"/>
                </a:cubicBezTo>
                <a:cubicBezTo>
                  <a:pt x="112" y="846"/>
                  <a:pt x="116" y="848"/>
                  <a:pt x="117" y="848"/>
                </a:cubicBezTo>
                <a:cubicBezTo>
                  <a:pt x="117" y="848"/>
                  <a:pt x="121" y="847"/>
                  <a:pt x="121" y="847"/>
                </a:cubicBezTo>
                <a:cubicBezTo>
                  <a:pt x="122" y="847"/>
                  <a:pt x="123" y="846"/>
                  <a:pt x="123" y="846"/>
                </a:cubicBezTo>
                <a:cubicBezTo>
                  <a:pt x="123" y="846"/>
                  <a:pt x="122" y="845"/>
                  <a:pt x="122" y="844"/>
                </a:cubicBezTo>
                <a:cubicBezTo>
                  <a:pt x="122" y="844"/>
                  <a:pt x="123" y="844"/>
                  <a:pt x="123" y="844"/>
                </a:cubicBezTo>
                <a:cubicBezTo>
                  <a:pt x="124" y="846"/>
                  <a:pt x="124" y="846"/>
                  <a:pt x="124" y="846"/>
                </a:cubicBezTo>
                <a:cubicBezTo>
                  <a:pt x="124" y="846"/>
                  <a:pt x="124" y="845"/>
                  <a:pt x="124" y="845"/>
                </a:cubicBezTo>
                <a:cubicBezTo>
                  <a:pt x="124" y="779"/>
                  <a:pt x="124" y="779"/>
                  <a:pt x="124" y="779"/>
                </a:cubicBezTo>
                <a:cubicBezTo>
                  <a:pt x="124" y="778"/>
                  <a:pt x="124" y="778"/>
                  <a:pt x="124" y="778"/>
                </a:cubicBezTo>
                <a:close/>
                <a:moveTo>
                  <a:pt x="143" y="855"/>
                </a:moveTo>
                <a:cubicBezTo>
                  <a:pt x="143" y="855"/>
                  <a:pt x="144" y="855"/>
                  <a:pt x="144" y="855"/>
                </a:cubicBezTo>
                <a:cubicBezTo>
                  <a:pt x="145" y="855"/>
                  <a:pt x="145" y="855"/>
                  <a:pt x="145" y="855"/>
                </a:cubicBezTo>
                <a:cubicBezTo>
                  <a:pt x="146" y="856"/>
                  <a:pt x="146" y="857"/>
                  <a:pt x="145" y="857"/>
                </a:cubicBezTo>
                <a:cubicBezTo>
                  <a:pt x="145" y="857"/>
                  <a:pt x="145" y="857"/>
                  <a:pt x="145" y="857"/>
                </a:cubicBezTo>
                <a:cubicBezTo>
                  <a:pt x="144" y="857"/>
                  <a:pt x="144" y="858"/>
                  <a:pt x="144" y="858"/>
                </a:cubicBezTo>
                <a:cubicBezTo>
                  <a:pt x="145" y="858"/>
                  <a:pt x="145" y="858"/>
                  <a:pt x="145" y="858"/>
                </a:cubicBezTo>
                <a:cubicBezTo>
                  <a:pt x="145" y="858"/>
                  <a:pt x="145" y="858"/>
                  <a:pt x="146" y="859"/>
                </a:cubicBezTo>
                <a:cubicBezTo>
                  <a:pt x="146" y="859"/>
                  <a:pt x="146" y="859"/>
                  <a:pt x="146" y="859"/>
                </a:cubicBezTo>
                <a:cubicBezTo>
                  <a:pt x="147" y="859"/>
                  <a:pt x="148" y="859"/>
                  <a:pt x="148" y="859"/>
                </a:cubicBezTo>
                <a:cubicBezTo>
                  <a:pt x="149" y="859"/>
                  <a:pt x="149" y="859"/>
                  <a:pt x="149" y="859"/>
                </a:cubicBezTo>
                <a:cubicBezTo>
                  <a:pt x="150" y="858"/>
                  <a:pt x="150" y="858"/>
                  <a:pt x="150" y="857"/>
                </a:cubicBezTo>
                <a:cubicBezTo>
                  <a:pt x="150" y="856"/>
                  <a:pt x="151" y="856"/>
                  <a:pt x="152" y="855"/>
                </a:cubicBezTo>
                <a:cubicBezTo>
                  <a:pt x="152" y="855"/>
                  <a:pt x="152" y="854"/>
                  <a:pt x="152" y="854"/>
                </a:cubicBezTo>
                <a:cubicBezTo>
                  <a:pt x="152" y="851"/>
                  <a:pt x="151" y="849"/>
                  <a:pt x="149" y="848"/>
                </a:cubicBezTo>
                <a:cubicBezTo>
                  <a:pt x="146" y="847"/>
                  <a:pt x="143" y="848"/>
                  <a:pt x="140" y="847"/>
                </a:cubicBezTo>
                <a:cubicBezTo>
                  <a:pt x="140" y="847"/>
                  <a:pt x="140" y="847"/>
                  <a:pt x="140" y="847"/>
                </a:cubicBezTo>
                <a:cubicBezTo>
                  <a:pt x="139" y="847"/>
                  <a:pt x="139" y="847"/>
                  <a:pt x="138" y="847"/>
                </a:cubicBezTo>
                <a:cubicBezTo>
                  <a:pt x="137" y="846"/>
                  <a:pt x="136" y="846"/>
                  <a:pt x="136" y="846"/>
                </a:cubicBezTo>
                <a:cubicBezTo>
                  <a:pt x="135" y="846"/>
                  <a:pt x="134" y="846"/>
                  <a:pt x="133" y="846"/>
                </a:cubicBezTo>
                <a:cubicBezTo>
                  <a:pt x="133" y="847"/>
                  <a:pt x="133" y="847"/>
                  <a:pt x="132" y="847"/>
                </a:cubicBezTo>
                <a:cubicBezTo>
                  <a:pt x="132" y="847"/>
                  <a:pt x="131" y="847"/>
                  <a:pt x="131" y="847"/>
                </a:cubicBezTo>
                <a:cubicBezTo>
                  <a:pt x="130" y="847"/>
                  <a:pt x="130" y="848"/>
                  <a:pt x="130" y="848"/>
                </a:cubicBezTo>
                <a:cubicBezTo>
                  <a:pt x="131" y="849"/>
                  <a:pt x="131" y="849"/>
                  <a:pt x="132" y="849"/>
                </a:cubicBezTo>
                <a:cubicBezTo>
                  <a:pt x="132" y="850"/>
                  <a:pt x="133" y="850"/>
                  <a:pt x="133" y="851"/>
                </a:cubicBezTo>
                <a:cubicBezTo>
                  <a:pt x="133" y="852"/>
                  <a:pt x="133" y="852"/>
                  <a:pt x="133" y="853"/>
                </a:cubicBezTo>
                <a:cubicBezTo>
                  <a:pt x="133" y="854"/>
                  <a:pt x="133" y="854"/>
                  <a:pt x="133" y="855"/>
                </a:cubicBezTo>
                <a:cubicBezTo>
                  <a:pt x="133" y="855"/>
                  <a:pt x="134" y="855"/>
                  <a:pt x="134" y="856"/>
                </a:cubicBezTo>
                <a:cubicBezTo>
                  <a:pt x="135" y="856"/>
                  <a:pt x="135" y="857"/>
                  <a:pt x="136" y="857"/>
                </a:cubicBezTo>
                <a:cubicBezTo>
                  <a:pt x="136" y="857"/>
                  <a:pt x="136" y="856"/>
                  <a:pt x="136" y="856"/>
                </a:cubicBezTo>
                <a:cubicBezTo>
                  <a:pt x="136" y="856"/>
                  <a:pt x="136" y="856"/>
                  <a:pt x="136" y="855"/>
                </a:cubicBezTo>
                <a:cubicBezTo>
                  <a:pt x="137" y="855"/>
                  <a:pt x="137" y="855"/>
                  <a:pt x="137" y="855"/>
                </a:cubicBezTo>
                <a:cubicBezTo>
                  <a:pt x="137" y="855"/>
                  <a:pt x="138" y="855"/>
                  <a:pt x="138" y="855"/>
                </a:cubicBezTo>
                <a:cubicBezTo>
                  <a:pt x="138" y="855"/>
                  <a:pt x="139" y="855"/>
                  <a:pt x="139" y="856"/>
                </a:cubicBezTo>
                <a:cubicBezTo>
                  <a:pt x="140" y="856"/>
                  <a:pt x="140" y="856"/>
                  <a:pt x="141" y="857"/>
                </a:cubicBezTo>
                <a:cubicBezTo>
                  <a:pt x="141" y="857"/>
                  <a:pt x="142" y="857"/>
                  <a:pt x="142" y="857"/>
                </a:cubicBezTo>
                <a:cubicBezTo>
                  <a:pt x="143" y="856"/>
                  <a:pt x="142" y="856"/>
                  <a:pt x="143" y="855"/>
                </a:cubicBezTo>
                <a:close/>
                <a:moveTo>
                  <a:pt x="152" y="858"/>
                </a:moveTo>
                <a:cubicBezTo>
                  <a:pt x="152" y="858"/>
                  <a:pt x="152" y="858"/>
                  <a:pt x="152" y="858"/>
                </a:cubicBezTo>
                <a:cubicBezTo>
                  <a:pt x="152" y="858"/>
                  <a:pt x="152" y="859"/>
                  <a:pt x="152" y="859"/>
                </a:cubicBezTo>
                <a:cubicBezTo>
                  <a:pt x="152" y="859"/>
                  <a:pt x="152" y="859"/>
                  <a:pt x="152" y="859"/>
                </a:cubicBezTo>
                <a:cubicBezTo>
                  <a:pt x="152" y="859"/>
                  <a:pt x="153" y="859"/>
                  <a:pt x="153" y="859"/>
                </a:cubicBezTo>
                <a:cubicBezTo>
                  <a:pt x="153" y="860"/>
                  <a:pt x="154" y="860"/>
                  <a:pt x="155" y="860"/>
                </a:cubicBezTo>
                <a:cubicBezTo>
                  <a:pt x="155" y="860"/>
                  <a:pt x="155" y="860"/>
                  <a:pt x="155" y="860"/>
                </a:cubicBezTo>
                <a:cubicBezTo>
                  <a:pt x="155" y="860"/>
                  <a:pt x="155" y="859"/>
                  <a:pt x="155" y="859"/>
                </a:cubicBezTo>
                <a:cubicBezTo>
                  <a:pt x="155" y="858"/>
                  <a:pt x="155" y="857"/>
                  <a:pt x="155" y="856"/>
                </a:cubicBezTo>
                <a:cubicBezTo>
                  <a:pt x="155" y="856"/>
                  <a:pt x="155" y="856"/>
                  <a:pt x="155" y="856"/>
                </a:cubicBezTo>
                <a:cubicBezTo>
                  <a:pt x="155" y="856"/>
                  <a:pt x="155" y="856"/>
                  <a:pt x="155" y="856"/>
                </a:cubicBezTo>
                <a:cubicBezTo>
                  <a:pt x="154" y="856"/>
                  <a:pt x="154" y="856"/>
                  <a:pt x="154" y="856"/>
                </a:cubicBezTo>
                <a:cubicBezTo>
                  <a:pt x="154" y="856"/>
                  <a:pt x="154" y="856"/>
                  <a:pt x="153" y="856"/>
                </a:cubicBezTo>
                <a:cubicBezTo>
                  <a:pt x="153" y="856"/>
                  <a:pt x="153" y="856"/>
                  <a:pt x="153" y="857"/>
                </a:cubicBezTo>
                <a:cubicBezTo>
                  <a:pt x="152" y="857"/>
                  <a:pt x="152" y="857"/>
                  <a:pt x="152" y="858"/>
                </a:cubicBezTo>
                <a:close/>
                <a:moveTo>
                  <a:pt x="160" y="855"/>
                </a:moveTo>
                <a:cubicBezTo>
                  <a:pt x="160" y="855"/>
                  <a:pt x="159" y="856"/>
                  <a:pt x="159" y="856"/>
                </a:cubicBezTo>
                <a:cubicBezTo>
                  <a:pt x="159" y="856"/>
                  <a:pt x="159" y="857"/>
                  <a:pt x="159" y="858"/>
                </a:cubicBezTo>
                <a:cubicBezTo>
                  <a:pt x="159" y="858"/>
                  <a:pt x="159" y="858"/>
                  <a:pt x="159" y="858"/>
                </a:cubicBezTo>
                <a:cubicBezTo>
                  <a:pt x="159" y="858"/>
                  <a:pt x="159" y="858"/>
                  <a:pt x="159" y="858"/>
                </a:cubicBezTo>
                <a:cubicBezTo>
                  <a:pt x="160" y="858"/>
                  <a:pt x="160" y="858"/>
                  <a:pt x="160" y="858"/>
                </a:cubicBezTo>
                <a:cubicBezTo>
                  <a:pt x="161" y="858"/>
                  <a:pt x="161" y="857"/>
                  <a:pt x="161" y="857"/>
                </a:cubicBezTo>
                <a:cubicBezTo>
                  <a:pt x="161" y="857"/>
                  <a:pt x="161" y="857"/>
                  <a:pt x="162" y="857"/>
                </a:cubicBezTo>
                <a:cubicBezTo>
                  <a:pt x="162" y="857"/>
                  <a:pt x="162" y="856"/>
                  <a:pt x="162" y="856"/>
                </a:cubicBezTo>
                <a:cubicBezTo>
                  <a:pt x="162" y="856"/>
                  <a:pt x="162" y="856"/>
                  <a:pt x="162" y="856"/>
                </a:cubicBezTo>
                <a:cubicBezTo>
                  <a:pt x="162" y="855"/>
                  <a:pt x="162" y="855"/>
                  <a:pt x="162" y="855"/>
                </a:cubicBezTo>
                <a:cubicBezTo>
                  <a:pt x="161" y="855"/>
                  <a:pt x="161" y="855"/>
                  <a:pt x="161" y="855"/>
                </a:cubicBezTo>
                <a:cubicBezTo>
                  <a:pt x="161" y="855"/>
                  <a:pt x="160" y="855"/>
                  <a:pt x="160" y="855"/>
                </a:cubicBezTo>
                <a:cubicBezTo>
                  <a:pt x="160" y="855"/>
                  <a:pt x="160" y="855"/>
                  <a:pt x="160" y="855"/>
                </a:cubicBezTo>
                <a:close/>
                <a:moveTo>
                  <a:pt x="103" y="852"/>
                </a:moveTo>
                <a:cubicBezTo>
                  <a:pt x="102" y="852"/>
                  <a:pt x="102" y="852"/>
                  <a:pt x="101" y="852"/>
                </a:cubicBezTo>
                <a:cubicBezTo>
                  <a:pt x="101" y="852"/>
                  <a:pt x="101" y="853"/>
                  <a:pt x="101" y="853"/>
                </a:cubicBezTo>
                <a:cubicBezTo>
                  <a:pt x="101" y="854"/>
                  <a:pt x="100" y="854"/>
                  <a:pt x="100" y="854"/>
                </a:cubicBezTo>
                <a:cubicBezTo>
                  <a:pt x="100" y="854"/>
                  <a:pt x="100" y="854"/>
                  <a:pt x="100" y="854"/>
                </a:cubicBezTo>
                <a:cubicBezTo>
                  <a:pt x="100" y="855"/>
                  <a:pt x="100" y="855"/>
                  <a:pt x="100" y="855"/>
                </a:cubicBezTo>
                <a:cubicBezTo>
                  <a:pt x="101" y="855"/>
                  <a:pt x="101" y="855"/>
                  <a:pt x="101" y="855"/>
                </a:cubicBezTo>
                <a:cubicBezTo>
                  <a:pt x="102" y="855"/>
                  <a:pt x="102" y="856"/>
                  <a:pt x="101" y="856"/>
                </a:cubicBezTo>
                <a:cubicBezTo>
                  <a:pt x="101" y="857"/>
                  <a:pt x="101" y="857"/>
                  <a:pt x="101" y="857"/>
                </a:cubicBezTo>
                <a:cubicBezTo>
                  <a:pt x="101" y="858"/>
                  <a:pt x="102" y="858"/>
                  <a:pt x="102" y="858"/>
                </a:cubicBezTo>
                <a:cubicBezTo>
                  <a:pt x="103" y="858"/>
                  <a:pt x="103" y="858"/>
                  <a:pt x="104" y="858"/>
                </a:cubicBezTo>
                <a:cubicBezTo>
                  <a:pt x="104" y="858"/>
                  <a:pt x="104" y="858"/>
                  <a:pt x="105" y="857"/>
                </a:cubicBezTo>
                <a:cubicBezTo>
                  <a:pt x="105" y="857"/>
                  <a:pt x="106" y="857"/>
                  <a:pt x="106" y="857"/>
                </a:cubicBezTo>
                <a:cubicBezTo>
                  <a:pt x="107" y="858"/>
                  <a:pt x="106" y="858"/>
                  <a:pt x="105" y="859"/>
                </a:cubicBezTo>
                <a:cubicBezTo>
                  <a:pt x="105" y="859"/>
                  <a:pt x="104" y="859"/>
                  <a:pt x="105" y="860"/>
                </a:cubicBezTo>
                <a:cubicBezTo>
                  <a:pt x="105" y="860"/>
                  <a:pt x="105" y="860"/>
                  <a:pt x="105" y="860"/>
                </a:cubicBezTo>
                <a:cubicBezTo>
                  <a:pt x="106" y="861"/>
                  <a:pt x="107" y="861"/>
                  <a:pt x="108" y="862"/>
                </a:cubicBezTo>
                <a:cubicBezTo>
                  <a:pt x="108" y="862"/>
                  <a:pt x="109" y="862"/>
                  <a:pt x="109" y="862"/>
                </a:cubicBezTo>
                <a:cubicBezTo>
                  <a:pt x="109" y="862"/>
                  <a:pt x="109" y="861"/>
                  <a:pt x="109" y="861"/>
                </a:cubicBezTo>
                <a:cubicBezTo>
                  <a:pt x="110" y="861"/>
                  <a:pt x="110" y="862"/>
                  <a:pt x="110" y="862"/>
                </a:cubicBezTo>
                <a:cubicBezTo>
                  <a:pt x="110" y="863"/>
                  <a:pt x="111" y="864"/>
                  <a:pt x="111" y="865"/>
                </a:cubicBezTo>
                <a:cubicBezTo>
                  <a:pt x="112" y="864"/>
                  <a:pt x="113" y="865"/>
                  <a:pt x="113" y="865"/>
                </a:cubicBezTo>
                <a:cubicBezTo>
                  <a:pt x="113" y="865"/>
                  <a:pt x="113" y="866"/>
                  <a:pt x="114" y="866"/>
                </a:cubicBezTo>
                <a:cubicBezTo>
                  <a:pt x="114" y="866"/>
                  <a:pt x="114" y="865"/>
                  <a:pt x="114" y="865"/>
                </a:cubicBezTo>
                <a:cubicBezTo>
                  <a:pt x="114" y="865"/>
                  <a:pt x="115" y="865"/>
                  <a:pt x="116" y="865"/>
                </a:cubicBezTo>
                <a:cubicBezTo>
                  <a:pt x="116" y="864"/>
                  <a:pt x="116" y="864"/>
                  <a:pt x="116" y="863"/>
                </a:cubicBezTo>
                <a:cubicBezTo>
                  <a:pt x="116" y="863"/>
                  <a:pt x="116" y="863"/>
                  <a:pt x="115" y="863"/>
                </a:cubicBezTo>
                <a:cubicBezTo>
                  <a:pt x="115" y="863"/>
                  <a:pt x="114" y="863"/>
                  <a:pt x="114" y="863"/>
                </a:cubicBezTo>
                <a:cubicBezTo>
                  <a:pt x="114" y="863"/>
                  <a:pt x="115" y="862"/>
                  <a:pt x="114" y="861"/>
                </a:cubicBezTo>
                <a:cubicBezTo>
                  <a:pt x="114" y="861"/>
                  <a:pt x="114" y="860"/>
                  <a:pt x="113" y="860"/>
                </a:cubicBezTo>
                <a:cubicBezTo>
                  <a:pt x="113" y="859"/>
                  <a:pt x="112" y="859"/>
                  <a:pt x="111" y="858"/>
                </a:cubicBezTo>
                <a:cubicBezTo>
                  <a:pt x="112" y="858"/>
                  <a:pt x="113" y="858"/>
                  <a:pt x="114" y="858"/>
                </a:cubicBezTo>
                <a:cubicBezTo>
                  <a:pt x="114" y="857"/>
                  <a:pt x="113" y="857"/>
                  <a:pt x="113" y="856"/>
                </a:cubicBezTo>
                <a:cubicBezTo>
                  <a:pt x="113" y="856"/>
                  <a:pt x="114" y="856"/>
                  <a:pt x="114" y="856"/>
                </a:cubicBezTo>
                <a:cubicBezTo>
                  <a:pt x="114" y="856"/>
                  <a:pt x="114" y="856"/>
                  <a:pt x="114" y="856"/>
                </a:cubicBezTo>
                <a:cubicBezTo>
                  <a:pt x="115" y="857"/>
                  <a:pt x="116" y="857"/>
                  <a:pt x="116" y="857"/>
                </a:cubicBezTo>
                <a:cubicBezTo>
                  <a:pt x="117" y="857"/>
                  <a:pt x="117" y="857"/>
                  <a:pt x="117" y="858"/>
                </a:cubicBezTo>
                <a:cubicBezTo>
                  <a:pt x="117" y="858"/>
                  <a:pt x="117" y="858"/>
                  <a:pt x="118" y="858"/>
                </a:cubicBezTo>
                <a:cubicBezTo>
                  <a:pt x="118" y="859"/>
                  <a:pt x="119" y="859"/>
                  <a:pt x="119" y="858"/>
                </a:cubicBezTo>
                <a:cubicBezTo>
                  <a:pt x="119" y="859"/>
                  <a:pt x="119" y="859"/>
                  <a:pt x="120" y="859"/>
                </a:cubicBezTo>
                <a:cubicBezTo>
                  <a:pt x="120" y="859"/>
                  <a:pt x="120" y="859"/>
                  <a:pt x="120" y="858"/>
                </a:cubicBezTo>
                <a:cubicBezTo>
                  <a:pt x="120" y="858"/>
                  <a:pt x="121" y="859"/>
                  <a:pt x="121" y="860"/>
                </a:cubicBezTo>
                <a:cubicBezTo>
                  <a:pt x="121" y="861"/>
                  <a:pt x="120" y="861"/>
                  <a:pt x="119" y="861"/>
                </a:cubicBezTo>
                <a:cubicBezTo>
                  <a:pt x="119" y="861"/>
                  <a:pt x="120" y="862"/>
                  <a:pt x="119" y="862"/>
                </a:cubicBezTo>
                <a:cubicBezTo>
                  <a:pt x="119" y="862"/>
                  <a:pt x="119" y="862"/>
                  <a:pt x="119" y="862"/>
                </a:cubicBezTo>
                <a:cubicBezTo>
                  <a:pt x="119" y="863"/>
                  <a:pt x="119" y="863"/>
                  <a:pt x="120" y="863"/>
                </a:cubicBezTo>
                <a:cubicBezTo>
                  <a:pt x="120" y="864"/>
                  <a:pt x="121" y="864"/>
                  <a:pt x="121" y="864"/>
                </a:cubicBezTo>
                <a:cubicBezTo>
                  <a:pt x="121" y="865"/>
                  <a:pt x="121" y="865"/>
                  <a:pt x="122" y="865"/>
                </a:cubicBezTo>
                <a:cubicBezTo>
                  <a:pt x="122" y="865"/>
                  <a:pt x="123" y="864"/>
                  <a:pt x="122" y="864"/>
                </a:cubicBezTo>
                <a:cubicBezTo>
                  <a:pt x="122" y="864"/>
                  <a:pt x="122" y="863"/>
                  <a:pt x="123" y="863"/>
                </a:cubicBezTo>
                <a:cubicBezTo>
                  <a:pt x="123" y="863"/>
                  <a:pt x="123" y="863"/>
                  <a:pt x="123" y="863"/>
                </a:cubicBezTo>
                <a:cubicBezTo>
                  <a:pt x="124" y="863"/>
                  <a:pt x="124" y="864"/>
                  <a:pt x="124" y="864"/>
                </a:cubicBezTo>
                <a:cubicBezTo>
                  <a:pt x="124" y="865"/>
                  <a:pt x="125" y="866"/>
                  <a:pt x="126" y="865"/>
                </a:cubicBezTo>
                <a:cubicBezTo>
                  <a:pt x="125" y="865"/>
                  <a:pt x="124" y="863"/>
                  <a:pt x="124" y="862"/>
                </a:cubicBezTo>
                <a:cubicBezTo>
                  <a:pt x="126" y="863"/>
                  <a:pt x="128" y="864"/>
                  <a:pt x="130" y="865"/>
                </a:cubicBezTo>
                <a:cubicBezTo>
                  <a:pt x="131" y="866"/>
                  <a:pt x="132" y="866"/>
                  <a:pt x="131" y="867"/>
                </a:cubicBezTo>
                <a:cubicBezTo>
                  <a:pt x="131" y="867"/>
                  <a:pt x="131" y="867"/>
                  <a:pt x="131" y="868"/>
                </a:cubicBezTo>
                <a:cubicBezTo>
                  <a:pt x="132" y="868"/>
                  <a:pt x="133" y="869"/>
                  <a:pt x="134" y="870"/>
                </a:cubicBezTo>
                <a:cubicBezTo>
                  <a:pt x="134" y="870"/>
                  <a:pt x="134" y="870"/>
                  <a:pt x="134" y="870"/>
                </a:cubicBezTo>
                <a:cubicBezTo>
                  <a:pt x="135" y="871"/>
                  <a:pt x="135" y="870"/>
                  <a:pt x="135" y="870"/>
                </a:cubicBezTo>
                <a:cubicBezTo>
                  <a:pt x="135" y="869"/>
                  <a:pt x="135" y="869"/>
                  <a:pt x="136" y="869"/>
                </a:cubicBezTo>
                <a:cubicBezTo>
                  <a:pt x="136" y="868"/>
                  <a:pt x="136" y="868"/>
                  <a:pt x="136" y="868"/>
                </a:cubicBezTo>
                <a:cubicBezTo>
                  <a:pt x="136" y="868"/>
                  <a:pt x="136" y="867"/>
                  <a:pt x="135" y="867"/>
                </a:cubicBezTo>
                <a:cubicBezTo>
                  <a:pt x="135" y="867"/>
                  <a:pt x="135" y="866"/>
                  <a:pt x="135" y="866"/>
                </a:cubicBezTo>
                <a:cubicBezTo>
                  <a:pt x="134" y="865"/>
                  <a:pt x="135" y="864"/>
                  <a:pt x="134" y="864"/>
                </a:cubicBezTo>
                <a:cubicBezTo>
                  <a:pt x="134" y="863"/>
                  <a:pt x="134" y="863"/>
                  <a:pt x="133" y="863"/>
                </a:cubicBezTo>
                <a:cubicBezTo>
                  <a:pt x="133" y="863"/>
                  <a:pt x="133" y="862"/>
                  <a:pt x="133" y="862"/>
                </a:cubicBezTo>
                <a:cubicBezTo>
                  <a:pt x="133" y="861"/>
                  <a:pt x="131" y="862"/>
                  <a:pt x="130" y="861"/>
                </a:cubicBezTo>
                <a:cubicBezTo>
                  <a:pt x="130" y="861"/>
                  <a:pt x="130" y="860"/>
                  <a:pt x="130" y="860"/>
                </a:cubicBezTo>
                <a:cubicBezTo>
                  <a:pt x="130" y="860"/>
                  <a:pt x="129" y="859"/>
                  <a:pt x="128" y="859"/>
                </a:cubicBezTo>
                <a:cubicBezTo>
                  <a:pt x="127" y="859"/>
                  <a:pt x="127" y="860"/>
                  <a:pt x="126" y="859"/>
                </a:cubicBezTo>
                <a:cubicBezTo>
                  <a:pt x="126" y="859"/>
                  <a:pt x="126" y="859"/>
                  <a:pt x="126" y="859"/>
                </a:cubicBezTo>
                <a:cubicBezTo>
                  <a:pt x="127" y="858"/>
                  <a:pt x="130" y="858"/>
                  <a:pt x="132" y="858"/>
                </a:cubicBezTo>
                <a:cubicBezTo>
                  <a:pt x="132" y="857"/>
                  <a:pt x="131" y="856"/>
                  <a:pt x="130" y="855"/>
                </a:cubicBezTo>
                <a:cubicBezTo>
                  <a:pt x="129" y="855"/>
                  <a:pt x="127" y="855"/>
                  <a:pt x="126" y="854"/>
                </a:cubicBezTo>
                <a:cubicBezTo>
                  <a:pt x="124" y="854"/>
                  <a:pt x="121" y="854"/>
                  <a:pt x="118" y="852"/>
                </a:cubicBezTo>
                <a:cubicBezTo>
                  <a:pt x="118" y="852"/>
                  <a:pt x="118" y="852"/>
                  <a:pt x="118" y="851"/>
                </a:cubicBezTo>
                <a:cubicBezTo>
                  <a:pt x="118" y="851"/>
                  <a:pt x="118" y="850"/>
                  <a:pt x="119" y="850"/>
                </a:cubicBezTo>
                <a:cubicBezTo>
                  <a:pt x="119" y="851"/>
                  <a:pt x="120" y="851"/>
                  <a:pt x="120" y="851"/>
                </a:cubicBezTo>
                <a:cubicBezTo>
                  <a:pt x="121" y="852"/>
                  <a:pt x="121" y="853"/>
                  <a:pt x="122" y="853"/>
                </a:cubicBezTo>
                <a:cubicBezTo>
                  <a:pt x="123" y="854"/>
                  <a:pt x="124" y="854"/>
                  <a:pt x="125" y="853"/>
                </a:cubicBezTo>
                <a:cubicBezTo>
                  <a:pt x="125" y="853"/>
                  <a:pt x="125" y="853"/>
                  <a:pt x="125" y="853"/>
                </a:cubicBezTo>
                <a:cubicBezTo>
                  <a:pt x="126" y="853"/>
                  <a:pt x="126" y="853"/>
                  <a:pt x="127" y="853"/>
                </a:cubicBezTo>
                <a:cubicBezTo>
                  <a:pt x="127" y="852"/>
                  <a:pt x="127" y="852"/>
                  <a:pt x="127" y="851"/>
                </a:cubicBezTo>
                <a:cubicBezTo>
                  <a:pt x="127" y="851"/>
                  <a:pt x="128" y="851"/>
                  <a:pt x="129" y="851"/>
                </a:cubicBezTo>
                <a:cubicBezTo>
                  <a:pt x="129" y="851"/>
                  <a:pt x="130" y="851"/>
                  <a:pt x="130" y="850"/>
                </a:cubicBezTo>
                <a:cubicBezTo>
                  <a:pt x="130" y="850"/>
                  <a:pt x="130" y="850"/>
                  <a:pt x="130" y="849"/>
                </a:cubicBezTo>
                <a:cubicBezTo>
                  <a:pt x="129" y="849"/>
                  <a:pt x="129" y="848"/>
                  <a:pt x="129" y="848"/>
                </a:cubicBezTo>
                <a:cubicBezTo>
                  <a:pt x="127" y="847"/>
                  <a:pt x="126" y="847"/>
                  <a:pt x="124" y="847"/>
                </a:cubicBezTo>
                <a:cubicBezTo>
                  <a:pt x="123" y="848"/>
                  <a:pt x="122" y="849"/>
                  <a:pt x="120" y="849"/>
                </a:cubicBezTo>
                <a:cubicBezTo>
                  <a:pt x="119" y="849"/>
                  <a:pt x="118" y="849"/>
                  <a:pt x="117" y="849"/>
                </a:cubicBezTo>
                <a:cubicBezTo>
                  <a:pt x="116" y="849"/>
                  <a:pt x="114" y="849"/>
                  <a:pt x="113" y="850"/>
                </a:cubicBezTo>
                <a:cubicBezTo>
                  <a:pt x="112" y="850"/>
                  <a:pt x="112" y="850"/>
                  <a:pt x="112" y="851"/>
                </a:cubicBezTo>
                <a:cubicBezTo>
                  <a:pt x="112" y="851"/>
                  <a:pt x="112" y="850"/>
                  <a:pt x="111" y="850"/>
                </a:cubicBezTo>
                <a:cubicBezTo>
                  <a:pt x="111" y="850"/>
                  <a:pt x="110" y="850"/>
                  <a:pt x="109" y="850"/>
                </a:cubicBezTo>
                <a:cubicBezTo>
                  <a:pt x="111" y="849"/>
                  <a:pt x="112" y="849"/>
                  <a:pt x="114" y="849"/>
                </a:cubicBezTo>
                <a:cubicBezTo>
                  <a:pt x="114" y="848"/>
                  <a:pt x="113" y="848"/>
                  <a:pt x="113" y="847"/>
                </a:cubicBezTo>
                <a:cubicBezTo>
                  <a:pt x="110" y="846"/>
                  <a:pt x="106" y="846"/>
                  <a:pt x="103" y="846"/>
                </a:cubicBezTo>
                <a:cubicBezTo>
                  <a:pt x="103" y="846"/>
                  <a:pt x="102" y="846"/>
                  <a:pt x="102" y="847"/>
                </a:cubicBezTo>
                <a:cubicBezTo>
                  <a:pt x="102" y="847"/>
                  <a:pt x="102" y="848"/>
                  <a:pt x="102" y="848"/>
                </a:cubicBezTo>
                <a:cubicBezTo>
                  <a:pt x="102" y="849"/>
                  <a:pt x="101" y="849"/>
                  <a:pt x="101" y="849"/>
                </a:cubicBezTo>
                <a:cubicBezTo>
                  <a:pt x="101" y="850"/>
                  <a:pt x="102" y="850"/>
                  <a:pt x="102" y="851"/>
                </a:cubicBezTo>
                <a:cubicBezTo>
                  <a:pt x="103" y="851"/>
                  <a:pt x="103" y="851"/>
                  <a:pt x="104" y="851"/>
                </a:cubicBezTo>
                <a:cubicBezTo>
                  <a:pt x="105" y="851"/>
                  <a:pt x="106" y="850"/>
                  <a:pt x="107" y="850"/>
                </a:cubicBezTo>
                <a:cubicBezTo>
                  <a:pt x="107" y="850"/>
                  <a:pt x="107" y="850"/>
                  <a:pt x="107" y="851"/>
                </a:cubicBezTo>
                <a:cubicBezTo>
                  <a:pt x="107" y="851"/>
                  <a:pt x="107" y="851"/>
                  <a:pt x="107" y="851"/>
                </a:cubicBezTo>
                <a:cubicBezTo>
                  <a:pt x="106" y="852"/>
                  <a:pt x="104" y="851"/>
                  <a:pt x="103" y="852"/>
                </a:cubicBezTo>
                <a:close/>
                <a:moveTo>
                  <a:pt x="78" y="818"/>
                </a:moveTo>
                <a:cubicBezTo>
                  <a:pt x="77" y="818"/>
                  <a:pt x="77" y="818"/>
                  <a:pt x="77" y="818"/>
                </a:cubicBezTo>
                <a:cubicBezTo>
                  <a:pt x="77" y="818"/>
                  <a:pt x="76" y="818"/>
                  <a:pt x="76" y="818"/>
                </a:cubicBezTo>
                <a:cubicBezTo>
                  <a:pt x="76" y="818"/>
                  <a:pt x="76" y="819"/>
                  <a:pt x="76" y="819"/>
                </a:cubicBezTo>
                <a:cubicBezTo>
                  <a:pt x="76" y="819"/>
                  <a:pt x="75" y="819"/>
                  <a:pt x="75" y="818"/>
                </a:cubicBezTo>
                <a:cubicBezTo>
                  <a:pt x="75" y="818"/>
                  <a:pt x="75" y="818"/>
                  <a:pt x="75" y="817"/>
                </a:cubicBezTo>
                <a:cubicBezTo>
                  <a:pt x="75" y="817"/>
                  <a:pt x="74" y="817"/>
                  <a:pt x="74" y="817"/>
                </a:cubicBezTo>
                <a:cubicBezTo>
                  <a:pt x="73" y="817"/>
                  <a:pt x="73" y="817"/>
                  <a:pt x="72" y="817"/>
                </a:cubicBezTo>
                <a:cubicBezTo>
                  <a:pt x="72" y="818"/>
                  <a:pt x="72" y="818"/>
                  <a:pt x="72" y="818"/>
                </a:cubicBezTo>
                <a:cubicBezTo>
                  <a:pt x="72" y="818"/>
                  <a:pt x="72" y="818"/>
                  <a:pt x="72" y="818"/>
                </a:cubicBezTo>
                <a:cubicBezTo>
                  <a:pt x="71" y="819"/>
                  <a:pt x="72" y="819"/>
                  <a:pt x="72" y="820"/>
                </a:cubicBezTo>
                <a:cubicBezTo>
                  <a:pt x="72" y="820"/>
                  <a:pt x="72" y="820"/>
                  <a:pt x="72" y="821"/>
                </a:cubicBezTo>
                <a:cubicBezTo>
                  <a:pt x="72" y="821"/>
                  <a:pt x="72" y="821"/>
                  <a:pt x="72" y="821"/>
                </a:cubicBezTo>
                <a:cubicBezTo>
                  <a:pt x="71" y="821"/>
                  <a:pt x="70" y="820"/>
                  <a:pt x="70" y="819"/>
                </a:cubicBezTo>
                <a:cubicBezTo>
                  <a:pt x="70" y="818"/>
                  <a:pt x="70" y="818"/>
                  <a:pt x="71" y="818"/>
                </a:cubicBezTo>
                <a:cubicBezTo>
                  <a:pt x="71" y="817"/>
                  <a:pt x="71" y="817"/>
                  <a:pt x="71" y="817"/>
                </a:cubicBezTo>
                <a:cubicBezTo>
                  <a:pt x="71" y="817"/>
                  <a:pt x="71" y="817"/>
                  <a:pt x="71" y="817"/>
                </a:cubicBezTo>
                <a:cubicBezTo>
                  <a:pt x="71" y="817"/>
                  <a:pt x="70" y="816"/>
                  <a:pt x="70" y="816"/>
                </a:cubicBezTo>
                <a:cubicBezTo>
                  <a:pt x="70" y="816"/>
                  <a:pt x="70" y="816"/>
                  <a:pt x="69" y="816"/>
                </a:cubicBezTo>
                <a:cubicBezTo>
                  <a:pt x="69" y="816"/>
                  <a:pt x="69" y="816"/>
                  <a:pt x="69" y="816"/>
                </a:cubicBezTo>
                <a:cubicBezTo>
                  <a:pt x="69" y="816"/>
                  <a:pt x="69" y="817"/>
                  <a:pt x="69" y="817"/>
                </a:cubicBezTo>
                <a:cubicBezTo>
                  <a:pt x="68" y="817"/>
                  <a:pt x="68" y="817"/>
                  <a:pt x="68" y="817"/>
                </a:cubicBezTo>
                <a:cubicBezTo>
                  <a:pt x="68" y="817"/>
                  <a:pt x="68" y="817"/>
                  <a:pt x="68" y="816"/>
                </a:cubicBezTo>
                <a:cubicBezTo>
                  <a:pt x="68" y="816"/>
                  <a:pt x="68" y="816"/>
                  <a:pt x="68" y="815"/>
                </a:cubicBezTo>
                <a:cubicBezTo>
                  <a:pt x="67" y="815"/>
                  <a:pt x="66" y="815"/>
                  <a:pt x="65" y="816"/>
                </a:cubicBezTo>
                <a:cubicBezTo>
                  <a:pt x="65" y="816"/>
                  <a:pt x="65" y="816"/>
                  <a:pt x="65" y="816"/>
                </a:cubicBezTo>
                <a:cubicBezTo>
                  <a:pt x="65" y="816"/>
                  <a:pt x="65" y="816"/>
                  <a:pt x="65" y="816"/>
                </a:cubicBezTo>
                <a:cubicBezTo>
                  <a:pt x="65" y="817"/>
                  <a:pt x="64" y="817"/>
                  <a:pt x="63" y="817"/>
                </a:cubicBezTo>
                <a:cubicBezTo>
                  <a:pt x="63" y="817"/>
                  <a:pt x="63" y="817"/>
                  <a:pt x="63" y="816"/>
                </a:cubicBezTo>
                <a:cubicBezTo>
                  <a:pt x="63" y="816"/>
                  <a:pt x="63" y="816"/>
                  <a:pt x="63" y="816"/>
                </a:cubicBezTo>
                <a:cubicBezTo>
                  <a:pt x="64" y="816"/>
                  <a:pt x="64" y="815"/>
                  <a:pt x="64" y="815"/>
                </a:cubicBezTo>
                <a:cubicBezTo>
                  <a:pt x="64" y="815"/>
                  <a:pt x="64" y="814"/>
                  <a:pt x="64" y="814"/>
                </a:cubicBezTo>
                <a:cubicBezTo>
                  <a:pt x="63" y="814"/>
                  <a:pt x="63" y="814"/>
                  <a:pt x="63" y="814"/>
                </a:cubicBezTo>
                <a:cubicBezTo>
                  <a:pt x="62" y="814"/>
                  <a:pt x="62" y="815"/>
                  <a:pt x="62" y="815"/>
                </a:cubicBezTo>
                <a:cubicBezTo>
                  <a:pt x="62" y="815"/>
                  <a:pt x="62" y="815"/>
                  <a:pt x="63" y="816"/>
                </a:cubicBezTo>
                <a:cubicBezTo>
                  <a:pt x="63" y="816"/>
                  <a:pt x="62" y="816"/>
                  <a:pt x="62" y="816"/>
                </a:cubicBezTo>
                <a:cubicBezTo>
                  <a:pt x="62" y="816"/>
                  <a:pt x="61" y="816"/>
                  <a:pt x="61" y="816"/>
                </a:cubicBezTo>
                <a:cubicBezTo>
                  <a:pt x="61" y="816"/>
                  <a:pt x="60" y="817"/>
                  <a:pt x="60" y="817"/>
                </a:cubicBezTo>
                <a:cubicBezTo>
                  <a:pt x="61" y="818"/>
                  <a:pt x="61" y="818"/>
                  <a:pt x="61" y="819"/>
                </a:cubicBezTo>
                <a:cubicBezTo>
                  <a:pt x="61" y="820"/>
                  <a:pt x="62" y="821"/>
                  <a:pt x="61" y="822"/>
                </a:cubicBezTo>
                <a:cubicBezTo>
                  <a:pt x="62" y="822"/>
                  <a:pt x="62" y="821"/>
                  <a:pt x="62" y="821"/>
                </a:cubicBezTo>
                <a:cubicBezTo>
                  <a:pt x="63" y="821"/>
                  <a:pt x="63" y="820"/>
                  <a:pt x="63" y="820"/>
                </a:cubicBezTo>
                <a:cubicBezTo>
                  <a:pt x="64" y="821"/>
                  <a:pt x="64" y="822"/>
                  <a:pt x="63" y="822"/>
                </a:cubicBezTo>
                <a:cubicBezTo>
                  <a:pt x="63" y="822"/>
                  <a:pt x="63" y="822"/>
                  <a:pt x="63" y="822"/>
                </a:cubicBezTo>
                <a:cubicBezTo>
                  <a:pt x="62" y="823"/>
                  <a:pt x="63" y="823"/>
                  <a:pt x="63" y="823"/>
                </a:cubicBezTo>
                <a:cubicBezTo>
                  <a:pt x="64" y="824"/>
                  <a:pt x="64" y="825"/>
                  <a:pt x="65" y="825"/>
                </a:cubicBezTo>
                <a:cubicBezTo>
                  <a:pt x="65" y="825"/>
                  <a:pt x="65" y="825"/>
                  <a:pt x="66" y="825"/>
                </a:cubicBezTo>
                <a:cubicBezTo>
                  <a:pt x="66" y="826"/>
                  <a:pt x="67" y="826"/>
                  <a:pt x="67" y="826"/>
                </a:cubicBezTo>
                <a:cubicBezTo>
                  <a:pt x="67" y="826"/>
                  <a:pt x="67" y="827"/>
                  <a:pt x="66" y="827"/>
                </a:cubicBezTo>
                <a:cubicBezTo>
                  <a:pt x="66" y="827"/>
                  <a:pt x="66" y="828"/>
                  <a:pt x="66" y="828"/>
                </a:cubicBezTo>
                <a:cubicBezTo>
                  <a:pt x="66" y="828"/>
                  <a:pt x="66" y="828"/>
                  <a:pt x="66" y="829"/>
                </a:cubicBezTo>
                <a:cubicBezTo>
                  <a:pt x="67" y="829"/>
                  <a:pt x="68" y="829"/>
                  <a:pt x="69" y="829"/>
                </a:cubicBezTo>
                <a:cubicBezTo>
                  <a:pt x="69" y="829"/>
                  <a:pt x="69" y="829"/>
                  <a:pt x="69" y="829"/>
                </a:cubicBezTo>
                <a:cubicBezTo>
                  <a:pt x="69" y="828"/>
                  <a:pt x="69" y="828"/>
                  <a:pt x="69" y="827"/>
                </a:cubicBezTo>
                <a:cubicBezTo>
                  <a:pt x="69" y="827"/>
                  <a:pt x="70" y="827"/>
                  <a:pt x="70" y="826"/>
                </a:cubicBezTo>
                <a:cubicBezTo>
                  <a:pt x="70" y="826"/>
                  <a:pt x="70" y="826"/>
                  <a:pt x="70" y="826"/>
                </a:cubicBezTo>
                <a:cubicBezTo>
                  <a:pt x="69" y="825"/>
                  <a:pt x="68" y="823"/>
                  <a:pt x="67" y="822"/>
                </a:cubicBezTo>
                <a:cubicBezTo>
                  <a:pt x="67" y="822"/>
                  <a:pt x="67" y="822"/>
                  <a:pt x="66" y="822"/>
                </a:cubicBezTo>
                <a:cubicBezTo>
                  <a:pt x="66" y="822"/>
                  <a:pt x="66" y="821"/>
                  <a:pt x="67" y="821"/>
                </a:cubicBezTo>
                <a:cubicBezTo>
                  <a:pt x="67" y="820"/>
                  <a:pt x="68" y="821"/>
                  <a:pt x="68" y="821"/>
                </a:cubicBezTo>
                <a:cubicBezTo>
                  <a:pt x="68" y="822"/>
                  <a:pt x="68" y="822"/>
                  <a:pt x="68" y="822"/>
                </a:cubicBezTo>
                <a:cubicBezTo>
                  <a:pt x="68" y="822"/>
                  <a:pt x="68" y="822"/>
                  <a:pt x="69" y="822"/>
                </a:cubicBezTo>
                <a:cubicBezTo>
                  <a:pt x="69" y="823"/>
                  <a:pt x="70" y="823"/>
                  <a:pt x="70" y="824"/>
                </a:cubicBezTo>
                <a:cubicBezTo>
                  <a:pt x="71" y="824"/>
                  <a:pt x="71" y="824"/>
                  <a:pt x="71" y="824"/>
                </a:cubicBezTo>
                <a:cubicBezTo>
                  <a:pt x="71" y="824"/>
                  <a:pt x="71" y="825"/>
                  <a:pt x="71" y="825"/>
                </a:cubicBezTo>
                <a:cubicBezTo>
                  <a:pt x="71" y="826"/>
                  <a:pt x="73" y="825"/>
                  <a:pt x="73" y="826"/>
                </a:cubicBezTo>
                <a:cubicBezTo>
                  <a:pt x="73" y="827"/>
                  <a:pt x="73" y="827"/>
                  <a:pt x="73" y="827"/>
                </a:cubicBezTo>
                <a:cubicBezTo>
                  <a:pt x="73" y="827"/>
                  <a:pt x="73" y="827"/>
                  <a:pt x="73" y="827"/>
                </a:cubicBezTo>
                <a:cubicBezTo>
                  <a:pt x="74" y="828"/>
                  <a:pt x="74" y="828"/>
                  <a:pt x="74" y="829"/>
                </a:cubicBezTo>
                <a:cubicBezTo>
                  <a:pt x="74" y="829"/>
                  <a:pt x="75" y="829"/>
                  <a:pt x="75" y="829"/>
                </a:cubicBezTo>
                <a:cubicBezTo>
                  <a:pt x="75" y="828"/>
                  <a:pt x="75" y="828"/>
                  <a:pt x="75" y="828"/>
                </a:cubicBezTo>
                <a:cubicBezTo>
                  <a:pt x="76" y="828"/>
                  <a:pt x="76" y="828"/>
                  <a:pt x="76" y="827"/>
                </a:cubicBezTo>
                <a:cubicBezTo>
                  <a:pt x="76" y="827"/>
                  <a:pt x="76" y="827"/>
                  <a:pt x="76" y="826"/>
                </a:cubicBezTo>
                <a:cubicBezTo>
                  <a:pt x="76" y="826"/>
                  <a:pt x="77" y="826"/>
                  <a:pt x="77" y="826"/>
                </a:cubicBezTo>
                <a:cubicBezTo>
                  <a:pt x="78" y="826"/>
                  <a:pt x="78" y="826"/>
                  <a:pt x="78" y="826"/>
                </a:cubicBezTo>
                <a:cubicBezTo>
                  <a:pt x="78" y="827"/>
                  <a:pt x="78" y="827"/>
                  <a:pt x="78" y="827"/>
                </a:cubicBezTo>
                <a:cubicBezTo>
                  <a:pt x="78" y="827"/>
                  <a:pt x="77" y="827"/>
                  <a:pt x="77" y="827"/>
                </a:cubicBezTo>
                <a:cubicBezTo>
                  <a:pt x="77" y="827"/>
                  <a:pt x="77" y="827"/>
                  <a:pt x="77" y="827"/>
                </a:cubicBezTo>
                <a:cubicBezTo>
                  <a:pt x="77" y="827"/>
                  <a:pt x="77" y="827"/>
                  <a:pt x="77" y="827"/>
                </a:cubicBezTo>
                <a:cubicBezTo>
                  <a:pt x="78" y="828"/>
                  <a:pt x="78" y="829"/>
                  <a:pt x="79" y="830"/>
                </a:cubicBezTo>
                <a:cubicBezTo>
                  <a:pt x="79" y="830"/>
                  <a:pt x="80" y="830"/>
                  <a:pt x="80" y="830"/>
                </a:cubicBezTo>
                <a:cubicBezTo>
                  <a:pt x="81" y="830"/>
                  <a:pt x="81" y="830"/>
                  <a:pt x="81" y="830"/>
                </a:cubicBezTo>
                <a:cubicBezTo>
                  <a:pt x="82" y="830"/>
                  <a:pt x="82" y="830"/>
                  <a:pt x="82" y="829"/>
                </a:cubicBezTo>
                <a:cubicBezTo>
                  <a:pt x="82" y="829"/>
                  <a:pt x="82" y="828"/>
                  <a:pt x="82" y="828"/>
                </a:cubicBezTo>
                <a:cubicBezTo>
                  <a:pt x="83" y="827"/>
                  <a:pt x="83" y="827"/>
                  <a:pt x="83" y="826"/>
                </a:cubicBezTo>
                <a:cubicBezTo>
                  <a:pt x="83" y="826"/>
                  <a:pt x="83" y="825"/>
                  <a:pt x="83" y="824"/>
                </a:cubicBezTo>
                <a:cubicBezTo>
                  <a:pt x="83" y="824"/>
                  <a:pt x="83" y="824"/>
                  <a:pt x="83" y="824"/>
                </a:cubicBezTo>
                <a:cubicBezTo>
                  <a:pt x="83" y="824"/>
                  <a:pt x="83" y="824"/>
                  <a:pt x="83" y="824"/>
                </a:cubicBezTo>
                <a:cubicBezTo>
                  <a:pt x="82" y="823"/>
                  <a:pt x="82" y="822"/>
                  <a:pt x="82" y="821"/>
                </a:cubicBezTo>
                <a:cubicBezTo>
                  <a:pt x="82" y="822"/>
                  <a:pt x="81" y="822"/>
                  <a:pt x="81" y="822"/>
                </a:cubicBezTo>
                <a:cubicBezTo>
                  <a:pt x="81" y="822"/>
                  <a:pt x="80" y="822"/>
                  <a:pt x="80" y="822"/>
                </a:cubicBezTo>
                <a:cubicBezTo>
                  <a:pt x="80" y="822"/>
                  <a:pt x="80" y="823"/>
                  <a:pt x="79" y="823"/>
                </a:cubicBezTo>
                <a:cubicBezTo>
                  <a:pt x="79" y="823"/>
                  <a:pt x="79" y="822"/>
                  <a:pt x="79" y="822"/>
                </a:cubicBezTo>
                <a:cubicBezTo>
                  <a:pt x="78" y="822"/>
                  <a:pt x="78" y="821"/>
                  <a:pt x="78" y="820"/>
                </a:cubicBezTo>
                <a:cubicBezTo>
                  <a:pt x="78" y="820"/>
                  <a:pt x="78" y="820"/>
                  <a:pt x="78" y="819"/>
                </a:cubicBezTo>
                <a:cubicBezTo>
                  <a:pt x="79" y="819"/>
                  <a:pt x="78" y="819"/>
                  <a:pt x="78" y="819"/>
                </a:cubicBezTo>
                <a:cubicBezTo>
                  <a:pt x="78" y="819"/>
                  <a:pt x="78" y="819"/>
                  <a:pt x="78" y="818"/>
                </a:cubicBezTo>
                <a:close/>
                <a:moveTo>
                  <a:pt x="60" y="823"/>
                </a:moveTo>
                <a:cubicBezTo>
                  <a:pt x="60" y="823"/>
                  <a:pt x="60" y="822"/>
                  <a:pt x="59" y="822"/>
                </a:cubicBezTo>
                <a:cubicBezTo>
                  <a:pt x="59" y="822"/>
                  <a:pt x="59" y="822"/>
                  <a:pt x="59" y="822"/>
                </a:cubicBezTo>
                <a:cubicBezTo>
                  <a:pt x="59" y="822"/>
                  <a:pt x="59" y="822"/>
                  <a:pt x="59" y="822"/>
                </a:cubicBezTo>
                <a:cubicBezTo>
                  <a:pt x="59" y="823"/>
                  <a:pt x="58" y="824"/>
                  <a:pt x="58" y="824"/>
                </a:cubicBezTo>
                <a:cubicBezTo>
                  <a:pt x="57" y="824"/>
                  <a:pt x="57" y="825"/>
                  <a:pt x="56" y="825"/>
                </a:cubicBezTo>
                <a:cubicBezTo>
                  <a:pt x="56" y="825"/>
                  <a:pt x="56" y="826"/>
                  <a:pt x="56" y="826"/>
                </a:cubicBezTo>
                <a:cubicBezTo>
                  <a:pt x="56" y="826"/>
                  <a:pt x="57" y="826"/>
                  <a:pt x="57" y="826"/>
                </a:cubicBezTo>
                <a:cubicBezTo>
                  <a:pt x="57" y="826"/>
                  <a:pt x="58" y="826"/>
                  <a:pt x="58" y="826"/>
                </a:cubicBezTo>
                <a:cubicBezTo>
                  <a:pt x="58" y="826"/>
                  <a:pt x="59" y="826"/>
                  <a:pt x="59" y="826"/>
                </a:cubicBezTo>
                <a:cubicBezTo>
                  <a:pt x="59" y="826"/>
                  <a:pt x="60" y="826"/>
                  <a:pt x="60" y="825"/>
                </a:cubicBezTo>
                <a:cubicBezTo>
                  <a:pt x="60" y="825"/>
                  <a:pt x="61" y="824"/>
                  <a:pt x="61" y="824"/>
                </a:cubicBezTo>
                <a:cubicBezTo>
                  <a:pt x="60" y="824"/>
                  <a:pt x="60" y="824"/>
                  <a:pt x="60" y="823"/>
                </a:cubicBezTo>
                <a:cubicBezTo>
                  <a:pt x="60" y="823"/>
                  <a:pt x="60" y="823"/>
                  <a:pt x="60" y="823"/>
                </a:cubicBezTo>
                <a:close/>
                <a:moveTo>
                  <a:pt x="58" y="831"/>
                </a:moveTo>
                <a:cubicBezTo>
                  <a:pt x="58" y="831"/>
                  <a:pt x="58" y="831"/>
                  <a:pt x="58" y="831"/>
                </a:cubicBezTo>
                <a:cubicBezTo>
                  <a:pt x="58" y="831"/>
                  <a:pt x="58" y="831"/>
                  <a:pt x="58" y="830"/>
                </a:cubicBezTo>
                <a:cubicBezTo>
                  <a:pt x="59" y="830"/>
                  <a:pt x="59" y="830"/>
                  <a:pt x="59" y="830"/>
                </a:cubicBezTo>
                <a:cubicBezTo>
                  <a:pt x="60" y="829"/>
                  <a:pt x="60" y="829"/>
                  <a:pt x="60" y="829"/>
                </a:cubicBezTo>
                <a:cubicBezTo>
                  <a:pt x="60" y="829"/>
                  <a:pt x="60" y="829"/>
                  <a:pt x="60" y="828"/>
                </a:cubicBezTo>
                <a:cubicBezTo>
                  <a:pt x="60" y="828"/>
                  <a:pt x="60" y="828"/>
                  <a:pt x="60" y="828"/>
                </a:cubicBezTo>
                <a:cubicBezTo>
                  <a:pt x="60" y="828"/>
                  <a:pt x="60" y="828"/>
                  <a:pt x="59" y="828"/>
                </a:cubicBezTo>
                <a:cubicBezTo>
                  <a:pt x="59" y="829"/>
                  <a:pt x="58" y="829"/>
                  <a:pt x="57" y="829"/>
                </a:cubicBezTo>
                <a:cubicBezTo>
                  <a:pt x="57" y="829"/>
                  <a:pt x="57" y="830"/>
                  <a:pt x="56" y="830"/>
                </a:cubicBezTo>
                <a:cubicBezTo>
                  <a:pt x="56" y="830"/>
                  <a:pt x="56" y="830"/>
                  <a:pt x="56" y="831"/>
                </a:cubicBezTo>
                <a:cubicBezTo>
                  <a:pt x="56" y="831"/>
                  <a:pt x="56" y="831"/>
                  <a:pt x="56" y="831"/>
                </a:cubicBezTo>
                <a:cubicBezTo>
                  <a:pt x="56" y="831"/>
                  <a:pt x="56" y="831"/>
                  <a:pt x="56" y="831"/>
                </a:cubicBezTo>
                <a:cubicBezTo>
                  <a:pt x="56" y="831"/>
                  <a:pt x="57" y="831"/>
                  <a:pt x="57" y="831"/>
                </a:cubicBezTo>
                <a:cubicBezTo>
                  <a:pt x="57" y="831"/>
                  <a:pt x="57" y="831"/>
                  <a:pt x="58" y="831"/>
                </a:cubicBezTo>
                <a:close/>
                <a:moveTo>
                  <a:pt x="91" y="851"/>
                </a:moveTo>
                <a:cubicBezTo>
                  <a:pt x="91" y="851"/>
                  <a:pt x="91" y="851"/>
                  <a:pt x="91" y="851"/>
                </a:cubicBezTo>
                <a:cubicBezTo>
                  <a:pt x="90" y="851"/>
                  <a:pt x="90" y="851"/>
                  <a:pt x="90" y="851"/>
                </a:cubicBezTo>
                <a:cubicBezTo>
                  <a:pt x="90" y="852"/>
                  <a:pt x="90" y="852"/>
                  <a:pt x="90" y="852"/>
                </a:cubicBezTo>
                <a:cubicBezTo>
                  <a:pt x="90" y="852"/>
                  <a:pt x="90" y="852"/>
                  <a:pt x="90" y="853"/>
                </a:cubicBezTo>
                <a:cubicBezTo>
                  <a:pt x="91" y="853"/>
                  <a:pt x="91" y="853"/>
                  <a:pt x="91" y="854"/>
                </a:cubicBezTo>
                <a:cubicBezTo>
                  <a:pt x="91" y="854"/>
                  <a:pt x="91" y="854"/>
                  <a:pt x="92" y="854"/>
                </a:cubicBezTo>
                <a:cubicBezTo>
                  <a:pt x="92" y="854"/>
                  <a:pt x="92" y="854"/>
                  <a:pt x="92" y="854"/>
                </a:cubicBezTo>
                <a:cubicBezTo>
                  <a:pt x="92" y="854"/>
                  <a:pt x="92" y="854"/>
                  <a:pt x="92" y="854"/>
                </a:cubicBezTo>
                <a:cubicBezTo>
                  <a:pt x="92" y="853"/>
                  <a:pt x="92" y="853"/>
                  <a:pt x="93" y="853"/>
                </a:cubicBezTo>
                <a:cubicBezTo>
                  <a:pt x="93" y="853"/>
                  <a:pt x="93" y="853"/>
                  <a:pt x="93" y="853"/>
                </a:cubicBezTo>
                <a:cubicBezTo>
                  <a:pt x="93" y="853"/>
                  <a:pt x="93" y="853"/>
                  <a:pt x="94" y="853"/>
                </a:cubicBezTo>
                <a:cubicBezTo>
                  <a:pt x="94" y="852"/>
                  <a:pt x="94" y="852"/>
                  <a:pt x="94" y="852"/>
                </a:cubicBezTo>
                <a:cubicBezTo>
                  <a:pt x="94" y="852"/>
                  <a:pt x="94" y="852"/>
                  <a:pt x="94" y="852"/>
                </a:cubicBezTo>
                <a:cubicBezTo>
                  <a:pt x="94" y="852"/>
                  <a:pt x="94" y="851"/>
                  <a:pt x="94" y="851"/>
                </a:cubicBezTo>
                <a:cubicBezTo>
                  <a:pt x="94" y="851"/>
                  <a:pt x="94" y="851"/>
                  <a:pt x="94" y="851"/>
                </a:cubicBezTo>
                <a:cubicBezTo>
                  <a:pt x="93" y="851"/>
                  <a:pt x="93" y="851"/>
                  <a:pt x="92" y="851"/>
                </a:cubicBezTo>
                <a:cubicBezTo>
                  <a:pt x="92" y="851"/>
                  <a:pt x="91" y="851"/>
                  <a:pt x="91" y="851"/>
                </a:cubicBezTo>
                <a:cubicBezTo>
                  <a:pt x="91" y="851"/>
                  <a:pt x="91" y="851"/>
                  <a:pt x="91" y="851"/>
                </a:cubicBezTo>
                <a:close/>
                <a:moveTo>
                  <a:pt x="93" y="847"/>
                </a:moveTo>
                <a:cubicBezTo>
                  <a:pt x="93" y="847"/>
                  <a:pt x="93" y="847"/>
                  <a:pt x="93" y="847"/>
                </a:cubicBezTo>
                <a:cubicBezTo>
                  <a:pt x="93" y="846"/>
                  <a:pt x="92" y="846"/>
                  <a:pt x="92" y="846"/>
                </a:cubicBezTo>
                <a:cubicBezTo>
                  <a:pt x="91" y="846"/>
                  <a:pt x="91" y="847"/>
                  <a:pt x="91" y="847"/>
                </a:cubicBezTo>
                <a:cubicBezTo>
                  <a:pt x="90" y="847"/>
                  <a:pt x="90" y="847"/>
                  <a:pt x="90" y="847"/>
                </a:cubicBezTo>
                <a:cubicBezTo>
                  <a:pt x="90" y="848"/>
                  <a:pt x="90" y="848"/>
                  <a:pt x="89" y="848"/>
                </a:cubicBezTo>
                <a:cubicBezTo>
                  <a:pt x="89" y="848"/>
                  <a:pt x="89" y="848"/>
                  <a:pt x="89" y="849"/>
                </a:cubicBezTo>
                <a:cubicBezTo>
                  <a:pt x="89" y="849"/>
                  <a:pt x="89" y="849"/>
                  <a:pt x="88" y="849"/>
                </a:cubicBezTo>
                <a:cubicBezTo>
                  <a:pt x="88" y="849"/>
                  <a:pt x="88" y="849"/>
                  <a:pt x="88" y="848"/>
                </a:cubicBezTo>
                <a:cubicBezTo>
                  <a:pt x="88" y="848"/>
                  <a:pt x="88" y="848"/>
                  <a:pt x="88" y="848"/>
                </a:cubicBezTo>
                <a:cubicBezTo>
                  <a:pt x="88" y="848"/>
                  <a:pt x="87" y="848"/>
                  <a:pt x="87" y="848"/>
                </a:cubicBezTo>
                <a:cubicBezTo>
                  <a:pt x="86" y="848"/>
                  <a:pt x="86" y="848"/>
                  <a:pt x="85" y="848"/>
                </a:cubicBezTo>
                <a:cubicBezTo>
                  <a:pt x="85" y="848"/>
                  <a:pt x="85" y="848"/>
                  <a:pt x="85" y="848"/>
                </a:cubicBezTo>
                <a:cubicBezTo>
                  <a:pt x="85" y="848"/>
                  <a:pt x="85" y="848"/>
                  <a:pt x="84" y="848"/>
                </a:cubicBezTo>
                <a:cubicBezTo>
                  <a:pt x="84" y="848"/>
                  <a:pt x="84" y="848"/>
                  <a:pt x="83" y="848"/>
                </a:cubicBezTo>
                <a:cubicBezTo>
                  <a:pt x="83" y="849"/>
                  <a:pt x="83" y="849"/>
                  <a:pt x="83" y="849"/>
                </a:cubicBezTo>
                <a:cubicBezTo>
                  <a:pt x="83" y="850"/>
                  <a:pt x="83" y="850"/>
                  <a:pt x="83" y="850"/>
                </a:cubicBezTo>
                <a:cubicBezTo>
                  <a:pt x="83" y="851"/>
                  <a:pt x="83" y="851"/>
                  <a:pt x="83" y="851"/>
                </a:cubicBezTo>
                <a:cubicBezTo>
                  <a:pt x="84" y="851"/>
                  <a:pt x="84" y="851"/>
                  <a:pt x="84" y="851"/>
                </a:cubicBezTo>
                <a:cubicBezTo>
                  <a:pt x="84" y="851"/>
                  <a:pt x="84" y="851"/>
                  <a:pt x="85" y="851"/>
                </a:cubicBezTo>
                <a:cubicBezTo>
                  <a:pt x="85" y="851"/>
                  <a:pt x="86" y="851"/>
                  <a:pt x="87" y="851"/>
                </a:cubicBezTo>
                <a:cubicBezTo>
                  <a:pt x="87" y="851"/>
                  <a:pt x="87" y="851"/>
                  <a:pt x="87" y="851"/>
                </a:cubicBezTo>
                <a:cubicBezTo>
                  <a:pt x="88" y="851"/>
                  <a:pt x="87" y="852"/>
                  <a:pt x="88" y="852"/>
                </a:cubicBezTo>
                <a:cubicBezTo>
                  <a:pt x="88" y="852"/>
                  <a:pt x="88" y="852"/>
                  <a:pt x="88" y="852"/>
                </a:cubicBezTo>
                <a:cubicBezTo>
                  <a:pt x="88" y="852"/>
                  <a:pt x="88" y="852"/>
                  <a:pt x="89" y="851"/>
                </a:cubicBezTo>
                <a:cubicBezTo>
                  <a:pt x="89" y="851"/>
                  <a:pt x="89" y="851"/>
                  <a:pt x="89" y="851"/>
                </a:cubicBezTo>
                <a:cubicBezTo>
                  <a:pt x="89" y="851"/>
                  <a:pt x="89" y="850"/>
                  <a:pt x="89" y="850"/>
                </a:cubicBezTo>
                <a:cubicBezTo>
                  <a:pt x="88" y="850"/>
                  <a:pt x="89" y="850"/>
                  <a:pt x="89" y="850"/>
                </a:cubicBezTo>
                <a:cubicBezTo>
                  <a:pt x="89" y="850"/>
                  <a:pt x="90" y="850"/>
                  <a:pt x="90" y="850"/>
                </a:cubicBezTo>
                <a:cubicBezTo>
                  <a:pt x="90" y="850"/>
                  <a:pt x="91" y="850"/>
                  <a:pt x="91" y="849"/>
                </a:cubicBezTo>
                <a:cubicBezTo>
                  <a:pt x="91" y="849"/>
                  <a:pt x="91" y="849"/>
                  <a:pt x="91" y="849"/>
                </a:cubicBezTo>
                <a:cubicBezTo>
                  <a:pt x="91" y="849"/>
                  <a:pt x="91" y="849"/>
                  <a:pt x="92" y="849"/>
                </a:cubicBezTo>
                <a:cubicBezTo>
                  <a:pt x="92" y="849"/>
                  <a:pt x="92" y="849"/>
                  <a:pt x="92" y="849"/>
                </a:cubicBezTo>
                <a:cubicBezTo>
                  <a:pt x="92" y="849"/>
                  <a:pt x="92" y="849"/>
                  <a:pt x="93" y="849"/>
                </a:cubicBezTo>
                <a:cubicBezTo>
                  <a:pt x="93" y="850"/>
                  <a:pt x="93" y="850"/>
                  <a:pt x="93" y="850"/>
                </a:cubicBezTo>
                <a:cubicBezTo>
                  <a:pt x="93" y="850"/>
                  <a:pt x="94" y="850"/>
                  <a:pt x="94" y="849"/>
                </a:cubicBezTo>
                <a:cubicBezTo>
                  <a:pt x="94" y="849"/>
                  <a:pt x="94" y="849"/>
                  <a:pt x="95" y="848"/>
                </a:cubicBezTo>
                <a:cubicBezTo>
                  <a:pt x="95" y="848"/>
                  <a:pt x="95" y="848"/>
                  <a:pt x="95" y="847"/>
                </a:cubicBezTo>
                <a:cubicBezTo>
                  <a:pt x="94" y="847"/>
                  <a:pt x="94" y="847"/>
                  <a:pt x="94" y="847"/>
                </a:cubicBezTo>
                <a:cubicBezTo>
                  <a:pt x="93" y="847"/>
                  <a:pt x="93" y="847"/>
                  <a:pt x="93" y="847"/>
                </a:cubicBezTo>
                <a:close/>
                <a:moveTo>
                  <a:pt x="75" y="846"/>
                </a:moveTo>
                <a:cubicBezTo>
                  <a:pt x="75" y="846"/>
                  <a:pt x="75" y="846"/>
                  <a:pt x="75" y="847"/>
                </a:cubicBezTo>
                <a:cubicBezTo>
                  <a:pt x="75" y="847"/>
                  <a:pt x="76" y="847"/>
                  <a:pt x="76" y="847"/>
                </a:cubicBezTo>
                <a:cubicBezTo>
                  <a:pt x="76" y="846"/>
                  <a:pt x="76" y="846"/>
                  <a:pt x="77" y="846"/>
                </a:cubicBezTo>
                <a:cubicBezTo>
                  <a:pt x="77" y="846"/>
                  <a:pt x="77" y="845"/>
                  <a:pt x="77" y="845"/>
                </a:cubicBezTo>
                <a:cubicBezTo>
                  <a:pt x="78" y="845"/>
                  <a:pt x="78" y="845"/>
                  <a:pt x="78" y="845"/>
                </a:cubicBezTo>
                <a:cubicBezTo>
                  <a:pt x="78" y="845"/>
                  <a:pt x="78" y="845"/>
                  <a:pt x="78" y="845"/>
                </a:cubicBezTo>
                <a:cubicBezTo>
                  <a:pt x="78" y="845"/>
                  <a:pt x="79" y="845"/>
                  <a:pt x="79" y="845"/>
                </a:cubicBezTo>
                <a:cubicBezTo>
                  <a:pt x="79" y="845"/>
                  <a:pt x="80" y="846"/>
                  <a:pt x="81" y="846"/>
                </a:cubicBezTo>
                <a:cubicBezTo>
                  <a:pt x="81" y="846"/>
                  <a:pt x="81" y="846"/>
                  <a:pt x="81" y="846"/>
                </a:cubicBezTo>
                <a:cubicBezTo>
                  <a:pt x="82" y="845"/>
                  <a:pt x="81" y="845"/>
                  <a:pt x="81" y="845"/>
                </a:cubicBezTo>
                <a:cubicBezTo>
                  <a:pt x="80" y="844"/>
                  <a:pt x="79" y="844"/>
                  <a:pt x="79" y="844"/>
                </a:cubicBezTo>
                <a:cubicBezTo>
                  <a:pt x="79" y="844"/>
                  <a:pt x="78" y="844"/>
                  <a:pt x="78" y="844"/>
                </a:cubicBezTo>
                <a:cubicBezTo>
                  <a:pt x="78" y="843"/>
                  <a:pt x="77" y="843"/>
                  <a:pt x="77" y="843"/>
                </a:cubicBezTo>
                <a:cubicBezTo>
                  <a:pt x="76" y="843"/>
                  <a:pt x="76" y="843"/>
                  <a:pt x="76" y="844"/>
                </a:cubicBezTo>
                <a:cubicBezTo>
                  <a:pt x="76" y="844"/>
                  <a:pt x="76" y="844"/>
                  <a:pt x="75" y="844"/>
                </a:cubicBezTo>
                <a:cubicBezTo>
                  <a:pt x="75" y="844"/>
                  <a:pt x="75" y="845"/>
                  <a:pt x="75" y="845"/>
                </a:cubicBezTo>
                <a:cubicBezTo>
                  <a:pt x="75" y="845"/>
                  <a:pt x="74" y="845"/>
                  <a:pt x="74" y="845"/>
                </a:cubicBezTo>
                <a:cubicBezTo>
                  <a:pt x="75" y="846"/>
                  <a:pt x="75" y="846"/>
                  <a:pt x="75" y="846"/>
                </a:cubicBezTo>
                <a:close/>
                <a:moveTo>
                  <a:pt x="80" y="849"/>
                </a:moveTo>
                <a:cubicBezTo>
                  <a:pt x="81" y="848"/>
                  <a:pt x="81" y="848"/>
                  <a:pt x="82" y="847"/>
                </a:cubicBezTo>
                <a:cubicBezTo>
                  <a:pt x="82" y="847"/>
                  <a:pt x="83" y="847"/>
                  <a:pt x="83" y="847"/>
                </a:cubicBezTo>
                <a:cubicBezTo>
                  <a:pt x="83" y="846"/>
                  <a:pt x="83" y="846"/>
                  <a:pt x="82" y="846"/>
                </a:cubicBezTo>
                <a:cubicBezTo>
                  <a:pt x="82" y="846"/>
                  <a:pt x="82" y="846"/>
                  <a:pt x="82" y="846"/>
                </a:cubicBezTo>
                <a:cubicBezTo>
                  <a:pt x="82" y="846"/>
                  <a:pt x="82" y="846"/>
                  <a:pt x="82" y="846"/>
                </a:cubicBezTo>
                <a:cubicBezTo>
                  <a:pt x="81" y="847"/>
                  <a:pt x="80" y="848"/>
                  <a:pt x="80" y="848"/>
                </a:cubicBezTo>
                <a:cubicBezTo>
                  <a:pt x="79" y="848"/>
                  <a:pt x="79" y="848"/>
                  <a:pt x="79" y="848"/>
                </a:cubicBezTo>
                <a:cubicBezTo>
                  <a:pt x="79" y="849"/>
                  <a:pt x="79" y="849"/>
                  <a:pt x="79" y="850"/>
                </a:cubicBezTo>
                <a:cubicBezTo>
                  <a:pt x="79" y="850"/>
                  <a:pt x="80" y="849"/>
                  <a:pt x="80" y="849"/>
                </a:cubicBezTo>
                <a:cubicBezTo>
                  <a:pt x="80" y="849"/>
                  <a:pt x="80" y="849"/>
                  <a:pt x="80" y="849"/>
                </a:cubicBezTo>
                <a:close/>
                <a:moveTo>
                  <a:pt x="41" y="805"/>
                </a:moveTo>
                <a:cubicBezTo>
                  <a:pt x="41" y="805"/>
                  <a:pt x="41" y="805"/>
                  <a:pt x="41" y="804"/>
                </a:cubicBezTo>
                <a:cubicBezTo>
                  <a:pt x="41" y="804"/>
                  <a:pt x="41" y="804"/>
                  <a:pt x="41" y="804"/>
                </a:cubicBezTo>
                <a:cubicBezTo>
                  <a:pt x="40" y="804"/>
                  <a:pt x="40" y="804"/>
                  <a:pt x="40" y="803"/>
                </a:cubicBezTo>
                <a:cubicBezTo>
                  <a:pt x="40" y="803"/>
                  <a:pt x="40" y="803"/>
                  <a:pt x="40" y="802"/>
                </a:cubicBezTo>
                <a:cubicBezTo>
                  <a:pt x="40" y="802"/>
                  <a:pt x="40" y="801"/>
                  <a:pt x="40" y="801"/>
                </a:cubicBezTo>
                <a:cubicBezTo>
                  <a:pt x="39" y="801"/>
                  <a:pt x="39" y="802"/>
                  <a:pt x="38" y="802"/>
                </a:cubicBezTo>
                <a:cubicBezTo>
                  <a:pt x="38" y="801"/>
                  <a:pt x="38" y="801"/>
                  <a:pt x="38" y="801"/>
                </a:cubicBezTo>
                <a:cubicBezTo>
                  <a:pt x="37" y="801"/>
                  <a:pt x="37" y="801"/>
                  <a:pt x="37" y="801"/>
                </a:cubicBezTo>
                <a:cubicBezTo>
                  <a:pt x="37" y="802"/>
                  <a:pt x="38" y="804"/>
                  <a:pt x="38" y="805"/>
                </a:cubicBezTo>
                <a:cubicBezTo>
                  <a:pt x="37" y="805"/>
                  <a:pt x="36" y="804"/>
                  <a:pt x="35" y="804"/>
                </a:cubicBezTo>
                <a:cubicBezTo>
                  <a:pt x="34" y="803"/>
                  <a:pt x="34" y="803"/>
                  <a:pt x="34" y="804"/>
                </a:cubicBezTo>
                <a:cubicBezTo>
                  <a:pt x="33" y="804"/>
                  <a:pt x="33" y="804"/>
                  <a:pt x="33" y="805"/>
                </a:cubicBezTo>
                <a:cubicBezTo>
                  <a:pt x="33" y="805"/>
                  <a:pt x="34" y="806"/>
                  <a:pt x="34" y="806"/>
                </a:cubicBezTo>
                <a:cubicBezTo>
                  <a:pt x="34" y="806"/>
                  <a:pt x="34" y="807"/>
                  <a:pt x="34" y="807"/>
                </a:cubicBezTo>
                <a:cubicBezTo>
                  <a:pt x="35" y="807"/>
                  <a:pt x="35" y="807"/>
                  <a:pt x="35" y="807"/>
                </a:cubicBezTo>
                <a:cubicBezTo>
                  <a:pt x="35" y="807"/>
                  <a:pt x="35" y="807"/>
                  <a:pt x="36" y="807"/>
                </a:cubicBezTo>
                <a:cubicBezTo>
                  <a:pt x="36" y="806"/>
                  <a:pt x="37" y="806"/>
                  <a:pt x="37" y="805"/>
                </a:cubicBezTo>
                <a:cubicBezTo>
                  <a:pt x="37" y="806"/>
                  <a:pt x="38" y="806"/>
                  <a:pt x="38" y="807"/>
                </a:cubicBezTo>
                <a:cubicBezTo>
                  <a:pt x="39" y="807"/>
                  <a:pt x="39" y="807"/>
                  <a:pt x="40" y="808"/>
                </a:cubicBezTo>
                <a:cubicBezTo>
                  <a:pt x="41" y="808"/>
                  <a:pt x="41" y="808"/>
                  <a:pt x="42" y="808"/>
                </a:cubicBezTo>
                <a:cubicBezTo>
                  <a:pt x="42" y="807"/>
                  <a:pt x="42" y="807"/>
                  <a:pt x="42" y="807"/>
                </a:cubicBezTo>
                <a:cubicBezTo>
                  <a:pt x="41" y="807"/>
                  <a:pt x="41" y="807"/>
                  <a:pt x="41" y="807"/>
                </a:cubicBezTo>
                <a:cubicBezTo>
                  <a:pt x="41" y="806"/>
                  <a:pt x="41" y="806"/>
                  <a:pt x="42" y="806"/>
                </a:cubicBezTo>
                <a:cubicBezTo>
                  <a:pt x="42" y="806"/>
                  <a:pt x="42" y="806"/>
                  <a:pt x="43" y="806"/>
                </a:cubicBezTo>
                <a:cubicBezTo>
                  <a:pt x="43" y="807"/>
                  <a:pt x="43" y="807"/>
                  <a:pt x="44" y="808"/>
                </a:cubicBezTo>
                <a:cubicBezTo>
                  <a:pt x="45" y="808"/>
                  <a:pt x="45" y="808"/>
                  <a:pt x="46" y="808"/>
                </a:cubicBezTo>
                <a:cubicBezTo>
                  <a:pt x="46" y="807"/>
                  <a:pt x="46" y="807"/>
                  <a:pt x="46" y="807"/>
                </a:cubicBezTo>
                <a:cubicBezTo>
                  <a:pt x="46" y="807"/>
                  <a:pt x="47" y="806"/>
                  <a:pt x="47" y="807"/>
                </a:cubicBezTo>
                <a:cubicBezTo>
                  <a:pt x="47" y="807"/>
                  <a:pt x="47" y="808"/>
                  <a:pt x="46" y="809"/>
                </a:cubicBezTo>
                <a:cubicBezTo>
                  <a:pt x="46" y="809"/>
                  <a:pt x="46" y="809"/>
                  <a:pt x="46" y="810"/>
                </a:cubicBezTo>
                <a:cubicBezTo>
                  <a:pt x="46" y="810"/>
                  <a:pt x="47" y="810"/>
                  <a:pt x="47" y="810"/>
                </a:cubicBezTo>
                <a:cubicBezTo>
                  <a:pt x="47" y="810"/>
                  <a:pt x="48" y="810"/>
                  <a:pt x="49" y="810"/>
                </a:cubicBezTo>
                <a:cubicBezTo>
                  <a:pt x="49" y="810"/>
                  <a:pt x="49" y="810"/>
                  <a:pt x="49" y="810"/>
                </a:cubicBezTo>
                <a:cubicBezTo>
                  <a:pt x="49" y="811"/>
                  <a:pt x="49" y="811"/>
                  <a:pt x="48" y="811"/>
                </a:cubicBezTo>
                <a:cubicBezTo>
                  <a:pt x="48" y="811"/>
                  <a:pt x="48" y="811"/>
                  <a:pt x="48" y="811"/>
                </a:cubicBezTo>
                <a:cubicBezTo>
                  <a:pt x="47" y="811"/>
                  <a:pt x="47" y="811"/>
                  <a:pt x="46" y="812"/>
                </a:cubicBezTo>
                <a:cubicBezTo>
                  <a:pt x="46" y="812"/>
                  <a:pt x="46" y="812"/>
                  <a:pt x="46" y="812"/>
                </a:cubicBezTo>
                <a:cubicBezTo>
                  <a:pt x="46" y="812"/>
                  <a:pt x="46" y="813"/>
                  <a:pt x="46" y="813"/>
                </a:cubicBezTo>
                <a:cubicBezTo>
                  <a:pt x="47" y="813"/>
                  <a:pt x="47" y="813"/>
                  <a:pt x="47" y="813"/>
                </a:cubicBezTo>
                <a:cubicBezTo>
                  <a:pt x="48" y="813"/>
                  <a:pt x="48" y="813"/>
                  <a:pt x="48" y="813"/>
                </a:cubicBezTo>
                <a:cubicBezTo>
                  <a:pt x="48" y="813"/>
                  <a:pt x="47" y="814"/>
                  <a:pt x="47" y="814"/>
                </a:cubicBezTo>
                <a:cubicBezTo>
                  <a:pt x="48" y="815"/>
                  <a:pt x="48" y="815"/>
                  <a:pt x="48" y="816"/>
                </a:cubicBezTo>
                <a:cubicBezTo>
                  <a:pt x="48" y="816"/>
                  <a:pt x="48" y="816"/>
                  <a:pt x="48" y="816"/>
                </a:cubicBezTo>
                <a:cubicBezTo>
                  <a:pt x="48" y="816"/>
                  <a:pt x="49" y="816"/>
                  <a:pt x="49" y="816"/>
                </a:cubicBezTo>
                <a:cubicBezTo>
                  <a:pt x="49" y="816"/>
                  <a:pt x="49" y="816"/>
                  <a:pt x="49" y="817"/>
                </a:cubicBezTo>
                <a:cubicBezTo>
                  <a:pt x="49" y="817"/>
                  <a:pt x="50" y="817"/>
                  <a:pt x="50" y="817"/>
                </a:cubicBezTo>
                <a:cubicBezTo>
                  <a:pt x="50" y="816"/>
                  <a:pt x="50" y="816"/>
                  <a:pt x="49" y="815"/>
                </a:cubicBezTo>
                <a:cubicBezTo>
                  <a:pt x="49" y="815"/>
                  <a:pt x="50" y="814"/>
                  <a:pt x="50" y="814"/>
                </a:cubicBezTo>
                <a:cubicBezTo>
                  <a:pt x="50" y="813"/>
                  <a:pt x="50" y="813"/>
                  <a:pt x="50" y="813"/>
                </a:cubicBezTo>
                <a:cubicBezTo>
                  <a:pt x="51" y="813"/>
                  <a:pt x="51" y="813"/>
                  <a:pt x="51" y="813"/>
                </a:cubicBezTo>
                <a:cubicBezTo>
                  <a:pt x="51" y="813"/>
                  <a:pt x="51" y="813"/>
                  <a:pt x="51" y="814"/>
                </a:cubicBezTo>
                <a:cubicBezTo>
                  <a:pt x="51" y="815"/>
                  <a:pt x="51" y="816"/>
                  <a:pt x="52" y="816"/>
                </a:cubicBezTo>
                <a:cubicBezTo>
                  <a:pt x="52" y="817"/>
                  <a:pt x="52" y="817"/>
                  <a:pt x="52" y="817"/>
                </a:cubicBezTo>
                <a:cubicBezTo>
                  <a:pt x="52" y="818"/>
                  <a:pt x="52" y="818"/>
                  <a:pt x="51" y="818"/>
                </a:cubicBezTo>
                <a:cubicBezTo>
                  <a:pt x="51" y="818"/>
                  <a:pt x="50" y="818"/>
                  <a:pt x="50" y="818"/>
                </a:cubicBezTo>
                <a:cubicBezTo>
                  <a:pt x="50" y="818"/>
                  <a:pt x="50" y="818"/>
                  <a:pt x="50" y="818"/>
                </a:cubicBezTo>
                <a:cubicBezTo>
                  <a:pt x="50" y="818"/>
                  <a:pt x="50" y="819"/>
                  <a:pt x="50" y="819"/>
                </a:cubicBezTo>
                <a:cubicBezTo>
                  <a:pt x="51" y="819"/>
                  <a:pt x="51" y="819"/>
                  <a:pt x="52" y="820"/>
                </a:cubicBezTo>
                <a:cubicBezTo>
                  <a:pt x="52" y="820"/>
                  <a:pt x="52" y="820"/>
                  <a:pt x="52" y="820"/>
                </a:cubicBezTo>
                <a:cubicBezTo>
                  <a:pt x="52" y="820"/>
                  <a:pt x="52" y="820"/>
                  <a:pt x="52" y="821"/>
                </a:cubicBezTo>
                <a:cubicBezTo>
                  <a:pt x="51" y="821"/>
                  <a:pt x="51" y="821"/>
                  <a:pt x="51" y="821"/>
                </a:cubicBezTo>
                <a:cubicBezTo>
                  <a:pt x="50" y="820"/>
                  <a:pt x="50" y="821"/>
                  <a:pt x="49" y="821"/>
                </a:cubicBezTo>
                <a:cubicBezTo>
                  <a:pt x="50" y="822"/>
                  <a:pt x="53" y="822"/>
                  <a:pt x="54" y="821"/>
                </a:cubicBezTo>
                <a:cubicBezTo>
                  <a:pt x="54" y="821"/>
                  <a:pt x="55" y="821"/>
                  <a:pt x="55" y="821"/>
                </a:cubicBezTo>
                <a:cubicBezTo>
                  <a:pt x="55" y="821"/>
                  <a:pt x="56" y="821"/>
                  <a:pt x="56" y="821"/>
                </a:cubicBezTo>
                <a:cubicBezTo>
                  <a:pt x="56" y="820"/>
                  <a:pt x="56" y="820"/>
                  <a:pt x="56" y="819"/>
                </a:cubicBezTo>
                <a:cubicBezTo>
                  <a:pt x="57" y="819"/>
                  <a:pt x="57" y="820"/>
                  <a:pt x="58" y="820"/>
                </a:cubicBezTo>
                <a:cubicBezTo>
                  <a:pt x="59" y="820"/>
                  <a:pt x="59" y="820"/>
                  <a:pt x="59" y="819"/>
                </a:cubicBezTo>
                <a:cubicBezTo>
                  <a:pt x="59" y="819"/>
                  <a:pt x="59" y="818"/>
                  <a:pt x="59" y="818"/>
                </a:cubicBezTo>
                <a:cubicBezTo>
                  <a:pt x="59" y="817"/>
                  <a:pt x="59" y="816"/>
                  <a:pt x="59" y="815"/>
                </a:cubicBezTo>
                <a:cubicBezTo>
                  <a:pt x="59" y="814"/>
                  <a:pt x="60" y="814"/>
                  <a:pt x="60" y="814"/>
                </a:cubicBezTo>
                <a:cubicBezTo>
                  <a:pt x="60" y="814"/>
                  <a:pt x="61" y="814"/>
                  <a:pt x="61" y="814"/>
                </a:cubicBezTo>
                <a:cubicBezTo>
                  <a:pt x="61" y="814"/>
                  <a:pt x="61" y="814"/>
                  <a:pt x="61" y="814"/>
                </a:cubicBezTo>
                <a:cubicBezTo>
                  <a:pt x="61" y="814"/>
                  <a:pt x="61" y="813"/>
                  <a:pt x="61" y="813"/>
                </a:cubicBezTo>
                <a:cubicBezTo>
                  <a:pt x="61" y="812"/>
                  <a:pt x="61" y="812"/>
                  <a:pt x="61" y="812"/>
                </a:cubicBezTo>
                <a:cubicBezTo>
                  <a:pt x="60" y="812"/>
                  <a:pt x="60" y="812"/>
                  <a:pt x="60" y="812"/>
                </a:cubicBezTo>
                <a:cubicBezTo>
                  <a:pt x="60" y="812"/>
                  <a:pt x="60" y="811"/>
                  <a:pt x="60" y="811"/>
                </a:cubicBezTo>
                <a:cubicBezTo>
                  <a:pt x="60" y="810"/>
                  <a:pt x="59" y="810"/>
                  <a:pt x="59" y="810"/>
                </a:cubicBezTo>
                <a:cubicBezTo>
                  <a:pt x="59" y="810"/>
                  <a:pt x="58" y="809"/>
                  <a:pt x="58" y="809"/>
                </a:cubicBezTo>
                <a:cubicBezTo>
                  <a:pt x="58" y="810"/>
                  <a:pt x="57" y="811"/>
                  <a:pt x="57" y="810"/>
                </a:cubicBezTo>
                <a:cubicBezTo>
                  <a:pt x="57" y="810"/>
                  <a:pt x="57" y="810"/>
                  <a:pt x="57" y="810"/>
                </a:cubicBezTo>
                <a:cubicBezTo>
                  <a:pt x="57" y="810"/>
                  <a:pt x="58" y="810"/>
                  <a:pt x="58" y="809"/>
                </a:cubicBezTo>
                <a:cubicBezTo>
                  <a:pt x="57" y="809"/>
                  <a:pt x="56" y="809"/>
                  <a:pt x="55" y="809"/>
                </a:cubicBezTo>
                <a:cubicBezTo>
                  <a:pt x="56" y="809"/>
                  <a:pt x="56" y="809"/>
                  <a:pt x="56" y="809"/>
                </a:cubicBezTo>
                <a:cubicBezTo>
                  <a:pt x="57" y="809"/>
                  <a:pt x="58" y="808"/>
                  <a:pt x="59" y="809"/>
                </a:cubicBezTo>
                <a:cubicBezTo>
                  <a:pt x="59" y="809"/>
                  <a:pt x="60" y="809"/>
                  <a:pt x="60" y="809"/>
                </a:cubicBezTo>
                <a:cubicBezTo>
                  <a:pt x="61" y="808"/>
                  <a:pt x="61" y="808"/>
                  <a:pt x="61" y="807"/>
                </a:cubicBezTo>
                <a:cubicBezTo>
                  <a:pt x="60" y="807"/>
                  <a:pt x="59" y="807"/>
                  <a:pt x="58" y="807"/>
                </a:cubicBezTo>
                <a:cubicBezTo>
                  <a:pt x="58" y="807"/>
                  <a:pt x="58" y="807"/>
                  <a:pt x="57" y="807"/>
                </a:cubicBezTo>
                <a:cubicBezTo>
                  <a:pt x="57" y="807"/>
                  <a:pt x="56" y="807"/>
                  <a:pt x="56" y="806"/>
                </a:cubicBezTo>
                <a:cubicBezTo>
                  <a:pt x="55" y="806"/>
                  <a:pt x="54" y="806"/>
                  <a:pt x="54" y="805"/>
                </a:cubicBezTo>
                <a:cubicBezTo>
                  <a:pt x="54" y="806"/>
                  <a:pt x="54" y="806"/>
                  <a:pt x="53" y="807"/>
                </a:cubicBezTo>
                <a:cubicBezTo>
                  <a:pt x="53" y="807"/>
                  <a:pt x="53" y="808"/>
                  <a:pt x="53" y="808"/>
                </a:cubicBezTo>
                <a:cubicBezTo>
                  <a:pt x="52" y="807"/>
                  <a:pt x="53" y="805"/>
                  <a:pt x="53" y="804"/>
                </a:cubicBezTo>
                <a:cubicBezTo>
                  <a:pt x="52" y="804"/>
                  <a:pt x="51" y="804"/>
                  <a:pt x="50" y="804"/>
                </a:cubicBezTo>
                <a:cubicBezTo>
                  <a:pt x="50" y="804"/>
                  <a:pt x="51" y="805"/>
                  <a:pt x="51" y="805"/>
                </a:cubicBezTo>
                <a:cubicBezTo>
                  <a:pt x="51" y="805"/>
                  <a:pt x="52" y="805"/>
                  <a:pt x="52" y="805"/>
                </a:cubicBezTo>
                <a:cubicBezTo>
                  <a:pt x="52" y="806"/>
                  <a:pt x="51" y="806"/>
                  <a:pt x="51" y="806"/>
                </a:cubicBezTo>
                <a:cubicBezTo>
                  <a:pt x="51" y="806"/>
                  <a:pt x="50" y="807"/>
                  <a:pt x="50" y="806"/>
                </a:cubicBezTo>
                <a:cubicBezTo>
                  <a:pt x="50" y="806"/>
                  <a:pt x="50" y="806"/>
                  <a:pt x="50" y="805"/>
                </a:cubicBezTo>
                <a:cubicBezTo>
                  <a:pt x="50" y="805"/>
                  <a:pt x="49" y="805"/>
                  <a:pt x="49" y="805"/>
                </a:cubicBezTo>
                <a:cubicBezTo>
                  <a:pt x="49" y="804"/>
                  <a:pt x="49" y="804"/>
                  <a:pt x="49" y="803"/>
                </a:cubicBezTo>
                <a:cubicBezTo>
                  <a:pt x="50" y="803"/>
                  <a:pt x="49" y="802"/>
                  <a:pt x="48" y="802"/>
                </a:cubicBezTo>
                <a:cubicBezTo>
                  <a:pt x="48" y="801"/>
                  <a:pt x="47" y="801"/>
                  <a:pt x="47" y="800"/>
                </a:cubicBezTo>
                <a:cubicBezTo>
                  <a:pt x="46" y="800"/>
                  <a:pt x="45" y="801"/>
                  <a:pt x="45" y="801"/>
                </a:cubicBezTo>
                <a:cubicBezTo>
                  <a:pt x="45" y="802"/>
                  <a:pt x="46" y="803"/>
                  <a:pt x="46" y="803"/>
                </a:cubicBezTo>
                <a:cubicBezTo>
                  <a:pt x="46" y="804"/>
                  <a:pt x="45" y="804"/>
                  <a:pt x="44" y="804"/>
                </a:cubicBezTo>
                <a:cubicBezTo>
                  <a:pt x="43" y="804"/>
                  <a:pt x="43" y="803"/>
                  <a:pt x="42" y="803"/>
                </a:cubicBezTo>
                <a:cubicBezTo>
                  <a:pt x="42" y="804"/>
                  <a:pt x="41" y="804"/>
                  <a:pt x="41" y="805"/>
                </a:cubicBezTo>
                <a:close/>
                <a:moveTo>
                  <a:pt x="43" y="815"/>
                </a:moveTo>
                <a:cubicBezTo>
                  <a:pt x="43" y="815"/>
                  <a:pt x="43" y="815"/>
                  <a:pt x="43" y="815"/>
                </a:cubicBezTo>
                <a:cubicBezTo>
                  <a:pt x="43" y="815"/>
                  <a:pt x="43" y="815"/>
                  <a:pt x="43" y="815"/>
                </a:cubicBezTo>
                <a:cubicBezTo>
                  <a:pt x="43" y="815"/>
                  <a:pt x="43" y="815"/>
                  <a:pt x="43" y="815"/>
                </a:cubicBezTo>
                <a:cubicBezTo>
                  <a:pt x="44" y="815"/>
                  <a:pt x="45" y="815"/>
                  <a:pt x="46" y="815"/>
                </a:cubicBezTo>
                <a:cubicBezTo>
                  <a:pt x="46" y="815"/>
                  <a:pt x="46" y="815"/>
                  <a:pt x="46" y="815"/>
                </a:cubicBezTo>
                <a:cubicBezTo>
                  <a:pt x="46" y="815"/>
                  <a:pt x="46" y="815"/>
                  <a:pt x="46" y="815"/>
                </a:cubicBezTo>
                <a:cubicBezTo>
                  <a:pt x="46" y="814"/>
                  <a:pt x="46" y="814"/>
                  <a:pt x="46" y="814"/>
                </a:cubicBezTo>
                <a:cubicBezTo>
                  <a:pt x="46" y="814"/>
                  <a:pt x="46" y="814"/>
                  <a:pt x="46" y="814"/>
                </a:cubicBezTo>
                <a:cubicBezTo>
                  <a:pt x="46" y="814"/>
                  <a:pt x="46" y="814"/>
                  <a:pt x="46" y="814"/>
                </a:cubicBezTo>
                <a:cubicBezTo>
                  <a:pt x="45" y="814"/>
                  <a:pt x="44" y="813"/>
                  <a:pt x="44" y="813"/>
                </a:cubicBezTo>
                <a:cubicBezTo>
                  <a:pt x="43" y="813"/>
                  <a:pt x="43" y="813"/>
                  <a:pt x="43" y="813"/>
                </a:cubicBezTo>
                <a:cubicBezTo>
                  <a:pt x="43" y="814"/>
                  <a:pt x="43" y="814"/>
                  <a:pt x="43" y="814"/>
                </a:cubicBezTo>
                <a:cubicBezTo>
                  <a:pt x="43" y="814"/>
                  <a:pt x="43" y="814"/>
                  <a:pt x="43" y="815"/>
                </a:cubicBezTo>
                <a:close/>
                <a:moveTo>
                  <a:pt x="44" y="822"/>
                </a:moveTo>
                <a:cubicBezTo>
                  <a:pt x="44" y="822"/>
                  <a:pt x="45" y="821"/>
                  <a:pt x="45" y="821"/>
                </a:cubicBezTo>
                <a:cubicBezTo>
                  <a:pt x="44" y="821"/>
                  <a:pt x="44" y="821"/>
                  <a:pt x="44" y="821"/>
                </a:cubicBezTo>
                <a:cubicBezTo>
                  <a:pt x="44" y="821"/>
                  <a:pt x="43" y="821"/>
                  <a:pt x="43" y="820"/>
                </a:cubicBezTo>
                <a:cubicBezTo>
                  <a:pt x="43" y="820"/>
                  <a:pt x="43" y="820"/>
                  <a:pt x="42" y="820"/>
                </a:cubicBezTo>
                <a:cubicBezTo>
                  <a:pt x="42" y="820"/>
                  <a:pt x="42" y="820"/>
                  <a:pt x="42" y="820"/>
                </a:cubicBezTo>
                <a:cubicBezTo>
                  <a:pt x="42" y="820"/>
                  <a:pt x="42" y="819"/>
                  <a:pt x="41" y="819"/>
                </a:cubicBezTo>
                <a:cubicBezTo>
                  <a:pt x="41" y="819"/>
                  <a:pt x="41" y="819"/>
                  <a:pt x="41" y="819"/>
                </a:cubicBezTo>
                <a:cubicBezTo>
                  <a:pt x="40" y="819"/>
                  <a:pt x="40" y="820"/>
                  <a:pt x="40" y="820"/>
                </a:cubicBezTo>
                <a:cubicBezTo>
                  <a:pt x="40" y="820"/>
                  <a:pt x="40" y="820"/>
                  <a:pt x="40" y="820"/>
                </a:cubicBezTo>
                <a:cubicBezTo>
                  <a:pt x="40" y="820"/>
                  <a:pt x="40" y="820"/>
                  <a:pt x="40" y="821"/>
                </a:cubicBezTo>
                <a:cubicBezTo>
                  <a:pt x="40" y="821"/>
                  <a:pt x="40" y="821"/>
                  <a:pt x="40" y="821"/>
                </a:cubicBezTo>
                <a:cubicBezTo>
                  <a:pt x="40" y="821"/>
                  <a:pt x="40" y="821"/>
                  <a:pt x="41" y="821"/>
                </a:cubicBezTo>
                <a:cubicBezTo>
                  <a:pt x="41" y="821"/>
                  <a:pt x="41" y="821"/>
                  <a:pt x="41" y="821"/>
                </a:cubicBezTo>
                <a:cubicBezTo>
                  <a:pt x="41" y="821"/>
                  <a:pt x="41" y="821"/>
                  <a:pt x="41" y="822"/>
                </a:cubicBezTo>
                <a:cubicBezTo>
                  <a:pt x="41" y="822"/>
                  <a:pt x="42" y="822"/>
                  <a:pt x="42" y="822"/>
                </a:cubicBezTo>
                <a:cubicBezTo>
                  <a:pt x="42" y="822"/>
                  <a:pt x="42" y="822"/>
                  <a:pt x="42" y="823"/>
                </a:cubicBezTo>
                <a:cubicBezTo>
                  <a:pt x="42" y="823"/>
                  <a:pt x="42" y="823"/>
                  <a:pt x="43" y="823"/>
                </a:cubicBezTo>
                <a:cubicBezTo>
                  <a:pt x="43" y="823"/>
                  <a:pt x="43" y="823"/>
                  <a:pt x="43" y="823"/>
                </a:cubicBezTo>
                <a:cubicBezTo>
                  <a:pt x="43" y="823"/>
                  <a:pt x="43" y="823"/>
                  <a:pt x="43" y="822"/>
                </a:cubicBezTo>
                <a:cubicBezTo>
                  <a:pt x="44" y="822"/>
                  <a:pt x="44" y="822"/>
                  <a:pt x="44" y="822"/>
                </a:cubicBezTo>
                <a:close/>
                <a:moveTo>
                  <a:pt x="31" y="793"/>
                </a:moveTo>
                <a:cubicBezTo>
                  <a:pt x="31" y="793"/>
                  <a:pt x="31" y="794"/>
                  <a:pt x="31" y="794"/>
                </a:cubicBezTo>
                <a:cubicBezTo>
                  <a:pt x="31" y="794"/>
                  <a:pt x="32" y="794"/>
                  <a:pt x="32" y="794"/>
                </a:cubicBezTo>
                <a:cubicBezTo>
                  <a:pt x="32" y="795"/>
                  <a:pt x="33" y="795"/>
                  <a:pt x="33" y="795"/>
                </a:cubicBezTo>
                <a:cubicBezTo>
                  <a:pt x="33" y="795"/>
                  <a:pt x="34" y="796"/>
                  <a:pt x="34" y="796"/>
                </a:cubicBezTo>
                <a:cubicBezTo>
                  <a:pt x="34" y="795"/>
                  <a:pt x="34" y="795"/>
                  <a:pt x="34" y="795"/>
                </a:cubicBezTo>
                <a:cubicBezTo>
                  <a:pt x="34" y="795"/>
                  <a:pt x="33" y="794"/>
                  <a:pt x="34" y="794"/>
                </a:cubicBezTo>
                <a:cubicBezTo>
                  <a:pt x="34" y="794"/>
                  <a:pt x="34" y="794"/>
                  <a:pt x="34" y="794"/>
                </a:cubicBezTo>
                <a:cubicBezTo>
                  <a:pt x="35" y="795"/>
                  <a:pt x="36" y="795"/>
                  <a:pt x="36" y="796"/>
                </a:cubicBezTo>
                <a:cubicBezTo>
                  <a:pt x="37" y="796"/>
                  <a:pt x="37" y="796"/>
                  <a:pt x="37" y="797"/>
                </a:cubicBezTo>
                <a:cubicBezTo>
                  <a:pt x="37" y="797"/>
                  <a:pt x="38" y="798"/>
                  <a:pt x="38" y="798"/>
                </a:cubicBezTo>
                <a:cubicBezTo>
                  <a:pt x="37" y="798"/>
                  <a:pt x="37" y="798"/>
                  <a:pt x="37" y="799"/>
                </a:cubicBezTo>
                <a:cubicBezTo>
                  <a:pt x="38" y="799"/>
                  <a:pt x="38" y="799"/>
                  <a:pt x="39" y="799"/>
                </a:cubicBezTo>
                <a:cubicBezTo>
                  <a:pt x="39" y="799"/>
                  <a:pt x="40" y="799"/>
                  <a:pt x="40" y="799"/>
                </a:cubicBezTo>
                <a:cubicBezTo>
                  <a:pt x="41" y="799"/>
                  <a:pt x="41" y="800"/>
                  <a:pt x="42" y="800"/>
                </a:cubicBezTo>
                <a:cubicBezTo>
                  <a:pt x="43" y="800"/>
                  <a:pt x="44" y="800"/>
                  <a:pt x="44" y="800"/>
                </a:cubicBezTo>
                <a:cubicBezTo>
                  <a:pt x="45" y="800"/>
                  <a:pt x="45" y="800"/>
                  <a:pt x="45" y="800"/>
                </a:cubicBezTo>
                <a:cubicBezTo>
                  <a:pt x="45" y="799"/>
                  <a:pt x="45" y="799"/>
                  <a:pt x="45" y="799"/>
                </a:cubicBezTo>
                <a:cubicBezTo>
                  <a:pt x="44" y="798"/>
                  <a:pt x="43" y="798"/>
                  <a:pt x="43" y="797"/>
                </a:cubicBezTo>
                <a:cubicBezTo>
                  <a:pt x="42" y="797"/>
                  <a:pt x="41" y="797"/>
                  <a:pt x="41" y="796"/>
                </a:cubicBezTo>
                <a:cubicBezTo>
                  <a:pt x="41" y="796"/>
                  <a:pt x="41" y="795"/>
                  <a:pt x="41" y="795"/>
                </a:cubicBezTo>
                <a:cubicBezTo>
                  <a:pt x="40" y="794"/>
                  <a:pt x="40" y="794"/>
                  <a:pt x="39" y="793"/>
                </a:cubicBezTo>
                <a:cubicBezTo>
                  <a:pt x="39" y="794"/>
                  <a:pt x="39" y="794"/>
                  <a:pt x="39" y="794"/>
                </a:cubicBezTo>
                <a:cubicBezTo>
                  <a:pt x="39" y="795"/>
                  <a:pt x="39" y="795"/>
                  <a:pt x="39" y="796"/>
                </a:cubicBezTo>
                <a:cubicBezTo>
                  <a:pt x="39" y="796"/>
                  <a:pt x="39" y="796"/>
                  <a:pt x="38" y="796"/>
                </a:cubicBezTo>
                <a:cubicBezTo>
                  <a:pt x="38" y="796"/>
                  <a:pt x="38" y="795"/>
                  <a:pt x="38" y="795"/>
                </a:cubicBezTo>
                <a:cubicBezTo>
                  <a:pt x="38" y="795"/>
                  <a:pt x="38" y="794"/>
                  <a:pt x="38" y="793"/>
                </a:cubicBezTo>
                <a:cubicBezTo>
                  <a:pt x="38" y="793"/>
                  <a:pt x="38" y="793"/>
                  <a:pt x="38" y="793"/>
                </a:cubicBezTo>
                <a:cubicBezTo>
                  <a:pt x="38" y="793"/>
                  <a:pt x="38" y="793"/>
                  <a:pt x="37" y="793"/>
                </a:cubicBezTo>
                <a:cubicBezTo>
                  <a:pt x="36" y="792"/>
                  <a:pt x="35" y="792"/>
                  <a:pt x="34" y="791"/>
                </a:cubicBezTo>
                <a:cubicBezTo>
                  <a:pt x="34" y="791"/>
                  <a:pt x="33" y="791"/>
                  <a:pt x="33" y="791"/>
                </a:cubicBezTo>
                <a:cubicBezTo>
                  <a:pt x="33" y="790"/>
                  <a:pt x="33" y="790"/>
                  <a:pt x="32" y="790"/>
                </a:cubicBezTo>
                <a:cubicBezTo>
                  <a:pt x="32" y="789"/>
                  <a:pt x="30" y="789"/>
                  <a:pt x="29" y="788"/>
                </a:cubicBezTo>
                <a:cubicBezTo>
                  <a:pt x="29" y="788"/>
                  <a:pt x="29" y="788"/>
                  <a:pt x="28" y="788"/>
                </a:cubicBezTo>
                <a:cubicBezTo>
                  <a:pt x="28" y="788"/>
                  <a:pt x="28" y="789"/>
                  <a:pt x="28" y="789"/>
                </a:cubicBezTo>
                <a:cubicBezTo>
                  <a:pt x="28" y="789"/>
                  <a:pt x="27" y="789"/>
                  <a:pt x="27" y="789"/>
                </a:cubicBezTo>
                <a:cubicBezTo>
                  <a:pt x="27" y="789"/>
                  <a:pt x="27" y="788"/>
                  <a:pt x="26" y="788"/>
                </a:cubicBezTo>
                <a:cubicBezTo>
                  <a:pt x="26" y="788"/>
                  <a:pt x="26" y="788"/>
                  <a:pt x="25" y="788"/>
                </a:cubicBezTo>
                <a:cubicBezTo>
                  <a:pt x="25" y="788"/>
                  <a:pt x="25" y="788"/>
                  <a:pt x="24" y="788"/>
                </a:cubicBezTo>
                <a:cubicBezTo>
                  <a:pt x="24" y="787"/>
                  <a:pt x="23" y="786"/>
                  <a:pt x="23" y="785"/>
                </a:cubicBezTo>
                <a:cubicBezTo>
                  <a:pt x="23" y="785"/>
                  <a:pt x="23" y="784"/>
                  <a:pt x="23" y="784"/>
                </a:cubicBezTo>
                <a:cubicBezTo>
                  <a:pt x="22" y="784"/>
                  <a:pt x="22" y="784"/>
                  <a:pt x="21" y="784"/>
                </a:cubicBezTo>
                <a:cubicBezTo>
                  <a:pt x="20" y="784"/>
                  <a:pt x="20" y="782"/>
                  <a:pt x="19" y="782"/>
                </a:cubicBezTo>
                <a:cubicBezTo>
                  <a:pt x="19" y="782"/>
                  <a:pt x="18" y="782"/>
                  <a:pt x="18" y="783"/>
                </a:cubicBezTo>
                <a:cubicBezTo>
                  <a:pt x="18" y="783"/>
                  <a:pt x="18" y="783"/>
                  <a:pt x="19" y="784"/>
                </a:cubicBezTo>
                <a:cubicBezTo>
                  <a:pt x="19" y="784"/>
                  <a:pt x="19" y="784"/>
                  <a:pt x="19" y="785"/>
                </a:cubicBezTo>
                <a:cubicBezTo>
                  <a:pt x="19" y="785"/>
                  <a:pt x="19" y="785"/>
                  <a:pt x="19" y="786"/>
                </a:cubicBezTo>
                <a:cubicBezTo>
                  <a:pt x="19" y="786"/>
                  <a:pt x="19" y="786"/>
                  <a:pt x="20" y="786"/>
                </a:cubicBezTo>
                <a:cubicBezTo>
                  <a:pt x="20" y="786"/>
                  <a:pt x="20" y="787"/>
                  <a:pt x="20" y="787"/>
                </a:cubicBezTo>
                <a:cubicBezTo>
                  <a:pt x="20" y="788"/>
                  <a:pt x="22" y="788"/>
                  <a:pt x="22" y="789"/>
                </a:cubicBezTo>
                <a:cubicBezTo>
                  <a:pt x="22" y="789"/>
                  <a:pt x="22" y="790"/>
                  <a:pt x="22" y="790"/>
                </a:cubicBezTo>
                <a:cubicBezTo>
                  <a:pt x="22" y="791"/>
                  <a:pt x="23" y="791"/>
                  <a:pt x="23" y="791"/>
                </a:cubicBezTo>
                <a:cubicBezTo>
                  <a:pt x="24" y="791"/>
                  <a:pt x="24" y="792"/>
                  <a:pt x="25" y="793"/>
                </a:cubicBezTo>
                <a:cubicBezTo>
                  <a:pt x="25" y="793"/>
                  <a:pt x="25" y="793"/>
                  <a:pt x="25" y="793"/>
                </a:cubicBezTo>
                <a:cubicBezTo>
                  <a:pt x="26" y="793"/>
                  <a:pt x="26" y="793"/>
                  <a:pt x="26" y="793"/>
                </a:cubicBezTo>
                <a:cubicBezTo>
                  <a:pt x="26" y="792"/>
                  <a:pt x="27" y="792"/>
                  <a:pt x="27" y="793"/>
                </a:cubicBezTo>
                <a:cubicBezTo>
                  <a:pt x="27" y="793"/>
                  <a:pt x="28" y="793"/>
                  <a:pt x="28" y="793"/>
                </a:cubicBezTo>
                <a:cubicBezTo>
                  <a:pt x="28" y="793"/>
                  <a:pt x="29" y="793"/>
                  <a:pt x="29" y="793"/>
                </a:cubicBezTo>
                <a:cubicBezTo>
                  <a:pt x="29" y="794"/>
                  <a:pt x="30" y="794"/>
                  <a:pt x="30" y="794"/>
                </a:cubicBezTo>
                <a:cubicBezTo>
                  <a:pt x="30" y="794"/>
                  <a:pt x="29" y="793"/>
                  <a:pt x="30" y="793"/>
                </a:cubicBezTo>
                <a:cubicBezTo>
                  <a:pt x="30" y="792"/>
                  <a:pt x="30" y="793"/>
                  <a:pt x="31" y="793"/>
                </a:cubicBezTo>
                <a:cubicBezTo>
                  <a:pt x="31" y="793"/>
                  <a:pt x="31" y="793"/>
                  <a:pt x="31" y="793"/>
                </a:cubicBezTo>
                <a:close/>
                <a:moveTo>
                  <a:pt x="35" y="779"/>
                </a:moveTo>
                <a:cubicBezTo>
                  <a:pt x="35" y="778"/>
                  <a:pt x="35" y="778"/>
                  <a:pt x="35" y="777"/>
                </a:cubicBezTo>
                <a:cubicBezTo>
                  <a:pt x="35" y="776"/>
                  <a:pt x="35" y="774"/>
                  <a:pt x="35" y="773"/>
                </a:cubicBezTo>
                <a:cubicBezTo>
                  <a:pt x="35" y="772"/>
                  <a:pt x="35" y="772"/>
                  <a:pt x="35" y="771"/>
                </a:cubicBezTo>
                <a:cubicBezTo>
                  <a:pt x="35" y="771"/>
                  <a:pt x="35" y="771"/>
                  <a:pt x="35" y="771"/>
                </a:cubicBezTo>
                <a:cubicBezTo>
                  <a:pt x="34" y="770"/>
                  <a:pt x="34" y="770"/>
                  <a:pt x="34" y="769"/>
                </a:cubicBezTo>
                <a:cubicBezTo>
                  <a:pt x="34" y="769"/>
                  <a:pt x="35" y="769"/>
                  <a:pt x="35" y="768"/>
                </a:cubicBezTo>
                <a:cubicBezTo>
                  <a:pt x="34" y="768"/>
                  <a:pt x="34" y="768"/>
                  <a:pt x="34" y="767"/>
                </a:cubicBezTo>
                <a:cubicBezTo>
                  <a:pt x="34" y="768"/>
                  <a:pt x="34" y="768"/>
                  <a:pt x="33" y="768"/>
                </a:cubicBezTo>
                <a:cubicBezTo>
                  <a:pt x="33" y="767"/>
                  <a:pt x="33" y="767"/>
                  <a:pt x="33" y="767"/>
                </a:cubicBezTo>
                <a:cubicBezTo>
                  <a:pt x="33" y="766"/>
                  <a:pt x="33" y="766"/>
                  <a:pt x="33" y="766"/>
                </a:cubicBezTo>
                <a:cubicBezTo>
                  <a:pt x="33" y="765"/>
                  <a:pt x="33" y="765"/>
                  <a:pt x="32" y="765"/>
                </a:cubicBezTo>
                <a:cubicBezTo>
                  <a:pt x="32" y="765"/>
                  <a:pt x="32" y="765"/>
                  <a:pt x="32" y="765"/>
                </a:cubicBezTo>
                <a:cubicBezTo>
                  <a:pt x="32" y="766"/>
                  <a:pt x="31" y="766"/>
                  <a:pt x="31" y="765"/>
                </a:cubicBezTo>
                <a:cubicBezTo>
                  <a:pt x="31" y="765"/>
                  <a:pt x="31" y="765"/>
                  <a:pt x="30" y="765"/>
                </a:cubicBezTo>
                <a:cubicBezTo>
                  <a:pt x="30" y="765"/>
                  <a:pt x="30" y="765"/>
                  <a:pt x="30" y="764"/>
                </a:cubicBezTo>
                <a:cubicBezTo>
                  <a:pt x="29" y="764"/>
                  <a:pt x="29" y="764"/>
                  <a:pt x="29" y="764"/>
                </a:cubicBezTo>
                <a:cubicBezTo>
                  <a:pt x="29" y="763"/>
                  <a:pt x="28" y="763"/>
                  <a:pt x="28" y="763"/>
                </a:cubicBezTo>
                <a:cubicBezTo>
                  <a:pt x="27" y="763"/>
                  <a:pt x="27" y="763"/>
                  <a:pt x="26" y="763"/>
                </a:cubicBezTo>
                <a:cubicBezTo>
                  <a:pt x="26" y="764"/>
                  <a:pt x="26" y="764"/>
                  <a:pt x="26" y="764"/>
                </a:cubicBezTo>
                <a:cubicBezTo>
                  <a:pt x="26" y="764"/>
                  <a:pt x="25" y="763"/>
                  <a:pt x="25" y="763"/>
                </a:cubicBezTo>
                <a:cubicBezTo>
                  <a:pt x="25" y="763"/>
                  <a:pt x="25" y="764"/>
                  <a:pt x="24" y="764"/>
                </a:cubicBezTo>
                <a:cubicBezTo>
                  <a:pt x="24" y="764"/>
                  <a:pt x="24" y="764"/>
                  <a:pt x="24" y="764"/>
                </a:cubicBezTo>
                <a:cubicBezTo>
                  <a:pt x="24" y="764"/>
                  <a:pt x="23" y="764"/>
                  <a:pt x="23" y="764"/>
                </a:cubicBezTo>
                <a:cubicBezTo>
                  <a:pt x="23" y="765"/>
                  <a:pt x="22" y="765"/>
                  <a:pt x="22" y="766"/>
                </a:cubicBezTo>
                <a:cubicBezTo>
                  <a:pt x="23" y="766"/>
                  <a:pt x="24" y="766"/>
                  <a:pt x="24" y="767"/>
                </a:cubicBezTo>
                <a:cubicBezTo>
                  <a:pt x="25" y="767"/>
                  <a:pt x="25" y="767"/>
                  <a:pt x="25" y="767"/>
                </a:cubicBezTo>
                <a:cubicBezTo>
                  <a:pt x="26" y="766"/>
                  <a:pt x="26" y="766"/>
                  <a:pt x="27" y="766"/>
                </a:cubicBezTo>
                <a:cubicBezTo>
                  <a:pt x="27" y="766"/>
                  <a:pt x="27" y="766"/>
                  <a:pt x="27" y="766"/>
                </a:cubicBezTo>
                <a:cubicBezTo>
                  <a:pt x="27" y="766"/>
                  <a:pt x="27" y="767"/>
                  <a:pt x="27" y="767"/>
                </a:cubicBezTo>
                <a:cubicBezTo>
                  <a:pt x="27" y="767"/>
                  <a:pt x="27" y="767"/>
                  <a:pt x="27" y="767"/>
                </a:cubicBezTo>
                <a:cubicBezTo>
                  <a:pt x="26" y="768"/>
                  <a:pt x="26" y="769"/>
                  <a:pt x="27" y="769"/>
                </a:cubicBezTo>
                <a:cubicBezTo>
                  <a:pt x="27" y="770"/>
                  <a:pt x="27" y="770"/>
                  <a:pt x="27" y="770"/>
                </a:cubicBezTo>
                <a:cubicBezTo>
                  <a:pt x="27" y="770"/>
                  <a:pt x="27" y="770"/>
                  <a:pt x="27" y="770"/>
                </a:cubicBezTo>
                <a:cubicBezTo>
                  <a:pt x="27" y="770"/>
                  <a:pt x="27" y="771"/>
                  <a:pt x="27" y="771"/>
                </a:cubicBezTo>
                <a:cubicBezTo>
                  <a:pt x="27" y="771"/>
                  <a:pt x="27" y="771"/>
                  <a:pt x="27" y="772"/>
                </a:cubicBezTo>
                <a:cubicBezTo>
                  <a:pt x="27" y="772"/>
                  <a:pt x="27" y="772"/>
                  <a:pt x="27" y="772"/>
                </a:cubicBezTo>
                <a:cubicBezTo>
                  <a:pt x="27" y="772"/>
                  <a:pt x="28" y="772"/>
                  <a:pt x="28" y="772"/>
                </a:cubicBezTo>
                <a:cubicBezTo>
                  <a:pt x="28" y="772"/>
                  <a:pt x="28" y="772"/>
                  <a:pt x="29" y="772"/>
                </a:cubicBezTo>
                <a:cubicBezTo>
                  <a:pt x="29" y="772"/>
                  <a:pt x="29" y="772"/>
                  <a:pt x="29" y="772"/>
                </a:cubicBezTo>
                <a:cubicBezTo>
                  <a:pt x="30" y="772"/>
                  <a:pt x="30" y="772"/>
                  <a:pt x="30" y="772"/>
                </a:cubicBezTo>
                <a:cubicBezTo>
                  <a:pt x="30" y="772"/>
                  <a:pt x="30" y="772"/>
                  <a:pt x="30" y="771"/>
                </a:cubicBezTo>
                <a:cubicBezTo>
                  <a:pt x="30" y="771"/>
                  <a:pt x="31" y="771"/>
                  <a:pt x="31" y="771"/>
                </a:cubicBezTo>
                <a:cubicBezTo>
                  <a:pt x="31" y="771"/>
                  <a:pt x="31" y="771"/>
                  <a:pt x="31" y="771"/>
                </a:cubicBezTo>
                <a:cubicBezTo>
                  <a:pt x="31" y="770"/>
                  <a:pt x="30" y="770"/>
                  <a:pt x="30" y="769"/>
                </a:cubicBezTo>
                <a:cubicBezTo>
                  <a:pt x="30" y="769"/>
                  <a:pt x="30" y="769"/>
                  <a:pt x="31" y="769"/>
                </a:cubicBezTo>
                <a:cubicBezTo>
                  <a:pt x="31" y="769"/>
                  <a:pt x="31" y="769"/>
                  <a:pt x="31" y="769"/>
                </a:cubicBezTo>
                <a:cubicBezTo>
                  <a:pt x="32" y="769"/>
                  <a:pt x="32" y="769"/>
                  <a:pt x="33" y="769"/>
                </a:cubicBezTo>
                <a:cubicBezTo>
                  <a:pt x="33" y="770"/>
                  <a:pt x="33" y="771"/>
                  <a:pt x="32" y="771"/>
                </a:cubicBezTo>
                <a:cubicBezTo>
                  <a:pt x="33" y="771"/>
                  <a:pt x="33" y="771"/>
                  <a:pt x="33" y="771"/>
                </a:cubicBezTo>
                <a:cubicBezTo>
                  <a:pt x="33" y="771"/>
                  <a:pt x="33" y="772"/>
                  <a:pt x="33" y="772"/>
                </a:cubicBezTo>
                <a:cubicBezTo>
                  <a:pt x="34" y="772"/>
                  <a:pt x="33" y="772"/>
                  <a:pt x="33" y="772"/>
                </a:cubicBezTo>
                <a:cubicBezTo>
                  <a:pt x="33" y="772"/>
                  <a:pt x="33" y="772"/>
                  <a:pt x="33" y="772"/>
                </a:cubicBezTo>
                <a:cubicBezTo>
                  <a:pt x="32" y="773"/>
                  <a:pt x="31" y="773"/>
                  <a:pt x="31" y="773"/>
                </a:cubicBezTo>
                <a:cubicBezTo>
                  <a:pt x="31" y="774"/>
                  <a:pt x="31" y="774"/>
                  <a:pt x="31" y="775"/>
                </a:cubicBezTo>
                <a:cubicBezTo>
                  <a:pt x="31" y="775"/>
                  <a:pt x="31" y="775"/>
                  <a:pt x="31" y="775"/>
                </a:cubicBezTo>
                <a:cubicBezTo>
                  <a:pt x="31" y="775"/>
                  <a:pt x="31" y="775"/>
                  <a:pt x="31" y="775"/>
                </a:cubicBezTo>
                <a:cubicBezTo>
                  <a:pt x="31" y="775"/>
                  <a:pt x="31" y="776"/>
                  <a:pt x="30" y="776"/>
                </a:cubicBezTo>
                <a:cubicBezTo>
                  <a:pt x="30" y="777"/>
                  <a:pt x="30" y="777"/>
                  <a:pt x="30" y="777"/>
                </a:cubicBezTo>
                <a:cubicBezTo>
                  <a:pt x="29" y="777"/>
                  <a:pt x="29" y="778"/>
                  <a:pt x="29" y="779"/>
                </a:cubicBezTo>
                <a:cubicBezTo>
                  <a:pt x="30" y="779"/>
                  <a:pt x="30" y="779"/>
                  <a:pt x="30" y="779"/>
                </a:cubicBezTo>
                <a:cubicBezTo>
                  <a:pt x="30" y="779"/>
                  <a:pt x="31" y="779"/>
                  <a:pt x="31" y="779"/>
                </a:cubicBezTo>
                <a:cubicBezTo>
                  <a:pt x="31" y="779"/>
                  <a:pt x="31" y="779"/>
                  <a:pt x="32" y="779"/>
                </a:cubicBezTo>
                <a:cubicBezTo>
                  <a:pt x="32" y="780"/>
                  <a:pt x="32" y="780"/>
                  <a:pt x="32" y="780"/>
                </a:cubicBezTo>
                <a:cubicBezTo>
                  <a:pt x="32" y="781"/>
                  <a:pt x="32" y="781"/>
                  <a:pt x="32" y="781"/>
                </a:cubicBezTo>
                <a:cubicBezTo>
                  <a:pt x="32" y="782"/>
                  <a:pt x="32" y="782"/>
                  <a:pt x="32" y="782"/>
                </a:cubicBezTo>
                <a:cubicBezTo>
                  <a:pt x="32" y="782"/>
                  <a:pt x="33" y="781"/>
                  <a:pt x="33" y="781"/>
                </a:cubicBezTo>
                <a:cubicBezTo>
                  <a:pt x="34" y="781"/>
                  <a:pt x="35" y="780"/>
                  <a:pt x="35" y="779"/>
                </a:cubicBezTo>
                <a:close/>
                <a:moveTo>
                  <a:pt x="24" y="753"/>
                </a:moveTo>
                <a:cubicBezTo>
                  <a:pt x="24" y="753"/>
                  <a:pt x="24" y="753"/>
                  <a:pt x="23" y="753"/>
                </a:cubicBezTo>
                <a:cubicBezTo>
                  <a:pt x="23" y="753"/>
                  <a:pt x="23" y="752"/>
                  <a:pt x="22" y="752"/>
                </a:cubicBezTo>
                <a:cubicBezTo>
                  <a:pt x="22" y="752"/>
                  <a:pt x="22" y="752"/>
                  <a:pt x="21" y="752"/>
                </a:cubicBezTo>
                <a:cubicBezTo>
                  <a:pt x="21" y="752"/>
                  <a:pt x="21" y="752"/>
                  <a:pt x="21" y="752"/>
                </a:cubicBezTo>
                <a:cubicBezTo>
                  <a:pt x="21" y="753"/>
                  <a:pt x="21" y="753"/>
                  <a:pt x="21" y="753"/>
                </a:cubicBezTo>
                <a:cubicBezTo>
                  <a:pt x="22" y="754"/>
                  <a:pt x="23" y="755"/>
                  <a:pt x="24" y="757"/>
                </a:cubicBezTo>
                <a:cubicBezTo>
                  <a:pt x="24" y="757"/>
                  <a:pt x="24" y="757"/>
                  <a:pt x="24" y="758"/>
                </a:cubicBezTo>
                <a:cubicBezTo>
                  <a:pt x="25" y="758"/>
                  <a:pt x="25" y="759"/>
                  <a:pt x="26" y="759"/>
                </a:cubicBezTo>
                <a:cubicBezTo>
                  <a:pt x="27" y="759"/>
                  <a:pt x="27" y="760"/>
                  <a:pt x="28" y="760"/>
                </a:cubicBezTo>
                <a:cubicBezTo>
                  <a:pt x="28" y="760"/>
                  <a:pt x="29" y="760"/>
                  <a:pt x="29" y="761"/>
                </a:cubicBezTo>
                <a:cubicBezTo>
                  <a:pt x="29" y="761"/>
                  <a:pt x="29" y="761"/>
                  <a:pt x="29" y="761"/>
                </a:cubicBezTo>
                <a:cubicBezTo>
                  <a:pt x="29" y="761"/>
                  <a:pt x="29" y="762"/>
                  <a:pt x="30" y="762"/>
                </a:cubicBezTo>
                <a:cubicBezTo>
                  <a:pt x="31" y="763"/>
                  <a:pt x="32" y="764"/>
                  <a:pt x="34" y="765"/>
                </a:cubicBezTo>
                <a:cubicBezTo>
                  <a:pt x="34" y="765"/>
                  <a:pt x="34" y="766"/>
                  <a:pt x="35" y="765"/>
                </a:cubicBezTo>
                <a:cubicBezTo>
                  <a:pt x="35" y="765"/>
                  <a:pt x="34" y="765"/>
                  <a:pt x="34" y="764"/>
                </a:cubicBezTo>
                <a:cubicBezTo>
                  <a:pt x="34" y="764"/>
                  <a:pt x="34" y="763"/>
                  <a:pt x="33" y="762"/>
                </a:cubicBezTo>
                <a:cubicBezTo>
                  <a:pt x="33" y="761"/>
                  <a:pt x="33" y="761"/>
                  <a:pt x="33" y="761"/>
                </a:cubicBezTo>
                <a:cubicBezTo>
                  <a:pt x="33" y="761"/>
                  <a:pt x="33" y="760"/>
                  <a:pt x="32" y="760"/>
                </a:cubicBezTo>
                <a:cubicBezTo>
                  <a:pt x="32" y="760"/>
                  <a:pt x="32" y="760"/>
                  <a:pt x="32" y="760"/>
                </a:cubicBezTo>
                <a:cubicBezTo>
                  <a:pt x="32" y="760"/>
                  <a:pt x="31" y="760"/>
                  <a:pt x="31" y="759"/>
                </a:cubicBezTo>
                <a:cubicBezTo>
                  <a:pt x="30" y="759"/>
                  <a:pt x="30" y="759"/>
                  <a:pt x="30" y="759"/>
                </a:cubicBezTo>
                <a:cubicBezTo>
                  <a:pt x="30" y="758"/>
                  <a:pt x="30" y="758"/>
                  <a:pt x="30" y="758"/>
                </a:cubicBezTo>
                <a:cubicBezTo>
                  <a:pt x="29" y="758"/>
                  <a:pt x="29" y="758"/>
                  <a:pt x="29" y="757"/>
                </a:cubicBezTo>
                <a:cubicBezTo>
                  <a:pt x="29" y="757"/>
                  <a:pt x="29" y="757"/>
                  <a:pt x="28" y="757"/>
                </a:cubicBezTo>
                <a:cubicBezTo>
                  <a:pt x="28" y="757"/>
                  <a:pt x="28" y="757"/>
                  <a:pt x="28" y="757"/>
                </a:cubicBezTo>
                <a:cubicBezTo>
                  <a:pt x="28" y="757"/>
                  <a:pt x="28" y="757"/>
                  <a:pt x="27" y="757"/>
                </a:cubicBezTo>
                <a:cubicBezTo>
                  <a:pt x="27" y="757"/>
                  <a:pt x="27" y="757"/>
                  <a:pt x="27" y="756"/>
                </a:cubicBezTo>
                <a:cubicBezTo>
                  <a:pt x="27" y="756"/>
                  <a:pt x="26" y="756"/>
                  <a:pt x="26" y="755"/>
                </a:cubicBezTo>
                <a:cubicBezTo>
                  <a:pt x="25" y="755"/>
                  <a:pt x="25" y="755"/>
                  <a:pt x="24" y="754"/>
                </a:cubicBezTo>
                <a:cubicBezTo>
                  <a:pt x="24" y="754"/>
                  <a:pt x="25" y="754"/>
                  <a:pt x="24" y="753"/>
                </a:cubicBezTo>
                <a:close/>
                <a:moveTo>
                  <a:pt x="33" y="756"/>
                </a:moveTo>
                <a:cubicBezTo>
                  <a:pt x="33" y="756"/>
                  <a:pt x="32" y="755"/>
                  <a:pt x="32" y="755"/>
                </a:cubicBezTo>
                <a:cubicBezTo>
                  <a:pt x="32" y="755"/>
                  <a:pt x="31" y="755"/>
                  <a:pt x="31" y="755"/>
                </a:cubicBezTo>
                <a:cubicBezTo>
                  <a:pt x="31" y="754"/>
                  <a:pt x="31" y="754"/>
                  <a:pt x="31" y="754"/>
                </a:cubicBezTo>
                <a:cubicBezTo>
                  <a:pt x="31" y="753"/>
                  <a:pt x="31" y="753"/>
                  <a:pt x="30" y="753"/>
                </a:cubicBezTo>
                <a:cubicBezTo>
                  <a:pt x="31" y="752"/>
                  <a:pt x="31" y="752"/>
                  <a:pt x="31" y="751"/>
                </a:cubicBezTo>
                <a:cubicBezTo>
                  <a:pt x="31" y="751"/>
                  <a:pt x="31" y="750"/>
                  <a:pt x="30" y="750"/>
                </a:cubicBezTo>
                <a:cubicBezTo>
                  <a:pt x="30" y="750"/>
                  <a:pt x="30" y="750"/>
                  <a:pt x="30" y="750"/>
                </a:cubicBezTo>
                <a:cubicBezTo>
                  <a:pt x="29" y="749"/>
                  <a:pt x="30" y="748"/>
                  <a:pt x="30" y="748"/>
                </a:cubicBezTo>
                <a:cubicBezTo>
                  <a:pt x="29" y="748"/>
                  <a:pt x="29" y="748"/>
                  <a:pt x="29" y="749"/>
                </a:cubicBezTo>
                <a:cubicBezTo>
                  <a:pt x="29" y="749"/>
                  <a:pt x="28" y="749"/>
                  <a:pt x="28" y="749"/>
                </a:cubicBezTo>
                <a:cubicBezTo>
                  <a:pt x="28" y="749"/>
                  <a:pt x="28" y="749"/>
                  <a:pt x="28" y="749"/>
                </a:cubicBezTo>
                <a:cubicBezTo>
                  <a:pt x="28" y="750"/>
                  <a:pt x="28" y="751"/>
                  <a:pt x="27" y="752"/>
                </a:cubicBezTo>
                <a:cubicBezTo>
                  <a:pt x="27" y="752"/>
                  <a:pt x="27" y="752"/>
                  <a:pt x="27" y="753"/>
                </a:cubicBezTo>
                <a:cubicBezTo>
                  <a:pt x="27" y="753"/>
                  <a:pt x="27" y="753"/>
                  <a:pt x="27" y="753"/>
                </a:cubicBezTo>
                <a:cubicBezTo>
                  <a:pt x="28" y="755"/>
                  <a:pt x="30" y="756"/>
                  <a:pt x="31" y="757"/>
                </a:cubicBezTo>
                <a:cubicBezTo>
                  <a:pt x="31" y="757"/>
                  <a:pt x="32" y="757"/>
                  <a:pt x="32" y="758"/>
                </a:cubicBezTo>
                <a:cubicBezTo>
                  <a:pt x="32" y="758"/>
                  <a:pt x="33" y="758"/>
                  <a:pt x="33" y="758"/>
                </a:cubicBezTo>
                <a:cubicBezTo>
                  <a:pt x="33" y="759"/>
                  <a:pt x="33" y="759"/>
                  <a:pt x="33" y="759"/>
                </a:cubicBezTo>
                <a:cubicBezTo>
                  <a:pt x="33" y="760"/>
                  <a:pt x="33" y="760"/>
                  <a:pt x="34" y="760"/>
                </a:cubicBezTo>
                <a:cubicBezTo>
                  <a:pt x="34" y="761"/>
                  <a:pt x="35" y="761"/>
                  <a:pt x="35" y="760"/>
                </a:cubicBezTo>
                <a:cubicBezTo>
                  <a:pt x="35" y="760"/>
                  <a:pt x="35" y="760"/>
                  <a:pt x="35" y="760"/>
                </a:cubicBezTo>
                <a:cubicBezTo>
                  <a:pt x="35" y="759"/>
                  <a:pt x="35" y="759"/>
                  <a:pt x="35" y="759"/>
                </a:cubicBezTo>
                <a:cubicBezTo>
                  <a:pt x="34" y="758"/>
                  <a:pt x="35" y="757"/>
                  <a:pt x="35" y="757"/>
                </a:cubicBezTo>
                <a:cubicBezTo>
                  <a:pt x="35" y="756"/>
                  <a:pt x="34" y="756"/>
                  <a:pt x="33" y="756"/>
                </a:cubicBezTo>
                <a:close/>
                <a:moveTo>
                  <a:pt x="19" y="753"/>
                </a:moveTo>
                <a:cubicBezTo>
                  <a:pt x="19" y="753"/>
                  <a:pt x="19" y="753"/>
                  <a:pt x="19" y="753"/>
                </a:cubicBezTo>
                <a:cubicBezTo>
                  <a:pt x="19" y="753"/>
                  <a:pt x="19" y="753"/>
                  <a:pt x="18" y="752"/>
                </a:cubicBezTo>
                <a:cubicBezTo>
                  <a:pt x="18" y="752"/>
                  <a:pt x="18" y="752"/>
                  <a:pt x="18" y="752"/>
                </a:cubicBezTo>
                <a:cubicBezTo>
                  <a:pt x="18" y="752"/>
                  <a:pt x="18" y="752"/>
                  <a:pt x="17" y="752"/>
                </a:cubicBezTo>
                <a:cubicBezTo>
                  <a:pt x="17" y="752"/>
                  <a:pt x="17" y="753"/>
                  <a:pt x="17" y="753"/>
                </a:cubicBezTo>
                <a:cubicBezTo>
                  <a:pt x="17" y="754"/>
                  <a:pt x="17" y="755"/>
                  <a:pt x="17" y="755"/>
                </a:cubicBezTo>
                <a:cubicBezTo>
                  <a:pt x="17" y="756"/>
                  <a:pt x="17" y="756"/>
                  <a:pt x="17" y="756"/>
                </a:cubicBezTo>
                <a:cubicBezTo>
                  <a:pt x="17" y="755"/>
                  <a:pt x="16" y="753"/>
                  <a:pt x="16" y="752"/>
                </a:cubicBezTo>
                <a:cubicBezTo>
                  <a:pt x="16" y="752"/>
                  <a:pt x="16" y="751"/>
                  <a:pt x="16" y="751"/>
                </a:cubicBezTo>
                <a:cubicBezTo>
                  <a:pt x="16" y="751"/>
                  <a:pt x="16" y="751"/>
                  <a:pt x="16" y="751"/>
                </a:cubicBezTo>
                <a:cubicBezTo>
                  <a:pt x="16" y="751"/>
                  <a:pt x="16" y="751"/>
                  <a:pt x="16" y="751"/>
                </a:cubicBezTo>
                <a:cubicBezTo>
                  <a:pt x="16" y="751"/>
                  <a:pt x="15" y="751"/>
                  <a:pt x="15" y="750"/>
                </a:cubicBezTo>
                <a:cubicBezTo>
                  <a:pt x="15" y="750"/>
                  <a:pt x="15" y="750"/>
                  <a:pt x="15" y="751"/>
                </a:cubicBezTo>
                <a:cubicBezTo>
                  <a:pt x="15" y="751"/>
                  <a:pt x="15" y="751"/>
                  <a:pt x="15" y="751"/>
                </a:cubicBezTo>
                <a:cubicBezTo>
                  <a:pt x="15" y="751"/>
                  <a:pt x="14" y="751"/>
                  <a:pt x="14" y="751"/>
                </a:cubicBezTo>
                <a:cubicBezTo>
                  <a:pt x="14" y="752"/>
                  <a:pt x="14" y="752"/>
                  <a:pt x="14" y="752"/>
                </a:cubicBezTo>
                <a:cubicBezTo>
                  <a:pt x="14" y="752"/>
                  <a:pt x="15" y="752"/>
                  <a:pt x="15" y="752"/>
                </a:cubicBezTo>
                <a:cubicBezTo>
                  <a:pt x="15" y="752"/>
                  <a:pt x="15" y="753"/>
                  <a:pt x="16" y="753"/>
                </a:cubicBezTo>
                <a:cubicBezTo>
                  <a:pt x="16" y="753"/>
                  <a:pt x="16" y="753"/>
                  <a:pt x="16" y="753"/>
                </a:cubicBezTo>
                <a:cubicBezTo>
                  <a:pt x="16" y="753"/>
                  <a:pt x="16" y="753"/>
                  <a:pt x="16" y="753"/>
                </a:cubicBezTo>
                <a:cubicBezTo>
                  <a:pt x="16" y="753"/>
                  <a:pt x="16" y="753"/>
                  <a:pt x="15" y="753"/>
                </a:cubicBezTo>
                <a:cubicBezTo>
                  <a:pt x="15" y="753"/>
                  <a:pt x="15" y="754"/>
                  <a:pt x="15" y="754"/>
                </a:cubicBezTo>
                <a:cubicBezTo>
                  <a:pt x="15" y="755"/>
                  <a:pt x="15" y="755"/>
                  <a:pt x="15" y="755"/>
                </a:cubicBezTo>
                <a:cubicBezTo>
                  <a:pt x="16" y="756"/>
                  <a:pt x="16" y="756"/>
                  <a:pt x="16" y="756"/>
                </a:cubicBezTo>
                <a:cubicBezTo>
                  <a:pt x="16" y="756"/>
                  <a:pt x="16" y="757"/>
                  <a:pt x="16" y="757"/>
                </a:cubicBezTo>
                <a:cubicBezTo>
                  <a:pt x="15" y="757"/>
                  <a:pt x="15" y="757"/>
                  <a:pt x="15" y="756"/>
                </a:cubicBezTo>
                <a:cubicBezTo>
                  <a:pt x="15" y="756"/>
                  <a:pt x="14" y="756"/>
                  <a:pt x="14" y="756"/>
                </a:cubicBezTo>
                <a:cubicBezTo>
                  <a:pt x="14" y="756"/>
                  <a:pt x="14" y="756"/>
                  <a:pt x="14" y="755"/>
                </a:cubicBezTo>
                <a:cubicBezTo>
                  <a:pt x="13" y="755"/>
                  <a:pt x="13" y="754"/>
                  <a:pt x="13" y="754"/>
                </a:cubicBezTo>
                <a:cubicBezTo>
                  <a:pt x="13" y="754"/>
                  <a:pt x="13" y="754"/>
                  <a:pt x="13" y="754"/>
                </a:cubicBezTo>
                <a:cubicBezTo>
                  <a:pt x="13" y="753"/>
                  <a:pt x="13" y="753"/>
                  <a:pt x="13" y="753"/>
                </a:cubicBezTo>
                <a:cubicBezTo>
                  <a:pt x="13" y="753"/>
                  <a:pt x="12" y="753"/>
                  <a:pt x="12" y="753"/>
                </a:cubicBezTo>
                <a:cubicBezTo>
                  <a:pt x="12" y="753"/>
                  <a:pt x="11" y="753"/>
                  <a:pt x="11" y="754"/>
                </a:cubicBezTo>
                <a:cubicBezTo>
                  <a:pt x="11" y="754"/>
                  <a:pt x="11" y="754"/>
                  <a:pt x="11" y="754"/>
                </a:cubicBezTo>
                <a:cubicBezTo>
                  <a:pt x="11" y="755"/>
                  <a:pt x="11" y="755"/>
                  <a:pt x="11" y="756"/>
                </a:cubicBezTo>
                <a:cubicBezTo>
                  <a:pt x="11" y="757"/>
                  <a:pt x="11" y="757"/>
                  <a:pt x="11" y="757"/>
                </a:cubicBezTo>
                <a:cubicBezTo>
                  <a:pt x="12" y="758"/>
                  <a:pt x="12" y="758"/>
                  <a:pt x="12" y="757"/>
                </a:cubicBezTo>
                <a:cubicBezTo>
                  <a:pt x="13" y="757"/>
                  <a:pt x="12" y="757"/>
                  <a:pt x="13" y="757"/>
                </a:cubicBezTo>
                <a:cubicBezTo>
                  <a:pt x="13" y="756"/>
                  <a:pt x="13" y="757"/>
                  <a:pt x="13" y="757"/>
                </a:cubicBezTo>
                <a:cubicBezTo>
                  <a:pt x="13" y="757"/>
                  <a:pt x="13" y="757"/>
                  <a:pt x="13" y="757"/>
                </a:cubicBezTo>
                <a:cubicBezTo>
                  <a:pt x="13" y="758"/>
                  <a:pt x="13" y="758"/>
                  <a:pt x="12" y="758"/>
                </a:cubicBezTo>
                <a:cubicBezTo>
                  <a:pt x="12" y="759"/>
                  <a:pt x="12" y="759"/>
                  <a:pt x="12" y="759"/>
                </a:cubicBezTo>
                <a:cubicBezTo>
                  <a:pt x="12" y="759"/>
                  <a:pt x="12" y="759"/>
                  <a:pt x="12" y="759"/>
                </a:cubicBezTo>
                <a:cubicBezTo>
                  <a:pt x="12" y="760"/>
                  <a:pt x="12" y="761"/>
                  <a:pt x="12" y="762"/>
                </a:cubicBezTo>
                <a:cubicBezTo>
                  <a:pt x="12" y="762"/>
                  <a:pt x="12" y="762"/>
                  <a:pt x="12" y="762"/>
                </a:cubicBezTo>
                <a:cubicBezTo>
                  <a:pt x="12" y="763"/>
                  <a:pt x="13" y="763"/>
                  <a:pt x="13" y="763"/>
                </a:cubicBezTo>
                <a:cubicBezTo>
                  <a:pt x="13" y="763"/>
                  <a:pt x="13" y="763"/>
                  <a:pt x="13" y="763"/>
                </a:cubicBezTo>
                <a:cubicBezTo>
                  <a:pt x="13" y="763"/>
                  <a:pt x="13" y="763"/>
                  <a:pt x="13" y="763"/>
                </a:cubicBezTo>
                <a:cubicBezTo>
                  <a:pt x="13" y="764"/>
                  <a:pt x="13" y="764"/>
                  <a:pt x="13" y="764"/>
                </a:cubicBezTo>
                <a:cubicBezTo>
                  <a:pt x="13" y="764"/>
                  <a:pt x="14" y="764"/>
                  <a:pt x="14" y="764"/>
                </a:cubicBezTo>
                <a:cubicBezTo>
                  <a:pt x="14" y="764"/>
                  <a:pt x="14" y="763"/>
                  <a:pt x="14" y="763"/>
                </a:cubicBezTo>
                <a:cubicBezTo>
                  <a:pt x="14" y="763"/>
                  <a:pt x="15" y="763"/>
                  <a:pt x="15" y="763"/>
                </a:cubicBezTo>
                <a:cubicBezTo>
                  <a:pt x="15" y="763"/>
                  <a:pt x="16" y="763"/>
                  <a:pt x="16" y="763"/>
                </a:cubicBezTo>
                <a:cubicBezTo>
                  <a:pt x="16" y="763"/>
                  <a:pt x="16" y="763"/>
                  <a:pt x="15" y="764"/>
                </a:cubicBezTo>
                <a:cubicBezTo>
                  <a:pt x="15" y="764"/>
                  <a:pt x="15" y="764"/>
                  <a:pt x="15" y="764"/>
                </a:cubicBezTo>
                <a:cubicBezTo>
                  <a:pt x="15" y="764"/>
                  <a:pt x="15" y="764"/>
                  <a:pt x="16" y="764"/>
                </a:cubicBezTo>
                <a:cubicBezTo>
                  <a:pt x="16" y="764"/>
                  <a:pt x="16" y="764"/>
                  <a:pt x="16" y="764"/>
                </a:cubicBezTo>
                <a:cubicBezTo>
                  <a:pt x="17" y="764"/>
                  <a:pt x="17" y="764"/>
                  <a:pt x="17" y="764"/>
                </a:cubicBezTo>
                <a:cubicBezTo>
                  <a:pt x="18" y="763"/>
                  <a:pt x="18" y="763"/>
                  <a:pt x="19" y="763"/>
                </a:cubicBezTo>
                <a:cubicBezTo>
                  <a:pt x="19" y="763"/>
                  <a:pt x="20" y="763"/>
                  <a:pt x="20" y="763"/>
                </a:cubicBezTo>
                <a:cubicBezTo>
                  <a:pt x="20" y="762"/>
                  <a:pt x="21" y="762"/>
                  <a:pt x="21" y="762"/>
                </a:cubicBezTo>
                <a:cubicBezTo>
                  <a:pt x="22" y="762"/>
                  <a:pt x="22" y="762"/>
                  <a:pt x="22" y="761"/>
                </a:cubicBezTo>
                <a:cubicBezTo>
                  <a:pt x="23" y="761"/>
                  <a:pt x="22" y="760"/>
                  <a:pt x="22" y="760"/>
                </a:cubicBezTo>
                <a:cubicBezTo>
                  <a:pt x="22" y="759"/>
                  <a:pt x="21" y="759"/>
                  <a:pt x="21" y="759"/>
                </a:cubicBezTo>
                <a:cubicBezTo>
                  <a:pt x="20" y="759"/>
                  <a:pt x="20" y="759"/>
                  <a:pt x="20" y="759"/>
                </a:cubicBezTo>
                <a:cubicBezTo>
                  <a:pt x="19" y="760"/>
                  <a:pt x="19" y="760"/>
                  <a:pt x="18" y="760"/>
                </a:cubicBezTo>
                <a:cubicBezTo>
                  <a:pt x="18" y="759"/>
                  <a:pt x="19" y="759"/>
                  <a:pt x="19" y="759"/>
                </a:cubicBezTo>
                <a:cubicBezTo>
                  <a:pt x="19" y="758"/>
                  <a:pt x="20" y="758"/>
                  <a:pt x="20" y="758"/>
                </a:cubicBezTo>
                <a:cubicBezTo>
                  <a:pt x="20" y="757"/>
                  <a:pt x="20" y="756"/>
                  <a:pt x="20" y="756"/>
                </a:cubicBezTo>
                <a:cubicBezTo>
                  <a:pt x="20" y="755"/>
                  <a:pt x="19" y="755"/>
                  <a:pt x="19" y="755"/>
                </a:cubicBezTo>
                <a:cubicBezTo>
                  <a:pt x="19" y="755"/>
                  <a:pt x="19" y="755"/>
                  <a:pt x="19" y="754"/>
                </a:cubicBezTo>
                <a:cubicBezTo>
                  <a:pt x="19" y="754"/>
                  <a:pt x="19" y="754"/>
                  <a:pt x="19" y="754"/>
                </a:cubicBezTo>
                <a:cubicBezTo>
                  <a:pt x="19" y="753"/>
                  <a:pt x="19" y="753"/>
                  <a:pt x="19" y="753"/>
                </a:cubicBezTo>
                <a:close/>
                <a:moveTo>
                  <a:pt x="20" y="764"/>
                </a:moveTo>
                <a:cubicBezTo>
                  <a:pt x="20" y="763"/>
                  <a:pt x="19" y="764"/>
                  <a:pt x="19" y="764"/>
                </a:cubicBezTo>
                <a:cubicBezTo>
                  <a:pt x="19" y="764"/>
                  <a:pt x="18" y="765"/>
                  <a:pt x="18" y="765"/>
                </a:cubicBezTo>
                <a:cubicBezTo>
                  <a:pt x="18" y="765"/>
                  <a:pt x="18" y="765"/>
                  <a:pt x="17" y="765"/>
                </a:cubicBezTo>
                <a:cubicBezTo>
                  <a:pt x="17" y="766"/>
                  <a:pt x="17" y="766"/>
                  <a:pt x="16" y="767"/>
                </a:cubicBezTo>
                <a:cubicBezTo>
                  <a:pt x="16" y="767"/>
                  <a:pt x="15" y="766"/>
                  <a:pt x="15" y="766"/>
                </a:cubicBezTo>
                <a:cubicBezTo>
                  <a:pt x="14" y="767"/>
                  <a:pt x="14" y="767"/>
                  <a:pt x="14" y="767"/>
                </a:cubicBezTo>
                <a:cubicBezTo>
                  <a:pt x="14" y="768"/>
                  <a:pt x="14" y="768"/>
                  <a:pt x="14" y="768"/>
                </a:cubicBezTo>
                <a:cubicBezTo>
                  <a:pt x="15" y="769"/>
                  <a:pt x="15" y="769"/>
                  <a:pt x="15" y="769"/>
                </a:cubicBezTo>
                <a:cubicBezTo>
                  <a:pt x="16" y="769"/>
                  <a:pt x="16" y="769"/>
                  <a:pt x="17" y="769"/>
                </a:cubicBezTo>
                <a:cubicBezTo>
                  <a:pt x="17" y="769"/>
                  <a:pt x="17" y="769"/>
                  <a:pt x="17" y="770"/>
                </a:cubicBezTo>
                <a:cubicBezTo>
                  <a:pt x="17" y="770"/>
                  <a:pt x="17" y="770"/>
                  <a:pt x="18" y="770"/>
                </a:cubicBezTo>
                <a:cubicBezTo>
                  <a:pt x="18" y="770"/>
                  <a:pt x="19" y="770"/>
                  <a:pt x="19" y="770"/>
                </a:cubicBezTo>
                <a:cubicBezTo>
                  <a:pt x="20" y="770"/>
                  <a:pt x="20" y="769"/>
                  <a:pt x="20" y="769"/>
                </a:cubicBezTo>
                <a:cubicBezTo>
                  <a:pt x="20" y="769"/>
                  <a:pt x="20" y="769"/>
                  <a:pt x="20" y="769"/>
                </a:cubicBezTo>
                <a:cubicBezTo>
                  <a:pt x="20" y="769"/>
                  <a:pt x="20" y="769"/>
                  <a:pt x="20" y="769"/>
                </a:cubicBezTo>
                <a:cubicBezTo>
                  <a:pt x="21" y="768"/>
                  <a:pt x="20" y="767"/>
                  <a:pt x="20" y="767"/>
                </a:cubicBezTo>
                <a:cubicBezTo>
                  <a:pt x="20" y="767"/>
                  <a:pt x="19" y="767"/>
                  <a:pt x="19" y="767"/>
                </a:cubicBezTo>
                <a:cubicBezTo>
                  <a:pt x="19" y="766"/>
                  <a:pt x="19" y="766"/>
                  <a:pt x="19" y="766"/>
                </a:cubicBezTo>
                <a:cubicBezTo>
                  <a:pt x="20" y="765"/>
                  <a:pt x="20" y="764"/>
                  <a:pt x="20" y="764"/>
                </a:cubicBezTo>
                <a:close/>
                <a:moveTo>
                  <a:pt x="26" y="741"/>
                </a:moveTo>
                <a:cubicBezTo>
                  <a:pt x="26" y="741"/>
                  <a:pt x="26" y="741"/>
                  <a:pt x="26" y="741"/>
                </a:cubicBezTo>
                <a:cubicBezTo>
                  <a:pt x="26" y="741"/>
                  <a:pt x="26" y="741"/>
                  <a:pt x="26" y="742"/>
                </a:cubicBezTo>
                <a:cubicBezTo>
                  <a:pt x="26" y="742"/>
                  <a:pt x="26" y="743"/>
                  <a:pt x="26" y="743"/>
                </a:cubicBezTo>
                <a:cubicBezTo>
                  <a:pt x="26" y="743"/>
                  <a:pt x="26" y="743"/>
                  <a:pt x="26" y="744"/>
                </a:cubicBezTo>
                <a:cubicBezTo>
                  <a:pt x="26" y="744"/>
                  <a:pt x="26" y="744"/>
                  <a:pt x="26" y="744"/>
                </a:cubicBezTo>
                <a:cubicBezTo>
                  <a:pt x="26" y="744"/>
                  <a:pt x="26" y="745"/>
                  <a:pt x="27" y="745"/>
                </a:cubicBezTo>
                <a:cubicBezTo>
                  <a:pt x="27" y="745"/>
                  <a:pt x="27" y="745"/>
                  <a:pt x="27" y="745"/>
                </a:cubicBezTo>
                <a:cubicBezTo>
                  <a:pt x="27" y="745"/>
                  <a:pt x="28" y="745"/>
                  <a:pt x="28" y="745"/>
                </a:cubicBezTo>
                <a:cubicBezTo>
                  <a:pt x="28" y="744"/>
                  <a:pt x="29" y="744"/>
                  <a:pt x="29" y="744"/>
                </a:cubicBezTo>
                <a:cubicBezTo>
                  <a:pt x="29" y="744"/>
                  <a:pt x="29" y="744"/>
                  <a:pt x="29" y="743"/>
                </a:cubicBezTo>
                <a:cubicBezTo>
                  <a:pt x="29" y="743"/>
                  <a:pt x="29" y="743"/>
                  <a:pt x="29" y="743"/>
                </a:cubicBezTo>
                <a:cubicBezTo>
                  <a:pt x="28" y="743"/>
                  <a:pt x="28" y="742"/>
                  <a:pt x="29" y="742"/>
                </a:cubicBezTo>
                <a:cubicBezTo>
                  <a:pt x="29" y="742"/>
                  <a:pt x="29" y="742"/>
                  <a:pt x="30" y="742"/>
                </a:cubicBezTo>
                <a:cubicBezTo>
                  <a:pt x="30" y="742"/>
                  <a:pt x="31" y="742"/>
                  <a:pt x="31" y="742"/>
                </a:cubicBezTo>
                <a:cubicBezTo>
                  <a:pt x="31" y="741"/>
                  <a:pt x="32" y="741"/>
                  <a:pt x="32" y="741"/>
                </a:cubicBezTo>
                <a:cubicBezTo>
                  <a:pt x="32" y="741"/>
                  <a:pt x="32" y="740"/>
                  <a:pt x="31" y="740"/>
                </a:cubicBezTo>
                <a:cubicBezTo>
                  <a:pt x="31" y="740"/>
                  <a:pt x="31" y="740"/>
                  <a:pt x="31" y="740"/>
                </a:cubicBezTo>
                <a:cubicBezTo>
                  <a:pt x="31" y="740"/>
                  <a:pt x="31" y="740"/>
                  <a:pt x="31" y="739"/>
                </a:cubicBezTo>
                <a:cubicBezTo>
                  <a:pt x="31" y="739"/>
                  <a:pt x="30" y="739"/>
                  <a:pt x="30" y="739"/>
                </a:cubicBezTo>
                <a:cubicBezTo>
                  <a:pt x="30" y="739"/>
                  <a:pt x="29" y="739"/>
                  <a:pt x="29" y="740"/>
                </a:cubicBezTo>
                <a:cubicBezTo>
                  <a:pt x="29" y="740"/>
                  <a:pt x="29" y="740"/>
                  <a:pt x="29" y="740"/>
                </a:cubicBezTo>
                <a:cubicBezTo>
                  <a:pt x="29" y="740"/>
                  <a:pt x="28" y="740"/>
                  <a:pt x="28" y="740"/>
                </a:cubicBezTo>
                <a:cubicBezTo>
                  <a:pt x="28" y="740"/>
                  <a:pt x="28" y="740"/>
                  <a:pt x="28" y="741"/>
                </a:cubicBezTo>
                <a:cubicBezTo>
                  <a:pt x="28" y="741"/>
                  <a:pt x="28" y="741"/>
                  <a:pt x="27" y="741"/>
                </a:cubicBezTo>
                <a:cubicBezTo>
                  <a:pt x="27" y="741"/>
                  <a:pt x="26" y="741"/>
                  <a:pt x="26" y="741"/>
                </a:cubicBezTo>
                <a:close/>
                <a:moveTo>
                  <a:pt x="12" y="744"/>
                </a:moveTo>
                <a:cubicBezTo>
                  <a:pt x="13" y="743"/>
                  <a:pt x="12" y="742"/>
                  <a:pt x="13" y="742"/>
                </a:cubicBezTo>
                <a:cubicBezTo>
                  <a:pt x="13" y="741"/>
                  <a:pt x="13" y="741"/>
                  <a:pt x="14" y="741"/>
                </a:cubicBezTo>
                <a:cubicBezTo>
                  <a:pt x="14" y="740"/>
                  <a:pt x="14" y="740"/>
                  <a:pt x="14" y="740"/>
                </a:cubicBezTo>
                <a:cubicBezTo>
                  <a:pt x="14" y="740"/>
                  <a:pt x="13" y="740"/>
                  <a:pt x="13" y="740"/>
                </a:cubicBezTo>
                <a:cubicBezTo>
                  <a:pt x="13" y="740"/>
                  <a:pt x="13" y="740"/>
                  <a:pt x="13" y="740"/>
                </a:cubicBezTo>
                <a:cubicBezTo>
                  <a:pt x="13" y="740"/>
                  <a:pt x="12" y="740"/>
                  <a:pt x="12" y="740"/>
                </a:cubicBezTo>
                <a:cubicBezTo>
                  <a:pt x="12" y="741"/>
                  <a:pt x="12" y="741"/>
                  <a:pt x="12" y="741"/>
                </a:cubicBezTo>
                <a:cubicBezTo>
                  <a:pt x="12" y="741"/>
                  <a:pt x="11" y="741"/>
                  <a:pt x="11" y="741"/>
                </a:cubicBezTo>
                <a:cubicBezTo>
                  <a:pt x="11" y="741"/>
                  <a:pt x="11" y="741"/>
                  <a:pt x="11" y="741"/>
                </a:cubicBezTo>
                <a:cubicBezTo>
                  <a:pt x="11" y="741"/>
                  <a:pt x="11" y="741"/>
                  <a:pt x="11" y="740"/>
                </a:cubicBezTo>
                <a:cubicBezTo>
                  <a:pt x="11" y="740"/>
                  <a:pt x="10" y="740"/>
                  <a:pt x="10" y="740"/>
                </a:cubicBezTo>
                <a:cubicBezTo>
                  <a:pt x="10" y="740"/>
                  <a:pt x="10" y="740"/>
                  <a:pt x="10" y="741"/>
                </a:cubicBezTo>
                <a:cubicBezTo>
                  <a:pt x="9" y="741"/>
                  <a:pt x="9" y="742"/>
                  <a:pt x="9" y="743"/>
                </a:cubicBezTo>
                <a:cubicBezTo>
                  <a:pt x="9" y="744"/>
                  <a:pt x="9" y="744"/>
                  <a:pt x="9" y="745"/>
                </a:cubicBezTo>
                <a:cubicBezTo>
                  <a:pt x="9" y="745"/>
                  <a:pt x="9" y="745"/>
                  <a:pt x="9" y="746"/>
                </a:cubicBezTo>
                <a:cubicBezTo>
                  <a:pt x="9" y="746"/>
                  <a:pt x="9" y="746"/>
                  <a:pt x="8" y="746"/>
                </a:cubicBezTo>
                <a:cubicBezTo>
                  <a:pt x="8" y="747"/>
                  <a:pt x="8" y="749"/>
                  <a:pt x="8" y="750"/>
                </a:cubicBezTo>
                <a:cubicBezTo>
                  <a:pt x="9" y="750"/>
                  <a:pt x="10" y="749"/>
                  <a:pt x="10" y="748"/>
                </a:cubicBezTo>
                <a:cubicBezTo>
                  <a:pt x="10" y="747"/>
                  <a:pt x="10" y="746"/>
                  <a:pt x="11" y="746"/>
                </a:cubicBezTo>
                <a:cubicBezTo>
                  <a:pt x="11" y="745"/>
                  <a:pt x="11" y="745"/>
                  <a:pt x="11" y="744"/>
                </a:cubicBezTo>
                <a:cubicBezTo>
                  <a:pt x="12" y="744"/>
                  <a:pt x="12" y="744"/>
                  <a:pt x="12" y="744"/>
                </a:cubicBezTo>
                <a:close/>
                <a:moveTo>
                  <a:pt x="16" y="734"/>
                </a:moveTo>
                <a:cubicBezTo>
                  <a:pt x="16" y="734"/>
                  <a:pt x="16" y="733"/>
                  <a:pt x="17" y="733"/>
                </a:cubicBezTo>
                <a:cubicBezTo>
                  <a:pt x="17" y="733"/>
                  <a:pt x="18" y="733"/>
                  <a:pt x="18" y="734"/>
                </a:cubicBezTo>
                <a:cubicBezTo>
                  <a:pt x="18" y="734"/>
                  <a:pt x="17" y="735"/>
                  <a:pt x="18" y="735"/>
                </a:cubicBezTo>
                <a:cubicBezTo>
                  <a:pt x="18" y="735"/>
                  <a:pt x="19" y="735"/>
                  <a:pt x="19" y="736"/>
                </a:cubicBezTo>
                <a:cubicBezTo>
                  <a:pt x="19" y="736"/>
                  <a:pt x="18" y="736"/>
                  <a:pt x="18" y="736"/>
                </a:cubicBezTo>
                <a:cubicBezTo>
                  <a:pt x="18" y="736"/>
                  <a:pt x="18" y="736"/>
                  <a:pt x="18" y="737"/>
                </a:cubicBezTo>
                <a:cubicBezTo>
                  <a:pt x="18" y="737"/>
                  <a:pt x="17" y="737"/>
                  <a:pt x="17" y="737"/>
                </a:cubicBezTo>
                <a:cubicBezTo>
                  <a:pt x="17" y="737"/>
                  <a:pt x="17" y="737"/>
                  <a:pt x="17" y="738"/>
                </a:cubicBezTo>
                <a:cubicBezTo>
                  <a:pt x="17" y="738"/>
                  <a:pt x="17" y="738"/>
                  <a:pt x="17" y="738"/>
                </a:cubicBezTo>
                <a:cubicBezTo>
                  <a:pt x="17" y="739"/>
                  <a:pt x="16" y="738"/>
                  <a:pt x="16" y="738"/>
                </a:cubicBezTo>
                <a:cubicBezTo>
                  <a:pt x="16" y="738"/>
                  <a:pt x="15" y="737"/>
                  <a:pt x="16" y="737"/>
                </a:cubicBezTo>
                <a:cubicBezTo>
                  <a:pt x="16" y="737"/>
                  <a:pt x="16" y="736"/>
                  <a:pt x="16" y="736"/>
                </a:cubicBezTo>
                <a:cubicBezTo>
                  <a:pt x="16" y="736"/>
                  <a:pt x="16" y="736"/>
                  <a:pt x="15" y="735"/>
                </a:cubicBezTo>
                <a:cubicBezTo>
                  <a:pt x="15" y="735"/>
                  <a:pt x="15" y="735"/>
                  <a:pt x="14" y="735"/>
                </a:cubicBezTo>
                <a:cubicBezTo>
                  <a:pt x="14" y="735"/>
                  <a:pt x="14" y="735"/>
                  <a:pt x="13" y="735"/>
                </a:cubicBezTo>
                <a:cubicBezTo>
                  <a:pt x="13" y="735"/>
                  <a:pt x="13" y="736"/>
                  <a:pt x="13" y="736"/>
                </a:cubicBezTo>
                <a:cubicBezTo>
                  <a:pt x="13" y="736"/>
                  <a:pt x="13" y="736"/>
                  <a:pt x="13" y="736"/>
                </a:cubicBezTo>
                <a:cubicBezTo>
                  <a:pt x="13" y="736"/>
                  <a:pt x="13" y="737"/>
                  <a:pt x="13" y="737"/>
                </a:cubicBezTo>
                <a:cubicBezTo>
                  <a:pt x="13" y="738"/>
                  <a:pt x="13" y="738"/>
                  <a:pt x="13" y="738"/>
                </a:cubicBezTo>
                <a:cubicBezTo>
                  <a:pt x="14" y="738"/>
                  <a:pt x="14" y="738"/>
                  <a:pt x="14" y="738"/>
                </a:cubicBezTo>
                <a:cubicBezTo>
                  <a:pt x="15" y="738"/>
                  <a:pt x="16" y="739"/>
                  <a:pt x="15" y="739"/>
                </a:cubicBezTo>
                <a:cubicBezTo>
                  <a:pt x="15" y="740"/>
                  <a:pt x="15" y="740"/>
                  <a:pt x="15" y="740"/>
                </a:cubicBezTo>
                <a:cubicBezTo>
                  <a:pt x="15" y="741"/>
                  <a:pt x="14" y="741"/>
                  <a:pt x="14" y="741"/>
                </a:cubicBezTo>
                <a:cubicBezTo>
                  <a:pt x="14" y="742"/>
                  <a:pt x="14" y="742"/>
                  <a:pt x="14" y="742"/>
                </a:cubicBezTo>
                <a:cubicBezTo>
                  <a:pt x="14" y="743"/>
                  <a:pt x="14" y="743"/>
                  <a:pt x="14" y="743"/>
                </a:cubicBezTo>
                <a:cubicBezTo>
                  <a:pt x="14" y="744"/>
                  <a:pt x="13" y="745"/>
                  <a:pt x="12" y="745"/>
                </a:cubicBezTo>
                <a:cubicBezTo>
                  <a:pt x="12" y="745"/>
                  <a:pt x="12" y="745"/>
                  <a:pt x="12" y="745"/>
                </a:cubicBezTo>
                <a:cubicBezTo>
                  <a:pt x="13" y="745"/>
                  <a:pt x="13" y="745"/>
                  <a:pt x="13" y="745"/>
                </a:cubicBezTo>
                <a:cubicBezTo>
                  <a:pt x="13" y="746"/>
                  <a:pt x="13" y="746"/>
                  <a:pt x="13" y="746"/>
                </a:cubicBezTo>
                <a:cubicBezTo>
                  <a:pt x="13" y="747"/>
                  <a:pt x="13" y="747"/>
                  <a:pt x="13" y="747"/>
                </a:cubicBezTo>
                <a:cubicBezTo>
                  <a:pt x="13" y="747"/>
                  <a:pt x="13" y="748"/>
                  <a:pt x="13" y="748"/>
                </a:cubicBezTo>
                <a:cubicBezTo>
                  <a:pt x="14" y="748"/>
                  <a:pt x="14" y="748"/>
                  <a:pt x="14" y="747"/>
                </a:cubicBezTo>
                <a:cubicBezTo>
                  <a:pt x="14" y="747"/>
                  <a:pt x="14" y="746"/>
                  <a:pt x="15" y="746"/>
                </a:cubicBezTo>
                <a:cubicBezTo>
                  <a:pt x="15" y="745"/>
                  <a:pt x="15" y="745"/>
                  <a:pt x="15" y="745"/>
                </a:cubicBezTo>
                <a:cubicBezTo>
                  <a:pt x="16" y="745"/>
                  <a:pt x="16" y="745"/>
                  <a:pt x="16" y="744"/>
                </a:cubicBezTo>
                <a:cubicBezTo>
                  <a:pt x="16" y="744"/>
                  <a:pt x="16" y="744"/>
                  <a:pt x="17" y="744"/>
                </a:cubicBezTo>
                <a:cubicBezTo>
                  <a:pt x="17" y="744"/>
                  <a:pt x="18" y="744"/>
                  <a:pt x="18" y="744"/>
                </a:cubicBezTo>
                <a:cubicBezTo>
                  <a:pt x="18" y="743"/>
                  <a:pt x="18" y="743"/>
                  <a:pt x="18" y="743"/>
                </a:cubicBezTo>
                <a:cubicBezTo>
                  <a:pt x="17" y="743"/>
                  <a:pt x="17" y="742"/>
                  <a:pt x="18" y="742"/>
                </a:cubicBezTo>
                <a:cubicBezTo>
                  <a:pt x="19" y="742"/>
                  <a:pt x="19" y="743"/>
                  <a:pt x="20" y="743"/>
                </a:cubicBezTo>
                <a:cubicBezTo>
                  <a:pt x="20" y="743"/>
                  <a:pt x="20" y="742"/>
                  <a:pt x="20" y="742"/>
                </a:cubicBezTo>
                <a:cubicBezTo>
                  <a:pt x="20" y="742"/>
                  <a:pt x="20" y="742"/>
                  <a:pt x="20" y="742"/>
                </a:cubicBezTo>
                <a:cubicBezTo>
                  <a:pt x="20" y="742"/>
                  <a:pt x="20" y="741"/>
                  <a:pt x="20" y="741"/>
                </a:cubicBezTo>
                <a:cubicBezTo>
                  <a:pt x="21" y="741"/>
                  <a:pt x="21" y="741"/>
                  <a:pt x="22" y="741"/>
                </a:cubicBezTo>
                <a:cubicBezTo>
                  <a:pt x="22" y="741"/>
                  <a:pt x="22" y="741"/>
                  <a:pt x="22" y="740"/>
                </a:cubicBezTo>
                <a:cubicBezTo>
                  <a:pt x="22" y="740"/>
                  <a:pt x="21" y="740"/>
                  <a:pt x="21" y="740"/>
                </a:cubicBezTo>
                <a:cubicBezTo>
                  <a:pt x="21" y="740"/>
                  <a:pt x="20" y="739"/>
                  <a:pt x="20" y="739"/>
                </a:cubicBezTo>
                <a:cubicBezTo>
                  <a:pt x="20" y="738"/>
                  <a:pt x="20" y="738"/>
                  <a:pt x="20" y="738"/>
                </a:cubicBezTo>
                <a:cubicBezTo>
                  <a:pt x="20" y="737"/>
                  <a:pt x="20" y="737"/>
                  <a:pt x="21" y="737"/>
                </a:cubicBezTo>
                <a:cubicBezTo>
                  <a:pt x="21" y="738"/>
                  <a:pt x="21" y="738"/>
                  <a:pt x="22" y="738"/>
                </a:cubicBezTo>
                <a:cubicBezTo>
                  <a:pt x="22" y="739"/>
                  <a:pt x="22" y="739"/>
                  <a:pt x="22" y="739"/>
                </a:cubicBezTo>
                <a:cubicBezTo>
                  <a:pt x="22" y="739"/>
                  <a:pt x="22" y="739"/>
                  <a:pt x="23" y="738"/>
                </a:cubicBezTo>
                <a:cubicBezTo>
                  <a:pt x="23" y="738"/>
                  <a:pt x="23" y="738"/>
                  <a:pt x="24" y="737"/>
                </a:cubicBezTo>
                <a:cubicBezTo>
                  <a:pt x="24" y="737"/>
                  <a:pt x="24" y="737"/>
                  <a:pt x="24" y="737"/>
                </a:cubicBezTo>
                <a:cubicBezTo>
                  <a:pt x="24" y="736"/>
                  <a:pt x="23" y="736"/>
                  <a:pt x="23" y="735"/>
                </a:cubicBezTo>
                <a:cubicBezTo>
                  <a:pt x="22" y="735"/>
                  <a:pt x="22" y="735"/>
                  <a:pt x="21" y="734"/>
                </a:cubicBezTo>
                <a:cubicBezTo>
                  <a:pt x="21" y="734"/>
                  <a:pt x="22" y="734"/>
                  <a:pt x="22" y="734"/>
                </a:cubicBezTo>
                <a:cubicBezTo>
                  <a:pt x="23" y="734"/>
                  <a:pt x="23" y="734"/>
                  <a:pt x="24" y="734"/>
                </a:cubicBezTo>
                <a:cubicBezTo>
                  <a:pt x="23" y="733"/>
                  <a:pt x="23" y="732"/>
                  <a:pt x="23" y="731"/>
                </a:cubicBezTo>
                <a:cubicBezTo>
                  <a:pt x="23" y="730"/>
                  <a:pt x="23" y="729"/>
                  <a:pt x="23" y="728"/>
                </a:cubicBezTo>
                <a:cubicBezTo>
                  <a:pt x="23" y="728"/>
                  <a:pt x="23" y="728"/>
                  <a:pt x="23" y="728"/>
                </a:cubicBezTo>
                <a:cubicBezTo>
                  <a:pt x="23" y="728"/>
                  <a:pt x="23" y="728"/>
                  <a:pt x="23" y="728"/>
                </a:cubicBezTo>
                <a:cubicBezTo>
                  <a:pt x="22" y="728"/>
                  <a:pt x="22" y="727"/>
                  <a:pt x="22" y="727"/>
                </a:cubicBezTo>
                <a:cubicBezTo>
                  <a:pt x="22" y="727"/>
                  <a:pt x="22" y="727"/>
                  <a:pt x="22" y="726"/>
                </a:cubicBezTo>
                <a:cubicBezTo>
                  <a:pt x="21" y="726"/>
                  <a:pt x="21" y="725"/>
                  <a:pt x="21" y="725"/>
                </a:cubicBezTo>
                <a:cubicBezTo>
                  <a:pt x="21" y="725"/>
                  <a:pt x="21" y="725"/>
                  <a:pt x="21" y="725"/>
                </a:cubicBezTo>
                <a:cubicBezTo>
                  <a:pt x="21" y="725"/>
                  <a:pt x="21" y="725"/>
                  <a:pt x="21" y="725"/>
                </a:cubicBezTo>
                <a:cubicBezTo>
                  <a:pt x="20" y="726"/>
                  <a:pt x="20" y="726"/>
                  <a:pt x="20" y="725"/>
                </a:cubicBezTo>
                <a:cubicBezTo>
                  <a:pt x="19" y="725"/>
                  <a:pt x="19" y="726"/>
                  <a:pt x="19" y="726"/>
                </a:cubicBezTo>
                <a:cubicBezTo>
                  <a:pt x="19" y="726"/>
                  <a:pt x="20" y="726"/>
                  <a:pt x="20" y="727"/>
                </a:cubicBezTo>
                <a:cubicBezTo>
                  <a:pt x="20" y="727"/>
                  <a:pt x="19" y="728"/>
                  <a:pt x="19" y="727"/>
                </a:cubicBezTo>
                <a:cubicBezTo>
                  <a:pt x="18" y="727"/>
                  <a:pt x="19" y="726"/>
                  <a:pt x="18" y="726"/>
                </a:cubicBezTo>
                <a:cubicBezTo>
                  <a:pt x="18" y="726"/>
                  <a:pt x="18" y="726"/>
                  <a:pt x="17" y="725"/>
                </a:cubicBezTo>
                <a:cubicBezTo>
                  <a:pt x="17" y="725"/>
                  <a:pt x="18" y="724"/>
                  <a:pt x="17" y="724"/>
                </a:cubicBezTo>
                <a:cubicBezTo>
                  <a:pt x="17" y="724"/>
                  <a:pt x="17" y="724"/>
                  <a:pt x="17" y="723"/>
                </a:cubicBezTo>
                <a:cubicBezTo>
                  <a:pt x="16" y="723"/>
                  <a:pt x="16" y="723"/>
                  <a:pt x="16" y="723"/>
                </a:cubicBezTo>
                <a:cubicBezTo>
                  <a:pt x="15" y="724"/>
                  <a:pt x="15" y="724"/>
                  <a:pt x="15" y="724"/>
                </a:cubicBezTo>
                <a:cubicBezTo>
                  <a:pt x="14" y="724"/>
                  <a:pt x="14" y="724"/>
                  <a:pt x="13" y="725"/>
                </a:cubicBezTo>
                <a:cubicBezTo>
                  <a:pt x="13" y="725"/>
                  <a:pt x="13" y="726"/>
                  <a:pt x="14" y="726"/>
                </a:cubicBezTo>
                <a:cubicBezTo>
                  <a:pt x="14" y="726"/>
                  <a:pt x="14" y="727"/>
                  <a:pt x="14" y="727"/>
                </a:cubicBezTo>
                <a:cubicBezTo>
                  <a:pt x="14" y="727"/>
                  <a:pt x="13" y="727"/>
                  <a:pt x="13" y="727"/>
                </a:cubicBezTo>
                <a:cubicBezTo>
                  <a:pt x="13" y="727"/>
                  <a:pt x="13" y="728"/>
                  <a:pt x="14" y="728"/>
                </a:cubicBezTo>
                <a:cubicBezTo>
                  <a:pt x="14" y="728"/>
                  <a:pt x="14" y="728"/>
                  <a:pt x="14" y="728"/>
                </a:cubicBezTo>
                <a:cubicBezTo>
                  <a:pt x="14" y="728"/>
                  <a:pt x="14" y="728"/>
                  <a:pt x="14" y="728"/>
                </a:cubicBezTo>
                <a:cubicBezTo>
                  <a:pt x="15" y="729"/>
                  <a:pt x="15" y="729"/>
                  <a:pt x="16" y="729"/>
                </a:cubicBezTo>
                <a:cubicBezTo>
                  <a:pt x="16" y="729"/>
                  <a:pt x="16" y="729"/>
                  <a:pt x="16" y="729"/>
                </a:cubicBezTo>
                <a:cubicBezTo>
                  <a:pt x="16" y="729"/>
                  <a:pt x="16" y="729"/>
                  <a:pt x="15" y="729"/>
                </a:cubicBezTo>
                <a:cubicBezTo>
                  <a:pt x="15" y="730"/>
                  <a:pt x="15" y="730"/>
                  <a:pt x="14" y="730"/>
                </a:cubicBezTo>
                <a:cubicBezTo>
                  <a:pt x="14" y="730"/>
                  <a:pt x="14" y="729"/>
                  <a:pt x="13" y="730"/>
                </a:cubicBezTo>
                <a:cubicBezTo>
                  <a:pt x="13" y="730"/>
                  <a:pt x="13" y="730"/>
                  <a:pt x="13" y="730"/>
                </a:cubicBezTo>
                <a:cubicBezTo>
                  <a:pt x="13" y="731"/>
                  <a:pt x="13" y="731"/>
                  <a:pt x="13" y="732"/>
                </a:cubicBezTo>
                <a:cubicBezTo>
                  <a:pt x="12" y="732"/>
                  <a:pt x="12" y="732"/>
                  <a:pt x="12" y="732"/>
                </a:cubicBezTo>
                <a:cubicBezTo>
                  <a:pt x="12" y="732"/>
                  <a:pt x="12" y="732"/>
                  <a:pt x="12" y="732"/>
                </a:cubicBezTo>
                <a:cubicBezTo>
                  <a:pt x="13" y="733"/>
                  <a:pt x="13" y="732"/>
                  <a:pt x="13" y="733"/>
                </a:cubicBezTo>
                <a:cubicBezTo>
                  <a:pt x="14" y="733"/>
                  <a:pt x="14" y="733"/>
                  <a:pt x="14" y="733"/>
                </a:cubicBezTo>
                <a:cubicBezTo>
                  <a:pt x="14" y="734"/>
                  <a:pt x="14" y="734"/>
                  <a:pt x="15" y="734"/>
                </a:cubicBezTo>
                <a:cubicBezTo>
                  <a:pt x="15" y="734"/>
                  <a:pt x="15" y="734"/>
                  <a:pt x="15" y="734"/>
                </a:cubicBezTo>
                <a:cubicBezTo>
                  <a:pt x="16" y="734"/>
                  <a:pt x="16" y="735"/>
                  <a:pt x="16" y="735"/>
                </a:cubicBezTo>
                <a:cubicBezTo>
                  <a:pt x="16" y="735"/>
                  <a:pt x="16" y="734"/>
                  <a:pt x="16" y="734"/>
                </a:cubicBezTo>
                <a:close/>
                <a:moveTo>
                  <a:pt x="19" y="721"/>
                </a:moveTo>
                <a:cubicBezTo>
                  <a:pt x="19" y="721"/>
                  <a:pt x="19" y="721"/>
                  <a:pt x="19" y="721"/>
                </a:cubicBezTo>
                <a:cubicBezTo>
                  <a:pt x="20" y="720"/>
                  <a:pt x="20" y="720"/>
                  <a:pt x="20" y="719"/>
                </a:cubicBezTo>
                <a:cubicBezTo>
                  <a:pt x="20" y="719"/>
                  <a:pt x="20" y="719"/>
                  <a:pt x="20" y="719"/>
                </a:cubicBezTo>
                <a:cubicBezTo>
                  <a:pt x="20" y="719"/>
                  <a:pt x="20" y="719"/>
                  <a:pt x="21" y="719"/>
                </a:cubicBezTo>
                <a:cubicBezTo>
                  <a:pt x="21" y="719"/>
                  <a:pt x="21" y="719"/>
                  <a:pt x="22" y="719"/>
                </a:cubicBezTo>
                <a:cubicBezTo>
                  <a:pt x="22" y="719"/>
                  <a:pt x="22" y="719"/>
                  <a:pt x="22" y="720"/>
                </a:cubicBezTo>
                <a:cubicBezTo>
                  <a:pt x="22" y="720"/>
                  <a:pt x="22" y="720"/>
                  <a:pt x="22" y="720"/>
                </a:cubicBezTo>
                <a:cubicBezTo>
                  <a:pt x="21" y="721"/>
                  <a:pt x="21" y="721"/>
                  <a:pt x="21" y="722"/>
                </a:cubicBezTo>
                <a:cubicBezTo>
                  <a:pt x="20" y="723"/>
                  <a:pt x="21" y="723"/>
                  <a:pt x="21" y="724"/>
                </a:cubicBezTo>
                <a:cubicBezTo>
                  <a:pt x="21" y="724"/>
                  <a:pt x="21" y="724"/>
                  <a:pt x="22" y="724"/>
                </a:cubicBezTo>
                <a:cubicBezTo>
                  <a:pt x="22" y="724"/>
                  <a:pt x="22" y="725"/>
                  <a:pt x="23" y="725"/>
                </a:cubicBezTo>
                <a:cubicBezTo>
                  <a:pt x="23" y="726"/>
                  <a:pt x="24" y="727"/>
                  <a:pt x="25" y="727"/>
                </a:cubicBezTo>
                <a:cubicBezTo>
                  <a:pt x="25" y="727"/>
                  <a:pt x="25" y="727"/>
                  <a:pt x="25" y="727"/>
                </a:cubicBezTo>
                <a:cubicBezTo>
                  <a:pt x="25" y="726"/>
                  <a:pt x="26" y="727"/>
                  <a:pt x="26" y="727"/>
                </a:cubicBezTo>
                <a:cubicBezTo>
                  <a:pt x="26" y="727"/>
                  <a:pt x="26" y="727"/>
                  <a:pt x="26" y="728"/>
                </a:cubicBezTo>
                <a:cubicBezTo>
                  <a:pt x="27" y="727"/>
                  <a:pt x="27" y="727"/>
                  <a:pt x="27" y="726"/>
                </a:cubicBezTo>
                <a:cubicBezTo>
                  <a:pt x="27" y="726"/>
                  <a:pt x="27" y="726"/>
                  <a:pt x="27" y="725"/>
                </a:cubicBezTo>
                <a:cubicBezTo>
                  <a:pt x="26" y="725"/>
                  <a:pt x="26" y="724"/>
                  <a:pt x="26" y="723"/>
                </a:cubicBezTo>
                <a:cubicBezTo>
                  <a:pt x="26" y="723"/>
                  <a:pt x="26" y="723"/>
                  <a:pt x="25" y="722"/>
                </a:cubicBezTo>
                <a:cubicBezTo>
                  <a:pt x="25" y="722"/>
                  <a:pt x="25" y="722"/>
                  <a:pt x="25" y="722"/>
                </a:cubicBezTo>
                <a:cubicBezTo>
                  <a:pt x="25" y="722"/>
                  <a:pt x="25" y="721"/>
                  <a:pt x="25" y="721"/>
                </a:cubicBezTo>
                <a:cubicBezTo>
                  <a:pt x="25" y="721"/>
                  <a:pt x="24" y="721"/>
                  <a:pt x="24" y="720"/>
                </a:cubicBezTo>
                <a:cubicBezTo>
                  <a:pt x="24" y="720"/>
                  <a:pt x="24" y="720"/>
                  <a:pt x="24" y="720"/>
                </a:cubicBezTo>
                <a:cubicBezTo>
                  <a:pt x="24" y="720"/>
                  <a:pt x="24" y="719"/>
                  <a:pt x="24" y="719"/>
                </a:cubicBezTo>
                <a:cubicBezTo>
                  <a:pt x="24" y="718"/>
                  <a:pt x="24" y="718"/>
                  <a:pt x="24" y="718"/>
                </a:cubicBezTo>
                <a:cubicBezTo>
                  <a:pt x="24" y="718"/>
                  <a:pt x="24" y="718"/>
                  <a:pt x="24" y="718"/>
                </a:cubicBezTo>
                <a:cubicBezTo>
                  <a:pt x="23" y="718"/>
                  <a:pt x="22" y="717"/>
                  <a:pt x="22" y="717"/>
                </a:cubicBezTo>
                <a:cubicBezTo>
                  <a:pt x="21" y="717"/>
                  <a:pt x="21" y="717"/>
                  <a:pt x="21" y="717"/>
                </a:cubicBezTo>
                <a:cubicBezTo>
                  <a:pt x="21" y="716"/>
                  <a:pt x="21" y="716"/>
                  <a:pt x="21" y="716"/>
                </a:cubicBezTo>
                <a:cubicBezTo>
                  <a:pt x="21" y="716"/>
                  <a:pt x="20" y="716"/>
                  <a:pt x="20" y="716"/>
                </a:cubicBezTo>
                <a:cubicBezTo>
                  <a:pt x="20" y="716"/>
                  <a:pt x="20" y="715"/>
                  <a:pt x="20" y="715"/>
                </a:cubicBezTo>
                <a:cubicBezTo>
                  <a:pt x="20" y="715"/>
                  <a:pt x="20" y="715"/>
                  <a:pt x="19" y="715"/>
                </a:cubicBezTo>
                <a:cubicBezTo>
                  <a:pt x="18" y="715"/>
                  <a:pt x="18" y="715"/>
                  <a:pt x="17" y="715"/>
                </a:cubicBezTo>
                <a:cubicBezTo>
                  <a:pt x="17" y="715"/>
                  <a:pt x="17" y="715"/>
                  <a:pt x="17" y="716"/>
                </a:cubicBezTo>
                <a:cubicBezTo>
                  <a:pt x="17" y="716"/>
                  <a:pt x="17" y="716"/>
                  <a:pt x="17" y="716"/>
                </a:cubicBezTo>
                <a:cubicBezTo>
                  <a:pt x="17" y="716"/>
                  <a:pt x="17" y="717"/>
                  <a:pt x="17" y="717"/>
                </a:cubicBezTo>
                <a:cubicBezTo>
                  <a:pt x="17" y="718"/>
                  <a:pt x="17" y="718"/>
                  <a:pt x="18" y="718"/>
                </a:cubicBezTo>
                <a:cubicBezTo>
                  <a:pt x="18" y="718"/>
                  <a:pt x="18" y="718"/>
                  <a:pt x="18" y="718"/>
                </a:cubicBezTo>
                <a:cubicBezTo>
                  <a:pt x="19" y="718"/>
                  <a:pt x="19" y="718"/>
                  <a:pt x="19" y="719"/>
                </a:cubicBezTo>
                <a:cubicBezTo>
                  <a:pt x="19" y="719"/>
                  <a:pt x="19" y="719"/>
                  <a:pt x="19" y="719"/>
                </a:cubicBezTo>
                <a:cubicBezTo>
                  <a:pt x="18" y="719"/>
                  <a:pt x="18" y="719"/>
                  <a:pt x="18" y="720"/>
                </a:cubicBezTo>
                <a:cubicBezTo>
                  <a:pt x="18" y="720"/>
                  <a:pt x="18" y="720"/>
                  <a:pt x="18" y="720"/>
                </a:cubicBezTo>
                <a:cubicBezTo>
                  <a:pt x="18" y="721"/>
                  <a:pt x="18" y="721"/>
                  <a:pt x="19" y="721"/>
                </a:cubicBezTo>
                <a:close/>
                <a:moveTo>
                  <a:pt x="9" y="724"/>
                </a:moveTo>
                <a:cubicBezTo>
                  <a:pt x="8" y="723"/>
                  <a:pt x="8" y="723"/>
                  <a:pt x="8" y="722"/>
                </a:cubicBezTo>
                <a:cubicBezTo>
                  <a:pt x="8" y="722"/>
                  <a:pt x="8" y="722"/>
                  <a:pt x="8" y="722"/>
                </a:cubicBezTo>
                <a:cubicBezTo>
                  <a:pt x="8" y="722"/>
                  <a:pt x="8" y="722"/>
                  <a:pt x="8" y="722"/>
                </a:cubicBezTo>
                <a:cubicBezTo>
                  <a:pt x="8" y="722"/>
                  <a:pt x="8" y="721"/>
                  <a:pt x="9" y="721"/>
                </a:cubicBezTo>
                <a:cubicBezTo>
                  <a:pt x="9" y="721"/>
                  <a:pt x="9" y="721"/>
                  <a:pt x="9" y="721"/>
                </a:cubicBezTo>
                <a:cubicBezTo>
                  <a:pt x="10" y="721"/>
                  <a:pt x="10" y="721"/>
                  <a:pt x="10" y="720"/>
                </a:cubicBezTo>
                <a:cubicBezTo>
                  <a:pt x="10" y="720"/>
                  <a:pt x="11" y="720"/>
                  <a:pt x="11" y="719"/>
                </a:cubicBezTo>
                <a:cubicBezTo>
                  <a:pt x="11" y="719"/>
                  <a:pt x="11" y="719"/>
                  <a:pt x="11" y="719"/>
                </a:cubicBezTo>
                <a:cubicBezTo>
                  <a:pt x="11" y="719"/>
                  <a:pt x="11" y="719"/>
                  <a:pt x="11" y="719"/>
                </a:cubicBezTo>
                <a:cubicBezTo>
                  <a:pt x="10" y="719"/>
                  <a:pt x="9" y="719"/>
                  <a:pt x="7" y="719"/>
                </a:cubicBezTo>
                <a:cubicBezTo>
                  <a:pt x="7" y="719"/>
                  <a:pt x="7" y="719"/>
                  <a:pt x="6" y="718"/>
                </a:cubicBezTo>
                <a:cubicBezTo>
                  <a:pt x="6" y="718"/>
                  <a:pt x="6" y="718"/>
                  <a:pt x="6" y="718"/>
                </a:cubicBezTo>
                <a:cubicBezTo>
                  <a:pt x="6" y="718"/>
                  <a:pt x="6" y="718"/>
                  <a:pt x="5" y="718"/>
                </a:cubicBezTo>
                <a:cubicBezTo>
                  <a:pt x="5" y="718"/>
                  <a:pt x="5" y="718"/>
                  <a:pt x="5" y="719"/>
                </a:cubicBezTo>
                <a:cubicBezTo>
                  <a:pt x="4" y="719"/>
                  <a:pt x="4" y="719"/>
                  <a:pt x="4" y="719"/>
                </a:cubicBezTo>
                <a:cubicBezTo>
                  <a:pt x="4" y="719"/>
                  <a:pt x="4" y="719"/>
                  <a:pt x="5" y="719"/>
                </a:cubicBezTo>
                <a:cubicBezTo>
                  <a:pt x="5" y="719"/>
                  <a:pt x="5" y="719"/>
                  <a:pt x="5" y="720"/>
                </a:cubicBezTo>
                <a:cubicBezTo>
                  <a:pt x="5" y="720"/>
                  <a:pt x="5" y="720"/>
                  <a:pt x="5" y="720"/>
                </a:cubicBezTo>
                <a:cubicBezTo>
                  <a:pt x="5" y="721"/>
                  <a:pt x="6" y="721"/>
                  <a:pt x="6" y="721"/>
                </a:cubicBezTo>
                <a:cubicBezTo>
                  <a:pt x="6" y="721"/>
                  <a:pt x="6" y="722"/>
                  <a:pt x="5" y="722"/>
                </a:cubicBezTo>
                <a:cubicBezTo>
                  <a:pt x="5" y="722"/>
                  <a:pt x="5" y="722"/>
                  <a:pt x="5" y="723"/>
                </a:cubicBezTo>
                <a:cubicBezTo>
                  <a:pt x="5" y="723"/>
                  <a:pt x="6" y="723"/>
                  <a:pt x="6" y="723"/>
                </a:cubicBezTo>
                <a:cubicBezTo>
                  <a:pt x="6" y="723"/>
                  <a:pt x="6" y="724"/>
                  <a:pt x="6" y="724"/>
                </a:cubicBezTo>
                <a:cubicBezTo>
                  <a:pt x="6" y="724"/>
                  <a:pt x="5" y="724"/>
                  <a:pt x="5" y="724"/>
                </a:cubicBezTo>
                <a:cubicBezTo>
                  <a:pt x="5" y="724"/>
                  <a:pt x="5" y="725"/>
                  <a:pt x="5" y="725"/>
                </a:cubicBezTo>
                <a:cubicBezTo>
                  <a:pt x="5" y="725"/>
                  <a:pt x="5" y="725"/>
                  <a:pt x="5" y="725"/>
                </a:cubicBezTo>
                <a:cubicBezTo>
                  <a:pt x="6" y="725"/>
                  <a:pt x="6" y="725"/>
                  <a:pt x="6" y="726"/>
                </a:cubicBezTo>
                <a:cubicBezTo>
                  <a:pt x="6" y="726"/>
                  <a:pt x="6" y="726"/>
                  <a:pt x="6" y="726"/>
                </a:cubicBezTo>
                <a:cubicBezTo>
                  <a:pt x="6" y="726"/>
                  <a:pt x="6" y="726"/>
                  <a:pt x="6" y="726"/>
                </a:cubicBezTo>
                <a:cubicBezTo>
                  <a:pt x="7" y="727"/>
                  <a:pt x="8" y="726"/>
                  <a:pt x="8" y="726"/>
                </a:cubicBezTo>
                <a:cubicBezTo>
                  <a:pt x="8" y="725"/>
                  <a:pt x="8" y="724"/>
                  <a:pt x="9" y="724"/>
                </a:cubicBezTo>
                <a:close/>
                <a:moveTo>
                  <a:pt x="7" y="717"/>
                </a:moveTo>
                <a:cubicBezTo>
                  <a:pt x="7" y="717"/>
                  <a:pt x="7" y="717"/>
                  <a:pt x="8" y="717"/>
                </a:cubicBezTo>
                <a:cubicBezTo>
                  <a:pt x="8" y="717"/>
                  <a:pt x="9" y="717"/>
                  <a:pt x="10" y="717"/>
                </a:cubicBezTo>
                <a:cubicBezTo>
                  <a:pt x="10" y="717"/>
                  <a:pt x="11" y="717"/>
                  <a:pt x="11" y="717"/>
                </a:cubicBezTo>
                <a:cubicBezTo>
                  <a:pt x="11" y="717"/>
                  <a:pt x="12" y="717"/>
                  <a:pt x="12" y="717"/>
                </a:cubicBezTo>
                <a:cubicBezTo>
                  <a:pt x="12" y="716"/>
                  <a:pt x="12" y="716"/>
                  <a:pt x="13" y="716"/>
                </a:cubicBezTo>
                <a:cubicBezTo>
                  <a:pt x="13" y="714"/>
                  <a:pt x="15" y="713"/>
                  <a:pt x="16" y="711"/>
                </a:cubicBezTo>
                <a:cubicBezTo>
                  <a:pt x="16" y="711"/>
                  <a:pt x="16" y="711"/>
                  <a:pt x="16" y="710"/>
                </a:cubicBezTo>
                <a:cubicBezTo>
                  <a:pt x="16" y="710"/>
                  <a:pt x="16" y="710"/>
                  <a:pt x="16" y="709"/>
                </a:cubicBezTo>
                <a:cubicBezTo>
                  <a:pt x="16" y="709"/>
                  <a:pt x="16" y="709"/>
                  <a:pt x="16" y="709"/>
                </a:cubicBezTo>
                <a:cubicBezTo>
                  <a:pt x="15" y="709"/>
                  <a:pt x="15" y="708"/>
                  <a:pt x="15" y="708"/>
                </a:cubicBezTo>
                <a:cubicBezTo>
                  <a:pt x="15" y="708"/>
                  <a:pt x="14" y="708"/>
                  <a:pt x="14" y="707"/>
                </a:cubicBezTo>
                <a:cubicBezTo>
                  <a:pt x="14" y="707"/>
                  <a:pt x="14" y="707"/>
                  <a:pt x="13" y="707"/>
                </a:cubicBezTo>
                <a:cubicBezTo>
                  <a:pt x="13" y="707"/>
                  <a:pt x="13" y="707"/>
                  <a:pt x="13" y="707"/>
                </a:cubicBezTo>
                <a:cubicBezTo>
                  <a:pt x="13" y="707"/>
                  <a:pt x="13" y="707"/>
                  <a:pt x="12" y="708"/>
                </a:cubicBezTo>
                <a:cubicBezTo>
                  <a:pt x="12" y="708"/>
                  <a:pt x="11" y="707"/>
                  <a:pt x="11" y="707"/>
                </a:cubicBezTo>
                <a:cubicBezTo>
                  <a:pt x="11" y="707"/>
                  <a:pt x="11" y="707"/>
                  <a:pt x="11" y="706"/>
                </a:cubicBezTo>
                <a:cubicBezTo>
                  <a:pt x="11" y="706"/>
                  <a:pt x="11" y="706"/>
                  <a:pt x="11" y="706"/>
                </a:cubicBezTo>
                <a:cubicBezTo>
                  <a:pt x="10" y="706"/>
                  <a:pt x="10" y="706"/>
                  <a:pt x="10" y="706"/>
                </a:cubicBezTo>
                <a:cubicBezTo>
                  <a:pt x="10" y="705"/>
                  <a:pt x="9" y="705"/>
                  <a:pt x="9" y="706"/>
                </a:cubicBezTo>
                <a:cubicBezTo>
                  <a:pt x="9" y="706"/>
                  <a:pt x="9" y="706"/>
                  <a:pt x="9" y="706"/>
                </a:cubicBezTo>
                <a:cubicBezTo>
                  <a:pt x="9" y="706"/>
                  <a:pt x="8" y="706"/>
                  <a:pt x="8" y="706"/>
                </a:cubicBezTo>
                <a:cubicBezTo>
                  <a:pt x="8" y="705"/>
                  <a:pt x="8" y="705"/>
                  <a:pt x="8" y="705"/>
                </a:cubicBezTo>
                <a:cubicBezTo>
                  <a:pt x="8" y="704"/>
                  <a:pt x="7" y="705"/>
                  <a:pt x="7" y="705"/>
                </a:cubicBezTo>
                <a:cubicBezTo>
                  <a:pt x="7" y="705"/>
                  <a:pt x="7" y="705"/>
                  <a:pt x="6" y="705"/>
                </a:cubicBezTo>
                <a:cubicBezTo>
                  <a:pt x="6" y="705"/>
                  <a:pt x="6" y="705"/>
                  <a:pt x="6" y="706"/>
                </a:cubicBezTo>
                <a:cubicBezTo>
                  <a:pt x="6" y="706"/>
                  <a:pt x="6" y="707"/>
                  <a:pt x="6" y="707"/>
                </a:cubicBezTo>
                <a:cubicBezTo>
                  <a:pt x="6" y="707"/>
                  <a:pt x="6" y="707"/>
                  <a:pt x="7" y="707"/>
                </a:cubicBezTo>
                <a:cubicBezTo>
                  <a:pt x="7" y="708"/>
                  <a:pt x="7" y="708"/>
                  <a:pt x="7" y="708"/>
                </a:cubicBezTo>
                <a:cubicBezTo>
                  <a:pt x="7" y="709"/>
                  <a:pt x="8" y="708"/>
                  <a:pt x="8" y="709"/>
                </a:cubicBezTo>
                <a:cubicBezTo>
                  <a:pt x="8" y="709"/>
                  <a:pt x="8" y="709"/>
                  <a:pt x="8" y="709"/>
                </a:cubicBezTo>
                <a:cubicBezTo>
                  <a:pt x="8" y="709"/>
                  <a:pt x="8" y="709"/>
                  <a:pt x="9" y="709"/>
                </a:cubicBezTo>
                <a:cubicBezTo>
                  <a:pt x="9" y="709"/>
                  <a:pt x="9" y="709"/>
                  <a:pt x="9" y="709"/>
                </a:cubicBezTo>
                <a:cubicBezTo>
                  <a:pt x="9" y="709"/>
                  <a:pt x="10" y="709"/>
                  <a:pt x="10" y="709"/>
                </a:cubicBezTo>
                <a:cubicBezTo>
                  <a:pt x="10" y="709"/>
                  <a:pt x="10" y="709"/>
                  <a:pt x="10" y="710"/>
                </a:cubicBezTo>
                <a:cubicBezTo>
                  <a:pt x="10" y="710"/>
                  <a:pt x="10" y="711"/>
                  <a:pt x="10" y="711"/>
                </a:cubicBezTo>
                <a:cubicBezTo>
                  <a:pt x="10" y="711"/>
                  <a:pt x="9" y="711"/>
                  <a:pt x="9" y="711"/>
                </a:cubicBezTo>
                <a:cubicBezTo>
                  <a:pt x="9" y="711"/>
                  <a:pt x="8" y="711"/>
                  <a:pt x="8" y="711"/>
                </a:cubicBezTo>
                <a:cubicBezTo>
                  <a:pt x="7" y="711"/>
                  <a:pt x="7" y="711"/>
                  <a:pt x="7" y="711"/>
                </a:cubicBezTo>
                <a:cubicBezTo>
                  <a:pt x="7" y="710"/>
                  <a:pt x="7" y="710"/>
                  <a:pt x="7" y="710"/>
                </a:cubicBezTo>
                <a:cubicBezTo>
                  <a:pt x="7" y="710"/>
                  <a:pt x="7" y="710"/>
                  <a:pt x="7" y="710"/>
                </a:cubicBezTo>
                <a:cubicBezTo>
                  <a:pt x="7" y="710"/>
                  <a:pt x="7" y="710"/>
                  <a:pt x="7" y="709"/>
                </a:cubicBezTo>
                <a:cubicBezTo>
                  <a:pt x="6" y="709"/>
                  <a:pt x="6" y="709"/>
                  <a:pt x="6" y="709"/>
                </a:cubicBezTo>
                <a:cubicBezTo>
                  <a:pt x="6" y="709"/>
                  <a:pt x="5" y="709"/>
                  <a:pt x="5" y="709"/>
                </a:cubicBezTo>
                <a:cubicBezTo>
                  <a:pt x="5" y="710"/>
                  <a:pt x="5" y="710"/>
                  <a:pt x="5" y="710"/>
                </a:cubicBezTo>
                <a:cubicBezTo>
                  <a:pt x="5" y="711"/>
                  <a:pt x="5" y="711"/>
                  <a:pt x="5" y="712"/>
                </a:cubicBezTo>
                <a:cubicBezTo>
                  <a:pt x="5" y="712"/>
                  <a:pt x="5" y="712"/>
                  <a:pt x="4" y="713"/>
                </a:cubicBezTo>
                <a:cubicBezTo>
                  <a:pt x="4" y="713"/>
                  <a:pt x="4" y="713"/>
                  <a:pt x="4" y="713"/>
                </a:cubicBezTo>
                <a:cubicBezTo>
                  <a:pt x="4" y="714"/>
                  <a:pt x="4" y="715"/>
                  <a:pt x="4" y="715"/>
                </a:cubicBezTo>
                <a:cubicBezTo>
                  <a:pt x="5" y="716"/>
                  <a:pt x="5" y="716"/>
                  <a:pt x="6" y="716"/>
                </a:cubicBezTo>
                <a:cubicBezTo>
                  <a:pt x="6" y="716"/>
                  <a:pt x="7" y="715"/>
                  <a:pt x="7" y="715"/>
                </a:cubicBezTo>
                <a:cubicBezTo>
                  <a:pt x="7" y="714"/>
                  <a:pt x="8" y="714"/>
                  <a:pt x="8" y="714"/>
                </a:cubicBezTo>
                <a:cubicBezTo>
                  <a:pt x="8" y="714"/>
                  <a:pt x="8" y="714"/>
                  <a:pt x="9" y="714"/>
                </a:cubicBezTo>
                <a:cubicBezTo>
                  <a:pt x="9" y="715"/>
                  <a:pt x="8" y="715"/>
                  <a:pt x="8" y="715"/>
                </a:cubicBezTo>
                <a:cubicBezTo>
                  <a:pt x="8" y="715"/>
                  <a:pt x="7" y="716"/>
                  <a:pt x="7" y="716"/>
                </a:cubicBezTo>
                <a:cubicBezTo>
                  <a:pt x="7" y="716"/>
                  <a:pt x="7" y="717"/>
                  <a:pt x="7" y="717"/>
                </a:cubicBezTo>
                <a:close/>
                <a:moveTo>
                  <a:pt x="6" y="698"/>
                </a:moveTo>
                <a:cubicBezTo>
                  <a:pt x="6" y="698"/>
                  <a:pt x="7" y="698"/>
                  <a:pt x="7" y="699"/>
                </a:cubicBezTo>
                <a:cubicBezTo>
                  <a:pt x="7" y="699"/>
                  <a:pt x="7" y="699"/>
                  <a:pt x="7" y="699"/>
                </a:cubicBezTo>
                <a:cubicBezTo>
                  <a:pt x="6" y="699"/>
                  <a:pt x="6" y="699"/>
                  <a:pt x="6" y="699"/>
                </a:cubicBezTo>
                <a:cubicBezTo>
                  <a:pt x="6" y="699"/>
                  <a:pt x="6" y="699"/>
                  <a:pt x="6" y="700"/>
                </a:cubicBezTo>
                <a:cubicBezTo>
                  <a:pt x="6" y="700"/>
                  <a:pt x="6" y="700"/>
                  <a:pt x="6" y="700"/>
                </a:cubicBezTo>
                <a:cubicBezTo>
                  <a:pt x="6" y="700"/>
                  <a:pt x="7" y="700"/>
                  <a:pt x="7" y="701"/>
                </a:cubicBezTo>
                <a:cubicBezTo>
                  <a:pt x="7" y="701"/>
                  <a:pt x="8" y="701"/>
                  <a:pt x="8" y="701"/>
                </a:cubicBezTo>
                <a:cubicBezTo>
                  <a:pt x="9" y="701"/>
                  <a:pt x="9" y="701"/>
                  <a:pt x="9" y="701"/>
                </a:cubicBezTo>
                <a:cubicBezTo>
                  <a:pt x="9" y="700"/>
                  <a:pt x="9" y="700"/>
                  <a:pt x="9" y="700"/>
                </a:cubicBezTo>
                <a:cubicBezTo>
                  <a:pt x="8" y="699"/>
                  <a:pt x="8" y="699"/>
                  <a:pt x="8" y="699"/>
                </a:cubicBezTo>
                <a:cubicBezTo>
                  <a:pt x="8" y="698"/>
                  <a:pt x="8" y="697"/>
                  <a:pt x="7" y="696"/>
                </a:cubicBezTo>
                <a:cubicBezTo>
                  <a:pt x="7" y="696"/>
                  <a:pt x="7" y="696"/>
                  <a:pt x="7" y="696"/>
                </a:cubicBezTo>
                <a:cubicBezTo>
                  <a:pt x="7" y="696"/>
                  <a:pt x="7" y="696"/>
                  <a:pt x="7" y="695"/>
                </a:cubicBezTo>
                <a:cubicBezTo>
                  <a:pt x="7" y="695"/>
                  <a:pt x="6" y="695"/>
                  <a:pt x="6" y="695"/>
                </a:cubicBezTo>
                <a:cubicBezTo>
                  <a:pt x="6" y="695"/>
                  <a:pt x="6" y="694"/>
                  <a:pt x="6" y="694"/>
                </a:cubicBezTo>
                <a:cubicBezTo>
                  <a:pt x="6" y="694"/>
                  <a:pt x="6" y="694"/>
                  <a:pt x="6" y="694"/>
                </a:cubicBezTo>
                <a:cubicBezTo>
                  <a:pt x="5" y="694"/>
                  <a:pt x="4" y="694"/>
                  <a:pt x="4" y="694"/>
                </a:cubicBezTo>
                <a:cubicBezTo>
                  <a:pt x="4" y="694"/>
                  <a:pt x="3" y="695"/>
                  <a:pt x="3" y="695"/>
                </a:cubicBezTo>
                <a:cubicBezTo>
                  <a:pt x="3" y="695"/>
                  <a:pt x="3" y="695"/>
                  <a:pt x="2" y="695"/>
                </a:cubicBezTo>
                <a:cubicBezTo>
                  <a:pt x="2" y="695"/>
                  <a:pt x="2" y="695"/>
                  <a:pt x="2" y="695"/>
                </a:cubicBezTo>
                <a:cubicBezTo>
                  <a:pt x="2" y="695"/>
                  <a:pt x="2" y="695"/>
                  <a:pt x="2" y="695"/>
                </a:cubicBezTo>
                <a:cubicBezTo>
                  <a:pt x="2" y="695"/>
                  <a:pt x="2" y="695"/>
                  <a:pt x="2" y="695"/>
                </a:cubicBezTo>
                <a:cubicBezTo>
                  <a:pt x="3" y="696"/>
                  <a:pt x="3" y="696"/>
                  <a:pt x="3" y="697"/>
                </a:cubicBezTo>
                <a:cubicBezTo>
                  <a:pt x="3" y="697"/>
                  <a:pt x="3" y="697"/>
                  <a:pt x="3" y="697"/>
                </a:cubicBezTo>
                <a:cubicBezTo>
                  <a:pt x="3" y="698"/>
                  <a:pt x="2" y="698"/>
                  <a:pt x="2" y="698"/>
                </a:cubicBezTo>
                <a:cubicBezTo>
                  <a:pt x="2" y="699"/>
                  <a:pt x="2" y="699"/>
                  <a:pt x="2" y="700"/>
                </a:cubicBezTo>
                <a:cubicBezTo>
                  <a:pt x="2" y="700"/>
                  <a:pt x="2" y="700"/>
                  <a:pt x="3" y="700"/>
                </a:cubicBezTo>
                <a:cubicBezTo>
                  <a:pt x="3" y="700"/>
                  <a:pt x="3" y="700"/>
                  <a:pt x="3" y="700"/>
                </a:cubicBezTo>
                <a:cubicBezTo>
                  <a:pt x="3" y="700"/>
                  <a:pt x="3" y="699"/>
                  <a:pt x="3" y="699"/>
                </a:cubicBezTo>
                <a:cubicBezTo>
                  <a:pt x="3" y="699"/>
                  <a:pt x="4" y="699"/>
                  <a:pt x="4" y="699"/>
                </a:cubicBezTo>
                <a:cubicBezTo>
                  <a:pt x="4" y="698"/>
                  <a:pt x="5" y="698"/>
                  <a:pt x="5" y="698"/>
                </a:cubicBezTo>
                <a:cubicBezTo>
                  <a:pt x="5" y="698"/>
                  <a:pt x="5" y="698"/>
                  <a:pt x="5" y="698"/>
                </a:cubicBezTo>
                <a:cubicBezTo>
                  <a:pt x="6" y="698"/>
                  <a:pt x="6" y="698"/>
                  <a:pt x="6" y="698"/>
                </a:cubicBezTo>
                <a:close/>
                <a:moveTo>
                  <a:pt x="4" y="657"/>
                </a:moveTo>
                <a:cubicBezTo>
                  <a:pt x="4" y="657"/>
                  <a:pt x="4" y="657"/>
                  <a:pt x="4" y="657"/>
                </a:cubicBezTo>
                <a:cubicBezTo>
                  <a:pt x="4" y="657"/>
                  <a:pt x="5" y="657"/>
                  <a:pt x="5" y="658"/>
                </a:cubicBezTo>
                <a:cubicBezTo>
                  <a:pt x="5" y="658"/>
                  <a:pt x="5" y="658"/>
                  <a:pt x="5" y="658"/>
                </a:cubicBezTo>
                <a:cubicBezTo>
                  <a:pt x="4" y="658"/>
                  <a:pt x="4" y="659"/>
                  <a:pt x="4" y="659"/>
                </a:cubicBezTo>
                <a:cubicBezTo>
                  <a:pt x="4" y="659"/>
                  <a:pt x="5" y="659"/>
                  <a:pt x="5" y="659"/>
                </a:cubicBezTo>
                <a:cubicBezTo>
                  <a:pt x="5" y="659"/>
                  <a:pt x="5" y="659"/>
                  <a:pt x="5" y="660"/>
                </a:cubicBezTo>
                <a:cubicBezTo>
                  <a:pt x="5" y="660"/>
                  <a:pt x="5" y="661"/>
                  <a:pt x="5" y="661"/>
                </a:cubicBezTo>
                <a:cubicBezTo>
                  <a:pt x="5" y="661"/>
                  <a:pt x="5" y="662"/>
                  <a:pt x="5" y="662"/>
                </a:cubicBezTo>
                <a:cubicBezTo>
                  <a:pt x="5" y="662"/>
                  <a:pt x="6" y="662"/>
                  <a:pt x="6" y="662"/>
                </a:cubicBezTo>
                <a:cubicBezTo>
                  <a:pt x="6" y="661"/>
                  <a:pt x="7" y="661"/>
                  <a:pt x="7" y="661"/>
                </a:cubicBezTo>
                <a:cubicBezTo>
                  <a:pt x="8" y="660"/>
                  <a:pt x="8" y="660"/>
                  <a:pt x="8" y="660"/>
                </a:cubicBezTo>
                <a:cubicBezTo>
                  <a:pt x="8" y="660"/>
                  <a:pt x="8" y="660"/>
                  <a:pt x="8" y="661"/>
                </a:cubicBezTo>
                <a:cubicBezTo>
                  <a:pt x="9" y="661"/>
                  <a:pt x="8" y="661"/>
                  <a:pt x="8" y="662"/>
                </a:cubicBezTo>
                <a:cubicBezTo>
                  <a:pt x="8" y="662"/>
                  <a:pt x="9" y="662"/>
                  <a:pt x="9" y="663"/>
                </a:cubicBezTo>
                <a:cubicBezTo>
                  <a:pt x="9" y="663"/>
                  <a:pt x="9" y="663"/>
                  <a:pt x="8" y="663"/>
                </a:cubicBezTo>
                <a:cubicBezTo>
                  <a:pt x="8" y="663"/>
                  <a:pt x="8" y="663"/>
                  <a:pt x="7" y="663"/>
                </a:cubicBezTo>
                <a:cubicBezTo>
                  <a:pt x="7" y="663"/>
                  <a:pt x="7" y="663"/>
                  <a:pt x="6" y="663"/>
                </a:cubicBezTo>
                <a:cubicBezTo>
                  <a:pt x="6" y="663"/>
                  <a:pt x="5" y="663"/>
                  <a:pt x="5" y="663"/>
                </a:cubicBezTo>
                <a:cubicBezTo>
                  <a:pt x="4" y="663"/>
                  <a:pt x="4" y="663"/>
                  <a:pt x="3" y="663"/>
                </a:cubicBezTo>
                <a:cubicBezTo>
                  <a:pt x="3" y="663"/>
                  <a:pt x="2" y="663"/>
                  <a:pt x="2" y="663"/>
                </a:cubicBezTo>
                <a:cubicBezTo>
                  <a:pt x="2" y="664"/>
                  <a:pt x="2" y="664"/>
                  <a:pt x="2" y="664"/>
                </a:cubicBezTo>
                <a:cubicBezTo>
                  <a:pt x="2" y="665"/>
                  <a:pt x="2" y="666"/>
                  <a:pt x="2" y="666"/>
                </a:cubicBezTo>
                <a:cubicBezTo>
                  <a:pt x="2" y="667"/>
                  <a:pt x="2" y="667"/>
                  <a:pt x="3" y="667"/>
                </a:cubicBezTo>
                <a:cubicBezTo>
                  <a:pt x="3" y="667"/>
                  <a:pt x="3" y="667"/>
                  <a:pt x="4" y="667"/>
                </a:cubicBezTo>
                <a:cubicBezTo>
                  <a:pt x="4" y="668"/>
                  <a:pt x="4" y="668"/>
                  <a:pt x="4" y="669"/>
                </a:cubicBezTo>
                <a:cubicBezTo>
                  <a:pt x="4" y="669"/>
                  <a:pt x="4" y="669"/>
                  <a:pt x="4" y="669"/>
                </a:cubicBezTo>
                <a:cubicBezTo>
                  <a:pt x="4" y="669"/>
                  <a:pt x="3" y="668"/>
                  <a:pt x="3" y="668"/>
                </a:cubicBezTo>
                <a:cubicBezTo>
                  <a:pt x="3" y="668"/>
                  <a:pt x="3" y="668"/>
                  <a:pt x="3" y="669"/>
                </a:cubicBezTo>
                <a:cubicBezTo>
                  <a:pt x="3" y="669"/>
                  <a:pt x="3" y="669"/>
                  <a:pt x="3" y="669"/>
                </a:cubicBezTo>
                <a:cubicBezTo>
                  <a:pt x="3" y="670"/>
                  <a:pt x="3" y="670"/>
                  <a:pt x="3" y="670"/>
                </a:cubicBezTo>
                <a:cubicBezTo>
                  <a:pt x="3" y="671"/>
                  <a:pt x="3" y="671"/>
                  <a:pt x="3" y="671"/>
                </a:cubicBezTo>
                <a:cubicBezTo>
                  <a:pt x="4" y="671"/>
                  <a:pt x="4" y="671"/>
                  <a:pt x="4" y="671"/>
                </a:cubicBezTo>
                <a:cubicBezTo>
                  <a:pt x="5" y="671"/>
                  <a:pt x="5" y="671"/>
                  <a:pt x="5" y="670"/>
                </a:cubicBezTo>
                <a:cubicBezTo>
                  <a:pt x="6" y="670"/>
                  <a:pt x="7" y="670"/>
                  <a:pt x="7" y="670"/>
                </a:cubicBezTo>
                <a:cubicBezTo>
                  <a:pt x="7" y="670"/>
                  <a:pt x="8" y="671"/>
                  <a:pt x="8" y="671"/>
                </a:cubicBezTo>
                <a:cubicBezTo>
                  <a:pt x="8" y="671"/>
                  <a:pt x="8" y="670"/>
                  <a:pt x="9" y="670"/>
                </a:cubicBezTo>
                <a:cubicBezTo>
                  <a:pt x="9" y="670"/>
                  <a:pt x="10" y="668"/>
                  <a:pt x="11" y="668"/>
                </a:cubicBezTo>
                <a:cubicBezTo>
                  <a:pt x="11" y="667"/>
                  <a:pt x="12" y="667"/>
                  <a:pt x="12" y="666"/>
                </a:cubicBezTo>
                <a:cubicBezTo>
                  <a:pt x="12" y="666"/>
                  <a:pt x="12" y="666"/>
                  <a:pt x="12" y="665"/>
                </a:cubicBezTo>
                <a:cubicBezTo>
                  <a:pt x="12" y="665"/>
                  <a:pt x="12" y="664"/>
                  <a:pt x="12" y="664"/>
                </a:cubicBezTo>
                <a:cubicBezTo>
                  <a:pt x="12" y="663"/>
                  <a:pt x="12" y="662"/>
                  <a:pt x="11" y="662"/>
                </a:cubicBezTo>
                <a:cubicBezTo>
                  <a:pt x="11" y="662"/>
                  <a:pt x="11" y="662"/>
                  <a:pt x="11" y="662"/>
                </a:cubicBezTo>
                <a:cubicBezTo>
                  <a:pt x="11" y="661"/>
                  <a:pt x="10" y="661"/>
                  <a:pt x="10" y="661"/>
                </a:cubicBezTo>
                <a:cubicBezTo>
                  <a:pt x="10" y="659"/>
                  <a:pt x="9" y="658"/>
                  <a:pt x="9" y="657"/>
                </a:cubicBezTo>
                <a:cubicBezTo>
                  <a:pt x="9" y="656"/>
                  <a:pt x="9" y="656"/>
                  <a:pt x="9" y="655"/>
                </a:cubicBezTo>
                <a:cubicBezTo>
                  <a:pt x="9" y="655"/>
                  <a:pt x="8" y="654"/>
                  <a:pt x="8" y="654"/>
                </a:cubicBezTo>
                <a:cubicBezTo>
                  <a:pt x="8" y="654"/>
                  <a:pt x="8" y="654"/>
                  <a:pt x="8" y="653"/>
                </a:cubicBezTo>
                <a:cubicBezTo>
                  <a:pt x="8" y="653"/>
                  <a:pt x="8" y="653"/>
                  <a:pt x="8" y="653"/>
                </a:cubicBezTo>
                <a:cubicBezTo>
                  <a:pt x="7" y="653"/>
                  <a:pt x="7" y="653"/>
                  <a:pt x="7" y="653"/>
                </a:cubicBezTo>
                <a:cubicBezTo>
                  <a:pt x="7" y="652"/>
                  <a:pt x="7" y="652"/>
                  <a:pt x="7" y="652"/>
                </a:cubicBezTo>
                <a:cubicBezTo>
                  <a:pt x="7" y="652"/>
                  <a:pt x="7" y="652"/>
                  <a:pt x="7" y="652"/>
                </a:cubicBezTo>
                <a:cubicBezTo>
                  <a:pt x="6" y="653"/>
                  <a:pt x="6" y="653"/>
                  <a:pt x="6" y="652"/>
                </a:cubicBezTo>
                <a:cubicBezTo>
                  <a:pt x="5" y="652"/>
                  <a:pt x="5" y="652"/>
                  <a:pt x="5" y="652"/>
                </a:cubicBezTo>
                <a:cubicBezTo>
                  <a:pt x="5" y="652"/>
                  <a:pt x="5" y="652"/>
                  <a:pt x="5" y="653"/>
                </a:cubicBezTo>
                <a:cubicBezTo>
                  <a:pt x="5" y="653"/>
                  <a:pt x="5" y="653"/>
                  <a:pt x="5" y="653"/>
                </a:cubicBezTo>
                <a:cubicBezTo>
                  <a:pt x="4" y="653"/>
                  <a:pt x="4" y="653"/>
                  <a:pt x="4" y="653"/>
                </a:cubicBezTo>
                <a:cubicBezTo>
                  <a:pt x="4" y="654"/>
                  <a:pt x="4" y="654"/>
                  <a:pt x="4" y="655"/>
                </a:cubicBezTo>
                <a:cubicBezTo>
                  <a:pt x="4" y="655"/>
                  <a:pt x="4" y="656"/>
                  <a:pt x="4" y="657"/>
                </a:cubicBezTo>
                <a:close/>
                <a:moveTo>
                  <a:pt x="20" y="665"/>
                </a:moveTo>
                <a:cubicBezTo>
                  <a:pt x="21" y="664"/>
                  <a:pt x="21" y="664"/>
                  <a:pt x="20" y="663"/>
                </a:cubicBezTo>
                <a:cubicBezTo>
                  <a:pt x="20" y="663"/>
                  <a:pt x="20" y="663"/>
                  <a:pt x="20" y="663"/>
                </a:cubicBezTo>
                <a:cubicBezTo>
                  <a:pt x="20" y="663"/>
                  <a:pt x="20" y="662"/>
                  <a:pt x="20" y="662"/>
                </a:cubicBezTo>
                <a:cubicBezTo>
                  <a:pt x="21" y="662"/>
                  <a:pt x="21" y="661"/>
                  <a:pt x="20" y="660"/>
                </a:cubicBezTo>
                <a:cubicBezTo>
                  <a:pt x="20" y="660"/>
                  <a:pt x="20" y="660"/>
                  <a:pt x="20" y="660"/>
                </a:cubicBezTo>
                <a:cubicBezTo>
                  <a:pt x="20" y="659"/>
                  <a:pt x="20" y="659"/>
                  <a:pt x="20" y="659"/>
                </a:cubicBezTo>
                <a:cubicBezTo>
                  <a:pt x="20" y="658"/>
                  <a:pt x="19" y="658"/>
                  <a:pt x="19" y="657"/>
                </a:cubicBezTo>
                <a:cubicBezTo>
                  <a:pt x="19" y="657"/>
                  <a:pt x="19" y="657"/>
                  <a:pt x="19" y="656"/>
                </a:cubicBezTo>
                <a:cubicBezTo>
                  <a:pt x="19" y="656"/>
                  <a:pt x="19" y="656"/>
                  <a:pt x="18" y="655"/>
                </a:cubicBezTo>
                <a:cubicBezTo>
                  <a:pt x="18" y="655"/>
                  <a:pt x="17" y="655"/>
                  <a:pt x="17" y="655"/>
                </a:cubicBezTo>
                <a:cubicBezTo>
                  <a:pt x="18" y="655"/>
                  <a:pt x="18" y="656"/>
                  <a:pt x="18" y="656"/>
                </a:cubicBezTo>
                <a:cubicBezTo>
                  <a:pt x="18" y="657"/>
                  <a:pt x="18" y="657"/>
                  <a:pt x="18" y="658"/>
                </a:cubicBezTo>
                <a:cubicBezTo>
                  <a:pt x="18" y="658"/>
                  <a:pt x="18" y="658"/>
                  <a:pt x="17" y="658"/>
                </a:cubicBezTo>
                <a:cubicBezTo>
                  <a:pt x="17" y="659"/>
                  <a:pt x="17" y="659"/>
                  <a:pt x="17" y="658"/>
                </a:cubicBezTo>
                <a:cubicBezTo>
                  <a:pt x="16" y="658"/>
                  <a:pt x="17" y="658"/>
                  <a:pt x="17" y="657"/>
                </a:cubicBezTo>
                <a:cubicBezTo>
                  <a:pt x="17" y="657"/>
                  <a:pt x="17" y="657"/>
                  <a:pt x="17" y="656"/>
                </a:cubicBezTo>
                <a:cubicBezTo>
                  <a:pt x="17" y="656"/>
                  <a:pt x="17" y="656"/>
                  <a:pt x="17" y="656"/>
                </a:cubicBezTo>
                <a:cubicBezTo>
                  <a:pt x="17" y="655"/>
                  <a:pt x="16" y="654"/>
                  <a:pt x="16" y="654"/>
                </a:cubicBezTo>
                <a:cubicBezTo>
                  <a:pt x="17" y="654"/>
                  <a:pt x="18" y="652"/>
                  <a:pt x="18" y="650"/>
                </a:cubicBezTo>
                <a:cubicBezTo>
                  <a:pt x="18" y="650"/>
                  <a:pt x="18" y="650"/>
                  <a:pt x="18" y="650"/>
                </a:cubicBezTo>
                <a:cubicBezTo>
                  <a:pt x="17" y="650"/>
                  <a:pt x="17" y="650"/>
                  <a:pt x="17" y="650"/>
                </a:cubicBezTo>
                <a:cubicBezTo>
                  <a:pt x="16" y="650"/>
                  <a:pt x="16" y="650"/>
                  <a:pt x="16" y="649"/>
                </a:cubicBezTo>
                <a:cubicBezTo>
                  <a:pt x="16" y="649"/>
                  <a:pt x="16" y="649"/>
                  <a:pt x="16" y="649"/>
                </a:cubicBezTo>
                <a:cubicBezTo>
                  <a:pt x="17" y="649"/>
                  <a:pt x="17" y="648"/>
                  <a:pt x="17" y="647"/>
                </a:cubicBezTo>
                <a:cubicBezTo>
                  <a:pt x="17" y="647"/>
                  <a:pt x="17" y="647"/>
                  <a:pt x="16" y="646"/>
                </a:cubicBezTo>
                <a:cubicBezTo>
                  <a:pt x="16" y="646"/>
                  <a:pt x="15" y="646"/>
                  <a:pt x="15" y="647"/>
                </a:cubicBezTo>
                <a:cubicBezTo>
                  <a:pt x="15" y="647"/>
                  <a:pt x="15" y="647"/>
                  <a:pt x="15" y="648"/>
                </a:cubicBezTo>
                <a:cubicBezTo>
                  <a:pt x="14" y="648"/>
                  <a:pt x="14" y="649"/>
                  <a:pt x="14" y="649"/>
                </a:cubicBezTo>
                <a:cubicBezTo>
                  <a:pt x="13" y="649"/>
                  <a:pt x="13" y="649"/>
                  <a:pt x="12" y="648"/>
                </a:cubicBezTo>
                <a:cubicBezTo>
                  <a:pt x="11" y="648"/>
                  <a:pt x="11" y="648"/>
                  <a:pt x="10" y="648"/>
                </a:cubicBezTo>
                <a:cubicBezTo>
                  <a:pt x="10" y="649"/>
                  <a:pt x="10" y="649"/>
                  <a:pt x="10" y="649"/>
                </a:cubicBezTo>
                <a:cubicBezTo>
                  <a:pt x="9" y="649"/>
                  <a:pt x="9" y="649"/>
                  <a:pt x="9" y="649"/>
                </a:cubicBezTo>
                <a:cubicBezTo>
                  <a:pt x="9" y="650"/>
                  <a:pt x="9" y="650"/>
                  <a:pt x="9" y="650"/>
                </a:cubicBezTo>
                <a:cubicBezTo>
                  <a:pt x="9" y="651"/>
                  <a:pt x="9" y="650"/>
                  <a:pt x="10" y="651"/>
                </a:cubicBezTo>
                <a:cubicBezTo>
                  <a:pt x="10" y="651"/>
                  <a:pt x="10" y="651"/>
                  <a:pt x="10" y="651"/>
                </a:cubicBezTo>
                <a:cubicBezTo>
                  <a:pt x="10" y="651"/>
                  <a:pt x="10" y="651"/>
                  <a:pt x="10" y="651"/>
                </a:cubicBezTo>
                <a:cubicBezTo>
                  <a:pt x="10" y="652"/>
                  <a:pt x="10" y="652"/>
                  <a:pt x="10" y="652"/>
                </a:cubicBezTo>
                <a:cubicBezTo>
                  <a:pt x="11" y="652"/>
                  <a:pt x="12" y="653"/>
                  <a:pt x="13" y="653"/>
                </a:cubicBezTo>
                <a:cubicBezTo>
                  <a:pt x="13" y="653"/>
                  <a:pt x="13" y="654"/>
                  <a:pt x="12" y="654"/>
                </a:cubicBezTo>
                <a:cubicBezTo>
                  <a:pt x="12" y="654"/>
                  <a:pt x="12" y="654"/>
                  <a:pt x="11" y="654"/>
                </a:cubicBezTo>
                <a:cubicBezTo>
                  <a:pt x="11" y="654"/>
                  <a:pt x="10" y="654"/>
                  <a:pt x="10" y="654"/>
                </a:cubicBezTo>
                <a:cubicBezTo>
                  <a:pt x="10" y="654"/>
                  <a:pt x="10" y="654"/>
                  <a:pt x="10" y="654"/>
                </a:cubicBezTo>
                <a:cubicBezTo>
                  <a:pt x="10" y="654"/>
                  <a:pt x="10" y="654"/>
                  <a:pt x="10" y="655"/>
                </a:cubicBezTo>
                <a:cubicBezTo>
                  <a:pt x="10" y="655"/>
                  <a:pt x="10" y="656"/>
                  <a:pt x="10" y="657"/>
                </a:cubicBezTo>
                <a:cubicBezTo>
                  <a:pt x="10" y="657"/>
                  <a:pt x="10" y="658"/>
                  <a:pt x="11" y="658"/>
                </a:cubicBezTo>
                <a:cubicBezTo>
                  <a:pt x="11" y="658"/>
                  <a:pt x="11" y="659"/>
                  <a:pt x="11" y="659"/>
                </a:cubicBezTo>
                <a:cubicBezTo>
                  <a:pt x="11" y="659"/>
                  <a:pt x="11" y="660"/>
                  <a:pt x="11" y="660"/>
                </a:cubicBezTo>
                <a:cubicBezTo>
                  <a:pt x="11" y="660"/>
                  <a:pt x="11" y="661"/>
                  <a:pt x="12" y="661"/>
                </a:cubicBezTo>
                <a:cubicBezTo>
                  <a:pt x="12" y="661"/>
                  <a:pt x="12" y="661"/>
                  <a:pt x="12" y="661"/>
                </a:cubicBezTo>
                <a:cubicBezTo>
                  <a:pt x="13" y="662"/>
                  <a:pt x="13" y="662"/>
                  <a:pt x="13" y="663"/>
                </a:cubicBezTo>
                <a:cubicBezTo>
                  <a:pt x="13" y="663"/>
                  <a:pt x="14" y="662"/>
                  <a:pt x="14" y="662"/>
                </a:cubicBezTo>
                <a:cubicBezTo>
                  <a:pt x="14" y="663"/>
                  <a:pt x="14" y="663"/>
                  <a:pt x="14" y="664"/>
                </a:cubicBezTo>
                <a:cubicBezTo>
                  <a:pt x="14" y="664"/>
                  <a:pt x="13" y="664"/>
                  <a:pt x="13" y="664"/>
                </a:cubicBezTo>
                <a:cubicBezTo>
                  <a:pt x="13" y="664"/>
                  <a:pt x="13" y="664"/>
                  <a:pt x="13" y="664"/>
                </a:cubicBezTo>
                <a:cubicBezTo>
                  <a:pt x="14" y="665"/>
                  <a:pt x="13" y="666"/>
                  <a:pt x="14" y="667"/>
                </a:cubicBezTo>
                <a:cubicBezTo>
                  <a:pt x="15" y="667"/>
                  <a:pt x="15" y="667"/>
                  <a:pt x="16" y="667"/>
                </a:cubicBezTo>
                <a:cubicBezTo>
                  <a:pt x="16" y="667"/>
                  <a:pt x="17" y="667"/>
                  <a:pt x="17" y="668"/>
                </a:cubicBezTo>
                <a:cubicBezTo>
                  <a:pt x="18" y="668"/>
                  <a:pt x="19" y="668"/>
                  <a:pt x="20" y="669"/>
                </a:cubicBezTo>
                <a:cubicBezTo>
                  <a:pt x="20" y="669"/>
                  <a:pt x="21" y="669"/>
                  <a:pt x="21" y="669"/>
                </a:cubicBezTo>
                <a:cubicBezTo>
                  <a:pt x="21" y="669"/>
                  <a:pt x="21" y="669"/>
                  <a:pt x="22" y="669"/>
                </a:cubicBezTo>
                <a:cubicBezTo>
                  <a:pt x="22" y="669"/>
                  <a:pt x="23" y="668"/>
                  <a:pt x="22" y="668"/>
                </a:cubicBezTo>
                <a:cubicBezTo>
                  <a:pt x="22" y="667"/>
                  <a:pt x="21" y="667"/>
                  <a:pt x="21" y="667"/>
                </a:cubicBezTo>
                <a:cubicBezTo>
                  <a:pt x="20" y="666"/>
                  <a:pt x="20" y="666"/>
                  <a:pt x="20" y="665"/>
                </a:cubicBezTo>
                <a:close/>
                <a:moveTo>
                  <a:pt x="14" y="644"/>
                </a:moveTo>
                <a:cubicBezTo>
                  <a:pt x="13" y="644"/>
                  <a:pt x="13" y="643"/>
                  <a:pt x="13" y="643"/>
                </a:cubicBezTo>
                <a:cubicBezTo>
                  <a:pt x="13" y="643"/>
                  <a:pt x="13" y="643"/>
                  <a:pt x="12" y="643"/>
                </a:cubicBezTo>
                <a:cubicBezTo>
                  <a:pt x="12" y="643"/>
                  <a:pt x="12" y="643"/>
                  <a:pt x="11" y="643"/>
                </a:cubicBezTo>
                <a:cubicBezTo>
                  <a:pt x="11" y="643"/>
                  <a:pt x="11" y="644"/>
                  <a:pt x="10" y="644"/>
                </a:cubicBezTo>
                <a:cubicBezTo>
                  <a:pt x="10" y="644"/>
                  <a:pt x="10" y="644"/>
                  <a:pt x="10" y="644"/>
                </a:cubicBezTo>
                <a:cubicBezTo>
                  <a:pt x="10" y="644"/>
                  <a:pt x="10" y="644"/>
                  <a:pt x="10" y="644"/>
                </a:cubicBezTo>
                <a:cubicBezTo>
                  <a:pt x="10" y="645"/>
                  <a:pt x="9" y="645"/>
                  <a:pt x="9" y="645"/>
                </a:cubicBezTo>
                <a:cubicBezTo>
                  <a:pt x="9" y="645"/>
                  <a:pt x="9" y="645"/>
                  <a:pt x="8" y="645"/>
                </a:cubicBezTo>
                <a:cubicBezTo>
                  <a:pt x="8" y="645"/>
                  <a:pt x="8" y="645"/>
                  <a:pt x="8" y="645"/>
                </a:cubicBezTo>
                <a:cubicBezTo>
                  <a:pt x="7" y="645"/>
                  <a:pt x="7" y="645"/>
                  <a:pt x="7" y="645"/>
                </a:cubicBezTo>
                <a:cubicBezTo>
                  <a:pt x="8" y="645"/>
                  <a:pt x="8" y="645"/>
                  <a:pt x="8" y="645"/>
                </a:cubicBezTo>
                <a:cubicBezTo>
                  <a:pt x="8" y="646"/>
                  <a:pt x="8" y="646"/>
                  <a:pt x="9" y="646"/>
                </a:cubicBezTo>
                <a:cubicBezTo>
                  <a:pt x="9" y="646"/>
                  <a:pt x="10" y="647"/>
                  <a:pt x="11" y="647"/>
                </a:cubicBezTo>
                <a:cubicBezTo>
                  <a:pt x="11" y="647"/>
                  <a:pt x="11" y="647"/>
                  <a:pt x="11" y="647"/>
                </a:cubicBezTo>
                <a:cubicBezTo>
                  <a:pt x="11" y="647"/>
                  <a:pt x="11" y="646"/>
                  <a:pt x="11" y="646"/>
                </a:cubicBezTo>
                <a:cubicBezTo>
                  <a:pt x="11" y="646"/>
                  <a:pt x="12" y="646"/>
                  <a:pt x="12" y="645"/>
                </a:cubicBezTo>
                <a:cubicBezTo>
                  <a:pt x="12" y="645"/>
                  <a:pt x="12" y="645"/>
                  <a:pt x="12" y="645"/>
                </a:cubicBezTo>
                <a:cubicBezTo>
                  <a:pt x="13" y="645"/>
                  <a:pt x="13" y="645"/>
                  <a:pt x="13" y="645"/>
                </a:cubicBezTo>
                <a:cubicBezTo>
                  <a:pt x="13" y="645"/>
                  <a:pt x="14" y="645"/>
                  <a:pt x="14" y="645"/>
                </a:cubicBezTo>
                <a:cubicBezTo>
                  <a:pt x="14" y="645"/>
                  <a:pt x="14" y="646"/>
                  <a:pt x="14" y="645"/>
                </a:cubicBezTo>
                <a:cubicBezTo>
                  <a:pt x="14" y="645"/>
                  <a:pt x="15" y="645"/>
                  <a:pt x="15" y="645"/>
                </a:cubicBezTo>
                <a:cubicBezTo>
                  <a:pt x="15" y="645"/>
                  <a:pt x="14" y="644"/>
                  <a:pt x="14" y="644"/>
                </a:cubicBezTo>
                <a:cubicBezTo>
                  <a:pt x="14" y="644"/>
                  <a:pt x="14" y="644"/>
                  <a:pt x="14" y="644"/>
                </a:cubicBezTo>
                <a:close/>
                <a:moveTo>
                  <a:pt x="25" y="626"/>
                </a:moveTo>
                <a:cubicBezTo>
                  <a:pt x="25" y="626"/>
                  <a:pt x="25" y="626"/>
                  <a:pt x="24" y="626"/>
                </a:cubicBezTo>
                <a:cubicBezTo>
                  <a:pt x="24" y="626"/>
                  <a:pt x="24" y="626"/>
                  <a:pt x="24" y="626"/>
                </a:cubicBezTo>
                <a:cubicBezTo>
                  <a:pt x="24" y="626"/>
                  <a:pt x="24" y="626"/>
                  <a:pt x="23" y="627"/>
                </a:cubicBezTo>
                <a:cubicBezTo>
                  <a:pt x="23" y="627"/>
                  <a:pt x="23" y="627"/>
                  <a:pt x="23" y="627"/>
                </a:cubicBezTo>
                <a:cubicBezTo>
                  <a:pt x="22" y="627"/>
                  <a:pt x="22" y="628"/>
                  <a:pt x="22" y="628"/>
                </a:cubicBezTo>
                <a:cubicBezTo>
                  <a:pt x="22" y="628"/>
                  <a:pt x="22" y="628"/>
                  <a:pt x="22" y="628"/>
                </a:cubicBezTo>
                <a:cubicBezTo>
                  <a:pt x="23" y="629"/>
                  <a:pt x="23" y="629"/>
                  <a:pt x="23" y="629"/>
                </a:cubicBezTo>
                <a:cubicBezTo>
                  <a:pt x="23" y="629"/>
                  <a:pt x="23" y="629"/>
                  <a:pt x="23" y="629"/>
                </a:cubicBezTo>
                <a:cubicBezTo>
                  <a:pt x="23" y="629"/>
                  <a:pt x="23" y="629"/>
                  <a:pt x="24" y="629"/>
                </a:cubicBezTo>
                <a:cubicBezTo>
                  <a:pt x="24" y="629"/>
                  <a:pt x="25" y="629"/>
                  <a:pt x="25" y="629"/>
                </a:cubicBezTo>
                <a:cubicBezTo>
                  <a:pt x="25" y="628"/>
                  <a:pt x="25" y="628"/>
                  <a:pt x="25" y="628"/>
                </a:cubicBezTo>
                <a:cubicBezTo>
                  <a:pt x="25" y="628"/>
                  <a:pt x="25" y="627"/>
                  <a:pt x="25" y="627"/>
                </a:cubicBezTo>
                <a:cubicBezTo>
                  <a:pt x="26" y="627"/>
                  <a:pt x="26" y="627"/>
                  <a:pt x="26" y="627"/>
                </a:cubicBezTo>
                <a:cubicBezTo>
                  <a:pt x="26" y="626"/>
                  <a:pt x="25" y="626"/>
                  <a:pt x="25" y="626"/>
                </a:cubicBezTo>
                <a:close/>
                <a:moveTo>
                  <a:pt x="33" y="602"/>
                </a:moveTo>
                <a:cubicBezTo>
                  <a:pt x="33" y="602"/>
                  <a:pt x="33" y="602"/>
                  <a:pt x="34" y="602"/>
                </a:cubicBezTo>
                <a:cubicBezTo>
                  <a:pt x="34" y="603"/>
                  <a:pt x="34" y="603"/>
                  <a:pt x="34" y="603"/>
                </a:cubicBezTo>
                <a:cubicBezTo>
                  <a:pt x="34" y="604"/>
                  <a:pt x="34" y="604"/>
                  <a:pt x="35" y="604"/>
                </a:cubicBezTo>
                <a:cubicBezTo>
                  <a:pt x="35" y="604"/>
                  <a:pt x="35" y="604"/>
                  <a:pt x="35" y="604"/>
                </a:cubicBezTo>
                <a:cubicBezTo>
                  <a:pt x="36" y="604"/>
                  <a:pt x="36" y="604"/>
                  <a:pt x="36" y="604"/>
                </a:cubicBezTo>
                <a:cubicBezTo>
                  <a:pt x="36" y="603"/>
                  <a:pt x="35" y="602"/>
                  <a:pt x="34" y="601"/>
                </a:cubicBezTo>
                <a:cubicBezTo>
                  <a:pt x="35" y="601"/>
                  <a:pt x="35" y="601"/>
                  <a:pt x="36" y="600"/>
                </a:cubicBezTo>
                <a:cubicBezTo>
                  <a:pt x="36" y="600"/>
                  <a:pt x="36" y="600"/>
                  <a:pt x="36" y="600"/>
                </a:cubicBezTo>
                <a:cubicBezTo>
                  <a:pt x="36" y="599"/>
                  <a:pt x="36" y="598"/>
                  <a:pt x="36" y="597"/>
                </a:cubicBezTo>
                <a:cubicBezTo>
                  <a:pt x="36" y="596"/>
                  <a:pt x="36" y="596"/>
                  <a:pt x="36" y="596"/>
                </a:cubicBezTo>
                <a:cubicBezTo>
                  <a:pt x="36" y="596"/>
                  <a:pt x="35" y="596"/>
                  <a:pt x="35" y="596"/>
                </a:cubicBezTo>
                <a:cubicBezTo>
                  <a:pt x="35" y="596"/>
                  <a:pt x="34" y="596"/>
                  <a:pt x="34" y="596"/>
                </a:cubicBezTo>
                <a:cubicBezTo>
                  <a:pt x="34" y="597"/>
                  <a:pt x="33" y="597"/>
                  <a:pt x="33" y="597"/>
                </a:cubicBezTo>
                <a:cubicBezTo>
                  <a:pt x="33" y="598"/>
                  <a:pt x="33" y="598"/>
                  <a:pt x="33" y="598"/>
                </a:cubicBezTo>
                <a:cubicBezTo>
                  <a:pt x="32" y="599"/>
                  <a:pt x="32" y="601"/>
                  <a:pt x="33" y="602"/>
                </a:cubicBezTo>
                <a:close/>
                <a:moveTo>
                  <a:pt x="37" y="591"/>
                </a:moveTo>
                <a:cubicBezTo>
                  <a:pt x="36" y="591"/>
                  <a:pt x="37" y="590"/>
                  <a:pt x="37" y="590"/>
                </a:cubicBezTo>
                <a:cubicBezTo>
                  <a:pt x="37" y="589"/>
                  <a:pt x="37" y="589"/>
                  <a:pt x="37" y="588"/>
                </a:cubicBezTo>
                <a:cubicBezTo>
                  <a:pt x="37" y="588"/>
                  <a:pt x="38" y="588"/>
                  <a:pt x="38" y="587"/>
                </a:cubicBezTo>
                <a:cubicBezTo>
                  <a:pt x="38" y="587"/>
                  <a:pt x="38" y="587"/>
                  <a:pt x="37" y="587"/>
                </a:cubicBezTo>
                <a:cubicBezTo>
                  <a:pt x="37" y="586"/>
                  <a:pt x="37" y="586"/>
                  <a:pt x="37" y="586"/>
                </a:cubicBezTo>
                <a:cubicBezTo>
                  <a:pt x="36" y="586"/>
                  <a:pt x="36" y="586"/>
                  <a:pt x="36" y="587"/>
                </a:cubicBezTo>
                <a:cubicBezTo>
                  <a:pt x="35" y="587"/>
                  <a:pt x="35" y="588"/>
                  <a:pt x="35" y="588"/>
                </a:cubicBezTo>
                <a:cubicBezTo>
                  <a:pt x="34" y="589"/>
                  <a:pt x="34" y="589"/>
                  <a:pt x="34" y="590"/>
                </a:cubicBezTo>
                <a:cubicBezTo>
                  <a:pt x="34" y="590"/>
                  <a:pt x="34" y="591"/>
                  <a:pt x="34" y="592"/>
                </a:cubicBezTo>
                <a:cubicBezTo>
                  <a:pt x="35" y="592"/>
                  <a:pt x="36" y="593"/>
                  <a:pt x="36" y="593"/>
                </a:cubicBezTo>
                <a:cubicBezTo>
                  <a:pt x="37" y="593"/>
                  <a:pt x="37" y="593"/>
                  <a:pt x="37" y="592"/>
                </a:cubicBezTo>
                <a:cubicBezTo>
                  <a:pt x="37" y="592"/>
                  <a:pt x="37" y="592"/>
                  <a:pt x="37" y="591"/>
                </a:cubicBezTo>
                <a:close/>
                <a:moveTo>
                  <a:pt x="26" y="592"/>
                </a:moveTo>
                <a:cubicBezTo>
                  <a:pt x="26" y="592"/>
                  <a:pt x="26" y="591"/>
                  <a:pt x="26" y="591"/>
                </a:cubicBezTo>
                <a:cubicBezTo>
                  <a:pt x="26" y="590"/>
                  <a:pt x="26" y="589"/>
                  <a:pt x="26" y="589"/>
                </a:cubicBezTo>
                <a:cubicBezTo>
                  <a:pt x="26" y="588"/>
                  <a:pt x="26" y="588"/>
                  <a:pt x="26" y="588"/>
                </a:cubicBezTo>
                <a:cubicBezTo>
                  <a:pt x="26" y="588"/>
                  <a:pt x="26" y="588"/>
                  <a:pt x="26" y="587"/>
                </a:cubicBezTo>
                <a:cubicBezTo>
                  <a:pt x="26" y="587"/>
                  <a:pt x="26" y="587"/>
                  <a:pt x="25" y="587"/>
                </a:cubicBezTo>
                <a:cubicBezTo>
                  <a:pt x="25" y="587"/>
                  <a:pt x="25" y="587"/>
                  <a:pt x="25" y="587"/>
                </a:cubicBezTo>
                <a:cubicBezTo>
                  <a:pt x="25" y="587"/>
                  <a:pt x="24" y="587"/>
                  <a:pt x="24" y="587"/>
                </a:cubicBezTo>
                <a:cubicBezTo>
                  <a:pt x="24" y="587"/>
                  <a:pt x="23" y="587"/>
                  <a:pt x="23" y="587"/>
                </a:cubicBezTo>
                <a:cubicBezTo>
                  <a:pt x="23" y="587"/>
                  <a:pt x="22" y="586"/>
                  <a:pt x="22" y="586"/>
                </a:cubicBezTo>
                <a:cubicBezTo>
                  <a:pt x="21" y="586"/>
                  <a:pt x="21" y="587"/>
                  <a:pt x="21" y="588"/>
                </a:cubicBezTo>
                <a:cubicBezTo>
                  <a:pt x="20" y="588"/>
                  <a:pt x="21" y="588"/>
                  <a:pt x="21" y="588"/>
                </a:cubicBezTo>
                <a:cubicBezTo>
                  <a:pt x="21" y="589"/>
                  <a:pt x="20" y="590"/>
                  <a:pt x="19" y="591"/>
                </a:cubicBezTo>
                <a:cubicBezTo>
                  <a:pt x="19" y="592"/>
                  <a:pt x="18" y="592"/>
                  <a:pt x="18" y="593"/>
                </a:cubicBezTo>
                <a:cubicBezTo>
                  <a:pt x="19" y="594"/>
                  <a:pt x="20" y="593"/>
                  <a:pt x="20" y="594"/>
                </a:cubicBezTo>
                <a:cubicBezTo>
                  <a:pt x="21" y="594"/>
                  <a:pt x="21" y="594"/>
                  <a:pt x="21" y="595"/>
                </a:cubicBezTo>
                <a:cubicBezTo>
                  <a:pt x="21" y="595"/>
                  <a:pt x="21" y="595"/>
                  <a:pt x="22" y="595"/>
                </a:cubicBezTo>
                <a:cubicBezTo>
                  <a:pt x="22" y="595"/>
                  <a:pt x="22" y="595"/>
                  <a:pt x="22" y="595"/>
                </a:cubicBezTo>
                <a:cubicBezTo>
                  <a:pt x="22" y="594"/>
                  <a:pt x="22" y="594"/>
                  <a:pt x="23" y="594"/>
                </a:cubicBezTo>
                <a:cubicBezTo>
                  <a:pt x="23" y="594"/>
                  <a:pt x="24" y="593"/>
                  <a:pt x="24" y="593"/>
                </a:cubicBezTo>
                <a:cubicBezTo>
                  <a:pt x="24" y="593"/>
                  <a:pt x="24" y="593"/>
                  <a:pt x="24" y="592"/>
                </a:cubicBezTo>
                <a:cubicBezTo>
                  <a:pt x="25" y="592"/>
                  <a:pt x="26" y="592"/>
                  <a:pt x="26" y="592"/>
                </a:cubicBezTo>
                <a:close/>
                <a:moveTo>
                  <a:pt x="29" y="592"/>
                </a:moveTo>
                <a:cubicBezTo>
                  <a:pt x="29" y="593"/>
                  <a:pt x="30" y="593"/>
                  <a:pt x="30" y="593"/>
                </a:cubicBezTo>
                <a:cubicBezTo>
                  <a:pt x="31" y="593"/>
                  <a:pt x="31" y="593"/>
                  <a:pt x="31" y="592"/>
                </a:cubicBezTo>
                <a:cubicBezTo>
                  <a:pt x="31" y="592"/>
                  <a:pt x="32" y="592"/>
                  <a:pt x="32" y="591"/>
                </a:cubicBezTo>
                <a:cubicBezTo>
                  <a:pt x="32" y="591"/>
                  <a:pt x="32" y="591"/>
                  <a:pt x="33" y="591"/>
                </a:cubicBezTo>
                <a:cubicBezTo>
                  <a:pt x="33" y="591"/>
                  <a:pt x="33" y="590"/>
                  <a:pt x="32" y="590"/>
                </a:cubicBezTo>
                <a:cubicBezTo>
                  <a:pt x="32" y="590"/>
                  <a:pt x="32" y="590"/>
                  <a:pt x="32" y="590"/>
                </a:cubicBezTo>
                <a:cubicBezTo>
                  <a:pt x="32" y="589"/>
                  <a:pt x="32" y="589"/>
                  <a:pt x="32" y="589"/>
                </a:cubicBezTo>
                <a:cubicBezTo>
                  <a:pt x="32" y="589"/>
                  <a:pt x="32" y="589"/>
                  <a:pt x="33" y="589"/>
                </a:cubicBezTo>
                <a:cubicBezTo>
                  <a:pt x="33" y="589"/>
                  <a:pt x="34" y="588"/>
                  <a:pt x="33" y="587"/>
                </a:cubicBezTo>
                <a:cubicBezTo>
                  <a:pt x="33" y="587"/>
                  <a:pt x="33" y="586"/>
                  <a:pt x="33" y="586"/>
                </a:cubicBezTo>
                <a:cubicBezTo>
                  <a:pt x="33" y="586"/>
                  <a:pt x="32" y="586"/>
                  <a:pt x="32" y="586"/>
                </a:cubicBezTo>
                <a:cubicBezTo>
                  <a:pt x="32" y="586"/>
                  <a:pt x="32" y="585"/>
                  <a:pt x="32" y="585"/>
                </a:cubicBezTo>
                <a:cubicBezTo>
                  <a:pt x="33" y="585"/>
                  <a:pt x="33" y="585"/>
                  <a:pt x="33" y="585"/>
                </a:cubicBezTo>
                <a:cubicBezTo>
                  <a:pt x="33" y="585"/>
                  <a:pt x="33" y="585"/>
                  <a:pt x="34" y="585"/>
                </a:cubicBezTo>
                <a:cubicBezTo>
                  <a:pt x="34" y="585"/>
                  <a:pt x="34" y="585"/>
                  <a:pt x="34" y="585"/>
                </a:cubicBezTo>
                <a:cubicBezTo>
                  <a:pt x="34" y="584"/>
                  <a:pt x="34" y="584"/>
                  <a:pt x="34" y="583"/>
                </a:cubicBezTo>
                <a:cubicBezTo>
                  <a:pt x="34" y="583"/>
                  <a:pt x="34" y="583"/>
                  <a:pt x="34" y="582"/>
                </a:cubicBezTo>
                <a:cubicBezTo>
                  <a:pt x="34" y="582"/>
                  <a:pt x="34" y="582"/>
                  <a:pt x="34" y="582"/>
                </a:cubicBezTo>
                <a:cubicBezTo>
                  <a:pt x="34" y="582"/>
                  <a:pt x="34" y="582"/>
                  <a:pt x="34" y="581"/>
                </a:cubicBezTo>
                <a:cubicBezTo>
                  <a:pt x="34" y="582"/>
                  <a:pt x="35" y="581"/>
                  <a:pt x="35" y="581"/>
                </a:cubicBezTo>
                <a:cubicBezTo>
                  <a:pt x="35" y="581"/>
                  <a:pt x="35" y="580"/>
                  <a:pt x="35" y="580"/>
                </a:cubicBezTo>
                <a:cubicBezTo>
                  <a:pt x="36" y="580"/>
                  <a:pt x="36" y="580"/>
                  <a:pt x="36" y="579"/>
                </a:cubicBezTo>
                <a:cubicBezTo>
                  <a:pt x="36" y="579"/>
                  <a:pt x="35" y="579"/>
                  <a:pt x="35" y="578"/>
                </a:cubicBezTo>
                <a:cubicBezTo>
                  <a:pt x="35" y="578"/>
                  <a:pt x="36" y="577"/>
                  <a:pt x="35" y="577"/>
                </a:cubicBezTo>
                <a:cubicBezTo>
                  <a:pt x="35" y="576"/>
                  <a:pt x="35" y="576"/>
                  <a:pt x="35" y="576"/>
                </a:cubicBezTo>
                <a:cubicBezTo>
                  <a:pt x="35" y="576"/>
                  <a:pt x="35" y="576"/>
                  <a:pt x="35" y="576"/>
                </a:cubicBezTo>
                <a:cubicBezTo>
                  <a:pt x="34" y="575"/>
                  <a:pt x="34" y="575"/>
                  <a:pt x="33" y="575"/>
                </a:cubicBezTo>
                <a:cubicBezTo>
                  <a:pt x="32" y="574"/>
                  <a:pt x="32" y="573"/>
                  <a:pt x="31" y="573"/>
                </a:cubicBezTo>
                <a:cubicBezTo>
                  <a:pt x="30" y="573"/>
                  <a:pt x="30" y="573"/>
                  <a:pt x="30" y="573"/>
                </a:cubicBezTo>
                <a:cubicBezTo>
                  <a:pt x="30" y="572"/>
                  <a:pt x="30" y="572"/>
                  <a:pt x="30" y="572"/>
                </a:cubicBezTo>
                <a:cubicBezTo>
                  <a:pt x="29" y="572"/>
                  <a:pt x="28" y="572"/>
                  <a:pt x="28" y="572"/>
                </a:cubicBezTo>
                <a:cubicBezTo>
                  <a:pt x="28" y="572"/>
                  <a:pt x="28" y="572"/>
                  <a:pt x="28" y="572"/>
                </a:cubicBezTo>
                <a:cubicBezTo>
                  <a:pt x="28" y="572"/>
                  <a:pt x="28" y="572"/>
                  <a:pt x="28" y="572"/>
                </a:cubicBezTo>
                <a:cubicBezTo>
                  <a:pt x="27" y="572"/>
                  <a:pt x="26" y="572"/>
                  <a:pt x="26" y="573"/>
                </a:cubicBezTo>
                <a:cubicBezTo>
                  <a:pt x="26" y="573"/>
                  <a:pt x="26" y="573"/>
                  <a:pt x="26" y="573"/>
                </a:cubicBezTo>
                <a:cubicBezTo>
                  <a:pt x="26" y="573"/>
                  <a:pt x="26" y="573"/>
                  <a:pt x="25" y="573"/>
                </a:cubicBezTo>
                <a:cubicBezTo>
                  <a:pt x="25" y="573"/>
                  <a:pt x="24" y="574"/>
                  <a:pt x="24" y="575"/>
                </a:cubicBezTo>
                <a:cubicBezTo>
                  <a:pt x="24" y="575"/>
                  <a:pt x="24" y="575"/>
                  <a:pt x="24" y="575"/>
                </a:cubicBezTo>
                <a:cubicBezTo>
                  <a:pt x="24" y="575"/>
                  <a:pt x="24" y="575"/>
                  <a:pt x="25" y="575"/>
                </a:cubicBezTo>
                <a:cubicBezTo>
                  <a:pt x="26" y="575"/>
                  <a:pt x="27" y="575"/>
                  <a:pt x="28" y="575"/>
                </a:cubicBezTo>
                <a:cubicBezTo>
                  <a:pt x="29" y="575"/>
                  <a:pt x="29" y="575"/>
                  <a:pt x="29" y="575"/>
                </a:cubicBezTo>
                <a:cubicBezTo>
                  <a:pt x="29" y="575"/>
                  <a:pt x="29" y="575"/>
                  <a:pt x="29" y="575"/>
                </a:cubicBezTo>
                <a:cubicBezTo>
                  <a:pt x="30" y="575"/>
                  <a:pt x="30" y="575"/>
                  <a:pt x="31" y="575"/>
                </a:cubicBezTo>
                <a:cubicBezTo>
                  <a:pt x="31" y="575"/>
                  <a:pt x="32" y="575"/>
                  <a:pt x="31" y="575"/>
                </a:cubicBezTo>
                <a:cubicBezTo>
                  <a:pt x="31" y="575"/>
                  <a:pt x="31" y="575"/>
                  <a:pt x="31" y="575"/>
                </a:cubicBezTo>
                <a:cubicBezTo>
                  <a:pt x="31" y="576"/>
                  <a:pt x="31" y="576"/>
                  <a:pt x="31" y="576"/>
                </a:cubicBezTo>
                <a:cubicBezTo>
                  <a:pt x="30" y="576"/>
                  <a:pt x="30" y="576"/>
                  <a:pt x="29" y="576"/>
                </a:cubicBezTo>
                <a:cubicBezTo>
                  <a:pt x="28" y="576"/>
                  <a:pt x="27" y="576"/>
                  <a:pt x="27" y="576"/>
                </a:cubicBezTo>
                <a:cubicBezTo>
                  <a:pt x="27" y="577"/>
                  <a:pt x="27" y="577"/>
                  <a:pt x="26" y="578"/>
                </a:cubicBezTo>
                <a:cubicBezTo>
                  <a:pt x="26" y="578"/>
                  <a:pt x="26" y="578"/>
                  <a:pt x="26" y="578"/>
                </a:cubicBezTo>
                <a:cubicBezTo>
                  <a:pt x="26" y="579"/>
                  <a:pt x="27" y="579"/>
                  <a:pt x="27" y="579"/>
                </a:cubicBezTo>
                <a:cubicBezTo>
                  <a:pt x="28" y="578"/>
                  <a:pt x="29" y="579"/>
                  <a:pt x="30" y="580"/>
                </a:cubicBezTo>
                <a:cubicBezTo>
                  <a:pt x="30" y="580"/>
                  <a:pt x="30" y="580"/>
                  <a:pt x="30" y="580"/>
                </a:cubicBezTo>
                <a:cubicBezTo>
                  <a:pt x="30" y="580"/>
                  <a:pt x="30" y="581"/>
                  <a:pt x="30" y="581"/>
                </a:cubicBezTo>
                <a:cubicBezTo>
                  <a:pt x="30" y="581"/>
                  <a:pt x="30" y="581"/>
                  <a:pt x="29" y="580"/>
                </a:cubicBezTo>
                <a:cubicBezTo>
                  <a:pt x="29" y="580"/>
                  <a:pt x="28" y="580"/>
                  <a:pt x="28" y="580"/>
                </a:cubicBezTo>
                <a:cubicBezTo>
                  <a:pt x="28" y="581"/>
                  <a:pt x="28" y="582"/>
                  <a:pt x="28" y="583"/>
                </a:cubicBezTo>
                <a:cubicBezTo>
                  <a:pt x="28" y="584"/>
                  <a:pt x="28" y="584"/>
                  <a:pt x="28" y="584"/>
                </a:cubicBezTo>
                <a:cubicBezTo>
                  <a:pt x="29" y="584"/>
                  <a:pt x="29" y="585"/>
                  <a:pt x="29" y="585"/>
                </a:cubicBezTo>
                <a:cubicBezTo>
                  <a:pt x="29" y="585"/>
                  <a:pt x="29" y="585"/>
                  <a:pt x="29" y="585"/>
                </a:cubicBezTo>
                <a:cubicBezTo>
                  <a:pt x="29" y="586"/>
                  <a:pt x="28" y="588"/>
                  <a:pt x="29" y="589"/>
                </a:cubicBezTo>
                <a:cubicBezTo>
                  <a:pt x="29" y="589"/>
                  <a:pt x="29" y="588"/>
                  <a:pt x="29" y="589"/>
                </a:cubicBezTo>
                <a:cubicBezTo>
                  <a:pt x="30" y="589"/>
                  <a:pt x="29" y="589"/>
                  <a:pt x="29" y="589"/>
                </a:cubicBezTo>
                <a:cubicBezTo>
                  <a:pt x="29" y="589"/>
                  <a:pt x="29" y="590"/>
                  <a:pt x="29" y="590"/>
                </a:cubicBezTo>
                <a:cubicBezTo>
                  <a:pt x="29" y="590"/>
                  <a:pt x="29" y="590"/>
                  <a:pt x="29" y="590"/>
                </a:cubicBezTo>
                <a:cubicBezTo>
                  <a:pt x="29" y="591"/>
                  <a:pt x="29" y="591"/>
                  <a:pt x="29" y="592"/>
                </a:cubicBezTo>
                <a:cubicBezTo>
                  <a:pt x="29" y="592"/>
                  <a:pt x="29" y="592"/>
                  <a:pt x="29" y="592"/>
                </a:cubicBezTo>
                <a:close/>
                <a:moveTo>
                  <a:pt x="45" y="564"/>
                </a:moveTo>
                <a:cubicBezTo>
                  <a:pt x="45" y="564"/>
                  <a:pt x="45" y="564"/>
                  <a:pt x="45" y="564"/>
                </a:cubicBezTo>
                <a:cubicBezTo>
                  <a:pt x="45" y="564"/>
                  <a:pt x="45" y="564"/>
                  <a:pt x="44" y="564"/>
                </a:cubicBezTo>
                <a:cubicBezTo>
                  <a:pt x="44" y="564"/>
                  <a:pt x="44" y="564"/>
                  <a:pt x="44" y="564"/>
                </a:cubicBezTo>
                <a:cubicBezTo>
                  <a:pt x="43" y="564"/>
                  <a:pt x="43" y="564"/>
                  <a:pt x="43" y="564"/>
                </a:cubicBezTo>
                <a:cubicBezTo>
                  <a:pt x="43" y="564"/>
                  <a:pt x="43" y="565"/>
                  <a:pt x="43" y="565"/>
                </a:cubicBezTo>
                <a:cubicBezTo>
                  <a:pt x="43" y="565"/>
                  <a:pt x="42" y="565"/>
                  <a:pt x="42" y="565"/>
                </a:cubicBezTo>
                <a:cubicBezTo>
                  <a:pt x="41" y="566"/>
                  <a:pt x="41" y="566"/>
                  <a:pt x="40" y="567"/>
                </a:cubicBezTo>
                <a:cubicBezTo>
                  <a:pt x="40" y="567"/>
                  <a:pt x="40" y="567"/>
                  <a:pt x="40" y="567"/>
                </a:cubicBezTo>
                <a:cubicBezTo>
                  <a:pt x="40" y="568"/>
                  <a:pt x="40" y="568"/>
                  <a:pt x="40" y="568"/>
                </a:cubicBezTo>
                <a:cubicBezTo>
                  <a:pt x="40" y="568"/>
                  <a:pt x="40" y="569"/>
                  <a:pt x="41" y="569"/>
                </a:cubicBezTo>
                <a:cubicBezTo>
                  <a:pt x="41" y="569"/>
                  <a:pt x="41" y="569"/>
                  <a:pt x="41" y="570"/>
                </a:cubicBezTo>
                <a:cubicBezTo>
                  <a:pt x="41" y="570"/>
                  <a:pt x="41" y="570"/>
                  <a:pt x="41" y="570"/>
                </a:cubicBezTo>
                <a:cubicBezTo>
                  <a:pt x="41" y="571"/>
                  <a:pt x="42" y="572"/>
                  <a:pt x="43" y="573"/>
                </a:cubicBezTo>
                <a:cubicBezTo>
                  <a:pt x="43" y="573"/>
                  <a:pt x="43" y="573"/>
                  <a:pt x="44" y="573"/>
                </a:cubicBezTo>
                <a:cubicBezTo>
                  <a:pt x="44" y="573"/>
                  <a:pt x="45" y="573"/>
                  <a:pt x="45" y="573"/>
                </a:cubicBezTo>
                <a:cubicBezTo>
                  <a:pt x="45" y="573"/>
                  <a:pt x="46" y="572"/>
                  <a:pt x="46" y="572"/>
                </a:cubicBezTo>
                <a:cubicBezTo>
                  <a:pt x="47" y="571"/>
                  <a:pt x="49" y="570"/>
                  <a:pt x="50" y="569"/>
                </a:cubicBezTo>
                <a:cubicBezTo>
                  <a:pt x="51" y="569"/>
                  <a:pt x="51" y="568"/>
                  <a:pt x="51" y="568"/>
                </a:cubicBezTo>
                <a:cubicBezTo>
                  <a:pt x="51" y="568"/>
                  <a:pt x="51" y="568"/>
                  <a:pt x="51" y="568"/>
                </a:cubicBezTo>
                <a:cubicBezTo>
                  <a:pt x="51" y="567"/>
                  <a:pt x="51" y="567"/>
                  <a:pt x="51" y="567"/>
                </a:cubicBezTo>
                <a:cubicBezTo>
                  <a:pt x="51" y="566"/>
                  <a:pt x="51" y="566"/>
                  <a:pt x="51" y="566"/>
                </a:cubicBezTo>
                <a:cubicBezTo>
                  <a:pt x="51" y="566"/>
                  <a:pt x="50" y="566"/>
                  <a:pt x="50" y="566"/>
                </a:cubicBezTo>
                <a:cubicBezTo>
                  <a:pt x="50" y="566"/>
                  <a:pt x="50" y="566"/>
                  <a:pt x="49" y="566"/>
                </a:cubicBezTo>
                <a:cubicBezTo>
                  <a:pt x="49" y="566"/>
                  <a:pt x="49" y="566"/>
                  <a:pt x="49" y="566"/>
                </a:cubicBezTo>
                <a:cubicBezTo>
                  <a:pt x="49" y="566"/>
                  <a:pt x="49" y="565"/>
                  <a:pt x="49" y="565"/>
                </a:cubicBezTo>
                <a:cubicBezTo>
                  <a:pt x="49" y="565"/>
                  <a:pt x="50" y="565"/>
                  <a:pt x="50" y="566"/>
                </a:cubicBezTo>
                <a:cubicBezTo>
                  <a:pt x="50" y="566"/>
                  <a:pt x="51" y="566"/>
                  <a:pt x="51" y="566"/>
                </a:cubicBezTo>
                <a:cubicBezTo>
                  <a:pt x="51" y="566"/>
                  <a:pt x="52" y="566"/>
                  <a:pt x="52" y="565"/>
                </a:cubicBezTo>
                <a:cubicBezTo>
                  <a:pt x="52" y="565"/>
                  <a:pt x="52" y="565"/>
                  <a:pt x="52" y="565"/>
                </a:cubicBezTo>
                <a:cubicBezTo>
                  <a:pt x="52" y="565"/>
                  <a:pt x="52" y="564"/>
                  <a:pt x="52" y="563"/>
                </a:cubicBezTo>
                <a:cubicBezTo>
                  <a:pt x="52" y="563"/>
                  <a:pt x="51" y="563"/>
                  <a:pt x="51" y="563"/>
                </a:cubicBezTo>
                <a:cubicBezTo>
                  <a:pt x="51" y="562"/>
                  <a:pt x="51" y="562"/>
                  <a:pt x="50" y="562"/>
                </a:cubicBezTo>
                <a:cubicBezTo>
                  <a:pt x="50" y="562"/>
                  <a:pt x="50" y="562"/>
                  <a:pt x="50" y="562"/>
                </a:cubicBezTo>
                <a:cubicBezTo>
                  <a:pt x="50" y="562"/>
                  <a:pt x="49" y="562"/>
                  <a:pt x="49" y="562"/>
                </a:cubicBezTo>
                <a:cubicBezTo>
                  <a:pt x="49" y="562"/>
                  <a:pt x="49" y="561"/>
                  <a:pt x="48" y="561"/>
                </a:cubicBezTo>
                <a:cubicBezTo>
                  <a:pt x="48" y="561"/>
                  <a:pt x="48" y="561"/>
                  <a:pt x="48" y="560"/>
                </a:cubicBezTo>
                <a:cubicBezTo>
                  <a:pt x="48" y="560"/>
                  <a:pt x="48" y="560"/>
                  <a:pt x="48" y="560"/>
                </a:cubicBezTo>
                <a:cubicBezTo>
                  <a:pt x="48" y="560"/>
                  <a:pt x="48" y="560"/>
                  <a:pt x="48" y="560"/>
                </a:cubicBezTo>
                <a:cubicBezTo>
                  <a:pt x="47" y="560"/>
                  <a:pt x="47" y="560"/>
                  <a:pt x="46" y="560"/>
                </a:cubicBezTo>
                <a:cubicBezTo>
                  <a:pt x="46" y="560"/>
                  <a:pt x="46" y="560"/>
                  <a:pt x="46" y="561"/>
                </a:cubicBezTo>
                <a:cubicBezTo>
                  <a:pt x="45" y="561"/>
                  <a:pt x="45" y="561"/>
                  <a:pt x="45" y="561"/>
                </a:cubicBezTo>
                <a:cubicBezTo>
                  <a:pt x="45" y="561"/>
                  <a:pt x="44" y="561"/>
                  <a:pt x="44" y="561"/>
                </a:cubicBezTo>
                <a:cubicBezTo>
                  <a:pt x="44" y="561"/>
                  <a:pt x="44" y="561"/>
                  <a:pt x="44" y="562"/>
                </a:cubicBezTo>
                <a:cubicBezTo>
                  <a:pt x="44" y="562"/>
                  <a:pt x="44" y="562"/>
                  <a:pt x="44" y="562"/>
                </a:cubicBezTo>
                <a:cubicBezTo>
                  <a:pt x="44" y="563"/>
                  <a:pt x="44" y="563"/>
                  <a:pt x="44" y="563"/>
                </a:cubicBezTo>
                <a:cubicBezTo>
                  <a:pt x="44" y="563"/>
                  <a:pt x="45" y="564"/>
                  <a:pt x="45" y="564"/>
                </a:cubicBezTo>
                <a:close/>
                <a:moveTo>
                  <a:pt x="23" y="582"/>
                </a:moveTo>
                <a:cubicBezTo>
                  <a:pt x="22" y="582"/>
                  <a:pt x="22" y="582"/>
                  <a:pt x="22" y="582"/>
                </a:cubicBezTo>
                <a:cubicBezTo>
                  <a:pt x="22" y="583"/>
                  <a:pt x="22" y="583"/>
                  <a:pt x="22" y="583"/>
                </a:cubicBezTo>
                <a:cubicBezTo>
                  <a:pt x="22" y="583"/>
                  <a:pt x="22" y="583"/>
                  <a:pt x="22" y="583"/>
                </a:cubicBezTo>
                <a:cubicBezTo>
                  <a:pt x="23" y="583"/>
                  <a:pt x="23" y="584"/>
                  <a:pt x="23" y="584"/>
                </a:cubicBezTo>
                <a:cubicBezTo>
                  <a:pt x="23" y="584"/>
                  <a:pt x="23" y="584"/>
                  <a:pt x="23" y="585"/>
                </a:cubicBezTo>
                <a:cubicBezTo>
                  <a:pt x="24" y="585"/>
                  <a:pt x="24" y="585"/>
                  <a:pt x="24" y="585"/>
                </a:cubicBezTo>
                <a:cubicBezTo>
                  <a:pt x="24" y="585"/>
                  <a:pt x="24" y="585"/>
                  <a:pt x="24" y="585"/>
                </a:cubicBezTo>
                <a:cubicBezTo>
                  <a:pt x="25" y="585"/>
                  <a:pt x="25" y="585"/>
                  <a:pt x="25" y="585"/>
                </a:cubicBezTo>
                <a:cubicBezTo>
                  <a:pt x="25" y="585"/>
                  <a:pt x="25" y="584"/>
                  <a:pt x="25" y="584"/>
                </a:cubicBezTo>
                <a:cubicBezTo>
                  <a:pt x="25" y="583"/>
                  <a:pt x="25" y="582"/>
                  <a:pt x="25" y="581"/>
                </a:cubicBezTo>
                <a:cubicBezTo>
                  <a:pt x="25" y="580"/>
                  <a:pt x="25" y="580"/>
                  <a:pt x="25" y="580"/>
                </a:cubicBezTo>
                <a:cubicBezTo>
                  <a:pt x="25" y="580"/>
                  <a:pt x="24" y="580"/>
                  <a:pt x="24" y="580"/>
                </a:cubicBezTo>
                <a:cubicBezTo>
                  <a:pt x="24" y="580"/>
                  <a:pt x="25" y="580"/>
                  <a:pt x="24" y="579"/>
                </a:cubicBezTo>
                <a:cubicBezTo>
                  <a:pt x="24" y="579"/>
                  <a:pt x="24" y="579"/>
                  <a:pt x="24" y="579"/>
                </a:cubicBezTo>
                <a:cubicBezTo>
                  <a:pt x="24" y="579"/>
                  <a:pt x="24" y="579"/>
                  <a:pt x="24" y="579"/>
                </a:cubicBezTo>
                <a:cubicBezTo>
                  <a:pt x="24" y="579"/>
                  <a:pt x="24" y="579"/>
                  <a:pt x="23" y="580"/>
                </a:cubicBezTo>
                <a:cubicBezTo>
                  <a:pt x="23" y="580"/>
                  <a:pt x="23" y="580"/>
                  <a:pt x="24" y="580"/>
                </a:cubicBezTo>
                <a:cubicBezTo>
                  <a:pt x="24" y="580"/>
                  <a:pt x="24" y="581"/>
                  <a:pt x="24" y="581"/>
                </a:cubicBezTo>
                <a:cubicBezTo>
                  <a:pt x="24" y="581"/>
                  <a:pt x="24" y="581"/>
                  <a:pt x="24" y="581"/>
                </a:cubicBezTo>
                <a:cubicBezTo>
                  <a:pt x="24" y="581"/>
                  <a:pt x="24" y="581"/>
                  <a:pt x="24" y="581"/>
                </a:cubicBezTo>
                <a:cubicBezTo>
                  <a:pt x="24" y="581"/>
                  <a:pt x="24" y="582"/>
                  <a:pt x="24" y="582"/>
                </a:cubicBezTo>
                <a:cubicBezTo>
                  <a:pt x="23" y="582"/>
                  <a:pt x="23" y="582"/>
                  <a:pt x="23" y="582"/>
                </a:cubicBezTo>
                <a:cubicBezTo>
                  <a:pt x="23" y="582"/>
                  <a:pt x="23" y="582"/>
                  <a:pt x="23" y="582"/>
                </a:cubicBezTo>
                <a:close/>
                <a:moveTo>
                  <a:pt x="23" y="571"/>
                </a:moveTo>
                <a:cubicBezTo>
                  <a:pt x="23" y="571"/>
                  <a:pt x="23" y="571"/>
                  <a:pt x="23" y="571"/>
                </a:cubicBezTo>
                <a:cubicBezTo>
                  <a:pt x="23" y="571"/>
                  <a:pt x="23" y="571"/>
                  <a:pt x="23" y="571"/>
                </a:cubicBezTo>
                <a:cubicBezTo>
                  <a:pt x="23" y="571"/>
                  <a:pt x="23" y="571"/>
                  <a:pt x="24" y="571"/>
                </a:cubicBezTo>
                <a:cubicBezTo>
                  <a:pt x="24" y="571"/>
                  <a:pt x="24" y="571"/>
                  <a:pt x="24" y="570"/>
                </a:cubicBezTo>
                <a:cubicBezTo>
                  <a:pt x="24" y="570"/>
                  <a:pt x="24" y="570"/>
                  <a:pt x="24" y="570"/>
                </a:cubicBezTo>
                <a:cubicBezTo>
                  <a:pt x="23" y="569"/>
                  <a:pt x="23" y="569"/>
                  <a:pt x="23" y="569"/>
                </a:cubicBezTo>
                <a:cubicBezTo>
                  <a:pt x="23" y="569"/>
                  <a:pt x="23" y="569"/>
                  <a:pt x="22" y="569"/>
                </a:cubicBezTo>
                <a:cubicBezTo>
                  <a:pt x="22" y="568"/>
                  <a:pt x="22" y="568"/>
                  <a:pt x="22" y="568"/>
                </a:cubicBezTo>
                <a:cubicBezTo>
                  <a:pt x="22" y="568"/>
                  <a:pt x="22" y="569"/>
                  <a:pt x="21" y="569"/>
                </a:cubicBezTo>
                <a:cubicBezTo>
                  <a:pt x="21" y="569"/>
                  <a:pt x="21" y="569"/>
                  <a:pt x="21" y="569"/>
                </a:cubicBezTo>
                <a:cubicBezTo>
                  <a:pt x="22" y="569"/>
                  <a:pt x="22" y="569"/>
                  <a:pt x="22" y="570"/>
                </a:cubicBezTo>
                <a:cubicBezTo>
                  <a:pt x="22" y="570"/>
                  <a:pt x="22" y="570"/>
                  <a:pt x="22" y="570"/>
                </a:cubicBezTo>
                <a:cubicBezTo>
                  <a:pt x="22" y="570"/>
                  <a:pt x="23" y="571"/>
                  <a:pt x="23" y="571"/>
                </a:cubicBezTo>
                <a:close/>
                <a:moveTo>
                  <a:pt x="25" y="569"/>
                </a:moveTo>
                <a:cubicBezTo>
                  <a:pt x="25" y="570"/>
                  <a:pt x="26" y="570"/>
                  <a:pt x="26" y="570"/>
                </a:cubicBezTo>
                <a:cubicBezTo>
                  <a:pt x="27" y="569"/>
                  <a:pt x="27" y="569"/>
                  <a:pt x="28" y="569"/>
                </a:cubicBezTo>
                <a:cubicBezTo>
                  <a:pt x="28" y="569"/>
                  <a:pt x="28" y="569"/>
                  <a:pt x="29" y="569"/>
                </a:cubicBezTo>
                <a:cubicBezTo>
                  <a:pt x="29" y="569"/>
                  <a:pt x="29" y="568"/>
                  <a:pt x="30" y="568"/>
                </a:cubicBezTo>
                <a:cubicBezTo>
                  <a:pt x="30" y="568"/>
                  <a:pt x="30" y="568"/>
                  <a:pt x="30" y="568"/>
                </a:cubicBezTo>
                <a:cubicBezTo>
                  <a:pt x="31" y="568"/>
                  <a:pt x="31" y="568"/>
                  <a:pt x="31" y="568"/>
                </a:cubicBezTo>
                <a:cubicBezTo>
                  <a:pt x="32" y="568"/>
                  <a:pt x="32" y="568"/>
                  <a:pt x="32" y="568"/>
                </a:cubicBezTo>
                <a:cubicBezTo>
                  <a:pt x="32" y="568"/>
                  <a:pt x="32" y="568"/>
                  <a:pt x="33" y="567"/>
                </a:cubicBezTo>
                <a:cubicBezTo>
                  <a:pt x="33" y="567"/>
                  <a:pt x="33" y="567"/>
                  <a:pt x="33" y="567"/>
                </a:cubicBezTo>
                <a:cubicBezTo>
                  <a:pt x="32" y="566"/>
                  <a:pt x="32" y="566"/>
                  <a:pt x="32" y="566"/>
                </a:cubicBezTo>
                <a:cubicBezTo>
                  <a:pt x="32" y="566"/>
                  <a:pt x="32" y="566"/>
                  <a:pt x="32" y="565"/>
                </a:cubicBezTo>
                <a:cubicBezTo>
                  <a:pt x="32" y="565"/>
                  <a:pt x="32" y="565"/>
                  <a:pt x="32" y="565"/>
                </a:cubicBezTo>
                <a:cubicBezTo>
                  <a:pt x="32" y="565"/>
                  <a:pt x="32" y="565"/>
                  <a:pt x="32" y="565"/>
                </a:cubicBezTo>
                <a:cubicBezTo>
                  <a:pt x="31" y="564"/>
                  <a:pt x="31" y="565"/>
                  <a:pt x="30" y="565"/>
                </a:cubicBezTo>
                <a:cubicBezTo>
                  <a:pt x="30" y="565"/>
                  <a:pt x="30" y="565"/>
                  <a:pt x="29" y="565"/>
                </a:cubicBezTo>
                <a:cubicBezTo>
                  <a:pt x="29" y="565"/>
                  <a:pt x="28" y="565"/>
                  <a:pt x="28" y="565"/>
                </a:cubicBezTo>
                <a:cubicBezTo>
                  <a:pt x="28" y="565"/>
                  <a:pt x="27" y="565"/>
                  <a:pt x="27" y="565"/>
                </a:cubicBezTo>
                <a:cubicBezTo>
                  <a:pt x="26" y="565"/>
                  <a:pt x="25" y="565"/>
                  <a:pt x="25" y="565"/>
                </a:cubicBezTo>
                <a:cubicBezTo>
                  <a:pt x="24" y="565"/>
                  <a:pt x="24" y="565"/>
                  <a:pt x="24" y="565"/>
                </a:cubicBezTo>
                <a:cubicBezTo>
                  <a:pt x="24" y="565"/>
                  <a:pt x="24" y="566"/>
                  <a:pt x="24" y="566"/>
                </a:cubicBezTo>
                <a:cubicBezTo>
                  <a:pt x="24" y="566"/>
                  <a:pt x="23" y="566"/>
                  <a:pt x="23" y="566"/>
                </a:cubicBezTo>
                <a:cubicBezTo>
                  <a:pt x="23" y="566"/>
                  <a:pt x="23" y="566"/>
                  <a:pt x="23" y="567"/>
                </a:cubicBezTo>
                <a:cubicBezTo>
                  <a:pt x="23" y="567"/>
                  <a:pt x="24" y="567"/>
                  <a:pt x="24" y="567"/>
                </a:cubicBezTo>
                <a:cubicBezTo>
                  <a:pt x="24" y="567"/>
                  <a:pt x="24" y="567"/>
                  <a:pt x="24" y="567"/>
                </a:cubicBezTo>
                <a:cubicBezTo>
                  <a:pt x="24" y="568"/>
                  <a:pt x="24" y="568"/>
                  <a:pt x="25" y="568"/>
                </a:cubicBezTo>
                <a:cubicBezTo>
                  <a:pt x="25" y="568"/>
                  <a:pt x="25" y="568"/>
                  <a:pt x="25" y="568"/>
                </a:cubicBezTo>
                <a:cubicBezTo>
                  <a:pt x="25" y="569"/>
                  <a:pt x="25" y="569"/>
                  <a:pt x="25" y="569"/>
                </a:cubicBezTo>
                <a:cubicBezTo>
                  <a:pt x="24" y="569"/>
                  <a:pt x="24" y="569"/>
                  <a:pt x="24" y="569"/>
                </a:cubicBezTo>
                <a:cubicBezTo>
                  <a:pt x="25" y="569"/>
                  <a:pt x="25" y="569"/>
                  <a:pt x="25" y="569"/>
                </a:cubicBezTo>
                <a:close/>
                <a:moveTo>
                  <a:pt x="31" y="570"/>
                </a:moveTo>
                <a:cubicBezTo>
                  <a:pt x="30" y="570"/>
                  <a:pt x="30" y="570"/>
                  <a:pt x="30" y="570"/>
                </a:cubicBezTo>
                <a:cubicBezTo>
                  <a:pt x="29" y="570"/>
                  <a:pt x="29" y="570"/>
                  <a:pt x="29" y="570"/>
                </a:cubicBezTo>
                <a:cubicBezTo>
                  <a:pt x="28" y="570"/>
                  <a:pt x="28" y="570"/>
                  <a:pt x="28" y="571"/>
                </a:cubicBezTo>
                <a:cubicBezTo>
                  <a:pt x="28" y="571"/>
                  <a:pt x="28" y="571"/>
                  <a:pt x="28" y="571"/>
                </a:cubicBezTo>
                <a:cubicBezTo>
                  <a:pt x="28" y="571"/>
                  <a:pt x="28" y="571"/>
                  <a:pt x="28" y="571"/>
                </a:cubicBezTo>
                <a:cubicBezTo>
                  <a:pt x="28" y="571"/>
                  <a:pt x="29" y="571"/>
                  <a:pt x="29" y="571"/>
                </a:cubicBezTo>
                <a:cubicBezTo>
                  <a:pt x="29" y="571"/>
                  <a:pt x="30" y="571"/>
                  <a:pt x="30" y="571"/>
                </a:cubicBezTo>
                <a:cubicBezTo>
                  <a:pt x="30" y="571"/>
                  <a:pt x="30" y="571"/>
                  <a:pt x="30" y="571"/>
                </a:cubicBezTo>
                <a:cubicBezTo>
                  <a:pt x="30" y="571"/>
                  <a:pt x="30" y="571"/>
                  <a:pt x="30" y="571"/>
                </a:cubicBezTo>
                <a:cubicBezTo>
                  <a:pt x="30" y="571"/>
                  <a:pt x="30" y="571"/>
                  <a:pt x="30" y="571"/>
                </a:cubicBezTo>
                <a:cubicBezTo>
                  <a:pt x="31" y="570"/>
                  <a:pt x="31" y="570"/>
                  <a:pt x="31" y="570"/>
                </a:cubicBezTo>
                <a:close/>
                <a:moveTo>
                  <a:pt x="37" y="563"/>
                </a:moveTo>
                <a:cubicBezTo>
                  <a:pt x="37" y="563"/>
                  <a:pt x="37" y="563"/>
                  <a:pt x="36" y="563"/>
                </a:cubicBezTo>
                <a:cubicBezTo>
                  <a:pt x="36" y="562"/>
                  <a:pt x="36" y="563"/>
                  <a:pt x="36" y="563"/>
                </a:cubicBezTo>
                <a:cubicBezTo>
                  <a:pt x="36" y="563"/>
                  <a:pt x="36" y="563"/>
                  <a:pt x="35" y="563"/>
                </a:cubicBezTo>
                <a:cubicBezTo>
                  <a:pt x="35" y="563"/>
                  <a:pt x="35" y="563"/>
                  <a:pt x="35" y="563"/>
                </a:cubicBezTo>
                <a:cubicBezTo>
                  <a:pt x="35" y="563"/>
                  <a:pt x="35" y="564"/>
                  <a:pt x="35" y="564"/>
                </a:cubicBezTo>
                <a:cubicBezTo>
                  <a:pt x="34" y="564"/>
                  <a:pt x="34" y="564"/>
                  <a:pt x="34" y="564"/>
                </a:cubicBezTo>
                <a:cubicBezTo>
                  <a:pt x="34" y="564"/>
                  <a:pt x="34" y="564"/>
                  <a:pt x="34" y="565"/>
                </a:cubicBezTo>
                <a:cubicBezTo>
                  <a:pt x="33" y="565"/>
                  <a:pt x="34" y="565"/>
                  <a:pt x="34" y="565"/>
                </a:cubicBezTo>
                <a:cubicBezTo>
                  <a:pt x="34" y="566"/>
                  <a:pt x="34" y="567"/>
                  <a:pt x="34" y="568"/>
                </a:cubicBezTo>
                <a:cubicBezTo>
                  <a:pt x="34" y="568"/>
                  <a:pt x="34" y="568"/>
                  <a:pt x="34" y="568"/>
                </a:cubicBezTo>
                <a:cubicBezTo>
                  <a:pt x="34" y="568"/>
                  <a:pt x="34" y="568"/>
                  <a:pt x="34" y="568"/>
                </a:cubicBezTo>
                <a:cubicBezTo>
                  <a:pt x="35" y="568"/>
                  <a:pt x="34" y="569"/>
                  <a:pt x="34" y="569"/>
                </a:cubicBezTo>
                <a:cubicBezTo>
                  <a:pt x="35" y="569"/>
                  <a:pt x="35" y="569"/>
                  <a:pt x="35" y="569"/>
                </a:cubicBezTo>
                <a:cubicBezTo>
                  <a:pt x="36" y="569"/>
                  <a:pt x="36" y="570"/>
                  <a:pt x="36" y="570"/>
                </a:cubicBezTo>
                <a:cubicBezTo>
                  <a:pt x="36" y="570"/>
                  <a:pt x="36" y="570"/>
                  <a:pt x="36" y="570"/>
                </a:cubicBezTo>
                <a:cubicBezTo>
                  <a:pt x="36" y="570"/>
                  <a:pt x="37" y="570"/>
                  <a:pt x="37" y="570"/>
                </a:cubicBezTo>
                <a:cubicBezTo>
                  <a:pt x="37" y="570"/>
                  <a:pt x="37" y="570"/>
                  <a:pt x="37" y="570"/>
                </a:cubicBezTo>
                <a:cubicBezTo>
                  <a:pt x="37" y="570"/>
                  <a:pt x="37" y="570"/>
                  <a:pt x="37" y="570"/>
                </a:cubicBezTo>
                <a:cubicBezTo>
                  <a:pt x="37" y="570"/>
                  <a:pt x="37" y="569"/>
                  <a:pt x="37" y="569"/>
                </a:cubicBezTo>
                <a:cubicBezTo>
                  <a:pt x="37" y="569"/>
                  <a:pt x="37" y="569"/>
                  <a:pt x="37" y="569"/>
                </a:cubicBezTo>
                <a:cubicBezTo>
                  <a:pt x="36" y="569"/>
                  <a:pt x="36" y="568"/>
                  <a:pt x="36" y="568"/>
                </a:cubicBezTo>
                <a:cubicBezTo>
                  <a:pt x="36" y="568"/>
                  <a:pt x="36" y="567"/>
                  <a:pt x="36" y="567"/>
                </a:cubicBezTo>
                <a:cubicBezTo>
                  <a:pt x="36" y="567"/>
                  <a:pt x="36" y="567"/>
                  <a:pt x="37" y="567"/>
                </a:cubicBezTo>
                <a:cubicBezTo>
                  <a:pt x="37" y="566"/>
                  <a:pt x="37" y="566"/>
                  <a:pt x="37" y="566"/>
                </a:cubicBezTo>
                <a:cubicBezTo>
                  <a:pt x="37" y="566"/>
                  <a:pt x="37" y="566"/>
                  <a:pt x="37" y="566"/>
                </a:cubicBezTo>
                <a:cubicBezTo>
                  <a:pt x="37" y="565"/>
                  <a:pt x="37" y="565"/>
                  <a:pt x="37" y="565"/>
                </a:cubicBezTo>
                <a:cubicBezTo>
                  <a:pt x="37" y="565"/>
                  <a:pt x="37" y="565"/>
                  <a:pt x="37" y="565"/>
                </a:cubicBezTo>
                <a:cubicBezTo>
                  <a:pt x="36" y="565"/>
                  <a:pt x="36" y="565"/>
                  <a:pt x="36" y="564"/>
                </a:cubicBezTo>
                <a:cubicBezTo>
                  <a:pt x="37" y="564"/>
                  <a:pt x="37" y="564"/>
                  <a:pt x="37" y="563"/>
                </a:cubicBezTo>
                <a:close/>
                <a:moveTo>
                  <a:pt x="34" y="572"/>
                </a:moveTo>
                <a:cubicBezTo>
                  <a:pt x="34" y="572"/>
                  <a:pt x="34" y="571"/>
                  <a:pt x="33" y="571"/>
                </a:cubicBezTo>
                <a:cubicBezTo>
                  <a:pt x="33" y="571"/>
                  <a:pt x="33" y="571"/>
                  <a:pt x="33" y="570"/>
                </a:cubicBezTo>
                <a:cubicBezTo>
                  <a:pt x="33" y="570"/>
                  <a:pt x="33" y="570"/>
                  <a:pt x="33" y="570"/>
                </a:cubicBezTo>
                <a:cubicBezTo>
                  <a:pt x="33" y="570"/>
                  <a:pt x="32" y="570"/>
                  <a:pt x="32" y="570"/>
                </a:cubicBezTo>
                <a:cubicBezTo>
                  <a:pt x="32" y="570"/>
                  <a:pt x="32" y="571"/>
                  <a:pt x="32" y="571"/>
                </a:cubicBezTo>
                <a:cubicBezTo>
                  <a:pt x="32" y="571"/>
                  <a:pt x="33" y="571"/>
                  <a:pt x="33" y="572"/>
                </a:cubicBezTo>
                <a:cubicBezTo>
                  <a:pt x="33" y="572"/>
                  <a:pt x="32" y="572"/>
                  <a:pt x="32" y="572"/>
                </a:cubicBezTo>
                <a:cubicBezTo>
                  <a:pt x="32" y="573"/>
                  <a:pt x="32" y="573"/>
                  <a:pt x="32" y="573"/>
                </a:cubicBezTo>
                <a:cubicBezTo>
                  <a:pt x="33" y="573"/>
                  <a:pt x="33" y="573"/>
                  <a:pt x="33" y="573"/>
                </a:cubicBezTo>
                <a:cubicBezTo>
                  <a:pt x="33" y="573"/>
                  <a:pt x="33" y="573"/>
                  <a:pt x="33" y="573"/>
                </a:cubicBezTo>
                <a:cubicBezTo>
                  <a:pt x="33" y="573"/>
                  <a:pt x="33" y="573"/>
                  <a:pt x="33" y="574"/>
                </a:cubicBezTo>
                <a:cubicBezTo>
                  <a:pt x="33" y="574"/>
                  <a:pt x="33" y="574"/>
                  <a:pt x="33" y="574"/>
                </a:cubicBezTo>
                <a:cubicBezTo>
                  <a:pt x="34" y="574"/>
                  <a:pt x="34" y="574"/>
                  <a:pt x="34" y="573"/>
                </a:cubicBezTo>
                <a:cubicBezTo>
                  <a:pt x="34" y="573"/>
                  <a:pt x="34" y="573"/>
                  <a:pt x="34" y="573"/>
                </a:cubicBezTo>
                <a:cubicBezTo>
                  <a:pt x="34" y="573"/>
                  <a:pt x="34" y="573"/>
                  <a:pt x="34" y="573"/>
                </a:cubicBezTo>
                <a:cubicBezTo>
                  <a:pt x="34" y="573"/>
                  <a:pt x="34" y="573"/>
                  <a:pt x="34" y="573"/>
                </a:cubicBezTo>
                <a:cubicBezTo>
                  <a:pt x="35" y="573"/>
                  <a:pt x="35" y="572"/>
                  <a:pt x="35" y="572"/>
                </a:cubicBezTo>
                <a:cubicBezTo>
                  <a:pt x="35" y="572"/>
                  <a:pt x="34" y="572"/>
                  <a:pt x="34" y="572"/>
                </a:cubicBezTo>
                <a:cubicBezTo>
                  <a:pt x="34" y="572"/>
                  <a:pt x="34" y="572"/>
                  <a:pt x="34" y="572"/>
                </a:cubicBezTo>
                <a:close/>
                <a:moveTo>
                  <a:pt x="22" y="561"/>
                </a:moveTo>
                <a:cubicBezTo>
                  <a:pt x="22" y="561"/>
                  <a:pt x="22" y="561"/>
                  <a:pt x="22" y="561"/>
                </a:cubicBezTo>
                <a:cubicBezTo>
                  <a:pt x="22" y="561"/>
                  <a:pt x="22" y="561"/>
                  <a:pt x="21" y="561"/>
                </a:cubicBezTo>
                <a:cubicBezTo>
                  <a:pt x="21" y="561"/>
                  <a:pt x="21" y="561"/>
                  <a:pt x="21" y="561"/>
                </a:cubicBezTo>
                <a:cubicBezTo>
                  <a:pt x="21" y="561"/>
                  <a:pt x="21" y="561"/>
                  <a:pt x="21" y="561"/>
                </a:cubicBezTo>
                <a:cubicBezTo>
                  <a:pt x="21" y="562"/>
                  <a:pt x="21" y="562"/>
                  <a:pt x="21" y="562"/>
                </a:cubicBezTo>
                <a:cubicBezTo>
                  <a:pt x="21" y="562"/>
                  <a:pt x="21" y="563"/>
                  <a:pt x="21" y="563"/>
                </a:cubicBezTo>
                <a:cubicBezTo>
                  <a:pt x="21" y="563"/>
                  <a:pt x="21" y="563"/>
                  <a:pt x="21" y="563"/>
                </a:cubicBezTo>
                <a:cubicBezTo>
                  <a:pt x="22" y="563"/>
                  <a:pt x="22" y="563"/>
                  <a:pt x="23" y="563"/>
                </a:cubicBezTo>
                <a:cubicBezTo>
                  <a:pt x="23" y="563"/>
                  <a:pt x="23" y="563"/>
                  <a:pt x="24" y="563"/>
                </a:cubicBezTo>
                <a:cubicBezTo>
                  <a:pt x="24" y="563"/>
                  <a:pt x="24" y="564"/>
                  <a:pt x="24" y="564"/>
                </a:cubicBezTo>
                <a:cubicBezTo>
                  <a:pt x="24" y="564"/>
                  <a:pt x="24" y="564"/>
                  <a:pt x="24" y="564"/>
                </a:cubicBezTo>
                <a:cubicBezTo>
                  <a:pt x="24" y="564"/>
                  <a:pt x="24" y="564"/>
                  <a:pt x="24" y="564"/>
                </a:cubicBezTo>
                <a:cubicBezTo>
                  <a:pt x="24" y="564"/>
                  <a:pt x="25" y="564"/>
                  <a:pt x="25" y="564"/>
                </a:cubicBezTo>
                <a:cubicBezTo>
                  <a:pt x="26" y="564"/>
                  <a:pt x="26" y="564"/>
                  <a:pt x="27" y="564"/>
                </a:cubicBezTo>
                <a:cubicBezTo>
                  <a:pt x="27" y="564"/>
                  <a:pt x="27" y="564"/>
                  <a:pt x="27" y="564"/>
                </a:cubicBezTo>
                <a:cubicBezTo>
                  <a:pt x="28" y="564"/>
                  <a:pt x="28" y="564"/>
                  <a:pt x="28" y="564"/>
                </a:cubicBezTo>
                <a:cubicBezTo>
                  <a:pt x="28" y="563"/>
                  <a:pt x="28" y="563"/>
                  <a:pt x="27" y="563"/>
                </a:cubicBezTo>
                <a:cubicBezTo>
                  <a:pt x="27" y="562"/>
                  <a:pt x="27" y="562"/>
                  <a:pt x="27" y="562"/>
                </a:cubicBezTo>
                <a:cubicBezTo>
                  <a:pt x="27" y="562"/>
                  <a:pt x="27" y="561"/>
                  <a:pt x="27" y="561"/>
                </a:cubicBezTo>
                <a:cubicBezTo>
                  <a:pt x="26" y="561"/>
                  <a:pt x="26" y="561"/>
                  <a:pt x="26" y="561"/>
                </a:cubicBezTo>
                <a:cubicBezTo>
                  <a:pt x="26" y="561"/>
                  <a:pt x="26" y="560"/>
                  <a:pt x="26" y="560"/>
                </a:cubicBezTo>
                <a:cubicBezTo>
                  <a:pt x="26" y="560"/>
                  <a:pt x="26" y="560"/>
                  <a:pt x="26" y="560"/>
                </a:cubicBezTo>
                <a:cubicBezTo>
                  <a:pt x="25" y="559"/>
                  <a:pt x="25" y="559"/>
                  <a:pt x="25" y="559"/>
                </a:cubicBezTo>
                <a:cubicBezTo>
                  <a:pt x="25" y="559"/>
                  <a:pt x="25" y="559"/>
                  <a:pt x="25" y="558"/>
                </a:cubicBezTo>
                <a:cubicBezTo>
                  <a:pt x="25" y="558"/>
                  <a:pt x="24" y="558"/>
                  <a:pt x="24" y="558"/>
                </a:cubicBezTo>
                <a:cubicBezTo>
                  <a:pt x="24" y="558"/>
                  <a:pt x="24" y="558"/>
                  <a:pt x="24" y="559"/>
                </a:cubicBezTo>
                <a:cubicBezTo>
                  <a:pt x="24" y="559"/>
                  <a:pt x="24" y="560"/>
                  <a:pt x="24" y="560"/>
                </a:cubicBezTo>
                <a:cubicBezTo>
                  <a:pt x="24" y="560"/>
                  <a:pt x="24" y="560"/>
                  <a:pt x="24" y="560"/>
                </a:cubicBezTo>
                <a:cubicBezTo>
                  <a:pt x="24" y="560"/>
                  <a:pt x="24" y="560"/>
                  <a:pt x="24" y="560"/>
                </a:cubicBezTo>
                <a:cubicBezTo>
                  <a:pt x="24" y="561"/>
                  <a:pt x="24" y="561"/>
                  <a:pt x="24" y="561"/>
                </a:cubicBezTo>
                <a:cubicBezTo>
                  <a:pt x="24" y="561"/>
                  <a:pt x="24" y="561"/>
                  <a:pt x="24" y="561"/>
                </a:cubicBezTo>
                <a:cubicBezTo>
                  <a:pt x="23" y="561"/>
                  <a:pt x="23" y="561"/>
                  <a:pt x="23" y="561"/>
                </a:cubicBezTo>
                <a:cubicBezTo>
                  <a:pt x="23" y="561"/>
                  <a:pt x="23" y="561"/>
                  <a:pt x="22" y="561"/>
                </a:cubicBezTo>
                <a:cubicBezTo>
                  <a:pt x="22" y="561"/>
                  <a:pt x="22" y="561"/>
                  <a:pt x="22" y="561"/>
                </a:cubicBezTo>
                <a:cubicBezTo>
                  <a:pt x="22" y="561"/>
                  <a:pt x="22" y="561"/>
                  <a:pt x="22" y="561"/>
                </a:cubicBezTo>
                <a:close/>
                <a:moveTo>
                  <a:pt x="29" y="561"/>
                </a:moveTo>
                <a:cubicBezTo>
                  <a:pt x="29" y="562"/>
                  <a:pt x="29" y="562"/>
                  <a:pt x="29" y="562"/>
                </a:cubicBezTo>
                <a:cubicBezTo>
                  <a:pt x="29" y="562"/>
                  <a:pt x="29" y="562"/>
                  <a:pt x="29" y="562"/>
                </a:cubicBezTo>
                <a:cubicBezTo>
                  <a:pt x="29" y="562"/>
                  <a:pt x="29" y="562"/>
                  <a:pt x="28" y="562"/>
                </a:cubicBezTo>
                <a:cubicBezTo>
                  <a:pt x="28" y="563"/>
                  <a:pt x="29" y="563"/>
                  <a:pt x="29" y="563"/>
                </a:cubicBezTo>
                <a:cubicBezTo>
                  <a:pt x="29" y="563"/>
                  <a:pt x="29" y="563"/>
                  <a:pt x="29" y="564"/>
                </a:cubicBezTo>
                <a:cubicBezTo>
                  <a:pt x="29" y="564"/>
                  <a:pt x="30" y="564"/>
                  <a:pt x="30" y="564"/>
                </a:cubicBezTo>
                <a:cubicBezTo>
                  <a:pt x="30" y="564"/>
                  <a:pt x="30" y="564"/>
                  <a:pt x="31" y="564"/>
                </a:cubicBezTo>
                <a:cubicBezTo>
                  <a:pt x="31" y="564"/>
                  <a:pt x="31" y="563"/>
                  <a:pt x="31" y="563"/>
                </a:cubicBezTo>
                <a:cubicBezTo>
                  <a:pt x="31" y="563"/>
                  <a:pt x="31" y="562"/>
                  <a:pt x="31" y="562"/>
                </a:cubicBezTo>
                <a:cubicBezTo>
                  <a:pt x="31" y="561"/>
                  <a:pt x="30" y="561"/>
                  <a:pt x="29" y="561"/>
                </a:cubicBezTo>
                <a:cubicBezTo>
                  <a:pt x="29" y="561"/>
                  <a:pt x="29" y="561"/>
                  <a:pt x="29" y="561"/>
                </a:cubicBezTo>
                <a:close/>
                <a:moveTo>
                  <a:pt x="28" y="555"/>
                </a:moveTo>
                <a:cubicBezTo>
                  <a:pt x="28" y="555"/>
                  <a:pt x="28" y="555"/>
                  <a:pt x="28" y="555"/>
                </a:cubicBezTo>
                <a:cubicBezTo>
                  <a:pt x="28" y="555"/>
                  <a:pt x="28" y="556"/>
                  <a:pt x="28" y="556"/>
                </a:cubicBezTo>
                <a:cubicBezTo>
                  <a:pt x="29" y="556"/>
                  <a:pt x="29" y="556"/>
                  <a:pt x="29" y="557"/>
                </a:cubicBezTo>
                <a:cubicBezTo>
                  <a:pt x="29" y="557"/>
                  <a:pt x="29" y="557"/>
                  <a:pt x="29" y="557"/>
                </a:cubicBezTo>
                <a:cubicBezTo>
                  <a:pt x="29" y="557"/>
                  <a:pt x="29" y="557"/>
                  <a:pt x="29" y="558"/>
                </a:cubicBezTo>
                <a:cubicBezTo>
                  <a:pt x="29" y="558"/>
                  <a:pt x="29" y="558"/>
                  <a:pt x="29" y="558"/>
                </a:cubicBezTo>
                <a:cubicBezTo>
                  <a:pt x="29" y="558"/>
                  <a:pt x="29" y="559"/>
                  <a:pt x="29" y="559"/>
                </a:cubicBezTo>
                <a:cubicBezTo>
                  <a:pt x="29" y="559"/>
                  <a:pt x="29" y="560"/>
                  <a:pt x="29" y="560"/>
                </a:cubicBezTo>
                <a:cubicBezTo>
                  <a:pt x="29" y="560"/>
                  <a:pt x="29" y="560"/>
                  <a:pt x="29" y="560"/>
                </a:cubicBezTo>
                <a:cubicBezTo>
                  <a:pt x="30" y="560"/>
                  <a:pt x="30" y="560"/>
                  <a:pt x="30" y="560"/>
                </a:cubicBezTo>
                <a:cubicBezTo>
                  <a:pt x="30" y="560"/>
                  <a:pt x="30" y="560"/>
                  <a:pt x="30" y="560"/>
                </a:cubicBezTo>
                <a:cubicBezTo>
                  <a:pt x="30" y="560"/>
                  <a:pt x="30" y="560"/>
                  <a:pt x="30" y="560"/>
                </a:cubicBezTo>
                <a:cubicBezTo>
                  <a:pt x="31" y="560"/>
                  <a:pt x="32" y="561"/>
                  <a:pt x="32" y="561"/>
                </a:cubicBezTo>
                <a:cubicBezTo>
                  <a:pt x="32" y="561"/>
                  <a:pt x="33" y="561"/>
                  <a:pt x="33" y="561"/>
                </a:cubicBezTo>
                <a:cubicBezTo>
                  <a:pt x="33" y="561"/>
                  <a:pt x="33" y="561"/>
                  <a:pt x="33" y="561"/>
                </a:cubicBezTo>
                <a:cubicBezTo>
                  <a:pt x="33" y="561"/>
                  <a:pt x="33" y="561"/>
                  <a:pt x="33" y="561"/>
                </a:cubicBezTo>
                <a:cubicBezTo>
                  <a:pt x="33" y="561"/>
                  <a:pt x="33" y="561"/>
                  <a:pt x="33" y="560"/>
                </a:cubicBezTo>
                <a:cubicBezTo>
                  <a:pt x="33" y="560"/>
                  <a:pt x="33" y="560"/>
                  <a:pt x="33" y="560"/>
                </a:cubicBezTo>
                <a:cubicBezTo>
                  <a:pt x="33" y="560"/>
                  <a:pt x="33" y="560"/>
                  <a:pt x="33" y="560"/>
                </a:cubicBezTo>
                <a:cubicBezTo>
                  <a:pt x="33" y="560"/>
                  <a:pt x="32" y="560"/>
                  <a:pt x="32" y="560"/>
                </a:cubicBezTo>
                <a:cubicBezTo>
                  <a:pt x="32" y="559"/>
                  <a:pt x="32" y="559"/>
                  <a:pt x="32" y="559"/>
                </a:cubicBezTo>
                <a:cubicBezTo>
                  <a:pt x="32" y="559"/>
                  <a:pt x="32" y="559"/>
                  <a:pt x="32" y="559"/>
                </a:cubicBezTo>
                <a:cubicBezTo>
                  <a:pt x="32" y="559"/>
                  <a:pt x="32" y="559"/>
                  <a:pt x="32" y="559"/>
                </a:cubicBezTo>
                <a:cubicBezTo>
                  <a:pt x="32" y="559"/>
                  <a:pt x="32" y="559"/>
                  <a:pt x="32" y="559"/>
                </a:cubicBezTo>
                <a:cubicBezTo>
                  <a:pt x="32" y="558"/>
                  <a:pt x="33" y="558"/>
                  <a:pt x="33" y="559"/>
                </a:cubicBezTo>
                <a:cubicBezTo>
                  <a:pt x="33" y="559"/>
                  <a:pt x="34" y="559"/>
                  <a:pt x="34" y="559"/>
                </a:cubicBezTo>
                <a:cubicBezTo>
                  <a:pt x="34" y="558"/>
                  <a:pt x="34" y="558"/>
                  <a:pt x="34" y="558"/>
                </a:cubicBezTo>
                <a:cubicBezTo>
                  <a:pt x="34" y="558"/>
                  <a:pt x="34" y="558"/>
                  <a:pt x="34" y="557"/>
                </a:cubicBezTo>
                <a:cubicBezTo>
                  <a:pt x="34" y="557"/>
                  <a:pt x="34" y="557"/>
                  <a:pt x="34" y="557"/>
                </a:cubicBezTo>
                <a:cubicBezTo>
                  <a:pt x="34" y="557"/>
                  <a:pt x="34" y="557"/>
                  <a:pt x="34" y="557"/>
                </a:cubicBezTo>
                <a:cubicBezTo>
                  <a:pt x="34" y="557"/>
                  <a:pt x="34" y="557"/>
                  <a:pt x="34" y="557"/>
                </a:cubicBezTo>
                <a:cubicBezTo>
                  <a:pt x="33" y="557"/>
                  <a:pt x="33" y="557"/>
                  <a:pt x="33" y="557"/>
                </a:cubicBezTo>
                <a:cubicBezTo>
                  <a:pt x="33" y="557"/>
                  <a:pt x="32" y="557"/>
                  <a:pt x="32" y="557"/>
                </a:cubicBezTo>
                <a:cubicBezTo>
                  <a:pt x="31" y="557"/>
                  <a:pt x="31" y="557"/>
                  <a:pt x="31" y="557"/>
                </a:cubicBezTo>
                <a:cubicBezTo>
                  <a:pt x="31" y="557"/>
                  <a:pt x="31" y="557"/>
                  <a:pt x="31" y="557"/>
                </a:cubicBezTo>
                <a:cubicBezTo>
                  <a:pt x="32" y="557"/>
                  <a:pt x="32" y="556"/>
                  <a:pt x="32" y="556"/>
                </a:cubicBezTo>
                <a:cubicBezTo>
                  <a:pt x="32" y="556"/>
                  <a:pt x="32" y="556"/>
                  <a:pt x="32" y="555"/>
                </a:cubicBezTo>
                <a:cubicBezTo>
                  <a:pt x="32" y="555"/>
                  <a:pt x="33" y="555"/>
                  <a:pt x="33" y="554"/>
                </a:cubicBezTo>
                <a:cubicBezTo>
                  <a:pt x="33" y="554"/>
                  <a:pt x="32" y="554"/>
                  <a:pt x="32" y="554"/>
                </a:cubicBezTo>
                <a:cubicBezTo>
                  <a:pt x="32" y="554"/>
                  <a:pt x="32" y="553"/>
                  <a:pt x="32" y="553"/>
                </a:cubicBezTo>
                <a:cubicBezTo>
                  <a:pt x="32" y="553"/>
                  <a:pt x="31" y="553"/>
                  <a:pt x="31" y="554"/>
                </a:cubicBezTo>
                <a:cubicBezTo>
                  <a:pt x="31" y="554"/>
                  <a:pt x="31" y="554"/>
                  <a:pt x="31" y="554"/>
                </a:cubicBezTo>
                <a:cubicBezTo>
                  <a:pt x="31" y="554"/>
                  <a:pt x="30" y="554"/>
                  <a:pt x="30" y="554"/>
                </a:cubicBezTo>
                <a:cubicBezTo>
                  <a:pt x="30" y="554"/>
                  <a:pt x="30" y="554"/>
                  <a:pt x="30" y="554"/>
                </a:cubicBezTo>
                <a:cubicBezTo>
                  <a:pt x="30" y="555"/>
                  <a:pt x="30" y="555"/>
                  <a:pt x="30" y="554"/>
                </a:cubicBezTo>
                <a:cubicBezTo>
                  <a:pt x="29" y="554"/>
                  <a:pt x="29" y="554"/>
                  <a:pt x="29" y="555"/>
                </a:cubicBezTo>
                <a:cubicBezTo>
                  <a:pt x="29" y="555"/>
                  <a:pt x="28" y="555"/>
                  <a:pt x="28" y="555"/>
                </a:cubicBezTo>
                <a:close/>
                <a:moveTo>
                  <a:pt x="28" y="546"/>
                </a:moveTo>
                <a:cubicBezTo>
                  <a:pt x="28" y="547"/>
                  <a:pt x="28" y="547"/>
                  <a:pt x="28" y="547"/>
                </a:cubicBezTo>
                <a:cubicBezTo>
                  <a:pt x="28" y="547"/>
                  <a:pt x="29" y="547"/>
                  <a:pt x="29" y="548"/>
                </a:cubicBezTo>
                <a:cubicBezTo>
                  <a:pt x="29" y="548"/>
                  <a:pt x="29" y="548"/>
                  <a:pt x="29" y="548"/>
                </a:cubicBezTo>
                <a:cubicBezTo>
                  <a:pt x="29" y="548"/>
                  <a:pt x="30" y="548"/>
                  <a:pt x="30" y="548"/>
                </a:cubicBezTo>
                <a:cubicBezTo>
                  <a:pt x="30" y="548"/>
                  <a:pt x="30" y="549"/>
                  <a:pt x="30" y="549"/>
                </a:cubicBezTo>
                <a:cubicBezTo>
                  <a:pt x="31" y="549"/>
                  <a:pt x="31" y="549"/>
                  <a:pt x="32" y="549"/>
                </a:cubicBezTo>
                <a:cubicBezTo>
                  <a:pt x="32" y="549"/>
                  <a:pt x="32" y="549"/>
                  <a:pt x="32" y="549"/>
                </a:cubicBezTo>
                <a:cubicBezTo>
                  <a:pt x="32" y="550"/>
                  <a:pt x="32" y="550"/>
                  <a:pt x="32" y="550"/>
                </a:cubicBezTo>
                <a:cubicBezTo>
                  <a:pt x="33" y="550"/>
                  <a:pt x="33" y="550"/>
                  <a:pt x="34" y="549"/>
                </a:cubicBezTo>
                <a:cubicBezTo>
                  <a:pt x="34" y="549"/>
                  <a:pt x="34" y="549"/>
                  <a:pt x="34" y="549"/>
                </a:cubicBezTo>
                <a:cubicBezTo>
                  <a:pt x="34" y="548"/>
                  <a:pt x="34" y="547"/>
                  <a:pt x="34" y="547"/>
                </a:cubicBezTo>
                <a:cubicBezTo>
                  <a:pt x="34" y="546"/>
                  <a:pt x="34" y="546"/>
                  <a:pt x="34" y="546"/>
                </a:cubicBezTo>
                <a:cubicBezTo>
                  <a:pt x="34" y="546"/>
                  <a:pt x="34" y="546"/>
                  <a:pt x="34" y="546"/>
                </a:cubicBezTo>
                <a:cubicBezTo>
                  <a:pt x="33" y="546"/>
                  <a:pt x="33" y="545"/>
                  <a:pt x="33" y="545"/>
                </a:cubicBezTo>
                <a:cubicBezTo>
                  <a:pt x="33" y="545"/>
                  <a:pt x="33" y="545"/>
                  <a:pt x="33" y="545"/>
                </a:cubicBezTo>
                <a:cubicBezTo>
                  <a:pt x="33" y="545"/>
                  <a:pt x="33" y="545"/>
                  <a:pt x="33" y="545"/>
                </a:cubicBezTo>
                <a:cubicBezTo>
                  <a:pt x="33" y="545"/>
                  <a:pt x="33" y="545"/>
                  <a:pt x="33" y="546"/>
                </a:cubicBezTo>
                <a:cubicBezTo>
                  <a:pt x="33" y="546"/>
                  <a:pt x="32" y="546"/>
                  <a:pt x="32" y="546"/>
                </a:cubicBezTo>
                <a:cubicBezTo>
                  <a:pt x="32" y="546"/>
                  <a:pt x="32" y="546"/>
                  <a:pt x="32" y="546"/>
                </a:cubicBezTo>
                <a:cubicBezTo>
                  <a:pt x="32" y="546"/>
                  <a:pt x="32" y="546"/>
                  <a:pt x="32" y="547"/>
                </a:cubicBezTo>
                <a:cubicBezTo>
                  <a:pt x="31" y="547"/>
                  <a:pt x="31" y="547"/>
                  <a:pt x="31" y="547"/>
                </a:cubicBezTo>
                <a:cubicBezTo>
                  <a:pt x="31" y="547"/>
                  <a:pt x="31" y="547"/>
                  <a:pt x="31" y="546"/>
                </a:cubicBezTo>
                <a:cubicBezTo>
                  <a:pt x="31" y="546"/>
                  <a:pt x="31" y="546"/>
                  <a:pt x="30" y="546"/>
                </a:cubicBezTo>
                <a:cubicBezTo>
                  <a:pt x="30" y="546"/>
                  <a:pt x="30" y="546"/>
                  <a:pt x="30" y="546"/>
                </a:cubicBezTo>
                <a:cubicBezTo>
                  <a:pt x="30" y="546"/>
                  <a:pt x="30" y="546"/>
                  <a:pt x="30" y="546"/>
                </a:cubicBezTo>
                <a:cubicBezTo>
                  <a:pt x="30" y="545"/>
                  <a:pt x="30" y="545"/>
                  <a:pt x="30" y="545"/>
                </a:cubicBezTo>
                <a:cubicBezTo>
                  <a:pt x="29" y="545"/>
                  <a:pt x="29" y="545"/>
                  <a:pt x="29" y="545"/>
                </a:cubicBezTo>
                <a:cubicBezTo>
                  <a:pt x="29" y="546"/>
                  <a:pt x="29" y="546"/>
                  <a:pt x="29" y="546"/>
                </a:cubicBezTo>
                <a:cubicBezTo>
                  <a:pt x="29" y="546"/>
                  <a:pt x="28" y="546"/>
                  <a:pt x="28" y="546"/>
                </a:cubicBezTo>
                <a:close/>
                <a:moveTo>
                  <a:pt x="36" y="552"/>
                </a:moveTo>
                <a:cubicBezTo>
                  <a:pt x="36" y="553"/>
                  <a:pt x="36" y="553"/>
                  <a:pt x="37" y="553"/>
                </a:cubicBezTo>
                <a:cubicBezTo>
                  <a:pt x="37" y="552"/>
                  <a:pt x="37" y="552"/>
                  <a:pt x="37" y="552"/>
                </a:cubicBezTo>
                <a:cubicBezTo>
                  <a:pt x="37" y="552"/>
                  <a:pt x="37" y="552"/>
                  <a:pt x="37" y="551"/>
                </a:cubicBezTo>
                <a:cubicBezTo>
                  <a:pt x="37" y="551"/>
                  <a:pt x="37" y="551"/>
                  <a:pt x="37" y="550"/>
                </a:cubicBezTo>
                <a:cubicBezTo>
                  <a:pt x="37" y="550"/>
                  <a:pt x="37" y="550"/>
                  <a:pt x="37" y="550"/>
                </a:cubicBezTo>
                <a:cubicBezTo>
                  <a:pt x="36" y="550"/>
                  <a:pt x="36" y="550"/>
                  <a:pt x="36" y="549"/>
                </a:cubicBezTo>
                <a:cubicBezTo>
                  <a:pt x="36" y="549"/>
                  <a:pt x="36" y="549"/>
                  <a:pt x="36" y="549"/>
                </a:cubicBezTo>
                <a:cubicBezTo>
                  <a:pt x="35" y="549"/>
                  <a:pt x="35" y="549"/>
                  <a:pt x="35" y="549"/>
                </a:cubicBezTo>
                <a:cubicBezTo>
                  <a:pt x="35" y="549"/>
                  <a:pt x="35" y="550"/>
                  <a:pt x="35" y="551"/>
                </a:cubicBezTo>
                <a:cubicBezTo>
                  <a:pt x="35" y="551"/>
                  <a:pt x="35" y="552"/>
                  <a:pt x="35" y="552"/>
                </a:cubicBezTo>
                <a:cubicBezTo>
                  <a:pt x="36" y="552"/>
                  <a:pt x="36" y="552"/>
                  <a:pt x="36" y="552"/>
                </a:cubicBezTo>
                <a:close/>
                <a:moveTo>
                  <a:pt x="66" y="841"/>
                </a:moveTo>
                <a:cubicBezTo>
                  <a:pt x="66" y="841"/>
                  <a:pt x="66" y="841"/>
                  <a:pt x="66" y="841"/>
                </a:cubicBezTo>
                <a:cubicBezTo>
                  <a:pt x="66" y="841"/>
                  <a:pt x="66" y="840"/>
                  <a:pt x="66" y="840"/>
                </a:cubicBezTo>
                <a:cubicBezTo>
                  <a:pt x="66" y="840"/>
                  <a:pt x="66" y="839"/>
                  <a:pt x="66" y="839"/>
                </a:cubicBezTo>
                <a:cubicBezTo>
                  <a:pt x="66" y="839"/>
                  <a:pt x="66" y="839"/>
                  <a:pt x="66" y="838"/>
                </a:cubicBezTo>
                <a:cubicBezTo>
                  <a:pt x="65" y="838"/>
                  <a:pt x="65" y="838"/>
                  <a:pt x="65" y="838"/>
                </a:cubicBezTo>
                <a:cubicBezTo>
                  <a:pt x="65" y="838"/>
                  <a:pt x="64" y="838"/>
                  <a:pt x="64" y="838"/>
                </a:cubicBezTo>
                <a:cubicBezTo>
                  <a:pt x="64" y="839"/>
                  <a:pt x="65" y="839"/>
                  <a:pt x="65" y="839"/>
                </a:cubicBezTo>
                <a:cubicBezTo>
                  <a:pt x="65" y="839"/>
                  <a:pt x="65" y="839"/>
                  <a:pt x="65" y="840"/>
                </a:cubicBezTo>
                <a:cubicBezTo>
                  <a:pt x="65" y="840"/>
                  <a:pt x="66" y="840"/>
                  <a:pt x="66" y="840"/>
                </a:cubicBezTo>
                <a:cubicBezTo>
                  <a:pt x="66" y="840"/>
                  <a:pt x="66" y="841"/>
                  <a:pt x="66" y="841"/>
                </a:cubicBezTo>
                <a:cubicBezTo>
                  <a:pt x="66" y="841"/>
                  <a:pt x="66" y="841"/>
                  <a:pt x="66" y="841"/>
                </a:cubicBezTo>
                <a:close/>
                <a:moveTo>
                  <a:pt x="140" y="876"/>
                </a:moveTo>
                <a:cubicBezTo>
                  <a:pt x="141" y="876"/>
                  <a:pt x="141" y="876"/>
                  <a:pt x="141" y="876"/>
                </a:cubicBezTo>
                <a:cubicBezTo>
                  <a:pt x="141" y="876"/>
                  <a:pt x="141" y="876"/>
                  <a:pt x="141" y="876"/>
                </a:cubicBezTo>
                <a:cubicBezTo>
                  <a:pt x="141" y="876"/>
                  <a:pt x="142" y="877"/>
                  <a:pt x="142" y="877"/>
                </a:cubicBezTo>
                <a:cubicBezTo>
                  <a:pt x="142" y="877"/>
                  <a:pt x="142" y="877"/>
                  <a:pt x="142" y="877"/>
                </a:cubicBezTo>
                <a:cubicBezTo>
                  <a:pt x="142" y="877"/>
                  <a:pt x="142" y="877"/>
                  <a:pt x="142" y="876"/>
                </a:cubicBezTo>
                <a:cubicBezTo>
                  <a:pt x="142" y="876"/>
                  <a:pt x="143" y="876"/>
                  <a:pt x="143" y="876"/>
                </a:cubicBezTo>
                <a:cubicBezTo>
                  <a:pt x="143" y="876"/>
                  <a:pt x="143" y="875"/>
                  <a:pt x="143" y="875"/>
                </a:cubicBezTo>
                <a:cubicBezTo>
                  <a:pt x="143" y="875"/>
                  <a:pt x="143" y="875"/>
                  <a:pt x="143" y="875"/>
                </a:cubicBezTo>
                <a:cubicBezTo>
                  <a:pt x="142" y="875"/>
                  <a:pt x="140" y="875"/>
                  <a:pt x="139" y="875"/>
                </a:cubicBezTo>
                <a:cubicBezTo>
                  <a:pt x="139" y="875"/>
                  <a:pt x="139" y="875"/>
                  <a:pt x="139" y="874"/>
                </a:cubicBezTo>
                <a:cubicBezTo>
                  <a:pt x="139" y="874"/>
                  <a:pt x="139" y="874"/>
                  <a:pt x="139" y="874"/>
                </a:cubicBezTo>
                <a:cubicBezTo>
                  <a:pt x="139" y="874"/>
                  <a:pt x="139" y="874"/>
                  <a:pt x="138" y="874"/>
                </a:cubicBezTo>
                <a:cubicBezTo>
                  <a:pt x="138" y="874"/>
                  <a:pt x="138" y="874"/>
                  <a:pt x="138" y="874"/>
                </a:cubicBezTo>
                <a:cubicBezTo>
                  <a:pt x="138" y="874"/>
                  <a:pt x="138" y="875"/>
                  <a:pt x="137" y="875"/>
                </a:cubicBezTo>
                <a:cubicBezTo>
                  <a:pt x="137" y="875"/>
                  <a:pt x="137" y="875"/>
                  <a:pt x="137" y="875"/>
                </a:cubicBezTo>
                <a:cubicBezTo>
                  <a:pt x="137" y="875"/>
                  <a:pt x="137" y="875"/>
                  <a:pt x="137" y="876"/>
                </a:cubicBezTo>
                <a:cubicBezTo>
                  <a:pt x="137" y="876"/>
                  <a:pt x="137" y="876"/>
                  <a:pt x="138" y="876"/>
                </a:cubicBezTo>
                <a:cubicBezTo>
                  <a:pt x="138" y="876"/>
                  <a:pt x="138" y="877"/>
                  <a:pt x="138" y="877"/>
                </a:cubicBezTo>
                <a:cubicBezTo>
                  <a:pt x="138" y="877"/>
                  <a:pt x="138" y="877"/>
                  <a:pt x="138" y="877"/>
                </a:cubicBezTo>
                <a:cubicBezTo>
                  <a:pt x="139" y="876"/>
                  <a:pt x="138" y="876"/>
                  <a:pt x="138" y="876"/>
                </a:cubicBezTo>
                <a:cubicBezTo>
                  <a:pt x="139" y="876"/>
                  <a:pt x="139" y="876"/>
                  <a:pt x="139" y="876"/>
                </a:cubicBezTo>
                <a:cubicBezTo>
                  <a:pt x="139" y="876"/>
                  <a:pt x="140" y="876"/>
                  <a:pt x="140" y="876"/>
                </a:cubicBezTo>
                <a:close/>
                <a:moveTo>
                  <a:pt x="141" y="868"/>
                </a:moveTo>
                <a:cubicBezTo>
                  <a:pt x="142" y="868"/>
                  <a:pt x="142" y="868"/>
                  <a:pt x="142" y="867"/>
                </a:cubicBezTo>
                <a:cubicBezTo>
                  <a:pt x="142" y="867"/>
                  <a:pt x="142" y="867"/>
                  <a:pt x="142" y="866"/>
                </a:cubicBezTo>
                <a:cubicBezTo>
                  <a:pt x="142" y="866"/>
                  <a:pt x="142" y="866"/>
                  <a:pt x="142" y="866"/>
                </a:cubicBezTo>
                <a:cubicBezTo>
                  <a:pt x="142" y="866"/>
                  <a:pt x="142" y="865"/>
                  <a:pt x="142" y="865"/>
                </a:cubicBezTo>
                <a:cubicBezTo>
                  <a:pt x="142" y="865"/>
                  <a:pt x="142" y="865"/>
                  <a:pt x="142" y="865"/>
                </a:cubicBezTo>
                <a:cubicBezTo>
                  <a:pt x="142" y="865"/>
                  <a:pt x="141" y="865"/>
                  <a:pt x="141" y="865"/>
                </a:cubicBezTo>
                <a:cubicBezTo>
                  <a:pt x="141" y="865"/>
                  <a:pt x="141" y="865"/>
                  <a:pt x="141" y="865"/>
                </a:cubicBezTo>
                <a:cubicBezTo>
                  <a:pt x="141" y="865"/>
                  <a:pt x="141" y="866"/>
                  <a:pt x="141" y="866"/>
                </a:cubicBezTo>
                <a:cubicBezTo>
                  <a:pt x="141" y="866"/>
                  <a:pt x="141" y="867"/>
                  <a:pt x="140" y="867"/>
                </a:cubicBezTo>
                <a:cubicBezTo>
                  <a:pt x="140" y="867"/>
                  <a:pt x="140" y="867"/>
                  <a:pt x="140" y="867"/>
                </a:cubicBezTo>
                <a:cubicBezTo>
                  <a:pt x="140" y="867"/>
                  <a:pt x="140" y="867"/>
                  <a:pt x="140" y="868"/>
                </a:cubicBezTo>
                <a:cubicBezTo>
                  <a:pt x="140" y="868"/>
                  <a:pt x="140" y="868"/>
                  <a:pt x="140" y="868"/>
                </a:cubicBezTo>
                <a:cubicBezTo>
                  <a:pt x="141" y="868"/>
                  <a:pt x="141" y="868"/>
                  <a:pt x="141" y="868"/>
                </a:cubicBezTo>
                <a:close/>
                <a:moveTo>
                  <a:pt x="147" y="873"/>
                </a:moveTo>
                <a:cubicBezTo>
                  <a:pt x="147" y="873"/>
                  <a:pt x="147" y="873"/>
                  <a:pt x="147" y="873"/>
                </a:cubicBezTo>
                <a:cubicBezTo>
                  <a:pt x="148" y="873"/>
                  <a:pt x="147" y="873"/>
                  <a:pt x="148" y="873"/>
                </a:cubicBezTo>
                <a:cubicBezTo>
                  <a:pt x="148" y="873"/>
                  <a:pt x="148" y="873"/>
                  <a:pt x="148" y="873"/>
                </a:cubicBezTo>
                <a:cubicBezTo>
                  <a:pt x="148" y="873"/>
                  <a:pt x="148" y="873"/>
                  <a:pt x="148" y="873"/>
                </a:cubicBezTo>
                <a:cubicBezTo>
                  <a:pt x="148" y="872"/>
                  <a:pt x="148" y="872"/>
                  <a:pt x="148" y="872"/>
                </a:cubicBezTo>
                <a:cubicBezTo>
                  <a:pt x="148" y="872"/>
                  <a:pt x="148" y="872"/>
                  <a:pt x="148" y="872"/>
                </a:cubicBezTo>
                <a:cubicBezTo>
                  <a:pt x="148" y="871"/>
                  <a:pt x="148" y="871"/>
                  <a:pt x="147" y="871"/>
                </a:cubicBezTo>
                <a:cubicBezTo>
                  <a:pt x="147" y="871"/>
                  <a:pt x="147" y="870"/>
                  <a:pt x="147" y="870"/>
                </a:cubicBezTo>
                <a:cubicBezTo>
                  <a:pt x="147" y="870"/>
                  <a:pt x="147" y="870"/>
                  <a:pt x="147" y="870"/>
                </a:cubicBezTo>
                <a:cubicBezTo>
                  <a:pt x="147" y="870"/>
                  <a:pt x="147" y="870"/>
                  <a:pt x="146" y="870"/>
                </a:cubicBezTo>
                <a:cubicBezTo>
                  <a:pt x="146" y="870"/>
                  <a:pt x="146" y="870"/>
                  <a:pt x="146" y="870"/>
                </a:cubicBezTo>
                <a:cubicBezTo>
                  <a:pt x="146" y="870"/>
                  <a:pt x="146" y="870"/>
                  <a:pt x="146" y="870"/>
                </a:cubicBezTo>
                <a:cubicBezTo>
                  <a:pt x="147" y="870"/>
                  <a:pt x="147" y="869"/>
                  <a:pt x="147" y="869"/>
                </a:cubicBezTo>
                <a:cubicBezTo>
                  <a:pt x="147" y="869"/>
                  <a:pt x="147" y="869"/>
                  <a:pt x="147" y="868"/>
                </a:cubicBezTo>
                <a:cubicBezTo>
                  <a:pt x="146" y="868"/>
                  <a:pt x="146" y="868"/>
                  <a:pt x="146" y="868"/>
                </a:cubicBezTo>
                <a:cubicBezTo>
                  <a:pt x="146" y="867"/>
                  <a:pt x="146" y="867"/>
                  <a:pt x="146" y="867"/>
                </a:cubicBezTo>
                <a:cubicBezTo>
                  <a:pt x="146" y="866"/>
                  <a:pt x="146" y="867"/>
                  <a:pt x="146" y="867"/>
                </a:cubicBezTo>
                <a:cubicBezTo>
                  <a:pt x="146" y="867"/>
                  <a:pt x="146" y="867"/>
                  <a:pt x="145" y="867"/>
                </a:cubicBezTo>
                <a:cubicBezTo>
                  <a:pt x="145" y="867"/>
                  <a:pt x="145" y="867"/>
                  <a:pt x="145" y="867"/>
                </a:cubicBezTo>
                <a:cubicBezTo>
                  <a:pt x="145" y="867"/>
                  <a:pt x="145" y="867"/>
                  <a:pt x="145" y="868"/>
                </a:cubicBezTo>
                <a:cubicBezTo>
                  <a:pt x="145" y="868"/>
                  <a:pt x="145" y="868"/>
                  <a:pt x="145" y="868"/>
                </a:cubicBezTo>
                <a:cubicBezTo>
                  <a:pt x="145" y="868"/>
                  <a:pt x="145" y="869"/>
                  <a:pt x="145" y="869"/>
                </a:cubicBezTo>
                <a:cubicBezTo>
                  <a:pt x="145" y="869"/>
                  <a:pt x="145" y="869"/>
                  <a:pt x="145" y="869"/>
                </a:cubicBezTo>
                <a:cubicBezTo>
                  <a:pt x="145" y="870"/>
                  <a:pt x="145" y="870"/>
                  <a:pt x="145" y="870"/>
                </a:cubicBezTo>
                <a:cubicBezTo>
                  <a:pt x="145" y="870"/>
                  <a:pt x="145" y="870"/>
                  <a:pt x="145" y="870"/>
                </a:cubicBezTo>
                <a:cubicBezTo>
                  <a:pt x="144" y="870"/>
                  <a:pt x="144" y="870"/>
                  <a:pt x="144" y="870"/>
                </a:cubicBezTo>
                <a:cubicBezTo>
                  <a:pt x="144" y="870"/>
                  <a:pt x="144" y="871"/>
                  <a:pt x="144" y="871"/>
                </a:cubicBezTo>
                <a:cubicBezTo>
                  <a:pt x="144" y="871"/>
                  <a:pt x="145" y="871"/>
                  <a:pt x="145" y="872"/>
                </a:cubicBezTo>
                <a:cubicBezTo>
                  <a:pt x="145" y="872"/>
                  <a:pt x="146" y="872"/>
                  <a:pt x="146" y="872"/>
                </a:cubicBezTo>
                <a:cubicBezTo>
                  <a:pt x="146" y="872"/>
                  <a:pt x="146" y="872"/>
                  <a:pt x="146" y="873"/>
                </a:cubicBezTo>
                <a:cubicBezTo>
                  <a:pt x="146" y="873"/>
                  <a:pt x="146" y="873"/>
                  <a:pt x="146" y="873"/>
                </a:cubicBezTo>
                <a:cubicBezTo>
                  <a:pt x="147" y="873"/>
                  <a:pt x="147" y="873"/>
                  <a:pt x="147" y="873"/>
                </a:cubicBezTo>
                <a:close/>
                <a:moveTo>
                  <a:pt x="149" y="875"/>
                </a:moveTo>
                <a:cubicBezTo>
                  <a:pt x="149" y="875"/>
                  <a:pt x="149" y="875"/>
                  <a:pt x="149" y="875"/>
                </a:cubicBezTo>
                <a:cubicBezTo>
                  <a:pt x="149" y="875"/>
                  <a:pt x="149" y="875"/>
                  <a:pt x="149" y="875"/>
                </a:cubicBezTo>
                <a:cubicBezTo>
                  <a:pt x="148" y="875"/>
                  <a:pt x="148" y="875"/>
                  <a:pt x="147" y="875"/>
                </a:cubicBezTo>
                <a:cubicBezTo>
                  <a:pt x="147" y="875"/>
                  <a:pt x="147" y="875"/>
                  <a:pt x="147" y="875"/>
                </a:cubicBezTo>
                <a:cubicBezTo>
                  <a:pt x="147" y="874"/>
                  <a:pt x="146" y="875"/>
                  <a:pt x="146" y="875"/>
                </a:cubicBezTo>
                <a:cubicBezTo>
                  <a:pt x="146" y="875"/>
                  <a:pt x="146" y="875"/>
                  <a:pt x="146" y="875"/>
                </a:cubicBezTo>
                <a:cubicBezTo>
                  <a:pt x="146" y="875"/>
                  <a:pt x="146" y="875"/>
                  <a:pt x="146" y="875"/>
                </a:cubicBezTo>
                <a:cubicBezTo>
                  <a:pt x="147" y="875"/>
                  <a:pt x="147" y="875"/>
                  <a:pt x="147" y="876"/>
                </a:cubicBezTo>
                <a:cubicBezTo>
                  <a:pt x="148" y="876"/>
                  <a:pt x="148" y="876"/>
                  <a:pt x="148" y="876"/>
                </a:cubicBezTo>
                <a:cubicBezTo>
                  <a:pt x="148" y="876"/>
                  <a:pt x="148" y="876"/>
                  <a:pt x="148" y="876"/>
                </a:cubicBezTo>
                <a:cubicBezTo>
                  <a:pt x="149" y="876"/>
                  <a:pt x="149" y="876"/>
                  <a:pt x="149" y="876"/>
                </a:cubicBezTo>
                <a:cubicBezTo>
                  <a:pt x="150" y="876"/>
                  <a:pt x="149" y="875"/>
                  <a:pt x="149" y="875"/>
                </a:cubicBezTo>
                <a:cubicBezTo>
                  <a:pt x="149" y="875"/>
                  <a:pt x="149" y="875"/>
                  <a:pt x="149" y="875"/>
                </a:cubicBezTo>
                <a:close/>
                <a:moveTo>
                  <a:pt x="10" y="569"/>
                </a:moveTo>
                <a:cubicBezTo>
                  <a:pt x="9" y="570"/>
                  <a:pt x="10" y="571"/>
                  <a:pt x="10" y="572"/>
                </a:cubicBezTo>
                <a:cubicBezTo>
                  <a:pt x="10" y="572"/>
                  <a:pt x="10" y="572"/>
                  <a:pt x="10" y="573"/>
                </a:cubicBezTo>
                <a:cubicBezTo>
                  <a:pt x="10" y="573"/>
                  <a:pt x="11" y="573"/>
                  <a:pt x="11" y="573"/>
                </a:cubicBezTo>
                <a:cubicBezTo>
                  <a:pt x="11" y="573"/>
                  <a:pt x="11" y="573"/>
                  <a:pt x="11" y="573"/>
                </a:cubicBezTo>
                <a:cubicBezTo>
                  <a:pt x="11" y="573"/>
                  <a:pt x="11" y="573"/>
                  <a:pt x="12" y="572"/>
                </a:cubicBezTo>
                <a:cubicBezTo>
                  <a:pt x="12" y="572"/>
                  <a:pt x="12" y="572"/>
                  <a:pt x="12" y="572"/>
                </a:cubicBezTo>
                <a:cubicBezTo>
                  <a:pt x="12" y="572"/>
                  <a:pt x="12" y="572"/>
                  <a:pt x="12" y="571"/>
                </a:cubicBezTo>
                <a:cubicBezTo>
                  <a:pt x="12" y="571"/>
                  <a:pt x="12" y="571"/>
                  <a:pt x="11" y="571"/>
                </a:cubicBezTo>
                <a:cubicBezTo>
                  <a:pt x="11" y="570"/>
                  <a:pt x="11" y="570"/>
                  <a:pt x="11" y="570"/>
                </a:cubicBezTo>
                <a:cubicBezTo>
                  <a:pt x="11" y="570"/>
                  <a:pt x="11" y="569"/>
                  <a:pt x="10" y="569"/>
                </a:cubicBezTo>
                <a:cubicBezTo>
                  <a:pt x="10" y="569"/>
                  <a:pt x="10" y="569"/>
                  <a:pt x="10" y="569"/>
                </a:cubicBezTo>
                <a:cubicBezTo>
                  <a:pt x="10" y="569"/>
                  <a:pt x="10" y="569"/>
                  <a:pt x="10" y="569"/>
                </a:cubicBezTo>
                <a:close/>
                <a:moveTo>
                  <a:pt x="17" y="566"/>
                </a:moveTo>
                <a:cubicBezTo>
                  <a:pt x="17" y="566"/>
                  <a:pt x="17" y="566"/>
                  <a:pt x="17" y="566"/>
                </a:cubicBezTo>
                <a:cubicBezTo>
                  <a:pt x="17" y="565"/>
                  <a:pt x="17" y="565"/>
                  <a:pt x="17" y="564"/>
                </a:cubicBezTo>
                <a:cubicBezTo>
                  <a:pt x="17" y="564"/>
                  <a:pt x="17" y="564"/>
                  <a:pt x="17" y="564"/>
                </a:cubicBezTo>
                <a:cubicBezTo>
                  <a:pt x="17" y="564"/>
                  <a:pt x="17" y="564"/>
                  <a:pt x="17" y="564"/>
                </a:cubicBezTo>
                <a:cubicBezTo>
                  <a:pt x="17" y="564"/>
                  <a:pt x="17" y="564"/>
                  <a:pt x="16" y="564"/>
                </a:cubicBezTo>
                <a:cubicBezTo>
                  <a:pt x="16" y="564"/>
                  <a:pt x="16" y="565"/>
                  <a:pt x="16" y="565"/>
                </a:cubicBezTo>
                <a:cubicBezTo>
                  <a:pt x="16" y="565"/>
                  <a:pt x="16" y="565"/>
                  <a:pt x="16" y="565"/>
                </a:cubicBezTo>
                <a:cubicBezTo>
                  <a:pt x="16" y="566"/>
                  <a:pt x="17" y="566"/>
                  <a:pt x="17" y="567"/>
                </a:cubicBezTo>
                <a:cubicBezTo>
                  <a:pt x="17" y="567"/>
                  <a:pt x="17" y="566"/>
                  <a:pt x="17" y="566"/>
                </a:cubicBezTo>
                <a:close/>
                <a:moveTo>
                  <a:pt x="16" y="541"/>
                </a:moveTo>
                <a:cubicBezTo>
                  <a:pt x="16" y="541"/>
                  <a:pt x="16" y="541"/>
                  <a:pt x="16" y="541"/>
                </a:cubicBezTo>
                <a:cubicBezTo>
                  <a:pt x="16" y="541"/>
                  <a:pt x="16" y="541"/>
                  <a:pt x="16" y="541"/>
                </a:cubicBezTo>
                <a:cubicBezTo>
                  <a:pt x="16" y="541"/>
                  <a:pt x="17" y="542"/>
                  <a:pt x="17" y="542"/>
                </a:cubicBezTo>
                <a:cubicBezTo>
                  <a:pt x="17" y="542"/>
                  <a:pt x="17" y="542"/>
                  <a:pt x="18" y="541"/>
                </a:cubicBezTo>
                <a:cubicBezTo>
                  <a:pt x="18" y="541"/>
                  <a:pt x="18" y="541"/>
                  <a:pt x="18" y="541"/>
                </a:cubicBezTo>
                <a:cubicBezTo>
                  <a:pt x="18" y="541"/>
                  <a:pt x="18" y="541"/>
                  <a:pt x="18" y="541"/>
                </a:cubicBezTo>
                <a:cubicBezTo>
                  <a:pt x="19" y="541"/>
                  <a:pt x="19" y="541"/>
                  <a:pt x="19" y="541"/>
                </a:cubicBezTo>
                <a:cubicBezTo>
                  <a:pt x="19" y="541"/>
                  <a:pt x="19" y="541"/>
                  <a:pt x="20" y="541"/>
                </a:cubicBezTo>
                <a:cubicBezTo>
                  <a:pt x="20" y="541"/>
                  <a:pt x="20" y="541"/>
                  <a:pt x="20" y="540"/>
                </a:cubicBezTo>
                <a:cubicBezTo>
                  <a:pt x="20" y="540"/>
                  <a:pt x="20" y="540"/>
                  <a:pt x="20" y="540"/>
                </a:cubicBezTo>
                <a:cubicBezTo>
                  <a:pt x="20" y="540"/>
                  <a:pt x="19" y="540"/>
                  <a:pt x="19" y="540"/>
                </a:cubicBezTo>
                <a:cubicBezTo>
                  <a:pt x="19" y="540"/>
                  <a:pt x="19" y="540"/>
                  <a:pt x="19" y="540"/>
                </a:cubicBezTo>
                <a:cubicBezTo>
                  <a:pt x="18" y="540"/>
                  <a:pt x="18" y="540"/>
                  <a:pt x="18" y="539"/>
                </a:cubicBezTo>
                <a:cubicBezTo>
                  <a:pt x="18" y="539"/>
                  <a:pt x="18" y="539"/>
                  <a:pt x="18" y="539"/>
                </a:cubicBezTo>
                <a:cubicBezTo>
                  <a:pt x="18" y="539"/>
                  <a:pt x="18" y="539"/>
                  <a:pt x="18" y="539"/>
                </a:cubicBezTo>
                <a:cubicBezTo>
                  <a:pt x="17" y="539"/>
                  <a:pt x="17" y="539"/>
                  <a:pt x="17" y="539"/>
                </a:cubicBezTo>
                <a:cubicBezTo>
                  <a:pt x="17" y="539"/>
                  <a:pt x="17" y="540"/>
                  <a:pt x="17" y="540"/>
                </a:cubicBezTo>
                <a:cubicBezTo>
                  <a:pt x="17" y="540"/>
                  <a:pt x="16" y="540"/>
                  <a:pt x="16" y="541"/>
                </a:cubicBezTo>
                <a:cubicBezTo>
                  <a:pt x="16" y="541"/>
                  <a:pt x="16" y="541"/>
                  <a:pt x="16" y="541"/>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2077" name="Freeform 16"/>
          <p:cNvSpPr>
            <a:spLocks/>
          </p:cNvSpPr>
          <p:nvPr/>
        </p:nvSpPr>
        <p:spPr bwMode="auto">
          <a:xfrm>
            <a:off x="7804150" y="1895475"/>
            <a:ext cx="388937" cy="431800"/>
          </a:xfrm>
          <a:custGeom>
            <a:avLst/>
            <a:gdLst>
              <a:gd name="T0" fmla="*/ 53384 w 102"/>
              <a:gd name="T1" fmla="*/ 359196 h 113"/>
              <a:gd name="T2" fmla="*/ 34318 w 102"/>
              <a:gd name="T3" fmla="*/ 366839 h 113"/>
              <a:gd name="T4" fmla="*/ 45757 w 102"/>
              <a:gd name="T5" fmla="*/ 378303 h 113"/>
              <a:gd name="T6" fmla="*/ 38131 w 102"/>
              <a:gd name="T7" fmla="*/ 393588 h 113"/>
              <a:gd name="T8" fmla="*/ 57197 w 102"/>
              <a:gd name="T9" fmla="*/ 382124 h 113"/>
              <a:gd name="T10" fmla="*/ 83888 w 102"/>
              <a:gd name="T11" fmla="*/ 393588 h 113"/>
              <a:gd name="T12" fmla="*/ 106767 w 102"/>
              <a:gd name="T13" fmla="*/ 408873 h 113"/>
              <a:gd name="T14" fmla="*/ 122019 w 102"/>
              <a:gd name="T15" fmla="*/ 427979 h 113"/>
              <a:gd name="T16" fmla="*/ 137272 w 102"/>
              <a:gd name="T17" fmla="*/ 424158 h 113"/>
              <a:gd name="T18" fmla="*/ 152524 w 102"/>
              <a:gd name="T19" fmla="*/ 408873 h 113"/>
              <a:gd name="T20" fmla="*/ 160151 w 102"/>
              <a:gd name="T21" fmla="*/ 385945 h 113"/>
              <a:gd name="T22" fmla="*/ 163964 w 102"/>
              <a:gd name="T23" fmla="*/ 363018 h 113"/>
              <a:gd name="T24" fmla="*/ 175403 w 102"/>
              <a:gd name="T25" fmla="*/ 332448 h 113"/>
              <a:gd name="T26" fmla="*/ 186842 w 102"/>
              <a:gd name="T27" fmla="*/ 320984 h 113"/>
              <a:gd name="T28" fmla="*/ 190655 w 102"/>
              <a:gd name="T29" fmla="*/ 317163 h 113"/>
              <a:gd name="T30" fmla="*/ 293609 w 102"/>
              <a:gd name="T31" fmla="*/ 267487 h 113"/>
              <a:gd name="T32" fmla="*/ 377498 w 102"/>
              <a:gd name="T33" fmla="*/ 156671 h 113"/>
              <a:gd name="T34" fmla="*/ 388937 w 102"/>
              <a:gd name="T35" fmla="*/ 149028 h 113"/>
              <a:gd name="T36" fmla="*/ 373685 w 102"/>
              <a:gd name="T37" fmla="*/ 126101 h 113"/>
              <a:gd name="T38" fmla="*/ 362245 w 102"/>
              <a:gd name="T39" fmla="*/ 103173 h 113"/>
              <a:gd name="T40" fmla="*/ 381311 w 102"/>
              <a:gd name="T41" fmla="*/ 103173 h 113"/>
              <a:gd name="T42" fmla="*/ 339367 w 102"/>
              <a:gd name="T43" fmla="*/ 80246 h 113"/>
              <a:gd name="T44" fmla="*/ 308862 w 102"/>
              <a:gd name="T45" fmla="*/ 68782 h 113"/>
              <a:gd name="T46" fmla="*/ 285983 w 102"/>
              <a:gd name="T47" fmla="*/ 76425 h 113"/>
              <a:gd name="T48" fmla="*/ 236413 w 102"/>
              <a:gd name="T49" fmla="*/ 68782 h 113"/>
              <a:gd name="T50" fmla="*/ 224973 w 102"/>
              <a:gd name="T51" fmla="*/ 49676 h 113"/>
              <a:gd name="T52" fmla="*/ 198282 w 102"/>
              <a:gd name="T53" fmla="*/ 38212 h 113"/>
              <a:gd name="T54" fmla="*/ 179216 w 102"/>
              <a:gd name="T55" fmla="*/ 15285 h 113"/>
              <a:gd name="T56" fmla="*/ 148711 w 102"/>
              <a:gd name="T57" fmla="*/ 0 h 113"/>
              <a:gd name="T58" fmla="*/ 133459 w 102"/>
              <a:gd name="T59" fmla="*/ 15285 h 113"/>
              <a:gd name="T60" fmla="*/ 106767 w 102"/>
              <a:gd name="T61" fmla="*/ 22927 h 113"/>
              <a:gd name="T62" fmla="*/ 80075 w 102"/>
              <a:gd name="T63" fmla="*/ 34391 h 113"/>
              <a:gd name="T64" fmla="*/ 61010 w 102"/>
              <a:gd name="T65" fmla="*/ 49676 h 113"/>
              <a:gd name="T66" fmla="*/ 64823 w 102"/>
              <a:gd name="T67" fmla="*/ 64961 h 113"/>
              <a:gd name="T68" fmla="*/ 64823 w 102"/>
              <a:gd name="T69" fmla="*/ 80246 h 113"/>
              <a:gd name="T70" fmla="*/ 38131 w 102"/>
              <a:gd name="T71" fmla="*/ 118458 h 113"/>
              <a:gd name="T72" fmla="*/ 34318 w 102"/>
              <a:gd name="T73" fmla="*/ 141386 h 113"/>
              <a:gd name="T74" fmla="*/ 26692 w 102"/>
              <a:gd name="T75" fmla="*/ 160492 h 113"/>
              <a:gd name="T76" fmla="*/ 11439 w 102"/>
              <a:gd name="T77" fmla="*/ 164313 h 113"/>
              <a:gd name="T78" fmla="*/ 15252 w 102"/>
              <a:gd name="T79" fmla="*/ 183419 h 113"/>
              <a:gd name="T80" fmla="*/ 15252 w 102"/>
              <a:gd name="T81" fmla="*/ 213989 h 113"/>
              <a:gd name="T82" fmla="*/ 7626 w 102"/>
              <a:gd name="T83" fmla="*/ 240738 h 113"/>
              <a:gd name="T84" fmla="*/ 11439 w 102"/>
              <a:gd name="T85" fmla="*/ 256023 h 113"/>
              <a:gd name="T86" fmla="*/ 38131 w 102"/>
              <a:gd name="T87" fmla="*/ 275129 h 113"/>
              <a:gd name="T88" fmla="*/ 57197 w 102"/>
              <a:gd name="T89" fmla="*/ 271308 h 113"/>
              <a:gd name="T90" fmla="*/ 72449 w 102"/>
              <a:gd name="T91" fmla="*/ 248381 h 113"/>
              <a:gd name="T92" fmla="*/ 68636 w 102"/>
              <a:gd name="T93" fmla="*/ 263665 h 113"/>
              <a:gd name="T94" fmla="*/ 68636 w 102"/>
              <a:gd name="T95" fmla="*/ 271308 h 113"/>
              <a:gd name="T96" fmla="*/ 76262 w 102"/>
              <a:gd name="T97" fmla="*/ 256023 h 113"/>
              <a:gd name="T98" fmla="*/ 80075 w 102"/>
              <a:gd name="T99" fmla="*/ 233096 h 113"/>
              <a:gd name="T100" fmla="*/ 99141 w 102"/>
              <a:gd name="T101" fmla="*/ 217811 h 113"/>
              <a:gd name="T102" fmla="*/ 83888 w 102"/>
              <a:gd name="T103" fmla="*/ 240738 h 113"/>
              <a:gd name="T104" fmla="*/ 83888 w 102"/>
              <a:gd name="T105" fmla="*/ 267487 h 113"/>
              <a:gd name="T106" fmla="*/ 80075 w 102"/>
              <a:gd name="T107" fmla="*/ 298057 h 113"/>
              <a:gd name="T108" fmla="*/ 64823 w 102"/>
              <a:gd name="T109" fmla="*/ 317163 h 113"/>
              <a:gd name="T110" fmla="*/ 57197 w 102"/>
              <a:gd name="T111" fmla="*/ 324805 h 113"/>
              <a:gd name="T112" fmla="*/ 53384 w 102"/>
              <a:gd name="T113" fmla="*/ 328627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02" h="113">
                <a:moveTo>
                  <a:pt x="15" y="90"/>
                </a:moveTo>
                <a:cubicBezTo>
                  <a:pt x="15" y="93"/>
                  <a:pt x="15" y="93"/>
                  <a:pt x="15" y="93"/>
                </a:cubicBezTo>
                <a:cubicBezTo>
                  <a:pt x="15" y="93"/>
                  <a:pt x="14" y="94"/>
                  <a:pt x="14" y="94"/>
                </a:cubicBezTo>
                <a:cubicBezTo>
                  <a:pt x="14" y="95"/>
                  <a:pt x="13" y="95"/>
                  <a:pt x="12" y="95"/>
                </a:cubicBezTo>
                <a:cubicBezTo>
                  <a:pt x="12" y="95"/>
                  <a:pt x="10" y="95"/>
                  <a:pt x="10" y="95"/>
                </a:cubicBezTo>
                <a:cubicBezTo>
                  <a:pt x="9" y="96"/>
                  <a:pt x="9" y="96"/>
                  <a:pt x="9" y="96"/>
                </a:cubicBezTo>
                <a:cubicBezTo>
                  <a:pt x="9" y="97"/>
                  <a:pt x="9" y="97"/>
                  <a:pt x="9" y="97"/>
                </a:cubicBezTo>
                <a:cubicBezTo>
                  <a:pt x="9" y="98"/>
                  <a:pt x="9" y="98"/>
                  <a:pt x="9" y="98"/>
                </a:cubicBezTo>
                <a:cubicBezTo>
                  <a:pt x="12" y="99"/>
                  <a:pt x="12" y="99"/>
                  <a:pt x="12" y="99"/>
                </a:cubicBezTo>
                <a:cubicBezTo>
                  <a:pt x="11" y="100"/>
                  <a:pt x="11" y="100"/>
                  <a:pt x="11" y="100"/>
                </a:cubicBezTo>
                <a:cubicBezTo>
                  <a:pt x="10" y="102"/>
                  <a:pt x="10" y="102"/>
                  <a:pt x="10" y="102"/>
                </a:cubicBezTo>
                <a:cubicBezTo>
                  <a:pt x="10" y="103"/>
                  <a:pt x="10" y="103"/>
                  <a:pt x="10" y="103"/>
                </a:cubicBezTo>
                <a:cubicBezTo>
                  <a:pt x="11" y="103"/>
                  <a:pt x="11" y="103"/>
                  <a:pt x="11" y="103"/>
                </a:cubicBezTo>
                <a:cubicBezTo>
                  <a:pt x="13" y="101"/>
                  <a:pt x="13" y="101"/>
                  <a:pt x="13" y="101"/>
                </a:cubicBezTo>
                <a:cubicBezTo>
                  <a:pt x="13" y="101"/>
                  <a:pt x="14" y="100"/>
                  <a:pt x="15" y="100"/>
                </a:cubicBezTo>
                <a:cubicBezTo>
                  <a:pt x="16" y="100"/>
                  <a:pt x="18" y="101"/>
                  <a:pt x="18" y="102"/>
                </a:cubicBezTo>
                <a:cubicBezTo>
                  <a:pt x="18" y="102"/>
                  <a:pt x="20" y="103"/>
                  <a:pt x="20" y="103"/>
                </a:cubicBezTo>
                <a:cubicBezTo>
                  <a:pt x="20" y="103"/>
                  <a:pt x="22" y="103"/>
                  <a:pt x="22" y="103"/>
                </a:cubicBezTo>
                <a:cubicBezTo>
                  <a:pt x="22" y="103"/>
                  <a:pt x="25" y="103"/>
                  <a:pt x="25" y="103"/>
                </a:cubicBezTo>
                <a:cubicBezTo>
                  <a:pt x="25" y="103"/>
                  <a:pt x="27" y="105"/>
                  <a:pt x="27" y="105"/>
                </a:cubicBezTo>
                <a:cubicBezTo>
                  <a:pt x="27" y="105"/>
                  <a:pt x="28" y="106"/>
                  <a:pt x="28" y="107"/>
                </a:cubicBezTo>
                <a:cubicBezTo>
                  <a:pt x="28" y="107"/>
                  <a:pt x="28" y="109"/>
                  <a:pt x="28" y="109"/>
                </a:cubicBezTo>
                <a:cubicBezTo>
                  <a:pt x="29" y="110"/>
                  <a:pt x="30" y="111"/>
                  <a:pt x="30" y="111"/>
                </a:cubicBezTo>
                <a:cubicBezTo>
                  <a:pt x="30" y="111"/>
                  <a:pt x="31" y="112"/>
                  <a:pt x="32" y="112"/>
                </a:cubicBezTo>
                <a:cubicBezTo>
                  <a:pt x="32" y="112"/>
                  <a:pt x="34" y="112"/>
                  <a:pt x="34" y="112"/>
                </a:cubicBezTo>
                <a:cubicBezTo>
                  <a:pt x="35" y="113"/>
                  <a:pt x="35" y="113"/>
                  <a:pt x="35" y="113"/>
                </a:cubicBezTo>
                <a:cubicBezTo>
                  <a:pt x="36" y="111"/>
                  <a:pt x="36" y="111"/>
                  <a:pt x="36" y="111"/>
                </a:cubicBezTo>
                <a:cubicBezTo>
                  <a:pt x="36" y="111"/>
                  <a:pt x="38" y="111"/>
                  <a:pt x="38" y="110"/>
                </a:cubicBezTo>
                <a:cubicBezTo>
                  <a:pt x="38" y="110"/>
                  <a:pt x="38" y="108"/>
                  <a:pt x="38" y="108"/>
                </a:cubicBezTo>
                <a:cubicBezTo>
                  <a:pt x="38" y="108"/>
                  <a:pt x="40" y="107"/>
                  <a:pt x="40" y="107"/>
                </a:cubicBezTo>
                <a:cubicBezTo>
                  <a:pt x="40" y="106"/>
                  <a:pt x="42" y="105"/>
                  <a:pt x="42" y="105"/>
                </a:cubicBezTo>
                <a:cubicBezTo>
                  <a:pt x="42" y="104"/>
                  <a:pt x="41" y="103"/>
                  <a:pt x="42" y="103"/>
                </a:cubicBezTo>
                <a:cubicBezTo>
                  <a:pt x="42" y="102"/>
                  <a:pt x="42" y="101"/>
                  <a:pt x="42" y="101"/>
                </a:cubicBezTo>
                <a:cubicBezTo>
                  <a:pt x="41" y="100"/>
                  <a:pt x="41" y="100"/>
                  <a:pt x="41" y="99"/>
                </a:cubicBezTo>
                <a:cubicBezTo>
                  <a:pt x="42" y="99"/>
                  <a:pt x="42" y="98"/>
                  <a:pt x="42" y="97"/>
                </a:cubicBezTo>
                <a:cubicBezTo>
                  <a:pt x="43" y="97"/>
                  <a:pt x="43" y="95"/>
                  <a:pt x="43" y="95"/>
                </a:cubicBezTo>
                <a:cubicBezTo>
                  <a:pt x="43" y="94"/>
                  <a:pt x="44" y="93"/>
                  <a:pt x="44" y="92"/>
                </a:cubicBezTo>
                <a:cubicBezTo>
                  <a:pt x="45" y="92"/>
                  <a:pt x="46" y="91"/>
                  <a:pt x="46" y="91"/>
                </a:cubicBezTo>
                <a:cubicBezTo>
                  <a:pt x="46" y="90"/>
                  <a:pt x="46" y="87"/>
                  <a:pt x="46" y="87"/>
                </a:cubicBezTo>
                <a:cubicBezTo>
                  <a:pt x="46" y="87"/>
                  <a:pt x="46" y="86"/>
                  <a:pt x="46" y="85"/>
                </a:cubicBezTo>
                <a:cubicBezTo>
                  <a:pt x="46" y="85"/>
                  <a:pt x="47" y="84"/>
                  <a:pt x="47" y="84"/>
                </a:cubicBezTo>
                <a:cubicBezTo>
                  <a:pt x="47" y="84"/>
                  <a:pt x="49" y="84"/>
                  <a:pt x="49" y="84"/>
                </a:cubicBezTo>
                <a:cubicBezTo>
                  <a:pt x="49" y="86"/>
                  <a:pt x="49" y="86"/>
                  <a:pt x="49" y="86"/>
                </a:cubicBezTo>
                <a:cubicBezTo>
                  <a:pt x="50" y="86"/>
                  <a:pt x="50" y="86"/>
                  <a:pt x="50" y="86"/>
                </a:cubicBezTo>
                <a:cubicBezTo>
                  <a:pt x="50" y="83"/>
                  <a:pt x="50" y="83"/>
                  <a:pt x="50" y="83"/>
                </a:cubicBezTo>
                <a:cubicBezTo>
                  <a:pt x="56" y="78"/>
                  <a:pt x="56" y="78"/>
                  <a:pt x="56" y="78"/>
                </a:cubicBezTo>
                <a:cubicBezTo>
                  <a:pt x="66" y="74"/>
                  <a:pt x="66" y="74"/>
                  <a:pt x="66" y="74"/>
                </a:cubicBezTo>
                <a:cubicBezTo>
                  <a:pt x="77" y="70"/>
                  <a:pt x="77" y="70"/>
                  <a:pt x="77" y="70"/>
                </a:cubicBezTo>
                <a:cubicBezTo>
                  <a:pt x="87" y="62"/>
                  <a:pt x="87" y="62"/>
                  <a:pt x="87" y="62"/>
                </a:cubicBezTo>
                <a:cubicBezTo>
                  <a:pt x="96" y="52"/>
                  <a:pt x="96" y="52"/>
                  <a:pt x="96" y="52"/>
                </a:cubicBezTo>
                <a:cubicBezTo>
                  <a:pt x="99" y="41"/>
                  <a:pt x="99" y="41"/>
                  <a:pt x="99" y="41"/>
                </a:cubicBezTo>
                <a:cubicBezTo>
                  <a:pt x="99" y="41"/>
                  <a:pt x="99" y="42"/>
                  <a:pt x="100" y="42"/>
                </a:cubicBezTo>
                <a:cubicBezTo>
                  <a:pt x="100" y="42"/>
                  <a:pt x="102" y="42"/>
                  <a:pt x="102" y="42"/>
                </a:cubicBezTo>
                <a:cubicBezTo>
                  <a:pt x="102" y="39"/>
                  <a:pt x="102" y="39"/>
                  <a:pt x="102" y="39"/>
                </a:cubicBezTo>
                <a:cubicBezTo>
                  <a:pt x="101" y="38"/>
                  <a:pt x="101" y="38"/>
                  <a:pt x="101" y="38"/>
                </a:cubicBezTo>
                <a:cubicBezTo>
                  <a:pt x="101" y="34"/>
                  <a:pt x="101" y="34"/>
                  <a:pt x="101" y="34"/>
                </a:cubicBezTo>
                <a:cubicBezTo>
                  <a:pt x="101" y="34"/>
                  <a:pt x="99" y="33"/>
                  <a:pt x="98" y="33"/>
                </a:cubicBezTo>
                <a:cubicBezTo>
                  <a:pt x="98" y="32"/>
                  <a:pt x="97" y="29"/>
                  <a:pt x="97" y="29"/>
                </a:cubicBezTo>
                <a:cubicBezTo>
                  <a:pt x="97" y="29"/>
                  <a:pt x="94" y="28"/>
                  <a:pt x="94" y="28"/>
                </a:cubicBezTo>
                <a:cubicBezTo>
                  <a:pt x="95" y="27"/>
                  <a:pt x="95" y="27"/>
                  <a:pt x="95" y="27"/>
                </a:cubicBezTo>
                <a:cubicBezTo>
                  <a:pt x="97" y="27"/>
                  <a:pt x="97" y="27"/>
                  <a:pt x="97" y="27"/>
                </a:cubicBezTo>
                <a:cubicBezTo>
                  <a:pt x="98" y="28"/>
                  <a:pt x="98" y="28"/>
                  <a:pt x="98" y="28"/>
                </a:cubicBezTo>
                <a:cubicBezTo>
                  <a:pt x="100" y="27"/>
                  <a:pt x="100" y="27"/>
                  <a:pt x="100" y="27"/>
                </a:cubicBezTo>
                <a:cubicBezTo>
                  <a:pt x="100" y="27"/>
                  <a:pt x="95" y="25"/>
                  <a:pt x="94" y="25"/>
                </a:cubicBezTo>
                <a:cubicBezTo>
                  <a:pt x="94" y="25"/>
                  <a:pt x="93" y="24"/>
                  <a:pt x="92" y="24"/>
                </a:cubicBezTo>
                <a:cubicBezTo>
                  <a:pt x="92" y="24"/>
                  <a:pt x="89" y="21"/>
                  <a:pt x="89" y="21"/>
                </a:cubicBezTo>
                <a:cubicBezTo>
                  <a:pt x="88" y="21"/>
                  <a:pt x="85" y="18"/>
                  <a:pt x="85" y="18"/>
                </a:cubicBezTo>
                <a:cubicBezTo>
                  <a:pt x="85" y="18"/>
                  <a:pt x="83" y="17"/>
                  <a:pt x="83" y="17"/>
                </a:cubicBezTo>
                <a:cubicBezTo>
                  <a:pt x="83" y="17"/>
                  <a:pt x="81" y="18"/>
                  <a:pt x="81" y="18"/>
                </a:cubicBezTo>
                <a:cubicBezTo>
                  <a:pt x="81" y="18"/>
                  <a:pt x="80" y="21"/>
                  <a:pt x="80" y="21"/>
                </a:cubicBezTo>
                <a:cubicBezTo>
                  <a:pt x="80" y="21"/>
                  <a:pt x="77" y="21"/>
                  <a:pt x="77" y="21"/>
                </a:cubicBezTo>
                <a:cubicBezTo>
                  <a:pt x="77" y="21"/>
                  <a:pt x="75" y="20"/>
                  <a:pt x="75" y="20"/>
                </a:cubicBezTo>
                <a:cubicBezTo>
                  <a:pt x="68" y="20"/>
                  <a:pt x="68" y="20"/>
                  <a:pt x="68" y="20"/>
                </a:cubicBezTo>
                <a:cubicBezTo>
                  <a:pt x="67" y="18"/>
                  <a:pt x="67" y="18"/>
                  <a:pt x="67" y="18"/>
                </a:cubicBezTo>
                <a:cubicBezTo>
                  <a:pt x="67" y="18"/>
                  <a:pt x="62" y="18"/>
                  <a:pt x="62" y="18"/>
                </a:cubicBezTo>
                <a:cubicBezTo>
                  <a:pt x="61" y="18"/>
                  <a:pt x="61" y="16"/>
                  <a:pt x="61" y="16"/>
                </a:cubicBezTo>
                <a:cubicBezTo>
                  <a:pt x="61" y="16"/>
                  <a:pt x="62" y="14"/>
                  <a:pt x="62" y="14"/>
                </a:cubicBezTo>
                <a:cubicBezTo>
                  <a:pt x="62" y="14"/>
                  <a:pt x="59" y="13"/>
                  <a:pt x="59" y="13"/>
                </a:cubicBezTo>
                <a:cubicBezTo>
                  <a:pt x="59" y="12"/>
                  <a:pt x="58" y="11"/>
                  <a:pt x="58" y="11"/>
                </a:cubicBezTo>
                <a:cubicBezTo>
                  <a:pt x="58" y="11"/>
                  <a:pt x="59" y="10"/>
                  <a:pt x="59" y="10"/>
                </a:cubicBezTo>
                <a:cubicBezTo>
                  <a:pt x="58" y="10"/>
                  <a:pt x="52" y="10"/>
                  <a:pt x="52" y="10"/>
                </a:cubicBezTo>
                <a:cubicBezTo>
                  <a:pt x="52" y="10"/>
                  <a:pt x="50" y="9"/>
                  <a:pt x="50" y="9"/>
                </a:cubicBezTo>
                <a:cubicBezTo>
                  <a:pt x="49" y="8"/>
                  <a:pt x="48" y="5"/>
                  <a:pt x="48" y="5"/>
                </a:cubicBezTo>
                <a:cubicBezTo>
                  <a:pt x="48" y="5"/>
                  <a:pt x="47" y="4"/>
                  <a:pt x="47" y="4"/>
                </a:cubicBezTo>
                <a:cubicBezTo>
                  <a:pt x="45" y="5"/>
                  <a:pt x="45" y="5"/>
                  <a:pt x="45" y="5"/>
                </a:cubicBezTo>
                <a:cubicBezTo>
                  <a:pt x="45" y="5"/>
                  <a:pt x="43" y="4"/>
                  <a:pt x="43" y="4"/>
                </a:cubicBezTo>
                <a:cubicBezTo>
                  <a:pt x="43" y="4"/>
                  <a:pt x="39" y="0"/>
                  <a:pt x="39" y="0"/>
                </a:cubicBezTo>
                <a:cubicBezTo>
                  <a:pt x="39" y="0"/>
                  <a:pt x="39" y="1"/>
                  <a:pt x="38" y="1"/>
                </a:cubicBezTo>
                <a:cubicBezTo>
                  <a:pt x="38" y="1"/>
                  <a:pt x="37" y="1"/>
                  <a:pt x="37" y="2"/>
                </a:cubicBezTo>
                <a:cubicBezTo>
                  <a:pt x="36" y="2"/>
                  <a:pt x="35" y="4"/>
                  <a:pt x="35" y="4"/>
                </a:cubicBezTo>
                <a:cubicBezTo>
                  <a:pt x="34" y="4"/>
                  <a:pt x="34" y="5"/>
                  <a:pt x="33" y="5"/>
                </a:cubicBezTo>
                <a:cubicBezTo>
                  <a:pt x="33" y="5"/>
                  <a:pt x="32" y="6"/>
                  <a:pt x="31" y="6"/>
                </a:cubicBezTo>
                <a:cubicBezTo>
                  <a:pt x="31" y="6"/>
                  <a:pt x="29" y="6"/>
                  <a:pt x="28" y="6"/>
                </a:cubicBezTo>
                <a:cubicBezTo>
                  <a:pt x="28" y="6"/>
                  <a:pt x="26" y="7"/>
                  <a:pt x="26" y="7"/>
                </a:cubicBezTo>
                <a:cubicBezTo>
                  <a:pt x="25" y="7"/>
                  <a:pt x="23" y="8"/>
                  <a:pt x="23" y="9"/>
                </a:cubicBezTo>
                <a:cubicBezTo>
                  <a:pt x="23" y="9"/>
                  <a:pt x="21" y="9"/>
                  <a:pt x="21" y="9"/>
                </a:cubicBezTo>
                <a:cubicBezTo>
                  <a:pt x="21" y="9"/>
                  <a:pt x="19" y="10"/>
                  <a:pt x="19" y="10"/>
                </a:cubicBezTo>
                <a:cubicBezTo>
                  <a:pt x="19" y="11"/>
                  <a:pt x="17" y="10"/>
                  <a:pt x="17" y="11"/>
                </a:cubicBezTo>
                <a:cubicBezTo>
                  <a:pt x="16" y="11"/>
                  <a:pt x="16" y="12"/>
                  <a:pt x="16" y="13"/>
                </a:cubicBezTo>
                <a:cubicBezTo>
                  <a:pt x="16" y="13"/>
                  <a:pt x="17" y="14"/>
                  <a:pt x="17" y="14"/>
                </a:cubicBezTo>
                <a:cubicBezTo>
                  <a:pt x="17" y="15"/>
                  <a:pt x="18" y="15"/>
                  <a:pt x="18" y="16"/>
                </a:cubicBezTo>
                <a:cubicBezTo>
                  <a:pt x="17" y="16"/>
                  <a:pt x="17" y="16"/>
                  <a:pt x="17" y="17"/>
                </a:cubicBezTo>
                <a:cubicBezTo>
                  <a:pt x="17" y="17"/>
                  <a:pt x="17" y="18"/>
                  <a:pt x="17" y="18"/>
                </a:cubicBezTo>
                <a:cubicBezTo>
                  <a:pt x="18" y="18"/>
                  <a:pt x="18" y="19"/>
                  <a:pt x="18" y="20"/>
                </a:cubicBezTo>
                <a:cubicBezTo>
                  <a:pt x="18" y="20"/>
                  <a:pt x="17" y="20"/>
                  <a:pt x="17" y="21"/>
                </a:cubicBezTo>
                <a:cubicBezTo>
                  <a:pt x="17" y="22"/>
                  <a:pt x="17" y="24"/>
                  <a:pt x="17" y="25"/>
                </a:cubicBezTo>
                <a:cubicBezTo>
                  <a:pt x="17" y="25"/>
                  <a:pt x="14" y="27"/>
                  <a:pt x="13" y="28"/>
                </a:cubicBezTo>
                <a:cubicBezTo>
                  <a:pt x="12" y="28"/>
                  <a:pt x="10" y="30"/>
                  <a:pt x="10" y="31"/>
                </a:cubicBezTo>
                <a:cubicBezTo>
                  <a:pt x="10" y="31"/>
                  <a:pt x="9" y="32"/>
                  <a:pt x="9" y="33"/>
                </a:cubicBezTo>
                <a:cubicBezTo>
                  <a:pt x="9" y="34"/>
                  <a:pt x="10" y="34"/>
                  <a:pt x="10" y="35"/>
                </a:cubicBezTo>
                <a:cubicBezTo>
                  <a:pt x="10" y="36"/>
                  <a:pt x="10" y="37"/>
                  <a:pt x="9" y="37"/>
                </a:cubicBezTo>
                <a:cubicBezTo>
                  <a:pt x="9" y="38"/>
                  <a:pt x="9" y="38"/>
                  <a:pt x="9" y="39"/>
                </a:cubicBezTo>
                <a:cubicBezTo>
                  <a:pt x="9" y="39"/>
                  <a:pt x="8" y="41"/>
                  <a:pt x="8" y="41"/>
                </a:cubicBezTo>
                <a:cubicBezTo>
                  <a:pt x="8" y="41"/>
                  <a:pt x="7" y="42"/>
                  <a:pt x="7" y="42"/>
                </a:cubicBezTo>
                <a:cubicBezTo>
                  <a:pt x="7" y="42"/>
                  <a:pt x="5" y="42"/>
                  <a:pt x="5" y="42"/>
                </a:cubicBezTo>
                <a:cubicBezTo>
                  <a:pt x="5" y="41"/>
                  <a:pt x="4" y="41"/>
                  <a:pt x="4" y="41"/>
                </a:cubicBezTo>
                <a:cubicBezTo>
                  <a:pt x="3" y="41"/>
                  <a:pt x="3" y="42"/>
                  <a:pt x="3" y="43"/>
                </a:cubicBezTo>
                <a:cubicBezTo>
                  <a:pt x="2" y="43"/>
                  <a:pt x="2" y="43"/>
                  <a:pt x="2" y="44"/>
                </a:cubicBezTo>
                <a:cubicBezTo>
                  <a:pt x="2" y="44"/>
                  <a:pt x="2" y="45"/>
                  <a:pt x="3" y="46"/>
                </a:cubicBezTo>
                <a:cubicBezTo>
                  <a:pt x="3" y="46"/>
                  <a:pt x="4" y="47"/>
                  <a:pt x="4" y="48"/>
                </a:cubicBezTo>
                <a:cubicBezTo>
                  <a:pt x="4" y="48"/>
                  <a:pt x="4" y="50"/>
                  <a:pt x="4" y="51"/>
                </a:cubicBezTo>
                <a:cubicBezTo>
                  <a:pt x="3" y="51"/>
                  <a:pt x="3" y="52"/>
                  <a:pt x="3" y="53"/>
                </a:cubicBezTo>
                <a:cubicBezTo>
                  <a:pt x="3" y="54"/>
                  <a:pt x="4" y="55"/>
                  <a:pt x="4" y="56"/>
                </a:cubicBezTo>
                <a:cubicBezTo>
                  <a:pt x="4" y="57"/>
                  <a:pt x="5" y="59"/>
                  <a:pt x="5" y="60"/>
                </a:cubicBezTo>
                <a:cubicBezTo>
                  <a:pt x="4" y="61"/>
                  <a:pt x="4" y="62"/>
                  <a:pt x="3" y="63"/>
                </a:cubicBezTo>
                <a:cubicBezTo>
                  <a:pt x="3" y="63"/>
                  <a:pt x="2" y="64"/>
                  <a:pt x="2" y="63"/>
                </a:cubicBezTo>
                <a:cubicBezTo>
                  <a:pt x="1" y="63"/>
                  <a:pt x="0" y="63"/>
                  <a:pt x="0" y="63"/>
                </a:cubicBezTo>
                <a:cubicBezTo>
                  <a:pt x="0" y="63"/>
                  <a:pt x="1" y="65"/>
                  <a:pt x="1" y="65"/>
                </a:cubicBezTo>
                <a:cubicBezTo>
                  <a:pt x="2" y="66"/>
                  <a:pt x="3" y="67"/>
                  <a:pt x="3" y="67"/>
                </a:cubicBezTo>
                <a:cubicBezTo>
                  <a:pt x="4" y="67"/>
                  <a:pt x="5" y="67"/>
                  <a:pt x="6" y="68"/>
                </a:cubicBezTo>
                <a:cubicBezTo>
                  <a:pt x="6" y="68"/>
                  <a:pt x="8" y="69"/>
                  <a:pt x="8" y="70"/>
                </a:cubicBezTo>
                <a:cubicBezTo>
                  <a:pt x="9" y="70"/>
                  <a:pt x="10" y="71"/>
                  <a:pt x="10" y="72"/>
                </a:cubicBezTo>
                <a:cubicBezTo>
                  <a:pt x="11" y="72"/>
                  <a:pt x="11" y="73"/>
                  <a:pt x="12" y="73"/>
                </a:cubicBezTo>
                <a:cubicBezTo>
                  <a:pt x="12" y="73"/>
                  <a:pt x="13" y="73"/>
                  <a:pt x="13" y="72"/>
                </a:cubicBezTo>
                <a:cubicBezTo>
                  <a:pt x="14" y="72"/>
                  <a:pt x="15" y="71"/>
                  <a:pt x="15" y="71"/>
                </a:cubicBezTo>
                <a:cubicBezTo>
                  <a:pt x="16" y="70"/>
                  <a:pt x="16" y="69"/>
                  <a:pt x="16" y="69"/>
                </a:cubicBezTo>
                <a:cubicBezTo>
                  <a:pt x="17" y="68"/>
                  <a:pt x="17" y="67"/>
                  <a:pt x="17" y="66"/>
                </a:cubicBezTo>
                <a:cubicBezTo>
                  <a:pt x="18" y="66"/>
                  <a:pt x="19" y="65"/>
                  <a:pt x="19" y="65"/>
                </a:cubicBezTo>
                <a:cubicBezTo>
                  <a:pt x="19" y="65"/>
                  <a:pt x="19" y="66"/>
                  <a:pt x="19" y="66"/>
                </a:cubicBezTo>
                <a:cubicBezTo>
                  <a:pt x="19" y="67"/>
                  <a:pt x="18" y="67"/>
                  <a:pt x="18" y="67"/>
                </a:cubicBezTo>
                <a:cubicBezTo>
                  <a:pt x="18" y="68"/>
                  <a:pt x="18" y="68"/>
                  <a:pt x="18" y="69"/>
                </a:cubicBezTo>
                <a:cubicBezTo>
                  <a:pt x="18" y="69"/>
                  <a:pt x="19" y="70"/>
                  <a:pt x="19" y="70"/>
                </a:cubicBezTo>
                <a:cubicBezTo>
                  <a:pt x="18" y="70"/>
                  <a:pt x="17" y="70"/>
                  <a:pt x="17" y="70"/>
                </a:cubicBezTo>
                <a:cubicBezTo>
                  <a:pt x="17" y="70"/>
                  <a:pt x="18" y="71"/>
                  <a:pt x="18" y="71"/>
                </a:cubicBezTo>
                <a:cubicBezTo>
                  <a:pt x="18" y="71"/>
                  <a:pt x="19" y="72"/>
                  <a:pt x="19" y="71"/>
                </a:cubicBezTo>
                <a:cubicBezTo>
                  <a:pt x="19" y="71"/>
                  <a:pt x="20" y="69"/>
                  <a:pt x="20" y="69"/>
                </a:cubicBezTo>
                <a:cubicBezTo>
                  <a:pt x="20" y="68"/>
                  <a:pt x="20" y="67"/>
                  <a:pt x="20" y="67"/>
                </a:cubicBezTo>
                <a:cubicBezTo>
                  <a:pt x="20" y="66"/>
                  <a:pt x="20" y="66"/>
                  <a:pt x="20" y="65"/>
                </a:cubicBezTo>
                <a:cubicBezTo>
                  <a:pt x="20" y="65"/>
                  <a:pt x="20" y="63"/>
                  <a:pt x="20" y="63"/>
                </a:cubicBezTo>
                <a:cubicBezTo>
                  <a:pt x="20" y="63"/>
                  <a:pt x="21" y="62"/>
                  <a:pt x="21" y="61"/>
                </a:cubicBezTo>
                <a:cubicBezTo>
                  <a:pt x="22" y="61"/>
                  <a:pt x="23" y="60"/>
                  <a:pt x="23" y="59"/>
                </a:cubicBezTo>
                <a:cubicBezTo>
                  <a:pt x="23" y="59"/>
                  <a:pt x="25" y="58"/>
                  <a:pt x="25" y="58"/>
                </a:cubicBezTo>
                <a:cubicBezTo>
                  <a:pt x="25" y="57"/>
                  <a:pt x="26" y="57"/>
                  <a:pt x="26" y="57"/>
                </a:cubicBezTo>
                <a:cubicBezTo>
                  <a:pt x="26" y="57"/>
                  <a:pt x="26" y="59"/>
                  <a:pt x="25" y="59"/>
                </a:cubicBezTo>
                <a:cubicBezTo>
                  <a:pt x="25" y="59"/>
                  <a:pt x="23" y="61"/>
                  <a:pt x="23" y="62"/>
                </a:cubicBezTo>
                <a:cubicBezTo>
                  <a:pt x="22" y="62"/>
                  <a:pt x="22" y="62"/>
                  <a:pt x="22" y="63"/>
                </a:cubicBezTo>
                <a:cubicBezTo>
                  <a:pt x="22" y="64"/>
                  <a:pt x="21" y="65"/>
                  <a:pt x="21" y="66"/>
                </a:cubicBezTo>
                <a:cubicBezTo>
                  <a:pt x="21" y="66"/>
                  <a:pt x="21" y="67"/>
                  <a:pt x="22" y="67"/>
                </a:cubicBezTo>
                <a:cubicBezTo>
                  <a:pt x="22" y="68"/>
                  <a:pt x="22" y="70"/>
                  <a:pt x="22" y="70"/>
                </a:cubicBezTo>
                <a:cubicBezTo>
                  <a:pt x="22" y="71"/>
                  <a:pt x="22" y="73"/>
                  <a:pt x="22" y="73"/>
                </a:cubicBezTo>
                <a:cubicBezTo>
                  <a:pt x="22" y="74"/>
                  <a:pt x="21" y="74"/>
                  <a:pt x="21" y="75"/>
                </a:cubicBezTo>
                <a:cubicBezTo>
                  <a:pt x="21" y="75"/>
                  <a:pt x="21" y="77"/>
                  <a:pt x="21" y="78"/>
                </a:cubicBezTo>
                <a:cubicBezTo>
                  <a:pt x="21" y="78"/>
                  <a:pt x="21" y="79"/>
                  <a:pt x="20" y="79"/>
                </a:cubicBezTo>
                <a:cubicBezTo>
                  <a:pt x="20" y="80"/>
                  <a:pt x="19" y="81"/>
                  <a:pt x="18" y="82"/>
                </a:cubicBezTo>
                <a:cubicBezTo>
                  <a:pt x="18" y="82"/>
                  <a:pt x="17" y="83"/>
                  <a:pt x="17" y="83"/>
                </a:cubicBezTo>
                <a:cubicBezTo>
                  <a:pt x="16" y="83"/>
                  <a:pt x="15" y="83"/>
                  <a:pt x="14" y="84"/>
                </a:cubicBezTo>
                <a:cubicBezTo>
                  <a:pt x="14" y="84"/>
                  <a:pt x="14" y="84"/>
                  <a:pt x="14" y="84"/>
                </a:cubicBezTo>
                <a:cubicBezTo>
                  <a:pt x="14" y="85"/>
                  <a:pt x="14" y="85"/>
                  <a:pt x="15" y="85"/>
                </a:cubicBezTo>
                <a:cubicBezTo>
                  <a:pt x="15" y="85"/>
                  <a:pt x="16" y="85"/>
                  <a:pt x="16" y="85"/>
                </a:cubicBezTo>
                <a:cubicBezTo>
                  <a:pt x="16" y="85"/>
                  <a:pt x="15" y="86"/>
                  <a:pt x="14" y="86"/>
                </a:cubicBezTo>
                <a:cubicBezTo>
                  <a:pt x="14" y="86"/>
                  <a:pt x="14" y="86"/>
                  <a:pt x="14" y="86"/>
                </a:cubicBezTo>
                <a:cubicBezTo>
                  <a:pt x="15" y="89"/>
                  <a:pt x="15" y="89"/>
                  <a:pt x="15" y="89"/>
                </a:cubicBezTo>
                <a:lnTo>
                  <a:pt x="15" y="90"/>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2078" name="Freeform 17"/>
          <p:cNvSpPr>
            <a:spLocks noEditPoints="1"/>
          </p:cNvSpPr>
          <p:nvPr/>
        </p:nvSpPr>
        <p:spPr bwMode="auto">
          <a:xfrm>
            <a:off x="7096125" y="1949450"/>
            <a:ext cx="160337" cy="136525"/>
          </a:xfrm>
          <a:custGeom>
            <a:avLst/>
            <a:gdLst>
              <a:gd name="T0" fmla="*/ 53446 w 42"/>
              <a:gd name="T1" fmla="*/ 91017 h 36"/>
              <a:gd name="T2" fmla="*/ 49628 w 42"/>
              <a:gd name="T3" fmla="*/ 87224 h 36"/>
              <a:gd name="T4" fmla="*/ 45811 w 42"/>
              <a:gd name="T5" fmla="*/ 83432 h 36"/>
              <a:gd name="T6" fmla="*/ 45811 w 42"/>
              <a:gd name="T7" fmla="*/ 72055 h 36"/>
              <a:gd name="T8" fmla="*/ 38175 w 42"/>
              <a:gd name="T9" fmla="*/ 64470 h 36"/>
              <a:gd name="T10" fmla="*/ 30540 w 42"/>
              <a:gd name="T11" fmla="*/ 49301 h 36"/>
              <a:gd name="T12" fmla="*/ 22905 w 42"/>
              <a:gd name="T13" fmla="*/ 37924 h 36"/>
              <a:gd name="T14" fmla="*/ 19088 w 42"/>
              <a:gd name="T15" fmla="*/ 34131 h 36"/>
              <a:gd name="T16" fmla="*/ 7635 w 42"/>
              <a:gd name="T17" fmla="*/ 41716 h 36"/>
              <a:gd name="T18" fmla="*/ 7635 w 42"/>
              <a:gd name="T19" fmla="*/ 45508 h 36"/>
              <a:gd name="T20" fmla="*/ 15270 w 42"/>
              <a:gd name="T21" fmla="*/ 53093 h 36"/>
              <a:gd name="T22" fmla="*/ 19088 w 42"/>
              <a:gd name="T23" fmla="*/ 64470 h 36"/>
              <a:gd name="T24" fmla="*/ 26723 w 42"/>
              <a:gd name="T25" fmla="*/ 72055 h 36"/>
              <a:gd name="T26" fmla="*/ 38175 w 42"/>
              <a:gd name="T27" fmla="*/ 83432 h 36"/>
              <a:gd name="T28" fmla="*/ 34358 w 42"/>
              <a:gd name="T29" fmla="*/ 91017 h 36"/>
              <a:gd name="T30" fmla="*/ 22905 w 42"/>
              <a:gd name="T31" fmla="*/ 91017 h 36"/>
              <a:gd name="T32" fmla="*/ 19088 w 42"/>
              <a:gd name="T33" fmla="*/ 94809 h 36"/>
              <a:gd name="T34" fmla="*/ 11453 w 42"/>
              <a:gd name="T35" fmla="*/ 106186 h 36"/>
              <a:gd name="T36" fmla="*/ 22905 w 42"/>
              <a:gd name="T37" fmla="*/ 109978 h 36"/>
              <a:gd name="T38" fmla="*/ 34358 w 42"/>
              <a:gd name="T39" fmla="*/ 113771 h 36"/>
              <a:gd name="T40" fmla="*/ 38175 w 42"/>
              <a:gd name="T41" fmla="*/ 109978 h 36"/>
              <a:gd name="T42" fmla="*/ 49628 w 42"/>
              <a:gd name="T43" fmla="*/ 106186 h 36"/>
              <a:gd name="T44" fmla="*/ 53446 w 42"/>
              <a:gd name="T45" fmla="*/ 98601 h 36"/>
              <a:gd name="T46" fmla="*/ 7635 w 42"/>
              <a:gd name="T47" fmla="*/ 75847 h 36"/>
              <a:gd name="T48" fmla="*/ 0 w 42"/>
              <a:gd name="T49" fmla="*/ 64470 h 36"/>
              <a:gd name="T50" fmla="*/ 15270 w 42"/>
              <a:gd name="T51" fmla="*/ 64470 h 36"/>
              <a:gd name="T52" fmla="*/ 19088 w 42"/>
              <a:gd name="T53" fmla="*/ 75847 h 36"/>
              <a:gd name="T54" fmla="*/ 72533 w 42"/>
              <a:gd name="T55" fmla="*/ 68263 h 36"/>
              <a:gd name="T56" fmla="*/ 57263 w 42"/>
              <a:gd name="T57" fmla="*/ 68263 h 36"/>
              <a:gd name="T58" fmla="*/ 53446 w 42"/>
              <a:gd name="T59" fmla="*/ 60678 h 36"/>
              <a:gd name="T60" fmla="*/ 61081 w 42"/>
              <a:gd name="T61" fmla="*/ 53093 h 36"/>
              <a:gd name="T62" fmla="*/ 68716 w 42"/>
              <a:gd name="T63" fmla="*/ 56885 h 36"/>
              <a:gd name="T64" fmla="*/ 156519 w 42"/>
              <a:gd name="T65" fmla="*/ 94809 h 36"/>
              <a:gd name="T66" fmla="*/ 148884 w 42"/>
              <a:gd name="T67" fmla="*/ 102394 h 36"/>
              <a:gd name="T68" fmla="*/ 137432 w 42"/>
              <a:gd name="T69" fmla="*/ 106186 h 36"/>
              <a:gd name="T70" fmla="*/ 141249 w 42"/>
              <a:gd name="T71" fmla="*/ 98601 h 36"/>
              <a:gd name="T72" fmla="*/ 148884 w 42"/>
              <a:gd name="T73" fmla="*/ 91017 h 36"/>
              <a:gd name="T74" fmla="*/ 160337 w 42"/>
              <a:gd name="T75" fmla="*/ 91017 h 36"/>
              <a:gd name="T76" fmla="*/ 99256 w 42"/>
              <a:gd name="T77" fmla="*/ 87224 h 36"/>
              <a:gd name="T78" fmla="*/ 95439 w 42"/>
              <a:gd name="T79" fmla="*/ 91017 h 36"/>
              <a:gd name="T80" fmla="*/ 87804 w 42"/>
              <a:gd name="T81" fmla="*/ 94809 h 36"/>
              <a:gd name="T82" fmla="*/ 83986 w 42"/>
              <a:gd name="T83" fmla="*/ 94809 h 36"/>
              <a:gd name="T84" fmla="*/ 76351 w 42"/>
              <a:gd name="T85" fmla="*/ 91017 h 36"/>
              <a:gd name="T86" fmla="*/ 72533 w 42"/>
              <a:gd name="T87" fmla="*/ 83432 h 36"/>
              <a:gd name="T88" fmla="*/ 76351 w 42"/>
              <a:gd name="T89" fmla="*/ 79640 h 36"/>
              <a:gd name="T90" fmla="*/ 87804 w 42"/>
              <a:gd name="T91" fmla="*/ 75847 h 36"/>
              <a:gd name="T92" fmla="*/ 91621 w 42"/>
              <a:gd name="T93" fmla="*/ 72055 h 36"/>
              <a:gd name="T94" fmla="*/ 91621 w 42"/>
              <a:gd name="T95" fmla="*/ 75847 h 36"/>
              <a:gd name="T96" fmla="*/ 83986 w 42"/>
              <a:gd name="T97" fmla="*/ 128940 h 36"/>
              <a:gd name="T98" fmla="*/ 76351 w 42"/>
              <a:gd name="T99" fmla="*/ 128940 h 36"/>
              <a:gd name="T100" fmla="*/ 83986 w 42"/>
              <a:gd name="T101" fmla="*/ 128940 h 36"/>
              <a:gd name="T102" fmla="*/ 83986 w 42"/>
              <a:gd name="T103" fmla="*/ 22754 h 36"/>
              <a:gd name="T104" fmla="*/ 129797 w 42"/>
              <a:gd name="T105" fmla="*/ 136525 h 36"/>
              <a:gd name="T106" fmla="*/ 133614 w 42"/>
              <a:gd name="T107" fmla="*/ 132733 h 36"/>
              <a:gd name="T108" fmla="*/ 61081 w 42"/>
              <a:gd name="T109" fmla="*/ 3792 h 36"/>
              <a:gd name="T110" fmla="*/ 106891 w 42"/>
              <a:gd name="T111" fmla="*/ 98601 h 36"/>
              <a:gd name="T112" fmla="*/ 106891 w 42"/>
              <a:gd name="T113" fmla="*/ 98601 h 36"/>
              <a:gd name="T114" fmla="*/ 64898 w 42"/>
              <a:gd name="T115" fmla="*/ 72055 h 36"/>
              <a:gd name="T116" fmla="*/ 91621 w 42"/>
              <a:gd name="T117" fmla="*/ 72055 h 36"/>
              <a:gd name="T118" fmla="*/ 133614 w 42"/>
              <a:gd name="T119" fmla="*/ 132733 h 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2" h="36">
                <a:moveTo>
                  <a:pt x="15" y="25"/>
                </a:moveTo>
                <a:cubicBezTo>
                  <a:pt x="15" y="25"/>
                  <a:pt x="15" y="25"/>
                  <a:pt x="15" y="25"/>
                </a:cubicBezTo>
                <a:cubicBezTo>
                  <a:pt x="15" y="25"/>
                  <a:pt x="15" y="25"/>
                  <a:pt x="15" y="25"/>
                </a:cubicBezTo>
                <a:cubicBezTo>
                  <a:pt x="15" y="25"/>
                  <a:pt x="15" y="24"/>
                  <a:pt x="15" y="24"/>
                </a:cubicBezTo>
                <a:cubicBezTo>
                  <a:pt x="15" y="24"/>
                  <a:pt x="15" y="24"/>
                  <a:pt x="15" y="24"/>
                </a:cubicBezTo>
                <a:cubicBezTo>
                  <a:pt x="15" y="24"/>
                  <a:pt x="15" y="24"/>
                  <a:pt x="15" y="24"/>
                </a:cubicBezTo>
                <a:cubicBezTo>
                  <a:pt x="15" y="24"/>
                  <a:pt x="15" y="24"/>
                  <a:pt x="15" y="24"/>
                </a:cubicBezTo>
                <a:cubicBezTo>
                  <a:pt x="15" y="24"/>
                  <a:pt x="14" y="24"/>
                  <a:pt x="14" y="24"/>
                </a:cubicBezTo>
                <a:cubicBezTo>
                  <a:pt x="14" y="24"/>
                  <a:pt x="14" y="24"/>
                  <a:pt x="14" y="24"/>
                </a:cubicBezTo>
                <a:cubicBezTo>
                  <a:pt x="15" y="24"/>
                  <a:pt x="15"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3"/>
                  <a:pt x="14" y="23"/>
                </a:cubicBezTo>
                <a:cubicBezTo>
                  <a:pt x="14" y="23"/>
                  <a:pt x="14" y="23"/>
                  <a:pt x="14" y="23"/>
                </a:cubicBezTo>
                <a:cubicBezTo>
                  <a:pt x="14" y="23"/>
                  <a:pt x="14" y="23"/>
                  <a:pt x="14" y="23"/>
                </a:cubicBezTo>
                <a:cubicBezTo>
                  <a:pt x="14" y="23"/>
                  <a:pt x="14" y="23"/>
                  <a:pt x="14" y="23"/>
                </a:cubicBezTo>
                <a:cubicBezTo>
                  <a:pt x="14" y="23"/>
                  <a:pt x="13" y="23"/>
                  <a:pt x="13" y="23"/>
                </a:cubicBezTo>
                <a:cubicBezTo>
                  <a:pt x="13" y="23"/>
                  <a:pt x="13" y="23"/>
                  <a:pt x="13" y="23"/>
                </a:cubicBezTo>
                <a:cubicBezTo>
                  <a:pt x="13" y="23"/>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0"/>
                  <a:pt x="12" y="20"/>
                </a:cubicBezTo>
                <a:cubicBezTo>
                  <a:pt x="12" y="20"/>
                  <a:pt x="12" y="20"/>
                  <a:pt x="12" y="20"/>
                </a:cubicBezTo>
                <a:cubicBezTo>
                  <a:pt x="12" y="20"/>
                  <a:pt x="12" y="20"/>
                  <a:pt x="12" y="20"/>
                </a:cubicBezTo>
                <a:cubicBezTo>
                  <a:pt x="12" y="20"/>
                  <a:pt x="12" y="20"/>
                  <a:pt x="12" y="20"/>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8"/>
                  <a:pt x="11" y="18"/>
                  <a:pt x="11" y="18"/>
                </a:cubicBezTo>
                <a:cubicBezTo>
                  <a:pt x="11" y="18"/>
                  <a:pt x="11" y="18"/>
                  <a:pt x="11" y="18"/>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9" y="16"/>
                  <a:pt x="9" y="16"/>
                </a:cubicBezTo>
                <a:cubicBezTo>
                  <a:pt x="9" y="16"/>
                  <a:pt x="9" y="16"/>
                  <a:pt x="9" y="16"/>
                </a:cubicBezTo>
                <a:cubicBezTo>
                  <a:pt x="9" y="16"/>
                  <a:pt x="9" y="16"/>
                  <a:pt x="9" y="16"/>
                </a:cubicBezTo>
                <a:cubicBezTo>
                  <a:pt x="8" y="16"/>
                  <a:pt x="8" y="16"/>
                  <a:pt x="8" y="15"/>
                </a:cubicBezTo>
                <a:cubicBezTo>
                  <a:pt x="8" y="15"/>
                  <a:pt x="8" y="15"/>
                  <a:pt x="8" y="15"/>
                </a:cubicBezTo>
                <a:cubicBezTo>
                  <a:pt x="8" y="15"/>
                  <a:pt x="8" y="15"/>
                  <a:pt x="8" y="15"/>
                </a:cubicBezTo>
                <a:cubicBezTo>
                  <a:pt x="8" y="14"/>
                  <a:pt x="8" y="14"/>
                  <a:pt x="8" y="14"/>
                </a:cubicBezTo>
                <a:cubicBezTo>
                  <a:pt x="8" y="14"/>
                  <a:pt x="8" y="14"/>
                  <a:pt x="8" y="13"/>
                </a:cubicBezTo>
                <a:cubicBezTo>
                  <a:pt x="8" y="13"/>
                  <a:pt x="8" y="13"/>
                  <a:pt x="8" y="13"/>
                </a:cubicBezTo>
                <a:cubicBezTo>
                  <a:pt x="8" y="13"/>
                  <a:pt x="8" y="13"/>
                  <a:pt x="8" y="13"/>
                </a:cubicBezTo>
                <a:cubicBezTo>
                  <a:pt x="8" y="13"/>
                  <a:pt x="8" y="12"/>
                  <a:pt x="8" y="12"/>
                </a:cubicBezTo>
                <a:cubicBezTo>
                  <a:pt x="8" y="12"/>
                  <a:pt x="8" y="12"/>
                  <a:pt x="8" y="12"/>
                </a:cubicBezTo>
                <a:cubicBezTo>
                  <a:pt x="8" y="12"/>
                  <a:pt x="8" y="12"/>
                  <a:pt x="8" y="12"/>
                </a:cubicBezTo>
                <a:cubicBezTo>
                  <a:pt x="8" y="12"/>
                  <a:pt x="8" y="12"/>
                  <a:pt x="7" y="12"/>
                </a:cubicBezTo>
                <a:cubicBezTo>
                  <a:pt x="7" y="12"/>
                  <a:pt x="7" y="12"/>
                  <a:pt x="7" y="11"/>
                </a:cubicBezTo>
                <a:cubicBezTo>
                  <a:pt x="7" y="11"/>
                  <a:pt x="7" y="11"/>
                  <a:pt x="7" y="11"/>
                </a:cubicBezTo>
                <a:cubicBezTo>
                  <a:pt x="7" y="11"/>
                  <a:pt x="7" y="11"/>
                  <a:pt x="7" y="11"/>
                </a:cubicBezTo>
                <a:cubicBezTo>
                  <a:pt x="7" y="11"/>
                  <a:pt x="7" y="11"/>
                  <a:pt x="7" y="11"/>
                </a:cubicBezTo>
                <a:cubicBezTo>
                  <a:pt x="6" y="10"/>
                  <a:pt x="6" y="10"/>
                  <a:pt x="6" y="10"/>
                </a:cubicBezTo>
                <a:cubicBezTo>
                  <a:pt x="6" y="10"/>
                  <a:pt x="6" y="10"/>
                  <a:pt x="6" y="10"/>
                </a:cubicBezTo>
                <a:cubicBezTo>
                  <a:pt x="6" y="10"/>
                  <a:pt x="6" y="10"/>
                  <a:pt x="6" y="10"/>
                </a:cubicBezTo>
                <a:cubicBezTo>
                  <a:pt x="6" y="9"/>
                  <a:pt x="6" y="9"/>
                  <a:pt x="6" y="9"/>
                </a:cubicBezTo>
                <a:cubicBezTo>
                  <a:pt x="6" y="9"/>
                  <a:pt x="6" y="9"/>
                  <a:pt x="6" y="9"/>
                </a:cubicBezTo>
                <a:cubicBezTo>
                  <a:pt x="6" y="9"/>
                  <a:pt x="6" y="9"/>
                  <a:pt x="6" y="9"/>
                </a:cubicBezTo>
                <a:cubicBezTo>
                  <a:pt x="6" y="9"/>
                  <a:pt x="6"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10"/>
                  <a:pt x="4" y="10"/>
                </a:cubicBezTo>
                <a:cubicBezTo>
                  <a:pt x="4" y="10"/>
                  <a:pt x="4" y="10"/>
                  <a:pt x="4" y="10"/>
                </a:cubicBezTo>
                <a:cubicBezTo>
                  <a:pt x="4" y="10"/>
                  <a:pt x="4" y="10"/>
                  <a:pt x="4" y="10"/>
                </a:cubicBezTo>
                <a:cubicBezTo>
                  <a:pt x="4" y="10"/>
                  <a:pt x="3" y="10"/>
                  <a:pt x="3" y="10"/>
                </a:cubicBezTo>
                <a:cubicBezTo>
                  <a:pt x="3" y="10"/>
                  <a:pt x="3" y="10"/>
                  <a:pt x="3" y="10"/>
                </a:cubicBezTo>
                <a:cubicBezTo>
                  <a:pt x="3" y="10"/>
                  <a:pt x="3" y="10"/>
                  <a:pt x="3" y="11"/>
                </a:cubicBezTo>
                <a:cubicBezTo>
                  <a:pt x="3" y="11"/>
                  <a:pt x="3" y="11"/>
                  <a:pt x="2" y="11"/>
                </a:cubicBezTo>
                <a:cubicBezTo>
                  <a:pt x="2" y="11"/>
                  <a:pt x="2" y="11"/>
                  <a:pt x="2" y="11"/>
                </a:cubicBezTo>
                <a:cubicBezTo>
                  <a:pt x="2" y="11"/>
                  <a:pt x="2" y="11"/>
                  <a:pt x="2" y="11"/>
                </a:cubicBezTo>
                <a:cubicBezTo>
                  <a:pt x="1" y="11"/>
                  <a:pt x="1" y="12"/>
                  <a:pt x="1" y="12"/>
                </a:cubicBezTo>
                <a:cubicBezTo>
                  <a:pt x="1" y="12"/>
                  <a:pt x="1" y="12"/>
                  <a:pt x="1" y="12"/>
                </a:cubicBezTo>
                <a:cubicBezTo>
                  <a:pt x="1" y="12"/>
                  <a:pt x="1" y="12"/>
                  <a:pt x="1" y="12"/>
                </a:cubicBezTo>
                <a:cubicBezTo>
                  <a:pt x="1" y="12"/>
                  <a:pt x="1" y="12"/>
                  <a:pt x="1" y="12"/>
                </a:cubicBezTo>
                <a:cubicBezTo>
                  <a:pt x="1" y="12"/>
                  <a:pt x="1" y="12"/>
                  <a:pt x="2" y="12"/>
                </a:cubicBezTo>
                <a:cubicBezTo>
                  <a:pt x="2" y="13"/>
                  <a:pt x="2" y="13"/>
                  <a:pt x="2" y="12"/>
                </a:cubicBezTo>
                <a:cubicBezTo>
                  <a:pt x="2" y="12"/>
                  <a:pt x="2" y="12"/>
                  <a:pt x="2" y="13"/>
                </a:cubicBezTo>
                <a:cubicBezTo>
                  <a:pt x="2" y="13"/>
                  <a:pt x="2" y="12"/>
                  <a:pt x="2" y="12"/>
                </a:cubicBezTo>
                <a:cubicBezTo>
                  <a:pt x="2" y="12"/>
                  <a:pt x="2" y="12"/>
                  <a:pt x="2" y="12"/>
                </a:cubicBezTo>
                <a:cubicBezTo>
                  <a:pt x="2" y="12"/>
                  <a:pt x="2" y="12"/>
                  <a:pt x="2" y="12"/>
                </a:cubicBezTo>
                <a:cubicBezTo>
                  <a:pt x="2" y="12"/>
                  <a:pt x="3" y="12"/>
                  <a:pt x="3" y="12"/>
                </a:cubicBezTo>
                <a:cubicBezTo>
                  <a:pt x="3" y="12"/>
                  <a:pt x="3" y="12"/>
                  <a:pt x="4" y="12"/>
                </a:cubicBezTo>
                <a:cubicBezTo>
                  <a:pt x="4" y="12"/>
                  <a:pt x="4" y="12"/>
                  <a:pt x="4" y="12"/>
                </a:cubicBezTo>
                <a:cubicBezTo>
                  <a:pt x="4" y="12"/>
                  <a:pt x="4" y="12"/>
                  <a:pt x="4" y="12"/>
                </a:cubicBezTo>
                <a:cubicBezTo>
                  <a:pt x="4" y="12"/>
                  <a:pt x="4" y="12"/>
                  <a:pt x="4" y="13"/>
                </a:cubicBezTo>
                <a:cubicBezTo>
                  <a:pt x="4" y="13"/>
                  <a:pt x="4" y="13"/>
                  <a:pt x="4" y="13"/>
                </a:cubicBezTo>
                <a:cubicBezTo>
                  <a:pt x="4" y="13"/>
                  <a:pt x="4" y="13"/>
                  <a:pt x="4" y="13"/>
                </a:cubicBezTo>
                <a:cubicBezTo>
                  <a:pt x="4" y="13"/>
                  <a:pt x="4" y="14"/>
                  <a:pt x="4" y="14"/>
                </a:cubicBezTo>
                <a:cubicBezTo>
                  <a:pt x="4" y="14"/>
                  <a:pt x="4" y="14"/>
                  <a:pt x="4" y="14"/>
                </a:cubicBezTo>
                <a:cubicBezTo>
                  <a:pt x="4" y="14"/>
                  <a:pt x="4" y="14"/>
                  <a:pt x="4" y="14"/>
                </a:cubicBezTo>
                <a:cubicBezTo>
                  <a:pt x="4"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6"/>
                  <a:pt x="5" y="17"/>
                  <a:pt x="5" y="17"/>
                </a:cubicBezTo>
                <a:cubicBezTo>
                  <a:pt x="5" y="17"/>
                  <a:pt x="5" y="17"/>
                  <a:pt x="5" y="17"/>
                </a:cubicBezTo>
                <a:cubicBezTo>
                  <a:pt x="5" y="17"/>
                  <a:pt x="5" y="17"/>
                  <a:pt x="5" y="17"/>
                </a:cubicBezTo>
                <a:cubicBezTo>
                  <a:pt x="5" y="17"/>
                  <a:pt x="6" y="17"/>
                  <a:pt x="6" y="17"/>
                </a:cubicBezTo>
                <a:cubicBezTo>
                  <a:pt x="6" y="18"/>
                  <a:pt x="6" y="18"/>
                  <a:pt x="6" y="18"/>
                </a:cubicBezTo>
                <a:cubicBezTo>
                  <a:pt x="6" y="18"/>
                  <a:pt x="6" y="18"/>
                  <a:pt x="7" y="18"/>
                </a:cubicBezTo>
                <a:cubicBezTo>
                  <a:pt x="7" y="18"/>
                  <a:pt x="7" y="18"/>
                  <a:pt x="7" y="18"/>
                </a:cubicBezTo>
                <a:cubicBezTo>
                  <a:pt x="7" y="18"/>
                  <a:pt x="7" y="18"/>
                  <a:pt x="7" y="18"/>
                </a:cubicBezTo>
                <a:cubicBezTo>
                  <a:pt x="7" y="18"/>
                  <a:pt x="7" y="19"/>
                  <a:pt x="7" y="19"/>
                </a:cubicBezTo>
                <a:cubicBezTo>
                  <a:pt x="7" y="19"/>
                  <a:pt x="7" y="18"/>
                  <a:pt x="8" y="19"/>
                </a:cubicBezTo>
                <a:cubicBezTo>
                  <a:pt x="8" y="19"/>
                  <a:pt x="8" y="19"/>
                  <a:pt x="8" y="19"/>
                </a:cubicBezTo>
                <a:cubicBezTo>
                  <a:pt x="7" y="19"/>
                  <a:pt x="7" y="19"/>
                  <a:pt x="7" y="19"/>
                </a:cubicBezTo>
                <a:cubicBezTo>
                  <a:pt x="7" y="19"/>
                  <a:pt x="7" y="19"/>
                  <a:pt x="7" y="20"/>
                </a:cubicBezTo>
                <a:cubicBezTo>
                  <a:pt x="7" y="20"/>
                  <a:pt x="8" y="20"/>
                  <a:pt x="8" y="20"/>
                </a:cubicBezTo>
                <a:cubicBezTo>
                  <a:pt x="8" y="20"/>
                  <a:pt x="8" y="20"/>
                  <a:pt x="8" y="20"/>
                </a:cubicBezTo>
                <a:cubicBezTo>
                  <a:pt x="8" y="21"/>
                  <a:pt x="9" y="21"/>
                  <a:pt x="9" y="21"/>
                </a:cubicBezTo>
                <a:cubicBezTo>
                  <a:pt x="9" y="21"/>
                  <a:pt x="9" y="21"/>
                  <a:pt x="9" y="21"/>
                </a:cubicBezTo>
                <a:cubicBezTo>
                  <a:pt x="9" y="21"/>
                  <a:pt x="9" y="21"/>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4"/>
                </a:cubicBezTo>
                <a:cubicBezTo>
                  <a:pt x="9" y="24"/>
                  <a:pt x="8" y="24"/>
                  <a:pt x="8" y="24"/>
                </a:cubicBezTo>
                <a:cubicBezTo>
                  <a:pt x="8" y="24"/>
                  <a:pt x="8" y="24"/>
                  <a:pt x="8" y="24"/>
                </a:cubicBezTo>
                <a:cubicBezTo>
                  <a:pt x="8" y="23"/>
                  <a:pt x="8" y="23"/>
                  <a:pt x="8" y="23"/>
                </a:cubicBezTo>
                <a:cubicBezTo>
                  <a:pt x="8" y="23"/>
                  <a:pt x="8" y="23"/>
                  <a:pt x="8" y="23"/>
                </a:cubicBezTo>
                <a:cubicBezTo>
                  <a:pt x="8" y="23"/>
                  <a:pt x="7" y="23"/>
                  <a:pt x="7" y="23"/>
                </a:cubicBezTo>
                <a:cubicBezTo>
                  <a:pt x="7" y="23"/>
                  <a:pt x="7" y="23"/>
                  <a:pt x="7" y="24"/>
                </a:cubicBezTo>
                <a:cubicBezTo>
                  <a:pt x="7" y="24"/>
                  <a:pt x="7" y="24"/>
                  <a:pt x="7" y="24"/>
                </a:cubicBezTo>
                <a:cubicBezTo>
                  <a:pt x="7" y="24"/>
                  <a:pt x="7" y="24"/>
                  <a:pt x="7" y="24"/>
                </a:cubicBezTo>
                <a:cubicBezTo>
                  <a:pt x="7" y="24"/>
                  <a:pt x="7" y="24"/>
                  <a:pt x="7" y="24"/>
                </a:cubicBezTo>
                <a:cubicBezTo>
                  <a:pt x="7"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5" y="24"/>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4" y="25"/>
                  <a:pt x="4" y="25"/>
                </a:cubicBezTo>
                <a:cubicBezTo>
                  <a:pt x="4" y="25"/>
                  <a:pt x="4" y="25"/>
                  <a:pt x="4" y="25"/>
                </a:cubicBezTo>
                <a:cubicBezTo>
                  <a:pt x="4" y="25"/>
                  <a:pt x="4" y="25"/>
                  <a:pt x="4" y="25"/>
                </a:cubicBezTo>
                <a:cubicBezTo>
                  <a:pt x="4" y="26"/>
                  <a:pt x="4" y="26"/>
                  <a:pt x="4" y="26"/>
                </a:cubicBezTo>
                <a:cubicBezTo>
                  <a:pt x="3" y="26"/>
                  <a:pt x="3" y="26"/>
                  <a:pt x="3" y="26"/>
                </a:cubicBezTo>
                <a:cubicBezTo>
                  <a:pt x="3" y="26"/>
                  <a:pt x="3" y="26"/>
                  <a:pt x="3" y="26"/>
                </a:cubicBezTo>
                <a:cubicBezTo>
                  <a:pt x="3" y="26"/>
                  <a:pt x="3" y="26"/>
                  <a:pt x="3" y="27"/>
                </a:cubicBezTo>
                <a:cubicBezTo>
                  <a:pt x="3" y="27"/>
                  <a:pt x="3" y="27"/>
                  <a:pt x="3" y="27"/>
                </a:cubicBezTo>
                <a:cubicBezTo>
                  <a:pt x="2" y="27"/>
                  <a:pt x="2" y="27"/>
                  <a:pt x="3" y="28"/>
                </a:cubicBezTo>
                <a:cubicBezTo>
                  <a:pt x="3" y="28"/>
                  <a:pt x="3" y="28"/>
                  <a:pt x="3" y="28"/>
                </a:cubicBezTo>
                <a:cubicBezTo>
                  <a:pt x="3" y="28"/>
                  <a:pt x="3" y="28"/>
                  <a:pt x="3" y="28"/>
                </a:cubicBezTo>
                <a:cubicBezTo>
                  <a:pt x="4" y="28"/>
                  <a:pt x="4" y="28"/>
                  <a:pt x="4" y="28"/>
                </a:cubicBezTo>
                <a:cubicBezTo>
                  <a:pt x="4" y="28"/>
                  <a:pt x="4" y="29"/>
                  <a:pt x="4" y="29"/>
                </a:cubicBezTo>
                <a:cubicBezTo>
                  <a:pt x="4" y="29"/>
                  <a:pt x="4" y="29"/>
                  <a:pt x="4" y="29"/>
                </a:cubicBezTo>
                <a:cubicBezTo>
                  <a:pt x="4" y="29"/>
                  <a:pt x="4" y="29"/>
                  <a:pt x="4" y="29"/>
                </a:cubicBezTo>
                <a:cubicBezTo>
                  <a:pt x="4" y="29"/>
                  <a:pt x="4" y="29"/>
                  <a:pt x="4" y="29"/>
                </a:cubicBezTo>
                <a:cubicBezTo>
                  <a:pt x="5" y="29"/>
                  <a:pt x="5" y="29"/>
                  <a:pt x="5" y="29"/>
                </a:cubicBezTo>
                <a:cubicBezTo>
                  <a:pt x="5" y="29"/>
                  <a:pt x="5" y="29"/>
                  <a:pt x="5" y="29"/>
                </a:cubicBezTo>
                <a:cubicBezTo>
                  <a:pt x="5" y="29"/>
                  <a:pt x="5" y="29"/>
                  <a:pt x="5" y="29"/>
                </a:cubicBezTo>
                <a:cubicBezTo>
                  <a:pt x="5" y="29"/>
                  <a:pt x="6" y="29"/>
                  <a:pt x="6" y="29"/>
                </a:cubicBezTo>
                <a:cubicBezTo>
                  <a:pt x="6" y="29"/>
                  <a:pt x="6" y="29"/>
                  <a:pt x="6" y="29"/>
                </a:cubicBezTo>
                <a:cubicBezTo>
                  <a:pt x="6" y="30"/>
                  <a:pt x="7" y="29"/>
                  <a:pt x="7" y="30"/>
                </a:cubicBezTo>
                <a:cubicBezTo>
                  <a:pt x="7" y="30"/>
                  <a:pt x="7" y="30"/>
                  <a:pt x="7" y="30"/>
                </a:cubicBezTo>
                <a:cubicBezTo>
                  <a:pt x="7" y="30"/>
                  <a:pt x="7"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29"/>
                  <a:pt x="9" y="30"/>
                  <a:pt x="9" y="29"/>
                </a:cubicBezTo>
                <a:cubicBezTo>
                  <a:pt x="9" y="29"/>
                  <a:pt x="9" y="29"/>
                  <a:pt x="9" y="29"/>
                </a:cubicBezTo>
                <a:cubicBezTo>
                  <a:pt x="9" y="29"/>
                  <a:pt x="9" y="29"/>
                  <a:pt x="9" y="29"/>
                </a:cubicBezTo>
                <a:cubicBezTo>
                  <a:pt x="9" y="29"/>
                  <a:pt x="10" y="29"/>
                  <a:pt x="10" y="29"/>
                </a:cubicBezTo>
                <a:cubicBezTo>
                  <a:pt x="10" y="29"/>
                  <a:pt x="10" y="29"/>
                  <a:pt x="10" y="29"/>
                </a:cubicBezTo>
                <a:cubicBezTo>
                  <a:pt x="10" y="29"/>
                  <a:pt x="10" y="29"/>
                  <a:pt x="10" y="29"/>
                </a:cubicBezTo>
                <a:cubicBezTo>
                  <a:pt x="10" y="29"/>
                  <a:pt x="10" y="29"/>
                  <a:pt x="10" y="29"/>
                </a:cubicBezTo>
                <a:cubicBezTo>
                  <a:pt x="10" y="29"/>
                  <a:pt x="10"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4" y="28"/>
                </a:cubicBezTo>
                <a:cubicBezTo>
                  <a:pt x="14" y="28"/>
                  <a:pt x="14" y="28"/>
                  <a:pt x="14" y="28"/>
                </a:cubicBezTo>
                <a:cubicBezTo>
                  <a:pt x="14" y="28"/>
                  <a:pt x="14" y="28"/>
                  <a:pt x="14" y="27"/>
                </a:cubicBezTo>
                <a:cubicBezTo>
                  <a:pt x="14" y="27"/>
                  <a:pt x="14" y="27"/>
                  <a:pt x="14" y="27"/>
                </a:cubicBezTo>
                <a:cubicBezTo>
                  <a:pt x="14" y="27"/>
                  <a:pt x="14" y="27"/>
                  <a:pt x="14" y="27"/>
                </a:cubicBezTo>
                <a:cubicBezTo>
                  <a:pt x="14" y="27"/>
                  <a:pt x="14" y="27"/>
                  <a:pt x="14" y="26"/>
                </a:cubicBezTo>
                <a:cubicBezTo>
                  <a:pt x="14" y="26"/>
                  <a:pt x="14" y="26"/>
                  <a:pt x="14" y="26"/>
                </a:cubicBezTo>
                <a:cubicBezTo>
                  <a:pt x="14" y="26"/>
                  <a:pt x="14" y="26"/>
                  <a:pt x="14" y="26"/>
                </a:cubicBezTo>
                <a:cubicBezTo>
                  <a:pt x="14" y="26"/>
                  <a:pt x="14" y="26"/>
                  <a:pt x="14" y="26"/>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lose/>
                <a:moveTo>
                  <a:pt x="2" y="20"/>
                </a:moveTo>
                <a:cubicBezTo>
                  <a:pt x="2" y="20"/>
                  <a:pt x="2" y="20"/>
                  <a:pt x="2" y="20"/>
                </a:cubicBezTo>
                <a:cubicBezTo>
                  <a:pt x="2" y="20"/>
                  <a:pt x="2" y="20"/>
                  <a:pt x="2" y="20"/>
                </a:cubicBezTo>
                <a:cubicBezTo>
                  <a:pt x="1" y="20"/>
                  <a:pt x="1" y="20"/>
                  <a:pt x="1" y="20"/>
                </a:cubicBezTo>
                <a:cubicBezTo>
                  <a:pt x="1" y="20"/>
                  <a:pt x="1" y="20"/>
                  <a:pt x="1" y="20"/>
                </a:cubicBezTo>
                <a:cubicBezTo>
                  <a:pt x="1" y="20"/>
                  <a:pt x="1" y="20"/>
                  <a:pt x="1" y="20"/>
                </a:cubicBezTo>
                <a:cubicBezTo>
                  <a:pt x="1" y="19"/>
                  <a:pt x="1" y="19"/>
                  <a:pt x="0" y="19"/>
                </a:cubicBezTo>
                <a:cubicBezTo>
                  <a:pt x="0" y="19"/>
                  <a:pt x="0" y="19"/>
                  <a:pt x="0" y="19"/>
                </a:cubicBezTo>
                <a:cubicBezTo>
                  <a:pt x="0" y="19"/>
                  <a:pt x="0" y="18"/>
                  <a:pt x="0" y="18"/>
                </a:cubicBezTo>
                <a:cubicBezTo>
                  <a:pt x="0" y="18"/>
                  <a:pt x="0" y="18"/>
                  <a:pt x="0" y="17"/>
                </a:cubicBezTo>
                <a:cubicBezTo>
                  <a:pt x="0" y="17"/>
                  <a:pt x="0" y="17"/>
                  <a:pt x="0" y="17"/>
                </a:cubicBezTo>
                <a:cubicBezTo>
                  <a:pt x="0" y="17"/>
                  <a:pt x="0" y="17"/>
                  <a:pt x="0"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3" y="17"/>
                </a:cubicBezTo>
                <a:cubicBezTo>
                  <a:pt x="3" y="17"/>
                  <a:pt x="3" y="16"/>
                  <a:pt x="3" y="16"/>
                </a:cubicBezTo>
                <a:cubicBezTo>
                  <a:pt x="3" y="16"/>
                  <a:pt x="3" y="16"/>
                  <a:pt x="3" y="16"/>
                </a:cubicBezTo>
                <a:cubicBezTo>
                  <a:pt x="3" y="16"/>
                  <a:pt x="4" y="16"/>
                  <a:pt x="4" y="16"/>
                </a:cubicBezTo>
                <a:cubicBezTo>
                  <a:pt x="4" y="16"/>
                  <a:pt x="4" y="16"/>
                  <a:pt x="4" y="16"/>
                </a:cubicBezTo>
                <a:cubicBezTo>
                  <a:pt x="4" y="16"/>
                  <a:pt x="4" y="17"/>
                  <a:pt x="4" y="17"/>
                </a:cubicBezTo>
                <a:cubicBezTo>
                  <a:pt x="5" y="17"/>
                  <a:pt x="5" y="17"/>
                  <a:pt x="5" y="17"/>
                </a:cubicBezTo>
                <a:cubicBezTo>
                  <a:pt x="5" y="17"/>
                  <a:pt x="5" y="17"/>
                  <a:pt x="5" y="17"/>
                </a:cubicBezTo>
                <a:cubicBezTo>
                  <a:pt x="5" y="17"/>
                  <a:pt x="5" y="17"/>
                  <a:pt x="5" y="18"/>
                </a:cubicBezTo>
                <a:cubicBezTo>
                  <a:pt x="5" y="18"/>
                  <a:pt x="5" y="18"/>
                  <a:pt x="5" y="18"/>
                </a:cubicBezTo>
                <a:cubicBezTo>
                  <a:pt x="5" y="18"/>
                  <a:pt x="5" y="18"/>
                  <a:pt x="5" y="18"/>
                </a:cubicBezTo>
                <a:cubicBezTo>
                  <a:pt x="5" y="18"/>
                  <a:pt x="5" y="18"/>
                  <a:pt x="5" y="18"/>
                </a:cubicBezTo>
                <a:cubicBezTo>
                  <a:pt x="5" y="18"/>
                  <a:pt x="5" y="19"/>
                  <a:pt x="5" y="19"/>
                </a:cubicBezTo>
                <a:cubicBezTo>
                  <a:pt x="5" y="19"/>
                  <a:pt x="5" y="19"/>
                  <a:pt x="5" y="19"/>
                </a:cubicBezTo>
                <a:cubicBezTo>
                  <a:pt x="5" y="19"/>
                  <a:pt x="5" y="19"/>
                  <a:pt x="5" y="19"/>
                </a:cubicBezTo>
                <a:cubicBezTo>
                  <a:pt x="5" y="19"/>
                  <a:pt x="5" y="20"/>
                  <a:pt x="5" y="20"/>
                </a:cubicBezTo>
                <a:cubicBezTo>
                  <a:pt x="4" y="20"/>
                  <a:pt x="4" y="20"/>
                  <a:pt x="4" y="20"/>
                </a:cubicBezTo>
                <a:cubicBezTo>
                  <a:pt x="4" y="20"/>
                  <a:pt x="4" y="20"/>
                  <a:pt x="4" y="20"/>
                </a:cubicBezTo>
                <a:cubicBezTo>
                  <a:pt x="4" y="20"/>
                  <a:pt x="4" y="20"/>
                  <a:pt x="3" y="20"/>
                </a:cubicBezTo>
                <a:cubicBezTo>
                  <a:pt x="3" y="20"/>
                  <a:pt x="3" y="20"/>
                  <a:pt x="3" y="20"/>
                </a:cubicBezTo>
                <a:cubicBezTo>
                  <a:pt x="3" y="20"/>
                  <a:pt x="3" y="20"/>
                  <a:pt x="3" y="20"/>
                </a:cubicBezTo>
                <a:cubicBezTo>
                  <a:pt x="3" y="20"/>
                  <a:pt x="2" y="20"/>
                  <a:pt x="2" y="20"/>
                </a:cubicBezTo>
                <a:close/>
                <a:moveTo>
                  <a:pt x="19" y="17"/>
                </a:moveTo>
                <a:cubicBezTo>
                  <a:pt x="19" y="17"/>
                  <a:pt x="19" y="17"/>
                  <a:pt x="19" y="17"/>
                </a:cubicBezTo>
                <a:cubicBezTo>
                  <a:pt x="19" y="17"/>
                  <a:pt x="19" y="17"/>
                  <a:pt x="19" y="17"/>
                </a:cubicBezTo>
                <a:cubicBezTo>
                  <a:pt x="19" y="18"/>
                  <a:pt x="19" y="18"/>
                  <a:pt x="19" y="18"/>
                </a:cubicBezTo>
                <a:cubicBezTo>
                  <a:pt x="19" y="18"/>
                  <a:pt x="18" y="18"/>
                  <a:pt x="18" y="18"/>
                </a:cubicBezTo>
                <a:cubicBezTo>
                  <a:pt x="18" y="18"/>
                  <a:pt x="18" y="18"/>
                  <a:pt x="18" y="18"/>
                </a:cubicBezTo>
                <a:cubicBezTo>
                  <a:pt x="17" y="18"/>
                  <a:pt x="17" y="18"/>
                  <a:pt x="17" y="18"/>
                </a:cubicBezTo>
                <a:cubicBezTo>
                  <a:pt x="17" y="18"/>
                  <a:pt x="17" y="18"/>
                  <a:pt x="17" y="18"/>
                </a:cubicBezTo>
                <a:cubicBezTo>
                  <a:pt x="17" y="18"/>
                  <a:pt x="17" y="18"/>
                  <a:pt x="17" y="18"/>
                </a:cubicBezTo>
                <a:cubicBezTo>
                  <a:pt x="17" y="18"/>
                  <a:pt x="17" y="18"/>
                  <a:pt x="16" y="18"/>
                </a:cubicBezTo>
                <a:cubicBezTo>
                  <a:pt x="16" y="18"/>
                  <a:pt x="16" y="18"/>
                  <a:pt x="16" y="18"/>
                </a:cubicBezTo>
                <a:cubicBezTo>
                  <a:pt x="16" y="18"/>
                  <a:pt x="16" y="18"/>
                  <a:pt x="16" y="18"/>
                </a:cubicBezTo>
                <a:cubicBezTo>
                  <a:pt x="16" y="18"/>
                  <a:pt x="16" y="18"/>
                  <a:pt x="16" y="18"/>
                </a:cubicBezTo>
                <a:cubicBezTo>
                  <a:pt x="16" y="18"/>
                  <a:pt x="16" y="18"/>
                  <a:pt x="15" y="18"/>
                </a:cubicBezTo>
                <a:cubicBezTo>
                  <a:pt x="15" y="17"/>
                  <a:pt x="15" y="18"/>
                  <a:pt x="15" y="17"/>
                </a:cubicBezTo>
                <a:cubicBezTo>
                  <a:pt x="15" y="17"/>
                  <a:pt x="15" y="17"/>
                  <a:pt x="15" y="17"/>
                </a:cubicBezTo>
                <a:cubicBezTo>
                  <a:pt x="15" y="17"/>
                  <a:pt x="15" y="17"/>
                  <a:pt x="15" y="17"/>
                </a:cubicBezTo>
                <a:cubicBezTo>
                  <a:pt x="15" y="17"/>
                  <a:pt x="15"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5"/>
                  <a:pt x="14" y="15"/>
                  <a:pt x="14" y="15"/>
                </a:cubicBezTo>
                <a:cubicBezTo>
                  <a:pt x="14" y="15"/>
                  <a:pt x="14" y="15"/>
                  <a:pt x="14" y="15"/>
                </a:cubicBezTo>
                <a:cubicBezTo>
                  <a:pt x="14" y="15"/>
                  <a:pt x="14" y="15"/>
                  <a:pt x="14" y="15"/>
                </a:cubicBezTo>
                <a:cubicBezTo>
                  <a:pt x="15" y="14"/>
                  <a:pt x="15" y="14"/>
                  <a:pt x="15" y="14"/>
                </a:cubicBezTo>
                <a:cubicBezTo>
                  <a:pt x="15" y="14"/>
                  <a:pt x="15" y="14"/>
                  <a:pt x="15" y="14"/>
                </a:cubicBezTo>
                <a:cubicBezTo>
                  <a:pt x="15" y="14"/>
                  <a:pt x="16" y="14"/>
                  <a:pt x="16" y="14"/>
                </a:cubicBezTo>
                <a:cubicBezTo>
                  <a:pt x="16" y="14"/>
                  <a:pt x="16" y="14"/>
                  <a:pt x="16" y="14"/>
                </a:cubicBezTo>
                <a:cubicBezTo>
                  <a:pt x="16" y="15"/>
                  <a:pt x="16" y="15"/>
                  <a:pt x="16" y="15"/>
                </a:cubicBezTo>
                <a:cubicBezTo>
                  <a:pt x="16"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8" y="15"/>
                  <a:pt x="18" y="15"/>
                </a:cubicBezTo>
                <a:cubicBezTo>
                  <a:pt x="18" y="15"/>
                  <a:pt x="18" y="15"/>
                  <a:pt x="18" y="15"/>
                </a:cubicBezTo>
                <a:cubicBezTo>
                  <a:pt x="18" y="15"/>
                  <a:pt x="18" y="15"/>
                  <a:pt x="18" y="15"/>
                </a:cubicBezTo>
                <a:cubicBezTo>
                  <a:pt x="18" y="16"/>
                  <a:pt x="18" y="16"/>
                  <a:pt x="19" y="16"/>
                </a:cubicBezTo>
                <a:cubicBezTo>
                  <a:pt x="19" y="16"/>
                  <a:pt x="19" y="16"/>
                  <a:pt x="19" y="16"/>
                </a:cubicBezTo>
                <a:cubicBezTo>
                  <a:pt x="19" y="16"/>
                  <a:pt x="19" y="17"/>
                  <a:pt x="19" y="17"/>
                </a:cubicBezTo>
                <a:cubicBezTo>
                  <a:pt x="19" y="17"/>
                  <a:pt x="19" y="17"/>
                  <a:pt x="19" y="17"/>
                </a:cubicBezTo>
                <a:cubicBezTo>
                  <a:pt x="19" y="17"/>
                  <a:pt x="19" y="17"/>
                  <a:pt x="19" y="17"/>
                </a:cubicBezTo>
                <a:cubicBezTo>
                  <a:pt x="19" y="17"/>
                  <a:pt x="19" y="17"/>
                  <a:pt x="19" y="17"/>
                </a:cubicBezTo>
                <a:close/>
                <a:moveTo>
                  <a:pt x="42" y="24"/>
                </a:moveTo>
                <a:cubicBezTo>
                  <a:pt x="42" y="24"/>
                  <a:pt x="42" y="24"/>
                  <a:pt x="42" y="25"/>
                </a:cubicBezTo>
                <a:cubicBezTo>
                  <a:pt x="42" y="25"/>
                  <a:pt x="42" y="25"/>
                  <a:pt x="42" y="25"/>
                </a:cubicBezTo>
                <a:cubicBezTo>
                  <a:pt x="41" y="25"/>
                  <a:pt x="41" y="25"/>
                  <a:pt x="41" y="25"/>
                </a:cubicBezTo>
                <a:cubicBezTo>
                  <a:pt x="41" y="25"/>
                  <a:pt x="41" y="25"/>
                  <a:pt x="41" y="25"/>
                </a:cubicBezTo>
                <a:cubicBezTo>
                  <a:pt x="41" y="25"/>
                  <a:pt x="41" y="25"/>
                  <a:pt x="41" y="26"/>
                </a:cubicBezTo>
                <a:cubicBezTo>
                  <a:pt x="41" y="26"/>
                  <a:pt x="41" y="26"/>
                  <a:pt x="41" y="26"/>
                </a:cubicBezTo>
                <a:cubicBezTo>
                  <a:pt x="41" y="26"/>
                  <a:pt x="41" y="26"/>
                  <a:pt x="41" y="26"/>
                </a:cubicBezTo>
                <a:cubicBezTo>
                  <a:pt x="40" y="26"/>
                  <a:pt x="40" y="26"/>
                  <a:pt x="40" y="26"/>
                </a:cubicBezTo>
                <a:cubicBezTo>
                  <a:pt x="40" y="26"/>
                  <a:pt x="40" y="26"/>
                  <a:pt x="40" y="26"/>
                </a:cubicBezTo>
                <a:cubicBezTo>
                  <a:pt x="40" y="26"/>
                  <a:pt x="40" y="26"/>
                  <a:pt x="40" y="26"/>
                </a:cubicBezTo>
                <a:cubicBezTo>
                  <a:pt x="40" y="26"/>
                  <a:pt x="40" y="27"/>
                  <a:pt x="40" y="27"/>
                </a:cubicBezTo>
                <a:cubicBezTo>
                  <a:pt x="40" y="27"/>
                  <a:pt x="40" y="27"/>
                  <a:pt x="40" y="27"/>
                </a:cubicBezTo>
                <a:cubicBezTo>
                  <a:pt x="40" y="27"/>
                  <a:pt x="39" y="27"/>
                  <a:pt x="39" y="27"/>
                </a:cubicBezTo>
                <a:cubicBezTo>
                  <a:pt x="39" y="27"/>
                  <a:pt x="39" y="27"/>
                  <a:pt x="39" y="27"/>
                </a:cubicBezTo>
                <a:cubicBezTo>
                  <a:pt x="39" y="28"/>
                  <a:pt x="39" y="28"/>
                  <a:pt x="39" y="28"/>
                </a:cubicBezTo>
                <a:cubicBezTo>
                  <a:pt x="39" y="28"/>
                  <a:pt x="39" y="28"/>
                  <a:pt x="39" y="28"/>
                </a:cubicBezTo>
                <a:cubicBezTo>
                  <a:pt x="39" y="28"/>
                  <a:pt x="38" y="28"/>
                  <a:pt x="38" y="28"/>
                </a:cubicBezTo>
                <a:cubicBezTo>
                  <a:pt x="38" y="28"/>
                  <a:pt x="38" y="28"/>
                  <a:pt x="38" y="28"/>
                </a:cubicBezTo>
                <a:cubicBezTo>
                  <a:pt x="38" y="28"/>
                  <a:pt x="37" y="28"/>
                  <a:pt x="37" y="28"/>
                </a:cubicBezTo>
                <a:cubicBezTo>
                  <a:pt x="37" y="28"/>
                  <a:pt x="37"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6" y="28"/>
                  <a:pt x="35" y="28"/>
                </a:cubicBezTo>
                <a:cubicBezTo>
                  <a:pt x="35" y="28"/>
                  <a:pt x="35" y="27"/>
                  <a:pt x="35" y="27"/>
                </a:cubicBezTo>
                <a:cubicBezTo>
                  <a:pt x="35" y="27"/>
                  <a:pt x="36" y="27"/>
                  <a:pt x="36" y="27"/>
                </a:cubicBezTo>
                <a:cubicBezTo>
                  <a:pt x="36" y="27"/>
                  <a:pt x="36" y="27"/>
                  <a:pt x="36" y="27"/>
                </a:cubicBezTo>
                <a:cubicBezTo>
                  <a:pt x="36" y="27"/>
                  <a:pt x="36" y="27"/>
                  <a:pt x="36" y="27"/>
                </a:cubicBezTo>
                <a:cubicBezTo>
                  <a:pt x="36" y="27"/>
                  <a:pt x="36" y="27"/>
                  <a:pt x="36" y="27"/>
                </a:cubicBezTo>
                <a:cubicBezTo>
                  <a:pt x="37" y="27"/>
                  <a:pt x="37" y="26"/>
                  <a:pt x="37" y="26"/>
                </a:cubicBezTo>
                <a:cubicBezTo>
                  <a:pt x="37" y="26"/>
                  <a:pt x="37" y="26"/>
                  <a:pt x="37" y="26"/>
                </a:cubicBezTo>
                <a:cubicBezTo>
                  <a:pt x="37" y="26"/>
                  <a:pt x="37" y="26"/>
                  <a:pt x="37" y="26"/>
                </a:cubicBezTo>
                <a:cubicBezTo>
                  <a:pt x="37" y="26"/>
                  <a:pt x="37" y="26"/>
                  <a:pt x="37" y="26"/>
                </a:cubicBezTo>
                <a:cubicBezTo>
                  <a:pt x="37" y="26"/>
                  <a:pt x="37" y="26"/>
                  <a:pt x="38" y="26"/>
                </a:cubicBezTo>
                <a:cubicBezTo>
                  <a:pt x="38" y="26"/>
                  <a:pt x="38" y="26"/>
                  <a:pt x="38" y="26"/>
                </a:cubicBezTo>
                <a:cubicBezTo>
                  <a:pt x="38" y="26"/>
                  <a:pt x="38" y="26"/>
                  <a:pt x="38" y="26"/>
                </a:cubicBezTo>
                <a:cubicBezTo>
                  <a:pt x="38" y="26"/>
                  <a:pt x="38" y="26"/>
                  <a:pt x="38" y="25"/>
                </a:cubicBezTo>
                <a:cubicBezTo>
                  <a:pt x="38" y="25"/>
                  <a:pt x="38" y="25"/>
                  <a:pt x="38" y="25"/>
                </a:cubicBezTo>
                <a:cubicBezTo>
                  <a:pt x="38" y="25"/>
                  <a:pt x="38" y="25"/>
                  <a:pt x="38" y="25"/>
                </a:cubicBezTo>
                <a:cubicBezTo>
                  <a:pt x="38" y="25"/>
                  <a:pt x="38" y="25"/>
                  <a:pt x="38" y="25"/>
                </a:cubicBezTo>
                <a:cubicBezTo>
                  <a:pt x="38" y="25"/>
                  <a:pt x="39" y="25"/>
                  <a:pt x="39" y="25"/>
                </a:cubicBezTo>
                <a:cubicBezTo>
                  <a:pt x="39" y="24"/>
                  <a:pt x="39" y="24"/>
                  <a:pt x="39" y="24"/>
                </a:cubicBezTo>
                <a:cubicBezTo>
                  <a:pt x="39" y="24"/>
                  <a:pt x="39" y="24"/>
                  <a:pt x="39" y="24"/>
                </a:cubicBezTo>
                <a:cubicBezTo>
                  <a:pt x="39" y="24"/>
                  <a:pt x="39" y="24"/>
                  <a:pt x="39" y="24"/>
                </a:cubicBezTo>
                <a:cubicBezTo>
                  <a:pt x="40" y="24"/>
                  <a:pt x="40" y="24"/>
                  <a:pt x="40" y="24"/>
                </a:cubicBezTo>
                <a:cubicBezTo>
                  <a:pt x="40" y="24"/>
                  <a:pt x="40" y="24"/>
                  <a:pt x="40" y="24"/>
                </a:cubicBezTo>
                <a:cubicBezTo>
                  <a:pt x="40" y="24"/>
                  <a:pt x="40" y="24"/>
                  <a:pt x="40" y="24"/>
                </a:cubicBezTo>
                <a:cubicBezTo>
                  <a:pt x="40" y="24"/>
                  <a:pt x="41" y="24"/>
                  <a:pt x="41" y="24"/>
                </a:cubicBezTo>
                <a:cubicBezTo>
                  <a:pt x="41" y="24"/>
                  <a:pt x="41" y="24"/>
                  <a:pt x="41" y="24"/>
                </a:cubicBezTo>
                <a:cubicBezTo>
                  <a:pt x="41" y="24"/>
                  <a:pt x="41" y="24"/>
                  <a:pt x="41" y="24"/>
                </a:cubicBezTo>
                <a:cubicBezTo>
                  <a:pt x="41" y="24"/>
                  <a:pt x="41" y="24"/>
                  <a:pt x="41" y="24"/>
                </a:cubicBezTo>
                <a:cubicBezTo>
                  <a:pt x="41" y="24"/>
                  <a:pt x="42" y="24"/>
                  <a:pt x="42" y="24"/>
                </a:cubicBezTo>
                <a:cubicBezTo>
                  <a:pt x="42" y="24"/>
                  <a:pt x="42" y="24"/>
                  <a:pt x="42" y="24"/>
                </a:cubicBezTo>
                <a:cubicBezTo>
                  <a:pt x="42" y="24"/>
                  <a:pt x="42" y="24"/>
                  <a:pt x="42" y="24"/>
                </a:cubicBezTo>
                <a:cubicBezTo>
                  <a:pt x="42" y="24"/>
                  <a:pt x="42" y="24"/>
                  <a:pt x="42" y="24"/>
                </a:cubicBezTo>
                <a:close/>
                <a:moveTo>
                  <a:pt x="26" y="22"/>
                </a:move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3"/>
                </a:cubicBezTo>
                <a:cubicBezTo>
                  <a:pt x="26" y="23"/>
                  <a:pt x="26" y="23"/>
                  <a:pt x="26" y="23"/>
                </a:cubicBezTo>
                <a:cubicBezTo>
                  <a:pt x="26" y="23"/>
                  <a:pt x="26" y="23"/>
                  <a:pt x="26" y="23"/>
                </a:cubicBezTo>
                <a:cubicBezTo>
                  <a:pt x="26" y="23"/>
                  <a:pt x="26" y="23"/>
                  <a:pt x="26" y="23"/>
                </a:cubicBezTo>
                <a:cubicBezTo>
                  <a:pt x="25" y="24"/>
                  <a:pt x="26"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5"/>
                  <a:pt x="25" y="25"/>
                  <a:pt x="25" y="25"/>
                </a:cubicBezTo>
                <a:cubicBezTo>
                  <a:pt x="24" y="25"/>
                  <a:pt x="24" y="25"/>
                  <a:pt x="24" y="25"/>
                </a:cubicBezTo>
                <a:cubicBezTo>
                  <a:pt x="24" y="25"/>
                  <a:pt x="24" y="25"/>
                  <a:pt x="24" y="25"/>
                </a:cubicBezTo>
                <a:cubicBezTo>
                  <a:pt x="24"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4"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2" y="25"/>
                  <a:pt x="22" y="25"/>
                </a:cubicBezTo>
                <a:cubicBezTo>
                  <a:pt x="22" y="25"/>
                  <a:pt x="22" y="25"/>
                  <a:pt x="22" y="25"/>
                </a:cubicBezTo>
                <a:cubicBezTo>
                  <a:pt x="22" y="25"/>
                  <a:pt x="22" y="25"/>
                  <a:pt x="22" y="25"/>
                </a:cubicBezTo>
                <a:cubicBezTo>
                  <a:pt x="22" y="25"/>
                  <a:pt x="22" y="25"/>
                  <a:pt x="22" y="25"/>
                </a:cubicBezTo>
                <a:cubicBezTo>
                  <a:pt x="22" y="25"/>
                  <a:pt x="22" y="25"/>
                  <a:pt x="21" y="25"/>
                </a:cubicBezTo>
                <a:cubicBezTo>
                  <a:pt x="21" y="25"/>
                  <a:pt x="21" y="25"/>
                  <a:pt x="21" y="25"/>
                </a:cubicBezTo>
                <a:cubicBezTo>
                  <a:pt x="21" y="25"/>
                  <a:pt x="21" y="25"/>
                  <a:pt x="21" y="25"/>
                </a:cubicBezTo>
                <a:cubicBezTo>
                  <a:pt x="21" y="25"/>
                  <a:pt x="21" y="25"/>
                  <a:pt x="21" y="25"/>
                </a:cubicBezTo>
                <a:cubicBezTo>
                  <a:pt x="21" y="25"/>
                  <a:pt x="21" y="24"/>
                  <a:pt x="21" y="24"/>
                </a:cubicBezTo>
                <a:cubicBezTo>
                  <a:pt x="21" y="24"/>
                  <a:pt x="21" y="24"/>
                  <a:pt x="21" y="24"/>
                </a:cubicBezTo>
                <a:cubicBezTo>
                  <a:pt x="21" y="24"/>
                  <a:pt x="21"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19" y="24"/>
                  <a:pt x="20" y="23"/>
                  <a:pt x="19" y="23"/>
                </a:cubicBezTo>
                <a:cubicBezTo>
                  <a:pt x="19" y="23"/>
                  <a:pt x="19" y="23"/>
                  <a:pt x="19" y="23"/>
                </a:cubicBezTo>
                <a:cubicBezTo>
                  <a:pt x="19" y="23"/>
                  <a:pt x="19" y="23"/>
                  <a:pt x="19" y="23"/>
                </a:cubicBezTo>
                <a:cubicBezTo>
                  <a:pt x="19" y="23"/>
                  <a:pt x="19" y="23"/>
                  <a:pt x="19" y="23"/>
                </a:cubicBezTo>
                <a:cubicBezTo>
                  <a:pt x="19" y="22"/>
                  <a:pt x="19" y="22"/>
                  <a:pt x="19" y="22"/>
                </a:cubicBezTo>
                <a:cubicBezTo>
                  <a:pt x="19" y="22"/>
                  <a:pt x="19" y="22"/>
                  <a:pt x="19" y="22"/>
                </a:cubicBezTo>
                <a:cubicBezTo>
                  <a:pt x="19" y="22"/>
                  <a:pt x="19" y="22"/>
                  <a:pt x="20" y="22"/>
                </a:cubicBezTo>
                <a:cubicBezTo>
                  <a:pt x="20" y="22"/>
                  <a:pt x="20" y="22"/>
                  <a:pt x="20" y="22"/>
                </a:cubicBezTo>
                <a:cubicBezTo>
                  <a:pt x="20" y="22"/>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1" y="21"/>
                  <a:pt x="21" y="21"/>
                  <a:pt x="21" y="21"/>
                </a:cubicBezTo>
                <a:cubicBezTo>
                  <a:pt x="21" y="21"/>
                  <a:pt x="21" y="21"/>
                  <a:pt x="21" y="21"/>
                </a:cubicBezTo>
                <a:cubicBezTo>
                  <a:pt x="22" y="21"/>
                  <a:pt x="22" y="21"/>
                  <a:pt x="22" y="20"/>
                </a:cubicBezTo>
                <a:cubicBezTo>
                  <a:pt x="22" y="20"/>
                  <a:pt x="22" y="20"/>
                  <a:pt x="22" y="20"/>
                </a:cubicBezTo>
                <a:cubicBezTo>
                  <a:pt x="22" y="20"/>
                  <a:pt x="22" y="20"/>
                  <a:pt x="22" y="20"/>
                </a:cubicBezTo>
                <a:cubicBezTo>
                  <a:pt x="22" y="20"/>
                  <a:pt x="22" y="20"/>
                  <a:pt x="22" y="21"/>
                </a:cubicBezTo>
                <a:cubicBezTo>
                  <a:pt x="22" y="21"/>
                  <a:pt x="22" y="21"/>
                  <a:pt x="22" y="21"/>
                </a:cubicBezTo>
                <a:cubicBezTo>
                  <a:pt x="23" y="21"/>
                  <a:pt x="23" y="21"/>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5" y="20"/>
                </a:cubicBezTo>
                <a:cubicBezTo>
                  <a:pt x="25" y="20"/>
                  <a:pt x="25"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5" y="20"/>
                  <a:pt x="25" y="20"/>
                  <a:pt x="25" y="21"/>
                </a:cubicBezTo>
                <a:cubicBezTo>
                  <a:pt x="25" y="21"/>
                  <a:pt x="25" y="21"/>
                  <a:pt x="25" y="21"/>
                </a:cubicBezTo>
                <a:cubicBezTo>
                  <a:pt x="25" y="21"/>
                  <a:pt x="25" y="21"/>
                  <a:pt x="26" y="21"/>
                </a:cubicBezTo>
                <a:cubicBezTo>
                  <a:pt x="26" y="21"/>
                  <a:pt x="26" y="22"/>
                  <a:pt x="26" y="22"/>
                </a:cubicBezTo>
                <a:close/>
                <a:moveTo>
                  <a:pt x="23" y="34"/>
                </a:moveTo>
                <a:cubicBezTo>
                  <a:pt x="23" y="34"/>
                  <a:pt x="22" y="34"/>
                  <a:pt x="22" y="34"/>
                </a:cubicBezTo>
                <a:cubicBezTo>
                  <a:pt x="22" y="35"/>
                  <a:pt x="22" y="35"/>
                  <a:pt x="22" y="35"/>
                </a:cubicBezTo>
                <a:cubicBezTo>
                  <a:pt x="22" y="35"/>
                  <a:pt x="22" y="35"/>
                  <a:pt x="22" y="35"/>
                </a:cubicBezTo>
                <a:cubicBezTo>
                  <a:pt x="22" y="35"/>
                  <a:pt x="22" y="35"/>
                  <a:pt x="21" y="35"/>
                </a:cubicBezTo>
                <a:cubicBezTo>
                  <a:pt x="21" y="35"/>
                  <a:pt x="21" y="35"/>
                  <a:pt x="21" y="35"/>
                </a:cubicBezTo>
                <a:cubicBezTo>
                  <a:pt x="21" y="35"/>
                  <a:pt x="21" y="35"/>
                  <a:pt x="20" y="35"/>
                </a:cubicBezTo>
                <a:cubicBezTo>
                  <a:pt x="20" y="35"/>
                  <a:pt x="20" y="35"/>
                  <a:pt x="20" y="35"/>
                </a:cubicBezTo>
                <a:cubicBezTo>
                  <a:pt x="20" y="35"/>
                  <a:pt x="20" y="35"/>
                  <a:pt x="20" y="35"/>
                </a:cubicBezTo>
                <a:cubicBezTo>
                  <a:pt x="20" y="35"/>
                  <a:pt x="20" y="35"/>
                  <a:pt x="20" y="34"/>
                </a:cubicBezTo>
                <a:cubicBezTo>
                  <a:pt x="20" y="34"/>
                  <a:pt x="20" y="34"/>
                  <a:pt x="20" y="34"/>
                </a:cubicBezTo>
                <a:cubicBezTo>
                  <a:pt x="20" y="34"/>
                  <a:pt x="20" y="34"/>
                  <a:pt x="20" y="34"/>
                </a:cubicBezTo>
                <a:cubicBezTo>
                  <a:pt x="20" y="34"/>
                  <a:pt x="20" y="33"/>
                  <a:pt x="20" y="33"/>
                </a:cubicBezTo>
                <a:cubicBezTo>
                  <a:pt x="21" y="33"/>
                  <a:pt x="21" y="33"/>
                  <a:pt x="21" y="33"/>
                </a:cubicBezTo>
                <a:cubicBezTo>
                  <a:pt x="21" y="33"/>
                  <a:pt x="20" y="33"/>
                  <a:pt x="21" y="33"/>
                </a:cubicBezTo>
                <a:cubicBezTo>
                  <a:pt x="21" y="33"/>
                  <a:pt x="21" y="33"/>
                  <a:pt x="21" y="33"/>
                </a:cubicBezTo>
                <a:cubicBezTo>
                  <a:pt x="21" y="33"/>
                  <a:pt x="21" y="33"/>
                  <a:pt x="21" y="33"/>
                </a:cubicBezTo>
                <a:cubicBezTo>
                  <a:pt x="21" y="33"/>
                  <a:pt x="21" y="33"/>
                  <a:pt x="22" y="33"/>
                </a:cubicBezTo>
                <a:cubicBezTo>
                  <a:pt x="22" y="33"/>
                  <a:pt x="22" y="33"/>
                  <a:pt x="22" y="33"/>
                </a:cubicBezTo>
                <a:cubicBezTo>
                  <a:pt x="22" y="33"/>
                  <a:pt x="22" y="33"/>
                  <a:pt x="22" y="33"/>
                </a:cubicBezTo>
                <a:cubicBezTo>
                  <a:pt x="22" y="33"/>
                  <a:pt x="22" y="33"/>
                  <a:pt x="22" y="33"/>
                </a:cubicBezTo>
                <a:cubicBezTo>
                  <a:pt x="22" y="33"/>
                  <a:pt x="22" y="33"/>
                  <a:pt x="22" y="34"/>
                </a:cubicBezTo>
                <a:cubicBezTo>
                  <a:pt x="22" y="34"/>
                  <a:pt x="22" y="34"/>
                  <a:pt x="22" y="34"/>
                </a:cubicBezTo>
                <a:cubicBezTo>
                  <a:pt x="23" y="34"/>
                  <a:pt x="23" y="34"/>
                  <a:pt x="23" y="34"/>
                </a:cubicBezTo>
                <a:close/>
                <a:moveTo>
                  <a:pt x="19" y="6"/>
                </a:moveTo>
                <a:cubicBezTo>
                  <a:pt x="19" y="6"/>
                  <a:pt x="20" y="5"/>
                  <a:pt x="20" y="5"/>
                </a:cubicBezTo>
                <a:cubicBezTo>
                  <a:pt x="20" y="5"/>
                  <a:pt x="20" y="5"/>
                  <a:pt x="21" y="5"/>
                </a:cubicBezTo>
                <a:cubicBezTo>
                  <a:pt x="21" y="5"/>
                  <a:pt x="21" y="5"/>
                  <a:pt x="21" y="5"/>
                </a:cubicBezTo>
                <a:cubicBezTo>
                  <a:pt x="21" y="5"/>
                  <a:pt x="21" y="5"/>
                  <a:pt x="21" y="5"/>
                </a:cubicBezTo>
                <a:cubicBezTo>
                  <a:pt x="21" y="5"/>
                  <a:pt x="21" y="5"/>
                  <a:pt x="22" y="6"/>
                </a:cubicBezTo>
                <a:cubicBezTo>
                  <a:pt x="22" y="6"/>
                  <a:pt x="22" y="6"/>
                  <a:pt x="22" y="6"/>
                </a:cubicBezTo>
                <a:cubicBezTo>
                  <a:pt x="22" y="6"/>
                  <a:pt x="22" y="6"/>
                  <a:pt x="22" y="6"/>
                </a:cubicBezTo>
                <a:cubicBezTo>
                  <a:pt x="22" y="6"/>
                  <a:pt x="22" y="7"/>
                  <a:pt x="21" y="7"/>
                </a:cubicBezTo>
                <a:cubicBezTo>
                  <a:pt x="21" y="7"/>
                  <a:pt x="21" y="7"/>
                  <a:pt x="21" y="7"/>
                </a:cubicBezTo>
                <a:cubicBezTo>
                  <a:pt x="20" y="7"/>
                  <a:pt x="20" y="7"/>
                  <a:pt x="20" y="6"/>
                </a:cubicBezTo>
                <a:cubicBezTo>
                  <a:pt x="20" y="6"/>
                  <a:pt x="20" y="6"/>
                  <a:pt x="20" y="6"/>
                </a:cubicBezTo>
                <a:cubicBezTo>
                  <a:pt x="19" y="6"/>
                  <a:pt x="19" y="6"/>
                  <a:pt x="19" y="6"/>
                </a:cubicBezTo>
                <a:close/>
                <a:moveTo>
                  <a:pt x="35" y="36"/>
                </a:moveTo>
                <a:cubicBezTo>
                  <a:pt x="35" y="36"/>
                  <a:pt x="35" y="36"/>
                  <a:pt x="35" y="36"/>
                </a:cubicBezTo>
                <a:cubicBezTo>
                  <a:pt x="35" y="36"/>
                  <a:pt x="35" y="36"/>
                  <a:pt x="35" y="36"/>
                </a:cubicBezTo>
                <a:cubicBezTo>
                  <a:pt x="35" y="36"/>
                  <a:pt x="35" y="36"/>
                  <a:pt x="35" y="36"/>
                </a:cubicBezTo>
                <a:cubicBezTo>
                  <a:pt x="35" y="36"/>
                  <a:pt x="35" y="36"/>
                  <a:pt x="34" y="36"/>
                </a:cubicBezTo>
                <a:cubicBezTo>
                  <a:pt x="34" y="36"/>
                  <a:pt x="34" y="36"/>
                  <a:pt x="34" y="36"/>
                </a:cubicBezTo>
                <a:cubicBezTo>
                  <a:pt x="34" y="36"/>
                  <a:pt x="34" y="36"/>
                  <a:pt x="34" y="36"/>
                </a:cubicBezTo>
                <a:cubicBezTo>
                  <a:pt x="34" y="36"/>
                  <a:pt x="34" y="36"/>
                  <a:pt x="34" y="36"/>
                </a:cubicBezTo>
                <a:cubicBezTo>
                  <a:pt x="34" y="36"/>
                  <a:pt x="33" y="36"/>
                  <a:pt x="33" y="36"/>
                </a:cubicBezTo>
                <a:cubicBezTo>
                  <a:pt x="33" y="35"/>
                  <a:pt x="34" y="35"/>
                  <a:pt x="34" y="35"/>
                </a:cubicBezTo>
                <a:cubicBezTo>
                  <a:pt x="34" y="35"/>
                  <a:pt x="34" y="35"/>
                  <a:pt x="34" y="35"/>
                </a:cubicBezTo>
                <a:cubicBezTo>
                  <a:pt x="34" y="35"/>
                  <a:pt x="34" y="35"/>
                  <a:pt x="34" y="35"/>
                </a:cubicBezTo>
                <a:cubicBezTo>
                  <a:pt x="34" y="35"/>
                  <a:pt x="35" y="35"/>
                  <a:pt x="35" y="35"/>
                </a:cubicBezTo>
                <a:cubicBezTo>
                  <a:pt x="35" y="35"/>
                  <a:pt x="35" y="35"/>
                  <a:pt x="35" y="35"/>
                </a:cubicBezTo>
                <a:cubicBezTo>
                  <a:pt x="35" y="35"/>
                  <a:pt x="35" y="35"/>
                  <a:pt x="35" y="35"/>
                </a:cubicBezTo>
                <a:cubicBezTo>
                  <a:pt x="35" y="35"/>
                  <a:pt x="35" y="35"/>
                  <a:pt x="35" y="35"/>
                </a:cubicBezTo>
                <a:cubicBezTo>
                  <a:pt x="35" y="35"/>
                  <a:pt x="35" y="36"/>
                  <a:pt x="35" y="36"/>
                </a:cubicBezTo>
                <a:cubicBezTo>
                  <a:pt x="35" y="36"/>
                  <a:pt x="35" y="36"/>
                  <a:pt x="35" y="36"/>
                </a:cubicBezTo>
                <a:cubicBezTo>
                  <a:pt x="35" y="36"/>
                  <a:pt x="35" y="36"/>
                  <a:pt x="35" y="36"/>
                </a:cubicBezTo>
                <a:close/>
                <a:moveTo>
                  <a:pt x="15" y="1"/>
                </a:moveTo>
                <a:cubicBezTo>
                  <a:pt x="15" y="1"/>
                  <a:pt x="15" y="1"/>
                  <a:pt x="15" y="1"/>
                </a:cubicBezTo>
                <a:cubicBezTo>
                  <a:pt x="15" y="1"/>
                  <a:pt x="15" y="1"/>
                  <a:pt x="15" y="0"/>
                </a:cubicBezTo>
                <a:cubicBezTo>
                  <a:pt x="15" y="0"/>
                  <a:pt x="15" y="0"/>
                  <a:pt x="16" y="0"/>
                </a:cubicBezTo>
                <a:cubicBezTo>
                  <a:pt x="16" y="0"/>
                  <a:pt x="16" y="1"/>
                  <a:pt x="16" y="1"/>
                </a:cubicBezTo>
                <a:cubicBezTo>
                  <a:pt x="16" y="1"/>
                  <a:pt x="16" y="1"/>
                  <a:pt x="16" y="1"/>
                </a:cubicBezTo>
                <a:cubicBezTo>
                  <a:pt x="16" y="1"/>
                  <a:pt x="16" y="1"/>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1"/>
                  <a:pt x="15" y="1"/>
                </a:cubicBezTo>
                <a:close/>
                <a:moveTo>
                  <a:pt x="28" y="26"/>
                </a:moveTo>
                <a:cubicBezTo>
                  <a:pt x="28" y="26"/>
                  <a:pt x="28" y="26"/>
                  <a:pt x="28" y="26"/>
                </a:cubicBezTo>
                <a:cubicBezTo>
                  <a:pt x="28" y="26"/>
                  <a:pt x="28" y="26"/>
                  <a:pt x="28" y="26"/>
                </a:cubicBezTo>
                <a:cubicBezTo>
                  <a:pt x="28" y="26"/>
                  <a:pt x="28" y="26"/>
                  <a:pt x="28" y="26"/>
                </a:cubicBezTo>
                <a:cubicBezTo>
                  <a:pt x="28" y="26"/>
                  <a:pt x="28"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8" y="25"/>
                  <a:pt x="28" y="26"/>
                </a:cubicBezTo>
                <a:cubicBezTo>
                  <a:pt x="28" y="26"/>
                  <a:pt x="28" y="26"/>
                  <a:pt x="28" y="26"/>
                </a:cubicBezTo>
                <a:cubicBezTo>
                  <a:pt x="28" y="26"/>
                  <a:pt x="28" y="26"/>
                  <a:pt x="28" y="26"/>
                </a:cubicBezTo>
                <a:cubicBezTo>
                  <a:pt x="28" y="26"/>
                  <a:pt x="28" y="26"/>
                  <a:pt x="28" y="26"/>
                </a:cubicBezTo>
                <a:close/>
                <a:moveTo>
                  <a:pt x="18" y="23"/>
                </a:moveTo>
                <a:cubicBezTo>
                  <a:pt x="18" y="23"/>
                  <a:pt x="17" y="23"/>
                  <a:pt x="17" y="23"/>
                </a:cubicBezTo>
                <a:cubicBezTo>
                  <a:pt x="17" y="23"/>
                  <a:pt x="17" y="23"/>
                  <a:pt x="17" y="22"/>
                </a:cubicBezTo>
                <a:cubicBezTo>
                  <a:pt x="17" y="22"/>
                  <a:pt x="17" y="22"/>
                  <a:pt x="17" y="22"/>
                </a:cubicBezTo>
                <a:cubicBezTo>
                  <a:pt x="17" y="22"/>
                  <a:pt x="17" y="22"/>
                  <a:pt x="17" y="22"/>
                </a:cubicBezTo>
                <a:cubicBezTo>
                  <a:pt x="17" y="22"/>
                  <a:pt x="17" y="22"/>
                  <a:pt x="17" y="22"/>
                </a:cubicBezTo>
                <a:cubicBezTo>
                  <a:pt x="17" y="22"/>
                  <a:pt x="17" y="22"/>
                  <a:pt x="18" y="22"/>
                </a:cubicBezTo>
                <a:cubicBezTo>
                  <a:pt x="18" y="22"/>
                  <a:pt x="18" y="22"/>
                  <a:pt x="18" y="23"/>
                </a:cubicBezTo>
                <a:close/>
                <a:moveTo>
                  <a:pt x="17" y="19"/>
                </a:moveTo>
                <a:cubicBezTo>
                  <a:pt x="17" y="19"/>
                  <a:pt x="17" y="19"/>
                  <a:pt x="17" y="19"/>
                </a:cubicBezTo>
                <a:cubicBezTo>
                  <a:pt x="17" y="19"/>
                  <a:pt x="16" y="19"/>
                  <a:pt x="16" y="19"/>
                </a:cubicBezTo>
                <a:cubicBezTo>
                  <a:pt x="16" y="19"/>
                  <a:pt x="16" y="19"/>
                  <a:pt x="16" y="19"/>
                </a:cubicBezTo>
                <a:cubicBezTo>
                  <a:pt x="16" y="19"/>
                  <a:pt x="16" y="19"/>
                  <a:pt x="16" y="19"/>
                </a:cubicBezTo>
                <a:cubicBezTo>
                  <a:pt x="16" y="19"/>
                  <a:pt x="16" y="19"/>
                  <a:pt x="17" y="19"/>
                </a:cubicBezTo>
                <a:cubicBezTo>
                  <a:pt x="17" y="19"/>
                  <a:pt x="17" y="19"/>
                  <a:pt x="17" y="19"/>
                </a:cubicBezTo>
                <a:close/>
                <a:moveTo>
                  <a:pt x="24" y="19"/>
                </a:moveTo>
                <a:cubicBezTo>
                  <a:pt x="24" y="18"/>
                  <a:pt x="24" y="18"/>
                  <a:pt x="24" y="18"/>
                </a:cubicBezTo>
                <a:cubicBezTo>
                  <a:pt x="24" y="18"/>
                  <a:pt x="24" y="18"/>
                  <a:pt x="24" y="19"/>
                </a:cubicBezTo>
                <a:cubicBezTo>
                  <a:pt x="24" y="19"/>
                  <a:pt x="24" y="19"/>
                  <a:pt x="24" y="19"/>
                </a:cubicBezTo>
                <a:cubicBezTo>
                  <a:pt x="24" y="19"/>
                  <a:pt x="24" y="19"/>
                  <a:pt x="24" y="19"/>
                </a:cubicBezTo>
                <a:close/>
                <a:moveTo>
                  <a:pt x="19" y="17"/>
                </a:moveTo>
                <a:cubicBezTo>
                  <a:pt x="19" y="17"/>
                  <a:pt x="19" y="17"/>
                  <a:pt x="19" y="17"/>
                </a:cubicBezTo>
                <a:cubicBezTo>
                  <a:pt x="19" y="17"/>
                  <a:pt x="19" y="17"/>
                  <a:pt x="19" y="17"/>
                </a:cubicBezTo>
                <a:cubicBezTo>
                  <a:pt x="19" y="17"/>
                  <a:pt x="19" y="17"/>
                  <a:pt x="19" y="17"/>
                </a:cubicBezTo>
                <a:close/>
                <a:moveTo>
                  <a:pt x="35" y="35"/>
                </a:moveTo>
                <a:cubicBezTo>
                  <a:pt x="35" y="35"/>
                  <a:pt x="35" y="35"/>
                  <a:pt x="35" y="35"/>
                </a:cubicBezTo>
                <a:cubicBezTo>
                  <a:pt x="35" y="35"/>
                  <a:pt x="35" y="35"/>
                  <a:pt x="35" y="35"/>
                </a:cubicBezTo>
                <a:cubicBezTo>
                  <a:pt x="35" y="35"/>
                  <a:pt x="35" y="35"/>
                  <a:pt x="35" y="35"/>
                </a:cubicBezTo>
                <a:cubicBezTo>
                  <a:pt x="35" y="35"/>
                  <a:pt x="35" y="35"/>
                  <a:pt x="35" y="35"/>
                </a:cubicBezTo>
                <a:close/>
                <a:moveTo>
                  <a:pt x="30" y="6"/>
                </a:moveTo>
                <a:cubicBezTo>
                  <a:pt x="30" y="6"/>
                  <a:pt x="30" y="6"/>
                  <a:pt x="30" y="6"/>
                </a:cubicBezTo>
                <a:cubicBezTo>
                  <a:pt x="30" y="6"/>
                  <a:pt x="30" y="6"/>
                  <a:pt x="30" y="6"/>
                </a:cubicBezTo>
                <a:cubicBezTo>
                  <a:pt x="30" y="6"/>
                  <a:pt x="30" y="6"/>
                  <a:pt x="30" y="6"/>
                </a:cubicBezTo>
                <a:cubicBezTo>
                  <a:pt x="29" y="6"/>
                  <a:pt x="29" y="6"/>
                  <a:pt x="29" y="6"/>
                </a:cubicBezTo>
                <a:cubicBezTo>
                  <a:pt x="29" y="6"/>
                  <a:pt x="29" y="6"/>
                  <a:pt x="29" y="6"/>
                </a:cubicBezTo>
                <a:cubicBezTo>
                  <a:pt x="29" y="6"/>
                  <a:pt x="30" y="6"/>
                  <a:pt x="30" y="6"/>
                </a:cubicBezTo>
                <a:cubicBezTo>
                  <a:pt x="30" y="6"/>
                  <a:pt x="30" y="6"/>
                  <a:pt x="30" y="6"/>
                </a:cubicBezTo>
                <a:close/>
              </a:path>
            </a:pathLst>
          </a:custGeom>
          <a:solidFill>
            <a:schemeClr val="accent3"/>
          </a:solidFill>
          <a:ln w="7938" cap="rnd">
            <a:noFill/>
            <a:prstDash val="solid"/>
            <a:round/>
            <a:headEnd/>
            <a:tailEnd/>
          </a:ln>
        </p:spPr>
        <p:txBody>
          <a:bodyPr/>
          <a:lstStyle/>
          <a:p>
            <a:endParaRPr lang="ru-RU"/>
          </a:p>
        </p:txBody>
      </p:sp>
      <p:sp>
        <p:nvSpPr>
          <p:cNvPr id="2079" name="Freeform 18"/>
          <p:cNvSpPr>
            <a:spLocks noEditPoints="1"/>
          </p:cNvSpPr>
          <p:nvPr/>
        </p:nvSpPr>
        <p:spPr bwMode="auto">
          <a:xfrm>
            <a:off x="8272463" y="1636713"/>
            <a:ext cx="2620962" cy="2751137"/>
          </a:xfrm>
          <a:custGeom>
            <a:avLst/>
            <a:gdLst>
              <a:gd name="T0" fmla="*/ 2518104 w 688"/>
              <a:gd name="T1" fmla="*/ 1047871 h 722"/>
              <a:gd name="T2" fmla="*/ 2373342 w 688"/>
              <a:gd name="T3" fmla="*/ 1223151 h 722"/>
              <a:gd name="T4" fmla="*/ 2342866 w 688"/>
              <a:gd name="T5" fmla="*/ 1291739 h 722"/>
              <a:gd name="T6" fmla="*/ 2327628 w 688"/>
              <a:gd name="T7" fmla="*/ 1505123 h 722"/>
              <a:gd name="T8" fmla="*/ 2262865 w 688"/>
              <a:gd name="T9" fmla="*/ 1710887 h 722"/>
              <a:gd name="T10" fmla="*/ 2068579 w 688"/>
              <a:gd name="T11" fmla="*/ 1935703 h 722"/>
              <a:gd name="T12" fmla="*/ 1904769 w 688"/>
              <a:gd name="T13" fmla="*/ 1996670 h 722"/>
              <a:gd name="T14" fmla="*/ 1699054 w 688"/>
              <a:gd name="T15" fmla="*/ 2114794 h 722"/>
              <a:gd name="T16" fmla="*/ 1706673 w 688"/>
              <a:gd name="T17" fmla="*/ 2259590 h 722"/>
              <a:gd name="T18" fmla="*/ 1622863 w 688"/>
              <a:gd name="T19" fmla="*/ 2404387 h 722"/>
              <a:gd name="T20" fmla="*/ 1485720 w 688"/>
              <a:gd name="T21" fmla="*/ 2598719 h 722"/>
              <a:gd name="T22" fmla="*/ 1531434 w 688"/>
              <a:gd name="T23" fmla="*/ 2480596 h 722"/>
              <a:gd name="T24" fmla="*/ 1455243 w 688"/>
              <a:gd name="T25" fmla="*/ 2613961 h 722"/>
              <a:gd name="T26" fmla="*/ 1287624 w 688"/>
              <a:gd name="T27" fmla="*/ 2572046 h 722"/>
              <a:gd name="T28" fmla="*/ 1112385 w 688"/>
              <a:gd name="T29" fmla="*/ 2446302 h 722"/>
              <a:gd name="T30" fmla="*/ 1264767 w 688"/>
              <a:gd name="T31" fmla="*/ 2290074 h 722"/>
              <a:gd name="T32" fmla="*/ 1356195 w 688"/>
              <a:gd name="T33" fmla="*/ 2194813 h 722"/>
              <a:gd name="T34" fmla="*/ 1314291 w 688"/>
              <a:gd name="T35" fmla="*/ 2027154 h 722"/>
              <a:gd name="T36" fmla="*/ 1158099 w 688"/>
              <a:gd name="T37" fmla="*/ 1878546 h 722"/>
              <a:gd name="T38" fmla="*/ 1070480 w 688"/>
              <a:gd name="T39" fmla="*/ 1775665 h 722"/>
              <a:gd name="T40" fmla="*/ 1036194 w 688"/>
              <a:gd name="T41" fmla="*/ 1489882 h 722"/>
              <a:gd name="T42" fmla="*/ 841908 w 688"/>
              <a:gd name="T43" fmla="*/ 1265066 h 722"/>
              <a:gd name="T44" fmla="*/ 643812 w 688"/>
              <a:gd name="T45" fmla="*/ 1192667 h 722"/>
              <a:gd name="T46" fmla="*/ 571431 w 688"/>
              <a:gd name="T47" fmla="*/ 1002145 h 722"/>
              <a:gd name="T48" fmla="*/ 350477 w 688"/>
              <a:gd name="T49" fmla="*/ 1101217 h 722"/>
              <a:gd name="T50" fmla="*/ 53334 w 688"/>
              <a:gd name="T51" fmla="*/ 986904 h 722"/>
              <a:gd name="T52" fmla="*/ 49524 w 688"/>
              <a:gd name="T53" fmla="*/ 765898 h 722"/>
              <a:gd name="T54" fmla="*/ 243810 w 688"/>
              <a:gd name="T55" fmla="*/ 628722 h 722"/>
              <a:gd name="T56" fmla="*/ 300953 w 688"/>
              <a:gd name="T57" fmla="*/ 304835 h 722"/>
              <a:gd name="T58" fmla="*/ 396192 w 688"/>
              <a:gd name="T59" fmla="*/ 228626 h 722"/>
              <a:gd name="T60" fmla="*/ 560002 w 688"/>
              <a:gd name="T61" fmla="*/ 285783 h 722"/>
              <a:gd name="T62" fmla="*/ 693336 w 688"/>
              <a:gd name="T63" fmla="*/ 213385 h 722"/>
              <a:gd name="T64" fmla="*/ 700955 w 688"/>
              <a:gd name="T65" fmla="*/ 95261 h 722"/>
              <a:gd name="T66" fmla="*/ 841908 w 688"/>
              <a:gd name="T67" fmla="*/ 57157 h 722"/>
              <a:gd name="T68" fmla="*/ 960004 w 688"/>
              <a:gd name="T69" fmla="*/ 80019 h 722"/>
              <a:gd name="T70" fmla="*/ 1055242 w 688"/>
              <a:gd name="T71" fmla="*/ 251489 h 722"/>
              <a:gd name="T72" fmla="*/ 1264767 w 688"/>
              <a:gd name="T73" fmla="*/ 186712 h 722"/>
              <a:gd name="T74" fmla="*/ 1500958 w 688"/>
              <a:gd name="T75" fmla="*/ 72398 h 722"/>
              <a:gd name="T76" fmla="*/ 1603815 w 688"/>
              <a:gd name="T77" fmla="*/ 289593 h 722"/>
              <a:gd name="T78" fmla="*/ 1500958 w 688"/>
              <a:gd name="T79" fmla="*/ 396286 h 722"/>
              <a:gd name="T80" fmla="*/ 1310481 w 688"/>
              <a:gd name="T81" fmla="*/ 502978 h 722"/>
              <a:gd name="T82" fmla="*/ 1192385 w 688"/>
              <a:gd name="T83" fmla="*/ 491547 h 722"/>
              <a:gd name="T84" fmla="*/ 1154290 w 688"/>
              <a:gd name="T85" fmla="*/ 529651 h 722"/>
              <a:gd name="T86" fmla="*/ 1264767 w 688"/>
              <a:gd name="T87" fmla="*/ 514409 h 722"/>
              <a:gd name="T88" fmla="*/ 1356195 w 688"/>
              <a:gd name="T89" fmla="*/ 499168 h 722"/>
              <a:gd name="T90" fmla="*/ 1470482 w 688"/>
              <a:gd name="T91" fmla="*/ 541082 h 722"/>
              <a:gd name="T92" fmla="*/ 1542863 w 688"/>
              <a:gd name="T93" fmla="*/ 411527 h 722"/>
              <a:gd name="T94" fmla="*/ 1691435 w 688"/>
              <a:gd name="T95" fmla="*/ 430580 h 722"/>
              <a:gd name="T96" fmla="*/ 1638101 w 688"/>
              <a:gd name="T97" fmla="*/ 476305 h 722"/>
              <a:gd name="T98" fmla="*/ 1695244 w 688"/>
              <a:gd name="T99" fmla="*/ 449632 h 722"/>
              <a:gd name="T100" fmla="*/ 1733340 w 688"/>
              <a:gd name="T101" fmla="*/ 400096 h 722"/>
              <a:gd name="T102" fmla="*/ 1809530 w 688"/>
              <a:gd name="T103" fmla="*/ 411527 h 722"/>
              <a:gd name="T104" fmla="*/ 1916198 w 688"/>
              <a:gd name="T105" fmla="*/ 449632 h 722"/>
              <a:gd name="T106" fmla="*/ 1980960 w 688"/>
              <a:gd name="T107" fmla="*/ 506788 h 722"/>
              <a:gd name="T108" fmla="*/ 2000007 w 688"/>
              <a:gd name="T109" fmla="*/ 522030 h 722"/>
              <a:gd name="T110" fmla="*/ 2099055 w 688"/>
              <a:gd name="T111" fmla="*/ 537272 h 722"/>
              <a:gd name="T112" fmla="*/ 2369533 w 688"/>
              <a:gd name="T113" fmla="*/ 602049 h 722"/>
              <a:gd name="T114" fmla="*/ 2613343 w 688"/>
              <a:gd name="T115" fmla="*/ 815434 h 722"/>
              <a:gd name="T116" fmla="*/ 1596196 w 688"/>
              <a:gd name="T117" fmla="*/ 335319 h 722"/>
              <a:gd name="T118" fmla="*/ 1634292 w 688"/>
              <a:gd name="T119" fmla="*/ 331508 h 722"/>
              <a:gd name="T120" fmla="*/ 1539053 w 688"/>
              <a:gd name="T121" fmla="*/ 381044 h 722"/>
              <a:gd name="T122" fmla="*/ 1569530 w 688"/>
              <a:gd name="T123" fmla="*/ 339129 h 722"/>
              <a:gd name="T124" fmla="*/ 1577149 w 688"/>
              <a:gd name="T125" fmla="*/ 217195 h 7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88" h="722">
                <a:moveTo>
                  <a:pt x="687" y="225"/>
                </a:moveTo>
                <a:cubicBezTo>
                  <a:pt x="687" y="225"/>
                  <a:pt x="687" y="225"/>
                  <a:pt x="687" y="226"/>
                </a:cubicBezTo>
                <a:cubicBezTo>
                  <a:pt x="687" y="226"/>
                  <a:pt x="687" y="226"/>
                  <a:pt x="687" y="226"/>
                </a:cubicBezTo>
                <a:cubicBezTo>
                  <a:pt x="687" y="229"/>
                  <a:pt x="687" y="229"/>
                  <a:pt x="687" y="229"/>
                </a:cubicBezTo>
                <a:cubicBezTo>
                  <a:pt x="687" y="230"/>
                  <a:pt x="687" y="230"/>
                  <a:pt x="687" y="230"/>
                </a:cubicBezTo>
                <a:cubicBezTo>
                  <a:pt x="687" y="231"/>
                  <a:pt x="687" y="232"/>
                  <a:pt x="687" y="232"/>
                </a:cubicBezTo>
                <a:cubicBezTo>
                  <a:pt x="687" y="232"/>
                  <a:pt x="687" y="234"/>
                  <a:pt x="687" y="234"/>
                </a:cubicBezTo>
                <a:cubicBezTo>
                  <a:pt x="686" y="236"/>
                  <a:pt x="686" y="236"/>
                  <a:pt x="686" y="236"/>
                </a:cubicBezTo>
                <a:cubicBezTo>
                  <a:pt x="686" y="236"/>
                  <a:pt x="685" y="238"/>
                  <a:pt x="685" y="238"/>
                </a:cubicBezTo>
                <a:cubicBezTo>
                  <a:pt x="684" y="239"/>
                  <a:pt x="685" y="240"/>
                  <a:pt x="685" y="240"/>
                </a:cubicBezTo>
                <a:cubicBezTo>
                  <a:pt x="685" y="240"/>
                  <a:pt x="685" y="242"/>
                  <a:pt x="684" y="243"/>
                </a:cubicBezTo>
                <a:cubicBezTo>
                  <a:pt x="684" y="243"/>
                  <a:pt x="683" y="245"/>
                  <a:pt x="683" y="245"/>
                </a:cubicBezTo>
                <a:cubicBezTo>
                  <a:pt x="683" y="246"/>
                  <a:pt x="683" y="246"/>
                  <a:pt x="682" y="247"/>
                </a:cubicBezTo>
                <a:cubicBezTo>
                  <a:pt x="682" y="248"/>
                  <a:pt x="682" y="249"/>
                  <a:pt x="681" y="250"/>
                </a:cubicBezTo>
                <a:cubicBezTo>
                  <a:pt x="681" y="251"/>
                  <a:pt x="680" y="251"/>
                  <a:pt x="680" y="252"/>
                </a:cubicBezTo>
                <a:cubicBezTo>
                  <a:pt x="679" y="253"/>
                  <a:pt x="680" y="254"/>
                  <a:pt x="679" y="255"/>
                </a:cubicBezTo>
                <a:cubicBezTo>
                  <a:pt x="678" y="255"/>
                  <a:pt x="678" y="257"/>
                  <a:pt x="677" y="257"/>
                </a:cubicBezTo>
                <a:cubicBezTo>
                  <a:pt x="677" y="258"/>
                  <a:pt x="676" y="258"/>
                  <a:pt x="676" y="258"/>
                </a:cubicBezTo>
                <a:cubicBezTo>
                  <a:pt x="676" y="258"/>
                  <a:pt x="675" y="259"/>
                  <a:pt x="675" y="259"/>
                </a:cubicBezTo>
                <a:cubicBezTo>
                  <a:pt x="675" y="260"/>
                  <a:pt x="674" y="261"/>
                  <a:pt x="673" y="261"/>
                </a:cubicBezTo>
                <a:cubicBezTo>
                  <a:pt x="673" y="262"/>
                  <a:pt x="672" y="263"/>
                  <a:pt x="672" y="263"/>
                </a:cubicBezTo>
                <a:cubicBezTo>
                  <a:pt x="672" y="263"/>
                  <a:pt x="671" y="264"/>
                  <a:pt x="670" y="264"/>
                </a:cubicBezTo>
                <a:cubicBezTo>
                  <a:pt x="670" y="265"/>
                  <a:pt x="668" y="268"/>
                  <a:pt x="667" y="269"/>
                </a:cubicBezTo>
                <a:cubicBezTo>
                  <a:pt x="667" y="269"/>
                  <a:pt x="666" y="271"/>
                  <a:pt x="665" y="271"/>
                </a:cubicBezTo>
                <a:cubicBezTo>
                  <a:pt x="664" y="272"/>
                  <a:pt x="662" y="274"/>
                  <a:pt x="661" y="275"/>
                </a:cubicBezTo>
                <a:cubicBezTo>
                  <a:pt x="661" y="276"/>
                  <a:pt x="661" y="277"/>
                  <a:pt x="660" y="278"/>
                </a:cubicBezTo>
                <a:cubicBezTo>
                  <a:pt x="660" y="278"/>
                  <a:pt x="660" y="278"/>
                  <a:pt x="659" y="279"/>
                </a:cubicBezTo>
                <a:cubicBezTo>
                  <a:pt x="659" y="279"/>
                  <a:pt x="658" y="279"/>
                  <a:pt x="658" y="279"/>
                </a:cubicBezTo>
                <a:cubicBezTo>
                  <a:pt x="657" y="280"/>
                  <a:pt x="656" y="280"/>
                  <a:pt x="655" y="280"/>
                </a:cubicBezTo>
                <a:cubicBezTo>
                  <a:pt x="654" y="281"/>
                  <a:pt x="654" y="282"/>
                  <a:pt x="653" y="282"/>
                </a:cubicBezTo>
                <a:cubicBezTo>
                  <a:pt x="652" y="283"/>
                  <a:pt x="651" y="284"/>
                  <a:pt x="650" y="284"/>
                </a:cubicBezTo>
                <a:cubicBezTo>
                  <a:pt x="650" y="285"/>
                  <a:pt x="649" y="285"/>
                  <a:pt x="649" y="285"/>
                </a:cubicBezTo>
                <a:cubicBezTo>
                  <a:pt x="649" y="284"/>
                  <a:pt x="648" y="284"/>
                  <a:pt x="648" y="284"/>
                </a:cubicBezTo>
                <a:cubicBezTo>
                  <a:pt x="647" y="285"/>
                  <a:pt x="648" y="286"/>
                  <a:pt x="648" y="287"/>
                </a:cubicBezTo>
                <a:cubicBezTo>
                  <a:pt x="648" y="287"/>
                  <a:pt x="648" y="288"/>
                  <a:pt x="647" y="288"/>
                </a:cubicBezTo>
                <a:cubicBezTo>
                  <a:pt x="647" y="289"/>
                  <a:pt x="647" y="290"/>
                  <a:pt x="646" y="290"/>
                </a:cubicBezTo>
                <a:cubicBezTo>
                  <a:pt x="646" y="290"/>
                  <a:pt x="646" y="292"/>
                  <a:pt x="645" y="292"/>
                </a:cubicBezTo>
                <a:cubicBezTo>
                  <a:pt x="645" y="292"/>
                  <a:pt x="644" y="293"/>
                  <a:pt x="644" y="294"/>
                </a:cubicBezTo>
                <a:cubicBezTo>
                  <a:pt x="644" y="294"/>
                  <a:pt x="644" y="294"/>
                  <a:pt x="644" y="295"/>
                </a:cubicBezTo>
                <a:cubicBezTo>
                  <a:pt x="644" y="295"/>
                  <a:pt x="644" y="295"/>
                  <a:pt x="643" y="295"/>
                </a:cubicBezTo>
                <a:cubicBezTo>
                  <a:pt x="643" y="295"/>
                  <a:pt x="641" y="298"/>
                  <a:pt x="641" y="299"/>
                </a:cubicBezTo>
                <a:cubicBezTo>
                  <a:pt x="640" y="299"/>
                  <a:pt x="640" y="301"/>
                  <a:pt x="639" y="302"/>
                </a:cubicBezTo>
                <a:cubicBezTo>
                  <a:pt x="639" y="303"/>
                  <a:pt x="636" y="308"/>
                  <a:pt x="636" y="308"/>
                </a:cubicBezTo>
                <a:cubicBezTo>
                  <a:pt x="636" y="308"/>
                  <a:pt x="634" y="312"/>
                  <a:pt x="633" y="313"/>
                </a:cubicBezTo>
                <a:cubicBezTo>
                  <a:pt x="632" y="314"/>
                  <a:pt x="631" y="316"/>
                  <a:pt x="631" y="317"/>
                </a:cubicBezTo>
                <a:cubicBezTo>
                  <a:pt x="630" y="317"/>
                  <a:pt x="629" y="319"/>
                  <a:pt x="628" y="319"/>
                </a:cubicBezTo>
                <a:cubicBezTo>
                  <a:pt x="627" y="320"/>
                  <a:pt x="624" y="323"/>
                  <a:pt x="624" y="323"/>
                </a:cubicBezTo>
                <a:cubicBezTo>
                  <a:pt x="624" y="323"/>
                  <a:pt x="623" y="323"/>
                  <a:pt x="623" y="323"/>
                </a:cubicBezTo>
                <a:cubicBezTo>
                  <a:pt x="622" y="323"/>
                  <a:pt x="622" y="322"/>
                  <a:pt x="622" y="322"/>
                </a:cubicBezTo>
                <a:cubicBezTo>
                  <a:pt x="622" y="322"/>
                  <a:pt x="622" y="322"/>
                  <a:pt x="623" y="321"/>
                </a:cubicBezTo>
                <a:cubicBezTo>
                  <a:pt x="623" y="321"/>
                  <a:pt x="623" y="320"/>
                  <a:pt x="623" y="320"/>
                </a:cubicBezTo>
                <a:cubicBezTo>
                  <a:pt x="623" y="320"/>
                  <a:pt x="623" y="319"/>
                  <a:pt x="623" y="319"/>
                </a:cubicBezTo>
                <a:cubicBezTo>
                  <a:pt x="623" y="318"/>
                  <a:pt x="623" y="318"/>
                  <a:pt x="623" y="318"/>
                </a:cubicBezTo>
                <a:cubicBezTo>
                  <a:pt x="623" y="317"/>
                  <a:pt x="622" y="318"/>
                  <a:pt x="622" y="318"/>
                </a:cubicBezTo>
                <a:cubicBezTo>
                  <a:pt x="622" y="319"/>
                  <a:pt x="621" y="318"/>
                  <a:pt x="621" y="318"/>
                </a:cubicBezTo>
                <a:cubicBezTo>
                  <a:pt x="620" y="318"/>
                  <a:pt x="620" y="318"/>
                  <a:pt x="620" y="318"/>
                </a:cubicBezTo>
                <a:cubicBezTo>
                  <a:pt x="620" y="317"/>
                  <a:pt x="620" y="317"/>
                  <a:pt x="619" y="317"/>
                </a:cubicBezTo>
                <a:cubicBezTo>
                  <a:pt x="619" y="316"/>
                  <a:pt x="619" y="317"/>
                  <a:pt x="619" y="317"/>
                </a:cubicBezTo>
                <a:cubicBezTo>
                  <a:pt x="619" y="317"/>
                  <a:pt x="619" y="318"/>
                  <a:pt x="618" y="319"/>
                </a:cubicBezTo>
                <a:cubicBezTo>
                  <a:pt x="618" y="319"/>
                  <a:pt x="618" y="320"/>
                  <a:pt x="618" y="320"/>
                </a:cubicBezTo>
                <a:cubicBezTo>
                  <a:pt x="618" y="321"/>
                  <a:pt x="618" y="321"/>
                  <a:pt x="618" y="321"/>
                </a:cubicBezTo>
                <a:cubicBezTo>
                  <a:pt x="618" y="321"/>
                  <a:pt x="619" y="322"/>
                  <a:pt x="619" y="322"/>
                </a:cubicBezTo>
                <a:cubicBezTo>
                  <a:pt x="620" y="321"/>
                  <a:pt x="621" y="322"/>
                  <a:pt x="621" y="322"/>
                </a:cubicBezTo>
                <a:cubicBezTo>
                  <a:pt x="621" y="322"/>
                  <a:pt x="620" y="324"/>
                  <a:pt x="620" y="324"/>
                </a:cubicBezTo>
                <a:cubicBezTo>
                  <a:pt x="619" y="324"/>
                  <a:pt x="618" y="325"/>
                  <a:pt x="618" y="325"/>
                </a:cubicBezTo>
                <a:cubicBezTo>
                  <a:pt x="617" y="326"/>
                  <a:pt x="617" y="326"/>
                  <a:pt x="617" y="326"/>
                </a:cubicBezTo>
                <a:cubicBezTo>
                  <a:pt x="616" y="326"/>
                  <a:pt x="615" y="327"/>
                  <a:pt x="615" y="327"/>
                </a:cubicBezTo>
                <a:cubicBezTo>
                  <a:pt x="615" y="328"/>
                  <a:pt x="615" y="329"/>
                  <a:pt x="615" y="329"/>
                </a:cubicBezTo>
                <a:cubicBezTo>
                  <a:pt x="615" y="330"/>
                  <a:pt x="615" y="330"/>
                  <a:pt x="616" y="331"/>
                </a:cubicBezTo>
                <a:cubicBezTo>
                  <a:pt x="616" y="332"/>
                  <a:pt x="616" y="333"/>
                  <a:pt x="615" y="334"/>
                </a:cubicBezTo>
                <a:cubicBezTo>
                  <a:pt x="615" y="334"/>
                  <a:pt x="615" y="335"/>
                  <a:pt x="614" y="335"/>
                </a:cubicBezTo>
                <a:cubicBezTo>
                  <a:pt x="614" y="336"/>
                  <a:pt x="614" y="337"/>
                  <a:pt x="613" y="338"/>
                </a:cubicBezTo>
                <a:cubicBezTo>
                  <a:pt x="613" y="339"/>
                  <a:pt x="612" y="340"/>
                  <a:pt x="613" y="340"/>
                </a:cubicBezTo>
                <a:cubicBezTo>
                  <a:pt x="613" y="341"/>
                  <a:pt x="614" y="340"/>
                  <a:pt x="614" y="340"/>
                </a:cubicBezTo>
                <a:cubicBezTo>
                  <a:pt x="614" y="339"/>
                  <a:pt x="614" y="339"/>
                  <a:pt x="615" y="339"/>
                </a:cubicBezTo>
                <a:cubicBezTo>
                  <a:pt x="615" y="339"/>
                  <a:pt x="615" y="341"/>
                  <a:pt x="614" y="341"/>
                </a:cubicBezTo>
                <a:cubicBezTo>
                  <a:pt x="614" y="342"/>
                  <a:pt x="614" y="343"/>
                  <a:pt x="614" y="343"/>
                </a:cubicBezTo>
                <a:cubicBezTo>
                  <a:pt x="614" y="343"/>
                  <a:pt x="614" y="344"/>
                  <a:pt x="614" y="345"/>
                </a:cubicBezTo>
                <a:cubicBezTo>
                  <a:pt x="614" y="346"/>
                  <a:pt x="614" y="347"/>
                  <a:pt x="614" y="348"/>
                </a:cubicBezTo>
                <a:cubicBezTo>
                  <a:pt x="614" y="348"/>
                  <a:pt x="614" y="349"/>
                  <a:pt x="613" y="349"/>
                </a:cubicBezTo>
                <a:cubicBezTo>
                  <a:pt x="613" y="350"/>
                  <a:pt x="613" y="352"/>
                  <a:pt x="613" y="352"/>
                </a:cubicBezTo>
                <a:cubicBezTo>
                  <a:pt x="613" y="352"/>
                  <a:pt x="613" y="353"/>
                  <a:pt x="613" y="354"/>
                </a:cubicBezTo>
                <a:cubicBezTo>
                  <a:pt x="613" y="354"/>
                  <a:pt x="613" y="355"/>
                  <a:pt x="613" y="356"/>
                </a:cubicBezTo>
                <a:cubicBezTo>
                  <a:pt x="614" y="356"/>
                  <a:pt x="614" y="357"/>
                  <a:pt x="614" y="358"/>
                </a:cubicBezTo>
                <a:cubicBezTo>
                  <a:pt x="614" y="359"/>
                  <a:pt x="614" y="361"/>
                  <a:pt x="614" y="361"/>
                </a:cubicBezTo>
                <a:cubicBezTo>
                  <a:pt x="614" y="362"/>
                  <a:pt x="614" y="364"/>
                  <a:pt x="614" y="364"/>
                </a:cubicBezTo>
                <a:cubicBezTo>
                  <a:pt x="614" y="365"/>
                  <a:pt x="614" y="366"/>
                  <a:pt x="615" y="368"/>
                </a:cubicBezTo>
                <a:cubicBezTo>
                  <a:pt x="615" y="369"/>
                  <a:pt x="615" y="370"/>
                  <a:pt x="615" y="371"/>
                </a:cubicBezTo>
                <a:cubicBezTo>
                  <a:pt x="615" y="372"/>
                  <a:pt x="616" y="373"/>
                  <a:pt x="616" y="373"/>
                </a:cubicBezTo>
                <a:cubicBezTo>
                  <a:pt x="616" y="374"/>
                  <a:pt x="617" y="375"/>
                  <a:pt x="617" y="375"/>
                </a:cubicBezTo>
                <a:cubicBezTo>
                  <a:pt x="617" y="375"/>
                  <a:pt x="616" y="376"/>
                  <a:pt x="616" y="377"/>
                </a:cubicBezTo>
                <a:cubicBezTo>
                  <a:pt x="615" y="377"/>
                  <a:pt x="615" y="378"/>
                  <a:pt x="615" y="378"/>
                </a:cubicBezTo>
                <a:cubicBezTo>
                  <a:pt x="615" y="379"/>
                  <a:pt x="615" y="379"/>
                  <a:pt x="615" y="380"/>
                </a:cubicBezTo>
                <a:cubicBezTo>
                  <a:pt x="614" y="380"/>
                  <a:pt x="614" y="381"/>
                  <a:pt x="614" y="381"/>
                </a:cubicBezTo>
                <a:cubicBezTo>
                  <a:pt x="613" y="382"/>
                  <a:pt x="614" y="382"/>
                  <a:pt x="614" y="383"/>
                </a:cubicBezTo>
                <a:cubicBezTo>
                  <a:pt x="614" y="383"/>
                  <a:pt x="613" y="384"/>
                  <a:pt x="613" y="384"/>
                </a:cubicBezTo>
                <a:cubicBezTo>
                  <a:pt x="613" y="385"/>
                  <a:pt x="613" y="387"/>
                  <a:pt x="613" y="387"/>
                </a:cubicBezTo>
                <a:cubicBezTo>
                  <a:pt x="613" y="388"/>
                  <a:pt x="613" y="390"/>
                  <a:pt x="612" y="390"/>
                </a:cubicBezTo>
                <a:cubicBezTo>
                  <a:pt x="612" y="391"/>
                  <a:pt x="612" y="391"/>
                  <a:pt x="612" y="392"/>
                </a:cubicBezTo>
                <a:cubicBezTo>
                  <a:pt x="612" y="392"/>
                  <a:pt x="611" y="394"/>
                  <a:pt x="611" y="395"/>
                </a:cubicBezTo>
                <a:cubicBezTo>
                  <a:pt x="611" y="395"/>
                  <a:pt x="611" y="396"/>
                  <a:pt x="611" y="397"/>
                </a:cubicBezTo>
                <a:cubicBezTo>
                  <a:pt x="611" y="397"/>
                  <a:pt x="610" y="399"/>
                  <a:pt x="610" y="399"/>
                </a:cubicBezTo>
                <a:cubicBezTo>
                  <a:pt x="610" y="399"/>
                  <a:pt x="611" y="403"/>
                  <a:pt x="611" y="403"/>
                </a:cubicBezTo>
                <a:cubicBezTo>
                  <a:pt x="611" y="403"/>
                  <a:pt x="611" y="405"/>
                  <a:pt x="611" y="406"/>
                </a:cubicBezTo>
                <a:cubicBezTo>
                  <a:pt x="611" y="406"/>
                  <a:pt x="611" y="408"/>
                  <a:pt x="611" y="409"/>
                </a:cubicBezTo>
                <a:cubicBezTo>
                  <a:pt x="611" y="409"/>
                  <a:pt x="610" y="409"/>
                  <a:pt x="609" y="408"/>
                </a:cubicBezTo>
                <a:cubicBezTo>
                  <a:pt x="609" y="408"/>
                  <a:pt x="609" y="409"/>
                  <a:pt x="609" y="409"/>
                </a:cubicBezTo>
                <a:cubicBezTo>
                  <a:pt x="609" y="409"/>
                  <a:pt x="610" y="410"/>
                  <a:pt x="610" y="410"/>
                </a:cubicBezTo>
                <a:cubicBezTo>
                  <a:pt x="610" y="410"/>
                  <a:pt x="609" y="411"/>
                  <a:pt x="609" y="412"/>
                </a:cubicBezTo>
                <a:cubicBezTo>
                  <a:pt x="609" y="412"/>
                  <a:pt x="608" y="412"/>
                  <a:pt x="607" y="413"/>
                </a:cubicBezTo>
                <a:cubicBezTo>
                  <a:pt x="607" y="413"/>
                  <a:pt x="606" y="414"/>
                  <a:pt x="605" y="414"/>
                </a:cubicBezTo>
                <a:cubicBezTo>
                  <a:pt x="605" y="415"/>
                  <a:pt x="604" y="416"/>
                  <a:pt x="604" y="417"/>
                </a:cubicBezTo>
                <a:cubicBezTo>
                  <a:pt x="603" y="417"/>
                  <a:pt x="603" y="418"/>
                  <a:pt x="602" y="419"/>
                </a:cubicBezTo>
                <a:cubicBezTo>
                  <a:pt x="602" y="419"/>
                  <a:pt x="602" y="420"/>
                  <a:pt x="602" y="420"/>
                </a:cubicBezTo>
                <a:cubicBezTo>
                  <a:pt x="602" y="421"/>
                  <a:pt x="602" y="421"/>
                  <a:pt x="602" y="422"/>
                </a:cubicBezTo>
                <a:cubicBezTo>
                  <a:pt x="601" y="422"/>
                  <a:pt x="601" y="423"/>
                  <a:pt x="601" y="423"/>
                </a:cubicBezTo>
                <a:cubicBezTo>
                  <a:pt x="601" y="423"/>
                  <a:pt x="601" y="426"/>
                  <a:pt x="601" y="427"/>
                </a:cubicBezTo>
                <a:cubicBezTo>
                  <a:pt x="601" y="428"/>
                  <a:pt x="601" y="431"/>
                  <a:pt x="601" y="432"/>
                </a:cubicBezTo>
                <a:cubicBezTo>
                  <a:pt x="601" y="433"/>
                  <a:pt x="601" y="434"/>
                  <a:pt x="601" y="434"/>
                </a:cubicBezTo>
                <a:cubicBezTo>
                  <a:pt x="601" y="435"/>
                  <a:pt x="602" y="438"/>
                  <a:pt x="602" y="439"/>
                </a:cubicBezTo>
                <a:cubicBezTo>
                  <a:pt x="602" y="439"/>
                  <a:pt x="601" y="441"/>
                  <a:pt x="601" y="442"/>
                </a:cubicBezTo>
                <a:cubicBezTo>
                  <a:pt x="601" y="442"/>
                  <a:pt x="600" y="443"/>
                  <a:pt x="600" y="444"/>
                </a:cubicBezTo>
                <a:cubicBezTo>
                  <a:pt x="600" y="444"/>
                  <a:pt x="599" y="445"/>
                  <a:pt x="599" y="445"/>
                </a:cubicBezTo>
                <a:cubicBezTo>
                  <a:pt x="598" y="446"/>
                  <a:pt x="597" y="446"/>
                  <a:pt x="596" y="447"/>
                </a:cubicBezTo>
                <a:cubicBezTo>
                  <a:pt x="596" y="448"/>
                  <a:pt x="595" y="449"/>
                  <a:pt x="594" y="449"/>
                </a:cubicBezTo>
                <a:cubicBezTo>
                  <a:pt x="594" y="449"/>
                  <a:pt x="594" y="450"/>
                  <a:pt x="594" y="450"/>
                </a:cubicBezTo>
                <a:cubicBezTo>
                  <a:pt x="594" y="451"/>
                  <a:pt x="594" y="453"/>
                  <a:pt x="593" y="455"/>
                </a:cubicBezTo>
                <a:cubicBezTo>
                  <a:pt x="592" y="457"/>
                  <a:pt x="592" y="458"/>
                  <a:pt x="591" y="459"/>
                </a:cubicBezTo>
                <a:cubicBezTo>
                  <a:pt x="590" y="460"/>
                  <a:pt x="587" y="466"/>
                  <a:pt x="587" y="466"/>
                </a:cubicBezTo>
                <a:cubicBezTo>
                  <a:pt x="586" y="467"/>
                  <a:pt x="585" y="467"/>
                  <a:pt x="584" y="468"/>
                </a:cubicBezTo>
                <a:cubicBezTo>
                  <a:pt x="583" y="469"/>
                  <a:pt x="582" y="470"/>
                  <a:pt x="581" y="471"/>
                </a:cubicBezTo>
                <a:cubicBezTo>
                  <a:pt x="581" y="471"/>
                  <a:pt x="580" y="473"/>
                  <a:pt x="580" y="474"/>
                </a:cubicBezTo>
                <a:cubicBezTo>
                  <a:pt x="580" y="475"/>
                  <a:pt x="579" y="476"/>
                  <a:pt x="579" y="476"/>
                </a:cubicBezTo>
                <a:cubicBezTo>
                  <a:pt x="579" y="477"/>
                  <a:pt x="579" y="478"/>
                  <a:pt x="578" y="479"/>
                </a:cubicBezTo>
                <a:cubicBezTo>
                  <a:pt x="577" y="480"/>
                  <a:pt x="578" y="480"/>
                  <a:pt x="578" y="482"/>
                </a:cubicBezTo>
                <a:cubicBezTo>
                  <a:pt x="578" y="483"/>
                  <a:pt x="579" y="485"/>
                  <a:pt x="579" y="486"/>
                </a:cubicBezTo>
                <a:cubicBezTo>
                  <a:pt x="580" y="487"/>
                  <a:pt x="579" y="490"/>
                  <a:pt x="578" y="490"/>
                </a:cubicBezTo>
                <a:cubicBezTo>
                  <a:pt x="577" y="491"/>
                  <a:pt x="574" y="492"/>
                  <a:pt x="573" y="492"/>
                </a:cubicBezTo>
                <a:cubicBezTo>
                  <a:pt x="571" y="493"/>
                  <a:pt x="568" y="494"/>
                  <a:pt x="566" y="495"/>
                </a:cubicBezTo>
                <a:cubicBezTo>
                  <a:pt x="564" y="496"/>
                  <a:pt x="564" y="498"/>
                  <a:pt x="563" y="498"/>
                </a:cubicBezTo>
                <a:cubicBezTo>
                  <a:pt x="562" y="498"/>
                  <a:pt x="561" y="500"/>
                  <a:pt x="561" y="501"/>
                </a:cubicBezTo>
                <a:cubicBezTo>
                  <a:pt x="561" y="502"/>
                  <a:pt x="562" y="503"/>
                  <a:pt x="562" y="504"/>
                </a:cubicBezTo>
                <a:cubicBezTo>
                  <a:pt x="561" y="505"/>
                  <a:pt x="561" y="506"/>
                  <a:pt x="561" y="507"/>
                </a:cubicBezTo>
                <a:cubicBezTo>
                  <a:pt x="561" y="508"/>
                  <a:pt x="560" y="506"/>
                  <a:pt x="560" y="505"/>
                </a:cubicBezTo>
                <a:cubicBezTo>
                  <a:pt x="560" y="504"/>
                  <a:pt x="558" y="505"/>
                  <a:pt x="557" y="505"/>
                </a:cubicBezTo>
                <a:cubicBezTo>
                  <a:pt x="556" y="506"/>
                  <a:pt x="557" y="507"/>
                  <a:pt x="557" y="507"/>
                </a:cubicBezTo>
                <a:cubicBezTo>
                  <a:pt x="557" y="507"/>
                  <a:pt x="554" y="507"/>
                  <a:pt x="553" y="507"/>
                </a:cubicBezTo>
                <a:cubicBezTo>
                  <a:pt x="551" y="507"/>
                  <a:pt x="551" y="507"/>
                  <a:pt x="551" y="506"/>
                </a:cubicBezTo>
                <a:cubicBezTo>
                  <a:pt x="550" y="506"/>
                  <a:pt x="548" y="507"/>
                  <a:pt x="547" y="507"/>
                </a:cubicBezTo>
                <a:cubicBezTo>
                  <a:pt x="545" y="508"/>
                  <a:pt x="544" y="508"/>
                  <a:pt x="543" y="508"/>
                </a:cubicBezTo>
                <a:cubicBezTo>
                  <a:pt x="542" y="507"/>
                  <a:pt x="542" y="506"/>
                  <a:pt x="542" y="505"/>
                </a:cubicBezTo>
                <a:cubicBezTo>
                  <a:pt x="542" y="505"/>
                  <a:pt x="543" y="504"/>
                  <a:pt x="543" y="503"/>
                </a:cubicBezTo>
                <a:cubicBezTo>
                  <a:pt x="543" y="501"/>
                  <a:pt x="541" y="502"/>
                  <a:pt x="540" y="503"/>
                </a:cubicBezTo>
                <a:cubicBezTo>
                  <a:pt x="540" y="503"/>
                  <a:pt x="540" y="504"/>
                  <a:pt x="540" y="505"/>
                </a:cubicBezTo>
                <a:cubicBezTo>
                  <a:pt x="540" y="505"/>
                  <a:pt x="540" y="507"/>
                  <a:pt x="540" y="508"/>
                </a:cubicBezTo>
                <a:cubicBezTo>
                  <a:pt x="540" y="508"/>
                  <a:pt x="538" y="508"/>
                  <a:pt x="537" y="508"/>
                </a:cubicBezTo>
                <a:cubicBezTo>
                  <a:pt x="536" y="508"/>
                  <a:pt x="535" y="509"/>
                  <a:pt x="534" y="509"/>
                </a:cubicBezTo>
                <a:cubicBezTo>
                  <a:pt x="532" y="510"/>
                  <a:pt x="532" y="508"/>
                  <a:pt x="531" y="507"/>
                </a:cubicBezTo>
                <a:cubicBezTo>
                  <a:pt x="530" y="507"/>
                  <a:pt x="529" y="507"/>
                  <a:pt x="528" y="507"/>
                </a:cubicBezTo>
                <a:cubicBezTo>
                  <a:pt x="526" y="507"/>
                  <a:pt x="526" y="507"/>
                  <a:pt x="524" y="508"/>
                </a:cubicBezTo>
                <a:cubicBezTo>
                  <a:pt x="523" y="509"/>
                  <a:pt x="522" y="509"/>
                  <a:pt x="522" y="509"/>
                </a:cubicBezTo>
                <a:cubicBezTo>
                  <a:pt x="522" y="508"/>
                  <a:pt x="521" y="508"/>
                  <a:pt x="520" y="507"/>
                </a:cubicBezTo>
                <a:cubicBezTo>
                  <a:pt x="519" y="507"/>
                  <a:pt x="519" y="507"/>
                  <a:pt x="519" y="508"/>
                </a:cubicBezTo>
                <a:cubicBezTo>
                  <a:pt x="518" y="508"/>
                  <a:pt x="517" y="508"/>
                  <a:pt x="516" y="509"/>
                </a:cubicBezTo>
                <a:cubicBezTo>
                  <a:pt x="515" y="509"/>
                  <a:pt x="514" y="510"/>
                  <a:pt x="514" y="511"/>
                </a:cubicBezTo>
                <a:cubicBezTo>
                  <a:pt x="514" y="512"/>
                  <a:pt x="514" y="512"/>
                  <a:pt x="516" y="513"/>
                </a:cubicBezTo>
                <a:cubicBezTo>
                  <a:pt x="518" y="514"/>
                  <a:pt x="516" y="514"/>
                  <a:pt x="516" y="515"/>
                </a:cubicBezTo>
                <a:cubicBezTo>
                  <a:pt x="516" y="515"/>
                  <a:pt x="515" y="515"/>
                  <a:pt x="513" y="515"/>
                </a:cubicBezTo>
                <a:cubicBezTo>
                  <a:pt x="513" y="515"/>
                  <a:pt x="512" y="515"/>
                  <a:pt x="512" y="515"/>
                </a:cubicBezTo>
                <a:cubicBezTo>
                  <a:pt x="510" y="515"/>
                  <a:pt x="510" y="515"/>
                  <a:pt x="509" y="515"/>
                </a:cubicBezTo>
                <a:cubicBezTo>
                  <a:pt x="509" y="516"/>
                  <a:pt x="507" y="517"/>
                  <a:pt x="506" y="518"/>
                </a:cubicBezTo>
                <a:cubicBezTo>
                  <a:pt x="506" y="519"/>
                  <a:pt x="504" y="519"/>
                  <a:pt x="504" y="519"/>
                </a:cubicBezTo>
                <a:cubicBezTo>
                  <a:pt x="503" y="519"/>
                  <a:pt x="502" y="520"/>
                  <a:pt x="501" y="521"/>
                </a:cubicBezTo>
                <a:cubicBezTo>
                  <a:pt x="501" y="521"/>
                  <a:pt x="501" y="522"/>
                  <a:pt x="501" y="523"/>
                </a:cubicBezTo>
                <a:cubicBezTo>
                  <a:pt x="501" y="524"/>
                  <a:pt x="501" y="524"/>
                  <a:pt x="500" y="524"/>
                </a:cubicBezTo>
                <a:cubicBezTo>
                  <a:pt x="500" y="524"/>
                  <a:pt x="499" y="524"/>
                  <a:pt x="498" y="523"/>
                </a:cubicBezTo>
                <a:cubicBezTo>
                  <a:pt x="497" y="523"/>
                  <a:pt x="496" y="523"/>
                  <a:pt x="494" y="523"/>
                </a:cubicBezTo>
                <a:cubicBezTo>
                  <a:pt x="493" y="523"/>
                  <a:pt x="493" y="523"/>
                  <a:pt x="492" y="523"/>
                </a:cubicBezTo>
                <a:cubicBezTo>
                  <a:pt x="491" y="523"/>
                  <a:pt x="489" y="524"/>
                  <a:pt x="489" y="525"/>
                </a:cubicBezTo>
                <a:cubicBezTo>
                  <a:pt x="488" y="525"/>
                  <a:pt x="488" y="527"/>
                  <a:pt x="488" y="527"/>
                </a:cubicBezTo>
                <a:cubicBezTo>
                  <a:pt x="488" y="527"/>
                  <a:pt x="486" y="527"/>
                  <a:pt x="485" y="527"/>
                </a:cubicBezTo>
                <a:cubicBezTo>
                  <a:pt x="484" y="527"/>
                  <a:pt x="483" y="528"/>
                  <a:pt x="482" y="528"/>
                </a:cubicBezTo>
                <a:cubicBezTo>
                  <a:pt x="482" y="528"/>
                  <a:pt x="480" y="529"/>
                  <a:pt x="479" y="530"/>
                </a:cubicBezTo>
                <a:cubicBezTo>
                  <a:pt x="477" y="531"/>
                  <a:pt x="474" y="533"/>
                  <a:pt x="474" y="534"/>
                </a:cubicBezTo>
                <a:cubicBezTo>
                  <a:pt x="474" y="535"/>
                  <a:pt x="473" y="536"/>
                  <a:pt x="472" y="536"/>
                </a:cubicBezTo>
                <a:cubicBezTo>
                  <a:pt x="471" y="537"/>
                  <a:pt x="469" y="539"/>
                  <a:pt x="468" y="539"/>
                </a:cubicBezTo>
                <a:cubicBezTo>
                  <a:pt x="467" y="540"/>
                  <a:pt x="465" y="541"/>
                  <a:pt x="464" y="542"/>
                </a:cubicBezTo>
                <a:cubicBezTo>
                  <a:pt x="463" y="542"/>
                  <a:pt x="461" y="544"/>
                  <a:pt x="461" y="544"/>
                </a:cubicBezTo>
                <a:cubicBezTo>
                  <a:pt x="460" y="545"/>
                  <a:pt x="459" y="545"/>
                  <a:pt x="459" y="545"/>
                </a:cubicBezTo>
                <a:cubicBezTo>
                  <a:pt x="459" y="544"/>
                  <a:pt x="458" y="545"/>
                  <a:pt x="458" y="545"/>
                </a:cubicBezTo>
                <a:cubicBezTo>
                  <a:pt x="458" y="545"/>
                  <a:pt x="456" y="547"/>
                  <a:pt x="457" y="547"/>
                </a:cubicBezTo>
                <a:cubicBezTo>
                  <a:pt x="458" y="548"/>
                  <a:pt x="458" y="549"/>
                  <a:pt x="458" y="549"/>
                </a:cubicBezTo>
                <a:cubicBezTo>
                  <a:pt x="458" y="549"/>
                  <a:pt x="456" y="550"/>
                  <a:pt x="456" y="550"/>
                </a:cubicBezTo>
                <a:cubicBezTo>
                  <a:pt x="455" y="551"/>
                  <a:pt x="455" y="551"/>
                  <a:pt x="455" y="551"/>
                </a:cubicBezTo>
                <a:cubicBezTo>
                  <a:pt x="455" y="552"/>
                  <a:pt x="454" y="552"/>
                  <a:pt x="454" y="553"/>
                </a:cubicBezTo>
                <a:cubicBezTo>
                  <a:pt x="454" y="553"/>
                  <a:pt x="453" y="554"/>
                  <a:pt x="452" y="555"/>
                </a:cubicBezTo>
                <a:cubicBezTo>
                  <a:pt x="452" y="555"/>
                  <a:pt x="451" y="555"/>
                  <a:pt x="450" y="554"/>
                </a:cubicBezTo>
                <a:cubicBezTo>
                  <a:pt x="450" y="554"/>
                  <a:pt x="451" y="553"/>
                  <a:pt x="450" y="552"/>
                </a:cubicBezTo>
                <a:cubicBezTo>
                  <a:pt x="450" y="551"/>
                  <a:pt x="449" y="552"/>
                  <a:pt x="449" y="553"/>
                </a:cubicBezTo>
                <a:cubicBezTo>
                  <a:pt x="448" y="554"/>
                  <a:pt x="448" y="555"/>
                  <a:pt x="446" y="555"/>
                </a:cubicBezTo>
                <a:cubicBezTo>
                  <a:pt x="444" y="556"/>
                  <a:pt x="446" y="556"/>
                  <a:pt x="446" y="557"/>
                </a:cubicBezTo>
                <a:cubicBezTo>
                  <a:pt x="447" y="557"/>
                  <a:pt x="448" y="557"/>
                  <a:pt x="449" y="557"/>
                </a:cubicBezTo>
                <a:cubicBezTo>
                  <a:pt x="450" y="558"/>
                  <a:pt x="449" y="559"/>
                  <a:pt x="449" y="559"/>
                </a:cubicBezTo>
                <a:cubicBezTo>
                  <a:pt x="449" y="560"/>
                  <a:pt x="447" y="563"/>
                  <a:pt x="446" y="564"/>
                </a:cubicBezTo>
                <a:cubicBezTo>
                  <a:pt x="446" y="564"/>
                  <a:pt x="446" y="564"/>
                  <a:pt x="446" y="565"/>
                </a:cubicBezTo>
                <a:cubicBezTo>
                  <a:pt x="446" y="566"/>
                  <a:pt x="446" y="568"/>
                  <a:pt x="446" y="568"/>
                </a:cubicBezTo>
                <a:cubicBezTo>
                  <a:pt x="445" y="569"/>
                  <a:pt x="444" y="569"/>
                  <a:pt x="443" y="570"/>
                </a:cubicBezTo>
                <a:cubicBezTo>
                  <a:pt x="442" y="571"/>
                  <a:pt x="443" y="572"/>
                  <a:pt x="443" y="572"/>
                </a:cubicBezTo>
                <a:cubicBezTo>
                  <a:pt x="443" y="572"/>
                  <a:pt x="445" y="571"/>
                  <a:pt x="445" y="570"/>
                </a:cubicBezTo>
                <a:cubicBezTo>
                  <a:pt x="446" y="569"/>
                  <a:pt x="447" y="570"/>
                  <a:pt x="447" y="570"/>
                </a:cubicBezTo>
                <a:cubicBezTo>
                  <a:pt x="448" y="570"/>
                  <a:pt x="447" y="571"/>
                  <a:pt x="447" y="572"/>
                </a:cubicBezTo>
                <a:cubicBezTo>
                  <a:pt x="446" y="573"/>
                  <a:pt x="446" y="575"/>
                  <a:pt x="445" y="576"/>
                </a:cubicBezTo>
                <a:cubicBezTo>
                  <a:pt x="445" y="577"/>
                  <a:pt x="445" y="578"/>
                  <a:pt x="444" y="579"/>
                </a:cubicBezTo>
                <a:cubicBezTo>
                  <a:pt x="444" y="580"/>
                  <a:pt x="445" y="581"/>
                  <a:pt x="445" y="581"/>
                </a:cubicBezTo>
                <a:cubicBezTo>
                  <a:pt x="445" y="581"/>
                  <a:pt x="446" y="585"/>
                  <a:pt x="446" y="585"/>
                </a:cubicBezTo>
                <a:cubicBezTo>
                  <a:pt x="446" y="586"/>
                  <a:pt x="446" y="587"/>
                  <a:pt x="446" y="587"/>
                </a:cubicBezTo>
                <a:cubicBezTo>
                  <a:pt x="446" y="588"/>
                  <a:pt x="446" y="589"/>
                  <a:pt x="446" y="590"/>
                </a:cubicBezTo>
                <a:cubicBezTo>
                  <a:pt x="445" y="590"/>
                  <a:pt x="446" y="590"/>
                  <a:pt x="446" y="590"/>
                </a:cubicBezTo>
                <a:cubicBezTo>
                  <a:pt x="446" y="591"/>
                  <a:pt x="446" y="592"/>
                  <a:pt x="447" y="592"/>
                </a:cubicBezTo>
                <a:cubicBezTo>
                  <a:pt x="447" y="592"/>
                  <a:pt x="446" y="593"/>
                  <a:pt x="446" y="594"/>
                </a:cubicBezTo>
                <a:cubicBezTo>
                  <a:pt x="446" y="594"/>
                  <a:pt x="446" y="594"/>
                  <a:pt x="446" y="594"/>
                </a:cubicBezTo>
                <a:cubicBezTo>
                  <a:pt x="445" y="595"/>
                  <a:pt x="445" y="595"/>
                  <a:pt x="446" y="596"/>
                </a:cubicBezTo>
                <a:cubicBezTo>
                  <a:pt x="446" y="596"/>
                  <a:pt x="446" y="596"/>
                  <a:pt x="447" y="596"/>
                </a:cubicBezTo>
                <a:cubicBezTo>
                  <a:pt x="447" y="596"/>
                  <a:pt x="447" y="595"/>
                  <a:pt x="447" y="595"/>
                </a:cubicBezTo>
                <a:cubicBezTo>
                  <a:pt x="447" y="595"/>
                  <a:pt x="448" y="594"/>
                  <a:pt x="448" y="593"/>
                </a:cubicBezTo>
                <a:cubicBezTo>
                  <a:pt x="449" y="593"/>
                  <a:pt x="449" y="594"/>
                  <a:pt x="449" y="594"/>
                </a:cubicBezTo>
                <a:cubicBezTo>
                  <a:pt x="450" y="594"/>
                  <a:pt x="450" y="595"/>
                  <a:pt x="450" y="595"/>
                </a:cubicBezTo>
                <a:cubicBezTo>
                  <a:pt x="450" y="596"/>
                  <a:pt x="449" y="596"/>
                  <a:pt x="449" y="597"/>
                </a:cubicBezTo>
                <a:cubicBezTo>
                  <a:pt x="449" y="597"/>
                  <a:pt x="448" y="598"/>
                  <a:pt x="448" y="598"/>
                </a:cubicBezTo>
                <a:cubicBezTo>
                  <a:pt x="448" y="599"/>
                  <a:pt x="447" y="600"/>
                  <a:pt x="447" y="601"/>
                </a:cubicBezTo>
                <a:cubicBezTo>
                  <a:pt x="447" y="601"/>
                  <a:pt x="446" y="601"/>
                  <a:pt x="446" y="600"/>
                </a:cubicBezTo>
                <a:cubicBezTo>
                  <a:pt x="446" y="600"/>
                  <a:pt x="446" y="599"/>
                  <a:pt x="446" y="599"/>
                </a:cubicBezTo>
                <a:cubicBezTo>
                  <a:pt x="446" y="598"/>
                  <a:pt x="447" y="597"/>
                  <a:pt x="447" y="597"/>
                </a:cubicBezTo>
                <a:cubicBezTo>
                  <a:pt x="447" y="597"/>
                  <a:pt x="447" y="597"/>
                  <a:pt x="447" y="597"/>
                </a:cubicBezTo>
                <a:cubicBezTo>
                  <a:pt x="447" y="597"/>
                  <a:pt x="446" y="597"/>
                  <a:pt x="446" y="597"/>
                </a:cubicBezTo>
                <a:cubicBezTo>
                  <a:pt x="445" y="597"/>
                  <a:pt x="445" y="597"/>
                  <a:pt x="446" y="598"/>
                </a:cubicBezTo>
                <a:cubicBezTo>
                  <a:pt x="446" y="598"/>
                  <a:pt x="445" y="600"/>
                  <a:pt x="445" y="600"/>
                </a:cubicBezTo>
                <a:cubicBezTo>
                  <a:pt x="445" y="600"/>
                  <a:pt x="445" y="602"/>
                  <a:pt x="445" y="602"/>
                </a:cubicBezTo>
                <a:cubicBezTo>
                  <a:pt x="446" y="602"/>
                  <a:pt x="446" y="604"/>
                  <a:pt x="445" y="605"/>
                </a:cubicBezTo>
                <a:cubicBezTo>
                  <a:pt x="445" y="605"/>
                  <a:pt x="445" y="606"/>
                  <a:pt x="445" y="607"/>
                </a:cubicBezTo>
                <a:cubicBezTo>
                  <a:pt x="444" y="608"/>
                  <a:pt x="444" y="609"/>
                  <a:pt x="444" y="610"/>
                </a:cubicBezTo>
                <a:cubicBezTo>
                  <a:pt x="444" y="611"/>
                  <a:pt x="443" y="611"/>
                  <a:pt x="442" y="611"/>
                </a:cubicBezTo>
                <a:cubicBezTo>
                  <a:pt x="442" y="612"/>
                  <a:pt x="442" y="613"/>
                  <a:pt x="442" y="613"/>
                </a:cubicBezTo>
                <a:cubicBezTo>
                  <a:pt x="442" y="614"/>
                  <a:pt x="443" y="613"/>
                  <a:pt x="443" y="613"/>
                </a:cubicBezTo>
                <a:cubicBezTo>
                  <a:pt x="443" y="613"/>
                  <a:pt x="443" y="615"/>
                  <a:pt x="443" y="615"/>
                </a:cubicBezTo>
                <a:cubicBezTo>
                  <a:pt x="443" y="616"/>
                  <a:pt x="442" y="616"/>
                  <a:pt x="441" y="617"/>
                </a:cubicBezTo>
                <a:cubicBezTo>
                  <a:pt x="440" y="618"/>
                  <a:pt x="437" y="620"/>
                  <a:pt x="436" y="621"/>
                </a:cubicBezTo>
                <a:cubicBezTo>
                  <a:pt x="435" y="622"/>
                  <a:pt x="432" y="624"/>
                  <a:pt x="431" y="625"/>
                </a:cubicBezTo>
                <a:cubicBezTo>
                  <a:pt x="430" y="626"/>
                  <a:pt x="428" y="628"/>
                  <a:pt x="428" y="629"/>
                </a:cubicBezTo>
                <a:cubicBezTo>
                  <a:pt x="427" y="630"/>
                  <a:pt x="427" y="631"/>
                  <a:pt x="426" y="631"/>
                </a:cubicBezTo>
                <a:cubicBezTo>
                  <a:pt x="426" y="632"/>
                  <a:pt x="425" y="633"/>
                  <a:pt x="425" y="634"/>
                </a:cubicBezTo>
                <a:cubicBezTo>
                  <a:pt x="424" y="634"/>
                  <a:pt x="423" y="636"/>
                  <a:pt x="423" y="636"/>
                </a:cubicBezTo>
                <a:cubicBezTo>
                  <a:pt x="423" y="637"/>
                  <a:pt x="421" y="640"/>
                  <a:pt x="421" y="641"/>
                </a:cubicBezTo>
                <a:cubicBezTo>
                  <a:pt x="420" y="641"/>
                  <a:pt x="419" y="644"/>
                  <a:pt x="419" y="645"/>
                </a:cubicBezTo>
                <a:cubicBezTo>
                  <a:pt x="418" y="646"/>
                  <a:pt x="418" y="649"/>
                  <a:pt x="417" y="650"/>
                </a:cubicBezTo>
                <a:cubicBezTo>
                  <a:pt x="417" y="651"/>
                  <a:pt x="416" y="654"/>
                  <a:pt x="415" y="655"/>
                </a:cubicBezTo>
                <a:cubicBezTo>
                  <a:pt x="415" y="656"/>
                  <a:pt x="414" y="658"/>
                  <a:pt x="413" y="659"/>
                </a:cubicBezTo>
                <a:cubicBezTo>
                  <a:pt x="413" y="660"/>
                  <a:pt x="411" y="662"/>
                  <a:pt x="410" y="663"/>
                </a:cubicBezTo>
                <a:cubicBezTo>
                  <a:pt x="410" y="664"/>
                  <a:pt x="409" y="666"/>
                  <a:pt x="408" y="666"/>
                </a:cubicBezTo>
                <a:cubicBezTo>
                  <a:pt x="408" y="667"/>
                  <a:pt x="406" y="669"/>
                  <a:pt x="406" y="669"/>
                </a:cubicBezTo>
                <a:cubicBezTo>
                  <a:pt x="405" y="670"/>
                  <a:pt x="404" y="671"/>
                  <a:pt x="404" y="671"/>
                </a:cubicBezTo>
                <a:cubicBezTo>
                  <a:pt x="403" y="672"/>
                  <a:pt x="403" y="673"/>
                  <a:pt x="403" y="674"/>
                </a:cubicBezTo>
                <a:cubicBezTo>
                  <a:pt x="402" y="674"/>
                  <a:pt x="400" y="676"/>
                  <a:pt x="400" y="677"/>
                </a:cubicBezTo>
                <a:cubicBezTo>
                  <a:pt x="399" y="678"/>
                  <a:pt x="397" y="679"/>
                  <a:pt x="396" y="680"/>
                </a:cubicBezTo>
                <a:cubicBezTo>
                  <a:pt x="395" y="681"/>
                  <a:pt x="393" y="682"/>
                  <a:pt x="393" y="682"/>
                </a:cubicBezTo>
                <a:cubicBezTo>
                  <a:pt x="392" y="682"/>
                  <a:pt x="390" y="684"/>
                  <a:pt x="389" y="685"/>
                </a:cubicBezTo>
                <a:cubicBezTo>
                  <a:pt x="389" y="685"/>
                  <a:pt x="387" y="687"/>
                  <a:pt x="386" y="687"/>
                </a:cubicBezTo>
                <a:cubicBezTo>
                  <a:pt x="386" y="687"/>
                  <a:pt x="385" y="688"/>
                  <a:pt x="384" y="687"/>
                </a:cubicBezTo>
                <a:cubicBezTo>
                  <a:pt x="384" y="687"/>
                  <a:pt x="384" y="686"/>
                  <a:pt x="385" y="686"/>
                </a:cubicBezTo>
                <a:cubicBezTo>
                  <a:pt x="385" y="686"/>
                  <a:pt x="385" y="685"/>
                  <a:pt x="385" y="685"/>
                </a:cubicBezTo>
                <a:cubicBezTo>
                  <a:pt x="386" y="684"/>
                  <a:pt x="385" y="684"/>
                  <a:pt x="385" y="684"/>
                </a:cubicBezTo>
                <a:cubicBezTo>
                  <a:pt x="385" y="684"/>
                  <a:pt x="385" y="683"/>
                  <a:pt x="385" y="683"/>
                </a:cubicBezTo>
                <a:cubicBezTo>
                  <a:pt x="385" y="683"/>
                  <a:pt x="386" y="683"/>
                  <a:pt x="386" y="683"/>
                </a:cubicBezTo>
                <a:cubicBezTo>
                  <a:pt x="386" y="683"/>
                  <a:pt x="387" y="683"/>
                  <a:pt x="387" y="683"/>
                </a:cubicBezTo>
                <a:cubicBezTo>
                  <a:pt x="388" y="683"/>
                  <a:pt x="389" y="683"/>
                  <a:pt x="390" y="682"/>
                </a:cubicBezTo>
                <a:cubicBezTo>
                  <a:pt x="390" y="682"/>
                  <a:pt x="391" y="681"/>
                  <a:pt x="392" y="680"/>
                </a:cubicBezTo>
                <a:cubicBezTo>
                  <a:pt x="392" y="680"/>
                  <a:pt x="393" y="679"/>
                  <a:pt x="393" y="679"/>
                </a:cubicBezTo>
                <a:cubicBezTo>
                  <a:pt x="394" y="678"/>
                  <a:pt x="395" y="677"/>
                  <a:pt x="395" y="677"/>
                </a:cubicBezTo>
                <a:cubicBezTo>
                  <a:pt x="396" y="677"/>
                  <a:pt x="397" y="676"/>
                  <a:pt x="397" y="676"/>
                </a:cubicBezTo>
                <a:cubicBezTo>
                  <a:pt x="398" y="676"/>
                  <a:pt x="400" y="673"/>
                  <a:pt x="400" y="673"/>
                </a:cubicBezTo>
                <a:cubicBezTo>
                  <a:pt x="400" y="673"/>
                  <a:pt x="400" y="668"/>
                  <a:pt x="400" y="668"/>
                </a:cubicBezTo>
                <a:cubicBezTo>
                  <a:pt x="400" y="668"/>
                  <a:pt x="401" y="668"/>
                  <a:pt x="401" y="667"/>
                </a:cubicBezTo>
                <a:cubicBezTo>
                  <a:pt x="401" y="667"/>
                  <a:pt x="402" y="667"/>
                  <a:pt x="403" y="667"/>
                </a:cubicBezTo>
                <a:cubicBezTo>
                  <a:pt x="403" y="667"/>
                  <a:pt x="404" y="666"/>
                  <a:pt x="404" y="666"/>
                </a:cubicBezTo>
                <a:cubicBezTo>
                  <a:pt x="404" y="665"/>
                  <a:pt x="404" y="665"/>
                  <a:pt x="404" y="665"/>
                </a:cubicBezTo>
                <a:cubicBezTo>
                  <a:pt x="404" y="664"/>
                  <a:pt x="405" y="664"/>
                  <a:pt x="405" y="664"/>
                </a:cubicBezTo>
                <a:cubicBezTo>
                  <a:pt x="406" y="664"/>
                  <a:pt x="406" y="663"/>
                  <a:pt x="406" y="663"/>
                </a:cubicBezTo>
                <a:cubicBezTo>
                  <a:pt x="406" y="663"/>
                  <a:pt x="407" y="662"/>
                  <a:pt x="408" y="662"/>
                </a:cubicBezTo>
                <a:cubicBezTo>
                  <a:pt x="408" y="661"/>
                  <a:pt x="409" y="661"/>
                  <a:pt x="409" y="660"/>
                </a:cubicBezTo>
                <a:cubicBezTo>
                  <a:pt x="409" y="660"/>
                  <a:pt x="409" y="654"/>
                  <a:pt x="409" y="653"/>
                </a:cubicBezTo>
                <a:cubicBezTo>
                  <a:pt x="409" y="653"/>
                  <a:pt x="410" y="654"/>
                  <a:pt x="410" y="654"/>
                </a:cubicBezTo>
                <a:cubicBezTo>
                  <a:pt x="410" y="654"/>
                  <a:pt x="411" y="655"/>
                  <a:pt x="411" y="655"/>
                </a:cubicBezTo>
                <a:cubicBezTo>
                  <a:pt x="411" y="655"/>
                  <a:pt x="411" y="653"/>
                  <a:pt x="411" y="653"/>
                </a:cubicBezTo>
                <a:cubicBezTo>
                  <a:pt x="411" y="652"/>
                  <a:pt x="411" y="650"/>
                  <a:pt x="411" y="649"/>
                </a:cubicBezTo>
                <a:cubicBezTo>
                  <a:pt x="411" y="649"/>
                  <a:pt x="410" y="649"/>
                  <a:pt x="410" y="650"/>
                </a:cubicBezTo>
                <a:cubicBezTo>
                  <a:pt x="410" y="650"/>
                  <a:pt x="410" y="651"/>
                  <a:pt x="409" y="651"/>
                </a:cubicBezTo>
                <a:cubicBezTo>
                  <a:pt x="409" y="651"/>
                  <a:pt x="407" y="652"/>
                  <a:pt x="407" y="652"/>
                </a:cubicBezTo>
                <a:cubicBezTo>
                  <a:pt x="406" y="652"/>
                  <a:pt x="405" y="652"/>
                  <a:pt x="405" y="653"/>
                </a:cubicBezTo>
                <a:cubicBezTo>
                  <a:pt x="404" y="653"/>
                  <a:pt x="403" y="653"/>
                  <a:pt x="403" y="652"/>
                </a:cubicBezTo>
                <a:cubicBezTo>
                  <a:pt x="403" y="652"/>
                  <a:pt x="403" y="651"/>
                  <a:pt x="402" y="651"/>
                </a:cubicBezTo>
                <a:cubicBezTo>
                  <a:pt x="402" y="651"/>
                  <a:pt x="401" y="649"/>
                  <a:pt x="400" y="649"/>
                </a:cubicBezTo>
                <a:cubicBezTo>
                  <a:pt x="400" y="649"/>
                  <a:pt x="400" y="648"/>
                  <a:pt x="399" y="647"/>
                </a:cubicBezTo>
                <a:cubicBezTo>
                  <a:pt x="399" y="647"/>
                  <a:pt x="399" y="645"/>
                  <a:pt x="399" y="645"/>
                </a:cubicBezTo>
                <a:cubicBezTo>
                  <a:pt x="399" y="645"/>
                  <a:pt x="399" y="646"/>
                  <a:pt x="398" y="647"/>
                </a:cubicBezTo>
                <a:cubicBezTo>
                  <a:pt x="398" y="647"/>
                  <a:pt x="398" y="649"/>
                  <a:pt x="398" y="650"/>
                </a:cubicBezTo>
                <a:cubicBezTo>
                  <a:pt x="398" y="650"/>
                  <a:pt x="400" y="651"/>
                  <a:pt x="400" y="652"/>
                </a:cubicBezTo>
                <a:cubicBezTo>
                  <a:pt x="400" y="652"/>
                  <a:pt x="401" y="653"/>
                  <a:pt x="400" y="654"/>
                </a:cubicBezTo>
                <a:cubicBezTo>
                  <a:pt x="400" y="654"/>
                  <a:pt x="399" y="655"/>
                  <a:pt x="399" y="655"/>
                </a:cubicBezTo>
                <a:cubicBezTo>
                  <a:pt x="398" y="656"/>
                  <a:pt x="398" y="657"/>
                  <a:pt x="398" y="658"/>
                </a:cubicBezTo>
                <a:cubicBezTo>
                  <a:pt x="398" y="658"/>
                  <a:pt x="397" y="658"/>
                  <a:pt x="397" y="659"/>
                </a:cubicBezTo>
                <a:cubicBezTo>
                  <a:pt x="397" y="659"/>
                  <a:pt x="397" y="661"/>
                  <a:pt x="397" y="662"/>
                </a:cubicBezTo>
                <a:cubicBezTo>
                  <a:pt x="397" y="662"/>
                  <a:pt x="396" y="663"/>
                  <a:pt x="396" y="663"/>
                </a:cubicBezTo>
                <a:cubicBezTo>
                  <a:pt x="395" y="664"/>
                  <a:pt x="394" y="665"/>
                  <a:pt x="395" y="665"/>
                </a:cubicBezTo>
                <a:cubicBezTo>
                  <a:pt x="395" y="666"/>
                  <a:pt x="395" y="667"/>
                  <a:pt x="395" y="668"/>
                </a:cubicBezTo>
                <a:cubicBezTo>
                  <a:pt x="395" y="668"/>
                  <a:pt x="394" y="668"/>
                  <a:pt x="393" y="669"/>
                </a:cubicBezTo>
                <a:cubicBezTo>
                  <a:pt x="393" y="669"/>
                  <a:pt x="393" y="670"/>
                  <a:pt x="393" y="670"/>
                </a:cubicBezTo>
                <a:cubicBezTo>
                  <a:pt x="393" y="671"/>
                  <a:pt x="392" y="671"/>
                  <a:pt x="391" y="671"/>
                </a:cubicBezTo>
                <a:cubicBezTo>
                  <a:pt x="390" y="671"/>
                  <a:pt x="388" y="671"/>
                  <a:pt x="388" y="672"/>
                </a:cubicBezTo>
                <a:cubicBezTo>
                  <a:pt x="387" y="672"/>
                  <a:pt x="386" y="673"/>
                  <a:pt x="386" y="674"/>
                </a:cubicBezTo>
                <a:cubicBezTo>
                  <a:pt x="385" y="675"/>
                  <a:pt x="386" y="677"/>
                  <a:pt x="386" y="678"/>
                </a:cubicBezTo>
                <a:cubicBezTo>
                  <a:pt x="386" y="679"/>
                  <a:pt x="386" y="679"/>
                  <a:pt x="385" y="679"/>
                </a:cubicBezTo>
                <a:cubicBezTo>
                  <a:pt x="385" y="680"/>
                  <a:pt x="383" y="680"/>
                  <a:pt x="383" y="681"/>
                </a:cubicBezTo>
                <a:cubicBezTo>
                  <a:pt x="382" y="681"/>
                  <a:pt x="382" y="682"/>
                  <a:pt x="382" y="683"/>
                </a:cubicBezTo>
                <a:cubicBezTo>
                  <a:pt x="382" y="683"/>
                  <a:pt x="382" y="684"/>
                  <a:pt x="382" y="684"/>
                </a:cubicBezTo>
                <a:cubicBezTo>
                  <a:pt x="383" y="684"/>
                  <a:pt x="383" y="686"/>
                  <a:pt x="382" y="686"/>
                </a:cubicBezTo>
                <a:cubicBezTo>
                  <a:pt x="382" y="686"/>
                  <a:pt x="382" y="687"/>
                  <a:pt x="382" y="687"/>
                </a:cubicBezTo>
                <a:cubicBezTo>
                  <a:pt x="382" y="687"/>
                  <a:pt x="383" y="687"/>
                  <a:pt x="384" y="688"/>
                </a:cubicBezTo>
                <a:cubicBezTo>
                  <a:pt x="384" y="688"/>
                  <a:pt x="384" y="689"/>
                  <a:pt x="384" y="689"/>
                </a:cubicBezTo>
                <a:cubicBezTo>
                  <a:pt x="384" y="689"/>
                  <a:pt x="383" y="690"/>
                  <a:pt x="382" y="691"/>
                </a:cubicBezTo>
                <a:cubicBezTo>
                  <a:pt x="381" y="692"/>
                  <a:pt x="380" y="694"/>
                  <a:pt x="379" y="696"/>
                </a:cubicBezTo>
                <a:cubicBezTo>
                  <a:pt x="378" y="698"/>
                  <a:pt x="378" y="700"/>
                  <a:pt x="378" y="702"/>
                </a:cubicBezTo>
                <a:cubicBezTo>
                  <a:pt x="377" y="703"/>
                  <a:pt x="376" y="707"/>
                  <a:pt x="376" y="708"/>
                </a:cubicBezTo>
                <a:cubicBezTo>
                  <a:pt x="375" y="709"/>
                  <a:pt x="373" y="712"/>
                  <a:pt x="373" y="712"/>
                </a:cubicBezTo>
                <a:cubicBezTo>
                  <a:pt x="372" y="713"/>
                  <a:pt x="371" y="715"/>
                  <a:pt x="370" y="715"/>
                </a:cubicBezTo>
                <a:cubicBezTo>
                  <a:pt x="369" y="716"/>
                  <a:pt x="366" y="718"/>
                  <a:pt x="366" y="718"/>
                </a:cubicBezTo>
                <a:cubicBezTo>
                  <a:pt x="366" y="718"/>
                  <a:pt x="365" y="720"/>
                  <a:pt x="365" y="720"/>
                </a:cubicBezTo>
                <a:cubicBezTo>
                  <a:pt x="364" y="721"/>
                  <a:pt x="362" y="722"/>
                  <a:pt x="362" y="722"/>
                </a:cubicBezTo>
                <a:cubicBezTo>
                  <a:pt x="359" y="721"/>
                  <a:pt x="359" y="721"/>
                  <a:pt x="359" y="721"/>
                </a:cubicBezTo>
                <a:cubicBezTo>
                  <a:pt x="359" y="709"/>
                  <a:pt x="359" y="709"/>
                  <a:pt x="359" y="709"/>
                </a:cubicBezTo>
                <a:cubicBezTo>
                  <a:pt x="367" y="701"/>
                  <a:pt x="367" y="701"/>
                  <a:pt x="367" y="701"/>
                </a:cubicBezTo>
                <a:cubicBezTo>
                  <a:pt x="365" y="700"/>
                  <a:pt x="365" y="700"/>
                  <a:pt x="365" y="700"/>
                </a:cubicBezTo>
                <a:cubicBezTo>
                  <a:pt x="365" y="700"/>
                  <a:pt x="356" y="693"/>
                  <a:pt x="356" y="693"/>
                </a:cubicBezTo>
                <a:cubicBezTo>
                  <a:pt x="356" y="693"/>
                  <a:pt x="356" y="688"/>
                  <a:pt x="356" y="688"/>
                </a:cubicBezTo>
                <a:cubicBezTo>
                  <a:pt x="356" y="688"/>
                  <a:pt x="355" y="687"/>
                  <a:pt x="354" y="687"/>
                </a:cubicBezTo>
                <a:cubicBezTo>
                  <a:pt x="354" y="687"/>
                  <a:pt x="352" y="685"/>
                  <a:pt x="352" y="685"/>
                </a:cubicBezTo>
                <a:cubicBezTo>
                  <a:pt x="351" y="684"/>
                  <a:pt x="350" y="684"/>
                  <a:pt x="350" y="684"/>
                </a:cubicBezTo>
                <a:cubicBezTo>
                  <a:pt x="349" y="684"/>
                  <a:pt x="349" y="684"/>
                  <a:pt x="349" y="684"/>
                </a:cubicBezTo>
                <a:cubicBezTo>
                  <a:pt x="342" y="679"/>
                  <a:pt x="342" y="679"/>
                  <a:pt x="342" y="679"/>
                </a:cubicBezTo>
                <a:cubicBezTo>
                  <a:pt x="342" y="676"/>
                  <a:pt x="342" y="676"/>
                  <a:pt x="342" y="676"/>
                </a:cubicBezTo>
                <a:cubicBezTo>
                  <a:pt x="342" y="676"/>
                  <a:pt x="339" y="675"/>
                  <a:pt x="338" y="675"/>
                </a:cubicBezTo>
                <a:cubicBezTo>
                  <a:pt x="338" y="675"/>
                  <a:pt x="336" y="675"/>
                  <a:pt x="336" y="675"/>
                </a:cubicBezTo>
                <a:cubicBezTo>
                  <a:pt x="335" y="675"/>
                  <a:pt x="333" y="671"/>
                  <a:pt x="333" y="671"/>
                </a:cubicBezTo>
                <a:cubicBezTo>
                  <a:pt x="332" y="672"/>
                  <a:pt x="332" y="672"/>
                  <a:pt x="332" y="672"/>
                </a:cubicBezTo>
                <a:cubicBezTo>
                  <a:pt x="332" y="672"/>
                  <a:pt x="329" y="672"/>
                  <a:pt x="329" y="671"/>
                </a:cubicBezTo>
                <a:cubicBezTo>
                  <a:pt x="329" y="671"/>
                  <a:pt x="328" y="670"/>
                  <a:pt x="328" y="669"/>
                </a:cubicBezTo>
                <a:cubicBezTo>
                  <a:pt x="328" y="669"/>
                  <a:pt x="327" y="666"/>
                  <a:pt x="326" y="666"/>
                </a:cubicBezTo>
                <a:cubicBezTo>
                  <a:pt x="326" y="665"/>
                  <a:pt x="325" y="664"/>
                  <a:pt x="325" y="664"/>
                </a:cubicBezTo>
                <a:cubicBezTo>
                  <a:pt x="322" y="662"/>
                  <a:pt x="322" y="662"/>
                  <a:pt x="322" y="662"/>
                </a:cubicBezTo>
                <a:cubicBezTo>
                  <a:pt x="322" y="662"/>
                  <a:pt x="321" y="664"/>
                  <a:pt x="321" y="664"/>
                </a:cubicBezTo>
                <a:cubicBezTo>
                  <a:pt x="321" y="665"/>
                  <a:pt x="318" y="667"/>
                  <a:pt x="318" y="667"/>
                </a:cubicBezTo>
                <a:cubicBezTo>
                  <a:pt x="316" y="667"/>
                  <a:pt x="316" y="667"/>
                  <a:pt x="316" y="667"/>
                </a:cubicBezTo>
                <a:cubicBezTo>
                  <a:pt x="315" y="663"/>
                  <a:pt x="315" y="663"/>
                  <a:pt x="315" y="663"/>
                </a:cubicBezTo>
                <a:cubicBezTo>
                  <a:pt x="315" y="663"/>
                  <a:pt x="311" y="657"/>
                  <a:pt x="311" y="657"/>
                </a:cubicBezTo>
                <a:cubicBezTo>
                  <a:pt x="310" y="656"/>
                  <a:pt x="301" y="647"/>
                  <a:pt x="301" y="647"/>
                </a:cubicBezTo>
                <a:cubicBezTo>
                  <a:pt x="301" y="647"/>
                  <a:pt x="297" y="647"/>
                  <a:pt x="297" y="647"/>
                </a:cubicBezTo>
                <a:cubicBezTo>
                  <a:pt x="297" y="647"/>
                  <a:pt x="296" y="647"/>
                  <a:pt x="296" y="648"/>
                </a:cubicBezTo>
                <a:cubicBezTo>
                  <a:pt x="296" y="648"/>
                  <a:pt x="295" y="650"/>
                  <a:pt x="295" y="650"/>
                </a:cubicBezTo>
                <a:cubicBezTo>
                  <a:pt x="295" y="650"/>
                  <a:pt x="293" y="651"/>
                  <a:pt x="293" y="651"/>
                </a:cubicBezTo>
                <a:cubicBezTo>
                  <a:pt x="293" y="651"/>
                  <a:pt x="290" y="651"/>
                  <a:pt x="290" y="651"/>
                </a:cubicBezTo>
                <a:cubicBezTo>
                  <a:pt x="290" y="651"/>
                  <a:pt x="288" y="650"/>
                  <a:pt x="288" y="650"/>
                </a:cubicBezTo>
                <a:cubicBezTo>
                  <a:pt x="288" y="649"/>
                  <a:pt x="288" y="649"/>
                  <a:pt x="288" y="649"/>
                </a:cubicBezTo>
                <a:cubicBezTo>
                  <a:pt x="288" y="649"/>
                  <a:pt x="289" y="648"/>
                  <a:pt x="289" y="647"/>
                </a:cubicBezTo>
                <a:cubicBezTo>
                  <a:pt x="290" y="647"/>
                  <a:pt x="291" y="646"/>
                  <a:pt x="291" y="646"/>
                </a:cubicBezTo>
                <a:cubicBezTo>
                  <a:pt x="291" y="646"/>
                  <a:pt x="292" y="645"/>
                  <a:pt x="292" y="644"/>
                </a:cubicBezTo>
                <a:cubicBezTo>
                  <a:pt x="292" y="644"/>
                  <a:pt x="292" y="642"/>
                  <a:pt x="292" y="642"/>
                </a:cubicBezTo>
                <a:cubicBezTo>
                  <a:pt x="293" y="641"/>
                  <a:pt x="294" y="641"/>
                  <a:pt x="295" y="640"/>
                </a:cubicBezTo>
                <a:cubicBezTo>
                  <a:pt x="295" y="640"/>
                  <a:pt x="296" y="639"/>
                  <a:pt x="297" y="639"/>
                </a:cubicBezTo>
                <a:cubicBezTo>
                  <a:pt x="297" y="638"/>
                  <a:pt x="299" y="637"/>
                  <a:pt x="299" y="637"/>
                </a:cubicBezTo>
                <a:cubicBezTo>
                  <a:pt x="300" y="636"/>
                  <a:pt x="302" y="633"/>
                  <a:pt x="302" y="633"/>
                </a:cubicBezTo>
                <a:cubicBezTo>
                  <a:pt x="303" y="632"/>
                  <a:pt x="303" y="630"/>
                  <a:pt x="304" y="629"/>
                </a:cubicBezTo>
                <a:cubicBezTo>
                  <a:pt x="304" y="629"/>
                  <a:pt x="306" y="627"/>
                  <a:pt x="306" y="627"/>
                </a:cubicBezTo>
                <a:cubicBezTo>
                  <a:pt x="307" y="627"/>
                  <a:pt x="308" y="627"/>
                  <a:pt x="308" y="627"/>
                </a:cubicBezTo>
                <a:cubicBezTo>
                  <a:pt x="308" y="627"/>
                  <a:pt x="308" y="626"/>
                  <a:pt x="308" y="625"/>
                </a:cubicBezTo>
                <a:cubicBezTo>
                  <a:pt x="308" y="625"/>
                  <a:pt x="309" y="624"/>
                  <a:pt x="309" y="623"/>
                </a:cubicBezTo>
                <a:cubicBezTo>
                  <a:pt x="309" y="623"/>
                  <a:pt x="311" y="620"/>
                  <a:pt x="312" y="620"/>
                </a:cubicBezTo>
                <a:cubicBezTo>
                  <a:pt x="312" y="620"/>
                  <a:pt x="315" y="617"/>
                  <a:pt x="315" y="617"/>
                </a:cubicBezTo>
                <a:cubicBezTo>
                  <a:pt x="315" y="617"/>
                  <a:pt x="316" y="615"/>
                  <a:pt x="316" y="614"/>
                </a:cubicBezTo>
                <a:cubicBezTo>
                  <a:pt x="317" y="614"/>
                  <a:pt x="317" y="614"/>
                  <a:pt x="317" y="614"/>
                </a:cubicBezTo>
                <a:cubicBezTo>
                  <a:pt x="317" y="613"/>
                  <a:pt x="318" y="612"/>
                  <a:pt x="318" y="612"/>
                </a:cubicBezTo>
                <a:cubicBezTo>
                  <a:pt x="318" y="612"/>
                  <a:pt x="319" y="613"/>
                  <a:pt x="320" y="613"/>
                </a:cubicBezTo>
                <a:cubicBezTo>
                  <a:pt x="320" y="613"/>
                  <a:pt x="321" y="613"/>
                  <a:pt x="321" y="612"/>
                </a:cubicBezTo>
                <a:cubicBezTo>
                  <a:pt x="321" y="612"/>
                  <a:pt x="321" y="611"/>
                  <a:pt x="321" y="611"/>
                </a:cubicBezTo>
                <a:cubicBezTo>
                  <a:pt x="321" y="611"/>
                  <a:pt x="320" y="610"/>
                  <a:pt x="319" y="610"/>
                </a:cubicBezTo>
                <a:cubicBezTo>
                  <a:pt x="319" y="610"/>
                  <a:pt x="320" y="609"/>
                  <a:pt x="321" y="608"/>
                </a:cubicBezTo>
                <a:cubicBezTo>
                  <a:pt x="322" y="607"/>
                  <a:pt x="322" y="608"/>
                  <a:pt x="322" y="608"/>
                </a:cubicBezTo>
                <a:cubicBezTo>
                  <a:pt x="322" y="608"/>
                  <a:pt x="324" y="608"/>
                  <a:pt x="325" y="607"/>
                </a:cubicBezTo>
                <a:cubicBezTo>
                  <a:pt x="325" y="607"/>
                  <a:pt x="326" y="606"/>
                  <a:pt x="327" y="604"/>
                </a:cubicBezTo>
                <a:cubicBezTo>
                  <a:pt x="328" y="603"/>
                  <a:pt x="329" y="602"/>
                  <a:pt x="329" y="602"/>
                </a:cubicBezTo>
                <a:cubicBezTo>
                  <a:pt x="329" y="602"/>
                  <a:pt x="332" y="602"/>
                  <a:pt x="332" y="602"/>
                </a:cubicBezTo>
                <a:cubicBezTo>
                  <a:pt x="332" y="602"/>
                  <a:pt x="332" y="601"/>
                  <a:pt x="332" y="601"/>
                </a:cubicBezTo>
                <a:cubicBezTo>
                  <a:pt x="333" y="600"/>
                  <a:pt x="335" y="600"/>
                  <a:pt x="335" y="600"/>
                </a:cubicBezTo>
                <a:cubicBezTo>
                  <a:pt x="335" y="600"/>
                  <a:pt x="335" y="599"/>
                  <a:pt x="335" y="598"/>
                </a:cubicBezTo>
                <a:cubicBezTo>
                  <a:pt x="336" y="598"/>
                  <a:pt x="336" y="596"/>
                  <a:pt x="336" y="596"/>
                </a:cubicBezTo>
                <a:cubicBezTo>
                  <a:pt x="336" y="595"/>
                  <a:pt x="337" y="596"/>
                  <a:pt x="337" y="596"/>
                </a:cubicBezTo>
                <a:cubicBezTo>
                  <a:pt x="338" y="596"/>
                  <a:pt x="338" y="596"/>
                  <a:pt x="338" y="596"/>
                </a:cubicBezTo>
                <a:cubicBezTo>
                  <a:pt x="339" y="595"/>
                  <a:pt x="339" y="596"/>
                  <a:pt x="340" y="596"/>
                </a:cubicBezTo>
                <a:cubicBezTo>
                  <a:pt x="340" y="595"/>
                  <a:pt x="340" y="594"/>
                  <a:pt x="340" y="594"/>
                </a:cubicBezTo>
                <a:cubicBezTo>
                  <a:pt x="340" y="594"/>
                  <a:pt x="341" y="595"/>
                  <a:pt x="341" y="595"/>
                </a:cubicBezTo>
                <a:cubicBezTo>
                  <a:pt x="342" y="595"/>
                  <a:pt x="343" y="594"/>
                  <a:pt x="343" y="594"/>
                </a:cubicBezTo>
                <a:cubicBezTo>
                  <a:pt x="343" y="594"/>
                  <a:pt x="344" y="593"/>
                  <a:pt x="344" y="593"/>
                </a:cubicBezTo>
                <a:cubicBezTo>
                  <a:pt x="344" y="593"/>
                  <a:pt x="345" y="594"/>
                  <a:pt x="345" y="594"/>
                </a:cubicBezTo>
                <a:cubicBezTo>
                  <a:pt x="345" y="594"/>
                  <a:pt x="346" y="593"/>
                  <a:pt x="346" y="592"/>
                </a:cubicBezTo>
                <a:cubicBezTo>
                  <a:pt x="346" y="592"/>
                  <a:pt x="347" y="591"/>
                  <a:pt x="347" y="591"/>
                </a:cubicBezTo>
                <a:cubicBezTo>
                  <a:pt x="347" y="591"/>
                  <a:pt x="348" y="591"/>
                  <a:pt x="348" y="591"/>
                </a:cubicBezTo>
                <a:cubicBezTo>
                  <a:pt x="348" y="591"/>
                  <a:pt x="349" y="591"/>
                  <a:pt x="349" y="590"/>
                </a:cubicBezTo>
                <a:cubicBezTo>
                  <a:pt x="350" y="590"/>
                  <a:pt x="351" y="589"/>
                  <a:pt x="351" y="589"/>
                </a:cubicBezTo>
                <a:cubicBezTo>
                  <a:pt x="351" y="589"/>
                  <a:pt x="353" y="588"/>
                  <a:pt x="353" y="588"/>
                </a:cubicBezTo>
                <a:cubicBezTo>
                  <a:pt x="353" y="588"/>
                  <a:pt x="354" y="588"/>
                  <a:pt x="354" y="587"/>
                </a:cubicBezTo>
                <a:cubicBezTo>
                  <a:pt x="354" y="587"/>
                  <a:pt x="354" y="586"/>
                  <a:pt x="354" y="586"/>
                </a:cubicBezTo>
                <a:cubicBezTo>
                  <a:pt x="355" y="586"/>
                  <a:pt x="356" y="585"/>
                  <a:pt x="356" y="585"/>
                </a:cubicBezTo>
                <a:cubicBezTo>
                  <a:pt x="356" y="585"/>
                  <a:pt x="356" y="584"/>
                  <a:pt x="356" y="583"/>
                </a:cubicBezTo>
                <a:cubicBezTo>
                  <a:pt x="356" y="583"/>
                  <a:pt x="356" y="582"/>
                  <a:pt x="355" y="581"/>
                </a:cubicBezTo>
                <a:cubicBezTo>
                  <a:pt x="355" y="581"/>
                  <a:pt x="355" y="580"/>
                  <a:pt x="355" y="580"/>
                </a:cubicBezTo>
                <a:cubicBezTo>
                  <a:pt x="355" y="579"/>
                  <a:pt x="355" y="578"/>
                  <a:pt x="355" y="578"/>
                </a:cubicBezTo>
                <a:cubicBezTo>
                  <a:pt x="355" y="577"/>
                  <a:pt x="356" y="577"/>
                  <a:pt x="356" y="576"/>
                </a:cubicBezTo>
                <a:cubicBezTo>
                  <a:pt x="356" y="576"/>
                  <a:pt x="356" y="574"/>
                  <a:pt x="356" y="574"/>
                </a:cubicBezTo>
                <a:cubicBezTo>
                  <a:pt x="356" y="573"/>
                  <a:pt x="356" y="573"/>
                  <a:pt x="357" y="572"/>
                </a:cubicBezTo>
                <a:cubicBezTo>
                  <a:pt x="357" y="572"/>
                  <a:pt x="357" y="570"/>
                  <a:pt x="357" y="570"/>
                </a:cubicBezTo>
                <a:cubicBezTo>
                  <a:pt x="357" y="570"/>
                  <a:pt x="355" y="568"/>
                  <a:pt x="355" y="568"/>
                </a:cubicBezTo>
                <a:cubicBezTo>
                  <a:pt x="355" y="567"/>
                  <a:pt x="354" y="566"/>
                  <a:pt x="354" y="566"/>
                </a:cubicBezTo>
                <a:cubicBezTo>
                  <a:pt x="353" y="565"/>
                  <a:pt x="353" y="564"/>
                  <a:pt x="353" y="563"/>
                </a:cubicBezTo>
                <a:cubicBezTo>
                  <a:pt x="353" y="563"/>
                  <a:pt x="353" y="560"/>
                  <a:pt x="353" y="560"/>
                </a:cubicBezTo>
                <a:cubicBezTo>
                  <a:pt x="353" y="559"/>
                  <a:pt x="352" y="558"/>
                  <a:pt x="352" y="558"/>
                </a:cubicBezTo>
                <a:cubicBezTo>
                  <a:pt x="352" y="558"/>
                  <a:pt x="351" y="558"/>
                  <a:pt x="351" y="558"/>
                </a:cubicBezTo>
                <a:cubicBezTo>
                  <a:pt x="350" y="558"/>
                  <a:pt x="349" y="557"/>
                  <a:pt x="349" y="557"/>
                </a:cubicBezTo>
                <a:cubicBezTo>
                  <a:pt x="349" y="557"/>
                  <a:pt x="349" y="555"/>
                  <a:pt x="348" y="555"/>
                </a:cubicBezTo>
                <a:cubicBezTo>
                  <a:pt x="348" y="555"/>
                  <a:pt x="348" y="556"/>
                  <a:pt x="348" y="557"/>
                </a:cubicBezTo>
                <a:cubicBezTo>
                  <a:pt x="347" y="557"/>
                  <a:pt x="347" y="558"/>
                  <a:pt x="347" y="558"/>
                </a:cubicBezTo>
                <a:cubicBezTo>
                  <a:pt x="344" y="558"/>
                  <a:pt x="344" y="558"/>
                  <a:pt x="344" y="558"/>
                </a:cubicBezTo>
                <a:cubicBezTo>
                  <a:pt x="343" y="559"/>
                  <a:pt x="343" y="559"/>
                  <a:pt x="343" y="559"/>
                </a:cubicBezTo>
                <a:cubicBezTo>
                  <a:pt x="342" y="559"/>
                  <a:pt x="342" y="559"/>
                  <a:pt x="342" y="559"/>
                </a:cubicBezTo>
                <a:cubicBezTo>
                  <a:pt x="340" y="558"/>
                  <a:pt x="340" y="558"/>
                  <a:pt x="340" y="558"/>
                </a:cubicBezTo>
                <a:cubicBezTo>
                  <a:pt x="340" y="554"/>
                  <a:pt x="340" y="554"/>
                  <a:pt x="340" y="554"/>
                </a:cubicBezTo>
                <a:cubicBezTo>
                  <a:pt x="340" y="554"/>
                  <a:pt x="341" y="553"/>
                  <a:pt x="341" y="552"/>
                </a:cubicBezTo>
                <a:cubicBezTo>
                  <a:pt x="342" y="552"/>
                  <a:pt x="343" y="550"/>
                  <a:pt x="343" y="550"/>
                </a:cubicBezTo>
                <a:cubicBezTo>
                  <a:pt x="343" y="550"/>
                  <a:pt x="343" y="548"/>
                  <a:pt x="343" y="548"/>
                </a:cubicBezTo>
                <a:cubicBezTo>
                  <a:pt x="343" y="547"/>
                  <a:pt x="343" y="545"/>
                  <a:pt x="343" y="545"/>
                </a:cubicBezTo>
                <a:cubicBezTo>
                  <a:pt x="343" y="544"/>
                  <a:pt x="345" y="537"/>
                  <a:pt x="346" y="536"/>
                </a:cubicBezTo>
                <a:cubicBezTo>
                  <a:pt x="346" y="535"/>
                  <a:pt x="346" y="534"/>
                  <a:pt x="346" y="534"/>
                </a:cubicBezTo>
                <a:cubicBezTo>
                  <a:pt x="346" y="534"/>
                  <a:pt x="345" y="532"/>
                  <a:pt x="345" y="532"/>
                </a:cubicBezTo>
                <a:cubicBezTo>
                  <a:pt x="345" y="531"/>
                  <a:pt x="345" y="530"/>
                  <a:pt x="345" y="530"/>
                </a:cubicBezTo>
                <a:cubicBezTo>
                  <a:pt x="344" y="530"/>
                  <a:pt x="345" y="529"/>
                  <a:pt x="345" y="529"/>
                </a:cubicBezTo>
                <a:cubicBezTo>
                  <a:pt x="345" y="529"/>
                  <a:pt x="346" y="528"/>
                  <a:pt x="346" y="528"/>
                </a:cubicBezTo>
                <a:cubicBezTo>
                  <a:pt x="346" y="527"/>
                  <a:pt x="340" y="523"/>
                  <a:pt x="340" y="523"/>
                </a:cubicBezTo>
                <a:cubicBezTo>
                  <a:pt x="332" y="526"/>
                  <a:pt x="332" y="526"/>
                  <a:pt x="332" y="526"/>
                </a:cubicBezTo>
                <a:cubicBezTo>
                  <a:pt x="326" y="526"/>
                  <a:pt x="326" y="526"/>
                  <a:pt x="326" y="526"/>
                </a:cubicBezTo>
                <a:cubicBezTo>
                  <a:pt x="326" y="526"/>
                  <a:pt x="326" y="523"/>
                  <a:pt x="326" y="522"/>
                </a:cubicBezTo>
                <a:cubicBezTo>
                  <a:pt x="326" y="522"/>
                  <a:pt x="325" y="521"/>
                  <a:pt x="325" y="521"/>
                </a:cubicBezTo>
                <a:cubicBezTo>
                  <a:pt x="325" y="521"/>
                  <a:pt x="324" y="520"/>
                  <a:pt x="324" y="520"/>
                </a:cubicBezTo>
                <a:cubicBezTo>
                  <a:pt x="324" y="511"/>
                  <a:pt x="324" y="511"/>
                  <a:pt x="324" y="511"/>
                </a:cubicBezTo>
                <a:cubicBezTo>
                  <a:pt x="324" y="511"/>
                  <a:pt x="323" y="511"/>
                  <a:pt x="323" y="511"/>
                </a:cubicBezTo>
                <a:cubicBezTo>
                  <a:pt x="323" y="511"/>
                  <a:pt x="322" y="510"/>
                  <a:pt x="322" y="510"/>
                </a:cubicBezTo>
                <a:cubicBezTo>
                  <a:pt x="322" y="507"/>
                  <a:pt x="322" y="507"/>
                  <a:pt x="322" y="507"/>
                </a:cubicBezTo>
                <a:cubicBezTo>
                  <a:pt x="321" y="506"/>
                  <a:pt x="321" y="506"/>
                  <a:pt x="321" y="506"/>
                </a:cubicBezTo>
                <a:cubicBezTo>
                  <a:pt x="321" y="506"/>
                  <a:pt x="321" y="504"/>
                  <a:pt x="321" y="504"/>
                </a:cubicBezTo>
                <a:cubicBezTo>
                  <a:pt x="321" y="503"/>
                  <a:pt x="322" y="503"/>
                  <a:pt x="322" y="502"/>
                </a:cubicBezTo>
                <a:cubicBezTo>
                  <a:pt x="322" y="502"/>
                  <a:pt x="322" y="501"/>
                  <a:pt x="322" y="501"/>
                </a:cubicBezTo>
                <a:cubicBezTo>
                  <a:pt x="320" y="499"/>
                  <a:pt x="320" y="499"/>
                  <a:pt x="320" y="499"/>
                </a:cubicBezTo>
                <a:cubicBezTo>
                  <a:pt x="320" y="496"/>
                  <a:pt x="320" y="496"/>
                  <a:pt x="320" y="496"/>
                </a:cubicBezTo>
                <a:cubicBezTo>
                  <a:pt x="318" y="494"/>
                  <a:pt x="318" y="494"/>
                  <a:pt x="318" y="494"/>
                </a:cubicBezTo>
                <a:cubicBezTo>
                  <a:pt x="312" y="494"/>
                  <a:pt x="312" y="494"/>
                  <a:pt x="312" y="494"/>
                </a:cubicBezTo>
                <a:cubicBezTo>
                  <a:pt x="310" y="493"/>
                  <a:pt x="310" y="493"/>
                  <a:pt x="310" y="493"/>
                </a:cubicBezTo>
                <a:cubicBezTo>
                  <a:pt x="309" y="490"/>
                  <a:pt x="309" y="490"/>
                  <a:pt x="309" y="490"/>
                </a:cubicBezTo>
                <a:cubicBezTo>
                  <a:pt x="307" y="491"/>
                  <a:pt x="307" y="491"/>
                  <a:pt x="307" y="491"/>
                </a:cubicBezTo>
                <a:cubicBezTo>
                  <a:pt x="304" y="493"/>
                  <a:pt x="304" y="493"/>
                  <a:pt x="304" y="493"/>
                </a:cubicBezTo>
                <a:cubicBezTo>
                  <a:pt x="304" y="493"/>
                  <a:pt x="303" y="493"/>
                  <a:pt x="303" y="493"/>
                </a:cubicBezTo>
                <a:cubicBezTo>
                  <a:pt x="303" y="493"/>
                  <a:pt x="301" y="494"/>
                  <a:pt x="301" y="494"/>
                </a:cubicBezTo>
                <a:cubicBezTo>
                  <a:pt x="298" y="493"/>
                  <a:pt x="298" y="493"/>
                  <a:pt x="298" y="493"/>
                </a:cubicBezTo>
                <a:cubicBezTo>
                  <a:pt x="291" y="493"/>
                  <a:pt x="291" y="493"/>
                  <a:pt x="291" y="493"/>
                </a:cubicBezTo>
                <a:cubicBezTo>
                  <a:pt x="289" y="492"/>
                  <a:pt x="289" y="492"/>
                  <a:pt x="289" y="492"/>
                </a:cubicBezTo>
                <a:cubicBezTo>
                  <a:pt x="288" y="491"/>
                  <a:pt x="288" y="491"/>
                  <a:pt x="288" y="491"/>
                </a:cubicBezTo>
                <a:cubicBezTo>
                  <a:pt x="286" y="491"/>
                  <a:pt x="286" y="491"/>
                  <a:pt x="286" y="491"/>
                </a:cubicBezTo>
                <a:cubicBezTo>
                  <a:pt x="284" y="491"/>
                  <a:pt x="284" y="491"/>
                  <a:pt x="284" y="491"/>
                </a:cubicBezTo>
                <a:cubicBezTo>
                  <a:pt x="282" y="491"/>
                  <a:pt x="282" y="491"/>
                  <a:pt x="282" y="491"/>
                </a:cubicBezTo>
                <a:cubicBezTo>
                  <a:pt x="282" y="491"/>
                  <a:pt x="281" y="489"/>
                  <a:pt x="281" y="489"/>
                </a:cubicBezTo>
                <a:cubicBezTo>
                  <a:pt x="280" y="489"/>
                  <a:pt x="281" y="487"/>
                  <a:pt x="282" y="487"/>
                </a:cubicBezTo>
                <a:cubicBezTo>
                  <a:pt x="282" y="487"/>
                  <a:pt x="282" y="486"/>
                  <a:pt x="282" y="486"/>
                </a:cubicBezTo>
                <a:cubicBezTo>
                  <a:pt x="282" y="486"/>
                  <a:pt x="281" y="486"/>
                  <a:pt x="281" y="485"/>
                </a:cubicBezTo>
                <a:cubicBezTo>
                  <a:pt x="281" y="485"/>
                  <a:pt x="282" y="485"/>
                  <a:pt x="282" y="484"/>
                </a:cubicBezTo>
                <a:cubicBezTo>
                  <a:pt x="282" y="484"/>
                  <a:pt x="282" y="483"/>
                  <a:pt x="282" y="482"/>
                </a:cubicBezTo>
                <a:cubicBezTo>
                  <a:pt x="282" y="482"/>
                  <a:pt x="282" y="482"/>
                  <a:pt x="282" y="481"/>
                </a:cubicBezTo>
                <a:cubicBezTo>
                  <a:pt x="282" y="481"/>
                  <a:pt x="281" y="480"/>
                  <a:pt x="281" y="479"/>
                </a:cubicBezTo>
                <a:cubicBezTo>
                  <a:pt x="281" y="479"/>
                  <a:pt x="281" y="479"/>
                  <a:pt x="282" y="478"/>
                </a:cubicBezTo>
                <a:cubicBezTo>
                  <a:pt x="282" y="478"/>
                  <a:pt x="283" y="477"/>
                  <a:pt x="283" y="477"/>
                </a:cubicBezTo>
                <a:cubicBezTo>
                  <a:pt x="283" y="477"/>
                  <a:pt x="282" y="476"/>
                  <a:pt x="282" y="475"/>
                </a:cubicBezTo>
                <a:cubicBezTo>
                  <a:pt x="282" y="475"/>
                  <a:pt x="283" y="474"/>
                  <a:pt x="283" y="474"/>
                </a:cubicBezTo>
                <a:cubicBezTo>
                  <a:pt x="283" y="474"/>
                  <a:pt x="284" y="469"/>
                  <a:pt x="284" y="469"/>
                </a:cubicBezTo>
                <a:cubicBezTo>
                  <a:pt x="284" y="469"/>
                  <a:pt x="282" y="468"/>
                  <a:pt x="282" y="468"/>
                </a:cubicBezTo>
                <a:cubicBezTo>
                  <a:pt x="282" y="468"/>
                  <a:pt x="282" y="467"/>
                  <a:pt x="283" y="467"/>
                </a:cubicBezTo>
                <a:cubicBezTo>
                  <a:pt x="283" y="467"/>
                  <a:pt x="281" y="466"/>
                  <a:pt x="281" y="466"/>
                </a:cubicBezTo>
                <a:cubicBezTo>
                  <a:pt x="281" y="466"/>
                  <a:pt x="283" y="465"/>
                  <a:pt x="283" y="465"/>
                </a:cubicBezTo>
                <a:cubicBezTo>
                  <a:pt x="283" y="465"/>
                  <a:pt x="283" y="464"/>
                  <a:pt x="283" y="464"/>
                </a:cubicBezTo>
                <a:cubicBezTo>
                  <a:pt x="283" y="464"/>
                  <a:pt x="281" y="464"/>
                  <a:pt x="281" y="464"/>
                </a:cubicBezTo>
                <a:cubicBezTo>
                  <a:pt x="281" y="459"/>
                  <a:pt x="281" y="459"/>
                  <a:pt x="281" y="459"/>
                </a:cubicBezTo>
                <a:cubicBezTo>
                  <a:pt x="277" y="454"/>
                  <a:pt x="277" y="454"/>
                  <a:pt x="277" y="454"/>
                </a:cubicBezTo>
                <a:cubicBezTo>
                  <a:pt x="278" y="453"/>
                  <a:pt x="278" y="453"/>
                  <a:pt x="278" y="453"/>
                </a:cubicBezTo>
                <a:cubicBezTo>
                  <a:pt x="283" y="450"/>
                  <a:pt x="283" y="450"/>
                  <a:pt x="283" y="450"/>
                </a:cubicBezTo>
                <a:cubicBezTo>
                  <a:pt x="279" y="446"/>
                  <a:pt x="279" y="446"/>
                  <a:pt x="279" y="446"/>
                </a:cubicBezTo>
                <a:cubicBezTo>
                  <a:pt x="284" y="433"/>
                  <a:pt x="284" y="433"/>
                  <a:pt x="284" y="433"/>
                </a:cubicBezTo>
                <a:cubicBezTo>
                  <a:pt x="284" y="433"/>
                  <a:pt x="285" y="432"/>
                  <a:pt x="285" y="432"/>
                </a:cubicBezTo>
                <a:cubicBezTo>
                  <a:pt x="285" y="432"/>
                  <a:pt x="284" y="430"/>
                  <a:pt x="284" y="430"/>
                </a:cubicBezTo>
                <a:cubicBezTo>
                  <a:pt x="284" y="430"/>
                  <a:pt x="285" y="429"/>
                  <a:pt x="285" y="429"/>
                </a:cubicBezTo>
                <a:cubicBezTo>
                  <a:pt x="285" y="428"/>
                  <a:pt x="286" y="427"/>
                  <a:pt x="286" y="426"/>
                </a:cubicBezTo>
                <a:cubicBezTo>
                  <a:pt x="286" y="426"/>
                  <a:pt x="287" y="422"/>
                  <a:pt x="287" y="422"/>
                </a:cubicBezTo>
                <a:cubicBezTo>
                  <a:pt x="287" y="421"/>
                  <a:pt x="288" y="418"/>
                  <a:pt x="288" y="418"/>
                </a:cubicBezTo>
                <a:cubicBezTo>
                  <a:pt x="290" y="418"/>
                  <a:pt x="290" y="418"/>
                  <a:pt x="290" y="418"/>
                </a:cubicBezTo>
                <a:cubicBezTo>
                  <a:pt x="290" y="418"/>
                  <a:pt x="285" y="411"/>
                  <a:pt x="285" y="411"/>
                </a:cubicBezTo>
                <a:cubicBezTo>
                  <a:pt x="285" y="411"/>
                  <a:pt x="285" y="407"/>
                  <a:pt x="285" y="407"/>
                </a:cubicBezTo>
                <a:cubicBezTo>
                  <a:pt x="283" y="403"/>
                  <a:pt x="283" y="403"/>
                  <a:pt x="283" y="403"/>
                </a:cubicBezTo>
                <a:cubicBezTo>
                  <a:pt x="283" y="403"/>
                  <a:pt x="281" y="404"/>
                  <a:pt x="281" y="404"/>
                </a:cubicBezTo>
                <a:cubicBezTo>
                  <a:pt x="280" y="404"/>
                  <a:pt x="279" y="404"/>
                  <a:pt x="279" y="404"/>
                </a:cubicBezTo>
                <a:cubicBezTo>
                  <a:pt x="279" y="404"/>
                  <a:pt x="273" y="399"/>
                  <a:pt x="273" y="399"/>
                </a:cubicBezTo>
                <a:cubicBezTo>
                  <a:pt x="273" y="399"/>
                  <a:pt x="273" y="397"/>
                  <a:pt x="273" y="396"/>
                </a:cubicBezTo>
                <a:cubicBezTo>
                  <a:pt x="273" y="396"/>
                  <a:pt x="273" y="395"/>
                  <a:pt x="273" y="395"/>
                </a:cubicBezTo>
                <a:cubicBezTo>
                  <a:pt x="272" y="394"/>
                  <a:pt x="272" y="391"/>
                  <a:pt x="272" y="391"/>
                </a:cubicBezTo>
                <a:cubicBezTo>
                  <a:pt x="272" y="391"/>
                  <a:pt x="273" y="388"/>
                  <a:pt x="273" y="388"/>
                </a:cubicBezTo>
                <a:cubicBezTo>
                  <a:pt x="273" y="387"/>
                  <a:pt x="275" y="382"/>
                  <a:pt x="275" y="382"/>
                </a:cubicBezTo>
                <a:cubicBezTo>
                  <a:pt x="274" y="382"/>
                  <a:pt x="274" y="382"/>
                  <a:pt x="274" y="382"/>
                </a:cubicBezTo>
                <a:cubicBezTo>
                  <a:pt x="273" y="383"/>
                  <a:pt x="273" y="383"/>
                  <a:pt x="273" y="383"/>
                </a:cubicBezTo>
                <a:cubicBezTo>
                  <a:pt x="242" y="382"/>
                  <a:pt x="242" y="382"/>
                  <a:pt x="242" y="382"/>
                </a:cubicBezTo>
                <a:cubicBezTo>
                  <a:pt x="241" y="367"/>
                  <a:pt x="241" y="367"/>
                  <a:pt x="241" y="367"/>
                </a:cubicBezTo>
                <a:cubicBezTo>
                  <a:pt x="235" y="361"/>
                  <a:pt x="235" y="361"/>
                  <a:pt x="235" y="361"/>
                </a:cubicBezTo>
                <a:cubicBezTo>
                  <a:pt x="241" y="361"/>
                  <a:pt x="241" y="361"/>
                  <a:pt x="241" y="361"/>
                </a:cubicBezTo>
                <a:cubicBezTo>
                  <a:pt x="241" y="352"/>
                  <a:pt x="241" y="352"/>
                  <a:pt x="241" y="352"/>
                </a:cubicBezTo>
                <a:cubicBezTo>
                  <a:pt x="239" y="351"/>
                  <a:pt x="239" y="351"/>
                  <a:pt x="239" y="351"/>
                </a:cubicBezTo>
                <a:cubicBezTo>
                  <a:pt x="237" y="345"/>
                  <a:pt x="237" y="345"/>
                  <a:pt x="237" y="345"/>
                </a:cubicBezTo>
                <a:cubicBezTo>
                  <a:pt x="237" y="344"/>
                  <a:pt x="237" y="344"/>
                  <a:pt x="237" y="344"/>
                </a:cubicBezTo>
                <a:cubicBezTo>
                  <a:pt x="237" y="344"/>
                  <a:pt x="238" y="342"/>
                  <a:pt x="238" y="342"/>
                </a:cubicBezTo>
                <a:cubicBezTo>
                  <a:pt x="238" y="342"/>
                  <a:pt x="239" y="341"/>
                  <a:pt x="239" y="341"/>
                </a:cubicBezTo>
                <a:cubicBezTo>
                  <a:pt x="238" y="340"/>
                  <a:pt x="237" y="339"/>
                  <a:pt x="237" y="339"/>
                </a:cubicBezTo>
                <a:cubicBezTo>
                  <a:pt x="237" y="339"/>
                  <a:pt x="237" y="338"/>
                  <a:pt x="237" y="337"/>
                </a:cubicBezTo>
                <a:cubicBezTo>
                  <a:pt x="237" y="337"/>
                  <a:pt x="235" y="336"/>
                  <a:pt x="235" y="336"/>
                </a:cubicBezTo>
                <a:cubicBezTo>
                  <a:pt x="234" y="336"/>
                  <a:pt x="234" y="336"/>
                  <a:pt x="233" y="336"/>
                </a:cubicBezTo>
                <a:cubicBezTo>
                  <a:pt x="232" y="335"/>
                  <a:pt x="232" y="335"/>
                  <a:pt x="231" y="335"/>
                </a:cubicBezTo>
                <a:cubicBezTo>
                  <a:pt x="231" y="334"/>
                  <a:pt x="228" y="332"/>
                  <a:pt x="228" y="332"/>
                </a:cubicBezTo>
                <a:cubicBezTo>
                  <a:pt x="226" y="332"/>
                  <a:pt x="226" y="332"/>
                  <a:pt x="226" y="332"/>
                </a:cubicBezTo>
                <a:cubicBezTo>
                  <a:pt x="226" y="332"/>
                  <a:pt x="226" y="332"/>
                  <a:pt x="226" y="332"/>
                </a:cubicBezTo>
                <a:cubicBezTo>
                  <a:pt x="225" y="332"/>
                  <a:pt x="223" y="333"/>
                  <a:pt x="223" y="333"/>
                </a:cubicBezTo>
                <a:cubicBezTo>
                  <a:pt x="223" y="331"/>
                  <a:pt x="223" y="331"/>
                  <a:pt x="223" y="331"/>
                </a:cubicBezTo>
                <a:cubicBezTo>
                  <a:pt x="223" y="331"/>
                  <a:pt x="221" y="332"/>
                  <a:pt x="221" y="332"/>
                </a:cubicBezTo>
                <a:cubicBezTo>
                  <a:pt x="221" y="332"/>
                  <a:pt x="220" y="333"/>
                  <a:pt x="219" y="333"/>
                </a:cubicBezTo>
                <a:cubicBezTo>
                  <a:pt x="219" y="333"/>
                  <a:pt x="219" y="332"/>
                  <a:pt x="218" y="332"/>
                </a:cubicBezTo>
                <a:cubicBezTo>
                  <a:pt x="217" y="332"/>
                  <a:pt x="217" y="332"/>
                  <a:pt x="216" y="332"/>
                </a:cubicBezTo>
                <a:cubicBezTo>
                  <a:pt x="216" y="332"/>
                  <a:pt x="214" y="333"/>
                  <a:pt x="214" y="333"/>
                </a:cubicBezTo>
                <a:cubicBezTo>
                  <a:pt x="214" y="333"/>
                  <a:pt x="213" y="332"/>
                  <a:pt x="213" y="332"/>
                </a:cubicBezTo>
                <a:cubicBezTo>
                  <a:pt x="213" y="332"/>
                  <a:pt x="212" y="330"/>
                  <a:pt x="212" y="330"/>
                </a:cubicBezTo>
                <a:cubicBezTo>
                  <a:pt x="208" y="327"/>
                  <a:pt x="208" y="327"/>
                  <a:pt x="208" y="327"/>
                </a:cubicBezTo>
                <a:cubicBezTo>
                  <a:pt x="208" y="327"/>
                  <a:pt x="208" y="325"/>
                  <a:pt x="207" y="325"/>
                </a:cubicBezTo>
                <a:cubicBezTo>
                  <a:pt x="207" y="325"/>
                  <a:pt x="206" y="325"/>
                  <a:pt x="206" y="325"/>
                </a:cubicBezTo>
                <a:cubicBezTo>
                  <a:pt x="205" y="325"/>
                  <a:pt x="204" y="326"/>
                  <a:pt x="204" y="326"/>
                </a:cubicBezTo>
                <a:cubicBezTo>
                  <a:pt x="203" y="325"/>
                  <a:pt x="202" y="325"/>
                  <a:pt x="202" y="325"/>
                </a:cubicBezTo>
                <a:cubicBezTo>
                  <a:pt x="201" y="325"/>
                  <a:pt x="200" y="323"/>
                  <a:pt x="199" y="323"/>
                </a:cubicBezTo>
                <a:cubicBezTo>
                  <a:pt x="199" y="322"/>
                  <a:pt x="199" y="322"/>
                  <a:pt x="198" y="323"/>
                </a:cubicBezTo>
                <a:cubicBezTo>
                  <a:pt x="198" y="323"/>
                  <a:pt x="196" y="322"/>
                  <a:pt x="195" y="322"/>
                </a:cubicBezTo>
                <a:cubicBezTo>
                  <a:pt x="195" y="322"/>
                  <a:pt x="195" y="320"/>
                  <a:pt x="194" y="320"/>
                </a:cubicBezTo>
                <a:cubicBezTo>
                  <a:pt x="194" y="320"/>
                  <a:pt x="192" y="320"/>
                  <a:pt x="192" y="319"/>
                </a:cubicBezTo>
                <a:cubicBezTo>
                  <a:pt x="192" y="319"/>
                  <a:pt x="192" y="318"/>
                  <a:pt x="192" y="317"/>
                </a:cubicBezTo>
                <a:cubicBezTo>
                  <a:pt x="191" y="317"/>
                  <a:pt x="190" y="316"/>
                  <a:pt x="190" y="316"/>
                </a:cubicBezTo>
                <a:cubicBezTo>
                  <a:pt x="190" y="316"/>
                  <a:pt x="189" y="317"/>
                  <a:pt x="189" y="317"/>
                </a:cubicBezTo>
                <a:cubicBezTo>
                  <a:pt x="188" y="317"/>
                  <a:pt x="187" y="317"/>
                  <a:pt x="187" y="317"/>
                </a:cubicBezTo>
                <a:cubicBezTo>
                  <a:pt x="186" y="316"/>
                  <a:pt x="186" y="316"/>
                  <a:pt x="185" y="316"/>
                </a:cubicBezTo>
                <a:cubicBezTo>
                  <a:pt x="185" y="315"/>
                  <a:pt x="179" y="312"/>
                  <a:pt x="179" y="312"/>
                </a:cubicBezTo>
                <a:cubicBezTo>
                  <a:pt x="176" y="314"/>
                  <a:pt x="176" y="314"/>
                  <a:pt x="176" y="314"/>
                </a:cubicBezTo>
                <a:cubicBezTo>
                  <a:pt x="176" y="314"/>
                  <a:pt x="173" y="314"/>
                  <a:pt x="173" y="314"/>
                </a:cubicBezTo>
                <a:cubicBezTo>
                  <a:pt x="172" y="314"/>
                  <a:pt x="169" y="313"/>
                  <a:pt x="169" y="313"/>
                </a:cubicBezTo>
                <a:cubicBezTo>
                  <a:pt x="168" y="313"/>
                  <a:pt x="166" y="312"/>
                  <a:pt x="166" y="311"/>
                </a:cubicBezTo>
                <a:cubicBezTo>
                  <a:pt x="166" y="311"/>
                  <a:pt x="167" y="310"/>
                  <a:pt x="166" y="309"/>
                </a:cubicBezTo>
                <a:cubicBezTo>
                  <a:pt x="165" y="309"/>
                  <a:pt x="165" y="308"/>
                  <a:pt x="164" y="308"/>
                </a:cubicBezTo>
                <a:cubicBezTo>
                  <a:pt x="163" y="308"/>
                  <a:pt x="163" y="307"/>
                  <a:pt x="162" y="307"/>
                </a:cubicBezTo>
                <a:cubicBezTo>
                  <a:pt x="162" y="307"/>
                  <a:pt x="161" y="306"/>
                  <a:pt x="161" y="306"/>
                </a:cubicBezTo>
                <a:cubicBezTo>
                  <a:pt x="161" y="306"/>
                  <a:pt x="161" y="305"/>
                  <a:pt x="160" y="305"/>
                </a:cubicBezTo>
                <a:cubicBezTo>
                  <a:pt x="160" y="305"/>
                  <a:pt x="157" y="304"/>
                  <a:pt x="157" y="304"/>
                </a:cubicBezTo>
                <a:cubicBezTo>
                  <a:pt x="157" y="304"/>
                  <a:pt x="157" y="304"/>
                  <a:pt x="157" y="303"/>
                </a:cubicBezTo>
                <a:cubicBezTo>
                  <a:pt x="157" y="303"/>
                  <a:pt x="157" y="301"/>
                  <a:pt x="156" y="300"/>
                </a:cubicBezTo>
                <a:cubicBezTo>
                  <a:pt x="156" y="300"/>
                  <a:pt x="154" y="300"/>
                  <a:pt x="154" y="300"/>
                </a:cubicBezTo>
                <a:cubicBezTo>
                  <a:pt x="154" y="300"/>
                  <a:pt x="153" y="298"/>
                  <a:pt x="153" y="298"/>
                </a:cubicBezTo>
                <a:cubicBezTo>
                  <a:pt x="154" y="298"/>
                  <a:pt x="154" y="297"/>
                  <a:pt x="154" y="297"/>
                </a:cubicBezTo>
                <a:cubicBezTo>
                  <a:pt x="152" y="296"/>
                  <a:pt x="152" y="296"/>
                  <a:pt x="152" y="296"/>
                </a:cubicBezTo>
                <a:cubicBezTo>
                  <a:pt x="152" y="296"/>
                  <a:pt x="152" y="294"/>
                  <a:pt x="152" y="293"/>
                </a:cubicBezTo>
                <a:cubicBezTo>
                  <a:pt x="152" y="293"/>
                  <a:pt x="152" y="290"/>
                  <a:pt x="152" y="290"/>
                </a:cubicBezTo>
                <a:cubicBezTo>
                  <a:pt x="152" y="290"/>
                  <a:pt x="152" y="288"/>
                  <a:pt x="152" y="288"/>
                </a:cubicBezTo>
                <a:cubicBezTo>
                  <a:pt x="153" y="288"/>
                  <a:pt x="153" y="286"/>
                  <a:pt x="153" y="286"/>
                </a:cubicBezTo>
                <a:cubicBezTo>
                  <a:pt x="153" y="286"/>
                  <a:pt x="152" y="285"/>
                  <a:pt x="152" y="284"/>
                </a:cubicBezTo>
                <a:cubicBezTo>
                  <a:pt x="152" y="283"/>
                  <a:pt x="151" y="281"/>
                  <a:pt x="150" y="280"/>
                </a:cubicBezTo>
                <a:cubicBezTo>
                  <a:pt x="150" y="280"/>
                  <a:pt x="151" y="278"/>
                  <a:pt x="150" y="278"/>
                </a:cubicBezTo>
                <a:cubicBezTo>
                  <a:pt x="150" y="278"/>
                  <a:pt x="151" y="276"/>
                  <a:pt x="151" y="276"/>
                </a:cubicBezTo>
                <a:cubicBezTo>
                  <a:pt x="151" y="276"/>
                  <a:pt x="153" y="273"/>
                  <a:pt x="153" y="273"/>
                </a:cubicBezTo>
                <a:cubicBezTo>
                  <a:pt x="153" y="266"/>
                  <a:pt x="153" y="266"/>
                  <a:pt x="153" y="266"/>
                </a:cubicBezTo>
                <a:cubicBezTo>
                  <a:pt x="153" y="266"/>
                  <a:pt x="151" y="265"/>
                  <a:pt x="151" y="265"/>
                </a:cubicBezTo>
                <a:cubicBezTo>
                  <a:pt x="151" y="264"/>
                  <a:pt x="150" y="263"/>
                  <a:pt x="150" y="263"/>
                </a:cubicBezTo>
                <a:cubicBezTo>
                  <a:pt x="149" y="265"/>
                  <a:pt x="149" y="265"/>
                  <a:pt x="149" y="265"/>
                </a:cubicBezTo>
                <a:cubicBezTo>
                  <a:pt x="149" y="265"/>
                  <a:pt x="148" y="266"/>
                  <a:pt x="148" y="266"/>
                </a:cubicBezTo>
                <a:cubicBezTo>
                  <a:pt x="148" y="266"/>
                  <a:pt x="147" y="266"/>
                  <a:pt x="147" y="266"/>
                </a:cubicBezTo>
                <a:cubicBezTo>
                  <a:pt x="146" y="265"/>
                  <a:pt x="145" y="265"/>
                  <a:pt x="145" y="265"/>
                </a:cubicBezTo>
                <a:cubicBezTo>
                  <a:pt x="145" y="265"/>
                  <a:pt x="144" y="265"/>
                  <a:pt x="144" y="265"/>
                </a:cubicBezTo>
                <a:cubicBezTo>
                  <a:pt x="144" y="265"/>
                  <a:pt x="144" y="266"/>
                  <a:pt x="143" y="266"/>
                </a:cubicBezTo>
                <a:cubicBezTo>
                  <a:pt x="143" y="266"/>
                  <a:pt x="142" y="265"/>
                  <a:pt x="142" y="265"/>
                </a:cubicBezTo>
                <a:cubicBezTo>
                  <a:pt x="141" y="265"/>
                  <a:pt x="141" y="266"/>
                  <a:pt x="140" y="266"/>
                </a:cubicBezTo>
                <a:cubicBezTo>
                  <a:pt x="139" y="266"/>
                  <a:pt x="136" y="265"/>
                  <a:pt x="136" y="265"/>
                </a:cubicBezTo>
                <a:cubicBezTo>
                  <a:pt x="136" y="265"/>
                  <a:pt x="134" y="267"/>
                  <a:pt x="133" y="268"/>
                </a:cubicBezTo>
                <a:cubicBezTo>
                  <a:pt x="133" y="268"/>
                  <a:pt x="129" y="267"/>
                  <a:pt x="129" y="267"/>
                </a:cubicBezTo>
                <a:cubicBezTo>
                  <a:pt x="129" y="267"/>
                  <a:pt x="123" y="273"/>
                  <a:pt x="123" y="274"/>
                </a:cubicBezTo>
                <a:cubicBezTo>
                  <a:pt x="122" y="274"/>
                  <a:pt x="120" y="275"/>
                  <a:pt x="120" y="275"/>
                </a:cubicBezTo>
                <a:cubicBezTo>
                  <a:pt x="120" y="275"/>
                  <a:pt x="117" y="275"/>
                  <a:pt x="117" y="275"/>
                </a:cubicBezTo>
                <a:cubicBezTo>
                  <a:pt x="117" y="276"/>
                  <a:pt x="117" y="276"/>
                  <a:pt x="117" y="276"/>
                </a:cubicBezTo>
                <a:cubicBezTo>
                  <a:pt x="115" y="276"/>
                  <a:pt x="115" y="276"/>
                  <a:pt x="115" y="276"/>
                </a:cubicBezTo>
                <a:cubicBezTo>
                  <a:pt x="115" y="276"/>
                  <a:pt x="111" y="279"/>
                  <a:pt x="111" y="279"/>
                </a:cubicBezTo>
                <a:cubicBezTo>
                  <a:pt x="111" y="279"/>
                  <a:pt x="110" y="282"/>
                  <a:pt x="110" y="282"/>
                </a:cubicBezTo>
                <a:cubicBezTo>
                  <a:pt x="110" y="282"/>
                  <a:pt x="109" y="281"/>
                  <a:pt x="109" y="281"/>
                </a:cubicBezTo>
                <a:cubicBezTo>
                  <a:pt x="108" y="281"/>
                  <a:pt x="108" y="280"/>
                  <a:pt x="108" y="280"/>
                </a:cubicBezTo>
                <a:cubicBezTo>
                  <a:pt x="105" y="280"/>
                  <a:pt x="105" y="280"/>
                  <a:pt x="105" y="280"/>
                </a:cubicBezTo>
                <a:cubicBezTo>
                  <a:pt x="100" y="287"/>
                  <a:pt x="100" y="287"/>
                  <a:pt x="100" y="287"/>
                </a:cubicBezTo>
                <a:cubicBezTo>
                  <a:pt x="96" y="289"/>
                  <a:pt x="96" y="289"/>
                  <a:pt x="96" y="289"/>
                </a:cubicBezTo>
                <a:cubicBezTo>
                  <a:pt x="96" y="289"/>
                  <a:pt x="93" y="289"/>
                  <a:pt x="93" y="289"/>
                </a:cubicBezTo>
                <a:cubicBezTo>
                  <a:pt x="93" y="289"/>
                  <a:pt x="92" y="289"/>
                  <a:pt x="92" y="289"/>
                </a:cubicBezTo>
                <a:cubicBezTo>
                  <a:pt x="92" y="287"/>
                  <a:pt x="92" y="287"/>
                  <a:pt x="92" y="287"/>
                </a:cubicBezTo>
                <a:cubicBezTo>
                  <a:pt x="92" y="287"/>
                  <a:pt x="88" y="286"/>
                  <a:pt x="87" y="286"/>
                </a:cubicBezTo>
                <a:cubicBezTo>
                  <a:pt x="87" y="286"/>
                  <a:pt x="83" y="286"/>
                  <a:pt x="82" y="286"/>
                </a:cubicBezTo>
                <a:cubicBezTo>
                  <a:pt x="81" y="286"/>
                  <a:pt x="78" y="286"/>
                  <a:pt x="78" y="286"/>
                </a:cubicBezTo>
                <a:cubicBezTo>
                  <a:pt x="70" y="286"/>
                  <a:pt x="70" y="286"/>
                  <a:pt x="70" y="286"/>
                </a:cubicBezTo>
                <a:cubicBezTo>
                  <a:pt x="66" y="288"/>
                  <a:pt x="66" y="288"/>
                  <a:pt x="66" y="288"/>
                </a:cubicBezTo>
                <a:cubicBezTo>
                  <a:pt x="63" y="288"/>
                  <a:pt x="63" y="288"/>
                  <a:pt x="63" y="288"/>
                </a:cubicBezTo>
                <a:cubicBezTo>
                  <a:pt x="61" y="286"/>
                  <a:pt x="61" y="286"/>
                  <a:pt x="61" y="286"/>
                </a:cubicBezTo>
                <a:cubicBezTo>
                  <a:pt x="59" y="287"/>
                  <a:pt x="59" y="287"/>
                  <a:pt x="59" y="287"/>
                </a:cubicBezTo>
                <a:cubicBezTo>
                  <a:pt x="59" y="266"/>
                  <a:pt x="59" y="266"/>
                  <a:pt x="59" y="266"/>
                </a:cubicBezTo>
                <a:cubicBezTo>
                  <a:pt x="61" y="264"/>
                  <a:pt x="61" y="264"/>
                  <a:pt x="61" y="264"/>
                </a:cubicBezTo>
                <a:cubicBezTo>
                  <a:pt x="61" y="264"/>
                  <a:pt x="60" y="263"/>
                  <a:pt x="60" y="263"/>
                </a:cubicBezTo>
                <a:cubicBezTo>
                  <a:pt x="60" y="263"/>
                  <a:pt x="60" y="262"/>
                  <a:pt x="60" y="262"/>
                </a:cubicBezTo>
                <a:cubicBezTo>
                  <a:pt x="60" y="261"/>
                  <a:pt x="60" y="261"/>
                  <a:pt x="60" y="261"/>
                </a:cubicBezTo>
                <a:cubicBezTo>
                  <a:pt x="61" y="259"/>
                  <a:pt x="61" y="259"/>
                  <a:pt x="61" y="259"/>
                </a:cubicBezTo>
                <a:cubicBezTo>
                  <a:pt x="58" y="260"/>
                  <a:pt x="58" y="260"/>
                  <a:pt x="58" y="260"/>
                </a:cubicBezTo>
                <a:cubicBezTo>
                  <a:pt x="49" y="269"/>
                  <a:pt x="49" y="269"/>
                  <a:pt x="49" y="269"/>
                </a:cubicBezTo>
                <a:cubicBezTo>
                  <a:pt x="32" y="269"/>
                  <a:pt x="32" y="269"/>
                  <a:pt x="32" y="269"/>
                </a:cubicBezTo>
                <a:cubicBezTo>
                  <a:pt x="32" y="267"/>
                  <a:pt x="32" y="267"/>
                  <a:pt x="32" y="267"/>
                </a:cubicBezTo>
                <a:cubicBezTo>
                  <a:pt x="33" y="267"/>
                  <a:pt x="33" y="267"/>
                  <a:pt x="33" y="267"/>
                </a:cubicBezTo>
                <a:cubicBezTo>
                  <a:pt x="33" y="265"/>
                  <a:pt x="33" y="265"/>
                  <a:pt x="33" y="265"/>
                </a:cubicBezTo>
                <a:cubicBezTo>
                  <a:pt x="31" y="265"/>
                  <a:pt x="31" y="265"/>
                  <a:pt x="31" y="265"/>
                </a:cubicBezTo>
                <a:cubicBezTo>
                  <a:pt x="30" y="261"/>
                  <a:pt x="30" y="261"/>
                  <a:pt x="30" y="261"/>
                </a:cubicBezTo>
                <a:cubicBezTo>
                  <a:pt x="23" y="259"/>
                  <a:pt x="23" y="259"/>
                  <a:pt x="23" y="259"/>
                </a:cubicBezTo>
                <a:cubicBezTo>
                  <a:pt x="14" y="259"/>
                  <a:pt x="14" y="259"/>
                  <a:pt x="14" y="259"/>
                </a:cubicBezTo>
                <a:cubicBezTo>
                  <a:pt x="18" y="254"/>
                  <a:pt x="18" y="254"/>
                  <a:pt x="18" y="254"/>
                </a:cubicBezTo>
                <a:cubicBezTo>
                  <a:pt x="18" y="251"/>
                  <a:pt x="18" y="251"/>
                  <a:pt x="18" y="251"/>
                </a:cubicBezTo>
                <a:cubicBezTo>
                  <a:pt x="16" y="249"/>
                  <a:pt x="16" y="249"/>
                  <a:pt x="16" y="249"/>
                </a:cubicBezTo>
                <a:cubicBezTo>
                  <a:pt x="14" y="246"/>
                  <a:pt x="14" y="246"/>
                  <a:pt x="14" y="246"/>
                </a:cubicBezTo>
                <a:cubicBezTo>
                  <a:pt x="12" y="244"/>
                  <a:pt x="12" y="244"/>
                  <a:pt x="12" y="244"/>
                </a:cubicBezTo>
                <a:cubicBezTo>
                  <a:pt x="12" y="242"/>
                  <a:pt x="12" y="242"/>
                  <a:pt x="12" y="242"/>
                </a:cubicBezTo>
                <a:cubicBezTo>
                  <a:pt x="10" y="241"/>
                  <a:pt x="10" y="241"/>
                  <a:pt x="10" y="241"/>
                </a:cubicBezTo>
                <a:cubicBezTo>
                  <a:pt x="8" y="240"/>
                  <a:pt x="8" y="240"/>
                  <a:pt x="8" y="240"/>
                </a:cubicBezTo>
                <a:cubicBezTo>
                  <a:pt x="7" y="238"/>
                  <a:pt x="7" y="238"/>
                  <a:pt x="7" y="238"/>
                </a:cubicBezTo>
                <a:cubicBezTo>
                  <a:pt x="7" y="238"/>
                  <a:pt x="7" y="237"/>
                  <a:pt x="7" y="237"/>
                </a:cubicBezTo>
                <a:cubicBezTo>
                  <a:pt x="7" y="236"/>
                  <a:pt x="7" y="234"/>
                  <a:pt x="7" y="234"/>
                </a:cubicBezTo>
                <a:cubicBezTo>
                  <a:pt x="6" y="234"/>
                  <a:pt x="4" y="232"/>
                  <a:pt x="4" y="232"/>
                </a:cubicBezTo>
                <a:cubicBezTo>
                  <a:pt x="5" y="231"/>
                  <a:pt x="5" y="231"/>
                  <a:pt x="5" y="231"/>
                </a:cubicBezTo>
                <a:cubicBezTo>
                  <a:pt x="5" y="229"/>
                  <a:pt x="5" y="229"/>
                  <a:pt x="5" y="229"/>
                </a:cubicBezTo>
                <a:cubicBezTo>
                  <a:pt x="0" y="226"/>
                  <a:pt x="0" y="226"/>
                  <a:pt x="0" y="226"/>
                </a:cubicBezTo>
                <a:cubicBezTo>
                  <a:pt x="2" y="224"/>
                  <a:pt x="2" y="224"/>
                  <a:pt x="2" y="224"/>
                </a:cubicBezTo>
                <a:cubicBezTo>
                  <a:pt x="1" y="222"/>
                  <a:pt x="1" y="222"/>
                  <a:pt x="1" y="222"/>
                </a:cubicBezTo>
                <a:cubicBezTo>
                  <a:pt x="5" y="222"/>
                  <a:pt x="5" y="222"/>
                  <a:pt x="5" y="222"/>
                </a:cubicBezTo>
                <a:cubicBezTo>
                  <a:pt x="5" y="220"/>
                  <a:pt x="5" y="220"/>
                  <a:pt x="5" y="220"/>
                </a:cubicBezTo>
                <a:cubicBezTo>
                  <a:pt x="4" y="218"/>
                  <a:pt x="4" y="218"/>
                  <a:pt x="4" y="218"/>
                </a:cubicBezTo>
                <a:cubicBezTo>
                  <a:pt x="5" y="214"/>
                  <a:pt x="5" y="214"/>
                  <a:pt x="5" y="214"/>
                </a:cubicBezTo>
                <a:cubicBezTo>
                  <a:pt x="6" y="211"/>
                  <a:pt x="6" y="211"/>
                  <a:pt x="6" y="211"/>
                </a:cubicBezTo>
                <a:cubicBezTo>
                  <a:pt x="16" y="207"/>
                  <a:pt x="16" y="207"/>
                  <a:pt x="16" y="207"/>
                </a:cubicBezTo>
                <a:cubicBezTo>
                  <a:pt x="15" y="205"/>
                  <a:pt x="15" y="205"/>
                  <a:pt x="15" y="205"/>
                </a:cubicBezTo>
                <a:cubicBezTo>
                  <a:pt x="13" y="201"/>
                  <a:pt x="13" y="201"/>
                  <a:pt x="13" y="201"/>
                </a:cubicBezTo>
                <a:cubicBezTo>
                  <a:pt x="13" y="199"/>
                  <a:pt x="13" y="199"/>
                  <a:pt x="13" y="199"/>
                </a:cubicBezTo>
                <a:cubicBezTo>
                  <a:pt x="18" y="192"/>
                  <a:pt x="18" y="192"/>
                  <a:pt x="18" y="192"/>
                </a:cubicBezTo>
                <a:cubicBezTo>
                  <a:pt x="19" y="190"/>
                  <a:pt x="19" y="190"/>
                  <a:pt x="19" y="190"/>
                </a:cubicBezTo>
                <a:cubicBezTo>
                  <a:pt x="19" y="190"/>
                  <a:pt x="19" y="188"/>
                  <a:pt x="19" y="187"/>
                </a:cubicBezTo>
                <a:cubicBezTo>
                  <a:pt x="19" y="187"/>
                  <a:pt x="20" y="183"/>
                  <a:pt x="20" y="183"/>
                </a:cubicBezTo>
                <a:cubicBezTo>
                  <a:pt x="25" y="181"/>
                  <a:pt x="25" y="181"/>
                  <a:pt x="25" y="181"/>
                </a:cubicBezTo>
                <a:cubicBezTo>
                  <a:pt x="29" y="179"/>
                  <a:pt x="29" y="179"/>
                  <a:pt x="29" y="179"/>
                </a:cubicBezTo>
                <a:cubicBezTo>
                  <a:pt x="29" y="177"/>
                  <a:pt x="29" y="177"/>
                  <a:pt x="29" y="177"/>
                </a:cubicBezTo>
                <a:cubicBezTo>
                  <a:pt x="32" y="176"/>
                  <a:pt x="32" y="176"/>
                  <a:pt x="32" y="176"/>
                </a:cubicBezTo>
                <a:cubicBezTo>
                  <a:pt x="37" y="172"/>
                  <a:pt x="37" y="172"/>
                  <a:pt x="37" y="172"/>
                </a:cubicBezTo>
                <a:cubicBezTo>
                  <a:pt x="41" y="172"/>
                  <a:pt x="41" y="172"/>
                  <a:pt x="41" y="172"/>
                </a:cubicBezTo>
                <a:cubicBezTo>
                  <a:pt x="42" y="172"/>
                  <a:pt x="42" y="172"/>
                  <a:pt x="42" y="172"/>
                </a:cubicBezTo>
                <a:cubicBezTo>
                  <a:pt x="43" y="172"/>
                  <a:pt x="43" y="172"/>
                  <a:pt x="43" y="172"/>
                </a:cubicBezTo>
                <a:cubicBezTo>
                  <a:pt x="44" y="171"/>
                  <a:pt x="44" y="171"/>
                  <a:pt x="44" y="171"/>
                </a:cubicBezTo>
                <a:cubicBezTo>
                  <a:pt x="47" y="171"/>
                  <a:pt x="47" y="171"/>
                  <a:pt x="47" y="171"/>
                </a:cubicBezTo>
                <a:cubicBezTo>
                  <a:pt x="48" y="170"/>
                  <a:pt x="48" y="170"/>
                  <a:pt x="48" y="170"/>
                </a:cubicBezTo>
                <a:cubicBezTo>
                  <a:pt x="54" y="170"/>
                  <a:pt x="54" y="170"/>
                  <a:pt x="54" y="170"/>
                </a:cubicBezTo>
                <a:cubicBezTo>
                  <a:pt x="56" y="166"/>
                  <a:pt x="56" y="166"/>
                  <a:pt x="56" y="166"/>
                </a:cubicBezTo>
                <a:cubicBezTo>
                  <a:pt x="58" y="166"/>
                  <a:pt x="58" y="166"/>
                  <a:pt x="58" y="166"/>
                </a:cubicBezTo>
                <a:cubicBezTo>
                  <a:pt x="59" y="165"/>
                  <a:pt x="59" y="165"/>
                  <a:pt x="59" y="165"/>
                </a:cubicBezTo>
                <a:cubicBezTo>
                  <a:pt x="60" y="166"/>
                  <a:pt x="60" y="166"/>
                  <a:pt x="60" y="166"/>
                </a:cubicBezTo>
                <a:cubicBezTo>
                  <a:pt x="60" y="167"/>
                  <a:pt x="60" y="167"/>
                  <a:pt x="60" y="167"/>
                </a:cubicBezTo>
                <a:cubicBezTo>
                  <a:pt x="61" y="166"/>
                  <a:pt x="61" y="166"/>
                  <a:pt x="61" y="166"/>
                </a:cubicBezTo>
                <a:cubicBezTo>
                  <a:pt x="61" y="166"/>
                  <a:pt x="63" y="165"/>
                  <a:pt x="63" y="165"/>
                </a:cubicBezTo>
                <a:cubicBezTo>
                  <a:pt x="63" y="165"/>
                  <a:pt x="64" y="165"/>
                  <a:pt x="64" y="165"/>
                </a:cubicBezTo>
                <a:cubicBezTo>
                  <a:pt x="64" y="168"/>
                  <a:pt x="64" y="168"/>
                  <a:pt x="64" y="168"/>
                </a:cubicBezTo>
                <a:cubicBezTo>
                  <a:pt x="64" y="168"/>
                  <a:pt x="66" y="168"/>
                  <a:pt x="66" y="169"/>
                </a:cubicBezTo>
                <a:cubicBezTo>
                  <a:pt x="66" y="169"/>
                  <a:pt x="66" y="169"/>
                  <a:pt x="66" y="169"/>
                </a:cubicBezTo>
                <a:cubicBezTo>
                  <a:pt x="68" y="168"/>
                  <a:pt x="68" y="168"/>
                  <a:pt x="68" y="168"/>
                </a:cubicBezTo>
                <a:cubicBezTo>
                  <a:pt x="69" y="168"/>
                  <a:pt x="69" y="168"/>
                  <a:pt x="69" y="168"/>
                </a:cubicBezTo>
                <a:cubicBezTo>
                  <a:pt x="69" y="169"/>
                  <a:pt x="69" y="169"/>
                  <a:pt x="69" y="169"/>
                </a:cubicBezTo>
                <a:cubicBezTo>
                  <a:pt x="69" y="169"/>
                  <a:pt x="70" y="168"/>
                  <a:pt x="70" y="168"/>
                </a:cubicBezTo>
                <a:cubicBezTo>
                  <a:pt x="71" y="168"/>
                  <a:pt x="71" y="166"/>
                  <a:pt x="71" y="166"/>
                </a:cubicBezTo>
                <a:cubicBezTo>
                  <a:pt x="80" y="119"/>
                  <a:pt x="80" y="119"/>
                  <a:pt x="80" y="119"/>
                </a:cubicBezTo>
                <a:cubicBezTo>
                  <a:pt x="80" y="112"/>
                  <a:pt x="80" y="112"/>
                  <a:pt x="80" y="112"/>
                </a:cubicBezTo>
                <a:cubicBezTo>
                  <a:pt x="80" y="112"/>
                  <a:pt x="78" y="109"/>
                  <a:pt x="78" y="108"/>
                </a:cubicBezTo>
                <a:cubicBezTo>
                  <a:pt x="78" y="108"/>
                  <a:pt x="77" y="106"/>
                  <a:pt x="77" y="106"/>
                </a:cubicBezTo>
                <a:cubicBezTo>
                  <a:pt x="77" y="106"/>
                  <a:pt x="77" y="106"/>
                  <a:pt x="77" y="105"/>
                </a:cubicBezTo>
                <a:cubicBezTo>
                  <a:pt x="77" y="105"/>
                  <a:pt x="77" y="103"/>
                  <a:pt x="77" y="103"/>
                </a:cubicBezTo>
                <a:cubicBezTo>
                  <a:pt x="77" y="103"/>
                  <a:pt x="77" y="102"/>
                  <a:pt x="77" y="102"/>
                </a:cubicBezTo>
                <a:cubicBezTo>
                  <a:pt x="77" y="101"/>
                  <a:pt x="75" y="101"/>
                  <a:pt x="75" y="100"/>
                </a:cubicBezTo>
                <a:cubicBezTo>
                  <a:pt x="75" y="100"/>
                  <a:pt x="73" y="99"/>
                  <a:pt x="73" y="99"/>
                </a:cubicBezTo>
                <a:cubicBezTo>
                  <a:pt x="72" y="99"/>
                  <a:pt x="71" y="97"/>
                  <a:pt x="71" y="97"/>
                </a:cubicBezTo>
                <a:cubicBezTo>
                  <a:pt x="71" y="97"/>
                  <a:pt x="69" y="96"/>
                  <a:pt x="69" y="96"/>
                </a:cubicBezTo>
                <a:cubicBezTo>
                  <a:pt x="69" y="83"/>
                  <a:pt x="69" y="83"/>
                  <a:pt x="69" y="83"/>
                </a:cubicBezTo>
                <a:cubicBezTo>
                  <a:pt x="74" y="83"/>
                  <a:pt x="74" y="83"/>
                  <a:pt x="74" y="83"/>
                </a:cubicBezTo>
                <a:cubicBezTo>
                  <a:pt x="76" y="81"/>
                  <a:pt x="76" y="81"/>
                  <a:pt x="76" y="81"/>
                </a:cubicBezTo>
                <a:cubicBezTo>
                  <a:pt x="77" y="82"/>
                  <a:pt x="77" y="82"/>
                  <a:pt x="77" y="82"/>
                </a:cubicBezTo>
                <a:cubicBezTo>
                  <a:pt x="77" y="82"/>
                  <a:pt x="78" y="81"/>
                  <a:pt x="78" y="81"/>
                </a:cubicBezTo>
                <a:cubicBezTo>
                  <a:pt x="78" y="81"/>
                  <a:pt x="79" y="80"/>
                  <a:pt x="79" y="80"/>
                </a:cubicBezTo>
                <a:cubicBezTo>
                  <a:pt x="81" y="82"/>
                  <a:pt x="81" y="82"/>
                  <a:pt x="81" y="82"/>
                </a:cubicBezTo>
                <a:cubicBezTo>
                  <a:pt x="81" y="82"/>
                  <a:pt x="84" y="82"/>
                  <a:pt x="84" y="82"/>
                </a:cubicBezTo>
                <a:cubicBezTo>
                  <a:pt x="85" y="82"/>
                  <a:pt x="85" y="81"/>
                  <a:pt x="85" y="81"/>
                </a:cubicBezTo>
                <a:cubicBezTo>
                  <a:pt x="85" y="80"/>
                  <a:pt x="85" y="80"/>
                  <a:pt x="85" y="80"/>
                </a:cubicBezTo>
                <a:cubicBezTo>
                  <a:pt x="85" y="80"/>
                  <a:pt x="84" y="79"/>
                  <a:pt x="85" y="79"/>
                </a:cubicBezTo>
                <a:cubicBezTo>
                  <a:pt x="85" y="79"/>
                  <a:pt x="85" y="78"/>
                  <a:pt x="85" y="78"/>
                </a:cubicBezTo>
                <a:cubicBezTo>
                  <a:pt x="85" y="77"/>
                  <a:pt x="85" y="77"/>
                  <a:pt x="85" y="76"/>
                </a:cubicBezTo>
                <a:cubicBezTo>
                  <a:pt x="84" y="76"/>
                  <a:pt x="84" y="76"/>
                  <a:pt x="84" y="75"/>
                </a:cubicBezTo>
                <a:cubicBezTo>
                  <a:pt x="84" y="75"/>
                  <a:pt x="84" y="75"/>
                  <a:pt x="84" y="75"/>
                </a:cubicBezTo>
                <a:cubicBezTo>
                  <a:pt x="77" y="75"/>
                  <a:pt x="77" y="75"/>
                  <a:pt x="77" y="75"/>
                </a:cubicBezTo>
                <a:cubicBezTo>
                  <a:pt x="77" y="75"/>
                  <a:pt x="76" y="73"/>
                  <a:pt x="75" y="73"/>
                </a:cubicBezTo>
                <a:cubicBezTo>
                  <a:pt x="75" y="73"/>
                  <a:pt x="74" y="73"/>
                  <a:pt x="74" y="73"/>
                </a:cubicBezTo>
                <a:cubicBezTo>
                  <a:pt x="72" y="74"/>
                  <a:pt x="72" y="74"/>
                  <a:pt x="72" y="74"/>
                </a:cubicBezTo>
                <a:cubicBezTo>
                  <a:pt x="72" y="63"/>
                  <a:pt x="72" y="63"/>
                  <a:pt x="72" y="63"/>
                </a:cubicBezTo>
                <a:cubicBezTo>
                  <a:pt x="72" y="63"/>
                  <a:pt x="74" y="62"/>
                  <a:pt x="74" y="62"/>
                </a:cubicBezTo>
                <a:cubicBezTo>
                  <a:pt x="74" y="62"/>
                  <a:pt x="76" y="62"/>
                  <a:pt x="77" y="62"/>
                </a:cubicBezTo>
                <a:cubicBezTo>
                  <a:pt x="77" y="62"/>
                  <a:pt x="77" y="61"/>
                  <a:pt x="78" y="61"/>
                </a:cubicBezTo>
                <a:cubicBezTo>
                  <a:pt x="78" y="61"/>
                  <a:pt x="79" y="62"/>
                  <a:pt x="80" y="62"/>
                </a:cubicBezTo>
                <a:cubicBezTo>
                  <a:pt x="80" y="62"/>
                  <a:pt x="81" y="63"/>
                  <a:pt x="81" y="63"/>
                </a:cubicBezTo>
                <a:cubicBezTo>
                  <a:pt x="102" y="63"/>
                  <a:pt x="102" y="63"/>
                  <a:pt x="102" y="63"/>
                </a:cubicBezTo>
                <a:cubicBezTo>
                  <a:pt x="100" y="61"/>
                  <a:pt x="100" y="61"/>
                  <a:pt x="100" y="61"/>
                </a:cubicBezTo>
                <a:cubicBezTo>
                  <a:pt x="100" y="60"/>
                  <a:pt x="100" y="60"/>
                  <a:pt x="100" y="60"/>
                </a:cubicBezTo>
                <a:cubicBezTo>
                  <a:pt x="100" y="60"/>
                  <a:pt x="101" y="59"/>
                  <a:pt x="101" y="58"/>
                </a:cubicBezTo>
                <a:cubicBezTo>
                  <a:pt x="101" y="58"/>
                  <a:pt x="102" y="57"/>
                  <a:pt x="102" y="57"/>
                </a:cubicBezTo>
                <a:cubicBezTo>
                  <a:pt x="102" y="56"/>
                  <a:pt x="104" y="59"/>
                  <a:pt x="104" y="60"/>
                </a:cubicBezTo>
                <a:cubicBezTo>
                  <a:pt x="105" y="61"/>
                  <a:pt x="104" y="61"/>
                  <a:pt x="104" y="61"/>
                </a:cubicBezTo>
                <a:cubicBezTo>
                  <a:pt x="105" y="62"/>
                  <a:pt x="107" y="61"/>
                  <a:pt x="107" y="61"/>
                </a:cubicBezTo>
                <a:cubicBezTo>
                  <a:pt x="107" y="61"/>
                  <a:pt x="106" y="60"/>
                  <a:pt x="106" y="60"/>
                </a:cubicBezTo>
                <a:cubicBezTo>
                  <a:pt x="106" y="59"/>
                  <a:pt x="108" y="58"/>
                  <a:pt x="108" y="58"/>
                </a:cubicBezTo>
                <a:cubicBezTo>
                  <a:pt x="108" y="58"/>
                  <a:pt x="109" y="57"/>
                  <a:pt x="109" y="57"/>
                </a:cubicBezTo>
                <a:cubicBezTo>
                  <a:pt x="109" y="57"/>
                  <a:pt x="110" y="58"/>
                  <a:pt x="111" y="57"/>
                </a:cubicBezTo>
                <a:cubicBezTo>
                  <a:pt x="111" y="57"/>
                  <a:pt x="112" y="56"/>
                  <a:pt x="112" y="56"/>
                </a:cubicBezTo>
                <a:cubicBezTo>
                  <a:pt x="112" y="55"/>
                  <a:pt x="113" y="55"/>
                  <a:pt x="113" y="55"/>
                </a:cubicBezTo>
                <a:cubicBezTo>
                  <a:pt x="115" y="54"/>
                  <a:pt x="115" y="54"/>
                  <a:pt x="115" y="54"/>
                </a:cubicBezTo>
                <a:cubicBezTo>
                  <a:pt x="116" y="54"/>
                  <a:pt x="116" y="54"/>
                  <a:pt x="116" y="54"/>
                </a:cubicBezTo>
                <a:cubicBezTo>
                  <a:pt x="117" y="58"/>
                  <a:pt x="117" y="58"/>
                  <a:pt x="117" y="58"/>
                </a:cubicBezTo>
                <a:cubicBezTo>
                  <a:pt x="120" y="62"/>
                  <a:pt x="120" y="62"/>
                  <a:pt x="120" y="62"/>
                </a:cubicBezTo>
                <a:cubicBezTo>
                  <a:pt x="120" y="62"/>
                  <a:pt x="120" y="63"/>
                  <a:pt x="120" y="64"/>
                </a:cubicBezTo>
                <a:cubicBezTo>
                  <a:pt x="120" y="64"/>
                  <a:pt x="121" y="65"/>
                  <a:pt x="121" y="65"/>
                </a:cubicBezTo>
                <a:cubicBezTo>
                  <a:pt x="121" y="66"/>
                  <a:pt x="121" y="68"/>
                  <a:pt x="121" y="69"/>
                </a:cubicBezTo>
                <a:cubicBezTo>
                  <a:pt x="121" y="69"/>
                  <a:pt x="120" y="69"/>
                  <a:pt x="120" y="69"/>
                </a:cubicBezTo>
                <a:cubicBezTo>
                  <a:pt x="120" y="71"/>
                  <a:pt x="120" y="71"/>
                  <a:pt x="120" y="71"/>
                </a:cubicBezTo>
                <a:cubicBezTo>
                  <a:pt x="121" y="72"/>
                  <a:pt x="121" y="72"/>
                  <a:pt x="121" y="72"/>
                </a:cubicBezTo>
                <a:cubicBezTo>
                  <a:pt x="121" y="72"/>
                  <a:pt x="123" y="72"/>
                  <a:pt x="124" y="72"/>
                </a:cubicBezTo>
                <a:cubicBezTo>
                  <a:pt x="125" y="71"/>
                  <a:pt x="125" y="71"/>
                  <a:pt x="125" y="71"/>
                </a:cubicBezTo>
                <a:cubicBezTo>
                  <a:pt x="134" y="80"/>
                  <a:pt x="134" y="80"/>
                  <a:pt x="134" y="80"/>
                </a:cubicBezTo>
                <a:cubicBezTo>
                  <a:pt x="139" y="80"/>
                  <a:pt x="139" y="80"/>
                  <a:pt x="139" y="80"/>
                </a:cubicBezTo>
                <a:cubicBezTo>
                  <a:pt x="142" y="76"/>
                  <a:pt x="142" y="76"/>
                  <a:pt x="142" y="76"/>
                </a:cubicBezTo>
                <a:cubicBezTo>
                  <a:pt x="142" y="76"/>
                  <a:pt x="144" y="76"/>
                  <a:pt x="144" y="76"/>
                </a:cubicBezTo>
                <a:cubicBezTo>
                  <a:pt x="144" y="76"/>
                  <a:pt x="147" y="75"/>
                  <a:pt x="147" y="75"/>
                </a:cubicBezTo>
                <a:cubicBezTo>
                  <a:pt x="147" y="75"/>
                  <a:pt x="149" y="76"/>
                  <a:pt x="149" y="76"/>
                </a:cubicBezTo>
                <a:cubicBezTo>
                  <a:pt x="149" y="76"/>
                  <a:pt x="149" y="78"/>
                  <a:pt x="149" y="78"/>
                </a:cubicBezTo>
                <a:cubicBezTo>
                  <a:pt x="148" y="80"/>
                  <a:pt x="148" y="80"/>
                  <a:pt x="148" y="80"/>
                </a:cubicBezTo>
                <a:cubicBezTo>
                  <a:pt x="148" y="80"/>
                  <a:pt x="147" y="81"/>
                  <a:pt x="147" y="81"/>
                </a:cubicBezTo>
                <a:cubicBezTo>
                  <a:pt x="147" y="81"/>
                  <a:pt x="149" y="82"/>
                  <a:pt x="149" y="82"/>
                </a:cubicBezTo>
                <a:cubicBezTo>
                  <a:pt x="149" y="81"/>
                  <a:pt x="151" y="80"/>
                  <a:pt x="151" y="79"/>
                </a:cubicBezTo>
                <a:cubicBezTo>
                  <a:pt x="151" y="79"/>
                  <a:pt x="152" y="77"/>
                  <a:pt x="152" y="77"/>
                </a:cubicBezTo>
                <a:cubicBezTo>
                  <a:pt x="155" y="76"/>
                  <a:pt x="155" y="76"/>
                  <a:pt x="155" y="76"/>
                </a:cubicBezTo>
                <a:cubicBezTo>
                  <a:pt x="155" y="76"/>
                  <a:pt x="155" y="75"/>
                  <a:pt x="155" y="75"/>
                </a:cubicBezTo>
                <a:cubicBezTo>
                  <a:pt x="155" y="74"/>
                  <a:pt x="156" y="73"/>
                  <a:pt x="156" y="73"/>
                </a:cubicBezTo>
                <a:cubicBezTo>
                  <a:pt x="158" y="73"/>
                  <a:pt x="158" y="73"/>
                  <a:pt x="158" y="73"/>
                </a:cubicBezTo>
                <a:cubicBezTo>
                  <a:pt x="158" y="73"/>
                  <a:pt x="158" y="71"/>
                  <a:pt x="158" y="71"/>
                </a:cubicBezTo>
                <a:cubicBezTo>
                  <a:pt x="159" y="71"/>
                  <a:pt x="160" y="71"/>
                  <a:pt x="160" y="70"/>
                </a:cubicBezTo>
                <a:cubicBezTo>
                  <a:pt x="160" y="70"/>
                  <a:pt x="161" y="70"/>
                  <a:pt x="161" y="70"/>
                </a:cubicBezTo>
                <a:cubicBezTo>
                  <a:pt x="163" y="71"/>
                  <a:pt x="163" y="71"/>
                  <a:pt x="163" y="71"/>
                </a:cubicBezTo>
                <a:cubicBezTo>
                  <a:pt x="163" y="71"/>
                  <a:pt x="164" y="70"/>
                  <a:pt x="164" y="70"/>
                </a:cubicBezTo>
                <a:cubicBezTo>
                  <a:pt x="165" y="69"/>
                  <a:pt x="168" y="66"/>
                  <a:pt x="168" y="66"/>
                </a:cubicBezTo>
                <a:cubicBezTo>
                  <a:pt x="169" y="66"/>
                  <a:pt x="169" y="66"/>
                  <a:pt x="169" y="66"/>
                </a:cubicBezTo>
                <a:cubicBezTo>
                  <a:pt x="169" y="66"/>
                  <a:pt x="168" y="68"/>
                  <a:pt x="168" y="68"/>
                </a:cubicBezTo>
                <a:cubicBezTo>
                  <a:pt x="168" y="68"/>
                  <a:pt x="170" y="69"/>
                  <a:pt x="170" y="69"/>
                </a:cubicBezTo>
                <a:cubicBezTo>
                  <a:pt x="170" y="67"/>
                  <a:pt x="170" y="67"/>
                  <a:pt x="170" y="67"/>
                </a:cubicBezTo>
                <a:cubicBezTo>
                  <a:pt x="174" y="65"/>
                  <a:pt x="174" y="65"/>
                  <a:pt x="174" y="65"/>
                </a:cubicBezTo>
                <a:cubicBezTo>
                  <a:pt x="174" y="59"/>
                  <a:pt x="174" y="59"/>
                  <a:pt x="174" y="59"/>
                </a:cubicBezTo>
                <a:cubicBezTo>
                  <a:pt x="179" y="58"/>
                  <a:pt x="179" y="58"/>
                  <a:pt x="179" y="58"/>
                </a:cubicBezTo>
                <a:cubicBezTo>
                  <a:pt x="182" y="56"/>
                  <a:pt x="182" y="56"/>
                  <a:pt x="182" y="56"/>
                </a:cubicBezTo>
                <a:cubicBezTo>
                  <a:pt x="186" y="56"/>
                  <a:pt x="186" y="56"/>
                  <a:pt x="186" y="56"/>
                </a:cubicBezTo>
                <a:cubicBezTo>
                  <a:pt x="187" y="54"/>
                  <a:pt x="187" y="54"/>
                  <a:pt x="187" y="54"/>
                </a:cubicBezTo>
                <a:cubicBezTo>
                  <a:pt x="187" y="50"/>
                  <a:pt x="187" y="50"/>
                  <a:pt x="187" y="50"/>
                </a:cubicBezTo>
                <a:cubicBezTo>
                  <a:pt x="187" y="50"/>
                  <a:pt x="184" y="50"/>
                  <a:pt x="183" y="50"/>
                </a:cubicBezTo>
                <a:cubicBezTo>
                  <a:pt x="183" y="50"/>
                  <a:pt x="177" y="50"/>
                  <a:pt x="177" y="50"/>
                </a:cubicBezTo>
                <a:cubicBezTo>
                  <a:pt x="174" y="49"/>
                  <a:pt x="174" y="49"/>
                  <a:pt x="174" y="49"/>
                </a:cubicBezTo>
                <a:cubicBezTo>
                  <a:pt x="174" y="47"/>
                  <a:pt x="174" y="47"/>
                  <a:pt x="174" y="47"/>
                </a:cubicBezTo>
                <a:cubicBezTo>
                  <a:pt x="176" y="45"/>
                  <a:pt x="176" y="45"/>
                  <a:pt x="176" y="45"/>
                </a:cubicBezTo>
                <a:cubicBezTo>
                  <a:pt x="172" y="39"/>
                  <a:pt x="172" y="39"/>
                  <a:pt x="172" y="39"/>
                </a:cubicBezTo>
                <a:cubicBezTo>
                  <a:pt x="171" y="37"/>
                  <a:pt x="171" y="37"/>
                  <a:pt x="171" y="37"/>
                </a:cubicBezTo>
                <a:cubicBezTo>
                  <a:pt x="173" y="35"/>
                  <a:pt x="173" y="35"/>
                  <a:pt x="173" y="35"/>
                </a:cubicBezTo>
                <a:cubicBezTo>
                  <a:pt x="173" y="31"/>
                  <a:pt x="173" y="31"/>
                  <a:pt x="173" y="31"/>
                </a:cubicBezTo>
                <a:cubicBezTo>
                  <a:pt x="166" y="26"/>
                  <a:pt x="166" y="26"/>
                  <a:pt x="166" y="26"/>
                </a:cubicBezTo>
                <a:cubicBezTo>
                  <a:pt x="166" y="26"/>
                  <a:pt x="164" y="22"/>
                  <a:pt x="163" y="22"/>
                </a:cubicBezTo>
                <a:cubicBezTo>
                  <a:pt x="163" y="22"/>
                  <a:pt x="161" y="21"/>
                  <a:pt x="161" y="21"/>
                </a:cubicBezTo>
                <a:cubicBezTo>
                  <a:pt x="161" y="19"/>
                  <a:pt x="161" y="19"/>
                  <a:pt x="161" y="19"/>
                </a:cubicBezTo>
                <a:cubicBezTo>
                  <a:pt x="161" y="18"/>
                  <a:pt x="161" y="18"/>
                  <a:pt x="161" y="18"/>
                </a:cubicBezTo>
                <a:cubicBezTo>
                  <a:pt x="163" y="18"/>
                  <a:pt x="163" y="18"/>
                  <a:pt x="163" y="18"/>
                </a:cubicBezTo>
                <a:cubicBezTo>
                  <a:pt x="164" y="21"/>
                  <a:pt x="164" y="21"/>
                  <a:pt x="164" y="21"/>
                </a:cubicBezTo>
                <a:cubicBezTo>
                  <a:pt x="173" y="21"/>
                  <a:pt x="173" y="21"/>
                  <a:pt x="173" y="21"/>
                </a:cubicBezTo>
                <a:cubicBezTo>
                  <a:pt x="176" y="25"/>
                  <a:pt x="176" y="25"/>
                  <a:pt x="176" y="25"/>
                </a:cubicBezTo>
                <a:cubicBezTo>
                  <a:pt x="178" y="24"/>
                  <a:pt x="178" y="24"/>
                  <a:pt x="178" y="24"/>
                </a:cubicBezTo>
                <a:cubicBezTo>
                  <a:pt x="178" y="24"/>
                  <a:pt x="181" y="23"/>
                  <a:pt x="181" y="24"/>
                </a:cubicBezTo>
                <a:cubicBezTo>
                  <a:pt x="181" y="24"/>
                  <a:pt x="181" y="22"/>
                  <a:pt x="181" y="22"/>
                </a:cubicBezTo>
                <a:cubicBezTo>
                  <a:pt x="184" y="25"/>
                  <a:pt x="184" y="25"/>
                  <a:pt x="184" y="25"/>
                </a:cubicBezTo>
                <a:cubicBezTo>
                  <a:pt x="184" y="25"/>
                  <a:pt x="185" y="24"/>
                  <a:pt x="185" y="24"/>
                </a:cubicBezTo>
                <a:cubicBezTo>
                  <a:pt x="185" y="24"/>
                  <a:pt x="185" y="23"/>
                  <a:pt x="185" y="23"/>
                </a:cubicBezTo>
                <a:cubicBezTo>
                  <a:pt x="188" y="24"/>
                  <a:pt x="188" y="24"/>
                  <a:pt x="188" y="24"/>
                </a:cubicBezTo>
                <a:cubicBezTo>
                  <a:pt x="188" y="24"/>
                  <a:pt x="189" y="24"/>
                  <a:pt x="189" y="24"/>
                </a:cubicBezTo>
                <a:cubicBezTo>
                  <a:pt x="189" y="25"/>
                  <a:pt x="189" y="25"/>
                  <a:pt x="189" y="25"/>
                </a:cubicBezTo>
                <a:cubicBezTo>
                  <a:pt x="189" y="26"/>
                  <a:pt x="191" y="26"/>
                  <a:pt x="191" y="26"/>
                </a:cubicBezTo>
                <a:cubicBezTo>
                  <a:pt x="191" y="26"/>
                  <a:pt x="191" y="27"/>
                  <a:pt x="192" y="28"/>
                </a:cubicBezTo>
                <a:cubicBezTo>
                  <a:pt x="192" y="28"/>
                  <a:pt x="192" y="29"/>
                  <a:pt x="193" y="29"/>
                </a:cubicBezTo>
                <a:cubicBezTo>
                  <a:pt x="193" y="29"/>
                  <a:pt x="194" y="29"/>
                  <a:pt x="194" y="29"/>
                </a:cubicBezTo>
                <a:cubicBezTo>
                  <a:pt x="194" y="29"/>
                  <a:pt x="196" y="28"/>
                  <a:pt x="196" y="28"/>
                </a:cubicBezTo>
                <a:cubicBezTo>
                  <a:pt x="196" y="28"/>
                  <a:pt x="198" y="28"/>
                  <a:pt x="198" y="28"/>
                </a:cubicBezTo>
                <a:cubicBezTo>
                  <a:pt x="198" y="28"/>
                  <a:pt x="198" y="27"/>
                  <a:pt x="198" y="26"/>
                </a:cubicBezTo>
                <a:cubicBezTo>
                  <a:pt x="197" y="26"/>
                  <a:pt x="197" y="25"/>
                  <a:pt x="197" y="25"/>
                </a:cubicBezTo>
                <a:cubicBezTo>
                  <a:pt x="197" y="24"/>
                  <a:pt x="197" y="22"/>
                  <a:pt x="197" y="22"/>
                </a:cubicBezTo>
                <a:cubicBezTo>
                  <a:pt x="201" y="22"/>
                  <a:pt x="201" y="22"/>
                  <a:pt x="201" y="22"/>
                </a:cubicBezTo>
                <a:cubicBezTo>
                  <a:pt x="202" y="19"/>
                  <a:pt x="202" y="19"/>
                  <a:pt x="202" y="19"/>
                </a:cubicBezTo>
                <a:cubicBezTo>
                  <a:pt x="206" y="21"/>
                  <a:pt x="206" y="21"/>
                  <a:pt x="206" y="21"/>
                </a:cubicBezTo>
                <a:cubicBezTo>
                  <a:pt x="208" y="21"/>
                  <a:pt x="208" y="21"/>
                  <a:pt x="208" y="21"/>
                </a:cubicBezTo>
                <a:cubicBezTo>
                  <a:pt x="210" y="19"/>
                  <a:pt x="210" y="19"/>
                  <a:pt x="210" y="19"/>
                </a:cubicBezTo>
                <a:cubicBezTo>
                  <a:pt x="212" y="20"/>
                  <a:pt x="212" y="20"/>
                  <a:pt x="212" y="20"/>
                </a:cubicBezTo>
                <a:cubicBezTo>
                  <a:pt x="212" y="20"/>
                  <a:pt x="213" y="20"/>
                  <a:pt x="214" y="20"/>
                </a:cubicBezTo>
                <a:cubicBezTo>
                  <a:pt x="214" y="20"/>
                  <a:pt x="215" y="18"/>
                  <a:pt x="215" y="18"/>
                </a:cubicBezTo>
                <a:cubicBezTo>
                  <a:pt x="218" y="18"/>
                  <a:pt x="218" y="18"/>
                  <a:pt x="218" y="18"/>
                </a:cubicBezTo>
                <a:cubicBezTo>
                  <a:pt x="219" y="16"/>
                  <a:pt x="219" y="16"/>
                  <a:pt x="219" y="16"/>
                </a:cubicBezTo>
                <a:cubicBezTo>
                  <a:pt x="221" y="15"/>
                  <a:pt x="221" y="15"/>
                  <a:pt x="221" y="15"/>
                </a:cubicBezTo>
                <a:cubicBezTo>
                  <a:pt x="223" y="14"/>
                  <a:pt x="223" y="14"/>
                  <a:pt x="223" y="14"/>
                </a:cubicBezTo>
                <a:cubicBezTo>
                  <a:pt x="223" y="13"/>
                  <a:pt x="223" y="13"/>
                  <a:pt x="223" y="13"/>
                </a:cubicBezTo>
                <a:cubicBezTo>
                  <a:pt x="225" y="14"/>
                  <a:pt x="225" y="14"/>
                  <a:pt x="225" y="14"/>
                </a:cubicBezTo>
                <a:cubicBezTo>
                  <a:pt x="226" y="14"/>
                  <a:pt x="226" y="14"/>
                  <a:pt x="226" y="14"/>
                </a:cubicBezTo>
                <a:cubicBezTo>
                  <a:pt x="227" y="13"/>
                  <a:pt x="227" y="13"/>
                  <a:pt x="227" y="13"/>
                </a:cubicBezTo>
                <a:cubicBezTo>
                  <a:pt x="229" y="13"/>
                  <a:pt x="229" y="13"/>
                  <a:pt x="229" y="13"/>
                </a:cubicBezTo>
                <a:cubicBezTo>
                  <a:pt x="230" y="10"/>
                  <a:pt x="230" y="10"/>
                  <a:pt x="230" y="10"/>
                </a:cubicBezTo>
                <a:cubicBezTo>
                  <a:pt x="232" y="9"/>
                  <a:pt x="232" y="9"/>
                  <a:pt x="232" y="9"/>
                </a:cubicBezTo>
                <a:cubicBezTo>
                  <a:pt x="232" y="9"/>
                  <a:pt x="234" y="8"/>
                  <a:pt x="234" y="8"/>
                </a:cubicBezTo>
                <a:cubicBezTo>
                  <a:pt x="235" y="7"/>
                  <a:pt x="235" y="6"/>
                  <a:pt x="235" y="6"/>
                </a:cubicBezTo>
                <a:cubicBezTo>
                  <a:pt x="235" y="6"/>
                  <a:pt x="233" y="2"/>
                  <a:pt x="233" y="2"/>
                </a:cubicBezTo>
                <a:cubicBezTo>
                  <a:pt x="238" y="2"/>
                  <a:pt x="238" y="2"/>
                  <a:pt x="238" y="2"/>
                </a:cubicBezTo>
                <a:cubicBezTo>
                  <a:pt x="240" y="0"/>
                  <a:pt x="240" y="0"/>
                  <a:pt x="240" y="0"/>
                </a:cubicBezTo>
                <a:cubicBezTo>
                  <a:pt x="243" y="0"/>
                  <a:pt x="243" y="0"/>
                  <a:pt x="243" y="0"/>
                </a:cubicBezTo>
                <a:cubicBezTo>
                  <a:pt x="246" y="4"/>
                  <a:pt x="246" y="4"/>
                  <a:pt x="246" y="4"/>
                </a:cubicBezTo>
                <a:cubicBezTo>
                  <a:pt x="245" y="7"/>
                  <a:pt x="245" y="7"/>
                  <a:pt x="245" y="7"/>
                </a:cubicBezTo>
                <a:cubicBezTo>
                  <a:pt x="245" y="10"/>
                  <a:pt x="245" y="10"/>
                  <a:pt x="245" y="10"/>
                </a:cubicBezTo>
                <a:cubicBezTo>
                  <a:pt x="243" y="14"/>
                  <a:pt x="243" y="14"/>
                  <a:pt x="243" y="14"/>
                </a:cubicBezTo>
                <a:cubicBezTo>
                  <a:pt x="248" y="14"/>
                  <a:pt x="248" y="14"/>
                  <a:pt x="248" y="14"/>
                </a:cubicBezTo>
                <a:cubicBezTo>
                  <a:pt x="251" y="16"/>
                  <a:pt x="251" y="16"/>
                  <a:pt x="251" y="16"/>
                </a:cubicBezTo>
                <a:cubicBezTo>
                  <a:pt x="251" y="18"/>
                  <a:pt x="251" y="18"/>
                  <a:pt x="251" y="18"/>
                </a:cubicBezTo>
                <a:cubicBezTo>
                  <a:pt x="250" y="18"/>
                  <a:pt x="250" y="18"/>
                  <a:pt x="250" y="18"/>
                </a:cubicBezTo>
                <a:cubicBezTo>
                  <a:pt x="250" y="20"/>
                  <a:pt x="250" y="20"/>
                  <a:pt x="250" y="20"/>
                </a:cubicBezTo>
                <a:cubicBezTo>
                  <a:pt x="252" y="21"/>
                  <a:pt x="252" y="21"/>
                  <a:pt x="252" y="21"/>
                </a:cubicBezTo>
                <a:cubicBezTo>
                  <a:pt x="252" y="21"/>
                  <a:pt x="252" y="21"/>
                  <a:pt x="252" y="21"/>
                </a:cubicBezTo>
                <a:cubicBezTo>
                  <a:pt x="254" y="24"/>
                  <a:pt x="254" y="24"/>
                  <a:pt x="254" y="24"/>
                </a:cubicBezTo>
                <a:cubicBezTo>
                  <a:pt x="252" y="27"/>
                  <a:pt x="252" y="27"/>
                  <a:pt x="252" y="27"/>
                </a:cubicBezTo>
                <a:cubicBezTo>
                  <a:pt x="248" y="30"/>
                  <a:pt x="248" y="30"/>
                  <a:pt x="248" y="30"/>
                </a:cubicBezTo>
                <a:cubicBezTo>
                  <a:pt x="248" y="31"/>
                  <a:pt x="248" y="31"/>
                  <a:pt x="248" y="31"/>
                </a:cubicBezTo>
                <a:cubicBezTo>
                  <a:pt x="249" y="31"/>
                  <a:pt x="249" y="31"/>
                  <a:pt x="249" y="31"/>
                </a:cubicBezTo>
                <a:cubicBezTo>
                  <a:pt x="249" y="34"/>
                  <a:pt x="249" y="34"/>
                  <a:pt x="249" y="34"/>
                </a:cubicBezTo>
                <a:cubicBezTo>
                  <a:pt x="246" y="40"/>
                  <a:pt x="246" y="40"/>
                  <a:pt x="246" y="40"/>
                </a:cubicBezTo>
                <a:cubicBezTo>
                  <a:pt x="246" y="47"/>
                  <a:pt x="246" y="47"/>
                  <a:pt x="246" y="47"/>
                </a:cubicBezTo>
                <a:cubicBezTo>
                  <a:pt x="247" y="51"/>
                  <a:pt x="247" y="51"/>
                  <a:pt x="247" y="51"/>
                </a:cubicBezTo>
                <a:cubicBezTo>
                  <a:pt x="250" y="53"/>
                  <a:pt x="250" y="53"/>
                  <a:pt x="250" y="53"/>
                </a:cubicBezTo>
                <a:cubicBezTo>
                  <a:pt x="250" y="60"/>
                  <a:pt x="250" y="60"/>
                  <a:pt x="250" y="60"/>
                </a:cubicBezTo>
                <a:cubicBezTo>
                  <a:pt x="251" y="60"/>
                  <a:pt x="251" y="60"/>
                  <a:pt x="251" y="60"/>
                </a:cubicBezTo>
                <a:cubicBezTo>
                  <a:pt x="251" y="62"/>
                  <a:pt x="251" y="62"/>
                  <a:pt x="251" y="62"/>
                </a:cubicBezTo>
                <a:cubicBezTo>
                  <a:pt x="254" y="63"/>
                  <a:pt x="254" y="63"/>
                  <a:pt x="254" y="63"/>
                </a:cubicBezTo>
                <a:cubicBezTo>
                  <a:pt x="258" y="68"/>
                  <a:pt x="258" y="68"/>
                  <a:pt x="258" y="68"/>
                </a:cubicBezTo>
                <a:cubicBezTo>
                  <a:pt x="262" y="69"/>
                  <a:pt x="262" y="69"/>
                  <a:pt x="262" y="69"/>
                </a:cubicBezTo>
                <a:cubicBezTo>
                  <a:pt x="262" y="69"/>
                  <a:pt x="265" y="70"/>
                  <a:pt x="265" y="71"/>
                </a:cubicBezTo>
                <a:cubicBezTo>
                  <a:pt x="265" y="71"/>
                  <a:pt x="266" y="72"/>
                  <a:pt x="266" y="72"/>
                </a:cubicBezTo>
                <a:cubicBezTo>
                  <a:pt x="268" y="70"/>
                  <a:pt x="268" y="70"/>
                  <a:pt x="268" y="70"/>
                </a:cubicBezTo>
                <a:cubicBezTo>
                  <a:pt x="269" y="70"/>
                  <a:pt x="269" y="70"/>
                  <a:pt x="269" y="70"/>
                </a:cubicBezTo>
                <a:cubicBezTo>
                  <a:pt x="272" y="70"/>
                  <a:pt x="272" y="70"/>
                  <a:pt x="272" y="70"/>
                </a:cubicBezTo>
                <a:cubicBezTo>
                  <a:pt x="272" y="67"/>
                  <a:pt x="272" y="67"/>
                  <a:pt x="272" y="67"/>
                </a:cubicBezTo>
                <a:cubicBezTo>
                  <a:pt x="274" y="67"/>
                  <a:pt x="274" y="67"/>
                  <a:pt x="274" y="67"/>
                </a:cubicBezTo>
                <a:cubicBezTo>
                  <a:pt x="275" y="65"/>
                  <a:pt x="275" y="65"/>
                  <a:pt x="275" y="65"/>
                </a:cubicBezTo>
                <a:cubicBezTo>
                  <a:pt x="277" y="66"/>
                  <a:pt x="277" y="66"/>
                  <a:pt x="277" y="66"/>
                </a:cubicBezTo>
                <a:cubicBezTo>
                  <a:pt x="279" y="66"/>
                  <a:pt x="279" y="66"/>
                  <a:pt x="279" y="66"/>
                </a:cubicBezTo>
                <a:cubicBezTo>
                  <a:pt x="281" y="67"/>
                  <a:pt x="281" y="67"/>
                  <a:pt x="281" y="67"/>
                </a:cubicBezTo>
                <a:cubicBezTo>
                  <a:pt x="281" y="64"/>
                  <a:pt x="281" y="64"/>
                  <a:pt x="281" y="64"/>
                </a:cubicBezTo>
                <a:cubicBezTo>
                  <a:pt x="288" y="63"/>
                  <a:pt x="288" y="63"/>
                  <a:pt x="288" y="63"/>
                </a:cubicBezTo>
                <a:cubicBezTo>
                  <a:pt x="292" y="58"/>
                  <a:pt x="292" y="58"/>
                  <a:pt x="292" y="58"/>
                </a:cubicBezTo>
                <a:cubicBezTo>
                  <a:pt x="293" y="59"/>
                  <a:pt x="293" y="59"/>
                  <a:pt x="293" y="59"/>
                </a:cubicBezTo>
                <a:cubicBezTo>
                  <a:pt x="295" y="59"/>
                  <a:pt x="295" y="59"/>
                  <a:pt x="295" y="59"/>
                </a:cubicBezTo>
                <a:cubicBezTo>
                  <a:pt x="296" y="57"/>
                  <a:pt x="296" y="57"/>
                  <a:pt x="296" y="57"/>
                </a:cubicBezTo>
                <a:cubicBezTo>
                  <a:pt x="302" y="61"/>
                  <a:pt x="302" y="61"/>
                  <a:pt x="302" y="61"/>
                </a:cubicBezTo>
                <a:cubicBezTo>
                  <a:pt x="303" y="59"/>
                  <a:pt x="303" y="59"/>
                  <a:pt x="303" y="59"/>
                </a:cubicBezTo>
                <a:cubicBezTo>
                  <a:pt x="307" y="59"/>
                  <a:pt x="307" y="59"/>
                  <a:pt x="307" y="59"/>
                </a:cubicBezTo>
                <a:cubicBezTo>
                  <a:pt x="307" y="59"/>
                  <a:pt x="313" y="60"/>
                  <a:pt x="313" y="61"/>
                </a:cubicBezTo>
                <a:cubicBezTo>
                  <a:pt x="313" y="61"/>
                  <a:pt x="316" y="61"/>
                  <a:pt x="316" y="61"/>
                </a:cubicBezTo>
                <a:cubicBezTo>
                  <a:pt x="317" y="59"/>
                  <a:pt x="317" y="59"/>
                  <a:pt x="317" y="59"/>
                </a:cubicBezTo>
                <a:cubicBezTo>
                  <a:pt x="317" y="59"/>
                  <a:pt x="317" y="57"/>
                  <a:pt x="317" y="56"/>
                </a:cubicBezTo>
                <a:cubicBezTo>
                  <a:pt x="317" y="56"/>
                  <a:pt x="316" y="55"/>
                  <a:pt x="316" y="55"/>
                </a:cubicBezTo>
                <a:cubicBezTo>
                  <a:pt x="316" y="55"/>
                  <a:pt x="313" y="53"/>
                  <a:pt x="313" y="53"/>
                </a:cubicBezTo>
                <a:cubicBezTo>
                  <a:pt x="314" y="52"/>
                  <a:pt x="314" y="52"/>
                  <a:pt x="314" y="52"/>
                </a:cubicBezTo>
                <a:cubicBezTo>
                  <a:pt x="314" y="52"/>
                  <a:pt x="314" y="52"/>
                  <a:pt x="314" y="52"/>
                </a:cubicBezTo>
                <a:cubicBezTo>
                  <a:pt x="314" y="52"/>
                  <a:pt x="316" y="51"/>
                  <a:pt x="316" y="51"/>
                </a:cubicBezTo>
                <a:cubicBezTo>
                  <a:pt x="316" y="51"/>
                  <a:pt x="316" y="48"/>
                  <a:pt x="316" y="48"/>
                </a:cubicBezTo>
                <a:cubicBezTo>
                  <a:pt x="320" y="51"/>
                  <a:pt x="320" y="51"/>
                  <a:pt x="320" y="51"/>
                </a:cubicBezTo>
                <a:cubicBezTo>
                  <a:pt x="326" y="51"/>
                  <a:pt x="326" y="51"/>
                  <a:pt x="326" y="51"/>
                </a:cubicBezTo>
                <a:cubicBezTo>
                  <a:pt x="327" y="48"/>
                  <a:pt x="327" y="48"/>
                  <a:pt x="327" y="48"/>
                </a:cubicBezTo>
                <a:cubicBezTo>
                  <a:pt x="332" y="49"/>
                  <a:pt x="332" y="49"/>
                  <a:pt x="332" y="49"/>
                </a:cubicBezTo>
                <a:cubicBezTo>
                  <a:pt x="334" y="47"/>
                  <a:pt x="334" y="47"/>
                  <a:pt x="334" y="47"/>
                </a:cubicBezTo>
                <a:cubicBezTo>
                  <a:pt x="335" y="50"/>
                  <a:pt x="335" y="50"/>
                  <a:pt x="335" y="50"/>
                </a:cubicBezTo>
                <a:cubicBezTo>
                  <a:pt x="338" y="50"/>
                  <a:pt x="338" y="50"/>
                  <a:pt x="338" y="50"/>
                </a:cubicBezTo>
                <a:cubicBezTo>
                  <a:pt x="338" y="52"/>
                  <a:pt x="338" y="52"/>
                  <a:pt x="338" y="52"/>
                </a:cubicBezTo>
                <a:cubicBezTo>
                  <a:pt x="341" y="52"/>
                  <a:pt x="341" y="52"/>
                  <a:pt x="341" y="52"/>
                </a:cubicBezTo>
                <a:cubicBezTo>
                  <a:pt x="342" y="54"/>
                  <a:pt x="342" y="54"/>
                  <a:pt x="342" y="54"/>
                </a:cubicBezTo>
                <a:cubicBezTo>
                  <a:pt x="342" y="54"/>
                  <a:pt x="344" y="55"/>
                  <a:pt x="345" y="55"/>
                </a:cubicBezTo>
                <a:cubicBezTo>
                  <a:pt x="346" y="55"/>
                  <a:pt x="347" y="56"/>
                  <a:pt x="347" y="56"/>
                </a:cubicBezTo>
                <a:cubicBezTo>
                  <a:pt x="349" y="56"/>
                  <a:pt x="349" y="56"/>
                  <a:pt x="349" y="56"/>
                </a:cubicBezTo>
                <a:cubicBezTo>
                  <a:pt x="350" y="54"/>
                  <a:pt x="350" y="54"/>
                  <a:pt x="350" y="54"/>
                </a:cubicBezTo>
                <a:cubicBezTo>
                  <a:pt x="353" y="53"/>
                  <a:pt x="353" y="53"/>
                  <a:pt x="353" y="53"/>
                </a:cubicBezTo>
                <a:cubicBezTo>
                  <a:pt x="355" y="51"/>
                  <a:pt x="355" y="51"/>
                  <a:pt x="355" y="51"/>
                </a:cubicBezTo>
                <a:cubicBezTo>
                  <a:pt x="359" y="53"/>
                  <a:pt x="359" y="53"/>
                  <a:pt x="359" y="53"/>
                </a:cubicBezTo>
                <a:cubicBezTo>
                  <a:pt x="360" y="53"/>
                  <a:pt x="360" y="53"/>
                  <a:pt x="360" y="53"/>
                </a:cubicBezTo>
                <a:cubicBezTo>
                  <a:pt x="361" y="52"/>
                  <a:pt x="361" y="52"/>
                  <a:pt x="361" y="52"/>
                </a:cubicBezTo>
                <a:cubicBezTo>
                  <a:pt x="364" y="52"/>
                  <a:pt x="364" y="52"/>
                  <a:pt x="364" y="52"/>
                </a:cubicBezTo>
                <a:cubicBezTo>
                  <a:pt x="364" y="55"/>
                  <a:pt x="364" y="55"/>
                  <a:pt x="364" y="55"/>
                </a:cubicBezTo>
                <a:cubicBezTo>
                  <a:pt x="370" y="55"/>
                  <a:pt x="370" y="55"/>
                  <a:pt x="370" y="55"/>
                </a:cubicBezTo>
                <a:cubicBezTo>
                  <a:pt x="376" y="48"/>
                  <a:pt x="376" y="48"/>
                  <a:pt x="376" y="48"/>
                </a:cubicBezTo>
                <a:cubicBezTo>
                  <a:pt x="376" y="46"/>
                  <a:pt x="376" y="46"/>
                  <a:pt x="376" y="46"/>
                </a:cubicBezTo>
                <a:cubicBezTo>
                  <a:pt x="379" y="42"/>
                  <a:pt x="379" y="42"/>
                  <a:pt x="379" y="42"/>
                </a:cubicBezTo>
                <a:cubicBezTo>
                  <a:pt x="379" y="38"/>
                  <a:pt x="379" y="38"/>
                  <a:pt x="379" y="38"/>
                </a:cubicBezTo>
                <a:cubicBezTo>
                  <a:pt x="393" y="21"/>
                  <a:pt x="393" y="21"/>
                  <a:pt x="393" y="21"/>
                </a:cubicBezTo>
                <a:cubicBezTo>
                  <a:pt x="393" y="21"/>
                  <a:pt x="393" y="20"/>
                  <a:pt x="394" y="19"/>
                </a:cubicBezTo>
                <a:cubicBezTo>
                  <a:pt x="394" y="19"/>
                  <a:pt x="394" y="19"/>
                  <a:pt x="394" y="19"/>
                </a:cubicBezTo>
                <a:cubicBezTo>
                  <a:pt x="394" y="19"/>
                  <a:pt x="394" y="18"/>
                  <a:pt x="394" y="18"/>
                </a:cubicBezTo>
                <a:cubicBezTo>
                  <a:pt x="394" y="17"/>
                  <a:pt x="394" y="16"/>
                  <a:pt x="394" y="15"/>
                </a:cubicBezTo>
                <a:cubicBezTo>
                  <a:pt x="395" y="16"/>
                  <a:pt x="397" y="17"/>
                  <a:pt x="398" y="18"/>
                </a:cubicBezTo>
                <a:cubicBezTo>
                  <a:pt x="399" y="19"/>
                  <a:pt x="400" y="20"/>
                  <a:pt x="400" y="22"/>
                </a:cubicBezTo>
                <a:cubicBezTo>
                  <a:pt x="400" y="23"/>
                  <a:pt x="400" y="24"/>
                  <a:pt x="400" y="25"/>
                </a:cubicBezTo>
                <a:cubicBezTo>
                  <a:pt x="400" y="26"/>
                  <a:pt x="400" y="27"/>
                  <a:pt x="401" y="27"/>
                </a:cubicBezTo>
                <a:cubicBezTo>
                  <a:pt x="401" y="27"/>
                  <a:pt x="402" y="26"/>
                  <a:pt x="402" y="25"/>
                </a:cubicBezTo>
                <a:cubicBezTo>
                  <a:pt x="402" y="29"/>
                  <a:pt x="402" y="33"/>
                  <a:pt x="403" y="37"/>
                </a:cubicBezTo>
                <a:cubicBezTo>
                  <a:pt x="403" y="39"/>
                  <a:pt x="404" y="41"/>
                  <a:pt x="404" y="43"/>
                </a:cubicBezTo>
                <a:cubicBezTo>
                  <a:pt x="405" y="44"/>
                  <a:pt x="405" y="44"/>
                  <a:pt x="406" y="45"/>
                </a:cubicBezTo>
                <a:cubicBezTo>
                  <a:pt x="406" y="46"/>
                  <a:pt x="406" y="48"/>
                  <a:pt x="407" y="49"/>
                </a:cubicBezTo>
                <a:cubicBezTo>
                  <a:pt x="407" y="51"/>
                  <a:pt x="409" y="54"/>
                  <a:pt x="410" y="56"/>
                </a:cubicBezTo>
                <a:cubicBezTo>
                  <a:pt x="410" y="58"/>
                  <a:pt x="411" y="60"/>
                  <a:pt x="413" y="60"/>
                </a:cubicBezTo>
                <a:cubicBezTo>
                  <a:pt x="413" y="61"/>
                  <a:pt x="414" y="61"/>
                  <a:pt x="414" y="61"/>
                </a:cubicBezTo>
                <a:cubicBezTo>
                  <a:pt x="417" y="61"/>
                  <a:pt x="419" y="61"/>
                  <a:pt x="421" y="63"/>
                </a:cubicBezTo>
                <a:cubicBezTo>
                  <a:pt x="421" y="63"/>
                  <a:pt x="422" y="63"/>
                  <a:pt x="422" y="63"/>
                </a:cubicBezTo>
                <a:cubicBezTo>
                  <a:pt x="422" y="64"/>
                  <a:pt x="423" y="65"/>
                  <a:pt x="423" y="65"/>
                </a:cubicBezTo>
                <a:cubicBezTo>
                  <a:pt x="423" y="67"/>
                  <a:pt x="423" y="68"/>
                  <a:pt x="423" y="69"/>
                </a:cubicBezTo>
                <a:cubicBezTo>
                  <a:pt x="423" y="70"/>
                  <a:pt x="423" y="70"/>
                  <a:pt x="423" y="70"/>
                </a:cubicBezTo>
                <a:cubicBezTo>
                  <a:pt x="422" y="71"/>
                  <a:pt x="421" y="71"/>
                  <a:pt x="420" y="72"/>
                </a:cubicBezTo>
                <a:cubicBezTo>
                  <a:pt x="421" y="72"/>
                  <a:pt x="422" y="72"/>
                  <a:pt x="422" y="72"/>
                </a:cubicBezTo>
                <a:cubicBezTo>
                  <a:pt x="422" y="72"/>
                  <a:pt x="422" y="72"/>
                  <a:pt x="423" y="72"/>
                </a:cubicBezTo>
                <a:cubicBezTo>
                  <a:pt x="423" y="73"/>
                  <a:pt x="423" y="73"/>
                  <a:pt x="423" y="73"/>
                </a:cubicBezTo>
                <a:cubicBezTo>
                  <a:pt x="423" y="74"/>
                  <a:pt x="423" y="74"/>
                  <a:pt x="423" y="75"/>
                </a:cubicBezTo>
                <a:cubicBezTo>
                  <a:pt x="423" y="76"/>
                  <a:pt x="422" y="76"/>
                  <a:pt x="421" y="76"/>
                </a:cubicBezTo>
                <a:cubicBezTo>
                  <a:pt x="421" y="77"/>
                  <a:pt x="421" y="76"/>
                  <a:pt x="420" y="76"/>
                </a:cubicBezTo>
                <a:cubicBezTo>
                  <a:pt x="420" y="76"/>
                  <a:pt x="419" y="76"/>
                  <a:pt x="418" y="76"/>
                </a:cubicBezTo>
                <a:cubicBezTo>
                  <a:pt x="417" y="77"/>
                  <a:pt x="416" y="77"/>
                  <a:pt x="416" y="78"/>
                </a:cubicBezTo>
                <a:cubicBezTo>
                  <a:pt x="416" y="78"/>
                  <a:pt x="416" y="78"/>
                  <a:pt x="416" y="78"/>
                </a:cubicBezTo>
                <a:cubicBezTo>
                  <a:pt x="416" y="79"/>
                  <a:pt x="415" y="79"/>
                  <a:pt x="415" y="80"/>
                </a:cubicBezTo>
                <a:cubicBezTo>
                  <a:pt x="413" y="81"/>
                  <a:pt x="412" y="82"/>
                  <a:pt x="412" y="84"/>
                </a:cubicBezTo>
                <a:cubicBezTo>
                  <a:pt x="411" y="86"/>
                  <a:pt x="410" y="88"/>
                  <a:pt x="408" y="88"/>
                </a:cubicBezTo>
                <a:cubicBezTo>
                  <a:pt x="408" y="89"/>
                  <a:pt x="406" y="89"/>
                  <a:pt x="406" y="90"/>
                </a:cubicBezTo>
                <a:cubicBezTo>
                  <a:pt x="405" y="90"/>
                  <a:pt x="404" y="91"/>
                  <a:pt x="404" y="92"/>
                </a:cubicBezTo>
                <a:cubicBezTo>
                  <a:pt x="403" y="93"/>
                  <a:pt x="402" y="93"/>
                  <a:pt x="401" y="94"/>
                </a:cubicBezTo>
                <a:cubicBezTo>
                  <a:pt x="400" y="95"/>
                  <a:pt x="399" y="95"/>
                  <a:pt x="398" y="96"/>
                </a:cubicBezTo>
                <a:cubicBezTo>
                  <a:pt x="397" y="97"/>
                  <a:pt x="397" y="98"/>
                  <a:pt x="398" y="99"/>
                </a:cubicBezTo>
                <a:cubicBezTo>
                  <a:pt x="398" y="99"/>
                  <a:pt x="398" y="98"/>
                  <a:pt x="399" y="98"/>
                </a:cubicBezTo>
                <a:cubicBezTo>
                  <a:pt x="399" y="97"/>
                  <a:pt x="399" y="97"/>
                  <a:pt x="400" y="97"/>
                </a:cubicBezTo>
                <a:cubicBezTo>
                  <a:pt x="400" y="96"/>
                  <a:pt x="401" y="96"/>
                  <a:pt x="401" y="97"/>
                </a:cubicBezTo>
                <a:cubicBezTo>
                  <a:pt x="401" y="97"/>
                  <a:pt x="401" y="98"/>
                  <a:pt x="401" y="98"/>
                </a:cubicBezTo>
                <a:cubicBezTo>
                  <a:pt x="401" y="98"/>
                  <a:pt x="400" y="99"/>
                  <a:pt x="400" y="99"/>
                </a:cubicBezTo>
                <a:cubicBezTo>
                  <a:pt x="399" y="99"/>
                  <a:pt x="398" y="100"/>
                  <a:pt x="398" y="101"/>
                </a:cubicBezTo>
                <a:cubicBezTo>
                  <a:pt x="397" y="101"/>
                  <a:pt x="397" y="101"/>
                  <a:pt x="396" y="101"/>
                </a:cubicBezTo>
                <a:cubicBezTo>
                  <a:pt x="396" y="102"/>
                  <a:pt x="395" y="102"/>
                  <a:pt x="395" y="103"/>
                </a:cubicBezTo>
                <a:cubicBezTo>
                  <a:pt x="394" y="103"/>
                  <a:pt x="394" y="103"/>
                  <a:pt x="393" y="104"/>
                </a:cubicBezTo>
                <a:cubicBezTo>
                  <a:pt x="392" y="105"/>
                  <a:pt x="392" y="106"/>
                  <a:pt x="392" y="107"/>
                </a:cubicBezTo>
                <a:cubicBezTo>
                  <a:pt x="392" y="108"/>
                  <a:pt x="392" y="109"/>
                  <a:pt x="392" y="110"/>
                </a:cubicBezTo>
                <a:cubicBezTo>
                  <a:pt x="393" y="110"/>
                  <a:pt x="393" y="109"/>
                  <a:pt x="393" y="109"/>
                </a:cubicBezTo>
                <a:cubicBezTo>
                  <a:pt x="393" y="107"/>
                  <a:pt x="393" y="106"/>
                  <a:pt x="394" y="104"/>
                </a:cubicBezTo>
                <a:cubicBezTo>
                  <a:pt x="394" y="104"/>
                  <a:pt x="394" y="104"/>
                  <a:pt x="394" y="104"/>
                </a:cubicBezTo>
                <a:cubicBezTo>
                  <a:pt x="395" y="104"/>
                  <a:pt x="395" y="103"/>
                  <a:pt x="395" y="103"/>
                </a:cubicBezTo>
                <a:cubicBezTo>
                  <a:pt x="396" y="103"/>
                  <a:pt x="398" y="103"/>
                  <a:pt x="399" y="103"/>
                </a:cubicBezTo>
                <a:cubicBezTo>
                  <a:pt x="399" y="103"/>
                  <a:pt x="399" y="103"/>
                  <a:pt x="399" y="103"/>
                </a:cubicBezTo>
                <a:cubicBezTo>
                  <a:pt x="399" y="103"/>
                  <a:pt x="400" y="104"/>
                  <a:pt x="400" y="104"/>
                </a:cubicBezTo>
                <a:cubicBezTo>
                  <a:pt x="400" y="105"/>
                  <a:pt x="400" y="106"/>
                  <a:pt x="400" y="107"/>
                </a:cubicBezTo>
                <a:cubicBezTo>
                  <a:pt x="400" y="109"/>
                  <a:pt x="399" y="110"/>
                  <a:pt x="398" y="111"/>
                </a:cubicBezTo>
                <a:cubicBezTo>
                  <a:pt x="397" y="111"/>
                  <a:pt x="397" y="112"/>
                  <a:pt x="397" y="112"/>
                </a:cubicBezTo>
                <a:cubicBezTo>
                  <a:pt x="397" y="113"/>
                  <a:pt x="396" y="114"/>
                  <a:pt x="395" y="115"/>
                </a:cubicBezTo>
                <a:cubicBezTo>
                  <a:pt x="394" y="115"/>
                  <a:pt x="393" y="116"/>
                  <a:pt x="392" y="117"/>
                </a:cubicBezTo>
                <a:cubicBezTo>
                  <a:pt x="391" y="118"/>
                  <a:pt x="390" y="119"/>
                  <a:pt x="389" y="118"/>
                </a:cubicBezTo>
                <a:cubicBezTo>
                  <a:pt x="388" y="118"/>
                  <a:pt x="388" y="118"/>
                  <a:pt x="388" y="118"/>
                </a:cubicBezTo>
                <a:cubicBezTo>
                  <a:pt x="387" y="118"/>
                  <a:pt x="385" y="117"/>
                  <a:pt x="384" y="117"/>
                </a:cubicBezTo>
                <a:cubicBezTo>
                  <a:pt x="382" y="118"/>
                  <a:pt x="380" y="120"/>
                  <a:pt x="378" y="120"/>
                </a:cubicBezTo>
                <a:cubicBezTo>
                  <a:pt x="378" y="120"/>
                  <a:pt x="377" y="120"/>
                  <a:pt x="377" y="120"/>
                </a:cubicBezTo>
                <a:cubicBezTo>
                  <a:pt x="376" y="120"/>
                  <a:pt x="376" y="120"/>
                  <a:pt x="375" y="120"/>
                </a:cubicBezTo>
                <a:cubicBezTo>
                  <a:pt x="374" y="120"/>
                  <a:pt x="373" y="120"/>
                  <a:pt x="372" y="120"/>
                </a:cubicBezTo>
                <a:cubicBezTo>
                  <a:pt x="370" y="121"/>
                  <a:pt x="369" y="124"/>
                  <a:pt x="367" y="124"/>
                </a:cubicBezTo>
                <a:cubicBezTo>
                  <a:pt x="366" y="124"/>
                  <a:pt x="365" y="123"/>
                  <a:pt x="364" y="124"/>
                </a:cubicBezTo>
                <a:cubicBezTo>
                  <a:pt x="363" y="124"/>
                  <a:pt x="363" y="124"/>
                  <a:pt x="362" y="124"/>
                </a:cubicBezTo>
                <a:cubicBezTo>
                  <a:pt x="359" y="126"/>
                  <a:pt x="354" y="125"/>
                  <a:pt x="352" y="128"/>
                </a:cubicBezTo>
                <a:cubicBezTo>
                  <a:pt x="351" y="128"/>
                  <a:pt x="351" y="129"/>
                  <a:pt x="351" y="129"/>
                </a:cubicBezTo>
                <a:cubicBezTo>
                  <a:pt x="350" y="130"/>
                  <a:pt x="349" y="130"/>
                  <a:pt x="348" y="130"/>
                </a:cubicBezTo>
                <a:cubicBezTo>
                  <a:pt x="348" y="130"/>
                  <a:pt x="348" y="131"/>
                  <a:pt x="348" y="131"/>
                </a:cubicBezTo>
                <a:cubicBezTo>
                  <a:pt x="347" y="131"/>
                  <a:pt x="346" y="131"/>
                  <a:pt x="344" y="132"/>
                </a:cubicBezTo>
                <a:cubicBezTo>
                  <a:pt x="345" y="132"/>
                  <a:pt x="345" y="133"/>
                  <a:pt x="345" y="133"/>
                </a:cubicBezTo>
                <a:cubicBezTo>
                  <a:pt x="344" y="134"/>
                  <a:pt x="344" y="134"/>
                  <a:pt x="343" y="134"/>
                </a:cubicBezTo>
                <a:cubicBezTo>
                  <a:pt x="342" y="135"/>
                  <a:pt x="341" y="135"/>
                  <a:pt x="340" y="135"/>
                </a:cubicBezTo>
                <a:cubicBezTo>
                  <a:pt x="339" y="135"/>
                  <a:pt x="338" y="134"/>
                  <a:pt x="339" y="133"/>
                </a:cubicBezTo>
                <a:cubicBezTo>
                  <a:pt x="339" y="132"/>
                  <a:pt x="341" y="132"/>
                  <a:pt x="341" y="131"/>
                </a:cubicBezTo>
                <a:cubicBezTo>
                  <a:pt x="339" y="130"/>
                  <a:pt x="337" y="129"/>
                  <a:pt x="336" y="129"/>
                </a:cubicBezTo>
                <a:cubicBezTo>
                  <a:pt x="336" y="129"/>
                  <a:pt x="335" y="128"/>
                  <a:pt x="334" y="127"/>
                </a:cubicBezTo>
                <a:cubicBezTo>
                  <a:pt x="333" y="127"/>
                  <a:pt x="331" y="127"/>
                  <a:pt x="330" y="127"/>
                </a:cubicBezTo>
                <a:cubicBezTo>
                  <a:pt x="330" y="128"/>
                  <a:pt x="331" y="129"/>
                  <a:pt x="332" y="129"/>
                </a:cubicBezTo>
                <a:cubicBezTo>
                  <a:pt x="334" y="130"/>
                  <a:pt x="335" y="130"/>
                  <a:pt x="337" y="131"/>
                </a:cubicBezTo>
                <a:cubicBezTo>
                  <a:pt x="336" y="131"/>
                  <a:pt x="335" y="132"/>
                  <a:pt x="334" y="133"/>
                </a:cubicBezTo>
                <a:cubicBezTo>
                  <a:pt x="333" y="133"/>
                  <a:pt x="331" y="132"/>
                  <a:pt x="332" y="130"/>
                </a:cubicBezTo>
                <a:cubicBezTo>
                  <a:pt x="330" y="130"/>
                  <a:pt x="328" y="130"/>
                  <a:pt x="326" y="130"/>
                </a:cubicBezTo>
                <a:cubicBezTo>
                  <a:pt x="326" y="130"/>
                  <a:pt x="325" y="130"/>
                  <a:pt x="325" y="130"/>
                </a:cubicBezTo>
                <a:cubicBezTo>
                  <a:pt x="325" y="130"/>
                  <a:pt x="325" y="130"/>
                  <a:pt x="324" y="131"/>
                </a:cubicBezTo>
                <a:cubicBezTo>
                  <a:pt x="324" y="131"/>
                  <a:pt x="323" y="130"/>
                  <a:pt x="323" y="130"/>
                </a:cubicBezTo>
                <a:cubicBezTo>
                  <a:pt x="323" y="129"/>
                  <a:pt x="323" y="129"/>
                  <a:pt x="322" y="128"/>
                </a:cubicBezTo>
                <a:cubicBezTo>
                  <a:pt x="322" y="126"/>
                  <a:pt x="320" y="125"/>
                  <a:pt x="318" y="125"/>
                </a:cubicBezTo>
                <a:cubicBezTo>
                  <a:pt x="318" y="125"/>
                  <a:pt x="318" y="125"/>
                  <a:pt x="318" y="125"/>
                </a:cubicBezTo>
                <a:cubicBezTo>
                  <a:pt x="317" y="126"/>
                  <a:pt x="317" y="126"/>
                  <a:pt x="317" y="126"/>
                </a:cubicBezTo>
                <a:cubicBezTo>
                  <a:pt x="317" y="127"/>
                  <a:pt x="316" y="127"/>
                  <a:pt x="315" y="126"/>
                </a:cubicBezTo>
                <a:cubicBezTo>
                  <a:pt x="315" y="126"/>
                  <a:pt x="316" y="125"/>
                  <a:pt x="316" y="125"/>
                </a:cubicBezTo>
                <a:cubicBezTo>
                  <a:pt x="315" y="125"/>
                  <a:pt x="314" y="124"/>
                  <a:pt x="313" y="125"/>
                </a:cubicBezTo>
                <a:cubicBezTo>
                  <a:pt x="312" y="125"/>
                  <a:pt x="311" y="126"/>
                  <a:pt x="311" y="127"/>
                </a:cubicBezTo>
                <a:cubicBezTo>
                  <a:pt x="312" y="127"/>
                  <a:pt x="313" y="128"/>
                  <a:pt x="313" y="129"/>
                </a:cubicBezTo>
                <a:cubicBezTo>
                  <a:pt x="312" y="130"/>
                  <a:pt x="311" y="131"/>
                  <a:pt x="310" y="132"/>
                </a:cubicBezTo>
                <a:cubicBezTo>
                  <a:pt x="309" y="134"/>
                  <a:pt x="308" y="135"/>
                  <a:pt x="306" y="134"/>
                </a:cubicBezTo>
                <a:cubicBezTo>
                  <a:pt x="308" y="133"/>
                  <a:pt x="309" y="132"/>
                  <a:pt x="310" y="131"/>
                </a:cubicBezTo>
                <a:cubicBezTo>
                  <a:pt x="309" y="131"/>
                  <a:pt x="308" y="131"/>
                  <a:pt x="307" y="131"/>
                </a:cubicBezTo>
                <a:cubicBezTo>
                  <a:pt x="306" y="131"/>
                  <a:pt x="305" y="132"/>
                  <a:pt x="305" y="132"/>
                </a:cubicBezTo>
                <a:cubicBezTo>
                  <a:pt x="303" y="133"/>
                  <a:pt x="303" y="136"/>
                  <a:pt x="305" y="137"/>
                </a:cubicBezTo>
                <a:cubicBezTo>
                  <a:pt x="303" y="138"/>
                  <a:pt x="300" y="138"/>
                  <a:pt x="298" y="137"/>
                </a:cubicBezTo>
                <a:cubicBezTo>
                  <a:pt x="296" y="137"/>
                  <a:pt x="294" y="136"/>
                  <a:pt x="292" y="136"/>
                </a:cubicBezTo>
                <a:cubicBezTo>
                  <a:pt x="291" y="136"/>
                  <a:pt x="290" y="136"/>
                  <a:pt x="289" y="136"/>
                </a:cubicBezTo>
                <a:cubicBezTo>
                  <a:pt x="288" y="136"/>
                  <a:pt x="288" y="137"/>
                  <a:pt x="288" y="137"/>
                </a:cubicBezTo>
                <a:cubicBezTo>
                  <a:pt x="285" y="140"/>
                  <a:pt x="282" y="142"/>
                  <a:pt x="279" y="145"/>
                </a:cubicBezTo>
                <a:cubicBezTo>
                  <a:pt x="282" y="143"/>
                  <a:pt x="287" y="142"/>
                  <a:pt x="288" y="138"/>
                </a:cubicBezTo>
                <a:cubicBezTo>
                  <a:pt x="288" y="138"/>
                  <a:pt x="289" y="137"/>
                  <a:pt x="289" y="137"/>
                </a:cubicBezTo>
                <a:cubicBezTo>
                  <a:pt x="289" y="137"/>
                  <a:pt x="290" y="137"/>
                  <a:pt x="290" y="137"/>
                </a:cubicBezTo>
                <a:cubicBezTo>
                  <a:pt x="291" y="137"/>
                  <a:pt x="291" y="137"/>
                  <a:pt x="292" y="137"/>
                </a:cubicBezTo>
                <a:cubicBezTo>
                  <a:pt x="292" y="137"/>
                  <a:pt x="292" y="137"/>
                  <a:pt x="292" y="137"/>
                </a:cubicBezTo>
                <a:cubicBezTo>
                  <a:pt x="292" y="137"/>
                  <a:pt x="292" y="137"/>
                  <a:pt x="292" y="138"/>
                </a:cubicBezTo>
                <a:cubicBezTo>
                  <a:pt x="292" y="138"/>
                  <a:pt x="292" y="139"/>
                  <a:pt x="292" y="139"/>
                </a:cubicBezTo>
                <a:cubicBezTo>
                  <a:pt x="293" y="140"/>
                  <a:pt x="295" y="139"/>
                  <a:pt x="296" y="140"/>
                </a:cubicBezTo>
                <a:cubicBezTo>
                  <a:pt x="296" y="140"/>
                  <a:pt x="296" y="140"/>
                  <a:pt x="296" y="140"/>
                </a:cubicBezTo>
                <a:cubicBezTo>
                  <a:pt x="296" y="140"/>
                  <a:pt x="296" y="140"/>
                  <a:pt x="297" y="140"/>
                </a:cubicBezTo>
                <a:cubicBezTo>
                  <a:pt x="297" y="140"/>
                  <a:pt x="297" y="141"/>
                  <a:pt x="298" y="141"/>
                </a:cubicBezTo>
                <a:cubicBezTo>
                  <a:pt x="298" y="141"/>
                  <a:pt x="299" y="140"/>
                  <a:pt x="299" y="140"/>
                </a:cubicBezTo>
                <a:cubicBezTo>
                  <a:pt x="300" y="140"/>
                  <a:pt x="300" y="140"/>
                  <a:pt x="300" y="140"/>
                </a:cubicBezTo>
                <a:cubicBezTo>
                  <a:pt x="301" y="140"/>
                  <a:pt x="302" y="139"/>
                  <a:pt x="303" y="139"/>
                </a:cubicBezTo>
                <a:cubicBezTo>
                  <a:pt x="302" y="140"/>
                  <a:pt x="302" y="140"/>
                  <a:pt x="303" y="141"/>
                </a:cubicBezTo>
                <a:cubicBezTo>
                  <a:pt x="303" y="141"/>
                  <a:pt x="304" y="141"/>
                  <a:pt x="305" y="140"/>
                </a:cubicBezTo>
                <a:cubicBezTo>
                  <a:pt x="305" y="140"/>
                  <a:pt x="305" y="139"/>
                  <a:pt x="305" y="139"/>
                </a:cubicBezTo>
                <a:cubicBezTo>
                  <a:pt x="306" y="138"/>
                  <a:pt x="307" y="136"/>
                  <a:pt x="308" y="136"/>
                </a:cubicBezTo>
                <a:cubicBezTo>
                  <a:pt x="309" y="135"/>
                  <a:pt x="309" y="135"/>
                  <a:pt x="309" y="135"/>
                </a:cubicBezTo>
                <a:cubicBezTo>
                  <a:pt x="309" y="135"/>
                  <a:pt x="309" y="135"/>
                  <a:pt x="309" y="136"/>
                </a:cubicBezTo>
                <a:cubicBezTo>
                  <a:pt x="310" y="136"/>
                  <a:pt x="310" y="136"/>
                  <a:pt x="311" y="136"/>
                </a:cubicBezTo>
                <a:cubicBezTo>
                  <a:pt x="312" y="136"/>
                  <a:pt x="312" y="136"/>
                  <a:pt x="313" y="136"/>
                </a:cubicBezTo>
                <a:cubicBezTo>
                  <a:pt x="313" y="136"/>
                  <a:pt x="313" y="136"/>
                  <a:pt x="313" y="136"/>
                </a:cubicBezTo>
                <a:cubicBezTo>
                  <a:pt x="313" y="135"/>
                  <a:pt x="313" y="135"/>
                  <a:pt x="313" y="135"/>
                </a:cubicBezTo>
                <a:cubicBezTo>
                  <a:pt x="312" y="135"/>
                  <a:pt x="312" y="135"/>
                  <a:pt x="312" y="135"/>
                </a:cubicBezTo>
                <a:cubicBezTo>
                  <a:pt x="311" y="135"/>
                  <a:pt x="311" y="135"/>
                  <a:pt x="311" y="134"/>
                </a:cubicBezTo>
                <a:cubicBezTo>
                  <a:pt x="311" y="134"/>
                  <a:pt x="312" y="134"/>
                  <a:pt x="312" y="134"/>
                </a:cubicBezTo>
                <a:cubicBezTo>
                  <a:pt x="312" y="133"/>
                  <a:pt x="312" y="133"/>
                  <a:pt x="312" y="133"/>
                </a:cubicBezTo>
                <a:cubicBezTo>
                  <a:pt x="314" y="131"/>
                  <a:pt x="315" y="130"/>
                  <a:pt x="317" y="129"/>
                </a:cubicBezTo>
                <a:cubicBezTo>
                  <a:pt x="318" y="129"/>
                  <a:pt x="320" y="128"/>
                  <a:pt x="321" y="128"/>
                </a:cubicBezTo>
                <a:cubicBezTo>
                  <a:pt x="321" y="128"/>
                  <a:pt x="321" y="129"/>
                  <a:pt x="321" y="129"/>
                </a:cubicBezTo>
                <a:cubicBezTo>
                  <a:pt x="321" y="129"/>
                  <a:pt x="322" y="129"/>
                  <a:pt x="322" y="129"/>
                </a:cubicBezTo>
                <a:cubicBezTo>
                  <a:pt x="322" y="130"/>
                  <a:pt x="322" y="131"/>
                  <a:pt x="322" y="132"/>
                </a:cubicBezTo>
                <a:cubicBezTo>
                  <a:pt x="323" y="131"/>
                  <a:pt x="323" y="133"/>
                  <a:pt x="324" y="133"/>
                </a:cubicBezTo>
                <a:cubicBezTo>
                  <a:pt x="325" y="134"/>
                  <a:pt x="325" y="133"/>
                  <a:pt x="326" y="133"/>
                </a:cubicBezTo>
                <a:cubicBezTo>
                  <a:pt x="327" y="133"/>
                  <a:pt x="329" y="133"/>
                  <a:pt x="330" y="133"/>
                </a:cubicBezTo>
                <a:cubicBezTo>
                  <a:pt x="331" y="133"/>
                  <a:pt x="332" y="133"/>
                  <a:pt x="332" y="133"/>
                </a:cubicBezTo>
                <a:cubicBezTo>
                  <a:pt x="332" y="133"/>
                  <a:pt x="332" y="133"/>
                  <a:pt x="331" y="134"/>
                </a:cubicBezTo>
                <a:cubicBezTo>
                  <a:pt x="331" y="134"/>
                  <a:pt x="332" y="135"/>
                  <a:pt x="332" y="135"/>
                </a:cubicBezTo>
                <a:cubicBezTo>
                  <a:pt x="333" y="135"/>
                  <a:pt x="333" y="134"/>
                  <a:pt x="333" y="135"/>
                </a:cubicBezTo>
                <a:cubicBezTo>
                  <a:pt x="333" y="135"/>
                  <a:pt x="333" y="135"/>
                  <a:pt x="333" y="135"/>
                </a:cubicBezTo>
                <a:cubicBezTo>
                  <a:pt x="332" y="137"/>
                  <a:pt x="332" y="138"/>
                  <a:pt x="331" y="139"/>
                </a:cubicBezTo>
                <a:cubicBezTo>
                  <a:pt x="331" y="141"/>
                  <a:pt x="330" y="142"/>
                  <a:pt x="330" y="144"/>
                </a:cubicBezTo>
                <a:cubicBezTo>
                  <a:pt x="329" y="146"/>
                  <a:pt x="329" y="149"/>
                  <a:pt x="328" y="151"/>
                </a:cubicBezTo>
                <a:cubicBezTo>
                  <a:pt x="327" y="155"/>
                  <a:pt x="326" y="159"/>
                  <a:pt x="323" y="162"/>
                </a:cubicBezTo>
                <a:cubicBezTo>
                  <a:pt x="323" y="163"/>
                  <a:pt x="322" y="164"/>
                  <a:pt x="322" y="164"/>
                </a:cubicBezTo>
                <a:cubicBezTo>
                  <a:pt x="324" y="162"/>
                  <a:pt x="327" y="158"/>
                  <a:pt x="328" y="155"/>
                </a:cubicBezTo>
                <a:cubicBezTo>
                  <a:pt x="329" y="153"/>
                  <a:pt x="330" y="151"/>
                  <a:pt x="331" y="149"/>
                </a:cubicBezTo>
                <a:cubicBezTo>
                  <a:pt x="332" y="146"/>
                  <a:pt x="334" y="142"/>
                  <a:pt x="334" y="139"/>
                </a:cubicBezTo>
                <a:cubicBezTo>
                  <a:pt x="334" y="138"/>
                  <a:pt x="335" y="137"/>
                  <a:pt x="335" y="137"/>
                </a:cubicBezTo>
                <a:cubicBezTo>
                  <a:pt x="336" y="137"/>
                  <a:pt x="337" y="137"/>
                  <a:pt x="337" y="137"/>
                </a:cubicBezTo>
                <a:cubicBezTo>
                  <a:pt x="339" y="137"/>
                  <a:pt x="340" y="137"/>
                  <a:pt x="341" y="137"/>
                </a:cubicBezTo>
                <a:cubicBezTo>
                  <a:pt x="342" y="137"/>
                  <a:pt x="342" y="137"/>
                  <a:pt x="342" y="137"/>
                </a:cubicBezTo>
                <a:cubicBezTo>
                  <a:pt x="343" y="137"/>
                  <a:pt x="344" y="136"/>
                  <a:pt x="344" y="136"/>
                </a:cubicBezTo>
                <a:cubicBezTo>
                  <a:pt x="344" y="137"/>
                  <a:pt x="344" y="138"/>
                  <a:pt x="345" y="138"/>
                </a:cubicBezTo>
                <a:cubicBezTo>
                  <a:pt x="345" y="137"/>
                  <a:pt x="347" y="135"/>
                  <a:pt x="349" y="136"/>
                </a:cubicBezTo>
                <a:cubicBezTo>
                  <a:pt x="349" y="137"/>
                  <a:pt x="348" y="138"/>
                  <a:pt x="348" y="139"/>
                </a:cubicBezTo>
                <a:cubicBezTo>
                  <a:pt x="349" y="139"/>
                  <a:pt x="349" y="138"/>
                  <a:pt x="350" y="138"/>
                </a:cubicBezTo>
                <a:cubicBezTo>
                  <a:pt x="350" y="137"/>
                  <a:pt x="350" y="137"/>
                  <a:pt x="350" y="137"/>
                </a:cubicBezTo>
                <a:cubicBezTo>
                  <a:pt x="350" y="137"/>
                  <a:pt x="350" y="136"/>
                  <a:pt x="350" y="136"/>
                </a:cubicBezTo>
                <a:cubicBezTo>
                  <a:pt x="349" y="136"/>
                  <a:pt x="349" y="135"/>
                  <a:pt x="350" y="135"/>
                </a:cubicBezTo>
                <a:cubicBezTo>
                  <a:pt x="350" y="134"/>
                  <a:pt x="351" y="134"/>
                  <a:pt x="351" y="134"/>
                </a:cubicBezTo>
                <a:cubicBezTo>
                  <a:pt x="352" y="133"/>
                  <a:pt x="353" y="133"/>
                  <a:pt x="355" y="132"/>
                </a:cubicBezTo>
                <a:cubicBezTo>
                  <a:pt x="355" y="132"/>
                  <a:pt x="356" y="131"/>
                  <a:pt x="356" y="131"/>
                </a:cubicBezTo>
                <a:cubicBezTo>
                  <a:pt x="356" y="130"/>
                  <a:pt x="357" y="130"/>
                  <a:pt x="356" y="129"/>
                </a:cubicBezTo>
                <a:cubicBezTo>
                  <a:pt x="355" y="130"/>
                  <a:pt x="354" y="130"/>
                  <a:pt x="353" y="130"/>
                </a:cubicBezTo>
                <a:cubicBezTo>
                  <a:pt x="354" y="128"/>
                  <a:pt x="356" y="127"/>
                  <a:pt x="359" y="127"/>
                </a:cubicBezTo>
                <a:cubicBezTo>
                  <a:pt x="361" y="126"/>
                  <a:pt x="364" y="126"/>
                  <a:pt x="366" y="125"/>
                </a:cubicBezTo>
                <a:cubicBezTo>
                  <a:pt x="367" y="125"/>
                  <a:pt x="368" y="125"/>
                  <a:pt x="368" y="124"/>
                </a:cubicBezTo>
                <a:cubicBezTo>
                  <a:pt x="369" y="124"/>
                  <a:pt x="370" y="123"/>
                  <a:pt x="371" y="123"/>
                </a:cubicBezTo>
                <a:cubicBezTo>
                  <a:pt x="372" y="122"/>
                  <a:pt x="374" y="122"/>
                  <a:pt x="375" y="121"/>
                </a:cubicBezTo>
                <a:cubicBezTo>
                  <a:pt x="376" y="121"/>
                  <a:pt x="377" y="121"/>
                  <a:pt x="377" y="121"/>
                </a:cubicBezTo>
                <a:cubicBezTo>
                  <a:pt x="378" y="121"/>
                  <a:pt x="378" y="121"/>
                  <a:pt x="378" y="121"/>
                </a:cubicBezTo>
                <a:cubicBezTo>
                  <a:pt x="379" y="121"/>
                  <a:pt x="380" y="121"/>
                  <a:pt x="381" y="121"/>
                </a:cubicBezTo>
                <a:cubicBezTo>
                  <a:pt x="381" y="121"/>
                  <a:pt x="382" y="121"/>
                  <a:pt x="382" y="122"/>
                </a:cubicBezTo>
                <a:cubicBezTo>
                  <a:pt x="382" y="122"/>
                  <a:pt x="382" y="122"/>
                  <a:pt x="381" y="122"/>
                </a:cubicBezTo>
                <a:cubicBezTo>
                  <a:pt x="381" y="123"/>
                  <a:pt x="381" y="123"/>
                  <a:pt x="381" y="124"/>
                </a:cubicBezTo>
                <a:cubicBezTo>
                  <a:pt x="381" y="124"/>
                  <a:pt x="381" y="125"/>
                  <a:pt x="381" y="126"/>
                </a:cubicBezTo>
                <a:cubicBezTo>
                  <a:pt x="381" y="126"/>
                  <a:pt x="381" y="127"/>
                  <a:pt x="381" y="128"/>
                </a:cubicBezTo>
                <a:cubicBezTo>
                  <a:pt x="381" y="128"/>
                  <a:pt x="381" y="129"/>
                  <a:pt x="381" y="129"/>
                </a:cubicBezTo>
                <a:cubicBezTo>
                  <a:pt x="381" y="129"/>
                  <a:pt x="381" y="130"/>
                  <a:pt x="381" y="130"/>
                </a:cubicBezTo>
                <a:cubicBezTo>
                  <a:pt x="383" y="132"/>
                  <a:pt x="383" y="134"/>
                  <a:pt x="384" y="135"/>
                </a:cubicBezTo>
                <a:cubicBezTo>
                  <a:pt x="384" y="136"/>
                  <a:pt x="385" y="136"/>
                  <a:pt x="385" y="137"/>
                </a:cubicBezTo>
                <a:cubicBezTo>
                  <a:pt x="386" y="138"/>
                  <a:pt x="385" y="141"/>
                  <a:pt x="385" y="142"/>
                </a:cubicBezTo>
                <a:cubicBezTo>
                  <a:pt x="385" y="143"/>
                  <a:pt x="385" y="143"/>
                  <a:pt x="386" y="144"/>
                </a:cubicBezTo>
                <a:cubicBezTo>
                  <a:pt x="386" y="144"/>
                  <a:pt x="386" y="144"/>
                  <a:pt x="387" y="144"/>
                </a:cubicBezTo>
                <a:cubicBezTo>
                  <a:pt x="387" y="144"/>
                  <a:pt x="388" y="145"/>
                  <a:pt x="388" y="145"/>
                </a:cubicBezTo>
                <a:cubicBezTo>
                  <a:pt x="389" y="144"/>
                  <a:pt x="388" y="143"/>
                  <a:pt x="387" y="142"/>
                </a:cubicBezTo>
                <a:cubicBezTo>
                  <a:pt x="387" y="142"/>
                  <a:pt x="387" y="142"/>
                  <a:pt x="386" y="142"/>
                </a:cubicBezTo>
                <a:cubicBezTo>
                  <a:pt x="386" y="141"/>
                  <a:pt x="386" y="141"/>
                  <a:pt x="386" y="141"/>
                </a:cubicBezTo>
                <a:cubicBezTo>
                  <a:pt x="386" y="140"/>
                  <a:pt x="386" y="140"/>
                  <a:pt x="386" y="139"/>
                </a:cubicBezTo>
                <a:cubicBezTo>
                  <a:pt x="387" y="138"/>
                  <a:pt x="386" y="136"/>
                  <a:pt x="385" y="135"/>
                </a:cubicBezTo>
                <a:cubicBezTo>
                  <a:pt x="385" y="134"/>
                  <a:pt x="385" y="134"/>
                  <a:pt x="385" y="134"/>
                </a:cubicBezTo>
                <a:cubicBezTo>
                  <a:pt x="384" y="134"/>
                  <a:pt x="384" y="133"/>
                  <a:pt x="384" y="133"/>
                </a:cubicBezTo>
                <a:cubicBezTo>
                  <a:pt x="384" y="132"/>
                  <a:pt x="384" y="132"/>
                  <a:pt x="384" y="132"/>
                </a:cubicBezTo>
                <a:cubicBezTo>
                  <a:pt x="383" y="130"/>
                  <a:pt x="383" y="129"/>
                  <a:pt x="382" y="127"/>
                </a:cubicBezTo>
                <a:cubicBezTo>
                  <a:pt x="382" y="126"/>
                  <a:pt x="382" y="123"/>
                  <a:pt x="383" y="122"/>
                </a:cubicBezTo>
                <a:cubicBezTo>
                  <a:pt x="383" y="122"/>
                  <a:pt x="384" y="122"/>
                  <a:pt x="384" y="122"/>
                </a:cubicBezTo>
                <a:cubicBezTo>
                  <a:pt x="384" y="121"/>
                  <a:pt x="384" y="120"/>
                  <a:pt x="384" y="120"/>
                </a:cubicBezTo>
                <a:cubicBezTo>
                  <a:pt x="385" y="119"/>
                  <a:pt x="386" y="120"/>
                  <a:pt x="386" y="120"/>
                </a:cubicBezTo>
                <a:cubicBezTo>
                  <a:pt x="388" y="121"/>
                  <a:pt x="389" y="120"/>
                  <a:pt x="390" y="120"/>
                </a:cubicBezTo>
                <a:cubicBezTo>
                  <a:pt x="392" y="119"/>
                  <a:pt x="394" y="118"/>
                  <a:pt x="395" y="117"/>
                </a:cubicBezTo>
                <a:cubicBezTo>
                  <a:pt x="395" y="116"/>
                  <a:pt x="396" y="115"/>
                  <a:pt x="397" y="115"/>
                </a:cubicBezTo>
                <a:cubicBezTo>
                  <a:pt x="397" y="115"/>
                  <a:pt x="398" y="115"/>
                  <a:pt x="398" y="114"/>
                </a:cubicBezTo>
                <a:cubicBezTo>
                  <a:pt x="398" y="114"/>
                  <a:pt x="398" y="114"/>
                  <a:pt x="398" y="114"/>
                </a:cubicBezTo>
                <a:cubicBezTo>
                  <a:pt x="398" y="113"/>
                  <a:pt x="399" y="112"/>
                  <a:pt x="399" y="111"/>
                </a:cubicBezTo>
                <a:cubicBezTo>
                  <a:pt x="399" y="112"/>
                  <a:pt x="400" y="113"/>
                  <a:pt x="401" y="113"/>
                </a:cubicBezTo>
                <a:cubicBezTo>
                  <a:pt x="401" y="113"/>
                  <a:pt x="402" y="112"/>
                  <a:pt x="403" y="112"/>
                </a:cubicBezTo>
                <a:cubicBezTo>
                  <a:pt x="403" y="112"/>
                  <a:pt x="402" y="111"/>
                  <a:pt x="402" y="111"/>
                </a:cubicBezTo>
                <a:cubicBezTo>
                  <a:pt x="402" y="111"/>
                  <a:pt x="402" y="112"/>
                  <a:pt x="401" y="112"/>
                </a:cubicBezTo>
                <a:cubicBezTo>
                  <a:pt x="401" y="112"/>
                  <a:pt x="401" y="111"/>
                  <a:pt x="401" y="111"/>
                </a:cubicBezTo>
                <a:cubicBezTo>
                  <a:pt x="401" y="111"/>
                  <a:pt x="401" y="111"/>
                  <a:pt x="401" y="111"/>
                </a:cubicBezTo>
                <a:cubicBezTo>
                  <a:pt x="402" y="110"/>
                  <a:pt x="403" y="109"/>
                  <a:pt x="404" y="109"/>
                </a:cubicBezTo>
                <a:cubicBezTo>
                  <a:pt x="404" y="109"/>
                  <a:pt x="405" y="108"/>
                  <a:pt x="405" y="108"/>
                </a:cubicBezTo>
                <a:cubicBezTo>
                  <a:pt x="405" y="108"/>
                  <a:pt x="405" y="107"/>
                  <a:pt x="404" y="107"/>
                </a:cubicBezTo>
                <a:cubicBezTo>
                  <a:pt x="403" y="107"/>
                  <a:pt x="403" y="107"/>
                  <a:pt x="403" y="106"/>
                </a:cubicBezTo>
                <a:cubicBezTo>
                  <a:pt x="402" y="106"/>
                  <a:pt x="403" y="106"/>
                  <a:pt x="403" y="106"/>
                </a:cubicBezTo>
                <a:cubicBezTo>
                  <a:pt x="403" y="104"/>
                  <a:pt x="404" y="102"/>
                  <a:pt x="405" y="101"/>
                </a:cubicBezTo>
                <a:cubicBezTo>
                  <a:pt x="406" y="101"/>
                  <a:pt x="406" y="100"/>
                  <a:pt x="406" y="100"/>
                </a:cubicBezTo>
                <a:cubicBezTo>
                  <a:pt x="407" y="100"/>
                  <a:pt x="407" y="101"/>
                  <a:pt x="407" y="102"/>
                </a:cubicBezTo>
                <a:cubicBezTo>
                  <a:pt x="406" y="102"/>
                  <a:pt x="406" y="102"/>
                  <a:pt x="406" y="103"/>
                </a:cubicBezTo>
                <a:cubicBezTo>
                  <a:pt x="405" y="103"/>
                  <a:pt x="406" y="104"/>
                  <a:pt x="406" y="104"/>
                </a:cubicBezTo>
                <a:cubicBezTo>
                  <a:pt x="406" y="106"/>
                  <a:pt x="406" y="108"/>
                  <a:pt x="407" y="111"/>
                </a:cubicBezTo>
                <a:cubicBezTo>
                  <a:pt x="407" y="108"/>
                  <a:pt x="407" y="106"/>
                  <a:pt x="408" y="104"/>
                </a:cubicBezTo>
                <a:cubicBezTo>
                  <a:pt x="408" y="103"/>
                  <a:pt x="409" y="102"/>
                  <a:pt x="409" y="100"/>
                </a:cubicBezTo>
                <a:cubicBezTo>
                  <a:pt x="409" y="99"/>
                  <a:pt x="409" y="98"/>
                  <a:pt x="410" y="98"/>
                </a:cubicBezTo>
                <a:cubicBezTo>
                  <a:pt x="410" y="97"/>
                  <a:pt x="411" y="97"/>
                  <a:pt x="411" y="97"/>
                </a:cubicBezTo>
                <a:cubicBezTo>
                  <a:pt x="412" y="97"/>
                  <a:pt x="412" y="96"/>
                  <a:pt x="413" y="95"/>
                </a:cubicBezTo>
                <a:cubicBezTo>
                  <a:pt x="414" y="94"/>
                  <a:pt x="415" y="95"/>
                  <a:pt x="416" y="95"/>
                </a:cubicBezTo>
                <a:cubicBezTo>
                  <a:pt x="419" y="96"/>
                  <a:pt x="422" y="96"/>
                  <a:pt x="426" y="97"/>
                </a:cubicBezTo>
                <a:cubicBezTo>
                  <a:pt x="426" y="98"/>
                  <a:pt x="427" y="98"/>
                  <a:pt x="428" y="98"/>
                </a:cubicBezTo>
                <a:cubicBezTo>
                  <a:pt x="431" y="96"/>
                  <a:pt x="435" y="96"/>
                  <a:pt x="438" y="96"/>
                </a:cubicBezTo>
                <a:cubicBezTo>
                  <a:pt x="438" y="96"/>
                  <a:pt x="439" y="97"/>
                  <a:pt x="439" y="97"/>
                </a:cubicBezTo>
                <a:cubicBezTo>
                  <a:pt x="439" y="97"/>
                  <a:pt x="439" y="97"/>
                  <a:pt x="440" y="97"/>
                </a:cubicBezTo>
                <a:cubicBezTo>
                  <a:pt x="440" y="97"/>
                  <a:pt x="441" y="97"/>
                  <a:pt x="441" y="97"/>
                </a:cubicBezTo>
                <a:cubicBezTo>
                  <a:pt x="444" y="97"/>
                  <a:pt x="447" y="97"/>
                  <a:pt x="449" y="98"/>
                </a:cubicBezTo>
                <a:cubicBezTo>
                  <a:pt x="450" y="100"/>
                  <a:pt x="448" y="101"/>
                  <a:pt x="447" y="103"/>
                </a:cubicBezTo>
                <a:cubicBezTo>
                  <a:pt x="447" y="105"/>
                  <a:pt x="448" y="106"/>
                  <a:pt x="447" y="107"/>
                </a:cubicBezTo>
                <a:cubicBezTo>
                  <a:pt x="447" y="110"/>
                  <a:pt x="445" y="111"/>
                  <a:pt x="444" y="113"/>
                </a:cubicBezTo>
                <a:cubicBezTo>
                  <a:pt x="443" y="115"/>
                  <a:pt x="443" y="118"/>
                  <a:pt x="441" y="119"/>
                </a:cubicBezTo>
                <a:cubicBezTo>
                  <a:pt x="440" y="119"/>
                  <a:pt x="439" y="120"/>
                  <a:pt x="439" y="120"/>
                </a:cubicBezTo>
                <a:cubicBezTo>
                  <a:pt x="437" y="121"/>
                  <a:pt x="435" y="121"/>
                  <a:pt x="433" y="122"/>
                </a:cubicBezTo>
                <a:cubicBezTo>
                  <a:pt x="432" y="122"/>
                  <a:pt x="432" y="122"/>
                  <a:pt x="431" y="122"/>
                </a:cubicBezTo>
                <a:cubicBezTo>
                  <a:pt x="430" y="121"/>
                  <a:pt x="430" y="120"/>
                  <a:pt x="430" y="120"/>
                </a:cubicBezTo>
                <a:cubicBezTo>
                  <a:pt x="430" y="120"/>
                  <a:pt x="430" y="121"/>
                  <a:pt x="430" y="122"/>
                </a:cubicBezTo>
                <a:cubicBezTo>
                  <a:pt x="430" y="122"/>
                  <a:pt x="430" y="123"/>
                  <a:pt x="430" y="123"/>
                </a:cubicBezTo>
                <a:cubicBezTo>
                  <a:pt x="430" y="124"/>
                  <a:pt x="428" y="123"/>
                  <a:pt x="428" y="124"/>
                </a:cubicBezTo>
                <a:cubicBezTo>
                  <a:pt x="427" y="124"/>
                  <a:pt x="427" y="124"/>
                  <a:pt x="426" y="125"/>
                </a:cubicBezTo>
                <a:cubicBezTo>
                  <a:pt x="425" y="125"/>
                  <a:pt x="424" y="125"/>
                  <a:pt x="423" y="125"/>
                </a:cubicBezTo>
                <a:cubicBezTo>
                  <a:pt x="421" y="124"/>
                  <a:pt x="419" y="124"/>
                  <a:pt x="418" y="125"/>
                </a:cubicBezTo>
                <a:cubicBezTo>
                  <a:pt x="416" y="125"/>
                  <a:pt x="413" y="126"/>
                  <a:pt x="411" y="126"/>
                </a:cubicBezTo>
                <a:cubicBezTo>
                  <a:pt x="411" y="125"/>
                  <a:pt x="410" y="125"/>
                  <a:pt x="410" y="125"/>
                </a:cubicBezTo>
                <a:cubicBezTo>
                  <a:pt x="409" y="125"/>
                  <a:pt x="409" y="125"/>
                  <a:pt x="408" y="125"/>
                </a:cubicBezTo>
                <a:cubicBezTo>
                  <a:pt x="407" y="126"/>
                  <a:pt x="406" y="126"/>
                  <a:pt x="405" y="127"/>
                </a:cubicBezTo>
                <a:cubicBezTo>
                  <a:pt x="406" y="127"/>
                  <a:pt x="407" y="127"/>
                  <a:pt x="408" y="127"/>
                </a:cubicBezTo>
                <a:cubicBezTo>
                  <a:pt x="409" y="127"/>
                  <a:pt x="410" y="126"/>
                  <a:pt x="410" y="126"/>
                </a:cubicBezTo>
                <a:cubicBezTo>
                  <a:pt x="411" y="126"/>
                  <a:pt x="412" y="127"/>
                  <a:pt x="412" y="127"/>
                </a:cubicBezTo>
                <a:cubicBezTo>
                  <a:pt x="413" y="128"/>
                  <a:pt x="414" y="127"/>
                  <a:pt x="415" y="127"/>
                </a:cubicBezTo>
                <a:cubicBezTo>
                  <a:pt x="416" y="127"/>
                  <a:pt x="417" y="126"/>
                  <a:pt x="418" y="126"/>
                </a:cubicBezTo>
                <a:cubicBezTo>
                  <a:pt x="420" y="126"/>
                  <a:pt x="421" y="125"/>
                  <a:pt x="422" y="126"/>
                </a:cubicBezTo>
                <a:cubicBezTo>
                  <a:pt x="423" y="126"/>
                  <a:pt x="423" y="126"/>
                  <a:pt x="424" y="127"/>
                </a:cubicBezTo>
                <a:cubicBezTo>
                  <a:pt x="425" y="127"/>
                  <a:pt x="426" y="127"/>
                  <a:pt x="427" y="126"/>
                </a:cubicBezTo>
                <a:cubicBezTo>
                  <a:pt x="427" y="126"/>
                  <a:pt x="428" y="125"/>
                  <a:pt x="429" y="124"/>
                </a:cubicBezTo>
                <a:cubicBezTo>
                  <a:pt x="429" y="125"/>
                  <a:pt x="429" y="125"/>
                  <a:pt x="430" y="125"/>
                </a:cubicBezTo>
                <a:cubicBezTo>
                  <a:pt x="430" y="125"/>
                  <a:pt x="431" y="124"/>
                  <a:pt x="431" y="124"/>
                </a:cubicBezTo>
                <a:cubicBezTo>
                  <a:pt x="432" y="124"/>
                  <a:pt x="433" y="124"/>
                  <a:pt x="433" y="124"/>
                </a:cubicBezTo>
                <a:cubicBezTo>
                  <a:pt x="432" y="127"/>
                  <a:pt x="431" y="131"/>
                  <a:pt x="431" y="134"/>
                </a:cubicBezTo>
                <a:cubicBezTo>
                  <a:pt x="430" y="135"/>
                  <a:pt x="430" y="135"/>
                  <a:pt x="430" y="136"/>
                </a:cubicBezTo>
                <a:cubicBezTo>
                  <a:pt x="429" y="137"/>
                  <a:pt x="428" y="138"/>
                  <a:pt x="427" y="139"/>
                </a:cubicBezTo>
                <a:cubicBezTo>
                  <a:pt x="426" y="140"/>
                  <a:pt x="425" y="141"/>
                  <a:pt x="425" y="143"/>
                </a:cubicBezTo>
                <a:cubicBezTo>
                  <a:pt x="426" y="144"/>
                  <a:pt x="426" y="144"/>
                  <a:pt x="426" y="145"/>
                </a:cubicBezTo>
                <a:cubicBezTo>
                  <a:pt x="426" y="146"/>
                  <a:pt x="426" y="148"/>
                  <a:pt x="426" y="150"/>
                </a:cubicBezTo>
                <a:cubicBezTo>
                  <a:pt x="426" y="150"/>
                  <a:pt x="426" y="151"/>
                  <a:pt x="427" y="151"/>
                </a:cubicBezTo>
                <a:cubicBezTo>
                  <a:pt x="427" y="149"/>
                  <a:pt x="427" y="147"/>
                  <a:pt x="427" y="144"/>
                </a:cubicBezTo>
                <a:cubicBezTo>
                  <a:pt x="427" y="143"/>
                  <a:pt x="427" y="141"/>
                  <a:pt x="427" y="140"/>
                </a:cubicBezTo>
                <a:cubicBezTo>
                  <a:pt x="428" y="139"/>
                  <a:pt x="429" y="139"/>
                  <a:pt x="430" y="138"/>
                </a:cubicBezTo>
                <a:cubicBezTo>
                  <a:pt x="430" y="138"/>
                  <a:pt x="430" y="138"/>
                  <a:pt x="431" y="137"/>
                </a:cubicBezTo>
                <a:cubicBezTo>
                  <a:pt x="431" y="137"/>
                  <a:pt x="431" y="136"/>
                  <a:pt x="431" y="136"/>
                </a:cubicBezTo>
                <a:cubicBezTo>
                  <a:pt x="433" y="131"/>
                  <a:pt x="435" y="126"/>
                  <a:pt x="438" y="122"/>
                </a:cubicBezTo>
                <a:cubicBezTo>
                  <a:pt x="439" y="122"/>
                  <a:pt x="439" y="121"/>
                  <a:pt x="440" y="121"/>
                </a:cubicBezTo>
                <a:cubicBezTo>
                  <a:pt x="440" y="121"/>
                  <a:pt x="440" y="121"/>
                  <a:pt x="440" y="122"/>
                </a:cubicBezTo>
                <a:cubicBezTo>
                  <a:pt x="440" y="122"/>
                  <a:pt x="440" y="122"/>
                  <a:pt x="440" y="122"/>
                </a:cubicBezTo>
                <a:cubicBezTo>
                  <a:pt x="440" y="123"/>
                  <a:pt x="439" y="124"/>
                  <a:pt x="438" y="124"/>
                </a:cubicBezTo>
                <a:cubicBezTo>
                  <a:pt x="438" y="125"/>
                  <a:pt x="438" y="125"/>
                  <a:pt x="438" y="125"/>
                </a:cubicBezTo>
                <a:cubicBezTo>
                  <a:pt x="438" y="125"/>
                  <a:pt x="437" y="126"/>
                  <a:pt x="438" y="126"/>
                </a:cubicBezTo>
                <a:cubicBezTo>
                  <a:pt x="440" y="124"/>
                  <a:pt x="441" y="123"/>
                  <a:pt x="443" y="120"/>
                </a:cubicBezTo>
                <a:cubicBezTo>
                  <a:pt x="443" y="120"/>
                  <a:pt x="443" y="120"/>
                  <a:pt x="443" y="120"/>
                </a:cubicBezTo>
                <a:cubicBezTo>
                  <a:pt x="443" y="119"/>
                  <a:pt x="443" y="119"/>
                  <a:pt x="443" y="119"/>
                </a:cubicBezTo>
                <a:cubicBezTo>
                  <a:pt x="443" y="118"/>
                  <a:pt x="444" y="118"/>
                  <a:pt x="445" y="118"/>
                </a:cubicBezTo>
                <a:cubicBezTo>
                  <a:pt x="445" y="118"/>
                  <a:pt x="445" y="119"/>
                  <a:pt x="445" y="119"/>
                </a:cubicBezTo>
                <a:cubicBezTo>
                  <a:pt x="445" y="119"/>
                  <a:pt x="445" y="119"/>
                  <a:pt x="445" y="118"/>
                </a:cubicBezTo>
                <a:cubicBezTo>
                  <a:pt x="445" y="118"/>
                  <a:pt x="446" y="118"/>
                  <a:pt x="446" y="117"/>
                </a:cubicBezTo>
                <a:cubicBezTo>
                  <a:pt x="446" y="117"/>
                  <a:pt x="447" y="118"/>
                  <a:pt x="447" y="118"/>
                </a:cubicBezTo>
                <a:cubicBezTo>
                  <a:pt x="447" y="118"/>
                  <a:pt x="447" y="118"/>
                  <a:pt x="447" y="119"/>
                </a:cubicBezTo>
                <a:cubicBezTo>
                  <a:pt x="447" y="119"/>
                  <a:pt x="448" y="120"/>
                  <a:pt x="448" y="119"/>
                </a:cubicBezTo>
                <a:cubicBezTo>
                  <a:pt x="448" y="119"/>
                  <a:pt x="448" y="118"/>
                  <a:pt x="447" y="118"/>
                </a:cubicBezTo>
                <a:cubicBezTo>
                  <a:pt x="447" y="117"/>
                  <a:pt x="447" y="117"/>
                  <a:pt x="448" y="116"/>
                </a:cubicBezTo>
                <a:cubicBezTo>
                  <a:pt x="448" y="116"/>
                  <a:pt x="448" y="116"/>
                  <a:pt x="448" y="116"/>
                </a:cubicBezTo>
                <a:cubicBezTo>
                  <a:pt x="448" y="116"/>
                  <a:pt x="448" y="116"/>
                  <a:pt x="448" y="115"/>
                </a:cubicBezTo>
                <a:cubicBezTo>
                  <a:pt x="448" y="114"/>
                  <a:pt x="448" y="113"/>
                  <a:pt x="448" y="112"/>
                </a:cubicBezTo>
                <a:cubicBezTo>
                  <a:pt x="449" y="112"/>
                  <a:pt x="449" y="112"/>
                  <a:pt x="450" y="112"/>
                </a:cubicBezTo>
                <a:cubicBezTo>
                  <a:pt x="450" y="112"/>
                  <a:pt x="451" y="112"/>
                  <a:pt x="451" y="111"/>
                </a:cubicBezTo>
                <a:cubicBezTo>
                  <a:pt x="451" y="111"/>
                  <a:pt x="451" y="110"/>
                  <a:pt x="451" y="110"/>
                </a:cubicBezTo>
                <a:cubicBezTo>
                  <a:pt x="451" y="110"/>
                  <a:pt x="451" y="109"/>
                  <a:pt x="451" y="109"/>
                </a:cubicBezTo>
                <a:cubicBezTo>
                  <a:pt x="451" y="109"/>
                  <a:pt x="452" y="108"/>
                  <a:pt x="452" y="108"/>
                </a:cubicBezTo>
                <a:cubicBezTo>
                  <a:pt x="452" y="108"/>
                  <a:pt x="452" y="108"/>
                  <a:pt x="452" y="108"/>
                </a:cubicBezTo>
                <a:cubicBezTo>
                  <a:pt x="452" y="108"/>
                  <a:pt x="453" y="108"/>
                  <a:pt x="453" y="108"/>
                </a:cubicBezTo>
                <a:cubicBezTo>
                  <a:pt x="453" y="109"/>
                  <a:pt x="452" y="109"/>
                  <a:pt x="453" y="109"/>
                </a:cubicBezTo>
                <a:cubicBezTo>
                  <a:pt x="453" y="110"/>
                  <a:pt x="453" y="110"/>
                  <a:pt x="454" y="110"/>
                </a:cubicBezTo>
                <a:cubicBezTo>
                  <a:pt x="454" y="109"/>
                  <a:pt x="454" y="108"/>
                  <a:pt x="454" y="107"/>
                </a:cubicBezTo>
                <a:cubicBezTo>
                  <a:pt x="454" y="107"/>
                  <a:pt x="454" y="107"/>
                  <a:pt x="454" y="106"/>
                </a:cubicBezTo>
                <a:cubicBezTo>
                  <a:pt x="454" y="106"/>
                  <a:pt x="454" y="106"/>
                  <a:pt x="454" y="106"/>
                </a:cubicBezTo>
                <a:cubicBezTo>
                  <a:pt x="454" y="106"/>
                  <a:pt x="454" y="106"/>
                  <a:pt x="454" y="106"/>
                </a:cubicBezTo>
                <a:cubicBezTo>
                  <a:pt x="455" y="105"/>
                  <a:pt x="455" y="105"/>
                  <a:pt x="455" y="105"/>
                </a:cubicBezTo>
                <a:cubicBezTo>
                  <a:pt x="456" y="105"/>
                  <a:pt x="456" y="105"/>
                  <a:pt x="457" y="104"/>
                </a:cubicBezTo>
                <a:cubicBezTo>
                  <a:pt x="457" y="104"/>
                  <a:pt x="458" y="104"/>
                  <a:pt x="458" y="104"/>
                </a:cubicBezTo>
                <a:cubicBezTo>
                  <a:pt x="458" y="104"/>
                  <a:pt x="458" y="104"/>
                  <a:pt x="459" y="105"/>
                </a:cubicBezTo>
                <a:cubicBezTo>
                  <a:pt x="459" y="105"/>
                  <a:pt x="459" y="105"/>
                  <a:pt x="459" y="105"/>
                </a:cubicBezTo>
                <a:cubicBezTo>
                  <a:pt x="459" y="104"/>
                  <a:pt x="459" y="104"/>
                  <a:pt x="459" y="104"/>
                </a:cubicBezTo>
                <a:cubicBezTo>
                  <a:pt x="460" y="104"/>
                  <a:pt x="460" y="104"/>
                  <a:pt x="460" y="104"/>
                </a:cubicBezTo>
                <a:cubicBezTo>
                  <a:pt x="460" y="104"/>
                  <a:pt x="460" y="104"/>
                  <a:pt x="461" y="104"/>
                </a:cubicBezTo>
                <a:cubicBezTo>
                  <a:pt x="461" y="104"/>
                  <a:pt x="461" y="104"/>
                  <a:pt x="461" y="104"/>
                </a:cubicBezTo>
                <a:cubicBezTo>
                  <a:pt x="461" y="104"/>
                  <a:pt x="461" y="104"/>
                  <a:pt x="461" y="104"/>
                </a:cubicBezTo>
                <a:cubicBezTo>
                  <a:pt x="462" y="104"/>
                  <a:pt x="462" y="104"/>
                  <a:pt x="462" y="104"/>
                </a:cubicBezTo>
                <a:cubicBezTo>
                  <a:pt x="462" y="105"/>
                  <a:pt x="462" y="105"/>
                  <a:pt x="463" y="106"/>
                </a:cubicBezTo>
                <a:cubicBezTo>
                  <a:pt x="463" y="105"/>
                  <a:pt x="464" y="105"/>
                  <a:pt x="465" y="105"/>
                </a:cubicBezTo>
                <a:cubicBezTo>
                  <a:pt x="465" y="105"/>
                  <a:pt x="465" y="105"/>
                  <a:pt x="465" y="106"/>
                </a:cubicBezTo>
                <a:cubicBezTo>
                  <a:pt x="466" y="106"/>
                  <a:pt x="466" y="106"/>
                  <a:pt x="466" y="106"/>
                </a:cubicBezTo>
                <a:cubicBezTo>
                  <a:pt x="466" y="105"/>
                  <a:pt x="467" y="105"/>
                  <a:pt x="467" y="105"/>
                </a:cubicBezTo>
                <a:cubicBezTo>
                  <a:pt x="467" y="105"/>
                  <a:pt x="467" y="104"/>
                  <a:pt x="467" y="104"/>
                </a:cubicBezTo>
                <a:cubicBezTo>
                  <a:pt x="467" y="104"/>
                  <a:pt x="468" y="103"/>
                  <a:pt x="468" y="103"/>
                </a:cubicBezTo>
                <a:cubicBezTo>
                  <a:pt x="469" y="104"/>
                  <a:pt x="469" y="104"/>
                  <a:pt x="469" y="104"/>
                </a:cubicBezTo>
                <a:cubicBezTo>
                  <a:pt x="469" y="105"/>
                  <a:pt x="469" y="105"/>
                  <a:pt x="469" y="105"/>
                </a:cubicBezTo>
                <a:cubicBezTo>
                  <a:pt x="469" y="105"/>
                  <a:pt x="469" y="105"/>
                  <a:pt x="470" y="105"/>
                </a:cubicBezTo>
                <a:cubicBezTo>
                  <a:pt x="471" y="106"/>
                  <a:pt x="471" y="106"/>
                  <a:pt x="472" y="106"/>
                </a:cubicBezTo>
                <a:cubicBezTo>
                  <a:pt x="472" y="106"/>
                  <a:pt x="472" y="107"/>
                  <a:pt x="472" y="107"/>
                </a:cubicBezTo>
                <a:cubicBezTo>
                  <a:pt x="473" y="107"/>
                  <a:pt x="473" y="108"/>
                  <a:pt x="473" y="108"/>
                </a:cubicBezTo>
                <a:cubicBezTo>
                  <a:pt x="473" y="107"/>
                  <a:pt x="474" y="107"/>
                  <a:pt x="474" y="107"/>
                </a:cubicBezTo>
                <a:cubicBezTo>
                  <a:pt x="474" y="107"/>
                  <a:pt x="475" y="108"/>
                  <a:pt x="475" y="108"/>
                </a:cubicBezTo>
                <a:cubicBezTo>
                  <a:pt x="475" y="108"/>
                  <a:pt x="475" y="107"/>
                  <a:pt x="476" y="107"/>
                </a:cubicBezTo>
                <a:cubicBezTo>
                  <a:pt x="476" y="107"/>
                  <a:pt x="477" y="107"/>
                  <a:pt x="477" y="107"/>
                </a:cubicBezTo>
                <a:cubicBezTo>
                  <a:pt x="477" y="107"/>
                  <a:pt x="477" y="108"/>
                  <a:pt x="477" y="108"/>
                </a:cubicBezTo>
                <a:cubicBezTo>
                  <a:pt x="477" y="108"/>
                  <a:pt x="478" y="108"/>
                  <a:pt x="478" y="108"/>
                </a:cubicBezTo>
                <a:cubicBezTo>
                  <a:pt x="478" y="108"/>
                  <a:pt x="480" y="108"/>
                  <a:pt x="480" y="108"/>
                </a:cubicBezTo>
                <a:cubicBezTo>
                  <a:pt x="480" y="108"/>
                  <a:pt x="480" y="109"/>
                  <a:pt x="480" y="110"/>
                </a:cubicBezTo>
                <a:cubicBezTo>
                  <a:pt x="479" y="110"/>
                  <a:pt x="481" y="111"/>
                  <a:pt x="481" y="111"/>
                </a:cubicBezTo>
                <a:cubicBezTo>
                  <a:pt x="481" y="111"/>
                  <a:pt x="482" y="109"/>
                  <a:pt x="482" y="109"/>
                </a:cubicBezTo>
                <a:cubicBezTo>
                  <a:pt x="483" y="109"/>
                  <a:pt x="483" y="109"/>
                  <a:pt x="483" y="110"/>
                </a:cubicBezTo>
                <a:cubicBezTo>
                  <a:pt x="483" y="110"/>
                  <a:pt x="483" y="111"/>
                  <a:pt x="483" y="111"/>
                </a:cubicBezTo>
                <a:cubicBezTo>
                  <a:pt x="483" y="112"/>
                  <a:pt x="484" y="112"/>
                  <a:pt x="485" y="111"/>
                </a:cubicBezTo>
                <a:cubicBezTo>
                  <a:pt x="485" y="111"/>
                  <a:pt x="486" y="111"/>
                  <a:pt x="486" y="110"/>
                </a:cubicBezTo>
                <a:cubicBezTo>
                  <a:pt x="487" y="110"/>
                  <a:pt x="487" y="110"/>
                  <a:pt x="488" y="110"/>
                </a:cubicBezTo>
                <a:cubicBezTo>
                  <a:pt x="488" y="110"/>
                  <a:pt x="488" y="111"/>
                  <a:pt x="489" y="111"/>
                </a:cubicBezTo>
                <a:cubicBezTo>
                  <a:pt x="489" y="112"/>
                  <a:pt x="489" y="112"/>
                  <a:pt x="489" y="112"/>
                </a:cubicBezTo>
                <a:cubicBezTo>
                  <a:pt x="490" y="112"/>
                  <a:pt x="490" y="113"/>
                  <a:pt x="490" y="113"/>
                </a:cubicBezTo>
                <a:cubicBezTo>
                  <a:pt x="490" y="113"/>
                  <a:pt x="492" y="113"/>
                  <a:pt x="493" y="113"/>
                </a:cubicBezTo>
                <a:cubicBezTo>
                  <a:pt x="493" y="113"/>
                  <a:pt x="494" y="113"/>
                  <a:pt x="494" y="114"/>
                </a:cubicBezTo>
                <a:cubicBezTo>
                  <a:pt x="495" y="114"/>
                  <a:pt x="496" y="115"/>
                  <a:pt x="497" y="116"/>
                </a:cubicBezTo>
                <a:cubicBezTo>
                  <a:pt x="498" y="116"/>
                  <a:pt x="499" y="117"/>
                  <a:pt x="499" y="117"/>
                </a:cubicBezTo>
                <a:cubicBezTo>
                  <a:pt x="499" y="117"/>
                  <a:pt x="500" y="116"/>
                  <a:pt x="500" y="116"/>
                </a:cubicBezTo>
                <a:cubicBezTo>
                  <a:pt x="501" y="116"/>
                  <a:pt x="501" y="117"/>
                  <a:pt x="501" y="117"/>
                </a:cubicBezTo>
                <a:cubicBezTo>
                  <a:pt x="501" y="117"/>
                  <a:pt x="501" y="118"/>
                  <a:pt x="502" y="118"/>
                </a:cubicBezTo>
                <a:cubicBezTo>
                  <a:pt x="503" y="117"/>
                  <a:pt x="503" y="117"/>
                  <a:pt x="503" y="117"/>
                </a:cubicBezTo>
                <a:cubicBezTo>
                  <a:pt x="504" y="117"/>
                  <a:pt x="503" y="118"/>
                  <a:pt x="503" y="118"/>
                </a:cubicBezTo>
                <a:cubicBezTo>
                  <a:pt x="503" y="118"/>
                  <a:pt x="503" y="119"/>
                  <a:pt x="503" y="120"/>
                </a:cubicBezTo>
                <a:cubicBezTo>
                  <a:pt x="503" y="120"/>
                  <a:pt x="504" y="121"/>
                  <a:pt x="504" y="121"/>
                </a:cubicBezTo>
                <a:cubicBezTo>
                  <a:pt x="504" y="121"/>
                  <a:pt x="506" y="119"/>
                  <a:pt x="506" y="119"/>
                </a:cubicBezTo>
                <a:cubicBezTo>
                  <a:pt x="506" y="119"/>
                  <a:pt x="508" y="119"/>
                  <a:pt x="508" y="119"/>
                </a:cubicBezTo>
                <a:cubicBezTo>
                  <a:pt x="509" y="119"/>
                  <a:pt x="509" y="120"/>
                  <a:pt x="509" y="120"/>
                </a:cubicBezTo>
                <a:cubicBezTo>
                  <a:pt x="510" y="120"/>
                  <a:pt x="510" y="119"/>
                  <a:pt x="511" y="119"/>
                </a:cubicBezTo>
                <a:cubicBezTo>
                  <a:pt x="511" y="118"/>
                  <a:pt x="512" y="118"/>
                  <a:pt x="512" y="119"/>
                </a:cubicBezTo>
                <a:cubicBezTo>
                  <a:pt x="512" y="119"/>
                  <a:pt x="513" y="120"/>
                  <a:pt x="513" y="120"/>
                </a:cubicBezTo>
                <a:cubicBezTo>
                  <a:pt x="513" y="120"/>
                  <a:pt x="514" y="121"/>
                  <a:pt x="514" y="121"/>
                </a:cubicBezTo>
                <a:cubicBezTo>
                  <a:pt x="515" y="121"/>
                  <a:pt x="514" y="122"/>
                  <a:pt x="514" y="122"/>
                </a:cubicBezTo>
                <a:cubicBezTo>
                  <a:pt x="513" y="122"/>
                  <a:pt x="513" y="122"/>
                  <a:pt x="513" y="122"/>
                </a:cubicBezTo>
                <a:cubicBezTo>
                  <a:pt x="513" y="122"/>
                  <a:pt x="513" y="123"/>
                  <a:pt x="513" y="124"/>
                </a:cubicBezTo>
                <a:cubicBezTo>
                  <a:pt x="513" y="124"/>
                  <a:pt x="514" y="124"/>
                  <a:pt x="515" y="125"/>
                </a:cubicBezTo>
                <a:cubicBezTo>
                  <a:pt x="516" y="125"/>
                  <a:pt x="517" y="126"/>
                  <a:pt x="517" y="126"/>
                </a:cubicBezTo>
                <a:cubicBezTo>
                  <a:pt x="518" y="127"/>
                  <a:pt x="518" y="128"/>
                  <a:pt x="518" y="129"/>
                </a:cubicBezTo>
                <a:cubicBezTo>
                  <a:pt x="518" y="129"/>
                  <a:pt x="516" y="130"/>
                  <a:pt x="516" y="131"/>
                </a:cubicBezTo>
                <a:cubicBezTo>
                  <a:pt x="515" y="131"/>
                  <a:pt x="515" y="131"/>
                  <a:pt x="515" y="132"/>
                </a:cubicBezTo>
                <a:cubicBezTo>
                  <a:pt x="514" y="132"/>
                  <a:pt x="514" y="133"/>
                  <a:pt x="514" y="133"/>
                </a:cubicBezTo>
                <a:cubicBezTo>
                  <a:pt x="514" y="134"/>
                  <a:pt x="514" y="134"/>
                  <a:pt x="514" y="134"/>
                </a:cubicBezTo>
                <a:cubicBezTo>
                  <a:pt x="513" y="135"/>
                  <a:pt x="513" y="136"/>
                  <a:pt x="513" y="136"/>
                </a:cubicBezTo>
                <a:cubicBezTo>
                  <a:pt x="514" y="136"/>
                  <a:pt x="514" y="135"/>
                  <a:pt x="515" y="135"/>
                </a:cubicBezTo>
                <a:cubicBezTo>
                  <a:pt x="515" y="135"/>
                  <a:pt x="516" y="134"/>
                  <a:pt x="516" y="133"/>
                </a:cubicBezTo>
                <a:cubicBezTo>
                  <a:pt x="516" y="133"/>
                  <a:pt x="517" y="132"/>
                  <a:pt x="517" y="131"/>
                </a:cubicBezTo>
                <a:cubicBezTo>
                  <a:pt x="517" y="131"/>
                  <a:pt x="519" y="131"/>
                  <a:pt x="519" y="131"/>
                </a:cubicBezTo>
                <a:cubicBezTo>
                  <a:pt x="519" y="131"/>
                  <a:pt x="519" y="133"/>
                  <a:pt x="520" y="133"/>
                </a:cubicBezTo>
                <a:cubicBezTo>
                  <a:pt x="520" y="133"/>
                  <a:pt x="520" y="134"/>
                  <a:pt x="520" y="134"/>
                </a:cubicBezTo>
                <a:cubicBezTo>
                  <a:pt x="520" y="134"/>
                  <a:pt x="519" y="135"/>
                  <a:pt x="519" y="135"/>
                </a:cubicBezTo>
                <a:cubicBezTo>
                  <a:pt x="519" y="135"/>
                  <a:pt x="518" y="136"/>
                  <a:pt x="518" y="136"/>
                </a:cubicBezTo>
                <a:cubicBezTo>
                  <a:pt x="517" y="137"/>
                  <a:pt x="517" y="138"/>
                  <a:pt x="516" y="139"/>
                </a:cubicBezTo>
                <a:cubicBezTo>
                  <a:pt x="516" y="140"/>
                  <a:pt x="516" y="140"/>
                  <a:pt x="515" y="141"/>
                </a:cubicBezTo>
                <a:cubicBezTo>
                  <a:pt x="515" y="142"/>
                  <a:pt x="515" y="142"/>
                  <a:pt x="515" y="142"/>
                </a:cubicBezTo>
                <a:cubicBezTo>
                  <a:pt x="514" y="143"/>
                  <a:pt x="515" y="144"/>
                  <a:pt x="515" y="145"/>
                </a:cubicBezTo>
                <a:cubicBezTo>
                  <a:pt x="515" y="145"/>
                  <a:pt x="515" y="147"/>
                  <a:pt x="515" y="147"/>
                </a:cubicBezTo>
                <a:cubicBezTo>
                  <a:pt x="515" y="147"/>
                  <a:pt x="514" y="148"/>
                  <a:pt x="513" y="148"/>
                </a:cubicBezTo>
                <a:cubicBezTo>
                  <a:pt x="513" y="148"/>
                  <a:pt x="513" y="149"/>
                  <a:pt x="512" y="149"/>
                </a:cubicBezTo>
                <a:cubicBezTo>
                  <a:pt x="512" y="150"/>
                  <a:pt x="512" y="151"/>
                  <a:pt x="512" y="151"/>
                </a:cubicBezTo>
                <a:cubicBezTo>
                  <a:pt x="512" y="151"/>
                  <a:pt x="513" y="152"/>
                  <a:pt x="513" y="152"/>
                </a:cubicBezTo>
                <a:cubicBezTo>
                  <a:pt x="513" y="152"/>
                  <a:pt x="513" y="151"/>
                  <a:pt x="513" y="151"/>
                </a:cubicBezTo>
                <a:cubicBezTo>
                  <a:pt x="513" y="151"/>
                  <a:pt x="514" y="149"/>
                  <a:pt x="514" y="149"/>
                </a:cubicBezTo>
                <a:cubicBezTo>
                  <a:pt x="514" y="149"/>
                  <a:pt x="517" y="147"/>
                  <a:pt x="517" y="147"/>
                </a:cubicBezTo>
                <a:cubicBezTo>
                  <a:pt x="517" y="147"/>
                  <a:pt x="518" y="146"/>
                  <a:pt x="519" y="145"/>
                </a:cubicBezTo>
                <a:cubicBezTo>
                  <a:pt x="519" y="144"/>
                  <a:pt x="519" y="144"/>
                  <a:pt x="519" y="144"/>
                </a:cubicBezTo>
                <a:cubicBezTo>
                  <a:pt x="519" y="143"/>
                  <a:pt x="519" y="142"/>
                  <a:pt x="519" y="142"/>
                </a:cubicBezTo>
                <a:cubicBezTo>
                  <a:pt x="519" y="142"/>
                  <a:pt x="519" y="141"/>
                  <a:pt x="519" y="141"/>
                </a:cubicBezTo>
                <a:cubicBezTo>
                  <a:pt x="519" y="140"/>
                  <a:pt x="520" y="140"/>
                  <a:pt x="520" y="139"/>
                </a:cubicBezTo>
                <a:cubicBezTo>
                  <a:pt x="520" y="139"/>
                  <a:pt x="520" y="138"/>
                  <a:pt x="520" y="138"/>
                </a:cubicBezTo>
                <a:cubicBezTo>
                  <a:pt x="520" y="137"/>
                  <a:pt x="520" y="137"/>
                  <a:pt x="521" y="137"/>
                </a:cubicBezTo>
                <a:cubicBezTo>
                  <a:pt x="521" y="137"/>
                  <a:pt x="522" y="136"/>
                  <a:pt x="523" y="136"/>
                </a:cubicBezTo>
                <a:cubicBezTo>
                  <a:pt x="524" y="136"/>
                  <a:pt x="524" y="136"/>
                  <a:pt x="524" y="136"/>
                </a:cubicBezTo>
                <a:cubicBezTo>
                  <a:pt x="525" y="136"/>
                  <a:pt x="525" y="137"/>
                  <a:pt x="525" y="137"/>
                </a:cubicBezTo>
                <a:cubicBezTo>
                  <a:pt x="525" y="137"/>
                  <a:pt x="524" y="138"/>
                  <a:pt x="524" y="139"/>
                </a:cubicBezTo>
                <a:cubicBezTo>
                  <a:pt x="524" y="139"/>
                  <a:pt x="524" y="140"/>
                  <a:pt x="524" y="140"/>
                </a:cubicBezTo>
                <a:cubicBezTo>
                  <a:pt x="522" y="141"/>
                  <a:pt x="522" y="141"/>
                  <a:pt x="522" y="141"/>
                </a:cubicBezTo>
                <a:cubicBezTo>
                  <a:pt x="520" y="142"/>
                  <a:pt x="520" y="142"/>
                  <a:pt x="520" y="142"/>
                </a:cubicBezTo>
                <a:cubicBezTo>
                  <a:pt x="520" y="142"/>
                  <a:pt x="523" y="142"/>
                  <a:pt x="523" y="142"/>
                </a:cubicBezTo>
                <a:cubicBezTo>
                  <a:pt x="523" y="142"/>
                  <a:pt x="525" y="141"/>
                  <a:pt x="525" y="141"/>
                </a:cubicBezTo>
                <a:cubicBezTo>
                  <a:pt x="526" y="140"/>
                  <a:pt x="527" y="139"/>
                  <a:pt x="527" y="138"/>
                </a:cubicBezTo>
                <a:cubicBezTo>
                  <a:pt x="528" y="138"/>
                  <a:pt x="528" y="137"/>
                  <a:pt x="528" y="137"/>
                </a:cubicBezTo>
                <a:cubicBezTo>
                  <a:pt x="528" y="137"/>
                  <a:pt x="529" y="136"/>
                  <a:pt x="529" y="136"/>
                </a:cubicBezTo>
                <a:cubicBezTo>
                  <a:pt x="529" y="135"/>
                  <a:pt x="530" y="135"/>
                  <a:pt x="530" y="135"/>
                </a:cubicBezTo>
                <a:cubicBezTo>
                  <a:pt x="530" y="135"/>
                  <a:pt x="531" y="135"/>
                  <a:pt x="531" y="135"/>
                </a:cubicBezTo>
                <a:cubicBezTo>
                  <a:pt x="531" y="135"/>
                  <a:pt x="531" y="136"/>
                  <a:pt x="531" y="136"/>
                </a:cubicBezTo>
                <a:cubicBezTo>
                  <a:pt x="531" y="136"/>
                  <a:pt x="531" y="136"/>
                  <a:pt x="531" y="137"/>
                </a:cubicBezTo>
                <a:cubicBezTo>
                  <a:pt x="531" y="137"/>
                  <a:pt x="533" y="137"/>
                  <a:pt x="533" y="137"/>
                </a:cubicBezTo>
                <a:cubicBezTo>
                  <a:pt x="533" y="137"/>
                  <a:pt x="534" y="137"/>
                  <a:pt x="535" y="137"/>
                </a:cubicBezTo>
                <a:cubicBezTo>
                  <a:pt x="535" y="137"/>
                  <a:pt x="535" y="138"/>
                  <a:pt x="535" y="138"/>
                </a:cubicBezTo>
                <a:cubicBezTo>
                  <a:pt x="535" y="138"/>
                  <a:pt x="536" y="138"/>
                  <a:pt x="537" y="138"/>
                </a:cubicBezTo>
                <a:cubicBezTo>
                  <a:pt x="537" y="138"/>
                  <a:pt x="536" y="137"/>
                  <a:pt x="536" y="136"/>
                </a:cubicBezTo>
                <a:cubicBezTo>
                  <a:pt x="536" y="136"/>
                  <a:pt x="536" y="135"/>
                  <a:pt x="536" y="135"/>
                </a:cubicBezTo>
                <a:cubicBezTo>
                  <a:pt x="536" y="135"/>
                  <a:pt x="537" y="134"/>
                  <a:pt x="537" y="134"/>
                </a:cubicBezTo>
                <a:cubicBezTo>
                  <a:pt x="538" y="134"/>
                  <a:pt x="540" y="135"/>
                  <a:pt x="540" y="135"/>
                </a:cubicBezTo>
                <a:cubicBezTo>
                  <a:pt x="541" y="135"/>
                  <a:pt x="542" y="136"/>
                  <a:pt x="543" y="137"/>
                </a:cubicBezTo>
                <a:cubicBezTo>
                  <a:pt x="544" y="137"/>
                  <a:pt x="545" y="137"/>
                  <a:pt x="546" y="137"/>
                </a:cubicBezTo>
                <a:cubicBezTo>
                  <a:pt x="547" y="138"/>
                  <a:pt x="548" y="138"/>
                  <a:pt x="548" y="138"/>
                </a:cubicBezTo>
                <a:cubicBezTo>
                  <a:pt x="549" y="139"/>
                  <a:pt x="550" y="140"/>
                  <a:pt x="551" y="141"/>
                </a:cubicBezTo>
                <a:cubicBezTo>
                  <a:pt x="552" y="141"/>
                  <a:pt x="555" y="141"/>
                  <a:pt x="556" y="141"/>
                </a:cubicBezTo>
                <a:cubicBezTo>
                  <a:pt x="557" y="141"/>
                  <a:pt x="558" y="141"/>
                  <a:pt x="558" y="141"/>
                </a:cubicBezTo>
                <a:cubicBezTo>
                  <a:pt x="558" y="141"/>
                  <a:pt x="559" y="141"/>
                  <a:pt x="559" y="141"/>
                </a:cubicBezTo>
                <a:cubicBezTo>
                  <a:pt x="560" y="141"/>
                  <a:pt x="561" y="141"/>
                  <a:pt x="562" y="141"/>
                </a:cubicBezTo>
                <a:cubicBezTo>
                  <a:pt x="562" y="141"/>
                  <a:pt x="563" y="141"/>
                  <a:pt x="564" y="141"/>
                </a:cubicBezTo>
                <a:cubicBezTo>
                  <a:pt x="565" y="141"/>
                  <a:pt x="565" y="141"/>
                  <a:pt x="565" y="141"/>
                </a:cubicBezTo>
                <a:cubicBezTo>
                  <a:pt x="566" y="142"/>
                  <a:pt x="566" y="143"/>
                  <a:pt x="567" y="143"/>
                </a:cubicBezTo>
                <a:cubicBezTo>
                  <a:pt x="568" y="144"/>
                  <a:pt x="569" y="144"/>
                  <a:pt x="569" y="144"/>
                </a:cubicBezTo>
                <a:cubicBezTo>
                  <a:pt x="569" y="144"/>
                  <a:pt x="572" y="144"/>
                  <a:pt x="572" y="144"/>
                </a:cubicBezTo>
                <a:cubicBezTo>
                  <a:pt x="572" y="144"/>
                  <a:pt x="573" y="144"/>
                  <a:pt x="573" y="144"/>
                </a:cubicBezTo>
                <a:cubicBezTo>
                  <a:pt x="574" y="144"/>
                  <a:pt x="574" y="144"/>
                  <a:pt x="574" y="144"/>
                </a:cubicBezTo>
                <a:cubicBezTo>
                  <a:pt x="574" y="144"/>
                  <a:pt x="581" y="144"/>
                  <a:pt x="582" y="144"/>
                </a:cubicBezTo>
                <a:cubicBezTo>
                  <a:pt x="582" y="144"/>
                  <a:pt x="584" y="143"/>
                  <a:pt x="584" y="143"/>
                </a:cubicBezTo>
                <a:cubicBezTo>
                  <a:pt x="584" y="143"/>
                  <a:pt x="587" y="143"/>
                  <a:pt x="588" y="143"/>
                </a:cubicBezTo>
                <a:cubicBezTo>
                  <a:pt x="588" y="143"/>
                  <a:pt x="597" y="143"/>
                  <a:pt x="597" y="143"/>
                </a:cubicBezTo>
                <a:cubicBezTo>
                  <a:pt x="597" y="143"/>
                  <a:pt x="599" y="144"/>
                  <a:pt x="599" y="144"/>
                </a:cubicBezTo>
                <a:cubicBezTo>
                  <a:pt x="599" y="144"/>
                  <a:pt x="600" y="145"/>
                  <a:pt x="600" y="145"/>
                </a:cubicBezTo>
                <a:cubicBezTo>
                  <a:pt x="600" y="145"/>
                  <a:pt x="602" y="146"/>
                  <a:pt x="603" y="146"/>
                </a:cubicBezTo>
                <a:cubicBezTo>
                  <a:pt x="603" y="146"/>
                  <a:pt x="603" y="147"/>
                  <a:pt x="603" y="147"/>
                </a:cubicBezTo>
                <a:cubicBezTo>
                  <a:pt x="603" y="147"/>
                  <a:pt x="605" y="148"/>
                  <a:pt x="605" y="149"/>
                </a:cubicBezTo>
                <a:cubicBezTo>
                  <a:pt x="606" y="149"/>
                  <a:pt x="608" y="148"/>
                  <a:pt x="610" y="150"/>
                </a:cubicBezTo>
                <a:cubicBezTo>
                  <a:pt x="611" y="151"/>
                  <a:pt x="612" y="152"/>
                  <a:pt x="613" y="153"/>
                </a:cubicBezTo>
                <a:cubicBezTo>
                  <a:pt x="614" y="153"/>
                  <a:pt x="615" y="153"/>
                  <a:pt x="616" y="154"/>
                </a:cubicBezTo>
                <a:cubicBezTo>
                  <a:pt x="617" y="155"/>
                  <a:pt x="618" y="156"/>
                  <a:pt x="619" y="157"/>
                </a:cubicBezTo>
                <a:cubicBezTo>
                  <a:pt x="620" y="158"/>
                  <a:pt x="621" y="158"/>
                  <a:pt x="622" y="158"/>
                </a:cubicBezTo>
                <a:cubicBezTo>
                  <a:pt x="623" y="159"/>
                  <a:pt x="624" y="160"/>
                  <a:pt x="625" y="161"/>
                </a:cubicBezTo>
                <a:cubicBezTo>
                  <a:pt x="625" y="161"/>
                  <a:pt x="628" y="164"/>
                  <a:pt x="628" y="164"/>
                </a:cubicBezTo>
                <a:cubicBezTo>
                  <a:pt x="629" y="165"/>
                  <a:pt x="632" y="169"/>
                  <a:pt x="633" y="169"/>
                </a:cubicBezTo>
                <a:cubicBezTo>
                  <a:pt x="634" y="170"/>
                  <a:pt x="638" y="174"/>
                  <a:pt x="640" y="174"/>
                </a:cubicBezTo>
                <a:cubicBezTo>
                  <a:pt x="641" y="175"/>
                  <a:pt x="643" y="176"/>
                  <a:pt x="643" y="177"/>
                </a:cubicBezTo>
                <a:cubicBezTo>
                  <a:pt x="644" y="177"/>
                  <a:pt x="644" y="177"/>
                  <a:pt x="644" y="178"/>
                </a:cubicBezTo>
                <a:cubicBezTo>
                  <a:pt x="645" y="178"/>
                  <a:pt x="646" y="179"/>
                  <a:pt x="646" y="180"/>
                </a:cubicBezTo>
                <a:cubicBezTo>
                  <a:pt x="647" y="180"/>
                  <a:pt x="650" y="180"/>
                  <a:pt x="651" y="181"/>
                </a:cubicBezTo>
                <a:cubicBezTo>
                  <a:pt x="652" y="181"/>
                  <a:pt x="653" y="182"/>
                  <a:pt x="654" y="183"/>
                </a:cubicBezTo>
                <a:cubicBezTo>
                  <a:pt x="654" y="183"/>
                  <a:pt x="655" y="183"/>
                  <a:pt x="655" y="183"/>
                </a:cubicBezTo>
                <a:cubicBezTo>
                  <a:pt x="655" y="182"/>
                  <a:pt x="655" y="182"/>
                  <a:pt x="655" y="182"/>
                </a:cubicBezTo>
                <a:cubicBezTo>
                  <a:pt x="655" y="182"/>
                  <a:pt x="657" y="182"/>
                  <a:pt x="657" y="182"/>
                </a:cubicBezTo>
                <a:cubicBezTo>
                  <a:pt x="658" y="182"/>
                  <a:pt x="660" y="182"/>
                  <a:pt x="661" y="182"/>
                </a:cubicBezTo>
                <a:cubicBezTo>
                  <a:pt x="661" y="183"/>
                  <a:pt x="663" y="183"/>
                  <a:pt x="663" y="183"/>
                </a:cubicBezTo>
                <a:cubicBezTo>
                  <a:pt x="664" y="183"/>
                  <a:pt x="665" y="182"/>
                  <a:pt x="665" y="182"/>
                </a:cubicBezTo>
                <a:cubicBezTo>
                  <a:pt x="665" y="182"/>
                  <a:pt x="668" y="182"/>
                  <a:pt x="670" y="182"/>
                </a:cubicBezTo>
                <a:cubicBezTo>
                  <a:pt x="672" y="182"/>
                  <a:pt x="676" y="185"/>
                  <a:pt x="677" y="186"/>
                </a:cubicBezTo>
                <a:cubicBezTo>
                  <a:pt x="679" y="188"/>
                  <a:pt x="680" y="192"/>
                  <a:pt x="681" y="193"/>
                </a:cubicBezTo>
                <a:cubicBezTo>
                  <a:pt x="681" y="193"/>
                  <a:pt x="682" y="196"/>
                  <a:pt x="682" y="197"/>
                </a:cubicBezTo>
                <a:cubicBezTo>
                  <a:pt x="682" y="198"/>
                  <a:pt x="682" y="200"/>
                  <a:pt x="682" y="200"/>
                </a:cubicBezTo>
                <a:cubicBezTo>
                  <a:pt x="683" y="201"/>
                  <a:pt x="683" y="202"/>
                  <a:pt x="683" y="203"/>
                </a:cubicBezTo>
                <a:cubicBezTo>
                  <a:pt x="683" y="204"/>
                  <a:pt x="683" y="205"/>
                  <a:pt x="683" y="205"/>
                </a:cubicBezTo>
                <a:cubicBezTo>
                  <a:pt x="683" y="206"/>
                  <a:pt x="685" y="206"/>
                  <a:pt x="685" y="207"/>
                </a:cubicBezTo>
                <a:cubicBezTo>
                  <a:pt x="685" y="207"/>
                  <a:pt x="685" y="210"/>
                  <a:pt x="685" y="211"/>
                </a:cubicBezTo>
                <a:cubicBezTo>
                  <a:pt x="685" y="211"/>
                  <a:pt x="685" y="213"/>
                  <a:pt x="686" y="214"/>
                </a:cubicBezTo>
                <a:cubicBezTo>
                  <a:pt x="686" y="214"/>
                  <a:pt x="687" y="216"/>
                  <a:pt x="687" y="217"/>
                </a:cubicBezTo>
                <a:cubicBezTo>
                  <a:pt x="687" y="218"/>
                  <a:pt x="687" y="218"/>
                  <a:pt x="688" y="219"/>
                </a:cubicBezTo>
                <a:cubicBezTo>
                  <a:pt x="688" y="220"/>
                  <a:pt x="688" y="222"/>
                  <a:pt x="688" y="223"/>
                </a:cubicBezTo>
                <a:cubicBezTo>
                  <a:pt x="688" y="224"/>
                  <a:pt x="687" y="224"/>
                  <a:pt x="687" y="225"/>
                </a:cubicBezTo>
                <a:close/>
                <a:moveTo>
                  <a:pt x="426" y="93"/>
                </a:moveTo>
                <a:cubicBezTo>
                  <a:pt x="426" y="93"/>
                  <a:pt x="426" y="93"/>
                  <a:pt x="426" y="94"/>
                </a:cubicBezTo>
                <a:cubicBezTo>
                  <a:pt x="426" y="94"/>
                  <a:pt x="425" y="94"/>
                  <a:pt x="425" y="94"/>
                </a:cubicBezTo>
                <a:cubicBezTo>
                  <a:pt x="425" y="94"/>
                  <a:pt x="425" y="94"/>
                  <a:pt x="425" y="95"/>
                </a:cubicBezTo>
                <a:cubicBezTo>
                  <a:pt x="425" y="95"/>
                  <a:pt x="425" y="95"/>
                  <a:pt x="425" y="95"/>
                </a:cubicBezTo>
                <a:cubicBezTo>
                  <a:pt x="426" y="95"/>
                  <a:pt x="426" y="95"/>
                  <a:pt x="426" y="96"/>
                </a:cubicBezTo>
                <a:cubicBezTo>
                  <a:pt x="426" y="96"/>
                  <a:pt x="426" y="96"/>
                  <a:pt x="426" y="96"/>
                </a:cubicBezTo>
                <a:cubicBezTo>
                  <a:pt x="427" y="96"/>
                  <a:pt x="427" y="96"/>
                  <a:pt x="428" y="96"/>
                </a:cubicBezTo>
                <a:cubicBezTo>
                  <a:pt x="428" y="96"/>
                  <a:pt x="428" y="96"/>
                  <a:pt x="428" y="96"/>
                </a:cubicBezTo>
                <a:cubicBezTo>
                  <a:pt x="428" y="96"/>
                  <a:pt x="428" y="96"/>
                  <a:pt x="428" y="96"/>
                </a:cubicBezTo>
                <a:cubicBezTo>
                  <a:pt x="429" y="95"/>
                  <a:pt x="429" y="95"/>
                  <a:pt x="429" y="95"/>
                </a:cubicBezTo>
                <a:cubicBezTo>
                  <a:pt x="430" y="95"/>
                  <a:pt x="430" y="96"/>
                  <a:pt x="431" y="95"/>
                </a:cubicBezTo>
                <a:cubicBezTo>
                  <a:pt x="431" y="95"/>
                  <a:pt x="431" y="95"/>
                  <a:pt x="431" y="95"/>
                </a:cubicBezTo>
                <a:cubicBezTo>
                  <a:pt x="432" y="94"/>
                  <a:pt x="432" y="94"/>
                  <a:pt x="432" y="94"/>
                </a:cubicBezTo>
                <a:cubicBezTo>
                  <a:pt x="432" y="93"/>
                  <a:pt x="432" y="93"/>
                  <a:pt x="432" y="93"/>
                </a:cubicBezTo>
                <a:cubicBezTo>
                  <a:pt x="432" y="93"/>
                  <a:pt x="432" y="93"/>
                  <a:pt x="432" y="92"/>
                </a:cubicBezTo>
                <a:cubicBezTo>
                  <a:pt x="431" y="92"/>
                  <a:pt x="431" y="92"/>
                  <a:pt x="431" y="92"/>
                </a:cubicBezTo>
                <a:cubicBezTo>
                  <a:pt x="430" y="92"/>
                  <a:pt x="429" y="92"/>
                  <a:pt x="428" y="92"/>
                </a:cubicBezTo>
                <a:cubicBezTo>
                  <a:pt x="428" y="92"/>
                  <a:pt x="427" y="93"/>
                  <a:pt x="426" y="93"/>
                </a:cubicBezTo>
                <a:close/>
                <a:moveTo>
                  <a:pt x="420" y="88"/>
                </a:moveTo>
                <a:cubicBezTo>
                  <a:pt x="420" y="88"/>
                  <a:pt x="419" y="88"/>
                  <a:pt x="419" y="88"/>
                </a:cubicBezTo>
                <a:cubicBezTo>
                  <a:pt x="418" y="88"/>
                  <a:pt x="418" y="88"/>
                  <a:pt x="418" y="89"/>
                </a:cubicBezTo>
                <a:cubicBezTo>
                  <a:pt x="417" y="89"/>
                  <a:pt x="417" y="89"/>
                  <a:pt x="417" y="89"/>
                </a:cubicBezTo>
                <a:cubicBezTo>
                  <a:pt x="417" y="89"/>
                  <a:pt x="417" y="89"/>
                  <a:pt x="417" y="89"/>
                </a:cubicBezTo>
                <a:cubicBezTo>
                  <a:pt x="416" y="89"/>
                  <a:pt x="415" y="90"/>
                  <a:pt x="415" y="90"/>
                </a:cubicBezTo>
                <a:cubicBezTo>
                  <a:pt x="415" y="91"/>
                  <a:pt x="415" y="92"/>
                  <a:pt x="415" y="92"/>
                </a:cubicBezTo>
                <a:cubicBezTo>
                  <a:pt x="415" y="93"/>
                  <a:pt x="415" y="93"/>
                  <a:pt x="415" y="93"/>
                </a:cubicBezTo>
                <a:cubicBezTo>
                  <a:pt x="415" y="93"/>
                  <a:pt x="415" y="93"/>
                  <a:pt x="416" y="93"/>
                </a:cubicBezTo>
                <a:cubicBezTo>
                  <a:pt x="417" y="93"/>
                  <a:pt x="418" y="93"/>
                  <a:pt x="420" y="93"/>
                </a:cubicBezTo>
                <a:cubicBezTo>
                  <a:pt x="420" y="93"/>
                  <a:pt x="421" y="93"/>
                  <a:pt x="421" y="93"/>
                </a:cubicBezTo>
                <a:cubicBezTo>
                  <a:pt x="421" y="93"/>
                  <a:pt x="421" y="93"/>
                  <a:pt x="421" y="94"/>
                </a:cubicBezTo>
                <a:cubicBezTo>
                  <a:pt x="421" y="94"/>
                  <a:pt x="421" y="94"/>
                  <a:pt x="421" y="94"/>
                </a:cubicBezTo>
                <a:cubicBezTo>
                  <a:pt x="422" y="94"/>
                  <a:pt x="422" y="94"/>
                  <a:pt x="423" y="94"/>
                </a:cubicBezTo>
                <a:cubicBezTo>
                  <a:pt x="423" y="94"/>
                  <a:pt x="423" y="93"/>
                  <a:pt x="423" y="93"/>
                </a:cubicBezTo>
                <a:cubicBezTo>
                  <a:pt x="423" y="93"/>
                  <a:pt x="423" y="93"/>
                  <a:pt x="423" y="93"/>
                </a:cubicBezTo>
                <a:cubicBezTo>
                  <a:pt x="423" y="93"/>
                  <a:pt x="424" y="93"/>
                  <a:pt x="424" y="93"/>
                </a:cubicBezTo>
                <a:cubicBezTo>
                  <a:pt x="424" y="92"/>
                  <a:pt x="424" y="92"/>
                  <a:pt x="424" y="92"/>
                </a:cubicBezTo>
                <a:cubicBezTo>
                  <a:pt x="424" y="91"/>
                  <a:pt x="425" y="91"/>
                  <a:pt x="425" y="91"/>
                </a:cubicBezTo>
                <a:cubicBezTo>
                  <a:pt x="426" y="91"/>
                  <a:pt x="426" y="91"/>
                  <a:pt x="426" y="91"/>
                </a:cubicBezTo>
                <a:cubicBezTo>
                  <a:pt x="426" y="91"/>
                  <a:pt x="426" y="91"/>
                  <a:pt x="426" y="90"/>
                </a:cubicBezTo>
                <a:cubicBezTo>
                  <a:pt x="426" y="90"/>
                  <a:pt x="426" y="90"/>
                  <a:pt x="427" y="90"/>
                </a:cubicBezTo>
                <a:cubicBezTo>
                  <a:pt x="427" y="90"/>
                  <a:pt x="427" y="90"/>
                  <a:pt x="427" y="89"/>
                </a:cubicBezTo>
                <a:cubicBezTo>
                  <a:pt x="427" y="89"/>
                  <a:pt x="427" y="89"/>
                  <a:pt x="427" y="89"/>
                </a:cubicBezTo>
                <a:cubicBezTo>
                  <a:pt x="428" y="89"/>
                  <a:pt x="428" y="89"/>
                  <a:pt x="428" y="88"/>
                </a:cubicBezTo>
                <a:cubicBezTo>
                  <a:pt x="429" y="88"/>
                  <a:pt x="429" y="88"/>
                  <a:pt x="429" y="88"/>
                </a:cubicBezTo>
                <a:cubicBezTo>
                  <a:pt x="429" y="88"/>
                  <a:pt x="429" y="87"/>
                  <a:pt x="429" y="87"/>
                </a:cubicBezTo>
                <a:cubicBezTo>
                  <a:pt x="429" y="87"/>
                  <a:pt x="429" y="87"/>
                  <a:pt x="429" y="87"/>
                </a:cubicBezTo>
                <a:cubicBezTo>
                  <a:pt x="429" y="87"/>
                  <a:pt x="428" y="87"/>
                  <a:pt x="427" y="87"/>
                </a:cubicBezTo>
                <a:cubicBezTo>
                  <a:pt x="427" y="87"/>
                  <a:pt x="427" y="87"/>
                  <a:pt x="426" y="87"/>
                </a:cubicBezTo>
                <a:cubicBezTo>
                  <a:pt x="426" y="87"/>
                  <a:pt x="426" y="87"/>
                  <a:pt x="426" y="87"/>
                </a:cubicBezTo>
                <a:cubicBezTo>
                  <a:pt x="426" y="87"/>
                  <a:pt x="426" y="88"/>
                  <a:pt x="425" y="88"/>
                </a:cubicBezTo>
                <a:cubicBezTo>
                  <a:pt x="424" y="88"/>
                  <a:pt x="422" y="89"/>
                  <a:pt x="420" y="88"/>
                </a:cubicBezTo>
                <a:close/>
                <a:moveTo>
                  <a:pt x="405" y="97"/>
                </a:moveTo>
                <a:cubicBezTo>
                  <a:pt x="406" y="97"/>
                  <a:pt x="407" y="97"/>
                  <a:pt x="408" y="96"/>
                </a:cubicBezTo>
                <a:cubicBezTo>
                  <a:pt x="409" y="96"/>
                  <a:pt x="409" y="95"/>
                  <a:pt x="410" y="95"/>
                </a:cubicBezTo>
                <a:cubicBezTo>
                  <a:pt x="410" y="94"/>
                  <a:pt x="410" y="94"/>
                  <a:pt x="410" y="94"/>
                </a:cubicBezTo>
                <a:cubicBezTo>
                  <a:pt x="410" y="94"/>
                  <a:pt x="409" y="94"/>
                  <a:pt x="409" y="94"/>
                </a:cubicBezTo>
                <a:cubicBezTo>
                  <a:pt x="408" y="94"/>
                  <a:pt x="407" y="94"/>
                  <a:pt x="406" y="94"/>
                </a:cubicBezTo>
                <a:cubicBezTo>
                  <a:pt x="405" y="94"/>
                  <a:pt x="405" y="94"/>
                  <a:pt x="404" y="94"/>
                </a:cubicBezTo>
                <a:cubicBezTo>
                  <a:pt x="404" y="94"/>
                  <a:pt x="404" y="94"/>
                  <a:pt x="404" y="95"/>
                </a:cubicBezTo>
                <a:cubicBezTo>
                  <a:pt x="404" y="96"/>
                  <a:pt x="404" y="97"/>
                  <a:pt x="403" y="98"/>
                </a:cubicBezTo>
                <a:cubicBezTo>
                  <a:pt x="403" y="99"/>
                  <a:pt x="402" y="100"/>
                  <a:pt x="401" y="100"/>
                </a:cubicBezTo>
                <a:cubicBezTo>
                  <a:pt x="401" y="100"/>
                  <a:pt x="401" y="100"/>
                  <a:pt x="401" y="101"/>
                </a:cubicBezTo>
                <a:cubicBezTo>
                  <a:pt x="401" y="101"/>
                  <a:pt x="401" y="101"/>
                  <a:pt x="401" y="101"/>
                </a:cubicBezTo>
                <a:cubicBezTo>
                  <a:pt x="401" y="101"/>
                  <a:pt x="401" y="101"/>
                  <a:pt x="401" y="101"/>
                </a:cubicBezTo>
                <a:cubicBezTo>
                  <a:pt x="401" y="101"/>
                  <a:pt x="402" y="101"/>
                  <a:pt x="402" y="101"/>
                </a:cubicBezTo>
                <a:cubicBezTo>
                  <a:pt x="402" y="101"/>
                  <a:pt x="403" y="101"/>
                  <a:pt x="403" y="102"/>
                </a:cubicBezTo>
                <a:cubicBezTo>
                  <a:pt x="403" y="102"/>
                  <a:pt x="403" y="102"/>
                  <a:pt x="403" y="102"/>
                </a:cubicBezTo>
                <a:cubicBezTo>
                  <a:pt x="403" y="102"/>
                  <a:pt x="404" y="101"/>
                  <a:pt x="404" y="101"/>
                </a:cubicBezTo>
                <a:cubicBezTo>
                  <a:pt x="404" y="101"/>
                  <a:pt x="404" y="101"/>
                  <a:pt x="404" y="100"/>
                </a:cubicBezTo>
                <a:cubicBezTo>
                  <a:pt x="404" y="100"/>
                  <a:pt x="404" y="100"/>
                  <a:pt x="404" y="100"/>
                </a:cubicBezTo>
                <a:cubicBezTo>
                  <a:pt x="404" y="99"/>
                  <a:pt x="404" y="99"/>
                  <a:pt x="405" y="99"/>
                </a:cubicBezTo>
                <a:cubicBezTo>
                  <a:pt x="405" y="99"/>
                  <a:pt x="405" y="98"/>
                  <a:pt x="405" y="98"/>
                </a:cubicBezTo>
                <a:cubicBezTo>
                  <a:pt x="405" y="98"/>
                  <a:pt x="405" y="98"/>
                  <a:pt x="405" y="97"/>
                </a:cubicBezTo>
                <a:cubicBezTo>
                  <a:pt x="405" y="97"/>
                  <a:pt x="405" y="97"/>
                  <a:pt x="405" y="97"/>
                </a:cubicBezTo>
                <a:cubicBezTo>
                  <a:pt x="405" y="97"/>
                  <a:pt x="405" y="97"/>
                  <a:pt x="405" y="97"/>
                </a:cubicBezTo>
                <a:close/>
                <a:moveTo>
                  <a:pt x="414" y="89"/>
                </a:moveTo>
                <a:cubicBezTo>
                  <a:pt x="415" y="89"/>
                  <a:pt x="415" y="88"/>
                  <a:pt x="415" y="88"/>
                </a:cubicBezTo>
                <a:cubicBezTo>
                  <a:pt x="416" y="88"/>
                  <a:pt x="416" y="87"/>
                  <a:pt x="416" y="87"/>
                </a:cubicBezTo>
                <a:cubicBezTo>
                  <a:pt x="417" y="87"/>
                  <a:pt x="418" y="86"/>
                  <a:pt x="418" y="86"/>
                </a:cubicBezTo>
                <a:cubicBezTo>
                  <a:pt x="419" y="85"/>
                  <a:pt x="420" y="85"/>
                  <a:pt x="420" y="84"/>
                </a:cubicBezTo>
                <a:cubicBezTo>
                  <a:pt x="420" y="84"/>
                  <a:pt x="421" y="83"/>
                  <a:pt x="421" y="83"/>
                </a:cubicBezTo>
                <a:cubicBezTo>
                  <a:pt x="421" y="83"/>
                  <a:pt x="421" y="82"/>
                  <a:pt x="420" y="82"/>
                </a:cubicBezTo>
                <a:cubicBezTo>
                  <a:pt x="420" y="82"/>
                  <a:pt x="420" y="82"/>
                  <a:pt x="419" y="82"/>
                </a:cubicBezTo>
                <a:cubicBezTo>
                  <a:pt x="419" y="82"/>
                  <a:pt x="419" y="83"/>
                  <a:pt x="418" y="83"/>
                </a:cubicBezTo>
                <a:cubicBezTo>
                  <a:pt x="418" y="83"/>
                  <a:pt x="417" y="83"/>
                  <a:pt x="417" y="82"/>
                </a:cubicBezTo>
                <a:cubicBezTo>
                  <a:pt x="417" y="82"/>
                  <a:pt x="416" y="82"/>
                  <a:pt x="416" y="82"/>
                </a:cubicBezTo>
                <a:cubicBezTo>
                  <a:pt x="416" y="82"/>
                  <a:pt x="416" y="82"/>
                  <a:pt x="416" y="82"/>
                </a:cubicBezTo>
                <a:cubicBezTo>
                  <a:pt x="415" y="82"/>
                  <a:pt x="415" y="83"/>
                  <a:pt x="415" y="83"/>
                </a:cubicBezTo>
                <a:cubicBezTo>
                  <a:pt x="415" y="83"/>
                  <a:pt x="415" y="83"/>
                  <a:pt x="414" y="84"/>
                </a:cubicBezTo>
                <a:cubicBezTo>
                  <a:pt x="414" y="84"/>
                  <a:pt x="414" y="84"/>
                  <a:pt x="414" y="84"/>
                </a:cubicBezTo>
                <a:cubicBezTo>
                  <a:pt x="414" y="85"/>
                  <a:pt x="414" y="86"/>
                  <a:pt x="414" y="86"/>
                </a:cubicBezTo>
                <a:cubicBezTo>
                  <a:pt x="413" y="86"/>
                  <a:pt x="413" y="86"/>
                  <a:pt x="413" y="87"/>
                </a:cubicBezTo>
                <a:cubicBezTo>
                  <a:pt x="413" y="87"/>
                  <a:pt x="413" y="88"/>
                  <a:pt x="413" y="88"/>
                </a:cubicBezTo>
                <a:cubicBezTo>
                  <a:pt x="412" y="88"/>
                  <a:pt x="412" y="88"/>
                  <a:pt x="411" y="88"/>
                </a:cubicBezTo>
                <a:cubicBezTo>
                  <a:pt x="411" y="89"/>
                  <a:pt x="411" y="89"/>
                  <a:pt x="412" y="89"/>
                </a:cubicBezTo>
                <a:cubicBezTo>
                  <a:pt x="412" y="89"/>
                  <a:pt x="412" y="90"/>
                  <a:pt x="412" y="90"/>
                </a:cubicBezTo>
                <a:cubicBezTo>
                  <a:pt x="412" y="90"/>
                  <a:pt x="412" y="90"/>
                  <a:pt x="412" y="90"/>
                </a:cubicBezTo>
                <a:cubicBezTo>
                  <a:pt x="412" y="90"/>
                  <a:pt x="411" y="90"/>
                  <a:pt x="411" y="90"/>
                </a:cubicBezTo>
                <a:cubicBezTo>
                  <a:pt x="411" y="90"/>
                  <a:pt x="410" y="90"/>
                  <a:pt x="410" y="90"/>
                </a:cubicBezTo>
                <a:cubicBezTo>
                  <a:pt x="410" y="90"/>
                  <a:pt x="410" y="91"/>
                  <a:pt x="410" y="91"/>
                </a:cubicBezTo>
                <a:cubicBezTo>
                  <a:pt x="410" y="91"/>
                  <a:pt x="410" y="92"/>
                  <a:pt x="411" y="92"/>
                </a:cubicBezTo>
                <a:cubicBezTo>
                  <a:pt x="411" y="92"/>
                  <a:pt x="411" y="93"/>
                  <a:pt x="412" y="93"/>
                </a:cubicBezTo>
                <a:cubicBezTo>
                  <a:pt x="412" y="93"/>
                  <a:pt x="413" y="93"/>
                  <a:pt x="413" y="93"/>
                </a:cubicBezTo>
                <a:cubicBezTo>
                  <a:pt x="413" y="93"/>
                  <a:pt x="414" y="93"/>
                  <a:pt x="414" y="92"/>
                </a:cubicBezTo>
                <a:cubicBezTo>
                  <a:pt x="414" y="92"/>
                  <a:pt x="413" y="92"/>
                  <a:pt x="413" y="92"/>
                </a:cubicBezTo>
                <a:cubicBezTo>
                  <a:pt x="413" y="91"/>
                  <a:pt x="413" y="91"/>
                  <a:pt x="413" y="90"/>
                </a:cubicBezTo>
                <a:cubicBezTo>
                  <a:pt x="413" y="90"/>
                  <a:pt x="414" y="90"/>
                  <a:pt x="414" y="89"/>
                </a:cubicBezTo>
                <a:close/>
                <a:moveTo>
                  <a:pt x="411" y="56"/>
                </a:moveTo>
                <a:cubicBezTo>
                  <a:pt x="412" y="56"/>
                  <a:pt x="412" y="56"/>
                  <a:pt x="412" y="56"/>
                </a:cubicBezTo>
                <a:cubicBezTo>
                  <a:pt x="412" y="56"/>
                  <a:pt x="412" y="57"/>
                  <a:pt x="412" y="57"/>
                </a:cubicBezTo>
                <a:cubicBezTo>
                  <a:pt x="412" y="57"/>
                  <a:pt x="412" y="58"/>
                  <a:pt x="412" y="59"/>
                </a:cubicBezTo>
                <a:cubicBezTo>
                  <a:pt x="412" y="59"/>
                  <a:pt x="413" y="59"/>
                  <a:pt x="413" y="59"/>
                </a:cubicBezTo>
                <a:cubicBezTo>
                  <a:pt x="413" y="59"/>
                  <a:pt x="413" y="59"/>
                  <a:pt x="413" y="59"/>
                </a:cubicBezTo>
                <a:cubicBezTo>
                  <a:pt x="413" y="59"/>
                  <a:pt x="413" y="59"/>
                  <a:pt x="413" y="59"/>
                </a:cubicBezTo>
                <a:cubicBezTo>
                  <a:pt x="414" y="60"/>
                  <a:pt x="414" y="60"/>
                  <a:pt x="415" y="60"/>
                </a:cubicBezTo>
                <a:cubicBezTo>
                  <a:pt x="415" y="60"/>
                  <a:pt x="415" y="59"/>
                  <a:pt x="415" y="59"/>
                </a:cubicBezTo>
                <a:cubicBezTo>
                  <a:pt x="415" y="59"/>
                  <a:pt x="415" y="59"/>
                  <a:pt x="415" y="59"/>
                </a:cubicBezTo>
                <a:cubicBezTo>
                  <a:pt x="415" y="59"/>
                  <a:pt x="415" y="58"/>
                  <a:pt x="415" y="58"/>
                </a:cubicBezTo>
                <a:cubicBezTo>
                  <a:pt x="415" y="58"/>
                  <a:pt x="415" y="58"/>
                  <a:pt x="415" y="57"/>
                </a:cubicBezTo>
                <a:cubicBezTo>
                  <a:pt x="415" y="57"/>
                  <a:pt x="414" y="57"/>
                  <a:pt x="414" y="57"/>
                </a:cubicBezTo>
                <a:cubicBezTo>
                  <a:pt x="414" y="57"/>
                  <a:pt x="414" y="56"/>
                  <a:pt x="414" y="56"/>
                </a:cubicBezTo>
                <a:cubicBezTo>
                  <a:pt x="414" y="56"/>
                  <a:pt x="414" y="55"/>
                  <a:pt x="413" y="55"/>
                </a:cubicBezTo>
                <a:cubicBezTo>
                  <a:pt x="413" y="55"/>
                  <a:pt x="412" y="55"/>
                  <a:pt x="411" y="55"/>
                </a:cubicBezTo>
                <a:cubicBezTo>
                  <a:pt x="411" y="55"/>
                  <a:pt x="411" y="55"/>
                  <a:pt x="411" y="56"/>
                </a:cubicBezTo>
                <a:cubicBezTo>
                  <a:pt x="411" y="56"/>
                  <a:pt x="411" y="56"/>
                  <a:pt x="411" y="56"/>
                </a:cubicBezTo>
                <a:close/>
              </a:path>
            </a:pathLst>
          </a:custGeom>
          <a:solidFill>
            <a:schemeClr val="accent4"/>
          </a:solidFill>
          <a:ln w="7938" cap="rnd">
            <a:solidFill>
              <a:schemeClr val="bg2"/>
            </a:solidFill>
            <a:prstDash val="solid"/>
            <a:round/>
            <a:headEnd/>
            <a:tailEnd/>
          </a:ln>
        </p:spPr>
        <p:txBody>
          <a:bodyPr/>
          <a:lstStyle/>
          <a:p>
            <a:endParaRPr lang="ru-RU"/>
          </a:p>
        </p:txBody>
      </p:sp>
      <p:sp>
        <p:nvSpPr>
          <p:cNvPr id="2080" name="Freeform 19"/>
          <p:cNvSpPr>
            <a:spLocks/>
          </p:cNvSpPr>
          <p:nvPr/>
        </p:nvSpPr>
        <p:spPr bwMode="auto">
          <a:xfrm>
            <a:off x="8566150" y="2638425"/>
            <a:ext cx="811212" cy="927100"/>
          </a:xfrm>
          <a:custGeom>
            <a:avLst/>
            <a:gdLst>
              <a:gd name="T0" fmla="*/ 788361 w 213"/>
              <a:gd name="T1" fmla="*/ 637143 h 243"/>
              <a:gd name="T2" fmla="*/ 803595 w 213"/>
              <a:gd name="T3" fmla="*/ 591360 h 243"/>
              <a:gd name="T4" fmla="*/ 784552 w 213"/>
              <a:gd name="T5" fmla="*/ 534132 h 243"/>
              <a:gd name="T6" fmla="*/ 746467 w 213"/>
              <a:gd name="T7" fmla="*/ 507425 h 243"/>
              <a:gd name="T8" fmla="*/ 754084 w 213"/>
              <a:gd name="T9" fmla="*/ 454012 h 243"/>
              <a:gd name="T10" fmla="*/ 624595 w 213"/>
              <a:gd name="T11" fmla="*/ 396784 h 243"/>
              <a:gd name="T12" fmla="*/ 616978 w 213"/>
              <a:gd name="T13" fmla="*/ 335740 h 243"/>
              <a:gd name="T14" fmla="*/ 616978 w 213"/>
              <a:gd name="T15" fmla="*/ 297588 h 243"/>
              <a:gd name="T16" fmla="*/ 586510 w 213"/>
              <a:gd name="T17" fmla="*/ 274696 h 243"/>
              <a:gd name="T18" fmla="*/ 556042 w 213"/>
              <a:gd name="T19" fmla="*/ 267066 h 243"/>
              <a:gd name="T20" fmla="*/ 536999 w 213"/>
              <a:gd name="T21" fmla="*/ 263251 h 243"/>
              <a:gd name="T22" fmla="*/ 514148 w 213"/>
              <a:gd name="T23" fmla="*/ 255620 h 243"/>
              <a:gd name="T24" fmla="*/ 483680 w 213"/>
              <a:gd name="T25" fmla="*/ 240359 h 243"/>
              <a:gd name="T26" fmla="*/ 449404 w 213"/>
              <a:gd name="T27" fmla="*/ 225098 h 243"/>
              <a:gd name="T28" fmla="*/ 430361 w 213"/>
              <a:gd name="T29" fmla="*/ 202207 h 243"/>
              <a:gd name="T30" fmla="*/ 388468 w 213"/>
              <a:gd name="T31" fmla="*/ 186946 h 243"/>
              <a:gd name="T32" fmla="*/ 338957 w 213"/>
              <a:gd name="T33" fmla="*/ 183131 h 243"/>
              <a:gd name="T34" fmla="*/ 319915 w 213"/>
              <a:gd name="T35" fmla="*/ 164055 h 243"/>
              <a:gd name="T36" fmla="*/ 300872 w 213"/>
              <a:gd name="T37" fmla="*/ 141163 h 243"/>
              <a:gd name="T38" fmla="*/ 285638 w 213"/>
              <a:gd name="T39" fmla="*/ 125902 h 243"/>
              <a:gd name="T40" fmla="*/ 289447 w 213"/>
              <a:gd name="T41" fmla="*/ 87750 h 243"/>
              <a:gd name="T42" fmla="*/ 281830 w 213"/>
              <a:gd name="T43" fmla="*/ 49598 h 243"/>
              <a:gd name="T44" fmla="*/ 278021 w 213"/>
              <a:gd name="T45" fmla="*/ 0 h 243"/>
              <a:gd name="T46" fmla="*/ 258978 w 213"/>
              <a:gd name="T47" fmla="*/ 7630 h 243"/>
              <a:gd name="T48" fmla="*/ 239936 w 213"/>
              <a:gd name="T49" fmla="*/ 11446 h 243"/>
              <a:gd name="T50" fmla="*/ 175191 w 213"/>
              <a:gd name="T51" fmla="*/ 41967 h 243"/>
              <a:gd name="T52" fmla="*/ 144723 w 213"/>
              <a:gd name="T53" fmla="*/ 49598 h 243"/>
              <a:gd name="T54" fmla="*/ 118064 w 213"/>
              <a:gd name="T55" fmla="*/ 64859 h 243"/>
              <a:gd name="T56" fmla="*/ 60936 w 213"/>
              <a:gd name="T57" fmla="*/ 99196 h 243"/>
              <a:gd name="T58" fmla="*/ 19043 w 213"/>
              <a:gd name="T59" fmla="*/ 87750 h 243"/>
              <a:gd name="T60" fmla="*/ 60936 w 213"/>
              <a:gd name="T61" fmla="*/ 194577 h 243"/>
              <a:gd name="T62" fmla="*/ 49511 w 213"/>
              <a:gd name="T63" fmla="*/ 251805 h 243"/>
              <a:gd name="T64" fmla="*/ 45702 w 213"/>
              <a:gd name="T65" fmla="*/ 286142 h 243"/>
              <a:gd name="T66" fmla="*/ 41894 w 213"/>
              <a:gd name="T67" fmla="*/ 312849 h 243"/>
              <a:gd name="T68" fmla="*/ 15234 w 213"/>
              <a:gd name="T69" fmla="*/ 351001 h 243"/>
              <a:gd name="T70" fmla="*/ 15234 w 213"/>
              <a:gd name="T71" fmla="*/ 423490 h 243"/>
              <a:gd name="T72" fmla="*/ 38085 w 213"/>
              <a:gd name="T73" fmla="*/ 450197 h 243"/>
              <a:gd name="T74" fmla="*/ 38085 w 213"/>
              <a:gd name="T75" fmla="*/ 480719 h 243"/>
              <a:gd name="T76" fmla="*/ 7617 w 213"/>
              <a:gd name="T77" fmla="*/ 518871 h 243"/>
              <a:gd name="T78" fmla="*/ 11426 w 213"/>
              <a:gd name="T79" fmla="*/ 545577 h 243"/>
              <a:gd name="T80" fmla="*/ 26660 w 213"/>
              <a:gd name="T81" fmla="*/ 572284 h 243"/>
              <a:gd name="T82" fmla="*/ 38085 w 213"/>
              <a:gd name="T83" fmla="*/ 618067 h 243"/>
              <a:gd name="T84" fmla="*/ 64745 w 213"/>
              <a:gd name="T85" fmla="*/ 663849 h 243"/>
              <a:gd name="T86" fmla="*/ 64745 w 213"/>
              <a:gd name="T87" fmla="*/ 702002 h 243"/>
              <a:gd name="T88" fmla="*/ 57128 w 213"/>
              <a:gd name="T89" fmla="*/ 724893 h 243"/>
              <a:gd name="T90" fmla="*/ 57128 w 213"/>
              <a:gd name="T91" fmla="*/ 740154 h 243"/>
              <a:gd name="T92" fmla="*/ 72362 w 213"/>
              <a:gd name="T93" fmla="*/ 766860 h 243"/>
              <a:gd name="T94" fmla="*/ 95213 w 213"/>
              <a:gd name="T95" fmla="*/ 808828 h 243"/>
              <a:gd name="T96" fmla="*/ 102830 w 213"/>
              <a:gd name="T97" fmla="*/ 858426 h 243"/>
              <a:gd name="T98" fmla="*/ 118064 w 213"/>
              <a:gd name="T99" fmla="*/ 900393 h 243"/>
              <a:gd name="T100" fmla="*/ 125681 w 213"/>
              <a:gd name="T101" fmla="*/ 923285 h 243"/>
              <a:gd name="T102" fmla="*/ 159957 w 213"/>
              <a:gd name="T103" fmla="*/ 919470 h 243"/>
              <a:gd name="T104" fmla="*/ 190425 w 213"/>
              <a:gd name="T105" fmla="*/ 877502 h 243"/>
              <a:gd name="T106" fmla="*/ 224702 w 213"/>
              <a:gd name="T107" fmla="*/ 843165 h 243"/>
              <a:gd name="T108" fmla="*/ 255170 w 213"/>
              <a:gd name="T109" fmla="*/ 866056 h 243"/>
              <a:gd name="T110" fmla="*/ 338957 w 213"/>
              <a:gd name="T111" fmla="*/ 885133 h 243"/>
              <a:gd name="T112" fmla="*/ 354191 w 213"/>
              <a:gd name="T113" fmla="*/ 923285 h 243"/>
              <a:gd name="T114" fmla="*/ 388468 w 213"/>
              <a:gd name="T115" fmla="*/ 862241 h 243"/>
              <a:gd name="T116" fmla="*/ 453212 w 213"/>
              <a:gd name="T117" fmla="*/ 873687 h 243"/>
              <a:gd name="T118" fmla="*/ 514148 w 213"/>
              <a:gd name="T119" fmla="*/ 721078 h 243"/>
              <a:gd name="T120" fmla="*/ 761701 w 213"/>
              <a:gd name="T121" fmla="*/ 702002 h 243"/>
              <a:gd name="T122" fmla="*/ 765510 w 213"/>
              <a:gd name="T123" fmla="*/ 724893 h 24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3" h="243">
                <a:moveTo>
                  <a:pt x="202" y="183"/>
                </a:moveTo>
                <a:cubicBezTo>
                  <a:pt x="207" y="170"/>
                  <a:pt x="207" y="170"/>
                  <a:pt x="207" y="170"/>
                </a:cubicBezTo>
                <a:cubicBezTo>
                  <a:pt x="207" y="170"/>
                  <a:pt x="208" y="169"/>
                  <a:pt x="208" y="169"/>
                </a:cubicBezTo>
                <a:cubicBezTo>
                  <a:pt x="208" y="169"/>
                  <a:pt x="207" y="167"/>
                  <a:pt x="207" y="167"/>
                </a:cubicBezTo>
                <a:cubicBezTo>
                  <a:pt x="207" y="167"/>
                  <a:pt x="208" y="166"/>
                  <a:pt x="208" y="166"/>
                </a:cubicBezTo>
                <a:cubicBezTo>
                  <a:pt x="208" y="165"/>
                  <a:pt x="209" y="164"/>
                  <a:pt x="209" y="163"/>
                </a:cubicBezTo>
                <a:cubicBezTo>
                  <a:pt x="209" y="163"/>
                  <a:pt x="210" y="159"/>
                  <a:pt x="210" y="159"/>
                </a:cubicBezTo>
                <a:cubicBezTo>
                  <a:pt x="210" y="158"/>
                  <a:pt x="211" y="155"/>
                  <a:pt x="211" y="155"/>
                </a:cubicBezTo>
                <a:cubicBezTo>
                  <a:pt x="213" y="155"/>
                  <a:pt x="213" y="155"/>
                  <a:pt x="213" y="155"/>
                </a:cubicBezTo>
                <a:cubicBezTo>
                  <a:pt x="213" y="155"/>
                  <a:pt x="208" y="148"/>
                  <a:pt x="208" y="148"/>
                </a:cubicBezTo>
                <a:cubicBezTo>
                  <a:pt x="208" y="148"/>
                  <a:pt x="208" y="144"/>
                  <a:pt x="208" y="144"/>
                </a:cubicBezTo>
                <a:cubicBezTo>
                  <a:pt x="206" y="140"/>
                  <a:pt x="206" y="140"/>
                  <a:pt x="206" y="140"/>
                </a:cubicBezTo>
                <a:cubicBezTo>
                  <a:pt x="206" y="140"/>
                  <a:pt x="204" y="141"/>
                  <a:pt x="204" y="141"/>
                </a:cubicBezTo>
                <a:cubicBezTo>
                  <a:pt x="203" y="141"/>
                  <a:pt x="202" y="142"/>
                  <a:pt x="202" y="141"/>
                </a:cubicBezTo>
                <a:cubicBezTo>
                  <a:pt x="202" y="141"/>
                  <a:pt x="196" y="136"/>
                  <a:pt x="196" y="136"/>
                </a:cubicBezTo>
                <a:cubicBezTo>
                  <a:pt x="196" y="136"/>
                  <a:pt x="196" y="134"/>
                  <a:pt x="196" y="133"/>
                </a:cubicBezTo>
                <a:cubicBezTo>
                  <a:pt x="196" y="133"/>
                  <a:pt x="196" y="132"/>
                  <a:pt x="196" y="132"/>
                </a:cubicBezTo>
                <a:cubicBezTo>
                  <a:pt x="195" y="131"/>
                  <a:pt x="195" y="128"/>
                  <a:pt x="195" y="128"/>
                </a:cubicBezTo>
                <a:cubicBezTo>
                  <a:pt x="195" y="128"/>
                  <a:pt x="196" y="125"/>
                  <a:pt x="196" y="125"/>
                </a:cubicBezTo>
                <a:cubicBezTo>
                  <a:pt x="196" y="124"/>
                  <a:pt x="198" y="119"/>
                  <a:pt x="198" y="119"/>
                </a:cubicBezTo>
                <a:cubicBezTo>
                  <a:pt x="197" y="119"/>
                  <a:pt x="197" y="119"/>
                  <a:pt x="197" y="119"/>
                </a:cubicBezTo>
                <a:cubicBezTo>
                  <a:pt x="196" y="120"/>
                  <a:pt x="196" y="120"/>
                  <a:pt x="196" y="120"/>
                </a:cubicBezTo>
                <a:cubicBezTo>
                  <a:pt x="165" y="119"/>
                  <a:pt x="165" y="119"/>
                  <a:pt x="165" y="119"/>
                </a:cubicBezTo>
                <a:cubicBezTo>
                  <a:pt x="164" y="104"/>
                  <a:pt x="164" y="104"/>
                  <a:pt x="164" y="104"/>
                </a:cubicBezTo>
                <a:cubicBezTo>
                  <a:pt x="158" y="98"/>
                  <a:pt x="158" y="98"/>
                  <a:pt x="158" y="98"/>
                </a:cubicBezTo>
                <a:cubicBezTo>
                  <a:pt x="164" y="98"/>
                  <a:pt x="164" y="98"/>
                  <a:pt x="164" y="98"/>
                </a:cubicBezTo>
                <a:cubicBezTo>
                  <a:pt x="164" y="89"/>
                  <a:pt x="164" y="89"/>
                  <a:pt x="164" y="89"/>
                </a:cubicBezTo>
                <a:cubicBezTo>
                  <a:pt x="162" y="88"/>
                  <a:pt x="162" y="88"/>
                  <a:pt x="162" y="88"/>
                </a:cubicBezTo>
                <a:cubicBezTo>
                  <a:pt x="160" y="82"/>
                  <a:pt x="160" y="82"/>
                  <a:pt x="160" y="82"/>
                </a:cubicBezTo>
                <a:cubicBezTo>
                  <a:pt x="160" y="81"/>
                  <a:pt x="160" y="81"/>
                  <a:pt x="160" y="81"/>
                </a:cubicBezTo>
                <a:cubicBezTo>
                  <a:pt x="160" y="81"/>
                  <a:pt x="161" y="79"/>
                  <a:pt x="161" y="79"/>
                </a:cubicBezTo>
                <a:cubicBezTo>
                  <a:pt x="161" y="79"/>
                  <a:pt x="162" y="78"/>
                  <a:pt x="162" y="78"/>
                </a:cubicBezTo>
                <a:cubicBezTo>
                  <a:pt x="161" y="77"/>
                  <a:pt x="160" y="76"/>
                  <a:pt x="160" y="76"/>
                </a:cubicBezTo>
                <a:cubicBezTo>
                  <a:pt x="160" y="76"/>
                  <a:pt x="160" y="75"/>
                  <a:pt x="160" y="74"/>
                </a:cubicBezTo>
                <a:cubicBezTo>
                  <a:pt x="160" y="74"/>
                  <a:pt x="158" y="73"/>
                  <a:pt x="158" y="73"/>
                </a:cubicBezTo>
                <a:cubicBezTo>
                  <a:pt x="157" y="73"/>
                  <a:pt x="155" y="72"/>
                  <a:pt x="154" y="72"/>
                </a:cubicBezTo>
                <a:cubicBezTo>
                  <a:pt x="154" y="71"/>
                  <a:pt x="151" y="69"/>
                  <a:pt x="151" y="69"/>
                </a:cubicBezTo>
                <a:cubicBezTo>
                  <a:pt x="149" y="69"/>
                  <a:pt x="149" y="69"/>
                  <a:pt x="149" y="69"/>
                </a:cubicBezTo>
                <a:cubicBezTo>
                  <a:pt x="149" y="69"/>
                  <a:pt x="149" y="69"/>
                  <a:pt x="149" y="69"/>
                </a:cubicBezTo>
                <a:cubicBezTo>
                  <a:pt x="148" y="69"/>
                  <a:pt x="146" y="70"/>
                  <a:pt x="146" y="70"/>
                </a:cubicBezTo>
                <a:cubicBezTo>
                  <a:pt x="146" y="68"/>
                  <a:pt x="146" y="68"/>
                  <a:pt x="146" y="68"/>
                </a:cubicBezTo>
                <a:cubicBezTo>
                  <a:pt x="146" y="68"/>
                  <a:pt x="144" y="69"/>
                  <a:pt x="144" y="69"/>
                </a:cubicBezTo>
                <a:cubicBezTo>
                  <a:pt x="144" y="69"/>
                  <a:pt x="143" y="70"/>
                  <a:pt x="142" y="70"/>
                </a:cubicBezTo>
                <a:cubicBezTo>
                  <a:pt x="142" y="70"/>
                  <a:pt x="142" y="69"/>
                  <a:pt x="141" y="69"/>
                </a:cubicBezTo>
                <a:cubicBezTo>
                  <a:pt x="140" y="69"/>
                  <a:pt x="140" y="69"/>
                  <a:pt x="139" y="69"/>
                </a:cubicBezTo>
                <a:cubicBezTo>
                  <a:pt x="139" y="69"/>
                  <a:pt x="137" y="70"/>
                  <a:pt x="137" y="70"/>
                </a:cubicBezTo>
                <a:cubicBezTo>
                  <a:pt x="137" y="70"/>
                  <a:pt x="136" y="69"/>
                  <a:pt x="136" y="69"/>
                </a:cubicBezTo>
                <a:cubicBezTo>
                  <a:pt x="136" y="69"/>
                  <a:pt x="135" y="67"/>
                  <a:pt x="135" y="67"/>
                </a:cubicBezTo>
                <a:cubicBezTo>
                  <a:pt x="131" y="64"/>
                  <a:pt x="131" y="64"/>
                  <a:pt x="131" y="64"/>
                </a:cubicBezTo>
                <a:cubicBezTo>
                  <a:pt x="131" y="64"/>
                  <a:pt x="131" y="62"/>
                  <a:pt x="130" y="62"/>
                </a:cubicBezTo>
                <a:cubicBezTo>
                  <a:pt x="130" y="62"/>
                  <a:pt x="129" y="62"/>
                  <a:pt x="129" y="62"/>
                </a:cubicBezTo>
                <a:cubicBezTo>
                  <a:pt x="128" y="62"/>
                  <a:pt x="127" y="63"/>
                  <a:pt x="127" y="63"/>
                </a:cubicBezTo>
                <a:cubicBezTo>
                  <a:pt x="126" y="62"/>
                  <a:pt x="125" y="62"/>
                  <a:pt x="125" y="62"/>
                </a:cubicBezTo>
                <a:cubicBezTo>
                  <a:pt x="124" y="62"/>
                  <a:pt x="123" y="60"/>
                  <a:pt x="122" y="60"/>
                </a:cubicBezTo>
                <a:cubicBezTo>
                  <a:pt x="122" y="59"/>
                  <a:pt x="122" y="59"/>
                  <a:pt x="121" y="60"/>
                </a:cubicBezTo>
                <a:cubicBezTo>
                  <a:pt x="121" y="60"/>
                  <a:pt x="119" y="59"/>
                  <a:pt x="118" y="59"/>
                </a:cubicBezTo>
                <a:cubicBezTo>
                  <a:pt x="118" y="59"/>
                  <a:pt x="118" y="57"/>
                  <a:pt x="117" y="57"/>
                </a:cubicBezTo>
                <a:cubicBezTo>
                  <a:pt x="117" y="57"/>
                  <a:pt x="115" y="57"/>
                  <a:pt x="115" y="56"/>
                </a:cubicBezTo>
                <a:cubicBezTo>
                  <a:pt x="115" y="56"/>
                  <a:pt x="115" y="55"/>
                  <a:pt x="115" y="54"/>
                </a:cubicBezTo>
                <a:cubicBezTo>
                  <a:pt x="114" y="54"/>
                  <a:pt x="113" y="53"/>
                  <a:pt x="113" y="53"/>
                </a:cubicBezTo>
                <a:cubicBezTo>
                  <a:pt x="113" y="53"/>
                  <a:pt x="112" y="54"/>
                  <a:pt x="112" y="54"/>
                </a:cubicBezTo>
                <a:cubicBezTo>
                  <a:pt x="111" y="54"/>
                  <a:pt x="110" y="54"/>
                  <a:pt x="110" y="54"/>
                </a:cubicBezTo>
                <a:cubicBezTo>
                  <a:pt x="109" y="54"/>
                  <a:pt x="109" y="53"/>
                  <a:pt x="108" y="53"/>
                </a:cubicBezTo>
                <a:cubicBezTo>
                  <a:pt x="108" y="52"/>
                  <a:pt x="102" y="49"/>
                  <a:pt x="102" y="49"/>
                </a:cubicBezTo>
                <a:cubicBezTo>
                  <a:pt x="99" y="51"/>
                  <a:pt x="99" y="51"/>
                  <a:pt x="99" y="51"/>
                </a:cubicBezTo>
                <a:cubicBezTo>
                  <a:pt x="99" y="51"/>
                  <a:pt x="96" y="51"/>
                  <a:pt x="96" y="51"/>
                </a:cubicBezTo>
                <a:cubicBezTo>
                  <a:pt x="95" y="51"/>
                  <a:pt x="92" y="50"/>
                  <a:pt x="92" y="50"/>
                </a:cubicBezTo>
                <a:cubicBezTo>
                  <a:pt x="91" y="50"/>
                  <a:pt x="89" y="49"/>
                  <a:pt x="89" y="48"/>
                </a:cubicBezTo>
                <a:cubicBezTo>
                  <a:pt x="89" y="48"/>
                  <a:pt x="90" y="47"/>
                  <a:pt x="89" y="46"/>
                </a:cubicBezTo>
                <a:cubicBezTo>
                  <a:pt x="88" y="46"/>
                  <a:pt x="88" y="45"/>
                  <a:pt x="87" y="45"/>
                </a:cubicBezTo>
                <a:cubicBezTo>
                  <a:pt x="86" y="45"/>
                  <a:pt x="86" y="44"/>
                  <a:pt x="85" y="44"/>
                </a:cubicBezTo>
                <a:cubicBezTo>
                  <a:pt x="85" y="44"/>
                  <a:pt x="84" y="43"/>
                  <a:pt x="84" y="43"/>
                </a:cubicBezTo>
                <a:cubicBezTo>
                  <a:pt x="84" y="43"/>
                  <a:pt x="84" y="42"/>
                  <a:pt x="83" y="42"/>
                </a:cubicBezTo>
                <a:cubicBezTo>
                  <a:pt x="83" y="42"/>
                  <a:pt x="80" y="41"/>
                  <a:pt x="80" y="41"/>
                </a:cubicBezTo>
                <a:cubicBezTo>
                  <a:pt x="80" y="41"/>
                  <a:pt x="80" y="41"/>
                  <a:pt x="80" y="40"/>
                </a:cubicBezTo>
                <a:cubicBezTo>
                  <a:pt x="80" y="40"/>
                  <a:pt x="80" y="38"/>
                  <a:pt x="79" y="37"/>
                </a:cubicBezTo>
                <a:cubicBezTo>
                  <a:pt x="79" y="37"/>
                  <a:pt x="77" y="37"/>
                  <a:pt x="77" y="37"/>
                </a:cubicBezTo>
                <a:cubicBezTo>
                  <a:pt x="77" y="37"/>
                  <a:pt x="76" y="35"/>
                  <a:pt x="76" y="35"/>
                </a:cubicBezTo>
                <a:cubicBezTo>
                  <a:pt x="77" y="35"/>
                  <a:pt x="77" y="34"/>
                  <a:pt x="77" y="34"/>
                </a:cubicBezTo>
                <a:cubicBezTo>
                  <a:pt x="75" y="33"/>
                  <a:pt x="75" y="33"/>
                  <a:pt x="75" y="33"/>
                </a:cubicBezTo>
                <a:cubicBezTo>
                  <a:pt x="75" y="33"/>
                  <a:pt x="75" y="31"/>
                  <a:pt x="75" y="30"/>
                </a:cubicBezTo>
                <a:cubicBezTo>
                  <a:pt x="75" y="30"/>
                  <a:pt x="75" y="27"/>
                  <a:pt x="75" y="27"/>
                </a:cubicBezTo>
                <a:cubicBezTo>
                  <a:pt x="75" y="27"/>
                  <a:pt x="75" y="25"/>
                  <a:pt x="75" y="25"/>
                </a:cubicBezTo>
                <a:cubicBezTo>
                  <a:pt x="76" y="25"/>
                  <a:pt x="76" y="23"/>
                  <a:pt x="76" y="23"/>
                </a:cubicBezTo>
                <a:cubicBezTo>
                  <a:pt x="76" y="22"/>
                  <a:pt x="75" y="22"/>
                  <a:pt x="75" y="21"/>
                </a:cubicBezTo>
                <a:cubicBezTo>
                  <a:pt x="75" y="20"/>
                  <a:pt x="74" y="18"/>
                  <a:pt x="73" y="17"/>
                </a:cubicBezTo>
                <a:cubicBezTo>
                  <a:pt x="73" y="17"/>
                  <a:pt x="74" y="15"/>
                  <a:pt x="73" y="15"/>
                </a:cubicBezTo>
                <a:cubicBezTo>
                  <a:pt x="73" y="15"/>
                  <a:pt x="74" y="13"/>
                  <a:pt x="74" y="13"/>
                </a:cubicBezTo>
                <a:cubicBezTo>
                  <a:pt x="74" y="13"/>
                  <a:pt x="76" y="10"/>
                  <a:pt x="76" y="10"/>
                </a:cubicBezTo>
                <a:cubicBezTo>
                  <a:pt x="76" y="3"/>
                  <a:pt x="76" y="3"/>
                  <a:pt x="76" y="3"/>
                </a:cubicBezTo>
                <a:cubicBezTo>
                  <a:pt x="76" y="3"/>
                  <a:pt x="74" y="2"/>
                  <a:pt x="74" y="2"/>
                </a:cubicBezTo>
                <a:cubicBezTo>
                  <a:pt x="74" y="1"/>
                  <a:pt x="73" y="0"/>
                  <a:pt x="73" y="0"/>
                </a:cubicBezTo>
                <a:cubicBezTo>
                  <a:pt x="72" y="2"/>
                  <a:pt x="72" y="2"/>
                  <a:pt x="72" y="2"/>
                </a:cubicBezTo>
                <a:cubicBezTo>
                  <a:pt x="72" y="2"/>
                  <a:pt x="71" y="3"/>
                  <a:pt x="71" y="3"/>
                </a:cubicBezTo>
                <a:cubicBezTo>
                  <a:pt x="71" y="3"/>
                  <a:pt x="70" y="3"/>
                  <a:pt x="70" y="3"/>
                </a:cubicBezTo>
                <a:cubicBezTo>
                  <a:pt x="69" y="2"/>
                  <a:pt x="68" y="2"/>
                  <a:pt x="68" y="2"/>
                </a:cubicBezTo>
                <a:cubicBezTo>
                  <a:pt x="68" y="2"/>
                  <a:pt x="67" y="2"/>
                  <a:pt x="67" y="2"/>
                </a:cubicBezTo>
                <a:cubicBezTo>
                  <a:pt x="67" y="2"/>
                  <a:pt x="67" y="3"/>
                  <a:pt x="66" y="3"/>
                </a:cubicBezTo>
                <a:cubicBezTo>
                  <a:pt x="66" y="3"/>
                  <a:pt x="65" y="2"/>
                  <a:pt x="65" y="2"/>
                </a:cubicBezTo>
                <a:cubicBezTo>
                  <a:pt x="64" y="2"/>
                  <a:pt x="64" y="3"/>
                  <a:pt x="63" y="3"/>
                </a:cubicBezTo>
                <a:cubicBezTo>
                  <a:pt x="62" y="3"/>
                  <a:pt x="59" y="2"/>
                  <a:pt x="59" y="2"/>
                </a:cubicBezTo>
                <a:cubicBezTo>
                  <a:pt x="59" y="2"/>
                  <a:pt x="57" y="4"/>
                  <a:pt x="56" y="5"/>
                </a:cubicBezTo>
                <a:cubicBezTo>
                  <a:pt x="56" y="5"/>
                  <a:pt x="52" y="4"/>
                  <a:pt x="52" y="4"/>
                </a:cubicBezTo>
                <a:cubicBezTo>
                  <a:pt x="52" y="4"/>
                  <a:pt x="46" y="10"/>
                  <a:pt x="46" y="11"/>
                </a:cubicBezTo>
                <a:cubicBezTo>
                  <a:pt x="45" y="11"/>
                  <a:pt x="43" y="12"/>
                  <a:pt x="43" y="12"/>
                </a:cubicBezTo>
                <a:cubicBezTo>
                  <a:pt x="43" y="12"/>
                  <a:pt x="40" y="12"/>
                  <a:pt x="40" y="12"/>
                </a:cubicBezTo>
                <a:cubicBezTo>
                  <a:pt x="40" y="13"/>
                  <a:pt x="40" y="13"/>
                  <a:pt x="40" y="13"/>
                </a:cubicBezTo>
                <a:cubicBezTo>
                  <a:pt x="38" y="13"/>
                  <a:pt x="38" y="13"/>
                  <a:pt x="38" y="13"/>
                </a:cubicBezTo>
                <a:cubicBezTo>
                  <a:pt x="38" y="13"/>
                  <a:pt x="34" y="16"/>
                  <a:pt x="34" y="16"/>
                </a:cubicBezTo>
                <a:cubicBezTo>
                  <a:pt x="34" y="16"/>
                  <a:pt x="33" y="19"/>
                  <a:pt x="33" y="19"/>
                </a:cubicBezTo>
                <a:cubicBezTo>
                  <a:pt x="33" y="19"/>
                  <a:pt x="32" y="18"/>
                  <a:pt x="32" y="18"/>
                </a:cubicBezTo>
                <a:cubicBezTo>
                  <a:pt x="31" y="18"/>
                  <a:pt x="31" y="17"/>
                  <a:pt x="31" y="17"/>
                </a:cubicBezTo>
                <a:cubicBezTo>
                  <a:pt x="28" y="17"/>
                  <a:pt x="28" y="17"/>
                  <a:pt x="28" y="17"/>
                </a:cubicBezTo>
                <a:cubicBezTo>
                  <a:pt x="23" y="24"/>
                  <a:pt x="23" y="24"/>
                  <a:pt x="23" y="24"/>
                </a:cubicBezTo>
                <a:cubicBezTo>
                  <a:pt x="19" y="26"/>
                  <a:pt x="19" y="26"/>
                  <a:pt x="19" y="26"/>
                </a:cubicBezTo>
                <a:cubicBezTo>
                  <a:pt x="19" y="26"/>
                  <a:pt x="16" y="26"/>
                  <a:pt x="16" y="26"/>
                </a:cubicBezTo>
                <a:cubicBezTo>
                  <a:pt x="16" y="26"/>
                  <a:pt x="15" y="26"/>
                  <a:pt x="15" y="26"/>
                </a:cubicBezTo>
                <a:cubicBezTo>
                  <a:pt x="15" y="24"/>
                  <a:pt x="15" y="24"/>
                  <a:pt x="15" y="24"/>
                </a:cubicBezTo>
                <a:cubicBezTo>
                  <a:pt x="15" y="24"/>
                  <a:pt x="11" y="23"/>
                  <a:pt x="10" y="23"/>
                </a:cubicBezTo>
                <a:cubicBezTo>
                  <a:pt x="10" y="23"/>
                  <a:pt x="6" y="23"/>
                  <a:pt x="5" y="23"/>
                </a:cubicBezTo>
                <a:cubicBezTo>
                  <a:pt x="4" y="23"/>
                  <a:pt x="1" y="23"/>
                  <a:pt x="1" y="23"/>
                </a:cubicBezTo>
                <a:cubicBezTo>
                  <a:pt x="15" y="47"/>
                  <a:pt x="15" y="47"/>
                  <a:pt x="15" y="47"/>
                </a:cubicBezTo>
                <a:cubicBezTo>
                  <a:pt x="16" y="50"/>
                  <a:pt x="16" y="50"/>
                  <a:pt x="16" y="50"/>
                </a:cubicBezTo>
                <a:cubicBezTo>
                  <a:pt x="16" y="51"/>
                  <a:pt x="16" y="51"/>
                  <a:pt x="16" y="51"/>
                </a:cubicBezTo>
                <a:cubicBezTo>
                  <a:pt x="15" y="53"/>
                  <a:pt x="15" y="53"/>
                  <a:pt x="15" y="53"/>
                </a:cubicBezTo>
                <a:cubicBezTo>
                  <a:pt x="16" y="54"/>
                  <a:pt x="16" y="54"/>
                  <a:pt x="16" y="54"/>
                </a:cubicBezTo>
                <a:cubicBezTo>
                  <a:pt x="13" y="57"/>
                  <a:pt x="13" y="57"/>
                  <a:pt x="13" y="57"/>
                </a:cubicBezTo>
                <a:cubicBezTo>
                  <a:pt x="13" y="66"/>
                  <a:pt x="13" y="66"/>
                  <a:pt x="13" y="66"/>
                </a:cubicBezTo>
                <a:cubicBezTo>
                  <a:pt x="13" y="66"/>
                  <a:pt x="12" y="70"/>
                  <a:pt x="12" y="70"/>
                </a:cubicBezTo>
                <a:cubicBezTo>
                  <a:pt x="12" y="70"/>
                  <a:pt x="10" y="72"/>
                  <a:pt x="10" y="72"/>
                </a:cubicBezTo>
                <a:cubicBezTo>
                  <a:pt x="10" y="73"/>
                  <a:pt x="10" y="73"/>
                  <a:pt x="10" y="73"/>
                </a:cubicBezTo>
                <a:cubicBezTo>
                  <a:pt x="12" y="75"/>
                  <a:pt x="12" y="75"/>
                  <a:pt x="12" y="75"/>
                </a:cubicBezTo>
                <a:cubicBezTo>
                  <a:pt x="11" y="76"/>
                  <a:pt x="11" y="76"/>
                  <a:pt x="11" y="76"/>
                </a:cubicBezTo>
                <a:cubicBezTo>
                  <a:pt x="11" y="78"/>
                  <a:pt x="11" y="78"/>
                  <a:pt x="11" y="78"/>
                </a:cubicBezTo>
                <a:cubicBezTo>
                  <a:pt x="14" y="82"/>
                  <a:pt x="14" y="82"/>
                  <a:pt x="14" y="82"/>
                </a:cubicBezTo>
                <a:cubicBezTo>
                  <a:pt x="11" y="82"/>
                  <a:pt x="11" y="82"/>
                  <a:pt x="11" y="82"/>
                </a:cubicBezTo>
                <a:cubicBezTo>
                  <a:pt x="11" y="85"/>
                  <a:pt x="11" y="85"/>
                  <a:pt x="11" y="85"/>
                </a:cubicBezTo>
                <a:cubicBezTo>
                  <a:pt x="7" y="88"/>
                  <a:pt x="7" y="88"/>
                  <a:pt x="7" y="88"/>
                </a:cubicBezTo>
                <a:cubicBezTo>
                  <a:pt x="7" y="91"/>
                  <a:pt x="7" y="91"/>
                  <a:pt x="7" y="91"/>
                </a:cubicBezTo>
                <a:cubicBezTo>
                  <a:pt x="4" y="92"/>
                  <a:pt x="4" y="92"/>
                  <a:pt x="4" y="92"/>
                </a:cubicBezTo>
                <a:cubicBezTo>
                  <a:pt x="4" y="96"/>
                  <a:pt x="4" y="96"/>
                  <a:pt x="4" y="96"/>
                </a:cubicBezTo>
                <a:cubicBezTo>
                  <a:pt x="8" y="100"/>
                  <a:pt x="8" y="100"/>
                  <a:pt x="8" y="100"/>
                </a:cubicBezTo>
                <a:cubicBezTo>
                  <a:pt x="3" y="107"/>
                  <a:pt x="3" y="107"/>
                  <a:pt x="3" y="107"/>
                </a:cubicBezTo>
                <a:cubicBezTo>
                  <a:pt x="3" y="107"/>
                  <a:pt x="4" y="110"/>
                  <a:pt x="4" y="111"/>
                </a:cubicBezTo>
                <a:cubicBezTo>
                  <a:pt x="4" y="111"/>
                  <a:pt x="5" y="114"/>
                  <a:pt x="5" y="114"/>
                </a:cubicBezTo>
                <a:cubicBezTo>
                  <a:pt x="5" y="115"/>
                  <a:pt x="6" y="116"/>
                  <a:pt x="6" y="117"/>
                </a:cubicBezTo>
                <a:cubicBezTo>
                  <a:pt x="6" y="117"/>
                  <a:pt x="9" y="118"/>
                  <a:pt x="9" y="118"/>
                </a:cubicBezTo>
                <a:cubicBezTo>
                  <a:pt x="10" y="118"/>
                  <a:pt x="10" y="118"/>
                  <a:pt x="10" y="118"/>
                </a:cubicBezTo>
                <a:cubicBezTo>
                  <a:pt x="12" y="118"/>
                  <a:pt x="12" y="118"/>
                  <a:pt x="12" y="118"/>
                </a:cubicBezTo>
                <a:cubicBezTo>
                  <a:pt x="14" y="121"/>
                  <a:pt x="14" y="121"/>
                  <a:pt x="14" y="121"/>
                </a:cubicBezTo>
                <a:cubicBezTo>
                  <a:pt x="11" y="122"/>
                  <a:pt x="11" y="122"/>
                  <a:pt x="11" y="122"/>
                </a:cubicBezTo>
                <a:cubicBezTo>
                  <a:pt x="10" y="126"/>
                  <a:pt x="10" y="126"/>
                  <a:pt x="10" y="126"/>
                </a:cubicBezTo>
                <a:cubicBezTo>
                  <a:pt x="10" y="126"/>
                  <a:pt x="8" y="127"/>
                  <a:pt x="8" y="127"/>
                </a:cubicBezTo>
                <a:cubicBezTo>
                  <a:pt x="8" y="127"/>
                  <a:pt x="7" y="129"/>
                  <a:pt x="7" y="129"/>
                </a:cubicBezTo>
                <a:cubicBezTo>
                  <a:pt x="7" y="129"/>
                  <a:pt x="4" y="133"/>
                  <a:pt x="4" y="133"/>
                </a:cubicBezTo>
                <a:cubicBezTo>
                  <a:pt x="4" y="134"/>
                  <a:pt x="2" y="136"/>
                  <a:pt x="2" y="136"/>
                </a:cubicBezTo>
                <a:cubicBezTo>
                  <a:pt x="0" y="138"/>
                  <a:pt x="0" y="138"/>
                  <a:pt x="0" y="138"/>
                </a:cubicBezTo>
                <a:cubicBezTo>
                  <a:pt x="0" y="138"/>
                  <a:pt x="2" y="139"/>
                  <a:pt x="3" y="139"/>
                </a:cubicBezTo>
                <a:cubicBezTo>
                  <a:pt x="3" y="139"/>
                  <a:pt x="3" y="141"/>
                  <a:pt x="3" y="141"/>
                </a:cubicBezTo>
                <a:cubicBezTo>
                  <a:pt x="3" y="141"/>
                  <a:pt x="3" y="143"/>
                  <a:pt x="3" y="143"/>
                </a:cubicBezTo>
                <a:cubicBezTo>
                  <a:pt x="3" y="143"/>
                  <a:pt x="4" y="145"/>
                  <a:pt x="4" y="145"/>
                </a:cubicBezTo>
                <a:cubicBezTo>
                  <a:pt x="4" y="145"/>
                  <a:pt x="5" y="147"/>
                  <a:pt x="5" y="147"/>
                </a:cubicBezTo>
                <a:cubicBezTo>
                  <a:pt x="5" y="148"/>
                  <a:pt x="5" y="150"/>
                  <a:pt x="5" y="150"/>
                </a:cubicBezTo>
                <a:cubicBezTo>
                  <a:pt x="5" y="150"/>
                  <a:pt x="7" y="150"/>
                  <a:pt x="7" y="150"/>
                </a:cubicBezTo>
                <a:cubicBezTo>
                  <a:pt x="7" y="151"/>
                  <a:pt x="9" y="151"/>
                  <a:pt x="9" y="151"/>
                </a:cubicBezTo>
                <a:cubicBezTo>
                  <a:pt x="8" y="153"/>
                  <a:pt x="8" y="153"/>
                  <a:pt x="8" y="153"/>
                </a:cubicBezTo>
                <a:cubicBezTo>
                  <a:pt x="10" y="155"/>
                  <a:pt x="10" y="155"/>
                  <a:pt x="10" y="155"/>
                </a:cubicBezTo>
                <a:cubicBezTo>
                  <a:pt x="10" y="162"/>
                  <a:pt x="10" y="162"/>
                  <a:pt x="10" y="162"/>
                </a:cubicBezTo>
                <a:cubicBezTo>
                  <a:pt x="12" y="167"/>
                  <a:pt x="12" y="167"/>
                  <a:pt x="12" y="167"/>
                </a:cubicBezTo>
                <a:cubicBezTo>
                  <a:pt x="12" y="168"/>
                  <a:pt x="12" y="168"/>
                  <a:pt x="12" y="168"/>
                </a:cubicBezTo>
                <a:cubicBezTo>
                  <a:pt x="12" y="168"/>
                  <a:pt x="14" y="170"/>
                  <a:pt x="14" y="171"/>
                </a:cubicBezTo>
                <a:cubicBezTo>
                  <a:pt x="15" y="171"/>
                  <a:pt x="17" y="174"/>
                  <a:pt x="17" y="174"/>
                </a:cubicBezTo>
                <a:cubicBezTo>
                  <a:pt x="18" y="175"/>
                  <a:pt x="20" y="177"/>
                  <a:pt x="20" y="177"/>
                </a:cubicBezTo>
                <a:cubicBezTo>
                  <a:pt x="20" y="177"/>
                  <a:pt x="20" y="179"/>
                  <a:pt x="19" y="179"/>
                </a:cubicBezTo>
                <a:cubicBezTo>
                  <a:pt x="19" y="179"/>
                  <a:pt x="16" y="183"/>
                  <a:pt x="16" y="183"/>
                </a:cubicBezTo>
                <a:cubicBezTo>
                  <a:pt x="16" y="183"/>
                  <a:pt x="16" y="184"/>
                  <a:pt x="17" y="184"/>
                </a:cubicBezTo>
                <a:cubicBezTo>
                  <a:pt x="17" y="184"/>
                  <a:pt x="19" y="185"/>
                  <a:pt x="19" y="185"/>
                </a:cubicBezTo>
                <a:cubicBezTo>
                  <a:pt x="19" y="185"/>
                  <a:pt x="19" y="187"/>
                  <a:pt x="19" y="187"/>
                </a:cubicBezTo>
                <a:cubicBezTo>
                  <a:pt x="19" y="187"/>
                  <a:pt x="17" y="189"/>
                  <a:pt x="17" y="189"/>
                </a:cubicBezTo>
                <a:cubicBezTo>
                  <a:pt x="16" y="189"/>
                  <a:pt x="15" y="190"/>
                  <a:pt x="15" y="190"/>
                </a:cubicBezTo>
                <a:cubicBezTo>
                  <a:pt x="15" y="190"/>
                  <a:pt x="15" y="191"/>
                  <a:pt x="16" y="191"/>
                </a:cubicBezTo>
                <a:cubicBezTo>
                  <a:pt x="16" y="192"/>
                  <a:pt x="16" y="192"/>
                  <a:pt x="16" y="192"/>
                </a:cubicBezTo>
                <a:cubicBezTo>
                  <a:pt x="17" y="192"/>
                  <a:pt x="16" y="193"/>
                  <a:pt x="16" y="194"/>
                </a:cubicBezTo>
                <a:cubicBezTo>
                  <a:pt x="16" y="194"/>
                  <a:pt x="15" y="194"/>
                  <a:pt x="15" y="194"/>
                </a:cubicBezTo>
                <a:cubicBezTo>
                  <a:pt x="15" y="195"/>
                  <a:pt x="15" y="196"/>
                  <a:pt x="15" y="196"/>
                </a:cubicBezTo>
                <a:cubicBezTo>
                  <a:pt x="15" y="196"/>
                  <a:pt x="16" y="197"/>
                  <a:pt x="17" y="197"/>
                </a:cubicBezTo>
                <a:cubicBezTo>
                  <a:pt x="18" y="198"/>
                  <a:pt x="19" y="199"/>
                  <a:pt x="20" y="200"/>
                </a:cubicBezTo>
                <a:cubicBezTo>
                  <a:pt x="20" y="201"/>
                  <a:pt x="19" y="200"/>
                  <a:pt x="19" y="201"/>
                </a:cubicBezTo>
                <a:cubicBezTo>
                  <a:pt x="19" y="201"/>
                  <a:pt x="18" y="202"/>
                  <a:pt x="18" y="202"/>
                </a:cubicBezTo>
                <a:cubicBezTo>
                  <a:pt x="18" y="203"/>
                  <a:pt x="19" y="205"/>
                  <a:pt x="19" y="205"/>
                </a:cubicBezTo>
                <a:cubicBezTo>
                  <a:pt x="19" y="205"/>
                  <a:pt x="20" y="205"/>
                  <a:pt x="20" y="205"/>
                </a:cubicBezTo>
                <a:cubicBezTo>
                  <a:pt x="25" y="212"/>
                  <a:pt x="25" y="212"/>
                  <a:pt x="25" y="212"/>
                </a:cubicBezTo>
                <a:cubicBezTo>
                  <a:pt x="25" y="212"/>
                  <a:pt x="25" y="218"/>
                  <a:pt x="25" y="218"/>
                </a:cubicBezTo>
                <a:cubicBezTo>
                  <a:pt x="25" y="219"/>
                  <a:pt x="27" y="220"/>
                  <a:pt x="27" y="221"/>
                </a:cubicBezTo>
                <a:cubicBezTo>
                  <a:pt x="27" y="221"/>
                  <a:pt x="27" y="222"/>
                  <a:pt x="27" y="222"/>
                </a:cubicBezTo>
                <a:cubicBezTo>
                  <a:pt x="27" y="223"/>
                  <a:pt x="27" y="225"/>
                  <a:pt x="27" y="225"/>
                </a:cubicBezTo>
                <a:cubicBezTo>
                  <a:pt x="27" y="225"/>
                  <a:pt x="29" y="227"/>
                  <a:pt x="29" y="227"/>
                </a:cubicBezTo>
                <a:cubicBezTo>
                  <a:pt x="29" y="227"/>
                  <a:pt x="29" y="232"/>
                  <a:pt x="29" y="232"/>
                </a:cubicBezTo>
                <a:cubicBezTo>
                  <a:pt x="29" y="233"/>
                  <a:pt x="29" y="234"/>
                  <a:pt x="29" y="234"/>
                </a:cubicBezTo>
                <a:cubicBezTo>
                  <a:pt x="30" y="234"/>
                  <a:pt x="31" y="236"/>
                  <a:pt x="31" y="236"/>
                </a:cubicBezTo>
                <a:cubicBezTo>
                  <a:pt x="31" y="236"/>
                  <a:pt x="30" y="237"/>
                  <a:pt x="30" y="237"/>
                </a:cubicBezTo>
                <a:cubicBezTo>
                  <a:pt x="30" y="238"/>
                  <a:pt x="30" y="240"/>
                  <a:pt x="30" y="241"/>
                </a:cubicBezTo>
                <a:cubicBezTo>
                  <a:pt x="29" y="241"/>
                  <a:pt x="30" y="241"/>
                  <a:pt x="31" y="241"/>
                </a:cubicBezTo>
                <a:cubicBezTo>
                  <a:pt x="31" y="242"/>
                  <a:pt x="33" y="242"/>
                  <a:pt x="33" y="242"/>
                </a:cubicBezTo>
                <a:cubicBezTo>
                  <a:pt x="34" y="242"/>
                  <a:pt x="35" y="243"/>
                  <a:pt x="35" y="243"/>
                </a:cubicBezTo>
                <a:cubicBezTo>
                  <a:pt x="35" y="243"/>
                  <a:pt x="38" y="242"/>
                  <a:pt x="38" y="242"/>
                </a:cubicBezTo>
                <a:cubicBezTo>
                  <a:pt x="38" y="242"/>
                  <a:pt x="41" y="241"/>
                  <a:pt x="41" y="241"/>
                </a:cubicBezTo>
                <a:cubicBezTo>
                  <a:pt x="42" y="241"/>
                  <a:pt x="42" y="241"/>
                  <a:pt x="42" y="241"/>
                </a:cubicBezTo>
                <a:cubicBezTo>
                  <a:pt x="45" y="238"/>
                  <a:pt x="45" y="238"/>
                  <a:pt x="45" y="238"/>
                </a:cubicBezTo>
                <a:cubicBezTo>
                  <a:pt x="45" y="235"/>
                  <a:pt x="45" y="235"/>
                  <a:pt x="45" y="235"/>
                </a:cubicBezTo>
                <a:cubicBezTo>
                  <a:pt x="50" y="233"/>
                  <a:pt x="50" y="233"/>
                  <a:pt x="50" y="233"/>
                </a:cubicBezTo>
                <a:cubicBezTo>
                  <a:pt x="50" y="230"/>
                  <a:pt x="50" y="230"/>
                  <a:pt x="50" y="230"/>
                </a:cubicBezTo>
                <a:cubicBezTo>
                  <a:pt x="50" y="230"/>
                  <a:pt x="54" y="229"/>
                  <a:pt x="54" y="229"/>
                </a:cubicBezTo>
                <a:cubicBezTo>
                  <a:pt x="55" y="229"/>
                  <a:pt x="57" y="228"/>
                  <a:pt x="57" y="228"/>
                </a:cubicBezTo>
                <a:cubicBezTo>
                  <a:pt x="57" y="228"/>
                  <a:pt x="58" y="225"/>
                  <a:pt x="58" y="225"/>
                </a:cubicBezTo>
                <a:cubicBezTo>
                  <a:pt x="58" y="225"/>
                  <a:pt x="59" y="221"/>
                  <a:pt x="59" y="221"/>
                </a:cubicBezTo>
                <a:cubicBezTo>
                  <a:pt x="62" y="222"/>
                  <a:pt x="62" y="222"/>
                  <a:pt x="62" y="222"/>
                </a:cubicBezTo>
                <a:cubicBezTo>
                  <a:pt x="62" y="222"/>
                  <a:pt x="62" y="224"/>
                  <a:pt x="62" y="225"/>
                </a:cubicBezTo>
                <a:cubicBezTo>
                  <a:pt x="63" y="225"/>
                  <a:pt x="64" y="224"/>
                  <a:pt x="65" y="225"/>
                </a:cubicBezTo>
                <a:cubicBezTo>
                  <a:pt x="65" y="225"/>
                  <a:pt x="67" y="227"/>
                  <a:pt x="67" y="227"/>
                </a:cubicBezTo>
                <a:cubicBezTo>
                  <a:pt x="67" y="227"/>
                  <a:pt x="83" y="228"/>
                  <a:pt x="83" y="228"/>
                </a:cubicBezTo>
                <a:cubicBezTo>
                  <a:pt x="83" y="228"/>
                  <a:pt x="84" y="229"/>
                  <a:pt x="85" y="229"/>
                </a:cubicBezTo>
                <a:cubicBezTo>
                  <a:pt x="85" y="229"/>
                  <a:pt x="88" y="230"/>
                  <a:pt x="88" y="230"/>
                </a:cubicBezTo>
                <a:cubicBezTo>
                  <a:pt x="89" y="230"/>
                  <a:pt x="89" y="231"/>
                  <a:pt x="89" y="232"/>
                </a:cubicBezTo>
                <a:cubicBezTo>
                  <a:pt x="89" y="232"/>
                  <a:pt x="88" y="233"/>
                  <a:pt x="88" y="233"/>
                </a:cubicBezTo>
                <a:cubicBezTo>
                  <a:pt x="89" y="233"/>
                  <a:pt x="90" y="235"/>
                  <a:pt x="90" y="236"/>
                </a:cubicBezTo>
                <a:cubicBezTo>
                  <a:pt x="90" y="236"/>
                  <a:pt x="91" y="237"/>
                  <a:pt x="91" y="238"/>
                </a:cubicBezTo>
                <a:cubicBezTo>
                  <a:pt x="91" y="238"/>
                  <a:pt x="93" y="242"/>
                  <a:pt x="93" y="242"/>
                </a:cubicBezTo>
                <a:cubicBezTo>
                  <a:pt x="93" y="242"/>
                  <a:pt x="93" y="238"/>
                  <a:pt x="93" y="238"/>
                </a:cubicBezTo>
                <a:cubicBezTo>
                  <a:pt x="94" y="237"/>
                  <a:pt x="95" y="234"/>
                  <a:pt x="95" y="234"/>
                </a:cubicBezTo>
                <a:cubicBezTo>
                  <a:pt x="96" y="233"/>
                  <a:pt x="99" y="226"/>
                  <a:pt x="99" y="226"/>
                </a:cubicBezTo>
                <a:cubicBezTo>
                  <a:pt x="102" y="226"/>
                  <a:pt x="102" y="226"/>
                  <a:pt x="102" y="226"/>
                </a:cubicBezTo>
                <a:cubicBezTo>
                  <a:pt x="104" y="227"/>
                  <a:pt x="104" y="227"/>
                  <a:pt x="104" y="227"/>
                </a:cubicBezTo>
                <a:cubicBezTo>
                  <a:pt x="104" y="227"/>
                  <a:pt x="111" y="226"/>
                  <a:pt x="111" y="226"/>
                </a:cubicBezTo>
                <a:cubicBezTo>
                  <a:pt x="112" y="226"/>
                  <a:pt x="119" y="225"/>
                  <a:pt x="119" y="225"/>
                </a:cubicBezTo>
                <a:cubicBezTo>
                  <a:pt x="119" y="229"/>
                  <a:pt x="119" y="229"/>
                  <a:pt x="119" y="229"/>
                </a:cubicBezTo>
                <a:cubicBezTo>
                  <a:pt x="122" y="230"/>
                  <a:pt x="122" y="230"/>
                  <a:pt x="122" y="230"/>
                </a:cubicBezTo>
                <a:cubicBezTo>
                  <a:pt x="129" y="208"/>
                  <a:pt x="129" y="208"/>
                  <a:pt x="129" y="208"/>
                </a:cubicBezTo>
                <a:cubicBezTo>
                  <a:pt x="129" y="198"/>
                  <a:pt x="129" y="198"/>
                  <a:pt x="129" y="198"/>
                </a:cubicBezTo>
                <a:cubicBezTo>
                  <a:pt x="135" y="189"/>
                  <a:pt x="135" y="189"/>
                  <a:pt x="135" y="189"/>
                </a:cubicBezTo>
                <a:cubicBezTo>
                  <a:pt x="138" y="181"/>
                  <a:pt x="138" y="181"/>
                  <a:pt x="138" y="181"/>
                </a:cubicBezTo>
                <a:cubicBezTo>
                  <a:pt x="169" y="175"/>
                  <a:pt x="169" y="175"/>
                  <a:pt x="169" y="175"/>
                </a:cubicBezTo>
                <a:cubicBezTo>
                  <a:pt x="185" y="175"/>
                  <a:pt x="185" y="175"/>
                  <a:pt x="185" y="175"/>
                </a:cubicBezTo>
                <a:cubicBezTo>
                  <a:pt x="200" y="184"/>
                  <a:pt x="200" y="184"/>
                  <a:pt x="200" y="184"/>
                </a:cubicBezTo>
                <a:cubicBezTo>
                  <a:pt x="200" y="184"/>
                  <a:pt x="200" y="185"/>
                  <a:pt x="200" y="185"/>
                </a:cubicBezTo>
                <a:cubicBezTo>
                  <a:pt x="200" y="186"/>
                  <a:pt x="200" y="186"/>
                  <a:pt x="200" y="187"/>
                </a:cubicBezTo>
                <a:cubicBezTo>
                  <a:pt x="200" y="187"/>
                  <a:pt x="200" y="188"/>
                  <a:pt x="200" y="188"/>
                </a:cubicBezTo>
                <a:cubicBezTo>
                  <a:pt x="200" y="188"/>
                  <a:pt x="201" y="190"/>
                  <a:pt x="201" y="190"/>
                </a:cubicBezTo>
                <a:cubicBezTo>
                  <a:pt x="206" y="187"/>
                  <a:pt x="206" y="187"/>
                  <a:pt x="206" y="187"/>
                </a:cubicBezTo>
                <a:lnTo>
                  <a:pt x="202" y="183"/>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2081" name="Freeform 20"/>
          <p:cNvSpPr>
            <a:spLocks noEditPoints="1"/>
          </p:cNvSpPr>
          <p:nvPr/>
        </p:nvSpPr>
        <p:spPr bwMode="auto">
          <a:xfrm>
            <a:off x="8304213" y="3481388"/>
            <a:ext cx="1328737" cy="2933700"/>
          </a:xfrm>
          <a:custGeom>
            <a:avLst/>
            <a:gdLst>
              <a:gd name="T0" fmla="*/ 365498 w 349"/>
              <a:gd name="T1" fmla="*/ 2910840 h 770"/>
              <a:gd name="T2" fmla="*/ 434029 w 349"/>
              <a:gd name="T3" fmla="*/ 2830830 h 770"/>
              <a:gd name="T4" fmla="*/ 612970 w 349"/>
              <a:gd name="T5" fmla="*/ 2903220 h 770"/>
              <a:gd name="T6" fmla="*/ 593934 w 349"/>
              <a:gd name="T7" fmla="*/ 2914650 h 770"/>
              <a:gd name="T8" fmla="*/ 624392 w 349"/>
              <a:gd name="T9" fmla="*/ 2910840 h 770"/>
              <a:gd name="T10" fmla="*/ 647236 w 349"/>
              <a:gd name="T11" fmla="*/ 2903220 h 770"/>
              <a:gd name="T12" fmla="*/ 1279242 w 349"/>
              <a:gd name="T13" fmla="*/ 281940 h 770"/>
              <a:gd name="T14" fmla="*/ 1229748 w 349"/>
              <a:gd name="T15" fmla="*/ 373380 h 770"/>
              <a:gd name="T16" fmla="*/ 1123144 w 349"/>
              <a:gd name="T17" fmla="*/ 422910 h 770"/>
              <a:gd name="T18" fmla="*/ 1016541 w 349"/>
              <a:gd name="T19" fmla="*/ 369570 h 770"/>
              <a:gd name="T20" fmla="*/ 1024155 w 349"/>
              <a:gd name="T21" fmla="*/ 232410 h 770"/>
              <a:gd name="T22" fmla="*/ 753839 w 349"/>
              <a:gd name="T23" fmla="*/ 64770 h 770"/>
              <a:gd name="T24" fmla="*/ 601549 w 349"/>
              <a:gd name="T25" fmla="*/ 41910 h 770"/>
              <a:gd name="T26" fmla="*/ 434029 w 349"/>
              <a:gd name="T27" fmla="*/ 64770 h 770"/>
              <a:gd name="T28" fmla="*/ 342654 w 349"/>
              <a:gd name="T29" fmla="*/ 247650 h 770"/>
              <a:gd name="T30" fmla="*/ 316003 w 349"/>
              <a:gd name="T31" fmla="*/ 407670 h 770"/>
              <a:gd name="T32" fmla="*/ 247473 w 349"/>
              <a:gd name="T33" fmla="*/ 544830 h 770"/>
              <a:gd name="T34" fmla="*/ 217014 w 349"/>
              <a:gd name="T35" fmla="*/ 697230 h 770"/>
              <a:gd name="T36" fmla="*/ 213207 w 349"/>
              <a:gd name="T37" fmla="*/ 788670 h 770"/>
              <a:gd name="T38" fmla="*/ 247473 w 349"/>
              <a:gd name="T39" fmla="*/ 933450 h 770"/>
              <a:gd name="T40" fmla="*/ 209400 w 349"/>
              <a:gd name="T41" fmla="*/ 1059180 h 770"/>
              <a:gd name="T42" fmla="*/ 175134 w 349"/>
              <a:gd name="T43" fmla="*/ 1131570 h 770"/>
              <a:gd name="T44" fmla="*/ 159905 w 349"/>
              <a:gd name="T45" fmla="*/ 1207770 h 770"/>
              <a:gd name="T46" fmla="*/ 175134 w 349"/>
              <a:gd name="T47" fmla="*/ 1322070 h 770"/>
              <a:gd name="T48" fmla="*/ 114218 w 349"/>
              <a:gd name="T49" fmla="*/ 1447800 h 770"/>
              <a:gd name="T50" fmla="*/ 110411 w 349"/>
              <a:gd name="T51" fmla="*/ 1543050 h 770"/>
              <a:gd name="T52" fmla="*/ 95182 w 349"/>
              <a:gd name="T53" fmla="*/ 1642110 h 770"/>
              <a:gd name="T54" fmla="*/ 121833 w 349"/>
              <a:gd name="T55" fmla="*/ 1756410 h 770"/>
              <a:gd name="T56" fmla="*/ 152291 w 349"/>
              <a:gd name="T57" fmla="*/ 1847850 h 770"/>
              <a:gd name="T58" fmla="*/ 140869 w 349"/>
              <a:gd name="T59" fmla="*/ 1920240 h 770"/>
              <a:gd name="T60" fmla="*/ 118025 w 349"/>
              <a:gd name="T61" fmla="*/ 2015490 h 770"/>
              <a:gd name="T62" fmla="*/ 79953 w 349"/>
              <a:gd name="T63" fmla="*/ 2122170 h 770"/>
              <a:gd name="T64" fmla="*/ 76145 w 349"/>
              <a:gd name="T65" fmla="*/ 2209800 h 770"/>
              <a:gd name="T66" fmla="*/ 3807 w 349"/>
              <a:gd name="T67" fmla="*/ 2396490 h 770"/>
              <a:gd name="T68" fmla="*/ 72338 w 349"/>
              <a:gd name="T69" fmla="*/ 2442210 h 770"/>
              <a:gd name="T70" fmla="*/ 79953 w 349"/>
              <a:gd name="T71" fmla="*/ 2522220 h 770"/>
              <a:gd name="T72" fmla="*/ 251280 w 349"/>
              <a:gd name="T73" fmla="*/ 2598420 h 770"/>
              <a:gd name="T74" fmla="*/ 274123 w 349"/>
              <a:gd name="T75" fmla="*/ 2545080 h 770"/>
              <a:gd name="T76" fmla="*/ 316003 w 349"/>
              <a:gd name="T77" fmla="*/ 2411730 h 770"/>
              <a:gd name="T78" fmla="*/ 392149 w 349"/>
              <a:gd name="T79" fmla="*/ 2339340 h 770"/>
              <a:gd name="T80" fmla="*/ 414992 w 349"/>
              <a:gd name="T81" fmla="*/ 2266950 h 770"/>
              <a:gd name="T82" fmla="*/ 506367 w 349"/>
              <a:gd name="T83" fmla="*/ 2186940 h 770"/>
              <a:gd name="T84" fmla="*/ 422607 w 349"/>
              <a:gd name="T85" fmla="*/ 2045970 h 770"/>
              <a:gd name="T86" fmla="*/ 468294 w 349"/>
              <a:gd name="T87" fmla="*/ 1908810 h 770"/>
              <a:gd name="T88" fmla="*/ 525403 w 349"/>
              <a:gd name="T89" fmla="*/ 1870710 h 770"/>
              <a:gd name="T90" fmla="*/ 548247 w 349"/>
              <a:gd name="T91" fmla="*/ 1760220 h 770"/>
              <a:gd name="T92" fmla="*/ 571090 w 349"/>
              <a:gd name="T93" fmla="*/ 1668780 h 770"/>
              <a:gd name="T94" fmla="*/ 654850 w 349"/>
              <a:gd name="T95" fmla="*/ 1680210 h 770"/>
              <a:gd name="T96" fmla="*/ 632007 w 349"/>
              <a:gd name="T97" fmla="*/ 1645920 h 770"/>
              <a:gd name="T98" fmla="*/ 563476 w 349"/>
              <a:gd name="T99" fmla="*/ 1508760 h 770"/>
              <a:gd name="T100" fmla="*/ 742418 w 349"/>
              <a:gd name="T101" fmla="*/ 1489710 h 770"/>
              <a:gd name="T102" fmla="*/ 757647 w 349"/>
              <a:gd name="T103" fmla="*/ 1375410 h 770"/>
              <a:gd name="T104" fmla="*/ 967046 w 349"/>
              <a:gd name="T105" fmla="*/ 1318260 h 770"/>
              <a:gd name="T106" fmla="*/ 1081264 w 349"/>
              <a:gd name="T107" fmla="*/ 1078230 h 770"/>
              <a:gd name="T108" fmla="*/ 1008926 w 349"/>
              <a:gd name="T109" fmla="*/ 872490 h 770"/>
              <a:gd name="T110" fmla="*/ 1027963 w 349"/>
              <a:gd name="T111" fmla="*/ 769620 h 770"/>
              <a:gd name="T112" fmla="*/ 1046999 w 349"/>
              <a:gd name="T113" fmla="*/ 666750 h 770"/>
              <a:gd name="T114" fmla="*/ 1142181 w 349"/>
              <a:gd name="T115" fmla="*/ 544830 h 770"/>
              <a:gd name="T116" fmla="*/ 1214519 w 349"/>
              <a:gd name="T117" fmla="*/ 457200 h 770"/>
              <a:gd name="T118" fmla="*/ 1290664 w 349"/>
              <a:gd name="T119" fmla="*/ 407670 h 7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9" h="770">
                <a:moveTo>
                  <a:pt x="147" y="760"/>
                </a:moveTo>
                <a:cubicBezTo>
                  <a:pt x="147" y="760"/>
                  <a:pt x="146" y="763"/>
                  <a:pt x="146" y="764"/>
                </a:cubicBezTo>
                <a:cubicBezTo>
                  <a:pt x="146" y="765"/>
                  <a:pt x="144" y="766"/>
                  <a:pt x="143" y="767"/>
                </a:cubicBezTo>
                <a:cubicBezTo>
                  <a:pt x="142" y="767"/>
                  <a:pt x="140" y="767"/>
                  <a:pt x="140" y="768"/>
                </a:cubicBezTo>
                <a:cubicBezTo>
                  <a:pt x="139" y="768"/>
                  <a:pt x="138" y="768"/>
                  <a:pt x="138" y="768"/>
                </a:cubicBezTo>
                <a:cubicBezTo>
                  <a:pt x="137" y="767"/>
                  <a:pt x="137" y="766"/>
                  <a:pt x="135" y="767"/>
                </a:cubicBezTo>
                <a:cubicBezTo>
                  <a:pt x="134" y="767"/>
                  <a:pt x="133" y="767"/>
                  <a:pt x="132" y="768"/>
                </a:cubicBezTo>
                <a:cubicBezTo>
                  <a:pt x="132" y="768"/>
                  <a:pt x="130" y="768"/>
                  <a:pt x="129" y="769"/>
                </a:cubicBezTo>
                <a:cubicBezTo>
                  <a:pt x="127" y="769"/>
                  <a:pt x="126" y="769"/>
                  <a:pt x="125" y="770"/>
                </a:cubicBezTo>
                <a:cubicBezTo>
                  <a:pt x="124" y="770"/>
                  <a:pt x="122" y="770"/>
                  <a:pt x="122" y="770"/>
                </a:cubicBezTo>
                <a:cubicBezTo>
                  <a:pt x="122" y="770"/>
                  <a:pt x="119" y="769"/>
                  <a:pt x="118" y="768"/>
                </a:cubicBezTo>
                <a:cubicBezTo>
                  <a:pt x="118" y="768"/>
                  <a:pt x="116" y="767"/>
                  <a:pt x="115" y="767"/>
                </a:cubicBezTo>
                <a:cubicBezTo>
                  <a:pt x="114" y="766"/>
                  <a:pt x="112" y="765"/>
                  <a:pt x="111" y="765"/>
                </a:cubicBezTo>
                <a:cubicBezTo>
                  <a:pt x="110" y="766"/>
                  <a:pt x="108" y="766"/>
                  <a:pt x="107" y="766"/>
                </a:cubicBezTo>
                <a:cubicBezTo>
                  <a:pt x="107" y="766"/>
                  <a:pt x="104" y="765"/>
                  <a:pt x="103" y="765"/>
                </a:cubicBezTo>
                <a:cubicBezTo>
                  <a:pt x="101" y="765"/>
                  <a:pt x="97" y="764"/>
                  <a:pt x="96" y="764"/>
                </a:cubicBezTo>
                <a:cubicBezTo>
                  <a:pt x="95" y="764"/>
                  <a:pt x="94" y="763"/>
                  <a:pt x="92" y="763"/>
                </a:cubicBezTo>
                <a:cubicBezTo>
                  <a:pt x="91" y="763"/>
                  <a:pt x="89" y="764"/>
                  <a:pt x="88" y="764"/>
                </a:cubicBezTo>
                <a:cubicBezTo>
                  <a:pt x="88" y="765"/>
                  <a:pt x="87" y="765"/>
                  <a:pt x="86" y="765"/>
                </a:cubicBezTo>
                <a:cubicBezTo>
                  <a:pt x="86" y="699"/>
                  <a:pt x="86" y="699"/>
                  <a:pt x="86" y="699"/>
                </a:cubicBezTo>
                <a:cubicBezTo>
                  <a:pt x="88" y="701"/>
                  <a:pt x="92" y="709"/>
                  <a:pt x="92" y="709"/>
                </a:cubicBezTo>
                <a:cubicBezTo>
                  <a:pt x="92" y="709"/>
                  <a:pt x="90" y="711"/>
                  <a:pt x="89" y="712"/>
                </a:cubicBezTo>
                <a:cubicBezTo>
                  <a:pt x="89" y="713"/>
                  <a:pt x="88" y="715"/>
                  <a:pt x="88" y="716"/>
                </a:cubicBezTo>
                <a:cubicBezTo>
                  <a:pt x="88" y="716"/>
                  <a:pt x="90" y="719"/>
                  <a:pt x="91" y="719"/>
                </a:cubicBezTo>
                <a:cubicBezTo>
                  <a:pt x="92" y="719"/>
                  <a:pt x="95" y="719"/>
                  <a:pt x="96" y="719"/>
                </a:cubicBezTo>
                <a:cubicBezTo>
                  <a:pt x="96" y="720"/>
                  <a:pt x="96" y="721"/>
                  <a:pt x="96" y="722"/>
                </a:cubicBezTo>
                <a:cubicBezTo>
                  <a:pt x="96" y="723"/>
                  <a:pt x="98" y="728"/>
                  <a:pt x="99" y="728"/>
                </a:cubicBezTo>
                <a:cubicBezTo>
                  <a:pt x="100" y="729"/>
                  <a:pt x="102" y="732"/>
                  <a:pt x="103" y="732"/>
                </a:cubicBezTo>
                <a:cubicBezTo>
                  <a:pt x="104" y="733"/>
                  <a:pt x="105" y="734"/>
                  <a:pt x="105" y="734"/>
                </a:cubicBezTo>
                <a:cubicBezTo>
                  <a:pt x="105" y="736"/>
                  <a:pt x="105" y="736"/>
                  <a:pt x="105" y="736"/>
                </a:cubicBezTo>
                <a:cubicBezTo>
                  <a:pt x="105" y="736"/>
                  <a:pt x="109" y="740"/>
                  <a:pt x="110" y="741"/>
                </a:cubicBezTo>
                <a:cubicBezTo>
                  <a:pt x="112" y="742"/>
                  <a:pt x="113" y="743"/>
                  <a:pt x="114" y="743"/>
                </a:cubicBezTo>
                <a:cubicBezTo>
                  <a:pt x="115" y="744"/>
                  <a:pt x="117" y="745"/>
                  <a:pt x="117" y="745"/>
                </a:cubicBezTo>
                <a:cubicBezTo>
                  <a:pt x="118" y="746"/>
                  <a:pt x="118" y="746"/>
                  <a:pt x="119" y="747"/>
                </a:cubicBezTo>
                <a:cubicBezTo>
                  <a:pt x="120" y="748"/>
                  <a:pt x="122" y="751"/>
                  <a:pt x="122" y="751"/>
                </a:cubicBezTo>
                <a:cubicBezTo>
                  <a:pt x="123" y="752"/>
                  <a:pt x="124" y="753"/>
                  <a:pt x="125" y="754"/>
                </a:cubicBezTo>
                <a:cubicBezTo>
                  <a:pt x="126" y="754"/>
                  <a:pt x="130" y="756"/>
                  <a:pt x="132" y="757"/>
                </a:cubicBezTo>
                <a:cubicBezTo>
                  <a:pt x="133" y="758"/>
                  <a:pt x="135" y="759"/>
                  <a:pt x="137" y="759"/>
                </a:cubicBezTo>
                <a:cubicBezTo>
                  <a:pt x="138" y="759"/>
                  <a:pt x="141" y="758"/>
                  <a:pt x="142" y="758"/>
                </a:cubicBezTo>
                <a:cubicBezTo>
                  <a:pt x="143" y="758"/>
                  <a:pt x="144" y="758"/>
                  <a:pt x="145" y="758"/>
                </a:cubicBezTo>
                <a:cubicBezTo>
                  <a:pt x="146" y="758"/>
                  <a:pt x="147" y="759"/>
                  <a:pt x="147" y="760"/>
                </a:cubicBezTo>
                <a:close/>
                <a:moveTo>
                  <a:pt x="170" y="761"/>
                </a:moveTo>
                <a:cubicBezTo>
                  <a:pt x="170" y="761"/>
                  <a:pt x="169" y="761"/>
                  <a:pt x="169" y="761"/>
                </a:cubicBezTo>
                <a:cubicBezTo>
                  <a:pt x="167" y="761"/>
                  <a:pt x="166" y="761"/>
                  <a:pt x="164" y="761"/>
                </a:cubicBezTo>
                <a:cubicBezTo>
                  <a:pt x="163" y="761"/>
                  <a:pt x="163" y="761"/>
                  <a:pt x="162" y="761"/>
                </a:cubicBezTo>
                <a:cubicBezTo>
                  <a:pt x="162" y="761"/>
                  <a:pt x="162" y="761"/>
                  <a:pt x="161" y="761"/>
                </a:cubicBezTo>
                <a:cubicBezTo>
                  <a:pt x="161" y="762"/>
                  <a:pt x="161" y="762"/>
                  <a:pt x="161" y="762"/>
                </a:cubicBezTo>
                <a:cubicBezTo>
                  <a:pt x="161" y="762"/>
                  <a:pt x="161" y="762"/>
                  <a:pt x="161" y="762"/>
                </a:cubicBezTo>
                <a:cubicBezTo>
                  <a:pt x="161" y="762"/>
                  <a:pt x="161" y="762"/>
                  <a:pt x="161" y="762"/>
                </a:cubicBezTo>
                <a:cubicBezTo>
                  <a:pt x="160" y="762"/>
                  <a:pt x="160" y="762"/>
                  <a:pt x="160" y="762"/>
                </a:cubicBezTo>
                <a:cubicBezTo>
                  <a:pt x="160" y="762"/>
                  <a:pt x="160" y="762"/>
                  <a:pt x="160" y="762"/>
                </a:cubicBezTo>
                <a:cubicBezTo>
                  <a:pt x="159" y="762"/>
                  <a:pt x="159" y="762"/>
                  <a:pt x="159" y="761"/>
                </a:cubicBezTo>
                <a:cubicBezTo>
                  <a:pt x="159" y="761"/>
                  <a:pt x="158" y="761"/>
                  <a:pt x="158" y="761"/>
                </a:cubicBezTo>
                <a:cubicBezTo>
                  <a:pt x="158" y="762"/>
                  <a:pt x="158" y="762"/>
                  <a:pt x="158" y="762"/>
                </a:cubicBezTo>
                <a:cubicBezTo>
                  <a:pt x="158" y="762"/>
                  <a:pt x="158" y="763"/>
                  <a:pt x="158" y="763"/>
                </a:cubicBezTo>
                <a:cubicBezTo>
                  <a:pt x="158" y="763"/>
                  <a:pt x="157" y="763"/>
                  <a:pt x="157" y="763"/>
                </a:cubicBezTo>
                <a:cubicBezTo>
                  <a:pt x="157" y="763"/>
                  <a:pt x="156" y="763"/>
                  <a:pt x="156" y="763"/>
                </a:cubicBezTo>
                <a:cubicBezTo>
                  <a:pt x="156" y="763"/>
                  <a:pt x="156" y="763"/>
                  <a:pt x="155" y="764"/>
                </a:cubicBezTo>
                <a:cubicBezTo>
                  <a:pt x="155" y="764"/>
                  <a:pt x="155" y="764"/>
                  <a:pt x="155" y="764"/>
                </a:cubicBezTo>
                <a:cubicBezTo>
                  <a:pt x="155" y="764"/>
                  <a:pt x="154" y="764"/>
                  <a:pt x="154" y="764"/>
                </a:cubicBezTo>
                <a:cubicBezTo>
                  <a:pt x="154" y="765"/>
                  <a:pt x="155" y="765"/>
                  <a:pt x="155" y="765"/>
                </a:cubicBezTo>
                <a:cubicBezTo>
                  <a:pt x="155" y="765"/>
                  <a:pt x="156" y="765"/>
                  <a:pt x="156" y="765"/>
                </a:cubicBezTo>
                <a:cubicBezTo>
                  <a:pt x="156" y="765"/>
                  <a:pt x="156" y="765"/>
                  <a:pt x="156" y="765"/>
                </a:cubicBezTo>
                <a:cubicBezTo>
                  <a:pt x="156" y="765"/>
                  <a:pt x="156" y="765"/>
                  <a:pt x="156" y="765"/>
                </a:cubicBezTo>
                <a:cubicBezTo>
                  <a:pt x="156" y="766"/>
                  <a:pt x="156" y="766"/>
                  <a:pt x="156" y="766"/>
                </a:cubicBezTo>
                <a:cubicBezTo>
                  <a:pt x="157" y="766"/>
                  <a:pt x="157" y="766"/>
                  <a:pt x="158" y="766"/>
                </a:cubicBezTo>
                <a:cubicBezTo>
                  <a:pt x="158" y="766"/>
                  <a:pt x="158" y="766"/>
                  <a:pt x="158" y="766"/>
                </a:cubicBezTo>
                <a:cubicBezTo>
                  <a:pt x="158" y="766"/>
                  <a:pt x="158" y="765"/>
                  <a:pt x="158" y="765"/>
                </a:cubicBezTo>
                <a:cubicBezTo>
                  <a:pt x="158" y="765"/>
                  <a:pt x="158" y="765"/>
                  <a:pt x="159" y="765"/>
                </a:cubicBezTo>
                <a:cubicBezTo>
                  <a:pt x="159" y="765"/>
                  <a:pt x="159" y="765"/>
                  <a:pt x="160" y="765"/>
                </a:cubicBezTo>
                <a:cubicBezTo>
                  <a:pt x="160" y="765"/>
                  <a:pt x="160" y="765"/>
                  <a:pt x="161" y="764"/>
                </a:cubicBezTo>
                <a:cubicBezTo>
                  <a:pt x="161" y="764"/>
                  <a:pt x="161" y="764"/>
                  <a:pt x="161" y="764"/>
                </a:cubicBezTo>
                <a:cubicBezTo>
                  <a:pt x="161" y="764"/>
                  <a:pt x="162" y="764"/>
                  <a:pt x="162" y="764"/>
                </a:cubicBezTo>
                <a:cubicBezTo>
                  <a:pt x="162" y="764"/>
                  <a:pt x="162" y="764"/>
                  <a:pt x="162" y="764"/>
                </a:cubicBezTo>
                <a:cubicBezTo>
                  <a:pt x="162" y="764"/>
                  <a:pt x="162" y="764"/>
                  <a:pt x="162" y="763"/>
                </a:cubicBezTo>
                <a:cubicBezTo>
                  <a:pt x="162" y="763"/>
                  <a:pt x="162" y="763"/>
                  <a:pt x="163" y="763"/>
                </a:cubicBezTo>
                <a:cubicBezTo>
                  <a:pt x="163" y="762"/>
                  <a:pt x="163" y="763"/>
                  <a:pt x="163" y="763"/>
                </a:cubicBezTo>
                <a:cubicBezTo>
                  <a:pt x="163" y="763"/>
                  <a:pt x="163" y="763"/>
                  <a:pt x="163" y="763"/>
                </a:cubicBezTo>
                <a:cubicBezTo>
                  <a:pt x="163" y="763"/>
                  <a:pt x="163" y="763"/>
                  <a:pt x="163" y="763"/>
                </a:cubicBezTo>
                <a:cubicBezTo>
                  <a:pt x="164" y="764"/>
                  <a:pt x="164" y="764"/>
                  <a:pt x="164" y="764"/>
                </a:cubicBezTo>
                <a:cubicBezTo>
                  <a:pt x="164" y="764"/>
                  <a:pt x="165" y="764"/>
                  <a:pt x="165" y="764"/>
                </a:cubicBezTo>
                <a:cubicBezTo>
                  <a:pt x="165" y="764"/>
                  <a:pt x="165" y="764"/>
                  <a:pt x="165" y="764"/>
                </a:cubicBezTo>
                <a:cubicBezTo>
                  <a:pt x="166" y="763"/>
                  <a:pt x="166" y="763"/>
                  <a:pt x="166" y="763"/>
                </a:cubicBezTo>
                <a:cubicBezTo>
                  <a:pt x="166" y="763"/>
                  <a:pt x="166" y="763"/>
                  <a:pt x="166" y="763"/>
                </a:cubicBezTo>
                <a:cubicBezTo>
                  <a:pt x="166" y="763"/>
                  <a:pt x="167" y="763"/>
                  <a:pt x="167" y="763"/>
                </a:cubicBezTo>
                <a:cubicBezTo>
                  <a:pt x="167" y="763"/>
                  <a:pt x="167" y="762"/>
                  <a:pt x="167" y="762"/>
                </a:cubicBezTo>
                <a:cubicBezTo>
                  <a:pt x="167" y="762"/>
                  <a:pt x="168" y="762"/>
                  <a:pt x="168" y="762"/>
                </a:cubicBezTo>
                <a:cubicBezTo>
                  <a:pt x="168" y="762"/>
                  <a:pt x="168" y="762"/>
                  <a:pt x="168" y="762"/>
                </a:cubicBezTo>
                <a:cubicBezTo>
                  <a:pt x="168" y="762"/>
                  <a:pt x="168" y="763"/>
                  <a:pt x="168" y="763"/>
                </a:cubicBezTo>
                <a:cubicBezTo>
                  <a:pt x="168" y="763"/>
                  <a:pt x="168" y="763"/>
                  <a:pt x="169" y="763"/>
                </a:cubicBezTo>
                <a:cubicBezTo>
                  <a:pt x="169" y="763"/>
                  <a:pt x="169" y="763"/>
                  <a:pt x="169" y="763"/>
                </a:cubicBezTo>
                <a:cubicBezTo>
                  <a:pt x="169" y="764"/>
                  <a:pt x="169" y="763"/>
                  <a:pt x="169" y="763"/>
                </a:cubicBezTo>
                <a:cubicBezTo>
                  <a:pt x="169" y="763"/>
                  <a:pt x="170" y="763"/>
                  <a:pt x="170" y="763"/>
                </a:cubicBezTo>
                <a:cubicBezTo>
                  <a:pt x="170" y="763"/>
                  <a:pt x="170" y="763"/>
                  <a:pt x="170" y="763"/>
                </a:cubicBezTo>
                <a:cubicBezTo>
                  <a:pt x="170" y="763"/>
                  <a:pt x="170" y="762"/>
                  <a:pt x="170" y="762"/>
                </a:cubicBezTo>
                <a:cubicBezTo>
                  <a:pt x="170" y="762"/>
                  <a:pt x="170" y="762"/>
                  <a:pt x="170" y="762"/>
                </a:cubicBezTo>
                <a:cubicBezTo>
                  <a:pt x="170" y="761"/>
                  <a:pt x="170" y="761"/>
                  <a:pt x="170" y="761"/>
                </a:cubicBezTo>
                <a:close/>
                <a:moveTo>
                  <a:pt x="348" y="92"/>
                </a:moveTo>
                <a:cubicBezTo>
                  <a:pt x="348" y="92"/>
                  <a:pt x="348" y="90"/>
                  <a:pt x="348" y="90"/>
                </a:cubicBezTo>
                <a:cubicBezTo>
                  <a:pt x="348" y="89"/>
                  <a:pt x="348" y="89"/>
                  <a:pt x="349" y="88"/>
                </a:cubicBezTo>
                <a:cubicBezTo>
                  <a:pt x="349" y="88"/>
                  <a:pt x="349" y="86"/>
                  <a:pt x="349" y="86"/>
                </a:cubicBezTo>
                <a:cubicBezTo>
                  <a:pt x="349" y="86"/>
                  <a:pt x="347" y="84"/>
                  <a:pt x="347" y="84"/>
                </a:cubicBezTo>
                <a:cubicBezTo>
                  <a:pt x="347" y="83"/>
                  <a:pt x="346" y="82"/>
                  <a:pt x="346" y="82"/>
                </a:cubicBezTo>
                <a:cubicBezTo>
                  <a:pt x="345" y="81"/>
                  <a:pt x="345" y="80"/>
                  <a:pt x="345" y="79"/>
                </a:cubicBezTo>
                <a:cubicBezTo>
                  <a:pt x="345" y="79"/>
                  <a:pt x="345" y="76"/>
                  <a:pt x="345" y="76"/>
                </a:cubicBezTo>
                <a:cubicBezTo>
                  <a:pt x="345" y="75"/>
                  <a:pt x="344" y="74"/>
                  <a:pt x="344" y="74"/>
                </a:cubicBezTo>
                <a:cubicBezTo>
                  <a:pt x="344" y="74"/>
                  <a:pt x="343" y="74"/>
                  <a:pt x="343" y="74"/>
                </a:cubicBezTo>
                <a:cubicBezTo>
                  <a:pt x="342" y="74"/>
                  <a:pt x="341" y="73"/>
                  <a:pt x="341" y="73"/>
                </a:cubicBezTo>
                <a:cubicBezTo>
                  <a:pt x="341" y="73"/>
                  <a:pt x="341" y="71"/>
                  <a:pt x="340" y="71"/>
                </a:cubicBezTo>
                <a:cubicBezTo>
                  <a:pt x="340" y="71"/>
                  <a:pt x="340" y="72"/>
                  <a:pt x="340" y="73"/>
                </a:cubicBezTo>
                <a:cubicBezTo>
                  <a:pt x="339" y="73"/>
                  <a:pt x="339" y="74"/>
                  <a:pt x="339" y="74"/>
                </a:cubicBezTo>
                <a:cubicBezTo>
                  <a:pt x="336" y="74"/>
                  <a:pt x="336" y="74"/>
                  <a:pt x="336" y="74"/>
                </a:cubicBezTo>
                <a:cubicBezTo>
                  <a:pt x="335" y="75"/>
                  <a:pt x="335" y="75"/>
                  <a:pt x="335" y="75"/>
                </a:cubicBezTo>
                <a:cubicBezTo>
                  <a:pt x="334" y="75"/>
                  <a:pt x="334" y="75"/>
                  <a:pt x="334" y="75"/>
                </a:cubicBezTo>
                <a:cubicBezTo>
                  <a:pt x="332" y="74"/>
                  <a:pt x="332" y="74"/>
                  <a:pt x="332" y="74"/>
                </a:cubicBezTo>
                <a:cubicBezTo>
                  <a:pt x="332" y="74"/>
                  <a:pt x="331" y="75"/>
                  <a:pt x="331" y="75"/>
                </a:cubicBezTo>
                <a:cubicBezTo>
                  <a:pt x="331" y="75"/>
                  <a:pt x="332" y="77"/>
                  <a:pt x="332" y="77"/>
                </a:cubicBezTo>
                <a:cubicBezTo>
                  <a:pt x="332" y="77"/>
                  <a:pt x="332" y="78"/>
                  <a:pt x="332" y="78"/>
                </a:cubicBezTo>
                <a:cubicBezTo>
                  <a:pt x="332" y="78"/>
                  <a:pt x="332" y="79"/>
                  <a:pt x="332" y="79"/>
                </a:cubicBezTo>
                <a:cubicBezTo>
                  <a:pt x="332" y="79"/>
                  <a:pt x="332" y="81"/>
                  <a:pt x="332" y="81"/>
                </a:cubicBezTo>
                <a:cubicBezTo>
                  <a:pt x="332" y="81"/>
                  <a:pt x="331" y="82"/>
                  <a:pt x="331" y="82"/>
                </a:cubicBezTo>
                <a:cubicBezTo>
                  <a:pt x="331" y="82"/>
                  <a:pt x="331" y="84"/>
                  <a:pt x="332" y="84"/>
                </a:cubicBezTo>
                <a:cubicBezTo>
                  <a:pt x="332" y="85"/>
                  <a:pt x="331" y="86"/>
                  <a:pt x="331" y="86"/>
                </a:cubicBezTo>
                <a:cubicBezTo>
                  <a:pt x="328" y="95"/>
                  <a:pt x="328" y="95"/>
                  <a:pt x="328" y="95"/>
                </a:cubicBezTo>
                <a:cubicBezTo>
                  <a:pt x="326" y="95"/>
                  <a:pt x="326" y="95"/>
                  <a:pt x="326" y="95"/>
                </a:cubicBezTo>
                <a:cubicBezTo>
                  <a:pt x="326" y="95"/>
                  <a:pt x="326" y="95"/>
                  <a:pt x="325" y="95"/>
                </a:cubicBezTo>
                <a:cubicBezTo>
                  <a:pt x="325" y="95"/>
                  <a:pt x="326" y="97"/>
                  <a:pt x="325" y="97"/>
                </a:cubicBezTo>
                <a:cubicBezTo>
                  <a:pt x="325" y="97"/>
                  <a:pt x="324" y="98"/>
                  <a:pt x="323" y="98"/>
                </a:cubicBezTo>
                <a:cubicBezTo>
                  <a:pt x="322" y="98"/>
                  <a:pt x="323" y="100"/>
                  <a:pt x="322" y="100"/>
                </a:cubicBezTo>
                <a:cubicBezTo>
                  <a:pt x="322" y="100"/>
                  <a:pt x="320" y="100"/>
                  <a:pt x="319" y="100"/>
                </a:cubicBezTo>
                <a:cubicBezTo>
                  <a:pt x="319" y="100"/>
                  <a:pt x="317" y="102"/>
                  <a:pt x="317" y="103"/>
                </a:cubicBezTo>
                <a:cubicBezTo>
                  <a:pt x="317" y="103"/>
                  <a:pt x="316" y="103"/>
                  <a:pt x="316" y="103"/>
                </a:cubicBezTo>
                <a:cubicBezTo>
                  <a:pt x="316" y="103"/>
                  <a:pt x="315" y="104"/>
                  <a:pt x="314" y="104"/>
                </a:cubicBezTo>
                <a:cubicBezTo>
                  <a:pt x="314" y="105"/>
                  <a:pt x="314" y="106"/>
                  <a:pt x="314" y="106"/>
                </a:cubicBezTo>
                <a:cubicBezTo>
                  <a:pt x="314" y="107"/>
                  <a:pt x="314" y="108"/>
                  <a:pt x="314" y="108"/>
                </a:cubicBezTo>
                <a:cubicBezTo>
                  <a:pt x="314" y="108"/>
                  <a:pt x="312" y="110"/>
                  <a:pt x="312" y="110"/>
                </a:cubicBezTo>
                <a:cubicBezTo>
                  <a:pt x="312" y="110"/>
                  <a:pt x="309" y="108"/>
                  <a:pt x="309" y="108"/>
                </a:cubicBezTo>
                <a:cubicBezTo>
                  <a:pt x="308" y="108"/>
                  <a:pt x="308" y="108"/>
                  <a:pt x="307" y="107"/>
                </a:cubicBezTo>
                <a:cubicBezTo>
                  <a:pt x="306" y="107"/>
                  <a:pt x="305" y="107"/>
                  <a:pt x="305" y="107"/>
                </a:cubicBezTo>
                <a:cubicBezTo>
                  <a:pt x="305" y="107"/>
                  <a:pt x="303" y="109"/>
                  <a:pt x="303" y="109"/>
                </a:cubicBezTo>
                <a:cubicBezTo>
                  <a:pt x="302" y="109"/>
                  <a:pt x="301" y="112"/>
                  <a:pt x="300" y="112"/>
                </a:cubicBezTo>
                <a:cubicBezTo>
                  <a:pt x="300" y="112"/>
                  <a:pt x="299" y="112"/>
                  <a:pt x="299" y="112"/>
                </a:cubicBezTo>
                <a:cubicBezTo>
                  <a:pt x="298" y="111"/>
                  <a:pt x="296" y="110"/>
                  <a:pt x="296" y="109"/>
                </a:cubicBezTo>
                <a:cubicBezTo>
                  <a:pt x="296" y="109"/>
                  <a:pt x="295" y="111"/>
                  <a:pt x="295" y="111"/>
                </a:cubicBezTo>
                <a:cubicBezTo>
                  <a:pt x="295" y="111"/>
                  <a:pt x="293" y="110"/>
                  <a:pt x="293" y="110"/>
                </a:cubicBezTo>
                <a:cubicBezTo>
                  <a:pt x="292" y="110"/>
                  <a:pt x="291" y="110"/>
                  <a:pt x="291" y="110"/>
                </a:cubicBezTo>
                <a:cubicBezTo>
                  <a:pt x="288" y="111"/>
                  <a:pt x="288" y="111"/>
                  <a:pt x="288" y="111"/>
                </a:cubicBezTo>
                <a:cubicBezTo>
                  <a:pt x="286" y="110"/>
                  <a:pt x="286" y="110"/>
                  <a:pt x="286" y="110"/>
                </a:cubicBezTo>
                <a:cubicBezTo>
                  <a:pt x="272" y="106"/>
                  <a:pt x="272" y="106"/>
                  <a:pt x="272" y="106"/>
                </a:cubicBezTo>
                <a:cubicBezTo>
                  <a:pt x="262" y="107"/>
                  <a:pt x="262" y="107"/>
                  <a:pt x="262" y="107"/>
                </a:cubicBezTo>
                <a:cubicBezTo>
                  <a:pt x="262" y="107"/>
                  <a:pt x="262" y="106"/>
                  <a:pt x="262" y="105"/>
                </a:cubicBezTo>
                <a:cubicBezTo>
                  <a:pt x="262" y="105"/>
                  <a:pt x="261" y="104"/>
                  <a:pt x="261" y="104"/>
                </a:cubicBezTo>
                <a:cubicBezTo>
                  <a:pt x="261" y="104"/>
                  <a:pt x="262" y="104"/>
                  <a:pt x="262" y="103"/>
                </a:cubicBezTo>
                <a:cubicBezTo>
                  <a:pt x="262" y="103"/>
                  <a:pt x="263" y="102"/>
                  <a:pt x="263" y="102"/>
                </a:cubicBezTo>
                <a:cubicBezTo>
                  <a:pt x="263" y="102"/>
                  <a:pt x="264" y="101"/>
                  <a:pt x="264" y="101"/>
                </a:cubicBezTo>
                <a:cubicBezTo>
                  <a:pt x="264" y="99"/>
                  <a:pt x="264" y="99"/>
                  <a:pt x="264" y="99"/>
                </a:cubicBezTo>
                <a:cubicBezTo>
                  <a:pt x="265" y="99"/>
                  <a:pt x="265" y="99"/>
                  <a:pt x="265" y="99"/>
                </a:cubicBezTo>
                <a:cubicBezTo>
                  <a:pt x="265" y="99"/>
                  <a:pt x="266" y="99"/>
                  <a:pt x="267" y="98"/>
                </a:cubicBezTo>
                <a:cubicBezTo>
                  <a:pt x="267" y="98"/>
                  <a:pt x="267" y="98"/>
                  <a:pt x="267" y="98"/>
                </a:cubicBezTo>
                <a:cubicBezTo>
                  <a:pt x="267" y="98"/>
                  <a:pt x="267" y="97"/>
                  <a:pt x="267" y="97"/>
                </a:cubicBezTo>
                <a:cubicBezTo>
                  <a:pt x="267" y="97"/>
                  <a:pt x="268" y="96"/>
                  <a:pt x="268" y="96"/>
                </a:cubicBezTo>
                <a:cubicBezTo>
                  <a:pt x="268" y="96"/>
                  <a:pt x="268" y="95"/>
                  <a:pt x="268" y="94"/>
                </a:cubicBezTo>
                <a:cubicBezTo>
                  <a:pt x="268" y="94"/>
                  <a:pt x="269" y="94"/>
                  <a:pt x="269" y="94"/>
                </a:cubicBezTo>
                <a:cubicBezTo>
                  <a:pt x="269" y="89"/>
                  <a:pt x="269" y="89"/>
                  <a:pt x="269" y="89"/>
                </a:cubicBezTo>
                <a:cubicBezTo>
                  <a:pt x="269" y="89"/>
                  <a:pt x="270" y="88"/>
                  <a:pt x="270" y="87"/>
                </a:cubicBezTo>
                <a:cubicBezTo>
                  <a:pt x="270" y="87"/>
                  <a:pt x="270" y="86"/>
                  <a:pt x="270" y="86"/>
                </a:cubicBezTo>
                <a:cubicBezTo>
                  <a:pt x="270" y="86"/>
                  <a:pt x="270" y="85"/>
                  <a:pt x="270" y="85"/>
                </a:cubicBezTo>
                <a:cubicBezTo>
                  <a:pt x="270" y="85"/>
                  <a:pt x="271" y="85"/>
                  <a:pt x="271" y="85"/>
                </a:cubicBezTo>
                <a:cubicBezTo>
                  <a:pt x="271" y="85"/>
                  <a:pt x="275" y="82"/>
                  <a:pt x="275" y="82"/>
                </a:cubicBezTo>
                <a:cubicBezTo>
                  <a:pt x="275" y="82"/>
                  <a:pt x="274" y="80"/>
                  <a:pt x="275" y="80"/>
                </a:cubicBezTo>
                <a:cubicBezTo>
                  <a:pt x="275" y="80"/>
                  <a:pt x="276" y="78"/>
                  <a:pt x="276" y="78"/>
                </a:cubicBezTo>
                <a:cubicBezTo>
                  <a:pt x="276" y="78"/>
                  <a:pt x="276" y="76"/>
                  <a:pt x="276" y="76"/>
                </a:cubicBezTo>
                <a:cubicBezTo>
                  <a:pt x="280" y="72"/>
                  <a:pt x="280" y="72"/>
                  <a:pt x="280" y="72"/>
                </a:cubicBezTo>
                <a:cubicBezTo>
                  <a:pt x="280" y="70"/>
                  <a:pt x="280" y="70"/>
                  <a:pt x="280" y="70"/>
                </a:cubicBezTo>
                <a:cubicBezTo>
                  <a:pt x="274" y="63"/>
                  <a:pt x="274" y="63"/>
                  <a:pt x="274" y="63"/>
                </a:cubicBezTo>
                <a:cubicBezTo>
                  <a:pt x="269" y="61"/>
                  <a:pt x="269" y="61"/>
                  <a:pt x="269" y="61"/>
                </a:cubicBezTo>
                <a:cubicBezTo>
                  <a:pt x="266" y="62"/>
                  <a:pt x="266" y="62"/>
                  <a:pt x="266" y="62"/>
                </a:cubicBezTo>
                <a:cubicBezTo>
                  <a:pt x="264" y="59"/>
                  <a:pt x="264" y="59"/>
                  <a:pt x="264" y="59"/>
                </a:cubicBezTo>
                <a:cubicBezTo>
                  <a:pt x="262" y="59"/>
                  <a:pt x="262" y="59"/>
                  <a:pt x="262" y="59"/>
                </a:cubicBezTo>
                <a:cubicBezTo>
                  <a:pt x="253" y="55"/>
                  <a:pt x="253" y="55"/>
                  <a:pt x="253" y="55"/>
                </a:cubicBezTo>
                <a:cubicBezTo>
                  <a:pt x="246" y="49"/>
                  <a:pt x="246" y="49"/>
                  <a:pt x="246" y="49"/>
                </a:cubicBezTo>
                <a:cubicBezTo>
                  <a:pt x="237" y="43"/>
                  <a:pt x="237" y="43"/>
                  <a:pt x="237" y="43"/>
                </a:cubicBezTo>
                <a:cubicBezTo>
                  <a:pt x="231" y="43"/>
                  <a:pt x="231" y="43"/>
                  <a:pt x="231" y="43"/>
                </a:cubicBezTo>
                <a:cubicBezTo>
                  <a:pt x="220" y="39"/>
                  <a:pt x="220" y="39"/>
                  <a:pt x="220" y="39"/>
                </a:cubicBezTo>
                <a:cubicBezTo>
                  <a:pt x="220" y="39"/>
                  <a:pt x="219" y="36"/>
                  <a:pt x="219" y="36"/>
                </a:cubicBezTo>
                <a:cubicBezTo>
                  <a:pt x="219" y="36"/>
                  <a:pt x="214" y="32"/>
                  <a:pt x="214" y="32"/>
                </a:cubicBezTo>
                <a:cubicBezTo>
                  <a:pt x="211" y="32"/>
                  <a:pt x="211" y="32"/>
                  <a:pt x="211" y="32"/>
                </a:cubicBezTo>
                <a:cubicBezTo>
                  <a:pt x="210" y="30"/>
                  <a:pt x="210" y="30"/>
                  <a:pt x="210" y="30"/>
                </a:cubicBezTo>
                <a:cubicBezTo>
                  <a:pt x="208" y="29"/>
                  <a:pt x="208" y="29"/>
                  <a:pt x="208" y="29"/>
                </a:cubicBezTo>
                <a:cubicBezTo>
                  <a:pt x="203" y="25"/>
                  <a:pt x="203" y="25"/>
                  <a:pt x="203" y="25"/>
                </a:cubicBezTo>
                <a:cubicBezTo>
                  <a:pt x="202" y="21"/>
                  <a:pt x="202" y="21"/>
                  <a:pt x="202" y="21"/>
                </a:cubicBezTo>
                <a:cubicBezTo>
                  <a:pt x="198" y="17"/>
                  <a:pt x="198" y="17"/>
                  <a:pt x="198" y="17"/>
                </a:cubicBezTo>
                <a:cubicBezTo>
                  <a:pt x="198" y="15"/>
                  <a:pt x="198" y="15"/>
                  <a:pt x="198" y="15"/>
                </a:cubicBezTo>
                <a:cubicBezTo>
                  <a:pt x="196" y="13"/>
                  <a:pt x="196" y="13"/>
                  <a:pt x="196" y="13"/>
                </a:cubicBezTo>
                <a:cubicBezTo>
                  <a:pt x="191" y="9"/>
                  <a:pt x="191" y="9"/>
                  <a:pt x="191" y="9"/>
                </a:cubicBezTo>
                <a:cubicBezTo>
                  <a:pt x="188" y="8"/>
                  <a:pt x="188" y="8"/>
                  <a:pt x="188" y="8"/>
                </a:cubicBezTo>
                <a:cubicBezTo>
                  <a:pt x="188" y="4"/>
                  <a:pt x="188" y="4"/>
                  <a:pt x="188" y="4"/>
                </a:cubicBezTo>
                <a:cubicBezTo>
                  <a:pt x="188" y="4"/>
                  <a:pt x="181" y="5"/>
                  <a:pt x="180" y="5"/>
                </a:cubicBezTo>
                <a:cubicBezTo>
                  <a:pt x="180" y="5"/>
                  <a:pt x="173" y="6"/>
                  <a:pt x="173" y="6"/>
                </a:cubicBezTo>
                <a:cubicBezTo>
                  <a:pt x="171" y="5"/>
                  <a:pt x="171" y="5"/>
                  <a:pt x="171" y="5"/>
                </a:cubicBezTo>
                <a:cubicBezTo>
                  <a:pt x="168" y="5"/>
                  <a:pt x="168" y="5"/>
                  <a:pt x="168" y="5"/>
                </a:cubicBezTo>
                <a:cubicBezTo>
                  <a:pt x="168" y="5"/>
                  <a:pt x="165" y="12"/>
                  <a:pt x="164" y="13"/>
                </a:cubicBezTo>
                <a:cubicBezTo>
                  <a:pt x="164" y="13"/>
                  <a:pt x="163" y="16"/>
                  <a:pt x="162" y="17"/>
                </a:cubicBezTo>
                <a:cubicBezTo>
                  <a:pt x="162" y="17"/>
                  <a:pt x="162" y="21"/>
                  <a:pt x="162" y="21"/>
                </a:cubicBezTo>
                <a:cubicBezTo>
                  <a:pt x="162" y="21"/>
                  <a:pt x="160" y="17"/>
                  <a:pt x="160" y="17"/>
                </a:cubicBezTo>
                <a:cubicBezTo>
                  <a:pt x="160" y="16"/>
                  <a:pt x="159" y="15"/>
                  <a:pt x="159" y="15"/>
                </a:cubicBezTo>
                <a:cubicBezTo>
                  <a:pt x="159" y="14"/>
                  <a:pt x="157" y="12"/>
                  <a:pt x="157" y="12"/>
                </a:cubicBezTo>
                <a:cubicBezTo>
                  <a:pt x="157" y="12"/>
                  <a:pt x="158" y="11"/>
                  <a:pt x="158" y="11"/>
                </a:cubicBezTo>
                <a:cubicBezTo>
                  <a:pt x="158" y="10"/>
                  <a:pt x="157" y="9"/>
                  <a:pt x="157" y="9"/>
                </a:cubicBezTo>
                <a:cubicBezTo>
                  <a:pt x="157" y="9"/>
                  <a:pt x="154" y="8"/>
                  <a:pt x="154" y="8"/>
                </a:cubicBezTo>
                <a:cubicBezTo>
                  <a:pt x="153" y="8"/>
                  <a:pt x="152" y="7"/>
                  <a:pt x="152" y="7"/>
                </a:cubicBezTo>
                <a:cubicBezTo>
                  <a:pt x="152" y="7"/>
                  <a:pt x="149" y="7"/>
                  <a:pt x="146" y="7"/>
                </a:cubicBezTo>
                <a:cubicBezTo>
                  <a:pt x="141" y="7"/>
                  <a:pt x="136" y="6"/>
                  <a:pt x="136" y="6"/>
                </a:cubicBezTo>
                <a:cubicBezTo>
                  <a:pt x="136" y="6"/>
                  <a:pt x="134" y="4"/>
                  <a:pt x="134" y="4"/>
                </a:cubicBezTo>
                <a:cubicBezTo>
                  <a:pt x="133" y="3"/>
                  <a:pt x="132" y="4"/>
                  <a:pt x="131" y="4"/>
                </a:cubicBezTo>
                <a:cubicBezTo>
                  <a:pt x="131" y="3"/>
                  <a:pt x="131" y="1"/>
                  <a:pt x="131" y="1"/>
                </a:cubicBezTo>
                <a:cubicBezTo>
                  <a:pt x="128" y="0"/>
                  <a:pt x="128" y="0"/>
                  <a:pt x="128" y="0"/>
                </a:cubicBezTo>
                <a:cubicBezTo>
                  <a:pt x="128" y="0"/>
                  <a:pt x="127" y="4"/>
                  <a:pt x="127" y="4"/>
                </a:cubicBezTo>
                <a:cubicBezTo>
                  <a:pt x="127" y="4"/>
                  <a:pt x="126" y="7"/>
                  <a:pt x="126" y="7"/>
                </a:cubicBezTo>
                <a:cubicBezTo>
                  <a:pt x="126" y="7"/>
                  <a:pt x="124" y="8"/>
                  <a:pt x="123" y="8"/>
                </a:cubicBezTo>
                <a:cubicBezTo>
                  <a:pt x="123" y="8"/>
                  <a:pt x="119" y="9"/>
                  <a:pt x="119" y="9"/>
                </a:cubicBezTo>
                <a:cubicBezTo>
                  <a:pt x="119" y="12"/>
                  <a:pt x="119" y="12"/>
                  <a:pt x="119" y="12"/>
                </a:cubicBezTo>
                <a:cubicBezTo>
                  <a:pt x="114" y="14"/>
                  <a:pt x="114" y="14"/>
                  <a:pt x="114" y="14"/>
                </a:cubicBezTo>
                <a:cubicBezTo>
                  <a:pt x="114" y="17"/>
                  <a:pt x="114" y="17"/>
                  <a:pt x="114" y="17"/>
                </a:cubicBezTo>
                <a:cubicBezTo>
                  <a:pt x="111" y="20"/>
                  <a:pt x="111" y="20"/>
                  <a:pt x="111" y="20"/>
                </a:cubicBezTo>
                <a:cubicBezTo>
                  <a:pt x="115" y="24"/>
                  <a:pt x="115" y="24"/>
                  <a:pt x="115" y="24"/>
                </a:cubicBezTo>
                <a:cubicBezTo>
                  <a:pt x="113" y="28"/>
                  <a:pt x="112" y="32"/>
                  <a:pt x="111" y="36"/>
                </a:cubicBezTo>
                <a:cubicBezTo>
                  <a:pt x="110" y="38"/>
                  <a:pt x="110" y="40"/>
                  <a:pt x="109" y="42"/>
                </a:cubicBezTo>
                <a:cubicBezTo>
                  <a:pt x="109" y="42"/>
                  <a:pt x="109" y="43"/>
                  <a:pt x="109" y="43"/>
                </a:cubicBezTo>
                <a:cubicBezTo>
                  <a:pt x="108" y="43"/>
                  <a:pt x="108" y="44"/>
                  <a:pt x="108" y="44"/>
                </a:cubicBezTo>
                <a:cubicBezTo>
                  <a:pt x="104" y="45"/>
                  <a:pt x="101" y="47"/>
                  <a:pt x="98" y="48"/>
                </a:cubicBezTo>
                <a:cubicBezTo>
                  <a:pt x="97" y="49"/>
                  <a:pt x="96" y="49"/>
                  <a:pt x="94" y="50"/>
                </a:cubicBezTo>
                <a:cubicBezTo>
                  <a:pt x="94" y="50"/>
                  <a:pt x="93" y="50"/>
                  <a:pt x="93" y="50"/>
                </a:cubicBezTo>
                <a:cubicBezTo>
                  <a:pt x="92" y="51"/>
                  <a:pt x="92" y="52"/>
                  <a:pt x="91" y="52"/>
                </a:cubicBezTo>
                <a:cubicBezTo>
                  <a:pt x="91" y="52"/>
                  <a:pt x="90" y="52"/>
                  <a:pt x="90" y="52"/>
                </a:cubicBezTo>
                <a:cubicBezTo>
                  <a:pt x="90" y="53"/>
                  <a:pt x="90" y="53"/>
                  <a:pt x="90" y="53"/>
                </a:cubicBezTo>
                <a:cubicBezTo>
                  <a:pt x="90" y="54"/>
                  <a:pt x="89" y="54"/>
                  <a:pt x="89" y="54"/>
                </a:cubicBezTo>
                <a:cubicBezTo>
                  <a:pt x="88" y="55"/>
                  <a:pt x="87" y="57"/>
                  <a:pt x="87" y="58"/>
                </a:cubicBezTo>
                <a:cubicBezTo>
                  <a:pt x="88" y="60"/>
                  <a:pt x="91" y="62"/>
                  <a:pt x="91" y="64"/>
                </a:cubicBezTo>
                <a:cubicBezTo>
                  <a:pt x="91" y="64"/>
                  <a:pt x="91" y="64"/>
                  <a:pt x="90" y="65"/>
                </a:cubicBezTo>
                <a:cubicBezTo>
                  <a:pt x="90" y="65"/>
                  <a:pt x="89" y="65"/>
                  <a:pt x="89" y="65"/>
                </a:cubicBezTo>
                <a:cubicBezTo>
                  <a:pt x="88" y="66"/>
                  <a:pt x="88" y="68"/>
                  <a:pt x="88" y="69"/>
                </a:cubicBezTo>
                <a:cubicBezTo>
                  <a:pt x="87" y="69"/>
                  <a:pt x="87" y="70"/>
                  <a:pt x="87" y="71"/>
                </a:cubicBezTo>
                <a:cubicBezTo>
                  <a:pt x="87" y="71"/>
                  <a:pt x="87" y="72"/>
                  <a:pt x="87" y="73"/>
                </a:cubicBezTo>
                <a:cubicBezTo>
                  <a:pt x="88" y="76"/>
                  <a:pt x="89" y="78"/>
                  <a:pt x="90" y="81"/>
                </a:cubicBezTo>
                <a:cubicBezTo>
                  <a:pt x="90" y="82"/>
                  <a:pt x="90" y="83"/>
                  <a:pt x="90" y="84"/>
                </a:cubicBezTo>
                <a:cubicBezTo>
                  <a:pt x="90" y="85"/>
                  <a:pt x="89" y="86"/>
                  <a:pt x="88" y="87"/>
                </a:cubicBezTo>
                <a:cubicBezTo>
                  <a:pt x="87" y="89"/>
                  <a:pt x="87" y="91"/>
                  <a:pt x="88" y="93"/>
                </a:cubicBezTo>
                <a:cubicBezTo>
                  <a:pt x="89" y="95"/>
                  <a:pt x="91" y="97"/>
                  <a:pt x="92" y="99"/>
                </a:cubicBezTo>
                <a:cubicBezTo>
                  <a:pt x="92" y="100"/>
                  <a:pt x="92" y="100"/>
                  <a:pt x="92" y="101"/>
                </a:cubicBezTo>
                <a:cubicBezTo>
                  <a:pt x="92" y="101"/>
                  <a:pt x="92" y="102"/>
                  <a:pt x="91" y="102"/>
                </a:cubicBezTo>
                <a:cubicBezTo>
                  <a:pt x="90" y="103"/>
                  <a:pt x="89" y="103"/>
                  <a:pt x="87" y="104"/>
                </a:cubicBezTo>
                <a:cubicBezTo>
                  <a:pt x="87" y="104"/>
                  <a:pt x="87" y="104"/>
                  <a:pt x="87" y="104"/>
                </a:cubicBezTo>
                <a:cubicBezTo>
                  <a:pt x="86" y="104"/>
                  <a:pt x="86" y="104"/>
                  <a:pt x="85" y="104"/>
                </a:cubicBezTo>
                <a:cubicBezTo>
                  <a:pt x="84" y="103"/>
                  <a:pt x="83" y="103"/>
                  <a:pt x="82" y="104"/>
                </a:cubicBezTo>
                <a:cubicBezTo>
                  <a:pt x="82" y="105"/>
                  <a:pt x="82" y="107"/>
                  <a:pt x="83" y="107"/>
                </a:cubicBezTo>
                <a:cubicBezTo>
                  <a:pt x="82" y="108"/>
                  <a:pt x="81" y="109"/>
                  <a:pt x="80" y="110"/>
                </a:cubicBezTo>
                <a:cubicBezTo>
                  <a:pt x="80" y="110"/>
                  <a:pt x="80" y="111"/>
                  <a:pt x="80" y="111"/>
                </a:cubicBezTo>
                <a:cubicBezTo>
                  <a:pt x="80" y="112"/>
                  <a:pt x="80" y="112"/>
                  <a:pt x="79" y="112"/>
                </a:cubicBezTo>
                <a:cubicBezTo>
                  <a:pt x="78" y="113"/>
                  <a:pt x="78" y="115"/>
                  <a:pt x="78" y="116"/>
                </a:cubicBezTo>
                <a:cubicBezTo>
                  <a:pt x="77" y="117"/>
                  <a:pt x="77" y="117"/>
                  <a:pt x="78" y="117"/>
                </a:cubicBezTo>
                <a:cubicBezTo>
                  <a:pt x="77" y="118"/>
                  <a:pt x="77" y="119"/>
                  <a:pt x="77" y="119"/>
                </a:cubicBezTo>
                <a:cubicBezTo>
                  <a:pt x="77" y="119"/>
                  <a:pt x="76" y="120"/>
                  <a:pt x="76" y="120"/>
                </a:cubicBezTo>
                <a:cubicBezTo>
                  <a:pt x="76" y="120"/>
                  <a:pt x="76" y="120"/>
                  <a:pt x="76" y="120"/>
                </a:cubicBezTo>
                <a:cubicBezTo>
                  <a:pt x="74" y="121"/>
                  <a:pt x="74" y="122"/>
                  <a:pt x="73" y="124"/>
                </a:cubicBezTo>
                <a:cubicBezTo>
                  <a:pt x="73" y="124"/>
                  <a:pt x="73" y="125"/>
                  <a:pt x="72" y="125"/>
                </a:cubicBezTo>
                <a:cubicBezTo>
                  <a:pt x="72" y="125"/>
                  <a:pt x="72" y="125"/>
                  <a:pt x="72" y="125"/>
                </a:cubicBezTo>
                <a:cubicBezTo>
                  <a:pt x="71" y="125"/>
                  <a:pt x="71" y="126"/>
                  <a:pt x="70" y="127"/>
                </a:cubicBezTo>
                <a:cubicBezTo>
                  <a:pt x="70" y="128"/>
                  <a:pt x="69" y="128"/>
                  <a:pt x="69" y="128"/>
                </a:cubicBezTo>
                <a:cubicBezTo>
                  <a:pt x="68" y="129"/>
                  <a:pt x="68" y="129"/>
                  <a:pt x="68" y="129"/>
                </a:cubicBezTo>
                <a:cubicBezTo>
                  <a:pt x="67" y="133"/>
                  <a:pt x="67" y="136"/>
                  <a:pt x="66" y="140"/>
                </a:cubicBezTo>
                <a:cubicBezTo>
                  <a:pt x="66" y="141"/>
                  <a:pt x="66" y="142"/>
                  <a:pt x="65" y="143"/>
                </a:cubicBezTo>
                <a:cubicBezTo>
                  <a:pt x="64" y="144"/>
                  <a:pt x="64" y="144"/>
                  <a:pt x="63" y="144"/>
                </a:cubicBezTo>
                <a:cubicBezTo>
                  <a:pt x="62" y="145"/>
                  <a:pt x="62" y="148"/>
                  <a:pt x="62" y="150"/>
                </a:cubicBezTo>
                <a:cubicBezTo>
                  <a:pt x="63" y="154"/>
                  <a:pt x="65" y="158"/>
                  <a:pt x="63" y="161"/>
                </a:cubicBezTo>
                <a:cubicBezTo>
                  <a:pt x="63" y="162"/>
                  <a:pt x="63" y="163"/>
                  <a:pt x="63" y="163"/>
                </a:cubicBezTo>
                <a:cubicBezTo>
                  <a:pt x="64" y="163"/>
                  <a:pt x="65" y="163"/>
                  <a:pt x="65" y="164"/>
                </a:cubicBezTo>
                <a:cubicBezTo>
                  <a:pt x="65" y="164"/>
                  <a:pt x="65" y="165"/>
                  <a:pt x="64" y="165"/>
                </a:cubicBezTo>
                <a:cubicBezTo>
                  <a:pt x="64" y="166"/>
                  <a:pt x="64" y="166"/>
                  <a:pt x="64" y="167"/>
                </a:cubicBezTo>
                <a:cubicBezTo>
                  <a:pt x="64" y="168"/>
                  <a:pt x="62" y="169"/>
                  <a:pt x="61" y="168"/>
                </a:cubicBezTo>
                <a:cubicBezTo>
                  <a:pt x="60" y="168"/>
                  <a:pt x="60" y="168"/>
                  <a:pt x="59" y="168"/>
                </a:cubicBezTo>
                <a:cubicBezTo>
                  <a:pt x="59" y="169"/>
                  <a:pt x="60" y="169"/>
                  <a:pt x="60" y="170"/>
                </a:cubicBezTo>
                <a:cubicBezTo>
                  <a:pt x="60" y="170"/>
                  <a:pt x="60" y="170"/>
                  <a:pt x="59" y="170"/>
                </a:cubicBezTo>
                <a:cubicBezTo>
                  <a:pt x="58" y="171"/>
                  <a:pt x="58" y="172"/>
                  <a:pt x="58" y="174"/>
                </a:cubicBezTo>
                <a:cubicBezTo>
                  <a:pt x="58" y="175"/>
                  <a:pt x="57" y="176"/>
                  <a:pt x="57" y="177"/>
                </a:cubicBezTo>
                <a:cubicBezTo>
                  <a:pt x="57" y="178"/>
                  <a:pt x="56" y="179"/>
                  <a:pt x="57" y="180"/>
                </a:cubicBezTo>
                <a:cubicBezTo>
                  <a:pt x="57" y="181"/>
                  <a:pt x="57" y="181"/>
                  <a:pt x="57" y="182"/>
                </a:cubicBezTo>
                <a:cubicBezTo>
                  <a:pt x="57" y="182"/>
                  <a:pt x="57" y="183"/>
                  <a:pt x="57" y="183"/>
                </a:cubicBezTo>
                <a:cubicBezTo>
                  <a:pt x="57" y="183"/>
                  <a:pt x="56" y="184"/>
                  <a:pt x="56" y="184"/>
                </a:cubicBezTo>
                <a:cubicBezTo>
                  <a:pt x="56" y="184"/>
                  <a:pt x="55" y="184"/>
                  <a:pt x="55" y="184"/>
                </a:cubicBezTo>
                <a:cubicBezTo>
                  <a:pt x="55" y="184"/>
                  <a:pt x="55" y="184"/>
                  <a:pt x="55" y="183"/>
                </a:cubicBezTo>
                <a:cubicBezTo>
                  <a:pt x="54" y="183"/>
                  <a:pt x="54" y="183"/>
                  <a:pt x="53" y="184"/>
                </a:cubicBezTo>
                <a:cubicBezTo>
                  <a:pt x="53" y="184"/>
                  <a:pt x="53" y="184"/>
                  <a:pt x="53" y="185"/>
                </a:cubicBezTo>
                <a:cubicBezTo>
                  <a:pt x="53" y="186"/>
                  <a:pt x="52" y="188"/>
                  <a:pt x="52" y="190"/>
                </a:cubicBezTo>
                <a:cubicBezTo>
                  <a:pt x="52" y="191"/>
                  <a:pt x="53" y="192"/>
                  <a:pt x="53" y="193"/>
                </a:cubicBezTo>
                <a:cubicBezTo>
                  <a:pt x="53" y="194"/>
                  <a:pt x="53" y="196"/>
                  <a:pt x="53" y="197"/>
                </a:cubicBezTo>
                <a:cubicBezTo>
                  <a:pt x="53" y="197"/>
                  <a:pt x="54" y="198"/>
                  <a:pt x="54" y="198"/>
                </a:cubicBezTo>
                <a:cubicBezTo>
                  <a:pt x="54" y="199"/>
                  <a:pt x="54" y="199"/>
                  <a:pt x="55" y="199"/>
                </a:cubicBezTo>
                <a:cubicBezTo>
                  <a:pt x="56" y="200"/>
                  <a:pt x="57" y="200"/>
                  <a:pt x="58" y="201"/>
                </a:cubicBezTo>
                <a:cubicBezTo>
                  <a:pt x="58" y="201"/>
                  <a:pt x="58" y="202"/>
                  <a:pt x="57" y="203"/>
                </a:cubicBezTo>
                <a:cubicBezTo>
                  <a:pt x="57" y="203"/>
                  <a:pt x="57" y="203"/>
                  <a:pt x="56" y="203"/>
                </a:cubicBezTo>
                <a:cubicBezTo>
                  <a:pt x="56" y="203"/>
                  <a:pt x="56" y="203"/>
                  <a:pt x="56" y="204"/>
                </a:cubicBezTo>
                <a:cubicBezTo>
                  <a:pt x="56" y="204"/>
                  <a:pt x="56" y="204"/>
                  <a:pt x="56" y="204"/>
                </a:cubicBezTo>
                <a:cubicBezTo>
                  <a:pt x="57" y="205"/>
                  <a:pt x="56" y="206"/>
                  <a:pt x="56" y="207"/>
                </a:cubicBezTo>
                <a:cubicBezTo>
                  <a:pt x="57" y="208"/>
                  <a:pt x="58" y="209"/>
                  <a:pt x="58" y="210"/>
                </a:cubicBezTo>
                <a:cubicBezTo>
                  <a:pt x="59" y="211"/>
                  <a:pt x="60" y="212"/>
                  <a:pt x="60" y="214"/>
                </a:cubicBezTo>
                <a:cubicBezTo>
                  <a:pt x="60" y="217"/>
                  <a:pt x="60" y="217"/>
                  <a:pt x="60" y="217"/>
                </a:cubicBezTo>
                <a:cubicBezTo>
                  <a:pt x="60" y="217"/>
                  <a:pt x="62" y="221"/>
                  <a:pt x="62" y="222"/>
                </a:cubicBezTo>
                <a:cubicBezTo>
                  <a:pt x="61" y="222"/>
                  <a:pt x="61" y="223"/>
                  <a:pt x="61" y="224"/>
                </a:cubicBezTo>
                <a:cubicBezTo>
                  <a:pt x="60" y="225"/>
                  <a:pt x="61" y="225"/>
                  <a:pt x="61" y="227"/>
                </a:cubicBezTo>
                <a:cubicBezTo>
                  <a:pt x="61" y="228"/>
                  <a:pt x="61" y="228"/>
                  <a:pt x="62" y="229"/>
                </a:cubicBezTo>
                <a:cubicBezTo>
                  <a:pt x="62" y="230"/>
                  <a:pt x="63" y="229"/>
                  <a:pt x="63" y="228"/>
                </a:cubicBezTo>
                <a:cubicBezTo>
                  <a:pt x="64" y="228"/>
                  <a:pt x="64" y="228"/>
                  <a:pt x="64" y="228"/>
                </a:cubicBezTo>
                <a:cubicBezTo>
                  <a:pt x="65" y="228"/>
                  <a:pt x="65" y="229"/>
                  <a:pt x="65" y="230"/>
                </a:cubicBezTo>
                <a:cubicBezTo>
                  <a:pt x="66" y="231"/>
                  <a:pt x="66" y="231"/>
                  <a:pt x="65" y="231"/>
                </a:cubicBezTo>
                <a:cubicBezTo>
                  <a:pt x="65" y="232"/>
                  <a:pt x="65" y="233"/>
                  <a:pt x="65" y="234"/>
                </a:cubicBezTo>
                <a:cubicBezTo>
                  <a:pt x="65" y="234"/>
                  <a:pt x="64" y="236"/>
                  <a:pt x="64" y="236"/>
                </a:cubicBezTo>
                <a:cubicBezTo>
                  <a:pt x="64" y="236"/>
                  <a:pt x="64" y="239"/>
                  <a:pt x="64" y="239"/>
                </a:cubicBezTo>
                <a:cubicBezTo>
                  <a:pt x="64" y="239"/>
                  <a:pt x="63" y="242"/>
                  <a:pt x="63" y="243"/>
                </a:cubicBezTo>
                <a:cubicBezTo>
                  <a:pt x="63" y="243"/>
                  <a:pt x="65" y="244"/>
                  <a:pt x="65" y="245"/>
                </a:cubicBezTo>
                <a:cubicBezTo>
                  <a:pt x="65" y="245"/>
                  <a:pt x="64" y="246"/>
                  <a:pt x="64" y="246"/>
                </a:cubicBezTo>
                <a:cubicBezTo>
                  <a:pt x="64" y="246"/>
                  <a:pt x="66" y="248"/>
                  <a:pt x="66" y="248"/>
                </a:cubicBezTo>
                <a:cubicBezTo>
                  <a:pt x="66" y="249"/>
                  <a:pt x="64" y="250"/>
                  <a:pt x="64" y="250"/>
                </a:cubicBezTo>
                <a:cubicBezTo>
                  <a:pt x="62" y="250"/>
                  <a:pt x="62" y="250"/>
                  <a:pt x="62" y="250"/>
                </a:cubicBezTo>
                <a:cubicBezTo>
                  <a:pt x="62" y="250"/>
                  <a:pt x="62" y="253"/>
                  <a:pt x="62" y="253"/>
                </a:cubicBezTo>
                <a:cubicBezTo>
                  <a:pt x="62" y="253"/>
                  <a:pt x="58" y="257"/>
                  <a:pt x="58" y="257"/>
                </a:cubicBezTo>
                <a:cubicBezTo>
                  <a:pt x="58" y="258"/>
                  <a:pt x="57" y="260"/>
                  <a:pt x="57" y="260"/>
                </a:cubicBezTo>
                <a:cubicBezTo>
                  <a:pt x="57" y="260"/>
                  <a:pt x="57" y="261"/>
                  <a:pt x="57" y="262"/>
                </a:cubicBezTo>
                <a:cubicBezTo>
                  <a:pt x="57" y="263"/>
                  <a:pt x="57" y="264"/>
                  <a:pt x="56" y="265"/>
                </a:cubicBezTo>
                <a:cubicBezTo>
                  <a:pt x="56" y="266"/>
                  <a:pt x="56" y="267"/>
                  <a:pt x="56" y="267"/>
                </a:cubicBezTo>
                <a:cubicBezTo>
                  <a:pt x="56" y="267"/>
                  <a:pt x="54" y="269"/>
                  <a:pt x="54" y="269"/>
                </a:cubicBezTo>
                <a:cubicBezTo>
                  <a:pt x="54" y="269"/>
                  <a:pt x="53" y="271"/>
                  <a:pt x="53" y="271"/>
                </a:cubicBezTo>
                <a:cubicBezTo>
                  <a:pt x="53" y="271"/>
                  <a:pt x="54" y="273"/>
                  <a:pt x="54" y="273"/>
                </a:cubicBezTo>
                <a:cubicBezTo>
                  <a:pt x="54" y="273"/>
                  <a:pt x="55" y="275"/>
                  <a:pt x="55" y="275"/>
                </a:cubicBezTo>
                <a:cubicBezTo>
                  <a:pt x="56" y="276"/>
                  <a:pt x="56" y="276"/>
                  <a:pt x="56" y="277"/>
                </a:cubicBezTo>
                <a:cubicBezTo>
                  <a:pt x="56" y="277"/>
                  <a:pt x="55" y="278"/>
                  <a:pt x="55" y="278"/>
                </a:cubicBezTo>
                <a:cubicBezTo>
                  <a:pt x="55" y="278"/>
                  <a:pt x="55" y="279"/>
                  <a:pt x="55" y="280"/>
                </a:cubicBezTo>
                <a:cubicBezTo>
                  <a:pt x="55" y="281"/>
                  <a:pt x="56" y="282"/>
                  <a:pt x="56" y="282"/>
                </a:cubicBezTo>
                <a:cubicBezTo>
                  <a:pt x="56" y="282"/>
                  <a:pt x="55" y="283"/>
                  <a:pt x="55" y="283"/>
                </a:cubicBezTo>
                <a:cubicBezTo>
                  <a:pt x="55" y="284"/>
                  <a:pt x="55" y="284"/>
                  <a:pt x="55" y="285"/>
                </a:cubicBezTo>
                <a:cubicBezTo>
                  <a:pt x="56" y="285"/>
                  <a:pt x="55" y="286"/>
                  <a:pt x="55" y="286"/>
                </a:cubicBezTo>
                <a:cubicBezTo>
                  <a:pt x="54" y="286"/>
                  <a:pt x="55" y="287"/>
                  <a:pt x="55" y="287"/>
                </a:cubicBezTo>
                <a:cubicBezTo>
                  <a:pt x="55" y="287"/>
                  <a:pt x="55" y="289"/>
                  <a:pt x="55" y="289"/>
                </a:cubicBezTo>
                <a:cubicBezTo>
                  <a:pt x="55" y="289"/>
                  <a:pt x="54" y="290"/>
                  <a:pt x="54" y="290"/>
                </a:cubicBezTo>
                <a:cubicBezTo>
                  <a:pt x="54" y="290"/>
                  <a:pt x="54" y="290"/>
                  <a:pt x="54" y="290"/>
                </a:cubicBezTo>
                <a:cubicBezTo>
                  <a:pt x="54" y="290"/>
                  <a:pt x="53" y="289"/>
                  <a:pt x="53" y="289"/>
                </a:cubicBezTo>
                <a:cubicBezTo>
                  <a:pt x="52" y="290"/>
                  <a:pt x="51" y="290"/>
                  <a:pt x="51" y="290"/>
                </a:cubicBezTo>
                <a:cubicBezTo>
                  <a:pt x="51" y="291"/>
                  <a:pt x="50" y="292"/>
                  <a:pt x="50" y="292"/>
                </a:cubicBezTo>
                <a:cubicBezTo>
                  <a:pt x="50" y="296"/>
                  <a:pt x="50" y="296"/>
                  <a:pt x="50" y="296"/>
                </a:cubicBezTo>
                <a:cubicBezTo>
                  <a:pt x="50" y="296"/>
                  <a:pt x="48" y="295"/>
                  <a:pt x="48" y="295"/>
                </a:cubicBezTo>
                <a:cubicBezTo>
                  <a:pt x="47" y="295"/>
                  <a:pt x="46" y="295"/>
                  <a:pt x="46" y="295"/>
                </a:cubicBezTo>
                <a:cubicBezTo>
                  <a:pt x="46" y="297"/>
                  <a:pt x="46" y="297"/>
                  <a:pt x="46" y="297"/>
                </a:cubicBezTo>
                <a:cubicBezTo>
                  <a:pt x="44" y="297"/>
                  <a:pt x="44" y="297"/>
                  <a:pt x="44" y="297"/>
                </a:cubicBezTo>
                <a:cubicBezTo>
                  <a:pt x="44" y="297"/>
                  <a:pt x="44" y="298"/>
                  <a:pt x="44" y="298"/>
                </a:cubicBezTo>
                <a:cubicBezTo>
                  <a:pt x="44" y="299"/>
                  <a:pt x="44" y="299"/>
                  <a:pt x="44" y="299"/>
                </a:cubicBezTo>
                <a:cubicBezTo>
                  <a:pt x="44" y="300"/>
                  <a:pt x="44" y="301"/>
                  <a:pt x="44" y="301"/>
                </a:cubicBezTo>
                <a:cubicBezTo>
                  <a:pt x="44" y="301"/>
                  <a:pt x="42" y="301"/>
                  <a:pt x="42" y="301"/>
                </a:cubicBezTo>
                <a:cubicBezTo>
                  <a:pt x="42" y="302"/>
                  <a:pt x="42" y="303"/>
                  <a:pt x="42" y="303"/>
                </a:cubicBezTo>
                <a:cubicBezTo>
                  <a:pt x="42" y="304"/>
                  <a:pt x="41" y="304"/>
                  <a:pt x="41" y="304"/>
                </a:cubicBezTo>
                <a:cubicBezTo>
                  <a:pt x="41" y="305"/>
                  <a:pt x="42" y="305"/>
                  <a:pt x="42" y="306"/>
                </a:cubicBezTo>
                <a:cubicBezTo>
                  <a:pt x="42" y="306"/>
                  <a:pt x="42" y="307"/>
                  <a:pt x="42" y="307"/>
                </a:cubicBezTo>
                <a:cubicBezTo>
                  <a:pt x="42" y="307"/>
                  <a:pt x="41" y="307"/>
                  <a:pt x="41" y="307"/>
                </a:cubicBezTo>
                <a:cubicBezTo>
                  <a:pt x="41" y="308"/>
                  <a:pt x="41" y="308"/>
                  <a:pt x="41" y="308"/>
                </a:cubicBezTo>
                <a:cubicBezTo>
                  <a:pt x="41" y="309"/>
                  <a:pt x="42" y="309"/>
                  <a:pt x="42" y="310"/>
                </a:cubicBezTo>
                <a:cubicBezTo>
                  <a:pt x="43" y="310"/>
                  <a:pt x="43" y="312"/>
                  <a:pt x="43" y="312"/>
                </a:cubicBezTo>
                <a:cubicBezTo>
                  <a:pt x="43" y="312"/>
                  <a:pt x="42" y="313"/>
                  <a:pt x="42" y="314"/>
                </a:cubicBezTo>
                <a:cubicBezTo>
                  <a:pt x="41" y="314"/>
                  <a:pt x="41" y="315"/>
                  <a:pt x="41" y="315"/>
                </a:cubicBezTo>
                <a:cubicBezTo>
                  <a:pt x="41" y="315"/>
                  <a:pt x="42" y="316"/>
                  <a:pt x="42" y="317"/>
                </a:cubicBezTo>
                <a:cubicBezTo>
                  <a:pt x="42" y="317"/>
                  <a:pt x="42" y="319"/>
                  <a:pt x="42" y="319"/>
                </a:cubicBezTo>
                <a:cubicBezTo>
                  <a:pt x="42" y="319"/>
                  <a:pt x="42" y="320"/>
                  <a:pt x="42" y="321"/>
                </a:cubicBezTo>
                <a:cubicBezTo>
                  <a:pt x="41" y="321"/>
                  <a:pt x="41" y="322"/>
                  <a:pt x="41" y="322"/>
                </a:cubicBezTo>
                <a:cubicBezTo>
                  <a:pt x="41" y="323"/>
                  <a:pt x="41" y="323"/>
                  <a:pt x="41" y="324"/>
                </a:cubicBezTo>
                <a:cubicBezTo>
                  <a:pt x="41" y="324"/>
                  <a:pt x="41" y="325"/>
                  <a:pt x="42" y="325"/>
                </a:cubicBezTo>
                <a:cubicBezTo>
                  <a:pt x="42" y="326"/>
                  <a:pt x="42" y="326"/>
                  <a:pt x="42" y="326"/>
                </a:cubicBezTo>
                <a:cubicBezTo>
                  <a:pt x="42" y="327"/>
                  <a:pt x="41" y="327"/>
                  <a:pt x="41" y="327"/>
                </a:cubicBezTo>
                <a:cubicBezTo>
                  <a:pt x="41" y="328"/>
                  <a:pt x="44" y="332"/>
                  <a:pt x="44" y="332"/>
                </a:cubicBezTo>
                <a:cubicBezTo>
                  <a:pt x="44" y="332"/>
                  <a:pt x="44" y="333"/>
                  <a:pt x="44" y="333"/>
                </a:cubicBezTo>
                <a:cubicBezTo>
                  <a:pt x="44" y="334"/>
                  <a:pt x="44" y="334"/>
                  <a:pt x="44" y="335"/>
                </a:cubicBezTo>
                <a:cubicBezTo>
                  <a:pt x="44" y="336"/>
                  <a:pt x="44" y="336"/>
                  <a:pt x="44" y="337"/>
                </a:cubicBezTo>
                <a:cubicBezTo>
                  <a:pt x="44" y="337"/>
                  <a:pt x="44" y="339"/>
                  <a:pt x="44" y="340"/>
                </a:cubicBezTo>
                <a:cubicBezTo>
                  <a:pt x="45" y="340"/>
                  <a:pt x="45" y="341"/>
                  <a:pt x="46" y="342"/>
                </a:cubicBezTo>
                <a:cubicBezTo>
                  <a:pt x="46" y="342"/>
                  <a:pt x="47" y="343"/>
                  <a:pt x="47" y="344"/>
                </a:cubicBezTo>
                <a:cubicBezTo>
                  <a:pt x="47" y="344"/>
                  <a:pt x="47" y="345"/>
                  <a:pt x="47" y="345"/>
                </a:cubicBezTo>
                <a:cubicBezTo>
                  <a:pt x="47" y="346"/>
                  <a:pt x="46" y="347"/>
                  <a:pt x="46" y="347"/>
                </a:cubicBezTo>
                <a:cubicBezTo>
                  <a:pt x="42" y="347"/>
                  <a:pt x="42" y="347"/>
                  <a:pt x="42" y="347"/>
                </a:cubicBezTo>
                <a:cubicBezTo>
                  <a:pt x="37" y="351"/>
                  <a:pt x="37" y="351"/>
                  <a:pt x="37" y="351"/>
                </a:cubicBezTo>
                <a:cubicBezTo>
                  <a:pt x="37" y="360"/>
                  <a:pt x="37" y="360"/>
                  <a:pt x="37" y="360"/>
                </a:cubicBezTo>
                <a:cubicBezTo>
                  <a:pt x="37" y="360"/>
                  <a:pt x="36" y="363"/>
                  <a:pt x="36" y="363"/>
                </a:cubicBezTo>
                <a:cubicBezTo>
                  <a:pt x="35" y="364"/>
                  <a:pt x="35" y="365"/>
                  <a:pt x="35" y="365"/>
                </a:cubicBezTo>
                <a:cubicBezTo>
                  <a:pt x="35" y="366"/>
                  <a:pt x="36" y="367"/>
                  <a:pt x="36" y="367"/>
                </a:cubicBezTo>
                <a:cubicBezTo>
                  <a:pt x="36" y="367"/>
                  <a:pt x="36" y="368"/>
                  <a:pt x="36" y="368"/>
                </a:cubicBezTo>
                <a:cubicBezTo>
                  <a:pt x="36" y="368"/>
                  <a:pt x="34" y="366"/>
                  <a:pt x="33" y="366"/>
                </a:cubicBezTo>
                <a:cubicBezTo>
                  <a:pt x="33" y="365"/>
                  <a:pt x="32" y="366"/>
                  <a:pt x="32" y="366"/>
                </a:cubicBezTo>
                <a:cubicBezTo>
                  <a:pt x="32" y="372"/>
                  <a:pt x="32" y="372"/>
                  <a:pt x="32" y="372"/>
                </a:cubicBezTo>
                <a:cubicBezTo>
                  <a:pt x="32" y="372"/>
                  <a:pt x="33" y="373"/>
                  <a:pt x="34" y="373"/>
                </a:cubicBezTo>
                <a:cubicBezTo>
                  <a:pt x="34" y="373"/>
                  <a:pt x="34" y="374"/>
                  <a:pt x="34" y="374"/>
                </a:cubicBezTo>
                <a:cubicBezTo>
                  <a:pt x="33" y="375"/>
                  <a:pt x="33" y="376"/>
                  <a:pt x="33" y="377"/>
                </a:cubicBezTo>
                <a:cubicBezTo>
                  <a:pt x="33" y="377"/>
                  <a:pt x="31" y="378"/>
                  <a:pt x="31" y="378"/>
                </a:cubicBezTo>
                <a:cubicBezTo>
                  <a:pt x="31" y="378"/>
                  <a:pt x="30" y="378"/>
                  <a:pt x="30" y="379"/>
                </a:cubicBezTo>
                <a:cubicBezTo>
                  <a:pt x="29" y="379"/>
                  <a:pt x="30" y="379"/>
                  <a:pt x="30" y="380"/>
                </a:cubicBezTo>
                <a:cubicBezTo>
                  <a:pt x="30" y="380"/>
                  <a:pt x="31" y="382"/>
                  <a:pt x="32" y="383"/>
                </a:cubicBezTo>
                <a:cubicBezTo>
                  <a:pt x="33" y="383"/>
                  <a:pt x="33" y="384"/>
                  <a:pt x="33" y="384"/>
                </a:cubicBezTo>
                <a:cubicBezTo>
                  <a:pt x="33" y="384"/>
                  <a:pt x="32" y="385"/>
                  <a:pt x="31" y="385"/>
                </a:cubicBezTo>
                <a:cubicBezTo>
                  <a:pt x="31" y="386"/>
                  <a:pt x="30" y="386"/>
                  <a:pt x="30" y="386"/>
                </a:cubicBezTo>
                <a:cubicBezTo>
                  <a:pt x="30" y="386"/>
                  <a:pt x="29" y="387"/>
                  <a:pt x="29" y="388"/>
                </a:cubicBezTo>
                <a:cubicBezTo>
                  <a:pt x="29" y="388"/>
                  <a:pt x="29" y="388"/>
                  <a:pt x="29" y="389"/>
                </a:cubicBezTo>
                <a:cubicBezTo>
                  <a:pt x="29" y="390"/>
                  <a:pt x="28" y="391"/>
                  <a:pt x="28" y="391"/>
                </a:cubicBezTo>
                <a:cubicBezTo>
                  <a:pt x="28" y="392"/>
                  <a:pt x="28" y="392"/>
                  <a:pt x="28" y="393"/>
                </a:cubicBezTo>
                <a:cubicBezTo>
                  <a:pt x="28" y="393"/>
                  <a:pt x="29" y="395"/>
                  <a:pt x="29" y="395"/>
                </a:cubicBezTo>
                <a:cubicBezTo>
                  <a:pt x="29" y="395"/>
                  <a:pt x="29" y="396"/>
                  <a:pt x="29" y="396"/>
                </a:cubicBezTo>
                <a:cubicBezTo>
                  <a:pt x="29" y="397"/>
                  <a:pt x="29" y="398"/>
                  <a:pt x="29" y="398"/>
                </a:cubicBezTo>
                <a:cubicBezTo>
                  <a:pt x="29" y="398"/>
                  <a:pt x="29" y="399"/>
                  <a:pt x="30" y="399"/>
                </a:cubicBezTo>
                <a:cubicBezTo>
                  <a:pt x="30" y="400"/>
                  <a:pt x="30" y="400"/>
                  <a:pt x="30" y="400"/>
                </a:cubicBezTo>
                <a:cubicBezTo>
                  <a:pt x="30" y="400"/>
                  <a:pt x="30" y="401"/>
                  <a:pt x="30" y="401"/>
                </a:cubicBezTo>
                <a:cubicBezTo>
                  <a:pt x="30" y="401"/>
                  <a:pt x="30" y="403"/>
                  <a:pt x="30" y="403"/>
                </a:cubicBezTo>
                <a:cubicBezTo>
                  <a:pt x="30" y="404"/>
                  <a:pt x="29" y="405"/>
                  <a:pt x="29" y="405"/>
                </a:cubicBezTo>
                <a:cubicBezTo>
                  <a:pt x="29" y="405"/>
                  <a:pt x="29" y="406"/>
                  <a:pt x="29" y="407"/>
                </a:cubicBezTo>
                <a:cubicBezTo>
                  <a:pt x="29" y="408"/>
                  <a:pt x="29" y="408"/>
                  <a:pt x="29" y="409"/>
                </a:cubicBezTo>
                <a:cubicBezTo>
                  <a:pt x="29" y="409"/>
                  <a:pt x="30" y="410"/>
                  <a:pt x="30" y="411"/>
                </a:cubicBezTo>
                <a:cubicBezTo>
                  <a:pt x="30" y="411"/>
                  <a:pt x="30" y="412"/>
                  <a:pt x="30" y="412"/>
                </a:cubicBezTo>
                <a:cubicBezTo>
                  <a:pt x="30" y="412"/>
                  <a:pt x="29" y="413"/>
                  <a:pt x="29" y="413"/>
                </a:cubicBezTo>
                <a:cubicBezTo>
                  <a:pt x="29" y="413"/>
                  <a:pt x="30" y="414"/>
                  <a:pt x="30" y="414"/>
                </a:cubicBezTo>
                <a:cubicBezTo>
                  <a:pt x="31" y="416"/>
                  <a:pt x="31" y="416"/>
                  <a:pt x="31" y="416"/>
                </a:cubicBezTo>
                <a:cubicBezTo>
                  <a:pt x="31" y="426"/>
                  <a:pt x="31" y="426"/>
                  <a:pt x="31" y="426"/>
                </a:cubicBezTo>
                <a:cubicBezTo>
                  <a:pt x="31" y="426"/>
                  <a:pt x="30" y="426"/>
                  <a:pt x="30" y="426"/>
                </a:cubicBezTo>
                <a:cubicBezTo>
                  <a:pt x="29" y="426"/>
                  <a:pt x="29" y="426"/>
                  <a:pt x="29" y="426"/>
                </a:cubicBezTo>
                <a:cubicBezTo>
                  <a:pt x="29" y="426"/>
                  <a:pt x="27" y="426"/>
                  <a:pt x="27" y="426"/>
                </a:cubicBezTo>
                <a:cubicBezTo>
                  <a:pt x="26" y="425"/>
                  <a:pt x="26" y="425"/>
                  <a:pt x="26" y="424"/>
                </a:cubicBezTo>
                <a:cubicBezTo>
                  <a:pt x="25" y="424"/>
                  <a:pt x="24" y="425"/>
                  <a:pt x="24" y="426"/>
                </a:cubicBezTo>
                <a:cubicBezTo>
                  <a:pt x="24" y="426"/>
                  <a:pt x="24" y="427"/>
                  <a:pt x="24" y="428"/>
                </a:cubicBezTo>
                <a:cubicBezTo>
                  <a:pt x="24" y="428"/>
                  <a:pt x="24" y="429"/>
                  <a:pt x="24" y="430"/>
                </a:cubicBezTo>
                <a:cubicBezTo>
                  <a:pt x="24" y="430"/>
                  <a:pt x="24" y="431"/>
                  <a:pt x="25" y="431"/>
                </a:cubicBezTo>
                <a:cubicBezTo>
                  <a:pt x="25" y="431"/>
                  <a:pt x="26" y="432"/>
                  <a:pt x="26" y="432"/>
                </a:cubicBezTo>
                <a:cubicBezTo>
                  <a:pt x="26" y="432"/>
                  <a:pt x="27" y="434"/>
                  <a:pt x="27" y="434"/>
                </a:cubicBezTo>
                <a:cubicBezTo>
                  <a:pt x="27" y="434"/>
                  <a:pt x="25" y="436"/>
                  <a:pt x="25" y="436"/>
                </a:cubicBezTo>
                <a:cubicBezTo>
                  <a:pt x="25" y="436"/>
                  <a:pt x="24" y="438"/>
                  <a:pt x="24" y="438"/>
                </a:cubicBezTo>
                <a:cubicBezTo>
                  <a:pt x="24" y="438"/>
                  <a:pt x="25" y="439"/>
                  <a:pt x="25" y="439"/>
                </a:cubicBezTo>
                <a:cubicBezTo>
                  <a:pt x="25" y="440"/>
                  <a:pt x="25" y="441"/>
                  <a:pt x="24" y="441"/>
                </a:cubicBezTo>
                <a:cubicBezTo>
                  <a:pt x="24" y="442"/>
                  <a:pt x="25" y="443"/>
                  <a:pt x="25" y="443"/>
                </a:cubicBezTo>
                <a:cubicBezTo>
                  <a:pt x="25" y="444"/>
                  <a:pt x="27" y="445"/>
                  <a:pt x="27" y="446"/>
                </a:cubicBezTo>
                <a:cubicBezTo>
                  <a:pt x="27" y="446"/>
                  <a:pt x="28" y="448"/>
                  <a:pt x="28" y="448"/>
                </a:cubicBezTo>
                <a:cubicBezTo>
                  <a:pt x="29" y="449"/>
                  <a:pt x="31" y="450"/>
                  <a:pt x="31" y="450"/>
                </a:cubicBezTo>
                <a:cubicBezTo>
                  <a:pt x="31" y="451"/>
                  <a:pt x="32" y="451"/>
                  <a:pt x="32" y="451"/>
                </a:cubicBezTo>
                <a:cubicBezTo>
                  <a:pt x="32" y="451"/>
                  <a:pt x="31" y="453"/>
                  <a:pt x="31" y="453"/>
                </a:cubicBezTo>
                <a:cubicBezTo>
                  <a:pt x="30" y="454"/>
                  <a:pt x="29" y="454"/>
                  <a:pt x="29" y="454"/>
                </a:cubicBezTo>
                <a:cubicBezTo>
                  <a:pt x="29" y="454"/>
                  <a:pt x="29" y="456"/>
                  <a:pt x="29" y="457"/>
                </a:cubicBezTo>
                <a:cubicBezTo>
                  <a:pt x="29" y="457"/>
                  <a:pt x="30" y="458"/>
                  <a:pt x="30" y="458"/>
                </a:cubicBezTo>
                <a:cubicBezTo>
                  <a:pt x="31" y="459"/>
                  <a:pt x="32" y="460"/>
                  <a:pt x="32" y="461"/>
                </a:cubicBezTo>
                <a:cubicBezTo>
                  <a:pt x="33" y="461"/>
                  <a:pt x="34" y="462"/>
                  <a:pt x="34" y="462"/>
                </a:cubicBezTo>
                <a:cubicBezTo>
                  <a:pt x="34" y="462"/>
                  <a:pt x="31" y="465"/>
                  <a:pt x="31" y="465"/>
                </a:cubicBezTo>
                <a:cubicBezTo>
                  <a:pt x="31" y="465"/>
                  <a:pt x="32" y="466"/>
                  <a:pt x="32" y="466"/>
                </a:cubicBezTo>
                <a:cubicBezTo>
                  <a:pt x="32" y="467"/>
                  <a:pt x="33" y="469"/>
                  <a:pt x="33" y="469"/>
                </a:cubicBezTo>
                <a:cubicBezTo>
                  <a:pt x="31" y="472"/>
                  <a:pt x="31" y="472"/>
                  <a:pt x="31" y="472"/>
                </a:cubicBezTo>
                <a:cubicBezTo>
                  <a:pt x="30" y="473"/>
                  <a:pt x="30" y="473"/>
                  <a:pt x="30" y="473"/>
                </a:cubicBezTo>
                <a:cubicBezTo>
                  <a:pt x="30" y="473"/>
                  <a:pt x="31" y="475"/>
                  <a:pt x="31" y="475"/>
                </a:cubicBezTo>
                <a:cubicBezTo>
                  <a:pt x="31" y="476"/>
                  <a:pt x="30" y="477"/>
                  <a:pt x="30" y="478"/>
                </a:cubicBezTo>
                <a:cubicBezTo>
                  <a:pt x="30" y="478"/>
                  <a:pt x="30" y="479"/>
                  <a:pt x="30" y="479"/>
                </a:cubicBezTo>
                <a:cubicBezTo>
                  <a:pt x="29" y="480"/>
                  <a:pt x="31" y="480"/>
                  <a:pt x="31" y="480"/>
                </a:cubicBezTo>
                <a:cubicBezTo>
                  <a:pt x="31" y="480"/>
                  <a:pt x="33" y="479"/>
                  <a:pt x="33" y="479"/>
                </a:cubicBezTo>
                <a:cubicBezTo>
                  <a:pt x="33" y="479"/>
                  <a:pt x="39" y="480"/>
                  <a:pt x="39" y="480"/>
                </a:cubicBezTo>
                <a:cubicBezTo>
                  <a:pt x="40" y="480"/>
                  <a:pt x="41" y="480"/>
                  <a:pt x="41" y="481"/>
                </a:cubicBezTo>
                <a:cubicBezTo>
                  <a:pt x="41" y="481"/>
                  <a:pt x="42" y="482"/>
                  <a:pt x="42" y="482"/>
                </a:cubicBezTo>
                <a:cubicBezTo>
                  <a:pt x="43" y="482"/>
                  <a:pt x="43" y="484"/>
                  <a:pt x="43" y="484"/>
                </a:cubicBezTo>
                <a:cubicBezTo>
                  <a:pt x="40" y="485"/>
                  <a:pt x="40" y="485"/>
                  <a:pt x="40" y="485"/>
                </a:cubicBezTo>
                <a:cubicBezTo>
                  <a:pt x="40" y="485"/>
                  <a:pt x="41" y="489"/>
                  <a:pt x="41" y="489"/>
                </a:cubicBezTo>
                <a:cubicBezTo>
                  <a:pt x="40" y="489"/>
                  <a:pt x="40" y="490"/>
                  <a:pt x="39" y="489"/>
                </a:cubicBezTo>
                <a:cubicBezTo>
                  <a:pt x="39" y="489"/>
                  <a:pt x="37" y="488"/>
                  <a:pt x="37" y="488"/>
                </a:cubicBezTo>
                <a:cubicBezTo>
                  <a:pt x="36" y="488"/>
                  <a:pt x="34" y="489"/>
                  <a:pt x="34" y="489"/>
                </a:cubicBezTo>
                <a:cubicBezTo>
                  <a:pt x="34" y="489"/>
                  <a:pt x="33" y="489"/>
                  <a:pt x="32" y="489"/>
                </a:cubicBezTo>
                <a:cubicBezTo>
                  <a:pt x="32" y="489"/>
                  <a:pt x="31" y="489"/>
                  <a:pt x="31" y="489"/>
                </a:cubicBezTo>
                <a:cubicBezTo>
                  <a:pt x="31" y="488"/>
                  <a:pt x="29" y="489"/>
                  <a:pt x="29" y="489"/>
                </a:cubicBezTo>
                <a:cubicBezTo>
                  <a:pt x="29" y="489"/>
                  <a:pt x="26" y="489"/>
                  <a:pt x="26" y="489"/>
                </a:cubicBezTo>
                <a:cubicBezTo>
                  <a:pt x="26" y="489"/>
                  <a:pt x="26" y="491"/>
                  <a:pt x="26" y="491"/>
                </a:cubicBezTo>
                <a:cubicBezTo>
                  <a:pt x="26" y="492"/>
                  <a:pt x="27" y="492"/>
                  <a:pt x="28" y="492"/>
                </a:cubicBezTo>
                <a:cubicBezTo>
                  <a:pt x="28" y="493"/>
                  <a:pt x="31" y="493"/>
                  <a:pt x="31" y="493"/>
                </a:cubicBezTo>
                <a:cubicBezTo>
                  <a:pt x="32" y="493"/>
                  <a:pt x="34" y="494"/>
                  <a:pt x="34" y="494"/>
                </a:cubicBezTo>
                <a:cubicBezTo>
                  <a:pt x="34" y="494"/>
                  <a:pt x="34" y="495"/>
                  <a:pt x="35" y="496"/>
                </a:cubicBezTo>
                <a:cubicBezTo>
                  <a:pt x="35" y="496"/>
                  <a:pt x="37" y="500"/>
                  <a:pt x="38" y="500"/>
                </a:cubicBezTo>
                <a:cubicBezTo>
                  <a:pt x="38" y="501"/>
                  <a:pt x="38" y="502"/>
                  <a:pt x="38" y="502"/>
                </a:cubicBezTo>
                <a:cubicBezTo>
                  <a:pt x="38" y="502"/>
                  <a:pt x="37" y="504"/>
                  <a:pt x="37" y="504"/>
                </a:cubicBezTo>
                <a:cubicBezTo>
                  <a:pt x="37" y="504"/>
                  <a:pt x="35" y="504"/>
                  <a:pt x="35" y="505"/>
                </a:cubicBezTo>
                <a:cubicBezTo>
                  <a:pt x="35" y="505"/>
                  <a:pt x="36" y="507"/>
                  <a:pt x="36" y="507"/>
                </a:cubicBezTo>
                <a:cubicBezTo>
                  <a:pt x="36" y="507"/>
                  <a:pt x="35" y="507"/>
                  <a:pt x="35" y="507"/>
                </a:cubicBezTo>
                <a:cubicBezTo>
                  <a:pt x="35" y="507"/>
                  <a:pt x="33" y="507"/>
                  <a:pt x="33" y="507"/>
                </a:cubicBezTo>
                <a:cubicBezTo>
                  <a:pt x="33" y="507"/>
                  <a:pt x="31" y="508"/>
                  <a:pt x="31" y="508"/>
                </a:cubicBezTo>
                <a:cubicBezTo>
                  <a:pt x="31" y="508"/>
                  <a:pt x="31" y="510"/>
                  <a:pt x="31" y="510"/>
                </a:cubicBezTo>
                <a:cubicBezTo>
                  <a:pt x="31" y="516"/>
                  <a:pt x="31" y="516"/>
                  <a:pt x="31" y="516"/>
                </a:cubicBezTo>
                <a:cubicBezTo>
                  <a:pt x="31" y="516"/>
                  <a:pt x="31" y="516"/>
                  <a:pt x="32" y="516"/>
                </a:cubicBezTo>
                <a:cubicBezTo>
                  <a:pt x="33" y="517"/>
                  <a:pt x="34" y="518"/>
                  <a:pt x="34" y="518"/>
                </a:cubicBezTo>
                <a:cubicBezTo>
                  <a:pt x="34" y="518"/>
                  <a:pt x="34" y="519"/>
                  <a:pt x="33" y="519"/>
                </a:cubicBezTo>
                <a:cubicBezTo>
                  <a:pt x="33" y="519"/>
                  <a:pt x="33" y="520"/>
                  <a:pt x="33" y="520"/>
                </a:cubicBezTo>
                <a:cubicBezTo>
                  <a:pt x="33" y="520"/>
                  <a:pt x="31" y="522"/>
                  <a:pt x="31" y="522"/>
                </a:cubicBezTo>
                <a:cubicBezTo>
                  <a:pt x="29" y="523"/>
                  <a:pt x="29" y="523"/>
                  <a:pt x="29" y="523"/>
                </a:cubicBezTo>
                <a:cubicBezTo>
                  <a:pt x="29" y="523"/>
                  <a:pt x="30" y="525"/>
                  <a:pt x="31" y="525"/>
                </a:cubicBezTo>
                <a:cubicBezTo>
                  <a:pt x="31" y="526"/>
                  <a:pt x="31" y="527"/>
                  <a:pt x="31" y="527"/>
                </a:cubicBezTo>
                <a:cubicBezTo>
                  <a:pt x="31" y="528"/>
                  <a:pt x="31" y="529"/>
                  <a:pt x="31" y="529"/>
                </a:cubicBezTo>
                <a:cubicBezTo>
                  <a:pt x="31" y="530"/>
                  <a:pt x="32" y="531"/>
                  <a:pt x="32" y="532"/>
                </a:cubicBezTo>
                <a:cubicBezTo>
                  <a:pt x="32" y="533"/>
                  <a:pt x="32" y="533"/>
                  <a:pt x="33" y="534"/>
                </a:cubicBezTo>
                <a:cubicBezTo>
                  <a:pt x="33" y="535"/>
                  <a:pt x="33" y="537"/>
                  <a:pt x="33" y="537"/>
                </a:cubicBezTo>
                <a:cubicBezTo>
                  <a:pt x="33" y="537"/>
                  <a:pt x="32" y="538"/>
                  <a:pt x="31" y="538"/>
                </a:cubicBezTo>
                <a:cubicBezTo>
                  <a:pt x="31" y="539"/>
                  <a:pt x="30" y="539"/>
                  <a:pt x="29" y="540"/>
                </a:cubicBezTo>
                <a:cubicBezTo>
                  <a:pt x="29" y="540"/>
                  <a:pt x="28" y="540"/>
                  <a:pt x="28" y="540"/>
                </a:cubicBezTo>
                <a:cubicBezTo>
                  <a:pt x="28" y="540"/>
                  <a:pt x="27" y="543"/>
                  <a:pt x="28" y="544"/>
                </a:cubicBezTo>
                <a:cubicBezTo>
                  <a:pt x="28" y="545"/>
                  <a:pt x="29" y="545"/>
                  <a:pt x="29" y="545"/>
                </a:cubicBezTo>
                <a:cubicBezTo>
                  <a:pt x="29" y="546"/>
                  <a:pt x="28" y="547"/>
                  <a:pt x="28" y="547"/>
                </a:cubicBezTo>
                <a:cubicBezTo>
                  <a:pt x="28" y="547"/>
                  <a:pt x="29" y="548"/>
                  <a:pt x="29" y="548"/>
                </a:cubicBezTo>
                <a:cubicBezTo>
                  <a:pt x="30" y="548"/>
                  <a:pt x="30" y="550"/>
                  <a:pt x="30" y="550"/>
                </a:cubicBezTo>
                <a:cubicBezTo>
                  <a:pt x="30" y="551"/>
                  <a:pt x="29" y="551"/>
                  <a:pt x="29" y="551"/>
                </a:cubicBezTo>
                <a:cubicBezTo>
                  <a:pt x="27" y="550"/>
                  <a:pt x="27" y="550"/>
                  <a:pt x="27" y="550"/>
                </a:cubicBezTo>
                <a:cubicBezTo>
                  <a:pt x="27" y="553"/>
                  <a:pt x="27" y="553"/>
                  <a:pt x="27" y="553"/>
                </a:cubicBezTo>
                <a:cubicBezTo>
                  <a:pt x="27" y="553"/>
                  <a:pt x="23" y="555"/>
                  <a:pt x="23" y="555"/>
                </a:cubicBezTo>
                <a:cubicBezTo>
                  <a:pt x="23" y="556"/>
                  <a:pt x="21" y="557"/>
                  <a:pt x="21" y="557"/>
                </a:cubicBezTo>
                <a:cubicBezTo>
                  <a:pt x="21" y="557"/>
                  <a:pt x="21" y="559"/>
                  <a:pt x="21" y="560"/>
                </a:cubicBezTo>
                <a:cubicBezTo>
                  <a:pt x="21" y="560"/>
                  <a:pt x="21" y="561"/>
                  <a:pt x="21" y="561"/>
                </a:cubicBezTo>
                <a:cubicBezTo>
                  <a:pt x="20" y="562"/>
                  <a:pt x="20" y="563"/>
                  <a:pt x="20" y="563"/>
                </a:cubicBezTo>
                <a:cubicBezTo>
                  <a:pt x="20" y="564"/>
                  <a:pt x="18" y="564"/>
                  <a:pt x="18" y="564"/>
                </a:cubicBezTo>
                <a:cubicBezTo>
                  <a:pt x="18" y="564"/>
                  <a:pt x="18" y="565"/>
                  <a:pt x="18" y="565"/>
                </a:cubicBezTo>
                <a:cubicBezTo>
                  <a:pt x="18" y="565"/>
                  <a:pt x="18" y="566"/>
                  <a:pt x="19" y="566"/>
                </a:cubicBezTo>
                <a:cubicBezTo>
                  <a:pt x="19" y="567"/>
                  <a:pt x="18" y="568"/>
                  <a:pt x="18" y="568"/>
                </a:cubicBezTo>
                <a:cubicBezTo>
                  <a:pt x="18" y="568"/>
                  <a:pt x="18" y="569"/>
                  <a:pt x="18" y="569"/>
                </a:cubicBezTo>
                <a:cubicBezTo>
                  <a:pt x="18" y="569"/>
                  <a:pt x="19" y="570"/>
                  <a:pt x="19" y="570"/>
                </a:cubicBezTo>
                <a:cubicBezTo>
                  <a:pt x="19" y="570"/>
                  <a:pt x="19" y="571"/>
                  <a:pt x="19" y="571"/>
                </a:cubicBezTo>
                <a:cubicBezTo>
                  <a:pt x="19" y="572"/>
                  <a:pt x="19" y="573"/>
                  <a:pt x="20" y="573"/>
                </a:cubicBezTo>
                <a:cubicBezTo>
                  <a:pt x="20" y="573"/>
                  <a:pt x="21" y="574"/>
                  <a:pt x="21" y="574"/>
                </a:cubicBezTo>
                <a:cubicBezTo>
                  <a:pt x="21" y="577"/>
                  <a:pt x="21" y="577"/>
                  <a:pt x="21" y="577"/>
                </a:cubicBezTo>
                <a:cubicBezTo>
                  <a:pt x="21" y="577"/>
                  <a:pt x="22" y="578"/>
                  <a:pt x="23" y="579"/>
                </a:cubicBezTo>
                <a:cubicBezTo>
                  <a:pt x="23" y="579"/>
                  <a:pt x="22" y="580"/>
                  <a:pt x="22" y="580"/>
                </a:cubicBezTo>
                <a:cubicBezTo>
                  <a:pt x="22" y="580"/>
                  <a:pt x="20" y="580"/>
                  <a:pt x="20" y="580"/>
                </a:cubicBezTo>
                <a:cubicBezTo>
                  <a:pt x="20" y="584"/>
                  <a:pt x="20" y="584"/>
                  <a:pt x="20" y="584"/>
                </a:cubicBezTo>
                <a:cubicBezTo>
                  <a:pt x="17" y="584"/>
                  <a:pt x="17" y="584"/>
                  <a:pt x="17" y="584"/>
                </a:cubicBezTo>
                <a:cubicBezTo>
                  <a:pt x="17" y="584"/>
                  <a:pt x="17" y="587"/>
                  <a:pt x="17" y="588"/>
                </a:cubicBezTo>
                <a:cubicBezTo>
                  <a:pt x="17" y="588"/>
                  <a:pt x="18" y="592"/>
                  <a:pt x="18" y="592"/>
                </a:cubicBezTo>
                <a:cubicBezTo>
                  <a:pt x="13" y="597"/>
                  <a:pt x="13" y="597"/>
                  <a:pt x="13" y="597"/>
                </a:cubicBezTo>
                <a:cubicBezTo>
                  <a:pt x="10" y="596"/>
                  <a:pt x="10" y="596"/>
                  <a:pt x="10" y="596"/>
                </a:cubicBezTo>
                <a:cubicBezTo>
                  <a:pt x="7" y="601"/>
                  <a:pt x="7" y="601"/>
                  <a:pt x="7" y="601"/>
                </a:cubicBezTo>
                <a:cubicBezTo>
                  <a:pt x="7" y="601"/>
                  <a:pt x="7" y="603"/>
                  <a:pt x="7" y="603"/>
                </a:cubicBezTo>
                <a:cubicBezTo>
                  <a:pt x="7" y="603"/>
                  <a:pt x="8" y="605"/>
                  <a:pt x="8" y="605"/>
                </a:cubicBezTo>
                <a:cubicBezTo>
                  <a:pt x="8" y="605"/>
                  <a:pt x="6" y="611"/>
                  <a:pt x="5" y="612"/>
                </a:cubicBezTo>
                <a:cubicBezTo>
                  <a:pt x="5" y="613"/>
                  <a:pt x="1" y="619"/>
                  <a:pt x="1" y="619"/>
                </a:cubicBezTo>
                <a:cubicBezTo>
                  <a:pt x="0" y="623"/>
                  <a:pt x="0" y="623"/>
                  <a:pt x="0" y="623"/>
                </a:cubicBezTo>
                <a:cubicBezTo>
                  <a:pt x="2" y="623"/>
                  <a:pt x="2" y="623"/>
                  <a:pt x="2" y="623"/>
                </a:cubicBezTo>
                <a:cubicBezTo>
                  <a:pt x="2" y="625"/>
                  <a:pt x="2" y="625"/>
                  <a:pt x="2" y="625"/>
                </a:cubicBezTo>
                <a:cubicBezTo>
                  <a:pt x="2" y="625"/>
                  <a:pt x="1" y="627"/>
                  <a:pt x="1" y="627"/>
                </a:cubicBezTo>
                <a:cubicBezTo>
                  <a:pt x="0" y="627"/>
                  <a:pt x="1" y="628"/>
                  <a:pt x="1" y="629"/>
                </a:cubicBezTo>
                <a:cubicBezTo>
                  <a:pt x="1" y="629"/>
                  <a:pt x="2" y="629"/>
                  <a:pt x="2" y="629"/>
                </a:cubicBezTo>
                <a:cubicBezTo>
                  <a:pt x="2" y="629"/>
                  <a:pt x="2" y="631"/>
                  <a:pt x="2" y="631"/>
                </a:cubicBezTo>
                <a:cubicBezTo>
                  <a:pt x="2" y="632"/>
                  <a:pt x="3" y="632"/>
                  <a:pt x="3" y="633"/>
                </a:cubicBezTo>
                <a:cubicBezTo>
                  <a:pt x="3" y="633"/>
                  <a:pt x="2" y="634"/>
                  <a:pt x="2" y="634"/>
                </a:cubicBezTo>
                <a:cubicBezTo>
                  <a:pt x="2" y="634"/>
                  <a:pt x="3" y="635"/>
                  <a:pt x="3" y="635"/>
                </a:cubicBezTo>
                <a:cubicBezTo>
                  <a:pt x="3" y="635"/>
                  <a:pt x="3" y="638"/>
                  <a:pt x="3" y="638"/>
                </a:cubicBezTo>
                <a:cubicBezTo>
                  <a:pt x="3" y="639"/>
                  <a:pt x="3" y="640"/>
                  <a:pt x="3" y="640"/>
                </a:cubicBezTo>
                <a:cubicBezTo>
                  <a:pt x="3" y="640"/>
                  <a:pt x="5" y="641"/>
                  <a:pt x="6" y="642"/>
                </a:cubicBezTo>
                <a:cubicBezTo>
                  <a:pt x="6" y="642"/>
                  <a:pt x="7" y="643"/>
                  <a:pt x="7" y="643"/>
                </a:cubicBezTo>
                <a:cubicBezTo>
                  <a:pt x="6" y="644"/>
                  <a:pt x="6" y="644"/>
                  <a:pt x="6" y="644"/>
                </a:cubicBezTo>
                <a:cubicBezTo>
                  <a:pt x="6" y="646"/>
                  <a:pt x="6" y="646"/>
                  <a:pt x="6" y="646"/>
                </a:cubicBezTo>
                <a:cubicBezTo>
                  <a:pt x="6" y="646"/>
                  <a:pt x="9" y="645"/>
                  <a:pt x="9" y="645"/>
                </a:cubicBezTo>
                <a:cubicBezTo>
                  <a:pt x="10" y="645"/>
                  <a:pt x="14" y="641"/>
                  <a:pt x="14" y="641"/>
                </a:cubicBezTo>
                <a:cubicBezTo>
                  <a:pt x="14" y="641"/>
                  <a:pt x="16" y="643"/>
                  <a:pt x="16" y="643"/>
                </a:cubicBezTo>
                <a:cubicBezTo>
                  <a:pt x="16" y="643"/>
                  <a:pt x="17" y="642"/>
                  <a:pt x="17" y="642"/>
                </a:cubicBezTo>
                <a:cubicBezTo>
                  <a:pt x="17" y="642"/>
                  <a:pt x="18" y="641"/>
                  <a:pt x="19" y="641"/>
                </a:cubicBezTo>
                <a:cubicBezTo>
                  <a:pt x="19" y="641"/>
                  <a:pt x="20" y="642"/>
                  <a:pt x="21" y="642"/>
                </a:cubicBezTo>
                <a:cubicBezTo>
                  <a:pt x="21" y="642"/>
                  <a:pt x="22" y="643"/>
                  <a:pt x="22" y="643"/>
                </a:cubicBezTo>
                <a:cubicBezTo>
                  <a:pt x="22" y="643"/>
                  <a:pt x="21" y="644"/>
                  <a:pt x="21" y="644"/>
                </a:cubicBezTo>
                <a:cubicBezTo>
                  <a:pt x="21" y="645"/>
                  <a:pt x="21" y="646"/>
                  <a:pt x="21" y="646"/>
                </a:cubicBezTo>
                <a:cubicBezTo>
                  <a:pt x="21" y="646"/>
                  <a:pt x="22" y="647"/>
                  <a:pt x="22" y="647"/>
                </a:cubicBezTo>
                <a:cubicBezTo>
                  <a:pt x="22" y="649"/>
                  <a:pt x="23" y="651"/>
                  <a:pt x="23" y="652"/>
                </a:cubicBezTo>
                <a:cubicBezTo>
                  <a:pt x="23" y="652"/>
                  <a:pt x="23" y="652"/>
                  <a:pt x="23" y="653"/>
                </a:cubicBezTo>
                <a:cubicBezTo>
                  <a:pt x="22" y="653"/>
                  <a:pt x="22" y="653"/>
                  <a:pt x="22" y="653"/>
                </a:cubicBezTo>
                <a:cubicBezTo>
                  <a:pt x="20" y="653"/>
                  <a:pt x="20" y="653"/>
                  <a:pt x="20" y="653"/>
                </a:cubicBezTo>
                <a:cubicBezTo>
                  <a:pt x="20" y="654"/>
                  <a:pt x="20" y="655"/>
                  <a:pt x="20" y="655"/>
                </a:cubicBezTo>
                <a:cubicBezTo>
                  <a:pt x="20" y="657"/>
                  <a:pt x="22" y="657"/>
                  <a:pt x="22" y="659"/>
                </a:cubicBezTo>
                <a:cubicBezTo>
                  <a:pt x="22" y="659"/>
                  <a:pt x="22" y="659"/>
                  <a:pt x="22" y="659"/>
                </a:cubicBezTo>
                <a:cubicBezTo>
                  <a:pt x="22" y="659"/>
                  <a:pt x="22" y="659"/>
                  <a:pt x="22" y="659"/>
                </a:cubicBezTo>
                <a:cubicBezTo>
                  <a:pt x="22" y="660"/>
                  <a:pt x="21" y="660"/>
                  <a:pt x="21" y="661"/>
                </a:cubicBezTo>
                <a:cubicBezTo>
                  <a:pt x="21" y="661"/>
                  <a:pt x="21" y="661"/>
                  <a:pt x="21" y="661"/>
                </a:cubicBezTo>
                <a:cubicBezTo>
                  <a:pt x="21" y="662"/>
                  <a:pt x="21" y="662"/>
                  <a:pt x="21" y="662"/>
                </a:cubicBezTo>
                <a:cubicBezTo>
                  <a:pt x="22" y="663"/>
                  <a:pt x="21" y="664"/>
                  <a:pt x="21" y="665"/>
                </a:cubicBezTo>
                <a:cubicBezTo>
                  <a:pt x="21" y="666"/>
                  <a:pt x="20" y="666"/>
                  <a:pt x="20" y="667"/>
                </a:cubicBezTo>
                <a:cubicBezTo>
                  <a:pt x="19" y="667"/>
                  <a:pt x="19" y="668"/>
                  <a:pt x="19" y="668"/>
                </a:cubicBezTo>
                <a:cubicBezTo>
                  <a:pt x="20" y="668"/>
                  <a:pt x="21" y="668"/>
                  <a:pt x="21" y="669"/>
                </a:cubicBezTo>
                <a:cubicBezTo>
                  <a:pt x="21" y="669"/>
                  <a:pt x="21" y="671"/>
                  <a:pt x="22" y="672"/>
                </a:cubicBezTo>
                <a:cubicBezTo>
                  <a:pt x="22" y="672"/>
                  <a:pt x="23" y="672"/>
                  <a:pt x="23" y="672"/>
                </a:cubicBezTo>
                <a:cubicBezTo>
                  <a:pt x="24" y="673"/>
                  <a:pt x="26" y="674"/>
                  <a:pt x="27" y="675"/>
                </a:cubicBezTo>
                <a:cubicBezTo>
                  <a:pt x="27" y="676"/>
                  <a:pt x="27" y="676"/>
                  <a:pt x="28" y="677"/>
                </a:cubicBezTo>
                <a:cubicBezTo>
                  <a:pt x="28" y="677"/>
                  <a:pt x="28" y="677"/>
                  <a:pt x="28" y="677"/>
                </a:cubicBezTo>
                <a:cubicBezTo>
                  <a:pt x="28" y="678"/>
                  <a:pt x="28" y="678"/>
                  <a:pt x="28" y="678"/>
                </a:cubicBezTo>
                <a:cubicBezTo>
                  <a:pt x="27" y="678"/>
                  <a:pt x="27" y="679"/>
                  <a:pt x="26" y="679"/>
                </a:cubicBezTo>
                <a:cubicBezTo>
                  <a:pt x="26" y="679"/>
                  <a:pt x="26" y="679"/>
                  <a:pt x="26" y="679"/>
                </a:cubicBezTo>
                <a:cubicBezTo>
                  <a:pt x="26" y="679"/>
                  <a:pt x="26" y="679"/>
                  <a:pt x="26" y="679"/>
                </a:cubicBezTo>
                <a:cubicBezTo>
                  <a:pt x="27" y="680"/>
                  <a:pt x="27" y="680"/>
                  <a:pt x="28" y="680"/>
                </a:cubicBezTo>
                <a:cubicBezTo>
                  <a:pt x="62" y="680"/>
                  <a:pt x="62" y="680"/>
                  <a:pt x="62" y="680"/>
                </a:cubicBezTo>
                <a:cubicBezTo>
                  <a:pt x="63" y="680"/>
                  <a:pt x="65" y="681"/>
                  <a:pt x="66" y="682"/>
                </a:cubicBezTo>
                <a:cubicBezTo>
                  <a:pt x="67" y="683"/>
                  <a:pt x="69" y="684"/>
                  <a:pt x="70" y="685"/>
                </a:cubicBezTo>
                <a:cubicBezTo>
                  <a:pt x="72" y="685"/>
                  <a:pt x="74" y="685"/>
                  <a:pt x="76" y="685"/>
                </a:cubicBezTo>
                <a:cubicBezTo>
                  <a:pt x="78" y="685"/>
                  <a:pt x="80" y="687"/>
                  <a:pt x="83" y="688"/>
                </a:cubicBezTo>
                <a:cubicBezTo>
                  <a:pt x="85" y="689"/>
                  <a:pt x="88" y="689"/>
                  <a:pt x="89" y="691"/>
                </a:cubicBezTo>
                <a:cubicBezTo>
                  <a:pt x="90" y="691"/>
                  <a:pt x="90" y="691"/>
                  <a:pt x="90" y="691"/>
                </a:cubicBezTo>
                <a:cubicBezTo>
                  <a:pt x="90" y="691"/>
                  <a:pt x="90" y="691"/>
                  <a:pt x="90" y="691"/>
                </a:cubicBezTo>
                <a:cubicBezTo>
                  <a:pt x="91" y="690"/>
                  <a:pt x="90" y="689"/>
                  <a:pt x="90" y="689"/>
                </a:cubicBezTo>
                <a:cubicBezTo>
                  <a:pt x="89" y="686"/>
                  <a:pt x="87" y="683"/>
                  <a:pt x="85" y="681"/>
                </a:cubicBezTo>
                <a:cubicBezTo>
                  <a:pt x="84" y="679"/>
                  <a:pt x="83" y="678"/>
                  <a:pt x="82" y="676"/>
                </a:cubicBezTo>
                <a:cubicBezTo>
                  <a:pt x="82" y="675"/>
                  <a:pt x="82" y="674"/>
                  <a:pt x="82" y="673"/>
                </a:cubicBezTo>
                <a:cubicBezTo>
                  <a:pt x="81" y="672"/>
                  <a:pt x="81" y="671"/>
                  <a:pt x="81" y="670"/>
                </a:cubicBezTo>
                <a:cubicBezTo>
                  <a:pt x="81" y="670"/>
                  <a:pt x="80" y="670"/>
                  <a:pt x="80" y="670"/>
                </a:cubicBezTo>
                <a:cubicBezTo>
                  <a:pt x="80" y="670"/>
                  <a:pt x="78" y="671"/>
                  <a:pt x="77" y="671"/>
                </a:cubicBezTo>
                <a:cubicBezTo>
                  <a:pt x="76" y="671"/>
                  <a:pt x="75" y="670"/>
                  <a:pt x="74" y="670"/>
                </a:cubicBezTo>
                <a:cubicBezTo>
                  <a:pt x="74" y="670"/>
                  <a:pt x="71" y="670"/>
                  <a:pt x="70" y="669"/>
                </a:cubicBezTo>
                <a:cubicBezTo>
                  <a:pt x="70" y="669"/>
                  <a:pt x="71" y="669"/>
                  <a:pt x="72" y="668"/>
                </a:cubicBezTo>
                <a:cubicBezTo>
                  <a:pt x="72" y="668"/>
                  <a:pt x="74" y="668"/>
                  <a:pt x="75" y="668"/>
                </a:cubicBezTo>
                <a:cubicBezTo>
                  <a:pt x="75" y="668"/>
                  <a:pt x="77" y="669"/>
                  <a:pt x="77" y="669"/>
                </a:cubicBezTo>
                <a:cubicBezTo>
                  <a:pt x="77" y="669"/>
                  <a:pt x="80" y="668"/>
                  <a:pt x="80" y="668"/>
                </a:cubicBezTo>
                <a:cubicBezTo>
                  <a:pt x="80" y="668"/>
                  <a:pt x="80" y="665"/>
                  <a:pt x="80" y="664"/>
                </a:cubicBezTo>
                <a:cubicBezTo>
                  <a:pt x="80" y="664"/>
                  <a:pt x="79" y="662"/>
                  <a:pt x="79" y="662"/>
                </a:cubicBezTo>
                <a:cubicBezTo>
                  <a:pt x="79" y="661"/>
                  <a:pt x="79" y="660"/>
                  <a:pt x="78" y="659"/>
                </a:cubicBezTo>
                <a:cubicBezTo>
                  <a:pt x="78" y="658"/>
                  <a:pt x="78" y="656"/>
                  <a:pt x="78" y="655"/>
                </a:cubicBezTo>
                <a:cubicBezTo>
                  <a:pt x="77" y="654"/>
                  <a:pt x="77" y="653"/>
                  <a:pt x="77" y="653"/>
                </a:cubicBezTo>
                <a:cubicBezTo>
                  <a:pt x="77" y="653"/>
                  <a:pt x="77" y="652"/>
                  <a:pt x="77" y="652"/>
                </a:cubicBezTo>
                <a:cubicBezTo>
                  <a:pt x="76" y="652"/>
                  <a:pt x="76" y="652"/>
                  <a:pt x="76" y="653"/>
                </a:cubicBezTo>
                <a:cubicBezTo>
                  <a:pt x="75" y="653"/>
                  <a:pt x="73" y="655"/>
                  <a:pt x="73" y="655"/>
                </a:cubicBezTo>
                <a:cubicBezTo>
                  <a:pt x="72" y="655"/>
                  <a:pt x="72" y="655"/>
                  <a:pt x="72" y="654"/>
                </a:cubicBezTo>
                <a:cubicBezTo>
                  <a:pt x="72" y="653"/>
                  <a:pt x="77" y="650"/>
                  <a:pt x="77" y="650"/>
                </a:cubicBezTo>
                <a:cubicBezTo>
                  <a:pt x="77" y="650"/>
                  <a:pt x="77" y="647"/>
                  <a:pt x="77" y="645"/>
                </a:cubicBezTo>
                <a:cubicBezTo>
                  <a:pt x="77" y="644"/>
                  <a:pt x="78" y="642"/>
                  <a:pt x="79" y="640"/>
                </a:cubicBezTo>
                <a:cubicBezTo>
                  <a:pt x="79" y="638"/>
                  <a:pt x="82" y="634"/>
                  <a:pt x="83" y="633"/>
                </a:cubicBezTo>
                <a:cubicBezTo>
                  <a:pt x="84" y="632"/>
                  <a:pt x="90" y="631"/>
                  <a:pt x="90" y="630"/>
                </a:cubicBezTo>
                <a:cubicBezTo>
                  <a:pt x="90" y="630"/>
                  <a:pt x="89" y="628"/>
                  <a:pt x="89" y="627"/>
                </a:cubicBezTo>
                <a:cubicBezTo>
                  <a:pt x="88" y="626"/>
                  <a:pt x="88" y="626"/>
                  <a:pt x="87" y="625"/>
                </a:cubicBezTo>
                <a:cubicBezTo>
                  <a:pt x="86" y="625"/>
                  <a:pt x="85" y="625"/>
                  <a:pt x="85" y="625"/>
                </a:cubicBezTo>
                <a:cubicBezTo>
                  <a:pt x="84" y="625"/>
                  <a:pt x="84" y="624"/>
                  <a:pt x="85" y="624"/>
                </a:cubicBezTo>
                <a:cubicBezTo>
                  <a:pt x="85" y="623"/>
                  <a:pt x="86" y="623"/>
                  <a:pt x="86" y="623"/>
                </a:cubicBezTo>
                <a:cubicBezTo>
                  <a:pt x="87" y="623"/>
                  <a:pt x="87" y="623"/>
                  <a:pt x="87" y="622"/>
                </a:cubicBezTo>
                <a:cubicBezTo>
                  <a:pt x="87" y="621"/>
                  <a:pt x="88" y="622"/>
                  <a:pt x="88" y="622"/>
                </a:cubicBezTo>
                <a:cubicBezTo>
                  <a:pt x="88" y="622"/>
                  <a:pt x="89" y="624"/>
                  <a:pt x="90" y="625"/>
                </a:cubicBezTo>
                <a:cubicBezTo>
                  <a:pt x="90" y="626"/>
                  <a:pt x="91" y="627"/>
                  <a:pt x="92" y="627"/>
                </a:cubicBezTo>
                <a:cubicBezTo>
                  <a:pt x="92" y="628"/>
                  <a:pt x="95" y="627"/>
                  <a:pt x="97" y="627"/>
                </a:cubicBezTo>
                <a:cubicBezTo>
                  <a:pt x="98" y="627"/>
                  <a:pt x="99" y="625"/>
                  <a:pt x="100" y="624"/>
                </a:cubicBezTo>
                <a:cubicBezTo>
                  <a:pt x="101" y="623"/>
                  <a:pt x="101" y="622"/>
                  <a:pt x="101" y="621"/>
                </a:cubicBezTo>
                <a:cubicBezTo>
                  <a:pt x="101" y="620"/>
                  <a:pt x="101" y="619"/>
                  <a:pt x="102" y="618"/>
                </a:cubicBezTo>
                <a:cubicBezTo>
                  <a:pt x="102" y="617"/>
                  <a:pt x="102" y="616"/>
                  <a:pt x="102" y="615"/>
                </a:cubicBezTo>
                <a:cubicBezTo>
                  <a:pt x="102" y="615"/>
                  <a:pt x="102" y="615"/>
                  <a:pt x="103" y="614"/>
                </a:cubicBezTo>
                <a:cubicBezTo>
                  <a:pt x="103" y="613"/>
                  <a:pt x="102" y="611"/>
                  <a:pt x="103" y="610"/>
                </a:cubicBezTo>
                <a:cubicBezTo>
                  <a:pt x="103" y="609"/>
                  <a:pt x="103" y="609"/>
                  <a:pt x="104" y="608"/>
                </a:cubicBezTo>
                <a:cubicBezTo>
                  <a:pt x="104" y="608"/>
                  <a:pt x="104" y="607"/>
                  <a:pt x="104" y="607"/>
                </a:cubicBezTo>
                <a:cubicBezTo>
                  <a:pt x="104" y="607"/>
                  <a:pt x="104" y="606"/>
                  <a:pt x="104" y="606"/>
                </a:cubicBezTo>
                <a:cubicBezTo>
                  <a:pt x="104" y="605"/>
                  <a:pt x="103" y="606"/>
                  <a:pt x="103" y="606"/>
                </a:cubicBezTo>
                <a:cubicBezTo>
                  <a:pt x="103" y="606"/>
                  <a:pt x="103" y="607"/>
                  <a:pt x="102" y="608"/>
                </a:cubicBezTo>
                <a:cubicBezTo>
                  <a:pt x="102" y="608"/>
                  <a:pt x="101" y="608"/>
                  <a:pt x="101" y="608"/>
                </a:cubicBezTo>
                <a:cubicBezTo>
                  <a:pt x="101" y="608"/>
                  <a:pt x="100" y="607"/>
                  <a:pt x="100" y="607"/>
                </a:cubicBezTo>
                <a:cubicBezTo>
                  <a:pt x="100" y="607"/>
                  <a:pt x="102" y="606"/>
                  <a:pt x="102" y="606"/>
                </a:cubicBezTo>
                <a:cubicBezTo>
                  <a:pt x="102" y="606"/>
                  <a:pt x="103" y="605"/>
                  <a:pt x="103" y="605"/>
                </a:cubicBezTo>
                <a:cubicBezTo>
                  <a:pt x="103" y="604"/>
                  <a:pt x="103" y="604"/>
                  <a:pt x="104" y="603"/>
                </a:cubicBezTo>
                <a:cubicBezTo>
                  <a:pt x="104" y="603"/>
                  <a:pt x="104" y="602"/>
                  <a:pt x="104" y="601"/>
                </a:cubicBezTo>
                <a:cubicBezTo>
                  <a:pt x="104" y="600"/>
                  <a:pt x="104" y="599"/>
                  <a:pt x="105" y="599"/>
                </a:cubicBezTo>
                <a:cubicBezTo>
                  <a:pt x="105" y="599"/>
                  <a:pt x="106" y="598"/>
                  <a:pt x="106" y="598"/>
                </a:cubicBezTo>
                <a:cubicBezTo>
                  <a:pt x="106" y="597"/>
                  <a:pt x="107" y="596"/>
                  <a:pt x="108" y="595"/>
                </a:cubicBezTo>
                <a:cubicBezTo>
                  <a:pt x="108" y="595"/>
                  <a:pt x="109" y="595"/>
                  <a:pt x="109" y="595"/>
                </a:cubicBezTo>
                <a:cubicBezTo>
                  <a:pt x="110" y="594"/>
                  <a:pt x="110" y="594"/>
                  <a:pt x="111" y="594"/>
                </a:cubicBezTo>
                <a:cubicBezTo>
                  <a:pt x="111" y="593"/>
                  <a:pt x="111" y="592"/>
                  <a:pt x="112" y="592"/>
                </a:cubicBezTo>
                <a:cubicBezTo>
                  <a:pt x="112" y="591"/>
                  <a:pt x="113" y="590"/>
                  <a:pt x="113" y="590"/>
                </a:cubicBezTo>
                <a:cubicBezTo>
                  <a:pt x="113" y="589"/>
                  <a:pt x="115" y="588"/>
                  <a:pt x="115" y="588"/>
                </a:cubicBezTo>
                <a:cubicBezTo>
                  <a:pt x="116" y="587"/>
                  <a:pt x="117" y="587"/>
                  <a:pt x="117" y="586"/>
                </a:cubicBezTo>
                <a:cubicBezTo>
                  <a:pt x="118" y="586"/>
                  <a:pt x="119" y="585"/>
                  <a:pt x="119" y="584"/>
                </a:cubicBezTo>
                <a:cubicBezTo>
                  <a:pt x="120" y="584"/>
                  <a:pt x="121" y="583"/>
                  <a:pt x="121" y="583"/>
                </a:cubicBezTo>
                <a:cubicBezTo>
                  <a:pt x="122" y="582"/>
                  <a:pt x="124" y="583"/>
                  <a:pt x="124" y="583"/>
                </a:cubicBezTo>
                <a:cubicBezTo>
                  <a:pt x="124" y="582"/>
                  <a:pt x="124" y="582"/>
                  <a:pt x="125" y="581"/>
                </a:cubicBezTo>
                <a:cubicBezTo>
                  <a:pt x="125" y="581"/>
                  <a:pt x="126" y="580"/>
                  <a:pt x="127" y="580"/>
                </a:cubicBezTo>
                <a:cubicBezTo>
                  <a:pt x="127" y="579"/>
                  <a:pt x="127" y="579"/>
                  <a:pt x="127" y="578"/>
                </a:cubicBezTo>
                <a:cubicBezTo>
                  <a:pt x="127" y="577"/>
                  <a:pt x="128" y="577"/>
                  <a:pt x="128" y="577"/>
                </a:cubicBezTo>
                <a:cubicBezTo>
                  <a:pt x="128" y="577"/>
                  <a:pt x="129" y="577"/>
                  <a:pt x="129" y="577"/>
                </a:cubicBezTo>
                <a:cubicBezTo>
                  <a:pt x="129" y="577"/>
                  <a:pt x="129" y="576"/>
                  <a:pt x="130" y="575"/>
                </a:cubicBezTo>
                <a:cubicBezTo>
                  <a:pt x="130" y="575"/>
                  <a:pt x="131" y="575"/>
                  <a:pt x="132" y="574"/>
                </a:cubicBezTo>
                <a:cubicBezTo>
                  <a:pt x="133" y="574"/>
                  <a:pt x="133" y="574"/>
                  <a:pt x="133" y="574"/>
                </a:cubicBezTo>
                <a:cubicBezTo>
                  <a:pt x="134" y="574"/>
                  <a:pt x="134" y="572"/>
                  <a:pt x="133" y="572"/>
                </a:cubicBezTo>
                <a:cubicBezTo>
                  <a:pt x="133" y="572"/>
                  <a:pt x="133" y="570"/>
                  <a:pt x="134" y="569"/>
                </a:cubicBezTo>
                <a:cubicBezTo>
                  <a:pt x="134" y="569"/>
                  <a:pt x="135" y="570"/>
                  <a:pt x="135" y="570"/>
                </a:cubicBezTo>
                <a:cubicBezTo>
                  <a:pt x="136" y="570"/>
                  <a:pt x="136" y="570"/>
                  <a:pt x="136" y="569"/>
                </a:cubicBezTo>
                <a:cubicBezTo>
                  <a:pt x="136" y="569"/>
                  <a:pt x="135" y="568"/>
                  <a:pt x="135" y="568"/>
                </a:cubicBezTo>
                <a:cubicBezTo>
                  <a:pt x="135" y="567"/>
                  <a:pt x="135" y="566"/>
                  <a:pt x="135" y="565"/>
                </a:cubicBezTo>
                <a:cubicBezTo>
                  <a:pt x="135" y="564"/>
                  <a:pt x="136" y="564"/>
                  <a:pt x="136" y="563"/>
                </a:cubicBezTo>
                <a:cubicBezTo>
                  <a:pt x="137" y="562"/>
                  <a:pt x="137" y="560"/>
                  <a:pt x="137" y="559"/>
                </a:cubicBezTo>
                <a:cubicBezTo>
                  <a:pt x="137" y="558"/>
                  <a:pt x="137" y="555"/>
                  <a:pt x="137" y="554"/>
                </a:cubicBezTo>
                <a:cubicBezTo>
                  <a:pt x="137" y="553"/>
                  <a:pt x="137" y="550"/>
                  <a:pt x="136" y="549"/>
                </a:cubicBezTo>
                <a:cubicBezTo>
                  <a:pt x="134" y="547"/>
                  <a:pt x="133" y="548"/>
                  <a:pt x="131" y="548"/>
                </a:cubicBezTo>
                <a:cubicBezTo>
                  <a:pt x="130" y="548"/>
                  <a:pt x="127" y="548"/>
                  <a:pt x="125" y="548"/>
                </a:cubicBezTo>
                <a:cubicBezTo>
                  <a:pt x="124" y="547"/>
                  <a:pt x="121" y="547"/>
                  <a:pt x="120" y="547"/>
                </a:cubicBezTo>
                <a:cubicBezTo>
                  <a:pt x="118" y="546"/>
                  <a:pt x="117" y="545"/>
                  <a:pt x="117" y="543"/>
                </a:cubicBezTo>
                <a:cubicBezTo>
                  <a:pt x="116" y="542"/>
                  <a:pt x="114" y="540"/>
                  <a:pt x="113" y="540"/>
                </a:cubicBezTo>
                <a:cubicBezTo>
                  <a:pt x="113" y="539"/>
                  <a:pt x="112" y="537"/>
                  <a:pt x="111" y="537"/>
                </a:cubicBezTo>
                <a:cubicBezTo>
                  <a:pt x="110" y="536"/>
                  <a:pt x="109" y="534"/>
                  <a:pt x="108" y="534"/>
                </a:cubicBezTo>
                <a:cubicBezTo>
                  <a:pt x="107" y="533"/>
                  <a:pt x="107" y="532"/>
                  <a:pt x="106" y="531"/>
                </a:cubicBezTo>
                <a:cubicBezTo>
                  <a:pt x="105" y="530"/>
                  <a:pt x="105" y="529"/>
                  <a:pt x="104" y="528"/>
                </a:cubicBezTo>
                <a:cubicBezTo>
                  <a:pt x="104" y="527"/>
                  <a:pt x="104" y="525"/>
                  <a:pt x="104" y="525"/>
                </a:cubicBezTo>
                <a:cubicBezTo>
                  <a:pt x="103" y="524"/>
                  <a:pt x="104" y="523"/>
                  <a:pt x="104" y="522"/>
                </a:cubicBezTo>
                <a:cubicBezTo>
                  <a:pt x="104" y="521"/>
                  <a:pt x="105" y="520"/>
                  <a:pt x="105" y="519"/>
                </a:cubicBezTo>
                <a:cubicBezTo>
                  <a:pt x="105" y="519"/>
                  <a:pt x="105" y="519"/>
                  <a:pt x="105" y="519"/>
                </a:cubicBezTo>
                <a:cubicBezTo>
                  <a:pt x="106" y="518"/>
                  <a:pt x="106" y="516"/>
                  <a:pt x="107" y="516"/>
                </a:cubicBezTo>
                <a:cubicBezTo>
                  <a:pt x="108" y="515"/>
                  <a:pt x="109" y="515"/>
                  <a:pt x="109" y="514"/>
                </a:cubicBezTo>
                <a:cubicBezTo>
                  <a:pt x="109" y="514"/>
                  <a:pt x="109" y="513"/>
                  <a:pt x="109" y="512"/>
                </a:cubicBezTo>
                <a:cubicBezTo>
                  <a:pt x="109" y="512"/>
                  <a:pt x="109" y="510"/>
                  <a:pt x="109" y="510"/>
                </a:cubicBezTo>
                <a:cubicBezTo>
                  <a:pt x="110" y="509"/>
                  <a:pt x="111" y="508"/>
                  <a:pt x="111" y="508"/>
                </a:cubicBezTo>
                <a:cubicBezTo>
                  <a:pt x="111" y="508"/>
                  <a:pt x="112" y="507"/>
                  <a:pt x="112" y="506"/>
                </a:cubicBezTo>
                <a:cubicBezTo>
                  <a:pt x="112" y="505"/>
                  <a:pt x="113" y="505"/>
                  <a:pt x="114" y="504"/>
                </a:cubicBezTo>
                <a:cubicBezTo>
                  <a:pt x="114" y="504"/>
                  <a:pt x="117" y="501"/>
                  <a:pt x="117" y="501"/>
                </a:cubicBezTo>
                <a:cubicBezTo>
                  <a:pt x="118" y="500"/>
                  <a:pt x="123" y="501"/>
                  <a:pt x="123" y="501"/>
                </a:cubicBezTo>
                <a:cubicBezTo>
                  <a:pt x="123" y="501"/>
                  <a:pt x="123" y="500"/>
                  <a:pt x="123" y="499"/>
                </a:cubicBezTo>
                <a:cubicBezTo>
                  <a:pt x="123" y="497"/>
                  <a:pt x="125" y="497"/>
                  <a:pt x="125" y="497"/>
                </a:cubicBezTo>
                <a:cubicBezTo>
                  <a:pt x="125" y="497"/>
                  <a:pt x="126" y="496"/>
                  <a:pt x="126" y="496"/>
                </a:cubicBezTo>
                <a:cubicBezTo>
                  <a:pt x="126" y="496"/>
                  <a:pt x="127" y="496"/>
                  <a:pt x="127" y="496"/>
                </a:cubicBezTo>
                <a:cubicBezTo>
                  <a:pt x="128" y="496"/>
                  <a:pt x="129" y="496"/>
                  <a:pt x="129" y="495"/>
                </a:cubicBezTo>
                <a:cubicBezTo>
                  <a:pt x="129" y="494"/>
                  <a:pt x="130" y="494"/>
                  <a:pt x="130" y="494"/>
                </a:cubicBezTo>
                <a:cubicBezTo>
                  <a:pt x="131" y="494"/>
                  <a:pt x="131" y="495"/>
                  <a:pt x="132" y="495"/>
                </a:cubicBezTo>
                <a:cubicBezTo>
                  <a:pt x="132" y="496"/>
                  <a:pt x="133" y="495"/>
                  <a:pt x="133" y="495"/>
                </a:cubicBezTo>
                <a:cubicBezTo>
                  <a:pt x="133" y="495"/>
                  <a:pt x="133" y="496"/>
                  <a:pt x="134" y="496"/>
                </a:cubicBezTo>
                <a:cubicBezTo>
                  <a:pt x="135" y="496"/>
                  <a:pt x="135" y="495"/>
                  <a:pt x="135" y="495"/>
                </a:cubicBezTo>
                <a:cubicBezTo>
                  <a:pt x="135" y="495"/>
                  <a:pt x="137" y="496"/>
                  <a:pt x="137" y="496"/>
                </a:cubicBezTo>
                <a:cubicBezTo>
                  <a:pt x="137" y="496"/>
                  <a:pt x="138" y="496"/>
                  <a:pt x="138" y="496"/>
                </a:cubicBezTo>
                <a:cubicBezTo>
                  <a:pt x="139" y="496"/>
                  <a:pt x="139" y="495"/>
                  <a:pt x="140" y="495"/>
                </a:cubicBezTo>
                <a:cubicBezTo>
                  <a:pt x="140" y="494"/>
                  <a:pt x="141" y="493"/>
                  <a:pt x="141" y="493"/>
                </a:cubicBezTo>
                <a:cubicBezTo>
                  <a:pt x="141" y="492"/>
                  <a:pt x="140" y="492"/>
                  <a:pt x="139" y="492"/>
                </a:cubicBezTo>
                <a:cubicBezTo>
                  <a:pt x="138" y="492"/>
                  <a:pt x="138" y="492"/>
                  <a:pt x="138" y="491"/>
                </a:cubicBezTo>
                <a:cubicBezTo>
                  <a:pt x="137" y="491"/>
                  <a:pt x="137" y="490"/>
                  <a:pt x="138" y="489"/>
                </a:cubicBezTo>
                <a:cubicBezTo>
                  <a:pt x="138" y="488"/>
                  <a:pt x="138" y="488"/>
                  <a:pt x="139" y="487"/>
                </a:cubicBezTo>
                <a:cubicBezTo>
                  <a:pt x="139" y="486"/>
                  <a:pt x="140" y="485"/>
                  <a:pt x="141" y="485"/>
                </a:cubicBezTo>
                <a:cubicBezTo>
                  <a:pt x="142" y="484"/>
                  <a:pt x="143" y="484"/>
                  <a:pt x="143" y="484"/>
                </a:cubicBezTo>
                <a:cubicBezTo>
                  <a:pt x="144" y="483"/>
                  <a:pt x="144" y="483"/>
                  <a:pt x="144" y="482"/>
                </a:cubicBezTo>
                <a:cubicBezTo>
                  <a:pt x="145" y="481"/>
                  <a:pt x="146" y="480"/>
                  <a:pt x="146" y="479"/>
                </a:cubicBezTo>
                <a:cubicBezTo>
                  <a:pt x="146" y="479"/>
                  <a:pt x="146" y="478"/>
                  <a:pt x="145" y="478"/>
                </a:cubicBezTo>
                <a:cubicBezTo>
                  <a:pt x="145" y="478"/>
                  <a:pt x="145" y="477"/>
                  <a:pt x="145" y="476"/>
                </a:cubicBezTo>
                <a:cubicBezTo>
                  <a:pt x="145" y="476"/>
                  <a:pt x="145" y="475"/>
                  <a:pt x="145" y="475"/>
                </a:cubicBezTo>
                <a:cubicBezTo>
                  <a:pt x="145" y="475"/>
                  <a:pt x="145" y="474"/>
                  <a:pt x="146" y="474"/>
                </a:cubicBezTo>
                <a:cubicBezTo>
                  <a:pt x="146" y="474"/>
                  <a:pt x="146" y="472"/>
                  <a:pt x="146" y="472"/>
                </a:cubicBezTo>
                <a:cubicBezTo>
                  <a:pt x="146" y="471"/>
                  <a:pt x="145" y="471"/>
                  <a:pt x="145" y="470"/>
                </a:cubicBezTo>
                <a:cubicBezTo>
                  <a:pt x="145" y="470"/>
                  <a:pt x="145" y="469"/>
                  <a:pt x="145" y="469"/>
                </a:cubicBezTo>
                <a:cubicBezTo>
                  <a:pt x="144" y="468"/>
                  <a:pt x="144" y="467"/>
                  <a:pt x="144" y="466"/>
                </a:cubicBezTo>
                <a:cubicBezTo>
                  <a:pt x="144" y="465"/>
                  <a:pt x="144" y="465"/>
                  <a:pt x="144" y="464"/>
                </a:cubicBezTo>
                <a:cubicBezTo>
                  <a:pt x="144" y="463"/>
                  <a:pt x="144" y="462"/>
                  <a:pt x="144" y="462"/>
                </a:cubicBezTo>
                <a:cubicBezTo>
                  <a:pt x="144" y="461"/>
                  <a:pt x="146" y="460"/>
                  <a:pt x="146" y="459"/>
                </a:cubicBezTo>
                <a:cubicBezTo>
                  <a:pt x="147" y="459"/>
                  <a:pt x="148" y="457"/>
                  <a:pt x="149" y="457"/>
                </a:cubicBezTo>
                <a:cubicBezTo>
                  <a:pt x="149" y="456"/>
                  <a:pt x="149" y="455"/>
                  <a:pt x="149" y="454"/>
                </a:cubicBezTo>
                <a:cubicBezTo>
                  <a:pt x="149" y="453"/>
                  <a:pt x="150" y="452"/>
                  <a:pt x="151" y="451"/>
                </a:cubicBezTo>
                <a:cubicBezTo>
                  <a:pt x="152" y="450"/>
                  <a:pt x="154" y="450"/>
                  <a:pt x="156" y="449"/>
                </a:cubicBezTo>
                <a:cubicBezTo>
                  <a:pt x="158" y="448"/>
                  <a:pt x="160" y="448"/>
                  <a:pt x="161" y="447"/>
                </a:cubicBezTo>
                <a:cubicBezTo>
                  <a:pt x="163" y="447"/>
                  <a:pt x="162" y="446"/>
                  <a:pt x="162" y="446"/>
                </a:cubicBezTo>
                <a:cubicBezTo>
                  <a:pt x="162" y="446"/>
                  <a:pt x="162" y="444"/>
                  <a:pt x="162" y="444"/>
                </a:cubicBezTo>
                <a:cubicBezTo>
                  <a:pt x="162" y="444"/>
                  <a:pt x="161" y="445"/>
                  <a:pt x="160" y="445"/>
                </a:cubicBezTo>
                <a:cubicBezTo>
                  <a:pt x="160" y="444"/>
                  <a:pt x="159" y="444"/>
                  <a:pt x="159" y="444"/>
                </a:cubicBezTo>
                <a:cubicBezTo>
                  <a:pt x="158" y="444"/>
                  <a:pt x="156" y="444"/>
                  <a:pt x="156" y="444"/>
                </a:cubicBezTo>
                <a:cubicBezTo>
                  <a:pt x="155" y="443"/>
                  <a:pt x="155" y="443"/>
                  <a:pt x="154" y="443"/>
                </a:cubicBezTo>
                <a:cubicBezTo>
                  <a:pt x="153" y="442"/>
                  <a:pt x="152" y="442"/>
                  <a:pt x="152" y="442"/>
                </a:cubicBezTo>
                <a:cubicBezTo>
                  <a:pt x="151" y="441"/>
                  <a:pt x="150" y="441"/>
                  <a:pt x="150" y="441"/>
                </a:cubicBezTo>
                <a:cubicBezTo>
                  <a:pt x="149" y="440"/>
                  <a:pt x="150" y="440"/>
                  <a:pt x="150" y="439"/>
                </a:cubicBezTo>
                <a:cubicBezTo>
                  <a:pt x="150" y="439"/>
                  <a:pt x="150" y="438"/>
                  <a:pt x="150" y="438"/>
                </a:cubicBezTo>
                <a:cubicBezTo>
                  <a:pt x="150" y="438"/>
                  <a:pt x="151" y="437"/>
                  <a:pt x="151" y="437"/>
                </a:cubicBezTo>
                <a:cubicBezTo>
                  <a:pt x="151" y="437"/>
                  <a:pt x="153" y="437"/>
                  <a:pt x="154" y="436"/>
                </a:cubicBezTo>
                <a:cubicBezTo>
                  <a:pt x="154" y="436"/>
                  <a:pt x="155" y="435"/>
                  <a:pt x="155" y="435"/>
                </a:cubicBezTo>
                <a:cubicBezTo>
                  <a:pt x="156" y="434"/>
                  <a:pt x="156" y="434"/>
                  <a:pt x="157" y="434"/>
                </a:cubicBezTo>
                <a:cubicBezTo>
                  <a:pt x="158" y="434"/>
                  <a:pt x="159" y="434"/>
                  <a:pt x="160" y="434"/>
                </a:cubicBezTo>
                <a:cubicBezTo>
                  <a:pt x="161" y="435"/>
                  <a:pt x="162" y="435"/>
                  <a:pt x="162" y="435"/>
                </a:cubicBezTo>
                <a:cubicBezTo>
                  <a:pt x="162" y="436"/>
                  <a:pt x="162" y="436"/>
                  <a:pt x="163" y="436"/>
                </a:cubicBezTo>
                <a:cubicBezTo>
                  <a:pt x="164" y="437"/>
                  <a:pt x="164" y="438"/>
                  <a:pt x="164" y="438"/>
                </a:cubicBezTo>
                <a:cubicBezTo>
                  <a:pt x="164" y="439"/>
                  <a:pt x="163" y="439"/>
                  <a:pt x="163" y="440"/>
                </a:cubicBezTo>
                <a:cubicBezTo>
                  <a:pt x="163" y="440"/>
                  <a:pt x="163" y="440"/>
                  <a:pt x="163" y="441"/>
                </a:cubicBezTo>
                <a:cubicBezTo>
                  <a:pt x="164" y="441"/>
                  <a:pt x="163" y="441"/>
                  <a:pt x="163" y="442"/>
                </a:cubicBezTo>
                <a:cubicBezTo>
                  <a:pt x="163" y="442"/>
                  <a:pt x="164" y="443"/>
                  <a:pt x="164" y="443"/>
                </a:cubicBezTo>
                <a:cubicBezTo>
                  <a:pt x="165" y="443"/>
                  <a:pt x="167" y="443"/>
                  <a:pt x="168" y="443"/>
                </a:cubicBezTo>
                <a:cubicBezTo>
                  <a:pt x="168" y="443"/>
                  <a:pt x="169" y="442"/>
                  <a:pt x="169" y="442"/>
                </a:cubicBezTo>
                <a:cubicBezTo>
                  <a:pt x="170" y="442"/>
                  <a:pt x="171" y="442"/>
                  <a:pt x="171" y="442"/>
                </a:cubicBezTo>
                <a:cubicBezTo>
                  <a:pt x="172" y="442"/>
                  <a:pt x="172" y="441"/>
                  <a:pt x="172" y="441"/>
                </a:cubicBezTo>
                <a:cubicBezTo>
                  <a:pt x="173" y="441"/>
                  <a:pt x="173" y="441"/>
                  <a:pt x="173" y="441"/>
                </a:cubicBezTo>
                <a:cubicBezTo>
                  <a:pt x="173" y="440"/>
                  <a:pt x="174" y="439"/>
                  <a:pt x="174" y="439"/>
                </a:cubicBezTo>
                <a:cubicBezTo>
                  <a:pt x="174" y="438"/>
                  <a:pt x="174" y="438"/>
                  <a:pt x="174" y="438"/>
                </a:cubicBezTo>
                <a:cubicBezTo>
                  <a:pt x="174" y="438"/>
                  <a:pt x="174" y="434"/>
                  <a:pt x="174" y="433"/>
                </a:cubicBezTo>
                <a:cubicBezTo>
                  <a:pt x="174" y="432"/>
                  <a:pt x="174" y="431"/>
                  <a:pt x="174" y="431"/>
                </a:cubicBezTo>
                <a:cubicBezTo>
                  <a:pt x="173" y="431"/>
                  <a:pt x="174" y="430"/>
                  <a:pt x="174" y="430"/>
                </a:cubicBezTo>
                <a:cubicBezTo>
                  <a:pt x="174" y="430"/>
                  <a:pt x="174" y="429"/>
                  <a:pt x="174" y="429"/>
                </a:cubicBezTo>
                <a:cubicBezTo>
                  <a:pt x="174" y="428"/>
                  <a:pt x="174" y="428"/>
                  <a:pt x="173" y="427"/>
                </a:cubicBezTo>
                <a:cubicBezTo>
                  <a:pt x="173" y="426"/>
                  <a:pt x="173" y="425"/>
                  <a:pt x="172" y="424"/>
                </a:cubicBezTo>
                <a:cubicBezTo>
                  <a:pt x="171" y="424"/>
                  <a:pt x="169" y="425"/>
                  <a:pt x="169" y="425"/>
                </a:cubicBezTo>
                <a:cubicBezTo>
                  <a:pt x="168" y="426"/>
                  <a:pt x="167" y="427"/>
                  <a:pt x="166" y="427"/>
                </a:cubicBezTo>
                <a:cubicBezTo>
                  <a:pt x="165" y="427"/>
                  <a:pt x="163" y="427"/>
                  <a:pt x="163" y="427"/>
                </a:cubicBezTo>
                <a:cubicBezTo>
                  <a:pt x="163" y="428"/>
                  <a:pt x="163" y="428"/>
                  <a:pt x="163" y="428"/>
                </a:cubicBezTo>
                <a:cubicBezTo>
                  <a:pt x="164" y="428"/>
                  <a:pt x="165" y="428"/>
                  <a:pt x="166" y="429"/>
                </a:cubicBezTo>
                <a:cubicBezTo>
                  <a:pt x="167" y="429"/>
                  <a:pt x="167" y="430"/>
                  <a:pt x="167" y="430"/>
                </a:cubicBezTo>
                <a:cubicBezTo>
                  <a:pt x="167" y="430"/>
                  <a:pt x="167" y="432"/>
                  <a:pt x="166" y="432"/>
                </a:cubicBezTo>
                <a:cubicBezTo>
                  <a:pt x="166" y="432"/>
                  <a:pt x="166" y="432"/>
                  <a:pt x="166" y="432"/>
                </a:cubicBezTo>
                <a:cubicBezTo>
                  <a:pt x="166" y="432"/>
                  <a:pt x="165" y="432"/>
                  <a:pt x="165" y="432"/>
                </a:cubicBezTo>
                <a:cubicBezTo>
                  <a:pt x="165" y="432"/>
                  <a:pt x="163" y="432"/>
                  <a:pt x="163" y="432"/>
                </a:cubicBezTo>
                <a:cubicBezTo>
                  <a:pt x="163" y="432"/>
                  <a:pt x="162" y="433"/>
                  <a:pt x="162" y="433"/>
                </a:cubicBezTo>
                <a:cubicBezTo>
                  <a:pt x="162" y="433"/>
                  <a:pt x="159" y="433"/>
                  <a:pt x="157" y="432"/>
                </a:cubicBezTo>
                <a:cubicBezTo>
                  <a:pt x="159" y="431"/>
                  <a:pt x="159" y="428"/>
                  <a:pt x="159" y="428"/>
                </a:cubicBezTo>
                <a:cubicBezTo>
                  <a:pt x="159" y="428"/>
                  <a:pt x="158" y="428"/>
                  <a:pt x="157" y="428"/>
                </a:cubicBezTo>
                <a:cubicBezTo>
                  <a:pt x="156" y="428"/>
                  <a:pt x="155" y="428"/>
                  <a:pt x="154" y="427"/>
                </a:cubicBezTo>
                <a:cubicBezTo>
                  <a:pt x="153" y="427"/>
                  <a:pt x="151" y="426"/>
                  <a:pt x="150" y="425"/>
                </a:cubicBezTo>
                <a:cubicBezTo>
                  <a:pt x="149" y="424"/>
                  <a:pt x="149" y="423"/>
                  <a:pt x="149" y="422"/>
                </a:cubicBezTo>
                <a:cubicBezTo>
                  <a:pt x="149" y="421"/>
                  <a:pt x="149" y="421"/>
                  <a:pt x="149" y="421"/>
                </a:cubicBezTo>
                <a:cubicBezTo>
                  <a:pt x="149" y="420"/>
                  <a:pt x="149" y="417"/>
                  <a:pt x="149" y="416"/>
                </a:cubicBezTo>
                <a:cubicBezTo>
                  <a:pt x="149" y="415"/>
                  <a:pt x="149" y="413"/>
                  <a:pt x="149" y="412"/>
                </a:cubicBezTo>
                <a:cubicBezTo>
                  <a:pt x="149" y="410"/>
                  <a:pt x="149" y="409"/>
                  <a:pt x="149" y="409"/>
                </a:cubicBezTo>
                <a:cubicBezTo>
                  <a:pt x="149" y="408"/>
                  <a:pt x="148" y="405"/>
                  <a:pt x="147" y="404"/>
                </a:cubicBezTo>
                <a:cubicBezTo>
                  <a:pt x="147" y="402"/>
                  <a:pt x="148" y="397"/>
                  <a:pt x="148" y="396"/>
                </a:cubicBezTo>
                <a:cubicBezTo>
                  <a:pt x="148" y="394"/>
                  <a:pt x="149" y="394"/>
                  <a:pt x="150" y="394"/>
                </a:cubicBezTo>
                <a:cubicBezTo>
                  <a:pt x="151" y="394"/>
                  <a:pt x="152" y="393"/>
                  <a:pt x="153" y="393"/>
                </a:cubicBezTo>
                <a:cubicBezTo>
                  <a:pt x="153" y="393"/>
                  <a:pt x="152" y="394"/>
                  <a:pt x="152" y="395"/>
                </a:cubicBezTo>
                <a:cubicBezTo>
                  <a:pt x="152" y="395"/>
                  <a:pt x="153" y="395"/>
                  <a:pt x="154" y="395"/>
                </a:cubicBezTo>
                <a:cubicBezTo>
                  <a:pt x="155" y="395"/>
                  <a:pt x="159" y="396"/>
                  <a:pt x="160" y="397"/>
                </a:cubicBezTo>
                <a:cubicBezTo>
                  <a:pt x="160" y="397"/>
                  <a:pt x="162" y="398"/>
                  <a:pt x="163" y="399"/>
                </a:cubicBezTo>
                <a:cubicBezTo>
                  <a:pt x="164" y="399"/>
                  <a:pt x="165" y="400"/>
                  <a:pt x="167" y="400"/>
                </a:cubicBezTo>
                <a:cubicBezTo>
                  <a:pt x="168" y="401"/>
                  <a:pt x="171" y="402"/>
                  <a:pt x="171" y="403"/>
                </a:cubicBezTo>
                <a:cubicBezTo>
                  <a:pt x="172" y="403"/>
                  <a:pt x="182" y="403"/>
                  <a:pt x="183" y="402"/>
                </a:cubicBezTo>
                <a:cubicBezTo>
                  <a:pt x="184" y="402"/>
                  <a:pt x="186" y="401"/>
                  <a:pt x="187" y="401"/>
                </a:cubicBezTo>
                <a:cubicBezTo>
                  <a:pt x="187" y="401"/>
                  <a:pt x="188" y="400"/>
                  <a:pt x="188" y="400"/>
                </a:cubicBezTo>
                <a:cubicBezTo>
                  <a:pt x="190" y="399"/>
                  <a:pt x="192" y="399"/>
                  <a:pt x="192" y="398"/>
                </a:cubicBezTo>
                <a:cubicBezTo>
                  <a:pt x="193" y="398"/>
                  <a:pt x="196" y="397"/>
                  <a:pt x="197" y="396"/>
                </a:cubicBezTo>
                <a:cubicBezTo>
                  <a:pt x="198" y="395"/>
                  <a:pt x="198" y="393"/>
                  <a:pt x="198" y="392"/>
                </a:cubicBezTo>
                <a:cubicBezTo>
                  <a:pt x="198" y="392"/>
                  <a:pt x="197" y="392"/>
                  <a:pt x="196" y="392"/>
                </a:cubicBezTo>
                <a:cubicBezTo>
                  <a:pt x="195" y="391"/>
                  <a:pt x="195" y="391"/>
                  <a:pt x="195" y="391"/>
                </a:cubicBezTo>
                <a:cubicBezTo>
                  <a:pt x="195" y="390"/>
                  <a:pt x="196" y="391"/>
                  <a:pt x="197" y="391"/>
                </a:cubicBezTo>
                <a:cubicBezTo>
                  <a:pt x="197" y="391"/>
                  <a:pt x="199" y="391"/>
                  <a:pt x="199" y="391"/>
                </a:cubicBezTo>
                <a:cubicBezTo>
                  <a:pt x="200" y="391"/>
                  <a:pt x="200" y="389"/>
                  <a:pt x="199" y="389"/>
                </a:cubicBezTo>
                <a:cubicBezTo>
                  <a:pt x="199" y="388"/>
                  <a:pt x="197" y="388"/>
                  <a:pt x="196" y="387"/>
                </a:cubicBezTo>
                <a:cubicBezTo>
                  <a:pt x="195" y="387"/>
                  <a:pt x="195" y="385"/>
                  <a:pt x="195" y="385"/>
                </a:cubicBezTo>
                <a:cubicBezTo>
                  <a:pt x="194" y="384"/>
                  <a:pt x="195" y="383"/>
                  <a:pt x="196" y="383"/>
                </a:cubicBezTo>
                <a:cubicBezTo>
                  <a:pt x="197" y="383"/>
                  <a:pt x="197" y="383"/>
                  <a:pt x="197" y="383"/>
                </a:cubicBezTo>
                <a:cubicBezTo>
                  <a:pt x="197" y="382"/>
                  <a:pt x="197" y="381"/>
                  <a:pt x="196" y="381"/>
                </a:cubicBezTo>
                <a:cubicBezTo>
                  <a:pt x="196" y="381"/>
                  <a:pt x="196" y="375"/>
                  <a:pt x="196" y="375"/>
                </a:cubicBezTo>
                <a:cubicBezTo>
                  <a:pt x="196" y="374"/>
                  <a:pt x="196" y="373"/>
                  <a:pt x="196" y="373"/>
                </a:cubicBezTo>
                <a:cubicBezTo>
                  <a:pt x="196" y="372"/>
                  <a:pt x="201" y="373"/>
                  <a:pt x="201" y="372"/>
                </a:cubicBezTo>
                <a:cubicBezTo>
                  <a:pt x="201" y="372"/>
                  <a:pt x="200" y="370"/>
                  <a:pt x="200" y="370"/>
                </a:cubicBezTo>
                <a:cubicBezTo>
                  <a:pt x="200" y="369"/>
                  <a:pt x="201" y="368"/>
                  <a:pt x="201" y="367"/>
                </a:cubicBezTo>
                <a:cubicBezTo>
                  <a:pt x="201" y="367"/>
                  <a:pt x="201" y="366"/>
                  <a:pt x="201" y="365"/>
                </a:cubicBezTo>
                <a:cubicBezTo>
                  <a:pt x="201" y="365"/>
                  <a:pt x="201" y="363"/>
                  <a:pt x="201" y="363"/>
                </a:cubicBezTo>
                <a:cubicBezTo>
                  <a:pt x="201" y="363"/>
                  <a:pt x="199" y="361"/>
                  <a:pt x="199" y="361"/>
                </a:cubicBezTo>
                <a:cubicBezTo>
                  <a:pt x="198" y="360"/>
                  <a:pt x="198" y="359"/>
                  <a:pt x="197" y="358"/>
                </a:cubicBezTo>
                <a:cubicBezTo>
                  <a:pt x="197" y="358"/>
                  <a:pt x="197" y="355"/>
                  <a:pt x="197" y="354"/>
                </a:cubicBezTo>
                <a:cubicBezTo>
                  <a:pt x="197" y="354"/>
                  <a:pt x="199" y="353"/>
                  <a:pt x="200" y="353"/>
                </a:cubicBezTo>
                <a:cubicBezTo>
                  <a:pt x="200" y="353"/>
                  <a:pt x="200" y="352"/>
                  <a:pt x="200" y="351"/>
                </a:cubicBezTo>
                <a:cubicBezTo>
                  <a:pt x="200" y="351"/>
                  <a:pt x="198" y="351"/>
                  <a:pt x="198" y="351"/>
                </a:cubicBezTo>
                <a:cubicBezTo>
                  <a:pt x="198" y="351"/>
                  <a:pt x="198" y="351"/>
                  <a:pt x="197" y="350"/>
                </a:cubicBezTo>
                <a:cubicBezTo>
                  <a:pt x="197" y="350"/>
                  <a:pt x="197" y="350"/>
                  <a:pt x="196" y="350"/>
                </a:cubicBezTo>
                <a:cubicBezTo>
                  <a:pt x="196" y="350"/>
                  <a:pt x="194" y="349"/>
                  <a:pt x="194" y="349"/>
                </a:cubicBezTo>
                <a:cubicBezTo>
                  <a:pt x="193" y="349"/>
                  <a:pt x="193" y="347"/>
                  <a:pt x="193" y="347"/>
                </a:cubicBezTo>
                <a:cubicBezTo>
                  <a:pt x="193" y="346"/>
                  <a:pt x="195" y="346"/>
                  <a:pt x="196" y="346"/>
                </a:cubicBezTo>
                <a:cubicBezTo>
                  <a:pt x="197" y="347"/>
                  <a:pt x="198" y="349"/>
                  <a:pt x="201" y="350"/>
                </a:cubicBezTo>
                <a:cubicBezTo>
                  <a:pt x="203" y="352"/>
                  <a:pt x="203" y="352"/>
                  <a:pt x="206" y="353"/>
                </a:cubicBezTo>
                <a:cubicBezTo>
                  <a:pt x="208" y="353"/>
                  <a:pt x="215" y="353"/>
                  <a:pt x="217" y="353"/>
                </a:cubicBezTo>
                <a:cubicBezTo>
                  <a:pt x="219" y="353"/>
                  <a:pt x="224" y="352"/>
                  <a:pt x="226" y="352"/>
                </a:cubicBezTo>
                <a:cubicBezTo>
                  <a:pt x="228" y="351"/>
                  <a:pt x="235" y="351"/>
                  <a:pt x="236" y="350"/>
                </a:cubicBezTo>
                <a:cubicBezTo>
                  <a:pt x="237" y="350"/>
                  <a:pt x="253" y="346"/>
                  <a:pt x="254" y="346"/>
                </a:cubicBezTo>
                <a:cubicBezTo>
                  <a:pt x="256" y="345"/>
                  <a:pt x="263" y="343"/>
                  <a:pt x="265" y="342"/>
                </a:cubicBezTo>
                <a:cubicBezTo>
                  <a:pt x="267" y="342"/>
                  <a:pt x="276" y="337"/>
                  <a:pt x="277" y="336"/>
                </a:cubicBezTo>
                <a:cubicBezTo>
                  <a:pt x="279" y="335"/>
                  <a:pt x="280" y="334"/>
                  <a:pt x="280" y="333"/>
                </a:cubicBezTo>
                <a:cubicBezTo>
                  <a:pt x="281" y="332"/>
                  <a:pt x="281" y="329"/>
                  <a:pt x="281" y="328"/>
                </a:cubicBezTo>
                <a:cubicBezTo>
                  <a:pt x="281" y="328"/>
                  <a:pt x="282" y="326"/>
                  <a:pt x="283" y="325"/>
                </a:cubicBezTo>
                <a:cubicBezTo>
                  <a:pt x="283" y="324"/>
                  <a:pt x="286" y="323"/>
                  <a:pt x="286" y="322"/>
                </a:cubicBezTo>
                <a:cubicBezTo>
                  <a:pt x="287" y="322"/>
                  <a:pt x="288" y="319"/>
                  <a:pt x="288" y="318"/>
                </a:cubicBezTo>
                <a:cubicBezTo>
                  <a:pt x="289" y="317"/>
                  <a:pt x="289" y="316"/>
                  <a:pt x="290" y="316"/>
                </a:cubicBezTo>
                <a:cubicBezTo>
                  <a:pt x="291" y="315"/>
                  <a:pt x="293" y="312"/>
                  <a:pt x="293" y="312"/>
                </a:cubicBezTo>
                <a:cubicBezTo>
                  <a:pt x="293" y="311"/>
                  <a:pt x="293" y="310"/>
                  <a:pt x="294" y="310"/>
                </a:cubicBezTo>
                <a:cubicBezTo>
                  <a:pt x="294" y="309"/>
                  <a:pt x="296" y="306"/>
                  <a:pt x="296" y="306"/>
                </a:cubicBezTo>
                <a:cubicBezTo>
                  <a:pt x="296" y="295"/>
                  <a:pt x="296" y="295"/>
                  <a:pt x="296" y="295"/>
                </a:cubicBezTo>
                <a:cubicBezTo>
                  <a:pt x="296" y="295"/>
                  <a:pt x="291" y="294"/>
                  <a:pt x="290" y="294"/>
                </a:cubicBezTo>
                <a:cubicBezTo>
                  <a:pt x="289" y="294"/>
                  <a:pt x="287" y="292"/>
                  <a:pt x="287" y="291"/>
                </a:cubicBezTo>
                <a:cubicBezTo>
                  <a:pt x="286" y="290"/>
                  <a:pt x="285" y="288"/>
                  <a:pt x="284" y="288"/>
                </a:cubicBezTo>
                <a:cubicBezTo>
                  <a:pt x="284" y="287"/>
                  <a:pt x="284" y="284"/>
                  <a:pt x="284" y="283"/>
                </a:cubicBezTo>
                <a:cubicBezTo>
                  <a:pt x="284" y="282"/>
                  <a:pt x="285" y="280"/>
                  <a:pt x="286" y="279"/>
                </a:cubicBezTo>
                <a:cubicBezTo>
                  <a:pt x="286" y="278"/>
                  <a:pt x="287" y="276"/>
                  <a:pt x="288" y="275"/>
                </a:cubicBezTo>
                <a:cubicBezTo>
                  <a:pt x="288" y="275"/>
                  <a:pt x="287" y="272"/>
                  <a:pt x="286" y="271"/>
                </a:cubicBezTo>
                <a:cubicBezTo>
                  <a:pt x="286" y="270"/>
                  <a:pt x="285" y="269"/>
                  <a:pt x="283" y="268"/>
                </a:cubicBezTo>
                <a:cubicBezTo>
                  <a:pt x="282" y="267"/>
                  <a:pt x="279" y="265"/>
                  <a:pt x="278" y="264"/>
                </a:cubicBezTo>
                <a:cubicBezTo>
                  <a:pt x="277" y="263"/>
                  <a:pt x="273" y="262"/>
                  <a:pt x="272" y="261"/>
                </a:cubicBezTo>
                <a:cubicBezTo>
                  <a:pt x="271" y="260"/>
                  <a:pt x="268" y="258"/>
                  <a:pt x="267" y="258"/>
                </a:cubicBezTo>
                <a:cubicBezTo>
                  <a:pt x="266" y="257"/>
                  <a:pt x="265" y="255"/>
                  <a:pt x="265" y="253"/>
                </a:cubicBezTo>
                <a:cubicBezTo>
                  <a:pt x="264" y="252"/>
                  <a:pt x="265" y="251"/>
                  <a:pt x="265" y="250"/>
                </a:cubicBezTo>
                <a:cubicBezTo>
                  <a:pt x="266" y="250"/>
                  <a:pt x="267" y="248"/>
                  <a:pt x="267" y="248"/>
                </a:cubicBezTo>
                <a:cubicBezTo>
                  <a:pt x="267" y="248"/>
                  <a:pt x="266" y="246"/>
                  <a:pt x="266" y="245"/>
                </a:cubicBezTo>
                <a:cubicBezTo>
                  <a:pt x="266" y="244"/>
                  <a:pt x="266" y="244"/>
                  <a:pt x="266" y="244"/>
                </a:cubicBezTo>
                <a:cubicBezTo>
                  <a:pt x="266" y="243"/>
                  <a:pt x="264" y="240"/>
                  <a:pt x="264" y="239"/>
                </a:cubicBezTo>
                <a:cubicBezTo>
                  <a:pt x="264" y="239"/>
                  <a:pt x="264" y="237"/>
                  <a:pt x="264" y="236"/>
                </a:cubicBezTo>
                <a:cubicBezTo>
                  <a:pt x="264" y="235"/>
                  <a:pt x="264" y="233"/>
                  <a:pt x="264" y="233"/>
                </a:cubicBezTo>
                <a:cubicBezTo>
                  <a:pt x="264" y="232"/>
                  <a:pt x="265" y="229"/>
                  <a:pt x="265" y="229"/>
                </a:cubicBezTo>
                <a:cubicBezTo>
                  <a:pt x="265" y="228"/>
                  <a:pt x="265" y="227"/>
                  <a:pt x="266" y="226"/>
                </a:cubicBezTo>
                <a:cubicBezTo>
                  <a:pt x="266" y="226"/>
                  <a:pt x="267" y="226"/>
                  <a:pt x="267" y="226"/>
                </a:cubicBezTo>
                <a:cubicBezTo>
                  <a:pt x="268" y="226"/>
                  <a:pt x="269" y="225"/>
                  <a:pt x="269" y="224"/>
                </a:cubicBezTo>
                <a:cubicBezTo>
                  <a:pt x="270" y="224"/>
                  <a:pt x="270" y="223"/>
                  <a:pt x="270" y="222"/>
                </a:cubicBezTo>
                <a:cubicBezTo>
                  <a:pt x="270" y="221"/>
                  <a:pt x="270" y="220"/>
                  <a:pt x="270" y="220"/>
                </a:cubicBezTo>
                <a:cubicBezTo>
                  <a:pt x="270" y="219"/>
                  <a:pt x="269" y="218"/>
                  <a:pt x="269" y="218"/>
                </a:cubicBezTo>
                <a:cubicBezTo>
                  <a:pt x="269" y="217"/>
                  <a:pt x="269" y="215"/>
                  <a:pt x="269" y="215"/>
                </a:cubicBezTo>
                <a:cubicBezTo>
                  <a:pt x="269" y="215"/>
                  <a:pt x="269" y="213"/>
                  <a:pt x="269" y="213"/>
                </a:cubicBezTo>
                <a:cubicBezTo>
                  <a:pt x="269" y="213"/>
                  <a:pt x="269" y="212"/>
                  <a:pt x="269" y="211"/>
                </a:cubicBezTo>
                <a:cubicBezTo>
                  <a:pt x="269" y="211"/>
                  <a:pt x="270" y="210"/>
                  <a:pt x="270" y="210"/>
                </a:cubicBezTo>
                <a:cubicBezTo>
                  <a:pt x="270" y="209"/>
                  <a:pt x="271" y="209"/>
                  <a:pt x="271" y="209"/>
                </a:cubicBezTo>
                <a:cubicBezTo>
                  <a:pt x="271" y="208"/>
                  <a:pt x="270" y="207"/>
                  <a:pt x="270" y="207"/>
                </a:cubicBezTo>
                <a:cubicBezTo>
                  <a:pt x="270" y="207"/>
                  <a:pt x="270" y="206"/>
                  <a:pt x="269" y="206"/>
                </a:cubicBezTo>
                <a:cubicBezTo>
                  <a:pt x="269" y="206"/>
                  <a:pt x="269" y="205"/>
                  <a:pt x="269" y="205"/>
                </a:cubicBezTo>
                <a:cubicBezTo>
                  <a:pt x="269" y="204"/>
                  <a:pt x="269" y="203"/>
                  <a:pt x="269" y="203"/>
                </a:cubicBezTo>
                <a:cubicBezTo>
                  <a:pt x="270" y="202"/>
                  <a:pt x="270" y="202"/>
                  <a:pt x="270" y="202"/>
                </a:cubicBezTo>
                <a:cubicBezTo>
                  <a:pt x="270" y="201"/>
                  <a:pt x="269" y="200"/>
                  <a:pt x="269" y="200"/>
                </a:cubicBezTo>
                <a:cubicBezTo>
                  <a:pt x="269" y="200"/>
                  <a:pt x="269" y="199"/>
                  <a:pt x="270" y="199"/>
                </a:cubicBezTo>
                <a:cubicBezTo>
                  <a:pt x="270" y="199"/>
                  <a:pt x="271" y="198"/>
                  <a:pt x="271" y="198"/>
                </a:cubicBezTo>
                <a:cubicBezTo>
                  <a:pt x="272" y="198"/>
                  <a:pt x="272" y="197"/>
                  <a:pt x="272" y="197"/>
                </a:cubicBezTo>
                <a:cubicBezTo>
                  <a:pt x="272" y="196"/>
                  <a:pt x="273" y="195"/>
                  <a:pt x="272" y="194"/>
                </a:cubicBezTo>
                <a:cubicBezTo>
                  <a:pt x="272" y="194"/>
                  <a:pt x="272" y="193"/>
                  <a:pt x="271" y="193"/>
                </a:cubicBezTo>
                <a:cubicBezTo>
                  <a:pt x="271" y="192"/>
                  <a:pt x="271" y="192"/>
                  <a:pt x="271" y="191"/>
                </a:cubicBezTo>
                <a:cubicBezTo>
                  <a:pt x="271" y="191"/>
                  <a:pt x="272" y="190"/>
                  <a:pt x="272" y="190"/>
                </a:cubicBezTo>
                <a:cubicBezTo>
                  <a:pt x="272" y="190"/>
                  <a:pt x="273" y="189"/>
                  <a:pt x="273" y="189"/>
                </a:cubicBezTo>
                <a:cubicBezTo>
                  <a:pt x="273" y="189"/>
                  <a:pt x="273" y="187"/>
                  <a:pt x="273" y="187"/>
                </a:cubicBezTo>
                <a:cubicBezTo>
                  <a:pt x="274" y="187"/>
                  <a:pt x="274" y="187"/>
                  <a:pt x="274" y="187"/>
                </a:cubicBezTo>
                <a:cubicBezTo>
                  <a:pt x="274" y="180"/>
                  <a:pt x="274" y="180"/>
                  <a:pt x="274" y="180"/>
                </a:cubicBezTo>
                <a:cubicBezTo>
                  <a:pt x="274" y="180"/>
                  <a:pt x="275" y="180"/>
                  <a:pt x="276" y="180"/>
                </a:cubicBezTo>
                <a:cubicBezTo>
                  <a:pt x="276" y="180"/>
                  <a:pt x="276" y="179"/>
                  <a:pt x="276" y="179"/>
                </a:cubicBezTo>
                <a:cubicBezTo>
                  <a:pt x="276" y="178"/>
                  <a:pt x="275" y="178"/>
                  <a:pt x="275" y="178"/>
                </a:cubicBezTo>
                <a:cubicBezTo>
                  <a:pt x="275" y="177"/>
                  <a:pt x="275" y="175"/>
                  <a:pt x="275" y="175"/>
                </a:cubicBezTo>
                <a:cubicBezTo>
                  <a:pt x="275" y="174"/>
                  <a:pt x="275" y="174"/>
                  <a:pt x="275" y="174"/>
                </a:cubicBezTo>
                <a:cubicBezTo>
                  <a:pt x="275" y="173"/>
                  <a:pt x="275" y="171"/>
                  <a:pt x="275" y="171"/>
                </a:cubicBezTo>
                <a:cubicBezTo>
                  <a:pt x="275" y="171"/>
                  <a:pt x="278" y="168"/>
                  <a:pt x="278" y="168"/>
                </a:cubicBezTo>
                <a:cubicBezTo>
                  <a:pt x="278" y="165"/>
                  <a:pt x="278" y="165"/>
                  <a:pt x="278" y="165"/>
                </a:cubicBezTo>
                <a:cubicBezTo>
                  <a:pt x="280" y="165"/>
                  <a:pt x="280" y="165"/>
                  <a:pt x="280" y="165"/>
                </a:cubicBezTo>
                <a:cubicBezTo>
                  <a:pt x="280" y="165"/>
                  <a:pt x="281" y="164"/>
                  <a:pt x="281" y="163"/>
                </a:cubicBezTo>
                <a:cubicBezTo>
                  <a:pt x="282" y="163"/>
                  <a:pt x="283" y="162"/>
                  <a:pt x="283" y="162"/>
                </a:cubicBezTo>
                <a:cubicBezTo>
                  <a:pt x="283" y="162"/>
                  <a:pt x="284" y="161"/>
                  <a:pt x="284" y="160"/>
                </a:cubicBezTo>
                <a:cubicBezTo>
                  <a:pt x="284" y="160"/>
                  <a:pt x="284" y="158"/>
                  <a:pt x="284" y="158"/>
                </a:cubicBezTo>
                <a:cubicBezTo>
                  <a:pt x="285" y="157"/>
                  <a:pt x="286" y="157"/>
                  <a:pt x="287" y="156"/>
                </a:cubicBezTo>
                <a:cubicBezTo>
                  <a:pt x="287" y="156"/>
                  <a:pt x="288" y="155"/>
                  <a:pt x="289" y="155"/>
                </a:cubicBezTo>
                <a:cubicBezTo>
                  <a:pt x="289" y="154"/>
                  <a:pt x="291" y="153"/>
                  <a:pt x="291" y="153"/>
                </a:cubicBezTo>
                <a:cubicBezTo>
                  <a:pt x="292" y="152"/>
                  <a:pt x="294" y="149"/>
                  <a:pt x="294" y="149"/>
                </a:cubicBezTo>
                <a:cubicBezTo>
                  <a:pt x="295" y="148"/>
                  <a:pt x="295" y="146"/>
                  <a:pt x="296" y="145"/>
                </a:cubicBezTo>
                <a:cubicBezTo>
                  <a:pt x="296" y="145"/>
                  <a:pt x="298" y="143"/>
                  <a:pt x="298" y="143"/>
                </a:cubicBezTo>
                <a:cubicBezTo>
                  <a:pt x="299" y="143"/>
                  <a:pt x="300" y="143"/>
                  <a:pt x="300" y="143"/>
                </a:cubicBezTo>
                <a:cubicBezTo>
                  <a:pt x="300" y="143"/>
                  <a:pt x="300" y="142"/>
                  <a:pt x="300" y="141"/>
                </a:cubicBezTo>
                <a:cubicBezTo>
                  <a:pt x="300" y="141"/>
                  <a:pt x="301" y="140"/>
                  <a:pt x="301" y="139"/>
                </a:cubicBezTo>
                <a:cubicBezTo>
                  <a:pt x="301" y="139"/>
                  <a:pt x="303" y="136"/>
                  <a:pt x="304" y="136"/>
                </a:cubicBezTo>
                <a:cubicBezTo>
                  <a:pt x="304" y="136"/>
                  <a:pt x="307" y="133"/>
                  <a:pt x="307" y="133"/>
                </a:cubicBezTo>
                <a:cubicBezTo>
                  <a:pt x="307" y="133"/>
                  <a:pt x="308" y="131"/>
                  <a:pt x="308" y="130"/>
                </a:cubicBezTo>
                <a:cubicBezTo>
                  <a:pt x="309" y="130"/>
                  <a:pt x="309" y="130"/>
                  <a:pt x="309" y="130"/>
                </a:cubicBezTo>
                <a:cubicBezTo>
                  <a:pt x="309" y="129"/>
                  <a:pt x="310" y="128"/>
                  <a:pt x="310" y="128"/>
                </a:cubicBezTo>
                <a:cubicBezTo>
                  <a:pt x="310" y="128"/>
                  <a:pt x="311" y="129"/>
                  <a:pt x="312" y="129"/>
                </a:cubicBezTo>
                <a:cubicBezTo>
                  <a:pt x="312" y="129"/>
                  <a:pt x="313" y="129"/>
                  <a:pt x="313" y="128"/>
                </a:cubicBezTo>
                <a:cubicBezTo>
                  <a:pt x="313" y="128"/>
                  <a:pt x="313" y="127"/>
                  <a:pt x="313" y="127"/>
                </a:cubicBezTo>
                <a:cubicBezTo>
                  <a:pt x="313" y="127"/>
                  <a:pt x="312" y="126"/>
                  <a:pt x="311" y="126"/>
                </a:cubicBezTo>
                <a:cubicBezTo>
                  <a:pt x="311" y="126"/>
                  <a:pt x="312" y="125"/>
                  <a:pt x="313" y="124"/>
                </a:cubicBezTo>
                <a:cubicBezTo>
                  <a:pt x="314" y="123"/>
                  <a:pt x="314" y="124"/>
                  <a:pt x="314" y="124"/>
                </a:cubicBezTo>
                <a:cubicBezTo>
                  <a:pt x="314" y="124"/>
                  <a:pt x="315" y="124"/>
                  <a:pt x="315" y="124"/>
                </a:cubicBezTo>
                <a:cubicBezTo>
                  <a:pt x="315" y="124"/>
                  <a:pt x="316" y="123"/>
                  <a:pt x="317" y="123"/>
                </a:cubicBezTo>
                <a:cubicBezTo>
                  <a:pt x="317" y="123"/>
                  <a:pt x="318" y="122"/>
                  <a:pt x="319" y="120"/>
                </a:cubicBezTo>
                <a:cubicBezTo>
                  <a:pt x="320" y="119"/>
                  <a:pt x="321" y="118"/>
                  <a:pt x="321" y="118"/>
                </a:cubicBezTo>
                <a:cubicBezTo>
                  <a:pt x="321" y="118"/>
                  <a:pt x="324" y="118"/>
                  <a:pt x="324" y="118"/>
                </a:cubicBezTo>
                <a:cubicBezTo>
                  <a:pt x="324" y="118"/>
                  <a:pt x="324" y="117"/>
                  <a:pt x="324" y="117"/>
                </a:cubicBezTo>
                <a:cubicBezTo>
                  <a:pt x="325" y="116"/>
                  <a:pt x="327" y="116"/>
                  <a:pt x="327" y="116"/>
                </a:cubicBezTo>
                <a:cubicBezTo>
                  <a:pt x="327" y="116"/>
                  <a:pt x="327" y="115"/>
                  <a:pt x="327" y="114"/>
                </a:cubicBezTo>
                <a:cubicBezTo>
                  <a:pt x="328" y="114"/>
                  <a:pt x="328" y="112"/>
                  <a:pt x="328" y="112"/>
                </a:cubicBezTo>
                <a:cubicBezTo>
                  <a:pt x="328" y="111"/>
                  <a:pt x="329" y="112"/>
                  <a:pt x="329" y="112"/>
                </a:cubicBezTo>
                <a:cubicBezTo>
                  <a:pt x="330" y="112"/>
                  <a:pt x="330" y="112"/>
                  <a:pt x="330" y="112"/>
                </a:cubicBezTo>
                <a:cubicBezTo>
                  <a:pt x="331" y="111"/>
                  <a:pt x="331" y="112"/>
                  <a:pt x="332" y="112"/>
                </a:cubicBezTo>
                <a:cubicBezTo>
                  <a:pt x="332" y="111"/>
                  <a:pt x="332" y="110"/>
                  <a:pt x="332" y="110"/>
                </a:cubicBezTo>
                <a:cubicBezTo>
                  <a:pt x="332" y="110"/>
                  <a:pt x="333" y="111"/>
                  <a:pt x="333" y="111"/>
                </a:cubicBezTo>
                <a:cubicBezTo>
                  <a:pt x="334" y="111"/>
                  <a:pt x="335" y="110"/>
                  <a:pt x="335" y="110"/>
                </a:cubicBezTo>
                <a:cubicBezTo>
                  <a:pt x="335" y="110"/>
                  <a:pt x="336" y="109"/>
                  <a:pt x="336" y="109"/>
                </a:cubicBezTo>
                <a:cubicBezTo>
                  <a:pt x="336" y="109"/>
                  <a:pt x="337" y="110"/>
                  <a:pt x="337" y="110"/>
                </a:cubicBezTo>
                <a:cubicBezTo>
                  <a:pt x="337" y="110"/>
                  <a:pt x="338" y="109"/>
                  <a:pt x="338" y="108"/>
                </a:cubicBezTo>
                <a:cubicBezTo>
                  <a:pt x="338" y="108"/>
                  <a:pt x="339" y="107"/>
                  <a:pt x="339" y="107"/>
                </a:cubicBezTo>
                <a:cubicBezTo>
                  <a:pt x="339" y="107"/>
                  <a:pt x="340" y="107"/>
                  <a:pt x="340" y="107"/>
                </a:cubicBezTo>
                <a:cubicBezTo>
                  <a:pt x="340" y="107"/>
                  <a:pt x="341" y="107"/>
                  <a:pt x="341" y="106"/>
                </a:cubicBezTo>
                <a:cubicBezTo>
                  <a:pt x="342" y="106"/>
                  <a:pt x="343" y="105"/>
                  <a:pt x="343" y="105"/>
                </a:cubicBezTo>
                <a:cubicBezTo>
                  <a:pt x="343" y="105"/>
                  <a:pt x="345" y="104"/>
                  <a:pt x="345" y="104"/>
                </a:cubicBezTo>
                <a:cubicBezTo>
                  <a:pt x="345" y="104"/>
                  <a:pt x="346" y="104"/>
                  <a:pt x="346" y="103"/>
                </a:cubicBezTo>
                <a:cubicBezTo>
                  <a:pt x="346" y="103"/>
                  <a:pt x="346" y="102"/>
                  <a:pt x="346" y="102"/>
                </a:cubicBezTo>
                <a:cubicBezTo>
                  <a:pt x="347" y="102"/>
                  <a:pt x="348" y="101"/>
                  <a:pt x="348" y="101"/>
                </a:cubicBezTo>
                <a:cubicBezTo>
                  <a:pt x="348" y="101"/>
                  <a:pt x="348" y="100"/>
                  <a:pt x="348" y="99"/>
                </a:cubicBezTo>
                <a:cubicBezTo>
                  <a:pt x="348" y="99"/>
                  <a:pt x="348" y="98"/>
                  <a:pt x="347" y="97"/>
                </a:cubicBezTo>
                <a:cubicBezTo>
                  <a:pt x="347" y="97"/>
                  <a:pt x="347" y="96"/>
                  <a:pt x="347" y="96"/>
                </a:cubicBezTo>
                <a:cubicBezTo>
                  <a:pt x="347" y="95"/>
                  <a:pt x="347" y="94"/>
                  <a:pt x="347" y="94"/>
                </a:cubicBezTo>
                <a:cubicBezTo>
                  <a:pt x="347" y="93"/>
                  <a:pt x="348" y="93"/>
                  <a:pt x="348" y="92"/>
                </a:cubicBezTo>
                <a:close/>
              </a:path>
            </a:pathLst>
          </a:custGeom>
          <a:solidFill>
            <a:schemeClr val="accent4"/>
          </a:solidFill>
          <a:ln w="7938" cap="rnd">
            <a:solidFill>
              <a:schemeClr val="bg2"/>
            </a:solidFill>
            <a:prstDash val="solid"/>
            <a:round/>
            <a:headEnd/>
            <a:tailEnd/>
          </a:ln>
        </p:spPr>
        <p:txBody>
          <a:bodyPr/>
          <a:lstStyle/>
          <a:p>
            <a:endParaRPr lang="ru-RU"/>
          </a:p>
        </p:txBody>
      </p:sp>
      <p:grpSp>
        <p:nvGrpSpPr>
          <p:cNvPr id="2052" name="Countries"/>
          <p:cNvGrpSpPr>
            <a:grpSpLocks/>
          </p:cNvGrpSpPr>
          <p:nvPr/>
        </p:nvGrpSpPr>
        <p:grpSpPr bwMode="auto">
          <a:xfrm>
            <a:off x="7497763" y="2573338"/>
            <a:ext cx="2620266" cy="2595107"/>
            <a:chOff x="7497763" y="2573338"/>
            <a:chExt cx="2620265" cy="2595106"/>
          </a:xfrm>
        </p:grpSpPr>
        <p:sp>
          <p:nvSpPr>
            <p:cNvPr id="2063" name="Rectangle 22"/>
            <p:cNvSpPr>
              <a:spLocks noChangeArrowheads="1"/>
            </p:cNvSpPr>
            <p:nvPr/>
          </p:nvSpPr>
          <p:spPr bwMode="auto">
            <a:xfrm>
              <a:off x="9123363" y="4953000"/>
              <a:ext cx="8141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r>
                <a:rPr lang="ru-RU" altLang="ru-RU" sz="1400">
                  <a:latin typeface="Open Sans" panose="020B0606030504020204" pitchFamily="34" charset="0"/>
                </a:rPr>
                <a:t>Argentina</a:t>
              </a:r>
              <a:endParaRPr lang="ru-RU" altLang="ru-RU">
                <a:latin typeface="Arial" panose="020B0604020202020204" pitchFamily="34" charset="0"/>
              </a:endParaRPr>
            </a:p>
          </p:txBody>
        </p:sp>
        <p:sp>
          <p:nvSpPr>
            <p:cNvPr id="2064" name="Rectangle 23"/>
            <p:cNvSpPr>
              <a:spLocks noChangeArrowheads="1"/>
            </p:cNvSpPr>
            <p:nvPr/>
          </p:nvSpPr>
          <p:spPr bwMode="auto">
            <a:xfrm>
              <a:off x="7497763" y="2670175"/>
              <a:ext cx="3927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r>
                <a:rPr lang="ru-RU" altLang="ru-RU" sz="1400">
                  <a:latin typeface="Open Sans" panose="020B0606030504020204" pitchFamily="34" charset="0"/>
                </a:rPr>
                <a:t>Peru</a:t>
              </a:r>
              <a:endParaRPr lang="ru-RU" altLang="ru-RU">
                <a:latin typeface="Arial" panose="020B0604020202020204" pitchFamily="34" charset="0"/>
              </a:endParaRPr>
            </a:p>
          </p:txBody>
        </p:sp>
        <p:sp>
          <p:nvSpPr>
            <p:cNvPr id="2065" name="Rectangle 24"/>
            <p:cNvSpPr>
              <a:spLocks noChangeArrowheads="1"/>
            </p:cNvSpPr>
            <p:nvPr/>
          </p:nvSpPr>
          <p:spPr bwMode="auto">
            <a:xfrm>
              <a:off x="7881938" y="4270375"/>
              <a:ext cx="44403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r>
                <a:rPr lang="ru-RU" altLang="ru-RU" sz="1500">
                  <a:latin typeface="Open Sans" panose="020B0606030504020204" pitchFamily="34" charset="0"/>
                </a:rPr>
                <a:t>Chile</a:t>
              </a:r>
              <a:endParaRPr lang="ru-RU" altLang="ru-RU">
                <a:latin typeface="Arial" panose="020B0604020202020204" pitchFamily="34" charset="0"/>
              </a:endParaRPr>
            </a:p>
          </p:txBody>
        </p:sp>
        <p:sp>
          <p:nvSpPr>
            <p:cNvPr id="2066" name="Rectangle 25"/>
            <p:cNvSpPr>
              <a:spLocks noChangeArrowheads="1"/>
            </p:cNvSpPr>
            <p:nvPr/>
          </p:nvSpPr>
          <p:spPr bwMode="auto">
            <a:xfrm>
              <a:off x="9658350" y="2573338"/>
              <a:ext cx="45967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r>
                <a:rPr lang="ru-RU" altLang="ru-RU" sz="1400" dirty="0">
                  <a:latin typeface="Open Sans" panose="020B0606030504020204" pitchFamily="34" charset="0"/>
                </a:rPr>
                <a:t>Brazil</a:t>
              </a:r>
              <a:endParaRPr lang="ru-RU" altLang="ru-RU" dirty="0">
                <a:latin typeface="Arial" panose="020B0604020202020204" pitchFamily="34" charset="0"/>
              </a:endParaRPr>
            </a:p>
          </p:txBody>
        </p:sp>
      </p:grpSp>
      <p:sp>
        <p:nvSpPr>
          <p:cNvPr id="2" name="Text Placeholder 1"/>
          <p:cNvSpPr>
            <a:spLocks noGrp="1"/>
          </p:cNvSpPr>
          <p:nvPr>
            <p:ph type="body" sz="quarter" idx="10"/>
          </p:nvPr>
        </p:nvSpPr>
        <p:spPr/>
        <p:txBody>
          <a:bodyPr>
            <a:normAutofit lnSpcReduction="10000"/>
          </a:bodyPr>
          <a:lstStyle/>
          <a:p>
            <a:r>
              <a:rPr lang="ru-RU" altLang="ru-RU" b="1" dirty="0"/>
              <a:t>Brazil</a:t>
            </a:r>
            <a:endParaRPr lang="ru-RU" altLang="ru-RU" dirty="0">
              <a:latin typeface="Arial" panose="020B0604020202020204" pitchFamily="34" charset="0"/>
            </a:endParaRPr>
          </a:p>
        </p:txBody>
      </p:sp>
      <p:sp>
        <p:nvSpPr>
          <p:cNvPr id="3" name="Text Placeholder 2"/>
          <p:cNvSpPr>
            <a:spLocks noGrp="1"/>
          </p:cNvSpPr>
          <p:nvPr>
            <p:ph type="body" sz="quarter" idx="11"/>
          </p:nvPr>
        </p:nvSpPr>
        <p:spPr/>
        <p:txBody>
          <a:bodyPr>
            <a:normAutofit lnSpcReduction="10000"/>
          </a:bodyPr>
          <a:lstStyle/>
          <a:p>
            <a:r>
              <a:rPr lang="ru-RU" altLang="ru-RU" b="1" dirty="0"/>
              <a:t>Colombia</a:t>
            </a:r>
            <a:endParaRPr lang="ru-RU" altLang="ru-RU" dirty="0">
              <a:latin typeface="Arial" panose="020B0604020202020204" pitchFamily="34" charset="0"/>
            </a:endParaRPr>
          </a:p>
        </p:txBody>
      </p:sp>
      <p:sp>
        <p:nvSpPr>
          <p:cNvPr id="4" name="Text Placeholder 3"/>
          <p:cNvSpPr>
            <a:spLocks noGrp="1"/>
          </p:cNvSpPr>
          <p:nvPr>
            <p:ph type="body" sz="quarter" idx="12"/>
          </p:nvPr>
        </p:nvSpPr>
        <p:spPr/>
        <p:txBody>
          <a:bodyPr>
            <a:normAutofit lnSpcReduction="10000"/>
          </a:bodyPr>
          <a:lstStyle/>
          <a:p>
            <a:r>
              <a:rPr lang="ru-RU" altLang="ru-RU" b="1" dirty="0"/>
              <a:t>Argentina</a:t>
            </a:r>
            <a:endParaRPr lang="ru-RU" altLang="ru-RU" dirty="0">
              <a:latin typeface="Arial" panose="020B0604020202020204" pitchFamily="34" charset="0"/>
            </a:endParaRPr>
          </a:p>
        </p:txBody>
      </p:sp>
      <p:sp>
        <p:nvSpPr>
          <p:cNvPr id="5" name="Text Placeholder 4"/>
          <p:cNvSpPr>
            <a:spLocks noGrp="1"/>
          </p:cNvSpPr>
          <p:nvPr>
            <p:ph type="body" sz="quarter" idx="14"/>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
        <p:nvSpPr>
          <p:cNvPr id="6" name="Text Placeholder 5"/>
          <p:cNvSpPr>
            <a:spLocks noGrp="1"/>
          </p:cNvSpPr>
          <p:nvPr>
            <p:ph type="body" sz="quarter" idx="15"/>
          </p:nvPr>
        </p:nvSpPr>
        <p:spPr>
          <a:xfrm>
            <a:off x="750410" y="4043363"/>
            <a:ext cx="5141571" cy="879156"/>
          </a:xfrm>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a:t>
            </a:r>
            <a:r>
              <a:rPr lang="en-US" altLang="ru-RU" dirty="0" smtClean="0">
                <a:latin typeface="Open Sans" panose="020B0606030504020204" pitchFamily="34" charset="0"/>
                <a:cs typeface="Open Sans" panose="020B0606030504020204" pitchFamily="34" charset="0"/>
              </a:rPr>
              <a:t>voluptate</a:t>
            </a:r>
            <a:endParaRPr lang="ru-RU" altLang="ru-RU" dirty="0">
              <a:latin typeface="Open Sans" panose="020B0606030504020204" pitchFamily="34" charset="0"/>
              <a:cs typeface="Open Sans" panose="020B0606030504020204" pitchFamily="34" charset="0"/>
            </a:endParaRPr>
          </a:p>
        </p:txBody>
      </p:sp>
      <p:sp>
        <p:nvSpPr>
          <p:cNvPr id="7" name="Text Placeholder 6"/>
          <p:cNvSpPr>
            <a:spLocks noGrp="1"/>
          </p:cNvSpPr>
          <p:nvPr>
            <p:ph type="body" sz="quarter" idx="18"/>
          </p:nvPr>
        </p:nvSpPr>
        <p:spPr>
          <a:xfrm>
            <a:off x="4885055" y="349250"/>
            <a:ext cx="3248680" cy="540067"/>
          </a:xfrm>
        </p:spPr>
        <p:txBody>
          <a:bodyPr/>
          <a:lstStyle/>
          <a:p>
            <a:r>
              <a:rPr lang="ru-RU" altLang="ru-RU" dirty="0"/>
              <a:t>SOUTH AMERICA</a:t>
            </a:r>
            <a:endParaRPr lang="ru-RU" altLang="ru-RU" dirty="0">
              <a:latin typeface="Arial" panose="020B0604020202020204" pitchFamily="34" charset="0"/>
            </a:endParaRPr>
          </a:p>
        </p:txBody>
      </p:sp>
      <p:sp>
        <p:nvSpPr>
          <p:cNvPr id="8" name="Text Placeholder 7"/>
          <p:cNvSpPr>
            <a:spLocks noGrp="1"/>
          </p:cNvSpPr>
          <p:nvPr>
            <p:ph type="body" sz="quarter" idx="19"/>
          </p:nvPr>
        </p:nvSpPr>
        <p:spPr/>
        <p:txBody>
          <a:bodyPr>
            <a:normAutofit lnSpcReduction="10000"/>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26358806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14:presetBounceEnd="67000">
                                      <p:stCondLst>
                                        <p:cond delay="0"/>
                                      </p:stCondLst>
                                      <p:childTnLst>
                                        <p:set>
                                          <p:cBhvr>
                                            <p:cTn id="11" dur="1" fill="hold">
                                              <p:stCondLst>
                                                <p:cond delay="0"/>
                                              </p:stCondLst>
                                            </p:cTn>
                                            <p:tgtEl>
                                              <p:spTgt spid="2074"/>
                                            </p:tgtEl>
                                            <p:attrNameLst>
                                              <p:attrName>style.visibility</p:attrName>
                                            </p:attrNameLst>
                                          </p:cBhvr>
                                          <p:to>
                                            <p:strVal val="visible"/>
                                          </p:to>
                                        </p:set>
                                        <p:anim calcmode="lin" valueType="num" p14:bounceEnd="67000">
                                          <p:cBhvr additive="base">
                                            <p:cTn id="12" dur="1000" fill="hold"/>
                                            <p:tgtEl>
                                              <p:spTgt spid="2074"/>
                                            </p:tgtEl>
                                            <p:attrNameLst>
                                              <p:attrName>ppt_x</p:attrName>
                                            </p:attrNameLst>
                                          </p:cBhvr>
                                          <p:tavLst>
                                            <p:tav tm="0">
                                              <p:val>
                                                <p:strVal val="#ppt_x"/>
                                              </p:val>
                                            </p:tav>
                                            <p:tav tm="100000">
                                              <p:val>
                                                <p:strVal val="#ppt_x"/>
                                              </p:val>
                                            </p:tav>
                                          </p:tavLst>
                                        </p:anim>
                                        <p:anim calcmode="lin" valueType="num" p14:bounceEnd="67000">
                                          <p:cBhvr additive="base">
                                            <p:cTn id="13" dur="1000" fill="hold"/>
                                            <p:tgtEl>
                                              <p:spTgt spid="2074"/>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14:presetBounceEnd="67000">
                                      <p:stCondLst>
                                        <p:cond delay="100"/>
                                      </p:stCondLst>
                                      <p:childTnLst>
                                        <p:set>
                                          <p:cBhvr>
                                            <p:cTn id="15" dur="1" fill="hold">
                                              <p:stCondLst>
                                                <p:cond delay="0"/>
                                              </p:stCondLst>
                                            </p:cTn>
                                            <p:tgtEl>
                                              <p:spTgt spid="2081"/>
                                            </p:tgtEl>
                                            <p:attrNameLst>
                                              <p:attrName>style.visibility</p:attrName>
                                            </p:attrNameLst>
                                          </p:cBhvr>
                                          <p:to>
                                            <p:strVal val="visible"/>
                                          </p:to>
                                        </p:set>
                                        <p:anim calcmode="lin" valueType="num" p14:bounceEnd="67000">
                                          <p:cBhvr additive="base">
                                            <p:cTn id="16" dur="1000" fill="hold"/>
                                            <p:tgtEl>
                                              <p:spTgt spid="2081"/>
                                            </p:tgtEl>
                                            <p:attrNameLst>
                                              <p:attrName>ppt_x</p:attrName>
                                            </p:attrNameLst>
                                          </p:cBhvr>
                                          <p:tavLst>
                                            <p:tav tm="0">
                                              <p:val>
                                                <p:strVal val="#ppt_x"/>
                                              </p:val>
                                            </p:tav>
                                            <p:tav tm="100000">
                                              <p:val>
                                                <p:strVal val="#ppt_x"/>
                                              </p:val>
                                            </p:tav>
                                          </p:tavLst>
                                        </p:anim>
                                        <p:anim calcmode="lin" valueType="num" p14:bounceEnd="67000">
                                          <p:cBhvr additive="base">
                                            <p:cTn id="17" dur="1000" fill="hold"/>
                                            <p:tgtEl>
                                              <p:spTgt spid="2081"/>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14:presetBounceEnd="67000">
                                      <p:stCondLst>
                                        <p:cond delay="200"/>
                                      </p:stCondLst>
                                      <p:childTnLst>
                                        <p:set>
                                          <p:cBhvr>
                                            <p:cTn id="19" dur="1" fill="hold">
                                              <p:stCondLst>
                                                <p:cond delay="0"/>
                                              </p:stCondLst>
                                            </p:cTn>
                                            <p:tgtEl>
                                              <p:spTgt spid="2076"/>
                                            </p:tgtEl>
                                            <p:attrNameLst>
                                              <p:attrName>style.visibility</p:attrName>
                                            </p:attrNameLst>
                                          </p:cBhvr>
                                          <p:to>
                                            <p:strVal val="visible"/>
                                          </p:to>
                                        </p:set>
                                        <p:anim calcmode="lin" valueType="num" p14:bounceEnd="67000">
                                          <p:cBhvr additive="base">
                                            <p:cTn id="20" dur="1000" fill="hold"/>
                                            <p:tgtEl>
                                              <p:spTgt spid="2076"/>
                                            </p:tgtEl>
                                            <p:attrNameLst>
                                              <p:attrName>ppt_x</p:attrName>
                                            </p:attrNameLst>
                                          </p:cBhvr>
                                          <p:tavLst>
                                            <p:tav tm="0">
                                              <p:val>
                                                <p:strVal val="#ppt_x"/>
                                              </p:val>
                                            </p:tav>
                                            <p:tav tm="100000">
                                              <p:val>
                                                <p:strVal val="#ppt_x"/>
                                              </p:val>
                                            </p:tav>
                                          </p:tavLst>
                                        </p:anim>
                                        <p:anim calcmode="lin" valueType="num" p14:bounceEnd="67000">
                                          <p:cBhvr additive="base">
                                            <p:cTn id="21" dur="1000" fill="hold"/>
                                            <p:tgtEl>
                                              <p:spTgt spid="2076"/>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14:presetBounceEnd="67000">
                                      <p:stCondLst>
                                        <p:cond delay="300"/>
                                      </p:stCondLst>
                                      <p:childTnLst>
                                        <p:set>
                                          <p:cBhvr>
                                            <p:cTn id="23" dur="1" fill="hold">
                                              <p:stCondLst>
                                                <p:cond delay="0"/>
                                              </p:stCondLst>
                                            </p:cTn>
                                            <p:tgtEl>
                                              <p:spTgt spid="2068"/>
                                            </p:tgtEl>
                                            <p:attrNameLst>
                                              <p:attrName>style.visibility</p:attrName>
                                            </p:attrNameLst>
                                          </p:cBhvr>
                                          <p:to>
                                            <p:strVal val="visible"/>
                                          </p:to>
                                        </p:set>
                                        <p:anim calcmode="lin" valueType="num" p14:bounceEnd="67000">
                                          <p:cBhvr additive="base">
                                            <p:cTn id="24" dur="1000" fill="hold"/>
                                            <p:tgtEl>
                                              <p:spTgt spid="2068"/>
                                            </p:tgtEl>
                                            <p:attrNameLst>
                                              <p:attrName>ppt_x</p:attrName>
                                            </p:attrNameLst>
                                          </p:cBhvr>
                                          <p:tavLst>
                                            <p:tav tm="0">
                                              <p:val>
                                                <p:strVal val="#ppt_x"/>
                                              </p:val>
                                            </p:tav>
                                            <p:tav tm="100000">
                                              <p:val>
                                                <p:strVal val="#ppt_x"/>
                                              </p:val>
                                            </p:tav>
                                          </p:tavLst>
                                        </p:anim>
                                        <p:anim calcmode="lin" valueType="num" p14:bounceEnd="67000">
                                          <p:cBhvr additive="base">
                                            <p:cTn id="25" dur="1000" fill="hold"/>
                                            <p:tgtEl>
                                              <p:spTgt spid="2068"/>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14:presetBounceEnd="67000">
                                      <p:stCondLst>
                                        <p:cond delay="400"/>
                                      </p:stCondLst>
                                      <p:childTnLst>
                                        <p:set>
                                          <p:cBhvr>
                                            <p:cTn id="27" dur="1" fill="hold">
                                              <p:stCondLst>
                                                <p:cond delay="0"/>
                                              </p:stCondLst>
                                            </p:cTn>
                                            <p:tgtEl>
                                              <p:spTgt spid="2071"/>
                                            </p:tgtEl>
                                            <p:attrNameLst>
                                              <p:attrName>style.visibility</p:attrName>
                                            </p:attrNameLst>
                                          </p:cBhvr>
                                          <p:to>
                                            <p:strVal val="visible"/>
                                          </p:to>
                                        </p:set>
                                        <p:anim calcmode="lin" valueType="num" p14:bounceEnd="67000">
                                          <p:cBhvr additive="base">
                                            <p:cTn id="28" dur="1000" fill="hold"/>
                                            <p:tgtEl>
                                              <p:spTgt spid="2071"/>
                                            </p:tgtEl>
                                            <p:attrNameLst>
                                              <p:attrName>ppt_x</p:attrName>
                                            </p:attrNameLst>
                                          </p:cBhvr>
                                          <p:tavLst>
                                            <p:tav tm="0">
                                              <p:val>
                                                <p:strVal val="#ppt_x"/>
                                              </p:val>
                                            </p:tav>
                                            <p:tav tm="100000">
                                              <p:val>
                                                <p:strVal val="#ppt_x"/>
                                              </p:val>
                                            </p:tav>
                                          </p:tavLst>
                                        </p:anim>
                                        <p:anim calcmode="lin" valueType="num" p14:bounceEnd="67000">
                                          <p:cBhvr additive="base">
                                            <p:cTn id="29" dur="1000" fill="hold"/>
                                            <p:tgtEl>
                                              <p:spTgt spid="2071"/>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14:presetBounceEnd="67000">
                                      <p:stCondLst>
                                        <p:cond delay="500"/>
                                      </p:stCondLst>
                                      <p:childTnLst>
                                        <p:set>
                                          <p:cBhvr>
                                            <p:cTn id="31" dur="1" fill="hold">
                                              <p:stCondLst>
                                                <p:cond delay="0"/>
                                              </p:stCondLst>
                                            </p:cTn>
                                            <p:tgtEl>
                                              <p:spTgt spid="2080"/>
                                            </p:tgtEl>
                                            <p:attrNameLst>
                                              <p:attrName>style.visibility</p:attrName>
                                            </p:attrNameLst>
                                          </p:cBhvr>
                                          <p:to>
                                            <p:strVal val="visible"/>
                                          </p:to>
                                        </p:set>
                                        <p:anim calcmode="lin" valueType="num" p14:bounceEnd="67000">
                                          <p:cBhvr additive="base">
                                            <p:cTn id="32" dur="1000" fill="hold"/>
                                            <p:tgtEl>
                                              <p:spTgt spid="2080"/>
                                            </p:tgtEl>
                                            <p:attrNameLst>
                                              <p:attrName>ppt_x</p:attrName>
                                            </p:attrNameLst>
                                          </p:cBhvr>
                                          <p:tavLst>
                                            <p:tav tm="0">
                                              <p:val>
                                                <p:strVal val="#ppt_x"/>
                                              </p:val>
                                            </p:tav>
                                            <p:tav tm="100000">
                                              <p:val>
                                                <p:strVal val="#ppt_x"/>
                                              </p:val>
                                            </p:tav>
                                          </p:tavLst>
                                        </p:anim>
                                        <p:anim calcmode="lin" valueType="num" p14:bounceEnd="67000">
                                          <p:cBhvr additive="base">
                                            <p:cTn id="33" dur="1000" fill="hold"/>
                                            <p:tgtEl>
                                              <p:spTgt spid="2080"/>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14:presetBounceEnd="67000">
                                      <p:stCondLst>
                                        <p:cond delay="600"/>
                                      </p:stCondLst>
                                      <p:childTnLst>
                                        <p:set>
                                          <p:cBhvr>
                                            <p:cTn id="35" dur="1" fill="hold">
                                              <p:stCondLst>
                                                <p:cond delay="0"/>
                                              </p:stCondLst>
                                            </p:cTn>
                                            <p:tgtEl>
                                              <p:spTgt spid="2070"/>
                                            </p:tgtEl>
                                            <p:attrNameLst>
                                              <p:attrName>style.visibility</p:attrName>
                                            </p:attrNameLst>
                                          </p:cBhvr>
                                          <p:to>
                                            <p:strVal val="visible"/>
                                          </p:to>
                                        </p:set>
                                        <p:anim calcmode="lin" valueType="num" p14:bounceEnd="67000">
                                          <p:cBhvr additive="base">
                                            <p:cTn id="36" dur="1000" fill="hold"/>
                                            <p:tgtEl>
                                              <p:spTgt spid="2070"/>
                                            </p:tgtEl>
                                            <p:attrNameLst>
                                              <p:attrName>ppt_x</p:attrName>
                                            </p:attrNameLst>
                                          </p:cBhvr>
                                          <p:tavLst>
                                            <p:tav tm="0">
                                              <p:val>
                                                <p:strVal val="#ppt_x"/>
                                              </p:val>
                                            </p:tav>
                                            <p:tav tm="100000">
                                              <p:val>
                                                <p:strVal val="#ppt_x"/>
                                              </p:val>
                                            </p:tav>
                                          </p:tavLst>
                                        </p:anim>
                                        <p:anim calcmode="lin" valueType="num" p14:bounceEnd="67000">
                                          <p:cBhvr additive="base">
                                            <p:cTn id="37" dur="1000" fill="hold"/>
                                            <p:tgtEl>
                                              <p:spTgt spid="2070"/>
                                            </p:tgtEl>
                                            <p:attrNameLst>
                                              <p:attrName>ppt_y</p:attrName>
                                            </p:attrNameLst>
                                          </p:cBhvr>
                                          <p:tavLst>
                                            <p:tav tm="0">
                                              <p:val>
                                                <p:strVal val="0-#ppt_h/2"/>
                                              </p:val>
                                            </p:tav>
                                            <p:tav tm="100000">
                                              <p:val>
                                                <p:strVal val="#ppt_y"/>
                                              </p:val>
                                            </p:tav>
                                          </p:tavLst>
                                        </p:anim>
                                      </p:childTnLst>
                                    </p:cTn>
                                  </p:par>
                                  <p:par>
                                    <p:cTn id="38" presetID="2" presetClass="entr" presetSubtype="1" fill="hold" grpId="0" nodeType="withEffect" p14:presetBounceEnd="67000">
                                      <p:stCondLst>
                                        <p:cond delay="700"/>
                                      </p:stCondLst>
                                      <p:childTnLst>
                                        <p:set>
                                          <p:cBhvr>
                                            <p:cTn id="39" dur="1" fill="hold">
                                              <p:stCondLst>
                                                <p:cond delay="0"/>
                                              </p:stCondLst>
                                            </p:cTn>
                                            <p:tgtEl>
                                              <p:spTgt spid="2079"/>
                                            </p:tgtEl>
                                            <p:attrNameLst>
                                              <p:attrName>style.visibility</p:attrName>
                                            </p:attrNameLst>
                                          </p:cBhvr>
                                          <p:to>
                                            <p:strVal val="visible"/>
                                          </p:to>
                                        </p:set>
                                        <p:anim calcmode="lin" valueType="num" p14:bounceEnd="67000">
                                          <p:cBhvr additive="base">
                                            <p:cTn id="40" dur="1000" fill="hold"/>
                                            <p:tgtEl>
                                              <p:spTgt spid="2079"/>
                                            </p:tgtEl>
                                            <p:attrNameLst>
                                              <p:attrName>ppt_x</p:attrName>
                                            </p:attrNameLst>
                                          </p:cBhvr>
                                          <p:tavLst>
                                            <p:tav tm="0">
                                              <p:val>
                                                <p:strVal val="#ppt_x"/>
                                              </p:val>
                                            </p:tav>
                                            <p:tav tm="100000">
                                              <p:val>
                                                <p:strVal val="#ppt_x"/>
                                              </p:val>
                                            </p:tav>
                                          </p:tavLst>
                                        </p:anim>
                                        <p:anim calcmode="lin" valueType="num" p14:bounceEnd="67000">
                                          <p:cBhvr additive="base">
                                            <p:cTn id="41" dur="1000" fill="hold"/>
                                            <p:tgtEl>
                                              <p:spTgt spid="2079"/>
                                            </p:tgtEl>
                                            <p:attrNameLst>
                                              <p:attrName>ppt_y</p:attrName>
                                            </p:attrNameLst>
                                          </p:cBhvr>
                                          <p:tavLst>
                                            <p:tav tm="0">
                                              <p:val>
                                                <p:strVal val="0-#ppt_h/2"/>
                                              </p:val>
                                            </p:tav>
                                            <p:tav tm="100000">
                                              <p:val>
                                                <p:strVal val="#ppt_y"/>
                                              </p:val>
                                            </p:tav>
                                          </p:tavLst>
                                        </p:anim>
                                      </p:childTnLst>
                                    </p:cTn>
                                  </p:par>
                                  <p:par>
                                    <p:cTn id="42" presetID="2" presetClass="entr" presetSubtype="1" fill="hold" grpId="0" nodeType="withEffect" p14:presetBounceEnd="67000">
                                      <p:stCondLst>
                                        <p:cond delay="800"/>
                                      </p:stCondLst>
                                      <p:childTnLst>
                                        <p:set>
                                          <p:cBhvr>
                                            <p:cTn id="43" dur="1" fill="hold">
                                              <p:stCondLst>
                                                <p:cond delay="0"/>
                                              </p:stCondLst>
                                            </p:cTn>
                                            <p:tgtEl>
                                              <p:spTgt spid="2077"/>
                                            </p:tgtEl>
                                            <p:attrNameLst>
                                              <p:attrName>style.visibility</p:attrName>
                                            </p:attrNameLst>
                                          </p:cBhvr>
                                          <p:to>
                                            <p:strVal val="visible"/>
                                          </p:to>
                                        </p:set>
                                        <p:anim calcmode="lin" valueType="num" p14:bounceEnd="67000">
                                          <p:cBhvr additive="base">
                                            <p:cTn id="44" dur="1000" fill="hold"/>
                                            <p:tgtEl>
                                              <p:spTgt spid="2077"/>
                                            </p:tgtEl>
                                            <p:attrNameLst>
                                              <p:attrName>ppt_x</p:attrName>
                                            </p:attrNameLst>
                                          </p:cBhvr>
                                          <p:tavLst>
                                            <p:tav tm="0">
                                              <p:val>
                                                <p:strVal val="#ppt_x"/>
                                              </p:val>
                                            </p:tav>
                                            <p:tav tm="100000">
                                              <p:val>
                                                <p:strVal val="#ppt_x"/>
                                              </p:val>
                                            </p:tav>
                                          </p:tavLst>
                                        </p:anim>
                                        <p:anim calcmode="lin" valueType="num" p14:bounceEnd="67000">
                                          <p:cBhvr additive="base">
                                            <p:cTn id="45" dur="1000" fill="hold"/>
                                            <p:tgtEl>
                                              <p:spTgt spid="2077"/>
                                            </p:tgtEl>
                                            <p:attrNameLst>
                                              <p:attrName>ppt_y</p:attrName>
                                            </p:attrNameLst>
                                          </p:cBhvr>
                                          <p:tavLst>
                                            <p:tav tm="0">
                                              <p:val>
                                                <p:strVal val="0-#ppt_h/2"/>
                                              </p:val>
                                            </p:tav>
                                            <p:tav tm="100000">
                                              <p:val>
                                                <p:strVal val="#ppt_y"/>
                                              </p:val>
                                            </p:tav>
                                          </p:tavLst>
                                        </p:anim>
                                      </p:childTnLst>
                                    </p:cTn>
                                  </p:par>
                                  <p:par>
                                    <p:cTn id="46" presetID="2" presetClass="entr" presetSubtype="1" fill="hold" grpId="0" nodeType="withEffect" p14:presetBounceEnd="67000">
                                      <p:stCondLst>
                                        <p:cond delay="900"/>
                                      </p:stCondLst>
                                      <p:childTnLst>
                                        <p:set>
                                          <p:cBhvr>
                                            <p:cTn id="47" dur="1" fill="hold">
                                              <p:stCondLst>
                                                <p:cond delay="0"/>
                                              </p:stCondLst>
                                            </p:cTn>
                                            <p:tgtEl>
                                              <p:spTgt spid="2078"/>
                                            </p:tgtEl>
                                            <p:attrNameLst>
                                              <p:attrName>style.visibility</p:attrName>
                                            </p:attrNameLst>
                                          </p:cBhvr>
                                          <p:to>
                                            <p:strVal val="visible"/>
                                          </p:to>
                                        </p:set>
                                        <p:anim calcmode="lin" valueType="num" p14:bounceEnd="67000">
                                          <p:cBhvr additive="base">
                                            <p:cTn id="48" dur="1000" fill="hold"/>
                                            <p:tgtEl>
                                              <p:spTgt spid="2078"/>
                                            </p:tgtEl>
                                            <p:attrNameLst>
                                              <p:attrName>ppt_x</p:attrName>
                                            </p:attrNameLst>
                                          </p:cBhvr>
                                          <p:tavLst>
                                            <p:tav tm="0">
                                              <p:val>
                                                <p:strVal val="#ppt_x"/>
                                              </p:val>
                                            </p:tav>
                                            <p:tav tm="100000">
                                              <p:val>
                                                <p:strVal val="#ppt_x"/>
                                              </p:val>
                                            </p:tav>
                                          </p:tavLst>
                                        </p:anim>
                                        <p:anim calcmode="lin" valueType="num" p14:bounceEnd="67000">
                                          <p:cBhvr additive="base">
                                            <p:cTn id="49" dur="1000" fill="hold"/>
                                            <p:tgtEl>
                                              <p:spTgt spid="2078"/>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14:presetBounceEnd="67000">
                                      <p:stCondLst>
                                        <p:cond delay="1000"/>
                                      </p:stCondLst>
                                      <p:childTnLst>
                                        <p:set>
                                          <p:cBhvr>
                                            <p:cTn id="51" dur="1" fill="hold">
                                              <p:stCondLst>
                                                <p:cond delay="0"/>
                                              </p:stCondLst>
                                            </p:cTn>
                                            <p:tgtEl>
                                              <p:spTgt spid="2075"/>
                                            </p:tgtEl>
                                            <p:attrNameLst>
                                              <p:attrName>style.visibility</p:attrName>
                                            </p:attrNameLst>
                                          </p:cBhvr>
                                          <p:to>
                                            <p:strVal val="visible"/>
                                          </p:to>
                                        </p:set>
                                        <p:anim calcmode="lin" valueType="num" p14:bounceEnd="67000">
                                          <p:cBhvr additive="base">
                                            <p:cTn id="52" dur="1000" fill="hold"/>
                                            <p:tgtEl>
                                              <p:spTgt spid="2075"/>
                                            </p:tgtEl>
                                            <p:attrNameLst>
                                              <p:attrName>ppt_x</p:attrName>
                                            </p:attrNameLst>
                                          </p:cBhvr>
                                          <p:tavLst>
                                            <p:tav tm="0">
                                              <p:val>
                                                <p:strVal val="#ppt_x"/>
                                              </p:val>
                                            </p:tav>
                                            <p:tav tm="100000">
                                              <p:val>
                                                <p:strVal val="#ppt_x"/>
                                              </p:val>
                                            </p:tav>
                                          </p:tavLst>
                                        </p:anim>
                                        <p:anim calcmode="lin" valueType="num" p14:bounceEnd="67000">
                                          <p:cBhvr additive="base">
                                            <p:cTn id="53" dur="1000" fill="hold"/>
                                            <p:tgtEl>
                                              <p:spTgt spid="2075"/>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14:presetBounceEnd="67000">
                                      <p:stCondLst>
                                        <p:cond delay="1100"/>
                                      </p:stCondLst>
                                      <p:childTnLst>
                                        <p:set>
                                          <p:cBhvr>
                                            <p:cTn id="55" dur="1" fill="hold">
                                              <p:stCondLst>
                                                <p:cond delay="0"/>
                                              </p:stCondLst>
                                            </p:cTn>
                                            <p:tgtEl>
                                              <p:spTgt spid="2067"/>
                                            </p:tgtEl>
                                            <p:attrNameLst>
                                              <p:attrName>style.visibility</p:attrName>
                                            </p:attrNameLst>
                                          </p:cBhvr>
                                          <p:to>
                                            <p:strVal val="visible"/>
                                          </p:to>
                                        </p:set>
                                        <p:anim calcmode="lin" valueType="num" p14:bounceEnd="67000">
                                          <p:cBhvr additive="base">
                                            <p:cTn id="56" dur="1000" fill="hold"/>
                                            <p:tgtEl>
                                              <p:spTgt spid="2067"/>
                                            </p:tgtEl>
                                            <p:attrNameLst>
                                              <p:attrName>ppt_x</p:attrName>
                                            </p:attrNameLst>
                                          </p:cBhvr>
                                          <p:tavLst>
                                            <p:tav tm="0">
                                              <p:val>
                                                <p:strVal val="#ppt_x"/>
                                              </p:val>
                                            </p:tav>
                                            <p:tav tm="100000">
                                              <p:val>
                                                <p:strVal val="#ppt_x"/>
                                              </p:val>
                                            </p:tav>
                                          </p:tavLst>
                                        </p:anim>
                                        <p:anim calcmode="lin" valueType="num" p14:bounceEnd="67000">
                                          <p:cBhvr additive="base">
                                            <p:cTn id="57" dur="1000" fill="hold"/>
                                            <p:tgtEl>
                                              <p:spTgt spid="2067"/>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14:presetBounceEnd="67000">
                                      <p:stCondLst>
                                        <p:cond delay="1200"/>
                                      </p:stCondLst>
                                      <p:childTnLst>
                                        <p:set>
                                          <p:cBhvr>
                                            <p:cTn id="59" dur="1" fill="hold">
                                              <p:stCondLst>
                                                <p:cond delay="0"/>
                                              </p:stCondLst>
                                            </p:cTn>
                                            <p:tgtEl>
                                              <p:spTgt spid="2072"/>
                                            </p:tgtEl>
                                            <p:attrNameLst>
                                              <p:attrName>style.visibility</p:attrName>
                                            </p:attrNameLst>
                                          </p:cBhvr>
                                          <p:to>
                                            <p:strVal val="visible"/>
                                          </p:to>
                                        </p:set>
                                        <p:anim calcmode="lin" valueType="num" p14:bounceEnd="67000">
                                          <p:cBhvr additive="base">
                                            <p:cTn id="60" dur="1000" fill="hold"/>
                                            <p:tgtEl>
                                              <p:spTgt spid="2072"/>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2072"/>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14:presetBounceEnd="67000">
                                      <p:stCondLst>
                                        <p:cond delay="1300"/>
                                      </p:stCondLst>
                                      <p:childTnLst>
                                        <p:set>
                                          <p:cBhvr>
                                            <p:cTn id="63" dur="1" fill="hold">
                                              <p:stCondLst>
                                                <p:cond delay="0"/>
                                              </p:stCondLst>
                                            </p:cTn>
                                            <p:tgtEl>
                                              <p:spTgt spid="2069"/>
                                            </p:tgtEl>
                                            <p:attrNameLst>
                                              <p:attrName>style.visibility</p:attrName>
                                            </p:attrNameLst>
                                          </p:cBhvr>
                                          <p:to>
                                            <p:strVal val="visible"/>
                                          </p:to>
                                        </p:set>
                                        <p:anim calcmode="lin" valueType="num" p14:bounceEnd="67000">
                                          <p:cBhvr additive="base">
                                            <p:cTn id="64" dur="1000" fill="hold"/>
                                            <p:tgtEl>
                                              <p:spTgt spid="2069"/>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2069"/>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14:presetBounceEnd="67000">
                                      <p:stCondLst>
                                        <p:cond delay="1400"/>
                                      </p:stCondLst>
                                      <p:childTnLst>
                                        <p:set>
                                          <p:cBhvr>
                                            <p:cTn id="67" dur="1" fill="hold">
                                              <p:stCondLst>
                                                <p:cond delay="0"/>
                                              </p:stCondLst>
                                            </p:cTn>
                                            <p:tgtEl>
                                              <p:spTgt spid="2073"/>
                                            </p:tgtEl>
                                            <p:attrNameLst>
                                              <p:attrName>style.visibility</p:attrName>
                                            </p:attrNameLst>
                                          </p:cBhvr>
                                          <p:to>
                                            <p:strVal val="visible"/>
                                          </p:to>
                                        </p:set>
                                        <p:anim calcmode="lin" valueType="num" p14:bounceEnd="67000">
                                          <p:cBhvr additive="base">
                                            <p:cTn id="68" dur="1000" fill="hold"/>
                                            <p:tgtEl>
                                              <p:spTgt spid="2073"/>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2073"/>
                                            </p:tgtEl>
                                            <p:attrNameLst>
                                              <p:attrName>ppt_y</p:attrName>
                                            </p:attrNameLst>
                                          </p:cBhvr>
                                          <p:tavLst>
                                            <p:tav tm="0">
                                              <p:val>
                                                <p:strVal val="0-#ppt_h/2"/>
                                              </p:val>
                                            </p:tav>
                                            <p:tav tm="100000">
                                              <p:val>
                                                <p:strVal val="#ppt_y"/>
                                              </p:val>
                                            </p:tav>
                                          </p:tavLst>
                                        </p:anim>
                                      </p:childTnLst>
                                    </p:cTn>
                                  </p:par>
                                  <p:par>
                                    <p:cTn id="70" presetID="53" presetClass="entr" presetSubtype="16" fill="hold" nodeType="withEffect">
                                      <p:stCondLst>
                                        <p:cond delay="2250"/>
                                      </p:stCondLst>
                                      <p:childTnLst>
                                        <p:set>
                                          <p:cBhvr>
                                            <p:cTn id="71" dur="1" fill="hold">
                                              <p:stCondLst>
                                                <p:cond delay="0"/>
                                              </p:stCondLst>
                                            </p:cTn>
                                            <p:tgtEl>
                                              <p:spTgt spid="2052"/>
                                            </p:tgtEl>
                                            <p:attrNameLst>
                                              <p:attrName>style.visibility</p:attrName>
                                            </p:attrNameLst>
                                          </p:cBhvr>
                                          <p:to>
                                            <p:strVal val="visible"/>
                                          </p:to>
                                        </p:set>
                                        <p:anim calcmode="lin" valueType="num">
                                          <p:cBhvr>
                                            <p:cTn id="72" dur="500" fill="hold"/>
                                            <p:tgtEl>
                                              <p:spTgt spid="2052"/>
                                            </p:tgtEl>
                                            <p:attrNameLst>
                                              <p:attrName>ppt_w</p:attrName>
                                            </p:attrNameLst>
                                          </p:cBhvr>
                                          <p:tavLst>
                                            <p:tav tm="0">
                                              <p:val>
                                                <p:fltVal val="0"/>
                                              </p:val>
                                            </p:tav>
                                            <p:tav tm="100000">
                                              <p:val>
                                                <p:strVal val="#ppt_w"/>
                                              </p:val>
                                            </p:tav>
                                          </p:tavLst>
                                        </p:anim>
                                        <p:anim calcmode="lin" valueType="num">
                                          <p:cBhvr>
                                            <p:cTn id="73" dur="500" fill="hold"/>
                                            <p:tgtEl>
                                              <p:spTgt spid="2052"/>
                                            </p:tgtEl>
                                            <p:attrNameLst>
                                              <p:attrName>ppt_h</p:attrName>
                                            </p:attrNameLst>
                                          </p:cBhvr>
                                          <p:tavLst>
                                            <p:tav tm="0">
                                              <p:val>
                                                <p:fltVal val="0"/>
                                              </p:val>
                                            </p:tav>
                                            <p:tav tm="100000">
                                              <p:val>
                                                <p:strVal val="#ppt_h"/>
                                              </p:val>
                                            </p:tav>
                                          </p:tavLst>
                                        </p:anim>
                                        <p:animEffect transition="in" filter="fade">
                                          <p:cBhvr>
                                            <p:cTn id="74" dur="500"/>
                                            <p:tgtEl>
                                              <p:spTgt spid="2052"/>
                                            </p:tgtEl>
                                          </p:cBhvr>
                                        </p:animEffect>
                                      </p:childTnLst>
                                    </p:cTn>
                                  </p:par>
                                  <p:par>
                                    <p:cTn id="75" presetID="2" presetClass="entr" presetSubtype="8" fill="hold" grpId="0" nodeType="withEffect" p14:presetBounceEnd="67000">
                                      <p:stCondLst>
                                        <p:cond delay="2750"/>
                                      </p:stCondLst>
                                      <p:childTnLst>
                                        <p:set>
                                          <p:cBhvr>
                                            <p:cTn id="76"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77" dur="1000" fill="hold"/>
                                            <p:tgtEl>
                                              <p:spTgt spid="2">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78" dur="1000" fill="hold"/>
                                            <p:tgtEl>
                                              <p:spTgt spid="2">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14:presetBounceEnd="67000">
                                      <p:stCondLst>
                                        <p:cond delay="2750"/>
                                      </p:stCondLst>
                                      <p:childTnLst>
                                        <p:set>
                                          <p:cBhvr>
                                            <p:cTn id="80"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81" dur="1000" fill="hold"/>
                                            <p:tgtEl>
                                              <p:spTgt spid="3">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82" dur="1000" fill="hold"/>
                                            <p:tgtEl>
                                              <p:spTgt spid="3">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14:presetBounceEnd="67000">
                                      <p:stCondLst>
                                        <p:cond delay="2750"/>
                                      </p:stCondLst>
                                      <p:childTnLst>
                                        <p:set>
                                          <p:cBhvr>
                                            <p:cTn id="84"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85" dur="1000" fill="hold"/>
                                            <p:tgtEl>
                                              <p:spTgt spid="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86" dur="1000" fill="hold"/>
                                            <p:tgtEl>
                                              <p:spTgt spid="4">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14:presetBounceEnd="67000">
                                      <p:stCondLst>
                                        <p:cond delay="2750"/>
                                      </p:stCondLst>
                                      <p:childTnLst>
                                        <p:set>
                                          <p:cBhvr>
                                            <p:cTn id="88" dur="1" fill="hold">
                                              <p:stCondLst>
                                                <p:cond delay="0"/>
                                              </p:stCondLst>
                                            </p:cTn>
                                            <p:tgtEl>
                                              <p:spTgt spid="5">
                                                <p:txEl>
                                                  <p:pRg st="0" end="0"/>
                                                </p:txEl>
                                              </p:spTgt>
                                            </p:tgtEl>
                                            <p:attrNameLst>
                                              <p:attrName>style.visibility</p:attrName>
                                            </p:attrNameLst>
                                          </p:cBhvr>
                                          <p:to>
                                            <p:strVal val="visible"/>
                                          </p:to>
                                        </p:set>
                                        <p:anim calcmode="lin" valueType="num" p14:bounceEnd="67000">
                                          <p:cBhvr additive="base">
                                            <p:cTn id="89" dur="1000" fill="hold"/>
                                            <p:tgtEl>
                                              <p:spTgt spid="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90" dur="1000" fill="hold"/>
                                            <p:tgtEl>
                                              <p:spTgt spid="5">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14:presetBounceEnd="67000">
                                      <p:stCondLst>
                                        <p:cond delay="2750"/>
                                      </p:stCondLst>
                                      <p:childTnLst>
                                        <p:set>
                                          <p:cBhvr>
                                            <p:cTn id="92" dur="1" fill="hold">
                                              <p:stCondLst>
                                                <p:cond delay="0"/>
                                              </p:stCondLst>
                                            </p:cTn>
                                            <p:tgtEl>
                                              <p:spTgt spid="6">
                                                <p:txEl>
                                                  <p:pRg st="0" end="0"/>
                                                </p:txEl>
                                              </p:spTgt>
                                            </p:tgtEl>
                                            <p:attrNameLst>
                                              <p:attrName>style.visibility</p:attrName>
                                            </p:attrNameLst>
                                          </p:cBhvr>
                                          <p:to>
                                            <p:strVal val="visible"/>
                                          </p:to>
                                        </p:set>
                                        <p:anim calcmode="lin" valueType="num" p14:bounceEnd="67000">
                                          <p:cBhvr additive="base">
                                            <p:cTn id="93" dur="1000" fill="hold"/>
                                            <p:tgtEl>
                                              <p:spTgt spid="6">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94" dur="1000" fill="hold"/>
                                            <p:tgtEl>
                                              <p:spTgt spid="6">
                                                <p:txEl>
                                                  <p:pRg st="0" end="0"/>
                                                </p:txEl>
                                              </p:spTgt>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14:presetBounceEnd="67000">
                                      <p:stCondLst>
                                        <p:cond delay="2750"/>
                                      </p:stCondLst>
                                      <p:childTnLst>
                                        <p:set>
                                          <p:cBhvr>
                                            <p:cTn id="96" dur="1" fill="hold">
                                              <p:stCondLst>
                                                <p:cond delay="0"/>
                                              </p:stCondLst>
                                            </p:cTn>
                                            <p:tgtEl>
                                              <p:spTgt spid="8">
                                                <p:txEl>
                                                  <p:pRg st="0" end="0"/>
                                                </p:txEl>
                                              </p:spTgt>
                                            </p:tgtEl>
                                            <p:attrNameLst>
                                              <p:attrName>style.visibility</p:attrName>
                                            </p:attrNameLst>
                                          </p:cBhvr>
                                          <p:to>
                                            <p:strVal val="visible"/>
                                          </p:to>
                                        </p:set>
                                        <p:anim calcmode="lin" valueType="num" p14:bounceEnd="67000">
                                          <p:cBhvr additive="base">
                                            <p:cTn id="97" dur="1000" fill="hold"/>
                                            <p:tgtEl>
                                              <p:spTgt spid="8">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98" dur="10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7" grpId="0" animBg="1"/>
          <p:bldP spid="2068" grpId="0" animBg="1"/>
          <p:bldP spid="2069" grpId="0" animBg="1"/>
          <p:bldP spid="2070" grpId="0" animBg="1"/>
          <p:bldP spid="2071" grpId="0" animBg="1"/>
          <p:bldP spid="2072" grpId="0" animBg="1"/>
          <p:bldP spid="2073" grpId="0" animBg="1"/>
          <p:bldP spid="2074" grpId="0" animBg="1"/>
          <p:bldP spid="2075" grpId="0" animBg="1"/>
          <p:bldP spid="2076" grpId="0" animBg="1"/>
          <p:bldP spid="2077" grpId="0" animBg="1"/>
          <p:bldP spid="2078" grpId="0" animBg="1"/>
          <p:bldP spid="2079" grpId="0" animBg="1"/>
          <p:bldP spid="2080" grpId="0" animBg="1"/>
          <p:bldP spid="2081" grpId="0" animBg="1"/>
          <p:bldP spid="2" grpId="0" build="p"/>
          <p:bldP spid="3" grpId="0" build="p"/>
          <p:bldP spid="4" grpId="0" build="p"/>
          <p:bldP spid="5" grpId="0" build="p"/>
          <p:bldP spid="6" grpId="0" build="p"/>
          <p:bldP spid="7" grpId="0" build="p"/>
          <p:bldP spid="8"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stCondLst>
                                        <p:cond delay="0"/>
                                      </p:stCondLst>
                                      <p:childTnLst>
                                        <p:set>
                                          <p:cBhvr>
                                            <p:cTn id="11" dur="1" fill="hold">
                                              <p:stCondLst>
                                                <p:cond delay="0"/>
                                              </p:stCondLst>
                                            </p:cTn>
                                            <p:tgtEl>
                                              <p:spTgt spid="2074"/>
                                            </p:tgtEl>
                                            <p:attrNameLst>
                                              <p:attrName>style.visibility</p:attrName>
                                            </p:attrNameLst>
                                          </p:cBhvr>
                                          <p:to>
                                            <p:strVal val="visible"/>
                                          </p:to>
                                        </p:set>
                                        <p:anim calcmode="lin" valueType="num">
                                          <p:cBhvr additive="base">
                                            <p:cTn id="12" dur="1000" fill="hold"/>
                                            <p:tgtEl>
                                              <p:spTgt spid="2074"/>
                                            </p:tgtEl>
                                            <p:attrNameLst>
                                              <p:attrName>ppt_x</p:attrName>
                                            </p:attrNameLst>
                                          </p:cBhvr>
                                          <p:tavLst>
                                            <p:tav tm="0">
                                              <p:val>
                                                <p:strVal val="#ppt_x"/>
                                              </p:val>
                                            </p:tav>
                                            <p:tav tm="100000">
                                              <p:val>
                                                <p:strVal val="#ppt_x"/>
                                              </p:val>
                                            </p:tav>
                                          </p:tavLst>
                                        </p:anim>
                                        <p:anim calcmode="lin" valueType="num">
                                          <p:cBhvr additive="base">
                                            <p:cTn id="13" dur="1000" fill="hold"/>
                                            <p:tgtEl>
                                              <p:spTgt spid="2074"/>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stCondLst>
                                        <p:cond delay="100"/>
                                      </p:stCondLst>
                                      <p:childTnLst>
                                        <p:set>
                                          <p:cBhvr>
                                            <p:cTn id="15" dur="1" fill="hold">
                                              <p:stCondLst>
                                                <p:cond delay="0"/>
                                              </p:stCondLst>
                                            </p:cTn>
                                            <p:tgtEl>
                                              <p:spTgt spid="2081"/>
                                            </p:tgtEl>
                                            <p:attrNameLst>
                                              <p:attrName>style.visibility</p:attrName>
                                            </p:attrNameLst>
                                          </p:cBhvr>
                                          <p:to>
                                            <p:strVal val="visible"/>
                                          </p:to>
                                        </p:set>
                                        <p:anim calcmode="lin" valueType="num">
                                          <p:cBhvr additive="base">
                                            <p:cTn id="16" dur="1000" fill="hold"/>
                                            <p:tgtEl>
                                              <p:spTgt spid="2081"/>
                                            </p:tgtEl>
                                            <p:attrNameLst>
                                              <p:attrName>ppt_x</p:attrName>
                                            </p:attrNameLst>
                                          </p:cBhvr>
                                          <p:tavLst>
                                            <p:tav tm="0">
                                              <p:val>
                                                <p:strVal val="#ppt_x"/>
                                              </p:val>
                                            </p:tav>
                                            <p:tav tm="100000">
                                              <p:val>
                                                <p:strVal val="#ppt_x"/>
                                              </p:val>
                                            </p:tav>
                                          </p:tavLst>
                                        </p:anim>
                                        <p:anim calcmode="lin" valueType="num">
                                          <p:cBhvr additive="base">
                                            <p:cTn id="17" dur="1000" fill="hold"/>
                                            <p:tgtEl>
                                              <p:spTgt spid="2081"/>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stCondLst>
                                        <p:cond delay="200"/>
                                      </p:stCondLst>
                                      <p:childTnLst>
                                        <p:set>
                                          <p:cBhvr>
                                            <p:cTn id="19" dur="1" fill="hold">
                                              <p:stCondLst>
                                                <p:cond delay="0"/>
                                              </p:stCondLst>
                                            </p:cTn>
                                            <p:tgtEl>
                                              <p:spTgt spid="2076"/>
                                            </p:tgtEl>
                                            <p:attrNameLst>
                                              <p:attrName>style.visibility</p:attrName>
                                            </p:attrNameLst>
                                          </p:cBhvr>
                                          <p:to>
                                            <p:strVal val="visible"/>
                                          </p:to>
                                        </p:set>
                                        <p:anim calcmode="lin" valueType="num">
                                          <p:cBhvr additive="base">
                                            <p:cTn id="20" dur="1000" fill="hold"/>
                                            <p:tgtEl>
                                              <p:spTgt spid="2076"/>
                                            </p:tgtEl>
                                            <p:attrNameLst>
                                              <p:attrName>ppt_x</p:attrName>
                                            </p:attrNameLst>
                                          </p:cBhvr>
                                          <p:tavLst>
                                            <p:tav tm="0">
                                              <p:val>
                                                <p:strVal val="#ppt_x"/>
                                              </p:val>
                                            </p:tav>
                                            <p:tav tm="100000">
                                              <p:val>
                                                <p:strVal val="#ppt_x"/>
                                              </p:val>
                                            </p:tav>
                                          </p:tavLst>
                                        </p:anim>
                                        <p:anim calcmode="lin" valueType="num">
                                          <p:cBhvr additive="base">
                                            <p:cTn id="21" dur="1000" fill="hold"/>
                                            <p:tgtEl>
                                              <p:spTgt spid="2076"/>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stCondLst>
                                        <p:cond delay="300"/>
                                      </p:stCondLst>
                                      <p:childTnLst>
                                        <p:set>
                                          <p:cBhvr>
                                            <p:cTn id="23" dur="1" fill="hold">
                                              <p:stCondLst>
                                                <p:cond delay="0"/>
                                              </p:stCondLst>
                                            </p:cTn>
                                            <p:tgtEl>
                                              <p:spTgt spid="2068"/>
                                            </p:tgtEl>
                                            <p:attrNameLst>
                                              <p:attrName>style.visibility</p:attrName>
                                            </p:attrNameLst>
                                          </p:cBhvr>
                                          <p:to>
                                            <p:strVal val="visible"/>
                                          </p:to>
                                        </p:set>
                                        <p:anim calcmode="lin" valueType="num">
                                          <p:cBhvr additive="base">
                                            <p:cTn id="24" dur="1000" fill="hold"/>
                                            <p:tgtEl>
                                              <p:spTgt spid="2068"/>
                                            </p:tgtEl>
                                            <p:attrNameLst>
                                              <p:attrName>ppt_x</p:attrName>
                                            </p:attrNameLst>
                                          </p:cBhvr>
                                          <p:tavLst>
                                            <p:tav tm="0">
                                              <p:val>
                                                <p:strVal val="#ppt_x"/>
                                              </p:val>
                                            </p:tav>
                                            <p:tav tm="100000">
                                              <p:val>
                                                <p:strVal val="#ppt_x"/>
                                              </p:val>
                                            </p:tav>
                                          </p:tavLst>
                                        </p:anim>
                                        <p:anim calcmode="lin" valueType="num">
                                          <p:cBhvr additive="base">
                                            <p:cTn id="25" dur="1000" fill="hold"/>
                                            <p:tgtEl>
                                              <p:spTgt spid="2068"/>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stCondLst>
                                        <p:cond delay="400"/>
                                      </p:stCondLst>
                                      <p:childTnLst>
                                        <p:set>
                                          <p:cBhvr>
                                            <p:cTn id="27" dur="1" fill="hold">
                                              <p:stCondLst>
                                                <p:cond delay="0"/>
                                              </p:stCondLst>
                                            </p:cTn>
                                            <p:tgtEl>
                                              <p:spTgt spid="2071"/>
                                            </p:tgtEl>
                                            <p:attrNameLst>
                                              <p:attrName>style.visibility</p:attrName>
                                            </p:attrNameLst>
                                          </p:cBhvr>
                                          <p:to>
                                            <p:strVal val="visible"/>
                                          </p:to>
                                        </p:set>
                                        <p:anim calcmode="lin" valueType="num">
                                          <p:cBhvr additive="base">
                                            <p:cTn id="28" dur="1000" fill="hold"/>
                                            <p:tgtEl>
                                              <p:spTgt spid="2071"/>
                                            </p:tgtEl>
                                            <p:attrNameLst>
                                              <p:attrName>ppt_x</p:attrName>
                                            </p:attrNameLst>
                                          </p:cBhvr>
                                          <p:tavLst>
                                            <p:tav tm="0">
                                              <p:val>
                                                <p:strVal val="#ppt_x"/>
                                              </p:val>
                                            </p:tav>
                                            <p:tav tm="100000">
                                              <p:val>
                                                <p:strVal val="#ppt_x"/>
                                              </p:val>
                                            </p:tav>
                                          </p:tavLst>
                                        </p:anim>
                                        <p:anim calcmode="lin" valueType="num">
                                          <p:cBhvr additive="base">
                                            <p:cTn id="29" dur="1000" fill="hold"/>
                                            <p:tgtEl>
                                              <p:spTgt spid="2071"/>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stCondLst>
                                        <p:cond delay="500"/>
                                      </p:stCondLst>
                                      <p:childTnLst>
                                        <p:set>
                                          <p:cBhvr>
                                            <p:cTn id="31" dur="1" fill="hold">
                                              <p:stCondLst>
                                                <p:cond delay="0"/>
                                              </p:stCondLst>
                                            </p:cTn>
                                            <p:tgtEl>
                                              <p:spTgt spid="2080"/>
                                            </p:tgtEl>
                                            <p:attrNameLst>
                                              <p:attrName>style.visibility</p:attrName>
                                            </p:attrNameLst>
                                          </p:cBhvr>
                                          <p:to>
                                            <p:strVal val="visible"/>
                                          </p:to>
                                        </p:set>
                                        <p:anim calcmode="lin" valueType="num">
                                          <p:cBhvr additive="base">
                                            <p:cTn id="32" dur="1000" fill="hold"/>
                                            <p:tgtEl>
                                              <p:spTgt spid="2080"/>
                                            </p:tgtEl>
                                            <p:attrNameLst>
                                              <p:attrName>ppt_x</p:attrName>
                                            </p:attrNameLst>
                                          </p:cBhvr>
                                          <p:tavLst>
                                            <p:tav tm="0">
                                              <p:val>
                                                <p:strVal val="#ppt_x"/>
                                              </p:val>
                                            </p:tav>
                                            <p:tav tm="100000">
                                              <p:val>
                                                <p:strVal val="#ppt_x"/>
                                              </p:val>
                                            </p:tav>
                                          </p:tavLst>
                                        </p:anim>
                                        <p:anim calcmode="lin" valueType="num">
                                          <p:cBhvr additive="base">
                                            <p:cTn id="33" dur="1000" fill="hold"/>
                                            <p:tgtEl>
                                              <p:spTgt spid="2080"/>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stCondLst>
                                        <p:cond delay="600"/>
                                      </p:stCondLst>
                                      <p:childTnLst>
                                        <p:set>
                                          <p:cBhvr>
                                            <p:cTn id="35" dur="1" fill="hold">
                                              <p:stCondLst>
                                                <p:cond delay="0"/>
                                              </p:stCondLst>
                                            </p:cTn>
                                            <p:tgtEl>
                                              <p:spTgt spid="2070"/>
                                            </p:tgtEl>
                                            <p:attrNameLst>
                                              <p:attrName>style.visibility</p:attrName>
                                            </p:attrNameLst>
                                          </p:cBhvr>
                                          <p:to>
                                            <p:strVal val="visible"/>
                                          </p:to>
                                        </p:set>
                                        <p:anim calcmode="lin" valueType="num">
                                          <p:cBhvr additive="base">
                                            <p:cTn id="36" dur="1000" fill="hold"/>
                                            <p:tgtEl>
                                              <p:spTgt spid="2070"/>
                                            </p:tgtEl>
                                            <p:attrNameLst>
                                              <p:attrName>ppt_x</p:attrName>
                                            </p:attrNameLst>
                                          </p:cBhvr>
                                          <p:tavLst>
                                            <p:tav tm="0">
                                              <p:val>
                                                <p:strVal val="#ppt_x"/>
                                              </p:val>
                                            </p:tav>
                                            <p:tav tm="100000">
                                              <p:val>
                                                <p:strVal val="#ppt_x"/>
                                              </p:val>
                                            </p:tav>
                                          </p:tavLst>
                                        </p:anim>
                                        <p:anim calcmode="lin" valueType="num">
                                          <p:cBhvr additive="base">
                                            <p:cTn id="37" dur="1000" fill="hold"/>
                                            <p:tgtEl>
                                              <p:spTgt spid="2070"/>
                                            </p:tgtEl>
                                            <p:attrNameLst>
                                              <p:attrName>ppt_y</p:attrName>
                                            </p:attrNameLst>
                                          </p:cBhvr>
                                          <p:tavLst>
                                            <p:tav tm="0">
                                              <p:val>
                                                <p:strVal val="0-#ppt_h/2"/>
                                              </p:val>
                                            </p:tav>
                                            <p:tav tm="100000">
                                              <p:val>
                                                <p:strVal val="#ppt_y"/>
                                              </p:val>
                                            </p:tav>
                                          </p:tavLst>
                                        </p:anim>
                                      </p:childTnLst>
                                    </p:cTn>
                                  </p:par>
                                  <p:par>
                                    <p:cTn id="38" presetID="2" presetClass="entr" presetSubtype="1" fill="hold" grpId="0" nodeType="withEffect">
                                      <p:stCondLst>
                                        <p:cond delay="700"/>
                                      </p:stCondLst>
                                      <p:childTnLst>
                                        <p:set>
                                          <p:cBhvr>
                                            <p:cTn id="39" dur="1" fill="hold">
                                              <p:stCondLst>
                                                <p:cond delay="0"/>
                                              </p:stCondLst>
                                            </p:cTn>
                                            <p:tgtEl>
                                              <p:spTgt spid="2079"/>
                                            </p:tgtEl>
                                            <p:attrNameLst>
                                              <p:attrName>style.visibility</p:attrName>
                                            </p:attrNameLst>
                                          </p:cBhvr>
                                          <p:to>
                                            <p:strVal val="visible"/>
                                          </p:to>
                                        </p:set>
                                        <p:anim calcmode="lin" valueType="num">
                                          <p:cBhvr additive="base">
                                            <p:cTn id="40" dur="1000" fill="hold"/>
                                            <p:tgtEl>
                                              <p:spTgt spid="2079"/>
                                            </p:tgtEl>
                                            <p:attrNameLst>
                                              <p:attrName>ppt_x</p:attrName>
                                            </p:attrNameLst>
                                          </p:cBhvr>
                                          <p:tavLst>
                                            <p:tav tm="0">
                                              <p:val>
                                                <p:strVal val="#ppt_x"/>
                                              </p:val>
                                            </p:tav>
                                            <p:tav tm="100000">
                                              <p:val>
                                                <p:strVal val="#ppt_x"/>
                                              </p:val>
                                            </p:tav>
                                          </p:tavLst>
                                        </p:anim>
                                        <p:anim calcmode="lin" valueType="num">
                                          <p:cBhvr additive="base">
                                            <p:cTn id="41" dur="1000" fill="hold"/>
                                            <p:tgtEl>
                                              <p:spTgt spid="2079"/>
                                            </p:tgtEl>
                                            <p:attrNameLst>
                                              <p:attrName>ppt_y</p:attrName>
                                            </p:attrNameLst>
                                          </p:cBhvr>
                                          <p:tavLst>
                                            <p:tav tm="0">
                                              <p:val>
                                                <p:strVal val="0-#ppt_h/2"/>
                                              </p:val>
                                            </p:tav>
                                            <p:tav tm="100000">
                                              <p:val>
                                                <p:strVal val="#ppt_y"/>
                                              </p:val>
                                            </p:tav>
                                          </p:tavLst>
                                        </p:anim>
                                      </p:childTnLst>
                                    </p:cTn>
                                  </p:par>
                                  <p:par>
                                    <p:cTn id="42" presetID="2" presetClass="entr" presetSubtype="1" fill="hold" grpId="0" nodeType="withEffect">
                                      <p:stCondLst>
                                        <p:cond delay="800"/>
                                      </p:stCondLst>
                                      <p:childTnLst>
                                        <p:set>
                                          <p:cBhvr>
                                            <p:cTn id="43" dur="1" fill="hold">
                                              <p:stCondLst>
                                                <p:cond delay="0"/>
                                              </p:stCondLst>
                                            </p:cTn>
                                            <p:tgtEl>
                                              <p:spTgt spid="2077"/>
                                            </p:tgtEl>
                                            <p:attrNameLst>
                                              <p:attrName>style.visibility</p:attrName>
                                            </p:attrNameLst>
                                          </p:cBhvr>
                                          <p:to>
                                            <p:strVal val="visible"/>
                                          </p:to>
                                        </p:set>
                                        <p:anim calcmode="lin" valueType="num">
                                          <p:cBhvr additive="base">
                                            <p:cTn id="44" dur="1000" fill="hold"/>
                                            <p:tgtEl>
                                              <p:spTgt spid="2077"/>
                                            </p:tgtEl>
                                            <p:attrNameLst>
                                              <p:attrName>ppt_x</p:attrName>
                                            </p:attrNameLst>
                                          </p:cBhvr>
                                          <p:tavLst>
                                            <p:tav tm="0">
                                              <p:val>
                                                <p:strVal val="#ppt_x"/>
                                              </p:val>
                                            </p:tav>
                                            <p:tav tm="100000">
                                              <p:val>
                                                <p:strVal val="#ppt_x"/>
                                              </p:val>
                                            </p:tav>
                                          </p:tavLst>
                                        </p:anim>
                                        <p:anim calcmode="lin" valueType="num">
                                          <p:cBhvr additive="base">
                                            <p:cTn id="45" dur="1000" fill="hold"/>
                                            <p:tgtEl>
                                              <p:spTgt spid="2077"/>
                                            </p:tgtEl>
                                            <p:attrNameLst>
                                              <p:attrName>ppt_y</p:attrName>
                                            </p:attrNameLst>
                                          </p:cBhvr>
                                          <p:tavLst>
                                            <p:tav tm="0">
                                              <p:val>
                                                <p:strVal val="0-#ppt_h/2"/>
                                              </p:val>
                                            </p:tav>
                                            <p:tav tm="100000">
                                              <p:val>
                                                <p:strVal val="#ppt_y"/>
                                              </p:val>
                                            </p:tav>
                                          </p:tavLst>
                                        </p:anim>
                                      </p:childTnLst>
                                    </p:cTn>
                                  </p:par>
                                  <p:par>
                                    <p:cTn id="46" presetID="2" presetClass="entr" presetSubtype="1" fill="hold" grpId="0" nodeType="withEffect">
                                      <p:stCondLst>
                                        <p:cond delay="900"/>
                                      </p:stCondLst>
                                      <p:childTnLst>
                                        <p:set>
                                          <p:cBhvr>
                                            <p:cTn id="47" dur="1" fill="hold">
                                              <p:stCondLst>
                                                <p:cond delay="0"/>
                                              </p:stCondLst>
                                            </p:cTn>
                                            <p:tgtEl>
                                              <p:spTgt spid="2078"/>
                                            </p:tgtEl>
                                            <p:attrNameLst>
                                              <p:attrName>style.visibility</p:attrName>
                                            </p:attrNameLst>
                                          </p:cBhvr>
                                          <p:to>
                                            <p:strVal val="visible"/>
                                          </p:to>
                                        </p:set>
                                        <p:anim calcmode="lin" valueType="num">
                                          <p:cBhvr additive="base">
                                            <p:cTn id="48" dur="1000" fill="hold"/>
                                            <p:tgtEl>
                                              <p:spTgt spid="2078"/>
                                            </p:tgtEl>
                                            <p:attrNameLst>
                                              <p:attrName>ppt_x</p:attrName>
                                            </p:attrNameLst>
                                          </p:cBhvr>
                                          <p:tavLst>
                                            <p:tav tm="0">
                                              <p:val>
                                                <p:strVal val="#ppt_x"/>
                                              </p:val>
                                            </p:tav>
                                            <p:tav tm="100000">
                                              <p:val>
                                                <p:strVal val="#ppt_x"/>
                                              </p:val>
                                            </p:tav>
                                          </p:tavLst>
                                        </p:anim>
                                        <p:anim calcmode="lin" valueType="num">
                                          <p:cBhvr additive="base">
                                            <p:cTn id="49" dur="1000" fill="hold"/>
                                            <p:tgtEl>
                                              <p:spTgt spid="2078"/>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1000"/>
                                      </p:stCondLst>
                                      <p:childTnLst>
                                        <p:set>
                                          <p:cBhvr>
                                            <p:cTn id="51" dur="1" fill="hold">
                                              <p:stCondLst>
                                                <p:cond delay="0"/>
                                              </p:stCondLst>
                                            </p:cTn>
                                            <p:tgtEl>
                                              <p:spTgt spid="2075"/>
                                            </p:tgtEl>
                                            <p:attrNameLst>
                                              <p:attrName>style.visibility</p:attrName>
                                            </p:attrNameLst>
                                          </p:cBhvr>
                                          <p:to>
                                            <p:strVal val="visible"/>
                                          </p:to>
                                        </p:set>
                                        <p:anim calcmode="lin" valueType="num">
                                          <p:cBhvr additive="base">
                                            <p:cTn id="52" dur="1000" fill="hold"/>
                                            <p:tgtEl>
                                              <p:spTgt spid="2075"/>
                                            </p:tgtEl>
                                            <p:attrNameLst>
                                              <p:attrName>ppt_x</p:attrName>
                                            </p:attrNameLst>
                                          </p:cBhvr>
                                          <p:tavLst>
                                            <p:tav tm="0">
                                              <p:val>
                                                <p:strVal val="#ppt_x"/>
                                              </p:val>
                                            </p:tav>
                                            <p:tav tm="100000">
                                              <p:val>
                                                <p:strVal val="#ppt_x"/>
                                              </p:val>
                                            </p:tav>
                                          </p:tavLst>
                                        </p:anim>
                                        <p:anim calcmode="lin" valueType="num">
                                          <p:cBhvr additive="base">
                                            <p:cTn id="53" dur="1000" fill="hold"/>
                                            <p:tgtEl>
                                              <p:spTgt spid="2075"/>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1100"/>
                                      </p:stCondLst>
                                      <p:childTnLst>
                                        <p:set>
                                          <p:cBhvr>
                                            <p:cTn id="55" dur="1" fill="hold">
                                              <p:stCondLst>
                                                <p:cond delay="0"/>
                                              </p:stCondLst>
                                            </p:cTn>
                                            <p:tgtEl>
                                              <p:spTgt spid="2067"/>
                                            </p:tgtEl>
                                            <p:attrNameLst>
                                              <p:attrName>style.visibility</p:attrName>
                                            </p:attrNameLst>
                                          </p:cBhvr>
                                          <p:to>
                                            <p:strVal val="visible"/>
                                          </p:to>
                                        </p:set>
                                        <p:anim calcmode="lin" valueType="num">
                                          <p:cBhvr additive="base">
                                            <p:cTn id="56" dur="1000" fill="hold"/>
                                            <p:tgtEl>
                                              <p:spTgt spid="2067"/>
                                            </p:tgtEl>
                                            <p:attrNameLst>
                                              <p:attrName>ppt_x</p:attrName>
                                            </p:attrNameLst>
                                          </p:cBhvr>
                                          <p:tavLst>
                                            <p:tav tm="0">
                                              <p:val>
                                                <p:strVal val="#ppt_x"/>
                                              </p:val>
                                            </p:tav>
                                            <p:tav tm="100000">
                                              <p:val>
                                                <p:strVal val="#ppt_x"/>
                                              </p:val>
                                            </p:tav>
                                          </p:tavLst>
                                        </p:anim>
                                        <p:anim calcmode="lin" valueType="num">
                                          <p:cBhvr additive="base">
                                            <p:cTn id="57" dur="1000" fill="hold"/>
                                            <p:tgtEl>
                                              <p:spTgt spid="2067"/>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1200"/>
                                      </p:stCondLst>
                                      <p:childTnLst>
                                        <p:set>
                                          <p:cBhvr>
                                            <p:cTn id="59" dur="1" fill="hold">
                                              <p:stCondLst>
                                                <p:cond delay="0"/>
                                              </p:stCondLst>
                                            </p:cTn>
                                            <p:tgtEl>
                                              <p:spTgt spid="2072"/>
                                            </p:tgtEl>
                                            <p:attrNameLst>
                                              <p:attrName>style.visibility</p:attrName>
                                            </p:attrNameLst>
                                          </p:cBhvr>
                                          <p:to>
                                            <p:strVal val="visible"/>
                                          </p:to>
                                        </p:set>
                                        <p:anim calcmode="lin" valueType="num">
                                          <p:cBhvr additive="base">
                                            <p:cTn id="60" dur="1000" fill="hold"/>
                                            <p:tgtEl>
                                              <p:spTgt spid="2072"/>
                                            </p:tgtEl>
                                            <p:attrNameLst>
                                              <p:attrName>ppt_x</p:attrName>
                                            </p:attrNameLst>
                                          </p:cBhvr>
                                          <p:tavLst>
                                            <p:tav tm="0">
                                              <p:val>
                                                <p:strVal val="#ppt_x"/>
                                              </p:val>
                                            </p:tav>
                                            <p:tav tm="100000">
                                              <p:val>
                                                <p:strVal val="#ppt_x"/>
                                              </p:val>
                                            </p:tav>
                                          </p:tavLst>
                                        </p:anim>
                                        <p:anim calcmode="lin" valueType="num">
                                          <p:cBhvr additive="base">
                                            <p:cTn id="61" dur="1000" fill="hold"/>
                                            <p:tgtEl>
                                              <p:spTgt spid="2072"/>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1300"/>
                                      </p:stCondLst>
                                      <p:childTnLst>
                                        <p:set>
                                          <p:cBhvr>
                                            <p:cTn id="63" dur="1" fill="hold">
                                              <p:stCondLst>
                                                <p:cond delay="0"/>
                                              </p:stCondLst>
                                            </p:cTn>
                                            <p:tgtEl>
                                              <p:spTgt spid="2069"/>
                                            </p:tgtEl>
                                            <p:attrNameLst>
                                              <p:attrName>style.visibility</p:attrName>
                                            </p:attrNameLst>
                                          </p:cBhvr>
                                          <p:to>
                                            <p:strVal val="visible"/>
                                          </p:to>
                                        </p:set>
                                        <p:anim calcmode="lin" valueType="num">
                                          <p:cBhvr additive="base">
                                            <p:cTn id="64" dur="1000" fill="hold"/>
                                            <p:tgtEl>
                                              <p:spTgt spid="2069"/>
                                            </p:tgtEl>
                                            <p:attrNameLst>
                                              <p:attrName>ppt_x</p:attrName>
                                            </p:attrNameLst>
                                          </p:cBhvr>
                                          <p:tavLst>
                                            <p:tav tm="0">
                                              <p:val>
                                                <p:strVal val="#ppt_x"/>
                                              </p:val>
                                            </p:tav>
                                            <p:tav tm="100000">
                                              <p:val>
                                                <p:strVal val="#ppt_x"/>
                                              </p:val>
                                            </p:tav>
                                          </p:tavLst>
                                        </p:anim>
                                        <p:anim calcmode="lin" valueType="num">
                                          <p:cBhvr additive="base">
                                            <p:cTn id="65" dur="1000" fill="hold"/>
                                            <p:tgtEl>
                                              <p:spTgt spid="2069"/>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400"/>
                                      </p:stCondLst>
                                      <p:childTnLst>
                                        <p:set>
                                          <p:cBhvr>
                                            <p:cTn id="67" dur="1" fill="hold">
                                              <p:stCondLst>
                                                <p:cond delay="0"/>
                                              </p:stCondLst>
                                            </p:cTn>
                                            <p:tgtEl>
                                              <p:spTgt spid="2073"/>
                                            </p:tgtEl>
                                            <p:attrNameLst>
                                              <p:attrName>style.visibility</p:attrName>
                                            </p:attrNameLst>
                                          </p:cBhvr>
                                          <p:to>
                                            <p:strVal val="visible"/>
                                          </p:to>
                                        </p:set>
                                        <p:anim calcmode="lin" valueType="num">
                                          <p:cBhvr additive="base">
                                            <p:cTn id="68" dur="1000" fill="hold"/>
                                            <p:tgtEl>
                                              <p:spTgt spid="2073"/>
                                            </p:tgtEl>
                                            <p:attrNameLst>
                                              <p:attrName>ppt_x</p:attrName>
                                            </p:attrNameLst>
                                          </p:cBhvr>
                                          <p:tavLst>
                                            <p:tav tm="0">
                                              <p:val>
                                                <p:strVal val="#ppt_x"/>
                                              </p:val>
                                            </p:tav>
                                            <p:tav tm="100000">
                                              <p:val>
                                                <p:strVal val="#ppt_x"/>
                                              </p:val>
                                            </p:tav>
                                          </p:tavLst>
                                        </p:anim>
                                        <p:anim calcmode="lin" valueType="num">
                                          <p:cBhvr additive="base">
                                            <p:cTn id="69" dur="1000" fill="hold"/>
                                            <p:tgtEl>
                                              <p:spTgt spid="2073"/>
                                            </p:tgtEl>
                                            <p:attrNameLst>
                                              <p:attrName>ppt_y</p:attrName>
                                            </p:attrNameLst>
                                          </p:cBhvr>
                                          <p:tavLst>
                                            <p:tav tm="0">
                                              <p:val>
                                                <p:strVal val="0-#ppt_h/2"/>
                                              </p:val>
                                            </p:tav>
                                            <p:tav tm="100000">
                                              <p:val>
                                                <p:strVal val="#ppt_y"/>
                                              </p:val>
                                            </p:tav>
                                          </p:tavLst>
                                        </p:anim>
                                      </p:childTnLst>
                                    </p:cTn>
                                  </p:par>
                                  <p:par>
                                    <p:cTn id="70" presetID="53" presetClass="entr" presetSubtype="16" fill="hold" nodeType="withEffect">
                                      <p:stCondLst>
                                        <p:cond delay="2250"/>
                                      </p:stCondLst>
                                      <p:childTnLst>
                                        <p:set>
                                          <p:cBhvr>
                                            <p:cTn id="71" dur="1" fill="hold">
                                              <p:stCondLst>
                                                <p:cond delay="0"/>
                                              </p:stCondLst>
                                            </p:cTn>
                                            <p:tgtEl>
                                              <p:spTgt spid="2052"/>
                                            </p:tgtEl>
                                            <p:attrNameLst>
                                              <p:attrName>style.visibility</p:attrName>
                                            </p:attrNameLst>
                                          </p:cBhvr>
                                          <p:to>
                                            <p:strVal val="visible"/>
                                          </p:to>
                                        </p:set>
                                        <p:anim calcmode="lin" valueType="num">
                                          <p:cBhvr>
                                            <p:cTn id="72" dur="500" fill="hold"/>
                                            <p:tgtEl>
                                              <p:spTgt spid="2052"/>
                                            </p:tgtEl>
                                            <p:attrNameLst>
                                              <p:attrName>ppt_w</p:attrName>
                                            </p:attrNameLst>
                                          </p:cBhvr>
                                          <p:tavLst>
                                            <p:tav tm="0">
                                              <p:val>
                                                <p:fltVal val="0"/>
                                              </p:val>
                                            </p:tav>
                                            <p:tav tm="100000">
                                              <p:val>
                                                <p:strVal val="#ppt_w"/>
                                              </p:val>
                                            </p:tav>
                                          </p:tavLst>
                                        </p:anim>
                                        <p:anim calcmode="lin" valueType="num">
                                          <p:cBhvr>
                                            <p:cTn id="73" dur="500" fill="hold"/>
                                            <p:tgtEl>
                                              <p:spTgt spid="2052"/>
                                            </p:tgtEl>
                                            <p:attrNameLst>
                                              <p:attrName>ppt_h</p:attrName>
                                            </p:attrNameLst>
                                          </p:cBhvr>
                                          <p:tavLst>
                                            <p:tav tm="0">
                                              <p:val>
                                                <p:fltVal val="0"/>
                                              </p:val>
                                            </p:tav>
                                            <p:tav tm="100000">
                                              <p:val>
                                                <p:strVal val="#ppt_h"/>
                                              </p:val>
                                            </p:tav>
                                          </p:tavLst>
                                        </p:anim>
                                        <p:animEffect transition="in" filter="fade">
                                          <p:cBhvr>
                                            <p:cTn id="74" dur="500"/>
                                            <p:tgtEl>
                                              <p:spTgt spid="2052"/>
                                            </p:tgtEl>
                                          </p:cBhvr>
                                        </p:animEffect>
                                      </p:childTnLst>
                                    </p:cTn>
                                  </p:par>
                                  <p:par>
                                    <p:cTn id="75" presetID="2" presetClass="entr" presetSubtype="8" fill="hold" grpId="0" nodeType="withEffect">
                                      <p:stCondLst>
                                        <p:cond delay="2750"/>
                                      </p:stCondLst>
                                      <p:childTnLst>
                                        <p:set>
                                          <p:cBhvr>
                                            <p:cTn id="76" dur="1" fill="hold">
                                              <p:stCondLst>
                                                <p:cond delay="0"/>
                                              </p:stCondLst>
                                            </p:cTn>
                                            <p:tgtEl>
                                              <p:spTgt spid="2">
                                                <p:txEl>
                                                  <p:pRg st="0" end="0"/>
                                                </p:txEl>
                                              </p:spTgt>
                                            </p:tgtEl>
                                            <p:attrNameLst>
                                              <p:attrName>style.visibility</p:attrName>
                                            </p:attrNameLst>
                                          </p:cBhvr>
                                          <p:to>
                                            <p:strVal val="visible"/>
                                          </p:to>
                                        </p:set>
                                        <p:anim calcmode="lin" valueType="num">
                                          <p:cBhvr additive="base">
                                            <p:cTn id="77" dur="10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78" dur="1000" fill="hold"/>
                                            <p:tgtEl>
                                              <p:spTgt spid="2">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stCondLst>
                                        <p:cond delay="2750"/>
                                      </p:stCondLst>
                                      <p:childTnLst>
                                        <p:set>
                                          <p:cBhvr>
                                            <p:cTn id="80" dur="1" fill="hold">
                                              <p:stCondLst>
                                                <p:cond delay="0"/>
                                              </p:stCondLst>
                                            </p:cTn>
                                            <p:tgtEl>
                                              <p:spTgt spid="3">
                                                <p:txEl>
                                                  <p:pRg st="0" end="0"/>
                                                </p:txEl>
                                              </p:spTgt>
                                            </p:tgtEl>
                                            <p:attrNameLst>
                                              <p:attrName>style.visibility</p:attrName>
                                            </p:attrNameLst>
                                          </p:cBhvr>
                                          <p:to>
                                            <p:strVal val="visible"/>
                                          </p:to>
                                        </p:set>
                                        <p:anim calcmode="lin" valueType="num">
                                          <p:cBhvr additive="base">
                                            <p:cTn id="81" dur="10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2" dur="1000" fill="hold"/>
                                            <p:tgtEl>
                                              <p:spTgt spid="3">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2750"/>
                                      </p:stCondLst>
                                      <p:childTnLst>
                                        <p:set>
                                          <p:cBhvr>
                                            <p:cTn id="84" dur="1" fill="hold">
                                              <p:stCondLst>
                                                <p:cond delay="0"/>
                                              </p:stCondLst>
                                            </p:cTn>
                                            <p:tgtEl>
                                              <p:spTgt spid="4">
                                                <p:txEl>
                                                  <p:pRg st="0" end="0"/>
                                                </p:txEl>
                                              </p:spTgt>
                                            </p:tgtEl>
                                            <p:attrNameLst>
                                              <p:attrName>style.visibility</p:attrName>
                                            </p:attrNameLst>
                                          </p:cBhvr>
                                          <p:to>
                                            <p:strVal val="visible"/>
                                          </p:to>
                                        </p:set>
                                        <p:anim calcmode="lin" valueType="num">
                                          <p:cBhvr additive="base">
                                            <p:cTn id="85"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86" dur="1000" fill="hold"/>
                                            <p:tgtEl>
                                              <p:spTgt spid="4">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2750"/>
                                      </p:stCondLst>
                                      <p:childTnLst>
                                        <p:set>
                                          <p:cBhvr>
                                            <p:cTn id="88" dur="1" fill="hold">
                                              <p:stCondLst>
                                                <p:cond delay="0"/>
                                              </p:stCondLst>
                                            </p:cTn>
                                            <p:tgtEl>
                                              <p:spTgt spid="5">
                                                <p:txEl>
                                                  <p:pRg st="0" end="0"/>
                                                </p:txEl>
                                              </p:spTgt>
                                            </p:tgtEl>
                                            <p:attrNameLst>
                                              <p:attrName>style.visibility</p:attrName>
                                            </p:attrNameLst>
                                          </p:cBhvr>
                                          <p:to>
                                            <p:strVal val="visible"/>
                                          </p:to>
                                        </p:set>
                                        <p:anim calcmode="lin" valueType="num">
                                          <p:cBhvr additive="base">
                                            <p:cTn id="89" dur="10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90" dur="1000" fill="hold"/>
                                            <p:tgtEl>
                                              <p:spTgt spid="5">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2750"/>
                                      </p:stCondLst>
                                      <p:childTnLst>
                                        <p:set>
                                          <p:cBhvr>
                                            <p:cTn id="92" dur="1" fill="hold">
                                              <p:stCondLst>
                                                <p:cond delay="0"/>
                                              </p:stCondLst>
                                            </p:cTn>
                                            <p:tgtEl>
                                              <p:spTgt spid="6">
                                                <p:txEl>
                                                  <p:pRg st="0" end="0"/>
                                                </p:txEl>
                                              </p:spTgt>
                                            </p:tgtEl>
                                            <p:attrNameLst>
                                              <p:attrName>style.visibility</p:attrName>
                                            </p:attrNameLst>
                                          </p:cBhvr>
                                          <p:to>
                                            <p:strVal val="visible"/>
                                          </p:to>
                                        </p:set>
                                        <p:anim calcmode="lin" valueType="num">
                                          <p:cBhvr additive="base">
                                            <p:cTn id="93" dur="10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94" dur="1000" fill="hold"/>
                                            <p:tgtEl>
                                              <p:spTgt spid="6">
                                                <p:txEl>
                                                  <p:pRg st="0" end="0"/>
                                                </p:txEl>
                                              </p:spTgt>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2750"/>
                                      </p:stCondLst>
                                      <p:childTnLst>
                                        <p:set>
                                          <p:cBhvr>
                                            <p:cTn id="96" dur="1" fill="hold">
                                              <p:stCondLst>
                                                <p:cond delay="0"/>
                                              </p:stCondLst>
                                            </p:cTn>
                                            <p:tgtEl>
                                              <p:spTgt spid="8">
                                                <p:txEl>
                                                  <p:pRg st="0" end="0"/>
                                                </p:txEl>
                                              </p:spTgt>
                                            </p:tgtEl>
                                            <p:attrNameLst>
                                              <p:attrName>style.visibility</p:attrName>
                                            </p:attrNameLst>
                                          </p:cBhvr>
                                          <p:to>
                                            <p:strVal val="visible"/>
                                          </p:to>
                                        </p:set>
                                        <p:anim calcmode="lin" valueType="num">
                                          <p:cBhvr additive="base">
                                            <p:cTn id="97" dur="10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98" dur="10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7" grpId="0" animBg="1"/>
          <p:bldP spid="2068" grpId="0" animBg="1"/>
          <p:bldP spid="2069" grpId="0" animBg="1"/>
          <p:bldP spid="2070" grpId="0" animBg="1"/>
          <p:bldP spid="2071" grpId="0" animBg="1"/>
          <p:bldP spid="2072" grpId="0" animBg="1"/>
          <p:bldP spid="2073" grpId="0" animBg="1"/>
          <p:bldP spid="2074" grpId="0" animBg="1"/>
          <p:bldP spid="2075" grpId="0" animBg="1"/>
          <p:bldP spid="2076" grpId="0" animBg="1"/>
          <p:bldP spid="2077" grpId="0" animBg="1"/>
          <p:bldP spid="2078" grpId="0" animBg="1"/>
          <p:bldP spid="2079" grpId="0" animBg="1"/>
          <p:bldP spid="2080" grpId="0" animBg="1"/>
          <p:bldP spid="2081" grpId="0" animBg="1"/>
          <p:bldP spid="2" grpId="0" build="p"/>
          <p:bldP spid="3" grpId="0" build="p"/>
          <p:bldP spid="4" grpId="0" build="p"/>
          <p:bldP spid="5" grpId="0" build="p"/>
          <p:bldP spid="6" grpId="0" build="p"/>
          <p:bldP spid="7" grpId="0" build="p"/>
          <p:bldP spid="8" grpId="0" build="p"/>
        </p:bldLst>
      </p:timing>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 name="Freeform 11"/>
          <p:cNvSpPr>
            <a:spLocks/>
          </p:cNvSpPr>
          <p:nvPr/>
        </p:nvSpPr>
        <p:spPr bwMode="auto">
          <a:xfrm>
            <a:off x="9518649" y="3200400"/>
            <a:ext cx="84138" cy="57150"/>
          </a:xfrm>
          <a:custGeom>
            <a:avLst/>
            <a:gdLst>
              <a:gd name="T0" fmla="*/ 0 w 53"/>
              <a:gd name="T1" fmla="*/ 5040313 h 36"/>
              <a:gd name="T2" fmla="*/ 12601650 w 53"/>
              <a:gd name="T3" fmla="*/ 60483750 h 36"/>
              <a:gd name="T4" fmla="*/ 25201712 w 53"/>
              <a:gd name="T5" fmla="*/ 90725625 h 36"/>
              <a:gd name="T6" fmla="*/ 95766507 w 53"/>
              <a:gd name="T7" fmla="*/ 90725625 h 36"/>
              <a:gd name="T8" fmla="*/ 133569869 w 53"/>
              <a:gd name="T9" fmla="*/ 52924075 h 36"/>
              <a:gd name="T10" fmla="*/ 133569869 w 53"/>
              <a:gd name="T11" fmla="*/ 0 h 36"/>
              <a:gd name="T12" fmla="*/ 0 w 53"/>
              <a:gd name="T13" fmla="*/ 5040313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36">
                <a:moveTo>
                  <a:pt x="0" y="2"/>
                </a:moveTo>
                <a:lnTo>
                  <a:pt x="5" y="24"/>
                </a:lnTo>
                <a:lnTo>
                  <a:pt x="10" y="36"/>
                </a:lnTo>
                <a:lnTo>
                  <a:pt x="38" y="36"/>
                </a:lnTo>
                <a:lnTo>
                  <a:pt x="53" y="21"/>
                </a:lnTo>
                <a:lnTo>
                  <a:pt x="53" y="0"/>
                </a:lnTo>
                <a:lnTo>
                  <a:pt x="0" y="2"/>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83" name="Freeform 12"/>
          <p:cNvSpPr>
            <a:spLocks/>
          </p:cNvSpPr>
          <p:nvPr/>
        </p:nvSpPr>
        <p:spPr bwMode="auto">
          <a:xfrm>
            <a:off x="6388100" y="1900238"/>
            <a:ext cx="582613" cy="487363"/>
          </a:xfrm>
          <a:custGeom>
            <a:avLst/>
            <a:gdLst>
              <a:gd name="T0" fmla="*/ 1029522866 w 153"/>
              <a:gd name="T1" fmla="*/ 0 h 128"/>
              <a:gd name="T2" fmla="*/ 986021095 w 153"/>
              <a:gd name="T3" fmla="*/ 159470504 h 128"/>
              <a:gd name="T4" fmla="*/ 812017821 w 153"/>
              <a:gd name="T5" fmla="*/ 391424832 h 128"/>
              <a:gd name="T6" fmla="*/ 681516317 w 153"/>
              <a:gd name="T7" fmla="*/ 492906754 h 128"/>
              <a:gd name="T8" fmla="*/ 594512775 w 153"/>
              <a:gd name="T9" fmla="*/ 826343004 h 128"/>
              <a:gd name="T10" fmla="*/ 536510414 w 153"/>
              <a:gd name="T11" fmla="*/ 942320168 h 128"/>
              <a:gd name="T12" fmla="*/ 319005369 w 153"/>
              <a:gd name="T13" fmla="*/ 1203268787 h 128"/>
              <a:gd name="T14" fmla="*/ 203004455 w 153"/>
              <a:gd name="T15" fmla="*/ 1464221213 h 128"/>
              <a:gd name="T16" fmla="*/ 87003541 w 153"/>
              <a:gd name="T17" fmla="*/ 1623691717 h 128"/>
              <a:gd name="T18" fmla="*/ 58002361 w 153"/>
              <a:gd name="T19" fmla="*/ 1638186959 h 128"/>
              <a:gd name="T20" fmla="*/ 14500590 w 153"/>
              <a:gd name="T21" fmla="*/ 1855646045 h 128"/>
              <a:gd name="T22" fmla="*/ 1058524047 w 153"/>
              <a:gd name="T23" fmla="*/ 1841146996 h 128"/>
              <a:gd name="T24" fmla="*/ 1015022276 w 153"/>
              <a:gd name="T25" fmla="*/ 1391733582 h 128"/>
              <a:gd name="T26" fmla="*/ 1145523780 w 153"/>
              <a:gd name="T27" fmla="*/ 1304750709 h 128"/>
              <a:gd name="T28" fmla="*/ 1319527055 w 153"/>
              <a:gd name="T29" fmla="*/ 1246762127 h 128"/>
              <a:gd name="T30" fmla="*/ 1319527055 w 153"/>
              <a:gd name="T31" fmla="*/ 492906754 h 128"/>
              <a:gd name="T32" fmla="*/ 2147483646 w 153"/>
              <a:gd name="T33" fmla="*/ 492906754 h 128"/>
              <a:gd name="T34" fmla="*/ 2147483646 w 153"/>
              <a:gd name="T35" fmla="*/ 101481922 h 128"/>
              <a:gd name="T36" fmla="*/ 2147483646 w 153"/>
              <a:gd name="T37" fmla="*/ 0 h 128"/>
              <a:gd name="T38" fmla="*/ 1029522866 w 153"/>
              <a:gd name="T39" fmla="*/ 0 h 128"/>
              <a:gd name="T40" fmla="*/ 1029522866 w 153"/>
              <a:gd name="T41" fmla="*/ 0 h 1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3" h="128">
                <a:moveTo>
                  <a:pt x="71" y="0"/>
                </a:moveTo>
                <a:cubicBezTo>
                  <a:pt x="70" y="0"/>
                  <a:pt x="69" y="8"/>
                  <a:pt x="68" y="11"/>
                </a:cubicBezTo>
                <a:cubicBezTo>
                  <a:pt x="66" y="18"/>
                  <a:pt x="62" y="23"/>
                  <a:pt x="56" y="27"/>
                </a:cubicBezTo>
                <a:cubicBezTo>
                  <a:pt x="52" y="28"/>
                  <a:pt x="47" y="30"/>
                  <a:pt x="47" y="34"/>
                </a:cubicBezTo>
                <a:cubicBezTo>
                  <a:pt x="45" y="42"/>
                  <a:pt x="41" y="49"/>
                  <a:pt x="41" y="57"/>
                </a:cubicBezTo>
                <a:cubicBezTo>
                  <a:pt x="42" y="60"/>
                  <a:pt x="39" y="63"/>
                  <a:pt x="37" y="65"/>
                </a:cubicBezTo>
                <a:cubicBezTo>
                  <a:pt x="32" y="71"/>
                  <a:pt x="26" y="76"/>
                  <a:pt x="22" y="83"/>
                </a:cubicBezTo>
                <a:cubicBezTo>
                  <a:pt x="19" y="89"/>
                  <a:pt x="16" y="95"/>
                  <a:pt x="14" y="101"/>
                </a:cubicBezTo>
                <a:cubicBezTo>
                  <a:pt x="12" y="105"/>
                  <a:pt x="12" y="111"/>
                  <a:pt x="6" y="112"/>
                </a:cubicBezTo>
                <a:cubicBezTo>
                  <a:pt x="5" y="112"/>
                  <a:pt x="4" y="113"/>
                  <a:pt x="4" y="113"/>
                </a:cubicBezTo>
                <a:cubicBezTo>
                  <a:pt x="4" y="118"/>
                  <a:pt x="0" y="123"/>
                  <a:pt x="1" y="128"/>
                </a:cubicBezTo>
                <a:cubicBezTo>
                  <a:pt x="73" y="127"/>
                  <a:pt x="73" y="127"/>
                  <a:pt x="73" y="127"/>
                </a:cubicBezTo>
                <a:cubicBezTo>
                  <a:pt x="70" y="96"/>
                  <a:pt x="70" y="96"/>
                  <a:pt x="70" y="96"/>
                </a:cubicBezTo>
                <a:cubicBezTo>
                  <a:pt x="79" y="90"/>
                  <a:pt x="79" y="90"/>
                  <a:pt x="79" y="90"/>
                </a:cubicBezTo>
                <a:cubicBezTo>
                  <a:pt x="91" y="86"/>
                  <a:pt x="91" y="86"/>
                  <a:pt x="91" y="86"/>
                </a:cubicBezTo>
                <a:cubicBezTo>
                  <a:pt x="91" y="34"/>
                  <a:pt x="91" y="34"/>
                  <a:pt x="91" y="34"/>
                </a:cubicBezTo>
                <a:cubicBezTo>
                  <a:pt x="152" y="34"/>
                  <a:pt x="152" y="34"/>
                  <a:pt x="152" y="34"/>
                </a:cubicBezTo>
                <a:cubicBezTo>
                  <a:pt x="152" y="7"/>
                  <a:pt x="152" y="7"/>
                  <a:pt x="152" y="7"/>
                </a:cubicBezTo>
                <a:cubicBezTo>
                  <a:pt x="153" y="0"/>
                  <a:pt x="153" y="0"/>
                  <a:pt x="153" y="0"/>
                </a:cubicBezTo>
                <a:cubicBezTo>
                  <a:pt x="71" y="0"/>
                  <a:pt x="71" y="0"/>
                  <a:pt x="71" y="0"/>
                </a:cubicBezTo>
                <a:cubicBezTo>
                  <a:pt x="71" y="0"/>
                  <a:pt x="71" y="0"/>
                  <a:pt x="71" y="0"/>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3084" name="Freeform 13"/>
          <p:cNvSpPr>
            <a:spLocks/>
          </p:cNvSpPr>
          <p:nvPr/>
        </p:nvSpPr>
        <p:spPr bwMode="auto">
          <a:xfrm>
            <a:off x="9339262" y="5021262"/>
            <a:ext cx="549275" cy="503238"/>
          </a:xfrm>
          <a:custGeom>
            <a:avLst/>
            <a:gdLst>
              <a:gd name="T0" fmla="*/ 1891462792 w 144"/>
              <a:gd name="T1" fmla="*/ 1555188416 h 132"/>
              <a:gd name="T2" fmla="*/ 1949663056 w 144"/>
              <a:gd name="T3" fmla="*/ 1497049177 h 132"/>
              <a:gd name="T4" fmla="*/ 1949663056 w 144"/>
              <a:gd name="T5" fmla="*/ 1395307416 h 132"/>
              <a:gd name="T6" fmla="*/ 2080611741 w 144"/>
              <a:gd name="T7" fmla="*/ 1235430228 h 132"/>
              <a:gd name="T8" fmla="*/ 2080611741 w 144"/>
              <a:gd name="T9" fmla="*/ 1191827705 h 132"/>
              <a:gd name="T10" fmla="*/ 2095159900 w 144"/>
              <a:gd name="T11" fmla="*/ 1162758086 h 132"/>
              <a:gd name="T12" fmla="*/ 2022411478 w 144"/>
              <a:gd name="T13" fmla="*/ 1119155563 h 132"/>
              <a:gd name="T14" fmla="*/ 2036959637 w 144"/>
              <a:gd name="T15" fmla="*/ 1075549228 h 132"/>
              <a:gd name="T16" fmla="*/ 2036959637 w 144"/>
              <a:gd name="T17" fmla="*/ 973807467 h 132"/>
              <a:gd name="T18" fmla="*/ 1993311346 w 144"/>
              <a:gd name="T19" fmla="*/ 944741660 h 132"/>
              <a:gd name="T20" fmla="*/ 1993311346 w 144"/>
              <a:gd name="T21" fmla="*/ 901135324 h 132"/>
              <a:gd name="T22" fmla="*/ 2051511610 w 144"/>
              <a:gd name="T23" fmla="*/ 886602421 h 132"/>
              <a:gd name="T24" fmla="*/ 2051511610 w 144"/>
              <a:gd name="T25" fmla="*/ 842999898 h 132"/>
              <a:gd name="T26" fmla="*/ 2036959637 w 144"/>
              <a:gd name="T27" fmla="*/ 828463182 h 132"/>
              <a:gd name="T28" fmla="*/ 2036959637 w 144"/>
              <a:gd name="T29" fmla="*/ 813930279 h 132"/>
              <a:gd name="T30" fmla="*/ 2095159900 w 144"/>
              <a:gd name="T31" fmla="*/ 770327756 h 132"/>
              <a:gd name="T32" fmla="*/ 2066059768 w 144"/>
              <a:gd name="T33" fmla="*/ 712188517 h 132"/>
              <a:gd name="T34" fmla="*/ 2051511610 w 144"/>
              <a:gd name="T35" fmla="*/ 683118898 h 132"/>
              <a:gd name="T36" fmla="*/ 2051511610 w 144"/>
              <a:gd name="T37" fmla="*/ 639516375 h 132"/>
              <a:gd name="T38" fmla="*/ 2066059768 w 144"/>
              <a:gd name="T39" fmla="*/ 624983472 h 132"/>
              <a:gd name="T40" fmla="*/ 2066059768 w 144"/>
              <a:gd name="T41" fmla="*/ 566844233 h 132"/>
              <a:gd name="T42" fmla="*/ 2066059768 w 144"/>
              <a:gd name="T43" fmla="*/ 537774614 h 132"/>
              <a:gd name="T44" fmla="*/ 2066059768 w 144"/>
              <a:gd name="T45" fmla="*/ 465102472 h 132"/>
              <a:gd name="T46" fmla="*/ 2022411478 w 144"/>
              <a:gd name="T47" fmla="*/ 363360710 h 132"/>
              <a:gd name="T48" fmla="*/ 2066059768 w 144"/>
              <a:gd name="T49" fmla="*/ 290688568 h 132"/>
              <a:gd name="T50" fmla="*/ 1993311346 w 144"/>
              <a:gd name="T51" fmla="*/ 290688568 h 132"/>
              <a:gd name="T52" fmla="*/ 1891462792 w 144"/>
              <a:gd name="T53" fmla="*/ 218016426 h 132"/>
              <a:gd name="T54" fmla="*/ 1775066080 w 144"/>
              <a:gd name="T55" fmla="*/ 218016426 h 132"/>
              <a:gd name="T56" fmla="*/ 1600469103 w 144"/>
              <a:gd name="T57" fmla="*/ 101741761 h 132"/>
              <a:gd name="T58" fmla="*/ 1382223837 w 144"/>
              <a:gd name="T59" fmla="*/ 101741761 h 132"/>
              <a:gd name="T60" fmla="*/ 1382223837 w 144"/>
              <a:gd name="T61" fmla="*/ 0 h 132"/>
              <a:gd name="T62" fmla="*/ 1149426597 w 144"/>
              <a:gd name="T63" fmla="*/ 0 h 132"/>
              <a:gd name="T64" fmla="*/ 974829621 w 144"/>
              <a:gd name="T65" fmla="*/ 101741761 h 132"/>
              <a:gd name="T66" fmla="*/ 960281462 w 144"/>
              <a:gd name="T67" fmla="*/ 247086046 h 132"/>
              <a:gd name="T68" fmla="*/ 698387905 w 144"/>
              <a:gd name="T69" fmla="*/ 363360710 h 132"/>
              <a:gd name="T70" fmla="*/ 480142638 w 144"/>
              <a:gd name="T71" fmla="*/ 654049279 h 132"/>
              <a:gd name="T72" fmla="*/ 421942375 w 144"/>
              <a:gd name="T73" fmla="*/ 683118898 h 132"/>
              <a:gd name="T74" fmla="*/ 363742111 w 144"/>
              <a:gd name="T75" fmla="*/ 683118898 h 132"/>
              <a:gd name="T76" fmla="*/ 261893557 w 144"/>
              <a:gd name="T77" fmla="*/ 624983472 h 132"/>
              <a:gd name="T78" fmla="*/ 174596976 w 144"/>
              <a:gd name="T79" fmla="*/ 668585995 h 132"/>
              <a:gd name="T80" fmla="*/ 116396713 w 144"/>
              <a:gd name="T81" fmla="*/ 595913853 h 132"/>
              <a:gd name="T82" fmla="*/ 0 w 144"/>
              <a:gd name="T83" fmla="*/ 595913853 h 132"/>
              <a:gd name="T84" fmla="*/ 14548159 w 144"/>
              <a:gd name="T85" fmla="*/ 683118898 h 132"/>
              <a:gd name="T86" fmla="*/ 203697108 w 144"/>
              <a:gd name="T87" fmla="*/ 930204944 h 132"/>
              <a:gd name="T88" fmla="*/ 232797240 w 144"/>
              <a:gd name="T89" fmla="*/ 1075549228 h 132"/>
              <a:gd name="T90" fmla="*/ 349193952 w 144"/>
              <a:gd name="T91" fmla="*/ 1177290989 h 132"/>
              <a:gd name="T92" fmla="*/ 523790929 w 144"/>
              <a:gd name="T93" fmla="*/ 1249963131 h 132"/>
              <a:gd name="T94" fmla="*/ 538339087 w 144"/>
              <a:gd name="T95" fmla="*/ 1366237796 h 132"/>
              <a:gd name="T96" fmla="*/ 654735800 w 144"/>
              <a:gd name="T97" fmla="*/ 1380774512 h 132"/>
              <a:gd name="T98" fmla="*/ 654735800 w 144"/>
              <a:gd name="T99" fmla="*/ 1555188416 h 132"/>
              <a:gd name="T100" fmla="*/ 742036195 w 144"/>
              <a:gd name="T101" fmla="*/ 1685995984 h 132"/>
              <a:gd name="T102" fmla="*/ 1003929752 w 144"/>
              <a:gd name="T103" fmla="*/ 1729602319 h 132"/>
              <a:gd name="T104" fmla="*/ 1003929752 w 144"/>
              <a:gd name="T105" fmla="*/ 1787737745 h 132"/>
              <a:gd name="T106" fmla="*/ 1105778306 w 144"/>
              <a:gd name="T107" fmla="*/ 1860409887 h 132"/>
              <a:gd name="T108" fmla="*/ 1193078702 w 144"/>
              <a:gd name="T109" fmla="*/ 1831344081 h 132"/>
              <a:gd name="T110" fmla="*/ 1338575546 w 144"/>
              <a:gd name="T111" fmla="*/ 1904016223 h 132"/>
              <a:gd name="T112" fmla="*/ 1527720681 w 144"/>
              <a:gd name="T113" fmla="*/ 1874946603 h 132"/>
              <a:gd name="T114" fmla="*/ 1629569235 w 144"/>
              <a:gd name="T115" fmla="*/ 1918549126 h 132"/>
              <a:gd name="T116" fmla="*/ 1935111083 w 144"/>
              <a:gd name="T117" fmla="*/ 1613323842 h 132"/>
              <a:gd name="T118" fmla="*/ 1891462792 w 144"/>
              <a:gd name="T119" fmla="*/ 1555188416 h 13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44" h="132">
                <a:moveTo>
                  <a:pt x="130" y="107"/>
                </a:moveTo>
                <a:cubicBezTo>
                  <a:pt x="134" y="103"/>
                  <a:pt x="134" y="103"/>
                  <a:pt x="134" y="103"/>
                </a:cubicBezTo>
                <a:cubicBezTo>
                  <a:pt x="134" y="96"/>
                  <a:pt x="134" y="96"/>
                  <a:pt x="134" y="96"/>
                </a:cubicBezTo>
                <a:cubicBezTo>
                  <a:pt x="143" y="85"/>
                  <a:pt x="143" y="85"/>
                  <a:pt x="143" y="85"/>
                </a:cubicBezTo>
                <a:cubicBezTo>
                  <a:pt x="143" y="82"/>
                  <a:pt x="143" y="82"/>
                  <a:pt x="143" y="82"/>
                </a:cubicBezTo>
                <a:cubicBezTo>
                  <a:pt x="144" y="80"/>
                  <a:pt x="144" y="80"/>
                  <a:pt x="144" y="80"/>
                </a:cubicBezTo>
                <a:cubicBezTo>
                  <a:pt x="139" y="77"/>
                  <a:pt x="139" y="77"/>
                  <a:pt x="139" y="77"/>
                </a:cubicBezTo>
                <a:cubicBezTo>
                  <a:pt x="140" y="74"/>
                  <a:pt x="140" y="74"/>
                  <a:pt x="140" y="74"/>
                </a:cubicBezTo>
                <a:cubicBezTo>
                  <a:pt x="140" y="67"/>
                  <a:pt x="140" y="67"/>
                  <a:pt x="140" y="67"/>
                </a:cubicBezTo>
                <a:cubicBezTo>
                  <a:pt x="137" y="65"/>
                  <a:pt x="137" y="65"/>
                  <a:pt x="137" y="65"/>
                </a:cubicBezTo>
                <a:cubicBezTo>
                  <a:pt x="137" y="62"/>
                  <a:pt x="137" y="62"/>
                  <a:pt x="137" y="62"/>
                </a:cubicBezTo>
                <a:cubicBezTo>
                  <a:pt x="141" y="61"/>
                  <a:pt x="141" y="61"/>
                  <a:pt x="141" y="61"/>
                </a:cubicBezTo>
                <a:cubicBezTo>
                  <a:pt x="141" y="58"/>
                  <a:pt x="141" y="58"/>
                  <a:pt x="141" y="58"/>
                </a:cubicBezTo>
                <a:cubicBezTo>
                  <a:pt x="140" y="57"/>
                  <a:pt x="140" y="57"/>
                  <a:pt x="140" y="57"/>
                </a:cubicBezTo>
                <a:cubicBezTo>
                  <a:pt x="140" y="56"/>
                  <a:pt x="140" y="56"/>
                  <a:pt x="140" y="56"/>
                </a:cubicBezTo>
                <a:cubicBezTo>
                  <a:pt x="144" y="53"/>
                  <a:pt x="144" y="53"/>
                  <a:pt x="144" y="53"/>
                </a:cubicBezTo>
                <a:cubicBezTo>
                  <a:pt x="144" y="53"/>
                  <a:pt x="142" y="49"/>
                  <a:pt x="142" y="49"/>
                </a:cubicBezTo>
                <a:cubicBezTo>
                  <a:pt x="142" y="49"/>
                  <a:pt x="141" y="47"/>
                  <a:pt x="141" y="47"/>
                </a:cubicBezTo>
                <a:cubicBezTo>
                  <a:pt x="141" y="47"/>
                  <a:pt x="141" y="44"/>
                  <a:pt x="141" y="44"/>
                </a:cubicBezTo>
                <a:cubicBezTo>
                  <a:pt x="142" y="43"/>
                  <a:pt x="142" y="43"/>
                  <a:pt x="142" y="43"/>
                </a:cubicBezTo>
                <a:cubicBezTo>
                  <a:pt x="142" y="43"/>
                  <a:pt x="142" y="39"/>
                  <a:pt x="142" y="39"/>
                </a:cubicBezTo>
                <a:cubicBezTo>
                  <a:pt x="142" y="39"/>
                  <a:pt x="142" y="37"/>
                  <a:pt x="142" y="37"/>
                </a:cubicBezTo>
                <a:cubicBezTo>
                  <a:pt x="142" y="32"/>
                  <a:pt x="142" y="32"/>
                  <a:pt x="142" y="32"/>
                </a:cubicBezTo>
                <a:cubicBezTo>
                  <a:pt x="139" y="25"/>
                  <a:pt x="139" y="25"/>
                  <a:pt x="139" y="25"/>
                </a:cubicBezTo>
                <a:cubicBezTo>
                  <a:pt x="142" y="20"/>
                  <a:pt x="142" y="20"/>
                  <a:pt x="142" y="20"/>
                </a:cubicBezTo>
                <a:cubicBezTo>
                  <a:pt x="137" y="20"/>
                  <a:pt x="137" y="20"/>
                  <a:pt x="137" y="20"/>
                </a:cubicBezTo>
                <a:cubicBezTo>
                  <a:pt x="130" y="15"/>
                  <a:pt x="130" y="15"/>
                  <a:pt x="130" y="15"/>
                </a:cubicBezTo>
                <a:cubicBezTo>
                  <a:pt x="122" y="15"/>
                  <a:pt x="122" y="15"/>
                  <a:pt x="122" y="15"/>
                </a:cubicBezTo>
                <a:cubicBezTo>
                  <a:pt x="110" y="7"/>
                  <a:pt x="110" y="7"/>
                  <a:pt x="110" y="7"/>
                </a:cubicBezTo>
                <a:cubicBezTo>
                  <a:pt x="95" y="7"/>
                  <a:pt x="95" y="7"/>
                  <a:pt x="95" y="7"/>
                </a:cubicBezTo>
                <a:cubicBezTo>
                  <a:pt x="95" y="0"/>
                  <a:pt x="95" y="0"/>
                  <a:pt x="95" y="0"/>
                </a:cubicBezTo>
                <a:cubicBezTo>
                  <a:pt x="79" y="0"/>
                  <a:pt x="79" y="0"/>
                  <a:pt x="79" y="0"/>
                </a:cubicBezTo>
                <a:cubicBezTo>
                  <a:pt x="67" y="7"/>
                  <a:pt x="67" y="7"/>
                  <a:pt x="67" y="7"/>
                </a:cubicBezTo>
                <a:cubicBezTo>
                  <a:pt x="66" y="17"/>
                  <a:pt x="66" y="17"/>
                  <a:pt x="66" y="17"/>
                </a:cubicBezTo>
                <a:cubicBezTo>
                  <a:pt x="48" y="25"/>
                  <a:pt x="48" y="25"/>
                  <a:pt x="48" y="25"/>
                </a:cubicBezTo>
                <a:cubicBezTo>
                  <a:pt x="33" y="45"/>
                  <a:pt x="33" y="45"/>
                  <a:pt x="33" y="45"/>
                </a:cubicBezTo>
                <a:cubicBezTo>
                  <a:pt x="29" y="47"/>
                  <a:pt x="29" y="47"/>
                  <a:pt x="29" y="47"/>
                </a:cubicBezTo>
                <a:cubicBezTo>
                  <a:pt x="25" y="47"/>
                  <a:pt x="25" y="47"/>
                  <a:pt x="25" y="47"/>
                </a:cubicBezTo>
                <a:cubicBezTo>
                  <a:pt x="18" y="43"/>
                  <a:pt x="18" y="43"/>
                  <a:pt x="18" y="43"/>
                </a:cubicBezTo>
                <a:cubicBezTo>
                  <a:pt x="12" y="46"/>
                  <a:pt x="12" y="46"/>
                  <a:pt x="12" y="46"/>
                </a:cubicBezTo>
                <a:cubicBezTo>
                  <a:pt x="8" y="41"/>
                  <a:pt x="8" y="41"/>
                  <a:pt x="8" y="41"/>
                </a:cubicBezTo>
                <a:cubicBezTo>
                  <a:pt x="0" y="41"/>
                  <a:pt x="0" y="41"/>
                  <a:pt x="0" y="41"/>
                </a:cubicBezTo>
                <a:cubicBezTo>
                  <a:pt x="1" y="47"/>
                  <a:pt x="1" y="47"/>
                  <a:pt x="1" y="47"/>
                </a:cubicBezTo>
                <a:cubicBezTo>
                  <a:pt x="14" y="64"/>
                  <a:pt x="14" y="64"/>
                  <a:pt x="14" y="64"/>
                </a:cubicBezTo>
                <a:cubicBezTo>
                  <a:pt x="16" y="74"/>
                  <a:pt x="16" y="74"/>
                  <a:pt x="16" y="74"/>
                </a:cubicBezTo>
                <a:cubicBezTo>
                  <a:pt x="24" y="81"/>
                  <a:pt x="24" y="81"/>
                  <a:pt x="24" y="81"/>
                </a:cubicBezTo>
                <a:cubicBezTo>
                  <a:pt x="36" y="86"/>
                  <a:pt x="36" y="86"/>
                  <a:pt x="36" y="86"/>
                </a:cubicBezTo>
                <a:cubicBezTo>
                  <a:pt x="37" y="94"/>
                  <a:pt x="37" y="94"/>
                  <a:pt x="37" y="94"/>
                </a:cubicBezTo>
                <a:cubicBezTo>
                  <a:pt x="45" y="95"/>
                  <a:pt x="45" y="95"/>
                  <a:pt x="45" y="95"/>
                </a:cubicBezTo>
                <a:cubicBezTo>
                  <a:pt x="45" y="107"/>
                  <a:pt x="45" y="107"/>
                  <a:pt x="45" y="107"/>
                </a:cubicBezTo>
                <a:cubicBezTo>
                  <a:pt x="51" y="116"/>
                  <a:pt x="51" y="116"/>
                  <a:pt x="51" y="116"/>
                </a:cubicBezTo>
                <a:cubicBezTo>
                  <a:pt x="69" y="119"/>
                  <a:pt x="69" y="119"/>
                  <a:pt x="69" y="119"/>
                </a:cubicBezTo>
                <a:cubicBezTo>
                  <a:pt x="69" y="123"/>
                  <a:pt x="69" y="123"/>
                  <a:pt x="69" y="123"/>
                </a:cubicBezTo>
                <a:cubicBezTo>
                  <a:pt x="76" y="128"/>
                  <a:pt x="76" y="128"/>
                  <a:pt x="76" y="128"/>
                </a:cubicBezTo>
                <a:cubicBezTo>
                  <a:pt x="82" y="126"/>
                  <a:pt x="82" y="126"/>
                  <a:pt x="82" y="126"/>
                </a:cubicBezTo>
                <a:cubicBezTo>
                  <a:pt x="92" y="131"/>
                  <a:pt x="92" y="131"/>
                  <a:pt x="92" y="131"/>
                </a:cubicBezTo>
                <a:cubicBezTo>
                  <a:pt x="105" y="129"/>
                  <a:pt x="105" y="129"/>
                  <a:pt x="105" y="129"/>
                </a:cubicBezTo>
                <a:cubicBezTo>
                  <a:pt x="112" y="132"/>
                  <a:pt x="112" y="132"/>
                  <a:pt x="112" y="132"/>
                </a:cubicBezTo>
                <a:cubicBezTo>
                  <a:pt x="133" y="111"/>
                  <a:pt x="133" y="111"/>
                  <a:pt x="133" y="111"/>
                </a:cubicBezTo>
                <a:lnTo>
                  <a:pt x="130" y="107"/>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85" name="Freeform 14"/>
          <p:cNvSpPr>
            <a:spLocks/>
          </p:cNvSpPr>
          <p:nvPr/>
        </p:nvSpPr>
        <p:spPr bwMode="auto">
          <a:xfrm>
            <a:off x="9110662" y="4491037"/>
            <a:ext cx="819150" cy="709613"/>
          </a:xfrm>
          <a:custGeom>
            <a:avLst/>
            <a:gdLst>
              <a:gd name="T0" fmla="*/ 2147483646 w 215"/>
              <a:gd name="T1" fmla="*/ 189218688 h 186"/>
              <a:gd name="T2" fmla="*/ 2147483646 w 215"/>
              <a:gd name="T3" fmla="*/ 101886692 h 186"/>
              <a:gd name="T4" fmla="*/ 2147483646 w 215"/>
              <a:gd name="T5" fmla="*/ 0 h 186"/>
              <a:gd name="T6" fmla="*/ 1843544700 w 215"/>
              <a:gd name="T7" fmla="*/ 101886692 h 186"/>
              <a:gd name="T8" fmla="*/ 1858060800 w 215"/>
              <a:gd name="T9" fmla="*/ 130996086 h 186"/>
              <a:gd name="T10" fmla="*/ 1785480300 w 215"/>
              <a:gd name="T11" fmla="*/ 392988258 h 186"/>
              <a:gd name="T12" fmla="*/ 1785480300 w 215"/>
              <a:gd name="T13" fmla="*/ 465765556 h 186"/>
              <a:gd name="T14" fmla="*/ 1756448100 w 215"/>
              <a:gd name="T15" fmla="*/ 567652249 h 186"/>
              <a:gd name="T16" fmla="*/ 1799996400 w 215"/>
              <a:gd name="T17" fmla="*/ 654984244 h 186"/>
              <a:gd name="T18" fmla="*/ 1712899800 w 215"/>
              <a:gd name="T19" fmla="*/ 975195203 h 186"/>
              <a:gd name="T20" fmla="*/ 1872576900 w 215"/>
              <a:gd name="T21" fmla="*/ 1135304498 h 186"/>
              <a:gd name="T22" fmla="*/ 1988705700 w 215"/>
              <a:gd name="T23" fmla="*/ 1091636592 h 186"/>
              <a:gd name="T24" fmla="*/ 2090318400 w 215"/>
              <a:gd name="T25" fmla="*/ 1426406063 h 186"/>
              <a:gd name="T26" fmla="*/ 2032254000 w 215"/>
              <a:gd name="T27" fmla="*/ 1382741972 h 186"/>
              <a:gd name="T28" fmla="*/ 2046770100 w 215"/>
              <a:gd name="T29" fmla="*/ 1353632579 h 186"/>
              <a:gd name="T30" fmla="*/ 1930641300 w 215"/>
              <a:gd name="T31" fmla="*/ 1426406063 h 186"/>
              <a:gd name="T32" fmla="*/ 1843544700 w 215"/>
              <a:gd name="T33" fmla="*/ 1353632579 h 186"/>
              <a:gd name="T34" fmla="*/ 1741932000 w 215"/>
              <a:gd name="T35" fmla="*/ 1237191190 h 186"/>
              <a:gd name="T36" fmla="*/ 1654835400 w 215"/>
              <a:gd name="T37" fmla="*/ 1149859194 h 186"/>
              <a:gd name="T38" fmla="*/ 1495158300 w 215"/>
              <a:gd name="T39" fmla="*/ 1091636592 h 186"/>
              <a:gd name="T40" fmla="*/ 1408061700 w 215"/>
              <a:gd name="T41" fmla="*/ 902421719 h 186"/>
              <a:gd name="T42" fmla="*/ 1335481200 w 215"/>
              <a:gd name="T43" fmla="*/ 975195203 h 186"/>
              <a:gd name="T44" fmla="*/ 1074191400 w 215"/>
              <a:gd name="T45" fmla="*/ 1018863108 h 186"/>
              <a:gd name="T46" fmla="*/ 943546500 w 215"/>
              <a:gd name="T47" fmla="*/ 960640506 h 186"/>
              <a:gd name="T48" fmla="*/ 899998200 w 215"/>
              <a:gd name="T49" fmla="*/ 800535027 h 186"/>
              <a:gd name="T50" fmla="*/ 638708400 w 215"/>
              <a:gd name="T51" fmla="*/ 873308511 h 186"/>
              <a:gd name="T52" fmla="*/ 609676200 w 215"/>
              <a:gd name="T53" fmla="*/ 829644420 h 186"/>
              <a:gd name="T54" fmla="*/ 551611800 w 215"/>
              <a:gd name="T55" fmla="*/ 727757728 h 186"/>
              <a:gd name="T56" fmla="*/ 566127900 w 215"/>
              <a:gd name="T57" fmla="*/ 844199117 h 186"/>
              <a:gd name="T58" fmla="*/ 551611800 w 215"/>
              <a:gd name="T59" fmla="*/ 902421719 h 186"/>
              <a:gd name="T60" fmla="*/ 537095700 w 215"/>
              <a:gd name="T61" fmla="*/ 1062527199 h 186"/>
              <a:gd name="T62" fmla="*/ 508063500 w 215"/>
              <a:gd name="T63" fmla="*/ 1251745887 h 186"/>
              <a:gd name="T64" fmla="*/ 0 w 215"/>
              <a:gd name="T65" fmla="*/ 1295409977 h 186"/>
              <a:gd name="T66" fmla="*/ 159677100 w 215"/>
              <a:gd name="T67" fmla="*/ 2147483646 h 186"/>
              <a:gd name="T68" fmla="*/ 580644000 w 215"/>
              <a:gd name="T69" fmla="*/ 2147483646 h 186"/>
              <a:gd name="T70" fmla="*/ 870966000 w 215"/>
              <a:gd name="T71" fmla="*/ 2147483646 h 186"/>
              <a:gd name="T72" fmla="*/ 1045159200 w 215"/>
              <a:gd name="T73" fmla="*/ 2147483646 h 186"/>
              <a:gd name="T74" fmla="*/ 1233868500 w 215"/>
              <a:gd name="T75" fmla="*/ 2147483646 h 186"/>
              <a:gd name="T76" fmla="*/ 1349997300 w 215"/>
              <a:gd name="T77" fmla="*/ 2147483646 h 186"/>
              <a:gd name="T78" fmla="*/ 1829028600 w 215"/>
              <a:gd name="T79" fmla="*/ 2147483646 h 186"/>
              <a:gd name="T80" fmla="*/ 2017737900 w 215"/>
              <a:gd name="T81" fmla="*/ 2023167705 h 186"/>
              <a:gd name="T82" fmla="*/ 2147483646 w 215"/>
              <a:gd name="T83" fmla="*/ 1863062226 h 186"/>
              <a:gd name="T84" fmla="*/ 2147483646 w 215"/>
              <a:gd name="T85" fmla="*/ 1455515456 h 186"/>
              <a:gd name="T86" fmla="*/ 2147483646 w 215"/>
              <a:gd name="T87" fmla="*/ 1237191190 h 186"/>
              <a:gd name="T88" fmla="*/ 2147483646 w 215"/>
              <a:gd name="T89" fmla="*/ 1106191289 h 186"/>
              <a:gd name="T90" fmla="*/ 2147483646 w 215"/>
              <a:gd name="T91" fmla="*/ 975195203 h 186"/>
              <a:gd name="T92" fmla="*/ 2147483646 w 215"/>
              <a:gd name="T93" fmla="*/ 844199117 h 186"/>
              <a:gd name="T94" fmla="*/ 2147483646 w 215"/>
              <a:gd name="T95" fmla="*/ 727757728 h 186"/>
              <a:gd name="T96" fmla="*/ 2147483646 w 215"/>
              <a:gd name="T97" fmla="*/ 553097552 h 186"/>
              <a:gd name="T98" fmla="*/ 2147483646 w 215"/>
              <a:gd name="T99" fmla="*/ 480320253 h 186"/>
              <a:gd name="T100" fmla="*/ 2147483646 w 215"/>
              <a:gd name="T101" fmla="*/ 378433561 h 186"/>
              <a:gd name="T102" fmla="*/ 2147483646 w 215"/>
              <a:gd name="T103" fmla="*/ 320214774 h 186"/>
              <a:gd name="T104" fmla="*/ 2147483646 w 215"/>
              <a:gd name="T105" fmla="*/ 247437475 h 18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15" h="186">
                <a:moveTo>
                  <a:pt x="184" y="17"/>
                </a:moveTo>
                <a:cubicBezTo>
                  <a:pt x="183" y="13"/>
                  <a:pt x="183" y="13"/>
                  <a:pt x="183" y="13"/>
                </a:cubicBezTo>
                <a:cubicBezTo>
                  <a:pt x="178" y="13"/>
                  <a:pt x="178" y="13"/>
                  <a:pt x="178" y="13"/>
                </a:cubicBezTo>
                <a:cubicBezTo>
                  <a:pt x="173" y="7"/>
                  <a:pt x="173" y="7"/>
                  <a:pt x="173" y="7"/>
                </a:cubicBezTo>
                <a:cubicBezTo>
                  <a:pt x="166" y="8"/>
                  <a:pt x="166" y="8"/>
                  <a:pt x="166" y="8"/>
                </a:cubicBezTo>
                <a:cubicBezTo>
                  <a:pt x="161" y="0"/>
                  <a:pt x="161" y="0"/>
                  <a:pt x="161" y="0"/>
                </a:cubicBezTo>
                <a:cubicBezTo>
                  <a:pt x="127" y="5"/>
                  <a:pt x="127" y="5"/>
                  <a:pt x="127" y="5"/>
                </a:cubicBezTo>
                <a:cubicBezTo>
                  <a:pt x="127" y="7"/>
                  <a:pt x="127" y="7"/>
                  <a:pt x="127" y="7"/>
                </a:cubicBezTo>
                <a:cubicBezTo>
                  <a:pt x="128" y="7"/>
                  <a:pt x="128" y="7"/>
                  <a:pt x="128" y="7"/>
                </a:cubicBezTo>
                <a:cubicBezTo>
                  <a:pt x="128" y="9"/>
                  <a:pt x="128" y="9"/>
                  <a:pt x="128" y="9"/>
                </a:cubicBezTo>
                <a:cubicBezTo>
                  <a:pt x="117" y="19"/>
                  <a:pt x="117" y="19"/>
                  <a:pt x="117" y="19"/>
                </a:cubicBezTo>
                <a:cubicBezTo>
                  <a:pt x="123" y="27"/>
                  <a:pt x="123" y="27"/>
                  <a:pt x="123" y="27"/>
                </a:cubicBezTo>
                <a:cubicBezTo>
                  <a:pt x="123" y="29"/>
                  <a:pt x="123" y="29"/>
                  <a:pt x="123" y="29"/>
                </a:cubicBezTo>
                <a:cubicBezTo>
                  <a:pt x="123" y="32"/>
                  <a:pt x="123" y="32"/>
                  <a:pt x="123" y="32"/>
                </a:cubicBezTo>
                <a:cubicBezTo>
                  <a:pt x="121" y="36"/>
                  <a:pt x="121" y="36"/>
                  <a:pt x="121" y="36"/>
                </a:cubicBezTo>
                <a:cubicBezTo>
                  <a:pt x="121" y="39"/>
                  <a:pt x="121" y="39"/>
                  <a:pt x="121" y="39"/>
                </a:cubicBezTo>
                <a:cubicBezTo>
                  <a:pt x="122" y="42"/>
                  <a:pt x="122" y="42"/>
                  <a:pt x="122" y="42"/>
                </a:cubicBezTo>
                <a:cubicBezTo>
                  <a:pt x="124" y="45"/>
                  <a:pt x="124" y="45"/>
                  <a:pt x="124" y="45"/>
                </a:cubicBezTo>
                <a:cubicBezTo>
                  <a:pt x="118" y="60"/>
                  <a:pt x="118" y="60"/>
                  <a:pt x="118" y="60"/>
                </a:cubicBezTo>
                <a:cubicBezTo>
                  <a:pt x="118" y="67"/>
                  <a:pt x="118" y="67"/>
                  <a:pt x="118" y="67"/>
                </a:cubicBezTo>
                <a:cubicBezTo>
                  <a:pt x="125" y="70"/>
                  <a:pt x="125" y="70"/>
                  <a:pt x="125" y="70"/>
                </a:cubicBezTo>
                <a:cubicBezTo>
                  <a:pt x="129" y="78"/>
                  <a:pt x="129" y="78"/>
                  <a:pt x="129" y="78"/>
                </a:cubicBezTo>
                <a:cubicBezTo>
                  <a:pt x="137" y="79"/>
                  <a:pt x="137" y="79"/>
                  <a:pt x="137" y="79"/>
                </a:cubicBezTo>
                <a:cubicBezTo>
                  <a:pt x="137" y="75"/>
                  <a:pt x="137" y="75"/>
                  <a:pt x="137" y="75"/>
                </a:cubicBezTo>
                <a:cubicBezTo>
                  <a:pt x="144" y="73"/>
                  <a:pt x="144" y="73"/>
                  <a:pt x="144" y="73"/>
                </a:cubicBezTo>
                <a:cubicBezTo>
                  <a:pt x="144" y="98"/>
                  <a:pt x="144" y="98"/>
                  <a:pt x="144" y="98"/>
                </a:cubicBezTo>
                <a:cubicBezTo>
                  <a:pt x="140" y="98"/>
                  <a:pt x="140" y="98"/>
                  <a:pt x="140" y="98"/>
                </a:cubicBezTo>
                <a:cubicBezTo>
                  <a:pt x="140" y="95"/>
                  <a:pt x="140" y="95"/>
                  <a:pt x="140" y="95"/>
                </a:cubicBezTo>
                <a:cubicBezTo>
                  <a:pt x="141" y="95"/>
                  <a:pt x="141" y="95"/>
                  <a:pt x="141" y="95"/>
                </a:cubicBezTo>
                <a:cubicBezTo>
                  <a:pt x="141" y="93"/>
                  <a:pt x="141" y="93"/>
                  <a:pt x="141" y="93"/>
                </a:cubicBezTo>
                <a:cubicBezTo>
                  <a:pt x="138" y="93"/>
                  <a:pt x="138" y="93"/>
                  <a:pt x="138" y="93"/>
                </a:cubicBezTo>
                <a:cubicBezTo>
                  <a:pt x="133" y="98"/>
                  <a:pt x="133" y="98"/>
                  <a:pt x="133" y="98"/>
                </a:cubicBezTo>
                <a:cubicBezTo>
                  <a:pt x="130" y="98"/>
                  <a:pt x="130" y="98"/>
                  <a:pt x="130" y="98"/>
                </a:cubicBezTo>
                <a:cubicBezTo>
                  <a:pt x="127" y="93"/>
                  <a:pt x="127" y="93"/>
                  <a:pt x="127" y="93"/>
                </a:cubicBezTo>
                <a:cubicBezTo>
                  <a:pt x="125" y="88"/>
                  <a:pt x="125" y="88"/>
                  <a:pt x="125" y="88"/>
                </a:cubicBezTo>
                <a:cubicBezTo>
                  <a:pt x="120" y="85"/>
                  <a:pt x="120" y="85"/>
                  <a:pt x="120" y="85"/>
                </a:cubicBezTo>
                <a:cubicBezTo>
                  <a:pt x="120" y="80"/>
                  <a:pt x="120" y="80"/>
                  <a:pt x="120" y="80"/>
                </a:cubicBezTo>
                <a:cubicBezTo>
                  <a:pt x="114" y="79"/>
                  <a:pt x="114" y="79"/>
                  <a:pt x="114" y="79"/>
                </a:cubicBezTo>
                <a:cubicBezTo>
                  <a:pt x="109" y="75"/>
                  <a:pt x="109" y="75"/>
                  <a:pt x="109" y="75"/>
                </a:cubicBezTo>
                <a:cubicBezTo>
                  <a:pt x="103" y="75"/>
                  <a:pt x="103" y="75"/>
                  <a:pt x="103" y="75"/>
                </a:cubicBezTo>
                <a:cubicBezTo>
                  <a:pt x="97" y="67"/>
                  <a:pt x="97" y="67"/>
                  <a:pt x="97" y="67"/>
                </a:cubicBezTo>
                <a:cubicBezTo>
                  <a:pt x="97" y="62"/>
                  <a:pt x="97" y="62"/>
                  <a:pt x="97" y="62"/>
                </a:cubicBezTo>
                <a:cubicBezTo>
                  <a:pt x="92" y="63"/>
                  <a:pt x="92" y="63"/>
                  <a:pt x="92" y="63"/>
                </a:cubicBezTo>
                <a:cubicBezTo>
                  <a:pt x="92" y="67"/>
                  <a:pt x="92" y="67"/>
                  <a:pt x="92" y="67"/>
                </a:cubicBezTo>
                <a:cubicBezTo>
                  <a:pt x="89" y="70"/>
                  <a:pt x="89" y="70"/>
                  <a:pt x="89" y="70"/>
                </a:cubicBezTo>
                <a:cubicBezTo>
                  <a:pt x="74" y="70"/>
                  <a:pt x="74" y="70"/>
                  <a:pt x="74" y="70"/>
                </a:cubicBezTo>
                <a:cubicBezTo>
                  <a:pt x="71" y="66"/>
                  <a:pt x="71" y="66"/>
                  <a:pt x="71" y="66"/>
                </a:cubicBezTo>
                <a:cubicBezTo>
                  <a:pt x="65" y="66"/>
                  <a:pt x="65" y="66"/>
                  <a:pt x="65" y="66"/>
                </a:cubicBezTo>
                <a:cubicBezTo>
                  <a:pt x="62" y="63"/>
                  <a:pt x="62" y="63"/>
                  <a:pt x="62" y="63"/>
                </a:cubicBezTo>
                <a:cubicBezTo>
                  <a:pt x="62" y="55"/>
                  <a:pt x="62" y="55"/>
                  <a:pt x="62" y="55"/>
                </a:cubicBezTo>
                <a:cubicBezTo>
                  <a:pt x="47" y="60"/>
                  <a:pt x="47" y="60"/>
                  <a:pt x="47" y="60"/>
                </a:cubicBezTo>
                <a:cubicBezTo>
                  <a:pt x="44" y="60"/>
                  <a:pt x="44" y="60"/>
                  <a:pt x="44" y="60"/>
                </a:cubicBezTo>
                <a:cubicBezTo>
                  <a:pt x="42" y="59"/>
                  <a:pt x="42" y="59"/>
                  <a:pt x="42" y="59"/>
                </a:cubicBezTo>
                <a:cubicBezTo>
                  <a:pt x="42" y="57"/>
                  <a:pt x="42" y="57"/>
                  <a:pt x="42" y="57"/>
                </a:cubicBezTo>
                <a:cubicBezTo>
                  <a:pt x="44" y="53"/>
                  <a:pt x="44" y="53"/>
                  <a:pt x="44" y="53"/>
                </a:cubicBezTo>
                <a:cubicBezTo>
                  <a:pt x="38" y="50"/>
                  <a:pt x="38" y="50"/>
                  <a:pt x="38" y="50"/>
                </a:cubicBezTo>
                <a:cubicBezTo>
                  <a:pt x="38" y="57"/>
                  <a:pt x="38" y="57"/>
                  <a:pt x="38" y="57"/>
                </a:cubicBezTo>
                <a:cubicBezTo>
                  <a:pt x="39" y="58"/>
                  <a:pt x="39" y="58"/>
                  <a:pt x="39" y="58"/>
                </a:cubicBezTo>
                <a:cubicBezTo>
                  <a:pt x="39" y="58"/>
                  <a:pt x="39" y="60"/>
                  <a:pt x="39" y="61"/>
                </a:cubicBezTo>
                <a:cubicBezTo>
                  <a:pt x="39" y="61"/>
                  <a:pt x="38" y="62"/>
                  <a:pt x="38" y="62"/>
                </a:cubicBezTo>
                <a:cubicBezTo>
                  <a:pt x="37" y="67"/>
                  <a:pt x="37" y="67"/>
                  <a:pt x="37" y="67"/>
                </a:cubicBezTo>
                <a:cubicBezTo>
                  <a:pt x="37" y="73"/>
                  <a:pt x="37" y="73"/>
                  <a:pt x="37" y="73"/>
                </a:cubicBezTo>
                <a:cubicBezTo>
                  <a:pt x="39" y="78"/>
                  <a:pt x="39" y="78"/>
                  <a:pt x="39" y="78"/>
                </a:cubicBezTo>
                <a:cubicBezTo>
                  <a:pt x="35" y="86"/>
                  <a:pt x="35" y="86"/>
                  <a:pt x="35" y="86"/>
                </a:cubicBezTo>
                <a:cubicBezTo>
                  <a:pt x="38" y="89"/>
                  <a:pt x="38" y="89"/>
                  <a:pt x="38" y="89"/>
                </a:cubicBezTo>
                <a:cubicBezTo>
                  <a:pt x="0" y="89"/>
                  <a:pt x="0" y="89"/>
                  <a:pt x="0" y="89"/>
                </a:cubicBezTo>
                <a:cubicBezTo>
                  <a:pt x="0" y="150"/>
                  <a:pt x="0" y="150"/>
                  <a:pt x="0" y="150"/>
                </a:cubicBezTo>
                <a:cubicBezTo>
                  <a:pt x="11" y="164"/>
                  <a:pt x="11" y="164"/>
                  <a:pt x="11" y="164"/>
                </a:cubicBezTo>
                <a:cubicBezTo>
                  <a:pt x="26" y="178"/>
                  <a:pt x="26" y="178"/>
                  <a:pt x="26" y="178"/>
                </a:cubicBezTo>
                <a:cubicBezTo>
                  <a:pt x="40" y="174"/>
                  <a:pt x="40" y="174"/>
                  <a:pt x="40" y="174"/>
                </a:cubicBezTo>
                <a:cubicBezTo>
                  <a:pt x="55" y="176"/>
                  <a:pt x="55" y="176"/>
                  <a:pt x="55" y="176"/>
                </a:cubicBezTo>
                <a:cubicBezTo>
                  <a:pt x="60" y="180"/>
                  <a:pt x="60" y="180"/>
                  <a:pt x="60" y="180"/>
                </a:cubicBezTo>
                <a:cubicBezTo>
                  <a:pt x="68" y="180"/>
                  <a:pt x="68" y="180"/>
                  <a:pt x="68" y="180"/>
                </a:cubicBezTo>
                <a:cubicBezTo>
                  <a:pt x="72" y="185"/>
                  <a:pt x="72" y="185"/>
                  <a:pt x="72" y="185"/>
                </a:cubicBezTo>
                <a:cubicBezTo>
                  <a:pt x="78" y="182"/>
                  <a:pt x="78" y="182"/>
                  <a:pt x="78" y="182"/>
                </a:cubicBezTo>
                <a:cubicBezTo>
                  <a:pt x="85" y="186"/>
                  <a:pt x="85" y="186"/>
                  <a:pt x="85" y="186"/>
                </a:cubicBezTo>
                <a:cubicBezTo>
                  <a:pt x="89" y="186"/>
                  <a:pt x="89" y="186"/>
                  <a:pt x="89" y="186"/>
                </a:cubicBezTo>
                <a:cubicBezTo>
                  <a:pt x="93" y="184"/>
                  <a:pt x="93" y="184"/>
                  <a:pt x="93" y="184"/>
                </a:cubicBezTo>
                <a:cubicBezTo>
                  <a:pt x="108" y="164"/>
                  <a:pt x="108" y="164"/>
                  <a:pt x="108" y="164"/>
                </a:cubicBezTo>
                <a:cubicBezTo>
                  <a:pt x="126" y="156"/>
                  <a:pt x="126" y="156"/>
                  <a:pt x="126" y="156"/>
                </a:cubicBezTo>
                <a:cubicBezTo>
                  <a:pt x="127" y="146"/>
                  <a:pt x="127" y="146"/>
                  <a:pt x="127" y="146"/>
                </a:cubicBezTo>
                <a:cubicBezTo>
                  <a:pt x="139" y="139"/>
                  <a:pt x="139" y="139"/>
                  <a:pt x="139" y="139"/>
                </a:cubicBezTo>
                <a:cubicBezTo>
                  <a:pt x="155" y="139"/>
                  <a:pt x="155" y="139"/>
                  <a:pt x="155" y="139"/>
                </a:cubicBezTo>
                <a:cubicBezTo>
                  <a:pt x="151" y="128"/>
                  <a:pt x="151" y="128"/>
                  <a:pt x="151" y="128"/>
                </a:cubicBezTo>
                <a:cubicBezTo>
                  <a:pt x="203" y="110"/>
                  <a:pt x="203" y="110"/>
                  <a:pt x="203" y="110"/>
                </a:cubicBezTo>
                <a:cubicBezTo>
                  <a:pt x="196" y="100"/>
                  <a:pt x="196" y="100"/>
                  <a:pt x="196" y="100"/>
                </a:cubicBezTo>
                <a:cubicBezTo>
                  <a:pt x="203" y="93"/>
                  <a:pt x="203" y="93"/>
                  <a:pt x="203" y="93"/>
                </a:cubicBezTo>
                <a:cubicBezTo>
                  <a:pt x="201" y="85"/>
                  <a:pt x="201" y="85"/>
                  <a:pt x="201" y="85"/>
                </a:cubicBezTo>
                <a:cubicBezTo>
                  <a:pt x="213" y="77"/>
                  <a:pt x="213" y="77"/>
                  <a:pt x="213" y="77"/>
                </a:cubicBezTo>
                <a:cubicBezTo>
                  <a:pt x="208" y="76"/>
                  <a:pt x="208" y="76"/>
                  <a:pt x="208" y="76"/>
                </a:cubicBezTo>
                <a:cubicBezTo>
                  <a:pt x="207" y="72"/>
                  <a:pt x="207" y="72"/>
                  <a:pt x="207" y="72"/>
                </a:cubicBezTo>
                <a:cubicBezTo>
                  <a:pt x="209" y="67"/>
                  <a:pt x="209" y="67"/>
                  <a:pt x="209" y="67"/>
                </a:cubicBezTo>
                <a:cubicBezTo>
                  <a:pt x="207" y="62"/>
                  <a:pt x="207" y="62"/>
                  <a:pt x="207" y="62"/>
                </a:cubicBezTo>
                <a:cubicBezTo>
                  <a:pt x="207" y="58"/>
                  <a:pt x="207" y="58"/>
                  <a:pt x="207" y="58"/>
                </a:cubicBezTo>
                <a:cubicBezTo>
                  <a:pt x="209" y="55"/>
                  <a:pt x="209" y="55"/>
                  <a:pt x="209" y="55"/>
                </a:cubicBezTo>
                <a:cubicBezTo>
                  <a:pt x="207" y="50"/>
                  <a:pt x="207" y="50"/>
                  <a:pt x="207" y="50"/>
                </a:cubicBezTo>
                <a:cubicBezTo>
                  <a:pt x="215" y="44"/>
                  <a:pt x="215" y="44"/>
                  <a:pt x="215" y="44"/>
                </a:cubicBezTo>
                <a:cubicBezTo>
                  <a:pt x="213" y="38"/>
                  <a:pt x="213" y="38"/>
                  <a:pt x="213" y="38"/>
                </a:cubicBezTo>
                <a:cubicBezTo>
                  <a:pt x="207" y="34"/>
                  <a:pt x="207" y="34"/>
                  <a:pt x="207" y="34"/>
                </a:cubicBezTo>
                <a:cubicBezTo>
                  <a:pt x="208" y="33"/>
                  <a:pt x="208" y="33"/>
                  <a:pt x="208" y="33"/>
                </a:cubicBezTo>
                <a:cubicBezTo>
                  <a:pt x="208" y="29"/>
                  <a:pt x="208" y="29"/>
                  <a:pt x="208" y="29"/>
                </a:cubicBezTo>
                <a:cubicBezTo>
                  <a:pt x="206" y="26"/>
                  <a:pt x="206" y="26"/>
                  <a:pt x="206" y="26"/>
                </a:cubicBezTo>
                <a:cubicBezTo>
                  <a:pt x="203" y="26"/>
                  <a:pt x="203" y="26"/>
                  <a:pt x="203" y="26"/>
                </a:cubicBezTo>
                <a:cubicBezTo>
                  <a:pt x="202" y="22"/>
                  <a:pt x="202" y="22"/>
                  <a:pt x="202" y="22"/>
                </a:cubicBezTo>
                <a:cubicBezTo>
                  <a:pt x="192" y="17"/>
                  <a:pt x="192" y="17"/>
                  <a:pt x="192" y="17"/>
                </a:cubicBezTo>
                <a:lnTo>
                  <a:pt x="184" y="17"/>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86" name="Freeform 15"/>
          <p:cNvSpPr>
            <a:spLocks/>
          </p:cNvSpPr>
          <p:nvPr/>
        </p:nvSpPr>
        <p:spPr bwMode="auto">
          <a:xfrm>
            <a:off x="9644062" y="3614738"/>
            <a:ext cx="377825" cy="396875"/>
          </a:xfrm>
          <a:custGeom>
            <a:avLst/>
            <a:gdLst>
              <a:gd name="T0" fmla="*/ 501511888 w 238"/>
              <a:gd name="T1" fmla="*/ 410786263 h 250"/>
              <a:gd name="T2" fmla="*/ 539313438 w 238"/>
              <a:gd name="T3" fmla="*/ 375504075 h 250"/>
              <a:gd name="T4" fmla="*/ 544353750 w 238"/>
              <a:gd name="T5" fmla="*/ 357862188 h 250"/>
              <a:gd name="T6" fmla="*/ 582156888 w 238"/>
              <a:gd name="T7" fmla="*/ 332660625 h 250"/>
              <a:gd name="T8" fmla="*/ 592237513 w 238"/>
              <a:gd name="T9" fmla="*/ 297378438 h 250"/>
              <a:gd name="T10" fmla="*/ 599797188 w 238"/>
              <a:gd name="T11" fmla="*/ 279738138 h 250"/>
              <a:gd name="T12" fmla="*/ 599797188 w 238"/>
              <a:gd name="T13" fmla="*/ 236894688 h 250"/>
              <a:gd name="T14" fmla="*/ 592237513 w 238"/>
              <a:gd name="T15" fmla="*/ 199093138 h 250"/>
              <a:gd name="T16" fmla="*/ 539313438 w 238"/>
              <a:gd name="T17" fmla="*/ 120967500 h 250"/>
              <a:gd name="T18" fmla="*/ 539313438 w 238"/>
              <a:gd name="T19" fmla="*/ 68045013 h 250"/>
              <a:gd name="T20" fmla="*/ 514111875 w 238"/>
              <a:gd name="T21" fmla="*/ 60483750 h 250"/>
              <a:gd name="T22" fmla="*/ 514111875 w 238"/>
              <a:gd name="T23" fmla="*/ 42843450 h 250"/>
              <a:gd name="T24" fmla="*/ 501511888 w 238"/>
              <a:gd name="T25" fmla="*/ 42843450 h 250"/>
              <a:gd name="T26" fmla="*/ 491431263 w 238"/>
              <a:gd name="T27" fmla="*/ 30241875 h 250"/>
              <a:gd name="T28" fmla="*/ 491431263 w 238"/>
              <a:gd name="T29" fmla="*/ 0 h 250"/>
              <a:gd name="T30" fmla="*/ 435987825 w 238"/>
              <a:gd name="T31" fmla="*/ 60483750 h 250"/>
              <a:gd name="T32" fmla="*/ 370463763 w 238"/>
              <a:gd name="T33" fmla="*/ 42843450 h 250"/>
              <a:gd name="T34" fmla="*/ 309980013 w 238"/>
              <a:gd name="T35" fmla="*/ 55443438 h 250"/>
              <a:gd name="T36" fmla="*/ 289818763 w 238"/>
              <a:gd name="T37" fmla="*/ 85685313 h 250"/>
              <a:gd name="T38" fmla="*/ 259576888 w 238"/>
              <a:gd name="T39" fmla="*/ 78125638 h 250"/>
              <a:gd name="T40" fmla="*/ 241935000 w 238"/>
              <a:gd name="T41" fmla="*/ 55443438 h 250"/>
              <a:gd name="T42" fmla="*/ 219254388 w 238"/>
              <a:gd name="T43" fmla="*/ 73085325 h 250"/>
              <a:gd name="T44" fmla="*/ 168851263 w 238"/>
              <a:gd name="T45" fmla="*/ 55443438 h 250"/>
              <a:gd name="T46" fmla="*/ 138609388 w 238"/>
              <a:gd name="T47" fmla="*/ 85685313 h 250"/>
              <a:gd name="T48" fmla="*/ 146169063 w 238"/>
              <a:gd name="T49" fmla="*/ 103327200 h 250"/>
              <a:gd name="T50" fmla="*/ 128528763 w 238"/>
              <a:gd name="T51" fmla="*/ 133569075 h 250"/>
              <a:gd name="T52" fmla="*/ 146169063 w 238"/>
              <a:gd name="T53" fmla="*/ 158770638 h 250"/>
              <a:gd name="T54" fmla="*/ 138609388 w 238"/>
              <a:gd name="T55" fmla="*/ 176410938 h 250"/>
              <a:gd name="T56" fmla="*/ 128528763 w 238"/>
              <a:gd name="T57" fmla="*/ 206652813 h 250"/>
              <a:gd name="T58" fmla="*/ 158770638 w 238"/>
              <a:gd name="T59" fmla="*/ 206652813 h 250"/>
              <a:gd name="T60" fmla="*/ 189012513 w 238"/>
              <a:gd name="T61" fmla="*/ 236894688 h 250"/>
              <a:gd name="T62" fmla="*/ 42843450 w 238"/>
              <a:gd name="T63" fmla="*/ 380544388 h 250"/>
              <a:gd name="T64" fmla="*/ 12601575 w 238"/>
              <a:gd name="T65" fmla="*/ 478829688 h 250"/>
              <a:gd name="T66" fmla="*/ 0 w 238"/>
              <a:gd name="T67" fmla="*/ 630039063 h 250"/>
              <a:gd name="T68" fmla="*/ 55443438 w 238"/>
              <a:gd name="T69" fmla="*/ 630039063 h 250"/>
              <a:gd name="T70" fmla="*/ 98286888 w 238"/>
              <a:gd name="T71" fmla="*/ 587197200 h 250"/>
              <a:gd name="T72" fmla="*/ 483870000 w 238"/>
              <a:gd name="T73" fmla="*/ 587197200 h 250"/>
              <a:gd name="T74" fmla="*/ 478829688 w 238"/>
              <a:gd name="T75" fmla="*/ 471270013 h 250"/>
              <a:gd name="T76" fmla="*/ 501511888 w 238"/>
              <a:gd name="T77" fmla="*/ 410786263 h 2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38" h="250">
                <a:moveTo>
                  <a:pt x="199" y="163"/>
                </a:moveTo>
                <a:lnTo>
                  <a:pt x="214" y="149"/>
                </a:lnTo>
                <a:lnTo>
                  <a:pt x="216" y="142"/>
                </a:lnTo>
                <a:lnTo>
                  <a:pt x="231" y="132"/>
                </a:lnTo>
                <a:lnTo>
                  <a:pt x="235" y="118"/>
                </a:lnTo>
                <a:lnTo>
                  <a:pt x="238" y="111"/>
                </a:lnTo>
                <a:lnTo>
                  <a:pt x="238" y="94"/>
                </a:lnTo>
                <a:lnTo>
                  <a:pt x="235" y="79"/>
                </a:lnTo>
                <a:lnTo>
                  <a:pt x="214" y="48"/>
                </a:lnTo>
                <a:lnTo>
                  <a:pt x="214" y="27"/>
                </a:lnTo>
                <a:lnTo>
                  <a:pt x="204" y="24"/>
                </a:lnTo>
                <a:lnTo>
                  <a:pt x="204" y="17"/>
                </a:lnTo>
                <a:lnTo>
                  <a:pt x="199" y="17"/>
                </a:lnTo>
                <a:lnTo>
                  <a:pt x="195" y="12"/>
                </a:lnTo>
                <a:lnTo>
                  <a:pt x="195" y="0"/>
                </a:lnTo>
                <a:lnTo>
                  <a:pt x="173" y="24"/>
                </a:lnTo>
                <a:lnTo>
                  <a:pt x="147" y="17"/>
                </a:lnTo>
                <a:lnTo>
                  <a:pt x="123" y="22"/>
                </a:lnTo>
                <a:lnTo>
                  <a:pt x="115" y="34"/>
                </a:lnTo>
                <a:lnTo>
                  <a:pt x="103" y="31"/>
                </a:lnTo>
                <a:lnTo>
                  <a:pt x="96" y="22"/>
                </a:lnTo>
                <a:lnTo>
                  <a:pt x="87" y="29"/>
                </a:lnTo>
                <a:lnTo>
                  <a:pt x="67" y="22"/>
                </a:lnTo>
                <a:lnTo>
                  <a:pt x="55" y="34"/>
                </a:lnTo>
                <a:lnTo>
                  <a:pt x="58" y="41"/>
                </a:lnTo>
                <a:lnTo>
                  <a:pt x="51" y="53"/>
                </a:lnTo>
                <a:lnTo>
                  <a:pt x="58" y="63"/>
                </a:lnTo>
                <a:lnTo>
                  <a:pt x="55" y="70"/>
                </a:lnTo>
                <a:lnTo>
                  <a:pt x="51" y="82"/>
                </a:lnTo>
                <a:lnTo>
                  <a:pt x="63" y="82"/>
                </a:lnTo>
                <a:lnTo>
                  <a:pt x="75" y="94"/>
                </a:lnTo>
                <a:lnTo>
                  <a:pt x="17" y="151"/>
                </a:lnTo>
                <a:lnTo>
                  <a:pt x="5" y="190"/>
                </a:lnTo>
                <a:lnTo>
                  <a:pt x="0" y="250"/>
                </a:lnTo>
                <a:lnTo>
                  <a:pt x="22" y="250"/>
                </a:lnTo>
                <a:lnTo>
                  <a:pt x="39" y="233"/>
                </a:lnTo>
                <a:lnTo>
                  <a:pt x="192" y="233"/>
                </a:lnTo>
                <a:lnTo>
                  <a:pt x="190" y="187"/>
                </a:lnTo>
                <a:lnTo>
                  <a:pt x="199" y="163"/>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87" name="Freeform 16"/>
          <p:cNvSpPr>
            <a:spLocks/>
          </p:cNvSpPr>
          <p:nvPr/>
        </p:nvSpPr>
        <p:spPr bwMode="auto">
          <a:xfrm>
            <a:off x="8097838" y="1100138"/>
            <a:ext cx="285750" cy="595313"/>
          </a:xfrm>
          <a:custGeom>
            <a:avLst/>
            <a:gdLst>
              <a:gd name="T0" fmla="*/ 740321100 w 75"/>
              <a:gd name="T1" fmla="*/ 2038775300 h 156"/>
              <a:gd name="T2" fmla="*/ 711288900 w 75"/>
              <a:gd name="T3" fmla="*/ 1907711037 h 156"/>
              <a:gd name="T4" fmla="*/ 899998200 w 75"/>
              <a:gd name="T5" fmla="*/ 1689273144 h 156"/>
              <a:gd name="T6" fmla="*/ 1088707500 w 75"/>
              <a:gd name="T7" fmla="*/ 1572771153 h 156"/>
              <a:gd name="T8" fmla="*/ 1088707500 w 75"/>
              <a:gd name="T9" fmla="*/ 1368891715 h 156"/>
              <a:gd name="T10" fmla="*/ 943546500 w 75"/>
              <a:gd name="T11" fmla="*/ 1252389724 h 156"/>
              <a:gd name="T12" fmla="*/ 914514300 w 75"/>
              <a:gd name="T13" fmla="*/ 1208702908 h 156"/>
              <a:gd name="T14" fmla="*/ 958062600 w 75"/>
              <a:gd name="T15" fmla="*/ 1165016093 h 156"/>
              <a:gd name="T16" fmla="*/ 899998200 w 75"/>
              <a:gd name="T17" fmla="*/ 1165016093 h 156"/>
              <a:gd name="T18" fmla="*/ 725805000 w 75"/>
              <a:gd name="T19" fmla="*/ 1135891549 h 156"/>
              <a:gd name="T20" fmla="*/ 972578700 w 75"/>
              <a:gd name="T21" fmla="*/ 742698761 h 156"/>
              <a:gd name="T22" fmla="*/ 841933800 w 75"/>
              <a:gd name="T23" fmla="*/ 480570235 h 156"/>
              <a:gd name="T24" fmla="*/ 987094800 w 75"/>
              <a:gd name="T25" fmla="*/ 160188806 h 156"/>
              <a:gd name="T26" fmla="*/ 929030400 w 75"/>
              <a:gd name="T27" fmla="*/ 116501991 h 156"/>
              <a:gd name="T28" fmla="*/ 754837200 w 75"/>
              <a:gd name="T29" fmla="*/ 116501991 h 156"/>
              <a:gd name="T30" fmla="*/ 464515200 w 75"/>
              <a:gd name="T31" fmla="*/ 72815175 h 156"/>
              <a:gd name="T32" fmla="*/ 319354200 w 75"/>
              <a:gd name="T33" fmla="*/ 131064263 h 156"/>
              <a:gd name="T34" fmla="*/ 275805900 w 75"/>
              <a:gd name="T35" fmla="*/ 160188806 h 156"/>
              <a:gd name="T36" fmla="*/ 174193200 w 75"/>
              <a:gd name="T37" fmla="*/ 262128525 h 156"/>
              <a:gd name="T38" fmla="*/ 232257600 w 75"/>
              <a:gd name="T39" fmla="*/ 320377613 h 156"/>
              <a:gd name="T40" fmla="*/ 217741500 w 75"/>
              <a:gd name="T41" fmla="*/ 378630516 h 156"/>
              <a:gd name="T42" fmla="*/ 203225400 w 75"/>
              <a:gd name="T43" fmla="*/ 436879604 h 156"/>
              <a:gd name="T44" fmla="*/ 217741500 w 75"/>
              <a:gd name="T45" fmla="*/ 495132507 h 156"/>
              <a:gd name="T46" fmla="*/ 232257600 w 75"/>
              <a:gd name="T47" fmla="*/ 553381595 h 156"/>
              <a:gd name="T48" fmla="*/ 217741500 w 75"/>
              <a:gd name="T49" fmla="*/ 655321314 h 156"/>
              <a:gd name="T50" fmla="*/ 203225400 w 75"/>
              <a:gd name="T51" fmla="*/ 771823305 h 156"/>
              <a:gd name="T52" fmla="*/ 0 w 75"/>
              <a:gd name="T53" fmla="*/ 1063076374 h 156"/>
              <a:gd name="T54" fmla="*/ 58064400 w 75"/>
              <a:gd name="T55" fmla="*/ 1252389724 h 156"/>
              <a:gd name="T56" fmla="*/ 159677100 w 75"/>
              <a:gd name="T57" fmla="*/ 1354329443 h 156"/>
              <a:gd name="T58" fmla="*/ 232257600 w 75"/>
              <a:gd name="T59" fmla="*/ 1558208881 h 156"/>
              <a:gd name="T60" fmla="*/ 551611800 w 75"/>
              <a:gd name="T61" fmla="*/ 2147483646 h 156"/>
              <a:gd name="T62" fmla="*/ 725805000 w 75"/>
              <a:gd name="T63" fmla="*/ 2126152747 h 1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5" h="156">
                <a:moveTo>
                  <a:pt x="50" y="146"/>
                </a:moveTo>
                <a:cubicBezTo>
                  <a:pt x="51" y="140"/>
                  <a:pt x="51" y="140"/>
                  <a:pt x="51" y="140"/>
                </a:cubicBezTo>
                <a:cubicBezTo>
                  <a:pt x="51" y="140"/>
                  <a:pt x="52" y="138"/>
                  <a:pt x="51" y="138"/>
                </a:cubicBezTo>
                <a:cubicBezTo>
                  <a:pt x="51" y="137"/>
                  <a:pt x="49" y="131"/>
                  <a:pt x="49" y="131"/>
                </a:cubicBezTo>
                <a:cubicBezTo>
                  <a:pt x="49" y="131"/>
                  <a:pt x="49" y="127"/>
                  <a:pt x="49" y="127"/>
                </a:cubicBezTo>
                <a:cubicBezTo>
                  <a:pt x="62" y="116"/>
                  <a:pt x="62" y="116"/>
                  <a:pt x="62" y="116"/>
                </a:cubicBezTo>
                <a:cubicBezTo>
                  <a:pt x="71" y="110"/>
                  <a:pt x="71" y="110"/>
                  <a:pt x="71" y="110"/>
                </a:cubicBezTo>
                <a:cubicBezTo>
                  <a:pt x="75" y="108"/>
                  <a:pt x="75" y="108"/>
                  <a:pt x="75" y="108"/>
                </a:cubicBezTo>
                <a:cubicBezTo>
                  <a:pt x="73" y="105"/>
                  <a:pt x="73" y="105"/>
                  <a:pt x="73" y="105"/>
                </a:cubicBezTo>
                <a:cubicBezTo>
                  <a:pt x="75" y="94"/>
                  <a:pt x="75" y="94"/>
                  <a:pt x="75" y="94"/>
                </a:cubicBezTo>
                <a:cubicBezTo>
                  <a:pt x="69" y="94"/>
                  <a:pt x="69" y="94"/>
                  <a:pt x="68" y="88"/>
                </a:cubicBezTo>
                <a:cubicBezTo>
                  <a:pt x="68" y="84"/>
                  <a:pt x="67" y="84"/>
                  <a:pt x="65" y="86"/>
                </a:cubicBezTo>
                <a:cubicBezTo>
                  <a:pt x="64" y="87"/>
                  <a:pt x="62" y="88"/>
                  <a:pt x="61" y="87"/>
                </a:cubicBezTo>
                <a:cubicBezTo>
                  <a:pt x="60" y="85"/>
                  <a:pt x="62" y="84"/>
                  <a:pt x="63" y="83"/>
                </a:cubicBezTo>
                <a:cubicBezTo>
                  <a:pt x="63" y="83"/>
                  <a:pt x="64" y="82"/>
                  <a:pt x="64" y="82"/>
                </a:cubicBezTo>
                <a:cubicBezTo>
                  <a:pt x="65" y="81"/>
                  <a:pt x="67" y="81"/>
                  <a:pt x="66" y="80"/>
                </a:cubicBezTo>
                <a:cubicBezTo>
                  <a:pt x="66" y="79"/>
                  <a:pt x="65" y="79"/>
                  <a:pt x="64" y="78"/>
                </a:cubicBezTo>
                <a:cubicBezTo>
                  <a:pt x="63" y="78"/>
                  <a:pt x="62" y="79"/>
                  <a:pt x="62" y="80"/>
                </a:cubicBezTo>
                <a:cubicBezTo>
                  <a:pt x="61" y="80"/>
                  <a:pt x="62" y="82"/>
                  <a:pt x="61" y="82"/>
                </a:cubicBezTo>
                <a:cubicBezTo>
                  <a:pt x="58" y="84"/>
                  <a:pt x="52" y="81"/>
                  <a:pt x="50" y="78"/>
                </a:cubicBezTo>
                <a:cubicBezTo>
                  <a:pt x="48" y="75"/>
                  <a:pt x="49" y="70"/>
                  <a:pt x="52" y="68"/>
                </a:cubicBezTo>
                <a:cubicBezTo>
                  <a:pt x="59" y="65"/>
                  <a:pt x="64" y="59"/>
                  <a:pt x="67" y="51"/>
                </a:cubicBezTo>
                <a:cubicBezTo>
                  <a:pt x="68" y="47"/>
                  <a:pt x="65" y="44"/>
                  <a:pt x="66" y="40"/>
                </a:cubicBezTo>
                <a:cubicBezTo>
                  <a:pt x="64" y="38"/>
                  <a:pt x="61" y="36"/>
                  <a:pt x="58" y="33"/>
                </a:cubicBezTo>
                <a:cubicBezTo>
                  <a:pt x="56" y="31"/>
                  <a:pt x="56" y="24"/>
                  <a:pt x="59" y="22"/>
                </a:cubicBezTo>
                <a:cubicBezTo>
                  <a:pt x="64" y="20"/>
                  <a:pt x="65" y="15"/>
                  <a:pt x="68" y="11"/>
                </a:cubicBezTo>
                <a:cubicBezTo>
                  <a:pt x="69" y="10"/>
                  <a:pt x="69" y="8"/>
                  <a:pt x="68" y="7"/>
                </a:cubicBezTo>
                <a:cubicBezTo>
                  <a:pt x="66" y="7"/>
                  <a:pt x="64" y="6"/>
                  <a:pt x="64" y="8"/>
                </a:cubicBezTo>
                <a:cubicBezTo>
                  <a:pt x="62" y="12"/>
                  <a:pt x="58" y="12"/>
                  <a:pt x="54" y="15"/>
                </a:cubicBezTo>
                <a:cubicBezTo>
                  <a:pt x="54" y="12"/>
                  <a:pt x="53" y="10"/>
                  <a:pt x="52" y="8"/>
                </a:cubicBezTo>
                <a:cubicBezTo>
                  <a:pt x="51" y="7"/>
                  <a:pt x="53" y="5"/>
                  <a:pt x="51" y="4"/>
                </a:cubicBezTo>
                <a:cubicBezTo>
                  <a:pt x="45" y="0"/>
                  <a:pt x="37" y="0"/>
                  <a:pt x="32" y="5"/>
                </a:cubicBezTo>
                <a:cubicBezTo>
                  <a:pt x="29" y="7"/>
                  <a:pt x="27" y="9"/>
                  <a:pt x="23" y="10"/>
                </a:cubicBezTo>
                <a:cubicBezTo>
                  <a:pt x="23" y="10"/>
                  <a:pt x="22" y="8"/>
                  <a:pt x="22" y="9"/>
                </a:cubicBezTo>
                <a:cubicBezTo>
                  <a:pt x="21" y="9"/>
                  <a:pt x="21" y="10"/>
                  <a:pt x="21" y="11"/>
                </a:cubicBezTo>
                <a:cubicBezTo>
                  <a:pt x="20" y="11"/>
                  <a:pt x="19" y="11"/>
                  <a:pt x="19" y="11"/>
                </a:cubicBezTo>
                <a:cubicBezTo>
                  <a:pt x="18" y="15"/>
                  <a:pt x="18" y="15"/>
                  <a:pt x="18" y="15"/>
                </a:cubicBezTo>
                <a:cubicBezTo>
                  <a:pt x="12" y="18"/>
                  <a:pt x="12" y="18"/>
                  <a:pt x="12" y="18"/>
                </a:cubicBezTo>
                <a:cubicBezTo>
                  <a:pt x="12" y="18"/>
                  <a:pt x="16" y="20"/>
                  <a:pt x="17" y="21"/>
                </a:cubicBezTo>
                <a:cubicBezTo>
                  <a:pt x="17" y="21"/>
                  <a:pt x="16" y="22"/>
                  <a:pt x="16" y="22"/>
                </a:cubicBezTo>
                <a:cubicBezTo>
                  <a:pt x="16" y="22"/>
                  <a:pt x="16" y="24"/>
                  <a:pt x="16" y="24"/>
                </a:cubicBezTo>
                <a:cubicBezTo>
                  <a:pt x="16" y="25"/>
                  <a:pt x="15" y="26"/>
                  <a:pt x="15" y="26"/>
                </a:cubicBezTo>
                <a:cubicBezTo>
                  <a:pt x="15" y="26"/>
                  <a:pt x="14" y="28"/>
                  <a:pt x="14" y="28"/>
                </a:cubicBezTo>
                <a:cubicBezTo>
                  <a:pt x="14" y="28"/>
                  <a:pt x="14" y="29"/>
                  <a:pt x="14" y="30"/>
                </a:cubicBezTo>
                <a:cubicBezTo>
                  <a:pt x="14" y="30"/>
                  <a:pt x="14" y="32"/>
                  <a:pt x="14" y="33"/>
                </a:cubicBezTo>
                <a:cubicBezTo>
                  <a:pt x="14" y="33"/>
                  <a:pt x="15" y="34"/>
                  <a:pt x="15" y="34"/>
                </a:cubicBezTo>
                <a:cubicBezTo>
                  <a:pt x="15" y="34"/>
                  <a:pt x="15" y="36"/>
                  <a:pt x="15" y="36"/>
                </a:cubicBezTo>
                <a:cubicBezTo>
                  <a:pt x="15" y="37"/>
                  <a:pt x="16" y="38"/>
                  <a:pt x="16" y="38"/>
                </a:cubicBezTo>
                <a:cubicBezTo>
                  <a:pt x="15" y="41"/>
                  <a:pt x="15" y="41"/>
                  <a:pt x="15" y="41"/>
                </a:cubicBezTo>
                <a:cubicBezTo>
                  <a:pt x="15" y="45"/>
                  <a:pt x="15" y="45"/>
                  <a:pt x="15" y="45"/>
                </a:cubicBezTo>
                <a:cubicBezTo>
                  <a:pt x="18" y="47"/>
                  <a:pt x="18" y="47"/>
                  <a:pt x="18" y="47"/>
                </a:cubicBezTo>
                <a:cubicBezTo>
                  <a:pt x="14" y="53"/>
                  <a:pt x="14" y="53"/>
                  <a:pt x="14" y="53"/>
                </a:cubicBezTo>
                <a:cubicBezTo>
                  <a:pt x="14" y="60"/>
                  <a:pt x="14" y="60"/>
                  <a:pt x="14" y="60"/>
                </a:cubicBezTo>
                <a:cubicBezTo>
                  <a:pt x="0" y="73"/>
                  <a:pt x="0" y="73"/>
                  <a:pt x="0" y="73"/>
                </a:cubicBezTo>
                <a:cubicBezTo>
                  <a:pt x="0" y="80"/>
                  <a:pt x="0" y="80"/>
                  <a:pt x="0" y="80"/>
                </a:cubicBezTo>
                <a:cubicBezTo>
                  <a:pt x="0" y="80"/>
                  <a:pt x="4" y="85"/>
                  <a:pt x="4" y="86"/>
                </a:cubicBezTo>
                <a:cubicBezTo>
                  <a:pt x="4" y="86"/>
                  <a:pt x="5" y="92"/>
                  <a:pt x="5" y="92"/>
                </a:cubicBezTo>
                <a:cubicBezTo>
                  <a:pt x="11" y="93"/>
                  <a:pt x="11" y="93"/>
                  <a:pt x="11" y="93"/>
                </a:cubicBezTo>
                <a:cubicBezTo>
                  <a:pt x="15" y="100"/>
                  <a:pt x="15" y="100"/>
                  <a:pt x="15" y="100"/>
                </a:cubicBezTo>
                <a:cubicBezTo>
                  <a:pt x="16" y="107"/>
                  <a:pt x="16" y="107"/>
                  <a:pt x="16" y="107"/>
                </a:cubicBezTo>
                <a:cubicBezTo>
                  <a:pt x="29" y="116"/>
                  <a:pt x="29" y="116"/>
                  <a:pt x="29" y="116"/>
                </a:cubicBezTo>
                <a:cubicBezTo>
                  <a:pt x="38" y="156"/>
                  <a:pt x="38" y="156"/>
                  <a:pt x="38" y="156"/>
                </a:cubicBezTo>
                <a:cubicBezTo>
                  <a:pt x="44" y="153"/>
                  <a:pt x="44" y="153"/>
                  <a:pt x="44" y="153"/>
                </a:cubicBezTo>
                <a:lnTo>
                  <a:pt x="50" y="146"/>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88" name="Freeform 17"/>
          <p:cNvSpPr>
            <a:spLocks/>
          </p:cNvSpPr>
          <p:nvPr/>
        </p:nvSpPr>
        <p:spPr bwMode="auto">
          <a:xfrm>
            <a:off x="7566025" y="3130550"/>
            <a:ext cx="136525" cy="361950"/>
          </a:xfrm>
          <a:custGeom>
            <a:avLst/>
            <a:gdLst>
              <a:gd name="T0" fmla="*/ 43145692 w 36"/>
              <a:gd name="T1" fmla="*/ 0 h 95"/>
              <a:gd name="T2" fmla="*/ 43145692 w 36"/>
              <a:gd name="T3" fmla="*/ 58064400 h 95"/>
              <a:gd name="T4" fmla="*/ 0 w 36"/>
              <a:gd name="T5" fmla="*/ 116128800 h 95"/>
              <a:gd name="T6" fmla="*/ 143821503 w 36"/>
              <a:gd name="T7" fmla="*/ 232257600 h 95"/>
              <a:gd name="T8" fmla="*/ 143821503 w 36"/>
              <a:gd name="T9" fmla="*/ 377418600 h 95"/>
              <a:gd name="T10" fmla="*/ 86291385 w 36"/>
              <a:gd name="T11" fmla="*/ 449999100 h 95"/>
              <a:gd name="T12" fmla="*/ 186967195 w 36"/>
              <a:gd name="T13" fmla="*/ 464515200 h 95"/>
              <a:gd name="T14" fmla="*/ 172582769 w 36"/>
              <a:gd name="T15" fmla="*/ 609676200 h 95"/>
              <a:gd name="T16" fmla="*/ 129437077 w 36"/>
              <a:gd name="T17" fmla="*/ 638708400 h 95"/>
              <a:gd name="T18" fmla="*/ 230112888 w 36"/>
              <a:gd name="T19" fmla="*/ 754837200 h 95"/>
              <a:gd name="T20" fmla="*/ 186967195 w 36"/>
              <a:gd name="T21" fmla="*/ 783869400 h 95"/>
              <a:gd name="T22" fmla="*/ 201347828 w 36"/>
              <a:gd name="T23" fmla="*/ 929030400 h 95"/>
              <a:gd name="T24" fmla="*/ 172582769 w 36"/>
              <a:gd name="T25" fmla="*/ 958062600 h 95"/>
              <a:gd name="T26" fmla="*/ 215728462 w 36"/>
              <a:gd name="T27" fmla="*/ 1030643100 h 95"/>
              <a:gd name="T28" fmla="*/ 186967195 w 36"/>
              <a:gd name="T29" fmla="*/ 1103223600 h 95"/>
              <a:gd name="T30" fmla="*/ 172582769 w 36"/>
              <a:gd name="T31" fmla="*/ 1146771900 h 95"/>
              <a:gd name="T32" fmla="*/ 186967195 w 36"/>
              <a:gd name="T33" fmla="*/ 1204836300 h 95"/>
              <a:gd name="T34" fmla="*/ 373930598 w 36"/>
              <a:gd name="T35" fmla="*/ 1379029500 h 95"/>
              <a:gd name="T36" fmla="*/ 460225775 w 36"/>
              <a:gd name="T37" fmla="*/ 1349997300 h 95"/>
              <a:gd name="T38" fmla="*/ 460225775 w 36"/>
              <a:gd name="T39" fmla="*/ 1320965100 h 95"/>
              <a:gd name="T40" fmla="*/ 517752101 w 36"/>
              <a:gd name="T41" fmla="*/ 1291932900 h 95"/>
              <a:gd name="T42" fmla="*/ 445841349 w 36"/>
              <a:gd name="T43" fmla="*/ 1190320200 h 95"/>
              <a:gd name="T44" fmla="*/ 474606408 w 36"/>
              <a:gd name="T45" fmla="*/ 551611800 h 95"/>
              <a:gd name="T46" fmla="*/ 402695657 w 36"/>
              <a:gd name="T47" fmla="*/ 493547400 h 95"/>
              <a:gd name="T48" fmla="*/ 388315024 w 36"/>
              <a:gd name="T49" fmla="*/ 304838100 h 95"/>
              <a:gd name="T50" fmla="*/ 244493521 w 36"/>
              <a:gd name="T51" fmla="*/ 203225400 h 95"/>
              <a:gd name="T52" fmla="*/ 244493521 w 36"/>
              <a:gd name="T53" fmla="*/ 159677100 h 95"/>
              <a:gd name="T54" fmla="*/ 273258580 w 36"/>
              <a:gd name="T55" fmla="*/ 43548300 h 95"/>
              <a:gd name="T56" fmla="*/ 172582769 w 36"/>
              <a:gd name="T57" fmla="*/ 58064400 h 95"/>
              <a:gd name="T58" fmla="*/ 43145692 w 36"/>
              <a:gd name="T59" fmla="*/ 0 h 9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6" h="95">
                <a:moveTo>
                  <a:pt x="3" y="0"/>
                </a:moveTo>
                <a:cubicBezTo>
                  <a:pt x="3" y="4"/>
                  <a:pt x="3" y="4"/>
                  <a:pt x="3" y="4"/>
                </a:cubicBezTo>
                <a:cubicBezTo>
                  <a:pt x="3" y="4"/>
                  <a:pt x="1" y="8"/>
                  <a:pt x="0" y="8"/>
                </a:cubicBezTo>
                <a:cubicBezTo>
                  <a:pt x="0" y="8"/>
                  <a:pt x="10" y="16"/>
                  <a:pt x="10" y="16"/>
                </a:cubicBezTo>
                <a:cubicBezTo>
                  <a:pt x="10" y="26"/>
                  <a:pt x="10" y="26"/>
                  <a:pt x="10" y="26"/>
                </a:cubicBezTo>
                <a:cubicBezTo>
                  <a:pt x="10" y="26"/>
                  <a:pt x="6" y="30"/>
                  <a:pt x="6" y="31"/>
                </a:cubicBezTo>
                <a:cubicBezTo>
                  <a:pt x="6" y="31"/>
                  <a:pt x="13" y="32"/>
                  <a:pt x="13" y="32"/>
                </a:cubicBezTo>
                <a:cubicBezTo>
                  <a:pt x="12" y="42"/>
                  <a:pt x="12" y="42"/>
                  <a:pt x="12" y="42"/>
                </a:cubicBezTo>
                <a:cubicBezTo>
                  <a:pt x="9" y="44"/>
                  <a:pt x="9" y="44"/>
                  <a:pt x="9" y="44"/>
                </a:cubicBezTo>
                <a:cubicBezTo>
                  <a:pt x="16" y="52"/>
                  <a:pt x="16" y="52"/>
                  <a:pt x="16" y="52"/>
                </a:cubicBezTo>
                <a:cubicBezTo>
                  <a:pt x="13" y="54"/>
                  <a:pt x="13" y="54"/>
                  <a:pt x="13" y="54"/>
                </a:cubicBezTo>
                <a:cubicBezTo>
                  <a:pt x="14" y="64"/>
                  <a:pt x="14" y="64"/>
                  <a:pt x="14" y="64"/>
                </a:cubicBezTo>
                <a:cubicBezTo>
                  <a:pt x="14" y="64"/>
                  <a:pt x="12" y="66"/>
                  <a:pt x="12" y="66"/>
                </a:cubicBezTo>
                <a:cubicBezTo>
                  <a:pt x="12" y="67"/>
                  <a:pt x="15" y="71"/>
                  <a:pt x="15" y="71"/>
                </a:cubicBezTo>
                <a:cubicBezTo>
                  <a:pt x="15" y="71"/>
                  <a:pt x="13" y="75"/>
                  <a:pt x="13" y="76"/>
                </a:cubicBezTo>
                <a:cubicBezTo>
                  <a:pt x="13" y="76"/>
                  <a:pt x="12" y="79"/>
                  <a:pt x="12" y="79"/>
                </a:cubicBezTo>
                <a:cubicBezTo>
                  <a:pt x="13" y="83"/>
                  <a:pt x="13" y="83"/>
                  <a:pt x="13" y="83"/>
                </a:cubicBezTo>
                <a:cubicBezTo>
                  <a:pt x="26" y="95"/>
                  <a:pt x="26" y="95"/>
                  <a:pt x="26" y="95"/>
                </a:cubicBezTo>
                <a:cubicBezTo>
                  <a:pt x="28" y="94"/>
                  <a:pt x="30" y="94"/>
                  <a:pt x="32" y="93"/>
                </a:cubicBezTo>
                <a:cubicBezTo>
                  <a:pt x="32" y="91"/>
                  <a:pt x="32" y="91"/>
                  <a:pt x="32" y="91"/>
                </a:cubicBezTo>
                <a:cubicBezTo>
                  <a:pt x="36" y="89"/>
                  <a:pt x="36" y="89"/>
                  <a:pt x="36" y="89"/>
                </a:cubicBezTo>
                <a:cubicBezTo>
                  <a:pt x="31" y="82"/>
                  <a:pt x="31" y="82"/>
                  <a:pt x="31" y="82"/>
                </a:cubicBezTo>
                <a:cubicBezTo>
                  <a:pt x="33" y="38"/>
                  <a:pt x="33" y="38"/>
                  <a:pt x="33" y="38"/>
                </a:cubicBezTo>
                <a:cubicBezTo>
                  <a:pt x="28" y="34"/>
                  <a:pt x="28" y="34"/>
                  <a:pt x="28" y="34"/>
                </a:cubicBezTo>
                <a:cubicBezTo>
                  <a:pt x="27" y="21"/>
                  <a:pt x="27" y="21"/>
                  <a:pt x="27" y="21"/>
                </a:cubicBezTo>
                <a:cubicBezTo>
                  <a:pt x="17" y="14"/>
                  <a:pt x="17" y="14"/>
                  <a:pt x="17" y="14"/>
                </a:cubicBezTo>
                <a:cubicBezTo>
                  <a:pt x="17" y="11"/>
                  <a:pt x="17" y="11"/>
                  <a:pt x="17" y="11"/>
                </a:cubicBezTo>
                <a:cubicBezTo>
                  <a:pt x="19" y="3"/>
                  <a:pt x="19" y="3"/>
                  <a:pt x="19" y="3"/>
                </a:cubicBezTo>
                <a:cubicBezTo>
                  <a:pt x="12" y="4"/>
                  <a:pt x="12" y="4"/>
                  <a:pt x="12" y="4"/>
                </a:cubicBezTo>
                <a:lnTo>
                  <a:pt x="3" y="0"/>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89" name="Freeform 18"/>
          <p:cNvSpPr>
            <a:spLocks noEditPoints="1"/>
          </p:cNvSpPr>
          <p:nvPr/>
        </p:nvSpPr>
        <p:spPr bwMode="auto">
          <a:xfrm>
            <a:off x="9629774" y="3984624"/>
            <a:ext cx="776288" cy="754063"/>
          </a:xfrm>
          <a:custGeom>
            <a:avLst/>
            <a:gdLst>
              <a:gd name="T0" fmla="*/ 2147483646 w 204"/>
              <a:gd name="T1" fmla="*/ 1464893055 h 198"/>
              <a:gd name="T2" fmla="*/ 2147483646 w 204"/>
              <a:gd name="T3" fmla="*/ 1334360179 h 198"/>
              <a:gd name="T4" fmla="*/ 2147483646 w 204"/>
              <a:gd name="T5" fmla="*/ 1363368754 h 198"/>
              <a:gd name="T6" fmla="*/ 2147483646 w 204"/>
              <a:gd name="T7" fmla="*/ 1102295387 h 198"/>
              <a:gd name="T8" fmla="*/ 2147483646 w 204"/>
              <a:gd name="T9" fmla="*/ 1116801579 h 198"/>
              <a:gd name="T10" fmla="*/ 2147483646 w 204"/>
              <a:gd name="T11" fmla="*/ 1885507873 h 198"/>
              <a:gd name="T12" fmla="*/ 2147483646 w 204"/>
              <a:gd name="T13" fmla="*/ 1827490722 h 198"/>
              <a:gd name="T14" fmla="*/ 2147483646 w 204"/>
              <a:gd name="T15" fmla="*/ 536645310 h 198"/>
              <a:gd name="T16" fmla="*/ 289612504 w 204"/>
              <a:gd name="T17" fmla="*/ 0 h 198"/>
              <a:gd name="T18" fmla="*/ 390975168 w 204"/>
              <a:gd name="T19" fmla="*/ 217558601 h 198"/>
              <a:gd name="T20" fmla="*/ 376495875 w 204"/>
              <a:gd name="T21" fmla="*/ 377100051 h 198"/>
              <a:gd name="T22" fmla="*/ 275129405 w 204"/>
              <a:gd name="T23" fmla="*/ 464125777 h 198"/>
              <a:gd name="T24" fmla="*/ 390975168 w 204"/>
              <a:gd name="T25" fmla="*/ 522139118 h 198"/>
              <a:gd name="T26" fmla="*/ 260650112 w 204"/>
              <a:gd name="T27" fmla="*/ 725195336 h 198"/>
              <a:gd name="T28" fmla="*/ 101362664 w 204"/>
              <a:gd name="T29" fmla="*/ 928251553 h 198"/>
              <a:gd name="T30" fmla="*/ 0 w 204"/>
              <a:gd name="T31" fmla="*/ 1073290620 h 198"/>
              <a:gd name="T32" fmla="*/ 28962392 w 204"/>
              <a:gd name="T33" fmla="*/ 1334360179 h 198"/>
              <a:gd name="T34" fmla="*/ 246170819 w 204"/>
              <a:gd name="T35" fmla="*/ 1638940697 h 198"/>
              <a:gd name="T36" fmla="*/ 434416853 w 204"/>
              <a:gd name="T37" fmla="*/ 2045049323 h 198"/>
              <a:gd name="T38" fmla="*/ 608183595 w 204"/>
              <a:gd name="T39" fmla="*/ 2117568857 h 198"/>
              <a:gd name="T40" fmla="*/ 695066965 w 204"/>
              <a:gd name="T41" fmla="*/ 2147483646 h 198"/>
              <a:gd name="T42" fmla="*/ 955717077 w 204"/>
              <a:gd name="T43" fmla="*/ 2147483646 h 198"/>
              <a:gd name="T44" fmla="*/ 1216367189 w 204"/>
              <a:gd name="T45" fmla="*/ 2147483646 h 198"/>
              <a:gd name="T46" fmla="*/ 1375654637 w 204"/>
              <a:gd name="T47" fmla="*/ 2147483646 h 198"/>
              <a:gd name="T48" fmla="*/ 1390133931 w 204"/>
              <a:gd name="T49" fmla="*/ 2147483646 h 198"/>
              <a:gd name="T50" fmla="*/ 1390133931 w 204"/>
              <a:gd name="T51" fmla="*/ 2147483646 h 198"/>
              <a:gd name="T52" fmla="*/ 1433575616 w 204"/>
              <a:gd name="T53" fmla="*/ 2147483646 h 198"/>
              <a:gd name="T54" fmla="*/ 1477017301 w 204"/>
              <a:gd name="T55" fmla="*/ 2147483646 h 198"/>
              <a:gd name="T56" fmla="*/ 1737667413 w 204"/>
              <a:gd name="T57" fmla="*/ 2147483646 h 198"/>
              <a:gd name="T58" fmla="*/ 1810071491 w 204"/>
              <a:gd name="T59" fmla="*/ 2147483646 h 198"/>
              <a:gd name="T60" fmla="*/ 1983838232 w 204"/>
              <a:gd name="T61" fmla="*/ 2147483646 h 198"/>
              <a:gd name="T62" fmla="*/ 2147483646 w 204"/>
              <a:gd name="T63" fmla="*/ 2147483646 h 198"/>
              <a:gd name="T64" fmla="*/ 2147483646 w 204"/>
              <a:gd name="T65" fmla="*/ 2147483646 h 198"/>
              <a:gd name="T66" fmla="*/ 2147483646 w 204"/>
              <a:gd name="T67" fmla="*/ 2147483646 h 198"/>
              <a:gd name="T68" fmla="*/ 2147483646 w 204"/>
              <a:gd name="T69" fmla="*/ 2147483646 h 198"/>
              <a:gd name="T70" fmla="*/ 2147483646 w 204"/>
              <a:gd name="T71" fmla="*/ 1943521215 h 198"/>
              <a:gd name="T72" fmla="*/ 2147483646 w 204"/>
              <a:gd name="T73" fmla="*/ 1769477381 h 198"/>
              <a:gd name="T74" fmla="*/ 2147483646 w 204"/>
              <a:gd name="T75" fmla="*/ 1580923547 h 198"/>
              <a:gd name="T76" fmla="*/ 2147483646 w 204"/>
              <a:gd name="T77" fmla="*/ 1435888288 h 198"/>
              <a:gd name="T78" fmla="*/ 2147483646 w 204"/>
              <a:gd name="T79" fmla="*/ 1131303962 h 198"/>
              <a:gd name="T80" fmla="*/ 2147483646 w 204"/>
              <a:gd name="T81" fmla="*/ 681684377 h 1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04" h="198">
                <a:moveTo>
                  <a:pt x="186" y="94"/>
                </a:moveTo>
                <a:cubicBezTo>
                  <a:pt x="187" y="97"/>
                  <a:pt x="188" y="99"/>
                  <a:pt x="188" y="101"/>
                </a:cubicBezTo>
                <a:cubicBezTo>
                  <a:pt x="185" y="101"/>
                  <a:pt x="183" y="99"/>
                  <a:pt x="182" y="96"/>
                </a:cubicBezTo>
                <a:cubicBezTo>
                  <a:pt x="181" y="95"/>
                  <a:pt x="181" y="93"/>
                  <a:pt x="182" y="92"/>
                </a:cubicBezTo>
                <a:cubicBezTo>
                  <a:pt x="183" y="91"/>
                  <a:pt x="184" y="90"/>
                  <a:pt x="185" y="91"/>
                </a:cubicBezTo>
                <a:cubicBezTo>
                  <a:pt x="186" y="91"/>
                  <a:pt x="186" y="93"/>
                  <a:pt x="186" y="94"/>
                </a:cubicBezTo>
                <a:close/>
                <a:moveTo>
                  <a:pt x="193" y="75"/>
                </a:moveTo>
                <a:cubicBezTo>
                  <a:pt x="192" y="75"/>
                  <a:pt x="191" y="75"/>
                  <a:pt x="191" y="76"/>
                </a:cubicBezTo>
                <a:cubicBezTo>
                  <a:pt x="191" y="78"/>
                  <a:pt x="191" y="80"/>
                  <a:pt x="191" y="82"/>
                </a:cubicBezTo>
                <a:cubicBezTo>
                  <a:pt x="192" y="80"/>
                  <a:pt x="193" y="79"/>
                  <a:pt x="194" y="77"/>
                </a:cubicBezTo>
                <a:cubicBezTo>
                  <a:pt x="194" y="76"/>
                  <a:pt x="194" y="75"/>
                  <a:pt x="193" y="75"/>
                </a:cubicBezTo>
                <a:close/>
                <a:moveTo>
                  <a:pt x="190" y="130"/>
                </a:moveTo>
                <a:cubicBezTo>
                  <a:pt x="190" y="131"/>
                  <a:pt x="190" y="131"/>
                  <a:pt x="191" y="131"/>
                </a:cubicBezTo>
                <a:cubicBezTo>
                  <a:pt x="193" y="131"/>
                  <a:pt x="193" y="129"/>
                  <a:pt x="194" y="126"/>
                </a:cubicBezTo>
                <a:cubicBezTo>
                  <a:pt x="191" y="128"/>
                  <a:pt x="190" y="129"/>
                  <a:pt x="190" y="130"/>
                </a:cubicBezTo>
                <a:close/>
                <a:moveTo>
                  <a:pt x="152" y="37"/>
                </a:moveTo>
                <a:cubicBezTo>
                  <a:pt x="84" y="0"/>
                  <a:pt x="84" y="0"/>
                  <a:pt x="84" y="0"/>
                </a:cubicBezTo>
                <a:cubicBezTo>
                  <a:pt x="20" y="0"/>
                  <a:pt x="20" y="0"/>
                  <a:pt x="20" y="0"/>
                </a:cubicBezTo>
                <a:cubicBezTo>
                  <a:pt x="26" y="11"/>
                  <a:pt x="26" y="11"/>
                  <a:pt x="26" y="11"/>
                </a:cubicBezTo>
                <a:cubicBezTo>
                  <a:pt x="27" y="15"/>
                  <a:pt x="27" y="15"/>
                  <a:pt x="27" y="15"/>
                </a:cubicBezTo>
                <a:cubicBezTo>
                  <a:pt x="28" y="21"/>
                  <a:pt x="28" y="21"/>
                  <a:pt x="28" y="21"/>
                </a:cubicBezTo>
                <a:cubicBezTo>
                  <a:pt x="26" y="26"/>
                  <a:pt x="26" y="26"/>
                  <a:pt x="26" y="26"/>
                </a:cubicBezTo>
                <a:cubicBezTo>
                  <a:pt x="21" y="26"/>
                  <a:pt x="21" y="26"/>
                  <a:pt x="21" y="26"/>
                </a:cubicBezTo>
                <a:cubicBezTo>
                  <a:pt x="21" y="26"/>
                  <a:pt x="19" y="31"/>
                  <a:pt x="19" y="32"/>
                </a:cubicBezTo>
                <a:cubicBezTo>
                  <a:pt x="19" y="32"/>
                  <a:pt x="19" y="35"/>
                  <a:pt x="19" y="35"/>
                </a:cubicBezTo>
                <a:cubicBezTo>
                  <a:pt x="27" y="36"/>
                  <a:pt x="27" y="36"/>
                  <a:pt x="27" y="36"/>
                </a:cubicBezTo>
                <a:cubicBezTo>
                  <a:pt x="27" y="42"/>
                  <a:pt x="27" y="42"/>
                  <a:pt x="27" y="42"/>
                </a:cubicBezTo>
                <a:cubicBezTo>
                  <a:pt x="18" y="50"/>
                  <a:pt x="18" y="50"/>
                  <a:pt x="18" y="50"/>
                </a:cubicBezTo>
                <a:cubicBezTo>
                  <a:pt x="16" y="54"/>
                  <a:pt x="16" y="54"/>
                  <a:pt x="16" y="54"/>
                </a:cubicBezTo>
                <a:cubicBezTo>
                  <a:pt x="7" y="64"/>
                  <a:pt x="7" y="64"/>
                  <a:pt x="7" y="64"/>
                </a:cubicBezTo>
                <a:cubicBezTo>
                  <a:pt x="0" y="63"/>
                  <a:pt x="0" y="63"/>
                  <a:pt x="0" y="63"/>
                </a:cubicBezTo>
                <a:cubicBezTo>
                  <a:pt x="0" y="74"/>
                  <a:pt x="0" y="74"/>
                  <a:pt x="0" y="74"/>
                </a:cubicBezTo>
                <a:cubicBezTo>
                  <a:pt x="5" y="87"/>
                  <a:pt x="5" y="87"/>
                  <a:pt x="5" y="87"/>
                </a:cubicBezTo>
                <a:cubicBezTo>
                  <a:pt x="2" y="92"/>
                  <a:pt x="2" y="92"/>
                  <a:pt x="2" y="92"/>
                </a:cubicBezTo>
                <a:cubicBezTo>
                  <a:pt x="2" y="97"/>
                  <a:pt x="2" y="97"/>
                  <a:pt x="2" y="97"/>
                </a:cubicBezTo>
                <a:cubicBezTo>
                  <a:pt x="17" y="113"/>
                  <a:pt x="17" y="113"/>
                  <a:pt x="17" y="113"/>
                </a:cubicBezTo>
                <a:cubicBezTo>
                  <a:pt x="25" y="133"/>
                  <a:pt x="25" y="133"/>
                  <a:pt x="25" y="133"/>
                </a:cubicBezTo>
                <a:cubicBezTo>
                  <a:pt x="30" y="141"/>
                  <a:pt x="30" y="141"/>
                  <a:pt x="30" y="141"/>
                </a:cubicBezTo>
                <a:cubicBezTo>
                  <a:pt x="37" y="140"/>
                  <a:pt x="37" y="140"/>
                  <a:pt x="37" y="140"/>
                </a:cubicBezTo>
                <a:cubicBezTo>
                  <a:pt x="42" y="146"/>
                  <a:pt x="42" y="146"/>
                  <a:pt x="42" y="146"/>
                </a:cubicBezTo>
                <a:cubicBezTo>
                  <a:pt x="47" y="146"/>
                  <a:pt x="47" y="146"/>
                  <a:pt x="47" y="146"/>
                </a:cubicBezTo>
                <a:cubicBezTo>
                  <a:pt x="48" y="150"/>
                  <a:pt x="48" y="150"/>
                  <a:pt x="48" y="150"/>
                </a:cubicBezTo>
                <a:cubicBezTo>
                  <a:pt x="56" y="150"/>
                  <a:pt x="56" y="150"/>
                  <a:pt x="56" y="150"/>
                </a:cubicBezTo>
                <a:cubicBezTo>
                  <a:pt x="66" y="155"/>
                  <a:pt x="66" y="155"/>
                  <a:pt x="66" y="155"/>
                </a:cubicBezTo>
                <a:cubicBezTo>
                  <a:pt x="84" y="161"/>
                  <a:pt x="84" y="161"/>
                  <a:pt x="84" y="161"/>
                </a:cubicBezTo>
                <a:cubicBezTo>
                  <a:pt x="84" y="157"/>
                  <a:pt x="84" y="157"/>
                  <a:pt x="84" y="157"/>
                </a:cubicBezTo>
                <a:cubicBezTo>
                  <a:pt x="93" y="164"/>
                  <a:pt x="93" y="164"/>
                  <a:pt x="93" y="164"/>
                </a:cubicBezTo>
                <a:cubicBezTo>
                  <a:pt x="95" y="168"/>
                  <a:pt x="95" y="168"/>
                  <a:pt x="95" y="168"/>
                </a:cubicBezTo>
                <a:cubicBezTo>
                  <a:pt x="95" y="172"/>
                  <a:pt x="95" y="172"/>
                  <a:pt x="95" y="172"/>
                </a:cubicBezTo>
                <a:cubicBezTo>
                  <a:pt x="96" y="176"/>
                  <a:pt x="96" y="176"/>
                  <a:pt x="96" y="176"/>
                </a:cubicBezTo>
                <a:cubicBezTo>
                  <a:pt x="96" y="180"/>
                  <a:pt x="96" y="180"/>
                  <a:pt x="96" y="180"/>
                </a:cubicBezTo>
                <a:cubicBezTo>
                  <a:pt x="96" y="184"/>
                  <a:pt x="96" y="184"/>
                  <a:pt x="96" y="184"/>
                </a:cubicBezTo>
                <a:cubicBezTo>
                  <a:pt x="96" y="184"/>
                  <a:pt x="96" y="186"/>
                  <a:pt x="97" y="187"/>
                </a:cubicBezTo>
                <a:cubicBezTo>
                  <a:pt x="97" y="187"/>
                  <a:pt x="99" y="191"/>
                  <a:pt x="99" y="191"/>
                </a:cubicBezTo>
                <a:cubicBezTo>
                  <a:pt x="102" y="193"/>
                  <a:pt x="102" y="193"/>
                  <a:pt x="102" y="193"/>
                </a:cubicBezTo>
                <a:cubicBezTo>
                  <a:pt x="102" y="195"/>
                  <a:pt x="102" y="195"/>
                  <a:pt x="102" y="195"/>
                </a:cubicBezTo>
                <a:cubicBezTo>
                  <a:pt x="114" y="195"/>
                  <a:pt x="114" y="195"/>
                  <a:pt x="114" y="195"/>
                </a:cubicBezTo>
                <a:cubicBezTo>
                  <a:pt x="120" y="193"/>
                  <a:pt x="120" y="193"/>
                  <a:pt x="120" y="193"/>
                </a:cubicBezTo>
                <a:cubicBezTo>
                  <a:pt x="125" y="195"/>
                  <a:pt x="125" y="195"/>
                  <a:pt x="125" y="195"/>
                </a:cubicBezTo>
                <a:cubicBezTo>
                  <a:pt x="125" y="198"/>
                  <a:pt x="125" y="198"/>
                  <a:pt x="125" y="198"/>
                </a:cubicBezTo>
                <a:cubicBezTo>
                  <a:pt x="133" y="198"/>
                  <a:pt x="133" y="198"/>
                  <a:pt x="133" y="198"/>
                </a:cubicBezTo>
                <a:cubicBezTo>
                  <a:pt x="137" y="195"/>
                  <a:pt x="137" y="195"/>
                  <a:pt x="137" y="195"/>
                </a:cubicBezTo>
                <a:cubicBezTo>
                  <a:pt x="147" y="198"/>
                  <a:pt x="147" y="198"/>
                  <a:pt x="147" y="198"/>
                </a:cubicBezTo>
                <a:cubicBezTo>
                  <a:pt x="159" y="189"/>
                  <a:pt x="159" y="189"/>
                  <a:pt x="159" y="189"/>
                </a:cubicBezTo>
                <a:cubicBezTo>
                  <a:pt x="167" y="193"/>
                  <a:pt x="167" y="193"/>
                  <a:pt x="167" y="193"/>
                </a:cubicBezTo>
                <a:cubicBezTo>
                  <a:pt x="196" y="181"/>
                  <a:pt x="196" y="181"/>
                  <a:pt x="196" y="181"/>
                </a:cubicBezTo>
                <a:cubicBezTo>
                  <a:pt x="204" y="174"/>
                  <a:pt x="204" y="174"/>
                  <a:pt x="204" y="174"/>
                </a:cubicBezTo>
                <a:cubicBezTo>
                  <a:pt x="204" y="174"/>
                  <a:pt x="203" y="174"/>
                  <a:pt x="203" y="174"/>
                </a:cubicBezTo>
                <a:cubicBezTo>
                  <a:pt x="200" y="172"/>
                  <a:pt x="198" y="170"/>
                  <a:pt x="195" y="169"/>
                </a:cubicBezTo>
                <a:cubicBezTo>
                  <a:pt x="193" y="168"/>
                  <a:pt x="192" y="166"/>
                  <a:pt x="192" y="164"/>
                </a:cubicBezTo>
                <a:cubicBezTo>
                  <a:pt x="190" y="158"/>
                  <a:pt x="190" y="151"/>
                  <a:pt x="186" y="146"/>
                </a:cubicBezTo>
                <a:cubicBezTo>
                  <a:pt x="183" y="142"/>
                  <a:pt x="182" y="138"/>
                  <a:pt x="185" y="134"/>
                </a:cubicBezTo>
                <a:cubicBezTo>
                  <a:pt x="187" y="131"/>
                  <a:pt x="188" y="128"/>
                  <a:pt x="184" y="126"/>
                </a:cubicBezTo>
                <a:cubicBezTo>
                  <a:pt x="182" y="125"/>
                  <a:pt x="182" y="123"/>
                  <a:pt x="183" y="122"/>
                </a:cubicBezTo>
                <a:cubicBezTo>
                  <a:pt x="184" y="120"/>
                  <a:pt x="185" y="118"/>
                  <a:pt x="186" y="116"/>
                </a:cubicBezTo>
                <a:cubicBezTo>
                  <a:pt x="188" y="113"/>
                  <a:pt x="188" y="111"/>
                  <a:pt x="185" y="109"/>
                </a:cubicBezTo>
                <a:cubicBezTo>
                  <a:pt x="182" y="107"/>
                  <a:pt x="180" y="104"/>
                  <a:pt x="177" y="102"/>
                </a:cubicBezTo>
                <a:cubicBezTo>
                  <a:pt x="177" y="101"/>
                  <a:pt x="177" y="100"/>
                  <a:pt x="177" y="99"/>
                </a:cubicBezTo>
                <a:cubicBezTo>
                  <a:pt x="174" y="96"/>
                  <a:pt x="175" y="93"/>
                  <a:pt x="176" y="89"/>
                </a:cubicBezTo>
                <a:cubicBezTo>
                  <a:pt x="177" y="85"/>
                  <a:pt x="180" y="82"/>
                  <a:pt x="180" y="78"/>
                </a:cubicBezTo>
                <a:cubicBezTo>
                  <a:pt x="183" y="75"/>
                  <a:pt x="181" y="71"/>
                  <a:pt x="182" y="68"/>
                </a:cubicBezTo>
                <a:cubicBezTo>
                  <a:pt x="151" y="47"/>
                  <a:pt x="151" y="47"/>
                  <a:pt x="151" y="47"/>
                </a:cubicBezTo>
                <a:lnTo>
                  <a:pt x="152" y="37"/>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90" name="Freeform 19"/>
          <p:cNvSpPr>
            <a:spLocks/>
          </p:cNvSpPr>
          <p:nvPr/>
        </p:nvSpPr>
        <p:spPr bwMode="auto">
          <a:xfrm>
            <a:off x="9728199" y="5775324"/>
            <a:ext cx="92075" cy="130175"/>
          </a:xfrm>
          <a:custGeom>
            <a:avLst/>
            <a:gdLst>
              <a:gd name="T0" fmla="*/ 29437145 w 24"/>
              <a:gd name="T1" fmla="*/ 175904712 h 34"/>
              <a:gd name="T2" fmla="*/ 14716654 w 24"/>
              <a:gd name="T3" fmla="*/ 249200894 h 34"/>
              <a:gd name="T4" fmla="*/ 14716654 w 24"/>
              <a:gd name="T5" fmla="*/ 322493248 h 34"/>
              <a:gd name="T6" fmla="*/ 0 w 24"/>
              <a:gd name="T7" fmla="*/ 337153250 h 34"/>
              <a:gd name="T8" fmla="*/ 44153799 w 24"/>
              <a:gd name="T9" fmla="*/ 337153250 h 34"/>
              <a:gd name="T10" fmla="*/ 117748579 w 24"/>
              <a:gd name="T11" fmla="*/ 454421782 h 34"/>
              <a:gd name="T12" fmla="*/ 191339523 w 24"/>
              <a:gd name="T13" fmla="*/ 469081784 h 34"/>
              <a:gd name="T14" fmla="*/ 279650957 w 24"/>
              <a:gd name="T15" fmla="*/ 483737957 h 34"/>
              <a:gd name="T16" fmla="*/ 323804756 w 24"/>
              <a:gd name="T17" fmla="*/ 498397960 h 34"/>
              <a:gd name="T18" fmla="*/ 323804756 w 24"/>
              <a:gd name="T19" fmla="*/ 337153250 h 34"/>
              <a:gd name="T20" fmla="*/ 353241901 w 24"/>
              <a:gd name="T21" fmla="*/ 337153250 h 34"/>
              <a:gd name="T22" fmla="*/ 353241901 w 24"/>
              <a:gd name="T23" fmla="*/ 102612358 h 34"/>
              <a:gd name="T24" fmla="*/ 323804756 w 24"/>
              <a:gd name="T25" fmla="*/ 73292354 h 34"/>
              <a:gd name="T26" fmla="*/ 132465233 w 24"/>
              <a:gd name="T27" fmla="*/ 0 h 34"/>
              <a:gd name="T28" fmla="*/ 29437145 w 24"/>
              <a:gd name="T29" fmla="*/ 175904712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 h="34">
                <a:moveTo>
                  <a:pt x="2" y="12"/>
                </a:moveTo>
                <a:cubicBezTo>
                  <a:pt x="1" y="17"/>
                  <a:pt x="1" y="17"/>
                  <a:pt x="1" y="17"/>
                </a:cubicBezTo>
                <a:cubicBezTo>
                  <a:pt x="1" y="22"/>
                  <a:pt x="1" y="22"/>
                  <a:pt x="1" y="22"/>
                </a:cubicBezTo>
                <a:cubicBezTo>
                  <a:pt x="0" y="23"/>
                  <a:pt x="0" y="23"/>
                  <a:pt x="0" y="23"/>
                </a:cubicBezTo>
                <a:cubicBezTo>
                  <a:pt x="3" y="23"/>
                  <a:pt x="3" y="23"/>
                  <a:pt x="3" y="23"/>
                </a:cubicBezTo>
                <a:cubicBezTo>
                  <a:pt x="8" y="31"/>
                  <a:pt x="8" y="31"/>
                  <a:pt x="8" y="31"/>
                </a:cubicBezTo>
                <a:cubicBezTo>
                  <a:pt x="13" y="32"/>
                  <a:pt x="13" y="32"/>
                  <a:pt x="13" y="32"/>
                </a:cubicBezTo>
                <a:cubicBezTo>
                  <a:pt x="13" y="32"/>
                  <a:pt x="19" y="33"/>
                  <a:pt x="19" y="33"/>
                </a:cubicBezTo>
                <a:cubicBezTo>
                  <a:pt x="19" y="33"/>
                  <a:pt x="22" y="34"/>
                  <a:pt x="22" y="34"/>
                </a:cubicBezTo>
                <a:cubicBezTo>
                  <a:pt x="22" y="23"/>
                  <a:pt x="22" y="23"/>
                  <a:pt x="22" y="23"/>
                </a:cubicBezTo>
                <a:cubicBezTo>
                  <a:pt x="24" y="23"/>
                  <a:pt x="24" y="23"/>
                  <a:pt x="24" y="23"/>
                </a:cubicBezTo>
                <a:cubicBezTo>
                  <a:pt x="24" y="7"/>
                  <a:pt x="24" y="7"/>
                  <a:pt x="24" y="7"/>
                </a:cubicBezTo>
                <a:cubicBezTo>
                  <a:pt x="22" y="5"/>
                  <a:pt x="22" y="5"/>
                  <a:pt x="22" y="5"/>
                </a:cubicBezTo>
                <a:cubicBezTo>
                  <a:pt x="9" y="0"/>
                  <a:pt x="9" y="0"/>
                  <a:pt x="9" y="0"/>
                </a:cubicBezTo>
                <a:lnTo>
                  <a:pt x="2" y="12"/>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91" name="Freeform 20"/>
          <p:cNvSpPr>
            <a:spLocks/>
          </p:cNvSpPr>
          <p:nvPr/>
        </p:nvSpPr>
        <p:spPr bwMode="auto">
          <a:xfrm>
            <a:off x="9099549" y="2324100"/>
            <a:ext cx="1169988" cy="925513"/>
          </a:xfrm>
          <a:custGeom>
            <a:avLst/>
            <a:gdLst>
              <a:gd name="T0" fmla="*/ 2147483646 w 307"/>
              <a:gd name="T1" fmla="*/ 1015432491 h 243"/>
              <a:gd name="T2" fmla="*/ 2147483646 w 307"/>
              <a:gd name="T3" fmla="*/ 594754459 h 243"/>
              <a:gd name="T4" fmla="*/ 2147483646 w 307"/>
              <a:gd name="T5" fmla="*/ 275616248 h 243"/>
              <a:gd name="T6" fmla="*/ 2147483646 w 307"/>
              <a:gd name="T7" fmla="*/ 43518154 h 243"/>
              <a:gd name="T8" fmla="*/ 2147483646 w 307"/>
              <a:gd name="T9" fmla="*/ 130554463 h 243"/>
              <a:gd name="T10" fmla="*/ 2147483646 w 307"/>
              <a:gd name="T11" fmla="*/ 43518154 h 243"/>
              <a:gd name="T12" fmla="*/ 2147483646 w 307"/>
              <a:gd name="T13" fmla="*/ 0 h 243"/>
              <a:gd name="T14" fmla="*/ 856915218 w 307"/>
              <a:gd name="T15" fmla="*/ 43518154 h 243"/>
              <a:gd name="T16" fmla="*/ 580958113 w 307"/>
              <a:gd name="T17" fmla="*/ 623765292 h 243"/>
              <a:gd name="T18" fmla="*/ 580958113 w 307"/>
              <a:gd name="T19" fmla="*/ 1827777723 h 243"/>
              <a:gd name="T20" fmla="*/ 305004820 w 307"/>
              <a:gd name="T21" fmla="*/ 1871295877 h 243"/>
              <a:gd name="T22" fmla="*/ 319528677 w 307"/>
              <a:gd name="T23" fmla="*/ 1914814032 h 243"/>
              <a:gd name="T24" fmla="*/ 246909389 w 307"/>
              <a:gd name="T25" fmla="*/ 2030861174 h 243"/>
              <a:gd name="T26" fmla="*/ 188810148 w 307"/>
              <a:gd name="T27" fmla="*/ 2103393971 h 243"/>
              <a:gd name="T28" fmla="*/ 174286291 w 307"/>
              <a:gd name="T29" fmla="*/ 2147483646 h 243"/>
              <a:gd name="T30" fmla="*/ 72619288 w 307"/>
              <a:gd name="T31" fmla="*/ 2147483646 h 243"/>
              <a:gd name="T32" fmla="*/ 0 w 307"/>
              <a:gd name="T33" fmla="*/ 2147483646 h 243"/>
              <a:gd name="T34" fmla="*/ 101667003 w 307"/>
              <a:gd name="T35" fmla="*/ 2147483646 h 243"/>
              <a:gd name="T36" fmla="*/ 145238576 w 307"/>
              <a:gd name="T37" fmla="*/ 2147483646 h 243"/>
              <a:gd name="T38" fmla="*/ 217861674 w 307"/>
              <a:gd name="T39" fmla="*/ 2147483646 h 243"/>
              <a:gd name="T40" fmla="*/ 305004820 w 307"/>
              <a:gd name="T41" fmla="*/ 2147483646 h 243"/>
              <a:gd name="T42" fmla="*/ 464767253 w 307"/>
              <a:gd name="T43" fmla="*/ 2147483646 h 243"/>
              <a:gd name="T44" fmla="*/ 566434256 w 307"/>
              <a:gd name="T45" fmla="*/ 2147483646 h 243"/>
              <a:gd name="T46" fmla="*/ 856915218 w 307"/>
              <a:gd name="T47" fmla="*/ 2147483646 h 243"/>
              <a:gd name="T48" fmla="*/ 1089300749 w 307"/>
              <a:gd name="T49" fmla="*/ 2147483646 h 243"/>
              <a:gd name="T50" fmla="*/ 1220015467 w 307"/>
              <a:gd name="T51" fmla="*/ 2147483646 h 243"/>
              <a:gd name="T52" fmla="*/ 1626687290 w 307"/>
              <a:gd name="T53" fmla="*/ 2147483646 h 243"/>
              <a:gd name="T54" fmla="*/ 1917168252 w 307"/>
              <a:gd name="T55" fmla="*/ 2147483646 h 243"/>
              <a:gd name="T56" fmla="*/ 2047882970 w 307"/>
              <a:gd name="T57" fmla="*/ 2147483646 h 243"/>
              <a:gd name="T58" fmla="*/ 2147483646 w 307"/>
              <a:gd name="T59" fmla="*/ 2147483646 h 243"/>
              <a:gd name="T60" fmla="*/ 2147483646 w 307"/>
              <a:gd name="T61" fmla="*/ 2147483646 h 243"/>
              <a:gd name="T62" fmla="*/ 2147483646 w 307"/>
              <a:gd name="T63" fmla="*/ 2147483646 h 243"/>
              <a:gd name="T64" fmla="*/ 2147483646 w 307"/>
              <a:gd name="T65" fmla="*/ 2147483646 h 243"/>
              <a:gd name="T66" fmla="*/ 2147483646 w 307"/>
              <a:gd name="T67" fmla="*/ 2147483646 h 243"/>
              <a:gd name="T68" fmla="*/ 2147483646 w 307"/>
              <a:gd name="T69" fmla="*/ 2147483646 h 243"/>
              <a:gd name="T70" fmla="*/ 2147483646 w 307"/>
              <a:gd name="T71" fmla="*/ 2147483646 h 243"/>
              <a:gd name="T72" fmla="*/ 2147483646 w 307"/>
              <a:gd name="T73" fmla="*/ 2147483646 h 243"/>
              <a:gd name="T74" fmla="*/ 2147483646 w 307"/>
              <a:gd name="T75" fmla="*/ 2147483646 h 243"/>
              <a:gd name="T76" fmla="*/ 2147483646 w 307"/>
              <a:gd name="T77" fmla="*/ 2147483646 h 243"/>
              <a:gd name="T78" fmla="*/ 2147483646 w 307"/>
              <a:gd name="T79" fmla="*/ 2147483646 h 243"/>
              <a:gd name="T80" fmla="*/ 2147483646 w 307"/>
              <a:gd name="T81" fmla="*/ 2147483646 h 243"/>
              <a:gd name="T82" fmla="*/ 2147483646 w 307"/>
              <a:gd name="T83" fmla="*/ 2147483646 h 243"/>
              <a:gd name="T84" fmla="*/ 2147483646 w 307"/>
              <a:gd name="T85" fmla="*/ 2147483646 h 243"/>
              <a:gd name="T86" fmla="*/ 2147483646 w 307"/>
              <a:gd name="T87" fmla="*/ 1682715938 h 243"/>
              <a:gd name="T88" fmla="*/ 2147483646 w 307"/>
              <a:gd name="T89" fmla="*/ 1436110524 h 243"/>
              <a:gd name="T90" fmla="*/ 2147483646 w 307"/>
              <a:gd name="T91" fmla="*/ 1378085048 h 243"/>
              <a:gd name="T92" fmla="*/ 2147483646 w 307"/>
              <a:gd name="T93" fmla="*/ 1189505109 h 2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07" h="243">
                <a:moveTo>
                  <a:pt x="297" y="72"/>
                </a:moveTo>
                <a:cubicBezTo>
                  <a:pt x="296" y="71"/>
                  <a:pt x="294" y="71"/>
                  <a:pt x="292" y="70"/>
                </a:cubicBezTo>
                <a:cubicBezTo>
                  <a:pt x="290" y="70"/>
                  <a:pt x="288" y="69"/>
                  <a:pt x="288" y="67"/>
                </a:cubicBezTo>
                <a:cubicBezTo>
                  <a:pt x="286" y="58"/>
                  <a:pt x="284" y="50"/>
                  <a:pt x="285" y="41"/>
                </a:cubicBezTo>
                <a:cubicBezTo>
                  <a:pt x="286" y="34"/>
                  <a:pt x="282" y="28"/>
                  <a:pt x="284" y="21"/>
                </a:cubicBezTo>
                <a:cubicBezTo>
                  <a:pt x="284" y="20"/>
                  <a:pt x="283" y="19"/>
                  <a:pt x="282" y="19"/>
                </a:cubicBezTo>
                <a:cubicBezTo>
                  <a:pt x="279" y="15"/>
                  <a:pt x="278" y="12"/>
                  <a:pt x="278" y="7"/>
                </a:cubicBezTo>
                <a:cubicBezTo>
                  <a:pt x="278" y="6"/>
                  <a:pt x="279" y="4"/>
                  <a:pt x="278" y="3"/>
                </a:cubicBezTo>
                <a:cubicBezTo>
                  <a:pt x="226" y="3"/>
                  <a:pt x="226" y="3"/>
                  <a:pt x="226" y="3"/>
                </a:cubicBezTo>
                <a:cubicBezTo>
                  <a:pt x="221" y="9"/>
                  <a:pt x="221" y="9"/>
                  <a:pt x="221" y="9"/>
                </a:cubicBezTo>
                <a:cubicBezTo>
                  <a:pt x="216" y="9"/>
                  <a:pt x="216" y="9"/>
                  <a:pt x="216" y="9"/>
                </a:cubicBezTo>
                <a:cubicBezTo>
                  <a:pt x="208" y="3"/>
                  <a:pt x="208" y="3"/>
                  <a:pt x="208" y="3"/>
                </a:cubicBezTo>
                <a:cubicBezTo>
                  <a:pt x="177" y="3"/>
                  <a:pt x="177" y="3"/>
                  <a:pt x="177" y="3"/>
                </a:cubicBezTo>
                <a:cubicBezTo>
                  <a:pt x="176" y="0"/>
                  <a:pt x="176" y="0"/>
                  <a:pt x="176" y="0"/>
                </a:cubicBezTo>
                <a:cubicBezTo>
                  <a:pt x="174" y="3"/>
                  <a:pt x="174" y="3"/>
                  <a:pt x="174" y="3"/>
                </a:cubicBezTo>
                <a:cubicBezTo>
                  <a:pt x="59" y="3"/>
                  <a:pt x="59" y="3"/>
                  <a:pt x="59" y="3"/>
                </a:cubicBezTo>
                <a:cubicBezTo>
                  <a:pt x="59" y="43"/>
                  <a:pt x="59" y="43"/>
                  <a:pt x="59" y="43"/>
                </a:cubicBezTo>
                <a:cubicBezTo>
                  <a:pt x="40" y="43"/>
                  <a:pt x="40" y="43"/>
                  <a:pt x="40" y="43"/>
                </a:cubicBezTo>
                <a:cubicBezTo>
                  <a:pt x="40" y="53"/>
                  <a:pt x="40" y="53"/>
                  <a:pt x="40" y="53"/>
                </a:cubicBezTo>
                <a:cubicBezTo>
                  <a:pt x="40" y="126"/>
                  <a:pt x="40" y="126"/>
                  <a:pt x="40" y="126"/>
                </a:cubicBezTo>
                <a:cubicBezTo>
                  <a:pt x="24" y="125"/>
                  <a:pt x="24" y="125"/>
                  <a:pt x="24" y="125"/>
                </a:cubicBezTo>
                <a:cubicBezTo>
                  <a:pt x="24" y="125"/>
                  <a:pt x="21" y="129"/>
                  <a:pt x="21" y="129"/>
                </a:cubicBezTo>
                <a:cubicBezTo>
                  <a:pt x="21" y="130"/>
                  <a:pt x="20" y="131"/>
                  <a:pt x="20" y="131"/>
                </a:cubicBezTo>
                <a:cubicBezTo>
                  <a:pt x="20" y="132"/>
                  <a:pt x="22" y="132"/>
                  <a:pt x="22" y="132"/>
                </a:cubicBezTo>
                <a:cubicBezTo>
                  <a:pt x="22" y="135"/>
                  <a:pt x="22" y="135"/>
                  <a:pt x="22" y="135"/>
                </a:cubicBezTo>
                <a:cubicBezTo>
                  <a:pt x="17" y="140"/>
                  <a:pt x="17" y="140"/>
                  <a:pt x="17" y="140"/>
                </a:cubicBezTo>
                <a:cubicBezTo>
                  <a:pt x="17" y="145"/>
                  <a:pt x="17" y="145"/>
                  <a:pt x="17" y="145"/>
                </a:cubicBezTo>
                <a:cubicBezTo>
                  <a:pt x="13" y="145"/>
                  <a:pt x="13" y="145"/>
                  <a:pt x="13" y="145"/>
                </a:cubicBezTo>
                <a:cubicBezTo>
                  <a:pt x="10" y="148"/>
                  <a:pt x="10" y="148"/>
                  <a:pt x="10" y="148"/>
                </a:cubicBezTo>
                <a:cubicBezTo>
                  <a:pt x="10" y="148"/>
                  <a:pt x="12" y="152"/>
                  <a:pt x="12" y="153"/>
                </a:cubicBezTo>
                <a:cubicBezTo>
                  <a:pt x="13" y="153"/>
                  <a:pt x="12" y="156"/>
                  <a:pt x="12" y="156"/>
                </a:cubicBezTo>
                <a:cubicBezTo>
                  <a:pt x="5" y="162"/>
                  <a:pt x="5" y="162"/>
                  <a:pt x="5" y="162"/>
                </a:cubicBezTo>
                <a:cubicBezTo>
                  <a:pt x="8" y="171"/>
                  <a:pt x="8" y="171"/>
                  <a:pt x="8" y="171"/>
                </a:cubicBezTo>
                <a:cubicBezTo>
                  <a:pt x="0" y="181"/>
                  <a:pt x="0" y="181"/>
                  <a:pt x="0" y="181"/>
                </a:cubicBezTo>
                <a:cubicBezTo>
                  <a:pt x="2" y="184"/>
                  <a:pt x="2" y="184"/>
                  <a:pt x="2" y="184"/>
                </a:cubicBezTo>
                <a:cubicBezTo>
                  <a:pt x="7" y="181"/>
                  <a:pt x="7" y="181"/>
                  <a:pt x="7" y="181"/>
                </a:cubicBezTo>
                <a:cubicBezTo>
                  <a:pt x="12" y="184"/>
                  <a:pt x="12" y="184"/>
                  <a:pt x="12" y="184"/>
                </a:cubicBezTo>
                <a:cubicBezTo>
                  <a:pt x="10" y="188"/>
                  <a:pt x="10" y="188"/>
                  <a:pt x="10" y="188"/>
                </a:cubicBezTo>
                <a:cubicBezTo>
                  <a:pt x="13" y="194"/>
                  <a:pt x="13" y="194"/>
                  <a:pt x="13" y="194"/>
                </a:cubicBezTo>
                <a:cubicBezTo>
                  <a:pt x="15" y="195"/>
                  <a:pt x="15" y="195"/>
                  <a:pt x="15" y="195"/>
                </a:cubicBezTo>
                <a:cubicBezTo>
                  <a:pt x="14" y="203"/>
                  <a:pt x="14" y="203"/>
                  <a:pt x="14" y="203"/>
                </a:cubicBezTo>
                <a:cubicBezTo>
                  <a:pt x="21" y="208"/>
                  <a:pt x="21" y="208"/>
                  <a:pt x="21" y="208"/>
                </a:cubicBezTo>
                <a:cubicBezTo>
                  <a:pt x="20" y="216"/>
                  <a:pt x="20" y="216"/>
                  <a:pt x="20" y="216"/>
                </a:cubicBezTo>
                <a:cubicBezTo>
                  <a:pt x="32" y="232"/>
                  <a:pt x="32" y="232"/>
                  <a:pt x="32" y="232"/>
                </a:cubicBezTo>
                <a:cubicBezTo>
                  <a:pt x="34" y="238"/>
                  <a:pt x="34" y="238"/>
                  <a:pt x="34" y="238"/>
                </a:cubicBezTo>
                <a:cubicBezTo>
                  <a:pt x="39" y="239"/>
                  <a:pt x="39" y="239"/>
                  <a:pt x="39" y="239"/>
                </a:cubicBezTo>
                <a:cubicBezTo>
                  <a:pt x="55" y="237"/>
                  <a:pt x="55" y="237"/>
                  <a:pt x="55" y="237"/>
                </a:cubicBezTo>
                <a:cubicBezTo>
                  <a:pt x="59" y="233"/>
                  <a:pt x="59" y="233"/>
                  <a:pt x="59" y="233"/>
                </a:cubicBezTo>
                <a:cubicBezTo>
                  <a:pt x="60" y="227"/>
                  <a:pt x="60" y="227"/>
                  <a:pt x="60" y="227"/>
                </a:cubicBezTo>
                <a:cubicBezTo>
                  <a:pt x="75" y="226"/>
                  <a:pt x="75" y="226"/>
                  <a:pt x="75" y="226"/>
                </a:cubicBezTo>
                <a:cubicBezTo>
                  <a:pt x="75" y="230"/>
                  <a:pt x="75" y="230"/>
                  <a:pt x="75" y="230"/>
                </a:cubicBezTo>
                <a:cubicBezTo>
                  <a:pt x="84" y="242"/>
                  <a:pt x="84" y="242"/>
                  <a:pt x="84" y="242"/>
                </a:cubicBezTo>
                <a:cubicBezTo>
                  <a:pt x="94" y="242"/>
                  <a:pt x="94" y="242"/>
                  <a:pt x="94" y="242"/>
                </a:cubicBezTo>
                <a:cubicBezTo>
                  <a:pt x="112" y="240"/>
                  <a:pt x="112" y="240"/>
                  <a:pt x="112" y="240"/>
                </a:cubicBezTo>
                <a:cubicBezTo>
                  <a:pt x="110" y="231"/>
                  <a:pt x="110" y="231"/>
                  <a:pt x="110" y="231"/>
                </a:cubicBezTo>
                <a:cubicBezTo>
                  <a:pt x="132" y="230"/>
                  <a:pt x="132" y="230"/>
                  <a:pt x="132" y="230"/>
                </a:cubicBezTo>
                <a:cubicBezTo>
                  <a:pt x="132" y="239"/>
                  <a:pt x="132" y="239"/>
                  <a:pt x="132" y="239"/>
                </a:cubicBezTo>
                <a:cubicBezTo>
                  <a:pt x="141" y="238"/>
                  <a:pt x="141" y="238"/>
                  <a:pt x="141" y="238"/>
                </a:cubicBezTo>
                <a:cubicBezTo>
                  <a:pt x="142" y="231"/>
                  <a:pt x="142" y="231"/>
                  <a:pt x="142" y="231"/>
                </a:cubicBezTo>
                <a:cubicBezTo>
                  <a:pt x="150" y="228"/>
                  <a:pt x="150" y="228"/>
                  <a:pt x="150" y="228"/>
                </a:cubicBezTo>
                <a:cubicBezTo>
                  <a:pt x="166" y="239"/>
                  <a:pt x="166" y="239"/>
                  <a:pt x="166" y="239"/>
                </a:cubicBezTo>
                <a:cubicBezTo>
                  <a:pt x="175" y="236"/>
                  <a:pt x="175" y="236"/>
                  <a:pt x="175" y="236"/>
                </a:cubicBezTo>
                <a:cubicBezTo>
                  <a:pt x="187" y="220"/>
                  <a:pt x="187" y="220"/>
                  <a:pt x="187" y="220"/>
                </a:cubicBezTo>
                <a:cubicBezTo>
                  <a:pt x="196" y="214"/>
                  <a:pt x="196" y="214"/>
                  <a:pt x="196" y="214"/>
                </a:cubicBezTo>
                <a:cubicBezTo>
                  <a:pt x="194" y="201"/>
                  <a:pt x="194" y="201"/>
                  <a:pt x="194" y="201"/>
                </a:cubicBezTo>
                <a:cubicBezTo>
                  <a:pt x="189" y="197"/>
                  <a:pt x="189" y="197"/>
                  <a:pt x="189" y="197"/>
                </a:cubicBezTo>
                <a:cubicBezTo>
                  <a:pt x="200" y="197"/>
                  <a:pt x="200" y="197"/>
                  <a:pt x="200" y="197"/>
                </a:cubicBezTo>
                <a:cubicBezTo>
                  <a:pt x="200" y="192"/>
                  <a:pt x="200" y="192"/>
                  <a:pt x="200" y="192"/>
                </a:cubicBezTo>
                <a:cubicBezTo>
                  <a:pt x="211" y="192"/>
                  <a:pt x="211" y="192"/>
                  <a:pt x="211" y="192"/>
                </a:cubicBezTo>
                <a:cubicBezTo>
                  <a:pt x="208" y="201"/>
                  <a:pt x="208" y="201"/>
                  <a:pt x="208" y="201"/>
                </a:cubicBezTo>
                <a:cubicBezTo>
                  <a:pt x="210" y="219"/>
                  <a:pt x="210" y="219"/>
                  <a:pt x="210" y="219"/>
                </a:cubicBezTo>
                <a:cubicBezTo>
                  <a:pt x="223" y="230"/>
                  <a:pt x="223" y="230"/>
                  <a:pt x="223" y="230"/>
                </a:cubicBezTo>
                <a:cubicBezTo>
                  <a:pt x="223" y="234"/>
                  <a:pt x="223" y="234"/>
                  <a:pt x="223" y="234"/>
                </a:cubicBezTo>
                <a:cubicBezTo>
                  <a:pt x="221" y="242"/>
                  <a:pt x="221" y="242"/>
                  <a:pt x="221" y="242"/>
                </a:cubicBezTo>
                <a:cubicBezTo>
                  <a:pt x="226" y="243"/>
                  <a:pt x="226" y="243"/>
                  <a:pt x="226" y="243"/>
                </a:cubicBezTo>
                <a:cubicBezTo>
                  <a:pt x="230" y="232"/>
                  <a:pt x="230" y="232"/>
                  <a:pt x="230" y="232"/>
                </a:cubicBezTo>
                <a:cubicBezTo>
                  <a:pt x="230" y="229"/>
                  <a:pt x="230" y="229"/>
                  <a:pt x="230" y="229"/>
                </a:cubicBezTo>
                <a:cubicBezTo>
                  <a:pt x="229" y="227"/>
                  <a:pt x="229" y="227"/>
                  <a:pt x="229" y="227"/>
                </a:cubicBezTo>
                <a:cubicBezTo>
                  <a:pt x="229" y="223"/>
                  <a:pt x="229" y="223"/>
                  <a:pt x="229" y="223"/>
                </a:cubicBezTo>
                <a:cubicBezTo>
                  <a:pt x="235" y="216"/>
                  <a:pt x="235" y="216"/>
                  <a:pt x="235" y="216"/>
                </a:cubicBezTo>
                <a:cubicBezTo>
                  <a:pt x="238" y="220"/>
                  <a:pt x="238" y="220"/>
                  <a:pt x="238" y="220"/>
                </a:cubicBezTo>
                <a:cubicBezTo>
                  <a:pt x="242" y="217"/>
                  <a:pt x="242" y="217"/>
                  <a:pt x="242" y="217"/>
                </a:cubicBezTo>
                <a:cubicBezTo>
                  <a:pt x="243" y="201"/>
                  <a:pt x="243" y="201"/>
                  <a:pt x="243" y="201"/>
                </a:cubicBezTo>
                <a:cubicBezTo>
                  <a:pt x="254" y="183"/>
                  <a:pt x="254" y="183"/>
                  <a:pt x="254" y="183"/>
                </a:cubicBezTo>
                <a:cubicBezTo>
                  <a:pt x="263" y="183"/>
                  <a:pt x="263" y="183"/>
                  <a:pt x="263" y="183"/>
                </a:cubicBezTo>
                <a:cubicBezTo>
                  <a:pt x="270" y="153"/>
                  <a:pt x="270" y="153"/>
                  <a:pt x="270" y="153"/>
                </a:cubicBezTo>
                <a:cubicBezTo>
                  <a:pt x="268" y="136"/>
                  <a:pt x="268" y="136"/>
                  <a:pt x="268" y="136"/>
                </a:cubicBezTo>
                <a:cubicBezTo>
                  <a:pt x="278" y="116"/>
                  <a:pt x="278" y="116"/>
                  <a:pt x="278" y="116"/>
                </a:cubicBezTo>
                <a:cubicBezTo>
                  <a:pt x="276" y="109"/>
                  <a:pt x="276" y="109"/>
                  <a:pt x="276" y="109"/>
                </a:cubicBezTo>
                <a:cubicBezTo>
                  <a:pt x="279" y="99"/>
                  <a:pt x="279" y="99"/>
                  <a:pt x="279" y="99"/>
                </a:cubicBezTo>
                <a:cubicBezTo>
                  <a:pt x="286" y="100"/>
                  <a:pt x="286" y="100"/>
                  <a:pt x="286" y="100"/>
                </a:cubicBezTo>
                <a:cubicBezTo>
                  <a:pt x="288" y="95"/>
                  <a:pt x="288" y="95"/>
                  <a:pt x="288" y="95"/>
                </a:cubicBezTo>
                <a:cubicBezTo>
                  <a:pt x="301" y="90"/>
                  <a:pt x="301" y="90"/>
                  <a:pt x="301" y="90"/>
                </a:cubicBezTo>
                <a:cubicBezTo>
                  <a:pt x="307" y="82"/>
                  <a:pt x="307" y="82"/>
                  <a:pt x="307" y="82"/>
                </a:cubicBezTo>
                <a:cubicBezTo>
                  <a:pt x="303" y="79"/>
                  <a:pt x="300" y="76"/>
                  <a:pt x="297" y="72"/>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3092" name="Freeform 21"/>
          <p:cNvSpPr>
            <a:spLocks/>
          </p:cNvSpPr>
          <p:nvPr/>
        </p:nvSpPr>
        <p:spPr bwMode="auto">
          <a:xfrm>
            <a:off x="9210674" y="3054350"/>
            <a:ext cx="876300" cy="614363"/>
          </a:xfrm>
          <a:custGeom>
            <a:avLst/>
            <a:gdLst>
              <a:gd name="T0" fmla="*/ 1171873450 w 552"/>
              <a:gd name="T1" fmla="*/ 231854564 h 387"/>
              <a:gd name="T2" fmla="*/ 1081147825 w 552"/>
              <a:gd name="T3" fmla="*/ 55443483 h 387"/>
              <a:gd name="T4" fmla="*/ 1033264063 w 552"/>
              <a:gd name="T5" fmla="*/ 0 h 387"/>
              <a:gd name="T6" fmla="*/ 967740000 w 552"/>
              <a:gd name="T7" fmla="*/ 30241900 h 387"/>
              <a:gd name="T8" fmla="*/ 1008062500 w 552"/>
              <a:gd name="T9" fmla="*/ 133569184 h 387"/>
              <a:gd name="T10" fmla="*/ 882054688 w 552"/>
              <a:gd name="T11" fmla="*/ 267136780 h 387"/>
              <a:gd name="T12" fmla="*/ 730845313 w 552"/>
              <a:gd name="T13" fmla="*/ 219254566 h 387"/>
              <a:gd name="T14" fmla="*/ 675401875 w 552"/>
              <a:gd name="T15" fmla="*/ 279738365 h 387"/>
              <a:gd name="T16" fmla="*/ 584676250 w 552"/>
              <a:gd name="T17" fmla="*/ 322580263 h 387"/>
              <a:gd name="T18" fmla="*/ 501511888 w 552"/>
              <a:gd name="T19" fmla="*/ 292338363 h 387"/>
              <a:gd name="T20" fmla="*/ 332660625 w 552"/>
              <a:gd name="T21" fmla="*/ 302418996 h 387"/>
              <a:gd name="T22" fmla="*/ 277217188 w 552"/>
              <a:gd name="T23" fmla="*/ 206652981 h 387"/>
              <a:gd name="T24" fmla="*/ 181451250 w 552"/>
              <a:gd name="T25" fmla="*/ 249496466 h 387"/>
              <a:gd name="T26" fmla="*/ 60483750 w 552"/>
              <a:gd name="T27" fmla="*/ 284778682 h 387"/>
              <a:gd name="T28" fmla="*/ 30241875 w 552"/>
              <a:gd name="T29" fmla="*/ 332660896 h 387"/>
              <a:gd name="T30" fmla="*/ 22682200 w 552"/>
              <a:gd name="T31" fmla="*/ 362902795 h 387"/>
              <a:gd name="T32" fmla="*/ 95765938 w 552"/>
              <a:gd name="T33" fmla="*/ 393144695 h 387"/>
              <a:gd name="T34" fmla="*/ 78125638 w 552"/>
              <a:gd name="T35" fmla="*/ 430947863 h 387"/>
              <a:gd name="T36" fmla="*/ 163810950 w 552"/>
              <a:gd name="T37" fmla="*/ 453628494 h 387"/>
              <a:gd name="T38" fmla="*/ 199093138 w 552"/>
              <a:gd name="T39" fmla="*/ 534273560 h 387"/>
              <a:gd name="T40" fmla="*/ 302418750 w 552"/>
              <a:gd name="T41" fmla="*/ 612399261 h 387"/>
              <a:gd name="T42" fmla="*/ 320060638 w 552"/>
              <a:gd name="T43" fmla="*/ 647681477 h 387"/>
              <a:gd name="T44" fmla="*/ 337700938 w 552"/>
              <a:gd name="T45" fmla="*/ 690523374 h 387"/>
              <a:gd name="T46" fmla="*/ 453628125 w 552"/>
              <a:gd name="T47" fmla="*/ 811490973 h 387"/>
              <a:gd name="T48" fmla="*/ 488910313 w 552"/>
              <a:gd name="T49" fmla="*/ 859374774 h 387"/>
              <a:gd name="T50" fmla="*/ 597277825 w 552"/>
              <a:gd name="T51" fmla="*/ 859374774 h 387"/>
              <a:gd name="T52" fmla="*/ 665321250 w 552"/>
              <a:gd name="T53" fmla="*/ 871974772 h 387"/>
              <a:gd name="T54" fmla="*/ 713205013 w 552"/>
              <a:gd name="T55" fmla="*/ 859374774 h 387"/>
              <a:gd name="T56" fmla="*/ 756046875 w 552"/>
              <a:gd name="T57" fmla="*/ 907256988 h 387"/>
              <a:gd name="T58" fmla="*/ 791329063 w 552"/>
              <a:gd name="T59" fmla="*/ 937498888 h 387"/>
              <a:gd name="T60" fmla="*/ 821570938 w 552"/>
              <a:gd name="T61" fmla="*/ 957660154 h 387"/>
              <a:gd name="T62" fmla="*/ 856853125 w 552"/>
              <a:gd name="T63" fmla="*/ 945060157 h 387"/>
              <a:gd name="T64" fmla="*/ 929938450 w 552"/>
              <a:gd name="T65" fmla="*/ 945060157 h 387"/>
              <a:gd name="T66" fmla="*/ 977820625 w 552"/>
              <a:gd name="T67" fmla="*/ 975302056 h 387"/>
              <a:gd name="T68" fmla="*/ 1058465625 w 552"/>
              <a:gd name="T69" fmla="*/ 932458571 h 387"/>
              <a:gd name="T70" fmla="*/ 1179433125 w 552"/>
              <a:gd name="T71" fmla="*/ 889616674 h 387"/>
              <a:gd name="T72" fmla="*/ 1275199063 w 552"/>
              <a:gd name="T73" fmla="*/ 829132875 h 387"/>
              <a:gd name="T74" fmla="*/ 1330642500 w 552"/>
              <a:gd name="T75" fmla="*/ 816531290 h 387"/>
              <a:gd name="T76" fmla="*/ 1353324700 w 552"/>
              <a:gd name="T77" fmla="*/ 846773189 h 387"/>
              <a:gd name="T78" fmla="*/ 1378526263 w 552"/>
              <a:gd name="T79" fmla="*/ 829132875 h 387"/>
              <a:gd name="T80" fmla="*/ 1383566575 w 552"/>
              <a:gd name="T81" fmla="*/ 768649076 h 387"/>
              <a:gd name="T82" fmla="*/ 1287800638 w 552"/>
              <a:gd name="T83" fmla="*/ 703124960 h 387"/>
              <a:gd name="T84" fmla="*/ 1227316888 w 552"/>
              <a:gd name="T85" fmla="*/ 594757359 h 387"/>
              <a:gd name="T86" fmla="*/ 1159271875 w 552"/>
              <a:gd name="T87" fmla="*/ 521673562 h 387"/>
              <a:gd name="T88" fmla="*/ 1081147825 w 552"/>
              <a:gd name="T89" fmla="*/ 461189763 h 387"/>
              <a:gd name="T90" fmla="*/ 1129030000 w 552"/>
              <a:gd name="T91" fmla="*/ 423386595 h 387"/>
              <a:gd name="T92" fmla="*/ 1189513750 w 552"/>
              <a:gd name="T93" fmla="*/ 413305961 h 387"/>
              <a:gd name="T94" fmla="*/ 1159271875 w 552"/>
              <a:gd name="T95" fmla="*/ 302418996 h 38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52" h="387">
                <a:moveTo>
                  <a:pt x="465" y="101"/>
                </a:moveTo>
                <a:lnTo>
                  <a:pt x="465" y="92"/>
                </a:lnTo>
                <a:lnTo>
                  <a:pt x="434" y="65"/>
                </a:lnTo>
                <a:lnTo>
                  <a:pt x="429" y="22"/>
                </a:lnTo>
                <a:lnTo>
                  <a:pt x="436" y="0"/>
                </a:lnTo>
                <a:lnTo>
                  <a:pt x="410" y="0"/>
                </a:lnTo>
                <a:lnTo>
                  <a:pt x="410" y="12"/>
                </a:lnTo>
                <a:lnTo>
                  <a:pt x="384" y="12"/>
                </a:lnTo>
                <a:lnTo>
                  <a:pt x="396" y="22"/>
                </a:lnTo>
                <a:lnTo>
                  <a:pt x="400" y="53"/>
                </a:lnTo>
                <a:lnTo>
                  <a:pt x="379" y="68"/>
                </a:lnTo>
                <a:lnTo>
                  <a:pt x="350" y="106"/>
                </a:lnTo>
                <a:lnTo>
                  <a:pt x="328" y="113"/>
                </a:lnTo>
                <a:lnTo>
                  <a:pt x="290" y="87"/>
                </a:lnTo>
                <a:lnTo>
                  <a:pt x="271" y="94"/>
                </a:lnTo>
                <a:lnTo>
                  <a:pt x="268" y="111"/>
                </a:lnTo>
                <a:lnTo>
                  <a:pt x="247" y="113"/>
                </a:lnTo>
                <a:lnTo>
                  <a:pt x="232" y="128"/>
                </a:lnTo>
                <a:lnTo>
                  <a:pt x="204" y="128"/>
                </a:lnTo>
                <a:lnTo>
                  <a:pt x="199" y="116"/>
                </a:lnTo>
                <a:lnTo>
                  <a:pt x="156" y="120"/>
                </a:lnTo>
                <a:lnTo>
                  <a:pt x="132" y="120"/>
                </a:lnTo>
                <a:lnTo>
                  <a:pt x="110" y="92"/>
                </a:lnTo>
                <a:lnTo>
                  <a:pt x="110" y="82"/>
                </a:lnTo>
                <a:lnTo>
                  <a:pt x="74" y="84"/>
                </a:lnTo>
                <a:lnTo>
                  <a:pt x="72" y="99"/>
                </a:lnTo>
                <a:lnTo>
                  <a:pt x="62" y="108"/>
                </a:lnTo>
                <a:lnTo>
                  <a:pt x="24" y="113"/>
                </a:lnTo>
                <a:lnTo>
                  <a:pt x="12" y="111"/>
                </a:lnTo>
                <a:lnTo>
                  <a:pt x="12" y="132"/>
                </a:lnTo>
                <a:lnTo>
                  <a:pt x="0" y="142"/>
                </a:lnTo>
                <a:lnTo>
                  <a:pt x="9" y="144"/>
                </a:lnTo>
                <a:lnTo>
                  <a:pt x="5" y="156"/>
                </a:lnTo>
                <a:lnTo>
                  <a:pt x="38" y="156"/>
                </a:lnTo>
                <a:lnTo>
                  <a:pt x="36" y="161"/>
                </a:lnTo>
                <a:lnTo>
                  <a:pt x="31" y="171"/>
                </a:lnTo>
                <a:lnTo>
                  <a:pt x="38" y="178"/>
                </a:lnTo>
                <a:lnTo>
                  <a:pt x="65" y="180"/>
                </a:lnTo>
                <a:lnTo>
                  <a:pt x="84" y="197"/>
                </a:lnTo>
                <a:lnTo>
                  <a:pt x="79" y="212"/>
                </a:lnTo>
                <a:lnTo>
                  <a:pt x="117" y="233"/>
                </a:lnTo>
                <a:lnTo>
                  <a:pt x="120" y="243"/>
                </a:lnTo>
                <a:lnTo>
                  <a:pt x="132" y="248"/>
                </a:lnTo>
                <a:lnTo>
                  <a:pt x="127" y="257"/>
                </a:lnTo>
                <a:lnTo>
                  <a:pt x="139" y="269"/>
                </a:lnTo>
                <a:lnTo>
                  <a:pt x="134" y="274"/>
                </a:lnTo>
                <a:lnTo>
                  <a:pt x="165" y="288"/>
                </a:lnTo>
                <a:lnTo>
                  <a:pt x="180" y="322"/>
                </a:lnTo>
                <a:lnTo>
                  <a:pt x="194" y="332"/>
                </a:lnTo>
                <a:lnTo>
                  <a:pt x="194" y="341"/>
                </a:lnTo>
                <a:lnTo>
                  <a:pt x="218" y="353"/>
                </a:lnTo>
                <a:lnTo>
                  <a:pt x="237" y="341"/>
                </a:lnTo>
                <a:lnTo>
                  <a:pt x="256" y="351"/>
                </a:lnTo>
                <a:lnTo>
                  <a:pt x="264" y="346"/>
                </a:lnTo>
                <a:lnTo>
                  <a:pt x="268" y="334"/>
                </a:lnTo>
                <a:lnTo>
                  <a:pt x="283" y="341"/>
                </a:lnTo>
                <a:lnTo>
                  <a:pt x="283" y="348"/>
                </a:lnTo>
                <a:lnTo>
                  <a:pt x="300" y="360"/>
                </a:lnTo>
                <a:lnTo>
                  <a:pt x="300" y="368"/>
                </a:lnTo>
                <a:lnTo>
                  <a:pt x="314" y="372"/>
                </a:lnTo>
                <a:lnTo>
                  <a:pt x="316" y="382"/>
                </a:lnTo>
                <a:lnTo>
                  <a:pt x="326" y="380"/>
                </a:lnTo>
                <a:lnTo>
                  <a:pt x="328" y="387"/>
                </a:lnTo>
                <a:lnTo>
                  <a:pt x="340" y="375"/>
                </a:lnTo>
                <a:lnTo>
                  <a:pt x="360" y="382"/>
                </a:lnTo>
                <a:lnTo>
                  <a:pt x="369" y="375"/>
                </a:lnTo>
                <a:lnTo>
                  <a:pt x="376" y="384"/>
                </a:lnTo>
                <a:lnTo>
                  <a:pt x="388" y="387"/>
                </a:lnTo>
                <a:lnTo>
                  <a:pt x="396" y="375"/>
                </a:lnTo>
                <a:lnTo>
                  <a:pt x="420" y="370"/>
                </a:lnTo>
                <a:lnTo>
                  <a:pt x="446" y="377"/>
                </a:lnTo>
                <a:lnTo>
                  <a:pt x="468" y="353"/>
                </a:lnTo>
                <a:lnTo>
                  <a:pt x="489" y="336"/>
                </a:lnTo>
                <a:lnTo>
                  <a:pt x="506" y="329"/>
                </a:lnTo>
                <a:lnTo>
                  <a:pt x="528" y="320"/>
                </a:lnTo>
                <a:lnTo>
                  <a:pt x="528" y="324"/>
                </a:lnTo>
                <a:lnTo>
                  <a:pt x="532" y="327"/>
                </a:lnTo>
                <a:lnTo>
                  <a:pt x="537" y="336"/>
                </a:lnTo>
                <a:lnTo>
                  <a:pt x="552" y="336"/>
                </a:lnTo>
                <a:lnTo>
                  <a:pt x="547" y="329"/>
                </a:lnTo>
                <a:lnTo>
                  <a:pt x="549" y="322"/>
                </a:lnTo>
                <a:lnTo>
                  <a:pt x="549" y="305"/>
                </a:lnTo>
                <a:lnTo>
                  <a:pt x="525" y="305"/>
                </a:lnTo>
                <a:lnTo>
                  <a:pt x="511" y="279"/>
                </a:lnTo>
                <a:lnTo>
                  <a:pt x="511" y="257"/>
                </a:lnTo>
                <a:lnTo>
                  <a:pt x="487" y="236"/>
                </a:lnTo>
                <a:lnTo>
                  <a:pt x="477" y="231"/>
                </a:lnTo>
                <a:lnTo>
                  <a:pt x="460" y="207"/>
                </a:lnTo>
                <a:lnTo>
                  <a:pt x="422" y="195"/>
                </a:lnTo>
                <a:lnTo>
                  <a:pt x="429" y="183"/>
                </a:lnTo>
                <a:lnTo>
                  <a:pt x="429" y="171"/>
                </a:lnTo>
                <a:lnTo>
                  <a:pt x="448" y="168"/>
                </a:lnTo>
                <a:lnTo>
                  <a:pt x="458" y="173"/>
                </a:lnTo>
                <a:lnTo>
                  <a:pt x="472" y="164"/>
                </a:lnTo>
                <a:lnTo>
                  <a:pt x="472" y="123"/>
                </a:lnTo>
                <a:lnTo>
                  <a:pt x="460" y="120"/>
                </a:lnTo>
                <a:lnTo>
                  <a:pt x="465" y="101"/>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93" name="Freeform 22"/>
          <p:cNvSpPr>
            <a:spLocks noEditPoints="1"/>
          </p:cNvSpPr>
          <p:nvPr/>
        </p:nvSpPr>
        <p:spPr bwMode="auto">
          <a:xfrm>
            <a:off x="8723312" y="5500687"/>
            <a:ext cx="1157288" cy="1020763"/>
          </a:xfrm>
          <a:custGeom>
            <a:avLst/>
            <a:gdLst>
              <a:gd name="T0" fmla="*/ 2147483646 w 304"/>
              <a:gd name="T1" fmla="*/ 1378174785 h 268"/>
              <a:gd name="T2" fmla="*/ 2147483646 w 304"/>
              <a:gd name="T3" fmla="*/ 1523245013 h 268"/>
              <a:gd name="T4" fmla="*/ 2147483646 w 304"/>
              <a:gd name="T5" fmla="*/ 1378174785 h 268"/>
              <a:gd name="T6" fmla="*/ 2147483646 w 304"/>
              <a:gd name="T7" fmla="*/ 1291131886 h 268"/>
              <a:gd name="T8" fmla="*/ 2147483646 w 304"/>
              <a:gd name="T9" fmla="*/ 1117046089 h 268"/>
              <a:gd name="T10" fmla="*/ 2147483646 w 304"/>
              <a:gd name="T11" fmla="*/ 87042899 h 268"/>
              <a:gd name="T12" fmla="*/ 2147483646 w 304"/>
              <a:gd name="T13" fmla="*/ 0 h 268"/>
              <a:gd name="T14" fmla="*/ 2147483646 w 304"/>
              <a:gd name="T15" fmla="*/ 101550683 h 268"/>
              <a:gd name="T16" fmla="*/ 2147483646 w 304"/>
              <a:gd name="T17" fmla="*/ 391691140 h 268"/>
              <a:gd name="T18" fmla="*/ 2147483646 w 304"/>
              <a:gd name="T19" fmla="*/ 725354950 h 268"/>
              <a:gd name="T20" fmla="*/ 2147483646 w 304"/>
              <a:gd name="T21" fmla="*/ 1044510975 h 268"/>
              <a:gd name="T22" fmla="*/ 2043405149 w 304"/>
              <a:gd name="T23" fmla="*/ 1030003190 h 268"/>
              <a:gd name="T24" fmla="*/ 1753561608 w 304"/>
              <a:gd name="T25" fmla="*/ 928452507 h 268"/>
              <a:gd name="T26" fmla="*/ 1478210815 w 304"/>
              <a:gd name="T27" fmla="*/ 1334651431 h 268"/>
              <a:gd name="T28" fmla="*/ 1318794393 w 304"/>
              <a:gd name="T29" fmla="*/ 1392678761 h 268"/>
              <a:gd name="T30" fmla="*/ 1144889030 w 304"/>
              <a:gd name="T31" fmla="*/ 1407186545 h 268"/>
              <a:gd name="T32" fmla="*/ 1173870719 w 304"/>
              <a:gd name="T33" fmla="*/ 1160565634 h 268"/>
              <a:gd name="T34" fmla="*/ 1101410785 w 304"/>
              <a:gd name="T35" fmla="*/ 913944723 h 268"/>
              <a:gd name="T36" fmla="*/ 956487111 w 304"/>
              <a:gd name="T37" fmla="*/ 1856908823 h 268"/>
              <a:gd name="T38" fmla="*/ 652150822 w 304"/>
              <a:gd name="T39" fmla="*/ 1987471267 h 268"/>
              <a:gd name="T40" fmla="*/ 478245459 w 304"/>
              <a:gd name="T41" fmla="*/ 2016486836 h 268"/>
              <a:gd name="T42" fmla="*/ 260861852 w 304"/>
              <a:gd name="T43" fmla="*/ 1813385470 h 268"/>
              <a:gd name="T44" fmla="*/ 101445430 w 304"/>
              <a:gd name="T45" fmla="*/ 1813385470 h 268"/>
              <a:gd name="T46" fmla="*/ 14492748 w 304"/>
              <a:gd name="T47" fmla="*/ 1943951722 h 268"/>
              <a:gd name="T48" fmla="*/ 260861852 w 304"/>
              <a:gd name="T49" fmla="*/ 2147483646 h 268"/>
              <a:gd name="T50" fmla="*/ 521719897 w 304"/>
              <a:gd name="T51" fmla="*/ 2147483646 h 268"/>
              <a:gd name="T52" fmla="*/ 405781719 w 304"/>
              <a:gd name="T53" fmla="*/ 2147483646 h 268"/>
              <a:gd name="T54" fmla="*/ 550705393 w 304"/>
              <a:gd name="T55" fmla="*/ 2147483646 h 268"/>
              <a:gd name="T56" fmla="*/ 623165326 w 304"/>
              <a:gd name="T57" fmla="*/ 2147483646 h 268"/>
              <a:gd name="T58" fmla="*/ 768089000 w 304"/>
              <a:gd name="T59" fmla="*/ 2147483646 h 268"/>
              <a:gd name="T60" fmla="*/ 927505422 w 304"/>
              <a:gd name="T61" fmla="*/ 2147483646 h 268"/>
              <a:gd name="T62" fmla="*/ 1101410785 w 304"/>
              <a:gd name="T63" fmla="*/ 2147483646 h 268"/>
              <a:gd name="T64" fmla="*/ 1231841711 w 304"/>
              <a:gd name="T65" fmla="*/ 2147483646 h 268"/>
              <a:gd name="T66" fmla="*/ 1449225319 w 304"/>
              <a:gd name="T67" fmla="*/ 2147483646 h 268"/>
              <a:gd name="T68" fmla="*/ 1536178000 w 304"/>
              <a:gd name="T69" fmla="*/ 2147483646 h 268"/>
              <a:gd name="T70" fmla="*/ 1782547104 w 304"/>
              <a:gd name="T71" fmla="*/ 2147483646 h 268"/>
              <a:gd name="T72" fmla="*/ 1956452467 w 304"/>
              <a:gd name="T73" fmla="*/ 2147483646 h 268"/>
              <a:gd name="T74" fmla="*/ 2147483646 w 304"/>
              <a:gd name="T75" fmla="*/ 2147483646 h 268"/>
              <a:gd name="T76" fmla="*/ 2147483646 w 304"/>
              <a:gd name="T77" fmla="*/ 2147483646 h 268"/>
              <a:gd name="T78" fmla="*/ 2147483646 w 304"/>
              <a:gd name="T79" fmla="*/ 2147483646 h 268"/>
              <a:gd name="T80" fmla="*/ 2147483646 w 304"/>
              <a:gd name="T81" fmla="*/ 2147483646 h 268"/>
              <a:gd name="T82" fmla="*/ 2147483646 w 304"/>
              <a:gd name="T83" fmla="*/ 2147483646 h 268"/>
              <a:gd name="T84" fmla="*/ 2147483646 w 304"/>
              <a:gd name="T85" fmla="*/ 2147483646 h 268"/>
              <a:gd name="T86" fmla="*/ 2147483646 w 304"/>
              <a:gd name="T87" fmla="*/ 2030990812 h 268"/>
              <a:gd name="T88" fmla="*/ 2147483646 w 304"/>
              <a:gd name="T89" fmla="*/ 1755358140 h 268"/>
              <a:gd name="T90" fmla="*/ 2147483646 w 304"/>
              <a:gd name="T91" fmla="*/ 1392678761 h 268"/>
              <a:gd name="T92" fmla="*/ 2147483646 w 304"/>
              <a:gd name="T93" fmla="*/ 2147483646 h 268"/>
              <a:gd name="T94" fmla="*/ 2147483646 w 304"/>
              <a:gd name="T95" fmla="*/ 2147483646 h 268"/>
              <a:gd name="T96" fmla="*/ 2147483646 w 304"/>
              <a:gd name="T97" fmla="*/ 2147483646 h 268"/>
              <a:gd name="T98" fmla="*/ 2147483646 w 304"/>
              <a:gd name="T99" fmla="*/ 2001979051 h 268"/>
              <a:gd name="T100" fmla="*/ 2147483646 w 304"/>
              <a:gd name="T101" fmla="*/ 1900428368 h 268"/>
              <a:gd name="T102" fmla="*/ 2147483646 w 304"/>
              <a:gd name="T103" fmla="*/ 2147483646 h 26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04" h="268">
                <a:moveTo>
                  <a:pt x="304" y="96"/>
                </a:moveTo>
                <a:cubicBezTo>
                  <a:pt x="288" y="96"/>
                  <a:pt x="288" y="96"/>
                  <a:pt x="288" y="96"/>
                </a:cubicBezTo>
                <a:cubicBezTo>
                  <a:pt x="288" y="95"/>
                  <a:pt x="288" y="95"/>
                  <a:pt x="288" y="95"/>
                </a:cubicBezTo>
                <a:cubicBezTo>
                  <a:pt x="286" y="95"/>
                  <a:pt x="286" y="95"/>
                  <a:pt x="286" y="95"/>
                </a:cubicBezTo>
                <a:cubicBezTo>
                  <a:pt x="286" y="106"/>
                  <a:pt x="286" y="106"/>
                  <a:pt x="286" y="106"/>
                </a:cubicBezTo>
                <a:cubicBezTo>
                  <a:pt x="286" y="106"/>
                  <a:pt x="283" y="105"/>
                  <a:pt x="283" y="105"/>
                </a:cubicBezTo>
                <a:cubicBezTo>
                  <a:pt x="283" y="105"/>
                  <a:pt x="277" y="104"/>
                  <a:pt x="277" y="104"/>
                </a:cubicBezTo>
                <a:cubicBezTo>
                  <a:pt x="272" y="103"/>
                  <a:pt x="272" y="103"/>
                  <a:pt x="272" y="103"/>
                </a:cubicBezTo>
                <a:cubicBezTo>
                  <a:pt x="267" y="95"/>
                  <a:pt x="267" y="95"/>
                  <a:pt x="267" y="95"/>
                </a:cubicBezTo>
                <a:cubicBezTo>
                  <a:pt x="264" y="95"/>
                  <a:pt x="264" y="95"/>
                  <a:pt x="264" y="95"/>
                </a:cubicBezTo>
                <a:cubicBezTo>
                  <a:pt x="265" y="94"/>
                  <a:pt x="265" y="94"/>
                  <a:pt x="265" y="94"/>
                </a:cubicBezTo>
                <a:cubicBezTo>
                  <a:pt x="265" y="89"/>
                  <a:pt x="265" y="89"/>
                  <a:pt x="265" y="89"/>
                </a:cubicBezTo>
                <a:cubicBezTo>
                  <a:pt x="266" y="84"/>
                  <a:pt x="266" y="84"/>
                  <a:pt x="266" y="84"/>
                </a:cubicBezTo>
                <a:cubicBezTo>
                  <a:pt x="273" y="72"/>
                  <a:pt x="273" y="72"/>
                  <a:pt x="273" y="72"/>
                </a:cubicBezTo>
                <a:cubicBezTo>
                  <a:pt x="286" y="77"/>
                  <a:pt x="286" y="77"/>
                  <a:pt x="286" y="77"/>
                </a:cubicBezTo>
                <a:cubicBezTo>
                  <a:pt x="286" y="43"/>
                  <a:pt x="286" y="43"/>
                  <a:pt x="286" y="43"/>
                </a:cubicBezTo>
                <a:cubicBezTo>
                  <a:pt x="278" y="28"/>
                  <a:pt x="278" y="28"/>
                  <a:pt x="278" y="28"/>
                </a:cubicBezTo>
                <a:cubicBezTo>
                  <a:pt x="274" y="6"/>
                  <a:pt x="274" y="6"/>
                  <a:pt x="274" y="6"/>
                </a:cubicBezTo>
                <a:cubicBezTo>
                  <a:pt x="267" y="3"/>
                  <a:pt x="267" y="3"/>
                  <a:pt x="267" y="3"/>
                </a:cubicBezTo>
                <a:cubicBezTo>
                  <a:pt x="254" y="5"/>
                  <a:pt x="254" y="5"/>
                  <a:pt x="254" y="5"/>
                </a:cubicBezTo>
                <a:cubicBezTo>
                  <a:pt x="244" y="0"/>
                  <a:pt x="244" y="0"/>
                  <a:pt x="244" y="0"/>
                </a:cubicBezTo>
                <a:cubicBezTo>
                  <a:pt x="238" y="2"/>
                  <a:pt x="238" y="2"/>
                  <a:pt x="238" y="2"/>
                </a:cubicBezTo>
                <a:cubicBezTo>
                  <a:pt x="232" y="2"/>
                  <a:pt x="232" y="2"/>
                  <a:pt x="232" y="2"/>
                </a:cubicBezTo>
                <a:cubicBezTo>
                  <a:pt x="229" y="7"/>
                  <a:pt x="229" y="7"/>
                  <a:pt x="229" y="7"/>
                </a:cubicBezTo>
                <a:cubicBezTo>
                  <a:pt x="218" y="9"/>
                  <a:pt x="218" y="9"/>
                  <a:pt x="218" y="9"/>
                </a:cubicBezTo>
                <a:cubicBezTo>
                  <a:pt x="208" y="22"/>
                  <a:pt x="208" y="22"/>
                  <a:pt x="208" y="22"/>
                </a:cubicBezTo>
                <a:cubicBezTo>
                  <a:pt x="198" y="27"/>
                  <a:pt x="198" y="27"/>
                  <a:pt x="198" y="27"/>
                </a:cubicBezTo>
                <a:cubicBezTo>
                  <a:pt x="194" y="32"/>
                  <a:pt x="194" y="32"/>
                  <a:pt x="194" y="32"/>
                </a:cubicBezTo>
                <a:cubicBezTo>
                  <a:pt x="191" y="43"/>
                  <a:pt x="191" y="43"/>
                  <a:pt x="191" y="43"/>
                </a:cubicBezTo>
                <a:cubicBezTo>
                  <a:pt x="184" y="50"/>
                  <a:pt x="184" y="50"/>
                  <a:pt x="184" y="50"/>
                </a:cubicBezTo>
                <a:cubicBezTo>
                  <a:pt x="173" y="52"/>
                  <a:pt x="173" y="52"/>
                  <a:pt x="173" y="52"/>
                </a:cubicBezTo>
                <a:cubicBezTo>
                  <a:pt x="173" y="57"/>
                  <a:pt x="173" y="57"/>
                  <a:pt x="173" y="57"/>
                </a:cubicBezTo>
                <a:cubicBezTo>
                  <a:pt x="167" y="72"/>
                  <a:pt x="167" y="72"/>
                  <a:pt x="167" y="72"/>
                </a:cubicBezTo>
                <a:cubicBezTo>
                  <a:pt x="152" y="75"/>
                  <a:pt x="152" y="75"/>
                  <a:pt x="152" y="75"/>
                </a:cubicBezTo>
                <a:cubicBezTo>
                  <a:pt x="142" y="70"/>
                  <a:pt x="142" y="70"/>
                  <a:pt x="142" y="70"/>
                </a:cubicBezTo>
                <a:cubicBezTo>
                  <a:pt x="141" y="71"/>
                  <a:pt x="141" y="71"/>
                  <a:pt x="141" y="71"/>
                </a:cubicBezTo>
                <a:cubicBezTo>
                  <a:pt x="137" y="71"/>
                  <a:pt x="137" y="71"/>
                  <a:pt x="137" y="71"/>
                </a:cubicBezTo>
                <a:cubicBezTo>
                  <a:pt x="130" y="64"/>
                  <a:pt x="130" y="64"/>
                  <a:pt x="130" y="64"/>
                </a:cubicBezTo>
                <a:cubicBezTo>
                  <a:pt x="121" y="64"/>
                  <a:pt x="121" y="64"/>
                  <a:pt x="121" y="64"/>
                </a:cubicBezTo>
                <a:cubicBezTo>
                  <a:pt x="117" y="70"/>
                  <a:pt x="117" y="70"/>
                  <a:pt x="117" y="70"/>
                </a:cubicBezTo>
                <a:cubicBezTo>
                  <a:pt x="114" y="80"/>
                  <a:pt x="114" y="80"/>
                  <a:pt x="114" y="80"/>
                </a:cubicBezTo>
                <a:cubicBezTo>
                  <a:pt x="102" y="92"/>
                  <a:pt x="102" y="92"/>
                  <a:pt x="102" y="92"/>
                </a:cubicBezTo>
                <a:cubicBezTo>
                  <a:pt x="99" y="92"/>
                  <a:pt x="99" y="92"/>
                  <a:pt x="99" y="92"/>
                </a:cubicBezTo>
                <a:cubicBezTo>
                  <a:pt x="97" y="95"/>
                  <a:pt x="97" y="95"/>
                  <a:pt x="97" y="95"/>
                </a:cubicBezTo>
                <a:cubicBezTo>
                  <a:pt x="91" y="96"/>
                  <a:pt x="91" y="96"/>
                  <a:pt x="91" y="96"/>
                </a:cubicBezTo>
                <a:cubicBezTo>
                  <a:pt x="90" y="95"/>
                  <a:pt x="90" y="95"/>
                  <a:pt x="90" y="95"/>
                </a:cubicBezTo>
                <a:cubicBezTo>
                  <a:pt x="82" y="95"/>
                  <a:pt x="82" y="95"/>
                  <a:pt x="82" y="95"/>
                </a:cubicBezTo>
                <a:cubicBezTo>
                  <a:pt x="79" y="97"/>
                  <a:pt x="79" y="97"/>
                  <a:pt x="79" y="97"/>
                </a:cubicBezTo>
                <a:cubicBezTo>
                  <a:pt x="78" y="95"/>
                  <a:pt x="78" y="95"/>
                  <a:pt x="78" y="95"/>
                </a:cubicBezTo>
                <a:cubicBezTo>
                  <a:pt x="76" y="89"/>
                  <a:pt x="76" y="89"/>
                  <a:pt x="76" y="89"/>
                </a:cubicBezTo>
                <a:cubicBezTo>
                  <a:pt x="81" y="80"/>
                  <a:pt x="81" y="80"/>
                  <a:pt x="81" y="80"/>
                </a:cubicBezTo>
                <a:cubicBezTo>
                  <a:pt x="81" y="78"/>
                  <a:pt x="81" y="78"/>
                  <a:pt x="81" y="78"/>
                </a:cubicBezTo>
                <a:cubicBezTo>
                  <a:pt x="79" y="69"/>
                  <a:pt x="79" y="69"/>
                  <a:pt x="79" y="69"/>
                </a:cubicBezTo>
                <a:cubicBezTo>
                  <a:pt x="76" y="63"/>
                  <a:pt x="76" y="63"/>
                  <a:pt x="76" y="63"/>
                </a:cubicBezTo>
                <a:cubicBezTo>
                  <a:pt x="73" y="59"/>
                  <a:pt x="73" y="59"/>
                  <a:pt x="73" y="59"/>
                </a:cubicBezTo>
                <a:cubicBezTo>
                  <a:pt x="66" y="53"/>
                  <a:pt x="66" y="53"/>
                  <a:pt x="66" y="53"/>
                </a:cubicBezTo>
                <a:cubicBezTo>
                  <a:pt x="66" y="128"/>
                  <a:pt x="66" y="128"/>
                  <a:pt x="66" y="128"/>
                </a:cubicBezTo>
                <a:cubicBezTo>
                  <a:pt x="58" y="130"/>
                  <a:pt x="58" y="130"/>
                  <a:pt x="58" y="130"/>
                </a:cubicBezTo>
                <a:cubicBezTo>
                  <a:pt x="51" y="140"/>
                  <a:pt x="51" y="140"/>
                  <a:pt x="51" y="140"/>
                </a:cubicBezTo>
                <a:cubicBezTo>
                  <a:pt x="51" y="140"/>
                  <a:pt x="46" y="137"/>
                  <a:pt x="45" y="137"/>
                </a:cubicBezTo>
                <a:cubicBezTo>
                  <a:pt x="45" y="137"/>
                  <a:pt x="42" y="138"/>
                  <a:pt x="41" y="138"/>
                </a:cubicBezTo>
                <a:cubicBezTo>
                  <a:pt x="41" y="138"/>
                  <a:pt x="36" y="139"/>
                  <a:pt x="36" y="139"/>
                </a:cubicBezTo>
                <a:cubicBezTo>
                  <a:pt x="35" y="139"/>
                  <a:pt x="33" y="139"/>
                  <a:pt x="33" y="139"/>
                </a:cubicBezTo>
                <a:cubicBezTo>
                  <a:pt x="27" y="135"/>
                  <a:pt x="27" y="135"/>
                  <a:pt x="27" y="135"/>
                </a:cubicBezTo>
                <a:cubicBezTo>
                  <a:pt x="18" y="135"/>
                  <a:pt x="18" y="135"/>
                  <a:pt x="18" y="135"/>
                </a:cubicBezTo>
                <a:cubicBezTo>
                  <a:pt x="18" y="125"/>
                  <a:pt x="18" y="125"/>
                  <a:pt x="18" y="125"/>
                </a:cubicBezTo>
                <a:cubicBezTo>
                  <a:pt x="12" y="120"/>
                  <a:pt x="12" y="120"/>
                  <a:pt x="12" y="120"/>
                </a:cubicBezTo>
                <a:cubicBezTo>
                  <a:pt x="9" y="121"/>
                  <a:pt x="9" y="121"/>
                  <a:pt x="9" y="121"/>
                </a:cubicBezTo>
                <a:cubicBezTo>
                  <a:pt x="9" y="121"/>
                  <a:pt x="7" y="125"/>
                  <a:pt x="7" y="125"/>
                </a:cubicBezTo>
                <a:cubicBezTo>
                  <a:pt x="7" y="126"/>
                  <a:pt x="7" y="129"/>
                  <a:pt x="7" y="129"/>
                </a:cubicBezTo>
                <a:cubicBezTo>
                  <a:pt x="0" y="133"/>
                  <a:pt x="0" y="133"/>
                  <a:pt x="0" y="133"/>
                </a:cubicBezTo>
                <a:cubicBezTo>
                  <a:pt x="1" y="133"/>
                  <a:pt x="1" y="133"/>
                  <a:pt x="1" y="134"/>
                </a:cubicBezTo>
                <a:cubicBezTo>
                  <a:pt x="3" y="136"/>
                  <a:pt x="4" y="139"/>
                  <a:pt x="6" y="141"/>
                </a:cubicBezTo>
                <a:cubicBezTo>
                  <a:pt x="11" y="146"/>
                  <a:pt x="13" y="152"/>
                  <a:pt x="14" y="159"/>
                </a:cubicBezTo>
                <a:cubicBezTo>
                  <a:pt x="14" y="163"/>
                  <a:pt x="16" y="166"/>
                  <a:pt x="18" y="170"/>
                </a:cubicBezTo>
                <a:cubicBezTo>
                  <a:pt x="18" y="175"/>
                  <a:pt x="23" y="177"/>
                  <a:pt x="24" y="182"/>
                </a:cubicBezTo>
                <a:cubicBezTo>
                  <a:pt x="25" y="187"/>
                  <a:pt x="28" y="191"/>
                  <a:pt x="31" y="194"/>
                </a:cubicBezTo>
                <a:cubicBezTo>
                  <a:pt x="38" y="202"/>
                  <a:pt x="38" y="211"/>
                  <a:pt x="36" y="221"/>
                </a:cubicBezTo>
                <a:cubicBezTo>
                  <a:pt x="36" y="221"/>
                  <a:pt x="32" y="221"/>
                  <a:pt x="31" y="222"/>
                </a:cubicBezTo>
                <a:cubicBezTo>
                  <a:pt x="30" y="222"/>
                  <a:pt x="28" y="222"/>
                  <a:pt x="28" y="222"/>
                </a:cubicBezTo>
                <a:cubicBezTo>
                  <a:pt x="28" y="223"/>
                  <a:pt x="27" y="227"/>
                  <a:pt x="28" y="229"/>
                </a:cubicBezTo>
                <a:cubicBezTo>
                  <a:pt x="28" y="230"/>
                  <a:pt x="32" y="234"/>
                  <a:pt x="33" y="235"/>
                </a:cubicBezTo>
                <a:cubicBezTo>
                  <a:pt x="35" y="236"/>
                  <a:pt x="35" y="237"/>
                  <a:pt x="36" y="239"/>
                </a:cubicBezTo>
                <a:cubicBezTo>
                  <a:pt x="37" y="241"/>
                  <a:pt x="38" y="243"/>
                  <a:pt x="38" y="245"/>
                </a:cubicBezTo>
                <a:cubicBezTo>
                  <a:pt x="38" y="246"/>
                  <a:pt x="39" y="244"/>
                  <a:pt x="38" y="247"/>
                </a:cubicBezTo>
                <a:cubicBezTo>
                  <a:pt x="37" y="251"/>
                  <a:pt x="39" y="252"/>
                  <a:pt x="39" y="252"/>
                </a:cubicBezTo>
                <a:cubicBezTo>
                  <a:pt x="40" y="252"/>
                  <a:pt x="42" y="251"/>
                  <a:pt x="43" y="251"/>
                </a:cubicBezTo>
                <a:cubicBezTo>
                  <a:pt x="43" y="251"/>
                  <a:pt x="45" y="252"/>
                  <a:pt x="46" y="254"/>
                </a:cubicBezTo>
                <a:cubicBezTo>
                  <a:pt x="46" y="256"/>
                  <a:pt x="46" y="258"/>
                  <a:pt x="48" y="258"/>
                </a:cubicBezTo>
                <a:cubicBezTo>
                  <a:pt x="49" y="258"/>
                  <a:pt x="51" y="257"/>
                  <a:pt x="53" y="258"/>
                </a:cubicBezTo>
                <a:cubicBezTo>
                  <a:pt x="55" y="260"/>
                  <a:pt x="56" y="263"/>
                  <a:pt x="56" y="264"/>
                </a:cubicBezTo>
                <a:cubicBezTo>
                  <a:pt x="57" y="266"/>
                  <a:pt x="58" y="267"/>
                  <a:pt x="60" y="267"/>
                </a:cubicBezTo>
                <a:cubicBezTo>
                  <a:pt x="62" y="267"/>
                  <a:pt x="62" y="266"/>
                  <a:pt x="64" y="267"/>
                </a:cubicBezTo>
                <a:cubicBezTo>
                  <a:pt x="66" y="268"/>
                  <a:pt x="65" y="268"/>
                  <a:pt x="68" y="267"/>
                </a:cubicBezTo>
                <a:cubicBezTo>
                  <a:pt x="70" y="266"/>
                  <a:pt x="72" y="265"/>
                  <a:pt x="73" y="264"/>
                </a:cubicBezTo>
                <a:cubicBezTo>
                  <a:pt x="74" y="262"/>
                  <a:pt x="73" y="261"/>
                  <a:pt x="76" y="261"/>
                </a:cubicBezTo>
                <a:cubicBezTo>
                  <a:pt x="78" y="260"/>
                  <a:pt x="81" y="261"/>
                  <a:pt x="82" y="260"/>
                </a:cubicBezTo>
                <a:cubicBezTo>
                  <a:pt x="82" y="260"/>
                  <a:pt x="82" y="258"/>
                  <a:pt x="83" y="258"/>
                </a:cubicBezTo>
                <a:cubicBezTo>
                  <a:pt x="85" y="258"/>
                  <a:pt x="84" y="258"/>
                  <a:pt x="85" y="258"/>
                </a:cubicBezTo>
                <a:cubicBezTo>
                  <a:pt x="87" y="259"/>
                  <a:pt x="90" y="259"/>
                  <a:pt x="91" y="259"/>
                </a:cubicBezTo>
                <a:cubicBezTo>
                  <a:pt x="92" y="258"/>
                  <a:pt x="90" y="258"/>
                  <a:pt x="93" y="257"/>
                </a:cubicBezTo>
                <a:cubicBezTo>
                  <a:pt x="96" y="257"/>
                  <a:pt x="94" y="261"/>
                  <a:pt x="100" y="257"/>
                </a:cubicBezTo>
                <a:cubicBezTo>
                  <a:pt x="101" y="256"/>
                  <a:pt x="102" y="255"/>
                  <a:pt x="102" y="254"/>
                </a:cubicBezTo>
                <a:cubicBezTo>
                  <a:pt x="102" y="254"/>
                  <a:pt x="102" y="254"/>
                  <a:pt x="102" y="254"/>
                </a:cubicBezTo>
                <a:cubicBezTo>
                  <a:pt x="103" y="253"/>
                  <a:pt x="105" y="254"/>
                  <a:pt x="106" y="253"/>
                </a:cubicBezTo>
                <a:cubicBezTo>
                  <a:pt x="107" y="253"/>
                  <a:pt x="107" y="252"/>
                  <a:pt x="107" y="251"/>
                </a:cubicBezTo>
                <a:cubicBezTo>
                  <a:pt x="108" y="251"/>
                  <a:pt x="109" y="250"/>
                  <a:pt x="110" y="250"/>
                </a:cubicBezTo>
                <a:cubicBezTo>
                  <a:pt x="114" y="250"/>
                  <a:pt x="119" y="250"/>
                  <a:pt x="123" y="250"/>
                </a:cubicBezTo>
                <a:cubicBezTo>
                  <a:pt x="125" y="250"/>
                  <a:pt x="126" y="251"/>
                  <a:pt x="126" y="252"/>
                </a:cubicBezTo>
                <a:cubicBezTo>
                  <a:pt x="128" y="253"/>
                  <a:pt x="129" y="251"/>
                  <a:pt x="131" y="250"/>
                </a:cubicBezTo>
                <a:cubicBezTo>
                  <a:pt x="132" y="249"/>
                  <a:pt x="134" y="249"/>
                  <a:pt x="135" y="249"/>
                </a:cubicBezTo>
                <a:cubicBezTo>
                  <a:pt x="139" y="250"/>
                  <a:pt x="143" y="251"/>
                  <a:pt x="147" y="253"/>
                </a:cubicBezTo>
                <a:cubicBezTo>
                  <a:pt x="149" y="254"/>
                  <a:pt x="151" y="255"/>
                  <a:pt x="153" y="254"/>
                </a:cubicBezTo>
                <a:cubicBezTo>
                  <a:pt x="156" y="253"/>
                  <a:pt x="156" y="250"/>
                  <a:pt x="159" y="249"/>
                </a:cubicBezTo>
                <a:cubicBezTo>
                  <a:pt x="160" y="249"/>
                  <a:pt x="162" y="249"/>
                  <a:pt x="164" y="250"/>
                </a:cubicBezTo>
                <a:cubicBezTo>
                  <a:pt x="166" y="251"/>
                  <a:pt x="168" y="251"/>
                  <a:pt x="169" y="249"/>
                </a:cubicBezTo>
                <a:cubicBezTo>
                  <a:pt x="170" y="249"/>
                  <a:pt x="170" y="248"/>
                  <a:pt x="170" y="247"/>
                </a:cubicBezTo>
                <a:cubicBezTo>
                  <a:pt x="171" y="244"/>
                  <a:pt x="174" y="242"/>
                  <a:pt x="177" y="242"/>
                </a:cubicBezTo>
                <a:cubicBezTo>
                  <a:pt x="178" y="242"/>
                  <a:pt x="178" y="243"/>
                  <a:pt x="179" y="243"/>
                </a:cubicBezTo>
                <a:cubicBezTo>
                  <a:pt x="179" y="243"/>
                  <a:pt x="179" y="244"/>
                  <a:pt x="180" y="244"/>
                </a:cubicBezTo>
                <a:cubicBezTo>
                  <a:pt x="182" y="245"/>
                  <a:pt x="185" y="243"/>
                  <a:pt x="186" y="244"/>
                </a:cubicBezTo>
                <a:cubicBezTo>
                  <a:pt x="188" y="244"/>
                  <a:pt x="190" y="244"/>
                  <a:pt x="192" y="243"/>
                </a:cubicBezTo>
                <a:cubicBezTo>
                  <a:pt x="196" y="239"/>
                  <a:pt x="197" y="238"/>
                  <a:pt x="199" y="237"/>
                </a:cubicBezTo>
                <a:cubicBezTo>
                  <a:pt x="200" y="237"/>
                  <a:pt x="201" y="236"/>
                  <a:pt x="201" y="236"/>
                </a:cubicBezTo>
                <a:cubicBezTo>
                  <a:pt x="203" y="235"/>
                  <a:pt x="205" y="234"/>
                  <a:pt x="206" y="232"/>
                </a:cubicBezTo>
                <a:cubicBezTo>
                  <a:pt x="208" y="231"/>
                  <a:pt x="210" y="229"/>
                  <a:pt x="212" y="228"/>
                </a:cubicBezTo>
                <a:cubicBezTo>
                  <a:pt x="221" y="221"/>
                  <a:pt x="221" y="221"/>
                  <a:pt x="221" y="221"/>
                </a:cubicBezTo>
                <a:cubicBezTo>
                  <a:pt x="230" y="213"/>
                  <a:pt x="244" y="194"/>
                  <a:pt x="245" y="193"/>
                </a:cubicBezTo>
                <a:cubicBezTo>
                  <a:pt x="245" y="193"/>
                  <a:pt x="249" y="190"/>
                  <a:pt x="250" y="189"/>
                </a:cubicBezTo>
                <a:cubicBezTo>
                  <a:pt x="257" y="182"/>
                  <a:pt x="260" y="173"/>
                  <a:pt x="265" y="165"/>
                </a:cubicBezTo>
                <a:cubicBezTo>
                  <a:pt x="268" y="160"/>
                  <a:pt x="276" y="148"/>
                  <a:pt x="278" y="146"/>
                </a:cubicBezTo>
                <a:cubicBezTo>
                  <a:pt x="279" y="143"/>
                  <a:pt x="283" y="141"/>
                  <a:pt x="286" y="140"/>
                </a:cubicBezTo>
                <a:cubicBezTo>
                  <a:pt x="290" y="138"/>
                  <a:pt x="292" y="135"/>
                  <a:pt x="295" y="132"/>
                </a:cubicBezTo>
                <a:cubicBezTo>
                  <a:pt x="294" y="129"/>
                  <a:pt x="297" y="128"/>
                  <a:pt x="297" y="126"/>
                </a:cubicBezTo>
                <a:cubicBezTo>
                  <a:pt x="298" y="124"/>
                  <a:pt x="299" y="123"/>
                  <a:pt x="297" y="121"/>
                </a:cubicBezTo>
                <a:cubicBezTo>
                  <a:pt x="298" y="119"/>
                  <a:pt x="300" y="118"/>
                  <a:pt x="300" y="115"/>
                </a:cubicBezTo>
                <a:cubicBezTo>
                  <a:pt x="299" y="112"/>
                  <a:pt x="300" y="110"/>
                  <a:pt x="301" y="108"/>
                </a:cubicBezTo>
                <a:cubicBezTo>
                  <a:pt x="303" y="104"/>
                  <a:pt x="304" y="100"/>
                  <a:pt x="304" y="96"/>
                </a:cubicBezTo>
                <a:close/>
                <a:moveTo>
                  <a:pt x="237" y="150"/>
                </a:moveTo>
                <a:cubicBezTo>
                  <a:pt x="234" y="155"/>
                  <a:pt x="234" y="155"/>
                  <a:pt x="234" y="155"/>
                </a:cubicBezTo>
                <a:cubicBezTo>
                  <a:pt x="234" y="160"/>
                  <a:pt x="234" y="160"/>
                  <a:pt x="234" y="160"/>
                </a:cubicBezTo>
                <a:cubicBezTo>
                  <a:pt x="219" y="166"/>
                  <a:pt x="219" y="166"/>
                  <a:pt x="219" y="166"/>
                </a:cubicBezTo>
                <a:cubicBezTo>
                  <a:pt x="214" y="176"/>
                  <a:pt x="214" y="176"/>
                  <a:pt x="214" y="176"/>
                </a:cubicBezTo>
                <a:cubicBezTo>
                  <a:pt x="207" y="174"/>
                  <a:pt x="207" y="174"/>
                  <a:pt x="207" y="174"/>
                </a:cubicBezTo>
                <a:cubicBezTo>
                  <a:pt x="201" y="169"/>
                  <a:pt x="201" y="169"/>
                  <a:pt x="201" y="169"/>
                </a:cubicBezTo>
                <a:cubicBezTo>
                  <a:pt x="201" y="163"/>
                  <a:pt x="201" y="163"/>
                  <a:pt x="201" y="163"/>
                </a:cubicBezTo>
                <a:cubicBezTo>
                  <a:pt x="194" y="154"/>
                  <a:pt x="194" y="154"/>
                  <a:pt x="194" y="154"/>
                </a:cubicBezTo>
                <a:cubicBezTo>
                  <a:pt x="200" y="151"/>
                  <a:pt x="200" y="151"/>
                  <a:pt x="200" y="151"/>
                </a:cubicBezTo>
                <a:cubicBezTo>
                  <a:pt x="206" y="142"/>
                  <a:pt x="206" y="142"/>
                  <a:pt x="206" y="142"/>
                </a:cubicBezTo>
                <a:cubicBezTo>
                  <a:pt x="208" y="138"/>
                  <a:pt x="208" y="138"/>
                  <a:pt x="208" y="138"/>
                </a:cubicBezTo>
                <a:cubicBezTo>
                  <a:pt x="213" y="138"/>
                  <a:pt x="213" y="138"/>
                  <a:pt x="213" y="138"/>
                </a:cubicBezTo>
                <a:cubicBezTo>
                  <a:pt x="216" y="134"/>
                  <a:pt x="216" y="134"/>
                  <a:pt x="216" y="134"/>
                </a:cubicBezTo>
                <a:cubicBezTo>
                  <a:pt x="224" y="131"/>
                  <a:pt x="224" y="131"/>
                  <a:pt x="224" y="131"/>
                </a:cubicBezTo>
                <a:cubicBezTo>
                  <a:pt x="227" y="135"/>
                  <a:pt x="227" y="135"/>
                  <a:pt x="227" y="135"/>
                </a:cubicBezTo>
                <a:cubicBezTo>
                  <a:pt x="239" y="144"/>
                  <a:pt x="239" y="144"/>
                  <a:pt x="239" y="144"/>
                </a:cubicBezTo>
                <a:lnTo>
                  <a:pt x="237" y="150"/>
                </a:lnTo>
                <a:close/>
              </a:path>
            </a:pathLst>
          </a:custGeom>
          <a:solidFill>
            <a:schemeClr val="accent4"/>
          </a:solidFill>
          <a:ln w="7938" cap="rnd">
            <a:solidFill>
              <a:schemeClr val="bg2"/>
            </a:solidFill>
            <a:prstDash val="solid"/>
            <a:round/>
            <a:headEnd/>
            <a:tailEnd/>
          </a:ln>
        </p:spPr>
        <p:txBody>
          <a:bodyPr/>
          <a:lstStyle/>
          <a:p>
            <a:endParaRPr lang="ru-RU"/>
          </a:p>
        </p:txBody>
      </p:sp>
      <p:sp>
        <p:nvSpPr>
          <p:cNvPr id="3094" name="Freeform 23"/>
          <p:cNvSpPr>
            <a:spLocks/>
          </p:cNvSpPr>
          <p:nvPr/>
        </p:nvSpPr>
        <p:spPr bwMode="auto">
          <a:xfrm>
            <a:off x="10440987" y="3070225"/>
            <a:ext cx="727075" cy="968375"/>
          </a:xfrm>
          <a:custGeom>
            <a:avLst/>
            <a:gdLst>
              <a:gd name="T0" fmla="*/ 2147483646 w 191"/>
              <a:gd name="T1" fmla="*/ 58140625 h 254"/>
              <a:gd name="T2" fmla="*/ 2147483646 w 191"/>
              <a:gd name="T3" fmla="*/ 43607375 h 254"/>
              <a:gd name="T4" fmla="*/ 2147483646 w 191"/>
              <a:gd name="T5" fmla="*/ 72677688 h 254"/>
              <a:gd name="T6" fmla="*/ 2147483646 w 191"/>
              <a:gd name="T7" fmla="*/ 159888625 h 254"/>
              <a:gd name="T8" fmla="*/ 2147483646 w 191"/>
              <a:gd name="T9" fmla="*/ 174421875 h 254"/>
              <a:gd name="T10" fmla="*/ 2101163003 w 191"/>
              <a:gd name="T11" fmla="*/ 218029250 h 254"/>
              <a:gd name="T12" fmla="*/ 1999726524 w 191"/>
              <a:gd name="T13" fmla="*/ 218029250 h 254"/>
              <a:gd name="T14" fmla="*/ 1782365359 w 191"/>
              <a:gd name="T15" fmla="*/ 247099563 h 254"/>
              <a:gd name="T16" fmla="*/ 1608476427 w 191"/>
              <a:gd name="T17" fmla="*/ 319773438 h 254"/>
              <a:gd name="T18" fmla="*/ 1420095482 w 191"/>
              <a:gd name="T19" fmla="*/ 363380813 h 254"/>
              <a:gd name="T20" fmla="*/ 1217226330 w 191"/>
              <a:gd name="T21" fmla="*/ 377914063 h 254"/>
              <a:gd name="T22" fmla="*/ 1028845385 w 191"/>
              <a:gd name="T23" fmla="*/ 465125000 h 254"/>
              <a:gd name="T24" fmla="*/ 710047741 w 191"/>
              <a:gd name="T25" fmla="*/ 261632813 h 254"/>
              <a:gd name="T26" fmla="*/ 608611262 w 191"/>
              <a:gd name="T27" fmla="*/ 159888625 h 254"/>
              <a:gd name="T28" fmla="*/ 608611262 w 191"/>
              <a:gd name="T29" fmla="*/ 145351563 h 254"/>
              <a:gd name="T30" fmla="*/ 449214343 w 191"/>
              <a:gd name="T31" fmla="*/ 363380813 h 254"/>
              <a:gd name="T32" fmla="*/ 666575508 w 191"/>
              <a:gd name="T33" fmla="*/ 697687500 h 254"/>
              <a:gd name="T34" fmla="*/ 782500194 w 191"/>
              <a:gd name="T35" fmla="*/ 799435500 h 254"/>
              <a:gd name="T36" fmla="*/ 1593984414 w 191"/>
              <a:gd name="T37" fmla="*/ 1090138625 h 254"/>
              <a:gd name="T38" fmla="*/ 1869309825 w 191"/>
              <a:gd name="T39" fmla="*/ 1090138625 h 254"/>
              <a:gd name="T40" fmla="*/ 1086809631 w 191"/>
              <a:gd name="T41" fmla="*/ 1889570313 h 254"/>
              <a:gd name="T42" fmla="*/ 811484220 w 191"/>
              <a:gd name="T43" fmla="*/ 1889570313 h 254"/>
              <a:gd name="T44" fmla="*/ 565139029 w 191"/>
              <a:gd name="T45" fmla="*/ 1991318313 h 254"/>
              <a:gd name="T46" fmla="*/ 492686576 w 191"/>
              <a:gd name="T47" fmla="*/ 2093062500 h 254"/>
              <a:gd name="T48" fmla="*/ 289817424 w 191"/>
              <a:gd name="T49" fmla="*/ 2093062500 h 254"/>
              <a:gd name="T50" fmla="*/ 246341385 w 191"/>
              <a:gd name="T51" fmla="*/ 2147483646 h 254"/>
              <a:gd name="T52" fmla="*/ 0 w 191"/>
              <a:gd name="T53" fmla="*/ 2147483646 h 254"/>
              <a:gd name="T54" fmla="*/ 0 w 191"/>
              <a:gd name="T55" fmla="*/ 2147483646 h 254"/>
              <a:gd name="T56" fmla="*/ 173888932 w 191"/>
              <a:gd name="T57" fmla="*/ 2147483646 h 254"/>
              <a:gd name="T58" fmla="*/ 318797644 w 191"/>
              <a:gd name="T59" fmla="*/ 2147483646 h 254"/>
              <a:gd name="T60" fmla="*/ 478194563 w 191"/>
              <a:gd name="T61" fmla="*/ 2147483646 h 254"/>
              <a:gd name="T62" fmla="*/ 941900919 w 191"/>
              <a:gd name="T63" fmla="*/ 2147483646 h 254"/>
              <a:gd name="T64" fmla="*/ 970881139 w 191"/>
              <a:gd name="T65" fmla="*/ 2147483646 h 254"/>
              <a:gd name="T66" fmla="*/ 1289678783 w 191"/>
              <a:gd name="T67" fmla="*/ 2147483646 h 254"/>
              <a:gd name="T68" fmla="*/ 1289678783 w 191"/>
              <a:gd name="T69" fmla="*/ 2147483646 h 254"/>
              <a:gd name="T70" fmla="*/ 1289678783 w 191"/>
              <a:gd name="T71" fmla="*/ 2147483646 h 254"/>
              <a:gd name="T72" fmla="*/ 1434587495 w 191"/>
              <a:gd name="T73" fmla="*/ 2147483646 h 254"/>
              <a:gd name="T74" fmla="*/ 1738893126 w 191"/>
              <a:gd name="T75" fmla="*/ 2147483646 h 254"/>
              <a:gd name="T76" fmla="*/ 2014218537 w 191"/>
              <a:gd name="T77" fmla="*/ 1845966750 h 254"/>
              <a:gd name="T78" fmla="*/ 2147483646 w 191"/>
              <a:gd name="T79" fmla="*/ 1497123000 h 254"/>
              <a:gd name="T80" fmla="*/ 2147483646 w 191"/>
              <a:gd name="T81" fmla="*/ 1409912063 h 254"/>
              <a:gd name="T82" fmla="*/ 2147483646 w 191"/>
              <a:gd name="T83" fmla="*/ 1220953125 h 254"/>
              <a:gd name="T84" fmla="*/ 2147483646 w 191"/>
              <a:gd name="T85" fmla="*/ 1119208938 h 254"/>
              <a:gd name="T86" fmla="*/ 2147483646 w 191"/>
              <a:gd name="T87" fmla="*/ 886646438 h 254"/>
              <a:gd name="T88" fmla="*/ 2147483646 w 191"/>
              <a:gd name="T89" fmla="*/ 523265625 h 254"/>
              <a:gd name="T90" fmla="*/ 2147483646 w 191"/>
              <a:gd name="T91" fmla="*/ 479662063 h 254"/>
              <a:gd name="T92" fmla="*/ 2147483646 w 191"/>
              <a:gd name="T93" fmla="*/ 363380813 h 254"/>
              <a:gd name="T94" fmla="*/ 2147483646 w 191"/>
              <a:gd name="T95" fmla="*/ 174421875 h 254"/>
              <a:gd name="T96" fmla="*/ 2147483646 w 191"/>
              <a:gd name="T97" fmla="*/ 58140625 h 2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91" h="254">
                <a:moveTo>
                  <a:pt x="185" y="4"/>
                </a:moveTo>
                <a:cubicBezTo>
                  <a:pt x="185" y="3"/>
                  <a:pt x="184" y="3"/>
                  <a:pt x="183" y="3"/>
                </a:cubicBezTo>
                <a:cubicBezTo>
                  <a:pt x="180" y="0"/>
                  <a:pt x="178" y="2"/>
                  <a:pt x="177" y="5"/>
                </a:cubicBezTo>
                <a:cubicBezTo>
                  <a:pt x="174" y="9"/>
                  <a:pt x="170" y="10"/>
                  <a:pt x="166" y="11"/>
                </a:cubicBezTo>
                <a:cubicBezTo>
                  <a:pt x="164" y="11"/>
                  <a:pt x="163" y="12"/>
                  <a:pt x="161" y="12"/>
                </a:cubicBezTo>
                <a:cubicBezTo>
                  <a:pt x="156" y="12"/>
                  <a:pt x="151" y="18"/>
                  <a:pt x="145" y="15"/>
                </a:cubicBezTo>
                <a:cubicBezTo>
                  <a:pt x="143" y="14"/>
                  <a:pt x="140" y="14"/>
                  <a:pt x="138" y="15"/>
                </a:cubicBezTo>
                <a:cubicBezTo>
                  <a:pt x="134" y="18"/>
                  <a:pt x="128" y="18"/>
                  <a:pt x="123" y="17"/>
                </a:cubicBezTo>
                <a:cubicBezTo>
                  <a:pt x="118" y="17"/>
                  <a:pt x="115" y="19"/>
                  <a:pt x="111" y="22"/>
                </a:cubicBezTo>
                <a:cubicBezTo>
                  <a:pt x="108" y="25"/>
                  <a:pt x="104" y="27"/>
                  <a:pt x="98" y="25"/>
                </a:cubicBezTo>
                <a:cubicBezTo>
                  <a:pt x="94" y="23"/>
                  <a:pt x="89" y="22"/>
                  <a:pt x="84" y="26"/>
                </a:cubicBezTo>
                <a:cubicBezTo>
                  <a:pt x="81" y="29"/>
                  <a:pt x="76" y="32"/>
                  <a:pt x="71" y="32"/>
                </a:cubicBezTo>
                <a:cubicBezTo>
                  <a:pt x="60" y="33"/>
                  <a:pt x="55" y="25"/>
                  <a:pt x="49" y="18"/>
                </a:cubicBezTo>
                <a:cubicBezTo>
                  <a:pt x="47" y="16"/>
                  <a:pt x="46" y="12"/>
                  <a:pt x="42" y="11"/>
                </a:cubicBezTo>
                <a:cubicBezTo>
                  <a:pt x="42" y="11"/>
                  <a:pt x="42" y="10"/>
                  <a:pt x="42" y="10"/>
                </a:cubicBezTo>
                <a:cubicBezTo>
                  <a:pt x="31" y="25"/>
                  <a:pt x="31" y="25"/>
                  <a:pt x="31" y="25"/>
                </a:cubicBezTo>
                <a:cubicBezTo>
                  <a:pt x="46" y="48"/>
                  <a:pt x="46" y="48"/>
                  <a:pt x="46" y="48"/>
                </a:cubicBezTo>
                <a:cubicBezTo>
                  <a:pt x="54" y="55"/>
                  <a:pt x="54" y="55"/>
                  <a:pt x="54" y="55"/>
                </a:cubicBezTo>
                <a:cubicBezTo>
                  <a:pt x="110" y="75"/>
                  <a:pt x="110" y="75"/>
                  <a:pt x="110" y="75"/>
                </a:cubicBezTo>
                <a:cubicBezTo>
                  <a:pt x="129" y="75"/>
                  <a:pt x="129" y="75"/>
                  <a:pt x="129" y="75"/>
                </a:cubicBezTo>
                <a:cubicBezTo>
                  <a:pt x="75" y="130"/>
                  <a:pt x="75" y="130"/>
                  <a:pt x="75" y="130"/>
                </a:cubicBezTo>
                <a:cubicBezTo>
                  <a:pt x="56" y="130"/>
                  <a:pt x="56" y="130"/>
                  <a:pt x="56" y="130"/>
                </a:cubicBezTo>
                <a:cubicBezTo>
                  <a:pt x="39" y="137"/>
                  <a:pt x="39" y="137"/>
                  <a:pt x="39" y="137"/>
                </a:cubicBezTo>
                <a:cubicBezTo>
                  <a:pt x="34" y="144"/>
                  <a:pt x="34" y="144"/>
                  <a:pt x="34" y="144"/>
                </a:cubicBezTo>
                <a:cubicBezTo>
                  <a:pt x="20" y="144"/>
                  <a:pt x="20" y="144"/>
                  <a:pt x="20" y="144"/>
                </a:cubicBezTo>
                <a:cubicBezTo>
                  <a:pt x="17" y="149"/>
                  <a:pt x="17" y="149"/>
                  <a:pt x="17" y="149"/>
                </a:cubicBezTo>
                <a:cubicBezTo>
                  <a:pt x="0" y="170"/>
                  <a:pt x="0" y="170"/>
                  <a:pt x="0" y="170"/>
                </a:cubicBezTo>
                <a:cubicBezTo>
                  <a:pt x="0" y="237"/>
                  <a:pt x="0" y="237"/>
                  <a:pt x="0" y="237"/>
                </a:cubicBezTo>
                <a:cubicBezTo>
                  <a:pt x="12" y="254"/>
                  <a:pt x="12" y="254"/>
                  <a:pt x="12" y="254"/>
                </a:cubicBezTo>
                <a:cubicBezTo>
                  <a:pt x="16" y="249"/>
                  <a:pt x="20" y="244"/>
                  <a:pt x="22" y="238"/>
                </a:cubicBezTo>
                <a:cubicBezTo>
                  <a:pt x="26" y="235"/>
                  <a:pt x="29" y="230"/>
                  <a:pt x="33" y="227"/>
                </a:cubicBezTo>
                <a:cubicBezTo>
                  <a:pt x="43" y="216"/>
                  <a:pt x="53" y="206"/>
                  <a:pt x="65" y="196"/>
                </a:cubicBezTo>
                <a:cubicBezTo>
                  <a:pt x="65" y="196"/>
                  <a:pt x="66" y="195"/>
                  <a:pt x="67" y="195"/>
                </a:cubicBezTo>
                <a:cubicBezTo>
                  <a:pt x="74" y="189"/>
                  <a:pt x="82" y="186"/>
                  <a:pt x="89" y="181"/>
                </a:cubicBezTo>
                <a:cubicBezTo>
                  <a:pt x="89" y="180"/>
                  <a:pt x="89" y="180"/>
                  <a:pt x="89" y="180"/>
                </a:cubicBezTo>
                <a:cubicBezTo>
                  <a:pt x="89" y="180"/>
                  <a:pt x="89" y="180"/>
                  <a:pt x="89" y="181"/>
                </a:cubicBezTo>
                <a:cubicBezTo>
                  <a:pt x="94" y="180"/>
                  <a:pt x="95" y="176"/>
                  <a:pt x="99" y="174"/>
                </a:cubicBezTo>
                <a:cubicBezTo>
                  <a:pt x="108" y="168"/>
                  <a:pt x="113" y="159"/>
                  <a:pt x="120" y="152"/>
                </a:cubicBezTo>
                <a:cubicBezTo>
                  <a:pt x="127" y="144"/>
                  <a:pt x="133" y="135"/>
                  <a:pt x="139" y="127"/>
                </a:cubicBezTo>
                <a:cubicBezTo>
                  <a:pt x="144" y="119"/>
                  <a:pt x="150" y="112"/>
                  <a:pt x="151" y="103"/>
                </a:cubicBezTo>
                <a:cubicBezTo>
                  <a:pt x="152" y="101"/>
                  <a:pt x="152" y="99"/>
                  <a:pt x="154" y="97"/>
                </a:cubicBezTo>
                <a:cubicBezTo>
                  <a:pt x="157" y="93"/>
                  <a:pt x="160" y="88"/>
                  <a:pt x="162" y="84"/>
                </a:cubicBezTo>
                <a:cubicBezTo>
                  <a:pt x="164" y="82"/>
                  <a:pt x="162" y="79"/>
                  <a:pt x="164" y="77"/>
                </a:cubicBezTo>
                <a:cubicBezTo>
                  <a:pt x="170" y="73"/>
                  <a:pt x="171" y="66"/>
                  <a:pt x="175" y="61"/>
                </a:cubicBezTo>
                <a:cubicBezTo>
                  <a:pt x="181" y="53"/>
                  <a:pt x="183" y="46"/>
                  <a:pt x="182" y="36"/>
                </a:cubicBezTo>
                <a:cubicBezTo>
                  <a:pt x="182" y="35"/>
                  <a:pt x="183" y="34"/>
                  <a:pt x="184" y="33"/>
                </a:cubicBezTo>
                <a:cubicBezTo>
                  <a:pt x="187" y="31"/>
                  <a:pt x="187" y="28"/>
                  <a:pt x="187" y="25"/>
                </a:cubicBezTo>
                <a:cubicBezTo>
                  <a:pt x="187" y="21"/>
                  <a:pt x="186" y="16"/>
                  <a:pt x="188" y="12"/>
                </a:cubicBezTo>
                <a:cubicBezTo>
                  <a:pt x="190" y="7"/>
                  <a:pt x="191" y="5"/>
                  <a:pt x="185" y="4"/>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3095" name="Freeform 24"/>
          <p:cNvSpPr>
            <a:spLocks noEditPoints="1"/>
          </p:cNvSpPr>
          <p:nvPr/>
        </p:nvSpPr>
        <p:spPr bwMode="auto">
          <a:xfrm>
            <a:off x="6648450" y="3211513"/>
            <a:ext cx="204788" cy="217488"/>
          </a:xfrm>
          <a:custGeom>
            <a:avLst/>
            <a:gdLst>
              <a:gd name="T0" fmla="*/ 201348320 w 54"/>
              <a:gd name="T1" fmla="*/ 669698970 h 57"/>
              <a:gd name="T2" fmla="*/ 129437393 w 54"/>
              <a:gd name="T3" fmla="*/ 684255404 h 57"/>
              <a:gd name="T4" fmla="*/ 201348320 w 54"/>
              <a:gd name="T5" fmla="*/ 669698970 h 57"/>
              <a:gd name="T6" fmla="*/ 719105477 w 54"/>
              <a:gd name="T7" fmla="*/ 393084759 h 57"/>
              <a:gd name="T8" fmla="*/ 733486146 w 54"/>
              <a:gd name="T9" fmla="*/ 349407827 h 57"/>
              <a:gd name="T10" fmla="*/ 704721016 w 54"/>
              <a:gd name="T11" fmla="*/ 247497528 h 57"/>
              <a:gd name="T12" fmla="*/ 546518494 w 54"/>
              <a:gd name="T13" fmla="*/ 0 h 57"/>
              <a:gd name="T14" fmla="*/ 201348320 w 54"/>
              <a:gd name="T15" fmla="*/ 43676932 h 57"/>
              <a:gd name="T16" fmla="*/ 158202522 w 54"/>
              <a:gd name="T17" fmla="*/ 160143664 h 57"/>
              <a:gd name="T18" fmla="*/ 86291595 w 54"/>
              <a:gd name="T19" fmla="*/ 189264163 h 57"/>
              <a:gd name="T20" fmla="*/ 57526466 w 54"/>
              <a:gd name="T21" fmla="*/ 247497528 h 57"/>
              <a:gd name="T22" fmla="*/ 14380668 w 54"/>
              <a:gd name="T23" fmla="*/ 262053962 h 57"/>
              <a:gd name="T24" fmla="*/ 0 w 54"/>
              <a:gd name="T25" fmla="*/ 276614211 h 57"/>
              <a:gd name="T26" fmla="*/ 14380668 w 54"/>
              <a:gd name="T27" fmla="*/ 291174461 h 57"/>
              <a:gd name="T28" fmla="*/ 28765129 w 54"/>
              <a:gd name="T29" fmla="*/ 436757875 h 57"/>
              <a:gd name="T30" fmla="*/ 71910927 w 54"/>
              <a:gd name="T31" fmla="*/ 509551491 h 57"/>
              <a:gd name="T32" fmla="*/ 129437393 w 54"/>
              <a:gd name="T33" fmla="*/ 582345106 h 57"/>
              <a:gd name="T34" fmla="*/ 186967652 w 54"/>
              <a:gd name="T35" fmla="*/ 655138721 h 57"/>
              <a:gd name="T36" fmla="*/ 230113449 w 54"/>
              <a:gd name="T37" fmla="*/ 684255404 h 57"/>
              <a:gd name="T38" fmla="*/ 258878579 w 54"/>
              <a:gd name="T39" fmla="*/ 713372087 h 57"/>
              <a:gd name="T40" fmla="*/ 273259247 w 54"/>
              <a:gd name="T41" fmla="*/ 757049019 h 57"/>
              <a:gd name="T42" fmla="*/ 474607567 w 54"/>
              <a:gd name="T43" fmla="*/ 829842634 h 57"/>
              <a:gd name="T44" fmla="*/ 575283623 w 54"/>
              <a:gd name="T45" fmla="*/ 713372087 h 57"/>
              <a:gd name="T46" fmla="*/ 690340348 w 54"/>
              <a:gd name="T47" fmla="*/ 611461789 h 57"/>
              <a:gd name="T48" fmla="*/ 719105477 w 54"/>
              <a:gd name="T49" fmla="*/ 509551491 h 57"/>
              <a:gd name="T50" fmla="*/ 776631943 w 54"/>
              <a:gd name="T51" fmla="*/ 480434808 h 57"/>
              <a:gd name="T52" fmla="*/ 776631943 w 54"/>
              <a:gd name="T53" fmla="*/ 407641192 h 57"/>
              <a:gd name="T54" fmla="*/ 675955887 w 54"/>
              <a:gd name="T55" fmla="*/ 465878374 h 57"/>
              <a:gd name="T56" fmla="*/ 719105477 w 54"/>
              <a:gd name="T57" fmla="*/ 393084759 h 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4" h="57">
                <a:moveTo>
                  <a:pt x="14" y="46"/>
                </a:moveTo>
                <a:cubicBezTo>
                  <a:pt x="13" y="49"/>
                  <a:pt x="13" y="49"/>
                  <a:pt x="9" y="47"/>
                </a:cubicBezTo>
                <a:cubicBezTo>
                  <a:pt x="10" y="46"/>
                  <a:pt x="12" y="46"/>
                  <a:pt x="14" y="46"/>
                </a:cubicBezTo>
                <a:close/>
                <a:moveTo>
                  <a:pt x="50" y="27"/>
                </a:moveTo>
                <a:cubicBezTo>
                  <a:pt x="51" y="24"/>
                  <a:pt x="51" y="24"/>
                  <a:pt x="51" y="24"/>
                </a:cubicBezTo>
                <a:cubicBezTo>
                  <a:pt x="49" y="17"/>
                  <a:pt x="49" y="17"/>
                  <a:pt x="49" y="17"/>
                </a:cubicBezTo>
                <a:cubicBezTo>
                  <a:pt x="38" y="0"/>
                  <a:pt x="38" y="0"/>
                  <a:pt x="38" y="0"/>
                </a:cubicBezTo>
                <a:cubicBezTo>
                  <a:pt x="14" y="3"/>
                  <a:pt x="14" y="3"/>
                  <a:pt x="14" y="3"/>
                </a:cubicBezTo>
                <a:cubicBezTo>
                  <a:pt x="11" y="11"/>
                  <a:pt x="11" y="11"/>
                  <a:pt x="11" y="11"/>
                </a:cubicBezTo>
                <a:cubicBezTo>
                  <a:pt x="6" y="13"/>
                  <a:pt x="6" y="13"/>
                  <a:pt x="6" y="13"/>
                </a:cubicBezTo>
                <a:cubicBezTo>
                  <a:pt x="4" y="17"/>
                  <a:pt x="4" y="17"/>
                  <a:pt x="4" y="17"/>
                </a:cubicBezTo>
                <a:cubicBezTo>
                  <a:pt x="1" y="18"/>
                  <a:pt x="1" y="18"/>
                  <a:pt x="1" y="18"/>
                </a:cubicBezTo>
                <a:cubicBezTo>
                  <a:pt x="1" y="18"/>
                  <a:pt x="0" y="19"/>
                  <a:pt x="0" y="19"/>
                </a:cubicBezTo>
                <a:cubicBezTo>
                  <a:pt x="0" y="20"/>
                  <a:pt x="1" y="20"/>
                  <a:pt x="1" y="20"/>
                </a:cubicBezTo>
                <a:cubicBezTo>
                  <a:pt x="2" y="23"/>
                  <a:pt x="3" y="27"/>
                  <a:pt x="2" y="30"/>
                </a:cubicBezTo>
                <a:cubicBezTo>
                  <a:pt x="2" y="32"/>
                  <a:pt x="3" y="34"/>
                  <a:pt x="5" y="35"/>
                </a:cubicBezTo>
                <a:cubicBezTo>
                  <a:pt x="8" y="35"/>
                  <a:pt x="9" y="37"/>
                  <a:pt x="9" y="40"/>
                </a:cubicBezTo>
                <a:cubicBezTo>
                  <a:pt x="9" y="43"/>
                  <a:pt x="10" y="44"/>
                  <a:pt x="13" y="45"/>
                </a:cubicBezTo>
                <a:cubicBezTo>
                  <a:pt x="14" y="45"/>
                  <a:pt x="15" y="45"/>
                  <a:pt x="16" y="47"/>
                </a:cubicBezTo>
                <a:cubicBezTo>
                  <a:pt x="17" y="47"/>
                  <a:pt x="19" y="46"/>
                  <a:pt x="18" y="49"/>
                </a:cubicBezTo>
                <a:cubicBezTo>
                  <a:pt x="17" y="51"/>
                  <a:pt x="17" y="51"/>
                  <a:pt x="19" y="52"/>
                </a:cubicBezTo>
                <a:cubicBezTo>
                  <a:pt x="24" y="53"/>
                  <a:pt x="28" y="55"/>
                  <a:pt x="33" y="57"/>
                </a:cubicBezTo>
                <a:cubicBezTo>
                  <a:pt x="40" y="49"/>
                  <a:pt x="40" y="49"/>
                  <a:pt x="40" y="49"/>
                </a:cubicBezTo>
                <a:cubicBezTo>
                  <a:pt x="48" y="42"/>
                  <a:pt x="48" y="42"/>
                  <a:pt x="48" y="42"/>
                </a:cubicBezTo>
                <a:cubicBezTo>
                  <a:pt x="50" y="35"/>
                  <a:pt x="50" y="35"/>
                  <a:pt x="50" y="35"/>
                </a:cubicBezTo>
                <a:cubicBezTo>
                  <a:pt x="54" y="33"/>
                  <a:pt x="54" y="33"/>
                  <a:pt x="54" y="33"/>
                </a:cubicBezTo>
                <a:cubicBezTo>
                  <a:pt x="54" y="28"/>
                  <a:pt x="54" y="28"/>
                  <a:pt x="54" y="28"/>
                </a:cubicBezTo>
                <a:cubicBezTo>
                  <a:pt x="47" y="32"/>
                  <a:pt x="47" y="32"/>
                  <a:pt x="47" y="32"/>
                </a:cubicBezTo>
                <a:lnTo>
                  <a:pt x="50" y="27"/>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96" name="Freeform 25"/>
          <p:cNvSpPr>
            <a:spLocks/>
          </p:cNvSpPr>
          <p:nvPr/>
        </p:nvSpPr>
        <p:spPr bwMode="auto">
          <a:xfrm>
            <a:off x="6369050" y="2735263"/>
            <a:ext cx="415925" cy="312738"/>
          </a:xfrm>
          <a:custGeom>
            <a:avLst/>
            <a:gdLst>
              <a:gd name="T0" fmla="*/ 1557974918 w 109"/>
              <a:gd name="T1" fmla="*/ 1061833229 h 82"/>
              <a:gd name="T2" fmla="*/ 1587097299 w 109"/>
              <a:gd name="T3" fmla="*/ 1018194837 h 82"/>
              <a:gd name="T4" fmla="*/ 1514295161 w 109"/>
              <a:gd name="T5" fmla="*/ 901829603 h 82"/>
              <a:gd name="T6" fmla="*/ 1426931832 w 109"/>
              <a:gd name="T7" fmla="*/ 916375734 h 82"/>
              <a:gd name="T8" fmla="*/ 1383248259 w 109"/>
              <a:gd name="T9" fmla="*/ 829102763 h 82"/>
              <a:gd name="T10" fmla="*/ 1426931832 w 109"/>
              <a:gd name="T11" fmla="*/ 756375922 h 82"/>
              <a:gd name="T12" fmla="*/ 1412370641 w 109"/>
              <a:gd name="T13" fmla="*/ 669099137 h 82"/>
              <a:gd name="T14" fmla="*/ 1339568503 w 109"/>
              <a:gd name="T15" fmla="*/ 610918427 h 82"/>
              <a:gd name="T16" fmla="*/ 1339568503 w 109"/>
              <a:gd name="T17" fmla="*/ 523645456 h 82"/>
              <a:gd name="T18" fmla="*/ 1193964226 w 109"/>
              <a:gd name="T19" fmla="*/ 407280223 h 82"/>
              <a:gd name="T20" fmla="*/ 1150280654 w 109"/>
              <a:gd name="T21" fmla="*/ 305457307 h 82"/>
              <a:gd name="T22" fmla="*/ 1062917325 w 109"/>
              <a:gd name="T23" fmla="*/ 276368859 h 82"/>
              <a:gd name="T24" fmla="*/ 1033798759 w 109"/>
              <a:gd name="T25" fmla="*/ 174549757 h 82"/>
              <a:gd name="T26" fmla="*/ 1004676377 w 109"/>
              <a:gd name="T27" fmla="*/ 145457495 h 82"/>
              <a:gd name="T28" fmla="*/ 873633291 w 109"/>
              <a:gd name="T29" fmla="*/ 116365233 h 82"/>
              <a:gd name="T30" fmla="*/ 786269962 w 109"/>
              <a:gd name="T31" fmla="*/ 0 h 82"/>
              <a:gd name="T32" fmla="*/ 596982113 w 109"/>
              <a:gd name="T33" fmla="*/ 0 h 82"/>
              <a:gd name="T34" fmla="*/ 407694264 w 109"/>
              <a:gd name="T35" fmla="*/ 58184524 h 82"/>
              <a:gd name="T36" fmla="*/ 262089987 w 109"/>
              <a:gd name="T37" fmla="*/ 29092262 h 82"/>
              <a:gd name="T38" fmla="*/ 232967606 w 109"/>
              <a:gd name="T39" fmla="*/ 101819102 h 82"/>
              <a:gd name="T40" fmla="*/ 203849040 w 109"/>
              <a:gd name="T41" fmla="*/ 160003626 h 82"/>
              <a:gd name="T42" fmla="*/ 203849040 w 109"/>
              <a:gd name="T43" fmla="*/ 174549757 h 82"/>
              <a:gd name="T44" fmla="*/ 101924520 w 109"/>
              <a:gd name="T45" fmla="*/ 465460933 h 82"/>
              <a:gd name="T46" fmla="*/ 0 w 109"/>
              <a:gd name="T47" fmla="*/ 538187773 h 82"/>
              <a:gd name="T48" fmla="*/ 145604277 w 109"/>
              <a:gd name="T49" fmla="*/ 741829792 h 82"/>
              <a:gd name="T50" fmla="*/ 203849040 w 109"/>
              <a:gd name="T51" fmla="*/ 843648894 h 82"/>
              <a:gd name="T52" fmla="*/ 465935211 w 109"/>
              <a:gd name="T53" fmla="*/ 843648894 h 82"/>
              <a:gd name="T54" fmla="*/ 495057593 w 109"/>
              <a:gd name="T55" fmla="*/ 785464370 h 82"/>
              <a:gd name="T56" fmla="*/ 582420922 w 109"/>
              <a:gd name="T57" fmla="*/ 770922053 h 82"/>
              <a:gd name="T58" fmla="*/ 786269962 w 109"/>
              <a:gd name="T59" fmla="*/ 887287286 h 82"/>
              <a:gd name="T60" fmla="*/ 888190666 w 109"/>
              <a:gd name="T61" fmla="*/ 843648894 h 82"/>
              <a:gd name="T62" fmla="*/ 917313048 w 109"/>
              <a:gd name="T63" fmla="*/ 901829603 h 82"/>
              <a:gd name="T64" fmla="*/ 771708771 w 109"/>
              <a:gd name="T65" fmla="*/ 930921865 h 82"/>
              <a:gd name="T66" fmla="*/ 567859731 w 109"/>
              <a:gd name="T67" fmla="*/ 843648894 h 82"/>
              <a:gd name="T68" fmla="*/ 524179975 w 109"/>
              <a:gd name="T69" fmla="*/ 901829603 h 82"/>
              <a:gd name="T70" fmla="*/ 393133073 w 109"/>
              <a:gd name="T71" fmla="*/ 901829603 h 82"/>
              <a:gd name="T72" fmla="*/ 393133073 w 109"/>
              <a:gd name="T73" fmla="*/ 960014127 h 82"/>
              <a:gd name="T74" fmla="*/ 160165467 w 109"/>
              <a:gd name="T75" fmla="*/ 960014127 h 82"/>
              <a:gd name="T76" fmla="*/ 160165467 w 109"/>
              <a:gd name="T77" fmla="*/ 1003652520 h 82"/>
              <a:gd name="T78" fmla="*/ 160165467 w 109"/>
              <a:gd name="T79" fmla="*/ 1178198462 h 82"/>
              <a:gd name="T80" fmla="*/ 407694264 w 109"/>
              <a:gd name="T81" fmla="*/ 1163652331 h 82"/>
              <a:gd name="T82" fmla="*/ 538741166 w 109"/>
              <a:gd name="T83" fmla="*/ 1090925491 h 82"/>
              <a:gd name="T84" fmla="*/ 960992805 w 109"/>
              <a:gd name="T85" fmla="*/ 1090925491 h 82"/>
              <a:gd name="T86" fmla="*/ 1106600897 w 109"/>
              <a:gd name="T87" fmla="*/ 1090925491 h 82"/>
              <a:gd name="T88" fmla="*/ 1106600897 w 109"/>
              <a:gd name="T89" fmla="*/ 1149106201 h 82"/>
              <a:gd name="T90" fmla="*/ 1179403035 w 109"/>
              <a:gd name="T91" fmla="*/ 1120017753 h 82"/>
              <a:gd name="T92" fmla="*/ 1310446121 w 109"/>
              <a:gd name="T93" fmla="*/ 1192744593 h 82"/>
              <a:gd name="T94" fmla="*/ 1368690884 w 109"/>
              <a:gd name="T95" fmla="*/ 1163652331 h 82"/>
              <a:gd name="T96" fmla="*/ 1557974918 w 109"/>
              <a:gd name="T97" fmla="*/ 1163652331 h 82"/>
              <a:gd name="T98" fmla="*/ 1543417543 w 109"/>
              <a:gd name="T99" fmla="*/ 1090925491 h 82"/>
              <a:gd name="T100" fmla="*/ 1557974918 w 109"/>
              <a:gd name="T101" fmla="*/ 1061833229 h 8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9" h="82">
                <a:moveTo>
                  <a:pt x="107" y="73"/>
                </a:moveTo>
                <a:cubicBezTo>
                  <a:pt x="109" y="70"/>
                  <a:pt x="109" y="70"/>
                  <a:pt x="109" y="70"/>
                </a:cubicBezTo>
                <a:cubicBezTo>
                  <a:pt x="104" y="62"/>
                  <a:pt x="104" y="62"/>
                  <a:pt x="104" y="62"/>
                </a:cubicBezTo>
                <a:cubicBezTo>
                  <a:pt x="98" y="63"/>
                  <a:pt x="98" y="63"/>
                  <a:pt x="98" y="63"/>
                </a:cubicBezTo>
                <a:cubicBezTo>
                  <a:pt x="95" y="57"/>
                  <a:pt x="95" y="57"/>
                  <a:pt x="95" y="57"/>
                </a:cubicBezTo>
                <a:cubicBezTo>
                  <a:pt x="98" y="52"/>
                  <a:pt x="98" y="52"/>
                  <a:pt x="98" y="52"/>
                </a:cubicBezTo>
                <a:cubicBezTo>
                  <a:pt x="97" y="46"/>
                  <a:pt x="97" y="46"/>
                  <a:pt x="97" y="46"/>
                </a:cubicBezTo>
                <a:cubicBezTo>
                  <a:pt x="92" y="42"/>
                  <a:pt x="92" y="42"/>
                  <a:pt x="92" y="42"/>
                </a:cubicBezTo>
                <a:cubicBezTo>
                  <a:pt x="92" y="36"/>
                  <a:pt x="92" y="36"/>
                  <a:pt x="92" y="36"/>
                </a:cubicBezTo>
                <a:cubicBezTo>
                  <a:pt x="82" y="28"/>
                  <a:pt x="82" y="28"/>
                  <a:pt x="82" y="28"/>
                </a:cubicBezTo>
                <a:cubicBezTo>
                  <a:pt x="79" y="21"/>
                  <a:pt x="79" y="21"/>
                  <a:pt x="79" y="21"/>
                </a:cubicBezTo>
                <a:cubicBezTo>
                  <a:pt x="73" y="19"/>
                  <a:pt x="73" y="19"/>
                  <a:pt x="73" y="19"/>
                </a:cubicBezTo>
                <a:cubicBezTo>
                  <a:pt x="71" y="12"/>
                  <a:pt x="71" y="12"/>
                  <a:pt x="71" y="12"/>
                </a:cubicBezTo>
                <a:cubicBezTo>
                  <a:pt x="69" y="10"/>
                  <a:pt x="69" y="10"/>
                  <a:pt x="69" y="10"/>
                </a:cubicBezTo>
                <a:cubicBezTo>
                  <a:pt x="60" y="8"/>
                  <a:pt x="60" y="8"/>
                  <a:pt x="60" y="8"/>
                </a:cubicBezTo>
                <a:cubicBezTo>
                  <a:pt x="54" y="0"/>
                  <a:pt x="54" y="0"/>
                  <a:pt x="54" y="0"/>
                </a:cubicBezTo>
                <a:cubicBezTo>
                  <a:pt x="41" y="0"/>
                  <a:pt x="41" y="0"/>
                  <a:pt x="41" y="0"/>
                </a:cubicBezTo>
                <a:cubicBezTo>
                  <a:pt x="28" y="4"/>
                  <a:pt x="28" y="4"/>
                  <a:pt x="28" y="4"/>
                </a:cubicBezTo>
                <a:cubicBezTo>
                  <a:pt x="18" y="2"/>
                  <a:pt x="18" y="2"/>
                  <a:pt x="18" y="2"/>
                </a:cubicBezTo>
                <a:cubicBezTo>
                  <a:pt x="16" y="7"/>
                  <a:pt x="16" y="7"/>
                  <a:pt x="16" y="7"/>
                </a:cubicBezTo>
                <a:cubicBezTo>
                  <a:pt x="14" y="7"/>
                  <a:pt x="14" y="9"/>
                  <a:pt x="14" y="11"/>
                </a:cubicBezTo>
                <a:cubicBezTo>
                  <a:pt x="14" y="11"/>
                  <a:pt x="14" y="12"/>
                  <a:pt x="14" y="12"/>
                </a:cubicBezTo>
                <a:cubicBezTo>
                  <a:pt x="15" y="20"/>
                  <a:pt x="9" y="25"/>
                  <a:pt x="7" y="32"/>
                </a:cubicBezTo>
                <a:cubicBezTo>
                  <a:pt x="4" y="33"/>
                  <a:pt x="3" y="36"/>
                  <a:pt x="0" y="37"/>
                </a:cubicBezTo>
                <a:cubicBezTo>
                  <a:pt x="4" y="41"/>
                  <a:pt x="8" y="45"/>
                  <a:pt x="10" y="51"/>
                </a:cubicBezTo>
                <a:cubicBezTo>
                  <a:pt x="11" y="54"/>
                  <a:pt x="12" y="56"/>
                  <a:pt x="14" y="58"/>
                </a:cubicBezTo>
                <a:cubicBezTo>
                  <a:pt x="32" y="58"/>
                  <a:pt x="32" y="58"/>
                  <a:pt x="32" y="58"/>
                </a:cubicBezTo>
                <a:cubicBezTo>
                  <a:pt x="34" y="54"/>
                  <a:pt x="34" y="54"/>
                  <a:pt x="34" y="54"/>
                </a:cubicBezTo>
                <a:cubicBezTo>
                  <a:pt x="40" y="53"/>
                  <a:pt x="40" y="53"/>
                  <a:pt x="40" y="53"/>
                </a:cubicBezTo>
                <a:cubicBezTo>
                  <a:pt x="54" y="61"/>
                  <a:pt x="54" y="61"/>
                  <a:pt x="54" y="61"/>
                </a:cubicBezTo>
                <a:cubicBezTo>
                  <a:pt x="61" y="58"/>
                  <a:pt x="61" y="58"/>
                  <a:pt x="61" y="58"/>
                </a:cubicBezTo>
                <a:cubicBezTo>
                  <a:pt x="63" y="62"/>
                  <a:pt x="63" y="62"/>
                  <a:pt x="63" y="62"/>
                </a:cubicBezTo>
                <a:cubicBezTo>
                  <a:pt x="53" y="64"/>
                  <a:pt x="53" y="64"/>
                  <a:pt x="53" y="64"/>
                </a:cubicBezTo>
                <a:cubicBezTo>
                  <a:pt x="39" y="58"/>
                  <a:pt x="39" y="58"/>
                  <a:pt x="39" y="58"/>
                </a:cubicBezTo>
                <a:cubicBezTo>
                  <a:pt x="36" y="62"/>
                  <a:pt x="36" y="62"/>
                  <a:pt x="36" y="62"/>
                </a:cubicBezTo>
                <a:cubicBezTo>
                  <a:pt x="27" y="62"/>
                  <a:pt x="27" y="62"/>
                  <a:pt x="27" y="62"/>
                </a:cubicBezTo>
                <a:cubicBezTo>
                  <a:pt x="27" y="66"/>
                  <a:pt x="27" y="66"/>
                  <a:pt x="27" y="66"/>
                </a:cubicBezTo>
                <a:cubicBezTo>
                  <a:pt x="11" y="66"/>
                  <a:pt x="11" y="66"/>
                  <a:pt x="11" y="66"/>
                </a:cubicBezTo>
                <a:cubicBezTo>
                  <a:pt x="11" y="67"/>
                  <a:pt x="8" y="68"/>
                  <a:pt x="11" y="69"/>
                </a:cubicBezTo>
                <a:cubicBezTo>
                  <a:pt x="11" y="73"/>
                  <a:pt x="11" y="77"/>
                  <a:pt x="11" y="81"/>
                </a:cubicBezTo>
                <a:cubicBezTo>
                  <a:pt x="28" y="80"/>
                  <a:pt x="28" y="80"/>
                  <a:pt x="28" y="80"/>
                </a:cubicBezTo>
                <a:cubicBezTo>
                  <a:pt x="37" y="75"/>
                  <a:pt x="37" y="75"/>
                  <a:pt x="37" y="75"/>
                </a:cubicBezTo>
                <a:cubicBezTo>
                  <a:pt x="66" y="75"/>
                  <a:pt x="66" y="75"/>
                  <a:pt x="66" y="75"/>
                </a:cubicBezTo>
                <a:cubicBezTo>
                  <a:pt x="76" y="75"/>
                  <a:pt x="76" y="75"/>
                  <a:pt x="76" y="75"/>
                </a:cubicBezTo>
                <a:cubicBezTo>
                  <a:pt x="76" y="79"/>
                  <a:pt x="76" y="79"/>
                  <a:pt x="76" y="79"/>
                </a:cubicBezTo>
                <a:cubicBezTo>
                  <a:pt x="81" y="77"/>
                  <a:pt x="81" y="77"/>
                  <a:pt x="81" y="77"/>
                </a:cubicBezTo>
                <a:cubicBezTo>
                  <a:pt x="90" y="82"/>
                  <a:pt x="90" y="82"/>
                  <a:pt x="90" y="82"/>
                </a:cubicBezTo>
                <a:cubicBezTo>
                  <a:pt x="94" y="80"/>
                  <a:pt x="94" y="80"/>
                  <a:pt x="94" y="80"/>
                </a:cubicBezTo>
                <a:cubicBezTo>
                  <a:pt x="107" y="80"/>
                  <a:pt x="107" y="80"/>
                  <a:pt x="107" y="80"/>
                </a:cubicBezTo>
                <a:cubicBezTo>
                  <a:pt x="106" y="75"/>
                  <a:pt x="106" y="75"/>
                  <a:pt x="106" y="75"/>
                </a:cubicBezTo>
                <a:lnTo>
                  <a:pt x="107" y="73"/>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98" name="Freeform 27"/>
          <p:cNvSpPr>
            <a:spLocks/>
          </p:cNvSpPr>
          <p:nvPr/>
        </p:nvSpPr>
        <p:spPr bwMode="auto">
          <a:xfrm>
            <a:off x="9594849" y="3984624"/>
            <a:ext cx="141288" cy="125413"/>
          </a:xfrm>
          <a:custGeom>
            <a:avLst/>
            <a:gdLst>
              <a:gd name="T0" fmla="*/ 78125914 w 89"/>
              <a:gd name="T1" fmla="*/ 42843621 h 79"/>
              <a:gd name="T2" fmla="*/ 60483964 w 89"/>
              <a:gd name="T3" fmla="*/ 55443659 h 79"/>
              <a:gd name="T4" fmla="*/ 30241982 w 89"/>
              <a:gd name="T5" fmla="*/ 90725987 h 79"/>
              <a:gd name="T6" fmla="*/ 30241982 w 89"/>
              <a:gd name="T7" fmla="*/ 133569608 h 79"/>
              <a:gd name="T8" fmla="*/ 0 w 89"/>
              <a:gd name="T9" fmla="*/ 156250310 h 79"/>
              <a:gd name="T10" fmla="*/ 0 w 89"/>
              <a:gd name="T11" fmla="*/ 186492306 h 79"/>
              <a:gd name="T12" fmla="*/ 12601620 w 89"/>
              <a:gd name="T13" fmla="*/ 186492306 h 79"/>
              <a:gd name="T14" fmla="*/ 17641950 w 89"/>
              <a:gd name="T15" fmla="*/ 176411641 h 79"/>
              <a:gd name="T16" fmla="*/ 47883932 w 89"/>
              <a:gd name="T17" fmla="*/ 181451973 h 79"/>
              <a:gd name="T18" fmla="*/ 55443634 w 89"/>
              <a:gd name="T19" fmla="*/ 199093931 h 79"/>
              <a:gd name="T20" fmla="*/ 85685616 w 89"/>
              <a:gd name="T21" fmla="*/ 199093931 h 79"/>
              <a:gd name="T22" fmla="*/ 115927598 w 89"/>
              <a:gd name="T23" fmla="*/ 181451973 h 79"/>
              <a:gd name="T24" fmla="*/ 115927598 w 89"/>
              <a:gd name="T25" fmla="*/ 151209978 h 79"/>
              <a:gd name="T26" fmla="*/ 138609878 w 89"/>
              <a:gd name="T27" fmla="*/ 163811603 h 79"/>
              <a:gd name="T28" fmla="*/ 168851860 w 89"/>
              <a:gd name="T29" fmla="*/ 146169645 h 79"/>
              <a:gd name="T30" fmla="*/ 181451892 w 89"/>
              <a:gd name="T31" fmla="*/ 156250310 h 79"/>
              <a:gd name="T32" fmla="*/ 211693874 w 89"/>
              <a:gd name="T33" fmla="*/ 156250310 h 79"/>
              <a:gd name="T34" fmla="*/ 224295494 w 89"/>
              <a:gd name="T35" fmla="*/ 126008315 h 79"/>
              <a:gd name="T36" fmla="*/ 216734204 w 89"/>
              <a:gd name="T37" fmla="*/ 90725987 h 79"/>
              <a:gd name="T38" fmla="*/ 211693874 w 89"/>
              <a:gd name="T39" fmla="*/ 65524324 h 79"/>
              <a:gd name="T40" fmla="*/ 176411562 w 89"/>
              <a:gd name="T41" fmla="*/ 0 h 79"/>
              <a:gd name="T42" fmla="*/ 133569548 w 89"/>
              <a:gd name="T43" fmla="*/ 42843621 h 79"/>
              <a:gd name="T44" fmla="*/ 78125914 w 89"/>
              <a:gd name="T45" fmla="*/ 42843621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9" h="79">
                <a:moveTo>
                  <a:pt x="31" y="17"/>
                </a:moveTo>
                <a:lnTo>
                  <a:pt x="24" y="22"/>
                </a:lnTo>
                <a:lnTo>
                  <a:pt x="12" y="36"/>
                </a:lnTo>
                <a:lnTo>
                  <a:pt x="12" y="53"/>
                </a:lnTo>
                <a:lnTo>
                  <a:pt x="0" y="62"/>
                </a:lnTo>
                <a:lnTo>
                  <a:pt x="0" y="74"/>
                </a:lnTo>
                <a:lnTo>
                  <a:pt x="5" y="74"/>
                </a:lnTo>
                <a:lnTo>
                  <a:pt x="7" y="70"/>
                </a:lnTo>
                <a:lnTo>
                  <a:pt x="19" y="72"/>
                </a:lnTo>
                <a:lnTo>
                  <a:pt x="22" y="79"/>
                </a:lnTo>
                <a:lnTo>
                  <a:pt x="34" y="79"/>
                </a:lnTo>
                <a:lnTo>
                  <a:pt x="46" y="72"/>
                </a:lnTo>
                <a:lnTo>
                  <a:pt x="46" y="60"/>
                </a:lnTo>
                <a:lnTo>
                  <a:pt x="55" y="65"/>
                </a:lnTo>
                <a:lnTo>
                  <a:pt x="67" y="58"/>
                </a:lnTo>
                <a:lnTo>
                  <a:pt x="72" y="62"/>
                </a:lnTo>
                <a:lnTo>
                  <a:pt x="84" y="62"/>
                </a:lnTo>
                <a:lnTo>
                  <a:pt x="89" y="50"/>
                </a:lnTo>
                <a:lnTo>
                  <a:pt x="86" y="36"/>
                </a:lnTo>
                <a:lnTo>
                  <a:pt x="84" y="26"/>
                </a:lnTo>
                <a:lnTo>
                  <a:pt x="70" y="0"/>
                </a:lnTo>
                <a:lnTo>
                  <a:pt x="53" y="17"/>
                </a:lnTo>
                <a:lnTo>
                  <a:pt x="31" y="17"/>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099" name="Freeform 28"/>
          <p:cNvSpPr>
            <a:spLocks/>
          </p:cNvSpPr>
          <p:nvPr/>
        </p:nvSpPr>
        <p:spPr bwMode="auto">
          <a:xfrm>
            <a:off x="7759700" y="2933700"/>
            <a:ext cx="841375" cy="688975"/>
          </a:xfrm>
          <a:custGeom>
            <a:avLst/>
            <a:gdLst>
              <a:gd name="T0" fmla="*/ 2147483646 w 221"/>
              <a:gd name="T1" fmla="*/ 231830571 h 181"/>
              <a:gd name="T2" fmla="*/ 2116153303 w 221"/>
              <a:gd name="T3" fmla="*/ 144894107 h 181"/>
              <a:gd name="T4" fmla="*/ 1869752256 w 221"/>
              <a:gd name="T5" fmla="*/ 289788214 h 181"/>
              <a:gd name="T6" fmla="*/ 1376950162 w 221"/>
              <a:gd name="T7" fmla="*/ 144894107 h 181"/>
              <a:gd name="T8" fmla="*/ 985607995 w 221"/>
              <a:gd name="T9" fmla="*/ 57957643 h 181"/>
              <a:gd name="T10" fmla="*/ 695721947 w 221"/>
              <a:gd name="T11" fmla="*/ 43466329 h 181"/>
              <a:gd name="T12" fmla="*/ 579768289 w 221"/>
              <a:gd name="T13" fmla="*/ 28978821 h 181"/>
              <a:gd name="T14" fmla="*/ 391342167 w 221"/>
              <a:gd name="T15" fmla="*/ 246318079 h 181"/>
              <a:gd name="T16" fmla="*/ 260894778 w 221"/>
              <a:gd name="T17" fmla="*/ 594063936 h 181"/>
              <a:gd name="T18" fmla="*/ 217413584 w 221"/>
              <a:gd name="T19" fmla="*/ 666512892 h 181"/>
              <a:gd name="T20" fmla="*/ 275388510 w 221"/>
              <a:gd name="T21" fmla="*/ 753449357 h 181"/>
              <a:gd name="T22" fmla="*/ 318873511 w 221"/>
              <a:gd name="T23" fmla="*/ 941809793 h 181"/>
              <a:gd name="T24" fmla="*/ 275388510 w 221"/>
              <a:gd name="T25" fmla="*/ 1028746257 h 181"/>
              <a:gd name="T26" fmla="*/ 173932390 w 221"/>
              <a:gd name="T27" fmla="*/ 1115682721 h 181"/>
              <a:gd name="T28" fmla="*/ 28987463 w 221"/>
              <a:gd name="T29" fmla="*/ 1304043157 h 181"/>
              <a:gd name="T30" fmla="*/ 28987463 w 221"/>
              <a:gd name="T31" fmla="*/ 1724237971 h 181"/>
              <a:gd name="T32" fmla="*/ 188426122 w 221"/>
              <a:gd name="T33" fmla="*/ 2043001200 h 181"/>
              <a:gd name="T34" fmla="*/ 289886048 w 221"/>
              <a:gd name="T35" fmla="*/ 2043001200 h 181"/>
              <a:gd name="T36" fmla="*/ 710215678 w 221"/>
              <a:gd name="T37" fmla="*/ 2147483646 h 181"/>
              <a:gd name="T38" fmla="*/ 869654337 w 221"/>
              <a:gd name="T39" fmla="*/ 2147483646 h 181"/>
              <a:gd name="T40" fmla="*/ 753700679 w 221"/>
              <a:gd name="T41" fmla="*/ 2147483646 h 181"/>
              <a:gd name="T42" fmla="*/ 898641800 w 221"/>
              <a:gd name="T43" fmla="*/ 2147483646 h 181"/>
              <a:gd name="T44" fmla="*/ 956616725 w 221"/>
              <a:gd name="T45" fmla="*/ 2147483646 h 181"/>
              <a:gd name="T46" fmla="*/ 1000101726 w 221"/>
              <a:gd name="T47" fmla="*/ 2147483646 h 181"/>
              <a:gd name="T48" fmla="*/ 1232009042 w 221"/>
              <a:gd name="T49" fmla="*/ 2147483646 h 181"/>
              <a:gd name="T50" fmla="*/ 1449422626 w 221"/>
              <a:gd name="T51" fmla="*/ 2147483646 h 181"/>
              <a:gd name="T52" fmla="*/ 1550882553 w 221"/>
              <a:gd name="T53" fmla="*/ 2147483646 h 181"/>
              <a:gd name="T54" fmla="*/ 1652338672 w 221"/>
              <a:gd name="T55" fmla="*/ 2147483646 h 181"/>
              <a:gd name="T56" fmla="*/ 1884245988 w 221"/>
              <a:gd name="T57" fmla="*/ 1999534871 h 181"/>
              <a:gd name="T58" fmla="*/ 2000199645 w 221"/>
              <a:gd name="T59" fmla="*/ 1854640764 h 181"/>
              <a:gd name="T60" fmla="*/ 2087165840 w 221"/>
              <a:gd name="T61" fmla="*/ 1898107093 h 181"/>
              <a:gd name="T62" fmla="*/ 2147483646 w 221"/>
              <a:gd name="T63" fmla="*/ 1941577228 h 181"/>
              <a:gd name="T64" fmla="*/ 2147483646 w 221"/>
              <a:gd name="T65" fmla="*/ 1999534871 h 181"/>
              <a:gd name="T66" fmla="*/ 2147483646 w 221"/>
              <a:gd name="T67" fmla="*/ 1869128271 h 181"/>
              <a:gd name="T68" fmla="*/ 2147483646 w 221"/>
              <a:gd name="T69" fmla="*/ 1724237971 h 181"/>
              <a:gd name="T70" fmla="*/ 2147483646 w 221"/>
              <a:gd name="T71" fmla="*/ 1477916085 h 181"/>
              <a:gd name="T72" fmla="*/ 2147483646 w 221"/>
              <a:gd name="T73" fmla="*/ 1231598007 h 181"/>
              <a:gd name="T74" fmla="*/ 2147483646 w 221"/>
              <a:gd name="T75" fmla="*/ 1057725078 h 181"/>
              <a:gd name="T76" fmla="*/ 2147483646 w 221"/>
              <a:gd name="T77" fmla="*/ 767936864 h 181"/>
              <a:gd name="T78" fmla="*/ 2147483646 w 221"/>
              <a:gd name="T79" fmla="*/ 724470535 h 181"/>
              <a:gd name="T80" fmla="*/ 2147483646 w 221"/>
              <a:gd name="T81" fmla="*/ 579576428 h 181"/>
              <a:gd name="T82" fmla="*/ 2147483646 w 221"/>
              <a:gd name="T83" fmla="*/ 463661143 h 181"/>
              <a:gd name="T84" fmla="*/ 2147483646 w 221"/>
              <a:gd name="T85" fmla="*/ 405703500 h 181"/>
              <a:gd name="T86" fmla="*/ 2147483646 w 221"/>
              <a:gd name="T87" fmla="*/ 43466329 h 1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21" h="181">
                <a:moveTo>
                  <a:pt x="189" y="7"/>
                </a:moveTo>
                <a:cubicBezTo>
                  <a:pt x="180" y="16"/>
                  <a:pt x="180" y="16"/>
                  <a:pt x="180" y="16"/>
                </a:cubicBezTo>
                <a:cubicBezTo>
                  <a:pt x="164" y="10"/>
                  <a:pt x="164" y="10"/>
                  <a:pt x="164" y="10"/>
                </a:cubicBezTo>
                <a:cubicBezTo>
                  <a:pt x="146" y="10"/>
                  <a:pt x="146" y="10"/>
                  <a:pt x="146" y="10"/>
                </a:cubicBezTo>
                <a:cubicBezTo>
                  <a:pt x="137" y="13"/>
                  <a:pt x="137" y="13"/>
                  <a:pt x="137" y="13"/>
                </a:cubicBezTo>
                <a:cubicBezTo>
                  <a:pt x="129" y="20"/>
                  <a:pt x="129" y="20"/>
                  <a:pt x="129" y="20"/>
                </a:cubicBezTo>
                <a:cubicBezTo>
                  <a:pt x="116" y="20"/>
                  <a:pt x="116" y="20"/>
                  <a:pt x="116" y="20"/>
                </a:cubicBezTo>
                <a:cubicBezTo>
                  <a:pt x="95" y="10"/>
                  <a:pt x="95" y="10"/>
                  <a:pt x="95" y="10"/>
                </a:cubicBezTo>
                <a:cubicBezTo>
                  <a:pt x="79" y="17"/>
                  <a:pt x="79" y="17"/>
                  <a:pt x="79" y="17"/>
                </a:cubicBezTo>
                <a:cubicBezTo>
                  <a:pt x="68" y="4"/>
                  <a:pt x="68" y="4"/>
                  <a:pt x="68" y="4"/>
                </a:cubicBezTo>
                <a:cubicBezTo>
                  <a:pt x="53" y="0"/>
                  <a:pt x="53" y="0"/>
                  <a:pt x="53" y="0"/>
                </a:cubicBezTo>
                <a:cubicBezTo>
                  <a:pt x="48" y="3"/>
                  <a:pt x="48" y="3"/>
                  <a:pt x="48" y="3"/>
                </a:cubicBezTo>
                <a:cubicBezTo>
                  <a:pt x="45" y="3"/>
                  <a:pt x="45" y="3"/>
                  <a:pt x="45" y="3"/>
                </a:cubicBezTo>
                <a:cubicBezTo>
                  <a:pt x="40" y="2"/>
                  <a:pt x="40" y="2"/>
                  <a:pt x="40" y="2"/>
                </a:cubicBezTo>
                <a:cubicBezTo>
                  <a:pt x="27" y="8"/>
                  <a:pt x="27" y="8"/>
                  <a:pt x="27" y="8"/>
                </a:cubicBezTo>
                <a:cubicBezTo>
                  <a:pt x="27" y="17"/>
                  <a:pt x="27" y="17"/>
                  <a:pt x="27" y="17"/>
                </a:cubicBezTo>
                <a:cubicBezTo>
                  <a:pt x="18" y="26"/>
                  <a:pt x="18" y="26"/>
                  <a:pt x="18" y="26"/>
                </a:cubicBezTo>
                <a:cubicBezTo>
                  <a:pt x="18" y="41"/>
                  <a:pt x="18" y="41"/>
                  <a:pt x="18" y="41"/>
                </a:cubicBezTo>
                <a:cubicBezTo>
                  <a:pt x="18" y="41"/>
                  <a:pt x="17" y="44"/>
                  <a:pt x="17" y="45"/>
                </a:cubicBezTo>
                <a:cubicBezTo>
                  <a:pt x="17" y="45"/>
                  <a:pt x="15" y="46"/>
                  <a:pt x="15" y="46"/>
                </a:cubicBezTo>
                <a:cubicBezTo>
                  <a:pt x="16" y="49"/>
                  <a:pt x="16" y="49"/>
                  <a:pt x="16" y="49"/>
                </a:cubicBezTo>
                <a:cubicBezTo>
                  <a:pt x="19" y="52"/>
                  <a:pt x="19" y="52"/>
                  <a:pt x="19" y="52"/>
                </a:cubicBezTo>
                <a:cubicBezTo>
                  <a:pt x="22" y="58"/>
                  <a:pt x="22" y="58"/>
                  <a:pt x="22" y="58"/>
                </a:cubicBezTo>
                <a:cubicBezTo>
                  <a:pt x="22" y="65"/>
                  <a:pt x="22" y="65"/>
                  <a:pt x="22" y="65"/>
                </a:cubicBezTo>
                <a:cubicBezTo>
                  <a:pt x="17" y="66"/>
                  <a:pt x="17" y="66"/>
                  <a:pt x="17" y="66"/>
                </a:cubicBezTo>
                <a:cubicBezTo>
                  <a:pt x="19" y="71"/>
                  <a:pt x="19" y="71"/>
                  <a:pt x="19" y="71"/>
                </a:cubicBezTo>
                <a:cubicBezTo>
                  <a:pt x="17" y="75"/>
                  <a:pt x="17" y="75"/>
                  <a:pt x="17" y="75"/>
                </a:cubicBezTo>
                <a:cubicBezTo>
                  <a:pt x="12" y="77"/>
                  <a:pt x="12" y="77"/>
                  <a:pt x="12" y="77"/>
                </a:cubicBezTo>
                <a:cubicBezTo>
                  <a:pt x="9" y="90"/>
                  <a:pt x="9" y="90"/>
                  <a:pt x="9" y="90"/>
                </a:cubicBezTo>
                <a:cubicBezTo>
                  <a:pt x="2" y="90"/>
                  <a:pt x="2" y="90"/>
                  <a:pt x="2" y="90"/>
                </a:cubicBezTo>
                <a:cubicBezTo>
                  <a:pt x="0" y="113"/>
                  <a:pt x="0" y="113"/>
                  <a:pt x="0" y="113"/>
                </a:cubicBezTo>
                <a:cubicBezTo>
                  <a:pt x="2" y="119"/>
                  <a:pt x="2" y="119"/>
                  <a:pt x="2" y="119"/>
                </a:cubicBezTo>
                <a:cubicBezTo>
                  <a:pt x="1" y="142"/>
                  <a:pt x="1" y="142"/>
                  <a:pt x="1" y="142"/>
                </a:cubicBezTo>
                <a:cubicBezTo>
                  <a:pt x="5" y="142"/>
                  <a:pt x="9" y="141"/>
                  <a:pt x="13" y="141"/>
                </a:cubicBezTo>
                <a:cubicBezTo>
                  <a:pt x="15" y="141"/>
                  <a:pt x="15" y="139"/>
                  <a:pt x="15" y="138"/>
                </a:cubicBezTo>
                <a:cubicBezTo>
                  <a:pt x="18" y="138"/>
                  <a:pt x="17" y="141"/>
                  <a:pt x="20" y="141"/>
                </a:cubicBezTo>
                <a:cubicBezTo>
                  <a:pt x="28" y="140"/>
                  <a:pt x="35" y="142"/>
                  <a:pt x="42" y="147"/>
                </a:cubicBezTo>
                <a:cubicBezTo>
                  <a:pt x="45" y="150"/>
                  <a:pt x="48" y="153"/>
                  <a:pt x="49" y="157"/>
                </a:cubicBezTo>
                <a:cubicBezTo>
                  <a:pt x="49" y="160"/>
                  <a:pt x="50" y="160"/>
                  <a:pt x="53" y="160"/>
                </a:cubicBezTo>
                <a:cubicBezTo>
                  <a:pt x="55" y="160"/>
                  <a:pt x="58" y="159"/>
                  <a:pt x="60" y="161"/>
                </a:cubicBezTo>
                <a:cubicBezTo>
                  <a:pt x="58" y="162"/>
                  <a:pt x="56" y="162"/>
                  <a:pt x="54" y="162"/>
                </a:cubicBezTo>
                <a:cubicBezTo>
                  <a:pt x="53" y="162"/>
                  <a:pt x="51" y="162"/>
                  <a:pt x="52" y="162"/>
                </a:cubicBezTo>
                <a:cubicBezTo>
                  <a:pt x="53" y="168"/>
                  <a:pt x="54" y="174"/>
                  <a:pt x="59" y="177"/>
                </a:cubicBezTo>
                <a:cubicBezTo>
                  <a:pt x="61" y="178"/>
                  <a:pt x="62" y="178"/>
                  <a:pt x="62" y="176"/>
                </a:cubicBezTo>
                <a:cubicBezTo>
                  <a:pt x="63" y="175"/>
                  <a:pt x="63" y="172"/>
                  <a:pt x="66" y="173"/>
                </a:cubicBezTo>
                <a:cubicBezTo>
                  <a:pt x="67" y="175"/>
                  <a:pt x="64" y="178"/>
                  <a:pt x="66" y="181"/>
                </a:cubicBezTo>
                <a:cubicBezTo>
                  <a:pt x="68" y="179"/>
                  <a:pt x="67" y="178"/>
                  <a:pt x="68" y="176"/>
                </a:cubicBezTo>
                <a:cubicBezTo>
                  <a:pt x="69" y="177"/>
                  <a:pt x="68" y="179"/>
                  <a:pt x="69" y="179"/>
                </a:cubicBezTo>
                <a:cubicBezTo>
                  <a:pt x="70" y="179"/>
                  <a:pt x="71" y="179"/>
                  <a:pt x="72" y="179"/>
                </a:cubicBezTo>
                <a:cubicBezTo>
                  <a:pt x="76" y="180"/>
                  <a:pt x="81" y="180"/>
                  <a:pt x="85" y="177"/>
                </a:cubicBezTo>
                <a:cubicBezTo>
                  <a:pt x="88" y="175"/>
                  <a:pt x="89" y="179"/>
                  <a:pt x="91" y="178"/>
                </a:cubicBezTo>
                <a:cubicBezTo>
                  <a:pt x="94" y="176"/>
                  <a:pt x="97" y="177"/>
                  <a:pt x="100" y="176"/>
                </a:cubicBezTo>
                <a:cubicBezTo>
                  <a:pt x="102" y="176"/>
                  <a:pt x="105" y="175"/>
                  <a:pt x="106" y="172"/>
                </a:cubicBezTo>
                <a:cubicBezTo>
                  <a:pt x="106" y="171"/>
                  <a:pt x="107" y="172"/>
                  <a:pt x="107" y="172"/>
                </a:cubicBezTo>
                <a:cubicBezTo>
                  <a:pt x="114" y="163"/>
                  <a:pt x="114" y="163"/>
                  <a:pt x="114" y="163"/>
                </a:cubicBezTo>
                <a:cubicBezTo>
                  <a:pt x="114" y="151"/>
                  <a:pt x="114" y="151"/>
                  <a:pt x="114" y="151"/>
                </a:cubicBezTo>
                <a:cubicBezTo>
                  <a:pt x="126" y="138"/>
                  <a:pt x="126" y="138"/>
                  <a:pt x="126" y="138"/>
                </a:cubicBezTo>
                <a:cubicBezTo>
                  <a:pt x="130" y="138"/>
                  <a:pt x="130" y="138"/>
                  <a:pt x="130" y="138"/>
                </a:cubicBezTo>
                <a:cubicBezTo>
                  <a:pt x="131" y="132"/>
                  <a:pt x="131" y="132"/>
                  <a:pt x="131" y="132"/>
                </a:cubicBezTo>
                <a:cubicBezTo>
                  <a:pt x="138" y="128"/>
                  <a:pt x="138" y="128"/>
                  <a:pt x="138" y="128"/>
                </a:cubicBezTo>
                <a:cubicBezTo>
                  <a:pt x="138" y="131"/>
                  <a:pt x="138" y="131"/>
                  <a:pt x="138" y="131"/>
                </a:cubicBezTo>
                <a:cubicBezTo>
                  <a:pt x="144" y="131"/>
                  <a:pt x="144" y="131"/>
                  <a:pt x="144" y="131"/>
                </a:cubicBezTo>
                <a:cubicBezTo>
                  <a:pt x="146" y="125"/>
                  <a:pt x="146" y="125"/>
                  <a:pt x="146" y="125"/>
                </a:cubicBezTo>
                <a:cubicBezTo>
                  <a:pt x="152" y="134"/>
                  <a:pt x="152" y="134"/>
                  <a:pt x="152" y="134"/>
                </a:cubicBezTo>
                <a:cubicBezTo>
                  <a:pt x="155" y="135"/>
                  <a:pt x="155" y="135"/>
                  <a:pt x="155" y="135"/>
                </a:cubicBezTo>
                <a:cubicBezTo>
                  <a:pt x="155" y="138"/>
                  <a:pt x="155" y="138"/>
                  <a:pt x="155" y="138"/>
                </a:cubicBezTo>
                <a:cubicBezTo>
                  <a:pt x="162" y="138"/>
                  <a:pt x="162" y="138"/>
                  <a:pt x="162" y="138"/>
                </a:cubicBezTo>
                <a:cubicBezTo>
                  <a:pt x="165" y="129"/>
                  <a:pt x="165" y="129"/>
                  <a:pt x="165" y="129"/>
                </a:cubicBezTo>
                <a:cubicBezTo>
                  <a:pt x="170" y="127"/>
                  <a:pt x="170" y="127"/>
                  <a:pt x="170" y="127"/>
                </a:cubicBezTo>
                <a:cubicBezTo>
                  <a:pt x="170" y="119"/>
                  <a:pt x="170" y="119"/>
                  <a:pt x="170" y="119"/>
                </a:cubicBezTo>
                <a:cubicBezTo>
                  <a:pt x="176" y="109"/>
                  <a:pt x="176" y="109"/>
                  <a:pt x="176" y="109"/>
                </a:cubicBezTo>
                <a:cubicBezTo>
                  <a:pt x="176" y="102"/>
                  <a:pt x="176" y="102"/>
                  <a:pt x="176" y="102"/>
                </a:cubicBezTo>
                <a:cubicBezTo>
                  <a:pt x="186" y="96"/>
                  <a:pt x="186" y="96"/>
                  <a:pt x="186" y="96"/>
                </a:cubicBezTo>
                <a:cubicBezTo>
                  <a:pt x="188" y="85"/>
                  <a:pt x="188" y="85"/>
                  <a:pt x="188" y="85"/>
                </a:cubicBezTo>
                <a:cubicBezTo>
                  <a:pt x="194" y="81"/>
                  <a:pt x="194" y="81"/>
                  <a:pt x="194" y="81"/>
                </a:cubicBezTo>
                <a:cubicBezTo>
                  <a:pt x="194" y="73"/>
                  <a:pt x="194" y="73"/>
                  <a:pt x="194" y="73"/>
                </a:cubicBezTo>
                <a:cubicBezTo>
                  <a:pt x="199" y="70"/>
                  <a:pt x="199" y="70"/>
                  <a:pt x="199" y="70"/>
                </a:cubicBezTo>
                <a:cubicBezTo>
                  <a:pt x="204" y="53"/>
                  <a:pt x="204" y="53"/>
                  <a:pt x="204" y="53"/>
                </a:cubicBezTo>
                <a:cubicBezTo>
                  <a:pt x="208" y="49"/>
                  <a:pt x="208" y="49"/>
                  <a:pt x="208" y="49"/>
                </a:cubicBezTo>
                <a:cubicBezTo>
                  <a:pt x="212" y="50"/>
                  <a:pt x="212" y="50"/>
                  <a:pt x="212" y="50"/>
                </a:cubicBezTo>
                <a:cubicBezTo>
                  <a:pt x="220" y="44"/>
                  <a:pt x="220" y="44"/>
                  <a:pt x="220" y="44"/>
                </a:cubicBezTo>
                <a:cubicBezTo>
                  <a:pt x="218" y="40"/>
                  <a:pt x="218" y="40"/>
                  <a:pt x="218" y="40"/>
                </a:cubicBezTo>
                <a:cubicBezTo>
                  <a:pt x="221" y="33"/>
                  <a:pt x="221" y="33"/>
                  <a:pt x="221" y="33"/>
                </a:cubicBezTo>
                <a:cubicBezTo>
                  <a:pt x="221" y="32"/>
                  <a:pt x="221" y="32"/>
                  <a:pt x="221" y="32"/>
                </a:cubicBezTo>
                <a:cubicBezTo>
                  <a:pt x="217" y="28"/>
                  <a:pt x="217" y="28"/>
                  <a:pt x="217" y="28"/>
                </a:cubicBezTo>
                <a:cubicBezTo>
                  <a:pt x="212" y="28"/>
                  <a:pt x="212" y="28"/>
                  <a:pt x="212" y="28"/>
                </a:cubicBezTo>
                <a:cubicBezTo>
                  <a:pt x="210" y="15"/>
                  <a:pt x="210" y="15"/>
                  <a:pt x="210" y="15"/>
                </a:cubicBezTo>
                <a:cubicBezTo>
                  <a:pt x="202" y="3"/>
                  <a:pt x="202" y="3"/>
                  <a:pt x="202" y="3"/>
                </a:cubicBezTo>
                <a:lnTo>
                  <a:pt x="189" y="7"/>
                </a:lnTo>
                <a:close/>
              </a:path>
            </a:pathLst>
          </a:custGeom>
          <a:solidFill>
            <a:schemeClr val="accent4"/>
          </a:solidFill>
          <a:ln w="7938" cap="rnd">
            <a:solidFill>
              <a:schemeClr val="bg2"/>
            </a:solidFill>
            <a:prstDash val="solid"/>
            <a:round/>
            <a:headEnd/>
            <a:tailEnd/>
          </a:ln>
        </p:spPr>
        <p:txBody>
          <a:bodyPr/>
          <a:lstStyle/>
          <a:p>
            <a:endParaRPr lang="ru-RU"/>
          </a:p>
        </p:txBody>
      </p:sp>
      <p:sp>
        <p:nvSpPr>
          <p:cNvPr id="3100" name="Freeform 29"/>
          <p:cNvSpPr>
            <a:spLocks/>
          </p:cNvSpPr>
          <p:nvPr/>
        </p:nvSpPr>
        <p:spPr bwMode="auto">
          <a:xfrm>
            <a:off x="7585075" y="2220913"/>
            <a:ext cx="1108075" cy="868363"/>
          </a:xfrm>
          <a:custGeom>
            <a:avLst/>
            <a:gdLst>
              <a:gd name="T0" fmla="*/ 2147483646 w 291"/>
              <a:gd name="T1" fmla="*/ 2147483646 h 228"/>
              <a:gd name="T2" fmla="*/ 2147483646 w 291"/>
              <a:gd name="T3" fmla="*/ 2147483646 h 228"/>
              <a:gd name="T4" fmla="*/ 2147483646 w 291"/>
              <a:gd name="T5" fmla="*/ 1929232175 h 228"/>
              <a:gd name="T6" fmla="*/ 2147483646 w 291"/>
              <a:gd name="T7" fmla="*/ 1319999358 h 228"/>
              <a:gd name="T8" fmla="*/ 2147483646 w 291"/>
              <a:gd name="T9" fmla="*/ 1015386758 h 228"/>
              <a:gd name="T10" fmla="*/ 2147483646 w 291"/>
              <a:gd name="T11" fmla="*/ 913845416 h 228"/>
              <a:gd name="T12" fmla="*/ 2147483646 w 291"/>
              <a:gd name="T13" fmla="*/ 870332051 h 228"/>
              <a:gd name="T14" fmla="*/ 2147483646 w 291"/>
              <a:gd name="T15" fmla="*/ 783297703 h 228"/>
              <a:gd name="T16" fmla="*/ 2147483646 w 291"/>
              <a:gd name="T17" fmla="*/ 725273535 h 228"/>
              <a:gd name="T18" fmla="*/ 2147483646 w 291"/>
              <a:gd name="T19" fmla="*/ 594725823 h 228"/>
              <a:gd name="T20" fmla="*/ 2147483646 w 291"/>
              <a:gd name="T21" fmla="*/ 420660936 h 228"/>
              <a:gd name="T22" fmla="*/ 2147483646 w 291"/>
              <a:gd name="T23" fmla="*/ 145054707 h 228"/>
              <a:gd name="T24" fmla="*/ 2147483646 w 291"/>
              <a:gd name="T25" fmla="*/ 246592240 h 228"/>
              <a:gd name="T26" fmla="*/ 2147483646 w 291"/>
              <a:gd name="T27" fmla="*/ 101537533 h 228"/>
              <a:gd name="T28" fmla="*/ 2147483646 w 291"/>
              <a:gd name="T29" fmla="*/ 0 h 228"/>
              <a:gd name="T30" fmla="*/ 1957427815 w 291"/>
              <a:gd name="T31" fmla="*/ 768790709 h 228"/>
              <a:gd name="T32" fmla="*/ 1522445548 w 291"/>
              <a:gd name="T33" fmla="*/ 1160441465 h 228"/>
              <a:gd name="T34" fmla="*/ 1101959645 w 291"/>
              <a:gd name="T35" fmla="*/ 1247472004 h 228"/>
              <a:gd name="T36" fmla="*/ 1087459474 w 291"/>
              <a:gd name="T37" fmla="*/ 2016266522 h 228"/>
              <a:gd name="T38" fmla="*/ 1014962430 w 291"/>
              <a:gd name="T39" fmla="*/ 2147483646 h 228"/>
              <a:gd name="T40" fmla="*/ 898968682 w 291"/>
              <a:gd name="T41" fmla="*/ 2147483646 h 228"/>
              <a:gd name="T42" fmla="*/ 318988519 w 291"/>
              <a:gd name="T43" fmla="*/ 2147483646 h 228"/>
              <a:gd name="T44" fmla="*/ 231991304 w 291"/>
              <a:gd name="T45" fmla="*/ 2147483646 h 228"/>
              <a:gd name="T46" fmla="*/ 29000341 w 291"/>
              <a:gd name="T47" fmla="*/ 2147483646 h 228"/>
              <a:gd name="T48" fmla="*/ 14500170 w 291"/>
              <a:gd name="T49" fmla="*/ 2147483646 h 228"/>
              <a:gd name="T50" fmla="*/ 0 w 291"/>
              <a:gd name="T51" fmla="*/ 2147483646 h 228"/>
              <a:gd name="T52" fmla="*/ 115997556 w 291"/>
              <a:gd name="T53" fmla="*/ 2147483646 h 228"/>
              <a:gd name="T54" fmla="*/ 304488348 w 291"/>
              <a:gd name="T55" fmla="*/ 2147483646 h 228"/>
              <a:gd name="T56" fmla="*/ 231991304 w 291"/>
              <a:gd name="T57" fmla="*/ 2147483646 h 228"/>
              <a:gd name="T58" fmla="*/ 231991304 w 291"/>
              <a:gd name="T59" fmla="*/ 2147483646 h 228"/>
              <a:gd name="T60" fmla="*/ 449482437 w 291"/>
              <a:gd name="T61" fmla="*/ 2147483646 h 228"/>
              <a:gd name="T62" fmla="*/ 478482778 w 291"/>
              <a:gd name="T63" fmla="*/ 2147483646 h 228"/>
              <a:gd name="T64" fmla="*/ 521979481 w 291"/>
              <a:gd name="T65" fmla="*/ 2147483646 h 228"/>
              <a:gd name="T66" fmla="*/ 579980163 w 291"/>
              <a:gd name="T67" fmla="*/ 2147483646 h 228"/>
              <a:gd name="T68" fmla="*/ 507483119 w 291"/>
              <a:gd name="T69" fmla="*/ 2147483646 h 228"/>
              <a:gd name="T70" fmla="*/ 594480334 w 291"/>
              <a:gd name="T71" fmla="*/ 2147483646 h 228"/>
              <a:gd name="T72" fmla="*/ 594480334 w 291"/>
              <a:gd name="T73" fmla="*/ 2147483646 h 228"/>
              <a:gd name="T74" fmla="*/ 710474082 w 291"/>
              <a:gd name="T75" fmla="*/ 2147483646 h 228"/>
              <a:gd name="T76" fmla="*/ 927965215 w 291"/>
              <a:gd name="T77" fmla="*/ 2147483646 h 228"/>
              <a:gd name="T78" fmla="*/ 927965215 w 291"/>
              <a:gd name="T79" fmla="*/ 2147483646 h 228"/>
              <a:gd name="T80" fmla="*/ 1058462941 w 291"/>
              <a:gd name="T81" fmla="*/ 2147483646 h 228"/>
              <a:gd name="T82" fmla="*/ 1058462941 w 291"/>
              <a:gd name="T83" fmla="*/ 2147483646 h 228"/>
              <a:gd name="T84" fmla="*/ 1246953733 w 291"/>
              <a:gd name="T85" fmla="*/ 2147483646 h 228"/>
              <a:gd name="T86" fmla="*/ 1319450778 w 291"/>
              <a:gd name="T87" fmla="*/ 2147483646 h 228"/>
              <a:gd name="T88" fmla="*/ 1362951289 w 291"/>
              <a:gd name="T89" fmla="*/ 2147483646 h 228"/>
              <a:gd name="T90" fmla="*/ 1435448334 w 291"/>
              <a:gd name="T91" fmla="*/ 2147483646 h 228"/>
              <a:gd name="T92" fmla="*/ 1652939467 w 291"/>
              <a:gd name="T93" fmla="*/ 2147483646 h 228"/>
              <a:gd name="T94" fmla="*/ 1812433726 w 291"/>
              <a:gd name="T95" fmla="*/ 2147483646 h 228"/>
              <a:gd name="T96" fmla="*/ 2044425030 w 291"/>
              <a:gd name="T97" fmla="*/ 2147483646 h 228"/>
              <a:gd name="T98" fmla="*/ 2147483646 w 291"/>
              <a:gd name="T99" fmla="*/ 2147483646 h 228"/>
              <a:gd name="T100" fmla="*/ 2147483646 w 291"/>
              <a:gd name="T101" fmla="*/ 2147483646 h 228"/>
              <a:gd name="T102" fmla="*/ 2147483646 w 291"/>
              <a:gd name="T103" fmla="*/ 2147483646 h 228"/>
              <a:gd name="T104" fmla="*/ 2147483646 w 291"/>
              <a:gd name="T105" fmla="*/ 2147483646 h 228"/>
              <a:gd name="T106" fmla="*/ 2147483646 w 291"/>
              <a:gd name="T107" fmla="*/ 2147483646 h 228"/>
              <a:gd name="T108" fmla="*/ 2147483646 w 291"/>
              <a:gd name="T109" fmla="*/ 2147483646 h 228"/>
              <a:gd name="T110" fmla="*/ 2147483646 w 291"/>
              <a:gd name="T111" fmla="*/ 2147483646 h 228"/>
              <a:gd name="T112" fmla="*/ 2147483646 w 291"/>
              <a:gd name="T113" fmla="*/ 2147483646 h 228"/>
              <a:gd name="T114" fmla="*/ 2147483646 w 291"/>
              <a:gd name="T115" fmla="*/ 2147483646 h 228"/>
              <a:gd name="T116" fmla="*/ 2147483646 w 291"/>
              <a:gd name="T117" fmla="*/ 2147483646 h 2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1" h="228">
                <a:moveTo>
                  <a:pt x="248" y="175"/>
                </a:moveTo>
                <a:cubicBezTo>
                  <a:pt x="262" y="152"/>
                  <a:pt x="262" y="152"/>
                  <a:pt x="262" y="152"/>
                </a:cubicBezTo>
                <a:cubicBezTo>
                  <a:pt x="283" y="133"/>
                  <a:pt x="283" y="133"/>
                  <a:pt x="283" y="133"/>
                </a:cubicBezTo>
                <a:cubicBezTo>
                  <a:pt x="284" y="91"/>
                  <a:pt x="284" y="91"/>
                  <a:pt x="284" y="91"/>
                </a:cubicBezTo>
                <a:cubicBezTo>
                  <a:pt x="287" y="70"/>
                  <a:pt x="287" y="70"/>
                  <a:pt x="287" y="70"/>
                </a:cubicBezTo>
                <a:cubicBezTo>
                  <a:pt x="291" y="63"/>
                  <a:pt x="291" y="63"/>
                  <a:pt x="291" y="63"/>
                </a:cubicBezTo>
                <a:cubicBezTo>
                  <a:pt x="291" y="63"/>
                  <a:pt x="284" y="60"/>
                  <a:pt x="284" y="60"/>
                </a:cubicBezTo>
                <a:cubicBezTo>
                  <a:pt x="284" y="60"/>
                  <a:pt x="280" y="54"/>
                  <a:pt x="280" y="54"/>
                </a:cubicBezTo>
                <a:cubicBezTo>
                  <a:pt x="282" y="50"/>
                  <a:pt x="282" y="50"/>
                  <a:pt x="282" y="50"/>
                </a:cubicBezTo>
                <a:cubicBezTo>
                  <a:pt x="277" y="41"/>
                  <a:pt x="277" y="41"/>
                  <a:pt x="277" y="41"/>
                </a:cubicBezTo>
                <a:cubicBezTo>
                  <a:pt x="277" y="29"/>
                  <a:pt x="277" y="29"/>
                  <a:pt x="277" y="29"/>
                </a:cubicBezTo>
                <a:cubicBezTo>
                  <a:pt x="273" y="10"/>
                  <a:pt x="273" y="10"/>
                  <a:pt x="273" y="10"/>
                </a:cubicBezTo>
                <a:cubicBezTo>
                  <a:pt x="258" y="17"/>
                  <a:pt x="258" y="17"/>
                  <a:pt x="258" y="17"/>
                </a:cubicBezTo>
                <a:cubicBezTo>
                  <a:pt x="247" y="7"/>
                  <a:pt x="247" y="7"/>
                  <a:pt x="247" y="7"/>
                </a:cubicBezTo>
                <a:cubicBezTo>
                  <a:pt x="218" y="0"/>
                  <a:pt x="218" y="0"/>
                  <a:pt x="218" y="0"/>
                </a:cubicBezTo>
                <a:cubicBezTo>
                  <a:pt x="135" y="53"/>
                  <a:pt x="135" y="53"/>
                  <a:pt x="135" y="53"/>
                </a:cubicBezTo>
                <a:cubicBezTo>
                  <a:pt x="105" y="80"/>
                  <a:pt x="105" y="80"/>
                  <a:pt x="105" y="80"/>
                </a:cubicBezTo>
                <a:cubicBezTo>
                  <a:pt x="76" y="86"/>
                  <a:pt x="76" y="86"/>
                  <a:pt x="76" y="86"/>
                </a:cubicBezTo>
                <a:cubicBezTo>
                  <a:pt x="75" y="139"/>
                  <a:pt x="75" y="139"/>
                  <a:pt x="75" y="139"/>
                </a:cubicBezTo>
                <a:cubicBezTo>
                  <a:pt x="70" y="152"/>
                  <a:pt x="70" y="152"/>
                  <a:pt x="70" y="152"/>
                </a:cubicBezTo>
                <a:cubicBezTo>
                  <a:pt x="62" y="159"/>
                  <a:pt x="62" y="159"/>
                  <a:pt x="62" y="159"/>
                </a:cubicBezTo>
                <a:cubicBezTo>
                  <a:pt x="22" y="160"/>
                  <a:pt x="22" y="160"/>
                  <a:pt x="22" y="160"/>
                </a:cubicBezTo>
                <a:cubicBezTo>
                  <a:pt x="16" y="167"/>
                  <a:pt x="16" y="167"/>
                  <a:pt x="16" y="167"/>
                </a:cubicBezTo>
                <a:cubicBezTo>
                  <a:pt x="2" y="167"/>
                  <a:pt x="2" y="167"/>
                  <a:pt x="2" y="167"/>
                </a:cubicBezTo>
                <a:cubicBezTo>
                  <a:pt x="1" y="172"/>
                  <a:pt x="1" y="172"/>
                  <a:pt x="1" y="172"/>
                </a:cubicBezTo>
                <a:cubicBezTo>
                  <a:pt x="0" y="175"/>
                  <a:pt x="0" y="175"/>
                  <a:pt x="0" y="175"/>
                </a:cubicBezTo>
                <a:cubicBezTo>
                  <a:pt x="8" y="190"/>
                  <a:pt x="8" y="190"/>
                  <a:pt x="8" y="190"/>
                </a:cubicBezTo>
                <a:cubicBezTo>
                  <a:pt x="21" y="197"/>
                  <a:pt x="21" y="197"/>
                  <a:pt x="21" y="197"/>
                </a:cubicBezTo>
                <a:cubicBezTo>
                  <a:pt x="16" y="197"/>
                  <a:pt x="16" y="197"/>
                  <a:pt x="16" y="197"/>
                </a:cubicBezTo>
                <a:cubicBezTo>
                  <a:pt x="16" y="202"/>
                  <a:pt x="16" y="202"/>
                  <a:pt x="16" y="202"/>
                </a:cubicBezTo>
                <a:cubicBezTo>
                  <a:pt x="31" y="211"/>
                  <a:pt x="31" y="211"/>
                  <a:pt x="31" y="211"/>
                </a:cubicBezTo>
                <a:cubicBezTo>
                  <a:pt x="33" y="211"/>
                  <a:pt x="33" y="211"/>
                  <a:pt x="33" y="211"/>
                </a:cubicBezTo>
                <a:cubicBezTo>
                  <a:pt x="36" y="209"/>
                  <a:pt x="36" y="209"/>
                  <a:pt x="36" y="209"/>
                </a:cubicBezTo>
                <a:cubicBezTo>
                  <a:pt x="40" y="215"/>
                  <a:pt x="40" y="215"/>
                  <a:pt x="40" y="215"/>
                </a:cubicBezTo>
                <a:cubicBezTo>
                  <a:pt x="35" y="216"/>
                  <a:pt x="35" y="216"/>
                  <a:pt x="35" y="216"/>
                </a:cubicBezTo>
                <a:cubicBezTo>
                  <a:pt x="41" y="224"/>
                  <a:pt x="41" y="224"/>
                  <a:pt x="41" y="224"/>
                </a:cubicBezTo>
                <a:cubicBezTo>
                  <a:pt x="41" y="218"/>
                  <a:pt x="41" y="218"/>
                  <a:pt x="41" y="218"/>
                </a:cubicBezTo>
                <a:cubicBezTo>
                  <a:pt x="49" y="215"/>
                  <a:pt x="49" y="215"/>
                  <a:pt x="49" y="215"/>
                </a:cubicBezTo>
                <a:cubicBezTo>
                  <a:pt x="64" y="228"/>
                  <a:pt x="64" y="228"/>
                  <a:pt x="64" y="228"/>
                </a:cubicBezTo>
                <a:cubicBezTo>
                  <a:pt x="64" y="213"/>
                  <a:pt x="64" y="213"/>
                  <a:pt x="64" y="213"/>
                </a:cubicBezTo>
                <a:cubicBezTo>
                  <a:pt x="73" y="204"/>
                  <a:pt x="73" y="204"/>
                  <a:pt x="73" y="204"/>
                </a:cubicBezTo>
                <a:cubicBezTo>
                  <a:pt x="73" y="195"/>
                  <a:pt x="73" y="195"/>
                  <a:pt x="73" y="195"/>
                </a:cubicBezTo>
                <a:cubicBezTo>
                  <a:pt x="86" y="189"/>
                  <a:pt x="86" y="189"/>
                  <a:pt x="86" y="189"/>
                </a:cubicBezTo>
                <a:cubicBezTo>
                  <a:pt x="91" y="190"/>
                  <a:pt x="91" y="190"/>
                  <a:pt x="91" y="190"/>
                </a:cubicBezTo>
                <a:cubicBezTo>
                  <a:pt x="94" y="190"/>
                  <a:pt x="94" y="190"/>
                  <a:pt x="94" y="190"/>
                </a:cubicBezTo>
                <a:cubicBezTo>
                  <a:pt x="99" y="187"/>
                  <a:pt x="99" y="187"/>
                  <a:pt x="99" y="187"/>
                </a:cubicBezTo>
                <a:cubicBezTo>
                  <a:pt x="114" y="191"/>
                  <a:pt x="114" y="191"/>
                  <a:pt x="114" y="191"/>
                </a:cubicBezTo>
                <a:cubicBezTo>
                  <a:pt x="125" y="204"/>
                  <a:pt x="125" y="204"/>
                  <a:pt x="125" y="204"/>
                </a:cubicBezTo>
                <a:cubicBezTo>
                  <a:pt x="141" y="197"/>
                  <a:pt x="141" y="197"/>
                  <a:pt x="141" y="197"/>
                </a:cubicBezTo>
                <a:cubicBezTo>
                  <a:pt x="162" y="207"/>
                  <a:pt x="162" y="207"/>
                  <a:pt x="162" y="207"/>
                </a:cubicBezTo>
                <a:cubicBezTo>
                  <a:pt x="175" y="207"/>
                  <a:pt x="175" y="207"/>
                  <a:pt x="175" y="207"/>
                </a:cubicBezTo>
                <a:cubicBezTo>
                  <a:pt x="183" y="200"/>
                  <a:pt x="183" y="200"/>
                  <a:pt x="183" y="200"/>
                </a:cubicBezTo>
                <a:cubicBezTo>
                  <a:pt x="192" y="197"/>
                  <a:pt x="192" y="197"/>
                  <a:pt x="192" y="197"/>
                </a:cubicBezTo>
                <a:cubicBezTo>
                  <a:pt x="210" y="197"/>
                  <a:pt x="210" y="197"/>
                  <a:pt x="210" y="197"/>
                </a:cubicBezTo>
                <a:cubicBezTo>
                  <a:pt x="226" y="203"/>
                  <a:pt x="226" y="203"/>
                  <a:pt x="226" y="203"/>
                </a:cubicBezTo>
                <a:cubicBezTo>
                  <a:pt x="235" y="194"/>
                  <a:pt x="235" y="194"/>
                  <a:pt x="235" y="194"/>
                </a:cubicBezTo>
                <a:cubicBezTo>
                  <a:pt x="248" y="190"/>
                  <a:pt x="248" y="190"/>
                  <a:pt x="248" y="190"/>
                </a:cubicBezTo>
                <a:cubicBezTo>
                  <a:pt x="245" y="176"/>
                  <a:pt x="245" y="176"/>
                  <a:pt x="245" y="176"/>
                </a:cubicBezTo>
                <a:lnTo>
                  <a:pt x="248" y="175"/>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01" name="Freeform 30"/>
          <p:cNvSpPr>
            <a:spLocks/>
          </p:cNvSpPr>
          <p:nvPr/>
        </p:nvSpPr>
        <p:spPr bwMode="auto">
          <a:xfrm>
            <a:off x="8396288" y="5119687"/>
            <a:ext cx="942975" cy="914400"/>
          </a:xfrm>
          <a:custGeom>
            <a:avLst/>
            <a:gdLst>
              <a:gd name="T0" fmla="*/ 1344560676 w 248"/>
              <a:gd name="T1" fmla="*/ 2147483646 h 240"/>
              <a:gd name="T2" fmla="*/ 1373473506 w 248"/>
              <a:gd name="T3" fmla="*/ 2147483646 h 240"/>
              <a:gd name="T4" fmla="*/ 1416846554 w 248"/>
              <a:gd name="T5" fmla="*/ 2147483646 h 240"/>
              <a:gd name="T6" fmla="*/ 1503592649 w 248"/>
              <a:gd name="T7" fmla="*/ 2147483646 h 240"/>
              <a:gd name="T8" fmla="*/ 1503592649 w 248"/>
              <a:gd name="T9" fmla="*/ 2147483646 h 240"/>
              <a:gd name="T10" fmla="*/ 1633711792 w 248"/>
              <a:gd name="T11" fmla="*/ 2147483646 h 240"/>
              <a:gd name="T12" fmla="*/ 1720457888 w 248"/>
              <a:gd name="T13" fmla="*/ 2147483646 h 240"/>
              <a:gd name="T14" fmla="*/ 1763830935 w 248"/>
              <a:gd name="T15" fmla="*/ 2147483646 h 240"/>
              <a:gd name="T16" fmla="*/ 1836116813 w 248"/>
              <a:gd name="T17" fmla="*/ 2147483646 h 240"/>
              <a:gd name="T18" fmla="*/ 1893950078 w 248"/>
              <a:gd name="T19" fmla="*/ 2147483646 h 240"/>
              <a:gd name="T20" fmla="*/ 1980696174 w 248"/>
              <a:gd name="T21" fmla="*/ 2147483646 h 240"/>
              <a:gd name="T22" fmla="*/ 2081898684 w 248"/>
              <a:gd name="T23" fmla="*/ 2147483646 h 240"/>
              <a:gd name="T24" fmla="*/ 2147483646 w 248"/>
              <a:gd name="T25" fmla="*/ 2147483646 h 240"/>
              <a:gd name="T26" fmla="*/ 2147483646 w 248"/>
              <a:gd name="T27" fmla="*/ 1422577800 h 240"/>
              <a:gd name="T28" fmla="*/ 2147483646 w 248"/>
              <a:gd name="T29" fmla="*/ 1408061700 h 240"/>
              <a:gd name="T30" fmla="*/ 2147483646 w 248"/>
              <a:gd name="T31" fmla="*/ 377418600 h 240"/>
              <a:gd name="T32" fmla="*/ 2147483646 w 248"/>
              <a:gd name="T33" fmla="*/ 290322000 h 240"/>
              <a:gd name="T34" fmla="*/ 2147483646 w 248"/>
              <a:gd name="T35" fmla="*/ 420966900 h 240"/>
              <a:gd name="T36" fmla="*/ 2147483646 w 248"/>
              <a:gd name="T37" fmla="*/ 275805900 h 240"/>
              <a:gd name="T38" fmla="*/ 2147483646 w 248"/>
              <a:gd name="T39" fmla="*/ 275805900 h 240"/>
              <a:gd name="T40" fmla="*/ 2147483646 w 248"/>
              <a:gd name="T41" fmla="*/ 304838100 h 240"/>
              <a:gd name="T42" fmla="*/ 2147483646 w 248"/>
              <a:gd name="T43" fmla="*/ 217741500 h 240"/>
              <a:gd name="T44" fmla="*/ 2147483646 w 248"/>
              <a:gd name="T45" fmla="*/ 217741500 h 240"/>
              <a:gd name="T46" fmla="*/ 2147483646 w 248"/>
              <a:gd name="T47" fmla="*/ 159677100 h 240"/>
              <a:gd name="T48" fmla="*/ 2147483646 w 248"/>
              <a:gd name="T49" fmla="*/ 130644900 h 240"/>
              <a:gd name="T50" fmla="*/ 2147483646 w 248"/>
              <a:gd name="T51" fmla="*/ 188709300 h 240"/>
              <a:gd name="T52" fmla="*/ 2147483646 w 248"/>
              <a:gd name="T53" fmla="*/ 290322000 h 240"/>
              <a:gd name="T54" fmla="*/ 2147483646 w 248"/>
              <a:gd name="T55" fmla="*/ 290322000 h 240"/>
              <a:gd name="T56" fmla="*/ 2147483646 w 248"/>
              <a:gd name="T57" fmla="*/ 232257600 h 240"/>
              <a:gd name="T58" fmla="*/ 1879489861 w 248"/>
              <a:gd name="T59" fmla="*/ 232257600 h 240"/>
              <a:gd name="T60" fmla="*/ 1763830935 w 248"/>
              <a:gd name="T61" fmla="*/ 116128800 h 240"/>
              <a:gd name="T62" fmla="*/ 578306035 w 248"/>
              <a:gd name="T63" fmla="*/ 116128800 h 240"/>
              <a:gd name="T64" fmla="*/ 433730477 w 248"/>
              <a:gd name="T65" fmla="*/ 0 h 240"/>
              <a:gd name="T66" fmla="*/ 332524164 w 248"/>
              <a:gd name="T67" fmla="*/ 0 h 240"/>
              <a:gd name="T68" fmla="*/ 202405021 w 248"/>
              <a:gd name="T69" fmla="*/ 87096600 h 240"/>
              <a:gd name="T70" fmla="*/ 144575558 w 248"/>
              <a:gd name="T71" fmla="*/ 58064400 h 240"/>
              <a:gd name="T72" fmla="*/ 86746095 w 248"/>
              <a:gd name="T73" fmla="*/ 29032200 h 240"/>
              <a:gd name="T74" fmla="*/ 28916633 w 248"/>
              <a:gd name="T75" fmla="*/ 72580500 h 240"/>
              <a:gd name="T76" fmla="*/ 28916633 w 248"/>
              <a:gd name="T77" fmla="*/ 72580500 h 240"/>
              <a:gd name="T78" fmla="*/ 28916633 w 248"/>
              <a:gd name="T79" fmla="*/ 87096600 h 240"/>
              <a:gd name="T80" fmla="*/ 28916633 w 248"/>
              <a:gd name="T81" fmla="*/ 261289800 h 240"/>
              <a:gd name="T82" fmla="*/ 43373048 w 248"/>
              <a:gd name="T83" fmla="*/ 290322000 h 240"/>
              <a:gd name="T84" fmla="*/ 57829463 w 248"/>
              <a:gd name="T85" fmla="*/ 348386400 h 240"/>
              <a:gd name="T86" fmla="*/ 173492191 w 248"/>
              <a:gd name="T87" fmla="*/ 508063500 h 240"/>
              <a:gd name="T88" fmla="*/ 303611334 w 248"/>
              <a:gd name="T89" fmla="*/ 740321100 h 240"/>
              <a:gd name="T90" fmla="*/ 419270259 w 248"/>
              <a:gd name="T91" fmla="*/ 929030400 h 240"/>
              <a:gd name="T92" fmla="*/ 419270259 w 248"/>
              <a:gd name="T93" fmla="*/ 1001610900 h 240"/>
              <a:gd name="T94" fmla="*/ 607218865 w 248"/>
              <a:gd name="T95" fmla="*/ 1335481200 h 240"/>
              <a:gd name="T96" fmla="*/ 693964961 w 248"/>
              <a:gd name="T97" fmla="*/ 1466126100 h 240"/>
              <a:gd name="T98" fmla="*/ 766254641 w 248"/>
              <a:gd name="T99" fmla="*/ 1698383700 h 240"/>
              <a:gd name="T100" fmla="*/ 766254641 w 248"/>
              <a:gd name="T101" fmla="*/ 1843544700 h 240"/>
              <a:gd name="T102" fmla="*/ 766254641 w 248"/>
              <a:gd name="T103" fmla="*/ 2003221800 h 240"/>
              <a:gd name="T104" fmla="*/ 751798226 w 248"/>
              <a:gd name="T105" fmla="*/ 2075802300 h 240"/>
              <a:gd name="T106" fmla="*/ 853000736 w 248"/>
              <a:gd name="T107" fmla="*/ 2147483646 h 240"/>
              <a:gd name="T108" fmla="*/ 853000736 w 248"/>
              <a:gd name="T109" fmla="*/ 2147483646 h 240"/>
              <a:gd name="T110" fmla="*/ 867457151 w 248"/>
              <a:gd name="T111" fmla="*/ 2147483646 h 240"/>
              <a:gd name="T112" fmla="*/ 925286614 w 248"/>
              <a:gd name="T113" fmla="*/ 2147483646 h 240"/>
              <a:gd name="T114" fmla="*/ 968659662 w 248"/>
              <a:gd name="T115" fmla="*/ 2147483646 h 240"/>
              <a:gd name="T116" fmla="*/ 1243354363 w 248"/>
              <a:gd name="T117" fmla="*/ 2147483646 h 240"/>
              <a:gd name="T118" fmla="*/ 1344560676 w 248"/>
              <a:gd name="T119" fmla="*/ 2147483646 h 240"/>
              <a:gd name="T120" fmla="*/ 1344560676 w 248"/>
              <a:gd name="T121" fmla="*/ 2147483646 h 2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48" h="240">
                <a:moveTo>
                  <a:pt x="93" y="225"/>
                </a:moveTo>
                <a:cubicBezTo>
                  <a:pt x="93" y="225"/>
                  <a:pt x="95" y="221"/>
                  <a:pt x="95" y="221"/>
                </a:cubicBezTo>
                <a:cubicBezTo>
                  <a:pt x="98" y="220"/>
                  <a:pt x="98" y="220"/>
                  <a:pt x="98" y="220"/>
                </a:cubicBezTo>
                <a:cubicBezTo>
                  <a:pt x="104" y="225"/>
                  <a:pt x="104" y="225"/>
                  <a:pt x="104" y="225"/>
                </a:cubicBezTo>
                <a:cubicBezTo>
                  <a:pt x="104" y="235"/>
                  <a:pt x="104" y="235"/>
                  <a:pt x="104" y="235"/>
                </a:cubicBezTo>
                <a:cubicBezTo>
                  <a:pt x="113" y="235"/>
                  <a:pt x="113" y="235"/>
                  <a:pt x="113" y="235"/>
                </a:cubicBezTo>
                <a:cubicBezTo>
                  <a:pt x="119" y="239"/>
                  <a:pt x="119" y="239"/>
                  <a:pt x="119" y="239"/>
                </a:cubicBezTo>
                <a:cubicBezTo>
                  <a:pt x="119" y="239"/>
                  <a:pt x="121" y="239"/>
                  <a:pt x="122" y="239"/>
                </a:cubicBezTo>
                <a:cubicBezTo>
                  <a:pt x="122" y="239"/>
                  <a:pt x="127" y="238"/>
                  <a:pt x="127" y="238"/>
                </a:cubicBezTo>
                <a:cubicBezTo>
                  <a:pt x="128" y="238"/>
                  <a:pt x="131" y="237"/>
                  <a:pt x="131" y="237"/>
                </a:cubicBezTo>
                <a:cubicBezTo>
                  <a:pt x="132" y="237"/>
                  <a:pt x="137" y="240"/>
                  <a:pt x="137" y="240"/>
                </a:cubicBezTo>
                <a:cubicBezTo>
                  <a:pt x="144" y="230"/>
                  <a:pt x="144" y="230"/>
                  <a:pt x="144" y="230"/>
                </a:cubicBezTo>
                <a:cubicBezTo>
                  <a:pt x="152" y="228"/>
                  <a:pt x="152" y="228"/>
                  <a:pt x="152" y="228"/>
                </a:cubicBezTo>
                <a:cubicBezTo>
                  <a:pt x="152" y="98"/>
                  <a:pt x="152" y="98"/>
                  <a:pt x="152" y="98"/>
                </a:cubicBezTo>
                <a:cubicBezTo>
                  <a:pt x="171" y="97"/>
                  <a:pt x="171" y="97"/>
                  <a:pt x="171" y="97"/>
                </a:cubicBezTo>
                <a:cubicBezTo>
                  <a:pt x="170" y="26"/>
                  <a:pt x="170" y="26"/>
                  <a:pt x="170" y="26"/>
                </a:cubicBezTo>
                <a:cubicBezTo>
                  <a:pt x="212" y="20"/>
                  <a:pt x="212" y="20"/>
                  <a:pt x="212" y="20"/>
                </a:cubicBezTo>
                <a:cubicBezTo>
                  <a:pt x="219" y="29"/>
                  <a:pt x="219" y="29"/>
                  <a:pt x="219" y="29"/>
                </a:cubicBezTo>
                <a:cubicBezTo>
                  <a:pt x="229" y="19"/>
                  <a:pt x="229" y="19"/>
                  <a:pt x="229" y="19"/>
                </a:cubicBezTo>
                <a:cubicBezTo>
                  <a:pt x="234" y="19"/>
                  <a:pt x="234" y="19"/>
                  <a:pt x="234" y="19"/>
                </a:cubicBezTo>
                <a:cubicBezTo>
                  <a:pt x="235" y="21"/>
                  <a:pt x="235" y="21"/>
                  <a:pt x="235" y="21"/>
                </a:cubicBezTo>
                <a:cubicBezTo>
                  <a:pt x="243" y="15"/>
                  <a:pt x="243" y="15"/>
                  <a:pt x="243" y="15"/>
                </a:cubicBezTo>
                <a:cubicBezTo>
                  <a:pt x="248" y="15"/>
                  <a:pt x="248" y="15"/>
                  <a:pt x="248" y="15"/>
                </a:cubicBezTo>
                <a:cubicBezTo>
                  <a:pt x="243" y="11"/>
                  <a:pt x="243" y="11"/>
                  <a:pt x="243" y="11"/>
                </a:cubicBezTo>
                <a:cubicBezTo>
                  <a:pt x="228" y="9"/>
                  <a:pt x="228" y="9"/>
                  <a:pt x="228" y="9"/>
                </a:cubicBezTo>
                <a:cubicBezTo>
                  <a:pt x="214" y="13"/>
                  <a:pt x="214" y="13"/>
                  <a:pt x="214" y="13"/>
                </a:cubicBezTo>
                <a:cubicBezTo>
                  <a:pt x="172" y="20"/>
                  <a:pt x="172" y="20"/>
                  <a:pt x="172" y="20"/>
                </a:cubicBezTo>
                <a:cubicBezTo>
                  <a:pt x="165" y="20"/>
                  <a:pt x="165" y="20"/>
                  <a:pt x="165" y="20"/>
                </a:cubicBezTo>
                <a:cubicBezTo>
                  <a:pt x="157" y="16"/>
                  <a:pt x="157" y="16"/>
                  <a:pt x="157" y="16"/>
                </a:cubicBezTo>
                <a:cubicBezTo>
                  <a:pt x="130" y="16"/>
                  <a:pt x="130" y="16"/>
                  <a:pt x="130" y="16"/>
                </a:cubicBezTo>
                <a:cubicBezTo>
                  <a:pt x="122" y="8"/>
                  <a:pt x="122" y="8"/>
                  <a:pt x="122" y="8"/>
                </a:cubicBezTo>
                <a:cubicBezTo>
                  <a:pt x="40" y="8"/>
                  <a:pt x="40" y="8"/>
                  <a:pt x="40" y="8"/>
                </a:cubicBezTo>
                <a:cubicBezTo>
                  <a:pt x="30" y="0"/>
                  <a:pt x="30" y="0"/>
                  <a:pt x="30" y="0"/>
                </a:cubicBezTo>
                <a:cubicBezTo>
                  <a:pt x="23" y="0"/>
                  <a:pt x="23" y="0"/>
                  <a:pt x="23" y="0"/>
                </a:cubicBezTo>
                <a:cubicBezTo>
                  <a:pt x="14" y="6"/>
                  <a:pt x="14" y="6"/>
                  <a:pt x="14" y="6"/>
                </a:cubicBezTo>
                <a:cubicBezTo>
                  <a:pt x="10" y="4"/>
                  <a:pt x="10" y="4"/>
                  <a:pt x="10" y="4"/>
                </a:cubicBezTo>
                <a:cubicBezTo>
                  <a:pt x="6" y="2"/>
                  <a:pt x="6" y="2"/>
                  <a:pt x="6" y="2"/>
                </a:cubicBezTo>
                <a:cubicBezTo>
                  <a:pt x="2" y="5"/>
                  <a:pt x="2" y="5"/>
                  <a:pt x="2" y="5"/>
                </a:cubicBezTo>
                <a:cubicBezTo>
                  <a:pt x="2" y="5"/>
                  <a:pt x="2" y="5"/>
                  <a:pt x="2" y="5"/>
                </a:cubicBezTo>
                <a:cubicBezTo>
                  <a:pt x="2" y="6"/>
                  <a:pt x="2" y="6"/>
                  <a:pt x="2" y="6"/>
                </a:cubicBezTo>
                <a:cubicBezTo>
                  <a:pt x="0" y="10"/>
                  <a:pt x="0" y="14"/>
                  <a:pt x="2" y="18"/>
                </a:cubicBezTo>
                <a:cubicBezTo>
                  <a:pt x="2" y="18"/>
                  <a:pt x="2" y="19"/>
                  <a:pt x="3" y="20"/>
                </a:cubicBezTo>
                <a:cubicBezTo>
                  <a:pt x="3" y="21"/>
                  <a:pt x="2" y="23"/>
                  <a:pt x="4" y="24"/>
                </a:cubicBezTo>
                <a:cubicBezTo>
                  <a:pt x="5" y="29"/>
                  <a:pt x="9" y="32"/>
                  <a:pt x="12" y="35"/>
                </a:cubicBezTo>
                <a:cubicBezTo>
                  <a:pt x="16" y="40"/>
                  <a:pt x="18" y="46"/>
                  <a:pt x="21" y="51"/>
                </a:cubicBezTo>
                <a:cubicBezTo>
                  <a:pt x="24" y="55"/>
                  <a:pt x="23" y="61"/>
                  <a:pt x="29" y="64"/>
                </a:cubicBezTo>
                <a:cubicBezTo>
                  <a:pt x="29" y="65"/>
                  <a:pt x="29" y="67"/>
                  <a:pt x="29" y="69"/>
                </a:cubicBezTo>
                <a:cubicBezTo>
                  <a:pt x="32" y="77"/>
                  <a:pt x="37" y="85"/>
                  <a:pt x="42" y="92"/>
                </a:cubicBezTo>
                <a:cubicBezTo>
                  <a:pt x="43" y="96"/>
                  <a:pt x="46" y="98"/>
                  <a:pt x="48" y="101"/>
                </a:cubicBezTo>
                <a:cubicBezTo>
                  <a:pt x="51" y="106"/>
                  <a:pt x="55" y="110"/>
                  <a:pt x="53" y="117"/>
                </a:cubicBezTo>
                <a:cubicBezTo>
                  <a:pt x="51" y="120"/>
                  <a:pt x="51" y="123"/>
                  <a:pt x="53" y="127"/>
                </a:cubicBezTo>
                <a:cubicBezTo>
                  <a:pt x="54" y="131"/>
                  <a:pt x="54" y="134"/>
                  <a:pt x="53" y="138"/>
                </a:cubicBezTo>
                <a:cubicBezTo>
                  <a:pt x="52" y="140"/>
                  <a:pt x="52" y="141"/>
                  <a:pt x="52" y="143"/>
                </a:cubicBezTo>
                <a:cubicBezTo>
                  <a:pt x="55" y="148"/>
                  <a:pt x="55" y="153"/>
                  <a:pt x="59" y="158"/>
                </a:cubicBezTo>
                <a:cubicBezTo>
                  <a:pt x="60" y="160"/>
                  <a:pt x="59" y="161"/>
                  <a:pt x="59" y="163"/>
                </a:cubicBezTo>
                <a:cubicBezTo>
                  <a:pt x="58" y="168"/>
                  <a:pt x="58" y="173"/>
                  <a:pt x="60" y="179"/>
                </a:cubicBezTo>
                <a:cubicBezTo>
                  <a:pt x="62" y="183"/>
                  <a:pt x="64" y="188"/>
                  <a:pt x="64" y="191"/>
                </a:cubicBezTo>
                <a:cubicBezTo>
                  <a:pt x="64" y="197"/>
                  <a:pt x="65" y="202"/>
                  <a:pt x="67" y="206"/>
                </a:cubicBezTo>
                <a:cubicBezTo>
                  <a:pt x="70" y="217"/>
                  <a:pt x="77" y="226"/>
                  <a:pt x="86" y="233"/>
                </a:cubicBezTo>
                <a:cubicBezTo>
                  <a:pt x="93" y="229"/>
                  <a:pt x="93" y="229"/>
                  <a:pt x="93" y="229"/>
                </a:cubicBezTo>
                <a:cubicBezTo>
                  <a:pt x="93" y="229"/>
                  <a:pt x="93" y="226"/>
                  <a:pt x="93" y="225"/>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3102" name="Freeform 31"/>
          <p:cNvSpPr>
            <a:spLocks/>
          </p:cNvSpPr>
          <p:nvPr/>
        </p:nvSpPr>
        <p:spPr bwMode="auto">
          <a:xfrm>
            <a:off x="9686924" y="4648199"/>
            <a:ext cx="754063" cy="1219200"/>
          </a:xfrm>
          <a:custGeom>
            <a:avLst/>
            <a:gdLst>
              <a:gd name="T0" fmla="*/ 2088560282 w 198"/>
              <a:gd name="T1" fmla="*/ 217741500 h 320"/>
              <a:gd name="T2" fmla="*/ 1769477381 w 198"/>
              <a:gd name="T3" fmla="*/ 304838100 h 320"/>
              <a:gd name="T4" fmla="*/ 1595429738 w 198"/>
              <a:gd name="T5" fmla="*/ 348386400 h 320"/>
              <a:gd name="T6" fmla="*/ 1522910205 w 198"/>
              <a:gd name="T7" fmla="*/ 275805900 h 320"/>
              <a:gd name="T8" fmla="*/ 1174814920 w 198"/>
              <a:gd name="T9" fmla="*/ 304838100 h 320"/>
              <a:gd name="T10" fmla="*/ 1160312537 w 198"/>
              <a:gd name="T11" fmla="*/ 798385500 h 320"/>
              <a:gd name="T12" fmla="*/ 1522910205 w 198"/>
              <a:gd name="T13" fmla="*/ 1161288000 h 320"/>
              <a:gd name="T14" fmla="*/ 1493901630 w 198"/>
              <a:gd name="T15" fmla="*/ 1291932900 h 320"/>
              <a:gd name="T16" fmla="*/ 1392373521 w 198"/>
              <a:gd name="T17" fmla="*/ 1553222700 h 320"/>
              <a:gd name="T18" fmla="*/ 1363368754 w 198"/>
              <a:gd name="T19" fmla="*/ 1712899800 h 320"/>
              <a:gd name="T20" fmla="*/ 1305351604 w 198"/>
              <a:gd name="T21" fmla="*/ 1843544700 h 320"/>
              <a:gd name="T22" fmla="*/ 1189321112 w 198"/>
              <a:gd name="T23" fmla="*/ 1669351500 h 320"/>
              <a:gd name="T24" fmla="*/ 1160312537 w 198"/>
              <a:gd name="T25" fmla="*/ 1320965100 h 320"/>
              <a:gd name="T26" fmla="*/ 1116801579 w 198"/>
              <a:gd name="T27" fmla="*/ 1088707500 h 320"/>
              <a:gd name="T28" fmla="*/ 913745361 w 198"/>
              <a:gd name="T29" fmla="*/ 1146771900 h 320"/>
              <a:gd name="T30" fmla="*/ 754203911 w 198"/>
              <a:gd name="T31" fmla="*/ 1001610900 h 320"/>
              <a:gd name="T32" fmla="*/ 58017150 w 198"/>
              <a:gd name="T33" fmla="*/ 1422577800 h 320"/>
              <a:gd name="T34" fmla="*/ 275575751 w 198"/>
              <a:gd name="T35" fmla="*/ 1524190500 h 320"/>
              <a:gd name="T36" fmla="*/ 565653885 w 198"/>
              <a:gd name="T37" fmla="*/ 1640319300 h 320"/>
              <a:gd name="T38" fmla="*/ 739697719 w 198"/>
              <a:gd name="T39" fmla="*/ 1712899800 h 320"/>
              <a:gd name="T40" fmla="*/ 739697719 w 198"/>
              <a:gd name="T41" fmla="*/ 1887093000 h 320"/>
              <a:gd name="T42" fmla="*/ 739697719 w 198"/>
              <a:gd name="T43" fmla="*/ 1988705700 h 320"/>
              <a:gd name="T44" fmla="*/ 725195336 w 198"/>
              <a:gd name="T45" fmla="*/ 2061286200 h 320"/>
              <a:gd name="T46" fmla="*/ 739697719 w 198"/>
              <a:gd name="T47" fmla="*/ 2133866700 h 320"/>
              <a:gd name="T48" fmla="*/ 710692952 w 198"/>
              <a:gd name="T49" fmla="*/ 2147483646 h 320"/>
              <a:gd name="T50" fmla="*/ 725195336 w 198"/>
              <a:gd name="T51" fmla="*/ 2147483646 h 320"/>
              <a:gd name="T52" fmla="*/ 667178185 w 198"/>
              <a:gd name="T53" fmla="*/ 2147483646 h 320"/>
              <a:gd name="T54" fmla="*/ 710692952 w 198"/>
              <a:gd name="T55" fmla="*/ 2147483646 h 320"/>
              <a:gd name="T56" fmla="*/ 696186761 w 198"/>
              <a:gd name="T57" fmla="*/ 2147483646 h 320"/>
              <a:gd name="T58" fmla="*/ 754203911 w 198"/>
              <a:gd name="T59" fmla="*/ 2147483646 h 320"/>
              <a:gd name="T60" fmla="*/ 623667227 w 198"/>
              <a:gd name="T61" fmla="*/ 2147483646 h 320"/>
              <a:gd name="T62" fmla="*/ 565653885 w 198"/>
              <a:gd name="T63" fmla="*/ 2147483646 h 320"/>
              <a:gd name="T64" fmla="*/ 304580518 w 198"/>
              <a:gd name="T65" fmla="*/ 2147483646 h 320"/>
              <a:gd name="T66" fmla="*/ 478628160 w 198"/>
              <a:gd name="T67" fmla="*/ 2147483646 h 320"/>
              <a:gd name="T68" fmla="*/ 507636735 w 198"/>
              <a:gd name="T69" fmla="*/ 2147483646 h 320"/>
              <a:gd name="T70" fmla="*/ 739697719 w 198"/>
              <a:gd name="T71" fmla="*/ 2147483646 h 320"/>
              <a:gd name="T72" fmla="*/ 710692952 w 198"/>
              <a:gd name="T73" fmla="*/ 2147483646 h 320"/>
              <a:gd name="T74" fmla="*/ 696186761 w 198"/>
              <a:gd name="T75" fmla="*/ 2147483646 h 320"/>
              <a:gd name="T76" fmla="*/ 870234403 w 198"/>
              <a:gd name="T77" fmla="*/ 2147483646 h 320"/>
              <a:gd name="T78" fmla="*/ 1450390671 w 198"/>
              <a:gd name="T79" fmla="*/ 2147483646 h 320"/>
              <a:gd name="T80" fmla="*/ 1421382096 w 198"/>
              <a:gd name="T81" fmla="*/ 2147483646 h 320"/>
              <a:gd name="T82" fmla="*/ 1450390671 w 198"/>
              <a:gd name="T83" fmla="*/ 2147483646 h 320"/>
              <a:gd name="T84" fmla="*/ 1392373521 w 198"/>
              <a:gd name="T85" fmla="*/ 2147483646 h 320"/>
              <a:gd name="T86" fmla="*/ 1319853988 w 198"/>
              <a:gd name="T87" fmla="*/ 2147483646 h 320"/>
              <a:gd name="T88" fmla="*/ 1218329687 w 198"/>
              <a:gd name="T89" fmla="*/ 2147483646 h 320"/>
              <a:gd name="T90" fmla="*/ 1319853988 w 198"/>
              <a:gd name="T91" fmla="*/ 2147483646 h 320"/>
              <a:gd name="T92" fmla="*/ 1363368754 w 198"/>
              <a:gd name="T93" fmla="*/ 2147483646 h 320"/>
              <a:gd name="T94" fmla="*/ 1653443080 w 198"/>
              <a:gd name="T95" fmla="*/ 2147483646 h 320"/>
              <a:gd name="T96" fmla="*/ 1900010256 w 198"/>
              <a:gd name="T97" fmla="*/ 2032254000 h 320"/>
              <a:gd name="T98" fmla="*/ 2147483646 w 198"/>
              <a:gd name="T99" fmla="*/ 1843544700 h 320"/>
              <a:gd name="T100" fmla="*/ 2147483646 w 198"/>
              <a:gd name="T101" fmla="*/ 1727415900 h 320"/>
              <a:gd name="T102" fmla="*/ 2147483646 w 198"/>
              <a:gd name="T103" fmla="*/ 1524190500 h 320"/>
              <a:gd name="T104" fmla="*/ 2147483646 w 198"/>
              <a:gd name="T105" fmla="*/ 1233868500 h 320"/>
              <a:gd name="T106" fmla="*/ 2147483646 w 198"/>
              <a:gd name="T107" fmla="*/ 1045159200 h 320"/>
              <a:gd name="T108" fmla="*/ 2147483646 w 198"/>
              <a:gd name="T109" fmla="*/ 304838100 h 320"/>
              <a:gd name="T110" fmla="*/ 2147483646 w 198"/>
              <a:gd name="T111" fmla="*/ 0 h 320"/>
              <a:gd name="T112" fmla="*/ 2147483646 w 198"/>
              <a:gd name="T113" fmla="*/ 275805900 h 3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98" h="320">
                <a:moveTo>
                  <a:pt x="152" y="19"/>
                </a:moveTo>
                <a:cubicBezTo>
                  <a:pt x="144" y="15"/>
                  <a:pt x="144" y="15"/>
                  <a:pt x="144" y="15"/>
                </a:cubicBezTo>
                <a:cubicBezTo>
                  <a:pt x="132" y="24"/>
                  <a:pt x="132" y="24"/>
                  <a:pt x="132" y="24"/>
                </a:cubicBezTo>
                <a:cubicBezTo>
                  <a:pt x="122" y="21"/>
                  <a:pt x="122" y="21"/>
                  <a:pt x="122" y="21"/>
                </a:cubicBezTo>
                <a:cubicBezTo>
                  <a:pt x="118" y="24"/>
                  <a:pt x="118" y="24"/>
                  <a:pt x="118" y="24"/>
                </a:cubicBezTo>
                <a:cubicBezTo>
                  <a:pt x="110" y="24"/>
                  <a:pt x="110" y="24"/>
                  <a:pt x="110" y="24"/>
                </a:cubicBezTo>
                <a:cubicBezTo>
                  <a:pt x="110" y="21"/>
                  <a:pt x="110" y="21"/>
                  <a:pt x="110" y="21"/>
                </a:cubicBezTo>
                <a:cubicBezTo>
                  <a:pt x="105" y="19"/>
                  <a:pt x="105" y="19"/>
                  <a:pt x="105" y="19"/>
                </a:cubicBezTo>
                <a:cubicBezTo>
                  <a:pt x="99" y="21"/>
                  <a:pt x="99" y="21"/>
                  <a:pt x="99" y="21"/>
                </a:cubicBezTo>
                <a:cubicBezTo>
                  <a:pt x="81" y="21"/>
                  <a:pt x="81" y="21"/>
                  <a:pt x="81" y="21"/>
                </a:cubicBezTo>
                <a:cubicBezTo>
                  <a:pt x="77" y="33"/>
                  <a:pt x="77" y="33"/>
                  <a:pt x="77" y="33"/>
                </a:cubicBezTo>
                <a:cubicBezTo>
                  <a:pt x="80" y="55"/>
                  <a:pt x="80" y="55"/>
                  <a:pt x="80" y="55"/>
                </a:cubicBezTo>
                <a:cubicBezTo>
                  <a:pt x="89" y="61"/>
                  <a:pt x="89" y="61"/>
                  <a:pt x="89" y="61"/>
                </a:cubicBezTo>
                <a:cubicBezTo>
                  <a:pt x="105" y="80"/>
                  <a:pt x="105" y="80"/>
                  <a:pt x="105" y="80"/>
                </a:cubicBezTo>
                <a:cubicBezTo>
                  <a:pt x="105" y="86"/>
                  <a:pt x="105" y="86"/>
                  <a:pt x="105" y="86"/>
                </a:cubicBezTo>
                <a:cubicBezTo>
                  <a:pt x="103" y="89"/>
                  <a:pt x="103" y="89"/>
                  <a:pt x="103" y="89"/>
                </a:cubicBezTo>
                <a:cubicBezTo>
                  <a:pt x="103" y="107"/>
                  <a:pt x="103" y="107"/>
                  <a:pt x="103" y="107"/>
                </a:cubicBezTo>
                <a:cubicBezTo>
                  <a:pt x="96" y="107"/>
                  <a:pt x="96" y="107"/>
                  <a:pt x="96" y="107"/>
                </a:cubicBezTo>
                <a:cubicBezTo>
                  <a:pt x="90" y="115"/>
                  <a:pt x="90" y="115"/>
                  <a:pt x="90" y="115"/>
                </a:cubicBezTo>
                <a:cubicBezTo>
                  <a:pt x="94" y="118"/>
                  <a:pt x="94" y="118"/>
                  <a:pt x="94" y="118"/>
                </a:cubicBezTo>
                <a:cubicBezTo>
                  <a:pt x="94" y="127"/>
                  <a:pt x="94" y="127"/>
                  <a:pt x="94" y="127"/>
                </a:cubicBezTo>
                <a:cubicBezTo>
                  <a:pt x="90" y="127"/>
                  <a:pt x="90" y="127"/>
                  <a:pt x="90" y="127"/>
                </a:cubicBezTo>
                <a:cubicBezTo>
                  <a:pt x="91" y="122"/>
                  <a:pt x="91" y="122"/>
                  <a:pt x="91" y="122"/>
                </a:cubicBezTo>
                <a:cubicBezTo>
                  <a:pt x="82" y="115"/>
                  <a:pt x="82" y="115"/>
                  <a:pt x="82" y="115"/>
                </a:cubicBezTo>
                <a:cubicBezTo>
                  <a:pt x="74" y="104"/>
                  <a:pt x="74" y="104"/>
                  <a:pt x="74" y="104"/>
                </a:cubicBezTo>
                <a:cubicBezTo>
                  <a:pt x="80" y="91"/>
                  <a:pt x="80" y="91"/>
                  <a:pt x="80" y="91"/>
                </a:cubicBezTo>
                <a:cubicBezTo>
                  <a:pt x="80" y="78"/>
                  <a:pt x="80" y="78"/>
                  <a:pt x="80" y="78"/>
                </a:cubicBezTo>
                <a:cubicBezTo>
                  <a:pt x="77" y="75"/>
                  <a:pt x="77" y="75"/>
                  <a:pt x="77" y="75"/>
                </a:cubicBezTo>
                <a:cubicBezTo>
                  <a:pt x="65" y="76"/>
                  <a:pt x="65" y="76"/>
                  <a:pt x="65" y="76"/>
                </a:cubicBezTo>
                <a:cubicBezTo>
                  <a:pt x="63" y="79"/>
                  <a:pt x="63" y="79"/>
                  <a:pt x="63" y="79"/>
                </a:cubicBezTo>
                <a:cubicBezTo>
                  <a:pt x="56" y="67"/>
                  <a:pt x="56" y="67"/>
                  <a:pt x="56" y="67"/>
                </a:cubicBezTo>
                <a:cubicBezTo>
                  <a:pt x="52" y="69"/>
                  <a:pt x="52" y="69"/>
                  <a:pt x="52" y="69"/>
                </a:cubicBezTo>
                <a:cubicBezTo>
                  <a:pt x="0" y="87"/>
                  <a:pt x="0" y="87"/>
                  <a:pt x="0" y="87"/>
                </a:cubicBezTo>
                <a:cubicBezTo>
                  <a:pt x="4" y="98"/>
                  <a:pt x="4" y="98"/>
                  <a:pt x="4" y="98"/>
                </a:cubicBezTo>
                <a:cubicBezTo>
                  <a:pt x="4" y="105"/>
                  <a:pt x="4" y="105"/>
                  <a:pt x="4" y="105"/>
                </a:cubicBezTo>
                <a:cubicBezTo>
                  <a:pt x="19" y="105"/>
                  <a:pt x="19" y="105"/>
                  <a:pt x="19" y="105"/>
                </a:cubicBezTo>
                <a:cubicBezTo>
                  <a:pt x="31" y="113"/>
                  <a:pt x="31" y="113"/>
                  <a:pt x="31" y="113"/>
                </a:cubicBezTo>
                <a:cubicBezTo>
                  <a:pt x="39" y="113"/>
                  <a:pt x="39" y="113"/>
                  <a:pt x="39" y="113"/>
                </a:cubicBezTo>
                <a:cubicBezTo>
                  <a:pt x="46" y="118"/>
                  <a:pt x="46" y="118"/>
                  <a:pt x="46" y="118"/>
                </a:cubicBezTo>
                <a:cubicBezTo>
                  <a:pt x="51" y="118"/>
                  <a:pt x="51" y="118"/>
                  <a:pt x="51" y="118"/>
                </a:cubicBezTo>
                <a:cubicBezTo>
                  <a:pt x="48" y="123"/>
                  <a:pt x="48" y="123"/>
                  <a:pt x="48" y="123"/>
                </a:cubicBezTo>
                <a:cubicBezTo>
                  <a:pt x="51" y="130"/>
                  <a:pt x="51" y="130"/>
                  <a:pt x="51" y="130"/>
                </a:cubicBezTo>
                <a:cubicBezTo>
                  <a:pt x="51" y="135"/>
                  <a:pt x="51" y="135"/>
                  <a:pt x="51" y="135"/>
                </a:cubicBezTo>
                <a:cubicBezTo>
                  <a:pt x="51" y="135"/>
                  <a:pt x="51" y="137"/>
                  <a:pt x="51" y="137"/>
                </a:cubicBezTo>
                <a:cubicBezTo>
                  <a:pt x="51" y="137"/>
                  <a:pt x="51" y="141"/>
                  <a:pt x="51" y="141"/>
                </a:cubicBezTo>
                <a:cubicBezTo>
                  <a:pt x="50" y="142"/>
                  <a:pt x="50" y="142"/>
                  <a:pt x="50" y="142"/>
                </a:cubicBezTo>
                <a:cubicBezTo>
                  <a:pt x="50" y="142"/>
                  <a:pt x="50" y="145"/>
                  <a:pt x="50" y="145"/>
                </a:cubicBezTo>
                <a:cubicBezTo>
                  <a:pt x="50" y="145"/>
                  <a:pt x="51" y="147"/>
                  <a:pt x="51" y="147"/>
                </a:cubicBezTo>
                <a:cubicBezTo>
                  <a:pt x="51" y="147"/>
                  <a:pt x="53" y="151"/>
                  <a:pt x="53" y="151"/>
                </a:cubicBezTo>
                <a:cubicBezTo>
                  <a:pt x="49" y="154"/>
                  <a:pt x="49" y="154"/>
                  <a:pt x="49" y="154"/>
                </a:cubicBezTo>
                <a:cubicBezTo>
                  <a:pt x="49" y="155"/>
                  <a:pt x="49" y="155"/>
                  <a:pt x="49" y="155"/>
                </a:cubicBezTo>
                <a:cubicBezTo>
                  <a:pt x="50" y="156"/>
                  <a:pt x="50" y="156"/>
                  <a:pt x="50" y="156"/>
                </a:cubicBezTo>
                <a:cubicBezTo>
                  <a:pt x="50" y="159"/>
                  <a:pt x="50" y="159"/>
                  <a:pt x="50" y="159"/>
                </a:cubicBezTo>
                <a:cubicBezTo>
                  <a:pt x="46" y="160"/>
                  <a:pt x="46" y="160"/>
                  <a:pt x="46" y="160"/>
                </a:cubicBezTo>
                <a:cubicBezTo>
                  <a:pt x="46" y="163"/>
                  <a:pt x="46" y="163"/>
                  <a:pt x="46" y="163"/>
                </a:cubicBezTo>
                <a:cubicBezTo>
                  <a:pt x="49" y="165"/>
                  <a:pt x="49" y="165"/>
                  <a:pt x="49" y="165"/>
                </a:cubicBezTo>
                <a:cubicBezTo>
                  <a:pt x="49" y="172"/>
                  <a:pt x="49" y="172"/>
                  <a:pt x="49" y="172"/>
                </a:cubicBezTo>
                <a:cubicBezTo>
                  <a:pt x="48" y="175"/>
                  <a:pt x="48" y="175"/>
                  <a:pt x="48" y="175"/>
                </a:cubicBezTo>
                <a:cubicBezTo>
                  <a:pt x="53" y="178"/>
                  <a:pt x="53" y="178"/>
                  <a:pt x="53" y="178"/>
                </a:cubicBezTo>
                <a:cubicBezTo>
                  <a:pt x="52" y="180"/>
                  <a:pt x="52" y="180"/>
                  <a:pt x="52" y="180"/>
                </a:cubicBezTo>
                <a:cubicBezTo>
                  <a:pt x="52" y="183"/>
                  <a:pt x="52" y="183"/>
                  <a:pt x="52" y="183"/>
                </a:cubicBezTo>
                <a:cubicBezTo>
                  <a:pt x="43" y="194"/>
                  <a:pt x="43" y="194"/>
                  <a:pt x="43" y="194"/>
                </a:cubicBezTo>
                <a:cubicBezTo>
                  <a:pt x="43" y="201"/>
                  <a:pt x="43" y="201"/>
                  <a:pt x="43" y="201"/>
                </a:cubicBezTo>
                <a:cubicBezTo>
                  <a:pt x="39" y="205"/>
                  <a:pt x="39" y="205"/>
                  <a:pt x="39" y="205"/>
                </a:cubicBezTo>
                <a:cubicBezTo>
                  <a:pt x="42" y="209"/>
                  <a:pt x="42" y="209"/>
                  <a:pt x="42" y="209"/>
                </a:cubicBezTo>
                <a:cubicBezTo>
                  <a:pt x="21" y="230"/>
                  <a:pt x="21" y="230"/>
                  <a:pt x="21" y="230"/>
                </a:cubicBezTo>
                <a:cubicBezTo>
                  <a:pt x="25" y="252"/>
                  <a:pt x="25" y="252"/>
                  <a:pt x="25" y="252"/>
                </a:cubicBezTo>
                <a:cubicBezTo>
                  <a:pt x="33" y="267"/>
                  <a:pt x="33" y="267"/>
                  <a:pt x="33" y="267"/>
                </a:cubicBezTo>
                <a:cubicBezTo>
                  <a:pt x="33" y="301"/>
                  <a:pt x="33" y="301"/>
                  <a:pt x="33" y="301"/>
                </a:cubicBezTo>
                <a:cubicBezTo>
                  <a:pt x="35" y="303"/>
                  <a:pt x="35" y="303"/>
                  <a:pt x="35" y="303"/>
                </a:cubicBezTo>
                <a:cubicBezTo>
                  <a:pt x="35" y="320"/>
                  <a:pt x="35" y="320"/>
                  <a:pt x="35" y="320"/>
                </a:cubicBezTo>
                <a:cubicBezTo>
                  <a:pt x="51" y="320"/>
                  <a:pt x="51" y="320"/>
                  <a:pt x="51" y="320"/>
                </a:cubicBezTo>
                <a:cubicBezTo>
                  <a:pt x="52" y="317"/>
                  <a:pt x="52" y="314"/>
                  <a:pt x="51" y="311"/>
                </a:cubicBezTo>
                <a:cubicBezTo>
                  <a:pt x="51" y="310"/>
                  <a:pt x="51" y="309"/>
                  <a:pt x="49" y="309"/>
                </a:cubicBezTo>
                <a:cubicBezTo>
                  <a:pt x="48" y="308"/>
                  <a:pt x="47" y="307"/>
                  <a:pt x="47" y="306"/>
                </a:cubicBezTo>
                <a:cubicBezTo>
                  <a:pt x="47" y="304"/>
                  <a:pt x="47" y="302"/>
                  <a:pt x="48" y="300"/>
                </a:cubicBezTo>
                <a:cubicBezTo>
                  <a:pt x="49" y="295"/>
                  <a:pt x="54" y="294"/>
                  <a:pt x="56" y="290"/>
                </a:cubicBezTo>
                <a:cubicBezTo>
                  <a:pt x="58" y="289"/>
                  <a:pt x="59" y="289"/>
                  <a:pt x="60" y="288"/>
                </a:cubicBezTo>
                <a:cubicBezTo>
                  <a:pt x="65" y="288"/>
                  <a:pt x="70" y="284"/>
                  <a:pt x="75" y="283"/>
                </a:cubicBezTo>
                <a:cubicBezTo>
                  <a:pt x="86" y="279"/>
                  <a:pt x="97" y="275"/>
                  <a:pt x="100" y="261"/>
                </a:cubicBezTo>
                <a:cubicBezTo>
                  <a:pt x="94" y="262"/>
                  <a:pt x="97" y="258"/>
                  <a:pt x="97" y="256"/>
                </a:cubicBezTo>
                <a:cubicBezTo>
                  <a:pt x="98" y="255"/>
                  <a:pt x="98" y="254"/>
                  <a:pt x="98" y="253"/>
                </a:cubicBezTo>
                <a:cubicBezTo>
                  <a:pt x="98" y="250"/>
                  <a:pt x="99" y="247"/>
                  <a:pt x="100" y="244"/>
                </a:cubicBezTo>
                <a:cubicBezTo>
                  <a:pt x="101" y="241"/>
                  <a:pt x="100" y="237"/>
                  <a:pt x="100" y="234"/>
                </a:cubicBezTo>
                <a:cubicBezTo>
                  <a:pt x="100" y="231"/>
                  <a:pt x="101" y="227"/>
                  <a:pt x="97" y="227"/>
                </a:cubicBezTo>
                <a:cubicBezTo>
                  <a:pt x="96" y="227"/>
                  <a:pt x="97" y="226"/>
                  <a:pt x="96" y="225"/>
                </a:cubicBezTo>
                <a:cubicBezTo>
                  <a:pt x="95" y="222"/>
                  <a:pt x="97" y="218"/>
                  <a:pt x="95" y="216"/>
                </a:cubicBezTo>
                <a:cubicBezTo>
                  <a:pt x="91" y="212"/>
                  <a:pt x="91" y="208"/>
                  <a:pt x="91" y="203"/>
                </a:cubicBezTo>
                <a:cubicBezTo>
                  <a:pt x="91" y="201"/>
                  <a:pt x="91" y="198"/>
                  <a:pt x="89" y="198"/>
                </a:cubicBezTo>
                <a:cubicBezTo>
                  <a:pt x="86" y="197"/>
                  <a:pt x="85" y="194"/>
                  <a:pt x="84" y="191"/>
                </a:cubicBezTo>
                <a:cubicBezTo>
                  <a:pt x="84" y="190"/>
                  <a:pt x="84" y="189"/>
                  <a:pt x="84" y="188"/>
                </a:cubicBezTo>
                <a:cubicBezTo>
                  <a:pt x="85" y="185"/>
                  <a:pt x="88" y="181"/>
                  <a:pt x="91" y="179"/>
                </a:cubicBezTo>
                <a:cubicBezTo>
                  <a:pt x="91" y="179"/>
                  <a:pt x="92" y="179"/>
                  <a:pt x="92" y="178"/>
                </a:cubicBezTo>
                <a:cubicBezTo>
                  <a:pt x="93" y="178"/>
                  <a:pt x="93" y="177"/>
                  <a:pt x="94" y="177"/>
                </a:cubicBezTo>
                <a:cubicBezTo>
                  <a:pt x="100" y="172"/>
                  <a:pt x="102" y="165"/>
                  <a:pt x="110" y="163"/>
                </a:cubicBezTo>
                <a:cubicBezTo>
                  <a:pt x="111" y="162"/>
                  <a:pt x="113" y="163"/>
                  <a:pt x="114" y="161"/>
                </a:cubicBezTo>
                <a:cubicBezTo>
                  <a:pt x="116" y="157"/>
                  <a:pt x="121" y="155"/>
                  <a:pt x="123" y="150"/>
                </a:cubicBezTo>
                <a:cubicBezTo>
                  <a:pt x="124" y="146"/>
                  <a:pt x="128" y="143"/>
                  <a:pt x="131" y="140"/>
                </a:cubicBezTo>
                <a:cubicBezTo>
                  <a:pt x="134" y="137"/>
                  <a:pt x="139" y="135"/>
                  <a:pt x="144" y="133"/>
                </a:cubicBezTo>
                <a:cubicBezTo>
                  <a:pt x="149" y="130"/>
                  <a:pt x="155" y="128"/>
                  <a:pt x="161" y="127"/>
                </a:cubicBezTo>
                <a:cubicBezTo>
                  <a:pt x="162" y="126"/>
                  <a:pt x="165" y="127"/>
                  <a:pt x="166" y="125"/>
                </a:cubicBezTo>
                <a:cubicBezTo>
                  <a:pt x="168" y="121"/>
                  <a:pt x="171" y="120"/>
                  <a:pt x="174" y="119"/>
                </a:cubicBezTo>
                <a:cubicBezTo>
                  <a:pt x="177" y="117"/>
                  <a:pt x="180" y="116"/>
                  <a:pt x="179" y="112"/>
                </a:cubicBezTo>
                <a:cubicBezTo>
                  <a:pt x="183" y="111"/>
                  <a:pt x="183" y="108"/>
                  <a:pt x="184" y="105"/>
                </a:cubicBezTo>
                <a:cubicBezTo>
                  <a:pt x="189" y="102"/>
                  <a:pt x="192" y="98"/>
                  <a:pt x="193" y="92"/>
                </a:cubicBezTo>
                <a:cubicBezTo>
                  <a:pt x="193" y="89"/>
                  <a:pt x="193" y="87"/>
                  <a:pt x="195" y="85"/>
                </a:cubicBezTo>
                <a:cubicBezTo>
                  <a:pt x="197" y="83"/>
                  <a:pt x="198" y="80"/>
                  <a:pt x="197" y="78"/>
                </a:cubicBezTo>
                <a:cubicBezTo>
                  <a:pt x="195" y="76"/>
                  <a:pt x="194" y="73"/>
                  <a:pt x="191" y="72"/>
                </a:cubicBezTo>
                <a:cubicBezTo>
                  <a:pt x="191" y="58"/>
                  <a:pt x="191" y="45"/>
                  <a:pt x="191" y="31"/>
                </a:cubicBezTo>
                <a:cubicBezTo>
                  <a:pt x="190" y="28"/>
                  <a:pt x="191" y="24"/>
                  <a:pt x="188" y="21"/>
                </a:cubicBezTo>
                <a:cubicBezTo>
                  <a:pt x="188" y="19"/>
                  <a:pt x="189" y="17"/>
                  <a:pt x="190" y="16"/>
                </a:cubicBezTo>
                <a:cubicBezTo>
                  <a:pt x="193" y="12"/>
                  <a:pt x="192" y="3"/>
                  <a:pt x="189" y="0"/>
                </a:cubicBezTo>
                <a:cubicBezTo>
                  <a:pt x="181" y="7"/>
                  <a:pt x="181" y="7"/>
                  <a:pt x="181" y="7"/>
                </a:cubicBezTo>
                <a:lnTo>
                  <a:pt x="152" y="19"/>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03" name="Freeform 32"/>
          <p:cNvSpPr>
            <a:spLocks/>
          </p:cNvSpPr>
          <p:nvPr/>
        </p:nvSpPr>
        <p:spPr bwMode="auto">
          <a:xfrm>
            <a:off x="6659563" y="1225550"/>
            <a:ext cx="849313" cy="674688"/>
          </a:xfrm>
          <a:custGeom>
            <a:avLst/>
            <a:gdLst>
              <a:gd name="T0" fmla="*/ 2147483646 w 223"/>
              <a:gd name="T1" fmla="*/ 1075204905 h 177"/>
              <a:gd name="T2" fmla="*/ 2147483646 w 223"/>
              <a:gd name="T3" fmla="*/ 1002555874 h 177"/>
              <a:gd name="T4" fmla="*/ 2147483646 w 223"/>
              <a:gd name="T5" fmla="*/ 842727242 h 177"/>
              <a:gd name="T6" fmla="*/ 2147483646 w 223"/>
              <a:gd name="T7" fmla="*/ 813669916 h 177"/>
              <a:gd name="T8" fmla="*/ 2147483646 w 223"/>
              <a:gd name="T9" fmla="*/ 784608779 h 177"/>
              <a:gd name="T10" fmla="*/ 2147483646 w 223"/>
              <a:gd name="T11" fmla="*/ 755547641 h 177"/>
              <a:gd name="T12" fmla="*/ 2147483646 w 223"/>
              <a:gd name="T13" fmla="*/ 697429179 h 177"/>
              <a:gd name="T14" fmla="*/ 2147483646 w 223"/>
              <a:gd name="T15" fmla="*/ 435894190 h 177"/>
              <a:gd name="T16" fmla="*/ 2147483646 w 223"/>
              <a:gd name="T17" fmla="*/ 406833052 h 177"/>
              <a:gd name="T18" fmla="*/ 2147483646 w 223"/>
              <a:gd name="T19" fmla="*/ 363245158 h 177"/>
              <a:gd name="T20" fmla="*/ 2147483646 w 223"/>
              <a:gd name="T21" fmla="*/ 276065558 h 177"/>
              <a:gd name="T22" fmla="*/ 2147483646 w 223"/>
              <a:gd name="T23" fmla="*/ 261534989 h 177"/>
              <a:gd name="T24" fmla="*/ 2147483646 w 223"/>
              <a:gd name="T25" fmla="*/ 261534989 h 177"/>
              <a:gd name="T26" fmla="*/ 2147483646 w 223"/>
              <a:gd name="T27" fmla="*/ 159828632 h 177"/>
              <a:gd name="T28" fmla="*/ 2147483646 w 223"/>
              <a:gd name="T29" fmla="*/ 232477663 h 177"/>
              <a:gd name="T30" fmla="*/ 2147483646 w 223"/>
              <a:gd name="T31" fmla="*/ 232477663 h 177"/>
              <a:gd name="T32" fmla="*/ 2147483646 w 223"/>
              <a:gd name="T33" fmla="*/ 261534989 h 177"/>
              <a:gd name="T34" fmla="*/ 2147483646 w 223"/>
              <a:gd name="T35" fmla="*/ 247008232 h 177"/>
              <a:gd name="T36" fmla="*/ 2147483646 w 223"/>
              <a:gd name="T37" fmla="*/ 232477663 h 177"/>
              <a:gd name="T38" fmla="*/ 2103264612 w 223"/>
              <a:gd name="T39" fmla="*/ 29061137 h 177"/>
              <a:gd name="T40" fmla="*/ 2088757736 w 223"/>
              <a:gd name="T41" fmla="*/ 14530569 h 177"/>
              <a:gd name="T42" fmla="*/ 1914694274 w 223"/>
              <a:gd name="T43" fmla="*/ 116236926 h 177"/>
              <a:gd name="T44" fmla="*/ 1798654505 w 223"/>
              <a:gd name="T45" fmla="*/ 435894190 h 177"/>
              <a:gd name="T46" fmla="*/ 1668107861 w 223"/>
              <a:gd name="T47" fmla="*/ 653841284 h 177"/>
              <a:gd name="T48" fmla="*/ 1494044399 w 223"/>
              <a:gd name="T49" fmla="*/ 755547641 h 177"/>
              <a:gd name="T50" fmla="*/ 1319980937 w 223"/>
              <a:gd name="T51" fmla="*/ 842727242 h 177"/>
              <a:gd name="T52" fmla="*/ 1232947301 w 223"/>
              <a:gd name="T53" fmla="*/ 886318948 h 177"/>
              <a:gd name="T54" fmla="*/ 1087893781 w 223"/>
              <a:gd name="T55" fmla="*/ 1046143768 h 177"/>
              <a:gd name="T56" fmla="*/ 1044380772 w 223"/>
              <a:gd name="T57" fmla="*/ 1162384505 h 177"/>
              <a:gd name="T58" fmla="*/ 1015367022 w 223"/>
              <a:gd name="T59" fmla="*/ 1249564106 h 177"/>
              <a:gd name="T60" fmla="*/ 928337195 w 223"/>
              <a:gd name="T61" fmla="*/ 1394858357 h 177"/>
              <a:gd name="T62" fmla="*/ 913830319 w 223"/>
              <a:gd name="T63" fmla="*/ 1699985052 h 177"/>
              <a:gd name="T64" fmla="*/ 957347137 w 223"/>
              <a:gd name="T65" fmla="*/ 1830752547 h 177"/>
              <a:gd name="T66" fmla="*/ 913830319 w 223"/>
              <a:gd name="T67" fmla="*/ 1903401578 h 177"/>
              <a:gd name="T68" fmla="*/ 768780608 w 223"/>
              <a:gd name="T69" fmla="*/ 2121348673 h 177"/>
              <a:gd name="T70" fmla="*/ 478673569 w 223"/>
              <a:gd name="T71" fmla="*/ 2147483646 h 177"/>
              <a:gd name="T72" fmla="*/ 217580280 w 223"/>
              <a:gd name="T73" fmla="*/ 2147483646 h 177"/>
              <a:gd name="T74" fmla="*/ 0 w 223"/>
              <a:gd name="T75" fmla="*/ 2147483646 h 177"/>
              <a:gd name="T76" fmla="*/ 1189430484 w 223"/>
              <a:gd name="T77" fmla="*/ 2147483646 h 177"/>
              <a:gd name="T78" fmla="*/ 1189430484 w 223"/>
              <a:gd name="T79" fmla="*/ 2147483646 h 177"/>
              <a:gd name="T80" fmla="*/ 1450527581 w 223"/>
              <a:gd name="T81" fmla="*/ 2048699641 h 177"/>
              <a:gd name="T82" fmla="*/ 1581074225 w 223"/>
              <a:gd name="T83" fmla="*/ 2005111747 h 177"/>
              <a:gd name="T84" fmla="*/ 1711620870 w 223"/>
              <a:gd name="T85" fmla="*/ 2034172885 h 177"/>
              <a:gd name="T86" fmla="*/ 1958211092 w 223"/>
              <a:gd name="T87" fmla="*/ 1976050610 h 177"/>
              <a:gd name="T88" fmla="*/ 2016230976 w 223"/>
              <a:gd name="T89" fmla="*/ 2019642316 h 177"/>
              <a:gd name="T90" fmla="*/ 2147483646 w 223"/>
              <a:gd name="T91" fmla="*/ 1816225790 h 177"/>
              <a:gd name="T92" fmla="*/ 2147483646 w 223"/>
              <a:gd name="T93" fmla="*/ 1685454484 h 177"/>
              <a:gd name="T94" fmla="*/ 2147483646 w 223"/>
              <a:gd name="T95" fmla="*/ 1641866589 h 177"/>
              <a:gd name="T96" fmla="*/ 2147483646 w 223"/>
              <a:gd name="T97" fmla="*/ 1569217558 h 177"/>
              <a:gd name="T98" fmla="*/ 2147483646 w 223"/>
              <a:gd name="T99" fmla="*/ 1525629663 h 177"/>
              <a:gd name="T100" fmla="*/ 2147483646 w 223"/>
              <a:gd name="T101" fmla="*/ 1467507389 h 177"/>
              <a:gd name="T102" fmla="*/ 2147483646 w 223"/>
              <a:gd name="T103" fmla="*/ 1336739894 h 177"/>
              <a:gd name="T104" fmla="*/ 2147483646 w 223"/>
              <a:gd name="T105" fmla="*/ 1307682569 h 177"/>
              <a:gd name="T106" fmla="*/ 2147483646 w 223"/>
              <a:gd name="T107" fmla="*/ 1191441831 h 177"/>
              <a:gd name="T108" fmla="*/ 2147483646 w 223"/>
              <a:gd name="T109" fmla="*/ 1191441831 h 177"/>
              <a:gd name="T110" fmla="*/ 2147483646 w 223"/>
              <a:gd name="T111" fmla="*/ 1205972400 h 177"/>
              <a:gd name="T112" fmla="*/ 2147483646 w 223"/>
              <a:gd name="T113" fmla="*/ 1191441831 h 177"/>
              <a:gd name="T114" fmla="*/ 2147483646 w 223"/>
              <a:gd name="T115" fmla="*/ 1147853937 h 177"/>
              <a:gd name="T116" fmla="*/ 2147483646 w 223"/>
              <a:gd name="T117" fmla="*/ 1075204905 h 1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23" h="177">
                <a:moveTo>
                  <a:pt x="223" y="74"/>
                </a:moveTo>
                <a:cubicBezTo>
                  <a:pt x="214" y="69"/>
                  <a:pt x="214" y="69"/>
                  <a:pt x="214" y="69"/>
                </a:cubicBezTo>
                <a:cubicBezTo>
                  <a:pt x="210" y="58"/>
                  <a:pt x="210" y="58"/>
                  <a:pt x="210" y="58"/>
                </a:cubicBezTo>
                <a:cubicBezTo>
                  <a:pt x="210" y="56"/>
                  <a:pt x="210" y="56"/>
                  <a:pt x="210" y="56"/>
                </a:cubicBezTo>
                <a:cubicBezTo>
                  <a:pt x="211" y="54"/>
                  <a:pt x="211" y="54"/>
                  <a:pt x="211" y="54"/>
                </a:cubicBezTo>
                <a:cubicBezTo>
                  <a:pt x="212" y="52"/>
                  <a:pt x="212" y="52"/>
                  <a:pt x="212" y="52"/>
                </a:cubicBezTo>
                <a:cubicBezTo>
                  <a:pt x="209" y="48"/>
                  <a:pt x="209" y="48"/>
                  <a:pt x="209" y="48"/>
                </a:cubicBezTo>
                <a:cubicBezTo>
                  <a:pt x="209" y="30"/>
                  <a:pt x="209" y="30"/>
                  <a:pt x="209" y="30"/>
                </a:cubicBezTo>
                <a:cubicBezTo>
                  <a:pt x="206" y="28"/>
                  <a:pt x="206" y="28"/>
                  <a:pt x="206" y="28"/>
                </a:cubicBezTo>
                <a:cubicBezTo>
                  <a:pt x="209" y="25"/>
                  <a:pt x="209" y="25"/>
                  <a:pt x="209" y="25"/>
                </a:cubicBezTo>
                <a:cubicBezTo>
                  <a:pt x="202" y="19"/>
                  <a:pt x="202" y="19"/>
                  <a:pt x="202" y="19"/>
                </a:cubicBezTo>
                <a:cubicBezTo>
                  <a:pt x="201" y="18"/>
                  <a:pt x="201" y="18"/>
                  <a:pt x="201" y="18"/>
                </a:cubicBezTo>
                <a:cubicBezTo>
                  <a:pt x="200" y="18"/>
                  <a:pt x="199" y="18"/>
                  <a:pt x="198" y="18"/>
                </a:cubicBezTo>
                <a:cubicBezTo>
                  <a:pt x="189" y="19"/>
                  <a:pt x="189" y="19"/>
                  <a:pt x="187" y="11"/>
                </a:cubicBezTo>
                <a:cubicBezTo>
                  <a:pt x="186" y="14"/>
                  <a:pt x="185" y="16"/>
                  <a:pt x="182" y="16"/>
                </a:cubicBezTo>
                <a:cubicBezTo>
                  <a:pt x="181" y="16"/>
                  <a:pt x="181" y="16"/>
                  <a:pt x="181" y="16"/>
                </a:cubicBezTo>
                <a:cubicBezTo>
                  <a:pt x="175" y="16"/>
                  <a:pt x="169" y="14"/>
                  <a:pt x="164" y="18"/>
                </a:cubicBezTo>
                <a:cubicBezTo>
                  <a:pt x="163" y="18"/>
                  <a:pt x="161" y="18"/>
                  <a:pt x="160" y="17"/>
                </a:cubicBezTo>
                <a:cubicBezTo>
                  <a:pt x="158" y="16"/>
                  <a:pt x="156" y="16"/>
                  <a:pt x="155" y="16"/>
                </a:cubicBezTo>
                <a:cubicBezTo>
                  <a:pt x="152" y="11"/>
                  <a:pt x="145" y="9"/>
                  <a:pt x="145" y="2"/>
                </a:cubicBezTo>
                <a:cubicBezTo>
                  <a:pt x="145" y="1"/>
                  <a:pt x="144" y="1"/>
                  <a:pt x="144" y="1"/>
                </a:cubicBezTo>
                <a:cubicBezTo>
                  <a:pt x="141" y="0"/>
                  <a:pt x="132" y="5"/>
                  <a:pt x="132" y="8"/>
                </a:cubicBezTo>
                <a:cubicBezTo>
                  <a:pt x="130" y="15"/>
                  <a:pt x="127" y="23"/>
                  <a:pt x="124" y="30"/>
                </a:cubicBezTo>
                <a:cubicBezTo>
                  <a:pt x="121" y="35"/>
                  <a:pt x="119" y="41"/>
                  <a:pt x="115" y="45"/>
                </a:cubicBezTo>
                <a:cubicBezTo>
                  <a:pt x="111" y="47"/>
                  <a:pt x="106" y="49"/>
                  <a:pt x="103" y="52"/>
                </a:cubicBezTo>
                <a:cubicBezTo>
                  <a:pt x="99" y="54"/>
                  <a:pt x="94" y="54"/>
                  <a:pt x="91" y="58"/>
                </a:cubicBezTo>
                <a:cubicBezTo>
                  <a:pt x="89" y="58"/>
                  <a:pt x="86" y="59"/>
                  <a:pt x="85" y="61"/>
                </a:cubicBezTo>
                <a:cubicBezTo>
                  <a:pt x="82" y="66"/>
                  <a:pt x="79" y="68"/>
                  <a:pt x="75" y="72"/>
                </a:cubicBezTo>
                <a:cubicBezTo>
                  <a:pt x="73" y="74"/>
                  <a:pt x="72" y="76"/>
                  <a:pt x="72" y="80"/>
                </a:cubicBezTo>
                <a:cubicBezTo>
                  <a:pt x="72" y="82"/>
                  <a:pt x="73" y="85"/>
                  <a:pt x="70" y="86"/>
                </a:cubicBezTo>
                <a:cubicBezTo>
                  <a:pt x="67" y="89"/>
                  <a:pt x="65" y="93"/>
                  <a:pt x="64" y="96"/>
                </a:cubicBezTo>
                <a:cubicBezTo>
                  <a:pt x="61" y="103"/>
                  <a:pt x="62" y="110"/>
                  <a:pt x="63" y="117"/>
                </a:cubicBezTo>
                <a:cubicBezTo>
                  <a:pt x="64" y="120"/>
                  <a:pt x="66" y="123"/>
                  <a:pt x="66" y="126"/>
                </a:cubicBezTo>
                <a:cubicBezTo>
                  <a:pt x="65" y="128"/>
                  <a:pt x="64" y="130"/>
                  <a:pt x="63" y="131"/>
                </a:cubicBezTo>
                <a:cubicBezTo>
                  <a:pt x="59" y="136"/>
                  <a:pt x="57" y="142"/>
                  <a:pt x="53" y="146"/>
                </a:cubicBezTo>
                <a:cubicBezTo>
                  <a:pt x="47" y="153"/>
                  <a:pt x="37" y="155"/>
                  <a:pt x="33" y="164"/>
                </a:cubicBezTo>
                <a:cubicBezTo>
                  <a:pt x="27" y="166"/>
                  <a:pt x="22" y="171"/>
                  <a:pt x="15" y="171"/>
                </a:cubicBezTo>
                <a:cubicBezTo>
                  <a:pt x="9" y="171"/>
                  <a:pt x="3" y="172"/>
                  <a:pt x="0" y="177"/>
                </a:cubicBezTo>
                <a:cubicBezTo>
                  <a:pt x="82" y="177"/>
                  <a:pt x="82" y="177"/>
                  <a:pt x="82" y="177"/>
                </a:cubicBezTo>
                <a:cubicBezTo>
                  <a:pt x="82" y="154"/>
                  <a:pt x="82" y="154"/>
                  <a:pt x="82" y="154"/>
                </a:cubicBezTo>
                <a:cubicBezTo>
                  <a:pt x="100" y="141"/>
                  <a:pt x="100" y="141"/>
                  <a:pt x="100" y="141"/>
                </a:cubicBezTo>
                <a:cubicBezTo>
                  <a:pt x="109" y="138"/>
                  <a:pt x="109" y="138"/>
                  <a:pt x="109" y="138"/>
                </a:cubicBezTo>
                <a:cubicBezTo>
                  <a:pt x="118" y="140"/>
                  <a:pt x="118" y="140"/>
                  <a:pt x="118" y="140"/>
                </a:cubicBezTo>
                <a:cubicBezTo>
                  <a:pt x="135" y="136"/>
                  <a:pt x="135" y="136"/>
                  <a:pt x="135" y="136"/>
                </a:cubicBezTo>
                <a:cubicBezTo>
                  <a:pt x="139" y="139"/>
                  <a:pt x="139" y="139"/>
                  <a:pt x="139" y="139"/>
                </a:cubicBezTo>
                <a:cubicBezTo>
                  <a:pt x="150" y="125"/>
                  <a:pt x="150" y="125"/>
                  <a:pt x="150" y="125"/>
                </a:cubicBezTo>
                <a:cubicBezTo>
                  <a:pt x="150" y="125"/>
                  <a:pt x="162" y="116"/>
                  <a:pt x="162" y="116"/>
                </a:cubicBezTo>
                <a:cubicBezTo>
                  <a:pt x="162" y="116"/>
                  <a:pt x="174" y="113"/>
                  <a:pt x="174" y="113"/>
                </a:cubicBezTo>
                <a:cubicBezTo>
                  <a:pt x="174" y="108"/>
                  <a:pt x="174" y="108"/>
                  <a:pt x="174" y="108"/>
                </a:cubicBezTo>
                <a:cubicBezTo>
                  <a:pt x="176" y="105"/>
                  <a:pt x="176" y="105"/>
                  <a:pt x="176" y="105"/>
                </a:cubicBezTo>
                <a:cubicBezTo>
                  <a:pt x="170" y="101"/>
                  <a:pt x="170" y="101"/>
                  <a:pt x="170" y="101"/>
                </a:cubicBezTo>
                <a:cubicBezTo>
                  <a:pt x="173" y="92"/>
                  <a:pt x="173" y="92"/>
                  <a:pt x="173" y="92"/>
                </a:cubicBezTo>
                <a:cubicBezTo>
                  <a:pt x="189" y="90"/>
                  <a:pt x="189" y="90"/>
                  <a:pt x="189" y="90"/>
                </a:cubicBezTo>
                <a:cubicBezTo>
                  <a:pt x="188" y="82"/>
                  <a:pt x="188" y="82"/>
                  <a:pt x="188" y="82"/>
                </a:cubicBezTo>
                <a:cubicBezTo>
                  <a:pt x="211" y="82"/>
                  <a:pt x="211" y="82"/>
                  <a:pt x="211" y="82"/>
                </a:cubicBezTo>
                <a:cubicBezTo>
                  <a:pt x="219" y="83"/>
                  <a:pt x="219" y="83"/>
                  <a:pt x="219" y="83"/>
                </a:cubicBezTo>
                <a:cubicBezTo>
                  <a:pt x="219" y="82"/>
                  <a:pt x="219" y="82"/>
                  <a:pt x="219" y="82"/>
                </a:cubicBezTo>
                <a:cubicBezTo>
                  <a:pt x="217" y="79"/>
                  <a:pt x="217" y="79"/>
                  <a:pt x="217" y="79"/>
                </a:cubicBezTo>
                <a:lnTo>
                  <a:pt x="223" y="74"/>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05" name="Freeform 34"/>
          <p:cNvSpPr>
            <a:spLocks/>
          </p:cNvSpPr>
          <p:nvPr/>
        </p:nvSpPr>
        <p:spPr bwMode="auto">
          <a:xfrm>
            <a:off x="6384925" y="1927225"/>
            <a:ext cx="852488" cy="944563"/>
          </a:xfrm>
          <a:custGeom>
            <a:avLst/>
            <a:gdLst>
              <a:gd name="T0" fmla="*/ 1390438374 w 224"/>
              <a:gd name="T1" fmla="*/ 2147483646 h 248"/>
              <a:gd name="T2" fmla="*/ 1375953690 w 224"/>
              <a:gd name="T3" fmla="*/ 2147483646 h 248"/>
              <a:gd name="T4" fmla="*/ 1390438374 w 224"/>
              <a:gd name="T5" fmla="*/ 2147483646 h 248"/>
              <a:gd name="T6" fmla="*/ 1419407743 w 224"/>
              <a:gd name="T7" fmla="*/ 2147483646 h 248"/>
              <a:gd name="T8" fmla="*/ 1506308239 w 224"/>
              <a:gd name="T9" fmla="*/ 2147483646 h 248"/>
              <a:gd name="T10" fmla="*/ 1622178103 w 224"/>
              <a:gd name="T11" fmla="*/ 2147483646 h 248"/>
              <a:gd name="T12" fmla="*/ 1680113035 w 224"/>
              <a:gd name="T13" fmla="*/ 2147483646 h 248"/>
              <a:gd name="T14" fmla="*/ 2027722629 w 224"/>
              <a:gd name="T15" fmla="*/ 2147483646 h 248"/>
              <a:gd name="T16" fmla="*/ 2042207313 w 224"/>
              <a:gd name="T17" fmla="*/ 2147483646 h 248"/>
              <a:gd name="T18" fmla="*/ 2056691998 w 224"/>
              <a:gd name="T19" fmla="*/ 2147483646 h 248"/>
              <a:gd name="T20" fmla="*/ 2147483646 w 224"/>
              <a:gd name="T21" fmla="*/ 2147483646 h 248"/>
              <a:gd name="T22" fmla="*/ 2147483646 w 224"/>
              <a:gd name="T23" fmla="*/ 2147483646 h 248"/>
              <a:gd name="T24" fmla="*/ 2147483646 w 224"/>
              <a:gd name="T25" fmla="*/ 2147483646 h 248"/>
              <a:gd name="T26" fmla="*/ 2147483646 w 224"/>
              <a:gd name="T27" fmla="*/ 2147483646 h 248"/>
              <a:gd name="T28" fmla="*/ 2147483646 w 224"/>
              <a:gd name="T29" fmla="*/ 681799285 h 248"/>
              <a:gd name="T30" fmla="*/ 2147483646 w 224"/>
              <a:gd name="T31" fmla="*/ 681799285 h 248"/>
              <a:gd name="T32" fmla="*/ 2147483646 w 224"/>
              <a:gd name="T33" fmla="*/ 0 h 248"/>
              <a:gd name="T34" fmla="*/ 2147483646 w 224"/>
              <a:gd name="T35" fmla="*/ 391669904 h 248"/>
              <a:gd name="T36" fmla="*/ 1332503442 w 224"/>
              <a:gd name="T37" fmla="*/ 391669904 h 248"/>
              <a:gd name="T38" fmla="*/ 1332503442 w 224"/>
              <a:gd name="T39" fmla="*/ 1146002486 h 248"/>
              <a:gd name="T40" fmla="*/ 1158698645 w 224"/>
              <a:gd name="T41" fmla="*/ 1204028362 h 248"/>
              <a:gd name="T42" fmla="*/ 1028344096 w 224"/>
              <a:gd name="T43" fmla="*/ 1291065272 h 248"/>
              <a:gd name="T44" fmla="*/ 1071798150 w 224"/>
              <a:gd name="T45" fmla="*/ 1740764861 h 248"/>
              <a:gd name="T46" fmla="*/ 28969369 w 224"/>
              <a:gd name="T47" fmla="*/ 1755268473 h 248"/>
              <a:gd name="T48" fmla="*/ 0 w 224"/>
              <a:gd name="T49" fmla="*/ 1929346102 h 248"/>
              <a:gd name="T50" fmla="*/ 28969369 w 224"/>
              <a:gd name="T51" fmla="*/ 1856812804 h 248"/>
              <a:gd name="T52" fmla="*/ 57934932 w 224"/>
              <a:gd name="T53" fmla="*/ 1856812804 h 248"/>
              <a:gd name="T54" fmla="*/ 202774166 w 224"/>
              <a:gd name="T55" fmla="*/ 2030890433 h 248"/>
              <a:gd name="T56" fmla="*/ 202774166 w 224"/>
              <a:gd name="T57" fmla="*/ 2147483646 h 248"/>
              <a:gd name="T58" fmla="*/ 188289481 w 224"/>
              <a:gd name="T59" fmla="*/ 2147483646 h 248"/>
              <a:gd name="T60" fmla="*/ 202774166 w 224"/>
              <a:gd name="T61" fmla="*/ 2147483646 h 248"/>
              <a:gd name="T62" fmla="*/ 246224414 w 224"/>
              <a:gd name="T63" fmla="*/ 2147483646 h 248"/>
              <a:gd name="T64" fmla="*/ 275189977 w 224"/>
              <a:gd name="T65" fmla="*/ 2147483646 h 248"/>
              <a:gd name="T66" fmla="*/ 275189977 w 224"/>
              <a:gd name="T67" fmla="*/ 2147483646 h 248"/>
              <a:gd name="T68" fmla="*/ 260709098 w 224"/>
              <a:gd name="T69" fmla="*/ 2147483646 h 248"/>
              <a:gd name="T70" fmla="*/ 188289481 w 224"/>
              <a:gd name="T71" fmla="*/ 2147483646 h 248"/>
              <a:gd name="T72" fmla="*/ 173804797 w 224"/>
              <a:gd name="T73" fmla="*/ 2147483646 h 248"/>
              <a:gd name="T74" fmla="*/ 202774166 w 224"/>
              <a:gd name="T75" fmla="*/ 2147483646 h 248"/>
              <a:gd name="T76" fmla="*/ 347609594 w 224"/>
              <a:gd name="T77" fmla="*/ 2147483646 h 248"/>
              <a:gd name="T78" fmla="*/ 535899075 w 224"/>
              <a:gd name="T79" fmla="*/ 2147483646 h 248"/>
              <a:gd name="T80" fmla="*/ 724188556 w 224"/>
              <a:gd name="T81" fmla="*/ 2147483646 h 248"/>
              <a:gd name="T82" fmla="*/ 811089052 w 224"/>
              <a:gd name="T83" fmla="*/ 2147483646 h 248"/>
              <a:gd name="T84" fmla="*/ 941443601 w 224"/>
              <a:gd name="T85" fmla="*/ 2147483646 h 248"/>
              <a:gd name="T86" fmla="*/ 970409164 w 224"/>
              <a:gd name="T87" fmla="*/ 2147483646 h 248"/>
              <a:gd name="T88" fmla="*/ 999378533 w 224"/>
              <a:gd name="T89" fmla="*/ 2147483646 h 248"/>
              <a:gd name="T90" fmla="*/ 1086279028 w 224"/>
              <a:gd name="T91" fmla="*/ 2147483646 h 248"/>
              <a:gd name="T92" fmla="*/ 1129733082 w 224"/>
              <a:gd name="T93" fmla="*/ 2147483646 h 248"/>
              <a:gd name="T94" fmla="*/ 1274568510 w 224"/>
              <a:gd name="T95" fmla="*/ 2147483646 h 248"/>
              <a:gd name="T96" fmla="*/ 1332503442 w 224"/>
              <a:gd name="T97" fmla="*/ 2147483646 h 248"/>
              <a:gd name="T98" fmla="*/ 1390438374 w 224"/>
              <a:gd name="T99" fmla="*/ 2147483646 h 2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24" h="248">
                <a:moveTo>
                  <a:pt x="96" y="245"/>
                </a:moveTo>
                <a:cubicBezTo>
                  <a:pt x="96" y="245"/>
                  <a:pt x="95" y="241"/>
                  <a:pt x="95" y="241"/>
                </a:cubicBezTo>
                <a:cubicBezTo>
                  <a:pt x="95" y="240"/>
                  <a:pt x="96" y="238"/>
                  <a:pt x="96" y="237"/>
                </a:cubicBezTo>
                <a:cubicBezTo>
                  <a:pt x="96" y="236"/>
                  <a:pt x="98" y="233"/>
                  <a:pt x="98" y="233"/>
                </a:cubicBezTo>
                <a:cubicBezTo>
                  <a:pt x="104" y="230"/>
                  <a:pt x="104" y="230"/>
                  <a:pt x="104" y="230"/>
                </a:cubicBezTo>
                <a:cubicBezTo>
                  <a:pt x="112" y="241"/>
                  <a:pt x="112" y="241"/>
                  <a:pt x="112" y="241"/>
                </a:cubicBezTo>
                <a:cubicBezTo>
                  <a:pt x="116" y="235"/>
                  <a:pt x="116" y="235"/>
                  <a:pt x="116" y="235"/>
                </a:cubicBezTo>
                <a:cubicBezTo>
                  <a:pt x="140" y="235"/>
                  <a:pt x="140" y="235"/>
                  <a:pt x="140" y="235"/>
                </a:cubicBezTo>
                <a:cubicBezTo>
                  <a:pt x="141" y="230"/>
                  <a:pt x="141" y="230"/>
                  <a:pt x="141" y="230"/>
                </a:cubicBezTo>
                <a:cubicBezTo>
                  <a:pt x="142" y="234"/>
                  <a:pt x="142" y="234"/>
                  <a:pt x="142" y="234"/>
                </a:cubicBezTo>
                <a:cubicBezTo>
                  <a:pt x="212" y="234"/>
                  <a:pt x="212" y="234"/>
                  <a:pt x="212" y="234"/>
                </a:cubicBezTo>
                <a:cubicBezTo>
                  <a:pt x="215" y="220"/>
                  <a:pt x="215" y="220"/>
                  <a:pt x="215" y="220"/>
                </a:cubicBezTo>
                <a:cubicBezTo>
                  <a:pt x="215" y="220"/>
                  <a:pt x="215" y="218"/>
                  <a:pt x="215" y="217"/>
                </a:cubicBezTo>
                <a:cubicBezTo>
                  <a:pt x="214" y="217"/>
                  <a:pt x="210" y="214"/>
                  <a:pt x="210" y="214"/>
                </a:cubicBezTo>
                <a:cubicBezTo>
                  <a:pt x="192" y="47"/>
                  <a:pt x="192" y="47"/>
                  <a:pt x="192" y="47"/>
                </a:cubicBezTo>
                <a:cubicBezTo>
                  <a:pt x="224" y="47"/>
                  <a:pt x="224" y="47"/>
                  <a:pt x="224" y="47"/>
                </a:cubicBezTo>
                <a:cubicBezTo>
                  <a:pt x="153" y="0"/>
                  <a:pt x="153" y="0"/>
                  <a:pt x="153" y="0"/>
                </a:cubicBezTo>
                <a:cubicBezTo>
                  <a:pt x="153" y="27"/>
                  <a:pt x="153" y="27"/>
                  <a:pt x="153" y="27"/>
                </a:cubicBezTo>
                <a:cubicBezTo>
                  <a:pt x="92" y="27"/>
                  <a:pt x="92" y="27"/>
                  <a:pt x="92" y="27"/>
                </a:cubicBezTo>
                <a:cubicBezTo>
                  <a:pt x="92" y="79"/>
                  <a:pt x="92" y="79"/>
                  <a:pt x="92" y="79"/>
                </a:cubicBezTo>
                <a:cubicBezTo>
                  <a:pt x="80" y="83"/>
                  <a:pt x="80" y="83"/>
                  <a:pt x="80" y="83"/>
                </a:cubicBezTo>
                <a:cubicBezTo>
                  <a:pt x="71" y="89"/>
                  <a:pt x="71" y="89"/>
                  <a:pt x="71" y="89"/>
                </a:cubicBezTo>
                <a:cubicBezTo>
                  <a:pt x="74" y="120"/>
                  <a:pt x="74" y="120"/>
                  <a:pt x="74" y="120"/>
                </a:cubicBezTo>
                <a:cubicBezTo>
                  <a:pt x="2" y="121"/>
                  <a:pt x="2" y="121"/>
                  <a:pt x="2" y="121"/>
                </a:cubicBezTo>
                <a:cubicBezTo>
                  <a:pt x="1" y="125"/>
                  <a:pt x="0" y="129"/>
                  <a:pt x="0" y="133"/>
                </a:cubicBezTo>
                <a:cubicBezTo>
                  <a:pt x="2" y="131"/>
                  <a:pt x="1" y="129"/>
                  <a:pt x="2" y="128"/>
                </a:cubicBezTo>
                <a:cubicBezTo>
                  <a:pt x="3" y="128"/>
                  <a:pt x="4" y="128"/>
                  <a:pt x="4" y="128"/>
                </a:cubicBezTo>
                <a:cubicBezTo>
                  <a:pt x="5" y="133"/>
                  <a:pt x="11" y="135"/>
                  <a:pt x="14" y="140"/>
                </a:cubicBezTo>
                <a:cubicBezTo>
                  <a:pt x="17" y="146"/>
                  <a:pt x="18" y="151"/>
                  <a:pt x="14" y="156"/>
                </a:cubicBezTo>
                <a:cubicBezTo>
                  <a:pt x="12" y="157"/>
                  <a:pt x="11" y="158"/>
                  <a:pt x="13" y="160"/>
                </a:cubicBezTo>
                <a:cubicBezTo>
                  <a:pt x="12" y="162"/>
                  <a:pt x="11" y="164"/>
                  <a:pt x="14" y="165"/>
                </a:cubicBezTo>
                <a:cubicBezTo>
                  <a:pt x="16" y="166"/>
                  <a:pt x="16" y="167"/>
                  <a:pt x="17" y="169"/>
                </a:cubicBezTo>
                <a:cubicBezTo>
                  <a:pt x="17" y="172"/>
                  <a:pt x="18" y="174"/>
                  <a:pt x="19" y="177"/>
                </a:cubicBezTo>
                <a:cubicBezTo>
                  <a:pt x="20" y="183"/>
                  <a:pt x="20" y="190"/>
                  <a:pt x="19" y="197"/>
                </a:cubicBezTo>
                <a:cubicBezTo>
                  <a:pt x="17" y="198"/>
                  <a:pt x="18" y="200"/>
                  <a:pt x="18" y="201"/>
                </a:cubicBezTo>
                <a:cubicBezTo>
                  <a:pt x="16" y="205"/>
                  <a:pt x="14" y="208"/>
                  <a:pt x="13" y="211"/>
                </a:cubicBezTo>
                <a:cubicBezTo>
                  <a:pt x="13" y="214"/>
                  <a:pt x="11" y="216"/>
                  <a:pt x="12" y="219"/>
                </a:cubicBezTo>
                <a:cubicBezTo>
                  <a:pt x="14" y="214"/>
                  <a:pt x="14" y="214"/>
                  <a:pt x="14" y="214"/>
                </a:cubicBezTo>
                <a:cubicBezTo>
                  <a:pt x="24" y="216"/>
                  <a:pt x="24" y="216"/>
                  <a:pt x="24" y="216"/>
                </a:cubicBezTo>
                <a:cubicBezTo>
                  <a:pt x="37" y="212"/>
                  <a:pt x="37" y="212"/>
                  <a:pt x="37" y="212"/>
                </a:cubicBezTo>
                <a:cubicBezTo>
                  <a:pt x="50" y="212"/>
                  <a:pt x="50" y="212"/>
                  <a:pt x="50" y="212"/>
                </a:cubicBezTo>
                <a:cubicBezTo>
                  <a:pt x="56" y="220"/>
                  <a:pt x="56" y="220"/>
                  <a:pt x="56" y="220"/>
                </a:cubicBezTo>
                <a:cubicBezTo>
                  <a:pt x="65" y="222"/>
                  <a:pt x="65" y="222"/>
                  <a:pt x="65" y="222"/>
                </a:cubicBezTo>
                <a:cubicBezTo>
                  <a:pt x="67" y="224"/>
                  <a:pt x="67" y="224"/>
                  <a:pt x="67" y="224"/>
                </a:cubicBezTo>
                <a:cubicBezTo>
                  <a:pt x="69" y="231"/>
                  <a:pt x="69" y="231"/>
                  <a:pt x="69" y="231"/>
                </a:cubicBezTo>
                <a:cubicBezTo>
                  <a:pt x="75" y="233"/>
                  <a:pt x="75" y="233"/>
                  <a:pt x="75" y="233"/>
                </a:cubicBezTo>
                <a:cubicBezTo>
                  <a:pt x="78" y="240"/>
                  <a:pt x="78" y="240"/>
                  <a:pt x="78" y="240"/>
                </a:cubicBezTo>
                <a:cubicBezTo>
                  <a:pt x="88" y="248"/>
                  <a:pt x="88" y="248"/>
                  <a:pt x="88" y="248"/>
                </a:cubicBezTo>
                <a:cubicBezTo>
                  <a:pt x="92" y="248"/>
                  <a:pt x="92" y="248"/>
                  <a:pt x="92" y="248"/>
                </a:cubicBezTo>
                <a:lnTo>
                  <a:pt x="96" y="245"/>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06" name="Freeform 35"/>
          <p:cNvSpPr>
            <a:spLocks/>
          </p:cNvSpPr>
          <p:nvPr/>
        </p:nvSpPr>
        <p:spPr bwMode="auto">
          <a:xfrm>
            <a:off x="6719888" y="2106613"/>
            <a:ext cx="1154113" cy="1096963"/>
          </a:xfrm>
          <a:custGeom>
            <a:avLst/>
            <a:gdLst>
              <a:gd name="T0" fmla="*/ 2147483646 w 303"/>
              <a:gd name="T1" fmla="*/ 2147483646 h 288"/>
              <a:gd name="T2" fmla="*/ 2147483646 w 303"/>
              <a:gd name="T3" fmla="*/ 2147483646 h 288"/>
              <a:gd name="T4" fmla="*/ 2147483646 w 303"/>
              <a:gd name="T5" fmla="*/ 1740925988 h 288"/>
              <a:gd name="T6" fmla="*/ 2147483646 w 303"/>
              <a:gd name="T7" fmla="*/ 1494295949 h 288"/>
              <a:gd name="T8" fmla="*/ 2147483646 w 303"/>
              <a:gd name="T9" fmla="*/ 1436263559 h 288"/>
              <a:gd name="T10" fmla="*/ 2147483646 w 303"/>
              <a:gd name="T11" fmla="*/ 1363726881 h 288"/>
              <a:gd name="T12" fmla="*/ 2147483646 w 303"/>
              <a:gd name="T13" fmla="*/ 1276678296 h 288"/>
              <a:gd name="T14" fmla="*/ 2147483646 w 303"/>
              <a:gd name="T15" fmla="*/ 1117093033 h 288"/>
              <a:gd name="T16" fmla="*/ 1508844676 w 303"/>
              <a:gd name="T17" fmla="*/ 0 h 288"/>
              <a:gd name="T18" fmla="*/ 1842531882 w 303"/>
              <a:gd name="T19" fmla="*/ 2147483646 h 288"/>
              <a:gd name="T20" fmla="*/ 1799006967 w 303"/>
              <a:gd name="T21" fmla="*/ 2147483646 h 288"/>
              <a:gd name="T22" fmla="*/ 768932547 w 303"/>
              <a:gd name="T23" fmla="*/ 2147483646 h 288"/>
              <a:gd name="T24" fmla="*/ 406228731 w 303"/>
              <a:gd name="T25" fmla="*/ 2147483646 h 288"/>
              <a:gd name="T26" fmla="*/ 232129071 w 303"/>
              <a:gd name="T27" fmla="*/ 2147483646 h 288"/>
              <a:gd name="T28" fmla="*/ 116066440 w 303"/>
              <a:gd name="T29" fmla="*/ 2147483646 h 288"/>
              <a:gd name="T30" fmla="*/ 116066440 w 303"/>
              <a:gd name="T31" fmla="*/ 2147483646 h 288"/>
              <a:gd name="T32" fmla="*/ 0 w 303"/>
              <a:gd name="T33" fmla="*/ 2147483646 h 288"/>
              <a:gd name="T34" fmla="*/ 72541525 w 303"/>
              <a:gd name="T35" fmla="*/ 2147483646 h 288"/>
              <a:gd name="T36" fmla="*/ 43524915 w 303"/>
              <a:gd name="T37" fmla="*/ 2147483646 h 288"/>
              <a:gd name="T38" fmla="*/ 174095851 w 303"/>
              <a:gd name="T39" fmla="*/ 2147483646 h 288"/>
              <a:gd name="T40" fmla="*/ 217620766 w 303"/>
              <a:gd name="T41" fmla="*/ 2147483646 h 288"/>
              <a:gd name="T42" fmla="*/ 217620766 w 303"/>
              <a:gd name="T43" fmla="*/ 2147483646 h 288"/>
              <a:gd name="T44" fmla="*/ 261145681 w 303"/>
              <a:gd name="T45" fmla="*/ 2147483646 h 288"/>
              <a:gd name="T46" fmla="*/ 406228731 w 303"/>
              <a:gd name="T47" fmla="*/ 2147483646 h 288"/>
              <a:gd name="T48" fmla="*/ 507783057 w 303"/>
              <a:gd name="T49" fmla="*/ 2147483646 h 288"/>
              <a:gd name="T50" fmla="*/ 681882717 w 303"/>
              <a:gd name="T51" fmla="*/ 2147483646 h 288"/>
              <a:gd name="T52" fmla="*/ 783440852 w 303"/>
              <a:gd name="T53" fmla="*/ 2147483646 h 288"/>
              <a:gd name="T54" fmla="*/ 754424242 w 303"/>
              <a:gd name="T55" fmla="*/ 2147483646 h 288"/>
              <a:gd name="T56" fmla="*/ 928520094 w 303"/>
              <a:gd name="T57" fmla="*/ 2147483646 h 288"/>
              <a:gd name="T58" fmla="*/ 899503484 w 303"/>
              <a:gd name="T59" fmla="*/ 2147483646 h 288"/>
              <a:gd name="T60" fmla="*/ 943028399 w 303"/>
              <a:gd name="T61" fmla="*/ 2147483646 h 288"/>
              <a:gd name="T62" fmla="*/ 1044586534 w 303"/>
              <a:gd name="T63" fmla="*/ 2147483646 h 288"/>
              <a:gd name="T64" fmla="*/ 1131632555 w 303"/>
              <a:gd name="T65" fmla="*/ 2147483646 h 288"/>
              <a:gd name="T66" fmla="*/ 1363765435 w 303"/>
              <a:gd name="T67" fmla="*/ 2147483646 h 288"/>
              <a:gd name="T68" fmla="*/ 1494336371 w 303"/>
              <a:gd name="T69" fmla="*/ 2147483646 h 288"/>
              <a:gd name="T70" fmla="*/ 1552369591 w 303"/>
              <a:gd name="T71" fmla="*/ 2147483646 h 288"/>
              <a:gd name="T72" fmla="*/ 1595894506 w 303"/>
              <a:gd name="T73" fmla="*/ 2147483646 h 288"/>
              <a:gd name="T74" fmla="*/ 1668436031 w 303"/>
              <a:gd name="T75" fmla="*/ 2147483646 h 288"/>
              <a:gd name="T76" fmla="*/ 1784498662 w 303"/>
              <a:gd name="T77" fmla="*/ 2147483646 h 288"/>
              <a:gd name="T78" fmla="*/ 1813515272 w 303"/>
              <a:gd name="T79" fmla="*/ 2147483646 h 288"/>
              <a:gd name="T80" fmla="*/ 1871548492 w 303"/>
              <a:gd name="T81" fmla="*/ 2147483646 h 288"/>
              <a:gd name="T82" fmla="*/ 1813515272 w 303"/>
              <a:gd name="T83" fmla="*/ 2147483646 h 288"/>
              <a:gd name="T84" fmla="*/ 2089169258 w 303"/>
              <a:gd name="T85" fmla="*/ 2147483646 h 288"/>
              <a:gd name="T86" fmla="*/ 2132694173 w 303"/>
              <a:gd name="T87" fmla="*/ 2147483646 h 288"/>
              <a:gd name="T88" fmla="*/ 2103677563 w 303"/>
              <a:gd name="T89" fmla="*/ 2147483646 h 288"/>
              <a:gd name="T90" fmla="*/ 2147483646 w 303"/>
              <a:gd name="T91" fmla="*/ 2147483646 h 288"/>
              <a:gd name="T92" fmla="*/ 2147483646 w 303"/>
              <a:gd name="T93" fmla="*/ 2147483646 h 288"/>
              <a:gd name="T94" fmla="*/ 2147483646 w 303"/>
              <a:gd name="T95" fmla="*/ 2147483646 h 288"/>
              <a:gd name="T96" fmla="*/ 2147483646 w 303"/>
              <a:gd name="T97" fmla="*/ 2147483646 h 288"/>
              <a:gd name="T98" fmla="*/ 2147483646 w 303"/>
              <a:gd name="T99" fmla="*/ 2147483646 h 288"/>
              <a:gd name="T100" fmla="*/ 2147483646 w 303"/>
              <a:gd name="T101" fmla="*/ 2147483646 h 288"/>
              <a:gd name="T102" fmla="*/ 2147483646 w 303"/>
              <a:gd name="T103" fmla="*/ 2147483646 h 288"/>
              <a:gd name="T104" fmla="*/ 2147483646 w 303"/>
              <a:gd name="T105" fmla="*/ 2147483646 h 288"/>
              <a:gd name="T106" fmla="*/ 2147483646 w 303"/>
              <a:gd name="T107" fmla="*/ 2147483646 h 2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03" h="288">
                <a:moveTo>
                  <a:pt x="249" y="190"/>
                </a:moveTo>
                <a:cubicBezTo>
                  <a:pt x="289" y="189"/>
                  <a:pt x="289" y="189"/>
                  <a:pt x="289" y="189"/>
                </a:cubicBezTo>
                <a:cubicBezTo>
                  <a:pt x="297" y="182"/>
                  <a:pt x="297" y="182"/>
                  <a:pt x="297" y="182"/>
                </a:cubicBezTo>
                <a:cubicBezTo>
                  <a:pt x="302" y="169"/>
                  <a:pt x="302" y="169"/>
                  <a:pt x="302" y="169"/>
                </a:cubicBezTo>
                <a:cubicBezTo>
                  <a:pt x="303" y="116"/>
                  <a:pt x="303" y="116"/>
                  <a:pt x="303" y="116"/>
                </a:cubicBezTo>
                <a:cubicBezTo>
                  <a:pt x="286" y="120"/>
                  <a:pt x="286" y="120"/>
                  <a:pt x="286" y="120"/>
                </a:cubicBezTo>
                <a:cubicBezTo>
                  <a:pt x="282" y="117"/>
                  <a:pt x="282" y="117"/>
                  <a:pt x="282" y="117"/>
                </a:cubicBezTo>
                <a:cubicBezTo>
                  <a:pt x="284" y="103"/>
                  <a:pt x="284" y="103"/>
                  <a:pt x="284" y="103"/>
                </a:cubicBezTo>
                <a:cubicBezTo>
                  <a:pt x="276" y="98"/>
                  <a:pt x="276" y="98"/>
                  <a:pt x="276" y="98"/>
                </a:cubicBezTo>
                <a:cubicBezTo>
                  <a:pt x="271" y="99"/>
                  <a:pt x="271" y="99"/>
                  <a:pt x="271" y="99"/>
                </a:cubicBezTo>
                <a:cubicBezTo>
                  <a:pt x="268" y="99"/>
                  <a:pt x="268" y="99"/>
                  <a:pt x="268" y="99"/>
                </a:cubicBezTo>
                <a:cubicBezTo>
                  <a:pt x="266" y="94"/>
                  <a:pt x="266" y="94"/>
                  <a:pt x="266" y="94"/>
                </a:cubicBezTo>
                <a:cubicBezTo>
                  <a:pt x="258" y="94"/>
                  <a:pt x="258" y="94"/>
                  <a:pt x="258" y="94"/>
                </a:cubicBezTo>
                <a:cubicBezTo>
                  <a:pt x="254" y="88"/>
                  <a:pt x="254" y="88"/>
                  <a:pt x="254" y="88"/>
                </a:cubicBezTo>
                <a:cubicBezTo>
                  <a:pt x="245" y="85"/>
                  <a:pt x="245" y="85"/>
                  <a:pt x="245" y="85"/>
                </a:cubicBezTo>
                <a:cubicBezTo>
                  <a:pt x="245" y="77"/>
                  <a:pt x="245" y="77"/>
                  <a:pt x="245" y="77"/>
                </a:cubicBezTo>
                <a:cubicBezTo>
                  <a:pt x="136" y="0"/>
                  <a:pt x="136" y="0"/>
                  <a:pt x="136" y="0"/>
                </a:cubicBezTo>
                <a:cubicBezTo>
                  <a:pt x="104" y="0"/>
                  <a:pt x="104" y="0"/>
                  <a:pt x="104" y="0"/>
                </a:cubicBezTo>
                <a:cubicBezTo>
                  <a:pt x="122" y="167"/>
                  <a:pt x="122" y="167"/>
                  <a:pt x="122" y="167"/>
                </a:cubicBezTo>
                <a:cubicBezTo>
                  <a:pt x="122" y="167"/>
                  <a:pt x="126" y="170"/>
                  <a:pt x="127" y="170"/>
                </a:cubicBezTo>
                <a:cubicBezTo>
                  <a:pt x="127" y="171"/>
                  <a:pt x="127" y="173"/>
                  <a:pt x="127" y="173"/>
                </a:cubicBezTo>
                <a:cubicBezTo>
                  <a:pt x="124" y="187"/>
                  <a:pt x="124" y="187"/>
                  <a:pt x="124" y="187"/>
                </a:cubicBezTo>
                <a:cubicBezTo>
                  <a:pt x="54" y="187"/>
                  <a:pt x="54" y="187"/>
                  <a:pt x="54" y="187"/>
                </a:cubicBezTo>
                <a:cubicBezTo>
                  <a:pt x="53" y="183"/>
                  <a:pt x="53" y="183"/>
                  <a:pt x="53" y="183"/>
                </a:cubicBezTo>
                <a:cubicBezTo>
                  <a:pt x="52" y="188"/>
                  <a:pt x="52" y="188"/>
                  <a:pt x="52" y="188"/>
                </a:cubicBezTo>
                <a:cubicBezTo>
                  <a:pt x="28" y="188"/>
                  <a:pt x="28" y="188"/>
                  <a:pt x="28" y="188"/>
                </a:cubicBezTo>
                <a:cubicBezTo>
                  <a:pt x="24" y="194"/>
                  <a:pt x="24" y="194"/>
                  <a:pt x="24" y="194"/>
                </a:cubicBezTo>
                <a:cubicBezTo>
                  <a:pt x="16" y="183"/>
                  <a:pt x="16" y="183"/>
                  <a:pt x="16" y="183"/>
                </a:cubicBezTo>
                <a:cubicBezTo>
                  <a:pt x="10" y="186"/>
                  <a:pt x="10" y="186"/>
                  <a:pt x="10" y="186"/>
                </a:cubicBezTo>
                <a:cubicBezTo>
                  <a:pt x="10" y="186"/>
                  <a:pt x="8" y="189"/>
                  <a:pt x="8" y="190"/>
                </a:cubicBezTo>
                <a:cubicBezTo>
                  <a:pt x="8" y="191"/>
                  <a:pt x="7" y="193"/>
                  <a:pt x="7" y="194"/>
                </a:cubicBezTo>
                <a:cubicBezTo>
                  <a:pt x="7" y="194"/>
                  <a:pt x="8" y="198"/>
                  <a:pt x="8" y="198"/>
                </a:cubicBezTo>
                <a:cubicBezTo>
                  <a:pt x="4" y="201"/>
                  <a:pt x="4" y="201"/>
                  <a:pt x="4" y="201"/>
                </a:cubicBezTo>
                <a:cubicBezTo>
                  <a:pt x="0" y="201"/>
                  <a:pt x="0" y="201"/>
                  <a:pt x="0" y="201"/>
                </a:cubicBezTo>
                <a:cubicBezTo>
                  <a:pt x="0" y="207"/>
                  <a:pt x="0" y="207"/>
                  <a:pt x="0" y="207"/>
                </a:cubicBezTo>
                <a:cubicBezTo>
                  <a:pt x="5" y="211"/>
                  <a:pt x="5" y="211"/>
                  <a:pt x="5" y="211"/>
                </a:cubicBezTo>
                <a:cubicBezTo>
                  <a:pt x="6" y="217"/>
                  <a:pt x="6" y="217"/>
                  <a:pt x="6" y="217"/>
                </a:cubicBezTo>
                <a:cubicBezTo>
                  <a:pt x="3" y="222"/>
                  <a:pt x="3" y="222"/>
                  <a:pt x="3" y="222"/>
                </a:cubicBezTo>
                <a:cubicBezTo>
                  <a:pt x="6" y="228"/>
                  <a:pt x="6" y="228"/>
                  <a:pt x="6" y="228"/>
                </a:cubicBezTo>
                <a:cubicBezTo>
                  <a:pt x="12" y="227"/>
                  <a:pt x="12" y="227"/>
                  <a:pt x="12" y="227"/>
                </a:cubicBezTo>
                <a:cubicBezTo>
                  <a:pt x="17" y="235"/>
                  <a:pt x="17" y="235"/>
                  <a:pt x="17" y="235"/>
                </a:cubicBezTo>
                <a:cubicBezTo>
                  <a:pt x="15" y="238"/>
                  <a:pt x="15" y="238"/>
                  <a:pt x="15" y="238"/>
                </a:cubicBezTo>
                <a:cubicBezTo>
                  <a:pt x="14" y="240"/>
                  <a:pt x="14" y="240"/>
                  <a:pt x="14" y="240"/>
                </a:cubicBezTo>
                <a:cubicBezTo>
                  <a:pt x="15" y="245"/>
                  <a:pt x="15" y="245"/>
                  <a:pt x="15" y="245"/>
                </a:cubicBezTo>
                <a:cubicBezTo>
                  <a:pt x="13" y="250"/>
                  <a:pt x="13" y="250"/>
                  <a:pt x="13" y="250"/>
                </a:cubicBezTo>
                <a:cubicBezTo>
                  <a:pt x="18" y="253"/>
                  <a:pt x="18" y="253"/>
                  <a:pt x="18" y="253"/>
                </a:cubicBezTo>
                <a:cubicBezTo>
                  <a:pt x="24" y="248"/>
                  <a:pt x="24" y="248"/>
                  <a:pt x="24" y="248"/>
                </a:cubicBezTo>
                <a:cubicBezTo>
                  <a:pt x="28" y="254"/>
                  <a:pt x="28" y="254"/>
                  <a:pt x="28" y="254"/>
                </a:cubicBezTo>
                <a:cubicBezTo>
                  <a:pt x="30" y="254"/>
                  <a:pt x="30" y="254"/>
                  <a:pt x="30" y="254"/>
                </a:cubicBezTo>
                <a:cubicBezTo>
                  <a:pt x="35" y="248"/>
                  <a:pt x="35" y="248"/>
                  <a:pt x="35" y="248"/>
                </a:cubicBezTo>
                <a:cubicBezTo>
                  <a:pt x="45" y="252"/>
                  <a:pt x="45" y="252"/>
                  <a:pt x="45" y="252"/>
                </a:cubicBezTo>
                <a:cubicBezTo>
                  <a:pt x="47" y="252"/>
                  <a:pt x="47" y="252"/>
                  <a:pt x="47" y="252"/>
                </a:cubicBezTo>
                <a:cubicBezTo>
                  <a:pt x="48" y="249"/>
                  <a:pt x="48" y="249"/>
                  <a:pt x="48" y="249"/>
                </a:cubicBezTo>
                <a:cubicBezTo>
                  <a:pt x="54" y="248"/>
                  <a:pt x="54" y="248"/>
                  <a:pt x="54" y="248"/>
                </a:cubicBezTo>
                <a:cubicBezTo>
                  <a:pt x="52" y="244"/>
                  <a:pt x="52" y="244"/>
                  <a:pt x="52" y="244"/>
                </a:cubicBezTo>
                <a:cubicBezTo>
                  <a:pt x="52" y="243"/>
                  <a:pt x="52" y="243"/>
                  <a:pt x="52" y="243"/>
                </a:cubicBezTo>
                <a:cubicBezTo>
                  <a:pt x="57" y="243"/>
                  <a:pt x="57" y="243"/>
                  <a:pt x="57" y="243"/>
                </a:cubicBezTo>
                <a:cubicBezTo>
                  <a:pt x="64" y="254"/>
                  <a:pt x="64" y="254"/>
                  <a:pt x="64" y="254"/>
                </a:cubicBezTo>
                <a:cubicBezTo>
                  <a:pt x="62" y="256"/>
                  <a:pt x="62" y="256"/>
                  <a:pt x="62" y="256"/>
                </a:cubicBezTo>
                <a:cubicBezTo>
                  <a:pt x="62" y="259"/>
                  <a:pt x="62" y="259"/>
                  <a:pt x="62" y="259"/>
                </a:cubicBezTo>
                <a:cubicBezTo>
                  <a:pt x="71" y="265"/>
                  <a:pt x="71" y="265"/>
                  <a:pt x="71" y="265"/>
                </a:cubicBezTo>
                <a:cubicBezTo>
                  <a:pt x="65" y="271"/>
                  <a:pt x="65" y="271"/>
                  <a:pt x="65" y="271"/>
                </a:cubicBezTo>
                <a:cubicBezTo>
                  <a:pt x="72" y="271"/>
                  <a:pt x="72" y="271"/>
                  <a:pt x="72" y="271"/>
                </a:cubicBezTo>
                <a:cubicBezTo>
                  <a:pt x="72" y="279"/>
                  <a:pt x="72" y="279"/>
                  <a:pt x="72" y="279"/>
                </a:cubicBezTo>
                <a:cubicBezTo>
                  <a:pt x="78" y="284"/>
                  <a:pt x="78" y="284"/>
                  <a:pt x="78" y="284"/>
                </a:cubicBezTo>
                <a:cubicBezTo>
                  <a:pt x="78" y="288"/>
                  <a:pt x="78" y="288"/>
                  <a:pt x="78" y="288"/>
                </a:cubicBezTo>
                <a:cubicBezTo>
                  <a:pt x="84" y="281"/>
                  <a:pt x="84" y="281"/>
                  <a:pt x="84" y="281"/>
                </a:cubicBezTo>
                <a:cubicBezTo>
                  <a:pt x="94" y="288"/>
                  <a:pt x="94" y="288"/>
                  <a:pt x="94" y="288"/>
                </a:cubicBezTo>
                <a:cubicBezTo>
                  <a:pt x="97" y="283"/>
                  <a:pt x="97" y="283"/>
                  <a:pt x="97" y="283"/>
                </a:cubicBezTo>
                <a:cubicBezTo>
                  <a:pt x="103" y="283"/>
                  <a:pt x="103" y="283"/>
                  <a:pt x="103" y="283"/>
                </a:cubicBezTo>
                <a:cubicBezTo>
                  <a:pt x="103" y="277"/>
                  <a:pt x="103" y="277"/>
                  <a:pt x="103" y="277"/>
                </a:cubicBezTo>
                <a:cubicBezTo>
                  <a:pt x="107" y="280"/>
                  <a:pt x="107" y="280"/>
                  <a:pt x="107" y="280"/>
                </a:cubicBezTo>
                <a:cubicBezTo>
                  <a:pt x="107" y="277"/>
                  <a:pt x="107" y="277"/>
                  <a:pt x="107" y="277"/>
                </a:cubicBezTo>
                <a:cubicBezTo>
                  <a:pt x="110" y="276"/>
                  <a:pt x="110" y="276"/>
                  <a:pt x="110" y="276"/>
                </a:cubicBezTo>
                <a:cubicBezTo>
                  <a:pt x="112" y="286"/>
                  <a:pt x="112" y="286"/>
                  <a:pt x="112" y="286"/>
                </a:cubicBezTo>
                <a:cubicBezTo>
                  <a:pt x="115" y="286"/>
                  <a:pt x="115" y="286"/>
                  <a:pt x="115" y="286"/>
                </a:cubicBezTo>
                <a:cubicBezTo>
                  <a:pt x="118" y="282"/>
                  <a:pt x="118" y="282"/>
                  <a:pt x="118" y="282"/>
                </a:cubicBezTo>
                <a:cubicBezTo>
                  <a:pt x="123" y="282"/>
                  <a:pt x="123" y="282"/>
                  <a:pt x="123" y="282"/>
                </a:cubicBezTo>
                <a:cubicBezTo>
                  <a:pt x="124" y="277"/>
                  <a:pt x="124" y="277"/>
                  <a:pt x="124" y="277"/>
                </a:cubicBezTo>
                <a:cubicBezTo>
                  <a:pt x="124" y="277"/>
                  <a:pt x="125" y="274"/>
                  <a:pt x="125" y="274"/>
                </a:cubicBezTo>
                <a:cubicBezTo>
                  <a:pt x="125" y="274"/>
                  <a:pt x="123" y="269"/>
                  <a:pt x="123" y="269"/>
                </a:cubicBezTo>
                <a:cubicBezTo>
                  <a:pt x="129" y="264"/>
                  <a:pt x="129" y="264"/>
                  <a:pt x="129" y="264"/>
                </a:cubicBezTo>
                <a:cubicBezTo>
                  <a:pt x="129" y="258"/>
                  <a:pt x="129" y="258"/>
                  <a:pt x="129" y="258"/>
                </a:cubicBezTo>
                <a:cubicBezTo>
                  <a:pt x="125" y="255"/>
                  <a:pt x="125" y="255"/>
                  <a:pt x="125" y="255"/>
                </a:cubicBezTo>
                <a:cubicBezTo>
                  <a:pt x="140" y="252"/>
                  <a:pt x="140" y="252"/>
                  <a:pt x="140" y="252"/>
                </a:cubicBezTo>
                <a:cubicBezTo>
                  <a:pt x="144" y="247"/>
                  <a:pt x="144" y="247"/>
                  <a:pt x="144" y="247"/>
                </a:cubicBezTo>
                <a:cubicBezTo>
                  <a:pt x="142" y="239"/>
                  <a:pt x="142" y="239"/>
                  <a:pt x="142" y="239"/>
                </a:cubicBezTo>
                <a:cubicBezTo>
                  <a:pt x="147" y="239"/>
                  <a:pt x="147" y="239"/>
                  <a:pt x="147" y="239"/>
                </a:cubicBezTo>
                <a:cubicBezTo>
                  <a:pt x="145" y="234"/>
                  <a:pt x="145" y="234"/>
                  <a:pt x="145" y="234"/>
                </a:cubicBezTo>
                <a:cubicBezTo>
                  <a:pt x="145" y="232"/>
                  <a:pt x="145" y="232"/>
                  <a:pt x="145" y="232"/>
                </a:cubicBezTo>
                <a:cubicBezTo>
                  <a:pt x="152" y="224"/>
                  <a:pt x="152" y="224"/>
                  <a:pt x="152" y="224"/>
                </a:cubicBezTo>
                <a:cubicBezTo>
                  <a:pt x="152" y="227"/>
                  <a:pt x="152" y="227"/>
                  <a:pt x="152" y="227"/>
                </a:cubicBezTo>
                <a:cubicBezTo>
                  <a:pt x="161" y="231"/>
                  <a:pt x="161" y="231"/>
                  <a:pt x="161" y="231"/>
                </a:cubicBezTo>
                <a:cubicBezTo>
                  <a:pt x="162" y="229"/>
                  <a:pt x="162" y="229"/>
                  <a:pt x="162" y="229"/>
                </a:cubicBezTo>
                <a:cubicBezTo>
                  <a:pt x="165" y="229"/>
                  <a:pt x="165" y="229"/>
                  <a:pt x="165" y="229"/>
                </a:cubicBezTo>
                <a:cubicBezTo>
                  <a:pt x="165" y="220"/>
                  <a:pt x="165" y="220"/>
                  <a:pt x="165" y="220"/>
                </a:cubicBezTo>
                <a:cubicBezTo>
                  <a:pt x="171" y="222"/>
                  <a:pt x="171" y="222"/>
                  <a:pt x="171" y="222"/>
                </a:cubicBezTo>
                <a:cubicBezTo>
                  <a:pt x="171" y="222"/>
                  <a:pt x="172" y="217"/>
                  <a:pt x="172" y="217"/>
                </a:cubicBezTo>
                <a:cubicBezTo>
                  <a:pt x="172" y="217"/>
                  <a:pt x="173" y="214"/>
                  <a:pt x="173" y="214"/>
                </a:cubicBezTo>
                <a:cubicBezTo>
                  <a:pt x="173" y="213"/>
                  <a:pt x="178" y="209"/>
                  <a:pt x="178" y="209"/>
                </a:cubicBezTo>
                <a:cubicBezTo>
                  <a:pt x="186" y="213"/>
                  <a:pt x="186" y="213"/>
                  <a:pt x="186" y="213"/>
                </a:cubicBezTo>
                <a:cubicBezTo>
                  <a:pt x="187" y="209"/>
                  <a:pt x="187" y="209"/>
                  <a:pt x="187" y="209"/>
                </a:cubicBezTo>
                <a:cubicBezTo>
                  <a:pt x="189" y="206"/>
                  <a:pt x="189" y="206"/>
                  <a:pt x="189" y="206"/>
                </a:cubicBezTo>
                <a:cubicBezTo>
                  <a:pt x="205" y="200"/>
                  <a:pt x="205" y="200"/>
                  <a:pt x="205" y="200"/>
                </a:cubicBezTo>
                <a:cubicBezTo>
                  <a:pt x="212" y="194"/>
                  <a:pt x="212" y="194"/>
                  <a:pt x="212" y="194"/>
                </a:cubicBezTo>
                <a:cubicBezTo>
                  <a:pt x="229" y="197"/>
                  <a:pt x="229" y="197"/>
                  <a:pt x="229" y="197"/>
                </a:cubicBezTo>
                <a:cubicBezTo>
                  <a:pt x="243" y="197"/>
                  <a:pt x="243" y="197"/>
                  <a:pt x="243" y="197"/>
                </a:cubicBezTo>
                <a:lnTo>
                  <a:pt x="249" y="190"/>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07" name="Freeform 36"/>
          <p:cNvSpPr>
            <a:spLocks/>
          </p:cNvSpPr>
          <p:nvPr/>
        </p:nvSpPr>
        <p:spPr bwMode="auto">
          <a:xfrm>
            <a:off x="9858374" y="4575174"/>
            <a:ext cx="228600" cy="555625"/>
          </a:xfrm>
          <a:custGeom>
            <a:avLst/>
            <a:gdLst>
              <a:gd name="T0" fmla="*/ 566127900 w 60"/>
              <a:gd name="T1" fmla="*/ 521385561 h 146"/>
              <a:gd name="T2" fmla="*/ 537095700 w 60"/>
              <a:gd name="T3" fmla="*/ 463455946 h 146"/>
              <a:gd name="T4" fmla="*/ 522579600 w 60"/>
              <a:gd name="T5" fmla="*/ 420006832 h 146"/>
              <a:gd name="T6" fmla="*/ 522579600 w 60"/>
              <a:gd name="T7" fmla="*/ 362073412 h 146"/>
              <a:gd name="T8" fmla="*/ 522579600 w 60"/>
              <a:gd name="T9" fmla="*/ 304143797 h 146"/>
              <a:gd name="T10" fmla="*/ 508063500 w 60"/>
              <a:gd name="T11" fmla="*/ 246210377 h 146"/>
              <a:gd name="T12" fmla="*/ 508063500 w 60"/>
              <a:gd name="T13" fmla="*/ 188276956 h 146"/>
              <a:gd name="T14" fmla="*/ 479031300 w 60"/>
              <a:gd name="T15" fmla="*/ 130347342 h 146"/>
              <a:gd name="T16" fmla="*/ 348386400 w 60"/>
              <a:gd name="T17" fmla="*/ 28964807 h 146"/>
              <a:gd name="T18" fmla="*/ 348386400 w 60"/>
              <a:gd name="T19" fmla="*/ 86898228 h 146"/>
              <a:gd name="T20" fmla="*/ 87096600 w 60"/>
              <a:gd name="T21" fmla="*/ 0 h 146"/>
              <a:gd name="T22" fmla="*/ 101612700 w 60"/>
              <a:gd name="T23" fmla="*/ 57933420 h 146"/>
              <a:gd name="T24" fmla="*/ 145161000 w 60"/>
              <a:gd name="T25" fmla="*/ 57933420 h 146"/>
              <a:gd name="T26" fmla="*/ 174193200 w 60"/>
              <a:gd name="T27" fmla="*/ 101382534 h 146"/>
              <a:gd name="T28" fmla="*/ 174193200 w 60"/>
              <a:gd name="T29" fmla="*/ 159312149 h 146"/>
              <a:gd name="T30" fmla="*/ 159677100 w 60"/>
              <a:gd name="T31" fmla="*/ 173796455 h 146"/>
              <a:gd name="T32" fmla="*/ 246773700 w 60"/>
              <a:gd name="T33" fmla="*/ 231726070 h 146"/>
              <a:gd name="T34" fmla="*/ 275805900 w 60"/>
              <a:gd name="T35" fmla="*/ 318624298 h 146"/>
              <a:gd name="T36" fmla="*/ 159677100 w 60"/>
              <a:gd name="T37" fmla="*/ 405522526 h 146"/>
              <a:gd name="T38" fmla="*/ 188709300 w 60"/>
              <a:gd name="T39" fmla="*/ 477936447 h 146"/>
              <a:gd name="T40" fmla="*/ 159677100 w 60"/>
              <a:gd name="T41" fmla="*/ 521385561 h 146"/>
              <a:gd name="T42" fmla="*/ 159677100 w 60"/>
              <a:gd name="T43" fmla="*/ 579318981 h 146"/>
              <a:gd name="T44" fmla="*/ 188709300 w 60"/>
              <a:gd name="T45" fmla="*/ 651732902 h 146"/>
              <a:gd name="T46" fmla="*/ 159677100 w 60"/>
              <a:gd name="T47" fmla="*/ 724150629 h 146"/>
              <a:gd name="T48" fmla="*/ 174193200 w 60"/>
              <a:gd name="T49" fmla="*/ 782080244 h 146"/>
              <a:gd name="T50" fmla="*/ 246773700 w 60"/>
              <a:gd name="T51" fmla="*/ 796564551 h 146"/>
              <a:gd name="T52" fmla="*/ 72580500 w 60"/>
              <a:gd name="T53" fmla="*/ 912427586 h 146"/>
              <a:gd name="T54" fmla="*/ 101612700 w 60"/>
              <a:gd name="T55" fmla="*/ 1028290621 h 146"/>
              <a:gd name="T56" fmla="*/ 0 w 60"/>
              <a:gd name="T57" fmla="*/ 1129673155 h 146"/>
              <a:gd name="T58" fmla="*/ 101612700 w 60"/>
              <a:gd name="T59" fmla="*/ 1274500997 h 146"/>
              <a:gd name="T60" fmla="*/ 159677100 w 60"/>
              <a:gd name="T61" fmla="*/ 1245536190 h 146"/>
              <a:gd name="T62" fmla="*/ 261289800 w 60"/>
              <a:gd name="T63" fmla="*/ 1419332646 h 146"/>
              <a:gd name="T64" fmla="*/ 290322000 w 60"/>
              <a:gd name="T65" fmla="*/ 1375883532 h 146"/>
              <a:gd name="T66" fmla="*/ 464515200 w 60"/>
              <a:gd name="T67" fmla="*/ 1361399225 h 146"/>
              <a:gd name="T68" fmla="*/ 508063500 w 60"/>
              <a:gd name="T69" fmla="*/ 1404848339 h 146"/>
              <a:gd name="T70" fmla="*/ 508063500 w 60"/>
              <a:gd name="T71" fmla="*/ 1593129101 h 146"/>
              <a:gd name="T72" fmla="*/ 420966900 w 60"/>
              <a:gd name="T73" fmla="*/ 1781406057 h 146"/>
              <a:gd name="T74" fmla="*/ 537095700 w 60"/>
              <a:gd name="T75" fmla="*/ 1940718206 h 146"/>
              <a:gd name="T76" fmla="*/ 667740600 w 60"/>
              <a:gd name="T77" fmla="*/ 2042100741 h 146"/>
              <a:gd name="T78" fmla="*/ 653224500 w 60"/>
              <a:gd name="T79" fmla="*/ 2114514662 h 146"/>
              <a:gd name="T80" fmla="*/ 711288900 w 60"/>
              <a:gd name="T81" fmla="*/ 2114514662 h 146"/>
              <a:gd name="T82" fmla="*/ 711288900 w 60"/>
              <a:gd name="T83" fmla="*/ 1984167320 h 146"/>
              <a:gd name="T84" fmla="*/ 653224500 w 60"/>
              <a:gd name="T85" fmla="*/ 1940718206 h 146"/>
              <a:gd name="T86" fmla="*/ 740321100 w 60"/>
              <a:gd name="T87" fmla="*/ 1824855171 h 146"/>
              <a:gd name="T88" fmla="*/ 841933800 w 60"/>
              <a:gd name="T89" fmla="*/ 1824855171 h 146"/>
              <a:gd name="T90" fmla="*/ 841933800 w 60"/>
              <a:gd name="T91" fmla="*/ 1564160488 h 146"/>
              <a:gd name="T92" fmla="*/ 870966000 w 60"/>
              <a:gd name="T93" fmla="*/ 1520711374 h 146"/>
              <a:gd name="T94" fmla="*/ 870966000 w 60"/>
              <a:gd name="T95" fmla="*/ 1433813146 h 146"/>
              <a:gd name="T96" fmla="*/ 638708400 w 60"/>
              <a:gd name="T97" fmla="*/ 1158637962 h 146"/>
              <a:gd name="T98" fmla="*/ 508063500 w 60"/>
              <a:gd name="T99" fmla="*/ 1071739735 h 146"/>
              <a:gd name="T100" fmla="*/ 464515200 w 60"/>
              <a:gd name="T101" fmla="*/ 753115437 h 146"/>
              <a:gd name="T102" fmla="*/ 522579600 w 60"/>
              <a:gd name="T103" fmla="*/ 579318981 h 146"/>
              <a:gd name="T104" fmla="*/ 609676200 w 60"/>
              <a:gd name="T105" fmla="*/ 579318981 h 146"/>
              <a:gd name="T106" fmla="*/ 609676200 w 60"/>
              <a:gd name="T107" fmla="*/ 550354174 h 146"/>
              <a:gd name="T108" fmla="*/ 566127900 w 60"/>
              <a:gd name="T109" fmla="*/ 521385561 h 1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0" h="146">
                <a:moveTo>
                  <a:pt x="39" y="36"/>
                </a:moveTo>
                <a:cubicBezTo>
                  <a:pt x="39" y="36"/>
                  <a:pt x="37" y="32"/>
                  <a:pt x="37" y="32"/>
                </a:cubicBezTo>
                <a:cubicBezTo>
                  <a:pt x="36" y="31"/>
                  <a:pt x="36" y="29"/>
                  <a:pt x="36" y="29"/>
                </a:cubicBezTo>
                <a:cubicBezTo>
                  <a:pt x="36" y="25"/>
                  <a:pt x="36" y="25"/>
                  <a:pt x="36" y="25"/>
                </a:cubicBezTo>
                <a:cubicBezTo>
                  <a:pt x="36" y="21"/>
                  <a:pt x="36" y="21"/>
                  <a:pt x="36" y="21"/>
                </a:cubicBezTo>
                <a:cubicBezTo>
                  <a:pt x="35" y="17"/>
                  <a:pt x="35" y="17"/>
                  <a:pt x="35" y="17"/>
                </a:cubicBezTo>
                <a:cubicBezTo>
                  <a:pt x="35" y="13"/>
                  <a:pt x="35" y="13"/>
                  <a:pt x="35" y="13"/>
                </a:cubicBezTo>
                <a:cubicBezTo>
                  <a:pt x="33" y="9"/>
                  <a:pt x="33" y="9"/>
                  <a:pt x="33" y="9"/>
                </a:cubicBezTo>
                <a:cubicBezTo>
                  <a:pt x="24" y="2"/>
                  <a:pt x="24" y="2"/>
                  <a:pt x="24" y="2"/>
                </a:cubicBezTo>
                <a:cubicBezTo>
                  <a:pt x="24" y="6"/>
                  <a:pt x="24" y="6"/>
                  <a:pt x="24" y="6"/>
                </a:cubicBezTo>
                <a:cubicBezTo>
                  <a:pt x="6" y="0"/>
                  <a:pt x="6" y="0"/>
                  <a:pt x="6" y="0"/>
                </a:cubicBezTo>
                <a:cubicBezTo>
                  <a:pt x="7" y="4"/>
                  <a:pt x="7" y="4"/>
                  <a:pt x="7" y="4"/>
                </a:cubicBezTo>
                <a:cubicBezTo>
                  <a:pt x="10" y="4"/>
                  <a:pt x="10" y="4"/>
                  <a:pt x="10" y="4"/>
                </a:cubicBezTo>
                <a:cubicBezTo>
                  <a:pt x="12" y="7"/>
                  <a:pt x="12" y="7"/>
                  <a:pt x="12" y="7"/>
                </a:cubicBezTo>
                <a:cubicBezTo>
                  <a:pt x="12" y="11"/>
                  <a:pt x="12" y="11"/>
                  <a:pt x="12" y="11"/>
                </a:cubicBezTo>
                <a:cubicBezTo>
                  <a:pt x="11" y="12"/>
                  <a:pt x="11" y="12"/>
                  <a:pt x="11" y="12"/>
                </a:cubicBezTo>
                <a:cubicBezTo>
                  <a:pt x="17" y="16"/>
                  <a:pt x="17" y="16"/>
                  <a:pt x="17" y="16"/>
                </a:cubicBezTo>
                <a:cubicBezTo>
                  <a:pt x="19" y="22"/>
                  <a:pt x="19" y="22"/>
                  <a:pt x="19" y="22"/>
                </a:cubicBezTo>
                <a:cubicBezTo>
                  <a:pt x="11" y="28"/>
                  <a:pt x="11" y="28"/>
                  <a:pt x="11" y="28"/>
                </a:cubicBezTo>
                <a:cubicBezTo>
                  <a:pt x="13" y="33"/>
                  <a:pt x="13" y="33"/>
                  <a:pt x="13" y="33"/>
                </a:cubicBezTo>
                <a:cubicBezTo>
                  <a:pt x="11" y="36"/>
                  <a:pt x="11" y="36"/>
                  <a:pt x="11" y="36"/>
                </a:cubicBezTo>
                <a:cubicBezTo>
                  <a:pt x="11" y="40"/>
                  <a:pt x="11" y="40"/>
                  <a:pt x="11" y="40"/>
                </a:cubicBezTo>
                <a:cubicBezTo>
                  <a:pt x="13" y="45"/>
                  <a:pt x="13" y="45"/>
                  <a:pt x="13" y="45"/>
                </a:cubicBezTo>
                <a:cubicBezTo>
                  <a:pt x="11" y="50"/>
                  <a:pt x="11" y="50"/>
                  <a:pt x="11" y="50"/>
                </a:cubicBezTo>
                <a:cubicBezTo>
                  <a:pt x="12" y="54"/>
                  <a:pt x="12" y="54"/>
                  <a:pt x="12" y="54"/>
                </a:cubicBezTo>
                <a:cubicBezTo>
                  <a:pt x="17" y="55"/>
                  <a:pt x="17" y="55"/>
                  <a:pt x="17" y="55"/>
                </a:cubicBezTo>
                <a:cubicBezTo>
                  <a:pt x="5" y="63"/>
                  <a:pt x="5" y="63"/>
                  <a:pt x="5" y="63"/>
                </a:cubicBezTo>
                <a:cubicBezTo>
                  <a:pt x="7" y="71"/>
                  <a:pt x="7" y="71"/>
                  <a:pt x="7" y="71"/>
                </a:cubicBezTo>
                <a:cubicBezTo>
                  <a:pt x="0" y="78"/>
                  <a:pt x="0" y="78"/>
                  <a:pt x="0" y="78"/>
                </a:cubicBezTo>
                <a:cubicBezTo>
                  <a:pt x="7" y="88"/>
                  <a:pt x="7" y="88"/>
                  <a:pt x="7" y="88"/>
                </a:cubicBezTo>
                <a:cubicBezTo>
                  <a:pt x="11" y="86"/>
                  <a:pt x="11" y="86"/>
                  <a:pt x="11" y="86"/>
                </a:cubicBezTo>
                <a:cubicBezTo>
                  <a:pt x="18" y="98"/>
                  <a:pt x="18" y="98"/>
                  <a:pt x="18" y="98"/>
                </a:cubicBezTo>
                <a:cubicBezTo>
                  <a:pt x="20" y="95"/>
                  <a:pt x="20" y="95"/>
                  <a:pt x="20" y="95"/>
                </a:cubicBezTo>
                <a:cubicBezTo>
                  <a:pt x="32" y="94"/>
                  <a:pt x="32" y="94"/>
                  <a:pt x="32" y="94"/>
                </a:cubicBezTo>
                <a:cubicBezTo>
                  <a:pt x="35" y="97"/>
                  <a:pt x="35" y="97"/>
                  <a:pt x="35" y="97"/>
                </a:cubicBezTo>
                <a:cubicBezTo>
                  <a:pt x="35" y="110"/>
                  <a:pt x="35" y="110"/>
                  <a:pt x="35" y="110"/>
                </a:cubicBezTo>
                <a:cubicBezTo>
                  <a:pt x="29" y="123"/>
                  <a:pt x="29" y="123"/>
                  <a:pt x="29" y="123"/>
                </a:cubicBezTo>
                <a:cubicBezTo>
                  <a:pt x="37" y="134"/>
                  <a:pt x="37" y="134"/>
                  <a:pt x="37" y="134"/>
                </a:cubicBezTo>
                <a:cubicBezTo>
                  <a:pt x="46" y="141"/>
                  <a:pt x="46" y="141"/>
                  <a:pt x="46" y="141"/>
                </a:cubicBezTo>
                <a:cubicBezTo>
                  <a:pt x="45" y="146"/>
                  <a:pt x="45" y="146"/>
                  <a:pt x="45" y="146"/>
                </a:cubicBezTo>
                <a:cubicBezTo>
                  <a:pt x="49" y="146"/>
                  <a:pt x="49" y="146"/>
                  <a:pt x="49" y="146"/>
                </a:cubicBezTo>
                <a:cubicBezTo>
                  <a:pt x="49" y="137"/>
                  <a:pt x="49" y="137"/>
                  <a:pt x="49" y="137"/>
                </a:cubicBezTo>
                <a:cubicBezTo>
                  <a:pt x="45" y="134"/>
                  <a:pt x="45" y="134"/>
                  <a:pt x="45" y="134"/>
                </a:cubicBezTo>
                <a:cubicBezTo>
                  <a:pt x="51" y="126"/>
                  <a:pt x="51" y="126"/>
                  <a:pt x="51" y="126"/>
                </a:cubicBezTo>
                <a:cubicBezTo>
                  <a:pt x="58" y="126"/>
                  <a:pt x="58" y="126"/>
                  <a:pt x="58" y="126"/>
                </a:cubicBezTo>
                <a:cubicBezTo>
                  <a:pt x="58" y="108"/>
                  <a:pt x="58" y="108"/>
                  <a:pt x="58" y="108"/>
                </a:cubicBezTo>
                <a:cubicBezTo>
                  <a:pt x="60" y="105"/>
                  <a:pt x="60" y="105"/>
                  <a:pt x="60" y="105"/>
                </a:cubicBezTo>
                <a:cubicBezTo>
                  <a:pt x="60" y="99"/>
                  <a:pt x="60" y="99"/>
                  <a:pt x="60" y="99"/>
                </a:cubicBezTo>
                <a:cubicBezTo>
                  <a:pt x="44" y="80"/>
                  <a:pt x="44" y="80"/>
                  <a:pt x="44" y="80"/>
                </a:cubicBezTo>
                <a:cubicBezTo>
                  <a:pt x="35" y="74"/>
                  <a:pt x="35" y="74"/>
                  <a:pt x="35" y="74"/>
                </a:cubicBezTo>
                <a:cubicBezTo>
                  <a:pt x="32" y="52"/>
                  <a:pt x="32" y="52"/>
                  <a:pt x="32" y="52"/>
                </a:cubicBezTo>
                <a:cubicBezTo>
                  <a:pt x="36" y="40"/>
                  <a:pt x="36" y="40"/>
                  <a:pt x="36" y="40"/>
                </a:cubicBezTo>
                <a:cubicBezTo>
                  <a:pt x="42" y="40"/>
                  <a:pt x="42" y="40"/>
                  <a:pt x="42" y="40"/>
                </a:cubicBezTo>
                <a:cubicBezTo>
                  <a:pt x="42" y="38"/>
                  <a:pt x="42" y="38"/>
                  <a:pt x="42" y="38"/>
                </a:cubicBezTo>
                <a:lnTo>
                  <a:pt x="39" y="36"/>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08" name="Freeform 37"/>
          <p:cNvSpPr>
            <a:spLocks/>
          </p:cNvSpPr>
          <p:nvPr/>
        </p:nvSpPr>
        <p:spPr bwMode="auto">
          <a:xfrm>
            <a:off x="10607674" y="4765674"/>
            <a:ext cx="506413" cy="1012825"/>
          </a:xfrm>
          <a:custGeom>
            <a:avLst/>
            <a:gdLst>
              <a:gd name="T0" fmla="*/ 1754252708 w 133"/>
              <a:gd name="T1" fmla="*/ 318952300 h 266"/>
              <a:gd name="T2" fmla="*/ 1667263901 w 133"/>
              <a:gd name="T3" fmla="*/ 188473025 h 266"/>
              <a:gd name="T4" fmla="*/ 1580275093 w 133"/>
              <a:gd name="T5" fmla="*/ 0 h 266"/>
              <a:gd name="T6" fmla="*/ 1507785689 w 133"/>
              <a:gd name="T7" fmla="*/ 115983693 h 266"/>
              <a:gd name="T8" fmla="*/ 1478790689 w 133"/>
              <a:gd name="T9" fmla="*/ 362446661 h 266"/>
              <a:gd name="T10" fmla="*/ 1319312478 w 133"/>
              <a:gd name="T11" fmla="*/ 449435382 h 266"/>
              <a:gd name="T12" fmla="*/ 1290317478 w 133"/>
              <a:gd name="T13" fmla="*/ 449435382 h 266"/>
              <a:gd name="T14" fmla="*/ 1217828075 w 133"/>
              <a:gd name="T15" fmla="*/ 449435382 h 266"/>
              <a:gd name="T16" fmla="*/ 1261322478 w 133"/>
              <a:gd name="T17" fmla="*/ 623409018 h 266"/>
              <a:gd name="T18" fmla="*/ 1101844267 w 133"/>
              <a:gd name="T19" fmla="*/ 840880822 h 266"/>
              <a:gd name="T20" fmla="*/ 1000359863 w 133"/>
              <a:gd name="T21" fmla="*/ 913370154 h 266"/>
              <a:gd name="T22" fmla="*/ 811886652 w 133"/>
              <a:gd name="T23" fmla="*/ 1029353847 h 266"/>
              <a:gd name="T24" fmla="*/ 724897845 w 133"/>
              <a:gd name="T25" fmla="*/ 1043849429 h 266"/>
              <a:gd name="T26" fmla="*/ 536424634 w 133"/>
              <a:gd name="T27" fmla="*/ 1101843179 h 266"/>
              <a:gd name="T28" fmla="*/ 362447019 w 133"/>
              <a:gd name="T29" fmla="*/ 1174332511 h 266"/>
              <a:gd name="T30" fmla="*/ 231967615 w 133"/>
              <a:gd name="T31" fmla="*/ 1420795479 h 266"/>
              <a:gd name="T32" fmla="*/ 217468211 w 133"/>
              <a:gd name="T33" fmla="*/ 1754247169 h 266"/>
              <a:gd name="T34" fmla="*/ 260962615 w 133"/>
              <a:gd name="T35" fmla="*/ 1913725222 h 266"/>
              <a:gd name="T36" fmla="*/ 318956422 w 133"/>
              <a:gd name="T37" fmla="*/ 2131193219 h 266"/>
              <a:gd name="T38" fmla="*/ 144978807 w 133"/>
              <a:gd name="T39" fmla="*/ 2147483646 h 266"/>
              <a:gd name="T40" fmla="*/ 0 w 133"/>
              <a:gd name="T41" fmla="*/ 2147483646 h 266"/>
              <a:gd name="T42" fmla="*/ 101484404 w 133"/>
              <a:gd name="T43" fmla="*/ 2147483646 h 266"/>
              <a:gd name="T44" fmla="*/ 159478211 w 133"/>
              <a:gd name="T45" fmla="*/ 2147483646 h 266"/>
              <a:gd name="T46" fmla="*/ 318956422 w 133"/>
              <a:gd name="T47" fmla="*/ 2147483646 h 266"/>
              <a:gd name="T48" fmla="*/ 623413441 w 133"/>
              <a:gd name="T49" fmla="*/ 2147483646 h 266"/>
              <a:gd name="T50" fmla="*/ 1043850460 w 133"/>
              <a:gd name="T51" fmla="*/ 2147483646 h 266"/>
              <a:gd name="T52" fmla="*/ 1145338671 w 133"/>
              <a:gd name="T53" fmla="*/ 2147483646 h 266"/>
              <a:gd name="T54" fmla="*/ 1304813074 w 133"/>
              <a:gd name="T55" fmla="*/ 2147483646 h 266"/>
              <a:gd name="T56" fmla="*/ 1420796882 w 133"/>
              <a:gd name="T57" fmla="*/ 2147483646 h 266"/>
              <a:gd name="T58" fmla="*/ 1478790689 w 133"/>
              <a:gd name="T59" fmla="*/ 2147483646 h 266"/>
              <a:gd name="T60" fmla="*/ 1652764497 w 133"/>
              <a:gd name="T61" fmla="*/ 1565774143 h 266"/>
              <a:gd name="T62" fmla="*/ 1710758304 w 133"/>
              <a:gd name="T63" fmla="*/ 1333806758 h 266"/>
              <a:gd name="T64" fmla="*/ 1696258901 w 133"/>
              <a:gd name="T65" fmla="*/ 1000355068 h 266"/>
              <a:gd name="T66" fmla="*/ 1768748304 w 133"/>
              <a:gd name="T67" fmla="*/ 985859486 h 266"/>
              <a:gd name="T68" fmla="*/ 1855737112 w 133"/>
              <a:gd name="T69" fmla="*/ 1072844400 h 266"/>
              <a:gd name="T70" fmla="*/ 1826742112 w 133"/>
              <a:gd name="T71" fmla="*/ 666903379 h 26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3" h="266">
                <a:moveTo>
                  <a:pt x="126" y="46"/>
                </a:moveTo>
                <a:cubicBezTo>
                  <a:pt x="127" y="37"/>
                  <a:pt x="124" y="29"/>
                  <a:pt x="121" y="22"/>
                </a:cubicBezTo>
                <a:cubicBezTo>
                  <a:pt x="122" y="19"/>
                  <a:pt x="119" y="18"/>
                  <a:pt x="119" y="15"/>
                </a:cubicBezTo>
                <a:cubicBezTo>
                  <a:pt x="116" y="17"/>
                  <a:pt x="115" y="14"/>
                  <a:pt x="115" y="13"/>
                </a:cubicBezTo>
                <a:cubicBezTo>
                  <a:pt x="115" y="9"/>
                  <a:pt x="111" y="6"/>
                  <a:pt x="111" y="2"/>
                </a:cubicBezTo>
                <a:cubicBezTo>
                  <a:pt x="111" y="1"/>
                  <a:pt x="111" y="0"/>
                  <a:pt x="109" y="0"/>
                </a:cubicBezTo>
                <a:cubicBezTo>
                  <a:pt x="108" y="1"/>
                  <a:pt x="108" y="1"/>
                  <a:pt x="108" y="2"/>
                </a:cubicBezTo>
                <a:cubicBezTo>
                  <a:pt x="108" y="5"/>
                  <a:pt x="106" y="7"/>
                  <a:pt x="104" y="8"/>
                </a:cubicBezTo>
                <a:cubicBezTo>
                  <a:pt x="103" y="8"/>
                  <a:pt x="102" y="9"/>
                  <a:pt x="102" y="10"/>
                </a:cubicBezTo>
                <a:cubicBezTo>
                  <a:pt x="104" y="15"/>
                  <a:pt x="102" y="20"/>
                  <a:pt x="102" y="25"/>
                </a:cubicBezTo>
                <a:cubicBezTo>
                  <a:pt x="100" y="26"/>
                  <a:pt x="98" y="26"/>
                  <a:pt x="96" y="28"/>
                </a:cubicBezTo>
                <a:cubicBezTo>
                  <a:pt x="95" y="29"/>
                  <a:pt x="92" y="28"/>
                  <a:pt x="91" y="31"/>
                </a:cubicBezTo>
                <a:cubicBezTo>
                  <a:pt x="91" y="32"/>
                  <a:pt x="91" y="34"/>
                  <a:pt x="90" y="34"/>
                </a:cubicBezTo>
                <a:cubicBezTo>
                  <a:pt x="88" y="34"/>
                  <a:pt x="89" y="32"/>
                  <a:pt x="89" y="31"/>
                </a:cubicBezTo>
                <a:cubicBezTo>
                  <a:pt x="88" y="30"/>
                  <a:pt x="88" y="29"/>
                  <a:pt x="87" y="29"/>
                </a:cubicBezTo>
                <a:cubicBezTo>
                  <a:pt x="85" y="29"/>
                  <a:pt x="85" y="30"/>
                  <a:pt x="84" y="31"/>
                </a:cubicBezTo>
                <a:cubicBezTo>
                  <a:pt x="83" y="33"/>
                  <a:pt x="84" y="35"/>
                  <a:pt x="85" y="37"/>
                </a:cubicBezTo>
                <a:cubicBezTo>
                  <a:pt x="85" y="39"/>
                  <a:pt x="87" y="40"/>
                  <a:pt x="87" y="43"/>
                </a:cubicBezTo>
                <a:cubicBezTo>
                  <a:pt x="81" y="42"/>
                  <a:pt x="80" y="45"/>
                  <a:pt x="81" y="50"/>
                </a:cubicBezTo>
                <a:cubicBezTo>
                  <a:pt x="81" y="53"/>
                  <a:pt x="80" y="56"/>
                  <a:pt x="76" y="58"/>
                </a:cubicBezTo>
                <a:cubicBezTo>
                  <a:pt x="76" y="55"/>
                  <a:pt x="78" y="53"/>
                  <a:pt x="77" y="51"/>
                </a:cubicBezTo>
                <a:cubicBezTo>
                  <a:pt x="75" y="55"/>
                  <a:pt x="69" y="57"/>
                  <a:pt x="69" y="63"/>
                </a:cubicBezTo>
                <a:cubicBezTo>
                  <a:pt x="64" y="61"/>
                  <a:pt x="61" y="65"/>
                  <a:pt x="58" y="68"/>
                </a:cubicBezTo>
                <a:cubicBezTo>
                  <a:pt x="56" y="68"/>
                  <a:pt x="56" y="70"/>
                  <a:pt x="56" y="71"/>
                </a:cubicBezTo>
                <a:cubicBezTo>
                  <a:pt x="56" y="72"/>
                  <a:pt x="57" y="74"/>
                  <a:pt x="55" y="73"/>
                </a:cubicBezTo>
                <a:cubicBezTo>
                  <a:pt x="54" y="70"/>
                  <a:pt x="52" y="71"/>
                  <a:pt x="50" y="72"/>
                </a:cubicBezTo>
                <a:cubicBezTo>
                  <a:pt x="47" y="73"/>
                  <a:pt x="43" y="74"/>
                  <a:pt x="40" y="76"/>
                </a:cubicBezTo>
                <a:cubicBezTo>
                  <a:pt x="39" y="77"/>
                  <a:pt x="38" y="77"/>
                  <a:pt x="37" y="76"/>
                </a:cubicBezTo>
                <a:cubicBezTo>
                  <a:pt x="35" y="73"/>
                  <a:pt x="35" y="76"/>
                  <a:pt x="34" y="77"/>
                </a:cubicBezTo>
                <a:cubicBezTo>
                  <a:pt x="31" y="79"/>
                  <a:pt x="29" y="83"/>
                  <a:pt x="25" y="81"/>
                </a:cubicBezTo>
                <a:cubicBezTo>
                  <a:pt x="20" y="78"/>
                  <a:pt x="20" y="81"/>
                  <a:pt x="21" y="84"/>
                </a:cubicBezTo>
                <a:cubicBezTo>
                  <a:pt x="21" y="89"/>
                  <a:pt x="19" y="94"/>
                  <a:pt x="16" y="98"/>
                </a:cubicBezTo>
                <a:cubicBezTo>
                  <a:pt x="13" y="101"/>
                  <a:pt x="11" y="106"/>
                  <a:pt x="13" y="110"/>
                </a:cubicBezTo>
                <a:cubicBezTo>
                  <a:pt x="15" y="114"/>
                  <a:pt x="15" y="117"/>
                  <a:pt x="15" y="121"/>
                </a:cubicBezTo>
                <a:cubicBezTo>
                  <a:pt x="15" y="123"/>
                  <a:pt x="15" y="125"/>
                  <a:pt x="16" y="127"/>
                </a:cubicBezTo>
                <a:cubicBezTo>
                  <a:pt x="17" y="128"/>
                  <a:pt x="18" y="130"/>
                  <a:pt x="18" y="132"/>
                </a:cubicBezTo>
                <a:cubicBezTo>
                  <a:pt x="17" y="135"/>
                  <a:pt x="18" y="138"/>
                  <a:pt x="21" y="139"/>
                </a:cubicBezTo>
                <a:cubicBezTo>
                  <a:pt x="20" y="142"/>
                  <a:pt x="22" y="144"/>
                  <a:pt x="22" y="147"/>
                </a:cubicBezTo>
                <a:cubicBezTo>
                  <a:pt x="24" y="152"/>
                  <a:pt x="20" y="155"/>
                  <a:pt x="18" y="159"/>
                </a:cubicBezTo>
                <a:cubicBezTo>
                  <a:pt x="16" y="164"/>
                  <a:pt x="11" y="168"/>
                  <a:pt x="10" y="175"/>
                </a:cubicBezTo>
                <a:cubicBezTo>
                  <a:pt x="4" y="178"/>
                  <a:pt x="3" y="183"/>
                  <a:pt x="1" y="188"/>
                </a:cubicBezTo>
                <a:cubicBezTo>
                  <a:pt x="0" y="190"/>
                  <a:pt x="0" y="191"/>
                  <a:pt x="0" y="193"/>
                </a:cubicBezTo>
                <a:cubicBezTo>
                  <a:pt x="0" y="201"/>
                  <a:pt x="0" y="209"/>
                  <a:pt x="5" y="215"/>
                </a:cubicBezTo>
                <a:cubicBezTo>
                  <a:pt x="7" y="217"/>
                  <a:pt x="9" y="221"/>
                  <a:pt x="7" y="225"/>
                </a:cubicBezTo>
                <a:cubicBezTo>
                  <a:pt x="6" y="231"/>
                  <a:pt x="4" y="238"/>
                  <a:pt x="10" y="243"/>
                </a:cubicBezTo>
                <a:cubicBezTo>
                  <a:pt x="10" y="244"/>
                  <a:pt x="11" y="245"/>
                  <a:pt x="11" y="245"/>
                </a:cubicBezTo>
                <a:cubicBezTo>
                  <a:pt x="13" y="250"/>
                  <a:pt x="15" y="254"/>
                  <a:pt x="18" y="257"/>
                </a:cubicBezTo>
                <a:cubicBezTo>
                  <a:pt x="19" y="258"/>
                  <a:pt x="21" y="259"/>
                  <a:pt x="22" y="258"/>
                </a:cubicBezTo>
                <a:cubicBezTo>
                  <a:pt x="26" y="258"/>
                  <a:pt x="28" y="260"/>
                  <a:pt x="31" y="262"/>
                </a:cubicBezTo>
                <a:cubicBezTo>
                  <a:pt x="34" y="266"/>
                  <a:pt x="39" y="266"/>
                  <a:pt x="43" y="263"/>
                </a:cubicBezTo>
                <a:cubicBezTo>
                  <a:pt x="48" y="259"/>
                  <a:pt x="53" y="256"/>
                  <a:pt x="60" y="256"/>
                </a:cubicBezTo>
                <a:cubicBezTo>
                  <a:pt x="65" y="257"/>
                  <a:pt x="71" y="251"/>
                  <a:pt x="72" y="246"/>
                </a:cubicBezTo>
                <a:cubicBezTo>
                  <a:pt x="74" y="243"/>
                  <a:pt x="73" y="240"/>
                  <a:pt x="75" y="237"/>
                </a:cubicBezTo>
                <a:cubicBezTo>
                  <a:pt x="78" y="232"/>
                  <a:pt x="79" y="227"/>
                  <a:pt x="79" y="221"/>
                </a:cubicBezTo>
                <a:cubicBezTo>
                  <a:pt x="84" y="218"/>
                  <a:pt x="82" y="212"/>
                  <a:pt x="83" y="207"/>
                </a:cubicBezTo>
                <a:cubicBezTo>
                  <a:pt x="85" y="200"/>
                  <a:pt x="88" y="193"/>
                  <a:pt x="90" y="187"/>
                </a:cubicBezTo>
                <a:cubicBezTo>
                  <a:pt x="92" y="182"/>
                  <a:pt x="93" y="176"/>
                  <a:pt x="95" y="171"/>
                </a:cubicBezTo>
                <a:cubicBezTo>
                  <a:pt x="95" y="168"/>
                  <a:pt x="95" y="164"/>
                  <a:pt x="98" y="162"/>
                </a:cubicBezTo>
                <a:cubicBezTo>
                  <a:pt x="100" y="160"/>
                  <a:pt x="99" y="158"/>
                  <a:pt x="99" y="157"/>
                </a:cubicBezTo>
                <a:cubicBezTo>
                  <a:pt x="100" y="155"/>
                  <a:pt x="102" y="153"/>
                  <a:pt x="102" y="150"/>
                </a:cubicBezTo>
                <a:cubicBezTo>
                  <a:pt x="102" y="142"/>
                  <a:pt x="105" y="135"/>
                  <a:pt x="109" y="128"/>
                </a:cubicBezTo>
                <a:cubicBezTo>
                  <a:pt x="112" y="122"/>
                  <a:pt x="111" y="114"/>
                  <a:pt x="114" y="108"/>
                </a:cubicBezTo>
                <a:cubicBezTo>
                  <a:pt x="115" y="107"/>
                  <a:pt x="114" y="106"/>
                  <a:pt x="114" y="106"/>
                </a:cubicBezTo>
                <a:cubicBezTo>
                  <a:pt x="112" y="100"/>
                  <a:pt x="113" y="96"/>
                  <a:pt x="118" y="92"/>
                </a:cubicBezTo>
                <a:cubicBezTo>
                  <a:pt x="119" y="92"/>
                  <a:pt x="118" y="91"/>
                  <a:pt x="119" y="90"/>
                </a:cubicBezTo>
                <a:cubicBezTo>
                  <a:pt x="121" y="83"/>
                  <a:pt x="117" y="76"/>
                  <a:pt x="117" y="69"/>
                </a:cubicBezTo>
                <a:cubicBezTo>
                  <a:pt x="117" y="67"/>
                  <a:pt x="117" y="66"/>
                  <a:pt x="119" y="65"/>
                </a:cubicBezTo>
                <a:cubicBezTo>
                  <a:pt x="121" y="65"/>
                  <a:pt x="122" y="66"/>
                  <a:pt x="122" y="68"/>
                </a:cubicBezTo>
                <a:cubicBezTo>
                  <a:pt x="122" y="69"/>
                  <a:pt x="122" y="70"/>
                  <a:pt x="122" y="71"/>
                </a:cubicBezTo>
                <a:cubicBezTo>
                  <a:pt x="123" y="74"/>
                  <a:pt x="125" y="75"/>
                  <a:pt x="128" y="74"/>
                </a:cubicBezTo>
                <a:cubicBezTo>
                  <a:pt x="130" y="73"/>
                  <a:pt x="133" y="62"/>
                  <a:pt x="131" y="60"/>
                </a:cubicBezTo>
                <a:cubicBezTo>
                  <a:pt x="128" y="55"/>
                  <a:pt x="125" y="51"/>
                  <a:pt x="126" y="46"/>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3109" name="Freeform 38"/>
          <p:cNvSpPr>
            <a:spLocks/>
          </p:cNvSpPr>
          <p:nvPr/>
        </p:nvSpPr>
        <p:spPr bwMode="auto">
          <a:xfrm>
            <a:off x="8231188" y="1458913"/>
            <a:ext cx="1104900" cy="1066800"/>
          </a:xfrm>
          <a:custGeom>
            <a:avLst/>
            <a:gdLst>
              <a:gd name="T0" fmla="*/ 1756448100 w 290"/>
              <a:gd name="T1" fmla="*/ 2147483646 h 280"/>
              <a:gd name="T2" fmla="*/ 2147483646 w 290"/>
              <a:gd name="T3" fmla="*/ 2147483646 h 280"/>
              <a:gd name="T4" fmla="*/ 2147483646 w 290"/>
              <a:gd name="T5" fmla="*/ 2147483646 h 280"/>
              <a:gd name="T6" fmla="*/ 2147483646 w 290"/>
              <a:gd name="T7" fmla="*/ 914514300 h 280"/>
              <a:gd name="T8" fmla="*/ 2147483646 w 290"/>
              <a:gd name="T9" fmla="*/ 537095700 h 280"/>
              <a:gd name="T10" fmla="*/ 2147483646 w 290"/>
              <a:gd name="T11" fmla="*/ 377418600 h 280"/>
              <a:gd name="T12" fmla="*/ 2147483646 w 290"/>
              <a:gd name="T13" fmla="*/ 304838100 h 280"/>
              <a:gd name="T14" fmla="*/ 2147483646 w 290"/>
              <a:gd name="T15" fmla="*/ 159677100 h 280"/>
              <a:gd name="T16" fmla="*/ 2147483646 w 290"/>
              <a:gd name="T17" fmla="*/ 116128800 h 280"/>
              <a:gd name="T18" fmla="*/ 2147483646 w 290"/>
              <a:gd name="T19" fmla="*/ 145161000 h 280"/>
              <a:gd name="T20" fmla="*/ 2147483646 w 290"/>
              <a:gd name="T21" fmla="*/ 290322000 h 280"/>
              <a:gd name="T22" fmla="*/ 2147483646 w 290"/>
              <a:gd name="T23" fmla="*/ 624192300 h 280"/>
              <a:gd name="T24" fmla="*/ 2147483646 w 290"/>
              <a:gd name="T25" fmla="*/ 899998200 h 280"/>
              <a:gd name="T26" fmla="*/ 2147483646 w 290"/>
              <a:gd name="T27" fmla="*/ 696772800 h 280"/>
              <a:gd name="T28" fmla="*/ 1712899800 w 290"/>
              <a:gd name="T29" fmla="*/ 566127900 h 280"/>
              <a:gd name="T30" fmla="*/ 1509674400 w 290"/>
              <a:gd name="T31" fmla="*/ 246773700 h 280"/>
              <a:gd name="T32" fmla="*/ 958062600 w 290"/>
              <a:gd name="T33" fmla="*/ 116128800 h 280"/>
              <a:gd name="T34" fmla="*/ 595160100 w 290"/>
              <a:gd name="T35" fmla="*/ 0 h 280"/>
              <a:gd name="T36" fmla="*/ 551611800 w 290"/>
              <a:gd name="T37" fmla="*/ 159677100 h 280"/>
              <a:gd name="T38" fmla="*/ 522579600 w 290"/>
              <a:gd name="T39" fmla="*/ 232257600 h 280"/>
              <a:gd name="T40" fmla="*/ 203225400 w 290"/>
              <a:gd name="T41" fmla="*/ 479031300 h 280"/>
              <a:gd name="T42" fmla="*/ 232257600 w 290"/>
              <a:gd name="T43" fmla="*/ 638708400 h 280"/>
              <a:gd name="T44" fmla="*/ 217741500 w 290"/>
              <a:gd name="T45" fmla="*/ 754837200 h 280"/>
              <a:gd name="T46" fmla="*/ 43548300 w 290"/>
              <a:gd name="T47" fmla="*/ 899998200 h 280"/>
              <a:gd name="T48" fmla="*/ 0 w 290"/>
              <a:gd name="T49" fmla="*/ 972578700 h 280"/>
              <a:gd name="T50" fmla="*/ 145161000 w 290"/>
              <a:gd name="T51" fmla="*/ 1625803200 h 280"/>
              <a:gd name="T52" fmla="*/ 145161000 w 290"/>
              <a:gd name="T53" fmla="*/ 1901609100 h 280"/>
              <a:gd name="T54" fmla="*/ 130644900 w 290"/>
              <a:gd name="T55" fmla="*/ 2032254000 h 280"/>
              <a:gd name="T56" fmla="*/ 0 w 290"/>
              <a:gd name="T57" fmla="*/ 2119350600 h 280"/>
              <a:gd name="T58" fmla="*/ 203225400 w 290"/>
              <a:gd name="T59" fmla="*/ 2147483646 h 280"/>
              <a:gd name="T60" fmla="*/ 406450800 w 290"/>
              <a:gd name="T61" fmla="*/ 2147483646 h 280"/>
              <a:gd name="T62" fmla="*/ 580644000 w 290"/>
              <a:gd name="T63" fmla="*/ 2147483646 h 280"/>
              <a:gd name="T64" fmla="*/ 1117739700 w 290"/>
              <a:gd name="T65" fmla="*/ 2147483646 h 2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90" h="280">
                <a:moveTo>
                  <a:pt x="88" y="217"/>
                </a:moveTo>
                <a:cubicBezTo>
                  <a:pt x="121" y="202"/>
                  <a:pt x="121" y="202"/>
                  <a:pt x="121" y="202"/>
                </a:cubicBezTo>
                <a:cubicBezTo>
                  <a:pt x="198" y="240"/>
                  <a:pt x="198" y="240"/>
                  <a:pt x="198" y="240"/>
                </a:cubicBezTo>
                <a:cubicBezTo>
                  <a:pt x="268" y="280"/>
                  <a:pt x="268" y="280"/>
                  <a:pt x="268" y="280"/>
                </a:cubicBezTo>
                <a:cubicBezTo>
                  <a:pt x="268" y="270"/>
                  <a:pt x="268" y="270"/>
                  <a:pt x="268" y="270"/>
                </a:cubicBezTo>
                <a:cubicBezTo>
                  <a:pt x="287" y="270"/>
                  <a:pt x="287" y="270"/>
                  <a:pt x="287" y="270"/>
                </a:cubicBezTo>
                <a:cubicBezTo>
                  <a:pt x="287" y="81"/>
                  <a:pt x="287" y="81"/>
                  <a:pt x="287" y="81"/>
                </a:cubicBezTo>
                <a:cubicBezTo>
                  <a:pt x="280" y="63"/>
                  <a:pt x="280" y="63"/>
                  <a:pt x="280" y="63"/>
                </a:cubicBezTo>
                <a:cubicBezTo>
                  <a:pt x="287" y="51"/>
                  <a:pt x="287" y="51"/>
                  <a:pt x="287" y="51"/>
                </a:cubicBezTo>
                <a:cubicBezTo>
                  <a:pt x="284" y="37"/>
                  <a:pt x="284" y="37"/>
                  <a:pt x="284" y="37"/>
                </a:cubicBezTo>
                <a:cubicBezTo>
                  <a:pt x="290" y="32"/>
                  <a:pt x="290" y="32"/>
                  <a:pt x="290" y="32"/>
                </a:cubicBezTo>
                <a:cubicBezTo>
                  <a:pt x="289" y="27"/>
                  <a:pt x="287" y="25"/>
                  <a:pt x="280" y="26"/>
                </a:cubicBezTo>
                <a:cubicBezTo>
                  <a:pt x="277" y="27"/>
                  <a:pt x="273" y="26"/>
                  <a:pt x="270" y="25"/>
                </a:cubicBezTo>
                <a:cubicBezTo>
                  <a:pt x="266" y="22"/>
                  <a:pt x="262" y="21"/>
                  <a:pt x="257" y="21"/>
                </a:cubicBezTo>
                <a:cubicBezTo>
                  <a:pt x="255" y="21"/>
                  <a:pt x="253" y="20"/>
                  <a:pt x="253" y="18"/>
                </a:cubicBezTo>
                <a:cubicBezTo>
                  <a:pt x="256" y="12"/>
                  <a:pt x="252" y="12"/>
                  <a:pt x="248" y="11"/>
                </a:cubicBezTo>
                <a:cubicBezTo>
                  <a:pt x="247" y="11"/>
                  <a:pt x="246" y="10"/>
                  <a:pt x="244" y="9"/>
                </a:cubicBezTo>
                <a:cubicBezTo>
                  <a:pt x="243" y="8"/>
                  <a:pt x="242" y="8"/>
                  <a:pt x="241" y="8"/>
                </a:cubicBezTo>
                <a:cubicBezTo>
                  <a:pt x="235" y="7"/>
                  <a:pt x="228" y="3"/>
                  <a:pt x="222" y="9"/>
                </a:cubicBezTo>
                <a:cubicBezTo>
                  <a:pt x="221" y="10"/>
                  <a:pt x="221" y="10"/>
                  <a:pt x="220" y="10"/>
                </a:cubicBezTo>
                <a:cubicBezTo>
                  <a:pt x="215" y="9"/>
                  <a:pt x="210" y="12"/>
                  <a:pt x="206" y="16"/>
                </a:cubicBezTo>
                <a:cubicBezTo>
                  <a:pt x="204" y="17"/>
                  <a:pt x="203" y="19"/>
                  <a:pt x="201" y="20"/>
                </a:cubicBezTo>
                <a:cubicBezTo>
                  <a:pt x="198" y="21"/>
                  <a:pt x="194" y="29"/>
                  <a:pt x="195" y="30"/>
                </a:cubicBezTo>
                <a:cubicBezTo>
                  <a:pt x="197" y="34"/>
                  <a:pt x="196" y="39"/>
                  <a:pt x="199" y="43"/>
                </a:cubicBezTo>
                <a:cubicBezTo>
                  <a:pt x="200" y="44"/>
                  <a:pt x="199" y="46"/>
                  <a:pt x="199" y="47"/>
                </a:cubicBezTo>
                <a:cubicBezTo>
                  <a:pt x="196" y="54"/>
                  <a:pt x="192" y="59"/>
                  <a:pt x="185" y="62"/>
                </a:cubicBezTo>
                <a:cubicBezTo>
                  <a:pt x="183" y="64"/>
                  <a:pt x="180" y="64"/>
                  <a:pt x="177" y="62"/>
                </a:cubicBezTo>
                <a:cubicBezTo>
                  <a:pt x="168" y="59"/>
                  <a:pt x="162" y="51"/>
                  <a:pt x="153" y="48"/>
                </a:cubicBezTo>
                <a:cubicBezTo>
                  <a:pt x="145" y="45"/>
                  <a:pt x="138" y="42"/>
                  <a:pt x="130" y="42"/>
                </a:cubicBezTo>
                <a:cubicBezTo>
                  <a:pt x="126" y="42"/>
                  <a:pt x="121" y="42"/>
                  <a:pt x="118" y="39"/>
                </a:cubicBezTo>
                <a:cubicBezTo>
                  <a:pt x="114" y="36"/>
                  <a:pt x="111" y="30"/>
                  <a:pt x="111" y="24"/>
                </a:cubicBezTo>
                <a:cubicBezTo>
                  <a:pt x="111" y="19"/>
                  <a:pt x="108" y="16"/>
                  <a:pt x="104" y="17"/>
                </a:cubicBezTo>
                <a:cubicBezTo>
                  <a:pt x="99" y="17"/>
                  <a:pt x="95" y="15"/>
                  <a:pt x="92" y="12"/>
                </a:cubicBezTo>
                <a:cubicBezTo>
                  <a:pt x="84" y="6"/>
                  <a:pt x="75" y="7"/>
                  <a:pt x="66" y="8"/>
                </a:cubicBezTo>
                <a:cubicBezTo>
                  <a:pt x="62" y="8"/>
                  <a:pt x="57" y="9"/>
                  <a:pt x="52" y="5"/>
                </a:cubicBezTo>
                <a:cubicBezTo>
                  <a:pt x="49" y="3"/>
                  <a:pt x="45" y="1"/>
                  <a:pt x="41" y="0"/>
                </a:cubicBezTo>
                <a:cubicBezTo>
                  <a:pt x="40" y="0"/>
                  <a:pt x="40" y="0"/>
                  <a:pt x="40" y="0"/>
                </a:cubicBezTo>
                <a:cubicBezTo>
                  <a:pt x="38" y="11"/>
                  <a:pt x="38" y="11"/>
                  <a:pt x="38" y="11"/>
                </a:cubicBezTo>
                <a:cubicBezTo>
                  <a:pt x="40" y="14"/>
                  <a:pt x="40" y="14"/>
                  <a:pt x="40" y="14"/>
                </a:cubicBezTo>
                <a:cubicBezTo>
                  <a:pt x="36" y="16"/>
                  <a:pt x="36" y="16"/>
                  <a:pt x="36" y="16"/>
                </a:cubicBezTo>
                <a:cubicBezTo>
                  <a:pt x="27" y="22"/>
                  <a:pt x="27" y="22"/>
                  <a:pt x="27" y="22"/>
                </a:cubicBezTo>
                <a:cubicBezTo>
                  <a:pt x="14" y="33"/>
                  <a:pt x="14" y="33"/>
                  <a:pt x="14" y="33"/>
                </a:cubicBezTo>
                <a:cubicBezTo>
                  <a:pt x="14" y="33"/>
                  <a:pt x="14" y="37"/>
                  <a:pt x="14" y="37"/>
                </a:cubicBezTo>
                <a:cubicBezTo>
                  <a:pt x="14" y="37"/>
                  <a:pt x="16" y="43"/>
                  <a:pt x="16" y="44"/>
                </a:cubicBezTo>
                <a:cubicBezTo>
                  <a:pt x="17" y="44"/>
                  <a:pt x="16" y="46"/>
                  <a:pt x="16" y="46"/>
                </a:cubicBezTo>
                <a:cubicBezTo>
                  <a:pt x="15" y="52"/>
                  <a:pt x="15" y="52"/>
                  <a:pt x="15" y="52"/>
                </a:cubicBezTo>
                <a:cubicBezTo>
                  <a:pt x="9" y="59"/>
                  <a:pt x="9" y="59"/>
                  <a:pt x="9" y="59"/>
                </a:cubicBezTo>
                <a:cubicBezTo>
                  <a:pt x="3" y="62"/>
                  <a:pt x="3" y="62"/>
                  <a:pt x="3" y="62"/>
                </a:cubicBezTo>
                <a:cubicBezTo>
                  <a:pt x="0" y="63"/>
                  <a:pt x="0" y="63"/>
                  <a:pt x="0" y="63"/>
                </a:cubicBezTo>
                <a:cubicBezTo>
                  <a:pt x="0" y="67"/>
                  <a:pt x="0" y="67"/>
                  <a:pt x="0" y="67"/>
                </a:cubicBezTo>
                <a:cubicBezTo>
                  <a:pt x="8" y="86"/>
                  <a:pt x="8" y="86"/>
                  <a:pt x="8" y="86"/>
                </a:cubicBezTo>
                <a:cubicBezTo>
                  <a:pt x="10" y="112"/>
                  <a:pt x="10" y="112"/>
                  <a:pt x="10" y="112"/>
                </a:cubicBezTo>
                <a:cubicBezTo>
                  <a:pt x="6" y="123"/>
                  <a:pt x="6" y="123"/>
                  <a:pt x="6" y="123"/>
                </a:cubicBezTo>
                <a:cubicBezTo>
                  <a:pt x="10" y="131"/>
                  <a:pt x="10" y="131"/>
                  <a:pt x="10" y="131"/>
                </a:cubicBezTo>
                <a:cubicBezTo>
                  <a:pt x="9" y="136"/>
                  <a:pt x="9" y="136"/>
                  <a:pt x="9" y="136"/>
                </a:cubicBezTo>
                <a:cubicBezTo>
                  <a:pt x="9" y="140"/>
                  <a:pt x="9" y="140"/>
                  <a:pt x="9" y="140"/>
                </a:cubicBezTo>
                <a:cubicBezTo>
                  <a:pt x="9" y="140"/>
                  <a:pt x="2" y="143"/>
                  <a:pt x="2" y="143"/>
                </a:cubicBezTo>
                <a:cubicBezTo>
                  <a:pt x="2" y="143"/>
                  <a:pt x="0" y="146"/>
                  <a:pt x="0" y="146"/>
                </a:cubicBezTo>
                <a:cubicBezTo>
                  <a:pt x="11" y="162"/>
                  <a:pt x="11" y="162"/>
                  <a:pt x="11" y="162"/>
                </a:cubicBezTo>
                <a:cubicBezTo>
                  <a:pt x="14" y="174"/>
                  <a:pt x="14" y="174"/>
                  <a:pt x="14" y="174"/>
                </a:cubicBezTo>
                <a:cubicBezTo>
                  <a:pt x="17" y="179"/>
                  <a:pt x="17" y="179"/>
                  <a:pt x="17" y="179"/>
                </a:cubicBezTo>
                <a:cubicBezTo>
                  <a:pt x="28" y="179"/>
                  <a:pt x="28" y="179"/>
                  <a:pt x="28" y="179"/>
                </a:cubicBezTo>
                <a:cubicBezTo>
                  <a:pt x="37" y="187"/>
                  <a:pt x="37" y="187"/>
                  <a:pt x="37" y="187"/>
                </a:cubicBezTo>
                <a:cubicBezTo>
                  <a:pt x="40" y="185"/>
                  <a:pt x="40" y="185"/>
                  <a:pt x="40" y="185"/>
                </a:cubicBezTo>
                <a:cubicBezTo>
                  <a:pt x="48" y="200"/>
                  <a:pt x="48" y="200"/>
                  <a:pt x="48" y="200"/>
                </a:cubicBezTo>
                <a:cubicBezTo>
                  <a:pt x="77" y="207"/>
                  <a:pt x="77" y="207"/>
                  <a:pt x="77" y="207"/>
                </a:cubicBezTo>
                <a:lnTo>
                  <a:pt x="88" y="217"/>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0" name="Freeform 39"/>
          <p:cNvSpPr>
            <a:spLocks/>
          </p:cNvSpPr>
          <p:nvPr/>
        </p:nvSpPr>
        <p:spPr bwMode="auto">
          <a:xfrm>
            <a:off x="6773863" y="3314700"/>
            <a:ext cx="285750" cy="296863"/>
          </a:xfrm>
          <a:custGeom>
            <a:avLst/>
            <a:gdLst>
              <a:gd name="T0" fmla="*/ 1088707500 w 75"/>
              <a:gd name="T1" fmla="*/ 869108298 h 78"/>
              <a:gd name="T2" fmla="*/ 1074191400 w 75"/>
              <a:gd name="T3" fmla="*/ 724258183 h 78"/>
              <a:gd name="T4" fmla="*/ 972578700 w 75"/>
              <a:gd name="T5" fmla="*/ 695287399 h 78"/>
              <a:gd name="T6" fmla="*/ 958062600 w 75"/>
              <a:gd name="T7" fmla="*/ 608375047 h 78"/>
              <a:gd name="T8" fmla="*/ 856449900 w 75"/>
              <a:gd name="T9" fmla="*/ 608375047 h 78"/>
              <a:gd name="T10" fmla="*/ 754837200 w 75"/>
              <a:gd name="T11" fmla="*/ 550437285 h 78"/>
              <a:gd name="T12" fmla="*/ 841933800 w 75"/>
              <a:gd name="T13" fmla="*/ 420068757 h 78"/>
              <a:gd name="T14" fmla="*/ 783869400 w 75"/>
              <a:gd name="T15" fmla="*/ 231762466 h 78"/>
              <a:gd name="T16" fmla="*/ 754837200 w 75"/>
              <a:gd name="T17" fmla="*/ 231762466 h 78"/>
              <a:gd name="T18" fmla="*/ 696772800 w 75"/>
              <a:gd name="T19" fmla="*/ 347641797 h 78"/>
              <a:gd name="T20" fmla="*/ 624192300 w 75"/>
              <a:gd name="T21" fmla="*/ 362127189 h 78"/>
              <a:gd name="T22" fmla="*/ 609676200 w 75"/>
              <a:gd name="T23" fmla="*/ 318674819 h 78"/>
              <a:gd name="T24" fmla="*/ 537095700 w 75"/>
              <a:gd name="T25" fmla="*/ 318674819 h 78"/>
              <a:gd name="T26" fmla="*/ 566127900 w 75"/>
              <a:gd name="T27" fmla="*/ 246247859 h 78"/>
              <a:gd name="T28" fmla="*/ 537095700 w 75"/>
              <a:gd name="T29" fmla="*/ 43456176 h 78"/>
              <a:gd name="T30" fmla="*/ 449999100 w 75"/>
              <a:gd name="T31" fmla="*/ 0 h 78"/>
              <a:gd name="T32" fmla="*/ 391934700 w 75"/>
              <a:gd name="T33" fmla="*/ 28970784 h 78"/>
              <a:gd name="T34" fmla="*/ 304838100 w 75"/>
              <a:gd name="T35" fmla="*/ 14485392 h 78"/>
              <a:gd name="T36" fmla="*/ 304838100 w 75"/>
              <a:gd name="T37" fmla="*/ 86912352 h 78"/>
              <a:gd name="T38" fmla="*/ 246773700 w 75"/>
              <a:gd name="T39" fmla="*/ 115879330 h 78"/>
              <a:gd name="T40" fmla="*/ 217741500 w 75"/>
              <a:gd name="T41" fmla="*/ 217277074 h 78"/>
              <a:gd name="T42" fmla="*/ 101612700 w 75"/>
              <a:gd name="T43" fmla="*/ 318674819 h 78"/>
              <a:gd name="T44" fmla="*/ 0 w 75"/>
              <a:gd name="T45" fmla="*/ 434554149 h 78"/>
              <a:gd name="T46" fmla="*/ 29032200 w 75"/>
              <a:gd name="T47" fmla="*/ 449039541 h 78"/>
              <a:gd name="T48" fmla="*/ 159677100 w 75"/>
              <a:gd name="T49" fmla="*/ 564922677 h 78"/>
              <a:gd name="T50" fmla="*/ 304838100 w 75"/>
              <a:gd name="T51" fmla="*/ 666316615 h 78"/>
              <a:gd name="T52" fmla="*/ 725805000 w 75"/>
              <a:gd name="T53" fmla="*/ 1013962218 h 78"/>
              <a:gd name="T54" fmla="*/ 1059675300 w 75"/>
              <a:gd name="T55" fmla="*/ 1129841548 h 78"/>
              <a:gd name="T56" fmla="*/ 1016127000 w 75"/>
              <a:gd name="T57" fmla="*/ 984991434 h 78"/>
              <a:gd name="T58" fmla="*/ 1088707500 w 75"/>
              <a:gd name="T59" fmla="*/ 869108298 h 7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5" h="78">
                <a:moveTo>
                  <a:pt x="75" y="60"/>
                </a:moveTo>
                <a:cubicBezTo>
                  <a:pt x="74" y="50"/>
                  <a:pt x="74" y="50"/>
                  <a:pt x="74" y="50"/>
                </a:cubicBezTo>
                <a:cubicBezTo>
                  <a:pt x="67" y="48"/>
                  <a:pt x="67" y="48"/>
                  <a:pt x="67" y="48"/>
                </a:cubicBezTo>
                <a:cubicBezTo>
                  <a:pt x="66" y="42"/>
                  <a:pt x="66" y="42"/>
                  <a:pt x="66" y="42"/>
                </a:cubicBezTo>
                <a:cubicBezTo>
                  <a:pt x="59" y="42"/>
                  <a:pt x="59" y="42"/>
                  <a:pt x="59" y="42"/>
                </a:cubicBezTo>
                <a:cubicBezTo>
                  <a:pt x="52" y="38"/>
                  <a:pt x="52" y="38"/>
                  <a:pt x="52" y="38"/>
                </a:cubicBezTo>
                <a:cubicBezTo>
                  <a:pt x="58" y="29"/>
                  <a:pt x="58" y="29"/>
                  <a:pt x="58" y="29"/>
                </a:cubicBezTo>
                <a:cubicBezTo>
                  <a:pt x="54" y="16"/>
                  <a:pt x="54" y="16"/>
                  <a:pt x="54" y="16"/>
                </a:cubicBezTo>
                <a:cubicBezTo>
                  <a:pt x="52" y="16"/>
                  <a:pt x="52" y="16"/>
                  <a:pt x="52" y="16"/>
                </a:cubicBezTo>
                <a:cubicBezTo>
                  <a:pt x="48" y="24"/>
                  <a:pt x="48" y="24"/>
                  <a:pt x="48" y="24"/>
                </a:cubicBezTo>
                <a:cubicBezTo>
                  <a:pt x="43" y="25"/>
                  <a:pt x="43" y="25"/>
                  <a:pt x="43" y="25"/>
                </a:cubicBezTo>
                <a:cubicBezTo>
                  <a:pt x="42" y="22"/>
                  <a:pt x="42" y="22"/>
                  <a:pt x="42" y="22"/>
                </a:cubicBezTo>
                <a:cubicBezTo>
                  <a:pt x="37" y="22"/>
                  <a:pt x="37" y="22"/>
                  <a:pt x="37" y="22"/>
                </a:cubicBezTo>
                <a:cubicBezTo>
                  <a:pt x="39" y="17"/>
                  <a:pt x="39" y="17"/>
                  <a:pt x="39" y="17"/>
                </a:cubicBezTo>
                <a:cubicBezTo>
                  <a:pt x="37" y="3"/>
                  <a:pt x="37" y="3"/>
                  <a:pt x="37" y="3"/>
                </a:cubicBezTo>
                <a:cubicBezTo>
                  <a:pt x="31" y="0"/>
                  <a:pt x="31" y="0"/>
                  <a:pt x="31" y="0"/>
                </a:cubicBezTo>
                <a:cubicBezTo>
                  <a:pt x="27" y="2"/>
                  <a:pt x="27" y="2"/>
                  <a:pt x="27" y="2"/>
                </a:cubicBezTo>
                <a:cubicBezTo>
                  <a:pt x="21" y="1"/>
                  <a:pt x="21" y="1"/>
                  <a:pt x="21" y="1"/>
                </a:cubicBezTo>
                <a:cubicBezTo>
                  <a:pt x="21" y="6"/>
                  <a:pt x="21" y="6"/>
                  <a:pt x="21" y="6"/>
                </a:cubicBezTo>
                <a:cubicBezTo>
                  <a:pt x="17" y="8"/>
                  <a:pt x="17" y="8"/>
                  <a:pt x="17" y="8"/>
                </a:cubicBezTo>
                <a:cubicBezTo>
                  <a:pt x="15" y="15"/>
                  <a:pt x="15" y="15"/>
                  <a:pt x="15" y="15"/>
                </a:cubicBezTo>
                <a:cubicBezTo>
                  <a:pt x="7" y="22"/>
                  <a:pt x="7" y="22"/>
                  <a:pt x="7" y="22"/>
                </a:cubicBezTo>
                <a:cubicBezTo>
                  <a:pt x="0" y="30"/>
                  <a:pt x="0" y="30"/>
                  <a:pt x="0" y="30"/>
                </a:cubicBezTo>
                <a:cubicBezTo>
                  <a:pt x="0" y="31"/>
                  <a:pt x="1" y="31"/>
                  <a:pt x="2" y="31"/>
                </a:cubicBezTo>
                <a:cubicBezTo>
                  <a:pt x="3" y="35"/>
                  <a:pt x="7" y="37"/>
                  <a:pt x="11" y="39"/>
                </a:cubicBezTo>
                <a:cubicBezTo>
                  <a:pt x="13" y="42"/>
                  <a:pt x="16" y="47"/>
                  <a:pt x="21" y="46"/>
                </a:cubicBezTo>
                <a:cubicBezTo>
                  <a:pt x="31" y="54"/>
                  <a:pt x="39" y="63"/>
                  <a:pt x="50" y="70"/>
                </a:cubicBezTo>
                <a:cubicBezTo>
                  <a:pt x="57" y="74"/>
                  <a:pt x="65" y="76"/>
                  <a:pt x="73" y="78"/>
                </a:cubicBezTo>
                <a:cubicBezTo>
                  <a:pt x="70" y="68"/>
                  <a:pt x="70" y="68"/>
                  <a:pt x="70" y="68"/>
                </a:cubicBezTo>
                <a:lnTo>
                  <a:pt x="75" y="60"/>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1" name="Freeform 40"/>
          <p:cNvSpPr>
            <a:spLocks/>
          </p:cNvSpPr>
          <p:nvPr/>
        </p:nvSpPr>
        <p:spPr bwMode="auto">
          <a:xfrm>
            <a:off x="9461499" y="6000749"/>
            <a:ext cx="171450" cy="171450"/>
          </a:xfrm>
          <a:custGeom>
            <a:avLst/>
            <a:gdLst>
              <a:gd name="T0" fmla="*/ 151209375 w 108"/>
              <a:gd name="T1" fmla="*/ 211693125 h 108"/>
              <a:gd name="T2" fmla="*/ 120967500 w 108"/>
              <a:gd name="T3" fmla="*/ 272176875 h 108"/>
              <a:gd name="T4" fmla="*/ 78125638 w 108"/>
              <a:gd name="T5" fmla="*/ 259576888 h 108"/>
              <a:gd name="T6" fmla="*/ 42843450 w 108"/>
              <a:gd name="T7" fmla="*/ 229335013 h 108"/>
              <a:gd name="T8" fmla="*/ 42843450 w 108"/>
              <a:gd name="T9" fmla="*/ 191531875 h 108"/>
              <a:gd name="T10" fmla="*/ 0 w 108"/>
              <a:gd name="T11" fmla="*/ 138609388 h 108"/>
              <a:gd name="T12" fmla="*/ 37803138 w 108"/>
              <a:gd name="T13" fmla="*/ 120967500 h 108"/>
              <a:gd name="T14" fmla="*/ 73085325 w 108"/>
              <a:gd name="T15" fmla="*/ 65524063 h 108"/>
              <a:gd name="T16" fmla="*/ 85685313 w 108"/>
              <a:gd name="T17" fmla="*/ 40322500 h 108"/>
              <a:gd name="T18" fmla="*/ 115927188 w 108"/>
              <a:gd name="T19" fmla="*/ 40322500 h 108"/>
              <a:gd name="T20" fmla="*/ 133569075 w 108"/>
              <a:gd name="T21" fmla="*/ 17641888 h 108"/>
              <a:gd name="T22" fmla="*/ 181451250 w 108"/>
              <a:gd name="T23" fmla="*/ 0 h 108"/>
              <a:gd name="T24" fmla="*/ 199093138 w 108"/>
              <a:gd name="T25" fmla="*/ 22682200 h 108"/>
              <a:gd name="T26" fmla="*/ 272176875 w 108"/>
              <a:gd name="T27" fmla="*/ 78125638 h 108"/>
              <a:gd name="T28" fmla="*/ 259576888 w 108"/>
              <a:gd name="T29" fmla="*/ 113407825 h 108"/>
              <a:gd name="T30" fmla="*/ 241935000 w 108"/>
              <a:gd name="T31" fmla="*/ 143649700 h 108"/>
              <a:gd name="T32" fmla="*/ 241935000 w 108"/>
              <a:gd name="T33" fmla="*/ 173891575 h 108"/>
              <a:gd name="T34" fmla="*/ 151209375 w 108"/>
              <a:gd name="T35" fmla="*/ 211693125 h 1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8" h="108">
                <a:moveTo>
                  <a:pt x="60" y="84"/>
                </a:moveTo>
                <a:lnTo>
                  <a:pt x="48" y="108"/>
                </a:lnTo>
                <a:lnTo>
                  <a:pt x="31" y="103"/>
                </a:lnTo>
                <a:lnTo>
                  <a:pt x="17" y="91"/>
                </a:lnTo>
                <a:lnTo>
                  <a:pt x="17" y="76"/>
                </a:lnTo>
                <a:lnTo>
                  <a:pt x="0" y="55"/>
                </a:lnTo>
                <a:lnTo>
                  <a:pt x="15" y="48"/>
                </a:lnTo>
                <a:lnTo>
                  <a:pt x="29" y="26"/>
                </a:lnTo>
                <a:lnTo>
                  <a:pt x="34" y="16"/>
                </a:lnTo>
                <a:lnTo>
                  <a:pt x="46" y="16"/>
                </a:lnTo>
                <a:lnTo>
                  <a:pt x="53" y="7"/>
                </a:lnTo>
                <a:lnTo>
                  <a:pt x="72" y="0"/>
                </a:lnTo>
                <a:lnTo>
                  <a:pt x="79" y="9"/>
                </a:lnTo>
                <a:lnTo>
                  <a:pt x="108" y="31"/>
                </a:lnTo>
                <a:lnTo>
                  <a:pt x="103" y="45"/>
                </a:lnTo>
                <a:lnTo>
                  <a:pt x="96" y="57"/>
                </a:lnTo>
                <a:lnTo>
                  <a:pt x="96" y="69"/>
                </a:lnTo>
                <a:lnTo>
                  <a:pt x="60" y="84"/>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2" name="Freeform 41"/>
          <p:cNvSpPr>
            <a:spLocks/>
          </p:cNvSpPr>
          <p:nvPr/>
        </p:nvSpPr>
        <p:spPr bwMode="auto">
          <a:xfrm>
            <a:off x="9945687" y="3562350"/>
            <a:ext cx="558800" cy="681038"/>
          </a:xfrm>
          <a:custGeom>
            <a:avLst/>
            <a:gdLst>
              <a:gd name="T0" fmla="*/ 1878544950 w 147"/>
              <a:gd name="T1" fmla="*/ 593499887 h 179"/>
              <a:gd name="T2" fmla="*/ 2124200272 w 147"/>
              <a:gd name="T3" fmla="*/ 289513439 h 179"/>
              <a:gd name="T4" fmla="*/ 1936344637 w 147"/>
              <a:gd name="T5" fmla="*/ 289513439 h 179"/>
              <a:gd name="T6" fmla="*/ 1835194234 w 147"/>
              <a:gd name="T7" fmla="*/ 202660168 h 179"/>
              <a:gd name="T8" fmla="*/ 1589538912 w 147"/>
              <a:gd name="T9" fmla="*/ 303986448 h 179"/>
              <a:gd name="T10" fmla="*/ 1488384707 w 147"/>
              <a:gd name="T11" fmla="*/ 434266354 h 179"/>
              <a:gd name="T12" fmla="*/ 1257178356 w 147"/>
              <a:gd name="T13" fmla="*/ 361889896 h 179"/>
              <a:gd name="T14" fmla="*/ 1127126210 w 147"/>
              <a:gd name="T15" fmla="*/ 376366710 h 179"/>
              <a:gd name="T16" fmla="*/ 809218427 w 147"/>
              <a:gd name="T17" fmla="*/ 173706541 h 179"/>
              <a:gd name="T18" fmla="*/ 578012076 w 147"/>
              <a:gd name="T19" fmla="*/ 159229728 h 179"/>
              <a:gd name="T20" fmla="*/ 534661361 w 147"/>
              <a:gd name="T21" fmla="*/ 101330084 h 179"/>
              <a:gd name="T22" fmla="*/ 447959929 w 147"/>
              <a:gd name="T23" fmla="*/ 101330084 h 179"/>
              <a:gd name="T24" fmla="*/ 419058185 w 147"/>
              <a:gd name="T25" fmla="*/ 43426635 h 179"/>
              <a:gd name="T26" fmla="*/ 390160242 w 147"/>
              <a:gd name="T27" fmla="*/ 28949822 h 179"/>
              <a:gd name="T28" fmla="*/ 390160242 w 147"/>
              <a:gd name="T29" fmla="*/ 0 h 179"/>
              <a:gd name="T30" fmla="*/ 260104294 w 147"/>
              <a:gd name="T31" fmla="*/ 57903449 h 179"/>
              <a:gd name="T32" fmla="*/ 158953891 w 147"/>
              <a:gd name="T33" fmla="*/ 101330084 h 179"/>
              <a:gd name="T34" fmla="*/ 28901744 w 147"/>
              <a:gd name="T35" fmla="*/ 202660168 h 179"/>
              <a:gd name="T36" fmla="*/ 28901744 w 147"/>
              <a:gd name="T37" fmla="*/ 275036626 h 179"/>
              <a:gd name="T38" fmla="*/ 57799687 w 147"/>
              <a:gd name="T39" fmla="*/ 303986448 h 179"/>
              <a:gd name="T40" fmla="*/ 86701431 w 147"/>
              <a:gd name="T41" fmla="*/ 303986448 h 179"/>
              <a:gd name="T42" fmla="*/ 86701431 w 147"/>
              <a:gd name="T43" fmla="*/ 347413083 h 179"/>
              <a:gd name="T44" fmla="*/ 144504920 w 147"/>
              <a:gd name="T45" fmla="*/ 361889896 h 179"/>
              <a:gd name="T46" fmla="*/ 144504920 w 147"/>
              <a:gd name="T47" fmla="*/ 492169802 h 179"/>
              <a:gd name="T48" fmla="*/ 274557067 w 147"/>
              <a:gd name="T49" fmla="*/ 680353157 h 179"/>
              <a:gd name="T50" fmla="*/ 289006038 w 147"/>
              <a:gd name="T51" fmla="*/ 767206428 h 179"/>
              <a:gd name="T52" fmla="*/ 289006038 w 147"/>
              <a:gd name="T53" fmla="*/ 868536512 h 179"/>
              <a:gd name="T54" fmla="*/ 274557067 w 147"/>
              <a:gd name="T55" fmla="*/ 911963148 h 179"/>
              <a:gd name="T56" fmla="*/ 245655322 w 147"/>
              <a:gd name="T57" fmla="*/ 998816418 h 179"/>
              <a:gd name="T58" fmla="*/ 158953891 w 147"/>
              <a:gd name="T59" fmla="*/ 1056719867 h 179"/>
              <a:gd name="T60" fmla="*/ 144504920 w 147"/>
              <a:gd name="T61" fmla="*/ 1100146502 h 179"/>
              <a:gd name="T62" fmla="*/ 57799687 w 147"/>
              <a:gd name="T63" fmla="*/ 1186999773 h 179"/>
              <a:gd name="T64" fmla="*/ 0 w 147"/>
              <a:gd name="T65" fmla="*/ 1331756493 h 179"/>
              <a:gd name="T66" fmla="*/ 14448971 w 147"/>
              <a:gd name="T67" fmla="*/ 1606793118 h 179"/>
              <a:gd name="T68" fmla="*/ 997074063 w 147"/>
              <a:gd name="T69" fmla="*/ 2142389556 h 179"/>
              <a:gd name="T70" fmla="*/ 982625091 w 147"/>
              <a:gd name="T71" fmla="*/ 2147483646 h 179"/>
              <a:gd name="T72" fmla="*/ 1430585020 w 147"/>
              <a:gd name="T73" fmla="*/ 2147483646 h 179"/>
              <a:gd name="T74" fmla="*/ 1517286452 w 147"/>
              <a:gd name="T75" fmla="*/ 2147483646 h 179"/>
              <a:gd name="T76" fmla="*/ 1632889627 w 147"/>
              <a:gd name="T77" fmla="*/ 2147483646 h 179"/>
              <a:gd name="T78" fmla="*/ 1705142087 w 147"/>
              <a:gd name="T79" fmla="*/ 2084486107 h 179"/>
              <a:gd name="T80" fmla="*/ 1777390746 w 147"/>
              <a:gd name="T81" fmla="*/ 2041059472 h 179"/>
              <a:gd name="T82" fmla="*/ 1878544950 w 147"/>
              <a:gd name="T83" fmla="*/ 1954206201 h 179"/>
              <a:gd name="T84" fmla="*/ 1936344637 w 147"/>
              <a:gd name="T85" fmla="*/ 1896302752 h 179"/>
              <a:gd name="T86" fmla="*/ 2051947812 w 147"/>
              <a:gd name="T87" fmla="*/ 1809449482 h 179"/>
              <a:gd name="T88" fmla="*/ 1878544950 w 147"/>
              <a:gd name="T89" fmla="*/ 1563366483 h 179"/>
              <a:gd name="T90" fmla="*/ 1878544950 w 147"/>
              <a:gd name="T91" fmla="*/ 593499887 h 17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 h="179">
                <a:moveTo>
                  <a:pt x="130" y="41"/>
                </a:moveTo>
                <a:cubicBezTo>
                  <a:pt x="147" y="20"/>
                  <a:pt x="147" y="20"/>
                  <a:pt x="147" y="20"/>
                </a:cubicBezTo>
                <a:cubicBezTo>
                  <a:pt x="134" y="20"/>
                  <a:pt x="134" y="20"/>
                  <a:pt x="134" y="20"/>
                </a:cubicBezTo>
                <a:cubicBezTo>
                  <a:pt x="127" y="14"/>
                  <a:pt x="127" y="14"/>
                  <a:pt x="127" y="14"/>
                </a:cubicBezTo>
                <a:cubicBezTo>
                  <a:pt x="110" y="21"/>
                  <a:pt x="110" y="21"/>
                  <a:pt x="110" y="21"/>
                </a:cubicBezTo>
                <a:cubicBezTo>
                  <a:pt x="103" y="30"/>
                  <a:pt x="103" y="30"/>
                  <a:pt x="103" y="30"/>
                </a:cubicBezTo>
                <a:cubicBezTo>
                  <a:pt x="87" y="25"/>
                  <a:pt x="87" y="25"/>
                  <a:pt x="87" y="25"/>
                </a:cubicBezTo>
                <a:cubicBezTo>
                  <a:pt x="78" y="26"/>
                  <a:pt x="78" y="26"/>
                  <a:pt x="78" y="26"/>
                </a:cubicBezTo>
                <a:cubicBezTo>
                  <a:pt x="56" y="12"/>
                  <a:pt x="56" y="12"/>
                  <a:pt x="56" y="12"/>
                </a:cubicBezTo>
                <a:cubicBezTo>
                  <a:pt x="40" y="11"/>
                  <a:pt x="40" y="11"/>
                  <a:pt x="40" y="11"/>
                </a:cubicBezTo>
                <a:cubicBezTo>
                  <a:pt x="37" y="7"/>
                  <a:pt x="37" y="7"/>
                  <a:pt x="37" y="7"/>
                </a:cubicBezTo>
                <a:cubicBezTo>
                  <a:pt x="31" y="7"/>
                  <a:pt x="31" y="7"/>
                  <a:pt x="31" y="7"/>
                </a:cubicBezTo>
                <a:cubicBezTo>
                  <a:pt x="29" y="3"/>
                  <a:pt x="29" y="3"/>
                  <a:pt x="29" y="3"/>
                </a:cubicBezTo>
                <a:cubicBezTo>
                  <a:pt x="27" y="2"/>
                  <a:pt x="27" y="2"/>
                  <a:pt x="27" y="2"/>
                </a:cubicBezTo>
                <a:cubicBezTo>
                  <a:pt x="27" y="0"/>
                  <a:pt x="27" y="0"/>
                  <a:pt x="27" y="0"/>
                </a:cubicBezTo>
                <a:cubicBezTo>
                  <a:pt x="18" y="4"/>
                  <a:pt x="18" y="4"/>
                  <a:pt x="18" y="4"/>
                </a:cubicBezTo>
                <a:cubicBezTo>
                  <a:pt x="11" y="7"/>
                  <a:pt x="11" y="7"/>
                  <a:pt x="11" y="7"/>
                </a:cubicBezTo>
                <a:cubicBezTo>
                  <a:pt x="2" y="14"/>
                  <a:pt x="2" y="14"/>
                  <a:pt x="2" y="14"/>
                </a:cubicBezTo>
                <a:cubicBezTo>
                  <a:pt x="2" y="19"/>
                  <a:pt x="2" y="19"/>
                  <a:pt x="2" y="19"/>
                </a:cubicBezTo>
                <a:cubicBezTo>
                  <a:pt x="4" y="21"/>
                  <a:pt x="4" y="21"/>
                  <a:pt x="4" y="21"/>
                </a:cubicBezTo>
                <a:cubicBezTo>
                  <a:pt x="6" y="21"/>
                  <a:pt x="6" y="21"/>
                  <a:pt x="6" y="21"/>
                </a:cubicBezTo>
                <a:cubicBezTo>
                  <a:pt x="6" y="24"/>
                  <a:pt x="6" y="24"/>
                  <a:pt x="6" y="24"/>
                </a:cubicBezTo>
                <a:cubicBezTo>
                  <a:pt x="10" y="25"/>
                  <a:pt x="10" y="25"/>
                  <a:pt x="10" y="25"/>
                </a:cubicBezTo>
                <a:cubicBezTo>
                  <a:pt x="10" y="34"/>
                  <a:pt x="10" y="34"/>
                  <a:pt x="10" y="34"/>
                </a:cubicBezTo>
                <a:cubicBezTo>
                  <a:pt x="19" y="47"/>
                  <a:pt x="19" y="47"/>
                  <a:pt x="19" y="47"/>
                </a:cubicBezTo>
                <a:cubicBezTo>
                  <a:pt x="20" y="53"/>
                  <a:pt x="20" y="53"/>
                  <a:pt x="20" y="53"/>
                </a:cubicBezTo>
                <a:cubicBezTo>
                  <a:pt x="20" y="60"/>
                  <a:pt x="20" y="60"/>
                  <a:pt x="20" y="60"/>
                </a:cubicBezTo>
                <a:cubicBezTo>
                  <a:pt x="19" y="63"/>
                  <a:pt x="19" y="63"/>
                  <a:pt x="19" y="63"/>
                </a:cubicBezTo>
                <a:cubicBezTo>
                  <a:pt x="17" y="69"/>
                  <a:pt x="17" y="69"/>
                  <a:pt x="17" y="69"/>
                </a:cubicBezTo>
                <a:cubicBezTo>
                  <a:pt x="11" y="73"/>
                  <a:pt x="11" y="73"/>
                  <a:pt x="11" y="73"/>
                </a:cubicBezTo>
                <a:cubicBezTo>
                  <a:pt x="10" y="76"/>
                  <a:pt x="10" y="76"/>
                  <a:pt x="10" y="76"/>
                </a:cubicBezTo>
                <a:cubicBezTo>
                  <a:pt x="4" y="82"/>
                  <a:pt x="4" y="82"/>
                  <a:pt x="4" y="82"/>
                </a:cubicBezTo>
                <a:cubicBezTo>
                  <a:pt x="0" y="92"/>
                  <a:pt x="0" y="92"/>
                  <a:pt x="0" y="92"/>
                </a:cubicBezTo>
                <a:cubicBezTo>
                  <a:pt x="1" y="111"/>
                  <a:pt x="1" y="111"/>
                  <a:pt x="1" y="111"/>
                </a:cubicBezTo>
                <a:cubicBezTo>
                  <a:pt x="69" y="148"/>
                  <a:pt x="69" y="148"/>
                  <a:pt x="69" y="148"/>
                </a:cubicBezTo>
                <a:cubicBezTo>
                  <a:pt x="68" y="158"/>
                  <a:pt x="68" y="158"/>
                  <a:pt x="68" y="158"/>
                </a:cubicBezTo>
                <a:cubicBezTo>
                  <a:pt x="99" y="179"/>
                  <a:pt x="99" y="179"/>
                  <a:pt x="99" y="179"/>
                </a:cubicBezTo>
                <a:cubicBezTo>
                  <a:pt x="101" y="179"/>
                  <a:pt x="103" y="178"/>
                  <a:pt x="105" y="176"/>
                </a:cubicBezTo>
                <a:cubicBezTo>
                  <a:pt x="108" y="170"/>
                  <a:pt x="110" y="163"/>
                  <a:pt x="113" y="158"/>
                </a:cubicBezTo>
                <a:cubicBezTo>
                  <a:pt x="116" y="153"/>
                  <a:pt x="117" y="149"/>
                  <a:pt x="118" y="144"/>
                </a:cubicBezTo>
                <a:cubicBezTo>
                  <a:pt x="120" y="143"/>
                  <a:pt x="120" y="141"/>
                  <a:pt x="123" y="141"/>
                </a:cubicBezTo>
                <a:cubicBezTo>
                  <a:pt x="127" y="141"/>
                  <a:pt x="129" y="138"/>
                  <a:pt x="130" y="135"/>
                </a:cubicBezTo>
                <a:cubicBezTo>
                  <a:pt x="131" y="133"/>
                  <a:pt x="132" y="131"/>
                  <a:pt x="134" y="131"/>
                </a:cubicBezTo>
                <a:cubicBezTo>
                  <a:pt x="139" y="131"/>
                  <a:pt x="140" y="128"/>
                  <a:pt x="142" y="125"/>
                </a:cubicBezTo>
                <a:cubicBezTo>
                  <a:pt x="130" y="108"/>
                  <a:pt x="130" y="108"/>
                  <a:pt x="130" y="108"/>
                </a:cubicBezTo>
                <a:lnTo>
                  <a:pt x="130" y="41"/>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3" name="Freeform 42"/>
          <p:cNvSpPr>
            <a:spLocks/>
          </p:cNvSpPr>
          <p:nvPr/>
        </p:nvSpPr>
        <p:spPr bwMode="auto">
          <a:xfrm>
            <a:off x="6970713" y="3157538"/>
            <a:ext cx="427038" cy="457200"/>
          </a:xfrm>
          <a:custGeom>
            <a:avLst/>
            <a:gdLst>
              <a:gd name="T0" fmla="*/ 1264783609 w 112"/>
              <a:gd name="T1" fmla="*/ 232257600 h 120"/>
              <a:gd name="T2" fmla="*/ 1148480573 w 112"/>
              <a:gd name="T3" fmla="*/ 304838100 h 120"/>
              <a:gd name="T4" fmla="*/ 1090330961 w 112"/>
              <a:gd name="T5" fmla="*/ 275805900 h 120"/>
              <a:gd name="T6" fmla="*/ 988566280 w 112"/>
              <a:gd name="T7" fmla="*/ 232257600 h 120"/>
              <a:gd name="T8" fmla="*/ 857728700 w 112"/>
              <a:gd name="T9" fmla="*/ 116128800 h 120"/>
              <a:gd name="T10" fmla="*/ 755964020 w 112"/>
              <a:gd name="T11" fmla="*/ 87096600 h 120"/>
              <a:gd name="T12" fmla="*/ 668737695 w 112"/>
              <a:gd name="T13" fmla="*/ 145161000 h 120"/>
              <a:gd name="T14" fmla="*/ 596045914 w 112"/>
              <a:gd name="T15" fmla="*/ 14516100 h 120"/>
              <a:gd name="T16" fmla="*/ 537896302 w 112"/>
              <a:gd name="T17" fmla="*/ 14516100 h 120"/>
              <a:gd name="T18" fmla="*/ 450669978 w 112"/>
              <a:gd name="T19" fmla="*/ 101612700 h 120"/>
              <a:gd name="T20" fmla="*/ 261678973 w 112"/>
              <a:gd name="T21" fmla="*/ 72580500 h 120"/>
              <a:gd name="T22" fmla="*/ 130841393 w 112"/>
              <a:gd name="T23" fmla="*/ 319354200 h 120"/>
              <a:gd name="T24" fmla="*/ 218067717 w 112"/>
              <a:gd name="T25" fmla="*/ 362902500 h 120"/>
              <a:gd name="T26" fmla="*/ 232602261 w 112"/>
              <a:gd name="T27" fmla="*/ 464515200 h 120"/>
              <a:gd name="T28" fmla="*/ 261678973 w 112"/>
              <a:gd name="T29" fmla="*/ 580644000 h 120"/>
              <a:gd name="T30" fmla="*/ 203529361 w 112"/>
              <a:gd name="T31" fmla="*/ 609676200 h 120"/>
              <a:gd name="T32" fmla="*/ 101764681 w 112"/>
              <a:gd name="T33" fmla="*/ 682256700 h 120"/>
              <a:gd name="T34" fmla="*/ 188991005 w 112"/>
              <a:gd name="T35" fmla="*/ 725805000 h 120"/>
              <a:gd name="T36" fmla="*/ 116303037 w 112"/>
              <a:gd name="T37" fmla="*/ 856449900 h 120"/>
              <a:gd name="T38" fmla="*/ 87226324 w 112"/>
              <a:gd name="T39" fmla="*/ 1016127000 h 120"/>
              <a:gd name="T40" fmla="*/ 101764681 w 112"/>
              <a:gd name="T41" fmla="*/ 1204836300 h 120"/>
              <a:gd name="T42" fmla="*/ 218067717 w 112"/>
              <a:gd name="T43" fmla="*/ 1291932900 h 120"/>
              <a:gd name="T44" fmla="*/ 334366941 w 112"/>
              <a:gd name="T45" fmla="*/ 1466126100 h 120"/>
              <a:gd name="T46" fmla="*/ 305294042 w 112"/>
              <a:gd name="T47" fmla="*/ 1727415900 h 120"/>
              <a:gd name="T48" fmla="*/ 348905297 w 112"/>
              <a:gd name="T49" fmla="*/ 1727415900 h 120"/>
              <a:gd name="T50" fmla="*/ 1090330961 w 112"/>
              <a:gd name="T51" fmla="*/ 1538706600 h 120"/>
              <a:gd name="T52" fmla="*/ 1163018929 w 112"/>
              <a:gd name="T53" fmla="*/ 1495158300 h 120"/>
              <a:gd name="T54" fmla="*/ 1570077651 w 112"/>
              <a:gd name="T55" fmla="*/ 1524190500 h 120"/>
              <a:gd name="T56" fmla="*/ 1555539295 w 112"/>
              <a:gd name="T57" fmla="*/ 1379029500 h 120"/>
              <a:gd name="T58" fmla="*/ 1439236258 w 112"/>
              <a:gd name="T59" fmla="*/ 1175804100 h 120"/>
              <a:gd name="T60" fmla="*/ 1511924226 w 112"/>
              <a:gd name="T61" fmla="*/ 914514300 h 120"/>
              <a:gd name="T62" fmla="*/ 1628227263 w 112"/>
              <a:gd name="T63" fmla="*/ 682256700 h 120"/>
              <a:gd name="T64" fmla="*/ 1555539295 w 112"/>
              <a:gd name="T65" fmla="*/ 464515200 h 120"/>
              <a:gd name="T66" fmla="*/ 1584612194 w 112"/>
              <a:gd name="T67" fmla="*/ 348386400 h 120"/>
              <a:gd name="T68" fmla="*/ 1541000939 w 112"/>
              <a:gd name="T69" fmla="*/ 348386400 h 1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2" h="120">
                <a:moveTo>
                  <a:pt x="100" y="16"/>
                </a:moveTo>
                <a:cubicBezTo>
                  <a:pt x="87" y="16"/>
                  <a:pt x="87" y="16"/>
                  <a:pt x="87" y="16"/>
                </a:cubicBezTo>
                <a:cubicBezTo>
                  <a:pt x="80" y="19"/>
                  <a:pt x="80" y="19"/>
                  <a:pt x="80" y="19"/>
                </a:cubicBezTo>
                <a:cubicBezTo>
                  <a:pt x="79" y="21"/>
                  <a:pt x="79" y="21"/>
                  <a:pt x="79" y="21"/>
                </a:cubicBezTo>
                <a:cubicBezTo>
                  <a:pt x="79" y="21"/>
                  <a:pt x="77" y="20"/>
                  <a:pt x="77" y="20"/>
                </a:cubicBezTo>
                <a:cubicBezTo>
                  <a:pt x="76" y="20"/>
                  <a:pt x="75" y="19"/>
                  <a:pt x="75" y="19"/>
                </a:cubicBezTo>
                <a:cubicBezTo>
                  <a:pt x="72" y="20"/>
                  <a:pt x="72" y="20"/>
                  <a:pt x="72" y="20"/>
                </a:cubicBezTo>
                <a:cubicBezTo>
                  <a:pt x="68" y="16"/>
                  <a:pt x="68" y="16"/>
                  <a:pt x="68" y="16"/>
                </a:cubicBezTo>
                <a:cubicBezTo>
                  <a:pt x="65" y="8"/>
                  <a:pt x="65" y="8"/>
                  <a:pt x="65" y="8"/>
                </a:cubicBezTo>
                <a:cubicBezTo>
                  <a:pt x="59" y="8"/>
                  <a:pt x="59" y="8"/>
                  <a:pt x="59" y="8"/>
                </a:cubicBezTo>
                <a:cubicBezTo>
                  <a:pt x="57" y="6"/>
                  <a:pt x="57" y="6"/>
                  <a:pt x="57" y="6"/>
                </a:cubicBezTo>
                <a:cubicBezTo>
                  <a:pt x="52" y="6"/>
                  <a:pt x="52" y="6"/>
                  <a:pt x="52" y="6"/>
                </a:cubicBezTo>
                <a:cubicBezTo>
                  <a:pt x="49" y="10"/>
                  <a:pt x="49" y="10"/>
                  <a:pt x="49" y="10"/>
                </a:cubicBezTo>
                <a:cubicBezTo>
                  <a:pt x="46" y="10"/>
                  <a:pt x="46" y="10"/>
                  <a:pt x="46" y="10"/>
                </a:cubicBezTo>
                <a:cubicBezTo>
                  <a:pt x="44" y="0"/>
                  <a:pt x="44" y="0"/>
                  <a:pt x="44" y="0"/>
                </a:cubicBezTo>
                <a:cubicBezTo>
                  <a:pt x="41" y="1"/>
                  <a:pt x="41" y="1"/>
                  <a:pt x="41" y="1"/>
                </a:cubicBezTo>
                <a:cubicBezTo>
                  <a:pt x="41" y="4"/>
                  <a:pt x="41" y="4"/>
                  <a:pt x="41" y="4"/>
                </a:cubicBezTo>
                <a:cubicBezTo>
                  <a:pt x="37" y="1"/>
                  <a:pt x="37" y="1"/>
                  <a:pt x="37" y="1"/>
                </a:cubicBezTo>
                <a:cubicBezTo>
                  <a:pt x="37" y="7"/>
                  <a:pt x="37" y="7"/>
                  <a:pt x="37" y="7"/>
                </a:cubicBezTo>
                <a:cubicBezTo>
                  <a:pt x="31" y="7"/>
                  <a:pt x="31" y="7"/>
                  <a:pt x="31" y="7"/>
                </a:cubicBezTo>
                <a:cubicBezTo>
                  <a:pt x="28" y="12"/>
                  <a:pt x="28" y="12"/>
                  <a:pt x="28" y="12"/>
                </a:cubicBezTo>
                <a:cubicBezTo>
                  <a:pt x="18" y="5"/>
                  <a:pt x="18" y="5"/>
                  <a:pt x="18" y="5"/>
                </a:cubicBezTo>
                <a:cubicBezTo>
                  <a:pt x="9" y="15"/>
                  <a:pt x="9" y="15"/>
                  <a:pt x="9" y="15"/>
                </a:cubicBezTo>
                <a:cubicBezTo>
                  <a:pt x="9" y="22"/>
                  <a:pt x="9" y="22"/>
                  <a:pt x="9" y="22"/>
                </a:cubicBezTo>
                <a:cubicBezTo>
                  <a:pt x="10" y="25"/>
                  <a:pt x="10" y="25"/>
                  <a:pt x="10" y="25"/>
                </a:cubicBezTo>
                <a:cubicBezTo>
                  <a:pt x="15" y="25"/>
                  <a:pt x="15" y="25"/>
                  <a:pt x="15" y="25"/>
                </a:cubicBezTo>
                <a:cubicBezTo>
                  <a:pt x="13" y="29"/>
                  <a:pt x="13" y="29"/>
                  <a:pt x="13" y="29"/>
                </a:cubicBezTo>
                <a:cubicBezTo>
                  <a:pt x="16" y="32"/>
                  <a:pt x="16" y="32"/>
                  <a:pt x="16" y="32"/>
                </a:cubicBezTo>
                <a:cubicBezTo>
                  <a:pt x="12" y="36"/>
                  <a:pt x="12" y="36"/>
                  <a:pt x="12" y="36"/>
                </a:cubicBezTo>
                <a:cubicBezTo>
                  <a:pt x="18" y="40"/>
                  <a:pt x="18" y="40"/>
                  <a:pt x="18" y="40"/>
                </a:cubicBezTo>
                <a:cubicBezTo>
                  <a:pt x="18" y="44"/>
                  <a:pt x="18" y="44"/>
                  <a:pt x="18" y="44"/>
                </a:cubicBezTo>
                <a:cubicBezTo>
                  <a:pt x="14" y="42"/>
                  <a:pt x="14" y="42"/>
                  <a:pt x="14" y="42"/>
                </a:cubicBezTo>
                <a:cubicBezTo>
                  <a:pt x="7" y="42"/>
                  <a:pt x="7" y="42"/>
                  <a:pt x="7" y="42"/>
                </a:cubicBezTo>
                <a:cubicBezTo>
                  <a:pt x="7" y="47"/>
                  <a:pt x="7" y="47"/>
                  <a:pt x="7" y="47"/>
                </a:cubicBezTo>
                <a:cubicBezTo>
                  <a:pt x="13" y="48"/>
                  <a:pt x="13" y="48"/>
                  <a:pt x="13" y="48"/>
                </a:cubicBezTo>
                <a:cubicBezTo>
                  <a:pt x="13" y="50"/>
                  <a:pt x="13" y="50"/>
                  <a:pt x="13" y="50"/>
                </a:cubicBezTo>
                <a:cubicBezTo>
                  <a:pt x="10" y="51"/>
                  <a:pt x="10" y="51"/>
                  <a:pt x="10" y="51"/>
                </a:cubicBezTo>
                <a:cubicBezTo>
                  <a:pt x="8" y="59"/>
                  <a:pt x="8" y="59"/>
                  <a:pt x="8" y="59"/>
                </a:cubicBezTo>
                <a:cubicBezTo>
                  <a:pt x="3" y="60"/>
                  <a:pt x="3" y="60"/>
                  <a:pt x="3" y="60"/>
                </a:cubicBezTo>
                <a:cubicBezTo>
                  <a:pt x="6" y="70"/>
                  <a:pt x="6" y="70"/>
                  <a:pt x="6" y="70"/>
                </a:cubicBezTo>
                <a:cubicBezTo>
                  <a:pt x="0" y="79"/>
                  <a:pt x="0" y="79"/>
                  <a:pt x="0" y="79"/>
                </a:cubicBezTo>
                <a:cubicBezTo>
                  <a:pt x="7" y="83"/>
                  <a:pt x="7" y="83"/>
                  <a:pt x="7" y="83"/>
                </a:cubicBezTo>
                <a:cubicBezTo>
                  <a:pt x="14" y="83"/>
                  <a:pt x="14" y="83"/>
                  <a:pt x="14" y="83"/>
                </a:cubicBezTo>
                <a:cubicBezTo>
                  <a:pt x="15" y="89"/>
                  <a:pt x="15" y="89"/>
                  <a:pt x="15" y="89"/>
                </a:cubicBezTo>
                <a:cubicBezTo>
                  <a:pt x="22" y="91"/>
                  <a:pt x="22" y="91"/>
                  <a:pt x="22" y="91"/>
                </a:cubicBezTo>
                <a:cubicBezTo>
                  <a:pt x="23" y="101"/>
                  <a:pt x="23" y="101"/>
                  <a:pt x="23" y="101"/>
                </a:cubicBezTo>
                <a:cubicBezTo>
                  <a:pt x="18" y="109"/>
                  <a:pt x="18" y="109"/>
                  <a:pt x="18" y="109"/>
                </a:cubicBezTo>
                <a:cubicBezTo>
                  <a:pt x="21" y="119"/>
                  <a:pt x="21" y="119"/>
                  <a:pt x="21" y="119"/>
                </a:cubicBezTo>
                <a:cubicBezTo>
                  <a:pt x="21" y="120"/>
                  <a:pt x="21" y="120"/>
                  <a:pt x="22" y="120"/>
                </a:cubicBezTo>
                <a:cubicBezTo>
                  <a:pt x="22" y="120"/>
                  <a:pt x="23" y="119"/>
                  <a:pt x="24" y="119"/>
                </a:cubicBezTo>
                <a:cubicBezTo>
                  <a:pt x="29" y="119"/>
                  <a:pt x="34" y="115"/>
                  <a:pt x="38" y="113"/>
                </a:cubicBezTo>
                <a:cubicBezTo>
                  <a:pt x="50" y="109"/>
                  <a:pt x="62" y="104"/>
                  <a:pt x="75" y="106"/>
                </a:cubicBezTo>
                <a:cubicBezTo>
                  <a:pt x="76" y="106"/>
                  <a:pt x="77" y="106"/>
                  <a:pt x="77" y="104"/>
                </a:cubicBezTo>
                <a:cubicBezTo>
                  <a:pt x="78" y="103"/>
                  <a:pt x="79" y="103"/>
                  <a:pt x="80" y="103"/>
                </a:cubicBezTo>
                <a:cubicBezTo>
                  <a:pt x="88" y="102"/>
                  <a:pt x="94" y="108"/>
                  <a:pt x="102" y="106"/>
                </a:cubicBezTo>
                <a:cubicBezTo>
                  <a:pt x="108" y="105"/>
                  <a:pt x="108" y="105"/>
                  <a:pt x="108" y="105"/>
                </a:cubicBezTo>
                <a:cubicBezTo>
                  <a:pt x="109" y="101"/>
                  <a:pt x="109" y="101"/>
                  <a:pt x="109" y="101"/>
                </a:cubicBezTo>
                <a:cubicBezTo>
                  <a:pt x="107" y="95"/>
                  <a:pt x="107" y="95"/>
                  <a:pt x="107" y="95"/>
                </a:cubicBezTo>
                <a:cubicBezTo>
                  <a:pt x="103" y="93"/>
                  <a:pt x="103" y="93"/>
                  <a:pt x="103" y="93"/>
                </a:cubicBezTo>
                <a:cubicBezTo>
                  <a:pt x="99" y="81"/>
                  <a:pt x="99" y="81"/>
                  <a:pt x="99" y="81"/>
                </a:cubicBezTo>
                <a:cubicBezTo>
                  <a:pt x="99" y="73"/>
                  <a:pt x="99" y="73"/>
                  <a:pt x="99" y="73"/>
                </a:cubicBezTo>
                <a:cubicBezTo>
                  <a:pt x="104" y="63"/>
                  <a:pt x="104" y="63"/>
                  <a:pt x="104" y="63"/>
                </a:cubicBezTo>
                <a:cubicBezTo>
                  <a:pt x="107" y="53"/>
                  <a:pt x="107" y="53"/>
                  <a:pt x="107" y="53"/>
                </a:cubicBezTo>
                <a:cubicBezTo>
                  <a:pt x="112" y="47"/>
                  <a:pt x="112" y="47"/>
                  <a:pt x="112" y="47"/>
                </a:cubicBezTo>
                <a:cubicBezTo>
                  <a:pt x="111" y="37"/>
                  <a:pt x="111" y="37"/>
                  <a:pt x="111" y="37"/>
                </a:cubicBezTo>
                <a:cubicBezTo>
                  <a:pt x="107" y="32"/>
                  <a:pt x="107" y="32"/>
                  <a:pt x="107" y="32"/>
                </a:cubicBezTo>
                <a:cubicBezTo>
                  <a:pt x="108" y="28"/>
                  <a:pt x="108" y="28"/>
                  <a:pt x="108" y="28"/>
                </a:cubicBezTo>
                <a:cubicBezTo>
                  <a:pt x="109" y="24"/>
                  <a:pt x="109" y="24"/>
                  <a:pt x="109" y="24"/>
                </a:cubicBezTo>
                <a:cubicBezTo>
                  <a:pt x="109" y="24"/>
                  <a:pt x="109" y="24"/>
                  <a:pt x="109" y="24"/>
                </a:cubicBezTo>
                <a:cubicBezTo>
                  <a:pt x="106" y="24"/>
                  <a:pt x="106" y="24"/>
                  <a:pt x="106" y="24"/>
                </a:cubicBezTo>
                <a:lnTo>
                  <a:pt x="100" y="16"/>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4" name="Freeform 43"/>
          <p:cNvSpPr>
            <a:spLocks noEditPoints="1"/>
          </p:cNvSpPr>
          <p:nvPr/>
        </p:nvSpPr>
        <p:spPr bwMode="auto">
          <a:xfrm>
            <a:off x="6407150" y="3021013"/>
            <a:ext cx="214313" cy="125413"/>
          </a:xfrm>
          <a:custGeom>
            <a:avLst/>
            <a:gdLst>
              <a:gd name="T0" fmla="*/ 234335957 w 56"/>
              <a:gd name="T1" fmla="*/ 447732011 h 33"/>
              <a:gd name="T2" fmla="*/ 205043963 w 56"/>
              <a:gd name="T3" fmla="*/ 462177308 h 33"/>
              <a:gd name="T4" fmla="*/ 190397965 w 56"/>
              <a:gd name="T5" fmla="*/ 447732011 h 33"/>
              <a:gd name="T6" fmla="*/ 219689960 w 56"/>
              <a:gd name="T7" fmla="*/ 433290514 h 33"/>
              <a:gd name="T8" fmla="*/ 234335957 w 56"/>
              <a:gd name="T9" fmla="*/ 447732011 h 33"/>
              <a:gd name="T10" fmla="*/ 263627952 w 56"/>
              <a:gd name="T11" fmla="*/ 72215086 h 33"/>
              <a:gd name="T12" fmla="*/ 14645997 w 56"/>
              <a:gd name="T13" fmla="*/ 86656583 h 33"/>
              <a:gd name="T14" fmla="*/ 0 w 56"/>
              <a:gd name="T15" fmla="*/ 101101880 h 33"/>
              <a:gd name="T16" fmla="*/ 43937992 w 56"/>
              <a:gd name="T17" fmla="*/ 115543377 h 33"/>
              <a:gd name="T18" fmla="*/ 117167979 w 56"/>
              <a:gd name="T19" fmla="*/ 144430171 h 33"/>
              <a:gd name="T20" fmla="*/ 146459973 w 56"/>
              <a:gd name="T21" fmla="*/ 158871668 h 33"/>
              <a:gd name="T22" fmla="*/ 219689960 w 56"/>
              <a:gd name="T23" fmla="*/ 245532051 h 33"/>
              <a:gd name="T24" fmla="*/ 322211941 w 56"/>
              <a:gd name="T25" fmla="*/ 245532051 h 33"/>
              <a:gd name="T26" fmla="*/ 351503936 w 56"/>
              <a:gd name="T27" fmla="*/ 259973548 h 33"/>
              <a:gd name="T28" fmla="*/ 380795931 w 56"/>
              <a:gd name="T29" fmla="*/ 303301840 h 33"/>
              <a:gd name="T30" fmla="*/ 380795931 w 56"/>
              <a:gd name="T31" fmla="*/ 346630131 h 33"/>
              <a:gd name="T32" fmla="*/ 366149933 w 56"/>
              <a:gd name="T33" fmla="*/ 389962223 h 33"/>
              <a:gd name="T34" fmla="*/ 439383747 w 56"/>
              <a:gd name="T35" fmla="*/ 476618805 h 33"/>
              <a:gd name="T36" fmla="*/ 527259731 w 56"/>
              <a:gd name="T37" fmla="*/ 332188634 h 33"/>
              <a:gd name="T38" fmla="*/ 571197723 w 56"/>
              <a:gd name="T39" fmla="*/ 317747137 h 33"/>
              <a:gd name="T40" fmla="*/ 659073707 w 56"/>
              <a:gd name="T41" fmla="*/ 259973548 h 33"/>
              <a:gd name="T42" fmla="*/ 805533681 w 56"/>
              <a:gd name="T43" fmla="*/ 259973548 h 33"/>
              <a:gd name="T44" fmla="*/ 805533681 w 56"/>
              <a:gd name="T45" fmla="*/ 173316966 h 33"/>
              <a:gd name="T46" fmla="*/ 732303694 w 56"/>
              <a:gd name="T47" fmla="*/ 144430171 h 33"/>
              <a:gd name="T48" fmla="*/ 820179678 w 56"/>
              <a:gd name="T49" fmla="*/ 86656583 h 33"/>
              <a:gd name="T50" fmla="*/ 820179678 w 56"/>
              <a:gd name="T51" fmla="*/ 43328291 h 33"/>
              <a:gd name="T52" fmla="*/ 820179678 w 56"/>
              <a:gd name="T53" fmla="*/ 0 h 33"/>
              <a:gd name="T54" fmla="*/ 395441928 w 56"/>
              <a:gd name="T55" fmla="*/ 0 h 33"/>
              <a:gd name="T56" fmla="*/ 263627952 w 56"/>
              <a:gd name="T57" fmla="*/ 7221508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6" h="33">
                <a:moveTo>
                  <a:pt x="16" y="31"/>
                </a:moveTo>
                <a:cubicBezTo>
                  <a:pt x="16" y="32"/>
                  <a:pt x="15" y="32"/>
                  <a:pt x="14" y="32"/>
                </a:cubicBezTo>
                <a:cubicBezTo>
                  <a:pt x="13" y="32"/>
                  <a:pt x="13" y="32"/>
                  <a:pt x="13" y="31"/>
                </a:cubicBezTo>
                <a:cubicBezTo>
                  <a:pt x="13" y="30"/>
                  <a:pt x="14" y="30"/>
                  <a:pt x="15" y="30"/>
                </a:cubicBezTo>
                <a:cubicBezTo>
                  <a:pt x="15" y="30"/>
                  <a:pt x="16" y="31"/>
                  <a:pt x="16" y="31"/>
                </a:cubicBezTo>
                <a:close/>
                <a:moveTo>
                  <a:pt x="18" y="5"/>
                </a:moveTo>
                <a:cubicBezTo>
                  <a:pt x="1" y="6"/>
                  <a:pt x="1" y="6"/>
                  <a:pt x="1" y="6"/>
                </a:cubicBezTo>
                <a:cubicBezTo>
                  <a:pt x="1" y="7"/>
                  <a:pt x="0" y="7"/>
                  <a:pt x="0" y="7"/>
                </a:cubicBezTo>
                <a:cubicBezTo>
                  <a:pt x="1" y="9"/>
                  <a:pt x="2" y="7"/>
                  <a:pt x="3" y="8"/>
                </a:cubicBezTo>
                <a:cubicBezTo>
                  <a:pt x="4" y="9"/>
                  <a:pt x="5" y="12"/>
                  <a:pt x="8" y="10"/>
                </a:cubicBezTo>
                <a:cubicBezTo>
                  <a:pt x="9" y="9"/>
                  <a:pt x="10" y="10"/>
                  <a:pt x="10" y="11"/>
                </a:cubicBezTo>
                <a:cubicBezTo>
                  <a:pt x="10" y="15"/>
                  <a:pt x="11" y="14"/>
                  <a:pt x="15" y="17"/>
                </a:cubicBezTo>
                <a:cubicBezTo>
                  <a:pt x="18" y="20"/>
                  <a:pt x="20" y="18"/>
                  <a:pt x="22" y="17"/>
                </a:cubicBezTo>
                <a:cubicBezTo>
                  <a:pt x="23" y="16"/>
                  <a:pt x="25" y="16"/>
                  <a:pt x="24" y="18"/>
                </a:cubicBezTo>
                <a:cubicBezTo>
                  <a:pt x="23" y="20"/>
                  <a:pt x="24" y="20"/>
                  <a:pt x="26" y="21"/>
                </a:cubicBezTo>
                <a:cubicBezTo>
                  <a:pt x="27" y="22"/>
                  <a:pt x="27" y="23"/>
                  <a:pt x="26" y="24"/>
                </a:cubicBezTo>
                <a:cubicBezTo>
                  <a:pt x="24" y="24"/>
                  <a:pt x="25" y="26"/>
                  <a:pt x="25" y="27"/>
                </a:cubicBezTo>
                <a:cubicBezTo>
                  <a:pt x="25" y="30"/>
                  <a:pt x="28" y="31"/>
                  <a:pt x="30" y="33"/>
                </a:cubicBezTo>
                <a:cubicBezTo>
                  <a:pt x="36" y="23"/>
                  <a:pt x="36" y="23"/>
                  <a:pt x="36" y="23"/>
                </a:cubicBezTo>
                <a:cubicBezTo>
                  <a:pt x="39" y="22"/>
                  <a:pt x="39" y="22"/>
                  <a:pt x="39" y="22"/>
                </a:cubicBezTo>
                <a:cubicBezTo>
                  <a:pt x="45" y="18"/>
                  <a:pt x="45" y="18"/>
                  <a:pt x="45" y="18"/>
                </a:cubicBezTo>
                <a:cubicBezTo>
                  <a:pt x="55" y="18"/>
                  <a:pt x="55" y="18"/>
                  <a:pt x="55" y="18"/>
                </a:cubicBezTo>
                <a:cubicBezTo>
                  <a:pt x="55" y="12"/>
                  <a:pt x="55" y="12"/>
                  <a:pt x="55" y="12"/>
                </a:cubicBezTo>
                <a:cubicBezTo>
                  <a:pt x="50" y="10"/>
                  <a:pt x="50" y="10"/>
                  <a:pt x="50" y="10"/>
                </a:cubicBezTo>
                <a:cubicBezTo>
                  <a:pt x="56" y="6"/>
                  <a:pt x="56" y="6"/>
                  <a:pt x="56" y="6"/>
                </a:cubicBezTo>
                <a:cubicBezTo>
                  <a:pt x="56" y="3"/>
                  <a:pt x="56" y="3"/>
                  <a:pt x="56" y="3"/>
                </a:cubicBezTo>
                <a:cubicBezTo>
                  <a:pt x="56" y="0"/>
                  <a:pt x="56" y="0"/>
                  <a:pt x="56" y="0"/>
                </a:cubicBezTo>
                <a:cubicBezTo>
                  <a:pt x="27" y="0"/>
                  <a:pt x="27" y="0"/>
                  <a:pt x="27" y="0"/>
                </a:cubicBezTo>
                <a:lnTo>
                  <a:pt x="18" y="5"/>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5" name="Freeform 44"/>
          <p:cNvSpPr>
            <a:spLocks/>
          </p:cNvSpPr>
          <p:nvPr/>
        </p:nvSpPr>
        <p:spPr bwMode="auto">
          <a:xfrm>
            <a:off x="6521450" y="3021013"/>
            <a:ext cx="519113" cy="388938"/>
          </a:xfrm>
          <a:custGeom>
            <a:avLst/>
            <a:gdLst>
              <a:gd name="T0" fmla="*/ 1806623933 w 136"/>
              <a:gd name="T1" fmla="*/ 450737198 h 102"/>
              <a:gd name="T2" fmla="*/ 1792054416 w 136"/>
              <a:gd name="T3" fmla="*/ 363496879 h 102"/>
              <a:gd name="T4" fmla="*/ 1660928763 w 136"/>
              <a:gd name="T5" fmla="*/ 232638308 h 102"/>
              <a:gd name="T6" fmla="*/ 1588081177 w 136"/>
              <a:gd name="T7" fmla="*/ 43618253 h 102"/>
              <a:gd name="T8" fmla="*/ 1515233592 w 136"/>
              <a:gd name="T9" fmla="*/ 58157670 h 102"/>
              <a:gd name="T10" fmla="*/ 1456955524 w 136"/>
              <a:gd name="T11" fmla="*/ 130858571 h 102"/>
              <a:gd name="T12" fmla="*/ 1413246972 w 136"/>
              <a:gd name="T13" fmla="*/ 174476824 h 102"/>
              <a:gd name="T14" fmla="*/ 1194704216 w 136"/>
              <a:gd name="T15" fmla="*/ 203559472 h 102"/>
              <a:gd name="T16" fmla="*/ 1107287114 w 136"/>
              <a:gd name="T17" fmla="*/ 116319154 h 102"/>
              <a:gd name="T18" fmla="*/ 947018609 w 136"/>
              <a:gd name="T19" fmla="*/ 145397989 h 102"/>
              <a:gd name="T20" fmla="*/ 786753922 w 136"/>
              <a:gd name="T21" fmla="*/ 72700901 h 102"/>
              <a:gd name="T22" fmla="*/ 597350200 w 136"/>
              <a:gd name="T23" fmla="*/ 29078835 h 102"/>
              <a:gd name="T24" fmla="*/ 524502614 w 136"/>
              <a:gd name="T25" fmla="*/ 0 h 102"/>
              <a:gd name="T26" fmla="*/ 378807444 w 136"/>
              <a:gd name="T27" fmla="*/ 43618253 h 102"/>
              <a:gd name="T28" fmla="*/ 291390341 w 136"/>
              <a:gd name="T29" fmla="*/ 145397989 h 102"/>
              <a:gd name="T30" fmla="*/ 364237927 w 136"/>
              <a:gd name="T31" fmla="*/ 261717143 h 102"/>
              <a:gd name="T32" fmla="*/ 131125654 w 136"/>
              <a:gd name="T33" fmla="*/ 319878626 h 102"/>
              <a:gd name="T34" fmla="*/ 0 w 136"/>
              <a:gd name="T35" fmla="*/ 479816033 h 102"/>
              <a:gd name="T36" fmla="*/ 87417102 w 136"/>
              <a:gd name="T37" fmla="*/ 494355450 h 102"/>
              <a:gd name="T38" fmla="*/ 247681790 w 136"/>
              <a:gd name="T39" fmla="*/ 712454341 h 102"/>
              <a:gd name="T40" fmla="*/ 495363580 w 136"/>
              <a:gd name="T41" fmla="*/ 988710901 h 102"/>
              <a:gd name="T42" fmla="*/ 568211166 w 136"/>
              <a:gd name="T43" fmla="*/ 916010000 h 102"/>
              <a:gd name="T44" fmla="*/ 684767302 w 136"/>
              <a:gd name="T45" fmla="*/ 770612011 h 102"/>
              <a:gd name="T46" fmla="*/ 1194704216 w 136"/>
              <a:gd name="T47" fmla="*/ 974171483 h 102"/>
              <a:gd name="T48" fmla="*/ 1209273734 w 136"/>
              <a:gd name="T49" fmla="*/ 1119569472 h 102"/>
              <a:gd name="T50" fmla="*/ 1267551802 w 136"/>
              <a:gd name="T51" fmla="*/ 1134108890 h 102"/>
              <a:gd name="T52" fmla="*/ 1413246972 w 136"/>
              <a:gd name="T53" fmla="*/ 1119569472 h 102"/>
              <a:gd name="T54" fmla="*/ 1529803109 w 136"/>
              <a:gd name="T55" fmla="*/ 1366747198 h 102"/>
              <a:gd name="T56" fmla="*/ 1573511660 w 136"/>
              <a:gd name="T57" fmla="*/ 1439448099 h 102"/>
              <a:gd name="T58" fmla="*/ 1660928763 w 136"/>
              <a:gd name="T59" fmla="*/ 1468526934 h 102"/>
              <a:gd name="T60" fmla="*/ 1748345865 w 136"/>
              <a:gd name="T61" fmla="*/ 1352207780 h 102"/>
              <a:gd name="T62" fmla="*/ 1835762967 w 136"/>
              <a:gd name="T63" fmla="*/ 1381286615 h 102"/>
              <a:gd name="T64" fmla="*/ 1908610553 w 136"/>
              <a:gd name="T65" fmla="*/ 1250428044 h 102"/>
              <a:gd name="T66" fmla="*/ 1821193450 w 136"/>
              <a:gd name="T67" fmla="*/ 1206809791 h 102"/>
              <a:gd name="T68" fmla="*/ 1923180070 w 136"/>
              <a:gd name="T69" fmla="*/ 1134108890 h 102"/>
              <a:gd name="T70" fmla="*/ 1981458138 w 136"/>
              <a:gd name="T71" fmla="*/ 1105030055 h 102"/>
              <a:gd name="T72" fmla="*/ 1952319104 w 136"/>
              <a:gd name="T73" fmla="*/ 988710901 h 102"/>
              <a:gd name="T74" fmla="*/ 1937749587 w 136"/>
              <a:gd name="T75" fmla="*/ 886931165 h 102"/>
              <a:gd name="T76" fmla="*/ 1850332484 w 136"/>
              <a:gd name="T77" fmla="*/ 843312912 h 102"/>
              <a:gd name="T78" fmla="*/ 1894041036 w 136"/>
              <a:gd name="T79" fmla="*/ 697914923 h 102"/>
              <a:gd name="T80" fmla="*/ 1806623933 w 136"/>
              <a:gd name="T81" fmla="*/ 567056352 h 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6" h="102">
                <a:moveTo>
                  <a:pt x="124" y="39"/>
                </a:moveTo>
                <a:cubicBezTo>
                  <a:pt x="124" y="31"/>
                  <a:pt x="124" y="31"/>
                  <a:pt x="124" y="31"/>
                </a:cubicBezTo>
                <a:cubicBezTo>
                  <a:pt x="117" y="31"/>
                  <a:pt x="117" y="31"/>
                  <a:pt x="117" y="31"/>
                </a:cubicBezTo>
                <a:cubicBezTo>
                  <a:pt x="123" y="25"/>
                  <a:pt x="123" y="25"/>
                  <a:pt x="123" y="25"/>
                </a:cubicBezTo>
                <a:cubicBezTo>
                  <a:pt x="114" y="19"/>
                  <a:pt x="114" y="19"/>
                  <a:pt x="114" y="19"/>
                </a:cubicBezTo>
                <a:cubicBezTo>
                  <a:pt x="114" y="16"/>
                  <a:pt x="114" y="16"/>
                  <a:pt x="114" y="16"/>
                </a:cubicBezTo>
                <a:cubicBezTo>
                  <a:pt x="116" y="14"/>
                  <a:pt x="116" y="14"/>
                  <a:pt x="116" y="14"/>
                </a:cubicBezTo>
                <a:cubicBezTo>
                  <a:pt x="109" y="3"/>
                  <a:pt x="109" y="3"/>
                  <a:pt x="109" y="3"/>
                </a:cubicBezTo>
                <a:cubicBezTo>
                  <a:pt x="104" y="3"/>
                  <a:pt x="104" y="3"/>
                  <a:pt x="104" y="3"/>
                </a:cubicBezTo>
                <a:cubicBezTo>
                  <a:pt x="104" y="4"/>
                  <a:pt x="104" y="4"/>
                  <a:pt x="104" y="4"/>
                </a:cubicBezTo>
                <a:cubicBezTo>
                  <a:pt x="106" y="8"/>
                  <a:pt x="106" y="8"/>
                  <a:pt x="106" y="8"/>
                </a:cubicBezTo>
                <a:cubicBezTo>
                  <a:pt x="100" y="9"/>
                  <a:pt x="100" y="9"/>
                  <a:pt x="100" y="9"/>
                </a:cubicBezTo>
                <a:cubicBezTo>
                  <a:pt x="99" y="12"/>
                  <a:pt x="99" y="12"/>
                  <a:pt x="99" y="12"/>
                </a:cubicBezTo>
                <a:cubicBezTo>
                  <a:pt x="97" y="12"/>
                  <a:pt x="97" y="12"/>
                  <a:pt x="97" y="12"/>
                </a:cubicBezTo>
                <a:cubicBezTo>
                  <a:pt x="87" y="8"/>
                  <a:pt x="87" y="8"/>
                  <a:pt x="87" y="8"/>
                </a:cubicBezTo>
                <a:cubicBezTo>
                  <a:pt x="82" y="14"/>
                  <a:pt x="82" y="14"/>
                  <a:pt x="82" y="14"/>
                </a:cubicBezTo>
                <a:cubicBezTo>
                  <a:pt x="80" y="14"/>
                  <a:pt x="80" y="14"/>
                  <a:pt x="80" y="14"/>
                </a:cubicBezTo>
                <a:cubicBezTo>
                  <a:pt x="76" y="8"/>
                  <a:pt x="76" y="8"/>
                  <a:pt x="76" y="8"/>
                </a:cubicBezTo>
                <a:cubicBezTo>
                  <a:pt x="70" y="13"/>
                  <a:pt x="70" y="13"/>
                  <a:pt x="70" y="13"/>
                </a:cubicBezTo>
                <a:cubicBezTo>
                  <a:pt x="65" y="10"/>
                  <a:pt x="65" y="10"/>
                  <a:pt x="65" y="10"/>
                </a:cubicBezTo>
                <a:cubicBezTo>
                  <a:pt x="67" y="5"/>
                  <a:pt x="67" y="5"/>
                  <a:pt x="67" y="5"/>
                </a:cubicBezTo>
                <a:cubicBezTo>
                  <a:pt x="54" y="5"/>
                  <a:pt x="54" y="5"/>
                  <a:pt x="54" y="5"/>
                </a:cubicBezTo>
                <a:cubicBezTo>
                  <a:pt x="50" y="7"/>
                  <a:pt x="50" y="7"/>
                  <a:pt x="50" y="7"/>
                </a:cubicBezTo>
                <a:cubicBezTo>
                  <a:pt x="41" y="2"/>
                  <a:pt x="41" y="2"/>
                  <a:pt x="41" y="2"/>
                </a:cubicBezTo>
                <a:cubicBezTo>
                  <a:pt x="36" y="4"/>
                  <a:pt x="36" y="4"/>
                  <a:pt x="36" y="4"/>
                </a:cubicBezTo>
                <a:cubicBezTo>
                  <a:pt x="36" y="0"/>
                  <a:pt x="36" y="0"/>
                  <a:pt x="36" y="0"/>
                </a:cubicBezTo>
                <a:cubicBezTo>
                  <a:pt x="26" y="0"/>
                  <a:pt x="26" y="0"/>
                  <a:pt x="26" y="0"/>
                </a:cubicBezTo>
                <a:cubicBezTo>
                  <a:pt x="26" y="3"/>
                  <a:pt x="26" y="3"/>
                  <a:pt x="26" y="3"/>
                </a:cubicBezTo>
                <a:cubicBezTo>
                  <a:pt x="26" y="6"/>
                  <a:pt x="26" y="6"/>
                  <a:pt x="26" y="6"/>
                </a:cubicBezTo>
                <a:cubicBezTo>
                  <a:pt x="20" y="10"/>
                  <a:pt x="20" y="10"/>
                  <a:pt x="20" y="10"/>
                </a:cubicBezTo>
                <a:cubicBezTo>
                  <a:pt x="25" y="12"/>
                  <a:pt x="25" y="12"/>
                  <a:pt x="25" y="12"/>
                </a:cubicBezTo>
                <a:cubicBezTo>
                  <a:pt x="25" y="18"/>
                  <a:pt x="25" y="18"/>
                  <a:pt x="25" y="18"/>
                </a:cubicBezTo>
                <a:cubicBezTo>
                  <a:pt x="15" y="18"/>
                  <a:pt x="15" y="18"/>
                  <a:pt x="15" y="18"/>
                </a:cubicBezTo>
                <a:cubicBezTo>
                  <a:pt x="9" y="22"/>
                  <a:pt x="9" y="22"/>
                  <a:pt x="9" y="22"/>
                </a:cubicBezTo>
                <a:cubicBezTo>
                  <a:pt x="6" y="23"/>
                  <a:pt x="6" y="23"/>
                  <a:pt x="6" y="23"/>
                </a:cubicBezTo>
                <a:cubicBezTo>
                  <a:pt x="0" y="33"/>
                  <a:pt x="0" y="33"/>
                  <a:pt x="0" y="33"/>
                </a:cubicBezTo>
                <a:cubicBezTo>
                  <a:pt x="0" y="34"/>
                  <a:pt x="1" y="34"/>
                  <a:pt x="1" y="35"/>
                </a:cubicBezTo>
                <a:cubicBezTo>
                  <a:pt x="3" y="39"/>
                  <a:pt x="4" y="36"/>
                  <a:pt x="6" y="34"/>
                </a:cubicBezTo>
                <a:cubicBezTo>
                  <a:pt x="6" y="36"/>
                  <a:pt x="7" y="36"/>
                  <a:pt x="7" y="37"/>
                </a:cubicBezTo>
                <a:cubicBezTo>
                  <a:pt x="9" y="42"/>
                  <a:pt x="12" y="47"/>
                  <a:pt x="17" y="49"/>
                </a:cubicBezTo>
                <a:cubicBezTo>
                  <a:pt x="22" y="52"/>
                  <a:pt x="26" y="56"/>
                  <a:pt x="29" y="60"/>
                </a:cubicBezTo>
                <a:cubicBezTo>
                  <a:pt x="31" y="62"/>
                  <a:pt x="34" y="64"/>
                  <a:pt x="34" y="68"/>
                </a:cubicBezTo>
                <a:cubicBezTo>
                  <a:pt x="37" y="67"/>
                  <a:pt x="37" y="67"/>
                  <a:pt x="37" y="67"/>
                </a:cubicBezTo>
                <a:cubicBezTo>
                  <a:pt x="39" y="63"/>
                  <a:pt x="39" y="63"/>
                  <a:pt x="39" y="63"/>
                </a:cubicBezTo>
                <a:cubicBezTo>
                  <a:pt x="44" y="61"/>
                  <a:pt x="44" y="61"/>
                  <a:pt x="44" y="61"/>
                </a:cubicBezTo>
                <a:cubicBezTo>
                  <a:pt x="47" y="53"/>
                  <a:pt x="47" y="53"/>
                  <a:pt x="47" y="53"/>
                </a:cubicBezTo>
                <a:cubicBezTo>
                  <a:pt x="71" y="50"/>
                  <a:pt x="71" y="50"/>
                  <a:pt x="71" y="50"/>
                </a:cubicBezTo>
                <a:cubicBezTo>
                  <a:pt x="82" y="67"/>
                  <a:pt x="82" y="67"/>
                  <a:pt x="82" y="67"/>
                </a:cubicBezTo>
                <a:cubicBezTo>
                  <a:pt x="84" y="74"/>
                  <a:pt x="84" y="74"/>
                  <a:pt x="84" y="74"/>
                </a:cubicBezTo>
                <a:cubicBezTo>
                  <a:pt x="83" y="77"/>
                  <a:pt x="83" y="77"/>
                  <a:pt x="83" y="77"/>
                </a:cubicBezTo>
                <a:cubicBezTo>
                  <a:pt x="80" y="82"/>
                  <a:pt x="80" y="82"/>
                  <a:pt x="80" y="82"/>
                </a:cubicBezTo>
                <a:cubicBezTo>
                  <a:pt x="87" y="78"/>
                  <a:pt x="87" y="78"/>
                  <a:pt x="87" y="78"/>
                </a:cubicBezTo>
                <a:cubicBezTo>
                  <a:pt x="93" y="79"/>
                  <a:pt x="93" y="79"/>
                  <a:pt x="93" y="79"/>
                </a:cubicBezTo>
                <a:cubicBezTo>
                  <a:pt x="97" y="77"/>
                  <a:pt x="97" y="77"/>
                  <a:pt x="97" y="77"/>
                </a:cubicBezTo>
                <a:cubicBezTo>
                  <a:pt x="103" y="80"/>
                  <a:pt x="103" y="80"/>
                  <a:pt x="103" y="80"/>
                </a:cubicBezTo>
                <a:cubicBezTo>
                  <a:pt x="105" y="94"/>
                  <a:pt x="105" y="94"/>
                  <a:pt x="105" y="94"/>
                </a:cubicBezTo>
                <a:cubicBezTo>
                  <a:pt x="103" y="99"/>
                  <a:pt x="103" y="99"/>
                  <a:pt x="103" y="99"/>
                </a:cubicBezTo>
                <a:cubicBezTo>
                  <a:pt x="108" y="99"/>
                  <a:pt x="108" y="99"/>
                  <a:pt x="108" y="99"/>
                </a:cubicBezTo>
                <a:cubicBezTo>
                  <a:pt x="109" y="102"/>
                  <a:pt x="109" y="102"/>
                  <a:pt x="109" y="102"/>
                </a:cubicBezTo>
                <a:cubicBezTo>
                  <a:pt x="114" y="101"/>
                  <a:pt x="114" y="101"/>
                  <a:pt x="114" y="101"/>
                </a:cubicBezTo>
                <a:cubicBezTo>
                  <a:pt x="118" y="93"/>
                  <a:pt x="118" y="93"/>
                  <a:pt x="118" y="93"/>
                </a:cubicBezTo>
                <a:cubicBezTo>
                  <a:pt x="120" y="93"/>
                  <a:pt x="120" y="93"/>
                  <a:pt x="120" y="93"/>
                </a:cubicBezTo>
                <a:cubicBezTo>
                  <a:pt x="121" y="96"/>
                  <a:pt x="121" y="96"/>
                  <a:pt x="121" y="96"/>
                </a:cubicBezTo>
                <a:cubicBezTo>
                  <a:pt x="126" y="95"/>
                  <a:pt x="126" y="95"/>
                  <a:pt x="126" y="95"/>
                </a:cubicBezTo>
                <a:cubicBezTo>
                  <a:pt x="128" y="87"/>
                  <a:pt x="128" y="87"/>
                  <a:pt x="128" y="87"/>
                </a:cubicBezTo>
                <a:cubicBezTo>
                  <a:pt x="131" y="86"/>
                  <a:pt x="131" y="86"/>
                  <a:pt x="131" y="86"/>
                </a:cubicBezTo>
                <a:cubicBezTo>
                  <a:pt x="131" y="84"/>
                  <a:pt x="131" y="84"/>
                  <a:pt x="131" y="84"/>
                </a:cubicBezTo>
                <a:cubicBezTo>
                  <a:pt x="125" y="83"/>
                  <a:pt x="125" y="83"/>
                  <a:pt x="125" y="83"/>
                </a:cubicBezTo>
                <a:cubicBezTo>
                  <a:pt x="125" y="78"/>
                  <a:pt x="125" y="78"/>
                  <a:pt x="125" y="78"/>
                </a:cubicBezTo>
                <a:cubicBezTo>
                  <a:pt x="132" y="78"/>
                  <a:pt x="132" y="78"/>
                  <a:pt x="132" y="78"/>
                </a:cubicBezTo>
                <a:cubicBezTo>
                  <a:pt x="136" y="80"/>
                  <a:pt x="136" y="80"/>
                  <a:pt x="136" y="80"/>
                </a:cubicBezTo>
                <a:cubicBezTo>
                  <a:pt x="136" y="76"/>
                  <a:pt x="136" y="76"/>
                  <a:pt x="136" y="76"/>
                </a:cubicBezTo>
                <a:cubicBezTo>
                  <a:pt x="130" y="72"/>
                  <a:pt x="130" y="72"/>
                  <a:pt x="130" y="72"/>
                </a:cubicBezTo>
                <a:cubicBezTo>
                  <a:pt x="134" y="68"/>
                  <a:pt x="134" y="68"/>
                  <a:pt x="134" y="68"/>
                </a:cubicBezTo>
                <a:cubicBezTo>
                  <a:pt x="131" y="65"/>
                  <a:pt x="131" y="65"/>
                  <a:pt x="131" y="65"/>
                </a:cubicBezTo>
                <a:cubicBezTo>
                  <a:pt x="133" y="61"/>
                  <a:pt x="133" y="61"/>
                  <a:pt x="133" y="61"/>
                </a:cubicBezTo>
                <a:cubicBezTo>
                  <a:pt x="128" y="61"/>
                  <a:pt x="128" y="61"/>
                  <a:pt x="128" y="61"/>
                </a:cubicBezTo>
                <a:cubicBezTo>
                  <a:pt x="127" y="58"/>
                  <a:pt x="127" y="58"/>
                  <a:pt x="127" y="58"/>
                </a:cubicBezTo>
                <a:cubicBezTo>
                  <a:pt x="127" y="51"/>
                  <a:pt x="127" y="51"/>
                  <a:pt x="127" y="51"/>
                </a:cubicBezTo>
                <a:cubicBezTo>
                  <a:pt x="130" y="48"/>
                  <a:pt x="130" y="48"/>
                  <a:pt x="130" y="48"/>
                </a:cubicBezTo>
                <a:cubicBezTo>
                  <a:pt x="130" y="44"/>
                  <a:pt x="130" y="44"/>
                  <a:pt x="130" y="44"/>
                </a:cubicBezTo>
                <a:lnTo>
                  <a:pt x="124" y="39"/>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6" name="Freeform 45"/>
          <p:cNvSpPr>
            <a:spLocks/>
          </p:cNvSpPr>
          <p:nvPr/>
        </p:nvSpPr>
        <p:spPr bwMode="auto">
          <a:xfrm>
            <a:off x="7348538" y="3130550"/>
            <a:ext cx="315913" cy="465138"/>
          </a:xfrm>
          <a:custGeom>
            <a:avLst/>
            <a:gdLst>
              <a:gd name="T0" fmla="*/ 637428698 w 83"/>
              <a:gd name="T1" fmla="*/ 29071125 h 122"/>
              <a:gd name="T2" fmla="*/ 115894397 w 83"/>
              <a:gd name="T3" fmla="*/ 29071125 h 122"/>
              <a:gd name="T4" fmla="*/ 86921749 w 83"/>
              <a:gd name="T5" fmla="*/ 145359438 h 122"/>
              <a:gd name="T6" fmla="*/ 115894397 w 83"/>
              <a:gd name="T7" fmla="*/ 188968031 h 122"/>
              <a:gd name="T8" fmla="*/ 101408073 w 83"/>
              <a:gd name="T9" fmla="*/ 232576625 h 122"/>
              <a:gd name="T10" fmla="*/ 130384527 w 83"/>
              <a:gd name="T11" fmla="*/ 348864938 h 122"/>
              <a:gd name="T12" fmla="*/ 144870851 w 83"/>
              <a:gd name="T13" fmla="*/ 450615782 h 122"/>
              <a:gd name="T14" fmla="*/ 130384527 w 83"/>
              <a:gd name="T15" fmla="*/ 508758032 h 122"/>
              <a:gd name="T16" fmla="*/ 115894397 w 83"/>
              <a:gd name="T17" fmla="*/ 566904094 h 122"/>
              <a:gd name="T18" fmla="*/ 173843498 w 83"/>
              <a:gd name="T19" fmla="*/ 639583813 h 122"/>
              <a:gd name="T20" fmla="*/ 188329822 w 83"/>
              <a:gd name="T21" fmla="*/ 784943251 h 122"/>
              <a:gd name="T22" fmla="*/ 115894397 w 83"/>
              <a:gd name="T23" fmla="*/ 872156626 h 122"/>
              <a:gd name="T24" fmla="*/ 72435425 w 83"/>
              <a:gd name="T25" fmla="*/ 1017516063 h 122"/>
              <a:gd name="T26" fmla="*/ 0 w 83"/>
              <a:gd name="T27" fmla="*/ 1162879313 h 122"/>
              <a:gd name="T28" fmla="*/ 0 w 83"/>
              <a:gd name="T29" fmla="*/ 1279163813 h 122"/>
              <a:gd name="T30" fmla="*/ 57949102 w 83"/>
              <a:gd name="T31" fmla="*/ 1453598189 h 122"/>
              <a:gd name="T32" fmla="*/ 115894397 w 83"/>
              <a:gd name="T33" fmla="*/ 1482669314 h 122"/>
              <a:gd name="T34" fmla="*/ 144870851 w 83"/>
              <a:gd name="T35" fmla="*/ 1569886501 h 122"/>
              <a:gd name="T36" fmla="*/ 130384527 w 83"/>
              <a:gd name="T37" fmla="*/ 1628028751 h 122"/>
              <a:gd name="T38" fmla="*/ 43462778 w 83"/>
              <a:gd name="T39" fmla="*/ 1642566220 h 122"/>
              <a:gd name="T40" fmla="*/ 86921749 w 83"/>
              <a:gd name="T41" fmla="*/ 1657099876 h 122"/>
              <a:gd name="T42" fmla="*/ 202819952 w 83"/>
              <a:gd name="T43" fmla="*/ 1671637345 h 122"/>
              <a:gd name="T44" fmla="*/ 217306276 w 83"/>
              <a:gd name="T45" fmla="*/ 1671637345 h 122"/>
              <a:gd name="T46" fmla="*/ 434608746 w 83"/>
              <a:gd name="T47" fmla="*/ 1700708470 h 122"/>
              <a:gd name="T48" fmla="*/ 564993273 w 83"/>
              <a:gd name="T49" fmla="*/ 1642566220 h 122"/>
              <a:gd name="T50" fmla="*/ 724350447 w 83"/>
              <a:gd name="T51" fmla="*/ 1584420157 h 122"/>
              <a:gd name="T52" fmla="*/ 811272196 w 83"/>
              <a:gd name="T53" fmla="*/ 1540811564 h 122"/>
              <a:gd name="T54" fmla="*/ 1072037444 w 83"/>
              <a:gd name="T55" fmla="*/ 1468131845 h 122"/>
              <a:gd name="T56" fmla="*/ 1101013898 w 83"/>
              <a:gd name="T57" fmla="*/ 1453598189 h 122"/>
              <a:gd name="T58" fmla="*/ 1187935647 w 83"/>
              <a:gd name="T59" fmla="*/ 1395452126 h 122"/>
              <a:gd name="T60" fmla="*/ 1202421971 w 83"/>
              <a:gd name="T61" fmla="*/ 1380918470 h 122"/>
              <a:gd name="T62" fmla="*/ 1014092149 w 83"/>
              <a:gd name="T63" fmla="*/ 1206484095 h 122"/>
              <a:gd name="T64" fmla="*/ 999602019 w 83"/>
              <a:gd name="T65" fmla="*/ 1148341845 h 122"/>
              <a:gd name="T66" fmla="*/ 1014092149 w 83"/>
              <a:gd name="T67" fmla="*/ 1104733251 h 122"/>
              <a:gd name="T68" fmla="*/ 1043064796 w 83"/>
              <a:gd name="T69" fmla="*/ 1032053532 h 122"/>
              <a:gd name="T70" fmla="*/ 999602019 w 83"/>
              <a:gd name="T71" fmla="*/ 959373813 h 122"/>
              <a:gd name="T72" fmla="*/ 1028578472 w 83"/>
              <a:gd name="T73" fmla="*/ 930302688 h 122"/>
              <a:gd name="T74" fmla="*/ 1014092149 w 83"/>
              <a:gd name="T75" fmla="*/ 784943251 h 122"/>
              <a:gd name="T76" fmla="*/ 1057551120 w 83"/>
              <a:gd name="T77" fmla="*/ 755872126 h 122"/>
              <a:gd name="T78" fmla="*/ 956143047 w 83"/>
              <a:gd name="T79" fmla="*/ 639583813 h 122"/>
              <a:gd name="T80" fmla="*/ 999602019 w 83"/>
              <a:gd name="T81" fmla="*/ 610508875 h 122"/>
              <a:gd name="T82" fmla="*/ 1014092149 w 83"/>
              <a:gd name="T83" fmla="*/ 465149438 h 122"/>
              <a:gd name="T84" fmla="*/ 912680269 w 83"/>
              <a:gd name="T85" fmla="*/ 450615782 h 122"/>
              <a:gd name="T86" fmla="*/ 970629371 w 83"/>
              <a:gd name="T87" fmla="*/ 377936063 h 122"/>
              <a:gd name="T88" fmla="*/ 970629371 w 83"/>
              <a:gd name="T89" fmla="*/ 232576625 h 122"/>
              <a:gd name="T90" fmla="*/ 825758520 w 83"/>
              <a:gd name="T91" fmla="*/ 116288313 h 122"/>
              <a:gd name="T92" fmla="*/ 869221298 w 83"/>
              <a:gd name="T93" fmla="*/ 58142250 h 122"/>
              <a:gd name="T94" fmla="*/ 869221298 w 83"/>
              <a:gd name="T95" fmla="*/ 0 h 122"/>
              <a:gd name="T96" fmla="*/ 695377800 w 83"/>
              <a:gd name="T97" fmla="*/ 29071125 h 122"/>
              <a:gd name="T98" fmla="*/ 637428698 w 83"/>
              <a:gd name="T99" fmla="*/ 29071125 h 1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83" h="122">
                <a:moveTo>
                  <a:pt x="44" y="2"/>
                </a:moveTo>
                <a:cubicBezTo>
                  <a:pt x="8" y="2"/>
                  <a:pt x="8" y="2"/>
                  <a:pt x="8" y="2"/>
                </a:cubicBezTo>
                <a:cubicBezTo>
                  <a:pt x="6" y="10"/>
                  <a:pt x="6" y="10"/>
                  <a:pt x="6" y="10"/>
                </a:cubicBezTo>
                <a:cubicBezTo>
                  <a:pt x="8" y="13"/>
                  <a:pt x="8" y="13"/>
                  <a:pt x="8" y="13"/>
                </a:cubicBezTo>
                <a:cubicBezTo>
                  <a:pt x="7" y="16"/>
                  <a:pt x="7" y="16"/>
                  <a:pt x="7" y="16"/>
                </a:cubicBezTo>
                <a:cubicBezTo>
                  <a:pt x="9" y="24"/>
                  <a:pt x="9" y="24"/>
                  <a:pt x="9" y="24"/>
                </a:cubicBezTo>
                <a:cubicBezTo>
                  <a:pt x="10" y="31"/>
                  <a:pt x="10" y="31"/>
                  <a:pt x="10" y="31"/>
                </a:cubicBezTo>
                <a:cubicBezTo>
                  <a:pt x="9" y="35"/>
                  <a:pt x="9" y="35"/>
                  <a:pt x="9" y="35"/>
                </a:cubicBezTo>
                <a:cubicBezTo>
                  <a:pt x="8" y="39"/>
                  <a:pt x="8" y="39"/>
                  <a:pt x="8" y="39"/>
                </a:cubicBezTo>
                <a:cubicBezTo>
                  <a:pt x="12" y="44"/>
                  <a:pt x="12" y="44"/>
                  <a:pt x="12" y="44"/>
                </a:cubicBezTo>
                <a:cubicBezTo>
                  <a:pt x="13" y="54"/>
                  <a:pt x="13" y="54"/>
                  <a:pt x="13" y="54"/>
                </a:cubicBezTo>
                <a:cubicBezTo>
                  <a:pt x="8" y="60"/>
                  <a:pt x="8" y="60"/>
                  <a:pt x="8" y="60"/>
                </a:cubicBezTo>
                <a:cubicBezTo>
                  <a:pt x="5" y="70"/>
                  <a:pt x="5" y="70"/>
                  <a:pt x="5" y="70"/>
                </a:cubicBezTo>
                <a:cubicBezTo>
                  <a:pt x="0" y="80"/>
                  <a:pt x="0" y="80"/>
                  <a:pt x="0" y="80"/>
                </a:cubicBezTo>
                <a:cubicBezTo>
                  <a:pt x="0" y="88"/>
                  <a:pt x="0" y="88"/>
                  <a:pt x="0" y="88"/>
                </a:cubicBezTo>
                <a:cubicBezTo>
                  <a:pt x="4" y="100"/>
                  <a:pt x="4" y="100"/>
                  <a:pt x="4" y="100"/>
                </a:cubicBezTo>
                <a:cubicBezTo>
                  <a:pt x="8" y="102"/>
                  <a:pt x="8" y="102"/>
                  <a:pt x="8" y="102"/>
                </a:cubicBezTo>
                <a:cubicBezTo>
                  <a:pt x="10" y="108"/>
                  <a:pt x="10" y="108"/>
                  <a:pt x="10" y="108"/>
                </a:cubicBezTo>
                <a:cubicBezTo>
                  <a:pt x="9" y="112"/>
                  <a:pt x="9" y="112"/>
                  <a:pt x="9" y="112"/>
                </a:cubicBezTo>
                <a:cubicBezTo>
                  <a:pt x="3" y="113"/>
                  <a:pt x="3" y="113"/>
                  <a:pt x="3" y="113"/>
                </a:cubicBezTo>
                <a:cubicBezTo>
                  <a:pt x="3" y="114"/>
                  <a:pt x="5" y="114"/>
                  <a:pt x="6" y="114"/>
                </a:cubicBezTo>
                <a:cubicBezTo>
                  <a:pt x="9" y="116"/>
                  <a:pt x="11" y="114"/>
                  <a:pt x="14" y="115"/>
                </a:cubicBezTo>
                <a:cubicBezTo>
                  <a:pt x="14" y="115"/>
                  <a:pt x="14" y="115"/>
                  <a:pt x="15" y="115"/>
                </a:cubicBezTo>
                <a:cubicBezTo>
                  <a:pt x="20" y="117"/>
                  <a:pt x="24" y="122"/>
                  <a:pt x="30" y="117"/>
                </a:cubicBezTo>
                <a:cubicBezTo>
                  <a:pt x="32" y="114"/>
                  <a:pt x="37" y="116"/>
                  <a:pt x="39" y="113"/>
                </a:cubicBezTo>
                <a:cubicBezTo>
                  <a:pt x="43" y="112"/>
                  <a:pt x="47" y="112"/>
                  <a:pt x="50" y="109"/>
                </a:cubicBezTo>
                <a:cubicBezTo>
                  <a:pt x="52" y="108"/>
                  <a:pt x="54" y="107"/>
                  <a:pt x="56" y="106"/>
                </a:cubicBezTo>
                <a:cubicBezTo>
                  <a:pt x="62" y="104"/>
                  <a:pt x="67" y="99"/>
                  <a:pt x="74" y="101"/>
                </a:cubicBezTo>
                <a:cubicBezTo>
                  <a:pt x="74" y="102"/>
                  <a:pt x="76" y="101"/>
                  <a:pt x="76" y="100"/>
                </a:cubicBezTo>
                <a:cubicBezTo>
                  <a:pt x="76" y="96"/>
                  <a:pt x="80" y="97"/>
                  <a:pt x="82" y="96"/>
                </a:cubicBezTo>
                <a:cubicBezTo>
                  <a:pt x="83" y="95"/>
                  <a:pt x="83" y="95"/>
                  <a:pt x="83" y="95"/>
                </a:cubicBezTo>
                <a:cubicBezTo>
                  <a:pt x="70" y="83"/>
                  <a:pt x="70" y="83"/>
                  <a:pt x="70" y="83"/>
                </a:cubicBezTo>
                <a:cubicBezTo>
                  <a:pt x="69" y="79"/>
                  <a:pt x="69" y="79"/>
                  <a:pt x="69" y="79"/>
                </a:cubicBezTo>
                <a:cubicBezTo>
                  <a:pt x="69" y="79"/>
                  <a:pt x="70" y="76"/>
                  <a:pt x="70" y="76"/>
                </a:cubicBezTo>
                <a:cubicBezTo>
                  <a:pt x="70" y="75"/>
                  <a:pt x="72" y="71"/>
                  <a:pt x="72" y="71"/>
                </a:cubicBezTo>
                <a:cubicBezTo>
                  <a:pt x="72" y="71"/>
                  <a:pt x="69" y="67"/>
                  <a:pt x="69" y="66"/>
                </a:cubicBezTo>
                <a:cubicBezTo>
                  <a:pt x="69" y="66"/>
                  <a:pt x="71" y="64"/>
                  <a:pt x="71" y="64"/>
                </a:cubicBezTo>
                <a:cubicBezTo>
                  <a:pt x="70" y="54"/>
                  <a:pt x="70" y="54"/>
                  <a:pt x="70" y="54"/>
                </a:cubicBezTo>
                <a:cubicBezTo>
                  <a:pt x="73" y="52"/>
                  <a:pt x="73" y="52"/>
                  <a:pt x="73" y="52"/>
                </a:cubicBezTo>
                <a:cubicBezTo>
                  <a:pt x="66" y="44"/>
                  <a:pt x="66" y="44"/>
                  <a:pt x="66" y="44"/>
                </a:cubicBezTo>
                <a:cubicBezTo>
                  <a:pt x="69" y="42"/>
                  <a:pt x="69" y="42"/>
                  <a:pt x="69" y="42"/>
                </a:cubicBezTo>
                <a:cubicBezTo>
                  <a:pt x="70" y="32"/>
                  <a:pt x="70" y="32"/>
                  <a:pt x="70" y="32"/>
                </a:cubicBezTo>
                <a:cubicBezTo>
                  <a:pt x="70" y="32"/>
                  <a:pt x="63" y="31"/>
                  <a:pt x="63" y="31"/>
                </a:cubicBezTo>
                <a:cubicBezTo>
                  <a:pt x="63" y="30"/>
                  <a:pt x="67" y="26"/>
                  <a:pt x="67" y="26"/>
                </a:cubicBezTo>
                <a:cubicBezTo>
                  <a:pt x="67" y="16"/>
                  <a:pt x="67" y="16"/>
                  <a:pt x="67" y="16"/>
                </a:cubicBezTo>
                <a:cubicBezTo>
                  <a:pt x="67" y="16"/>
                  <a:pt x="57" y="8"/>
                  <a:pt x="57" y="8"/>
                </a:cubicBezTo>
                <a:cubicBezTo>
                  <a:pt x="58" y="8"/>
                  <a:pt x="60" y="4"/>
                  <a:pt x="60" y="4"/>
                </a:cubicBezTo>
                <a:cubicBezTo>
                  <a:pt x="60" y="0"/>
                  <a:pt x="60" y="0"/>
                  <a:pt x="60" y="0"/>
                </a:cubicBezTo>
                <a:cubicBezTo>
                  <a:pt x="48" y="2"/>
                  <a:pt x="48" y="2"/>
                  <a:pt x="48" y="2"/>
                </a:cubicBezTo>
                <a:lnTo>
                  <a:pt x="44" y="2"/>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7" name="Freeform 46"/>
          <p:cNvSpPr>
            <a:spLocks/>
          </p:cNvSpPr>
          <p:nvPr/>
        </p:nvSpPr>
        <p:spPr bwMode="auto">
          <a:xfrm>
            <a:off x="6407150" y="2936875"/>
            <a:ext cx="203200" cy="49213"/>
          </a:xfrm>
          <a:custGeom>
            <a:avLst/>
            <a:gdLst>
              <a:gd name="T0" fmla="*/ 249886158 w 53"/>
              <a:gd name="T1" fmla="*/ 128979702 h 13"/>
              <a:gd name="T2" fmla="*/ 382180860 w 53"/>
              <a:gd name="T3" fmla="*/ 128979702 h 13"/>
              <a:gd name="T4" fmla="*/ 426279094 w 53"/>
              <a:gd name="T5" fmla="*/ 71654128 h 13"/>
              <a:gd name="T6" fmla="*/ 632067019 w 53"/>
              <a:gd name="T7" fmla="*/ 157640596 h 13"/>
              <a:gd name="T8" fmla="*/ 779061132 w 53"/>
              <a:gd name="T9" fmla="*/ 128979702 h 13"/>
              <a:gd name="T10" fmla="*/ 749662309 w 53"/>
              <a:gd name="T11" fmla="*/ 71654128 h 13"/>
              <a:gd name="T12" fmla="*/ 646766430 w 53"/>
              <a:gd name="T13" fmla="*/ 114647362 h 13"/>
              <a:gd name="T14" fmla="*/ 440978506 w 53"/>
              <a:gd name="T15" fmla="*/ 0 h 13"/>
              <a:gd name="T16" fmla="*/ 352782038 w 53"/>
              <a:gd name="T17" fmla="*/ 14332340 h 13"/>
              <a:gd name="T18" fmla="*/ 323383215 w 53"/>
              <a:gd name="T19" fmla="*/ 71654128 h 13"/>
              <a:gd name="T20" fmla="*/ 58797645 w 53"/>
              <a:gd name="T21" fmla="*/ 71654128 h 13"/>
              <a:gd name="T22" fmla="*/ 44098234 w 53"/>
              <a:gd name="T23" fmla="*/ 85986468 h 13"/>
              <a:gd name="T24" fmla="*/ 14699411 w 53"/>
              <a:gd name="T25" fmla="*/ 186301490 h 13"/>
              <a:gd name="T26" fmla="*/ 249886158 w 53"/>
              <a:gd name="T27" fmla="*/ 186301490 h 13"/>
              <a:gd name="T28" fmla="*/ 249886158 w 53"/>
              <a:gd name="T29" fmla="*/ 128979702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3" h="13">
                <a:moveTo>
                  <a:pt x="17" y="9"/>
                </a:moveTo>
                <a:cubicBezTo>
                  <a:pt x="26" y="9"/>
                  <a:pt x="26" y="9"/>
                  <a:pt x="26" y="9"/>
                </a:cubicBezTo>
                <a:cubicBezTo>
                  <a:pt x="29" y="5"/>
                  <a:pt x="29" y="5"/>
                  <a:pt x="29" y="5"/>
                </a:cubicBezTo>
                <a:cubicBezTo>
                  <a:pt x="43" y="11"/>
                  <a:pt x="43" y="11"/>
                  <a:pt x="43" y="11"/>
                </a:cubicBezTo>
                <a:cubicBezTo>
                  <a:pt x="53" y="9"/>
                  <a:pt x="53" y="9"/>
                  <a:pt x="53" y="9"/>
                </a:cubicBezTo>
                <a:cubicBezTo>
                  <a:pt x="51" y="5"/>
                  <a:pt x="51" y="5"/>
                  <a:pt x="51" y="5"/>
                </a:cubicBezTo>
                <a:cubicBezTo>
                  <a:pt x="44" y="8"/>
                  <a:pt x="44" y="8"/>
                  <a:pt x="44" y="8"/>
                </a:cubicBezTo>
                <a:cubicBezTo>
                  <a:pt x="30" y="0"/>
                  <a:pt x="30" y="0"/>
                  <a:pt x="30" y="0"/>
                </a:cubicBezTo>
                <a:cubicBezTo>
                  <a:pt x="24" y="1"/>
                  <a:pt x="24" y="1"/>
                  <a:pt x="24" y="1"/>
                </a:cubicBezTo>
                <a:cubicBezTo>
                  <a:pt x="22" y="5"/>
                  <a:pt x="22" y="5"/>
                  <a:pt x="22" y="5"/>
                </a:cubicBezTo>
                <a:cubicBezTo>
                  <a:pt x="4" y="5"/>
                  <a:pt x="4" y="5"/>
                  <a:pt x="4" y="5"/>
                </a:cubicBezTo>
                <a:cubicBezTo>
                  <a:pt x="4" y="6"/>
                  <a:pt x="3" y="6"/>
                  <a:pt x="3" y="6"/>
                </a:cubicBezTo>
                <a:cubicBezTo>
                  <a:pt x="3" y="9"/>
                  <a:pt x="0" y="10"/>
                  <a:pt x="1" y="13"/>
                </a:cubicBezTo>
                <a:cubicBezTo>
                  <a:pt x="17" y="13"/>
                  <a:pt x="17" y="13"/>
                  <a:pt x="17" y="13"/>
                </a:cubicBezTo>
                <a:lnTo>
                  <a:pt x="17" y="9"/>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8" name="Freeform 47"/>
          <p:cNvSpPr>
            <a:spLocks/>
          </p:cNvSpPr>
          <p:nvPr/>
        </p:nvSpPr>
        <p:spPr bwMode="auto">
          <a:xfrm>
            <a:off x="8208963" y="3752850"/>
            <a:ext cx="381000" cy="438150"/>
          </a:xfrm>
          <a:custGeom>
            <a:avLst/>
            <a:gdLst>
              <a:gd name="T0" fmla="*/ 725805000 w 100"/>
              <a:gd name="T1" fmla="*/ 1625803200 h 115"/>
              <a:gd name="T2" fmla="*/ 754837200 w 100"/>
              <a:gd name="T3" fmla="*/ 1495158300 h 115"/>
              <a:gd name="T4" fmla="*/ 725805000 w 100"/>
              <a:gd name="T5" fmla="*/ 1437093900 h 115"/>
              <a:gd name="T6" fmla="*/ 653224500 w 100"/>
              <a:gd name="T7" fmla="*/ 1248384600 h 115"/>
              <a:gd name="T8" fmla="*/ 769353300 w 100"/>
              <a:gd name="T9" fmla="*/ 1248384600 h 115"/>
              <a:gd name="T10" fmla="*/ 914514300 w 100"/>
              <a:gd name="T11" fmla="*/ 1262900700 h 115"/>
              <a:gd name="T12" fmla="*/ 899998200 w 100"/>
              <a:gd name="T13" fmla="*/ 1117739700 h 115"/>
              <a:gd name="T14" fmla="*/ 1059675300 w 100"/>
              <a:gd name="T15" fmla="*/ 1248384600 h 115"/>
              <a:gd name="T16" fmla="*/ 1248384600 w 100"/>
              <a:gd name="T17" fmla="*/ 1161288000 h 115"/>
              <a:gd name="T18" fmla="*/ 1335481200 w 100"/>
              <a:gd name="T19" fmla="*/ 1277416800 h 115"/>
              <a:gd name="T20" fmla="*/ 1349997300 w 100"/>
              <a:gd name="T21" fmla="*/ 1219352400 h 115"/>
              <a:gd name="T22" fmla="*/ 1451610000 w 100"/>
              <a:gd name="T23" fmla="*/ 1074191400 h 115"/>
              <a:gd name="T24" fmla="*/ 1422577800 w 100"/>
              <a:gd name="T25" fmla="*/ 943546500 h 115"/>
              <a:gd name="T26" fmla="*/ 1451610000 w 100"/>
              <a:gd name="T27" fmla="*/ 798385500 h 115"/>
              <a:gd name="T28" fmla="*/ 1364513400 w 100"/>
              <a:gd name="T29" fmla="*/ 740321100 h 115"/>
              <a:gd name="T30" fmla="*/ 1277416800 w 100"/>
              <a:gd name="T31" fmla="*/ 682256700 h 115"/>
              <a:gd name="T32" fmla="*/ 1306449000 w 100"/>
              <a:gd name="T33" fmla="*/ 508063500 h 115"/>
              <a:gd name="T34" fmla="*/ 1379029500 w 100"/>
              <a:gd name="T35" fmla="*/ 246773700 h 115"/>
              <a:gd name="T36" fmla="*/ 1088707500 w 100"/>
              <a:gd name="T37" fmla="*/ 275805900 h 115"/>
              <a:gd name="T38" fmla="*/ 1074191400 w 100"/>
              <a:gd name="T39" fmla="*/ 203225400 h 115"/>
              <a:gd name="T40" fmla="*/ 1117739700 w 100"/>
              <a:gd name="T41" fmla="*/ 43548300 h 115"/>
              <a:gd name="T42" fmla="*/ 624192300 w 100"/>
              <a:gd name="T43" fmla="*/ 0 h 115"/>
              <a:gd name="T44" fmla="*/ 609676200 w 100"/>
              <a:gd name="T45" fmla="*/ 348386400 h 115"/>
              <a:gd name="T46" fmla="*/ 145161000 w 100"/>
              <a:gd name="T47" fmla="*/ 362902500 h 115"/>
              <a:gd name="T48" fmla="*/ 174193200 w 100"/>
              <a:gd name="T49" fmla="*/ 435483000 h 115"/>
              <a:gd name="T50" fmla="*/ 130644900 w 100"/>
              <a:gd name="T51" fmla="*/ 537095700 h 115"/>
              <a:gd name="T52" fmla="*/ 145161000 w 100"/>
              <a:gd name="T53" fmla="*/ 595160100 h 115"/>
              <a:gd name="T54" fmla="*/ 14516100 w 100"/>
              <a:gd name="T55" fmla="*/ 870966000 h 115"/>
              <a:gd name="T56" fmla="*/ 87096600 w 100"/>
              <a:gd name="T57" fmla="*/ 929030400 h 115"/>
              <a:gd name="T58" fmla="*/ 101612700 w 100"/>
              <a:gd name="T59" fmla="*/ 1161288000 h 115"/>
              <a:gd name="T60" fmla="*/ 362902500 w 100"/>
              <a:gd name="T61" fmla="*/ 1451610000 h 115"/>
              <a:gd name="T62" fmla="*/ 551611800 w 100"/>
              <a:gd name="T63" fmla="*/ 1669351500 h 115"/>
              <a:gd name="T64" fmla="*/ 696772800 w 100"/>
              <a:gd name="T65" fmla="*/ 1625803200 h 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0" h="115">
                <a:moveTo>
                  <a:pt x="48" y="112"/>
                </a:moveTo>
                <a:cubicBezTo>
                  <a:pt x="50" y="112"/>
                  <a:pt x="50" y="112"/>
                  <a:pt x="50" y="112"/>
                </a:cubicBezTo>
                <a:cubicBezTo>
                  <a:pt x="52" y="109"/>
                  <a:pt x="52" y="109"/>
                  <a:pt x="52" y="109"/>
                </a:cubicBezTo>
                <a:cubicBezTo>
                  <a:pt x="52" y="103"/>
                  <a:pt x="52" y="103"/>
                  <a:pt x="52" y="103"/>
                </a:cubicBezTo>
                <a:cubicBezTo>
                  <a:pt x="47" y="101"/>
                  <a:pt x="47" y="101"/>
                  <a:pt x="47" y="101"/>
                </a:cubicBezTo>
                <a:cubicBezTo>
                  <a:pt x="50" y="99"/>
                  <a:pt x="50" y="99"/>
                  <a:pt x="50" y="99"/>
                </a:cubicBezTo>
                <a:cubicBezTo>
                  <a:pt x="45" y="95"/>
                  <a:pt x="45" y="95"/>
                  <a:pt x="45" y="95"/>
                </a:cubicBezTo>
                <a:cubicBezTo>
                  <a:pt x="45" y="86"/>
                  <a:pt x="45" y="86"/>
                  <a:pt x="45" y="86"/>
                </a:cubicBezTo>
                <a:cubicBezTo>
                  <a:pt x="49" y="90"/>
                  <a:pt x="49" y="90"/>
                  <a:pt x="49" y="90"/>
                </a:cubicBezTo>
                <a:cubicBezTo>
                  <a:pt x="53" y="86"/>
                  <a:pt x="53" y="86"/>
                  <a:pt x="53" y="86"/>
                </a:cubicBezTo>
                <a:cubicBezTo>
                  <a:pt x="57" y="86"/>
                  <a:pt x="57" y="86"/>
                  <a:pt x="57" y="86"/>
                </a:cubicBezTo>
                <a:cubicBezTo>
                  <a:pt x="63" y="87"/>
                  <a:pt x="63" y="87"/>
                  <a:pt x="63" y="87"/>
                </a:cubicBezTo>
                <a:cubicBezTo>
                  <a:pt x="63" y="82"/>
                  <a:pt x="63" y="82"/>
                  <a:pt x="63" y="82"/>
                </a:cubicBezTo>
                <a:cubicBezTo>
                  <a:pt x="62" y="77"/>
                  <a:pt x="62" y="77"/>
                  <a:pt x="62" y="77"/>
                </a:cubicBezTo>
                <a:cubicBezTo>
                  <a:pt x="67" y="77"/>
                  <a:pt x="67" y="77"/>
                  <a:pt x="67" y="77"/>
                </a:cubicBezTo>
                <a:cubicBezTo>
                  <a:pt x="73" y="86"/>
                  <a:pt x="73" y="86"/>
                  <a:pt x="73" y="86"/>
                </a:cubicBezTo>
                <a:cubicBezTo>
                  <a:pt x="81" y="88"/>
                  <a:pt x="81" y="88"/>
                  <a:pt x="81" y="88"/>
                </a:cubicBezTo>
                <a:cubicBezTo>
                  <a:pt x="86" y="80"/>
                  <a:pt x="86" y="80"/>
                  <a:pt x="86" y="80"/>
                </a:cubicBezTo>
                <a:cubicBezTo>
                  <a:pt x="89" y="89"/>
                  <a:pt x="89" y="89"/>
                  <a:pt x="89" y="89"/>
                </a:cubicBezTo>
                <a:cubicBezTo>
                  <a:pt x="92" y="88"/>
                  <a:pt x="92" y="88"/>
                  <a:pt x="92" y="88"/>
                </a:cubicBezTo>
                <a:cubicBezTo>
                  <a:pt x="95" y="86"/>
                  <a:pt x="95" y="86"/>
                  <a:pt x="95" y="86"/>
                </a:cubicBezTo>
                <a:cubicBezTo>
                  <a:pt x="95" y="86"/>
                  <a:pt x="93" y="84"/>
                  <a:pt x="93" y="84"/>
                </a:cubicBezTo>
                <a:cubicBezTo>
                  <a:pt x="93" y="83"/>
                  <a:pt x="94" y="82"/>
                  <a:pt x="94" y="82"/>
                </a:cubicBezTo>
                <a:cubicBezTo>
                  <a:pt x="100" y="74"/>
                  <a:pt x="100" y="74"/>
                  <a:pt x="100" y="74"/>
                </a:cubicBezTo>
                <a:cubicBezTo>
                  <a:pt x="100" y="69"/>
                  <a:pt x="100" y="69"/>
                  <a:pt x="100" y="69"/>
                </a:cubicBezTo>
                <a:cubicBezTo>
                  <a:pt x="100" y="69"/>
                  <a:pt x="98" y="65"/>
                  <a:pt x="98" y="65"/>
                </a:cubicBezTo>
                <a:cubicBezTo>
                  <a:pt x="98" y="64"/>
                  <a:pt x="99" y="60"/>
                  <a:pt x="99" y="60"/>
                </a:cubicBezTo>
                <a:cubicBezTo>
                  <a:pt x="99" y="60"/>
                  <a:pt x="100" y="55"/>
                  <a:pt x="100" y="55"/>
                </a:cubicBezTo>
                <a:cubicBezTo>
                  <a:pt x="98" y="51"/>
                  <a:pt x="98" y="51"/>
                  <a:pt x="98" y="51"/>
                </a:cubicBezTo>
                <a:cubicBezTo>
                  <a:pt x="94" y="51"/>
                  <a:pt x="94" y="51"/>
                  <a:pt x="94" y="51"/>
                </a:cubicBezTo>
                <a:cubicBezTo>
                  <a:pt x="93" y="47"/>
                  <a:pt x="93" y="47"/>
                  <a:pt x="93" y="47"/>
                </a:cubicBezTo>
                <a:cubicBezTo>
                  <a:pt x="88" y="47"/>
                  <a:pt x="88" y="47"/>
                  <a:pt x="88" y="47"/>
                </a:cubicBezTo>
                <a:cubicBezTo>
                  <a:pt x="89" y="41"/>
                  <a:pt x="89" y="41"/>
                  <a:pt x="89" y="41"/>
                </a:cubicBezTo>
                <a:cubicBezTo>
                  <a:pt x="90" y="35"/>
                  <a:pt x="90" y="35"/>
                  <a:pt x="90" y="35"/>
                </a:cubicBezTo>
                <a:cubicBezTo>
                  <a:pt x="99" y="27"/>
                  <a:pt x="99" y="27"/>
                  <a:pt x="99" y="27"/>
                </a:cubicBezTo>
                <a:cubicBezTo>
                  <a:pt x="95" y="17"/>
                  <a:pt x="95" y="17"/>
                  <a:pt x="95" y="17"/>
                </a:cubicBezTo>
                <a:cubicBezTo>
                  <a:pt x="75" y="21"/>
                  <a:pt x="75" y="21"/>
                  <a:pt x="75" y="21"/>
                </a:cubicBezTo>
                <a:cubicBezTo>
                  <a:pt x="75" y="19"/>
                  <a:pt x="75" y="19"/>
                  <a:pt x="75" y="19"/>
                </a:cubicBezTo>
                <a:cubicBezTo>
                  <a:pt x="77" y="18"/>
                  <a:pt x="77" y="18"/>
                  <a:pt x="77" y="18"/>
                </a:cubicBezTo>
                <a:cubicBezTo>
                  <a:pt x="74" y="14"/>
                  <a:pt x="74" y="14"/>
                  <a:pt x="74" y="14"/>
                </a:cubicBezTo>
                <a:cubicBezTo>
                  <a:pt x="74" y="8"/>
                  <a:pt x="74" y="8"/>
                  <a:pt x="74" y="8"/>
                </a:cubicBezTo>
                <a:cubicBezTo>
                  <a:pt x="77" y="3"/>
                  <a:pt x="77" y="3"/>
                  <a:pt x="77" y="3"/>
                </a:cubicBezTo>
                <a:cubicBezTo>
                  <a:pt x="75" y="0"/>
                  <a:pt x="75" y="0"/>
                  <a:pt x="75" y="0"/>
                </a:cubicBezTo>
                <a:cubicBezTo>
                  <a:pt x="43" y="0"/>
                  <a:pt x="43" y="0"/>
                  <a:pt x="43" y="0"/>
                </a:cubicBezTo>
                <a:cubicBezTo>
                  <a:pt x="42" y="3"/>
                  <a:pt x="42" y="3"/>
                  <a:pt x="42" y="3"/>
                </a:cubicBezTo>
                <a:cubicBezTo>
                  <a:pt x="42" y="24"/>
                  <a:pt x="42" y="24"/>
                  <a:pt x="42" y="24"/>
                </a:cubicBezTo>
                <a:cubicBezTo>
                  <a:pt x="8" y="24"/>
                  <a:pt x="8" y="24"/>
                  <a:pt x="8" y="24"/>
                </a:cubicBezTo>
                <a:cubicBezTo>
                  <a:pt x="8" y="24"/>
                  <a:pt x="9" y="25"/>
                  <a:pt x="10" y="25"/>
                </a:cubicBezTo>
                <a:cubicBezTo>
                  <a:pt x="10" y="26"/>
                  <a:pt x="11" y="26"/>
                  <a:pt x="12" y="26"/>
                </a:cubicBezTo>
                <a:cubicBezTo>
                  <a:pt x="12" y="27"/>
                  <a:pt x="12" y="29"/>
                  <a:pt x="12" y="30"/>
                </a:cubicBezTo>
                <a:cubicBezTo>
                  <a:pt x="11" y="31"/>
                  <a:pt x="12" y="33"/>
                  <a:pt x="10" y="33"/>
                </a:cubicBezTo>
                <a:cubicBezTo>
                  <a:pt x="5" y="32"/>
                  <a:pt x="8" y="35"/>
                  <a:pt x="9" y="37"/>
                </a:cubicBezTo>
                <a:cubicBezTo>
                  <a:pt x="9" y="39"/>
                  <a:pt x="12" y="40"/>
                  <a:pt x="13" y="41"/>
                </a:cubicBezTo>
                <a:cubicBezTo>
                  <a:pt x="12" y="42"/>
                  <a:pt x="11" y="41"/>
                  <a:pt x="10" y="41"/>
                </a:cubicBezTo>
                <a:cubicBezTo>
                  <a:pt x="8" y="40"/>
                  <a:pt x="7" y="40"/>
                  <a:pt x="7" y="42"/>
                </a:cubicBezTo>
                <a:cubicBezTo>
                  <a:pt x="7" y="49"/>
                  <a:pt x="4" y="54"/>
                  <a:pt x="1" y="60"/>
                </a:cubicBezTo>
                <a:cubicBezTo>
                  <a:pt x="1" y="62"/>
                  <a:pt x="1" y="63"/>
                  <a:pt x="3" y="63"/>
                </a:cubicBezTo>
                <a:cubicBezTo>
                  <a:pt x="4" y="63"/>
                  <a:pt x="6" y="63"/>
                  <a:pt x="6" y="64"/>
                </a:cubicBezTo>
                <a:cubicBezTo>
                  <a:pt x="4" y="66"/>
                  <a:pt x="2" y="64"/>
                  <a:pt x="0" y="65"/>
                </a:cubicBezTo>
                <a:cubicBezTo>
                  <a:pt x="2" y="71"/>
                  <a:pt x="6" y="75"/>
                  <a:pt x="7" y="80"/>
                </a:cubicBezTo>
                <a:cubicBezTo>
                  <a:pt x="8" y="84"/>
                  <a:pt x="12" y="87"/>
                  <a:pt x="15" y="90"/>
                </a:cubicBezTo>
                <a:cubicBezTo>
                  <a:pt x="18" y="94"/>
                  <a:pt x="21" y="97"/>
                  <a:pt x="25" y="100"/>
                </a:cubicBezTo>
                <a:cubicBezTo>
                  <a:pt x="28" y="101"/>
                  <a:pt x="29" y="106"/>
                  <a:pt x="31" y="107"/>
                </a:cubicBezTo>
                <a:cubicBezTo>
                  <a:pt x="34" y="110"/>
                  <a:pt x="36" y="112"/>
                  <a:pt x="38" y="115"/>
                </a:cubicBezTo>
                <a:cubicBezTo>
                  <a:pt x="45" y="106"/>
                  <a:pt x="45" y="106"/>
                  <a:pt x="45" y="106"/>
                </a:cubicBezTo>
                <a:lnTo>
                  <a:pt x="48" y="112"/>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19" name="Freeform 48"/>
          <p:cNvSpPr>
            <a:spLocks/>
          </p:cNvSpPr>
          <p:nvPr/>
        </p:nvSpPr>
        <p:spPr bwMode="auto">
          <a:xfrm>
            <a:off x="9880599" y="2860675"/>
            <a:ext cx="1050925" cy="815975"/>
          </a:xfrm>
          <a:custGeom>
            <a:avLst/>
            <a:gdLst>
              <a:gd name="T0" fmla="*/ 1214715313 w 662"/>
              <a:gd name="T1" fmla="*/ 665321250 h 514"/>
              <a:gd name="T2" fmla="*/ 1076107513 w 662"/>
              <a:gd name="T3" fmla="*/ 483870000 h 514"/>
              <a:gd name="T4" fmla="*/ 1063505938 w 662"/>
              <a:gd name="T5" fmla="*/ 435987825 h 514"/>
              <a:gd name="T6" fmla="*/ 980341575 w 662"/>
              <a:gd name="T7" fmla="*/ 448587813 h 514"/>
              <a:gd name="T8" fmla="*/ 1045865638 w 662"/>
              <a:gd name="T9" fmla="*/ 277217188 h 514"/>
              <a:gd name="T10" fmla="*/ 912296563 w 662"/>
              <a:gd name="T11" fmla="*/ 146169063 h 514"/>
              <a:gd name="T12" fmla="*/ 798890325 w 662"/>
              <a:gd name="T13" fmla="*/ 60483750 h 514"/>
              <a:gd name="T14" fmla="*/ 773688763 w 662"/>
              <a:gd name="T15" fmla="*/ 60483750 h 514"/>
              <a:gd name="T16" fmla="*/ 725805000 w 662"/>
              <a:gd name="T17" fmla="*/ 47883763 h 514"/>
              <a:gd name="T18" fmla="*/ 695563125 w 662"/>
              <a:gd name="T19" fmla="*/ 55443438 h 514"/>
              <a:gd name="T20" fmla="*/ 670361563 w 662"/>
              <a:gd name="T21" fmla="*/ 30241875 h 514"/>
              <a:gd name="T22" fmla="*/ 609877813 w 662"/>
              <a:gd name="T23" fmla="*/ 60483750 h 514"/>
              <a:gd name="T24" fmla="*/ 561995638 w 662"/>
              <a:gd name="T25" fmla="*/ 25201563 h 514"/>
              <a:gd name="T26" fmla="*/ 501511888 w 662"/>
              <a:gd name="T27" fmla="*/ 78125638 h 514"/>
              <a:gd name="T28" fmla="*/ 453628125 w 662"/>
              <a:gd name="T29" fmla="*/ 78125638 h 514"/>
              <a:gd name="T30" fmla="*/ 350302513 w 662"/>
              <a:gd name="T31" fmla="*/ 254536575 h 514"/>
              <a:gd name="T32" fmla="*/ 229335013 w 662"/>
              <a:gd name="T33" fmla="*/ 362902500 h 514"/>
              <a:gd name="T34" fmla="*/ 199093138 w 662"/>
              <a:gd name="T35" fmla="*/ 478829688 h 514"/>
              <a:gd name="T36" fmla="*/ 146169063 w 662"/>
              <a:gd name="T37" fmla="*/ 496471575 h 514"/>
              <a:gd name="T38" fmla="*/ 151209375 w 662"/>
              <a:gd name="T39" fmla="*/ 531753763 h 514"/>
              <a:gd name="T40" fmla="*/ 126007813 w 662"/>
              <a:gd name="T41" fmla="*/ 617439075 h 514"/>
              <a:gd name="T42" fmla="*/ 90725625 w 662"/>
              <a:gd name="T43" fmla="*/ 743446888 h 514"/>
              <a:gd name="T44" fmla="*/ 17641888 w 662"/>
              <a:gd name="T45" fmla="*/ 738406575 h 514"/>
              <a:gd name="T46" fmla="*/ 0 w 662"/>
              <a:gd name="T47" fmla="*/ 798890325 h 514"/>
              <a:gd name="T48" fmla="*/ 138609388 w 662"/>
              <a:gd name="T49" fmla="*/ 889615950 h 514"/>
              <a:gd name="T50" fmla="*/ 224294700 w 662"/>
              <a:gd name="T51" fmla="*/ 955140013 h 514"/>
              <a:gd name="T52" fmla="*/ 259576888 w 662"/>
              <a:gd name="T53" fmla="*/ 1076107513 h 514"/>
              <a:gd name="T54" fmla="*/ 320060638 w 662"/>
              <a:gd name="T55" fmla="*/ 1118949375 h 514"/>
              <a:gd name="T56" fmla="*/ 327620313 w 662"/>
              <a:gd name="T57" fmla="*/ 1154231563 h 514"/>
              <a:gd name="T58" fmla="*/ 441028138 w 662"/>
              <a:gd name="T59" fmla="*/ 1184473438 h 514"/>
              <a:gd name="T60" fmla="*/ 627519700 w 662"/>
              <a:gd name="T61" fmla="*/ 1265118438 h 514"/>
              <a:gd name="T62" fmla="*/ 768648450 w 662"/>
              <a:gd name="T63" fmla="*/ 1239916875 h 514"/>
              <a:gd name="T64" fmla="*/ 912296563 w 662"/>
              <a:gd name="T65" fmla="*/ 1234876563 h 514"/>
              <a:gd name="T66" fmla="*/ 1010583450 w 662"/>
              <a:gd name="T67" fmla="*/ 1204634688 h 514"/>
              <a:gd name="T68" fmla="*/ 1123989688 w 662"/>
              <a:gd name="T69" fmla="*/ 1161792825 h 514"/>
              <a:gd name="T70" fmla="*/ 1340723125 w 662"/>
              <a:gd name="T71" fmla="*/ 1118949375 h 514"/>
              <a:gd name="T72" fmla="*/ 1552416250 w 662"/>
              <a:gd name="T73" fmla="*/ 786288750 h 5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62" h="514">
                <a:moveTo>
                  <a:pt x="616" y="312"/>
                </a:moveTo>
                <a:lnTo>
                  <a:pt x="482" y="264"/>
                </a:lnTo>
                <a:lnTo>
                  <a:pt x="463" y="247"/>
                </a:lnTo>
                <a:lnTo>
                  <a:pt x="427" y="192"/>
                </a:lnTo>
                <a:lnTo>
                  <a:pt x="439" y="175"/>
                </a:lnTo>
                <a:lnTo>
                  <a:pt x="422" y="173"/>
                </a:lnTo>
                <a:lnTo>
                  <a:pt x="405" y="180"/>
                </a:lnTo>
                <a:lnTo>
                  <a:pt x="389" y="178"/>
                </a:lnTo>
                <a:lnTo>
                  <a:pt x="389" y="142"/>
                </a:lnTo>
                <a:lnTo>
                  <a:pt x="415" y="110"/>
                </a:lnTo>
                <a:lnTo>
                  <a:pt x="379" y="67"/>
                </a:lnTo>
                <a:lnTo>
                  <a:pt x="362" y="58"/>
                </a:lnTo>
                <a:lnTo>
                  <a:pt x="345" y="34"/>
                </a:lnTo>
                <a:lnTo>
                  <a:pt x="317" y="24"/>
                </a:lnTo>
                <a:lnTo>
                  <a:pt x="314" y="14"/>
                </a:lnTo>
                <a:lnTo>
                  <a:pt x="307" y="24"/>
                </a:lnTo>
                <a:lnTo>
                  <a:pt x="293" y="14"/>
                </a:lnTo>
                <a:lnTo>
                  <a:pt x="288" y="19"/>
                </a:lnTo>
                <a:lnTo>
                  <a:pt x="283" y="17"/>
                </a:lnTo>
                <a:lnTo>
                  <a:pt x="276" y="22"/>
                </a:lnTo>
                <a:lnTo>
                  <a:pt x="273" y="12"/>
                </a:lnTo>
                <a:lnTo>
                  <a:pt x="266" y="12"/>
                </a:lnTo>
                <a:lnTo>
                  <a:pt x="259" y="19"/>
                </a:lnTo>
                <a:lnTo>
                  <a:pt x="242" y="24"/>
                </a:lnTo>
                <a:lnTo>
                  <a:pt x="233" y="10"/>
                </a:lnTo>
                <a:lnTo>
                  <a:pt x="223" y="10"/>
                </a:lnTo>
                <a:lnTo>
                  <a:pt x="218" y="0"/>
                </a:lnTo>
                <a:lnTo>
                  <a:pt x="199" y="31"/>
                </a:lnTo>
                <a:lnTo>
                  <a:pt x="192" y="19"/>
                </a:lnTo>
                <a:lnTo>
                  <a:pt x="180" y="31"/>
                </a:lnTo>
                <a:lnTo>
                  <a:pt x="156" y="29"/>
                </a:lnTo>
                <a:lnTo>
                  <a:pt x="139" y="101"/>
                </a:lnTo>
                <a:lnTo>
                  <a:pt x="118" y="101"/>
                </a:lnTo>
                <a:lnTo>
                  <a:pt x="91" y="144"/>
                </a:lnTo>
                <a:lnTo>
                  <a:pt x="89" y="182"/>
                </a:lnTo>
                <a:lnTo>
                  <a:pt x="79" y="190"/>
                </a:lnTo>
                <a:lnTo>
                  <a:pt x="72" y="180"/>
                </a:lnTo>
                <a:lnTo>
                  <a:pt x="58" y="197"/>
                </a:lnTo>
                <a:lnTo>
                  <a:pt x="58" y="206"/>
                </a:lnTo>
                <a:lnTo>
                  <a:pt x="60" y="211"/>
                </a:lnTo>
                <a:lnTo>
                  <a:pt x="60" y="218"/>
                </a:lnTo>
                <a:lnTo>
                  <a:pt x="50" y="245"/>
                </a:lnTo>
                <a:lnTo>
                  <a:pt x="50" y="286"/>
                </a:lnTo>
                <a:lnTo>
                  <a:pt x="36" y="295"/>
                </a:lnTo>
                <a:lnTo>
                  <a:pt x="26" y="290"/>
                </a:lnTo>
                <a:lnTo>
                  <a:pt x="7" y="293"/>
                </a:lnTo>
                <a:lnTo>
                  <a:pt x="7" y="305"/>
                </a:lnTo>
                <a:lnTo>
                  <a:pt x="0" y="317"/>
                </a:lnTo>
                <a:lnTo>
                  <a:pt x="38" y="329"/>
                </a:lnTo>
                <a:lnTo>
                  <a:pt x="55" y="353"/>
                </a:lnTo>
                <a:lnTo>
                  <a:pt x="65" y="358"/>
                </a:lnTo>
                <a:lnTo>
                  <a:pt x="89" y="379"/>
                </a:lnTo>
                <a:lnTo>
                  <a:pt x="89" y="401"/>
                </a:lnTo>
                <a:lnTo>
                  <a:pt x="103" y="427"/>
                </a:lnTo>
                <a:lnTo>
                  <a:pt x="127" y="427"/>
                </a:lnTo>
                <a:lnTo>
                  <a:pt x="127" y="444"/>
                </a:lnTo>
                <a:lnTo>
                  <a:pt x="125" y="451"/>
                </a:lnTo>
                <a:lnTo>
                  <a:pt x="130" y="458"/>
                </a:lnTo>
                <a:lnTo>
                  <a:pt x="137" y="468"/>
                </a:lnTo>
                <a:lnTo>
                  <a:pt x="175" y="470"/>
                </a:lnTo>
                <a:lnTo>
                  <a:pt x="228" y="504"/>
                </a:lnTo>
                <a:lnTo>
                  <a:pt x="249" y="502"/>
                </a:lnTo>
                <a:lnTo>
                  <a:pt x="288" y="514"/>
                </a:lnTo>
                <a:lnTo>
                  <a:pt x="305" y="492"/>
                </a:lnTo>
                <a:lnTo>
                  <a:pt x="345" y="475"/>
                </a:lnTo>
                <a:lnTo>
                  <a:pt x="362" y="490"/>
                </a:lnTo>
                <a:lnTo>
                  <a:pt x="393" y="490"/>
                </a:lnTo>
                <a:lnTo>
                  <a:pt x="401" y="478"/>
                </a:lnTo>
                <a:lnTo>
                  <a:pt x="434" y="478"/>
                </a:lnTo>
                <a:lnTo>
                  <a:pt x="446" y="461"/>
                </a:lnTo>
                <a:lnTo>
                  <a:pt x="487" y="444"/>
                </a:lnTo>
                <a:lnTo>
                  <a:pt x="532" y="444"/>
                </a:lnTo>
                <a:lnTo>
                  <a:pt x="662" y="312"/>
                </a:lnTo>
                <a:lnTo>
                  <a:pt x="616" y="312"/>
                </a:lnTo>
                <a:close/>
              </a:path>
            </a:pathLst>
          </a:custGeom>
          <a:solidFill>
            <a:schemeClr val="accent4"/>
          </a:solidFill>
          <a:ln w="7938" cap="rnd">
            <a:solidFill>
              <a:schemeClr val="bg2"/>
            </a:solidFill>
            <a:prstDash val="solid"/>
            <a:round/>
            <a:headEnd/>
            <a:tailEnd/>
          </a:ln>
        </p:spPr>
        <p:txBody>
          <a:bodyPr/>
          <a:lstStyle/>
          <a:p>
            <a:endParaRPr lang="ru-RU"/>
          </a:p>
        </p:txBody>
      </p:sp>
      <p:sp>
        <p:nvSpPr>
          <p:cNvPr id="3120" name="Freeform 49"/>
          <p:cNvSpPr>
            <a:spLocks noEditPoints="1"/>
          </p:cNvSpPr>
          <p:nvPr/>
        </p:nvSpPr>
        <p:spPr bwMode="auto">
          <a:xfrm>
            <a:off x="10120312" y="2635250"/>
            <a:ext cx="468313" cy="407988"/>
          </a:xfrm>
          <a:custGeom>
            <a:avLst/>
            <a:gdLst>
              <a:gd name="T0" fmla="*/ 971262125 w 123"/>
              <a:gd name="T1" fmla="*/ 668783843 h 107"/>
              <a:gd name="T2" fmla="*/ 985760791 w 123"/>
              <a:gd name="T3" fmla="*/ 625167257 h 107"/>
              <a:gd name="T4" fmla="*/ 1043744032 w 123"/>
              <a:gd name="T5" fmla="*/ 668783843 h 107"/>
              <a:gd name="T6" fmla="*/ 1014754315 w 123"/>
              <a:gd name="T7" fmla="*/ 697861568 h 107"/>
              <a:gd name="T8" fmla="*/ 971262125 w 123"/>
              <a:gd name="T9" fmla="*/ 668783843 h 107"/>
              <a:gd name="T10" fmla="*/ 1638101763 w 123"/>
              <a:gd name="T11" fmla="*/ 1352102736 h 107"/>
              <a:gd name="T12" fmla="*/ 1594613380 w 123"/>
              <a:gd name="T13" fmla="*/ 1293951100 h 107"/>
              <a:gd name="T14" fmla="*/ 1478639282 w 123"/>
              <a:gd name="T15" fmla="*/ 1163101342 h 107"/>
              <a:gd name="T16" fmla="*/ 1420652234 w 123"/>
              <a:gd name="T17" fmla="*/ 1119484755 h 107"/>
              <a:gd name="T18" fmla="*/ 1362668992 w 123"/>
              <a:gd name="T19" fmla="*/ 1046790445 h 107"/>
              <a:gd name="T20" fmla="*/ 1232200037 w 123"/>
              <a:gd name="T21" fmla="*/ 945018410 h 107"/>
              <a:gd name="T22" fmla="*/ 1188711654 w 123"/>
              <a:gd name="T23" fmla="*/ 915940686 h 107"/>
              <a:gd name="T24" fmla="*/ 1043744032 w 123"/>
              <a:gd name="T25" fmla="*/ 886862962 h 107"/>
              <a:gd name="T26" fmla="*/ 1000255649 w 123"/>
              <a:gd name="T27" fmla="*/ 785090927 h 107"/>
              <a:gd name="T28" fmla="*/ 956767266 w 123"/>
              <a:gd name="T29" fmla="*/ 741478154 h 107"/>
              <a:gd name="T30" fmla="*/ 942268601 w 123"/>
              <a:gd name="T31" fmla="*/ 785090927 h 107"/>
              <a:gd name="T32" fmla="*/ 927773742 w 123"/>
              <a:gd name="T33" fmla="*/ 814168651 h 107"/>
              <a:gd name="T34" fmla="*/ 898780218 w 123"/>
              <a:gd name="T35" fmla="*/ 785090927 h 107"/>
              <a:gd name="T36" fmla="*/ 811803452 w 123"/>
              <a:gd name="T37" fmla="*/ 625167257 h 107"/>
              <a:gd name="T38" fmla="*/ 782809928 w 123"/>
              <a:gd name="T39" fmla="*/ 581550671 h 107"/>
              <a:gd name="T40" fmla="*/ 710328021 w 123"/>
              <a:gd name="T41" fmla="*/ 247160656 h 107"/>
              <a:gd name="T42" fmla="*/ 579859065 w 123"/>
              <a:gd name="T43" fmla="*/ 0 h 107"/>
              <a:gd name="T44" fmla="*/ 565360399 w 123"/>
              <a:gd name="T45" fmla="*/ 0 h 107"/>
              <a:gd name="T46" fmla="*/ 478383633 w 123"/>
              <a:gd name="T47" fmla="*/ 116310897 h 107"/>
              <a:gd name="T48" fmla="*/ 289927629 w 123"/>
              <a:gd name="T49" fmla="*/ 189005207 h 107"/>
              <a:gd name="T50" fmla="*/ 260937912 w 123"/>
              <a:gd name="T51" fmla="*/ 261695705 h 107"/>
              <a:gd name="T52" fmla="*/ 159462480 w 123"/>
              <a:gd name="T53" fmla="*/ 247160656 h 107"/>
              <a:gd name="T54" fmla="*/ 115970290 w 123"/>
              <a:gd name="T55" fmla="*/ 392545464 h 107"/>
              <a:gd name="T56" fmla="*/ 144963814 w 123"/>
              <a:gd name="T57" fmla="*/ 494317498 h 107"/>
              <a:gd name="T58" fmla="*/ 0 w 123"/>
              <a:gd name="T59" fmla="*/ 785090927 h 107"/>
              <a:gd name="T60" fmla="*/ 28993524 w 123"/>
              <a:gd name="T61" fmla="*/ 1032251583 h 107"/>
              <a:gd name="T62" fmla="*/ 173957339 w 123"/>
              <a:gd name="T63" fmla="*/ 1046790445 h 107"/>
              <a:gd name="T64" fmla="*/ 246439246 w 123"/>
              <a:gd name="T65" fmla="*/ 974096134 h 107"/>
              <a:gd name="T66" fmla="*/ 289927629 w 123"/>
              <a:gd name="T67" fmla="*/ 1046790445 h 107"/>
              <a:gd name="T68" fmla="*/ 405901726 w 123"/>
              <a:gd name="T69" fmla="*/ 857785238 h 107"/>
              <a:gd name="T70" fmla="*/ 434895250 w 123"/>
              <a:gd name="T71" fmla="*/ 915940686 h 107"/>
              <a:gd name="T72" fmla="*/ 492878492 w 123"/>
              <a:gd name="T73" fmla="*/ 915940686 h 107"/>
              <a:gd name="T74" fmla="*/ 550865540 w 123"/>
              <a:gd name="T75" fmla="*/ 1003173859 h 107"/>
              <a:gd name="T76" fmla="*/ 652340972 w 123"/>
              <a:gd name="T77" fmla="*/ 974096134 h 107"/>
              <a:gd name="T78" fmla="*/ 695829355 w 123"/>
              <a:gd name="T79" fmla="*/ 930479548 h 107"/>
              <a:gd name="T80" fmla="*/ 739321545 w 123"/>
              <a:gd name="T81" fmla="*/ 930479548 h 107"/>
              <a:gd name="T82" fmla="*/ 753816403 w 123"/>
              <a:gd name="T83" fmla="*/ 988634996 h 107"/>
              <a:gd name="T84" fmla="*/ 797304786 w 123"/>
              <a:gd name="T85" fmla="*/ 959557272 h 107"/>
              <a:gd name="T86" fmla="*/ 826298311 w 123"/>
              <a:gd name="T87" fmla="*/ 974096134 h 107"/>
              <a:gd name="T88" fmla="*/ 855291835 w 123"/>
              <a:gd name="T89" fmla="*/ 945018410 h 107"/>
              <a:gd name="T90" fmla="*/ 942268601 w 123"/>
              <a:gd name="T91" fmla="*/ 1003173859 h 107"/>
              <a:gd name="T92" fmla="*/ 985760791 w 123"/>
              <a:gd name="T93" fmla="*/ 945018410 h 107"/>
              <a:gd name="T94" fmla="*/ 1000255649 w 123"/>
              <a:gd name="T95" fmla="*/ 1003173859 h 107"/>
              <a:gd name="T96" fmla="*/ 1174212988 w 123"/>
              <a:gd name="T97" fmla="*/ 1061329307 h 107"/>
              <a:gd name="T98" fmla="*/ 1275688419 w 123"/>
              <a:gd name="T99" fmla="*/ 1206717928 h 107"/>
              <a:gd name="T100" fmla="*/ 1377163851 w 123"/>
              <a:gd name="T101" fmla="*/ 1264873376 h 107"/>
              <a:gd name="T102" fmla="*/ 1594613380 w 123"/>
              <a:gd name="T103" fmla="*/ 1526569081 h 107"/>
              <a:gd name="T104" fmla="*/ 1681590145 w 123"/>
              <a:gd name="T105" fmla="*/ 1555646805 h 107"/>
              <a:gd name="T106" fmla="*/ 1783065577 w 123"/>
              <a:gd name="T107" fmla="*/ 1468413633 h 107"/>
              <a:gd name="T108" fmla="*/ 1638101763 w 123"/>
              <a:gd name="T109" fmla="*/ 135210273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3" h="107">
                <a:moveTo>
                  <a:pt x="67" y="46"/>
                </a:moveTo>
                <a:cubicBezTo>
                  <a:pt x="67" y="45"/>
                  <a:pt x="67" y="43"/>
                  <a:pt x="68" y="43"/>
                </a:cubicBezTo>
                <a:cubicBezTo>
                  <a:pt x="70" y="44"/>
                  <a:pt x="71" y="45"/>
                  <a:pt x="72" y="46"/>
                </a:cubicBezTo>
                <a:cubicBezTo>
                  <a:pt x="72" y="48"/>
                  <a:pt x="71" y="48"/>
                  <a:pt x="70" y="48"/>
                </a:cubicBezTo>
                <a:cubicBezTo>
                  <a:pt x="69" y="48"/>
                  <a:pt x="67" y="48"/>
                  <a:pt x="67" y="46"/>
                </a:cubicBezTo>
                <a:close/>
                <a:moveTo>
                  <a:pt x="113" y="93"/>
                </a:moveTo>
                <a:cubicBezTo>
                  <a:pt x="111" y="92"/>
                  <a:pt x="110" y="91"/>
                  <a:pt x="110" y="89"/>
                </a:cubicBezTo>
                <a:cubicBezTo>
                  <a:pt x="109" y="85"/>
                  <a:pt x="105" y="82"/>
                  <a:pt x="102" y="80"/>
                </a:cubicBezTo>
                <a:cubicBezTo>
                  <a:pt x="100" y="79"/>
                  <a:pt x="99" y="78"/>
                  <a:pt x="98" y="77"/>
                </a:cubicBezTo>
                <a:cubicBezTo>
                  <a:pt x="96" y="75"/>
                  <a:pt x="95" y="74"/>
                  <a:pt x="94" y="72"/>
                </a:cubicBezTo>
                <a:cubicBezTo>
                  <a:pt x="92" y="69"/>
                  <a:pt x="90" y="66"/>
                  <a:pt x="85" y="65"/>
                </a:cubicBezTo>
                <a:cubicBezTo>
                  <a:pt x="84" y="65"/>
                  <a:pt x="82" y="64"/>
                  <a:pt x="82" y="63"/>
                </a:cubicBezTo>
                <a:cubicBezTo>
                  <a:pt x="79" y="59"/>
                  <a:pt x="76" y="59"/>
                  <a:pt x="72" y="61"/>
                </a:cubicBezTo>
                <a:cubicBezTo>
                  <a:pt x="71" y="58"/>
                  <a:pt x="69" y="56"/>
                  <a:pt x="69" y="54"/>
                </a:cubicBezTo>
                <a:cubicBezTo>
                  <a:pt x="69" y="52"/>
                  <a:pt x="68" y="51"/>
                  <a:pt x="66" y="51"/>
                </a:cubicBezTo>
                <a:cubicBezTo>
                  <a:pt x="63" y="51"/>
                  <a:pt x="65" y="53"/>
                  <a:pt x="65" y="54"/>
                </a:cubicBezTo>
                <a:cubicBezTo>
                  <a:pt x="65" y="55"/>
                  <a:pt x="65" y="56"/>
                  <a:pt x="64" y="56"/>
                </a:cubicBezTo>
                <a:cubicBezTo>
                  <a:pt x="63" y="56"/>
                  <a:pt x="62" y="55"/>
                  <a:pt x="62" y="54"/>
                </a:cubicBezTo>
                <a:cubicBezTo>
                  <a:pt x="61" y="50"/>
                  <a:pt x="56" y="48"/>
                  <a:pt x="56" y="43"/>
                </a:cubicBezTo>
                <a:cubicBezTo>
                  <a:pt x="55" y="42"/>
                  <a:pt x="54" y="41"/>
                  <a:pt x="54" y="40"/>
                </a:cubicBezTo>
                <a:cubicBezTo>
                  <a:pt x="53" y="32"/>
                  <a:pt x="51" y="25"/>
                  <a:pt x="49" y="17"/>
                </a:cubicBezTo>
                <a:cubicBezTo>
                  <a:pt x="47" y="11"/>
                  <a:pt x="44" y="5"/>
                  <a:pt x="40" y="0"/>
                </a:cubicBezTo>
                <a:cubicBezTo>
                  <a:pt x="40" y="0"/>
                  <a:pt x="39" y="0"/>
                  <a:pt x="39" y="0"/>
                </a:cubicBezTo>
                <a:cubicBezTo>
                  <a:pt x="33" y="8"/>
                  <a:pt x="33" y="8"/>
                  <a:pt x="33" y="8"/>
                </a:cubicBezTo>
                <a:cubicBezTo>
                  <a:pt x="20" y="13"/>
                  <a:pt x="20" y="13"/>
                  <a:pt x="20" y="13"/>
                </a:cubicBezTo>
                <a:cubicBezTo>
                  <a:pt x="18" y="18"/>
                  <a:pt x="18" y="18"/>
                  <a:pt x="18" y="18"/>
                </a:cubicBezTo>
                <a:cubicBezTo>
                  <a:pt x="11" y="17"/>
                  <a:pt x="11" y="17"/>
                  <a:pt x="11" y="17"/>
                </a:cubicBezTo>
                <a:cubicBezTo>
                  <a:pt x="8" y="27"/>
                  <a:pt x="8" y="27"/>
                  <a:pt x="8" y="27"/>
                </a:cubicBezTo>
                <a:cubicBezTo>
                  <a:pt x="10" y="34"/>
                  <a:pt x="10" y="34"/>
                  <a:pt x="10" y="34"/>
                </a:cubicBezTo>
                <a:cubicBezTo>
                  <a:pt x="0" y="54"/>
                  <a:pt x="0" y="54"/>
                  <a:pt x="0" y="54"/>
                </a:cubicBezTo>
                <a:cubicBezTo>
                  <a:pt x="2" y="71"/>
                  <a:pt x="2" y="71"/>
                  <a:pt x="2" y="71"/>
                </a:cubicBezTo>
                <a:cubicBezTo>
                  <a:pt x="12" y="72"/>
                  <a:pt x="12" y="72"/>
                  <a:pt x="12" y="72"/>
                </a:cubicBezTo>
                <a:cubicBezTo>
                  <a:pt x="17" y="67"/>
                  <a:pt x="17" y="67"/>
                  <a:pt x="17" y="67"/>
                </a:cubicBezTo>
                <a:cubicBezTo>
                  <a:pt x="20" y="72"/>
                  <a:pt x="20" y="72"/>
                  <a:pt x="20" y="72"/>
                </a:cubicBezTo>
                <a:cubicBezTo>
                  <a:pt x="28" y="59"/>
                  <a:pt x="28" y="59"/>
                  <a:pt x="28" y="59"/>
                </a:cubicBezTo>
                <a:cubicBezTo>
                  <a:pt x="30" y="63"/>
                  <a:pt x="30" y="63"/>
                  <a:pt x="30" y="63"/>
                </a:cubicBezTo>
                <a:cubicBezTo>
                  <a:pt x="34" y="63"/>
                  <a:pt x="34" y="63"/>
                  <a:pt x="34" y="63"/>
                </a:cubicBezTo>
                <a:cubicBezTo>
                  <a:pt x="38" y="69"/>
                  <a:pt x="38" y="69"/>
                  <a:pt x="38" y="69"/>
                </a:cubicBezTo>
                <a:cubicBezTo>
                  <a:pt x="45" y="67"/>
                  <a:pt x="45" y="67"/>
                  <a:pt x="45" y="67"/>
                </a:cubicBezTo>
                <a:cubicBezTo>
                  <a:pt x="48" y="64"/>
                  <a:pt x="48" y="64"/>
                  <a:pt x="48" y="64"/>
                </a:cubicBezTo>
                <a:cubicBezTo>
                  <a:pt x="51" y="64"/>
                  <a:pt x="51" y="64"/>
                  <a:pt x="51" y="64"/>
                </a:cubicBezTo>
                <a:cubicBezTo>
                  <a:pt x="52" y="68"/>
                  <a:pt x="52" y="68"/>
                  <a:pt x="52" y="68"/>
                </a:cubicBezTo>
                <a:cubicBezTo>
                  <a:pt x="55" y="66"/>
                  <a:pt x="55" y="66"/>
                  <a:pt x="55" y="66"/>
                </a:cubicBezTo>
                <a:cubicBezTo>
                  <a:pt x="57" y="67"/>
                  <a:pt x="57" y="67"/>
                  <a:pt x="57" y="67"/>
                </a:cubicBezTo>
                <a:cubicBezTo>
                  <a:pt x="59" y="65"/>
                  <a:pt x="59" y="65"/>
                  <a:pt x="59" y="65"/>
                </a:cubicBezTo>
                <a:cubicBezTo>
                  <a:pt x="65" y="69"/>
                  <a:pt x="65" y="69"/>
                  <a:pt x="65" y="69"/>
                </a:cubicBezTo>
                <a:cubicBezTo>
                  <a:pt x="68" y="65"/>
                  <a:pt x="68" y="65"/>
                  <a:pt x="68" y="65"/>
                </a:cubicBezTo>
                <a:cubicBezTo>
                  <a:pt x="69" y="69"/>
                  <a:pt x="69" y="69"/>
                  <a:pt x="69" y="69"/>
                </a:cubicBezTo>
                <a:cubicBezTo>
                  <a:pt x="81" y="73"/>
                  <a:pt x="81" y="73"/>
                  <a:pt x="81" y="73"/>
                </a:cubicBezTo>
                <a:cubicBezTo>
                  <a:pt x="88" y="83"/>
                  <a:pt x="88" y="83"/>
                  <a:pt x="88" y="83"/>
                </a:cubicBezTo>
                <a:cubicBezTo>
                  <a:pt x="95" y="87"/>
                  <a:pt x="95" y="87"/>
                  <a:pt x="95" y="87"/>
                </a:cubicBezTo>
                <a:cubicBezTo>
                  <a:pt x="110" y="105"/>
                  <a:pt x="110" y="105"/>
                  <a:pt x="110" y="105"/>
                </a:cubicBezTo>
                <a:cubicBezTo>
                  <a:pt x="116" y="107"/>
                  <a:pt x="116" y="107"/>
                  <a:pt x="116" y="107"/>
                </a:cubicBezTo>
                <a:cubicBezTo>
                  <a:pt x="123" y="101"/>
                  <a:pt x="123" y="101"/>
                  <a:pt x="123" y="101"/>
                </a:cubicBezTo>
                <a:cubicBezTo>
                  <a:pt x="120" y="98"/>
                  <a:pt x="117" y="95"/>
                  <a:pt x="113" y="93"/>
                </a:cubicBezTo>
                <a:close/>
              </a:path>
            </a:pathLst>
          </a:custGeom>
          <a:solidFill>
            <a:schemeClr val="accent3"/>
          </a:solidFill>
          <a:ln w="7938" cap="rnd">
            <a:solidFill>
              <a:schemeClr val="bg2"/>
            </a:solidFill>
            <a:prstDash val="solid"/>
            <a:round/>
            <a:headEnd/>
            <a:tailEnd/>
          </a:ln>
        </p:spPr>
        <p:txBody>
          <a:bodyPr/>
          <a:lstStyle/>
          <a:p>
            <a:endParaRPr lang="ru-RU"/>
          </a:p>
        </p:txBody>
      </p:sp>
      <p:sp>
        <p:nvSpPr>
          <p:cNvPr id="3121" name="Freeform 50"/>
          <p:cNvSpPr>
            <a:spLocks noEditPoints="1"/>
          </p:cNvSpPr>
          <p:nvPr/>
        </p:nvSpPr>
        <p:spPr bwMode="auto">
          <a:xfrm>
            <a:off x="8174038" y="3657600"/>
            <a:ext cx="195263" cy="185738"/>
          </a:xfrm>
          <a:custGeom>
            <a:avLst/>
            <a:gdLst>
              <a:gd name="T0" fmla="*/ 117268832 w 51"/>
              <a:gd name="T1" fmla="*/ 43106378 h 49"/>
              <a:gd name="T2" fmla="*/ 43976291 w 51"/>
              <a:gd name="T3" fmla="*/ 143685401 h 49"/>
              <a:gd name="T4" fmla="*/ 0 w 51"/>
              <a:gd name="T5" fmla="*/ 100579022 h 49"/>
              <a:gd name="T6" fmla="*/ 87952581 w 51"/>
              <a:gd name="T7" fmla="*/ 14370056 h 49"/>
              <a:gd name="T8" fmla="*/ 117268832 w 51"/>
              <a:gd name="T9" fmla="*/ 43106378 h 49"/>
              <a:gd name="T10" fmla="*/ 351810324 w 51"/>
              <a:gd name="T11" fmla="*/ 359209711 h 49"/>
              <a:gd name="T12" fmla="*/ 351810324 w 51"/>
              <a:gd name="T13" fmla="*/ 402316089 h 49"/>
              <a:gd name="T14" fmla="*/ 293177823 w 51"/>
              <a:gd name="T15" fmla="*/ 574737812 h 49"/>
              <a:gd name="T16" fmla="*/ 249201532 w 51"/>
              <a:gd name="T17" fmla="*/ 660946778 h 49"/>
              <a:gd name="T18" fmla="*/ 249201532 w 51"/>
              <a:gd name="T19" fmla="*/ 704053156 h 49"/>
              <a:gd name="T20" fmla="*/ 747600768 w 51"/>
              <a:gd name="T21" fmla="*/ 704053156 h 49"/>
              <a:gd name="T22" fmla="*/ 747600768 w 51"/>
              <a:gd name="T23" fmla="*/ 402316089 h 49"/>
              <a:gd name="T24" fmla="*/ 381130404 w 51"/>
              <a:gd name="T25" fmla="*/ 402316089 h 49"/>
              <a:gd name="T26" fmla="*/ 351810324 w 51"/>
              <a:gd name="T27" fmla="*/ 359209711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1" h="49">
                <a:moveTo>
                  <a:pt x="8" y="3"/>
                </a:moveTo>
                <a:cubicBezTo>
                  <a:pt x="6" y="5"/>
                  <a:pt x="7" y="9"/>
                  <a:pt x="3" y="10"/>
                </a:cubicBezTo>
                <a:cubicBezTo>
                  <a:pt x="1" y="11"/>
                  <a:pt x="0" y="9"/>
                  <a:pt x="0" y="7"/>
                </a:cubicBezTo>
                <a:cubicBezTo>
                  <a:pt x="1" y="5"/>
                  <a:pt x="2" y="2"/>
                  <a:pt x="6" y="1"/>
                </a:cubicBezTo>
                <a:cubicBezTo>
                  <a:pt x="7" y="0"/>
                  <a:pt x="8" y="1"/>
                  <a:pt x="8" y="3"/>
                </a:cubicBezTo>
                <a:close/>
                <a:moveTo>
                  <a:pt x="24" y="25"/>
                </a:moveTo>
                <a:cubicBezTo>
                  <a:pt x="23" y="26"/>
                  <a:pt x="24" y="27"/>
                  <a:pt x="24" y="28"/>
                </a:cubicBezTo>
                <a:cubicBezTo>
                  <a:pt x="25" y="32"/>
                  <a:pt x="24" y="37"/>
                  <a:pt x="20" y="40"/>
                </a:cubicBezTo>
                <a:cubicBezTo>
                  <a:pt x="19" y="42"/>
                  <a:pt x="18" y="44"/>
                  <a:pt x="17" y="46"/>
                </a:cubicBezTo>
                <a:cubicBezTo>
                  <a:pt x="16" y="48"/>
                  <a:pt x="16" y="48"/>
                  <a:pt x="17" y="49"/>
                </a:cubicBezTo>
                <a:cubicBezTo>
                  <a:pt x="51" y="49"/>
                  <a:pt x="51" y="49"/>
                  <a:pt x="51" y="49"/>
                </a:cubicBezTo>
                <a:cubicBezTo>
                  <a:pt x="51" y="28"/>
                  <a:pt x="51" y="28"/>
                  <a:pt x="51" y="28"/>
                </a:cubicBezTo>
                <a:cubicBezTo>
                  <a:pt x="26" y="28"/>
                  <a:pt x="26" y="28"/>
                  <a:pt x="26" y="28"/>
                </a:cubicBezTo>
                <a:lnTo>
                  <a:pt x="24" y="25"/>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22" name="Freeform 51"/>
          <p:cNvSpPr>
            <a:spLocks noEditPoints="1"/>
          </p:cNvSpPr>
          <p:nvPr/>
        </p:nvSpPr>
        <p:spPr bwMode="auto">
          <a:xfrm>
            <a:off x="9297987" y="1581150"/>
            <a:ext cx="860425" cy="776288"/>
          </a:xfrm>
          <a:custGeom>
            <a:avLst/>
            <a:gdLst>
              <a:gd name="T0" fmla="*/ 2147483646 w 226"/>
              <a:gd name="T1" fmla="*/ 2147483646 h 204"/>
              <a:gd name="T2" fmla="*/ 2147483646 w 226"/>
              <a:gd name="T3" fmla="*/ 2147483646 h 204"/>
              <a:gd name="T4" fmla="*/ 2147483646 w 226"/>
              <a:gd name="T5" fmla="*/ 2147483646 h 204"/>
              <a:gd name="T6" fmla="*/ 2147483646 w 226"/>
              <a:gd name="T7" fmla="*/ 2147483646 h 204"/>
              <a:gd name="T8" fmla="*/ 2147483646 w 226"/>
              <a:gd name="T9" fmla="*/ 2147483646 h 204"/>
              <a:gd name="T10" fmla="*/ 2147483646 w 226"/>
              <a:gd name="T11" fmla="*/ 2147483646 h 204"/>
              <a:gd name="T12" fmla="*/ 2147483646 w 226"/>
              <a:gd name="T13" fmla="*/ 2147483646 h 204"/>
              <a:gd name="T14" fmla="*/ 2147483646 w 226"/>
              <a:gd name="T15" fmla="*/ 2147483646 h 204"/>
              <a:gd name="T16" fmla="*/ 2147483646 w 226"/>
              <a:gd name="T17" fmla="*/ 2147483646 h 204"/>
              <a:gd name="T18" fmla="*/ 2147483646 w 226"/>
              <a:gd name="T19" fmla="*/ 2147483646 h 204"/>
              <a:gd name="T20" fmla="*/ 2147483646 w 226"/>
              <a:gd name="T21" fmla="*/ 2147483646 h 204"/>
              <a:gd name="T22" fmla="*/ 2147483646 w 226"/>
              <a:gd name="T23" fmla="*/ 2147483646 h 204"/>
              <a:gd name="T24" fmla="*/ 2147483646 w 226"/>
              <a:gd name="T25" fmla="*/ 2147483646 h 204"/>
              <a:gd name="T26" fmla="*/ 2147483646 w 226"/>
              <a:gd name="T27" fmla="*/ 1925913448 h 204"/>
              <a:gd name="T28" fmla="*/ 2147483646 w 226"/>
              <a:gd name="T29" fmla="*/ 1404613224 h 204"/>
              <a:gd name="T30" fmla="*/ 2147483646 w 226"/>
              <a:gd name="T31" fmla="*/ 1115004525 h 204"/>
              <a:gd name="T32" fmla="*/ 2087234955 w 226"/>
              <a:gd name="T33" fmla="*/ 666104573 h 204"/>
              <a:gd name="T34" fmla="*/ 2147483646 w 226"/>
              <a:gd name="T35" fmla="*/ 637145987 h 204"/>
              <a:gd name="T36" fmla="*/ 2147483646 w 226"/>
              <a:gd name="T37" fmla="*/ 781950336 h 204"/>
              <a:gd name="T38" fmla="*/ 2147483646 w 226"/>
              <a:gd name="T39" fmla="*/ 1013638056 h 204"/>
              <a:gd name="T40" fmla="*/ 2147483646 w 226"/>
              <a:gd name="T41" fmla="*/ 1158446211 h 204"/>
              <a:gd name="T42" fmla="*/ 2147483646 w 226"/>
              <a:gd name="T43" fmla="*/ 883313000 h 204"/>
              <a:gd name="T44" fmla="*/ 2147483646 w 226"/>
              <a:gd name="T45" fmla="*/ 695066965 h 204"/>
              <a:gd name="T46" fmla="*/ 2147483646 w 226"/>
              <a:gd name="T47" fmla="*/ 173766741 h 204"/>
              <a:gd name="T48" fmla="*/ 2116226709 w 226"/>
              <a:gd name="T49" fmla="*/ 188246035 h 204"/>
              <a:gd name="T50" fmla="*/ 1884311714 w 226"/>
              <a:gd name="T51" fmla="*/ 72404077 h 204"/>
              <a:gd name="T52" fmla="*/ 1695878639 w 226"/>
              <a:gd name="T53" fmla="*/ 86883371 h 204"/>
              <a:gd name="T54" fmla="*/ 1434975697 w 226"/>
              <a:gd name="T55" fmla="*/ 159287448 h 204"/>
              <a:gd name="T56" fmla="*/ 1290028350 w 226"/>
              <a:gd name="T57" fmla="*/ 246170819 h 204"/>
              <a:gd name="T58" fmla="*/ 956651734 w 226"/>
              <a:gd name="T59" fmla="*/ 188246035 h 204"/>
              <a:gd name="T60" fmla="*/ 768218659 w 226"/>
              <a:gd name="T61" fmla="*/ 144804349 h 204"/>
              <a:gd name="T62" fmla="*/ 492817937 w 226"/>
              <a:gd name="T63" fmla="*/ 57920979 h 204"/>
              <a:gd name="T64" fmla="*/ 159441321 w 226"/>
              <a:gd name="T65" fmla="*/ 14479293 h 204"/>
              <a:gd name="T66" fmla="*/ 57979701 w 226"/>
              <a:gd name="T67" fmla="*/ 72404077 h 204"/>
              <a:gd name="T68" fmla="*/ 0 w 226"/>
              <a:gd name="T69" fmla="*/ 448896147 h 204"/>
              <a:gd name="T70" fmla="*/ 101461621 w 226"/>
              <a:gd name="T71" fmla="*/ 2147483646 h 204"/>
              <a:gd name="T72" fmla="*/ 1797344067 w 226"/>
              <a:gd name="T73" fmla="*/ 2147483646 h 204"/>
              <a:gd name="T74" fmla="*/ 2147483646 w 226"/>
              <a:gd name="T75" fmla="*/ 2147483646 h 204"/>
              <a:gd name="T76" fmla="*/ 2147483646 w 226"/>
              <a:gd name="T77" fmla="*/ 2147483646 h 2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26" h="204">
                <a:moveTo>
                  <a:pt x="156" y="198"/>
                </a:moveTo>
                <a:cubicBezTo>
                  <a:pt x="174" y="198"/>
                  <a:pt x="174" y="198"/>
                  <a:pt x="174" y="198"/>
                </a:cubicBezTo>
                <a:cubicBezTo>
                  <a:pt x="169" y="204"/>
                  <a:pt x="169" y="204"/>
                  <a:pt x="169" y="204"/>
                </a:cubicBezTo>
                <a:cubicBezTo>
                  <a:pt x="164" y="204"/>
                  <a:pt x="164" y="204"/>
                  <a:pt x="164" y="204"/>
                </a:cubicBezTo>
                <a:lnTo>
                  <a:pt x="156" y="198"/>
                </a:lnTo>
                <a:close/>
                <a:moveTo>
                  <a:pt x="225" y="198"/>
                </a:moveTo>
                <a:cubicBezTo>
                  <a:pt x="221" y="194"/>
                  <a:pt x="216" y="193"/>
                  <a:pt x="213" y="187"/>
                </a:cubicBezTo>
                <a:cubicBezTo>
                  <a:pt x="213" y="186"/>
                  <a:pt x="211" y="186"/>
                  <a:pt x="210" y="186"/>
                </a:cubicBezTo>
                <a:cubicBezTo>
                  <a:pt x="206" y="186"/>
                  <a:pt x="204" y="183"/>
                  <a:pt x="203" y="179"/>
                </a:cubicBezTo>
                <a:cubicBezTo>
                  <a:pt x="203" y="178"/>
                  <a:pt x="203" y="177"/>
                  <a:pt x="202" y="176"/>
                </a:cubicBezTo>
                <a:cubicBezTo>
                  <a:pt x="194" y="183"/>
                  <a:pt x="194" y="183"/>
                  <a:pt x="194" y="183"/>
                </a:cubicBezTo>
                <a:cubicBezTo>
                  <a:pt x="189" y="181"/>
                  <a:pt x="189" y="181"/>
                  <a:pt x="189" y="181"/>
                </a:cubicBezTo>
                <a:cubicBezTo>
                  <a:pt x="184" y="192"/>
                  <a:pt x="184" y="192"/>
                  <a:pt x="184" y="192"/>
                </a:cubicBezTo>
                <a:cubicBezTo>
                  <a:pt x="177" y="193"/>
                  <a:pt x="177" y="193"/>
                  <a:pt x="177" y="193"/>
                </a:cubicBezTo>
                <a:cubicBezTo>
                  <a:pt x="174" y="196"/>
                  <a:pt x="174" y="196"/>
                  <a:pt x="174" y="196"/>
                </a:cubicBezTo>
                <a:cubicBezTo>
                  <a:pt x="174" y="198"/>
                  <a:pt x="174" y="198"/>
                  <a:pt x="174" y="198"/>
                </a:cubicBezTo>
                <a:cubicBezTo>
                  <a:pt x="226" y="198"/>
                  <a:pt x="226" y="198"/>
                  <a:pt x="226" y="198"/>
                </a:cubicBezTo>
                <a:cubicBezTo>
                  <a:pt x="226" y="198"/>
                  <a:pt x="225" y="198"/>
                  <a:pt x="225" y="198"/>
                </a:cubicBezTo>
                <a:close/>
                <a:moveTo>
                  <a:pt x="177" y="193"/>
                </a:moveTo>
                <a:cubicBezTo>
                  <a:pt x="184" y="192"/>
                  <a:pt x="184" y="192"/>
                  <a:pt x="184" y="192"/>
                </a:cubicBezTo>
                <a:cubicBezTo>
                  <a:pt x="189" y="181"/>
                  <a:pt x="189" y="181"/>
                  <a:pt x="189" y="181"/>
                </a:cubicBezTo>
                <a:cubicBezTo>
                  <a:pt x="194" y="183"/>
                  <a:pt x="194" y="183"/>
                  <a:pt x="194" y="183"/>
                </a:cubicBezTo>
                <a:cubicBezTo>
                  <a:pt x="202" y="176"/>
                  <a:pt x="202" y="176"/>
                  <a:pt x="202" y="176"/>
                </a:cubicBezTo>
                <a:cubicBezTo>
                  <a:pt x="202" y="174"/>
                  <a:pt x="202" y="173"/>
                  <a:pt x="201" y="171"/>
                </a:cubicBezTo>
                <a:cubicBezTo>
                  <a:pt x="199" y="167"/>
                  <a:pt x="201" y="163"/>
                  <a:pt x="205" y="161"/>
                </a:cubicBezTo>
                <a:cubicBezTo>
                  <a:pt x="203" y="160"/>
                  <a:pt x="202" y="158"/>
                  <a:pt x="200" y="157"/>
                </a:cubicBezTo>
                <a:cubicBezTo>
                  <a:pt x="198" y="155"/>
                  <a:pt x="194" y="152"/>
                  <a:pt x="194" y="149"/>
                </a:cubicBezTo>
                <a:cubicBezTo>
                  <a:pt x="193" y="143"/>
                  <a:pt x="190" y="138"/>
                  <a:pt x="188" y="133"/>
                </a:cubicBezTo>
                <a:cubicBezTo>
                  <a:pt x="186" y="129"/>
                  <a:pt x="182" y="124"/>
                  <a:pt x="180" y="120"/>
                </a:cubicBezTo>
                <a:cubicBezTo>
                  <a:pt x="176" y="112"/>
                  <a:pt x="172" y="105"/>
                  <a:pt x="170" y="97"/>
                </a:cubicBezTo>
                <a:cubicBezTo>
                  <a:pt x="169" y="92"/>
                  <a:pt x="165" y="89"/>
                  <a:pt x="165" y="84"/>
                </a:cubicBezTo>
                <a:cubicBezTo>
                  <a:pt x="165" y="81"/>
                  <a:pt x="164" y="79"/>
                  <a:pt x="162" y="77"/>
                </a:cubicBezTo>
                <a:cubicBezTo>
                  <a:pt x="157" y="73"/>
                  <a:pt x="154" y="68"/>
                  <a:pt x="151" y="62"/>
                </a:cubicBezTo>
                <a:cubicBezTo>
                  <a:pt x="148" y="57"/>
                  <a:pt x="149" y="51"/>
                  <a:pt x="144" y="46"/>
                </a:cubicBezTo>
                <a:cubicBezTo>
                  <a:pt x="143" y="44"/>
                  <a:pt x="143" y="41"/>
                  <a:pt x="146" y="40"/>
                </a:cubicBezTo>
                <a:cubicBezTo>
                  <a:pt x="149" y="39"/>
                  <a:pt x="149" y="42"/>
                  <a:pt x="150" y="44"/>
                </a:cubicBezTo>
                <a:cubicBezTo>
                  <a:pt x="150" y="44"/>
                  <a:pt x="151" y="45"/>
                  <a:pt x="150" y="46"/>
                </a:cubicBezTo>
                <a:cubicBezTo>
                  <a:pt x="150" y="49"/>
                  <a:pt x="152" y="52"/>
                  <a:pt x="154" y="54"/>
                </a:cubicBezTo>
                <a:cubicBezTo>
                  <a:pt x="156" y="56"/>
                  <a:pt x="159" y="57"/>
                  <a:pt x="158" y="60"/>
                </a:cubicBezTo>
                <a:cubicBezTo>
                  <a:pt x="157" y="65"/>
                  <a:pt x="160" y="67"/>
                  <a:pt x="163" y="70"/>
                </a:cubicBezTo>
                <a:cubicBezTo>
                  <a:pt x="165" y="72"/>
                  <a:pt x="167" y="74"/>
                  <a:pt x="168" y="77"/>
                </a:cubicBezTo>
                <a:cubicBezTo>
                  <a:pt x="171" y="82"/>
                  <a:pt x="177" y="83"/>
                  <a:pt x="180" y="80"/>
                </a:cubicBezTo>
                <a:cubicBezTo>
                  <a:pt x="181" y="79"/>
                  <a:pt x="181" y="78"/>
                  <a:pt x="181" y="77"/>
                </a:cubicBezTo>
                <a:cubicBezTo>
                  <a:pt x="182" y="72"/>
                  <a:pt x="182" y="66"/>
                  <a:pt x="184" y="61"/>
                </a:cubicBezTo>
                <a:cubicBezTo>
                  <a:pt x="186" y="57"/>
                  <a:pt x="187" y="52"/>
                  <a:pt x="189" y="48"/>
                </a:cubicBezTo>
                <a:cubicBezTo>
                  <a:pt x="189" y="48"/>
                  <a:pt x="189" y="48"/>
                  <a:pt x="189" y="48"/>
                </a:cubicBezTo>
                <a:cubicBezTo>
                  <a:pt x="186" y="40"/>
                  <a:pt x="180" y="17"/>
                  <a:pt x="176" y="7"/>
                </a:cubicBezTo>
                <a:cubicBezTo>
                  <a:pt x="172" y="8"/>
                  <a:pt x="168" y="14"/>
                  <a:pt x="163" y="12"/>
                </a:cubicBezTo>
                <a:cubicBezTo>
                  <a:pt x="162" y="11"/>
                  <a:pt x="161" y="12"/>
                  <a:pt x="160" y="12"/>
                </a:cubicBezTo>
                <a:cubicBezTo>
                  <a:pt x="155" y="14"/>
                  <a:pt x="151" y="18"/>
                  <a:pt x="146" y="13"/>
                </a:cubicBezTo>
                <a:cubicBezTo>
                  <a:pt x="145" y="11"/>
                  <a:pt x="143" y="10"/>
                  <a:pt x="141" y="10"/>
                </a:cubicBezTo>
                <a:cubicBezTo>
                  <a:pt x="138" y="7"/>
                  <a:pt x="136" y="2"/>
                  <a:pt x="130" y="5"/>
                </a:cubicBezTo>
                <a:cubicBezTo>
                  <a:pt x="128" y="6"/>
                  <a:pt x="126" y="6"/>
                  <a:pt x="124" y="5"/>
                </a:cubicBezTo>
                <a:cubicBezTo>
                  <a:pt x="122" y="3"/>
                  <a:pt x="119" y="1"/>
                  <a:pt x="117" y="6"/>
                </a:cubicBezTo>
                <a:cubicBezTo>
                  <a:pt x="116" y="7"/>
                  <a:pt x="114" y="7"/>
                  <a:pt x="112" y="6"/>
                </a:cubicBezTo>
                <a:cubicBezTo>
                  <a:pt x="107" y="6"/>
                  <a:pt x="103" y="8"/>
                  <a:pt x="99" y="11"/>
                </a:cubicBezTo>
                <a:cubicBezTo>
                  <a:pt x="96" y="11"/>
                  <a:pt x="95" y="12"/>
                  <a:pt x="94" y="14"/>
                </a:cubicBezTo>
                <a:cubicBezTo>
                  <a:pt x="92" y="15"/>
                  <a:pt x="91" y="17"/>
                  <a:pt x="89" y="17"/>
                </a:cubicBezTo>
                <a:cubicBezTo>
                  <a:pt x="86" y="18"/>
                  <a:pt x="83" y="21"/>
                  <a:pt x="80" y="18"/>
                </a:cubicBezTo>
                <a:cubicBezTo>
                  <a:pt x="76" y="15"/>
                  <a:pt x="72" y="13"/>
                  <a:pt x="66" y="13"/>
                </a:cubicBezTo>
                <a:cubicBezTo>
                  <a:pt x="62" y="13"/>
                  <a:pt x="59" y="10"/>
                  <a:pt x="54" y="11"/>
                </a:cubicBezTo>
                <a:cubicBezTo>
                  <a:pt x="54" y="11"/>
                  <a:pt x="53" y="10"/>
                  <a:pt x="53" y="10"/>
                </a:cubicBezTo>
                <a:cubicBezTo>
                  <a:pt x="51" y="6"/>
                  <a:pt x="46" y="7"/>
                  <a:pt x="43" y="6"/>
                </a:cubicBezTo>
                <a:cubicBezTo>
                  <a:pt x="40" y="5"/>
                  <a:pt x="37" y="5"/>
                  <a:pt x="34" y="4"/>
                </a:cubicBezTo>
                <a:cubicBezTo>
                  <a:pt x="29" y="3"/>
                  <a:pt x="24" y="0"/>
                  <a:pt x="18" y="4"/>
                </a:cubicBezTo>
                <a:cubicBezTo>
                  <a:pt x="14" y="7"/>
                  <a:pt x="12" y="4"/>
                  <a:pt x="11" y="1"/>
                </a:cubicBezTo>
                <a:cubicBezTo>
                  <a:pt x="10" y="1"/>
                  <a:pt x="10" y="0"/>
                  <a:pt x="10" y="0"/>
                </a:cubicBezTo>
                <a:cubicBezTo>
                  <a:pt x="4" y="5"/>
                  <a:pt x="4" y="5"/>
                  <a:pt x="4" y="5"/>
                </a:cubicBezTo>
                <a:cubicBezTo>
                  <a:pt x="7" y="19"/>
                  <a:pt x="7" y="19"/>
                  <a:pt x="7" y="19"/>
                </a:cubicBezTo>
                <a:cubicBezTo>
                  <a:pt x="0" y="31"/>
                  <a:pt x="0" y="31"/>
                  <a:pt x="0" y="31"/>
                </a:cubicBezTo>
                <a:cubicBezTo>
                  <a:pt x="7" y="49"/>
                  <a:pt x="7" y="49"/>
                  <a:pt x="7" y="49"/>
                </a:cubicBezTo>
                <a:cubicBezTo>
                  <a:pt x="7" y="198"/>
                  <a:pt x="7" y="198"/>
                  <a:pt x="7" y="198"/>
                </a:cubicBezTo>
                <a:cubicBezTo>
                  <a:pt x="122" y="198"/>
                  <a:pt x="122" y="198"/>
                  <a:pt x="122" y="198"/>
                </a:cubicBezTo>
                <a:cubicBezTo>
                  <a:pt x="124" y="195"/>
                  <a:pt x="124" y="195"/>
                  <a:pt x="124" y="195"/>
                </a:cubicBezTo>
                <a:cubicBezTo>
                  <a:pt x="125" y="198"/>
                  <a:pt x="125" y="198"/>
                  <a:pt x="125" y="198"/>
                </a:cubicBezTo>
                <a:cubicBezTo>
                  <a:pt x="156" y="198"/>
                  <a:pt x="156" y="198"/>
                  <a:pt x="156" y="198"/>
                </a:cubicBezTo>
                <a:cubicBezTo>
                  <a:pt x="174" y="198"/>
                  <a:pt x="174" y="198"/>
                  <a:pt x="174" y="198"/>
                </a:cubicBezTo>
                <a:cubicBezTo>
                  <a:pt x="174" y="196"/>
                  <a:pt x="174" y="196"/>
                  <a:pt x="174" y="196"/>
                </a:cubicBezTo>
                <a:lnTo>
                  <a:pt x="177" y="193"/>
                </a:lnTo>
                <a:close/>
              </a:path>
            </a:pathLst>
          </a:custGeom>
          <a:solidFill>
            <a:schemeClr val="accent4"/>
          </a:solidFill>
          <a:ln w="7938" cap="rnd">
            <a:solidFill>
              <a:schemeClr val="bg2"/>
            </a:solidFill>
            <a:prstDash val="solid"/>
            <a:round/>
            <a:headEnd/>
            <a:tailEnd/>
          </a:ln>
        </p:spPr>
        <p:txBody>
          <a:bodyPr/>
          <a:lstStyle/>
          <a:p>
            <a:endParaRPr lang="ru-RU"/>
          </a:p>
        </p:txBody>
      </p:sp>
      <p:sp>
        <p:nvSpPr>
          <p:cNvPr id="3123" name="Freeform 52"/>
          <p:cNvSpPr>
            <a:spLocks/>
          </p:cNvSpPr>
          <p:nvPr/>
        </p:nvSpPr>
        <p:spPr bwMode="auto">
          <a:xfrm>
            <a:off x="10498137" y="3021013"/>
            <a:ext cx="120650" cy="125413"/>
          </a:xfrm>
          <a:custGeom>
            <a:avLst/>
            <a:gdLst>
              <a:gd name="T0" fmla="*/ 156366170 w 32"/>
              <a:gd name="T1" fmla="*/ 57773589 h 33"/>
              <a:gd name="T2" fmla="*/ 0 w 32"/>
              <a:gd name="T3" fmla="*/ 245532051 h 33"/>
              <a:gd name="T4" fmla="*/ 0 w 32"/>
              <a:gd name="T5" fmla="*/ 462177308 h 33"/>
              <a:gd name="T6" fmla="*/ 99506088 w 32"/>
              <a:gd name="T7" fmla="*/ 476618805 h 33"/>
              <a:gd name="T8" fmla="*/ 199012175 w 32"/>
              <a:gd name="T9" fmla="*/ 433290514 h 33"/>
              <a:gd name="T10" fmla="*/ 298522033 w 32"/>
              <a:gd name="T11" fmla="*/ 447732011 h 33"/>
              <a:gd name="T12" fmla="*/ 383810272 w 32"/>
              <a:gd name="T13" fmla="*/ 332188634 h 33"/>
              <a:gd name="T14" fmla="*/ 312736111 w 32"/>
              <a:gd name="T15" fmla="*/ 332188634 h 33"/>
              <a:gd name="T16" fmla="*/ 255876028 w 32"/>
              <a:gd name="T17" fmla="*/ 317747137 h 33"/>
              <a:gd name="T18" fmla="*/ 298522033 w 32"/>
              <a:gd name="T19" fmla="*/ 274415045 h 33"/>
              <a:gd name="T20" fmla="*/ 412242198 w 32"/>
              <a:gd name="T21" fmla="*/ 202203760 h 33"/>
              <a:gd name="T22" fmla="*/ 341168038 w 32"/>
              <a:gd name="T23" fmla="*/ 14441497 h 33"/>
              <a:gd name="T24" fmla="*/ 341168038 w 32"/>
              <a:gd name="T25" fmla="*/ 0 h 33"/>
              <a:gd name="T26" fmla="*/ 241658180 w 32"/>
              <a:gd name="T27" fmla="*/ 86656583 h 33"/>
              <a:gd name="T28" fmla="*/ 156366170 w 32"/>
              <a:gd name="T29" fmla="*/ 57773589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2" h="33">
                <a:moveTo>
                  <a:pt x="11" y="4"/>
                </a:moveTo>
                <a:cubicBezTo>
                  <a:pt x="0" y="17"/>
                  <a:pt x="0" y="17"/>
                  <a:pt x="0" y="17"/>
                </a:cubicBezTo>
                <a:cubicBezTo>
                  <a:pt x="0" y="32"/>
                  <a:pt x="0" y="32"/>
                  <a:pt x="0" y="32"/>
                </a:cubicBezTo>
                <a:cubicBezTo>
                  <a:pt x="7" y="33"/>
                  <a:pt x="7" y="33"/>
                  <a:pt x="7" y="33"/>
                </a:cubicBezTo>
                <a:cubicBezTo>
                  <a:pt x="14" y="30"/>
                  <a:pt x="14" y="30"/>
                  <a:pt x="14" y="30"/>
                </a:cubicBezTo>
                <a:cubicBezTo>
                  <a:pt x="21" y="31"/>
                  <a:pt x="21" y="31"/>
                  <a:pt x="21" y="31"/>
                </a:cubicBezTo>
                <a:cubicBezTo>
                  <a:pt x="27" y="23"/>
                  <a:pt x="27" y="23"/>
                  <a:pt x="27" y="23"/>
                </a:cubicBezTo>
                <a:cubicBezTo>
                  <a:pt x="25" y="22"/>
                  <a:pt x="24" y="23"/>
                  <a:pt x="22" y="23"/>
                </a:cubicBezTo>
                <a:cubicBezTo>
                  <a:pt x="21" y="23"/>
                  <a:pt x="19" y="24"/>
                  <a:pt x="18" y="22"/>
                </a:cubicBezTo>
                <a:cubicBezTo>
                  <a:pt x="18" y="20"/>
                  <a:pt x="20" y="19"/>
                  <a:pt x="21" y="19"/>
                </a:cubicBezTo>
                <a:cubicBezTo>
                  <a:pt x="25" y="18"/>
                  <a:pt x="27" y="16"/>
                  <a:pt x="29" y="14"/>
                </a:cubicBezTo>
                <a:cubicBezTo>
                  <a:pt x="32" y="8"/>
                  <a:pt x="30" y="3"/>
                  <a:pt x="24" y="1"/>
                </a:cubicBezTo>
                <a:cubicBezTo>
                  <a:pt x="24" y="0"/>
                  <a:pt x="24" y="0"/>
                  <a:pt x="24" y="0"/>
                </a:cubicBezTo>
                <a:cubicBezTo>
                  <a:pt x="17" y="6"/>
                  <a:pt x="17" y="6"/>
                  <a:pt x="17" y="6"/>
                </a:cubicBezTo>
                <a:lnTo>
                  <a:pt x="11" y="4"/>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24" name="Freeform 53"/>
          <p:cNvSpPr>
            <a:spLocks/>
          </p:cNvSpPr>
          <p:nvPr/>
        </p:nvSpPr>
        <p:spPr bwMode="auto">
          <a:xfrm>
            <a:off x="8353425" y="3657600"/>
            <a:ext cx="525463" cy="612775"/>
          </a:xfrm>
          <a:custGeom>
            <a:avLst/>
            <a:gdLst>
              <a:gd name="T0" fmla="*/ 1681839524 w 138"/>
              <a:gd name="T1" fmla="*/ 0 h 161"/>
              <a:gd name="T2" fmla="*/ 1435363108 w 138"/>
              <a:gd name="T3" fmla="*/ 217291537 h 161"/>
              <a:gd name="T4" fmla="*/ 1304873129 w 138"/>
              <a:gd name="T5" fmla="*/ 391125529 h 161"/>
              <a:gd name="T6" fmla="*/ 1217882349 w 138"/>
              <a:gd name="T7" fmla="*/ 463554772 h 161"/>
              <a:gd name="T8" fmla="*/ 913410810 w 138"/>
              <a:gd name="T9" fmla="*/ 405611377 h 161"/>
              <a:gd name="T10" fmla="*/ 521948490 w 138"/>
              <a:gd name="T11" fmla="*/ 478040621 h 161"/>
              <a:gd name="T12" fmla="*/ 565443880 w 138"/>
              <a:gd name="T13" fmla="*/ 622899109 h 161"/>
              <a:gd name="T14" fmla="*/ 536448223 w 138"/>
              <a:gd name="T15" fmla="*/ 666360461 h 161"/>
              <a:gd name="T16" fmla="*/ 884415152 w 138"/>
              <a:gd name="T17" fmla="*/ 753275554 h 161"/>
              <a:gd name="T18" fmla="*/ 739429249 w 138"/>
              <a:gd name="T19" fmla="*/ 956081242 h 161"/>
              <a:gd name="T20" fmla="*/ 797424372 w 138"/>
              <a:gd name="T21" fmla="*/ 1042996335 h 161"/>
              <a:gd name="T22" fmla="*/ 869915420 w 138"/>
              <a:gd name="T23" fmla="*/ 1100939730 h 161"/>
              <a:gd name="T24" fmla="*/ 884415152 w 138"/>
              <a:gd name="T25" fmla="*/ 1231316175 h 161"/>
              <a:gd name="T26" fmla="*/ 898914885 w 138"/>
              <a:gd name="T27" fmla="*/ 1361688814 h 161"/>
              <a:gd name="T28" fmla="*/ 811920297 w 138"/>
              <a:gd name="T29" fmla="*/ 1550008653 h 161"/>
              <a:gd name="T30" fmla="*/ 826420029 w 138"/>
              <a:gd name="T31" fmla="*/ 1607952048 h 161"/>
              <a:gd name="T32" fmla="*/ 739429249 w 138"/>
              <a:gd name="T33" fmla="*/ 1651409595 h 161"/>
              <a:gd name="T34" fmla="*/ 623439003 w 138"/>
              <a:gd name="T35" fmla="*/ 1636923746 h 161"/>
              <a:gd name="T36" fmla="*/ 420457977 w 138"/>
              <a:gd name="T37" fmla="*/ 1477579410 h 161"/>
              <a:gd name="T38" fmla="*/ 362466662 w 138"/>
              <a:gd name="T39" fmla="*/ 1550008653 h 161"/>
              <a:gd name="T40" fmla="*/ 275472074 w 138"/>
              <a:gd name="T41" fmla="*/ 1607952048 h 161"/>
              <a:gd name="T42" fmla="*/ 159485636 w 138"/>
              <a:gd name="T43" fmla="*/ 1665895443 h 161"/>
              <a:gd name="T44" fmla="*/ 101490513 w 138"/>
              <a:gd name="T45" fmla="*/ 1738328493 h 161"/>
              <a:gd name="T46" fmla="*/ 130486171 w 138"/>
              <a:gd name="T47" fmla="*/ 1825243586 h 161"/>
              <a:gd name="T48" fmla="*/ 202981026 w 138"/>
              <a:gd name="T49" fmla="*/ 1941130376 h 161"/>
              <a:gd name="T50" fmla="*/ 144985903 w 138"/>
              <a:gd name="T51" fmla="*/ 1984591728 h 161"/>
              <a:gd name="T52" fmla="*/ 0 w 138"/>
              <a:gd name="T53" fmla="*/ 2028049275 h 161"/>
              <a:gd name="T54" fmla="*/ 115990246 w 138"/>
              <a:gd name="T55" fmla="*/ 2129450216 h 161"/>
              <a:gd name="T56" fmla="*/ 202981026 w 138"/>
              <a:gd name="T57" fmla="*/ 2147483646 h 161"/>
              <a:gd name="T58" fmla="*/ 231976684 w 138"/>
              <a:gd name="T59" fmla="*/ 2147483646 h 161"/>
              <a:gd name="T60" fmla="*/ 405962052 w 138"/>
              <a:gd name="T61" fmla="*/ 2147483646 h 161"/>
              <a:gd name="T62" fmla="*/ 449457442 w 138"/>
              <a:gd name="T63" fmla="*/ 2147483646 h 161"/>
              <a:gd name="T64" fmla="*/ 536448223 w 138"/>
              <a:gd name="T65" fmla="*/ 2147483646 h 161"/>
              <a:gd name="T66" fmla="*/ 695933859 w 138"/>
              <a:gd name="T67" fmla="*/ 2147483646 h 161"/>
              <a:gd name="T68" fmla="*/ 724929516 w 138"/>
              <a:gd name="T69" fmla="*/ 2147483646 h 161"/>
              <a:gd name="T70" fmla="*/ 884415152 w 138"/>
              <a:gd name="T71" fmla="*/ 2147483646 h 161"/>
              <a:gd name="T72" fmla="*/ 1087396178 w 138"/>
              <a:gd name="T73" fmla="*/ 2129450216 h 161"/>
              <a:gd name="T74" fmla="*/ 1159887226 w 138"/>
              <a:gd name="T75" fmla="*/ 2085992670 h 161"/>
              <a:gd name="T76" fmla="*/ 1275877472 w 138"/>
              <a:gd name="T77" fmla="*/ 2028049275 h 161"/>
              <a:gd name="T78" fmla="*/ 1348368520 w 138"/>
              <a:gd name="T79" fmla="*/ 1665895443 h 161"/>
              <a:gd name="T80" fmla="*/ 1348368520 w 138"/>
              <a:gd name="T81" fmla="*/ 1550008653 h 161"/>
              <a:gd name="T82" fmla="*/ 1522353888 w 138"/>
              <a:gd name="T83" fmla="*/ 1347202965 h 161"/>
              <a:gd name="T84" fmla="*/ 1696335449 w 138"/>
              <a:gd name="T85" fmla="*/ 1202344477 h 161"/>
              <a:gd name="T86" fmla="*/ 1754330572 w 138"/>
              <a:gd name="T87" fmla="*/ 985052940 h 161"/>
              <a:gd name="T88" fmla="*/ 1783326229 w 138"/>
              <a:gd name="T89" fmla="*/ 709818007 h 161"/>
              <a:gd name="T90" fmla="*/ 1855821085 w 138"/>
              <a:gd name="T91" fmla="*/ 362150025 h 161"/>
              <a:gd name="T92" fmla="*/ 2000806988 w 138"/>
              <a:gd name="T93" fmla="*/ 72429244 h 161"/>
              <a:gd name="T94" fmla="*/ 1942811865 w 138"/>
              <a:gd name="T95" fmla="*/ 14485849 h 16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8" h="161">
                <a:moveTo>
                  <a:pt x="129" y="4"/>
                </a:moveTo>
                <a:cubicBezTo>
                  <a:pt x="116" y="0"/>
                  <a:pt x="116" y="0"/>
                  <a:pt x="116" y="0"/>
                </a:cubicBezTo>
                <a:cubicBezTo>
                  <a:pt x="100" y="3"/>
                  <a:pt x="100" y="3"/>
                  <a:pt x="100" y="3"/>
                </a:cubicBezTo>
                <a:cubicBezTo>
                  <a:pt x="99" y="15"/>
                  <a:pt x="99" y="15"/>
                  <a:pt x="99" y="15"/>
                </a:cubicBezTo>
                <a:cubicBezTo>
                  <a:pt x="94" y="25"/>
                  <a:pt x="94" y="25"/>
                  <a:pt x="94" y="25"/>
                </a:cubicBezTo>
                <a:cubicBezTo>
                  <a:pt x="90" y="27"/>
                  <a:pt x="90" y="27"/>
                  <a:pt x="90" y="27"/>
                </a:cubicBezTo>
                <a:cubicBezTo>
                  <a:pt x="90" y="37"/>
                  <a:pt x="90" y="37"/>
                  <a:pt x="90" y="37"/>
                </a:cubicBezTo>
                <a:cubicBezTo>
                  <a:pt x="84" y="32"/>
                  <a:pt x="84" y="32"/>
                  <a:pt x="84" y="32"/>
                </a:cubicBezTo>
                <a:cubicBezTo>
                  <a:pt x="72" y="32"/>
                  <a:pt x="72" y="32"/>
                  <a:pt x="72" y="32"/>
                </a:cubicBezTo>
                <a:cubicBezTo>
                  <a:pt x="63" y="28"/>
                  <a:pt x="63" y="28"/>
                  <a:pt x="63" y="28"/>
                </a:cubicBezTo>
                <a:cubicBezTo>
                  <a:pt x="39" y="28"/>
                  <a:pt x="39" y="28"/>
                  <a:pt x="39" y="28"/>
                </a:cubicBezTo>
                <a:cubicBezTo>
                  <a:pt x="36" y="33"/>
                  <a:pt x="36" y="33"/>
                  <a:pt x="36" y="33"/>
                </a:cubicBezTo>
                <a:cubicBezTo>
                  <a:pt x="36" y="39"/>
                  <a:pt x="36" y="39"/>
                  <a:pt x="36" y="39"/>
                </a:cubicBezTo>
                <a:cubicBezTo>
                  <a:pt x="39" y="43"/>
                  <a:pt x="39" y="43"/>
                  <a:pt x="39" y="43"/>
                </a:cubicBezTo>
                <a:cubicBezTo>
                  <a:pt x="37" y="44"/>
                  <a:pt x="37" y="44"/>
                  <a:pt x="37" y="44"/>
                </a:cubicBezTo>
                <a:cubicBezTo>
                  <a:pt x="37" y="46"/>
                  <a:pt x="37" y="46"/>
                  <a:pt x="37" y="46"/>
                </a:cubicBezTo>
                <a:cubicBezTo>
                  <a:pt x="57" y="42"/>
                  <a:pt x="57" y="42"/>
                  <a:pt x="57" y="42"/>
                </a:cubicBezTo>
                <a:cubicBezTo>
                  <a:pt x="61" y="52"/>
                  <a:pt x="61" y="52"/>
                  <a:pt x="61" y="52"/>
                </a:cubicBezTo>
                <a:cubicBezTo>
                  <a:pt x="52" y="60"/>
                  <a:pt x="52" y="60"/>
                  <a:pt x="52" y="60"/>
                </a:cubicBezTo>
                <a:cubicBezTo>
                  <a:pt x="51" y="66"/>
                  <a:pt x="51" y="66"/>
                  <a:pt x="51" y="66"/>
                </a:cubicBezTo>
                <a:cubicBezTo>
                  <a:pt x="50" y="72"/>
                  <a:pt x="50" y="72"/>
                  <a:pt x="50" y="72"/>
                </a:cubicBezTo>
                <a:cubicBezTo>
                  <a:pt x="55" y="72"/>
                  <a:pt x="55" y="72"/>
                  <a:pt x="55" y="72"/>
                </a:cubicBezTo>
                <a:cubicBezTo>
                  <a:pt x="56" y="76"/>
                  <a:pt x="56" y="76"/>
                  <a:pt x="56" y="76"/>
                </a:cubicBezTo>
                <a:cubicBezTo>
                  <a:pt x="60" y="76"/>
                  <a:pt x="60" y="76"/>
                  <a:pt x="60" y="76"/>
                </a:cubicBezTo>
                <a:cubicBezTo>
                  <a:pt x="62" y="80"/>
                  <a:pt x="62" y="80"/>
                  <a:pt x="62" y="80"/>
                </a:cubicBezTo>
                <a:cubicBezTo>
                  <a:pt x="62" y="80"/>
                  <a:pt x="61" y="85"/>
                  <a:pt x="61" y="85"/>
                </a:cubicBezTo>
                <a:cubicBezTo>
                  <a:pt x="61" y="85"/>
                  <a:pt x="60" y="89"/>
                  <a:pt x="60" y="90"/>
                </a:cubicBezTo>
                <a:cubicBezTo>
                  <a:pt x="60" y="90"/>
                  <a:pt x="62" y="94"/>
                  <a:pt x="62" y="94"/>
                </a:cubicBezTo>
                <a:cubicBezTo>
                  <a:pt x="62" y="99"/>
                  <a:pt x="62" y="99"/>
                  <a:pt x="62" y="99"/>
                </a:cubicBezTo>
                <a:cubicBezTo>
                  <a:pt x="56" y="107"/>
                  <a:pt x="56" y="107"/>
                  <a:pt x="56" y="107"/>
                </a:cubicBezTo>
                <a:cubicBezTo>
                  <a:pt x="56" y="107"/>
                  <a:pt x="55" y="108"/>
                  <a:pt x="55" y="109"/>
                </a:cubicBezTo>
                <a:cubicBezTo>
                  <a:pt x="55" y="109"/>
                  <a:pt x="57" y="111"/>
                  <a:pt x="57" y="111"/>
                </a:cubicBezTo>
                <a:cubicBezTo>
                  <a:pt x="54" y="113"/>
                  <a:pt x="54" y="113"/>
                  <a:pt x="54" y="113"/>
                </a:cubicBezTo>
                <a:cubicBezTo>
                  <a:pt x="51" y="114"/>
                  <a:pt x="51" y="114"/>
                  <a:pt x="51" y="114"/>
                </a:cubicBezTo>
                <a:cubicBezTo>
                  <a:pt x="48" y="105"/>
                  <a:pt x="48" y="105"/>
                  <a:pt x="48" y="105"/>
                </a:cubicBezTo>
                <a:cubicBezTo>
                  <a:pt x="43" y="113"/>
                  <a:pt x="43" y="113"/>
                  <a:pt x="43" y="113"/>
                </a:cubicBezTo>
                <a:cubicBezTo>
                  <a:pt x="35" y="111"/>
                  <a:pt x="35" y="111"/>
                  <a:pt x="35" y="111"/>
                </a:cubicBezTo>
                <a:cubicBezTo>
                  <a:pt x="29" y="102"/>
                  <a:pt x="29" y="102"/>
                  <a:pt x="29" y="102"/>
                </a:cubicBezTo>
                <a:cubicBezTo>
                  <a:pt x="24" y="102"/>
                  <a:pt x="24" y="102"/>
                  <a:pt x="24" y="102"/>
                </a:cubicBezTo>
                <a:cubicBezTo>
                  <a:pt x="25" y="107"/>
                  <a:pt x="25" y="107"/>
                  <a:pt x="25" y="107"/>
                </a:cubicBezTo>
                <a:cubicBezTo>
                  <a:pt x="25" y="112"/>
                  <a:pt x="25" y="112"/>
                  <a:pt x="25" y="112"/>
                </a:cubicBezTo>
                <a:cubicBezTo>
                  <a:pt x="19" y="111"/>
                  <a:pt x="19" y="111"/>
                  <a:pt x="19" y="111"/>
                </a:cubicBezTo>
                <a:cubicBezTo>
                  <a:pt x="15" y="111"/>
                  <a:pt x="15" y="111"/>
                  <a:pt x="15" y="111"/>
                </a:cubicBezTo>
                <a:cubicBezTo>
                  <a:pt x="11" y="115"/>
                  <a:pt x="11" y="115"/>
                  <a:pt x="11" y="115"/>
                </a:cubicBezTo>
                <a:cubicBezTo>
                  <a:pt x="7" y="111"/>
                  <a:pt x="7" y="111"/>
                  <a:pt x="7" y="111"/>
                </a:cubicBezTo>
                <a:cubicBezTo>
                  <a:pt x="7" y="120"/>
                  <a:pt x="7" y="120"/>
                  <a:pt x="7" y="120"/>
                </a:cubicBezTo>
                <a:cubicBezTo>
                  <a:pt x="12" y="124"/>
                  <a:pt x="12" y="124"/>
                  <a:pt x="12" y="124"/>
                </a:cubicBezTo>
                <a:cubicBezTo>
                  <a:pt x="9" y="126"/>
                  <a:pt x="9" y="126"/>
                  <a:pt x="9" y="126"/>
                </a:cubicBezTo>
                <a:cubicBezTo>
                  <a:pt x="14" y="128"/>
                  <a:pt x="14" y="128"/>
                  <a:pt x="14" y="128"/>
                </a:cubicBezTo>
                <a:cubicBezTo>
                  <a:pt x="14" y="134"/>
                  <a:pt x="14" y="134"/>
                  <a:pt x="14" y="134"/>
                </a:cubicBezTo>
                <a:cubicBezTo>
                  <a:pt x="12" y="137"/>
                  <a:pt x="12" y="137"/>
                  <a:pt x="12" y="137"/>
                </a:cubicBezTo>
                <a:cubicBezTo>
                  <a:pt x="10" y="137"/>
                  <a:pt x="10" y="137"/>
                  <a:pt x="10" y="137"/>
                </a:cubicBezTo>
                <a:cubicBezTo>
                  <a:pt x="7" y="131"/>
                  <a:pt x="7" y="131"/>
                  <a:pt x="7" y="131"/>
                </a:cubicBezTo>
                <a:cubicBezTo>
                  <a:pt x="0" y="140"/>
                  <a:pt x="0" y="140"/>
                  <a:pt x="0" y="140"/>
                </a:cubicBezTo>
                <a:cubicBezTo>
                  <a:pt x="1" y="141"/>
                  <a:pt x="1" y="141"/>
                  <a:pt x="1" y="142"/>
                </a:cubicBezTo>
                <a:cubicBezTo>
                  <a:pt x="2" y="145"/>
                  <a:pt x="7" y="144"/>
                  <a:pt x="8" y="147"/>
                </a:cubicBezTo>
                <a:cubicBezTo>
                  <a:pt x="8" y="150"/>
                  <a:pt x="11" y="151"/>
                  <a:pt x="13" y="152"/>
                </a:cubicBezTo>
                <a:cubicBezTo>
                  <a:pt x="13" y="153"/>
                  <a:pt x="14" y="153"/>
                  <a:pt x="14" y="154"/>
                </a:cubicBezTo>
                <a:cubicBezTo>
                  <a:pt x="14" y="155"/>
                  <a:pt x="13" y="157"/>
                  <a:pt x="15" y="159"/>
                </a:cubicBezTo>
                <a:cubicBezTo>
                  <a:pt x="15" y="160"/>
                  <a:pt x="15" y="160"/>
                  <a:pt x="16" y="161"/>
                </a:cubicBezTo>
                <a:cubicBezTo>
                  <a:pt x="23" y="152"/>
                  <a:pt x="23" y="152"/>
                  <a:pt x="23" y="152"/>
                </a:cubicBezTo>
                <a:cubicBezTo>
                  <a:pt x="28" y="151"/>
                  <a:pt x="28" y="151"/>
                  <a:pt x="28" y="151"/>
                </a:cubicBezTo>
                <a:cubicBezTo>
                  <a:pt x="29" y="148"/>
                  <a:pt x="29" y="148"/>
                  <a:pt x="29" y="148"/>
                </a:cubicBezTo>
                <a:cubicBezTo>
                  <a:pt x="31" y="151"/>
                  <a:pt x="31" y="151"/>
                  <a:pt x="31" y="151"/>
                </a:cubicBezTo>
                <a:cubicBezTo>
                  <a:pt x="35" y="153"/>
                  <a:pt x="35" y="153"/>
                  <a:pt x="35" y="153"/>
                </a:cubicBezTo>
                <a:cubicBezTo>
                  <a:pt x="37" y="152"/>
                  <a:pt x="37" y="152"/>
                  <a:pt x="37" y="152"/>
                </a:cubicBezTo>
                <a:cubicBezTo>
                  <a:pt x="42" y="158"/>
                  <a:pt x="42" y="158"/>
                  <a:pt x="42" y="158"/>
                </a:cubicBezTo>
                <a:cubicBezTo>
                  <a:pt x="48" y="154"/>
                  <a:pt x="48" y="154"/>
                  <a:pt x="48" y="154"/>
                </a:cubicBezTo>
                <a:cubicBezTo>
                  <a:pt x="48" y="149"/>
                  <a:pt x="48" y="149"/>
                  <a:pt x="48" y="149"/>
                </a:cubicBezTo>
                <a:cubicBezTo>
                  <a:pt x="50" y="150"/>
                  <a:pt x="50" y="150"/>
                  <a:pt x="50" y="150"/>
                </a:cubicBezTo>
                <a:cubicBezTo>
                  <a:pt x="61" y="146"/>
                  <a:pt x="61" y="146"/>
                  <a:pt x="61" y="146"/>
                </a:cubicBezTo>
                <a:cubicBezTo>
                  <a:pt x="61" y="157"/>
                  <a:pt x="61" y="157"/>
                  <a:pt x="61" y="157"/>
                </a:cubicBezTo>
                <a:cubicBezTo>
                  <a:pt x="69" y="155"/>
                  <a:pt x="69" y="155"/>
                  <a:pt x="69" y="155"/>
                </a:cubicBezTo>
                <a:cubicBezTo>
                  <a:pt x="75" y="147"/>
                  <a:pt x="75" y="147"/>
                  <a:pt x="75" y="147"/>
                </a:cubicBezTo>
                <a:cubicBezTo>
                  <a:pt x="79" y="147"/>
                  <a:pt x="79" y="147"/>
                  <a:pt x="79" y="147"/>
                </a:cubicBezTo>
                <a:cubicBezTo>
                  <a:pt x="80" y="144"/>
                  <a:pt x="80" y="144"/>
                  <a:pt x="80" y="144"/>
                </a:cubicBezTo>
                <a:cubicBezTo>
                  <a:pt x="81" y="142"/>
                  <a:pt x="81" y="142"/>
                  <a:pt x="81" y="142"/>
                </a:cubicBezTo>
                <a:cubicBezTo>
                  <a:pt x="88" y="140"/>
                  <a:pt x="88" y="140"/>
                  <a:pt x="88" y="140"/>
                </a:cubicBezTo>
                <a:cubicBezTo>
                  <a:pt x="93" y="128"/>
                  <a:pt x="93" y="128"/>
                  <a:pt x="93" y="128"/>
                </a:cubicBezTo>
                <a:cubicBezTo>
                  <a:pt x="93" y="115"/>
                  <a:pt x="93" y="115"/>
                  <a:pt x="93" y="115"/>
                </a:cubicBezTo>
                <a:cubicBezTo>
                  <a:pt x="93" y="110"/>
                  <a:pt x="93" y="110"/>
                  <a:pt x="93" y="110"/>
                </a:cubicBezTo>
                <a:cubicBezTo>
                  <a:pt x="93" y="107"/>
                  <a:pt x="93" y="107"/>
                  <a:pt x="93" y="107"/>
                </a:cubicBezTo>
                <a:cubicBezTo>
                  <a:pt x="99" y="103"/>
                  <a:pt x="99" y="103"/>
                  <a:pt x="99" y="103"/>
                </a:cubicBezTo>
                <a:cubicBezTo>
                  <a:pt x="99" y="103"/>
                  <a:pt x="105" y="93"/>
                  <a:pt x="105" y="93"/>
                </a:cubicBezTo>
                <a:cubicBezTo>
                  <a:pt x="105" y="93"/>
                  <a:pt x="108" y="89"/>
                  <a:pt x="108" y="89"/>
                </a:cubicBezTo>
                <a:cubicBezTo>
                  <a:pt x="108" y="89"/>
                  <a:pt x="117" y="83"/>
                  <a:pt x="117" y="83"/>
                </a:cubicBezTo>
                <a:cubicBezTo>
                  <a:pt x="117" y="83"/>
                  <a:pt x="121" y="77"/>
                  <a:pt x="121" y="77"/>
                </a:cubicBezTo>
                <a:cubicBezTo>
                  <a:pt x="121" y="68"/>
                  <a:pt x="121" y="68"/>
                  <a:pt x="121" y="68"/>
                </a:cubicBezTo>
                <a:cubicBezTo>
                  <a:pt x="125" y="61"/>
                  <a:pt x="125" y="61"/>
                  <a:pt x="125" y="61"/>
                </a:cubicBezTo>
                <a:cubicBezTo>
                  <a:pt x="123" y="49"/>
                  <a:pt x="123" y="49"/>
                  <a:pt x="123" y="49"/>
                </a:cubicBezTo>
                <a:cubicBezTo>
                  <a:pt x="128" y="39"/>
                  <a:pt x="128" y="39"/>
                  <a:pt x="128" y="39"/>
                </a:cubicBezTo>
                <a:cubicBezTo>
                  <a:pt x="128" y="25"/>
                  <a:pt x="128" y="25"/>
                  <a:pt x="128" y="25"/>
                </a:cubicBezTo>
                <a:cubicBezTo>
                  <a:pt x="138" y="9"/>
                  <a:pt x="138" y="9"/>
                  <a:pt x="138" y="9"/>
                </a:cubicBezTo>
                <a:cubicBezTo>
                  <a:pt x="138" y="5"/>
                  <a:pt x="138" y="5"/>
                  <a:pt x="138" y="5"/>
                </a:cubicBezTo>
                <a:cubicBezTo>
                  <a:pt x="137" y="2"/>
                  <a:pt x="137" y="2"/>
                  <a:pt x="137" y="2"/>
                </a:cubicBezTo>
                <a:cubicBezTo>
                  <a:pt x="134" y="1"/>
                  <a:pt x="134" y="1"/>
                  <a:pt x="134" y="1"/>
                </a:cubicBezTo>
                <a:lnTo>
                  <a:pt x="129" y="4"/>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25" name="Freeform 54"/>
          <p:cNvSpPr>
            <a:spLocks/>
          </p:cNvSpPr>
          <p:nvPr/>
        </p:nvSpPr>
        <p:spPr bwMode="auto">
          <a:xfrm>
            <a:off x="8429625" y="3535363"/>
            <a:ext cx="1333500" cy="1328738"/>
          </a:xfrm>
          <a:custGeom>
            <a:avLst/>
            <a:gdLst>
              <a:gd name="T0" fmla="*/ 2147483646 w 350"/>
              <a:gd name="T1" fmla="*/ 391372354 h 349"/>
              <a:gd name="T2" fmla="*/ 2147483646 w 350"/>
              <a:gd name="T3" fmla="*/ 231923794 h 349"/>
              <a:gd name="T4" fmla="*/ 2147483646 w 350"/>
              <a:gd name="T5" fmla="*/ 289904742 h 349"/>
              <a:gd name="T6" fmla="*/ 2147483646 w 350"/>
              <a:gd name="T7" fmla="*/ 231923794 h 349"/>
              <a:gd name="T8" fmla="*/ 2147483646 w 350"/>
              <a:gd name="T9" fmla="*/ 57980948 h 349"/>
              <a:gd name="T10" fmla="*/ 2147483646 w 350"/>
              <a:gd name="T11" fmla="*/ 43486663 h 349"/>
              <a:gd name="T12" fmla="*/ 2147483646 w 350"/>
              <a:gd name="T13" fmla="*/ 14494285 h 349"/>
              <a:gd name="T14" fmla="*/ 2147483646 w 350"/>
              <a:gd name="T15" fmla="*/ 144954275 h 349"/>
              <a:gd name="T16" fmla="*/ 2147483646 w 350"/>
              <a:gd name="T17" fmla="*/ 231923794 h 349"/>
              <a:gd name="T18" fmla="*/ 2147483646 w 350"/>
              <a:gd name="T19" fmla="*/ 318897120 h 349"/>
              <a:gd name="T20" fmla="*/ 1945157400 w 350"/>
              <a:gd name="T21" fmla="*/ 72475234 h 349"/>
              <a:gd name="T22" fmla="*/ 1683867600 w 350"/>
              <a:gd name="T23" fmla="*/ 289904742 h 349"/>
              <a:gd name="T24" fmla="*/ 1712899800 w 350"/>
              <a:gd name="T25" fmla="*/ 594307577 h 349"/>
              <a:gd name="T26" fmla="*/ 1495158300 w 350"/>
              <a:gd name="T27" fmla="*/ 1174120868 h 349"/>
              <a:gd name="T28" fmla="*/ 1466126100 w 350"/>
              <a:gd name="T29" fmla="*/ 1579991315 h 349"/>
              <a:gd name="T30" fmla="*/ 1233868500 w 350"/>
              <a:gd name="T31" fmla="*/ 1811915108 h 349"/>
              <a:gd name="T32" fmla="*/ 1059675300 w 350"/>
              <a:gd name="T33" fmla="*/ 2058336995 h 349"/>
              <a:gd name="T34" fmla="*/ 987094800 w 350"/>
              <a:gd name="T35" fmla="*/ 2147483646 h 349"/>
              <a:gd name="T36" fmla="*/ 856449900 w 350"/>
              <a:gd name="T37" fmla="*/ 2147483646 h 349"/>
              <a:gd name="T38" fmla="*/ 595160100 w 350"/>
              <a:gd name="T39" fmla="*/ 2147483646 h 349"/>
              <a:gd name="T40" fmla="*/ 406450800 w 350"/>
              <a:gd name="T41" fmla="*/ 2147483646 h 349"/>
              <a:gd name="T42" fmla="*/ 246773700 w 350"/>
              <a:gd name="T43" fmla="*/ 2147483646 h 349"/>
              <a:gd name="T44" fmla="*/ 72580500 w 350"/>
              <a:gd name="T45" fmla="*/ 2147483646 h 349"/>
              <a:gd name="T46" fmla="*/ 14516100 w 350"/>
              <a:gd name="T47" fmla="*/ 2147483646 h 349"/>
              <a:gd name="T48" fmla="*/ 1132255800 w 350"/>
              <a:gd name="T49" fmla="*/ 2147483646 h 349"/>
              <a:gd name="T50" fmla="*/ 1233868500 w 350"/>
              <a:gd name="T51" fmla="*/ 2147483646 h 349"/>
              <a:gd name="T52" fmla="*/ 1567738800 w 350"/>
              <a:gd name="T53" fmla="*/ 2147483646 h 349"/>
              <a:gd name="T54" fmla="*/ 1901609100 w 350"/>
              <a:gd name="T55" fmla="*/ 2147483646 h 349"/>
              <a:gd name="T56" fmla="*/ 2147483646 w 350"/>
              <a:gd name="T57" fmla="*/ 2147483646 h 349"/>
              <a:gd name="T58" fmla="*/ 2147483646 w 350"/>
              <a:gd name="T59" fmla="*/ 2147483646 h 349"/>
              <a:gd name="T60" fmla="*/ 2147483646 w 350"/>
              <a:gd name="T61" fmla="*/ 2147483646 h 349"/>
              <a:gd name="T62" fmla="*/ 2147483646 w 350"/>
              <a:gd name="T63" fmla="*/ 2147483646 h 349"/>
              <a:gd name="T64" fmla="*/ 2147483646 w 350"/>
              <a:gd name="T65" fmla="*/ 2147483646 h 349"/>
              <a:gd name="T66" fmla="*/ 2147483646 w 350"/>
              <a:gd name="T67" fmla="*/ 2147483646 h 349"/>
              <a:gd name="T68" fmla="*/ 2147483646 w 350"/>
              <a:gd name="T69" fmla="*/ 2147483646 h 349"/>
              <a:gd name="T70" fmla="*/ 2147483646 w 350"/>
              <a:gd name="T71" fmla="*/ 2147483646 h 349"/>
              <a:gd name="T72" fmla="*/ 2147483646 w 350"/>
              <a:gd name="T73" fmla="*/ 2147483646 h 349"/>
              <a:gd name="T74" fmla="*/ 2147483646 w 350"/>
              <a:gd name="T75" fmla="*/ 2147483646 h 349"/>
              <a:gd name="T76" fmla="*/ 2147483646 w 350"/>
              <a:gd name="T77" fmla="*/ 2147483646 h 349"/>
              <a:gd name="T78" fmla="*/ 2147483646 w 350"/>
              <a:gd name="T79" fmla="*/ 2147483646 h 349"/>
              <a:gd name="T80" fmla="*/ 2147483646 w 350"/>
              <a:gd name="T81" fmla="*/ 2147483646 h 349"/>
              <a:gd name="T82" fmla="*/ 2147483646 w 350"/>
              <a:gd name="T83" fmla="*/ 2147483646 h 349"/>
              <a:gd name="T84" fmla="*/ 2147483646 w 350"/>
              <a:gd name="T85" fmla="*/ 2147483646 h 349"/>
              <a:gd name="T86" fmla="*/ 2147483646 w 350"/>
              <a:gd name="T87" fmla="*/ 2147483646 h 349"/>
              <a:gd name="T88" fmla="*/ 2147483646 w 350"/>
              <a:gd name="T89" fmla="*/ 2147483646 h 349"/>
              <a:gd name="T90" fmla="*/ 2147483646 w 350"/>
              <a:gd name="T91" fmla="*/ 2147483646 h 349"/>
              <a:gd name="T92" fmla="*/ 2147483646 w 350"/>
              <a:gd name="T93" fmla="*/ 2147483646 h 349"/>
              <a:gd name="T94" fmla="*/ 2147483646 w 350"/>
              <a:gd name="T95" fmla="*/ 2147483646 h 349"/>
              <a:gd name="T96" fmla="*/ 2147483646 w 350"/>
              <a:gd name="T97" fmla="*/ 2147483646 h 349"/>
              <a:gd name="T98" fmla="*/ 2147483646 w 350"/>
              <a:gd name="T99" fmla="*/ 2147483646 h 349"/>
              <a:gd name="T100" fmla="*/ 2147483646 w 350"/>
              <a:gd name="T101" fmla="*/ 2147483646 h 349"/>
              <a:gd name="T102" fmla="*/ 2147483646 w 350"/>
              <a:gd name="T103" fmla="*/ 2147483646 h 349"/>
              <a:gd name="T104" fmla="*/ 2147483646 w 350"/>
              <a:gd name="T105" fmla="*/ 2147483646 h 349"/>
              <a:gd name="T106" fmla="*/ 2147483646 w 350"/>
              <a:gd name="T107" fmla="*/ 2147483646 h 349"/>
              <a:gd name="T108" fmla="*/ 2147483646 w 350"/>
              <a:gd name="T109" fmla="*/ 2147483646 h 349"/>
              <a:gd name="T110" fmla="*/ 2147483646 w 350"/>
              <a:gd name="T111" fmla="*/ 2147483646 h 349"/>
              <a:gd name="T112" fmla="*/ 2147483646 w 350"/>
              <a:gd name="T113" fmla="*/ 2029344617 h 349"/>
              <a:gd name="T114" fmla="*/ 2147483646 w 350"/>
              <a:gd name="T115" fmla="*/ 1811915108 h 349"/>
              <a:gd name="T116" fmla="*/ 2147483646 w 350"/>
              <a:gd name="T117" fmla="*/ 869718034 h 349"/>
              <a:gd name="T118" fmla="*/ 2147483646 w 350"/>
              <a:gd name="T119" fmla="*/ 724767566 h 349"/>
              <a:gd name="T120" fmla="*/ 2147483646 w 350"/>
              <a:gd name="T121" fmla="*/ 550820914 h 349"/>
              <a:gd name="T122" fmla="*/ 2147483646 w 350"/>
              <a:gd name="T123" fmla="*/ 478345680 h 3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0" h="349">
                <a:moveTo>
                  <a:pt x="337" y="33"/>
                </a:moveTo>
                <a:cubicBezTo>
                  <a:pt x="336" y="29"/>
                  <a:pt x="336" y="29"/>
                  <a:pt x="336" y="29"/>
                </a:cubicBezTo>
                <a:cubicBezTo>
                  <a:pt x="330" y="27"/>
                  <a:pt x="330" y="27"/>
                  <a:pt x="330" y="27"/>
                </a:cubicBezTo>
                <a:cubicBezTo>
                  <a:pt x="330" y="24"/>
                  <a:pt x="330" y="24"/>
                  <a:pt x="330" y="24"/>
                </a:cubicBezTo>
                <a:cubicBezTo>
                  <a:pt x="323" y="19"/>
                  <a:pt x="323" y="19"/>
                  <a:pt x="323" y="19"/>
                </a:cubicBezTo>
                <a:cubicBezTo>
                  <a:pt x="323" y="16"/>
                  <a:pt x="323" y="16"/>
                  <a:pt x="323" y="16"/>
                </a:cubicBezTo>
                <a:cubicBezTo>
                  <a:pt x="317" y="13"/>
                  <a:pt x="317" y="13"/>
                  <a:pt x="317" y="13"/>
                </a:cubicBezTo>
                <a:cubicBezTo>
                  <a:pt x="315" y="18"/>
                  <a:pt x="315" y="18"/>
                  <a:pt x="315" y="18"/>
                </a:cubicBezTo>
                <a:cubicBezTo>
                  <a:pt x="312" y="20"/>
                  <a:pt x="312" y="20"/>
                  <a:pt x="312" y="20"/>
                </a:cubicBezTo>
                <a:cubicBezTo>
                  <a:pt x="304" y="16"/>
                  <a:pt x="304" y="16"/>
                  <a:pt x="304" y="16"/>
                </a:cubicBezTo>
                <a:cubicBezTo>
                  <a:pt x="296" y="21"/>
                  <a:pt x="296" y="21"/>
                  <a:pt x="296" y="21"/>
                </a:cubicBezTo>
                <a:cubicBezTo>
                  <a:pt x="286" y="16"/>
                  <a:pt x="286" y="16"/>
                  <a:pt x="286" y="16"/>
                </a:cubicBezTo>
                <a:cubicBezTo>
                  <a:pt x="286" y="12"/>
                  <a:pt x="286" y="12"/>
                  <a:pt x="286" y="12"/>
                </a:cubicBezTo>
                <a:cubicBezTo>
                  <a:pt x="278" y="7"/>
                  <a:pt x="278" y="7"/>
                  <a:pt x="278" y="7"/>
                </a:cubicBezTo>
                <a:cubicBezTo>
                  <a:pt x="278" y="7"/>
                  <a:pt x="273" y="4"/>
                  <a:pt x="273" y="4"/>
                </a:cubicBezTo>
                <a:cubicBezTo>
                  <a:pt x="273" y="4"/>
                  <a:pt x="268" y="7"/>
                  <a:pt x="268" y="7"/>
                </a:cubicBezTo>
                <a:cubicBezTo>
                  <a:pt x="261" y="7"/>
                  <a:pt x="261" y="7"/>
                  <a:pt x="261" y="7"/>
                </a:cubicBezTo>
                <a:cubicBezTo>
                  <a:pt x="257" y="3"/>
                  <a:pt x="257" y="3"/>
                  <a:pt x="257" y="3"/>
                </a:cubicBezTo>
                <a:cubicBezTo>
                  <a:pt x="251" y="4"/>
                  <a:pt x="251" y="4"/>
                  <a:pt x="251" y="4"/>
                </a:cubicBezTo>
                <a:cubicBezTo>
                  <a:pt x="245" y="0"/>
                  <a:pt x="245" y="0"/>
                  <a:pt x="245" y="0"/>
                </a:cubicBezTo>
                <a:cubicBezTo>
                  <a:pt x="241" y="1"/>
                  <a:pt x="241" y="1"/>
                  <a:pt x="241" y="1"/>
                </a:cubicBezTo>
                <a:cubicBezTo>
                  <a:pt x="241" y="7"/>
                  <a:pt x="241" y="7"/>
                  <a:pt x="241" y="7"/>
                </a:cubicBezTo>
                <a:cubicBezTo>
                  <a:pt x="236" y="9"/>
                  <a:pt x="236" y="9"/>
                  <a:pt x="236" y="9"/>
                </a:cubicBezTo>
                <a:cubicBezTo>
                  <a:pt x="229" y="10"/>
                  <a:pt x="229" y="10"/>
                  <a:pt x="229" y="10"/>
                </a:cubicBezTo>
                <a:cubicBezTo>
                  <a:pt x="223" y="5"/>
                  <a:pt x="223" y="5"/>
                  <a:pt x="223" y="5"/>
                </a:cubicBezTo>
                <a:cubicBezTo>
                  <a:pt x="221" y="9"/>
                  <a:pt x="221" y="9"/>
                  <a:pt x="221" y="9"/>
                </a:cubicBezTo>
                <a:cubicBezTo>
                  <a:pt x="205" y="16"/>
                  <a:pt x="205" y="16"/>
                  <a:pt x="205" y="16"/>
                </a:cubicBezTo>
                <a:cubicBezTo>
                  <a:pt x="196" y="11"/>
                  <a:pt x="196" y="11"/>
                  <a:pt x="196" y="11"/>
                </a:cubicBezTo>
                <a:cubicBezTo>
                  <a:pt x="188" y="23"/>
                  <a:pt x="188" y="23"/>
                  <a:pt x="188" y="23"/>
                </a:cubicBezTo>
                <a:cubicBezTo>
                  <a:pt x="167" y="22"/>
                  <a:pt x="167" y="22"/>
                  <a:pt x="167" y="22"/>
                </a:cubicBezTo>
                <a:cubicBezTo>
                  <a:pt x="152" y="16"/>
                  <a:pt x="152" y="16"/>
                  <a:pt x="152" y="16"/>
                </a:cubicBezTo>
                <a:cubicBezTo>
                  <a:pt x="146" y="9"/>
                  <a:pt x="146" y="9"/>
                  <a:pt x="146" y="9"/>
                </a:cubicBezTo>
                <a:cubicBezTo>
                  <a:pt x="134" y="5"/>
                  <a:pt x="134" y="5"/>
                  <a:pt x="134" y="5"/>
                </a:cubicBezTo>
                <a:cubicBezTo>
                  <a:pt x="126" y="9"/>
                  <a:pt x="126" y="9"/>
                  <a:pt x="126" y="9"/>
                </a:cubicBezTo>
                <a:cubicBezTo>
                  <a:pt x="121" y="18"/>
                  <a:pt x="121" y="18"/>
                  <a:pt x="121" y="18"/>
                </a:cubicBezTo>
                <a:cubicBezTo>
                  <a:pt x="116" y="20"/>
                  <a:pt x="116" y="20"/>
                  <a:pt x="116" y="20"/>
                </a:cubicBezTo>
                <a:cubicBezTo>
                  <a:pt x="117" y="34"/>
                  <a:pt x="117" y="34"/>
                  <a:pt x="117" y="34"/>
                </a:cubicBezTo>
                <a:cubicBezTo>
                  <a:pt x="118" y="37"/>
                  <a:pt x="118" y="37"/>
                  <a:pt x="118" y="37"/>
                </a:cubicBezTo>
                <a:cubicBezTo>
                  <a:pt x="118" y="41"/>
                  <a:pt x="118" y="41"/>
                  <a:pt x="118" y="41"/>
                </a:cubicBezTo>
                <a:cubicBezTo>
                  <a:pt x="108" y="57"/>
                  <a:pt x="108" y="57"/>
                  <a:pt x="108" y="57"/>
                </a:cubicBezTo>
                <a:cubicBezTo>
                  <a:pt x="108" y="71"/>
                  <a:pt x="108" y="71"/>
                  <a:pt x="108" y="71"/>
                </a:cubicBezTo>
                <a:cubicBezTo>
                  <a:pt x="103" y="81"/>
                  <a:pt x="103" y="81"/>
                  <a:pt x="103" y="81"/>
                </a:cubicBezTo>
                <a:cubicBezTo>
                  <a:pt x="105" y="93"/>
                  <a:pt x="105" y="93"/>
                  <a:pt x="105" y="93"/>
                </a:cubicBezTo>
                <a:cubicBezTo>
                  <a:pt x="101" y="100"/>
                  <a:pt x="101" y="100"/>
                  <a:pt x="101" y="100"/>
                </a:cubicBezTo>
                <a:cubicBezTo>
                  <a:pt x="101" y="109"/>
                  <a:pt x="101" y="109"/>
                  <a:pt x="101" y="109"/>
                </a:cubicBezTo>
                <a:cubicBezTo>
                  <a:pt x="101" y="109"/>
                  <a:pt x="97" y="115"/>
                  <a:pt x="97" y="115"/>
                </a:cubicBezTo>
                <a:cubicBezTo>
                  <a:pt x="97" y="115"/>
                  <a:pt x="88" y="121"/>
                  <a:pt x="88" y="121"/>
                </a:cubicBezTo>
                <a:cubicBezTo>
                  <a:pt x="88" y="121"/>
                  <a:pt x="85" y="125"/>
                  <a:pt x="85" y="125"/>
                </a:cubicBezTo>
                <a:cubicBezTo>
                  <a:pt x="85" y="125"/>
                  <a:pt x="79" y="135"/>
                  <a:pt x="79" y="135"/>
                </a:cubicBezTo>
                <a:cubicBezTo>
                  <a:pt x="73" y="139"/>
                  <a:pt x="73" y="139"/>
                  <a:pt x="73" y="139"/>
                </a:cubicBezTo>
                <a:cubicBezTo>
                  <a:pt x="73" y="142"/>
                  <a:pt x="73" y="142"/>
                  <a:pt x="73" y="142"/>
                </a:cubicBezTo>
                <a:cubicBezTo>
                  <a:pt x="73" y="147"/>
                  <a:pt x="73" y="147"/>
                  <a:pt x="73" y="147"/>
                </a:cubicBezTo>
                <a:cubicBezTo>
                  <a:pt x="73" y="160"/>
                  <a:pt x="73" y="160"/>
                  <a:pt x="73" y="160"/>
                </a:cubicBezTo>
                <a:cubicBezTo>
                  <a:pt x="68" y="172"/>
                  <a:pt x="68" y="172"/>
                  <a:pt x="68" y="172"/>
                </a:cubicBezTo>
                <a:cubicBezTo>
                  <a:pt x="61" y="174"/>
                  <a:pt x="61" y="174"/>
                  <a:pt x="61" y="174"/>
                </a:cubicBezTo>
                <a:cubicBezTo>
                  <a:pt x="60" y="176"/>
                  <a:pt x="60" y="176"/>
                  <a:pt x="60" y="176"/>
                </a:cubicBezTo>
                <a:cubicBezTo>
                  <a:pt x="59" y="179"/>
                  <a:pt x="59" y="179"/>
                  <a:pt x="59" y="179"/>
                </a:cubicBezTo>
                <a:cubicBezTo>
                  <a:pt x="55" y="179"/>
                  <a:pt x="55" y="179"/>
                  <a:pt x="55" y="179"/>
                </a:cubicBezTo>
                <a:cubicBezTo>
                  <a:pt x="49" y="187"/>
                  <a:pt x="49" y="187"/>
                  <a:pt x="49" y="187"/>
                </a:cubicBezTo>
                <a:cubicBezTo>
                  <a:pt x="41" y="189"/>
                  <a:pt x="41" y="189"/>
                  <a:pt x="41" y="189"/>
                </a:cubicBezTo>
                <a:cubicBezTo>
                  <a:pt x="41" y="178"/>
                  <a:pt x="41" y="178"/>
                  <a:pt x="41" y="178"/>
                </a:cubicBezTo>
                <a:cubicBezTo>
                  <a:pt x="30" y="182"/>
                  <a:pt x="30" y="182"/>
                  <a:pt x="30" y="182"/>
                </a:cubicBezTo>
                <a:cubicBezTo>
                  <a:pt x="28" y="181"/>
                  <a:pt x="28" y="181"/>
                  <a:pt x="28" y="181"/>
                </a:cubicBezTo>
                <a:cubicBezTo>
                  <a:pt x="28" y="186"/>
                  <a:pt x="28" y="186"/>
                  <a:pt x="28" y="186"/>
                </a:cubicBezTo>
                <a:cubicBezTo>
                  <a:pt x="22" y="190"/>
                  <a:pt x="22" y="190"/>
                  <a:pt x="22" y="190"/>
                </a:cubicBezTo>
                <a:cubicBezTo>
                  <a:pt x="17" y="184"/>
                  <a:pt x="17" y="184"/>
                  <a:pt x="17" y="184"/>
                </a:cubicBezTo>
                <a:cubicBezTo>
                  <a:pt x="4" y="193"/>
                  <a:pt x="4" y="193"/>
                  <a:pt x="4" y="193"/>
                </a:cubicBezTo>
                <a:cubicBezTo>
                  <a:pt x="5" y="196"/>
                  <a:pt x="5" y="196"/>
                  <a:pt x="5" y="196"/>
                </a:cubicBezTo>
                <a:cubicBezTo>
                  <a:pt x="5" y="206"/>
                  <a:pt x="5" y="206"/>
                  <a:pt x="5" y="206"/>
                </a:cubicBezTo>
                <a:cubicBezTo>
                  <a:pt x="1" y="206"/>
                  <a:pt x="1" y="206"/>
                  <a:pt x="1" y="206"/>
                </a:cubicBezTo>
                <a:cubicBezTo>
                  <a:pt x="1" y="206"/>
                  <a:pt x="1" y="206"/>
                  <a:pt x="1" y="206"/>
                </a:cubicBezTo>
                <a:cubicBezTo>
                  <a:pt x="0" y="207"/>
                  <a:pt x="0" y="207"/>
                  <a:pt x="1" y="207"/>
                </a:cubicBezTo>
                <a:cubicBezTo>
                  <a:pt x="1" y="209"/>
                  <a:pt x="3" y="209"/>
                  <a:pt x="3" y="211"/>
                </a:cubicBezTo>
                <a:cubicBezTo>
                  <a:pt x="15" y="207"/>
                  <a:pt x="15" y="207"/>
                  <a:pt x="15" y="207"/>
                </a:cubicBezTo>
                <a:cubicBezTo>
                  <a:pt x="78" y="207"/>
                  <a:pt x="78" y="207"/>
                  <a:pt x="78" y="207"/>
                </a:cubicBezTo>
                <a:cubicBezTo>
                  <a:pt x="83" y="213"/>
                  <a:pt x="83" y="213"/>
                  <a:pt x="83" y="213"/>
                </a:cubicBezTo>
                <a:cubicBezTo>
                  <a:pt x="81" y="217"/>
                  <a:pt x="81" y="217"/>
                  <a:pt x="81" y="217"/>
                </a:cubicBezTo>
                <a:cubicBezTo>
                  <a:pt x="85" y="231"/>
                  <a:pt x="85" y="231"/>
                  <a:pt x="85" y="231"/>
                </a:cubicBezTo>
                <a:cubicBezTo>
                  <a:pt x="91" y="237"/>
                  <a:pt x="91" y="237"/>
                  <a:pt x="91" y="237"/>
                </a:cubicBezTo>
                <a:cubicBezTo>
                  <a:pt x="97" y="249"/>
                  <a:pt x="97" y="249"/>
                  <a:pt x="97" y="249"/>
                </a:cubicBezTo>
                <a:cubicBezTo>
                  <a:pt x="108" y="249"/>
                  <a:pt x="108" y="249"/>
                  <a:pt x="108" y="249"/>
                </a:cubicBezTo>
                <a:cubicBezTo>
                  <a:pt x="115" y="245"/>
                  <a:pt x="115" y="245"/>
                  <a:pt x="115" y="245"/>
                </a:cubicBezTo>
                <a:cubicBezTo>
                  <a:pt x="123" y="246"/>
                  <a:pt x="123" y="246"/>
                  <a:pt x="123" y="246"/>
                </a:cubicBezTo>
                <a:cubicBezTo>
                  <a:pt x="131" y="247"/>
                  <a:pt x="131" y="247"/>
                  <a:pt x="131" y="247"/>
                </a:cubicBezTo>
                <a:cubicBezTo>
                  <a:pt x="135" y="228"/>
                  <a:pt x="135" y="228"/>
                  <a:pt x="135" y="228"/>
                </a:cubicBezTo>
                <a:cubicBezTo>
                  <a:pt x="154" y="228"/>
                  <a:pt x="154" y="228"/>
                  <a:pt x="154" y="228"/>
                </a:cubicBezTo>
                <a:cubicBezTo>
                  <a:pt x="152" y="234"/>
                  <a:pt x="152" y="234"/>
                  <a:pt x="152" y="234"/>
                </a:cubicBezTo>
                <a:cubicBezTo>
                  <a:pt x="176" y="234"/>
                  <a:pt x="176" y="234"/>
                  <a:pt x="176" y="234"/>
                </a:cubicBezTo>
                <a:cubicBezTo>
                  <a:pt x="175" y="245"/>
                  <a:pt x="175" y="245"/>
                  <a:pt x="175" y="245"/>
                </a:cubicBezTo>
                <a:cubicBezTo>
                  <a:pt x="178" y="255"/>
                  <a:pt x="178" y="255"/>
                  <a:pt x="178" y="255"/>
                </a:cubicBezTo>
                <a:cubicBezTo>
                  <a:pt x="177" y="269"/>
                  <a:pt x="177" y="269"/>
                  <a:pt x="177" y="269"/>
                </a:cubicBezTo>
                <a:cubicBezTo>
                  <a:pt x="176" y="270"/>
                  <a:pt x="176" y="270"/>
                  <a:pt x="176" y="270"/>
                </a:cubicBezTo>
                <a:cubicBezTo>
                  <a:pt x="176" y="274"/>
                  <a:pt x="176" y="274"/>
                  <a:pt x="176" y="274"/>
                </a:cubicBezTo>
                <a:cubicBezTo>
                  <a:pt x="182" y="282"/>
                  <a:pt x="182" y="282"/>
                  <a:pt x="182" y="282"/>
                </a:cubicBezTo>
                <a:cubicBezTo>
                  <a:pt x="185" y="290"/>
                  <a:pt x="185" y="290"/>
                  <a:pt x="185" y="290"/>
                </a:cubicBezTo>
                <a:cubicBezTo>
                  <a:pt x="185" y="298"/>
                  <a:pt x="185" y="298"/>
                  <a:pt x="185" y="298"/>
                </a:cubicBezTo>
                <a:cubicBezTo>
                  <a:pt x="182" y="301"/>
                  <a:pt x="182" y="301"/>
                  <a:pt x="182" y="301"/>
                </a:cubicBezTo>
                <a:cubicBezTo>
                  <a:pt x="183" y="302"/>
                  <a:pt x="183" y="302"/>
                  <a:pt x="183" y="302"/>
                </a:cubicBezTo>
                <a:cubicBezTo>
                  <a:pt x="183" y="306"/>
                  <a:pt x="183" y="306"/>
                  <a:pt x="183" y="306"/>
                </a:cubicBezTo>
                <a:cubicBezTo>
                  <a:pt x="185" y="308"/>
                  <a:pt x="185" y="308"/>
                  <a:pt x="185" y="308"/>
                </a:cubicBezTo>
                <a:cubicBezTo>
                  <a:pt x="189" y="304"/>
                  <a:pt x="189" y="304"/>
                  <a:pt x="189" y="304"/>
                </a:cubicBezTo>
                <a:cubicBezTo>
                  <a:pt x="193" y="304"/>
                  <a:pt x="193" y="304"/>
                  <a:pt x="193" y="304"/>
                </a:cubicBezTo>
                <a:cubicBezTo>
                  <a:pt x="195" y="305"/>
                  <a:pt x="195" y="305"/>
                  <a:pt x="195" y="305"/>
                </a:cubicBezTo>
                <a:cubicBezTo>
                  <a:pt x="202" y="305"/>
                  <a:pt x="202" y="305"/>
                  <a:pt x="202" y="305"/>
                </a:cubicBezTo>
                <a:cubicBezTo>
                  <a:pt x="204" y="302"/>
                  <a:pt x="204" y="302"/>
                  <a:pt x="204" y="302"/>
                </a:cubicBezTo>
                <a:cubicBezTo>
                  <a:pt x="206" y="302"/>
                  <a:pt x="206" y="302"/>
                  <a:pt x="206" y="302"/>
                </a:cubicBezTo>
                <a:cubicBezTo>
                  <a:pt x="206" y="302"/>
                  <a:pt x="209" y="302"/>
                  <a:pt x="209" y="302"/>
                </a:cubicBezTo>
                <a:cubicBezTo>
                  <a:pt x="209" y="302"/>
                  <a:pt x="213" y="304"/>
                  <a:pt x="213" y="304"/>
                </a:cubicBezTo>
                <a:cubicBezTo>
                  <a:pt x="217" y="301"/>
                  <a:pt x="217" y="301"/>
                  <a:pt x="217" y="301"/>
                </a:cubicBezTo>
                <a:cubicBezTo>
                  <a:pt x="223" y="304"/>
                  <a:pt x="223" y="304"/>
                  <a:pt x="223" y="304"/>
                </a:cubicBezTo>
                <a:cubicBezTo>
                  <a:pt x="221" y="308"/>
                  <a:pt x="221" y="308"/>
                  <a:pt x="221" y="308"/>
                </a:cubicBezTo>
                <a:cubicBezTo>
                  <a:pt x="221" y="310"/>
                  <a:pt x="221" y="310"/>
                  <a:pt x="221" y="310"/>
                </a:cubicBezTo>
                <a:cubicBezTo>
                  <a:pt x="223" y="311"/>
                  <a:pt x="223" y="311"/>
                  <a:pt x="223" y="311"/>
                </a:cubicBezTo>
                <a:cubicBezTo>
                  <a:pt x="226" y="311"/>
                  <a:pt x="226" y="311"/>
                  <a:pt x="226" y="311"/>
                </a:cubicBezTo>
                <a:cubicBezTo>
                  <a:pt x="241" y="306"/>
                  <a:pt x="241" y="306"/>
                  <a:pt x="241" y="306"/>
                </a:cubicBezTo>
                <a:cubicBezTo>
                  <a:pt x="241" y="314"/>
                  <a:pt x="241" y="314"/>
                  <a:pt x="241" y="314"/>
                </a:cubicBezTo>
                <a:cubicBezTo>
                  <a:pt x="244" y="317"/>
                  <a:pt x="244" y="317"/>
                  <a:pt x="244" y="317"/>
                </a:cubicBezTo>
                <a:cubicBezTo>
                  <a:pt x="250" y="317"/>
                  <a:pt x="250" y="317"/>
                  <a:pt x="250" y="317"/>
                </a:cubicBezTo>
                <a:cubicBezTo>
                  <a:pt x="253" y="321"/>
                  <a:pt x="253" y="321"/>
                  <a:pt x="253" y="321"/>
                </a:cubicBezTo>
                <a:cubicBezTo>
                  <a:pt x="268" y="321"/>
                  <a:pt x="268" y="321"/>
                  <a:pt x="268" y="321"/>
                </a:cubicBezTo>
                <a:cubicBezTo>
                  <a:pt x="271" y="318"/>
                  <a:pt x="271" y="318"/>
                  <a:pt x="271" y="318"/>
                </a:cubicBezTo>
                <a:cubicBezTo>
                  <a:pt x="271" y="314"/>
                  <a:pt x="271" y="314"/>
                  <a:pt x="271" y="314"/>
                </a:cubicBezTo>
                <a:cubicBezTo>
                  <a:pt x="276" y="313"/>
                  <a:pt x="276" y="313"/>
                  <a:pt x="276" y="313"/>
                </a:cubicBezTo>
                <a:cubicBezTo>
                  <a:pt x="276" y="318"/>
                  <a:pt x="276" y="318"/>
                  <a:pt x="276" y="318"/>
                </a:cubicBezTo>
                <a:cubicBezTo>
                  <a:pt x="282" y="326"/>
                  <a:pt x="282" y="326"/>
                  <a:pt x="282" y="326"/>
                </a:cubicBezTo>
                <a:cubicBezTo>
                  <a:pt x="288" y="326"/>
                  <a:pt x="288" y="326"/>
                  <a:pt x="288" y="326"/>
                </a:cubicBezTo>
                <a:cubicBezTo>
                  <a:pt x="293" y="330"/>
                  <a:pt x="293" y="330"/>
                  <a:pt x="293" y="330"/>
                </a:cubicBezTo>
                <a:cubicBezTo>
                  <a:pt x="299" y="331"/>
                  <a:pt x="299" y="331"/>
                  <a:pt x="299" y="331"/>
                </a:cubicBezTo>
                <a:cubicBezTo>
                  <a:pt x="299" y="336"/>
                  <a:pt x="299" y="336"/>
                  <a:pt x="299" y="336"/>
                </a:cubicBezTo>
                <a:cubicBezTo>
                  <a:pt x="304" y="339"/>
                  <a:pt x="304" y="339"/>
                  <a:pt x="304" y="339"/>
                </a:cubicBezTo>
                <a:cubicBezTo>
                  <a:pt x="306" y="344"/>
                  <a:pt x="306" y="344"/>
                  <a:pt x="306" y="344"/>
                </a:cubicBezTo>
                <a:cubicBezTo>
                  <a:pt x="309" y="349"/>
                  <a:pt x="309" y="349"/>
                  <a:pt x="309" y="349"/>
                </a:cubicBezTo>
                <a:cubicBezTo>
                  <a:pt x="312" y="349"/>
                  <a:pt x="312" y="349"/>
                  <a:pt x="312" y="349"/>
                </a:cubicBezTo>
                <a:cubicBezTo>
                  <a:pt x="317" y="344"/>
                  <a:pt x="317" y="344"/>
                  <a:pt x="317" y="344"/>
                </a:cubicBezTo>
                <a:cubicBezTo>
                  <a:pt x="320" y="344"/>
                  <a:pt x="320" y="344"/>
                  <a:pt x="320" y="344"/>
                </a:cubicBezTo>
                <a:cubicBezTo>
                  <a:pt x="320" y="346"/>
                  <a:pt x="320" y="346"/>
                  <a:pt x="320" y="346"/>
                </a:cubicBezTo>
                <a:cubicBezTo>
                  <a:pt x="319" y="346"/>
                  <a:pt x="319" y="346"/>
                  <a:pt x="319" y="346"/>
                </a:cubicBezTo>
                <a:cubicBezTo>
                  <a:pt x="319" y="349"/>
                  <a:pt x="319" y="349"/>
                  <a:pt x="319" y="349"/>
                </a:cubicBezTo>
                <a:cubicBezTo>
                  <a:pt x="323" y="349"/>
                  <a:pt x="323" y="349"/>
                  <a:pt x="323" y="349"/>
                </a:cubicBezTo>
                <a:cubicBezTo>
                  <a:pt x="323" y="324"/>
                  <a:pt x="323" y="324"/>
                  <a:pt x="323" y="324"/>
                </a:cubicBezTo>
                <a:cubicBezTo>
                  <a:pt x="316" y="326"/>
                  <a:pt x="316" y="326"/>
                  <a:pt x="316" y="326"/>
                </a:cubicBezTo>
                <a:cubicBezTo>
                  <a:pt x="316" y="330"/>
                  <a:pt x="316" y="330"/>
                  <a:pt x="316" y="330"/>
                </a:cubicBezTo>
                <a:cubicBezTo>
                  <a:pt x="308" y="329"/>
                  <a:pt x="308" y="329"/>
                  <a:pt x="308" y="329"/>
                </a:cubicBezTo>
                <a:cubicBezTo>
                  <a:pt x="304" y="321"/>
                  <a:pt x="304" y="321"/>
                  <a:pt x="304" y="321"/>
                </a:cubicBezTo>
                <a:cubicBezTo>
                  <a:pt x="297" y="318"/>
                  <a:pt x="297" y="318"/>
                  <a:pt x="297" y="318"/>
                </a:cubicBezTo>
                <a:cubicBezTo>
                  <a:pt x="297" y="311"/>
                  <a:pt x="297" y="311"/>
                  <a:pt x="297" y="311"/>
                </a:cubicBezTo>
                <a:cubicBezTo>
                  <a:pt x="303" y="296"/>
                  <a:pt x="303" y="296"/>
                  <a:pt x="303" y="296"/>
                </a:cubicBezTo>
                <a:cubicBezTo>
                  <a:pt x="301" y="293"/>
                  <a:pt x="301" y="293"/>
                  <a:pt x="301" y="293"/>
                </a:cubicBezTo>
                <a:cubicBezTo>
                  <a:pt x="300" y="290"/>
                  <a:pt x="300" y="290"/>
                  <a:pt x="300" y="290"/>
                </a:cubicBezTo>
                <a:cubicBezTo>
                  <a:pt x="300" y="287"/>
                  <a:pt x="300" y="287"/>
                  <a:pt x="300" y="287"/>
                </a:cubicBezTo>
                <a:cubicBezTo>
                  <a:pt x="302" y="283"/>
                  <a:pt x="302" y="283"/>
                  <a:pt x="302" y="283"/>
                </a:cubicBezTo>
                <a:cubicBezTo>
                  <a:pt x="302" y="280"/>
                  <a:pt x="302" y="280"/>
                  <a:pt x="302" y="280"/>
                </a:cubicBezTo>
                <a:cubicBezTo>
                  <a:pt x="302" y="278"/>
                  <a:pt x="302" y="278"/>
                  <a:pt x="302" y="278"/>
                </a:cubicBezTo>
                <a:cubicBezTo>
                  <a:pt x="296" y="270"/>
                  <a:pt x="296" y="270"/>
                  <a:pt x="296" y="270"/>
                </a:cubicBezTo>
                <a:cubicBezTo>
                  <a:pt x="307" y="260"/>
                  <a:pt x="307" y="260"/>
                  <a:pt x="307" y="260"/>
                </a:cubicBezTo>
                <a:cubicBezTo>
                  <a:pt x="307" y="258"/>
                  <a:pt x="307" y="258"/>
                  <a:pt x="307" y="258"/>
                </a:cubicBezTo>
                <a:cubicBezTo>
                  <a:pt x="306" y="258"/>
                  <a:pt x="306" y="258"/>
                  <a:pt x="306" y="258"/>
                </a:cubicBezTo>
                <a:cubicBezTo>
                  <a:pt x="306" y="256"/>
                  <a:pt x="306" y="256"/>
                  <a:pt x="306" y="256"/>
                </a:cubicBezTo>
                <a:cubicBezTo>
                  <a:pt x="340" y="251"/>
                  <a:pt x="340" y="251"/>
                  <a:pt x="340" y="251"/>
                </a:cubicBezTo>
                <a:cubicBezTo>
                  <a:pt x="332" y="231"/>
                  <a:pt x="332" y="231"/>
                  <a:pt x="332" y="231"/>
                </a:cubicBezTo>
                <a:cubicBezTo>
                  <a:pt x="317" y="215"/>
                  <a:pt x="317" y="215"/>
                  <a:pt x="317" y="215"/>
                </a:cubicBezTo>
                <a:cubicBezTo>
                  <a:pt x="317" y="210"/>
                  <a:pt x="317" y="210"/>
                  <a:pt x="317" y="210"/>
                </a:cubicBezTo>
                <a:cubicBezTo>
                  <a:pt x="320" y="205"/>
                  <a:pt x="320" y="205"/>
                  <a:pt x="320" y="205"/>
                </a:cubicBezTo>
                <a:cubicBezTo>
                  <a:pt x="315" y="192"/>
                  <a:pt x="315" y="192"/>
                  <a:pt x="315" y="192"/>
                </a:cubicBezTo>
                <a:cubicBezTo>
                  <a:pt x="315" y="181"/>
                  <a:pt x="315" y="181"/>
                  <a:pt x="315" y="181"/>
                </a:cubicBezTo>
                <a:cubicBezTo>
                  <a:pt x="312" y="170"/>
                  <a:pt x="312" y="170"/>
                  <a:pt x="312" y="170"/>
                </a:cubicBezTo>
                <a:cubicBezTo>
                  <a:pt x="312" y="157"/>
                  <a:pt x="312" y="157"/>
                  <a:pt x="312" y="157"/>
                </a:cubicBezTo>
                <a:cubicBezTo>
                  <a:pt x="308" y="149"/>
                  <a:pt x="308" y="149"/>
                  <a:pt x="308" y="149"/>
                </a:cubicBezTo>
                <a:cubicBezTo>
                  <a:pt x="306" y="149"/>
                  <a:pt x="306" y="149"/>
                  <a:pt x="306" y="149"/>
                </a:cubicBezTo>
                <a:cubicBezTo>
                  <a:pt x="306" y="144"/>
                  <a:pt x="306" y="144"/>
                  <a:pt x="306" y="144"/>
                </a:cubicBezTo>
                <a:cubicBezTo>
                  <a:pt x="311" y="140"/>
                  <a:pt x="311" y="140"/>
                  <a:pt x="311" y="140"/>
                </a:cubicBezTo>
                <a:cubicBezTo>
                  <a:pt x="311" y="133"/>
                  <a:pt x="311" y="133"/>
                  <a:pt x="311" y="133"/>
                </a:cubicBezTo>
                <a:cubicBezTo>
                  <a:pt x="316" y="127"/>
                  <a:pt x="316" y="127"/>
                  <a:pt x="316" y="127"/>
                </a:cubicBezTo>
                <a:cubicBezTo>
                  <a:pt x="319" y="125"/>
                  <a:pt x="319" y="125"/>
                  <a:pt x="319" y="125"/>
                </a:cubicBezTo>
                <a:cubicBezTo>
                  <a:pt x="321" y="100"/>
                  <a:pt x="321" y="100"/>
                  <a:pt x="321" y="100"/>
                </a:cubicBezTo>
                <a:cubicBezTo>
                  <a:pt x="326" y="84"/>
                  <a:pt x="326" y="84"/>
                  <a:pt x="326" y="84"/>
                </a:cubicBezTo>
                <a:cubicBezTo>
                  <a:pt x="350" y="60"/>
                  <a:pt x="350" y="60"/>
                  <a:pt x="350" y="60"/>
                </a:cubicBezTo>
                <a:cubicBezTo>
                  <a:pt x="345" y="55"/>
                  <a:pt x="345" y="55"/>
                  <a:pt x="345" y="55"/>
                </a:cubicBezTo>
                <a:cubicBezTo>
                  <a:pt x="340" y="55"/>
                  <a:pt x="340" y="55"/>
                  <a:pt x="340" y="55"/>
                </a:cubicBezTo>
                <a:cubicBezTo>
                  <a:pt x="342" y="50"/>
                  <a:pt x="342" y="50"/>
                  <a:pt x="342" y="50"/>
                </a:cubicBezTo>
                <a:cubicBezTo>
                  <a:pt x="343" y="47"/>
                  <a:pt x="343" y="47"/>
                  <a:pt x="343" y="47"/>
                </a:cubicBezTo>
                <a:cubicBezTo>
                  <a:pt x="340" y="43"/>
                  <a:pt x="340" y="43"/>
                  <a:pt x="340" y="43"/>
                </a:cubicBezTo>
                <a:cubicBezTo>
                  <a:pt x="343" y="38"/>
                  <a:pt x="343" y="38"/>
                  <a:pt x="343" y="38"/>
                </a:cubicBezTo>
                <a:cubicBezTo>
                  <a:pt x="342" y="35"/>
                  <a:pt x="342" y="35"/>
                  <a:pt x="342" y="35"/>
                </a:cubicBezTo>
                <a:cubicBezTo>
                  <a:pt x="341" y="32"/>
                  <a:pt x="341" y="32"/>
                  <a:pt x="341" y="32"/>
                </a:cubicBezTo>
                <a:lnTo>
                  <a:pt x="337" y="33"/>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26" name="Freeform 55"/>
          <p:cNvSpPr>
            <a:spLocks noEditPoints="1"/>
          </p:cNvSpPr>
          <p:nvPr/>
        </p:nvSpPr>
        <p:spPr bwMode="auto">
          <a:xfrm>
            <a:off x="10599737" y="4730749"/>
            <a:ext cx="144463" cy="100013"/>
          </a:xfrm>
          <a:custGeom>
            <a:avLst/>
            <a:gdLst>
              <a:gd name="T0" fmla="*/ 28904005 w 38"/>
              <a:gd name="T1" fmla="*/ 103578848 h 26"/>
              <a:gd name="T2" fmla="*/ 14453903 w 38"/>
              <a:gd name="T3" fmla="*/ 59188463 h 26"/>
              <a:gd name="T4" fmla="*/ 43357908 w 38"/>
              <a:gd name="T5" fmla="*/ 0 h 26"/>
              <a:gd name="T6" fmla="*/ 57811812 w 38"/>
              <a:gd name="T7" fmla="*/ 59188463 h 26"/>
              <a:gd name="T8" fmla="*/ 72261913 w 38"/>
              <a:gd name="T9" fmla="*/ 103578848 h 26"/>
              <a:gd name="T10" fmla="*/ 28904005 w 38"/>
              <a:gd name="T11" fmla="*/ 103578848 h 26"/>
              <a:gd name="T12" fmla="*/ 332409363 w 38"/>
              <a:gd name="T13" fmla="*/ 221951927 h 26"/>
              <a:gd name="T14" fmla="*/ 346863266 w 38"/>
              <a:gd name="T15" fmla="*/ 192359619 h 26"/>
              <a:gd name="T16" fmla="*/ 332409363 w 38"/>
              <a:gd name="T17" fmla="*/ 177561542 h 26"/>
              <a:gd name="T18" fmla="*/ 317955460 w 38"/>
              <a:gd name="T19" fmla="*/ 192359619 h 26"/>
              <a:gd name="T20" fmla="*/ 332409363 w 38"/>
              <a:gd name="T21" fmla="*/ 221951927 h 26"/>
              <a:gd name="T22" fmla="*/ 534745001 w 38"/>
              <a:gd name="T23" fmla="*/ 384715391 h 26"/>
              <a:gd name="T24" fmla="*/ 549198904 w 38"/>
              <a:gd name="T25" fmla="*/ 369917314 h 26"/>
              <a:gd name="T26" fmla="*/ 534745001 w 38"/>
              <a:gd name="T27" fmla="*/ 355123083 h 26"/>
              <a:gd name="T28" fmla="*/ 520294899 w 38"/>
              <a:gd name="T29" fmla="*/ 369917314 h 26"/>
              <a:gd name="T30" fmla="*/ 534745001 w 38"/>
              <a:gd name="T31" fmla="*/ 38471539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8" h="26">
                <a:moveTo>
                  <a:pt x="2" y="7"/>
                </a:moveTo>
                <a:cubicBezTo>
                  <a:pt x="2" y="6"/>
                  <a:pt x="0" y="6"/>
                  <a:pt x="1" y="4"/>
                </a:cubicBezTo>
                <a:cubicBezTo>
                  <a:pt x="2" y="3"/>
                  <a:pt x="2" y="2"/>
                  <a:pt x="3" y="0"/>
                </a:cubicBezTo>
                <a:cubicBezTo>
                  <a:pt x="4" y="2"/>
                  <a:pt x="3" y="3"/>
                  <a:pt x="4" y="4"/>
                </a:cubicBezTo>
                <a:cubicBezTo>
                  <a:pt x="5" y="5"/>
                  <a:pt x="5" y="6"/>
                  <a:pt x="5" y="7"/>
                </a:cubicBezTo>
                <a:cubicBezTo>
                  <a:pt x="4" y="8"/>
                  <a:pt x="3" y="8"/>
                  <a:pt x="2" y="7"/>
                </a:cubicBezTo>
                <a:close/>
                <a:moveTo>
                  <a:pt x="23" y="15"/>
                </a:moveTo>
                <a:cubicBezTo>
                  <a:pt x="24" y="15"/>
                  <a:pt x="24" y="14"/>
                  <a:pt x="24" y="13"/>
                </a:cubicBezTo>
                <a:cubicBezTo>
                  <a:pt x="24" y="12"/>
                  <a:pt x="24" y="12"/>
                  <a:pt x="23" y="12"/>
                </a:cubicBezTo>
                <a:cubicBezTo>
                  <a:pt x="22" y="12"/>
                  <a:pt x="22" y="12"/>
                  <a:pt x="22" y="13"/>
                </a:cubicBezTo>
                <a:cubicBezTo>
                  <a:pt x="22" y="14"/>
                  <a:pt x="22" y="15"/>
                  <a:pt x="23" y="15"/>
                </a:cubicBezTo>
                <a:close/>
                <a:moveTo>
                  <a:pt x="37" y="26"/>
                </a:moveTo>
                <a:cubicBezTo>
                  <a:pt x="37" y="26"/>
                  <a:pt x="37" y="25"/>
                  <a:pt x="38" y="25"/>
                </a:cubicBezTo>
                <a:cubicBezTo>
                  <a:pt x="37" y="25"/>
                  <a:pt x="37" y="24"/>
                  <a:pt x="37" y="24"/>
                </a:cubicBezTo>
                <a:cubicBezTo>
                  <a:pt x="36" y="24"/>
                  <a:pt x="36" y="25"/>
                  <a:pt x="36" y="25"/>
                </a:cubicBezTo>
                <a:cubicBezTo>
                  <a:pt x="36" y="26"/>
                  <a:pt x="36" y="26"/>
                  <a:pt x="37" y="26"/>
                </a:cubicBezTo>
                <a:close/>
              </a:path>
            </a:pathLst>
          </a:custGeom>
          <a:solidFill>
            <a:schemeClr val="accent3"/>
          </a:solidFill>
          <a:ln w="9525">
            <a:solidFill>
              <a:schemeClr val="bg2"/>
            </a:solidFill>
            <a:round/>
            <a:headEnd/>
            <a:tailEnd/>
          </a:ln>
        </p:spPr>
        <p:txBody>
          <a:bodyPr/>
          <a:lstStyle/>
          <a:p>
            <a:endParaRPr lang="ru-RU"/>
          </a:p>
        </p:txBody>
      </p:sp>
      <p:sp>
        <p:nvSpPr>
          <p:cNvPr id="3127" name="Freeform 56"/>
          <p:cNvSpPr>
            <a:spLocks/>
          </p:cNvSpPr>
          <p:nvPr/>
        </p:nvSpPr>
        <p:spPr bwMode="auto">
          <a:xfrm>
            <a:off x="8516938" y="2228850"/>
            <a:ext cx="735013" cy="1157288"/>
          </a:xfrm>
          <a:custGeom>
            <a:avLst/>
            <a:gdLst>
              <a:gd name="T0" fmla="*/ 2147483646 w 193"/>
              <a:gd name="T1" fmla="*/ 2147483646 h 304"/>
              <a:gd name="T2" fmla="*/ 2147483646 w 193"/>
              <a:gd name="T3" fmla="*/ 2147483646 h 304"/>
              <a:gd name="T4" fmla="*/ 2147483646 w 193"/>
              <a:gd name="T5" fmla="*/ 2147483646 h 304"/>
              <a:gd name="T6" fmla="*/ 2147483646 w 193"/>
              <a:gd name="T7" fmla="*/ 2147483646 h 304"/>
              <a:gd name="T8" fmla="*/ 2147483646 w 193"/>
              <a:gd name="T9" fmla="*/ 2147483646 h 304"/>
              <a:gd name="T10" fmla="*/ 2147483646 w 193"/>
              <a:gd name="T11" fmla="*/ 2147483646 h 304"/>
              <a:gd name="T12" fmla="*/ 2147483646 w 193"/>
              <a:gd name="T13" fmla="*/ 2147483646 h 304"/>
              <a:gd name="T14" fmla="*/ 2147483646 w 193"/>
              <a:gd name="T15" fmla="*/ 2147483646 h 304"/>
              <a:gd name="T16" fmla="*/ 2147483646 w 193"/>
              <a:gd name="T17" fmla="*/ 2147483646 h 304"/>
              <a:gd name="T18" fmla="*/ 2147483646 w 193"/>
              <a:gd name="T19" fmla="*/ 2147483646 h 304"/>
              <a:gd name="T20" fmla="*/ 2147483646 w 193"/>
              <a:gd name="T21" fmla="*/ 2147483646 h 304"/>
              <a:gd name="T22" fmla="*/ 1783941293 w 193"/>
              <a:gd name="T23" fmla="*/ 550705393 h 304"/>
              <a:gd name="T24" fmla="*/ 406100395 w 193"/>
              <a:gd name="T25" fmla="*/ 115938178 h 304"/>
              <a:gd name="T26" fmla="*/ 464113105 w 193"/>
              <a:gd name="T27" fmla="*/ 565198141 h 304"/>
              <a:gd name="T28" fmla="*/ 507627398 w 193"/>
              <a:gd name="T29" fmla="*/ 753596252 h 304"/>
              <a:gd name="T30" fmla="*/ 667163303 w 193"/>
              <a:gd name="T31" fmla="*/ 884027178 h 304"/>
              <a:gd name="T32" fmla="*/ 565640108 w 193"/>
              <a:gd name="T33" fmla="*/ 1289808897 h 304"/>
              <a:gd name="T34" fmla="*/ 246560682 w 193"/>
              <a:gd name="T35" fmla="*/ 2147483646 h 304"/>
              <a:gd name="T36" fmla="*/ 0 w 193"/>
              <a:gd name="T37" fmla="*/ 2147483646 h 304"/>
              <a:gd name="T38" fmla="*/ 159539713 w 193"/>
              <a:gd name="T39" fmla="*/ 2147483646 h 304"/>
              <a:gd name="T40" fmla="*/ 275568941 w 193"/>
              <a:gd name="T41" fmla="*/ 2147483646 h 304"/>
              <a:gd name="T42" fmla="*/ 377092136 w 193"/>
              <a:gd name="T43" fmla="*/ 2147483646 h 304"/>
              <a:gd name="T44" fmla="*/ 435108654 w 193"/>
              <a:gd name="T45" fmla="*/ 2147483646 h 304"/>
              <a:gd name="T46" fmla="*/ 188547972 w 193"/>
              <a:gd name="T47" fmla="*/ 2147483646 h 304"/>
              <a:gd name="T48" fmla="*/ 275568941 w 193"/>
              <a:gd name="T49" fmla="*/ 2147483646 h 304"/>
              <a:gd name="T50" fmla="*/ 565640108 w 193"/>
              <a:gd name="T51" fmla="*/ 2147483646 h 304"/>
              <a:gd name="T52" fmla="*/ 681669336 w 193"/>
              <a:gd name="T53" fmla="*/ 2147483646 h 304"/>
              <a:gd name="T54" fmla="*/ 899221759 w 193"/>
              <a:gd name="T55" fmla="*/ 2147483646 h 304"/>
              <a:gd name="T56" fmla="*/ 1363338673 w 193"/>
              <a:gd name="T57" fmla="*/ 2147483646 h 304"/>
              <a:gd name="T58" fmla="*/ 1508372352 w 193"/>
              <a:gd name="T59" fmla="*/ 2147483646 h 304"/>
              <a:gd name="T60" fmla="*/ 1479364093 w 193"/>
              <a:gd name="T61" fmla="*/ 2147483646 h 304"/>
              <a:gd name="T62" fmla="*/ 1899970521 w 193"/>
              <a:gd name="T63" fmla="*/ 2147483646 h 304"/>
              <a:gd name="T64" fmla="*/ 2074012460 w 193"/>
              <a:gd name="T65" fmla="*/ 2147483646 h 304"/>
              <a:gd name="T66" fmla="*/ 2147483646 w 193"/>
              <a:gd name="T67" fmla="*/ 2147483646 h 304"/>
              <a:gd name="T68" fmla="*/ 2147483646 w 193"/>
              <a:gd name="T69" fmla="*/ 2147483646 h 304"/>
              <a:gd name="T70" fmla="*/ 2147483646 w 193"/>
              <a:gd name="T71" fmla="*/ 2147483646 h 304"/>
              <a:gd name="T72" fmla="*/ 2147483646 w 193"/>
              <a:gd name="T73" fmla="*/ 2147483646 h 3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93" h="304">
                <a:moveTo>
                  <a:pt x="167" y="228"/>
                </a:moveTo>
                <a:cubicBezTo>
                  <a:pt x="168" y="220"/>
                  <a:pt x="168" y="220"/>
                  <a:pt x="168" y="220"/>
                </a:cubicBezTo>
                <a:cubicBezTo>
                  <a:pt x="166" y="219"/>
                  <a:pt x="166" y="219"/>
                  <a:pt x="166" y="219"/>
                </a:cubicBezTo>
                <a:cubicBezTo>
                  <a:pt x="163" y="213"/>
                  <a:pt x="163" y="213"/>
                  <a:pt x="163" y="213"/>
                </a:cubicBezTo>
                <a:cubicBezTo>
                  <a:pt x="165" y="209"/>
                  <a:pt x="165" y="209"/>
                  <a:pt x="165" y="209"/>
                </a:cubicBezTo>
                <a:cubicBezTo>
                  <a:pt x="160" y="206"/>
                  <a:pt x="160" y="206"/>
                  <a:pt x="160" y="206"/>
                </a:cubicBezTo>
                <a:cubicBezTo>
                  <a:pt x="155" y="209"/>
                  <a:pt x="155" y="209"/>
                  <a:pt x="155" y="209"/>
                </a:cubicBezTo>
                <a:cubicBezTo>
                  <a:pt x="153" y="206"/>
                  <a:pt x="153" y="206"/>
                  <a:pt x="153" y="206"/>
                </a:cubicBezTo>
                <a:cubicBezTo>
                  <a:pt x="161" y="196"/>
                  <a:pt x="161" y="196"/>
                  <a:pt x="161" y="196"/>
                </a:cubicBezTo>
                <a:cubicBezTo>
                  <a:pt x="158" y="187"/>
                  <a:pt x="158" y="187"/>
                  <a:pt x="158" y="187"/>
                </a:cubicBezTo>
                <a:cubicBezTo>
                  <a:pt x="165" y="181"/>
                  <a:pt x="165" y="181"/>
                  <a:pt x="165" y="181"/>
                </a:cubicBezTo>
                <a:cubicBezTo>
                  <a:pt x="165" y="181"/>
                  <a:pt x="166" y="178"/>
                  <a:pt x="165" y="178"/>
                </a:cubicBezTo>
                <a:cubicBezTo>
                  <a:pt x="165" y="177"/>
                  <a:pt x="163" y="173"/>
                  <a:pt x="163" y="173"/>
                </a:cubicBezTo>
                <a:cubicBezTo>
                  <a:pt x="166" y="170"/>
                  <a:pt x="166" y="170"/>
                  <a:pt x="166" y="170"/>
                </a:cubicBezTo>
                <a:cubicBezTo>
                  <a:pt x="170" y="170"/>
                  <a:pt x="170" y="170"/>
                  <a:pt x="170" y="170"/>
                </a:cubicBezTo>
                <a:cubicBezTo>
                  <a:pt x="170" y="165"/>
                  <a:pt x="170" y="165"/>
                  <a:pt x="170" y="165"/>
                </a:cubicBezTo>
                <a:cubicBezTo>
                  <a:pt x="175" y="160"/>
                  <a:pt x="175" y="160"/>
                  <a:pt x="175" y="160"/>
                </a:cubicBezTo>
                <a:cubicBezTo>
                  <a:pt x="175" y="157"/>
                  <a:pt x="175" y="157"/>
                  <a:pt x="175" y="157"/>
                </a:cubicBezTo>
                <a:cubicBezTo>
                  <a:pt x="175" y="157"/>
                  <a:pt x="173" y="157"/>
                  <a:pt x="173" y="156"/>
                </a:cubicBezTo>
                <a:cubicBezTo>
                  <a:pt x="173" y="156"/>
                  <a:pt x="174" y="155"/>
                  <a:pt x="174" y="154"/>
                </a:cubicBezTo>
                <a:cubicBezTo>
                  <a:pt x="174" y="154"/>
                  <a:pt x="177" y="150"/>
                  <a:pt x="177" y="150"/>
                </a:cubicBezTo>
                <a:cubicBezTo>
                  <a:pt x="193" y="151"/>
                  <a:pt x="193" y="151"/>
                  <a:pt x="193" y="151"/>
                </a:cubicBezTo>
                <a:cubicBezTo>
                  <a:pt x="193" y="78"/>
                  <a:pt x="193" y="78"/>
                  <a:pt x="193" y="78"/>
                </a:cubicBezTo>
                <a:cubicBezTo>
                  <a:pt x="123" y="38"/>
                  <a:pt x="123" y="38"/>
                  <a:pt x="123" y="38"/>
                </a:cubicBezTo>
                <a:cubicBezTo>
                  <a:pt x="46" y="0"/>
                  <a:pt x="46" y="0"/>
                  <a:pt x="46" y="0"/>
                </a:cubicBezTo>
                <a:cubicBezTo>
                  <a:pt x="28" y="8"/>
                  <a:pt x="28" y="8"/>
                  <a:pt x="28" y="8"/>
                </a:cubicBezTo>
                <a:cubicBezTo>
                  <a:pt x="32" y="27"/>
                  <a:pt x="32" y="27"/>
                  <a:pt x="32" y="27"/>
                </a:cubicBezTo>
                <a:cubicBezTo>
                  <a:pt x="32" y="39"/>
                  <a:pt x="32" y="39"/>
                  <a:pt x="32" y="39"/>
                </a:cubicBezTo>
                <a:cubicBezTo>
                  <a:pt x="37" y="48"/>
                  <a:pt x="37" y="48"/>
                  <a:pt x="37" y="48"/>
                </a:cubicBezTo>
                <a:cubicBezTo>
                  <a:pt x="35" y="52"/>
                  <a:pt x="35" y="52"/>
                  <a:pt x="35" y="52"/>
                </a:cubicBezTo>
                <a:cubicBezTo>
                  <a:pt x="35" y="52"/>
                  <a:pt x="39" y="58"/>
                  <a:pt x="39" y="58"/>
                </a:cubicBezTo>
                <a:cubicBezTo>
                  <a:pt x="39" y="58"/>
                  <a:pt x="46" y="61"/>
                  <a:pt x="46" y="61"/>
                </a:cubicBezTo>
                <a:cubicBezTo>
                  <a:pt x="42" y="68"/>
                  <a:pt x="42" y="68"/>
                  <a:pt x="42" y="68"/>
                </a:cubicBezTo>
                <a:cubicBezTo>
                  <a:pt x="39" y="89"/>
                  <a:pt x="39" y="89"/>
                  <a:pt x="39" y="89"/>
                </a:cubicBezTo>
                <a:cubicBezTo>
                  <a:pt x="38" y="131"/>
                  <a:pt x="38" y="131"/>
                  <a:pt x="38" y="131"/>
                </a:cubicBezTo>
                <a:cubicBezTo>
                  <a:pt x="17" y="150"/>
                  <a:pt x="17" y="150"/>
                  <a:pt x="17" y="150"/>
                </a:cubicBezTo>
                <a:cubicBezTo>
                  <a:pt x="3" y="173"/>
                  <a:pt x="3" y="173"/>
                  <a:pt x="3" y="173"/>
                </a:cubicBezTo>
                <a:cubicBezTo>
                  <a:pt x="0" y="174"/>
                  <a:pt x="0" y="174"/>
                  <a:pt x="0" y="174"/>
                </a:cubicBezTo>
                <a:cubicBezTo>
                  <a:pt x="3" y="188"/>
                  <a:pt x="3" y="188"/>
                  <a:pt x="3" y="188"/>
                </a:cubicBezTo>
                <a:cubicBezTo>
                  <a:pt x="11" y="200"/>
                  <a:pt x="11" y="200"/>
                  <a:pt x="11" y="200"/>
                </a:cubicBezTo>
                <a:cubicBezTo>
                  <a:pt x="18" y="200"/>
                  <a:pt x="18" y="200"/>
                  <a:pt x="18" y="200"/>
                </a:cubicBezTo>
                <a:cubicBezTo>
                  <a:pt x="19" y="206"/>
                  <a:pt x="19" y="206"/>
                  <a:pt x="19" y="206"/>
                </a:cubicBezTo>
                <a:cubicBezTo>
                  <a:pt x="25" y="208"/>
                  <a:pt x="25" y="208"/>
                  <a:pt x="25" y="208"/>
                </a:cubicBezTo>
                <a:cubicBezTo>
                  <a:pt x="26" y="216"/>
                  <a:pt x="26" y="216"/>
                  <a:pt x="26" y="216"/>
                </a:cubicBezTo>
                <a:cubicBezTo>
                  <a:pt x="28" y="218"/>
                  <a:pt x="28" y="218"/>
                  <a:pt x="28" y="218"/>
                </a:cubicBezTo>
                <a:cubicBezTo>
                  <a:pt x="30" y="248"/>
                  <a:pt x="30" y="248"/>
                  <a:pt x="30" y="248"/>
                </a:cubicBezTo>
                <a:cubicBezTo>
                  <a:pt x="40" y="258"/>
                  <a:pt x="40" y="258"/>
                  <a:pt x="40" y="258"/>
                </a:cubicBezTo>
                <a:cubicBezTo>
                  <a:pt x="13" y="258"/>
                  <a:pt x="13" y="258"/>
                  <a:pt x="13" y="258"/>
                </a:cubicBezTo>
                <a:cubicBezTo>
                  <a:pt x="9" y="265"/>
                  <a:pt x="9" y="265"/>
                  <a:pt x="9" y="265"/>
                </a:cubicBezTo>
                <a:cubicBezTo>
                  <a:pt x="19" y="277"/>
                  <a:pt x="19" y="277"/>
                  <a:pt x="19" y="277"/>
                </a:cubicBezTo>
                <a:cubicBezTo>
                  <a:pt x="30" y="283"/>
                  <a:pt x="30" y="283"/>
                  <a:pt x="30" y="283"/>
                </a:cubicBezTo>
                <a:cubicBezTo>
                  <a:pt x="39" y="299"/>
                  <a:pt x="39" y="299"/>
                  <a:pt x="39" y="299"/>
                </a:cubicBezTo>
                <a:cubicBezTo>
                  <a:pt x="37" y="304"/>
                  <a:pt x="37" y="304"/>
                  <a:pt x="37" y="304"/>
                </a:cubicBezTo>
                <a:cubicBezTo>
                  <a:pt x="47" y="304"/>
                  <a:pt x="47" y="304"/>
                  <a:pt x="47" y="304"/>
                </a:cubicBezTo>
                <a:cubicBezTo>
                  <a:pt x="57" y="297"/>
                  <a:pt x="57" y="297"/>
                  <a:pt x="57" y="297"/>
                </a:cubicBezTo>
                <a:cubicBezTo>
                  <a:pt x="62" y="304"/>
                  <a:pt x="62" y="304"/>
                  <a:pt x="62" y="304"/>
                </a:cubicBezTo>
                <a:cubicBezTo>
                  <a:pt x="77" y="296"/>
                  <a:pt x="77" y="296"/>
                  <a:pt x="77" y="296"/>
                </a:cubicBezTo>
                <a:cubicBezTo>
                  <a:pt x="94" y="294"/>
                  <a:pt x="94" y="294"/>
                  <a:pt x="94" y="294"/>
                </a:cubicBezTo>
                <a:cubicBezTo>
                  <a:pt x="102" y="285"/>
                  <a:pt x="102" y="285"/>
                  <a:pt x="102" y="285"/>
                </a:cubicBezTo>
                <a:cubicBezTo>
                  <a:pt x="104" y="282"/>
                  <a:pt x="104" y="282"/>
                  <a:pt x="104" y="282"/>
                </a:cubicBezTo>
                <a:cubicBezTo>
                  <a:pt x="98" y="279"/>
                  <a:pt x="98" y="279"/>
                  <a:pt x="98" y="279"/>
                </a:cubicBezTo>
                <a:cubicBezTo>
                  <a:pt x="102" y="276"/>
                  <a:pt x="102" y="276"/>
                  <a:pt x="102" y="276"/>
                </a:cubicBezTo>
                <a:cubicBezTo>
                  <a:pt x="127" y="274"/>
                  <a:pt x="127" y="274"/>
                  <a:pt x="127" y="274"/>
                </a:cubicBezTo>
                <a:cubicBezTo>
                  <a:pt x="131" y="270"/>
                  <a:pt x="131" y="270"/>
                  <a:pt x="131" y="270"/>
                </a:cubicBezTo>
                <a:cubicBezTo>
                  <a:pt x="135" y="269"/>
                  <a:pt x="135" y="269"/>
                  <a:pt x="135" y="269"/>
                </a:cubicBezTo>
                <a:cubicBezTo>
                  <a:pt x="143" y="258"/>
                  <a:pt x="143" y="258"/>
                  <a:pt x="143" y="258"/>
                </a:cubicBezTo>
                <a:cubicBezTo>
                  <a:pt x="151" y="254"/>
                  <a:pt x="151" y="254"/>
                  <a:pt x="151" y="254"/>
                </a:cubicBezTo>
                <a:cubicBezTo>
                  <a:pt x="151" y="254"/>
                  <a:pt x="152" y="250"/>
                  <a:pt x="152" y="250"/>
                </a:cubicBezTo>
                <a:cubicBezTo>
                  <a:pt x="152" y="250"/>
                  <a:pt x="152" y="244"/>
                  <a:pt x="152" y="244"/>
                </a:cubicBezTo>
                <a:cubicBezTo>
                  <a:pt x="162" y="240"/>
                  <a:pt x="162" y="240"/>
                  <a:pt x="162" y="240"/>
                </a:cubicBezTo>
                <a:cubicBezTo>
                  <a:pt x="166" y="239"/>
                  <a:pt x="166" y="239"/>
                  <a:pt x="166" y="239"/>
                </a:cubicBezTo>
                <a:cubicBezTo>
                  <a:pt x="173" y="241"/>
                  <a:pt x="173" y="241"/>
                  <a:pt x="173" y="241"/>
                </a:cubicBezTo>
                <a:cubicBezTo>
                  <a:pt x="174" y="233"/>
                  <a:pt x="174" y="233"/>
                  <a:pt x="174" y="233"/>
                </a:cubicBezTo>
                <a:lnTo>
                  <a:pt x="167" y="228"/>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28" name="Freeform 57"/>
          <p:cNvSpPr>
            <a:spLocks/>
          </p:cNvSpPr>
          <p:nvPr/>
        </p:nvSpPr>
        <p:spPr bwMode="auto">
          <a:xfrm>
            <a:off x="8582025" y="3138488"/>
            <a:ext cx="914400" cy="614363"/>
          </a:xfrm>
          <a:custGeom>
            <a:avLst/>
            <a:gdLst>
              <a:gd name="T0" fmla="*/ 2147483646 w 240"/>
              <a:gd name="T1" fmla="*/ 1310512597 h 161"/>
              <a:gd name="T2" fmla="*/ 2147483646 w 240"/>
              <a:gd name="T3" fmla="*/ 1179458667 h 161"/>
              <a:gd name="T4" fmla="*/ 2147483646 w 240"/>
              <a:gd name="T5" fmla="*/ 1092093195 h 161"/>
              <a:gd name="T6" fmla="*/ 2147483646 w 240"/>
              <a:gd name="T7" fmla="*/ 873673793 h 161"/>
              <a:gd name="T8" fmla="*/ 2147483646 w 240"/>
              <a:gd name="T9" fmla="*/ 757185226 h 161"/>
              <a:gd name="T10" fmla="*/ 2147483646 w 240"/>
              <a:gd name="T11" fmla="*/ 655254391 h 161"/>
              <a:gd name="T12" fmla="*/ 2147483646 w 240"/>
              <a:gd name="T13" fmla="*/ 626135111 h 161"/>
              <a:gd name="T14" fmla="*/ 2147483646 w 240"/>
              <a:gd name="T15" fmla="*/ 538765824 h 161"/>
              <a:gd name="T16" fmla="*/ 2147483646 w 240"/>
              <a:gd name="T17" fmla="*/ 349469517 h 161"/>
              <a:gd name="T18" fmla="*/ 2147483646 w 240"/>
              <a:gd name="T19" fmla="*/ 29123096 h 161"/>
              <a:gd name="T20" fmla="*/ 2104834500 w 240"/>
              <a:gd name="T21" fmla="*/ 14561548 h 161"/>
              <a:gd name="T22" fmla="*/ 1959673500 w 240"/>
              <a:gd name="T23" fmla="*/ 160173211 h 161"/>
              <a:gd name="T24" fmla="*/ 1829028600 w 240"/>
              <a:gd name="T25" fmla="*/ 276661778 h 161"/>
              <a:gd name="T26" fmla="*/ 1654835400 w 240"/>
              <a:gd name="T27" fmla="*/ 451396536 h 161"/>
              <a:gd name="T28" fmla="*/ 1233868500 w 240"/>
              <a:gd name="T29" fmla="*/ 538765824 h 161"/>
              <a:gd name="T30" fmla="*/ 1262900700 w 240"/>
              <a:gd name="T31" fmla="*/ 626135111 h 161"/>
              <a:gd name="T32" fmla="*/ 1117739700 w 240"/>
              <a:gd name="T33" fmla="*/ 800869869 h 161"/>
              <a:gd name="T34" fmla="*/ 653224500 w 240"/>
              <a:gd name="T35" fmla="*/ 946481532 h 161"/>
              <a:gd name="T36" fmla="*/ 435483000 w 240"/>
              <a:gd name="T37" fmla="*/ 946481532 h 161"/>
              <a:gd name="T38" fmla="*/ 217741500 w 240"/>
              <a:gd name="T39" fmla="*/ 1019285456 h 161"/>
              <a:gd name="T40" fmla="*/ 101612700 w 240"/>
              <a:gd name="T41" fmla="*/ 1295951050 h 161"/>
              <a:gd name="T42" fmla="*/ 58064400 w 240"/>
              <a:gd name="T43" fmla="*/ 1397878069 h 161"/>
              <a:gd name="T44" fmla="*/ 72580500 w 240"/>
              <a:gd name="T45" fmla="*/ 1601735923 h 161"/>
              <a:gd name="T46" fmla="*/ 188709300 w 240"/>
              <a:gd name="T47" fmla="*/ 1820155325 h 161"/>
              <a:gd name="T48" fmla="*/ 435483000 w 240"/>
              <a:gd name="T49" fmla="*/ 2147483646 h 161"/>
              <a:gd name="T50" fmla="*/ 566127900 w 240"/>
              <a:gd name="T51" fmla="*/ 2147483646 h 161"/>
              <a:gd name="T52" fmla="*/ 812901600 w 240"/>
              <a:gd name="T53" fmla="*/ 1980328536 h 161"/>
              <a:gd name="T54" fmla="*/ 1074191400 w 240"/>
              <a:gd name="T55" fmla="*/ 1994890084 h 161"/>
              <a:gd name="T56" fmla="*/ 1103223600 w 240"/>
              <a:gd name="T57" fmla="*/ 1805593777 h 161"/>
              <a:gd name="T58" fmla="*/ 1248384600 w 240"/>
              <a:gd name="T59" fmla="*/ 1645420567 h 161"/>
              <a:gd name="T60" fmla="*/ 1538706600 w 240"/>
              <a:gd name="T61" fmla="*/ 1645420567 h 161"/>
              <a:gd name="T62" fmla="*/ 1843544700 w 240"/>
              <a:gd name="T63" fmla="*/ 1834716873 h 161"/>
              <a:gd name="T64" fmla="*/ 2147483646 w 240"/>
              <a:gd name="T65" fmla="*/ 1674543662 h 161"/>
              <a:gd name="T66" fmla="*/ 2147483646 w 240"/>
              <a:gd name="T67" fmla="*/ 1645420567 h 161"/>
              <a:gd name="T68" fmla="*/ 2147483646 w 240"/>
              <a:gd name="T69" fmla="*/ 1659982115 h 161"/>
              <a:gd name="T70" fmla="*/ 2147483646 w 240"/>
              <a:gd name="T71" fmla="*/ 1616297471 h 161"/>
              <a:gd name="T72" fmla="*/ 2147483646 w 240"/>
              <a:gd name="T73" fmla="*/ 1514370452 h 161"/>
              <a:gd name="T74" fmla="*/ 2147483646 w 240"/>
              <a:gd name="T75" fmla="*/ 1558051279 h 161"/>
              <a:gd name="T76" fmla="*/ 2147483646 w 240"/>
              <a:gd name="T77" fmla="*/ 1616297471 h 161"/>
              <a:gd name="T78" fmla="*/ 2147483646 w 240"/>
              <a:gd name="T79" fmla="*/ 1616297471 h 161"/>
              <a:gd name="T80" fmla="*/ 2147483646 w 240"/>
              <a:gd name="T81" fmla="*/ 1427001164 h 1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0" h="161">
                <a:moveTo>
                  <a:pt x="221" y="92"/>
                </a:moveTo>
                <a:cubicBezTo>
                  <a:pt x="223" y="90"/>
                  <a:pt x="223" y="90"/>
                  <a:pt x="223" y="90"/>
                </a:cubicBezTo>
                <a:cubicBezTo>
                  <a:pt x="218" y="85"/>
                  <a:pt x="218" y="85"/>
                  <a:pt x="218" y="85"/>
                </a:cubicBezTo>
                <a:cubicBezTo>
                  <a:pt x="220" y="81"/>
                  <a:pt x="220" y="81"/>
                  <a:pt x="220" y="81"/>
                </a:cubicBezTo>
                <a:cubicBezTo>
                  <a:pt x="215" y="79"/>
                  <a:pt x="215" y="79"/>
                  <a:pt x="215" y="79"/>
                </a:cubicBezTo>
                <a:cubicBezTo>
                  <a:pt x="214" y="75"/>
                  <a:pt x="214" y="75"/>
                  <a:pt x="214" y="75"/>
                </a:cubicBezTo>
                <a:cubicBezTo>
                  <a:pt x="198" y="66"/>
                  <a:pt x="198" y="66"/>
                  <a:pt x="198" y="66"/>
                </a:cubicBezTo>
                <a:cubicBezTo>
                  <a:pt x="200" y="60"/>
                  <a:pt x="200" y="60"/>
                  <a:pt x="200" y="60"/>
                </a:cubicBezTo>
                <a:cubicBezTo>
                  <a:pt x="192" y="53"/>
                  <a:pt x="192" y="53"/>
                  <a:pt x="192" y="53"/>
                </a:cubicBezTo>
                <a:cubicBezTo>
                  <a:pt x="181" y="52"/>
                  <a:pt x="181" y="52"/>
                  <a:pt x="181" y="52"/>
                </a:cubicBezTo>
                <a:cubicBezTo>
                  <a:pt x="178" y="49"/>
                  <a:pt x="178" y="49"/>
                  <a:pt x="178" y="49"/>
                </a:cubicBezTo>
                <a:cubicBezTo>
                  <a:pt x="180" y="45"/>
                  <a:pt x="180" y="45"/>
                  <a:pt x="180" y="45"/>
                </a:cubicBezTo>
                <a:cubicBezTo>
                  <a:pt x="181" y="43"/>
                  <a:pt x="181" y="43"/>
                  <a:pt x="181" y="43"/>
                </a:cubicBezTo>
                <a:cubicBezTo>
                  <a:pt x="167" y="43"/>
                  <a:pt x="167" y="43"/>
                  <a:pt x="167" y="43"/>
                </a:cubicBezTo>
                <a:cubicBezTo>
                  <a:pt x="169" y="38"/>
                  <a:pt x="169" y="38"/>
                  <a:pt x="169" y="38"/>
                </a:cubicBezTo>
                <a:cubicBezTo>
                  <a:pt x="165" y="37"/>
                  <a:pt x="165" y="37"/>
                  <a:pt x="165" y="37"/>
                </a:cubicBezTo>
                <a:cubicBezTo>
                  <a:pt x="170" y="33"/>
                  <a:pt x="170" y="33"/>
                  <a:pt x="170" y="33"/>
                </a:cubicBezTo>
                <a:cubicBezTo>
                  <a:pt x="170" y="24"/>
                  <a:pt x="170" y="24"/>
                  <a:pt x="170" y="24"/>
                </a:cubicBezTo>
                <a:cubicBezTo>
                  <a:pt x="168" y="18"/>
                  <a:pt x="168" y="18"/>
                  <a:pt x="168" y="18"/>
                </a:cubicBezTo>
                <a:cubicBezTo>
                  <a:pt x="156" y="2"/>
                  <a:pt x="156" y="2"/>
                  <a:pt x="156" y="2"/>
                </a:cubicBezTo>
                <a:cubicBezTo>
                  <a:pt x="149" y="0"/>
                  <a:pt x="149" y="0"/>
                  <a:pt x="149" y="0"/>
                </a:cubicBezTo>
                <a:cubicBezTo>
                  <a:pt x="145" y="1"/>
                  <a:pt x="145" y="1"/>
                  <a:pt x="145" y="1"/>
                </a:cubicBezTo>
                <a:cubicBezTo>
                  <a:pt x="135" y="5"/>
                  <a:pt x="135" y="5"/>
                  <a:pt x="135" y="5"/>
                </a:cubicBezTo>
                <a:cubicBezTo>
                  <a:pt x="135" y="5"/>
                  <a:pt x="135" y="11"/>
                  <a:pt x="135" y="11"/>
                </a:cubicBezTo>
                <a:cubicBezTo>
                  <a:pt x="135" y="11"/>
                  <a:pt x="134" y="15"/>
                  <a:pt x="134" y="15"/>
                </a:cubicBezTo>
                <a:cubicBezTo>
                  <a:pt x="126" y="19"/>
                  <a:pt x="126" y="19"/>
                  <a:pt x="126" y="19"/>
                </a:cubicBezTo>
                <a:cubicBezTo>
                  <a:pt x="118" y="30"/>
                  <a:pt x="118" y="30"/>
                  <a:pt x="118" y="30"/>
                </a:cubicBezTo>
                <a:cubicBezTo>
                  <a:pt x="114" y="31"/>
                  <a:pt x="114" y="31"/>
                  <a:pt x="114" y="31"/>
                </a:cubicBezTo>
                <a:cubicBezTo>
                  <a:pt x="110" y="35"/>
                  <a:pt x="110" y="35"/>
                  <a:pt x="110" y="35"/>
                </a:cubicBezTo>
                <a:cubicBezTo>
                  <a:pt x="85" y="37"/>
                  <a:pt x="85" y="37"/>
                  <a:pt x="85" y="37"/>
                </a:cubicBezTo>
                <a:cubicBezTo>
                  <a:pt x="81" y="40"/>
                  <a:pt x="81" y="40"/>
                  <a:pt x="81" y="40"/>
                </a:cubicBezTo>
                <a:cubicBezTo>
                  <a:pt x="87" y="43"/>
                  <a:pt x="87" y="43"/>
                  <a:pt x="87" y="43"/>
                </a:cubicBezTo>
                <a:cubicBezTo>
                  <a:pt x="85" y="46"/>
                  <a:pt x="85" y="46"/>
                  <a:pt x="85" y="46"/>
                </a:cubicBezTo>
                <a:cubicBezTo>
                  <a:pt x="77" y="55"/>
                  <a:pt x="77" y="55"/>
                  <a:pt x="77" y="55"/>
                </a:cubicBezTo>
                <a:cubicBezTo>
                  <a:pt x="60" y="57"/>
                  <a:pt x="60" y="57"/>
                  <a:pt x="60" y="57"/>
                </a:cubicBezTo>
                <a:cubicBezTo>
                  <a:pt x="45" y="65"/>
                  <a:pt x="45" y="65"/>
                  <a:pt x="45" y="65"/>
                </a:cubicBezTo>
                <a:cubicBezTo>
                  <a:pt x="40" y="58"/>
                  <a:pt x="40" y="58"/>
                  <a:pt x="40" y="58"/>
                </a:cubicBezTo>
                <a:cubicBezTo>
                  <a:pt x="30" y="65"/>
                  <a:pt x="30" y="65"/>
                  <a:pt x="30" y="65"/>
                </a:cubicBezTo>
                <a:cubicBezTo>
                  <a:pt x="20" y="65"/>
                  <a:pt x="20" y="65"/>
                  <a:pt x="20" y="65"/>
                </a:cubicBezTo>
                <a:cubicBezTo>
                  <a:pt x="15" y="70"/>
                  <a:pt x="15" y="70"/>
                  <a:pt x="15" y="70"/>
                </a:cubicBezTo>
                <a:cubicBezTo>
                  <a:pt x="14" y="74"/>
                  <a:pt x="14" y="74"/>
                  <a:pt x="14" y="74"/>
                </a:cubicBezTo>
                <a:cubicBezTo>
                  <a:pt x="7" y="89"/>
                  <a:pt x="7" y="89"/>
                  <a:pt x="7" y="89"/>
                </a:cubicBezTo>
                <a:cubicBezTo>
                  <a:pt x="0" y="91"/>
                  <a:pt x="0" y="91"/>
                  <a:pt x="0" y="91"/>
                </a:cubicBezTo>
                <a:cubicBezTo>
                  <a:pt x="4" y="96"/>
                  <a:pt x="4" y="96"/>
                  <a:pt x="4" y="96"/>
                </a:cubicBezTo>
                <a:cubicBezTo>
                  <a:pt x="2" y="107"/>
                  <a:pt x="2" y="107"/>
                  <a:pt x="2" y="107"/>
                </a:cubicBezTo>
                <a:cubicBezTo>
                  <a:pt x="5" y="110"/>
                  <a:pt x="5" y="110"/>
                  <a:pt x="5" y="110"/>
                </a:cubicBezTo>
                <a:cubicBezTo>
                  <a:pt x="5" y="119"/>
                  <a:pt x="5" y="119"/>
                  <a:pt x="5" y="119"/>
                </a:cubicBezTo>
                <a:cubicBezTo>
                  <a:pt x="13" y="125"/>
                  <a:pt x="13" y="125"/>
                  <a:pt x="13" y="125"/>
                </a:cubicBezTo>
                <a:cubicBezTo>
                  <a:pt x="15" y="136"/>
                  <a:pt x="15" y="136"/>
                  <a:pt x="15" y="136"/>
                </a:cubicBezTo>
                <a:cubicBezTo>
                  <a:pt x="30" y="149"/>
                  <a:pt x="30" y="149"/>
                  <a:pt x="30" y="149"/>
                </a:cubicBezTo>
                <a:cubicBezTo>
                  <a:pt x="34" y="161"/>
                  <a:pt x="34" y="161"/>
                  <a:pt x="34" y="161"/>
                </a:cubicBezTo>
                <a:cubicBezTo>
                  <a:pt x="39" y="151"/>
                  <a:pt x="39" y="151"/>
                  <a:pt x="39" y="151"/>
                </a:cubicBezTo>
                <a:cubicBezTo>
                  <a:pt x="40" y="139"/>
                  <a:pt x="40" y="139"/>
                  <a:pt x="40" y="139"/>
                </a:cubicBezTo>
                <a:cubicBezTo>
                  <a:pt x="56" y="136"/>
                  <a:pt x="56" y="136"/>
                  <a:pt x="56" y="136"/>
                </a:cubicBezTo>
                <a:cubicBezTo>
                  <a:pt x="69" y="140"/>
                  <a:pt x="69" y="140"/>
                  <a:pt x="69" y="140"/>
                </a:cubicBezTo>
                <a:cubicBezTo>
                  <a:pt x="74" y="137"/>
                  <a:pt x="74" y="137"/>
                  <a:pt x="74" y="137"/>
                </a:cubicBezTo>
                <a:cubicBezTo>
                  <a:pt x="77" y="138"/>
                  <a:pt x="77" y="138"/>
                  <a:pt x="77" y="138"/>
                </a:cubicBezTo>
                <a:cubicBezTo>
                  <a:pt x="76" y="124"/>
                  <a:pt x="76" y="124"/>
                  <a:pt x="76" y="124"/>
                </a:cubicBezTo>
                <a:cubicBezTo>
                  <a:pt x="81" y="122"/>
                  <a:pt x="81" y="122"/>
                  <a:pt x="81" y="122"/>
                </a:cubicBezTo>
                <a:cubicBezTo>
                  <a:pt x="86" y="113"/>
                  <a:pt x="86" y="113"/>
                  <a:pt x="86" y="113"/>
                </a:cubicBezTo>
                <a:cubicBezTo>
                  <a:pt x="94" y="109"/>
                  <a:pt x="94" y="109"/>
                  <a:pt x="94" y="109"/>
                </a:cubicBezTo>
                <a:cubicBezTo>
                  <a:pt x="106" y="113"/>
                  <a:pt x="106" y="113"/>
                  <a:pt x="106" y="113"/>
                </a:cubicBezTo>
                <a:cubicBezTo>
                  <a:pt x="112" y="120"/>
                  <a:pt x="112" y="120"/>
                  <a:pt x="112" y="120"/>
                </a:cubicBezTo>
                <a:cubicBezTo>
                  <a:pt x="127" y="126"/>
                  <a:pt x="127" y="126"/>
                  <a:pt x="127" y="126"/>
                </a:cubicBezTo>
                <a:cubicBezTo>
                  <a:pt x="148" y="127"/>
                  <a:pt x="148" y="127"/>
                  <a:pt x="148" y="127"/>
                </a:cubicBezTo>
                <a:cubicBezTo>
                  <a:pt x="156" y="115"/>
                  <a:pt x="156" y="115"/>
                  <a:pt x="156" y="115"/>
                </a:cubicBezTo>
                <a:cubicBezTo>
                  <a:pt x="165" y="120"/>
                  <a:pt x="165" y="120"/>
                  <a:pt x="165" y="120"/>
                </a:cubicBezTo>
                <a:cubicBezTo>
                  <a:pt x="181" y="113"/>
                  <a:pt x="181" y="113"/>
                  <a:pt x="181" y="113"/>
                </a:cubicBezTo>
                <a:cubicBezTo>
                  <a:pt x="183" y="109"/>
                  <a:pt x="183" y="109"/>
                  <a:pt x="183" y="109"/>
                </a:cubicBezTo>
                <a:cubicBezTo>
                  <a:pt x="189" y="114"/>
                  <a:pt x="189" y="114"/>
                  <a:pt x="189" y="114"/>
                </a:cubicBezTo>
                <a:cubicBezTo>
                  <a:pt x="196" y="113"/>
                  <a:pt x="196" y="113"/>
                  <a:pt x="196" y="113"/>
                </a:cubicBezTo>
                <a:cubicBezTo>
                  <a:pt x="201" y="111"/>
                  <a:pt x="201" y="111"/>
                  <a:pt x="201" y="111"/>
                </a:cubicBezTo>
                <a:cubicBezTo>
                  <a:pt x="201" y="105"/>
                  <a:pt x="201" y="105"/>
                  <a:pt x="201" y="105"/>
                </a:cubicBezTo>
                <a:cubicBezTo>
                  <a:pt x="205" y="104"/>
                  <a:pt x="205" y="104"/>
                  <a:pt x="205" y="104"/>
                </a:cubicBezTo>
                <a:cubicBezTo>
                  <a:pt x="211" y="108"/>
                  <a:pt x="211" y="108"/>
                  <a:pt x="211" y="108"/>
                </a:cubicBezTo>
                <a:cubicBezTo>
                  <a:pt x="217" y="107"/>
                  <a:pt x="217" y="107"/>
                  <a:pt x="217" y="107"/>
                </a:cubicBezTo>
                <a:cubicBezTo>
                  <a:pt x="221" y="111"/>
                  <a:pt x="221" y="111"/>
                  <a:pt x="221" y="111"/>
                </a:cubicBezTo>
                <a:cubicBezTo>
                  <a:pt x="228" y="111"/>
                  <a:pt x="228" y="111"/>
                  <a:pt x="228" y="111"/>
                </a:cubicBezTo>
                <a:cubicBezTo>
                  <a:pt x="228" y="111"/>
                  <a:pt x="233" y="108"/>
                  <a:pt x="233" y="108"/>
                </a:cubicBezTo>
                <a:cubicBezTo>
                  <a:pt x="233" y="108"/>
                  <a:pt x="238" y="111"/>
                  <a:pt x="238" y="111"/>
                </a:cubicBezTo>
                <a:cubicBezTo>
                  <a:pt x="240" y="112"/>
                  <a:pt x="240" y="112"/>
                  <a:pt x="240" y="112"/>
                </a:cubicBezTo>
                <a:cubicBezTo>
                  <a:pt x="234" y="98"/>
                  <a:pt x="234" y="98"/>
                  <a:pt x="234" y="98"/>
                </a:cubicBezTo>
                <a:lnTo>
                  <a:pt x="221" y="92"/>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30" name="Freeform 59"/>
          <p:cNvSpPr>
            <a:spLocks/>
          </p:cNvSpPr>
          <p:nvPr/>
        </p:nvSpPr>
        <p:spPr bwMode="auto">
          <a:xfrm>
            <a:off x="8167688" y="2990850"/>
            <a:ext cx="544513" cy="806450"/>
          </a:xfrm>
          <a:custGeom>
            <a:avLst/>
            <a:gdLst>
              <a:gd name="T0" fmla="*/ 1768905693 w 143"/>
              <a:gd name="T1" fmla="*/ 2147483646 h 212"/>
              <a:gd name="T2" fmla="*/ 1652909193 w 143"/>
              <a:gd name="T3" fmla="*/ 2147483646 h 212"/>
              <a:gd name="T4" fmla="*/ 1638412963 w 143"/>
              <a:gd name="T5" fmla="*/ 1953514809 h 212"/>
              <a:gd name="T6" fmla="*/ 1681909270 w 143"/>
              <a:gd name="T7" fmla="*/ 1852221646 h 212"/>
              <a:gd name="T8" fmla="*/ 1797901963 w 143"/>
              <a:gd name="T9" fmla="*/ 1577283060 h 212"/>
              <a:gd name="T10" fmla="*/ 1899398424 w 143"/>
              <a:gd name="T11" fmla="*/ 1432578541 h 212"/>
              <a:gd name="T12" fmla="*/ 1609412886 w 143"/>
              <a:gd name="T13" fmla="*/ 1114228599 h 212"/>
              <a:gd name="T14" fmla="*/ 1522416462 w 143"/>
              <a:gd name="T15" fmla="*/ 839290013 h 212"/>
              <a:gd name="T16" fmla="*/ 1768905693 w 143"/>
              <a:gd name="T17" fmla="*/ 694581691 h 212"/>
              <a:gd name="T18" fmla="*/ 1710905539 w 143"/>
              <a:gd name="T19" fmla="*/ 231527230 h 212"/>
              <a:gd name="T20" fmla="*/ 1609412886 w 143"/>
              <a:gd name="T21" fmla="*/ 86822711 h 212"/>
              <a:gd name="T22" fmla="*/ 1493420193 w 143"/>
              <a:gd name="T23" fmla="*/ 0 h 212"/>
              <a:gd name="T24" fmla="*/ 1594912847 w 143"/>
              <a:gd name="T25" fmla="*/ 188115875 h 212"/>
              <a:gd name="T26" fmla="*/ 1652909193 w 143"/>
              <a:gd name="T27" fmla="*/ 260468134 h 212"/>
              <a:gd name="T28" fmla="*/ 1638412963 w 143"/>
              <a:gd name="T29" fmla="*/ 419643105 h 212"/>
              <a:gd name="T30" fmla="*/ 1464420116 w 143"/>
              <a:gd name="T31" fmla="*/ 491995364 h 212"/>
              <a:gd name="T32" fmla="*/ 1333927385 w 143"/>
              <a:gd name="T33" fmla="*/ 795878658 h 212"/>
              <a:gd name="T34" fmla="*/ 1261431001 w 143"/>
              <a:gd name="T35" fmla="*/ 955053629 h 212"/>
              <a:gd name="T36" fmla="*/ 1145438308 w 143"/>
              <a:gd name="T37" fmla="*/ 1172110407 h 212"/>
              <a:gd name="T38" fmla="*/ 1000445539 w 143"/>
              <a:gd name="T39" fmla="*/ 1360226281 h 212"/>
              <a:gd name="T40" fmla="*/ 913449116 w 143"/>
              <a:gd name="T41" fmla="*/ 1620694415 h 212"/>
              <a:gd name="T42" fmla="*/ 797456424 w 143"/>
              <a:gd name="T43" fmla="*/ 1779869386 h 212"/>
              <a:gd name="T44" fmla="*/ 695963770 w 143"/>
              <a:gd name="T45" fmla="*/ 1736458030 h 212"/>
              <a:gd name="T46" fmla="*/ 565471039 w 143"/>
              <a:gd name="T47" fmla="*/ 1591753512 h 212"/>
              <a:gd name="T48" fmla="*/ 449474539 w 143"/>
              <a:gd name="T49" fmla="*/ 1678576223 h 212"/>
              <a:gd name="T50" fmla="*/ 347981885 w 143"/>
              <a:gd name="T51" fmla="*/ 1693046675 h 212"/>
              <a:gd name="T52" fmla="*/ 275485500 w 143"/>
              <a:gd name="T53" fmla="*/ 1779869386 h 212"/>
              <a:gd name="T54" fmla="*/ 101492654 w 143"/>
              <a:gd name="T55" fmla="*/ 2141630683 h 212"/>
              <a:gd name="T56" fmla="*/ 29000077 w 143"/>
              <a:gd name="T57" fmla="*/ 2147483646 h 212"/>
              <a:gd name="T58" fmla="*/ 144992769 w 143"/>
              <a:gd name="T59" fmla="*/ 2147483646 h 212"/>
              <a:gd name="T60" fmla="*/ 333481846 w 143"/>
              <a:gd name="T61" fmla="*/ 2147483646 h 212"/>
              <a:gd name="T62" fmla="*/ 420478269 w 143"/>
              <a:gd name="T63" fmla="*/ 2147483646 h 212"/>
              <a:gd name="T64" fmla="*/ 376978154 w 143"/>
              <a:gd name="T65" fmla="*/ 2147483646 h 212"/>
              <a:gd name="T66" fmla="*/ 768460154 w 143"/>
              <a:gd name="T67" fmla="*/ 2147483646 h 212"/>
              <a:gd name="T68" fmla="*/ 1246930962 w 143"/>
              <a:gd name="T69" fmla="*/ 2147483646 h 212"/>
              <a:gd name="T70" fmla="*/ 1623912924 w 143"/>
              <a:gd name="T71" fmla="*/ 2147483646 h 212"/>
              <a:gd name="T72" fmla="*/ 1928394693 w 143"/>
              <a:gd name="T73" fmla="*/ 2147483646 h 212"/>
              <a:gd name="T74" fmla="*/ 2015391117 w 143"/>
              <a:gd name="T75" fmla="*/ 2147483646 h 212"/>
              <a:gd name="T76" fmla="*/ 2015391117 w 143"/>
              <a:gd name="T77" fmla="*/ 2147483646 h 21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3" h="212">
                <a:moveTo>
                  <a:pt x="124" y="175"/>
                </a:moveTo>
                <a:cubicBezTo>
                  <a:pt x="122" y="164"/>
                  <a:pt x="122" y="164"/>
                  <a:pt x="122" y="164"/>
                </a:cubicBezTo>
                <a:cubicBezTo>
                  <a:pt x="114" y="158"/>
                  <a:pt x="114" y="158"/>
                  <a:pt x="114" y="158"/>
                </a:cubicBezTo>
                <a:cubicBezTo>
                  <a:pt x="114" y="149"/>
                  <a:pt x="114" y="149"/>
                  <a:pt x="114" y="149"/>
                </a:cubicBezTo>
                <a:cubicBezTo>
                  <a:pt x="111" y="146"/>
                  <a:pt x="111" y="146"/>
                  <a:pt x="111" y="146"/>
                </a:cubicBezTo>
                <a:cubicBezTo>
                  <a:pt x="113" y="135"/>
                  <a:pt x="113" y="135"/>
                  <a:pt x="113" y="135"/>
                </a:cubicBezTo>
                <a:cubicBezTo>
                  <a:pt x="109" y="130"/>
                  <a:pt x="109" y="130"/>
                  <a:pt x="109" y="130"/>
                </a:cubicBezTo>
                <a:cubicBezTo>
                  <a:pt x="116" y="128"/>
                  <a:pt x="116" y="128"/>
                  <a:pt x="116" y="128"/>
                </a:cubicBezTo>
                <a:cubicBezTo>
                  <a:pt x="123" y="113"/>
                  <a:pt x="123" y="113"/>
                  <a:pt x="123" y="113"/>
                </a:cubicBezTo>
                <a:cubicBezTo>
                  <a:pt x="124" y="109"/>
                  <a:pt x="124" y="109"/>
                  <a:pt x="124" y="109"/>
                </a:cubicBezTo>
                <a:cubicBezTo>
                  <a:pt x="129" y="104"/>
                  <a:pt x="129" y="104"/>
                  <a:pt x="129" y="104"/>
                </a:cubicBezTo>
                <a:cubicBezTo>
                  <a:pt x="131" y="99"/>
                  <a:pt x="131" y="99"/>
                  <a:pt x="131" y="99"/>
                </a:cubicBezTo>
                <a:cubicBezTo>
                  <a:pt x="122" y="83"/>
                  <a:pt x="122" y="83"/>
                  <a:pt x="122" y="83"/>
                </a:cubicBezTo>
                <a:cubicBezTo>
                  <a:pt x="111" y="77"/>
                  <a:pt x="111" y="77"/>
                  <a:pt x="111" y="77"/>
                </a:cubicBezTo>
                <a:cubicBezTo>
                  <a:pt x="101" y="65"/>
                  <a:pt x="101" y="65"/>
                  <a:pt x="101" y="65"/>
                </a:cubicBezTo>
                <a:cubicBezTo>
                  <a:pt x="105" y="58"/>
                  <a:pt x="105" y="58"/>
                  <a:pt x="105" y="58"/>
                </a:cubicBezTo>
                <a:cubicBezTo>
                  <a:pt x="132" y="58"/>
                  <a:pt x="132" y="58"/>
                  <a:pt x="132" y="58"/>
                </a:cubicBezTo>
                <a:cubicBezTo>
                  <a:pt x="122" y="48"/>
                  <a:pt x="122" y="48"/>
                  <a:pt x="122" y="48"/>
                </a:cubicBezTo>
                <a:cubicBezTo>
                  <a:pt x="120" y="18"/>
                  <a:pt x="120" y="18"/>
                  <a:pt x="120" y="18"/>
                </a:cubicBezTo>
                <a:cubicBezTo>
                  <a:pt x="118" y="16"/>
                  <a:pt x="118" y="16"/>
                  <a:pt x="118" y="16"/>
                </a:cubicBezTo>
                <a:cubicBezTo>
                  <a:pt x="117" y="8"/>
                  <a:pt x="117" y="8"/>
                  <a:pt x="117" y="8"/>
                </a:cubicBezTo>
                <a:cubicBezTo>
                  <a:pt x="111" y="6"/>
                  <a:pt x="111" y="6"/>
                  <a:pt x="111" y="6"/>
                </a:cubicBezTo>
                <a:cubicBezTo>
                  <a:pt x="110" y="0"/>
                  <a:pt x="110" y="0"/>
                  <a:pt x="110" y="0"/>
                </a:cubicBezTo>
                <a:cubicBezTo>
                  <a:pt x="103" y="0"/>
                  <a:pt x="103" y="0"/>
                  <a:pt x="103" y="0"/>
                </a:cubicBezTo>
                <a:cubicBezTo>
                  <a:pt x="105" y="13"/>
                  <a:pt x="105" y="13"/>
                  <a:pt x="105" y="13"/>
                </a:cubicBezTo>
                <a:cubicBezTo>
                  <a:pt x="110" y="13"/>
                  <a:pt x="110" y="13"/>
                  <a:pt x="110" y="13"/>
                </a:cubicBezTo>
                <a:cubicBezTo>
                  <a:pt x="114" y="17"/>
                  <a:pt x="114" y="17"/>
                  <a:pt x="114" y="17"/>
                </a:cubicBezTo>
                <a:cubicBezTo>
                  <a:pt x="114" y="18"/>
                  <a:pt x="114" y="18"/>
                  <a:pt x="114" y="18"/>
                </a:cubicBezTo>
                <a:cubicBezTo>
                  <a:pt x="111" y="25"/>
                  <a:pt x="111" y="25"/>
                  <a:pt x="111" y="25"/>
                </a:cubicBezTo>
                <a:cubicBezTo>
                  <a:pt x="113" y="29"/>
                  <a:pt x="113" y="29"/>
                  <a:pt x="113" y="29"/>
                </a:cubicBezTo>
                <a:cubicBezTo>
                  <a:pt x="105" y="35"/>
                  <a:pt x="105" y="35"/>
                  <a:pt x="105" y="35"/>
                </a:cubicBezTo>
                <a:cubicBezTo>
                  <a:pt x="101" y="34"/>
                  <a:pt x="101" y="34"/>
                  <a:pt x="101" y="34"/>
                </a:cubicBezTo>
                <a:cubicBezTo>
                  <a:pt x="97" y="38"/>
                  <a:pt x="97" y="38"/>
                  <a:pt x="97" y="38"/>
                </a:cubicBezTo>
                <a:cubicBezTo>
                  <a:pt x="92" y="55"/>
                  <a:pt x="92" y="55"/>
                  <a:pt x="92" y="55"/>
                </a:cubicBezTo>
                <a:cubicBezTo>
                  <a:pt x="87" y="58"/>
                  <a:pt x="87" y="58"/>
                  <a:pt x="87" y="58"/>
                </a:cubicBezTo>
                <a:cubicBezTo>
                  <a:pt x="87" y="66"/>
                  <a:pt x="87" y="66"/>
                  <a:pt x="87" y="66"/>
                </a:cubicBezTo>
                <a:cubicBezTo>
                  <a:pt x="81" y="70"/>
                  <a:pt x="81" y="70"/>
                  <a:pt x="81" y="70"/>
                </a:cubicBezTo>
                <a:cubicBezTo>
                  <a:pt x="79" y="81"/>
                  <a:pt x="79" y="81"/>
                  <a:pt x="79" y="81"/>
                </a:cubicBezTo>
                <a:cubicBezTo>
                  <a:pt x="69" y="87"/>
                  <a:pt x="69" y="87"/>
                  <a:pt x="69" y="87"/>
                </a:cubicBezTo>
                <a:cubicBezTo>
                  <a:pt x="69" y="94"/>
                  <a:pt x="69" y="94"/>
                  <a:pt x="69" y="94"/>
                </a:cubicBezTo>
                <a:cubicBezTo>
                  <a:pt x="63" y="104"/>
                  <a:pt x="63" y="104"/>
                  <a:pt x="63" y="104"/>
                </a:cubicBezTo>
                <a:cubicBezTo>
                  <a:pt x="63" y="112"/>
                  <a:pt x="63" y="112"/>
                  <a:pt x="63" y="112"/>
                </a:cubicBezTo>
                <a:cubicBezTo>
                  <a:pt x="58" y="114"/>
                  <a:pt x="58" y="114"/>
                  <a:pt x="58" y="114"/>
                </a:cubicBezTo>
                <a:cubicBezTo>
                  <a:pt x="55" y="123"/>
                  <a:pt x="55" y="123"/>
                  <a:pt x="55" y="123"/>
                </a:cubicBezTo>
                <a:cubicBezTo>
                  <a:pt x="48" y="123"/>
                  <a:pt x="48" y="123"/>
                  <a:pt x="48" y="123"/>
                </a:cubicBezTo>
                <a:cubicBezTo>
                  <a:pt x="48" y="120"/>
                  <a:pt x="48" y="120"/>
                  <a:pt x="48" y="120"/>
                </a:cubicBezTo>
                <a:cubicBezTo>
                  <a:pt x="45" y="119"/>
                  <a:pt x="45" y="119"/>
                  <a:pt x="45" y="119"/>
                </a:cubicBezTo>
                <a:cubicBezTo>
                  <a:pt x="39" y="110"/>
                  <a:pt x="39" y="110"/>
                  <a:pt x="39" y="110"/>
                </a:cubicBezTo>
                <a:cubicBezTo>
                  <a:pt x="37" y="116"/>
                  <a:pt x="37" y="116"/>
                  <a:pt x="37" y="116"/>
                </a:cubicBezTo>
                <a:cubicBezTo>
                  <a:pt x="31" y="116"/>
                  <a:pt x="31" y="116"/>
                  <a:pt x="31" y="116"/>
                </a:cubicBezTo>
                <a:cubicBezTo>
                  <a:pt x="31" y="113"/>
                  <a:pt x="31" y="113"/>
                  <a:pt x="31" y="113"/>
                </a:cubicBezTo>
                <a:cubicBezTo>
                  <a:pt x="24" y="117"/>
                  <a:pt x="24" y="117"/>
                  <a:pt x="24" y="117"/>
                </a:cubicBezTo>
                <a:cubicBezTo>
                  <a:pt x="23" y="123"/>
                  <a:pt x="23" y="123"/>
                  <a:pt x="23" y="123"/>
                </a:cubicBezTo>
                <a:cubicBezTo>
                  <a:pt x="19" y="123"/>
                  <a:pt x="19" y="123"/>
                  <a:pt x="19" y="123"/>
                </a:cubicBezTo>
                <a:cubicBezTo>
                  <a:pt x="7" y="136"/>
                  <a:pt x="7" y="136"/>
                  <a:pt x="7" y="136"/>
                </a:cubicBezTo>
                <a:cubicBezTo>
                  <a:pt x="7" y="148"/>
                  <a:pt x="7" y="148"/>
                  <a:pt x="7" y="148"/>
                </a:cubicBezTo>
                <a:cubicBezTo>
                  <a:pt x="0" y="157"/>
                  <a:pt x="0" y="157"/>
                  <a:pt x="0" y="157"/>
                </a:cubicBezTo>
                <a:cubicBezTo>
                  <a:pt x="1" y="158"/>
                  <a:pt x="2" y="158"/>
                  <a:pt x="2" y="157"/>
                </a:cubicBezTo>
                <a:cubicBezTo>
                  <a:pt x="2" y="160"/>
                  <a:pt x="4" y="162"/>
                  <a:pt x="7" y="161"/>
                </a:cubicBezTo>
                <a:cubicBezTo>
                  <a:pt x="9" y="161"/>
                  <a:pt x="10" y="162"/>
                  <a:pt x="10" y="164"/>
                </a:cubicBezTo>
                <a:cubicBezTo>
                  <a:pt x="10" y="169"/>
                  <a:pt x="14" y="170"/>
                  <a:pt x="17" y="172"/>
                </a:cubicBezTo>
                <a:cubicBezTo>
                  <a:pt x="19" y="174"/>
                  <a:pt x="20" y="170"/>
                  <a:pt x="23" y="172"/>
                </a:cubicBezTo>
                <a:cubicBezTo>
                  <a:pt x="26" y="173"/>
                  <a:pt x="21" y="175"/>
                  <a:pt x="23" y="177"/>
                </a:cubicBezTo>
                <a:cubicBezTo>
                  <a:pt x="26" y="179"/>
                  <a:pt x="27" y="183"/>
                  <a:pt x="29" y="186"/>
                </a:cubicBezTo>
                <a:cubicBezTo>
                  <a:pt x="29" y="191"/>
                  <a:pt x="26" y="195"/>
                  <a:pt x="26" y="200"/>
                </a:cubicBezTo>
                <a:cubicBezTo>
                  <a:pt x="26" y="200"/>
                  <a:pt x="26" y="200"/>
                  <a:pt x="26" y="200"/>
                </a:cubicBezTo>
                <a:cubicBezTo>
                  <a:pt x="28" y="203"/>
                  <a:pt x="28" y="203"/>
                  <a:pt x="28" y="203"/>
                </a:cubicBezTo>
                <a:cubicBezTo>
                  <a:pt x="53" y="203"/>
                  <a:pt x="53" y="203"/>
                  <a:pt x="53" y="203"/>
                </a:cubicBezTo>
                <a:cubicBezTo>
                  <a:pt x="54" y="200"/>
                  <a:pt x="54" y="200"/>
                  <a:pt x="54" y="200"/>
                </a:cubicBezTo>
                <a:cubicBezTo>
                  <a:pt x="86" y="200"/>
                  <a:pt x="86" y="200"/>
                  <a:pt x="86" y="200"/>
                </a:cubicBezTo>
                <a:cubicBezTo>
                  <a:pt x="88" y="203"/>
                  <a:pt x="88" y="203"/>
                  <a:pt x="88" y="203"/>
                </a:cubicBezTo>
                <a:cubicBezTo>
                  <a:pt x="112" y="203"/>
                  <a:pt x="112" y="203"/>
                  <a:pt x="112" y="203"/>
                </a:cubicBezTo>
                <a:cubicBezTo>
                  <a:pt x="121" y="207"/>
                  <a:pt x="121" y="207"/>
                  <a:pt x="121" y="207"/>
                </a:cubicBezTo>
                <a:cubicBezTo>
                  <a:pt x="133" y="207"/>
                  <a:pt x="133" y="207"/>
                  <a:pt x="133" y="207"/>
                </a:cubicBezTo>
                <a:cubicBezTo>
                  <a:pt x="139" y="212"/>
                  <a:pt x="139" y="212"/>
                  <a:pt x="139" y="212"/>
                </a:cubicBezTo>
                <a:cubicBezTo>
                  <a:pt x="139" y="202"/>
                  <a:pt x="139" y="202"/>
                  <a:pt x="139" y="202"/>
                </a:cubicBezTo>
                <a:cubicBezTo>
                  <a:pt x="143" y="200"/>
                  <a:pt x="143" y="200"/>
                  <a:pt x="143" y="200"/>
                </a:cubicBezTo>
                <a:cubicBezTo>
                  <a:pt x="139" y="188"/>
                  <a:pt x="139" y="188"/>
                  <a:pt x="139" y="188"/>
                </a:cubicBezTo>
                <a:lnTo>
                  <a:pt x="124" y="175"/>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31" name="Freeform 60"/>
          <p:cNvSpPr>
            <a:spLocks/>
          </p:cNvSpPr>
          <p:nvPr/>
        </p:nvSpPr>
        <p:spPr bwMode="auto">
          <a:xfrm>
            <a:off x="9602787" y="4076699"/>
            <a:ext cx="128588" cy="152400"/>
          </a:xfrm>
          <a:custGeom>
            <a:avLst/>
            <a:gdLst>
              <a:gd name="T0" fmla="*/ 300374004 w 34"/>
              <a:gd name="T1" fmla="*/ 43548300 h 40"/>
              <a:gd name="T2" fmla="*/ 243159908 w 34"/>
              <a:gd name="T3" fmla="*/ 14516100 h 40"/>
              <a:gd name="T4" fmla="*/ 243159908 w 34"/>
              <a:gd name="T5" fmla="*/ 87096600 h 40"/>
              <a:gd name="T6" fmla="*/ 171642288 w 34"/>
              <a:gd name="T7" fmla="*/ 130644900 h 40"/>
              <a:gd name="T8" fmla="*/ 100124668 w 34"/>
              <a:gd name="T9" fmla="*/ 130644900 h 40"/>
              <a:gd name="T10" fmla="*/ 85821144 w 34"/>
              <a:gd name="T11" fmla="*/ 87096600 h 40"/>
              <a:gd name="T12" fmla="*/ 14303524 w 34"/>
              <a:gd name="T13" fmla="*/ 72580500 h 40"/>
              <a:gd name="T14" fmla="*/ 0 w 34"/>
              <a:gd name="T15" fmla="*/ 101612700 h 40"/>
              <a:gd name="T16" fmla="*/ 57214096 w 34"/>
              <a:gd name="T17" fmla="*/ 217741500 h 40"/>
              <a:gd name="T18" fmla="*/ 57214096 w 34"/>
              <a:gd name="T19" fmla="*/ 406450800 h 40"/>
              <a:gd name="T20" fmla="*/ 100124668 w 34"/>
              <a:gd name="T21" fmla="*/ 566127900 h 40"/>
              <a:gd name="T22" fmla="*/ 200249336 w 34"/>
              <a:gd name="T23" fmla="*/ 580644000 h 40"/>
              <a:gd name="T24" fmla="*/ 328981052 w 34"/>
              <a:gd name="T25" fmla="*/ 435483000 h 40"/>
              <a:gd name="T26" fmla="*/ 357588100 w 34"/>
              <a:gd name="T27" fmla="*/ 377418600 h 40"/>
              <a:gd name="T28" fmla="*/ 486319816 w 34"/>
              <a:gd name="T29" fmla="*/ 261289800 h 40"/>
              <a:gd name="T30" fmla="*/ 486319816 w 34"/>
              <a:gd name="T31" fmla="*/ 174193200 h 40"/>
              <a:gd name="T32" fmla="*/ 371891624 w 34"/>
              <a:gd name="T33" fmla="*/ 159677100 h 40"/>
              <a:gd name="T34" fmla="*/ 371891624 w 34"/>
              <a:gd name="T35" fmla="*/ 116128800 h 40"/>
              <a:gd name="T36" fmla="*/ 400498672 w 34"/>
              <a:gd name="T37" fmla="*/ 29032200 h 40"/>
              <a:gd name="T38" fmla="*/ 371891624 w 34"/>
              <a:gd name="T39" fmla="*/ 0 h 40"/>
              <a:gd name="T40" fmla="*/ 300374004 w 34"/>
              <a:gd name="T41" fmla="*/ 4354830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40">
                <a:moveTo>
                  <a:pt x="21" y="3"/>
                </a:moveTo>
                <a:cubicBezTo>
                  <a:pt x="17" y="1"/>
                  <a:pt x="17" y="1"/>
                  <a:pt x="17" y="1"/>
                </a:cubicBezTo>
                <a:cubicBezTo>
                  <a:pt x="17" y="6"/>
                  <a:pt x="17" y="6"/>
                  <a:pt x="17" y="6"/>
                </a:cubicBezTo>
                <a:cubicBezTo>
                  <a:pt x="12" y="9"/>
                  <a:pt x="12" y="9"/>
                  <a:pt x="12" y="9"/>
                </a:cubicBezTo>
                <a:cubicBezTo>
                  <a:pt x="7" y="9"/>
                  <a:pt x="7" y="9"/>
                  <a:pt x="7" y="9"/>
                </a:cubicBezTo>
                <a:cubicBezTo>
                  <a:pt x="6" y="6"/>
                  <a:pt x="6" y="6"/>
                  <a:pt x="6" y="6"/>
                </a:cubicBezTo>
                <a:cubicBezTo>
                  <a:pt x="1" y="5"/>
                  <a:pt x="1" y="5"/>
                  <a:pt x="1" y="5"/>
                </a:cubicBezTo>
                <a:cubicBezTo>
                  <a:pt x="0" y="7"/>
                  <a:pt x="0" y="7"/>
                  <a:pt x="0" y="7"/>
                </a:cubicBezTo>
                <a:cubicBezTo>
                  <a:pt x="4" y="15"/>
                  <a:pt x="4" y="15"/>
                  <a:pt x="4" y="15"/>
                </a:cubicBezTo>
                <a:cubicBezTo>
                  <a:pt x="4" y="28"/>
                  <a:pt x="4" y="28"/>
                  <a:pt x="4" y="28"/>
                </a:cubicBezTo>
                <a:cubicBezTo>
                  <a:pt x="7" y="39"/>
                  <a:pt x="7" y="39"/>
                  <a:pt x="7" y="39"/>
                </a:cubicBezTo>
                <a:cubicBezTo>
                  <a:pt x="14" y="40"/>
                  <a:pt x="14" y="40"/>
                  <a:pt x="14" y="40"/>
                </a:cubicBezTo>
                <a:cubicBezTo>
                  <a:pt x="23" y="30"/>
                  <a:pt x="23" y="30"/>
                  <a:pt x="23" y="30"/>
                </a:cubicBezTo>
                <a:cubicBezTo>
                  <a:pt x="25" y="26"/>
                  <a:pt x="25" y="26"/>
                  <a:pt x="25" y="26"/>
                </a:cubicBezTo>
                <a:cubicBezTo>
                  <a:pt x="34" y="18"/>
                  <a:pt x="34" y="18"/>
                  <a:pt x="34" y="18"/>
                </a:cubicBezTo>
                <a:cubicBezTo>
                  <a:pt x="34" y="12"/>
                  <a:pt x="34" y="12"/>
                  <a:pt x="34" y="12"/>
                </a:cubicBezTo>
                <a:cubicBezTo>
                  <a:pt x="26" y="11"/>
                  <a:pt x="26" y="11"/>
                  <a:pt x="26" y="11"/>
                </a:cubicBezTo>
                <a:cubicBezTo>
                  <a:pt x="26" y="11"/>
                  <a:pt x="26" y="8"/>
                  <a:pt x="26" y="8"/>
                </a:cubicBezTo>
                <a:cubicBezTo>
                  <a:pt x="26" y="7"/>
                  <a:pt x="28" y="2"/>
                  <a:pt x="28" y="2"/>
                </a:cubicBezTo>
                <a:cubicBezTo>
                  <a:pt x="26" y="0"/>
                  <a:pt x="26" y="0"/>
                  <a:pt x="26" y="0"/>
                </a:cubicBezTo>
                <a:lnTo>
                  <a:pt x="21" y="3"/>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32" name="Freeform 61"/>
          <p:cNvSpPr>
            <a:spLocks/>
          </p:cNvSpPr>
          <p:nvPr/>
        </p:nvSpPr>
        <p:spPr bwMode="auto">
          <a:xfrm>
            <a:off x="7188200" y="2844800"/>
            <a:ext cx="552450" cy="404813"/>
          </a:xfrm>
          <a:custGeom>
            <a:avLst/>
            <a:gdLst>
              <a:gd name="T0" fmla="*/ 2032254000 w 145"/>
              <a:gd name="T1" fmla="*/ 656312624 h 106"/>
              <a:gd name="T2" fmla="*/ 1959673500 w 145"/>
              <a:gd name="T3" fmla="*/ 685482074 h 106"/>
              <a:gd name="T4" fmla="*/ 1741932000 w 145"/>
              <a:gd name="T5" fmla="*/ 481295924 h 106"/>
              <a:gd name="T6" fmla="*/ 1625803200 w 145"/>
              <a:gd name="T7" fmla="*/ 379202849 h 106"/>
              <a:gd name="T8" fmla="*/ 1524190500 w 145"/>
              <a:gd name="T9" fmla="*/ 116677800 h 106"/>
              <a:gd name="T10" fmla="*/ 1291932900 w 145"/>
              <a:gd name="T11" fmla="*/ 0 h 106"/>
              <a:gd name="T12" fmla="*/ 958062600 w 145"/>
              <a:gd name="T13" fmla="*/ 175016700 h 106"/>
              <a:gd name="T14" fmla="*/ 914514300 w 145"/>
              <a:gd name="T15" fmla="*/ 277109774 h 106"/>
              <a:gd name="T16" fmla="*/ 725805000 w 145"/>
              <a:gd name="T17" fmla="*/ 291694499 h 106"/>
              <a:gd name="T18" fmla="*/ 696772800 w 145"/>
              <a:gd name="T19" fmla="*/ 408372299 h 106"/>
              <a:gd name="T20" fmla="*/ 609676200 w 145"/>
              <a:gd name="T21" fmla="*/ 510465374 h 106"/>
              <a:gd name="T22" fmla="*/ 551611800 w 145"/>
              <a:gd name="T23" fmla="*/ 539634824 h 106"/>
              <a:gd name="T24" fmla="*/ 420966900 w 145"/>
              <a:gd name="T25" fmla="*/ 437541749 h 106"/>
              <a:gd name="T26" fmla="*/ 319354200 w 145"/>
              <a:gd name="T27" fmla="*/ 583388999 h 106"/>
              <a:gd name="T28" fmla="*/ 275805900 w 145"/>
              <a:gd name="T29" fmla="*/ 656312624 h 106"/>
              <a:gd name="T30" fmla="*/ 246773700 w 145"/>
              <a:gd name="T31" fmla="*/ 845910229 h 106"/>
              <a:gd name="T32" fmla="*/ 87096600 w 145"/>
              <a:gd name="T33" fmla="*/ 933418579 h 106"/>
              <a:gd name="T34" fmla="*/ 0 w 145"/>
              <a:gd name="T35" fmla="*/ 1093850554 h 106"/>
              <a:gd name="T36" fmla="*/ 14516100 w 145"/>
              <a:gd name="T37" fmla="*/ 1210528354 h 106"/>
              <a:gd name="T38" fmla="*/ 29032200 w 145"/>
              <a:gd name="T39" fmla="*/ 1312621428 h 106"/>
              <a:gd name="T40" fmla="*/ 159677100 w 145"/>
              <a:gd name="T41" fmla="*/ 1429299228 h 106"/>
              <a:gd name="T42" fmla="*/ 261289800 w 145"/>
              <a:gd name="T43" fmla="*/ 1473053403 h 106"/>
              <a:gd name="T44" fmla="*/ 319354200 w 145"/>
              <a:gd name="T45" fmla="*/ 1502222853 h 106"/>
              <a:gd name="T46" fmla="*/ 435483000 w 145"/>
              <a:gd name="T47" fmla="*/ 1429299228 h 106"/>
              <a:gd name="T48" fmla="*/ 711288900 w 145"/>
              <a:gd name="T49" fmla="*/ 1545977028 h 106"/>
              <a:gd name="T50" fmla="*/ 740321100 w 145"/>
              <a:gd name="T51" fmla="*/ 1443883953 h 106"/>
              <a:gd name="T52" fmla="*/ 725805000 w 145"/>
              <a:gd name="T53" fmla="*/ 1283451979 h 106"/>
              <a:gd name="T54" fmla="*/ 725805000 w 145"/>
              <a:gd name="T55" fmla="*/ 1123020004 h 106"/>
              <a:gd name="T56" fmla="*/ 1306449000 w 145"/>
              <a:gd name="T57" fmla="*/ 1123020004 h 106"/>
              <a:gd name="T58" fmla="*/ 1611287100 w 145"/>
              <a:gd name="T59" fmla="*/ 1152189454 h 106"/>
              <a:gd name="T60" fmla="*/ 1785480300 w 145"/>
              <a:gd name="T61" fmla="*/ 1123020004 h 106"/>
              <a:gd name="T62" fmla="*/ 1843544700 w 145"/>
              <a:gd name="T63" fmla="*/ 1050096379 h 106"/>
              <a:gd name="T64" fmla="*/ 2017737900 w 145"/>
              <a:gd name="T65" fmla="*/ 1006342204 h 106"/>
              <a:gd name="T66" fmla="*/ 2017737900 w 145"/>
              <a:gd name="T67" fmla="*/ 758405699 h 10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5" h="106">
                <a:moveTo>
                  <a:pt x="144" y="51"/>
                </a:moveTo>
                <a:cubicBezTo>
                  <a:pt x="140" y="45"/>
                  <a:pt x="140" y="45"/>
                  <a:pt x="140" y="45"/>
                </a:cubicBezTo>
                <a:cubicBezTo>
                  <a:pt x="137" y="47"/>
                  <a:pt x="137" y="47"/>
                  <a:pt x="137" y="47"/>
                </a:cubicBezTo>
                <a:cubicBezTo>
                  <a:pt x="135" y="47"/>
                  <a:pt x="135" y="47"/>
                  <a:pt x="135" y="47"/>
                </a:cubicBezTo>
                <a:cubicBezTo>
                  <a:pt x="120" y="38"/>
                  <a:pt x="120" y="38"/>
                  <a:pt x="120" y="38"/>
                </a:cubicBezTo>
                <a:cubicBezTo>
                  <a:pt x="120" y="33"/>
                  <a:pt x="120" y="33"/>
                  <a:pt x="120" y="33"/>
                </a:cubicBezTo>
                <a:cubicBezTo>
                  <a:pt x="125" y="33"/>
                  <a:pt x="125" y="33"/>
                  <a:pt x="125" y="33"/>
                </a:cubicBezTo>
                <a:cubicBezTo>
                  <a:pt x="112" y="26"/>
                  <a:pt x="112" y="26"/>
                  <a:pt x="112" y="26"/>
                </a:cubicBezTo>
                <a:cubicBezTo>
                  <a:pt x="104" y="11"/>
                  <a:pt x="104" y="11"/>
                  <a:pt x="104" y="11"/>
                </a:cubicBezTo>
                <a:cubicBezTo>
                  <a:pt x="105" y="8"/>
                  <a:pt x="105" y="8"/>
                  <a:pt x="105" y="8"/>
                </a:cubicBezTo>
                <a:cubicBezTo>
                  <a:pt x="106" y="3"/>
                  <a:pt x="106" y="3"/>
                  <a:pt x="106" y="3"/>
                </a:cubicBezTo>
                <a:cubicBezTo>
                  <a:pt x="89" y="0"/>
                  <a:pt x="89" y="0"/>
                  <a:pt x="89" y="0"/>
                </a:cubicBezTo>
                <a:cubicBezTo>
                  <a:pt x="82" y="6"/>
                  <a:pt x="82" y="6"/>
                  <a:pt x="82" y="6"/>
                </a:cubicBezTo>
                <a:cubicBezTo>
                  <a:pt x="66" y="12"/>
                  <a:pt x="66" y="12"/>
                  <a:pt x="66" y="12"/>
                </a:cubicBezTo>
                <a:cubicBezTo>
                  <a:pt x="64" y="15"/>
                  <a:pt x="64" y="15"/>
                  <a:pt x="64" y="15"/>
                </a:cubicBezTo>
                <a:cubicBezTo>
                  <a:pt x="63" y="19"/>
                  <a:pt x="63" y="19"/>
                  <a:pt x="63" y="19"/>
                </a:cubicBezTo>
                <a:cubicBezTo>
                  <a:pt x="55" y="15"/>
                  <a:pt x="55" y="15"/>
                  <a:pt x="55" y="15"/>
                </a:cubicBezTo>
                <a:cubicBezTo>
                  <a:pt x="55" y="15"/>
                  <a:pt x="50" y="19"/>
                  <a:pt x="50" y="20"/>
                </a:cubicBezTo>
                <a:cubicBezTo>
                  <a:pt x="50" y="20"/>
                  <a:pt x="49" y="23"/>
                  <a:pt x="49" y="23"/>
                </a:cubicBezTo>
                <a:cubicBezTo>
                  <a:pt x="49" y="23"/>
                  <a:pt x="48" y="28"/>
                  <a:pt x="48" y="28"/>
                </a:cubicBezTo>
                <a:cubicBezTo>
                  <a:pt x="42" y="26"/>
                  <a:pt x="42" y="26"/>
                  <a:pt x="42" y="26"/>
                </a:cubicBezTo>
                <a:cubicBezTo>
                  <a:pt x="42" y="35"/>
                  <a:pt x="42" y="35"/>
                  <a:pt x="42" y="35"/>
                </a:cubicBezTo>
                <a:cubicBezTo>
                  <a:pt x="39" y="35"/>
                  <a:pt x="39" y="35"/>
                  <a:pt x="39" y="35"/>
                </a:cubicBezTo>
                <a:cubicBezTo>
                  <a:pt x="38" y="37"/>
                  <a:pt x="38" y="37"/>
                  <a:pt x="38" y="37"/>
                </a:cubicBezTo>
                <a:cubicBezTo>
                  <a:pt x="29" y="33"/>
                  <a:pt x="29" y="33"/>
                  <a:pt x="29" y="33"/>
                </a:cubicBezTo>
                <a:cubicBezTo>
                  <a:pt x="29" y="30"/>
                  <a:pt x="29" y="30"/>
                  <a:pt x="29" y="30"/>
                </a:cubicBezTo>
                <a:cubicBezTo>
                  <a:pt x="22" y="38"/>
                  <a:pt x="22" y="38"/>
                  <a:pt x="22" y="38"/>
                </a:cubicBezTo>
                <a:cubicBezTo>
                  <a:pt x="22" y="40"/>
                  <a:pt x="22" y="40"/>
                  <a:pt x="22" y="40"/>
                </a:cubicBezTo>
                <a:cubicBezTo>
                  <a:pt x="24" y="45"/>
                  <a:pt x="24" y="45"/>
                  <a:pt x="24" y="45"/>
                </a:cubicBezTo>
                <a:cubicBezTo>
                  <a:pt x="19" y="45"/>
                  <a:pt x="19" y="45"/>
                  <a:pt x="19" y="45"/>
                </a:cubicBezTo>
                <a:cubicBezTo>
                  <a:pt x="21" y="53"/>
                  <a:pt x="21" y="53"/>
                  <a:pt x="21" y="53"/>
                </a:cubicBezTo>
                <a:cubicBezTo>
                  <a:pt x="17" y="58"/>
                  <a:pt x="17" y="58"/>
                  <a:pt x="17" y="58"/>
                </a:cubicBezTo>
                <a:cubicBezTo>
                  <a:pt x="2" y="61"/>
                  <a:pt x="2" y="61"/>
                  <a:pt x="2" y="61"/>
                </a:cubicBezTo>
                <a:cubicBezTo>
                  <a:pt x="6" y="64"/>
                  <a:pt x="6" y="64"/>
                  <a:pt x="6" y="64"/>
                </a:cubicBezTo>
                <a:cubicBezTo>
                  <a:pt x="6" y="70"/>
                  <a:pt x="6" y="70"/>
                  <a:pt x="6" y="70"/>
                </a:cubicBezTo>
                <a:cubicBezTo>
                  <a:pt x="0" y="75"/>
                  <a:pt x="0" y="75"/>
                  <a:pt x="0" y="75"/>
                </a:cubicBezTo>
                <a:cubicBezTo>
                  <a:pt x="0" y="75"/>
                  <a:pt x="2" y="80"/>
                  <a:pt x="2" y="80"/>
                </a:cubicBezTo>
                <a:cubicBezTo>
                  <a:pt x="2" y="80"/>
                  <a:pt x="1" y="83"/>
                  <a:pt x="1" y="83"/>
                </a:cubicBezTo>
                <a:cubicBezTo>
                  <a:pt x="0" y="88"/>
                  <a:pt x="0" y="88"/>
                  <a:pt x="0" y="88"/>
                </a:cubicBezTo>
                <a:cubicBezTo>
                  <a:pt x="2" y="90"/>
                  <a:pt x="2" y="90"/>
                  <a:pt x="2" y="90"/>
                </a:cubicBezTo>
                <a:cubicBezTo>
                  <a:pt x="8" y="90"/>
                  <a:pt x="8" y="90"/>
                  <a:pt x="8" y="90"/>
                </a:cubicBezTo>
                <a:cubicBezTo>
                  <a:pt x="11" y="98"/>
                  <a:pt x="11" y="98"/>
                  <a:pt x="11" y="98"/>
                </a:cubicBezTo>
                <a:cubicBezTo>
                  <a:pt x="15" y="102"/>
                  <a:pt x="15" y="102"/>
                  <a:pt x="15" y="102"/>
                </a:cubicBezTo>
                <a:cubicBezTo>
                  <a:pt x="18" y="101"/>
                  <a:pt x="18" y="101"/>
                  <a:pt x="18" y="101"/>
                </a:cubicBezTo>
                <a:cubicBezTo>
                  <a:pt x="18" y="101"/>
                  <a:pt x="19" y="102"/>
                  <a:pt x="20" y="102"/>
                </a:cubicBezTo>
                <a:cubicBezTo>
                  <a:pt x="20" y="102"/>
                  <a:pt x="22" y="103"/>
                  <a:pt x="22" y="103"/>
                </a:cubicBezTo>
                <a:cubicBezTo>
                  <a:pt x="23" y="101"/>
                  <a:pt x="23" y="101"/>
                  <a:pt x="23" y="101"/>
                </a:cubicBezTo>
                <a:cubicBezTo>
                  <a:pt x="30" y="98"/>
                  <a:pt x="30" y="98"/>
                  <a:pt x="30" y="98"/>
                </a:cubicBezTo>
                <a:cubicBezTo>
                  <a:pt x="43" y="98"/>
                  <a:pt x="43" y="98"/>
                  <a:pt x="43" y="98"/>
                </a:cubicBezTo>
                <a:cubicBezTo>
                  <a:pt x="49" y="106"/>
                  <a:pt x="49" y="106"/>
                  <a:pt x="49" y="106"/>
                </a:cubicBezTo>
                <a:cubicBezTo>
                  <a:pt x="52" y="106"/>
                  <a:pt x="52" y="106"/>
                  <a:pt x="52" y="106"/>
                </a:cubicBezTo>
                <a:cubicBezTo>
                  <a:pt x="51" y="99"/>
                  <a:pt x="51" y="99"/>
                  <a:pt x="51" y="99"/>
                </a:cubicBezTo>
                <a:cubicBezTo>
                  <a:pt x="49" y="91"/>
                  <a:pt x="49" y="91"/>
                  <a:pt x="49" y="91"/>
                </a:cubicBezTo>
                <a:cubicBezTo>
                  <a:pt x="50" y="88"/>
                  <a:pt x="50" y="88"/>
                  <a:pt x="50" y="88"/>
                </a:cubicBezTo>
                <a:cubicBezTo>
                  <a:pt x="48" y="85"/>
                  <a:pt x="48" y="85"/>
                  <a:pt x="48" y="85"/>
                </a:cubicBezTo>
                <a:cubicBezTo>
                  <a:pt x="50" y="77"/>
                  <a:pt x="50" y="77"/>
                  <a:pt x="50" y="77"/>
                </a:cubicBezTo>
                <a:cubicBezTo>
                  <a:pt x="86" y="77"/>
                  <a:pt x="86" y="77"/>
                  <a:pt x="86" y="77"/>
                </a:cubicBezTo>
                <a:cubicBezTo>
                  <a:pt x="90" y="77"/>
                  <a:pt x="90" y="77"/>
                  <a:pt x="90" y="77"/>
                </a:cubicBezTo>
                <a:cubicBezTo>
                  <a:pt x="102" y="75"/>
                  <a:pt x="102" y="75"/>
                  <a:pt x="102" y="75"/>
                </a:cubicBezTo>
                <a:cubicBezTo>
                  <a:pt x="111" y="79"/>
                  <a:pt x="111" y="79"/>
                  <a:pt x="111" y="79"/>
                </a:cubicBezTo>
                <a:cubicBezTo>
                  <a:pt x="118" y="78"/>
                  <a:pt x="118" y="78"/>
                  <a:pt x="118" y="78"/>
                </a:cubicBezTo>
                <a:cubicBezTo>
                  <a:pt x="123" y="77"/>
                  <a:pt x="123" y="77"/>
                  <a:pt x="123" y="77"/>
                </a:cubicBezTo>
                <a:cubicBezTo>
                  <a:pt x="123" y="72"/>
                  <a:pt x="123" y="72"/>
                  <a:pt x="123" y="72"/>
                </a:cubicBezTo>
                <a:cubicBezTo>
                  <a:pt x="123" y="72"/>
                  <a:pt x="127" y="72"/>
                  <a:pt x="127" y="72"/>
                </a:cubicBezTo>
                <a:cubicBezTo>
                  <a:pt x="127" y="72"/>
                  <a:pt x="128" y="69"/>
                  <a:pt x="128" y="69"/>
                </a:cubicBezTo>
                <a:cubicBezTo>
                  <a:pt x="139" y="69"/>
                  <a:pt x="139" y="69"/>
                  <a:pt x="139" y="69"/>
                </a:cubicBezTo>
                <a:cubicBezTo>
                  <a:pt x="145" y="60"/>
                  <a:pt x="145" y="60"/>
                  <a:pt x="145" y="60"/>
                </a:cubicBezTo>
                <a:cubicBezTo>
                  <a:pt x="139" y="52"/>
                  <a:pt x="139" y="52"/>
                  <a:pt x="139" y="52"/>
                </a:cubicBezTo>
                <a:lnTo>
                  <a:pt x="144" y="51"/>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33" name="Freeform 62"/>
          <p:cNvSpPr>
            <a:spLocks/>
          </p:cNvSpPr>
          <p:nvPr/>
        </p:nvSpPr>
        <p:spPr bwMode="auto">
          <a:xfrm>
            <a:off x="8974137" y="5176837"/>
            <a:ext cx="655638" cy="693738"/>
          </a:xfrm>
          <a:custGeom>
            <a:avLst/>
            <a:gdLst>
              <a:gd name="T0" fmla="*/ 997982636 w 413"/>
              <a:gd name="T1" fmla="*/ 471270352 h 437"/>
              <a:gd name="T2" fmla="*/ 889616628 w 413"/>
              <a:gd name="T3" fmla="*/ 453628452 h 437"/>
              <a:gd name="T4" fmla="*/ 851813462 w 413"/>
              <a:gd name="T5" fmla="*/ 400705926 h 437"/>
              <a:gd name="T6" fmla="*/ 851813462 w 413"/>
              <a:gd name="T7" fmla="*/ 327620549 h 437"/>
              <a:gd name="T8" fmla="*/ 803931251 w 413"/>
              <a:gd name="T9" fmla="*/ 320060868 h 437"/>
              <a:gd name="T10" fmla="*/ 798890934 w 413"/>
              <a:gd name="T11" fmla="*/ 272177071 h 437"/>
              <a:gd name="T12" fmla="*/ 725805554 w 413"/>
              <a:gd name="T13" fmla="*/ 241935174 h 437"/>
              <a:gd name="T14" fmla="*/ 677923342 w 413"/>
              <a:gd name="T15" fmla="*/ 199093281 h 437"/>
              <a:gd name="T16" fmla="*/ 665321757 w 413"/>
              <a:gd name="T17" fmla="*/ 138609487 h 437"/>
              <a:gd name="T18" fmla="*/ 587197648 w 413"/>
              <a:gd name="T19" fmla="*/ 37803165 h 437"/>
              <a:gd name="T20" fmla="*/ 579636380 w 413"/>
              <a:gd name="T21" fmla="*/ 0 h 437"/>
              <a:gd name="T22" fmla="*/ 549394481 w 413"/>
              <a:gd name="T23" fmla="*/ 0 h 437"/>
              <a:gd name="T24" fmla="*/ 501512270 w 413"/>
              <a:gd name="T25" fmla="*/ 37803165 h 437"/>
              <a:gd name="T26" fmla="*/ 496471954 w 413"/>
              <a:gd name="T27" fmla="*/ 25201581 h 437"/>
              <a:gd name="T28" fmla="*/ 466230056 w 413"/>
              <a:gd name="T29" fmla="*/ 25201581 h 437"/>
              <a:gd name="T30" fmla="*/ 405746259 w 413"/>
              <a:gd name="T31" fmla="*/ 85685374 h 437"/>
              <a:gd name="T32" fmla="*/ 362902777 w 413"/>
              <a:gd name="T33" fmla="*/ 30241897 h 437"/>
              <a:gd name="T34" fmla="*/ 108367595 w 413"/>
              <a:gd name="T35" fmla="*/ 68045062 h 437"/>
              <a:gd name="T36" fmla="*/ 115927276 w 413"/>
              <a:gd name="T37" fmla="*/ 496471933 h 437"/>
              <a:gd name="T38" fmla="*/ 0 w 413"/>
              <a:gd name="T39" fmla="*/ 501512249 h 437"/>
              <a:gd name="T40" fmla="*/ 0 w 413"/>
              <a:gd name="T41" fmla="*/ 834173114 h 437"/>
              <a:gd name="T42" fmla="*/ 42843483 w 413"/>
              <a:gd name="T43" fmla="*/ 871974691 h 437"/>
              <a:gd name="T44" fmla="*/ 60483796 w 413"/>
              <a:gd name="T45" fmla="*/ 894656907 h 437"/>
              <a:gd name="T46" fmla="*/ 78125697 w 413"/>
              <a:gd name="T47" fmla="*/ 932458485 h 437"/>
              <a:gd name="T48" fmla="*/ 90725694 w 413"/>
              <a:gd name="T49" fmla="*/ 985382598 h 437"/>
              <a:gd name="T50" fmla="*/ 90725694 w 413"/>
              <a:gd name="T51" fmla="*/ 997982594 h 437"/>
              <a:gd name="T52" fmla="*/ 60483796 w 413"/>
              <a:gd name="T53" fmla="*/ 1053426072 h 437"/>
              <a:gd name="T54" fmla="*/ 73085381 w 413"/>
              <a:gd name="T55" fmla="*/ 1088708285 h 437"/>
              <a:gd name="T56" fmla="*/ 78125697 w 413"/>
              <a:gd name="T57" fmla="*/ 1101309869 h 437"/>
              <a:gd name="T58" fmla="*/ 95766011 w 413"/>
              <a:gd name="T59" fmla="*/ 1088708285 h 437"/>
              <a:gd name="T60" fmla="*/ 146169174 w 413"/>
              <a:gd name="T61" fmla="*/ 1088708285 h 437"/>
              <a:gd name="T62" fmla="*/ 151209490 w 413"/>
              <a:gd name="T63" fmla="*/ 1096269553 h 437"/>
              <a:gd name="T64" fmla="*/ 186491705 w 413"/>
              <a:gd name="T65" fmla="*/ 1088708285 h 437"/>
              <a:gd name="T66" fmla="*/ 199093289 w 413"/>
              <a:gd name="T67" fmla="*/ 1071067972 h 437"/>
              <a:gd name="T68" fmla="*/ 216733603 w 413"/>
              <a:gd name="T69" fmla="*/ 1071067972 h 437"/>
              <a:gd name="T70" fmla="*/ 289818984 w 413"/>
              <a:gd name="T71" fmla="*/ 997982594 h 437"/>
              <a:gd name="T72" fmla="*/ 307459297 w 413"/>
              <a:gd name="T73" fmla="*/ 937498801 h 437"/>
              <a:gd name="T74" fmla="*/ 332660879 w 413"/>
              <a:gd name="T75" fmla="*/ 902216588 h 437"/>
              <a:gd name="T76" fmla="*/ 388104358 w 413"/>
              <a:gd name="T77" fmla="*/ 902216588 h 437"/>
              <a:gd name="T78" fmla="*/ 428426889 w 413"/>
              <a:gd name="T79" fmla="*/ 945060069 h 437"/>
              <a:gd name="T80" fmla="*/ 453628471 w 413"/>
              <a:gd name="T81" fmla="*/ 945060069 h 437"/>
              <a:gd name="T82" fmla="*/ 458668787 w 413"/>
              <a:gd name="T83" fmla="*/ 937498801 h 437"/>
              <a:gd name="T84" fmla="*/ 519152583 w 413"/>
              <a:gd name="T85" fmla="*/ 967740697 h 437"/>
              <a:gd name="T86" fmla="*/ 609878278 w 413"/>
              <a:gd name="T87" fmla="*/ 950100385 h 437"/>
              <a:gd name="T88" fmla="*/ 647681444 w 413"/>
              <a:gd name="T89" fmla="*/ 859374694 h 437"/>
              <a:gd name="T90" fmla="*/ 647681444 w 413"/>
              <a:gd name="T91" fmla="*/ 829132798 h 437"/>
              <a:gd name="T92" fmla="*/ 713205556 w 413"/>
              <a:gd name="T93" fmla="*/ 816531214 h 437"/>
              <a:gd name="T94" fmla="*/ 756047452 w 413"/>
              <a:gd name="T95" fmla="*/ 773689320 h 437"/>
              <a:gd name="T96" fmla="*/ 773689353 w 413"/>
              <a:gd name="T97" fmla="*/ 708165210 h 437"/>
              <a:gd name="T98" fmla="*/ 798890934 w 413"/>
              <a:gd name="T99" fmla="*/ 677923314 h 437"/>
              <a:gd name="T100" fmla="*/ 859374730 w 413"/>
              <a:gd name="T101" fmla="*/ 647681417 h 437"/>
              <a:gd name="T102" fmla="*/ 919858526 w 413"/>
              <a:gd name="T103" fmla="*/ 569555723 h 437"/>
              <a:gd name="T104" fmla="*/ 985382639 w 413"/>
              <a:gd name="T105" fmla="*/ 556955726 h 437"/>
              <a:gd name="T106" fmla="*/ 1003022952 w 413"/>
              <a:gd name="T107" fmla="*/ 526713830 h 437"/>
              <a:gd name="T108" fmla="*/ 1040826119 w 413"/>
              <a:gd name="T109" fmla="*/ 526713830 h 437"/>
              <a:gd name="T110" fmla="*/ 997982636 w 413"/>
              <a:gd name="T111" fmla="*/ 496471933 h 437"/>
              <a:gd name="T112" fmla="*/ 997982636 w 413"/>
              <a:gd name="T113" fmla="*/ 471270352 h 4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13" h="437">
                <a:moveTo>
                  <a:pt x="396" y="187"/>
                </a:moveTo>
                <a:lnTo>
                  <a:pt x="353" y="180"/>
                </a:lnTo>
                <a:lnTo>
                  <a:pt x="338" y="159"/>
                </a:lnTo>
                <a:lnTo>
                  <a:pt x="338" y="130"/>
                </a:lnTo>
                <a:lnTo>
                  <a:pt x="319" y="127"/>
                </a:lnTo>
                <a:lnTo>
                  <a:pt x="317" y="108"/>
                </a:lnTo>
                <a:lnTo>
                  <a:pt x="288" y="96"/>
                </a:lnTo>
                <a:lnTo>
                  <a:pt x="269" y="79"/>
                </a:lnTo>
                <a:lnTo>
                  <a:pt x="264" y="55"/>
                </a:lnTo>
                <a:lnTo>
                  <a:pt x="233" y="15"/>
                </a:lnTo>
                <a:lnTo>
                  <a:pt x="230" y="0"/>
                </a:lnTo>
                <a:lnTo>
                  <a:pt x="218" y="0"/>
                </a:lnTo>
                <a:lnTo>
                  <a:pt x="199" y="15"/>
                </a:lnTo>
                <a:lnTo>
                  <a:pt x="197" y="10"/>
                </a:lnTo>
                <a:lnTo>
                  <a:pt x="185" y="10"/>
                </a:lnTo>
                <a:lnTo>
                  <a:pt x="161" y="34"/>
                </a:lnTo>
                <a:lnTo>
                  <a:pt x="144" y="12"/>
                </a:lnTo>
                <a:lnTo>
                  <a:pt x="43" y="27"/>
                </a:lnTo>
                <a:lnTo>
                  <a:pt x="46" y="197"/>
                </a:lnTo>
                <a:lnTo>
                  <a:pt x="0" y="199"/>
                </a:lnTo>
                <a:lnTo>
                  <a:pt x="0" y="331"/>
                </a:lnTo>
                <a:lnTo>
                  <a:pt x="17" y="346"/>
                </a:lnTo>
                <a:lnTo>
                  <a:pt x="24" y="355"/>
                </a:lnTo>
                <a:lnTo>
                  <a:pt x="31" y="370"/>
                </a:lnTo>
                <a:lnTo>
                  <a:pt x="36" y="391"/>
                </a:lnTo>
                <a:lnTo>
                  <a:pt x="36" y="396"/>
                </a:lnTo>
                <a:lnTo>
                  <a:pt x="24" y="418"/>
                </a:lnTo>
                <a:lnTo>
                  <a:pt x="29" y="432"/>
                </a:lnTo>
                <a:lnTo>
                  <a:pt x="31" y="437"/>
                </a:lnTo>
                <a:lnTo>
                  <a:pt x="38" y="432"/>
                </a:lnTo>
                <a:lnTo>
                  <a:pt x="58" y="432"/>
                </a:lnTo>
                <a:lnTo>
                  <a:pt x="60" y="435"/>
                </a:lnTo>
                <a:lnTo>
                  <a:pt x="74" y="432"/>
                </a:lnTo>
                <a:lnTo>
                  <a:pt x="79" y="425"/>
                </a:lnTo>
                <a:lnTo>
                  <a:pt x="86" y="425"/>
                </a:lnTo>
                <a:lnTo>
                  <a:pt x="115" y="396"/>
                </a:lnTo>
                <a:lnTo>
                  <a:pt x="122" y="372"/>
                </a:lnTo>
                <a:lnTo>
                  <a:pt x="132" y="358"/>
                </a:lnTo>
                <a:lnTo>
                  <a:pt x="154" y="358"/>
                </a:lnTo>
                <a:lnTo>
                  <a:pt x="170" y="375"/>
                </a:lnTo>
                <a:lnTo>
                  <a:pt x="180" y="375"/>
                </a:lnTo>
                <a:lnTo>
                  <a:pt x="182" y="372"/>
                </a:lnTo>
                <a:lnTo>
                  <a:pt x="206" y="384"/>
                </a:lnTo>
                <a:lnTo>
                  <a:pt x="242" y="377"/>
                </a:lnTo>
                <a:lnTo>
                  <a:pt x="257" y="341"/>
                </a:lnTo>
                <a:lnTo>
                  <a:pt x="257" y="329"/>
                </a:lnTo>
                <a:lnTo>
                  <a:pt x="283" y="324"/>
                </a:lnTo>
                <a:lnTo>
                  <a:pt x="300" y="307"/>
                </a:lnTo>
                <a:lnTo>
                  <a:pt x="307" y="281"/>
                </a:lnTo>
                <a:lnTo>
                  <a:pt x="317" y="269"/>
                </a:lnTo>
                <a:lnTo>
                  <a:pt x="341" y="257"/>
                </a:lnTo>
                <a:lnTo>
                  <a:pt x="365" y="226"/>
                </a:lnTo>
                <a:lnTo>
                  <a:pt x="391" y="221"/>
                </a:lnTo>
                <a:lnTo>
                  <a:pt x="398" y="209"/>
                </a:lnTo>
                <a:lnTo>
                  <a:pt x="413" y="209"/>
                </a:lnTo>
                <a:lnTo>
                  <a:pt x="396" y="197"/>
                </a:lnTo>
                <a:lnTo>
                  <a:pt x="396" y="187"/>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34" name="Freeform 63"/>
          <p:cNvSpPr>
            <a:spLocks/>
          </p:cNvSpPr>
          <p:nvPr/>
        </p:nvSpPr>
        <p:spPr bwMode="auto">
          <a:xfrm>
            <a:off x="7629525" y="3040063"/>
            <a:ext cx="214313" cy="446088"/>
          </a:xfrm>
          <a:custGeom>
            <a:avLst/>
            <a:gdLst>
              <a:gd name="T0" fmla="*/ 424737750 w 56"/>
              <a:gd name="T1" fmla="*/ 43609868 h 117"/>
              <a:gd name="T2" fmla="*/ 424737750 w 56"/>
              <a:gd name="T3" fmla="*/ 130829604 h 117"/>
              <a:gd name="T4" fmla="*/ 336857939 w 56"/>
              <a:gd name="T5" fmla="*/ 261663020 h 117"/>
              <a:gd name="T6" fmla="*/ 175751968 w 56"/>
              <a:gd name="T7" fmla="*/ 261663020 h 117"/>
              <a:gd name="T8" fmla="*/ 161105971 w 56"/>
              <a:gd name="T9" fmla="*/ 305272888 h 117"/>
              <a:gd name="T10" fmla="*/ 102521981 w 56"/>
              <a:gd name="T11" fmla="*/ 305272888 h 117"/>
              <a:gd name="T12" fmla="*/ 102521981 w 56"/>
              <a:gd name="T13" fmla="*/ 377958543 h 117"/>
              <a:gd name="T14" fmla="*/ 29291995 w 56"/>
              <a:gd name="T15" fmla="*/ 392492624 h 117"/>
              <a:gd name="T16" fmla="*/ 0 w 56"/>
              <a:gd name="T17" fmla="*/ 508788147 h 117"/>
              <a:gd name="T18" fmla="*/ 0 w 56"/>
              <a:gd name="T19" fmla="*/ 552398015 h 117"/>
              <a:gd name="T20" fmla="*/ 146459973 w 56"/>
              <a:gd name="T21" fmla="*/ 654155644 h 117"/>
              <a:gd name="T22" fmla="*/ 161105971 w 56"/>
              <a:gd name="T23" fmla="*/ 843136822 h 117"/>
              <a:gd name="T24" fmla="*/ 234335957 w 56"/>
              <a:gd name="T25" fmla="*/ 901284583 h 117"/>
              <a:gd name="T26" fmla="*/ 205043963 w 56"/>
              <a:gd name="T27" fmla="*/ 1540902334 h 117"/>
              <a:gd name="T28" fmla="*/ 278273949 w 56"/>
              <a:gd name="T29" fmla="*/ 1642659963 h 117"/>
              <a:gd name="T30" fmla="*/ 219689960 w 56"/>
              <a:gd name="T31" fmla="*/ 1671735750 h 117"/>
              <a:gd name="T32" fmla="*/ 219689960 w 56"/>
              <a:gd name="T33" fmla="*/ 1700807724 h 117"/>
              <a:gd name="T34" fmla="*/ 278273949 w 56"/>
              <a:gd name="T35" fmla="*/ 1671735750 h 117"/>
              <a:gd name="T36" fmla="*/ 351503936 w 56"/>
              <a:gd name="T37" fmla="*/ 1671735750 h 117"/>
              <a:gd name="T38" fmla="*/ 512613734 w 56"/>
              <a:gd name="T39" fmla="*/ 1657197856 h 117"/>
              <a:gd name="T40" fmla="*/ 527259731 w 56"/>
              <a:gd name="T41" fmla="*/ 1322849181 h 117"/>
              <a:gd name="T42" fmla="*/ 497967737 w 56"/>
              <a:gd name="T43" fmla="*/ 1235629446 h 117"/>
              <a:gd name="T44" fmla="*/ 527259731 w 56"/>
              <a:gd name="T45" fmla="*/ 901284583 h 117"/>
              <a:gd name="T46" fmla="*/ 629781713 w 56"/>
              <a:gd name="T47" fmla="*/ 901284583 h 117"/>
              <a:gd name="T48" fmla="*/ 673719705 w 56"/>
              <a:gd name="T49" fmla="*/ 712303405 h 117"/>
              <a:gd name="T50" fmla="*/ 746949691 w 56"/>
              <a:gd name="T51" fmla="*/ 683231431 h 117"/>
              <a:gd name="T52" fmla="*/ 776241686 w 56"/>
              <a:gd name="T53" fmla="*/ 625083670 h 117"/>
              <a:gd name="T54" fmla="*/ 746949691 w 56"/>
              <a:gd name="T55" fmla="*/ 552398015 h 117"/>
              <a:gd name="T56" fmla="*/ 820179678 w 56"/>
              <a:gd name="T57" fmla="*/ 537863934 h 117"/>
              <a:gd name="T58" fmla="*/ 820179678 w 56"/>
              <a:gd name="T59" fmla="*/ 436106304 h 117"/>
              <a:gd name="T60" fmla="*/ 776241686 w 56"/>
              <a:gd name="T61" fmla="*/ 348882756 h 117"/>
              <a:gd name="T62" fmla="*/ 732303694 w 56"/>
              <a:gd name="T63" fmla="*/ 305272888 h 117"/>
              <a:gd name="T64" fmla="*/ 717657697 w 56"/>
              <a:gd name="T65" fmla="*/ 261663020 h 117"/>
              <a:gd name="T66" fmla="*/ 746949691 w 56"/>
              <a:gd name="T67" fmla="*/ 247125127 h 117"/>
              <a:gd name="T68" fmla="*/ 761595689 w 56"/>
              <a:gd name="T69" fmla="*/ 188977365 h 117"/>
              <a:gd name="T70" fmla="*/ 541905729 w 56"/>
              <a:gd name="T71" fmla="*/ 0 h 117"/>
              <a:gd name="T72" fmla="*/ 424737750 w 56"/>
              <a:gd name="T73" fmla="*/ 43609868 h 1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6" h="117">
                <a:moveTo>
                  <a:pt x="29" y="3"/>
                </a:moveTo>
                <a:cubicBezTo>
                  <a:pt x="29" y="9"/>
                  <a:pt x="29" y="9"/>
                  <a:pt x="29" y="9"/>
                </a:cubicBezTo>
                <a:cubicBezTo>
                  <a:pt x="23" y="18"/>
                  <a:pt x="23" y="18"/>
                  <a:pt x="23" y="18"/>
                </a:cubicBezTo>
                <a:cubicBezTo>
                  <a:pt x="12" y="18"/>
                  <a:pt x="12" y="18"/>
                  <a:pt x="12" y="18"/>
                </a:cubicBezTo>
                <a:cubicBezTo>
                  <a:pt x="12" y="18"/>
                  <a:pt x="11" y="21"/>
                  <a:pt x="11" y="21"/>
                </a:cubicBezTo>
                <a:cubicBezTo>
                  <a:pt x="11" y="21"/>
                  <a:pt x="7" y="21"/>
                  <a:pt x="7" y="21"/>
                </a:cubicBezTo>
                <a:cubicBezTo>
                  <a:pt x="7" y="26"/>
                  <a:pt x="7" y="26"/>
                  <a:pt x="7" y="26"/>
                </a:cubicBezTo>
                <a:cubicBezTo>
                  <a:pt x="2" y="27"/>
                  <a:pt x="2" y="27"/>
                  <a:pt x="2" y="27"/>
                </a:cubicBezTo>
                <a:cubicBezTo>
                  <a:pt x="0" y="35"/>
                  <a:pt x="0" y="35"/>
                  <a:pt x="0" y="35"/>
                </a:cubicBezTo>
                <a:cubicBezTo>
                  <a:pt x="0" y="38"/>
                  <a:pt x="0" y="38"/>
                  <a:pt x="0" y="38"/>
                </a:cubicBezTo>
                <a:cubicBezTo>
                  <a:pt x="10" y="45"/>
                  <a:pt x="10" y="45"/>
                  <a:pt x="10" y="45"/>
                </a:cubicBezTo>
                <a:cubicBezTo>
                  <a:pt x="11" y="58"/>
                  <a:pt x="11" y="58"/>
                  <a:pt x="11" y="58"/>
                </a:cubicBezTo>
                <a:cubicBezTo>
                  <a:pt x="16" y="62"/>
                  <a:pt x="16" y="62"/>
                  <a:pt x="16" y="62"/>
                </a:cubicBezTo>
                <a:cubicBezTo>
                  <a:pt x="14" y="106"/>
                  <a:pt x="14" y="106"/>
                  <a:pt x="14" y="106"/>
                </a:cubicBezTo>
                <a:cubicBezTo>
                  <a:pt x="19" y="113"/>
                  <a:pt x="19" y="113"/>
                  <a:pt x="19" y="113"/>
                </a:cubicBezTo>
                <a:cubicBezTo>
                  <a:pt x="15" y="115"/>
                  <a:pt x="15" y="115"/>
                  <a:pt x="15" y="115"/>
                </a:cubicBezTo>
                <a:cubicBezTo>
                  <a:pt x="15" y="117"/>
                  <a:pt x="15" y="117"/>
                  <a:pt x="15" y="117"/>
                </a:cubicBezTo>
                <a:cubicBezTo>
                  <a:pt x="16" y="117"/>
                  <a:pt x="18" y="116"/>
                  <a:pt x="19" y="115"/>
                </a:cubicBezTo>
                <a:cubicBezTo>
                  <a:pt x="21" y="117"/>
                  <a:pt x="23" y="116"/>
                  <a:pt x="24" y="115"/>
                </a:cubicBezTo>
                <a:cubicBezTo>
                  <a:pt x="28" y="115"/>
                  <a:pt x="32" y="115"/>
                  <a:pt x="35" y="114"/>
                </a:cubicBezTo>
                <a:cubicBezTo>
                  <a:pt x="36" y="91"/>
                  <a:pt x="36" y="91"/>
                  <a:pt x="36" y="91"/>
                </a:cubicBezTo>
                <a:cubicBezTo>
                  <a:pt x="34" y="85"/>
                  <a:pt x="34" y="85"/>
                  <a:pt x="34" y="85"/>
                </a:cubicBezTo>
                <a:cubicBezTo>
                  <a:pt x="36" y="62"/>
                  <a:pt x="36" y="62"/>
                  <a:pt x="36" y="62"/>
                </a:cubicBezTo>
                <a:cubicBezTo>
                  <a:pt x="43" y="62"/>
                  <a:pt x="43" y="62"/>
                  <a:pt x="43" y="62"/>
                </a:cubicBezTo>
                <a:cubicBezTo>
                  <a:pt x="46" y="49"/>
                  <a:pt x="46" y="49"/>
                  <a:pt x="46" y="49"/>
                </a:cubicBezTo>
                <a:cubicBezTo>
                  <a:pt x="51" y="47"/>
                  <a:pt x="51" y="47"/>
                  <a:pt x="51" y="47"/>
                </a:cubicBezTo>
                <a:cubicBezTo>
                  <a:pt x="53" y="43"/>
                  <a:pt x="53" y="43"/>
                  <a:pt x="53" y="43"/>
                </a:cubicBezTo>
                <a:cubicBezTo>
                  <a:pt x="51" y="38"/>
                  <a:pt x="51" y="38"/>
                  <a:pt x="51" y="38"/>
                </a:cubicBezTo>
                <a:cubicBezTo>
                  <a:pt x="56" y="37"/>
                  <a:pt x="56" y="37"/>
                  <a:pt x="56" y="37"/>
                </a:cubicBezTo>
                <a:cubicBezTo>
                  <a:pt x="56" y="30"/>
                  <a:pt x="56" y="30"/>
                  <a:pt x="56" y="30"/>
                </a:cubicBezTo>
                <a:cubicBezTo>
                  <a:pt x="53" y="24"/>
                  <a:pt x="53" y="24"/>
                  <a:pt x="53" y="24"/>
                </a:cubicBezTo>
                <a:cubicBezTo>
                  <a:pt x="50" y="21"/>
                  <a:pt x="50" y="21"/>
                  <a:pt x="50" y="21"/>
                </a:cubicBezTo>
                <a:cubicBezTo>
                  <a:pt x="49" y="18"/>
                  <a:pt x="49" y="18"/>
                  <a:pt x="49" y="18"/>
                </a:cubicBezTo>
                <a:cubicBezTo>
                  <a:pt x="49" y="18"/>
                  <a:pt x="51" y="17"/>
                  <a:pt x="51" y="17"/>
                </a:cubicBezTo>
                <a:cubicBezTo>
                  <a:pt x="51" y="16"/>
                  <a:pt x="52" y="13"/>
                  <a:pt x="52" y="13"/>
                </a:cubicBezTo>
                <a:cubicBezTo>
                  <a:pt x="37" y="0"/>
                  <a:pt x="37" y="0"/>
                  <a:pt x="37" y="0"/>
                </a:cubicBezTo>
                <a:lnTo>
                  <a:pt x="29" y="3"/>
                </a:lnTo>
                <a:close/>
              </a:path>
            </a:pathLst>
          </a:custGeom>
          <a:solidFill>
            <a:schemeClr val="accent3"/>
          </a:solidFill>
          <a:ln w="7938" cap="rnd">
            <a:solidFill>
              <a:schemeClr val="bg2"/>
            </a:solidFill>
            <a:prstDash val="solid"/>
            <a:round/>
            <a:headEnd/>
            <a:tailEnd/>
          </a:ln>
        </p:spPr>
        <p:txBody>
          <a:bodyPr/>
          <a:lstStyle/>
          <a:p>
            <a:endParaRPr lang="ru-RU"/>
          </a:p>
        </p:txBody>
      </p:sp>
      <p:sp>
        <p:nvSpPr>
          <p:cNvPr id="3135" name="Freeform 64"/>
          <p:cNvSpPr>
            <a:spLocks noEditPoints="1"/>
          </p:cNvSpPr>
          <p:nvPr/>
        </p:nvSpPr>
        <p:spPr bwMode="auto">
          <a:xfrm>
            <a:off x="8396288" y="4221162"/>
            <a:ext cx="863600" cy="974725"/>
          </a:xfrm>
          <a:custGeom>
            <a:avLst/>
            <a:gdLst>
              <a:gd name="T0" fmla="*/ 347365029 w 227"/>
              <a:gd name="T1" fmla="*/ 72487557 h 256"/>
              <a:gd name="T2" fmla="*/ 202630234 w 227"/>
              <a:gd name="T3" fmla="*/ 231954090 h 256"/>
              <a:gd name="T4" fmla="*/ 144734795 w 227"/>
              <a:gd name="T5" fmla="*/ 376929204 h 256"/>
              <a:gd name="T6" fmla="*/ 72367397 w 227"/>
              <a:gd name="T7" fmla="*/ 188464602 h 256"/>
              <a:gd name="T8" fmla="*/ 246049912 w 227"/>
              <a:gd name="T9" fmla="*/ 43493296 h 256"/>
              <a:gd name="T10" fmla="*/ 289469589 w 227"/>
              <a:gd name="T11" fmla="*/ 43493296 h 256"/>
              <a:gd name="T12" fmla="*/ 2147483646 w 227"/>
              <a:gd name="T13" fmla="*/ 2147483646 h 256"/>
              <a:gd name="T14" fmla="*/ 2147483646 w 227"/>
              <a:gd name="T15" fmla="*/ 2147483646 h 256"/>
              <a:gd name="T16" fmla="*/ 2147483646 w 227"/>
              <a:gd name="T17" fmla="*/ 2087598231 h 256"/>
              <a:gd name="T18" fmla="*/ 2147483646 w 227"/>
              <a:gd name="T19" fmla="*/ 1928127891 h 256"/>
              <a:gd name="T20" fmla="*/ 2147483646 w 227"/>
              <a:gd name="T21" fmla="*/ 1870139368 h 256"/>
              <a:gd name="T22" fmla="*/ 2147483646 w 227"/>
              <a:gd name="T23" fmla="*/ 1754162323 h 256"/>
              <a:gd name="T24" fmla="*/ 2147483646 w 227"/>
              <a:gd name="T25" fmla="*/ 1768657550 h 256"/>
              <a:gd name="T26" fmla="*/ 2147483646 w 227"/>
              <a:gd name="T27" fmla="*/ 1768657550 h 256"/>
              <a:gd name="T28" fmla="*/ 2147483646 w 227"/>
              <a:gd name="T29" fmla="*/ 1812150846 h 256"/>
              <a:gd name="T30" fmla="*/ 2147483646 w 227"/>
              <a:gd name="T31" fmla="*/ 1797651811 h 256"/>
              <a:gd name="T32" fmla="*/ 2147483646 w 227"/>
              <a:gd name="T33" fmla="*/ 1826646073 h 256"/>
              <a:gd name="T34" fmla="*/ 2147483646 w 227"/>
              <a:gd name="T35" fmla="*/ 1754162323 h 256"/>
              <a:gd name="T36" fmla="*/ 2147483646 w 227"/>
              <a:gd name="T37" fmla="*/ 1594691983 h 256"/>
              <a:gd name="T38" fmla="*/ 2147483646 w 227"/>
              <a:gd name="T39" fmla="*/ 1362737893 h 256"/>
              <a:gd name="T40" fmla="*/ 2147483646 w 227"/>
              <a:gd name="T41" fmla="*/ 1290250336 h 256"/>
              <a:gd name="T42" fmla="*/ 2147483646 w 227"/>
              <a:gd name="T43" fmla="*/ 942319201 h 256"/>
              <a:gd name="T44" fmla="*/ 2147483646 w 227"/>
              <a:gd name="T45" fmla="*/ 782848861 h 256"/>
              <a:gd name="T46" fmla="*/ 2084182566 w 227"/>
              <a:gd name="T47" fmla="*/ 695866077 h 256"/>
              <a:gd name="T48" fmla="*/ 1910500051 w 227"/>
              <a:gd name="T49" fmla="*/ 956814428 h 256"/>
              <a:gd name="T50" fmla="*/ 1693397859 w 227"/>
              <a:gd name="T51" fmla="*/ 1000307724 h 256"/>
              <a:gd name="T52" fmla="*/ 1447351752 w 227"/>
              <a:gd name="T53" fmla="*/ 826342156 h 256"/>
              <a:gd name="T54" fmla="*/ 1302613152 w 227"/>
              <a:gd name="T55" fmla="*/ 536395737 h 256"/>
              <a:gd name="T56" fmla="*/ 1259193475 w 227"/>
              <a:gd name="T57" fmla="*/ 391424430 h 256"/>
              <a:gd name="T58" fmla="*/ 173682515 w 227"/>
              <a:gd name="T59" fmla="*/ 449412953 h 256"/>
              <a:gd name="T60" fmla="*/ 173682515 w 227"/>
              <a:gd name="T61" fmla="*/ 478407214 h 256"/>
              <a:gd name="T62" fmla="*/ 318417309 w 227"/>
              <a:gd name="T63" fmla="*/ 724860338 h 256"/>
              <a:gd name="T64" fmla="*/ 347365029 w 227"/>
              <a:gd name="T65" fmla="*/ 855336418 h 256"/>
              <a:gd name="T66" fmla="*/ 463152104 w 227"/>
              <a:gd name="T67" fmla="*/ 1203267552 h 256"/>
              <a:gd name="T68" fmla="*/ 390784707 w 227"/>
              <a:gd name="T69" fmla="*/ 1333743632 h 256"/>
              <a:gd name="T70" fmla="*/ 549991459 w 227"/>
              <a:gd name="T71" fmla="*/ 1696173801 h 256"/>
              <a:gd name="T72" fmla="*/ 564467221 w 227"/>
              <a:gd name="T73" fmla="*/ 1913632664 h 256"/>
              <a:gd name="T74" fmla="*/ 564467221 w 227"/>
              <a:gd name="T75" fmla="*/ 2044104936 h 256"/>
              <a:gd name="T76" fmla="*/ 535519501 w 227"/>
              <a:gd name="T77" fmla="*/ 2131087719 h 256"/>
              <a:gd name="T78" fmla="*/ 347365029 w 227"/>
              <a:gd name="T79" fmla="*/ 2147483646 h 256"/>
              <a:gd name="T80" fmla="*/ 231574150 w 227"/>
              <a:gd name="T81" fmla="*/ 2147483646 h 256"/>
              <a:gd name="T82" fmla="*/ 173682515 w 227"/>
              <a:gd name="T83" fmla="*/ 2147483646 h 256"/>
              <a:gd name="T84" fmla="*/ 101315117 w 227"/>
              <a:gd name="T85" fmla="*/ 2147483646 h 256"/>
              <a:gd name="T86" fmla="*/ 57895440 w 227"/>
              <a:gd name="T87" fmla="*/ 2147483646 h 256"/>
              <a:gd name="T88" fmla="*/ 43419678 w 227"/>
              <a:gd name="T89" fmla="*/ 2147483646 h 256"/>
              <a:gd name="T90" fmla="*/ 86839355 w 227"/>
              <a:gd name="T91" fmla="*/ 2147483646 h 256"/>
              <a:gd name="T92" fmla="*/ 202630234 w 227"/>
              <a:gd name="T93" fmla="*/ 2147483646 h 256"/>
              <a:gd name="T94" fmla="*/ 434204384 w 227"/>
              <a:gd name="T95" fmla="*/ 2147483646 h 256"/>
              <a:gd name="T96" fmla="*/ 1765765256 w 227"/>
              <a:gd name="T97" fmla="*/ 2147483646 h 256"/>
              <a:gd name="T98" fmla="*/ 2147483646 w 227"/>
              <a:gd name="T99" fmla="*/ 2147483646 h 256"/>
              <a:gd name="T100" fmla="*/ 2147483646 w 227"/>
              <a:gd name="T101" fmla="*/ 2147483646 h 256"/>
              <a:gd name="T102" fmla="*/ 2147483646 w 227"/>
              <a:gd name="T103" fmla="*/ 2147483646 h 2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27" h="256">
                <a:moveTo>
                  <a:pt x="20" y="3"/>
                </a:moveTo>
                <a:cubicBezTo>
                  <a:pt x="24" y="5"/>
                  <a:pt x="24" y="5"/>
                  <a:pt x="24" y="5"/>
                </a:cubicBezTo>
                <a:cubicBezTo>
                  <a:pt x="13" y="13"/>
                  <a:pt x="13" y="13"/>
                  <a:pt x="13" y="13"/>
                </a:cubicBezTo>
                <a:cubicBezTo>
                  <a:pt x="14" y="16"/>
                  <a:pt x="14" y="16"/>
                  <a:pt x="14" y="16"/>
                </a:cubicBezTo>
                <a:cubicBezTo>
                  <a:pt x="14" y="26"/>
                  <a:pt x="14" y="26"/>
                  <a:pt x="14" y="26"/>
                </a:cubicBezTo>
                <a:cubicBezTo>
                  <a:pt x="10" y="26"/>
                  <a:pt x="10" y="26"/>
                  <a:pt x="10" y="26"/>
                </a:cubicBezTo>
                <a:cubicBezTo>
                  <a:pt x="10" y="21"/>
                  <a:pt x="10" y="17"/>
                  <a:pt x="7" y="14"/>
                </a:cubicBezTo>
                <a:cubicBezTo>
                  <a:pt x="6" y="14"/>
                  <a:pt x="5" y="13"/>
                  <a:pt x="5" y="13"/>
                </a:cubicBezTo>
                <a:cubicBezTo>
                  <a:pt x="12" y="4"/>
                  <a:pt x="12" y="4"/>
                  <a:pt x="12" y="4"/>
                </a:cubicBezTo>
                <a:cubicBezTo>
                  <a:pt x="17" y="3"/>
                  <a:pt x="17" y="3"/>
                  <a:pt x="17" y="3"/>
                </a:cubicBezTo>
                <a:cubicBezTo>
                  <a:pt x="18" y="0"/>
                  <a:pt x="18" y="0"/>
                  <a:pt x="18" y="0"/>
                </a:cubicBezTo>
                <a:lnTo>
                  <a:pt x="20" y="3"/>
                </a:lnTo>
                <a:close/>
                <a:moveTo>
                  <a:pt x="188" y="221"/>
                </a:moveTo>
                <a:cubicBezTo>
                  <a:pt x="188" y="160"/>
                  <a:pt x="188" y="160"/>
                  <a:pt x="188" y="160"/>
                </a:cubicBezTo>
                <a:cubicBezTo>
                  <a:pt x="226" y="160"/>
                  <a:pt x="226" y="160"/>
                  <a:pt x="226" y="160"/>
                </a:cubicBezTo>
                <a:cubicBezTo>
                  <a:pt x="223" y="157"/>
                  <a:pt x="223" y="157"/>
                  <a:pt x="223" y="157"/>
                </a:cubicBezTo>
                <a:cubicBezTo>
                  <a:pt x="227" y="149"/>
                  <a:pt x="227" y="149"/>
                  <a:pt x="227" y="149"/>
                </a:cubicBezTo>
                <a:cubicBezTo>
                  <a:pt x="225" y="144"/>
                  <a:pt x="225" y="144"/>
                  <a:pt x="225" y="144"/>
                </a:cubicBezTo>
                <a:cubicBezTo>
                  <a:pt x="225" y="138"/>
                  <a:pt x="225" y="138"/>
                  <a:pt x="225" y="138"/>
                </a:cubicBezTo>
                <a:cubicBezTo>
                  <a:pt x="226" y="133"/>
                  <a:pt x="226" y="133"/>
                  <a:pt x="226" y="133"/>
                </a:cubicBezTo>
                <a:cubicBezTo>
                  <a:pt x="226" y="133"/>
                  <a:pt x="227" y="132"/>
                  <a:pt x="227" y="132"/>
                </a:cubicBezTo>
                <a:cubicBezTo>
                  <a:pt x="227" y="131"/>
                  <a:pt x="227" y="129"/>
                  <a:pt x="227" y="129"/>
                </a:cubicBezTo>
                <a:cubicBezTo>
                  <a:pt x="226" y="128"/>
                  <a:pt x="226" y="128"/>
                  <a:pt x="226" y="128"/>
                </a:cubicBezTo>
                <a:cubicBezTo>
                  <a:pt x="226" y="121"/>
                  <a:pt x="226" y="121"/>
                  <a:pt x="226" y="121"/>
                </a:cubicBezTo>
                <a:cubicBezTo>
                  <a:pt x="222" y="124"/>
                  <a:pt x="222" y="124"/>
                  <a:pt x="222" y="124"/>
                </a:cubicBezTo>
                <a:cubicBezTo>
                  <a:pt x="222" y="124"/>
                  <a:pt x="218" y="122"/>
                  <a:pt x="218" y="122"/>
                </a:cubicBezTo>
                <a:cubicBezTo>
                  <a:pt x="218" y="122"/>
                  <a:pt x="215" y="122"/>
                  <a:pt x="215" y="122"/>
                </a:cubicBezTo>
                <a:cubicBezTo>
                  <a:pt x="213" y="122"/>
                  <a:pt x="213" y="122"/>
                  <a:pt x="213" y="122"/>
                </a:cubicBezTo>
                <a:cubicBezTo>
                  <a:pt x="211" y="125"/>
                  <a:pt x="211" y="125"/>
                  <a:pt x="211" y="125"/>
                </a:cubicBezTo>
                <a:cubicBezTo>
                  <a:pt x="204" y="125"/>
                  <a:pt x="204" y="125"/>
                  <a:pt x="204" y="125"/>
                </a:cubicBezTo>
                <a:cubicBezTo>
                  <a:pt x="202" y="124"/>
                  <a:pt x="202" y="124"/>
                  <a:pt x="202" y="124"/>
                </a:cubicBezTo>
                <a:cubicBezTo>
                  <a:pt x="198" y="124"/>
                  <a:pt x="198" y="124"/>
                  <a:pt x="198" y="124"/>
                </a:cubicBezTo>
                <a:cubicBezTo>
                  <a:pt x="194" y="128"/>
                  <a:pt x="194" y="128"/>
                  <a:pt x="194" y="128"/>
                </a:cubicBezTo>
                <a:cubicBezTo>
                  <a:pt x="192" y="126"/>
                  <a:pt x="192" y="126"/>
                  <a:pt x="192" y="126"/>
                </a:cubicBezTo>
                <a:cubicBezTo>
                  <a:pt x="192" y="122"/>
                  <a:pt x="192" y="122"/>
                  <a:pt x="192" y="122"/>
                </a:cubicBezTo>
                <a:cubicBezTo>
                  <a:pt x="191" y="121"/>
                  <a:pt x="191" y="121"/>
                  <a:pt x="191" y="121"/>
                </a:cubicBezTo>
                <a:cubicBezTo>
                  <a:pt x="194" y="118"/>
                  <a:pt x="194" y="118"/>
                  <a:pt x="194" y="118"/>
                </a:cubicBezTo>
                <a:cubicBezTo>
                  <a:pt x="194" y="110"/>
                  <a:pt x="194" y="110"/>
                  <a:pt x="194" y="110"/>
                </a:cubicBezTo>
                <a:cubicBezTo>
                  <a:pt x="191" y="102"/>
                  <a:pt x="191" y="102"/>
                  <a:pt x="191" y="102"/>
                </a:cubicBezTo>
                <a:cubicBezTo>
                  <a:pt x="185" y="94"/>
                  <a:pt x="185" y="94"/>
                  <a:pt x="185" y="94"/>
                </a:cubicBezTo>
                <a:cubicBezTo>
                  <a:pt x="185" y="90"/>
                  <a:pt x="185" y="90"/>
                  <a:pt x="185" y="90"/>
                </a:cubicBezTo>
                <a:cubicBezTo>
                  <a:pt x="186" y="89"/>
                  <a:pt x="186" y="89"/>
                  <a:pt x="186" y="89"/>
                </a:cubicBezTo>
                <a:cubicBezTo>
                  <a:pt x="187" y="75"/>
                  <a:pt x="187" y="75"/>
                  <a:pt x="187" y="75"/>
                </a:cubicBezTo>
                <a:cubicBezTo>
                  <a:pt x="184" y="65"/>
                  <a:pt x="184" y="65"/>
                  <a:pt x="184" y="65"/>
                </a:cubicBezTo>
                <a:cubicBezTo>
                  <a:pt x="185" y="54"/>
                  <a:pt x="185" y="54"/>
                  <a:pt x="185" y="54"/>
                </a:cubicBezTo>
                <a:cubicBezTo>
                  <a:pt x="161" y="54"/>
                  <a:pt x="161" y="54"/>
                  <a:pt x="161" y="54"/>
                </a:cubicBezTo>
                <a:cubicBezTo>
                  <a:pt x="163" y="48"/>
                  <a:pt x="163" y="48"/>
                  <a:pt x="163" y="48"/>
                </a:cubicBezTo>
                <a:cubicBezTo>
                  <a:pt x="144" y="48"/>
                  <a:pt x="144" y="48"/>
                  <a:pt x="144" y="48"/>
                </a:cubicBezTo>
                <a:cubicBezTo>
                  <a:pt x="140" y="67"/>
                  <a:pt x="140" y="67"/>
                  <a:pt x="140" y="67"/>
                </a:cubicBezTo>
                <a:cubicBezTo>
                  <a:pt x="132" y="66"/>
                  <a:pt x="132" y="66"/>
                  <a:pt x="132" y="66"/>
                </a:cubicBezTo>
                <a:cubicBezTo>
                  <a:pt x="124" y="65"/>
                  <a:pt x="124" y="65"/>
                  <a:pt x="124" y="65"/>
                </a:cubicBezTo>
                <a:cubicBezTo>
                  <a:pt x="117" y="69"/>
                  <a:pt x="117" y="69"/>
                  <a:pt x="117" y="69"/>
                </a:cubicBezTo>
                <a:cubicBezTo>
                  <a:pt x="106" y="69"/>
                  <a:pt x="106" y="69"/>
                  <a:pt x="106" y="69"/>
                </a:cubicBezTo>
                <a:cubicBezTo>
                  <a:pt x="100" y="57"/>
                  <a:pt x="100" y="57"/>
                  <a:pt x="100" y="57"/>
                </a:cubicBezTo>
                <a:cubicBezTo>
                  <a:pt x="94" y="51"/>
                  <a:pt x="94" y="51"/>
                  <a:pt x="94" y="51"/>
                </a:cubicBezTo>
                <a:cubicBezTo>
                  <a:pt x="90" y="37"/>
                  <a:pt x="90" y="37"/>
                  <a:pt x="90" y="37"/>
                </a:cubicBezTo>
                <a:cubicBezTo>
                  <a:pt x="92" y="33"/>
                  <a:pt x="92" y="33"/>
                  <a:pt x="92" y="33"/>
                </a:cubicBezTo>
                <a:cubicBezTo>
                  <a:pt x="87" y="27"/>
                  <a:pt x="87" y="27"/>
                  <a:pt x="87" y="27"/>
                </a:cubicBezTo>
                <a:cubicBezTo>
                  <a:pt x="24" y="27"/>
                  <a:pt x="24" y="27"/>
                  <a:pt x="24" y="27"/>
                </a:cubicBezTo>
                <a:cubicBezTo>
                  <a:pt x="12" y="31"/>
                  <a:pt x="12" y="31"/>
                  <a:pt x="12" y="31"/>
                </a:cubicBezTo>
                <a:cubicBezTo>
                  <a:pt x="12" y="31"/>
                  <a:pt x="12" y="32"/>
                  <a:pt x="12" y="32"/>
                </a:cubicBezTo>
                <a:cubicBezTo>
                  <a:pt x="12" y="33"/>
                  <a:pt x="12" y="33"/>
                  <a:pt x="12" y="33"/>
                </a:cubicBezTo>
                <a:cubicBezTo>
                  <a:pt x="11" y="34"/>
                  <a:pt x="12" y="36"/>
                  <a:pt x="12" y="37"/>
                </a:cubicBezTo>
                <a:cubicBezTo>
                  <a:pt x="15" y="42"/>
                  <a:pt x="17" y="47"/>
                  <a:pt x="22" y="50"/>
                </a:cubicBezTo>
                <a:cubicBezTo>
                  <a:pt x="22" y="53"/>
                  <a:pt x="21" y="55"/>
                  <a:pt x="23" y="57"/>
                </a:cubicBezTo>
                <a:cubicBezTo>
                  <a:pt x="23" y="58"/>
                  <a:pt x="24" y="58"/>
                  <a:pt x="24" y="59"/>
                </a:cubicBezTo>
                <a:cubicBezTo>
                  <a:pt x="27" y="64"/>
                  <a:pt x="27" y="70"/>
                  <a:pt x="31" y="74"/>
                </a:cubicBezTo>
                <a:cubicBezTo>
                  <a:pt x="31" y="78"/>
                  <a:pt x="31" y="79"/>
                  <a:pt x="32" y="83"/>
                </a:cubicBezTo>
                <a:cubicBezTo>
                  <a:pt x="31" y="83"/>
                  <a:pt x="31" y="84"/>
                  <a:pt x="31" y="84"/>
                </a:cubicBezTo>
                <a:cubicBezTo>
                  <a:pt x="26" y="85"/>
                  <a:pt x="25" y="88"/>
                  <a:pt x="27" y="92"/>
                </a:cubicBezTo>
                <a:cubicBezTo>
                  <a:pt x="27" y="94"/>
                  <a:pt x="26" y="96"/>
                  <a:pt x="28" y="97"/>
                </a:cubicBezTo>
                <a:cubicBezTo>
                  <a:pt x="30" y="105"/>
                  <a:pt x="33" y="111"/>
                  <a:pt x="38" y="117"/>
                </a:cubicBezTo>
                <a:cubicBezTo>
                  <a:pt x="39" y="118"/>
                  <a:pt x="38" y="121"/>
                  <a:pt x="39" y="122"/>
                </a:cubicBezTo>
                <a:cubicBezTo>
                  <a:pt x="41" y="125"/>
                  <a:pt x="41" y="129"/>
                  <a:pt x="39" y="132"/>
                </a:cubicBezTo>
                <a:cubicBezTo>
                  <a:pt x="38" y="134"/>
                  <a:pt x="38" y="136"/>
                  <a:pt x="39" y="139"/>
                </a:cubicBezTo>
                <a:cubicBezTo>
                  <a:pt x="40" y="139"/>
                  <a:pt x="39" y="140"/>
                  <a:pt x="39" y="141"/>
                </a:cubicBezTo>
                <a:cubicBezTo>
                  <a:pt x="38" y="142"/>
                  <a:pt x="39" y="144"/>
                  <a:pt x="38" y="145"/>
                </a:cubicBezTo>
                <a:cubicBezTo>
                  <a:pt x="38" y="146"/>
                  <a:pt x="38" y="147"/>
                  <a:pt x="37" y="147"/>
                </a:cubicBezTo>
                <a:cubicBezTo>
                  <a:pt x="33" y="150"/>
                  <a:pt x="32" y="155"/>
                  <a:pt x="26" y="156"/>
                </a:cubicBezTo>
                <a:cubicBezTo>
                  <a:pt x="25" y="156"/>
                  <a:pt x="24" y="158"/>
                  <a:pt x="24" y="158"/>
                </a:cubicBezTo>
                <a:cubicBezTo>
                  <a:pt x="24" y="163"/>
                  <a:pt x="21" y="164"/>
                  <a:pt x="19" y="167"/>
                </a:cubicBezTo>
                <a:cubicBezTo>
                  <a:pt x="17" y="169"/>
                  <a:pt x="16" y="170"/>
                  <a:pt x="16" y="173"/>
                </a:cubicBezTo>
                <a:cubicBezTo>
                  <a:pt x="17" y="176"/>
                  <a:pt x="15" y="179"/>
                  <a:pt x="13" y="182"/>
                </a:cubicBezTo>
                <a:cubicBezTo>
                  <a:pt x="11" y="185"/>
                  <a:pt x="13" y="188"/>
                  <a:pt x="12" y="191"/>
                </a:cubicBezTo>
                <a:cubicBezTo>
                  <a:pt x="11" y="194"/>
                  <a:pt x="10" y="198"/>
                  <a:pt x="10" y="201"/>
                </a:cubicBezTo>
                <a:cubicBezTo>
                  <a:pt x="7" y="202"/>
                  <a:pt x="8" y="205"/>
                  <a:pt x="7" y="207"/>
                </a:cubicBezTo>
                <a:cubicBezTo>
                  <a:pt x="5" y="208"/>
                  <a:pt x="6" y="210"/>
                  <a:pt x="6" y="212"/>
                </a:cubicBezTo>
                <a:cubicBezTo>
                  <a:pt x="5" y="213"/>
                  <a:pt x="4" y="214"/>
                  <a:pt x="4" y="214"/>
                </a:cubicBezTo>
                <a:cubicBezTo>
                  <a:pt x="3" y="215"/>
                  <a:pt x="3" y="215"/>
                  <a:pt x="3" y="216"/>
                </a:cubicBezTo>
                <a:cubicBezTo>
                  <a:pt x="2" y="223"/>
                  <a:pt x="3" y="230"/>
                  <a:pt x="3" y="236"/>
                </a:cubicBezTo>
                <a:cubicBezTo>
                  <a:pt x="1" y="238"/>
                  <a:pt x="0" y="239"/>
                  <a:pt x="2" y="241"/>
                </a:cubicBezTo>
                <a:cubicBezTo>
                  <a:pt x="6" y="238"/>
                  <a:pt x="6" y="238"/>
                  <a:pt x="6" y="238"/>
                </a:cubicBezTo>
                <a:cubicBezTo>
                  <a:pt x="10" y="240"/>
                  <a:pt x="10" y="240"/>
                  <a:pt x="10" y="240"/>
                </a:cubicBezTo>
                <a:cubicBezTo>
                  <a:pt x="14" y="242"/>
                  <a:pt x="14" y="242"/>
                  <a:pt x="14" y="242"/>
                </a:cubicBezTo>
                <a:cubicBezTo>
                  <a:pt x="23" y="236"/>
                  <a:pt x="23" y="236"/>
                  <a:pt x="23" y="236"/>
                </a:cubicBezTo>
                <a:cubicBezTo>
                  <a:pt x="30" y="236"/>
                  <a:pt x="30" y="236"/>
                  <a:pt x="30" y="236"/>
                </a:cubicBezTo>
                <a:cubicBezTo>
                  <a:pt x="40" y="244"/>
                  <a:pt x="40" y="244"/>
                  <a:pt x="40" y="244"/>
                </a:cubicBezTo>
                <a:cubicBezTo>
                  <a:pt x="122" y="244"/>
                  <a:pt x="122" y="244"/>
                  <a:pt x="122" y="244"/>
                </a:cubicBezTo>
                <a:cubicBezTo>
                  <a:pt x="130" y="252"/>
                  <a:pt x="130" y="252"/>
                  <a:pt x="130" y="252"/>
                </a:cubicBezTo>
                <a:cubicBezTo>
                  <a:pt x="157" y="252"/>
                  <a:pt x="157" y="252"/>
                  <a:pt x="157" y="252"/>
                </a:cubicBezTo>
                <a:cubicBezTo>
                  <a:pt x="165" y="256"/>
                  <a:pt x="165" y="256"/>
                  <a:pt x="165" y="256"/>
                </a:cubicBezTo>
                <a:cubicBezTo>
                  <a:pt x="172" y="256"/>
                  <a:pt x="172" y="256"/>
                  <a:pt x="172" y="256"/>
                </a:cubicBezTo>
                <a:cubicBezTo>
                  <a:pt x="214" y="249"/>
                  <a:pt x="214" y="249"/>
                  <a:pt x="214" y="249"/>
                </a:cubicBezTo>
                <a:cubicBezTo>
                  <a:pt x="199" y="235"/>
                  <a:pt x="199" y="235"/>
                  <a:pt x="199" y="235"/>
                </a:cubicBezTo>
                <a:lnTo>
                  <a:pt x="188" y="221"/>
                </a:lnTo>
                <a:close/>
              </a:path>
            </a:pathLst>
          </a:custGeom>
          <a:solidFill>
            <a:schemeClr val="accent4"/>
          </a:solidFill>
          <a:ln w="7938" cap="rnd">
            <a:solidFill>
              <a:schemeClr val="bg2"/>
            </a:solidFill>
            <a:prstDash val="solid"/>
            <a:round/>
            <a:headEnd/>
            <a:tailEnd/>
          </a:ln>
        </p:spPr>
        <p:txBody>
          <a:bodyPr/>
          <a:lstStyle/>
          <a:p>
            <a:endParaRPr lang="ru-RU"/>
          </a:p>
        </p:txBody>
      </p:sp>
      <p:sp>
        <p:nvSpPr>
          <p:cNvPr id="3136" name="Freeform 65"/>
          <p:cNvSpPr>
            <a:spLocks/>
          </p:cNvSpPr>
          <p:nvPr/>
        </p:nvSpPr>
        <p:spPr bwMode="auto">
          <a:xfrm>
            <a:off x="6967538" y="1123950"/>
            <a:ext cx="1447800" cy="1439863"/>
          </a:xfrm>
          <a:custGeom>
            <a:avLst/>
            <a:gdLst>
              <a:gd name="T0" fmla="*/ 2147483646 w 380"/>
              <a:gd name="T1" fmla="*/ 2147483646 h 378"/>
              <a:gd name="T2" fmla="*/ 2147483646 w 380"/>
              <a:gd name="T3" fmla="*/ 2147483646 h 378"/>
              <a:gd name="T4" fmla="*/ 2147483646 w 380"/>
              <a:gd name="T5" fmla="*/ 2147483646 h 378"/>
              <a:gd name="T6" fmla="*/ 2147483646 w 380"/>
              <a:gd name="T7" fmla="*/ 2147483646 h 378"/>
              <a:gd name="T8" fmla="*/ 2147483646 w 380"/>
              <a:gd name="T9" fmla="*/ 2147483646 h 378"/>
              <a:gd name="T10" fmla="*/ 2147483646 w 380"/>
              <a:gd name="T11" fmla="*/ 2147483646 h 378"/>
              <a:gd name="T12" fmla="*/ 2147483646 w 380"/>
              <a:gd name="T13" fmla="*/ 2147483646 h 378"/>
              <a:gd name="T14" fmla="*/ 2147483646 w 380"/>
              <a:gd name="T15" fmla="*/ 2147483646 h 378"/>
              <a:gd name="T16" fmla="*/ 2147483646 w 380"/>
              <a:gd name="T17" fmla="*/ 2147483646 h 378"/>
              <a:gd name="T18" fmla="*/ 2147483646 w 380"/>
              <a:gd name="T19" fmla="*/ 1596069090 h 378"/>
              <a:gd name="T20" fmla="*/ 2147483646 w 380"/>
              <a:gd name="T21" fmla="*/ 1363912131 h 378"/>
              <a:gd name="T22" fmla="*/ 2147483646 w 380"/>
              <a:gd name="T23" fmla="*/ 1247835557 h 378"/>
              <a:gd name="T24" fmla="*/ 2147483646 w 380"/>
              <a:gd name="T25" fmla="*/ 1073718790 h 378"/>
              <a:gd name="T26" fmla="*/ 2147483646 w 380"/>
              <a:gd name="T27" fmla="*/ 783525449 h 378"/>
              <a:gd name="T28" fmla="*/ 2147483646 w 380"/>
              <a:gd name="T29" fmla="*/ 594899587 h 378"/>
              <a:gd name="T30" fmla="*/ 2147483646 w 380"/>
              <a:gd name="T31" fmla="*/ 507841204 h 378"/>
              <a:gd name="T32" fmla="*/ 2147483646 w 380"/>
              <a:gd name="T33" fmla="*/ 435291916 h 378"/>
              <a:gd name="T34" fmla="*/ 2147483646 w 380"/>
              <a:gd name="T35" fmla="*/ 391760820 h 378"/>
              <a:gd name="T36" fmla="*/ 2147483646 w 380"/>
              <a:gd name="T37" fmla="*/ 319215342 h 378"/>
              <a:gd name="T38" fmla="*/ 2147483646 w 380"/>
              <a:gd name="T39" fmla="*/ 261175150 h 378"/>
              <a:gd name="T40" fmla="*/ 2147483646 w 380"/>
              <a:gd name="T41" fmla="*/ 217644054 h 378"/>
              <a:gd name="T42" fmla="*/ 2147483646 w 380"/>
              <a:gd name="T43" fmla="*/ 130585670 h 378"/>
              <a:gd name="T44" fmla="*/ 2147483646 w 380"/>
              <a:gd name="T45" fmla="*/ 87058383 h 378"/>
              <a:gd name="T46" fmla="*/ 2147483646 w 380"/>
              <a:gd name="T47" fmla="*/ 58040192 h 378"/>
              <a:gd name="T48" fmla="*/ 2147483646 w 380"/>
              <a:gd name="T49" fmla="*/ 43527287 h 378"/>
              <a:gd name="T50" fmla="*/ 2147483646 w 380"/>
              <a:gd name="T51" fmla="*/ 29018191 h 378"/>
              <a:gd name="T52" fmla="*/ 2147483646 w 380"/>
              <a:gd name="T53" fmla="*/ 101567479 h 378"/>
              <a:gd name="T54" fmla="*/ 2147483646 w 380"/>
              <a:gd name="T55" fmla="*/ 87058383 h 378"/>
              <a:gd name="T56" fmla="*/ 2147483646 w 380"/>
              <a:gd name="T57" fmla="*/ 116076575 h 378"/>
              <a:gd name="T58" fmla="*/ 2147483646 w 380"/>
              <a:gd name="T59" fmla="*/ 174116766 h 378"/>
              <a:gd name="T60" fmla="*/ 2147483646 w 380"/>
              <a:gd name="T61" fmla="*/ 377251724 h 378"/>
              <a:gd name="T62" fmla="*/ 2147483646 w 380"/>
              <a:gd name="T63" fmla="*/ 420782821 h 378"/>
              <a:gd name="T64" fmla="*/ 2003221800 w 380"/>
              <a:gd name="T65" fmla="*/ 536859395 h 378"/>
              <a:gd name="T66" fmla="*/ 1756448100 w 380"/>
              <a:gd name="T67" fmla="*/ 667445065 h 378"/>
              <a:gd name="T68" fmla="*/ 1814512500 w 380"/>
              <a:gd name="T69" fmla="*/ 798034545 h 378"/>
              <a:gd name="T70" fmla="*/ 1858060800 w 380"/>
              <a:gd name="T71" fmla="*/ 1088227886 h 378"/>
              <a:gd name="T72" fmla="*/ 1887093000 w 380"/>
              <a:gd name="T73" fmla="*/ 1175286269 h 378"/>
              <a:gd name="T74" fmla="*/ 1872576900 w 380"/>
              <a:gd name="T75" fmla="*/ 1233326461 h 378"/>
              <a:gd name="T76" fmla="*/ 2061286200 w 380"/>
              <a:gd name="T77" fmla="*/ 1465479610 h 378"/>
              <a:gd name="T78" fmla="*/ 2003221800 w 380"/>
              <a:gd name="T79" fmla="*/ 1581559994 h 378"/>
              <a:gd name="T80" fmla="*/ 1887093000 w 380"/>
              <a:gd name="T81" fmla="*/ 1581559994 h 378"/>
              <a:gd name="T82" fmla="*/ 1567738800 w 380"/>
              <a:gd name="T83" fmla="*/ 1697636569 h 378"/>
              <a:gd name="T84" fmla="*/ 1291932900 w 380"/>
              <a:gd name="T85" fmla="*/ 1857244239 h 378"/>
              <a:gd name="T86" fmla="*/ 1349997300 w 380"/>
              <a:gd name="T87" fmla="*/ 1958811718 h 378"/>
              <a:gd name="T88" fmla="*/ 1175804100 w 380"/>
              <a:gd name="T89" fmla="*/ 2074888293 h 378"/>
              <a:gd name="T90" fmla="*/ 841933800 w 380"/>
              <a:gd name="T91" fmla="*/ 2147483646 h 378"/>
              <a:gd name="T92" fmla="*/ 537095700 w 380"/>
              <a:gd name="T93" fmla="*/ 2147483646 h 378"/>
              <a:gd name="T94" fmla="*/ 275805900 w 380"/>
              <a:gd name="T95" fmla="*/ 2147483646 h 378"/>
              <a:gd name="T96" fmla="*/ 0 w 380"/>
              <a:gd name="T97" fmla="*/ 2147483646 h 378"/>
              <a:gd name="T98" fmla="*/ 2147483646 w 380"/>
              <a:gd name="T99" fmla="*/ 2147483646 h 378"/>
              <a:gd name="T100" fmla="*/ 2147483646 w 380"/>
              <a:gd name="T101" fmla="*/ 2147483646 h 378"/>
              <a:gd name="T102" fmla="*/ 2147483646 w 380"/>
              <a:gd name="T103" fmla="*/ 2147483646 h 378"/>
              <a:gd name="T104" fmla="*/ 2147483646 w 380"/>
              <a:gd name="T105" fmla="*/ 2147483646 h 378"/>
              <a:gd name="T106" fmla="*/ 2147483646 w 380"/>
              <a:gd name="T107" fmla="*/ 2147483646 h 378"/>
              <a:gd name="T108" fmla="*/ 2147483646 w 380"/>
              <a:gd name="T109" fmla="*/ 2147483646 h 378"/>
              <a:gd name="T110" fmla="*/ 2147483646 w 380"/>
              <a:gd name="T111" fmla="*/ 2147483646 h 3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80" h="378">
                <a:moveTo>
                  <a:pt x="297" y="341"/>
                </a:moveTo>
                <a:cubicBezTo>
                  <a:pt x="380" y="288"/>
                  <a:pt x="380" y="288"/>
                  <a:pt x="380" y="288"/>
                </a:cubicBezTo>
                <a:cubicBezTo>
                  <a:pt x="372" y="273"/>
                  <a:pt x="372" y="273"/>
                  <a:pt x="372" y="273"/>
                </a:cubicBezTo>
                <a:cubicBezTo>
                  <a:pt x="369" y="275"/>
                  <a:pt x="369" y="275"/>
                  <a:pt x="369" y="275"/>
                </a:cubicBezTo>
                <a:cubicBezTo>
                  <a:pt x="360" y="267"/>
                  <a:pt x="360" y="267"/>
                  <a:pt x="360" y="267"/>
                </a:cubicBezTo>
                <a:cubicBezTo>
                  <a:pt x="349" y="267"/>
                  <a:pt x="349" y="267"/>
                  <a:pt x="349" y="267"/>
                </a:cubicBezTo>
                <a:cubicBezTo>
                  <a:pt x="346" y="262"/>
                  <a:pt x="346" y="262"/>
                  <a:pt x="346" y="262"/>
                </a:cubicBezTo>
                <a:cubicBezTo>
                  <a:pt x="343" y="250"/>
                  <a:pt x="343" y="250"/>
                  <a:pt x="343" y="250"/>
                </a:cubicBezTo>
                <a:cubicBezTo>
                  <a:pt x="332" y="234"/>
                  <a:pt x="332" y="234"/>
                  <a:pt x="332" y="234"/>
                </a:cubicBezTo>
                <a:cubicBezTo>
                  <a:pt x="332" y="234"/>
                  <a:pt x="334" y="231"/>
                  <a:pt x="334" y="231"/>
                </a:cubicBezTo>
                <a:cubicBezTo>
                  <a:pt x="334" y="231"/>
                  <a:pt x="341" y="228"/>
                  <a:pt x="341" y="228"/>
                </a:cubicBezTo>
                <a:cubicBezTo>
                  <a:pt x="341" y="224"/>
                  <a:pt x="341" y="224"/>
                  <a:pt x="341" y="224"/>
                </a:cubicBezTo>
                <a:cubicBezTo>
                  <a:pt x="342" y="219"/>
                  <a:pt x="342" y="219"/>
                  <a:pt x="342" y="219"/>
                </a:cubicBezTo>
                <a:cubicBezTo>
                  <a:pt x="338" y="211"/>
                  <a:pt x="338" y="211"/>
                  <a:pt x="338" y="211"/>
                </a:cubicBezTo>
                <a:cubicBezTo>
                  <a:pt x="342" y="200"/>
                  <a:pt x="342" y="200"/>
                  <a:pt x="342" y="200"/>
                </a:cubicBezTo>
                <a:cubicBezTo>
                  <a:pt x="340" y="174"/>
                  <a:pt x="340" y="174"/>
                  <a:pt x="340" y="174"/>
                </a:cubicBezTo>
                <a:cubicBezTo>
                  <a:pt x="332" y="155"/>
                  <a:pt x="332" y="155"/>
                  <a:pt x="332" y="155"/>
                </a:cubicBezTo>
                <a:cubicBezTo>
                  <a:pt x="332" y="151"/>
                  <a:pt x="332" y="151"/>
                  <a:pt x="332" y="151"/>
                </a:cubicBezTo>
                <a:cubicBezTo>
                  <a:pt x="335" y="150"/>
                  <a:pt x="335" y="150"/>
                  <a:pt x="335" y="150"/>
                </a:cubicBezTo>
                <a:cubicBezTo>
                  <a:pt x="326" y="110"/>
                  <a:pt x="326" y="110"/>
                  <a:pt x="326" y="110"/>
                </a:cubicBezTo>
                <a:cubicBezTo>
                  <a:pt x="313" y="101"/>
                  <a:pt x="313" y="101"/>
                  <a:pt x="313" y="101"/>
                </a:cubicBezTo>
                <a:cubicBezTo>
                  <a:pt x="312" y="94"/>
                  <a:pt x="312" y="94"/>
                  <a:pt x="312" y="94"/>
                </a:cubicBezTo>
                <a:cubicBezTo>
                  <a:pt x="308" y="87"/>
                  <a:pt x="308" y="87"/>
                  <a:pt x="308" y="87"/>
                </a:cubicBezTo>
                <a:cubicBezTo>
                  <a:pt x="302" y="86"/>
                  <a:pt x="302" y="86"/>
                  <a:pt x="302" y="86"/>
                </a:cubicBezTo>
                <a:cubicBezTo>
                  <a:pt x="302" y="86"/>
                  <a:pt x="301" y="80"/>
                  <a:pt x="301" y="80"/>
                </a:cubicBezTo>
                <a:cubicBezTo>
                  <a:pt x="301" y="79"/>
                  <a:pt x="297" y="74"/>
                  <a:pt x="297" y="74"/>
                </a:cubicBezTo>
                <a:cubicBezTo>
                  <a:pt x="297" y="67"/>
                  <a:pt x="297" y="67"/>
                  <a:pt x="297" y="67"/>
                </a:cubicBezTo>
                <a:cubicBezTo>
                  <a:pt x="311" y="54"/>
                  <a:pt x="311" y="54"/>
                  <a:pt x="311" y="54"/>
                </a:cubicBezTo>
                <a:cubicBezTo>
                  <a:pt x="311" y="47"/>
                  <a:pt x="311" y="47"/>
                  <a:pt x="311" y="47"/>
                </a:cubicBezTo>
                <a:cubicBezTo>
                  <a:pt x="315" y="41"/>
                  <a:pt x="315" y="41"/>
                  <a:pt x="315" y="41"/>
                </a:cubicBezTo>
                <a:cubicBezTo>
                  <a:pt x="312" y="39"/>
                  <a:pt x="312" y="39"/>
                  <a:pt x="312" y="39"/>
                </a:cubicBezTo>
                <a:cubicBezTo>
                  <a:pt x="312" y="35"/>
                  <a:pt x="312" y="35"/>
                  <a:pt x="312" y="35"/>
                </a:cubicBezTo>
                <a:cubicBezTo>
                  <a:pt x="313" y="32"/>
                  <a:pt x="313" y="32"/>
                  <a:pt x="313" y="32"/>
                </a:cubicBezTo>
                <a:cubicBezTo>
                  <a:pt x="313" y="32"/>
                  <a:pt x="312" y="31"/>
                  <a:pt x="312" y="30"/>
                </a:cubicBezTo>
                <a:cubicBezTo>
                  <a:pt x="312" y="30"/>
                  <a:pt x="312" y="28"/>
                  <a:pt x="312" y="28"/>
                </a:cubicBezTo>
                <a:cubicBezTo>
                  <a:pt x="312" y="28"/>
                  <a:pt x="311" y="27"/>
                  <a:pt x="311" y="27"/>
                </a:cubicBezTo>
                <a:cubicBezTo>
                  <a:pt x="311" y="26"/>
                  <a:pt x="311" y="24"/>
                  <a:pt x="311" y="24"/>
                </a:cubicBezTo>
                <a:cubicBezTo>
                  <a:pt x="311" y="23"/>
                  <a:pt x="311" y="22"/>
                  <a:pt x="311" y="22"/>
                </a:cubicBezTo>
                <a:cubicBezTo>
                  <a:pt x="311" y="22"/>
                  <a:pt x="312" y="20"/>
                  <a:pt x="312" y="20"/>
                </a:cubicBezTo>
                <a:cubicBezTo>
                  <a:pt x="312" y="20"/>
                  <a:pt x="313" y="19"/>
                  <a:pt x="313" y="18"/>
                </a:cubicBezTo>
                <a:cubicBezTo>
                  <a:pt x="313" y="18"/>
                  <a:pt x="313" y="16"/>
                  <a:pt x="313" y="16"/>
                </a:cubicBezTo>
                <a:cubicBezTo>
                  <a:pt x="313" y="16"/>
                  <a:pt x="314" y="15"/>
                  <a:pt x="314" y="15"/>
                </a:cubicBezTo>
                <a:cubicBezTo>
                  <a:pt x="313" y="14"/>
                  <a:pt x="309" y="12"/>
                  <a:pt x="309" y="12"/>
                </a:cubicBezTo>
                <a:cubicBezTo>
                  <a:pt x="315" y="9"/>
                  <a:pt x="315" y="9"/>
                  <a:pt x="315" y="9"/>
                </a:cubicBezTo>
                <a:cubicBezTo>
                  <a:pt x="316" y="5"/>
                  <a:pt x="316" y="5"/>
                  <a:pt x="316" y="5"/>
                </a:cubicBezTo>
                <a:cubicBezTo>
                  <a:pt x="313" y="5"/>
                  <a:pt x="310" y="5"/>
                  <a:pt x="307" y="6"/>
                </a:cubicBezTo>
                <a:cubicBezTo>
                  <a:pt x="306" y="6"/>
                  <a:pt x="305" y="6"/>
                  <a:pt x="304" y="5"/>
                </a:cubicBezTo>
                <a:cubicBezTo>
                  <a:pt x="300" y="1"/>
                  <a:pt x="297" y="1"/>
                  <a:pt x="293" y="4"/>
                </a:cubicBezTo>
                <a:cubicBezTo>
                  <a:pt x="291" y="5"/>
                  <a:pt x="289" y="5"/>
                  <a:pt x="288" y="5"/>
                </a:cubicBezTo>
                <a:cubicBezTo>
                  <a:pt x="287" y="4"/>
                  <a:pt x="286" y="3"/>
                  <a:pt x="285" y="3"/>
                </a:cubicBezTo>
                <a:cubicBezTo>
                  <a:pt x="283" y="3"/>
                  <a:pt x="282" y="2"/>
                  <a:pt x="281" y="2"/>
                </a:cubicBezTo>
                <a:cubicBezTo>
                  <a:pt x="280" y="1"/>
                  <a:pt x="278" y="0"/>
                  <a:pt x="277" y="2"/>
                </a:cubicBezTo>
                <a:cubicBezTo>
                  <a:pt x="277" y="5"/>
                  <a:pt x="274" y="5"/>
                  <a:pt x="272" y="6"/>
                </a:cubicBezTo>
                <a:cubicBezTo>
                  <a:pt x="270" y="6"/>
                  <a:pt x="267" y="5"/>
                  <a:pt x="265" y="7"/>
                </a:cubicBezTo>
                <a:cubicBezTo>
                  <a:pt x="263" y="10"/>
                  <a:pt x="259" y="11"/>
                  <a:pt x="256" y="11"/>
                </a:cubicBezTo>
                <a:cubicBezTo>
                  <a:pt x="254" y="7"/>
                  <a:pt x="252" y="5"/>
                  <a:pt x="247" y="6"/>
                </a:cubicBezTo>
                <a:cubicBezTo>
                  <a:pt x="247" y="5"/>
                  <a:pt x="247" y="5"/>
                  <a:pt x="246" y="5"/>
                </a:cubicBezTo>
                <a:cubicBezTo>
                  <a:pt x="235" y="2"/>
                  <a:pt x="225" y="9"/>
                  <a:pt x="214" y="8"/>
                </a:cubicBezTo>
                <a:cubicBezTo>
                  <a:pt x="213" y="8"/>
                  <a:pt x="212" y="9"/>
                  <a:pt x="212" y="11"/>
                </a:cubicBezTo>
                <a:cubicBezTo>
                  <a:pt x="207" y="11"/>
                  <a:pt x="203" y="11"/>
                  <a:pt x="198" y="12"/>
                </a:cubicBezTo>
                <a:cubicBezTo>
                  <a:pt x="191" y="13"/>
                  <a:pt x="183" y="12"/>
                  <a:pt x="176" y="17"/>
                </a:cubicBezTo>
                <a:cubicBezTo>
                  <a:pt x="171" y="20"/>
                  <a:pt x="166" y="21"/>
                  <a:pt x="163" y="26"/>
                </a:cubicBezTo>
                <a:cubicBezTo>
                  <a:pt x="162" y="29"/>
                  <a:pt x="160" y="33"/>
                  <a:pt x="156" y="28"/>
                </a:cubicBezTo>
                <a:cubicBezTo>
                  <a:pt x="155" y="27"/>
                  <a:pt x="153" y="26"/>
                  <a:pt x="152" y="29"/>
                </a:cubicBezTo>
                <a:cubicBezTo>
                  <a:pt x="151" y="31"/>
                  <a:pt x="149" y="32"/>
                  <a:pt x="148" y="31"/>
                </a:cubicBezTo>
                <a:cubicBezTo>
                  <a:pt x="143" y="31"/>
                  <a:pt x="141" y="35"/>
                  <a:pt x="138" y="37"/>
                </a:cubicBezTo>
                <a:cubicBezTo>
                  <a:pt x="134" y="42"/>
                  <a:pt x="129" y="46"/>
                  <a:pt x="122" y="46"/>
                </a:cubicBezTo>
                <a:cubicBezTo>
                  <a:pt x="122" y="46"/>
                  <a:pt x="121" y="46"/>
                  <a:pt x="121" y="46"/>
                </a:cubicBezTo>
                <a:cubicBezTo>
                  <a:pt x="128" y="52"/>
                  <a:pt x="128" y="52"/>
                  <a:pt x="128" y="52"/>
                </a:cubicBezTo>
                <a:cubicBezTo>
                  <a:pt x="125" y="55"/>
                  <a:pt x="125" y="55"/>
                  <a:pt x="125" y="55"/>
                </a:cubicBezTo>
                <a:cubicBezTo>
                  <a:pt x="128" y="57"/>
                  <a:pt x="128" y="57"/>
                  <a:pt x="128" y="57"/>
                </a:cubicBezTo>
                <a:cubicBezTo>
                  <a:pt x="128" y="75"/>
                  <a:pt x="128" y="75"/>
                  <a:pt x="128" y="75"/>
                </a:cubicBezTo>
                <a:cubicBezTo>
                  <a:pt x="131" y="79"/>
                  <a:pt x="131" y="79"/>
                  <a:pt x="131" y="79"/>
                </a:cubicBezTo>
                <a:cubicBezTo>
                  <a:pt x="130" y="81"/>
                  <a:pt x="130" y="81"/>
                  <a:pt x="130" y="81"/>
                </a:cubicBezTo>
                <a:cubicBezTo>
                  <a:pt x="129" y="83"/>
                  <a:pt x="129" y="83"/>
                  <a:pt x="129" y="83"/>
                </a:cubicBezTo>
                <a:cubicBezTo>
                  <a:pt x="129" y="85"/>
                  <a:pt x="129" y="85"/>
                  <a:pt x="129" y="85"/>
                </a:cubicBezTo>
                <a:cubicBezTo>
                  <a:pt x="133" y="96"/>
                  <a:pt x="133" y="96"/>
                  <a:pt x="133" y="96"/>
                </a:cubicBezTo>
                <a:cubicBezTo>
                  <a:pt x="142" y="101"/>
                  <a:pt x="142" y="101"/>
                  <a:pt x="142" y="101"/>
                </a:cubicBezTo>
                <a:cubicBezTo>
                  <a:pt x="136" y="106"/>
                  <a:pt x="136" y="106"/>
                  <a:pt x="136" y="106"/>
                </a:cubicBezTo>
                <a:cubicBezTo>
                  <a:pt x="138" y="109"/>
                  <a:pt x="138" y="109"/>
                  <a:pt x="138" y="109"/>
                </a:cubicBezTo>
                <a:cubicBezTo>
                  <a:pt x="138" y="110"/>
                  <a:pt x="138" y="110"/>
                  <a:pt x="138" y="110"/>
                </a:cubicBezTo>
                <a:cubicBezTo>
                  <a:pt x="130" y="109"/>
                  <a:pt x="130" y="109"/>
                  <a:pt x="130" y="109"/>
                </a:cubicBezTo>
                <a:cubicBezTo>
                  <a:pt x="107" y="109"/>
                  <a:pt x="107" y="109"/>
                  <a:pt x="107" y="109"/>
                </a:cubicBezTo>
                <a:cubicBezTo>
                  <a:pt x="108" y="117"/>
                  <a:pt x="108" y="117"/>
                  <a:pt x="108" y="117"/>
                </a:cubicBezTo>
                <a:cubicBezTo>
                  <a:pt x="92" y="119"/>
                  <a:pt x="92" y="119"/>
                  <a:pt x="92" y="119"/>
                </a:cubicBezTo>
                <a:cubicBezTo>
                  <a:pt x="89" y="128"/>
                  <a:pt x="89" y="128"/>
                  <a:pt x="89" y="128"/>
                </a:cubicBezTo>
                <a:cubicBezTo>
                  <a:pt x="95" y="132"/>
                  <a:pt x="95" y="132"/>
                  <a:pt x="95" y="132"/>
                </a:cubicBezTo>
                <a:cubicBezTo>
                  <a:pt x="93" y="135"/>
                  <a:pt x="93" y="135"/>
                  <a:pt x="93" y="135"/>
                </a:cubicBezTo>
                <a:cubicBezTo>
                  <a:pt x="93" y="140"/>
                  <a:pt x="93" y="140"/>
                  <a:pt x="93" y="140"/>
                </a:cubicBezTo>
                <a:cubicBezTo>
                  <a:pt x="93" y="140"/>
                  <a:pt x="81" y="143"/>
                  <a:pt x="81" y="143"/>
                </a:cubicBezTo>
                <a:cubicBezTo>
                  <a:pt x="81" y="143"/>
                  <a:pt x="69" y="152"/>
                  <a:pt x="69" y="152"/>
                </a:cubicBezTo>
                <a:cubicBezTo>
                  <a:pt x="58" y="166"/>
                  <a:pt x="58" y="166"/>
                  <a:pt x="58" y="166"/>
                </a:cubicBezTo>
                <a:cubicBezTo>
                  <a:pt x="54" y="163"/>
                  <a:pt x="54" y="163"/>
                  <a:pt x="54" y="163"/>
                </a:cubicBezTo>
                <a:cubicBezTo>
                  <a:pt x="37" y="167"/>
                  <a:pt x="37" y="167"/>
                  <a:pt x="37" y="167"/>
                </a:cubicBezTo>
                <a:cubicBezTo>
                  <a:pt x="28" y="165"/>
                  <a:pt x="28" y="165"/>
                  <a:pt x="28" y="165"/>
                </a:cubicBezTo>
                <a:cubicBezTo>
                  <a:pt x="19" y="168"/>
                  <a:pt x="19" y="168"/>
                  <a:pt x="19" y="168"/>
                </a:cubicBezTo>
                <a:cubicBezTo>
                  <a:pt x="1" y="181"/>
                  <a:pt x="1" y="181"/>
                  <a:pt x="1" y="181"/>
                </a:cubicBezTo>
                <a:cubicBezTo>
                  <a:pt x="0" y="211"/>
                  <a:pt x="0" y="211"/>
                  <a:pt x="0" y="211"/>
                </a:cubicBezTo>
                <a:cubicBezTo>
                  <a:pt x="71" y="258"/>
                  <a:pt x="71" y="258"/>
                  <a:pt x="71" y="258"/>
                </a:cubicBezTo>
                <a:cubicBezTo>
                  <a:pt x="180" y="335"/>
                  <a:pt x="180" y="335"/>
                  <a:pt x="180" y="335"/>
                </a:cubicBezTo>
                <a:cubicBezTo>
                  <a:pt x="180" y="343"/>
                  <a:pt x="180" y="343"/>
                  <a:pt x="180" y="343"/>
                </a:cubicBezTo>
                <a:cubicBezTo>
                  <a:pt x="189" y="346"/>
                  <a:pt x="189" y="346"/>
                  <a:pt x="189" y="346"/>
                </a:cubicBezTo>
                <a:cubicBezTo>
                  <a:pt x="193" y="352"/>
                  <a:pt x="193" y="352"/>
                  <a:pt x="193" y="352"/>
                </a:cubicBezTo>
                <a:cubicBezTo>
                  <a:pt x="201" y="352"/>
                  <a:pt x="201" y="352"/>
                  <a:pt x="201" y="352"/>
                </a:cubicBezTo>
                <a:cubicBezTo>
                  <a:pt x="203" y="357"/>
                  <a:pt x="203" y="357"/>
                  <a:pt x="203" y="357"/>
                </a:cubicBezTo>
                <a:cubicBezTo>
                  <a:pt x="206" y="357"/>
                  <a:pt x="206" y="357"/>
                  <a:pt x="206" y="357"/>
                </a:cubicBezTo>
                <a:cubicBezTo>
                  <a:pt x="211" y="356"/>
                  <a:pt x="211" y="356"/>
                  <a:pt x="211" y="356"/>
                </a:cubicBezTo>
                <a:cubicBezTo>
                  <a:pt x="219" y="361"/>
                  <a:pt x="219" y="361"/>
                  <a:pt x="219" y="361"/>
                </a:cubicBezTo>
                <a:cubicBezTo>
                  <a:pt x="217" y="375"/>
                  <a:pt x="217" y="375"/>
                  <a:pt x="217" y="375"/>
                </a:cubicBezTo>
                <a:cubicBezTo>
                  <a:pt x="221" y="378"/>
                  <a:pt x="221" y="378"/>
                  <a:pt x="221" y="378"/>
                </a:cubicBezTo>
                <a:cubicBezTo>
                  <a:pt x="238" y="374"/>
                  <a:pt x="238" y="374"/>
                  <a:pt x="238" y="374"/>
                </a:cubicBezTo>
                <a:cubicBezTo>
                  <a:pt x="267" y="368"/>
                  <a:pt x="267" y="368"/>
                  <a:pt x="267" y="368"/>
                </a:cubicBezTo>
                <a:lnTo>
                  <a:pt x="297" y="341"/>
                </a:lnTo>
                <a:close/>
              </a:path>
            </a:pathLst>
          </a:custGeom>
          <a:solidFill>
            <a:schemeClr val="accent4"/>
          </a:solidFill>
          <a:ln w="7938" cap="rnd">
            <a:solidFill>
              <a:schemeClr val="bg2"/>
            </a:solidFill>
            <a:prstDash val="solid"/>
            <a:round/>
            <a:headEnd/>
            <a:tailEnd/>
          </a:ln>
        </p:spPr>
        <p:txBody>
          <a:bodyPr/>
          <a:lstStyle/>
          <a:p>
            <a:endParaRPr lang="ru-RU"/>
          </a:p>
        </p:txBody>
      </p:sp>
      <p:grpSp>
        <p:nvGrpSpPr>
          <p:cNvPr id="3075" name="Countries"/>
          <p:cNvGrpSpPr>
            <a:grpSpLocks/>
          </p:cNvGrpSpPr>
          <p:nvPr/>
        </p:nvGrpSpPr>
        <p:grpSpPr bwMode="auto">
          <a:xfrm>
            <a:off x="7334250" y="1673225"/>
            <a:ext cx="3880104" cy="4744095"/>
            <a:chOff x="7334250" y="1673225"/>
            <a:chExt cx="3880104" cy="4744095"/>
          </a:xfrm>
        </p:grpSpPr>
        <p:sp>
          <p:nvSpPr>
            <p:cNvPr id="3076" name="Rectangle 66"/>
            <p:cNvSpPr>
              <a:spLocks noChangeArrowheads="1"/>
            </p:cNvSpPr>
            <p:nvPr/>
          </p:nvSpPr>
          <p:spPr bwMode="auto">
            <a:xfrm>
              <a:off x="7334250" y="3616325"/>
              <a:ext cx="63959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nSpc>
                  <a:spcPct val="100000"/>
                </a:lnSpc>
                <a:spcBef>
                  <a:spcPct val="0"/>
                </a:spcBef>
                <a:buFontTx/>
                <a:buNone/>
              </a:pPr>
              <a:r>
                <a:rPr lang="ru-RU" altLang="ru-RU" sz="1500" dirty="0"/>
                <a:t>Nigeria</a:t>
              </a:r>
              <a:endParaRPr lang="ru-RU" altLang="ru-RU" sz="1800" dirty="0">
                <a:latin typeface="Arial" panose="020B0604020202020204" pitchFamily="34" charset="0"/>
              </a:endParaRPr>
            </a:p>
          </p:txBody>
        </p:sp>
        <p:sp>
          <p:nvSpPr>
            <p:cNvPr id="3077" name="Rectangle 67"/>
            <p:cNvSpPr>
              <a:spLocks noChangeArrowheads="1"/>
            </p:cNvSpPr>
            <p:nvPr/>
          </p:nvSpPr>
          <p:spPr bwMode="auto">
            <a:xfrm>
              <a:off x="10531475" y="2646363"/>
              <a:ext cx="6828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nSpc>
                  <a:spcPct val="100000"/>
                </a:lnSpc>
                <a:spcBef>
                  <a:spcPct val="0"/>
                </a:spcBef>
                <a:buFontTx/>
                <a:buNone/>
              </a:pPr>
              <a:r>
                <a:rPr lang="ru-RU" altLang="ru-RU" sz="1400"/>
                <a:t>Ethiopia</a:t>
              </a:r>
              <a:endParaRPr lang="ru-RU" altLang="ru-RU" sz="1800">
                <a:latin typeface="Arial" panose="020B0604020202020204" pitchFamily="34" charset="0"/>
              </a:endParaRPr>
            </a:p>
          </p:txBody>
        </p:sp>
        <p:sp>
          <p:nvSpPr>
            <p:cNvPr id="3078" name="Rectangle 68"/>
            <p:cNvSpPr>
              <a:spLocks noChangeArrowheads="1"/>
            </p:cNvSpPr>
            <p:nvPr/>
          </p:nvSpPr>
          <p:spPr bwMode="auto">
            <a:xfrm>
              <a:off x="10180638" y="1731963"/>
              <a:ext cx="4616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nSpc>
                  <a:spcPct val="100000"/>
                </a:lnSpc>
                <a:spcBef>
                  <a:spcPct val="0"/>
                </a:spcBef>
                <a:buFontTx/>
                <a:buNone/>
              </a:pPr>
              <a:r>
                <a:rPr lang="ru-RU" altLang="ru-RU" sz="1400" dirty="0"/>
                <a:t>Egypt</a:t>
              </a:r>
              <a:endParaRPr lang="ru-RU" altLang="ru-RU" sz="1800" dirty="0">
                <a:latin typeface="Arial" panose="020B0604020202020204" pitchFamily="34" charset="0"/>
              </a:endParaRPr>
            </a:p>
          </p:txBody>
        </p:sp>
        <p:sp>
          <p:nvSpPr>
            <p:cNvPr id="3079" name="Rectangle 69"/>
            <p:cNvSpPr>
              <a:spLocks noChangeArrowheads="1"/>
            </p:cNvSpPr>
            <p:nvPr/>
          </p:nvSpPr>
          <p:spPr bwMode="auto">
            <a:xfrm>
              <a:off x="7448550" y="1673225"/>
              <a:ext cx="5754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nSpc>
                  <a:spcPct val="100000"/>
                </a:lnSpc>
                <a:spcBef>
                  <a:spcPct val="0"/>
                </a:spcBef>
                <a:buFontTx/>
                <a:buNone/>
              </a:pPr>
              <a:r>
                <a:rPr lang="ru-RU" altLang="ru-RU" sz="1400" dirty="0"/>
                <a:t>Algeria</a:t>
              </a:r>
              <a:endParaRPr lang="ru-RU" altLang="ru-RU" sz="1800" dirty="0">
                <a:latin typeface="Arial" panose="020B0604020202020204" pitchFamily="34" charset="0"/>
              </a:endParaRPr>
            </a:p>
          </p:txBody>
        </p:sp>
        <p:sp>
          <p:nvSpPr>
            <p:cNvPr id="3080" name="Rectangle 70"/>
            <p:cNvSpPr>
              <a:spLocks noChangeArrowheads="1"/>
            </p:cNvSpPr>
            <p:nvPr/>
          </p:nvSpPr>
          <p:spPr bwMode="auto">
            <a:xfrm>
              <a:off x="7742238" y="4624388"/>
              <a:ext cx="61715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nSpc>
                  <a:spcPct val="100000"/>
                </a:lnSpc>
                <a:spcBef>
                  <a:spcPct val="0"/>
                </a:spcBef>
                <a:buFontTx/>
                <a:buNone/>
              </a:pPr>
              <a:r>
                <a:rPr lang="ru-RU" altLang="ru-RU" sz="1500"/>
                <a:t>Angola</a:t>
              </a:r>
              <a:endParaRPr lang="ru-RU" altLang="ru-RU" sz="1800">
                <a:latin typeface="Arial" panose="020B0604020202020204" pitchFamily="34" charset="0"/>
              </a:endParaRPr>
            </a:p>
          </p:txBody>
        </p:sp>
        <p:sp>
          <p:nvSpPr>
            <p:cNvPr id="3081" name="Rectangle 71"/>
            <p:cNvSpPr>
              <a:spLocks noChangeArrowheads="1"/>
            </p:cNvSpPr>
            <p:nvPr/>
          </p:nvSpPr>
          <p:spPr bwMode="auto">
            <a:xfrm>
              <a:off x="9764713" y="6186488"/>
              <a:ext cx="108843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nSpc>
                  <a:spcPct val="100000"/>
                </a:lnSpc>
                <a:spcBef>
                  <a:spcPct val="0"/>
                </a:spcBef>
                <a:buFontTx/>
                <a:buNone/>
              </a:pPr>
              <a:r>
                <a:rPr lang="ru-RU" altLang="ru-RU" sz="1500" dirty="0"/>
                <a:t>South Africa</a:t>
              </a:r>
              <a:endParaRPr lang="ru-RU" altLang="ru-RU" sz="1800" dirty="0">
                <a:latin typeface="Arial" panose="020B0604020202020204" pitchFamily="34" charset="0"/>
              </a:endParaRPr>
            </a:p>
          </p:txBody>
        </p:sp>
      </p:grpSp>
      <p:sp>
        <p:nvSpPr>
          <p:cNvPr id="2" name="Text Placeholder 1"/>
          <p:cNvSpPr>
            <a:spLocks noGrp="1"/>
          </p:cNvSpPr>
          <p:nvPr>
            <p:ph type="body" sz="quarter" idx="10"/>
          </p:nvPr>
        </p:nvSpPr>
        <p:spPr/>
        <p:txBody>
          <a:bodyPr>
            <a:normAutofit lnSpcReduction="10000"/>
          </a:bodyPr>
          <a:lstStyle/>
          <a:p>
            <a:r>
              <a:rPr lang="ru-RU" altLang="ru-RU" b="1" dirty="0"/>
              <a:t>Nigeria</a:t>
            </a:r>
            <a:endParaRPr lang="ru-RU" altLang="ru-RU" sz="1800" dirty="0" smtClean="0">
              <a:latin typeface="Arial" panose="020B0604020202020204" pitchFamily="34" charset="0"/>
            </a:endParaRPr>
          </a:p>
          <a:p>
            <a:endParaRPr lang="ru-RU" dirty="0"/>
          </a:p>
        </p:txBody>
      </p:sp>
      <p:sp>
        <p:nvSpPr>
          <p:cNvPr id="3" name="Text Placeholder 2"/>
          <p:cNvSpPr>
            <a:spLocks noGrp="1"/>
          </p:cNvSpPr>
          <p:nvPr>
            <p:ph type="body" sz="quarter" idx="11"/>
          </p:nvPr>
        </p:nvSpPr>
        <p:spPr/>
        <p:txBody>
          <a:bodyPr>
            <a:normAutofit fontScale="92500" lnSpcReduction="10000"/>
          </a:bodyPr>
          <a:lstStyle/>
          <a:p>
            <a:pPr>
              <a:lnSpc>
                <a:spcPct val="100000"/>
              </a:lnSpc>
              <a:spcBef>
                <a:spcPct val="0"/>
              </a:spcBef>
            </a:pPr>
            <a:r>
              <a:rPr lang="ru-RU" altLang="ru-RU" b="1" dirty="0"/>
              <a:t>Ethiopia</a:t>
            </a:r>
            <a:endParaRPr lang="ru-RU" altLang="ru-RU" sz="1800" dirty="0">
              <a:latin typeface="Arial" panose="020B0604020202020204" pitchFamily="34" charset="0"/>
            </a:endParaRPr>
          </a:p>
        </p:txBody>
      </p:sp>
      <p:sp>
        <p:nvSpPr>
          <p:cNvPr id="4" name="Text Placeholder 3"/>
          <p:cNvSpPr>
            <a:spLocks noGrp="1"/>
          </p:cNvSpPr>
          <p:nvPr>
            <p:ph type="body" sz="quarter" idx="12"/>
          </p:nvPr>
        </p:nvSpPr>
        <p:spPr/>
        <p:txBody>
          <a:bodyPr>
            <a:normAutofit fontScale="92500" lnSpcReduction="10000"/>
          </a:bodyPr>
          <a:lstStyle/>
          <a:p>
            <a:pPr>
              <a:lnSpc>
                <a:spcPct val="100000"/>
              </a:lnSpc>
              <a:spcBef>
                <a:spcPct val="0"/>
              </a:spcBef>
            </a:pPr>
            <a:r>
              <a:rPr lang="ru-RU" altLang="ru-RU" b="1" dirty="0"/>
              <a:t>Egypt</a:t>
            </a:r>
            <a:endParaRPr lang="ru-RU" altLang="ru-RU" sz="1800" dirty="0">
              <a:latin typeface="Arial" panose="020B0604020202020204" pitchFamily="34" charset="0"/>
            </a:endParaRPr>
          </a:p>
        </p:txBody>
      </p:sp>
      <p:sp>
        <p:nvSpPr>
          <p:cNvPr id="5" name="Text Placeholder 4"/>
          <p:cNvSpPr>
            <a:spLocks noGrp="1"/>
          </p:cNvSpPr>
          <p:nvPr>
            <p:ph type="body" sz="quarter" idx="13"/>
          </p:nvPr>
        </p:nvSpPr>
        <p:spPr/>
        <p:txBody>
          <a:bodyPr>
            <a:normAutofit fontScale="92500" lnSpcReduction="10000"/>
          </a:bodyPr>
          <a:lstStyle/>
          <a:p>
            <a:pPr>
              <a:lnSpc>
                <a:spcPct val="100000"/>
              </a:lnSpc>
              <a:spcBef>
                <a:spcPct val="0"/>
              </a:spcBef>
            </a:pPr>
            <a:r>
              <a:rPr lang="ru-RU" altLang="ru-RU" b="1" dirty="0"/>
              <a:t>Angola</a:t>
            </a:r>
            <a:endParaRPr lang="ru-RU" altLang="ru-RU" sz="1800" dirty="0">
              <a:latin typeface="Arial" panose="020B0604020202020204" pitchFamily="34" charset="0"/>
            </a:endParaRPr>
          </a:p>
        </p:txBody>
      </p:sp>
      <p:sp>
        <p:nvSpPr>
          <p:cNvPr id="6" name="Text Placeholder 5"/>
          <p:cNvSpPr>
            <a:spLocks noGrp="1"/>
          </p:cNvSpPr>
          <p:nvPr>
            <p:ph type="body" sz="quarter" idx="14"/>
          </p:nvPr>
        </p:nvSpPr>
        <p:spPr/>
        <p:txBody>
          <a:bodyPr/>
          <a:lstStyle/>
          <a:p>
            <a:pPr eaLnBrk="1" hangingPunct="1">
              <a:lnSpc>
                <a:spcPct val="100000"/>
              </a:lnSpc>
              <a:spcBef>
                <a:spcPct val="0"/>
              </a:spcBef>
            </a:pPr>
            <a:r>
              <a:rPr lang="en-US" altLang="ru-RU" dirty="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cs typeface="Open Sans" panose="020B0606030504020204" pitchFamily="34" charset="0"/>
            </a:endParaRPr>
          </a:p>
        </p:txBody>
      </p:sp>
      <p:sp>
        <p:nvSpPr>
          <p:cNvPr id="7" name="Text Placeholder 6"/>
          <p:cNvSpPr>
            <a:spLocks noGrp="1"/>
          </p:cNvSpPr>
          <p:nvPr>
            <p:ph type="body" sz="quarter" idx="15"/>
          </p:nvPr>
        </p:nvSpPr>
        <p:spPr/>
        <p:txBody>
          <a:bodyPr/>
          <a:lstStyle/>
          <a:p>
            <a:pPr eaLnBrk="1" hangingPunct="1">
              <a:lnSpc>
                <a:spcPct val="100000"/>
              </a:lnSpc>
              <a:spcBef>
                <a:spcPct val="0"/>
              </a:spcBef>
            </a:pPr>
            <a:r>
              <a:rPr lang="en-US" altLang="ru-RU" dirty="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a:t>
            </a:r>
            <a:endParaRPr lang="ru-RU" altLang="ru-RU" dirty="0">
              <a:cs typeface="Open Sans" panose="020B0606030504020204" pitchFamily="34" charset="0"/>
            </a:endParaRPr>
          </a:p>
        </p:txBody>
      </p:sp>
      <p:sp>
        <p:nvSpPr>
          <p:cNvPr id="8" name="Text Placeholder 7"/>
          <p:cNvSpPr>
            <a:spLocks noGrp="1"/>
          </p:cNvSpPr>
          <p:nvPr>
            <p:ph type="body" sz="quarter" idx="16"/>
          </p:nvPr>
        </p:nvSpPr>
        <p:spPr/>
        <p:txBody>
          <a:bodyPr/>
          <a:lstStyle/>
          <a:p>
            <a:pPr eaLnBrk="1" hangingPunct="1">
              <a:lnSpc>
                <a:spcPct val="100000"/>
              </a:lnSpc>
              <a:spcBef>
                <a:spcPct val="0"/>
              </a:spcBef>
            </a:pPr>
            <a:r>
              <a:rPr lang="en-US" altLang="ru-RU" dirty="0">
                <a:cs typeface="Open Sans" panose="020B0606030504020204" pitchFamily="34" charset="0"/>
              </a:rPr>
              <a:t>Lorem ipsum dolor sit amet, consectetur adipiscing elit, sed do eiusmod tempor incididunt ut labore et dolore magna aliqua. Ut enim ad minim veniam, quis nostrud exercitation ullamco</a:t>
            </a:r>
            <a:endParaRPr lang="ru-RU" altLang="ru-RU" dirty="0">
              <a:cs typeface="Open Sans" panose="020B0606030504020204" pitchFamily="34" charset="0"/>
            </a:endParaRPr>
          </a:p>
        </p:txBody>
      </p:sp>
      <p:sp>
        <p:nvSpPr>
          <p:cNvPr id="9" name="Text Placeholder 8"/>
          <p:cNvSpPr>
            <a:spLocks noGrp="1"/>
          </p:cNvSpPr>
          <p:nvPr>
            <p:ph type="body" sz="quarter" idx="17"/>
          </p:nvPr>
        </p:nvSpPr>
        <p:spPr/>
        <p:txBody>
          <a:bodyPr/>
          <a:lstStyle/>
          <a:p>
            <a:pPr eaLnBrk="1" hangingPunct="1">
              <a:lnSpc>
                <a:spcPct val="100000"/>
              </a:lnSpc>
              <a:spcBef>
                <a:spcPct val="0"/>
              </a:spcBef>
            </a:pPr>
            <a:r>
              <a:rPr lang="en-US" altLang="ru-RU" dirty="0">
                <a:cs typeface="Open Sans" panose="020B0606030504020204" pitchFamily="34" charset="0"/>
              </a:rPr>
              <a:t>Lorem ipsum dolor sit amet, consectetur adipiscing elit, sed do eiusmod tempor incididunt ut labore et dolore magna aliqua. Ut enim ad minim veniam, quis nostrud exercitation ullamco</a:t>
            </a:r>
            <a:endParaRPr lang="ru-RU" altLang="ru-RU" dirty="0">
              <a:cs typeface="Open Sans" panose="020B0606030504020204" pitchFamily="34" charset="0"/>
            </a:endParaRPr>
          </a:p>
        </p:txBody>
      </p:sp>
      <p:sp>
        <p:nvSpPr>
          <p:cNvPr id="10" name="Text Placeholder 9"/>
          <p:cNvSpPr>
            <a:spLocks noGrp="1"/>
          </p:cNvSpPr>
          <p:nvPr>
            <p:ph type="body" sz="quarter" idx="18"/>
          </p:nvPr>
        </p:nvSpPr>
        <p:spPr/>
        <p:txBody>
          <a:bodyPr/>
          <a:lstStyle/>
          <a:p>
            <a:pPr>
              <a:lnSpc>
                <a:spcPct val="100000"/>
              </a:lnSpc>
              <a:spcBef>
                <a:spcPct val="0"/>
              </a:spcBef>
            </a:pPr>
            <a:r>
              <a:rPr lang="ru-RU" altLang="ru-RU" dirty="0"/>
              <a:t>AFRICA</a:t>
            </a:r>
            <a:endParaRPr lang="ru-RU" altLang="ru-RU" dirty="0">
              <a:latin typeface="Arial" panose="020B0604020202020204" pitchFamily="34" charset="0"/>
            </a:endParaRPr>
          </a:p>
        </p:txBody>
      </p:sp>
    </p:spTree>
    <p:extLst>
      <p:ext uri="{BB962C8B-B14F-4D97-AF65-F5344CB8AC3E}">
        <p14:creationId xmlns:p14="http://schemas.microsoft.com/office/powerpoint/2010/main" val="117031846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14:presetBounceEnd="67000">
                                      <p:stCondLst>
                                        <p:cond delay="0"/>
                                      </p:stCondLst>
                                      <p:childTnLst>
                                        <p:set>
                                          <p:cBhvr>
                                            <p:cTn id="11" dur="1" fill="hold">
                                              <p:stCondLst>
                                                <p:cond delay="0"/>
                                              </p:stCondLst>
                                            </p:cTn>
                                            <p:tgtEl>
                                              <p:spTgt spid="3093"/>
                                            </p:tgtEl>
                                            <p:attrNameLst>
                                              <p:attrName>style.visibility</p:attrName>
                                            </p:attrNameLst>
                                          </p:cBhvr>
                                          <p:to>
                                            <p:strVal val="visible"/>
                                          </p:to>
                                        </p:set>
                                        <p:anim calcmode="lin" valueType="num" p14:bounceEnd="67000">
                                          <p:cBhvr additive="base">
                                            <p:cTn id="12" dur="1000" fill="hold"/>
                                            <p:tgtEl>
                                              <p:spTgt spid="3093"/>
                                            </p:tgtEl>
                                            <p:attrNameLst>
                                              <p:attrName>ppt_x</p:attrName>
                                            </p:attrNameLst>
                                          </p:cBhvr>
                                          <p:tavLst>
                                            <p:tav tm="0">
                                              <p:val>
                                                <p:strVal val="#ppt_x"/>
                                              </p:val>
                                            </p:tav>
                                            <p:tav tm="100000">
                                              <p:val>
                                                <p:strVal val="#ppt_x"/>
                                              </p:val>
                                            </p:tav>
                                          </p:tavLst>
                                        </p:anim>
                                        <p:anim calcmode="lin" valueType="num" p14:bounceEnd="67000">
                                          <p:cBhvr additive="base">
                                            <p:cTn id="13" dur="1000" fill="hold"/>
                                            <p:tgtEl>
                                              <p:spTgt spid="3093"/>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14:presetBounceEnd="67000">
                                      <p:stCondLst>
                                        <p:cond delay="100"/>
                                      </p:stCondLst>
                                      <p:childTnLst>
                                        <p:set>
                                          <p:cBhvr>
                                            <p:cTn id="15" dur="1" fill="hold">
                                              <p:stCondLst>
                                                <p:cond delay="0"/>
                                              </p:stCondLst>
                                            </p:cTn>
                                            <p:tgtEl>
                                              <p:spTgt spid="3111"/>
                                            </p:tgtEl>
                                            <p:attrNameLst>
                                              <p:attrName>style.visibility</p:attrName>
                                            </p:attrNameLst>
                                          </p:cBhvr>
                                          <p:to>
                                            <p:strVal val="visible"/>
                                          </p:to>
                                        </p:set>
                                        <p:anim calcmode="lin" valueType="num" p14:bounceEnd="67000">
                                          <p:cBhvr additive="base">
                                            <p:cTn id="16" dur="1000" fill="hold"/>
                                            <p:tgtEl>
                                              <p:spTgt spid="3111"/>
                                            </p:tgtEl>
                                            <p:attrNameLst>
                                              <p:attrName>ppt_x</p:attrName>
                                            </p:attrNameLst>
                                          </p:cBhvr>
                                          <p:tavLst>
                                            <p:tav tm="0">
                                              <p:val>
                                                <p:strVal val="#ppt_x"/>
                                              </p:val>
                                            </p:tav>
                                            <p:tav tm="100000">
                                              <p:val>
                                                <p:strVal val="#ppt_x"/>
                                              </p:val>
                                            </p:tav>
                                          </p:tavLst>
                                        </p:anim>
                                        <p:anim calcmode="lin" valueType="num" p14:bounceEnd="67000">
                                          <p:cBhvr additive="base">
                                            <p:cTn id="17" dur="1000" fill="hold"/>
                                            <p:tgtEl>
                                              <p:spTgt spid="3111"/>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14:presetBounceEnd="67000">
                                      <p:stCondLst>
                                        <p:cond delay="200"/>
                                      </p:stCondLst>
                                      <p:childTnLst>
                                        <p:set>
                                          <p:cBhvr>
                                            <p:cTn id="19" dur="1" fill="hold">
                                              <p:stCondLst>
                                                <p:cond delay="0"/>
                                              </p:stCondLst>
                                            </p:cTn>
                                            <p:tgtEl>
                                              <p:spTgt spid="3090"/>
                                            </p:tgtEl>
                                            <p:attrNameLst>
                                              <p:attrName>style.visibility</p:attrName>
                                            </p:attrNameLst>
                                          </p:cBhvr>
                                          <p:to>
                                            <p:strVal val="visible"/>
                                          </p:to>
                                        </p:set>
                                        <p:anim calcmode="lin" valueType="num" p14:bounceEnd="67000">
                                          <p:cBhvr additive="base">
                                            <p:cTn id="20" dur="1000" fill="hold"/>
                                            <p:tgtEl>
                                              <p:spTgt spid="3090"/>
                                            </p:tgtEl>
                                            <p:attrNameLst>
                                              <p:attrName>ppt_x</p:attrName>
                                            </p:attrNameLst>
                                          </p:cBhvr>
                                          <p:tavLst>
                                            <p:tav tm="0">
                                              <p:val>
                                                <p:strVal val="#ppt_x"/>
                                              </p:val>
                                            </p:tav>
                                            <p:tav tm="100000">
                                              <p:val>
                                                <p:strVal val="#ppt_x"/>
                                              </p:val>
                                            </p:tav>
                                          </p:tavLst>
                                        </p:anim>
                                        <p:anim calcmode="lin" valueType="num" p14:bounceEnd="67000">
                                          <p:cBhvr additive="base">
                                            <p:cTn id="21" dur="1000" fill="hold"/>
                                            <p:tgtEl>
                                              <p:spTgt spid="3090"/>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14:presetBounceEnd="67000">
                                      <p:stCondLst>
                                        <p:cond delay="300"/>
                                      </p:stCondLst>
                                      <p:childTnLst>
                                        <p:set>
                                          <p:cBhvr>
                                            <p:cTn id="23" dur="1" fill="hold">
                                              <p:stCondLst>
                                                <p:cond delay="0"/>
                                              </p:stCondLst>
                                            </p:cTn>
                                            <p:tgtEl>
                                              <p:spTgt spid="3101"/>
                                            </p:tgtEl>
                                            <p:attrNameLst>
                                              <p:attrName>style.visibility</p:attrName>
                                            </p:attrNameLst>
                                          </p:cBhvr>
                                          <p:to>
                                            <p:strVal val="visible"/>
                                          </p:to>
                                        </p:set>
                                        <p:anim calcmode="lin" valueType="num" p14:bounceEnd="67000">
                                          <p:cBhvr additive="base">
                                            <p:cTn id="24" dur="1000" fill="hold"/>
                                            <p:tgtEl>
                                              <p:spTgt spid="3101"/>
                                            </p:tgtEl>
                                            <p:attrNameLst>
                                              <p:attrName>ppt_x</p:attrName>
                                            </p:attrNameLst>
                                          </p:cBhvr>
                                          <p:tavLst>
                                            <p:tav tm="0">
                                              <p:val>
                                                <p:strVal val="#ppt_x"/>
                                              </p:val>
                                            </p:tav>
                                            <p:tav tm="100000">
                                              <p:val>
                                                <p:strVal val="#ppt_x"/>
                                              </p:val>
                                            </p:tav>
                                          </p:tavLst>
                                        </p:anim>
                                        <p:anim calcmode="lin" valueType="num" p14:bounceEnd="67000">
                                          <p:cBhvr additive="base">
                                            <p:cTn id="25" dur="1000" fill="hold"/>
                                            <p:tgtEl>
                                              <p:spTgt spid="3101"/>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14:presetBounceEnd="67000">
                                      <p:stCondLst>
                                        <p:cond delay="400"/>
                                      </p:stCondLst>
                                      <p:childTnLst>
                                        <p:set>
                                          <p:cBhvr>
                                            <p:cTn id="27" dur="1" fill="hold">
                                              <p:stCondLst>
                                                <p:cond delay="0"/>
                                              </p:stCondLst>
                                            </p:cTn>
                                            <p:tgtEl>
                                              <p:spTgt spid="3133"/>
                                            </p:tgtEl>
                                            <p:attrNameLst>
                                              <p:attrName>style.visibility</p:attrName>
                                            </p:attrNameLst>
                                          </p:cBhvr>
                                          <p:to>
                                            <p:strVal val="visible"/>
                                          </p:to>
                                        </p:set>
                                        <p:anim calcmode="lin" valueType="num" p14:bounceEnd="67000">
                                          <p:cBhvr additive="base">
                                            <p:cTn id="28" dur="1000" fill="hold"/>
                                            <p:tgtEl>
                                              <p:spTgt spid="3133"/>
                                            </p:tgtEl>
                                            <p:attrNameLst>
                                              <p:attrName>ppt_x</p:attrName>
                                            </p:attrNameLst>
                                          </p:cBhvr>
                                          <p:tavLst>
                                            <p:tav tm="0">
                                              <p:val>
                                                <p:strVal val="#ppt_x"/>
                                              </p:val>
                                            </p:tav>
                                            <p:tav tm="100000">
                                              <p:val>
                                                <p:strVal val="#ppt_x"/>
                                              </p:val>
                                            </p:tav>
                                          </p:tavLst>
                                        </p:anim>
                                        <p:anim calcmode="lin" valueType="num" p14:bounceEnd="67000">
                                          <p:cBhvr additive="base">
                                            <p:cTn id="29" dur="1000" fill="hold"/>
                                            <p:tgtEl>
                                              <p:spTgt spid="3133"/>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14:presetBounceEnd="67000">
                                      <p:stCondLst>
                                        <p:cond delay="500"/>
                                      </p:stCondLst>
                                      <p:childTnLst>
                                        <p:set>
                                          <p:cBhvr>
                                            <p:cTn id="31" dur="1" fill="hold">
                                              <p:stCondLst>
                                                <p:cond delay="0"/>
                                              </p:stCondLst>
                                            </p:cTn>
                                            <p:tgtEl>
                                              <p:spTgt spid="3084"/>
                                            </p:tgtEl>
                                            <p:attrNameLst>
                                              <p:attrName>style.visibility</p:attrName>
                                            </p:attrNameLst>
                                          </p:cBhvr>
                                          <p:to>
                                            <p:strVal val="visible"/>
                                          </p:to>
                                        </p:set>
                                        <p:anim calcmode="lin" valueType="num" p14:bounceEnd="67000">
                                          <p:cBhvr additive="base">
                                            <p:cTn id="32" dur="1000" fill="hold"/>
                                            <p:tgtEl>
                                              <p:spTgt spid="3084"/>
                                            </p:tgtEl>
                                            <p:attrNameLst>
                                              <p:attrName>ppt_x</p:attrName>
                                            </p:attrNameLst>
                                          </p:cBhvr>
                                          <p:tavLst>
                                            <p:tav tm="0">
                                              <p:val>
                                                <p:strVal val="#ppt_x"/>
                                              </p:val>
                                            </p:tav>
                                            <p:tav tm="100000">
                                              <p:val>
                                                <p:strVal val="#ppt_x"/>
                                              </p:val>
                                            </p:tav>
                                          </p:tavLst>
                                        </p:anim>
                                        <p:anim calcmode="lin" valueType="num" p14:bounceEnd="67000">
                                          <p:cBhvr additive="base">
                                            <p:cTn id="33" dur="1000" fill="hold"/>
                                            <p:tgtEl>
                                              <p:spTgt spid="3084"/>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14:presetBounceEnd="67000">
                                      <p:stCondLst>
                                        <p:cond delay="600"/>
                                      </p:stCondLst>
                                      <p:childTnLst>
                                        <p:set>
                                          <p:cBhvr>
                                            <p:cTn id="35" dur="1" fill="hold">
                                              <p:stCondLst>
                                                <p:cond delay="0"/>
                                              </p:stCondLst>
                                            </p:cTn>
                                            <p:tgtEl>
                                              <p:spTgt spid="3102"/>
                                            </p:tgtEl>
                                            <p:attrNameLst>
                                              <p:attrName>style.visibility</p:attrName>
                                            </p:attrNameLst>
                                          </p:cBhvr>
                                          <p:to>
                                            <p:strVal val="visible"/>
                                          </p:to>
                                        </p:set>
                                        <p:anim calcmode="lin" valueType="num" p14:bounceEnd="67000">
                                          <p:cBhvr additive="base">
                                            <p:cTn id="36" dur="1000" fill="hold"/>
                                            <p:tgtEl>
                                              <p:spTgt spid="3102"/>
                                            </p:tgtEl>
                                            <p:attrNameLst>
                                              <p:attrName>ppt_x</p:attrName>
                                            </p:attrNameLst>
                                          </p:cBhvr>
                                          <p:tavLst>
                                            <p:tav tm="0">
                                              <p:val>
                                                <p:strVal val="#ppt_x"/>
                                              </p:val>
                                            </p:tav>
                                            <p:tav tm="100000">
                                              <p:val>
                                                <p:strVal val="#ppt_x"/>
                                              </p:val>
                                            </p:tav>
                                          </p:tavLst>
                                        </p:anim>
                                        <p:anim calcmode="lin" valueType="num" p14:bounceEnd="67000">
                                          <p:cBhvr additive="base">
                                            <p:cTn id="37" dur="1000" fill="hold"/>
                                            <p:tgtEl>
                                              <p:spTgt spid="3102"/>
                                            </p:tgtEl>
                                            <p:attrNameLst>
                                              <p:attrName>ppt_y</p:attrName>
                                            </p:attrNameLst>
                                          </p:cBhvr>
                                          <p:tavLst>
                                            <p:tav tm="0">
                                              <p:val>
                                                <p:strVal val="0-#ppt_h/2"/>
                                              </p:val>
                                            </p:tav>
                                            <p:tav tm="100000">
                                              <p:val>
                                                <p:strVal val="#ppt_y"/>
                                              </p:val>
                                            </p:tav>
                                          </p:tavLst>
                                        </p:anim>
                                      </p:childTnLst>
                                    </p:cTn>
                                  </p:par>
                                  <p:par>
                                    <p:cTn id="38" presetID="2" presetClass="entr" presetSubtype="1" fill="hold" grpId="0" nodeType="withEffect" p14:presetBounceEnd="67000">
                                      <p:stCondLst>
                                        <p:cond delay="700"/>
                                      </p:stCondLst>
                                      <p:childTnLst>
                                        <p:set>
                                          <p:cBhvr>
                                            <p:cTn id="39" dur="1" fill="hold">
                                              <p:stCondLst>
                                                <p:cond delay="0"/>
                                              </p:stCondLst>
                                            </p:cTn>
                                            <p:tgtEl>
                                              <p:spTgt spid="3108"/>
                                            </p:tgtEl>
                                            <p:attrNameLst>
                                              <p:attrName>style.visibility</p:attrName>
                                            </p:attrNameLst>
                                          </p:cBhvr>
                                          <p:to>
                                            <p:strVal val="visible"/>
                                          </p:to>
                                        </p:set>
                                        <p:anim calcmode="lin" valueType="num" p14:bounceEnd="67000">
                                          <p:cBhvr additive="base">
                                            <p:cTn id="40" dur="1000" fill="hold"/>
                                            <p:tgtEl>
                                              <p:spTgt spid="3108"/>
                                            </p:tgtEl>
                                            <p:attrNameLst>
                                              <p:attrName>ppt_x</p:attrName>
                                            </p:attrNameLst>
                                          </p:cBhvr>
                                          <p:tavLst>
                                            <p:tav tm="0">
                                              <p:val>
                                                <p:strVal val="#ppt_x"/>
                                              </p:val>
                                            </p:tav>
                                            <p:tav tm="100000">
                                              <p:val>
                                                <p:strVal val="#ppt_x"/>
                                              </p:val>
                                            </p:tav>
                                          </p:tavLst>
                                        </p:anim>
                                        <p:anim calcmode="lin" valueType="num" p14:bounceEnd="67000">
                                          <p:cBhvr additive="base">
                                            <p:cTn id="41" dur="1000" fill="hold"/>
                                            <p:tgtEl>
                                              <p:spTgt spid="3108"/>
                                            </p:tgtEl>
                                            <p:attrNameLst>
                                              <p:attrName>ppt_y</p:attrName>
                                            </p:attrNameLst>
                                          </p:cBhvr>
                                          <p:tavLst>
                                            <p:tav tm="0">
                                              <p:val>
                                                <p:strVal val="0-#ppt_h/2"/>
                                              </p:val>
                                            </p:tav>
                                            <p:tav tm="100000">
                                              <p:val>
                                                <p:strVal val="#ppt_y"/>
                                              </p:val>
                                            </p:tav>
                                          </p:tavLst>
                                        </p:anim>
                                      </p:childTnLst>
                                    </p:cTn>
                                  </p:par>
                                  <p:par>
                                    <p:cTn id="42" presetID="2" presetClass="entr" presetSubtype="1" fill="hold" grpId="0" nodeType="withEffect" p14:presetBounceEnd="67000">
                                      <p:stCondLst>
                                        <p:cond delay="800"/>
                                      </p:stCondLst>
                                      <p:childTnLst>
                                        <p:set>
                                          <p:cBhvr>
                                            <p:cTn id="43" dur="1" fill="hold">
                                              <p:stCondLst>
                                                <p:cond delay="0"/>
                                              </p:stCondLst>
                                            </p:cTn>
                                            <p:tgtEl>
                                              <p:spTgt spid="3107"/>
                                            </p:tgtEl>
                                            <p:attrNameLst>
                                              <p:attrName>style.visibility</p:attrName>
                                            </p:attrNameLst>
                                          </p:cBhvr>
                                          <p:to>
                                            <p:strVal val="visible"/>
                                          </p:to>
                                        </p:set>
                                        <p:anim calcmode="lin" valueType="num" p14:bounceEnd="67000">
                                          <p:cBhvr additive="base">
                                            <p:cTn id="44" dur="1000" fill="hold"/>
                                            <p:tgtEl>
                                              <p:spTgt spid="3107"/>
                                            </p:tgtEl>
                                            <p:attrNameLst>
                                              <p:attrName>ppt_x</p:attrName>
                                            </p:attrNameLst>
                                          </p:cBhvr>
                                          <p:tavLst>
                                            <p:tav tm="0">
                                              <p:val>
                                                <p:strVal val="#ppt_x"/>
                                              </p:val>
                                            </p:tav>
                                            <p:tav tm="100000">
                                              <p:val>
                                                <p:strVal val="#ppt_x"/>
                                              </p:val>
                                            </p:tav>
                                          </p:tavLst>
                                        </p:anim>
                                        <p:anim calcmode="lin" valueType="num" p14:bounceEnd="67000">
                                          <p:cBhvr additive="base">
                                            <p:cTn id="45" dur="1000" fill="hold"/>
                                            <p:tgtEl>
                                              <p:spTgt spid="3107"/>
                                            </p:tgtEl>
                                            <p:attrNameLst>
                                              <p:attrName>ppt_y</p:attrName>
                                            </p:attrNameLst>
                                          </p:cBhvr>
                                          <p:tavLst>
                                            <p:tav tm="0">
                                              <p:val>
                                                <p:strVal val="0-#ppt_h/2"/>
                                              </p:val>
                                            </p:tav>
                                            <p:tav tm="100000">
                                              <p:val>
                                                <p:strVal val="#ppt_y"/>
                                              </p:val>
                                            </p:tav>
                                          </p:tavLst>
                                        </p:anim>
                                      </p:childTnLst>
                                    </p:cTn>
                                  </p:par>
                                  <p:par>
                                    <p:cTn id="46" presetID="2" presetClass="entr" presetSubtype="1" fill="hold" grpId="0" nodeType="withEffect" p14:presetBounceEnd="67000">
                                      <p:stCondLst>
                                        <p:cond delay="900"/>
                                      </p:stCondLst>
                                      <p:childTnLst>
                                        <p:set>
                                          <p:cBhvr>
                                            <p:cTn id="47" dur="1" fill="hold">
                                              <p:stCondLst>
                                                <p:cond delay="0"/>
                                              </p:stCondLst>
                                            </p:cTn>
                                            <p:tgtEl>
                                              <p:spTgt spid="3085"/>
                                            </p:tgtEl>
                                            <p:attrNameLst>
                                              <p:attrName>style.visibility</p:attrName>
                                            </p:attrNameLst>
                                          </p:cBhvr>
                                          <p:to>
                                            <p:strVal val="visible"/>
                                          </p:to>
                                        </p:set>
                                        <p:anim calcmode="lin" valueType="num" p14:bounceEnd="67000">
                                          <p:cBhvr additive="base">
                                            <p:cTn id="48" dur="1000" fill="hold"/>
                                            <p:tgtEl>
                                              <p:spTgt spid="3085"/>
                                            </p:tgtEl>
                                            <p:attrNameLst>
                                              <p:attrName>ppt_x</p:attrName>
                                            </p:attrNameLst>
                                          </p:cBhvr>
                                          <p:tavLst>
                                            <p:tav tm="0">
                                              <p:val>
                                                <p:strVal val="#ppt_x"/>
                                              </p:val>
                                            </p:tav>
                                            <p:tav tm="100000">
                                              <p:val>
                                                <p:strVal val="#ppt_x"/>
                                              </p:val>
                                            </p:tav>
                                          </p:tavLst>
                                        </p:anim>
                                        <p:anim calcmode="lin" valueType="num" p14:bounceEnd="67000">
                                          <p:cBhvr additive="base">
                                            <p:cTn id="49" dur="1000" fill="hold"/>
                                            <p:tgtEl>
                                              <p:spTgt spid="3085"/>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14:presetBounceEnd="67000">
                                      <p:stCondLst>
                                        <p:cond delay="1000"/>
                                      </p:stCondLst>
                                      <p:childTnLst>
                                        <p:set>
                                          <p:cBhvr>
                                            <p:cTn id="51" dur="1" fill="hold">
                                              <p:stCondLst>
                                                <p:cond delay="0"/>
                                              </p:stCondLst>
                                            </p:cTn>
                                            <p:tgtEl>
                                              <p:spTgt spid="3135"/>
                                            </p:tgtEl>
                                            <p:attrNameLst>
                                              <p:attrName>style.visibility</p:attrName>
                                            </p:attrNameLst>
                                          </p:cBhvr>
                                          <p:to>
                                            <p:strVal val="visible"/>
                                          </p:to>
                                        </p:set>
                                        <p:anim calcmode="lin" valueType="num" p14:bounceEnd="67000">
                                          <p:cBhvr additive="base">
                                            <p:cTn id="52" dur="1000" fill="hold"/>
                                            <p:tgtEl>
                                              <p:spTgt spid="3135"/>
                                            </p:tgtEl>
                                            <p:attrNameLst>
                                              <p:attrName>ppt_x</p:attrName>
                                            </p:attrNameLst>
                                          </p:cBhvr>
                                          <p:tavLst>
                                            <p:tav tm="0">
                                              <p:val>
                                                <p:strVal val="#ppt_x"/>
                                              </p:val>
                                            </p:tav>
                                            <p:tav tm="100000">
                                              <p:val>
                                                <p:strVal val="#ppt_x"/>
                                              </p:val>
                                            </p:tav>
                                          </p:tavLst>
                                        </p:anim>
                                        <p:anim calcmode="lin" valueType="num" p14:bounceEnd="67000">
                                          <p:cBhvr additive="base">
                                            <p:cTn id="53" dur="1000" fill="hold"/>
                                            <p:tgtEl>
                                              <p:spTgt spid="3135"/>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14:presetBounceEnd="67000">
                                      <p:stCondLst>
                                        <p:cond delay="0"/>
                                      </p:stCondLst>
                                      <p:childTnLst>
                                        <p:set>
                                          <p:cBhvr>
                                            <p:cTn id="55" dur="1" fill="hold">
                                              <p:stCondLst>
                                                <p:cond delay="0"/>
                                              </p:stCondLst>
                                            </p:cTn>
                                            <p:tgtEl>
                                              <p:spTgt spid="3125"/>
                                            </p:tgtEl>
                                            <p:attrNameLst>
                                              <p:attrName>style.visibility</p:attrName>
                                            </p:attrNameLst>
                                          </p:cBhvr>
                                          <p:to>
                                            <p:strVal val="visible"/>
                                          </p:to>
                                        </p:set>
                                        <p:anim calcmode="lin" valueType="num" p14:bounceEnd="67000">
                                          <p:cBhvr additive="base">
                                            <p:cTn id="56" dur="1000" fill="hold"/>
                                            <p:tgtEl>
                                              <p:spTgt spid="3125"/>
                                            </p:tgtEl>
                                            <p:attrNameLst>
                                              <p:attrName>ppt_x</p:attrName>
                                            </p:attrNameLst>
                                          </p:cBhvr>
                                          <p:tavLst>
                                            <p:tav tm="0">
                                              <p:val>
                                                <p:strVal val="#ppt_x"/>
                                              </p:val>
                                            </p:tav>
                                            <p:tav tm="100000">
                                              <p:val>
                                                <p:strVal val="#ppt_x"/>
                                              </p:val>
                                            </p:tav>
                                          </p:tavLst>
                                        </p:anim>
                                        <p:anim calcmode="lin" valueType="num" p14:bounceEnd="67000">
                                          <p:cBhvr additive="base">
                                            <p:cTn id="57" dur="1000" fill="hold"/>
                                            <p:tgtEl>
                                              <p:spTgt spid="3125"/>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14:presetBounceEnd="67000">
                                      <p:stCondLst>
                                        <p:cond delay="100"/>
                                      </p:stCondLst>
                                      <p:childTnLst>
                                        <p:set>
                                          <p:cBhvr>
                                            <p:cTn id="59" dur="1" fill="hold">
                                              <p:stCondLst>
                                                <p:cond delay="0"/>
                                              </p:stCondLst>
                                            </p:cTn>
                                            <p:tgtEl>
                                              <p:spTgt spid="3131"/>
                                            </p:tgtEl>
                                            <p:attrNameLst>
                                              <p:attrName>style.visibility</p:attrName>
                                            </p:attrNameLst>
                                          </p:cBhvr>
                                          <p:to>
                                            <p:strVal val="visible"/>
                                          </p:to>
                                        </p:set>
                                        <p:anim calcmode="lin" valueType="num" p14:bounceEnd="67000">
                                          <p:cBhvr additive="base">
                                            <p:cTn id="60" dur="1000" fill="hold"/>
                                            <p:tgtEl>
                                              <p:spTgt spid="3131"/>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3131"/>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14:presetBounceEnd="67000">
                                      <p:stCondLst>
                                        <p:cond delay="200"/>
                                      </p:stCondLst>
                                      <p:childTnLst>
                                        <p:set>
                                          <p:cBhvr>
                                            <p:cTn id="63" dur="1" fill="hold">
                                              <p:stCondLst>
                                                <p:cond delay="0"/>
                                              </p:stCondLst>
                                            </p:cTn>
                                            <p:tgtEl>
                                              <p:spTgt spid="3098"/>
                                            </p:tgtEl>
                                            <p:attrNameLst>
                                              <p:attrName>style.visibility</p:attrName>
                                            </p:attrNameLst>
                                          </p:cBhvr>
                                          <p:to>
                                            <p:strVal val="visible"/>
                                          </p:to>
                                        </p:set>
                                        <p:anim calcmode="lin" valueType="num" p14:bounceEnd="67000">
                                          <p:cBhvr additive="base">
                                            <p:cTn id="64" dur="1000" fill="hold"/>
                                            <p:tgtEl>
                                              <p:spTgt spid="3098"/>
                                            </p:tgtEl>
                                            <p:attrNameLst>
                                              <p:attrName>ppt_x</p:attrName>
                                            </p:attrNameLst>
                                          </p:cBhvr>
                                          <p:tavLst>
                                            <p:tav tm="0">
                                              <p:val>
                                                <p:strVal val="#ppt_x"/>
                                              </p:val>
                                            </p:tav>
                                            <p:tav tm="100000">
                                              <p:val>
                                                <p:strVal val="#ppt_x"/>
                                              </p:val>
                                            </p:tav>
                                          </p:tavLst>
                                        </p:anim>
                                        <p:anim calcmode="lin" valueType="num" p14:bounceEnd="67000">
                                          <p:cBhvr additive="base">
                                            <p:cTn id="65" dur="1000" fill="hold"/>
                                            <p:tgtEl>
                                              <p:spTgt spid="3098"/>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14:presetBounceEnd="67000">
                                      <p:stCondLst>
                                        <p:cond delay="300"/>
                                      </p:stCondLst>
                                      <p:childTnLst>
                                        <p:set>
                                          <p:cBhvr>
                                            <p:cTn id="67" dur="1" fill="hold">
                                              <p:stCondLst>
                                                <p:cond delay="0"/>
                                              </p:stCondLst>
                                            </p:cTn>
                                            <p:tgtEl>
                                              <p:spTgt spid="3089"/>
                                            </p:tgtEl>
                                            <p:attrNameLst>
                                              <p:attrName>style.visibility</p:attrName>
                                            </p:attrNameLst>
                                          </p:cBhvr>
                                          <p:to>
                                            <p:strVal val="visible"/>
                                          </p:to>
                                        </p:set>
                                        <p:anim calcmode="lin" valueType="num" p14:bounceEnd="67000">
                                          <p:cBhvr additive="base">
                                            <p:cTn id="68" dur="1000" fill="hold"/>
                                            <p:tgtEl>
                                              <p:spTgt spid="3089"/>
                                            </p:tgtEl>
                                            <p:attrNameLst>
                                              <p:attrName>ppt_x</p:attrName>
                                            </p:attrNameLst>
                                          </p:cBhvr>
                                          <p:tavLst>
                                            <p:tav tm="0">
                                              <p:val>
                                                <p:strVal val="#ppt_x"/>
                                              </p:val>
                                            </p:tav>
                                            <p:tav tm="100000">
                                              <p:val>
                                                <p:strVal val="#ppt_x"/>
                                              </p:val>
                                            </p:tav>
                                          </p:tavLst>
                                        </p:anim>
                                        <p:anim calcmode="lin" valueType="num" p14:bounceEnd="67000">
                                          <p:cBhvr additive="base">
                                            <p:cTn id="69" dur="1000" fill="hold"/>
                                            <p:tgtEl>
                                              <p:spTgt spid="3089"/>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14:presetBounceEnd="67000">
                                      <p:stCondLst>
                                        <p:cond delay="400"/>
                                      </p:stCondLst>
                                      <p:childTnLst>
                                        <p:set>
                                          <p:cBhvr>
                                            <p:cTn id="71" dur="1" fill="hold">
                                              <p:stCondLst>
                                                <p:cond delay="0"/>
                                              </p:stCondLst>
                                            </p:cTn>
                                            <p:tgtEl>
                                              <p:spTgt spid="3086"/>
                                            </p:tgtEl>
                                            <p:attrNameLst>
                                              <p:attrName>style.visibility</p:attrName>
                                            </p:attrNameLst>
                                          </p:cBhvr>
                                          <p:to>
                                            <p:strVal val="visible"/>
                                          </p:to>
                                        </p:set>
                                        <p:anim calcmode="lin" valueType="num" p14:bounceEnd="67000">
                                          <p:cBhvr additive="base">
                                            <p:cTn id="72" dur="1000" fill="hold"/>
                                            <p:tgtEl>
                                              <p:spTgt spid="3086"/>
                                            </p:tgtEl>
                                            <p:attrNameLst>
                                              <p:attrName>ppt_x</p:attrName>
                                            </p:attrNameLst>
                                          </p:cBhvr>
                                          <p:tavLst>
                                            <p:tav tm="0">
                                              <p:val>
                                                <p:strVal val="#ppt_x"/>
                                              </p:val>
                                            </p:tav>
                                            <p:tav tm="100000">
                                              <p:val>
                                                <p:strVal val="#ppt_x"/>
                                              </p:val>
                                            </p:tav>
                                          </p:tavLst>
                                        </p:anim>
                                        <p:anim calcmode="lin" valueType="num" p14:bounceEnd="67000">
                                          <p:cBhvr additive="base">
                                            <p:cTn id="73" dur="1000" fill="hold"/>
                                            <p:tgtEl>
                                              <p:spTgt spid="308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14:presetBounceEnd="67000">
                                      <p:stCondLst>
                                        <p:cond delay="500"/>
                                      </p:stCondLst>
                                      <p:childTnLst>
                                        <p:set>
                                          <p:cBhvr>
                                            <p:cTn id="75" dur="1" fill="hold">
                                              <p:stCondLst>
                                                <p:cond delay="0"/>
                                              </p:stCondLst>
                                            </p:cTn>
                                            <p:tgtEl>
                                              <p:spTgt spid="3112"/>
                                            </p:tgtEl>
                                            <p:attrNameLst>
                                              <p:attrName>style.visibility</p:attrName>
                                            </p:attrNameLst>
                                          </p:cBhvr>
                                          <p:to>
                                            <p:strVal val="visible"/>
                                          </p:to>
                                        </p:set>
                                        <p:anim calcmode="lin" valueType="num" p14:bounceEnd="67000">
                                          <p:cBhvr additive="base">
                                            <p:cTn id="76" dur="1000" fill="hold"/>
                                            <p:tgtEl>
                                              <p:spTgt spid="3112"/>
                                            </p:tgtEl>
                                            <p:attrNameLst>
                                              <p:attrName>ppt_x</p:attrName>
                                            </p:attrNameLst>
                                          </p:cBhvr>
                                          <p:tavLst>
                                            <p:tav tm="0">
                                              <p:val>
                                                <p:strVal val="#ppt_x"/>
                                              </p:val>
                                            </p:tav>
                                            <p:tav tm="100000">
                                              <p:val>
                                                <p:strVal val="#ppt_x"/>
                                              </p:val>
                                            </p:tav>
                                          </p:tavLst>
                                        </p:anim>
                                        <p:anim calcmode="lin" valueType="num" p14:bounceEnd="67000">
                                          <p:cBhvr additive="base">
                                            <p:cTn id="77" dur="1000" fill="hold"/>
                                            <p:tgtEl>
                                              <p:spTgt spid="3112"/>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14:presetBounceEnd="67000">
                                      <p:stCondLst>
                                        <p:cond delay="600"/>
                                      </p:stCondLst>
                                      <p:childTnLst>
                                        <p:set>
                                          <p:cBhvr>
                                            <p:cTn id="79" dur="1" fill="hold">
                                              <p:stCondLst>
                                                <p:cond delay="0"/>
                                              </p:stCondLst>
                                            </p:cTn>
                                            <p:tgtEl>
                                              <p:spTgt spid="3094"/>
                                            </p:tgtEl>
                                            <p:attrNameLst>
                                              <p:attrName>style.visibility</p:attrName>
                                            </p:attrNameLst>
                                          </p:cBhvr>
                                          <p:to>
                                            <p:strVal val="visible"/>
                                          </p:to>
                                        </p:set>
                                        <p:anim calcmode="lin" valueType="num" p14:bounceEnd="67000">
                                          <p:cBhvr additive="base">
                                            <p:cTn id="80" dur="1000" fill="hold"/>
                                            <p:tgtEl>
                                              <p:spTgt spid="3094"/>
                                            </p:tgtEl>
                                            <p:attrNameLst>
                                              <p:attrName>ppt_x</p:attrName>
                                            </p:attrNameLst>
                                          </p:cBhvr>
                                          <p:tavLst>
                                            <p:tav tm="0">
                                              <p:val>
                                                <p:strVal val="#ppt_x"/>
                                              </p:val>
                                            </p:tav>
                                            <p:tav tm="100000">
                                              <p:val>
                                                <p:strVal val="#ppt_x"/>
                                              </p:val>
                                            </p:tav>
                                          </p:tavLst>
                                        </p:anim>
                                        <p:anim calcmode="lin" valueType="num" p14:bounceEnd="67000">
                                          <p:cBhvr additive="base">
                                            <p:cTn id="81" dur="1000" fill="hold"/>
                                            <p:tgtEl>
                                              <p:spTgt spid="3094"/>
                                            </p:tgtEl>
                                            <p:attrNameLst>
                                              <p:attrName>ppt_y</p:attrName>
                                            </p:attrNameLst>
                                          </p:cBhvr>
                                          <p:tavLst>
                                            <p:tav tm="0">
                                              <p:val>
                                                <p:strVal val="0-#ppt_h/2"/>
                                              </p:val>
                                            </p:tav>
                                            <p:tav tm="100000">
                                              <p:val>
                                                <p:strVal val="#ppt_y"/>
                                              </p:val>
                                            </p:tav>
                                          </p:tavLst>
                                        </p:anim>
                                      </p:childTnLst>
                                    </p:cTn>
                                  </p:par>
                                  <p:par>
                                    <p:cTn id="82" presetID="2" presetClass="entr" presetSubtype="1" fill="hold" grpId="0" nodeType="withEffect" p14:presetBounceEnd="67000">
                                      <p:stCondLst>
                                        <p:cond delay="700"/>
                                      </p:stCondLst>
                                      <p:childTnLst>
                                        <p:set>
                                          <p:cBhvr>
                                            <p:cTn id="83" dur="1" fill="hold">
                                              <p:stCondLst>
                                                <p:cond delay="0"/>
                                              </p:stCondLst>
                                            </p:cTn>
                                            <p:tgtEl>
                                              <p:spTgt spid="3123"/>
                                            </p:tgtEl>
                                            <p:attrNameLst>
                                              <p:attrName>style.visibility</p:attrName>
                                            </p:attrNameLst>
                                          </p:cBhvr>
                                          <p:to>
                                            <p:strVal val="visible"/>
                                          </p:to>
                                        </p:set>
                                        <p:anim calcmode="lin" valueType="num" p14:bounceEnd="67000">
                                          <p:cBhvr additive="base">
                                            <p:cTn id="84" dur="1000" fill="hold"/>
                                            <p:tgtEl>
                                              <p:spTgt spid="3123"/>
                                            </p:tgtEl>
                                            <p:attrNameLst>
                                              <p:attrName>ppt_x</p:attrName>
                                            </p:attrNameLst>
                                          </p:cBhvr>
                                          <p:tavLst>
                                            <p:tav tm="0">
                                              <p:val>
                                                <p:strVal val="#ppt_x"/>
                                              </p:val>
                                            </p:tav>
                                            <p:tav tm="100000">
                                              <p:val>
                                                <p:strVal val="#ppt_x"/>
                                              </p:val>
                                            </p:tav>
                                          </p:tavLst>
                                        </p:anim>
                                        <p:anim calcmode="lin" valueType="num" p14:bounceEnd="67000">
                                          <p:cBhvr additive="base">
                                            <p:cTn id="85" dur="1000" fill="hold"/>
                                            <p:tgtEl>
                                              <p:spTgt spid="3123"/>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14:presetBounceEnd="67000">
                                      <p:stCondLst>
                                        <p:cond delay="800"/>
                                      </p:stCondLst>
                                      <p:childTnLst>
                                        <p:set>
                                          <p:cBhvr>
                                            <p:cTn id="87" dur="1" fill="hold">
                                              <p:stCondLst>
                                                <p:cond delay="0"/>
                                              </p:stCondLst>
                                            </p:cTn>
                                            <p:tgtEl>
                                              <p:spTgt spid="3119"/>
                                            </p:tgtEl>
                                            <p:attrNameLst>
                                              <p:attrName>style.visibility</p:attrName>
                                            </p:attrNameLst>
                                          </p:cBhvr>
                                          <p:to>
                                            <p:strVal val="visible"/>
                                          </p:to>
                                        </p:set>
                                        <p:anim calcmode="lin" valueType="num" p14:bounceEnd="67000">
                                          <p:cBhvr additive="base">
                                            <p:cTn id="88" dur="1000" fill="hold"/>
                                            <p:tgtEl>
                                              <p:spTgt spid="3119"/>
                                            </p:tgtEl>
                                            <p:attrNameLst>
                                              <p:attrName>ppt_x</p:attrName>
                                            </p:attrNameLst>
                                          </p:cBhvr>
                                          <p:tavLst>
                                            <p:tav tm="0">
                                              <p:val>
                                                <p:strVal val="#ppt_x"/>
                                              </p:val>
                                            </p:tav>
                                            <p:tav tm="100000">
                                              <p:val>
                                                <p:strVal val="#ppt_x"/>
                                              </p:val>
                                            </p:tav>
                                          </p:tavLst>
                                        </p:anim>
                                        <p:anim calcmode="lin" valueType="num" p14:bounceEnd="67000">
                                          <p:cBhvr additive="base">
                                            <p:cTn id="89" dur="1000" fill="hold"/>
                                            <p:tgtEl>
                                              <p:spTgt spid="3119"/>
                                            </p:tgtEl>
                                            <p:attrNameLst>
                                              <p:attrName>ppt_y</p:attrName>
                                            </p:attrNameLst>
                                          </p:cBhvr>
                                          <p:tavLst>
                                            <p:tav tm="0">
                                              <p:val>
                                                <p:strVal val="0-#ppt_h/2"/>
                                              </p:val>
                                            </p:tav>
                                            <p:tav tm="100000">
                                              <p:val>
                                                <p:strVal val="#ppt_y"/>
                                              </p:val>
                                            </p:tav>
                                          </p:tavLst>
                                        </p:anim>
                                      </p:childTnLst>
                                    </p:cTn>
                                  </p:par>
                                  <p:par>
                                    <p:cTn id="90" presetID="2" presetClass="entr" presetSubtype="1" fill="hold" grpId="0" nodeType="withEffect" p14:presetBounceEnd="67000">
                                      <p:stCondLst>
                                        <p:cond delay="900"/>
                                      </p:stCondLst>
                                      <p:childTnLst>
                                        <p:set>
                                          <p:cBhvr>
                                            <p:cTn id="91" dur="1" fill="hold">
                                              <p:stCondLst>
                                                <p:cond delay="0"/>
                                              </p:stCondLst>
                                            </p:cTn>
                                            <p:tgtEl>
                                              <p:spTgt spid="3092"/>
                                            </p:tgtEl>
                                            <p:attrNameLst>
                                              <p:attrName>style.visibility</p:attrName>
                                            </p:attrNameLst>
                                          </p:cBhvr>
                                          <p:to>
                                            <p:strVal val="visible"/>
                                          </p:to>
                                        </p:set>
                                        <p:anim calcmode="lin" valueType="num" p14:bounceEnd="67000">
                                          <p:cBhvr additive="base">
                                            <p:cTn id="92" dur="1000" fill="hold"/>
                                            <p:tgtEl>
                                              <p:spTgt spid="3092"/>
                                            </p:tgtEl>
                                            <p:attrNameLst>
                                              <p:attrName>ppt_x</p:attrName>
                                            </p:attrNameLst>
                                          </p:cBhvr>
                                          <p:tavLst>
                                            <p:tav tm="0">
                                              <p:val>
                                                <p:strVal val="#ppt_x"/>
                                              </p:val>
                                            </p:tav>
                                            <p:tav tm="100000">
                                              <p:val>
                                                <p:strVal val="#ppt_x"/>
                                              </p:val>
                                            </p:tav>
                                          </p:tavLst>
                                        </p:anim>
                                        <p:anim calcmode="lin" valueType="num" p14:bounceEnd="67000">
                                          <p:cBhvr additive="base">
                                            <p:cTn id="93" dur="1000" fill="hold"/>
                                            <p:tgtEl>
                                              <p:spTgt spid="3092"/>
                                            </p:tgtEl>
                                            <p:attrNameLst>
                                              <p:attrName>ppt_y</p:attrName>
                                            </p:attrNameLst>
                                          </p:cBhvr>
                                          <p:tavLst>
                                            <p:tav tm="0">
                                              <p:val>
                                                <p:strVal val="0-#ppt_h/2"/>
                                              </p:val>
                                            </p:tav>
                                            <p:tav tm="100000">
                                              <p:val>
                                                <p:strVal val="#ppt_y"/>
                                              </p:val>
                                            </p:tav>
                                          </p:tavLst>
                                        </p:anim>
                                      </p:childTnLst>
                                    </p:cTn>
                                  </p:par>
                                  <p:par>
                                    <p:cTn id="94" presetID="2" presetClass="entr" presetSubtype="1" fill="hold" grpId="0" nodeType="withEffect" p14:presetBounceEnd="67000">
                                      <p:stCondLst>
                                        <p:cond delay="1000"/>
                                      </p:stCondLst>
                                      <p:childTnLst>
                                        <p:set>
                                          <p:cBhvr>
                                            <p:cTn id="95" dur="1" fill="hold">
                                              <p:stCondLst>
                                                <p:cond delay="0"/>
                                              </p:stCondLst>
                                            </p:cTn>
                                            <p:tgtEl>
                                              <p:spTgt spid="3082"/>
                                            </p:tgtEl>
                                            <p:attrNameLst>
                                              <p:attrName>style.visibility</p:attrName>
                                            </p:attrNameLst>
                                          </p:cBhvr>
                                          <p:to>
                                            <p:strVal val="visible"/>
                                          </p:to>
                                        </p:set>
                                        <p:anim calcmode="lin" valueType="num" p14:bounceEnd="67000">
                                          <p:cBhvr additive="base">
                                            <p:cTn id="96" dur="1000" fill="hold"/>
                                            <p:tgtEl>
                                              <p:spTgt spid="3082"/>
                                            </p:tgtEl>
                                            <p:attrNameLst>
                                              <p:attrName>ppt_x</p:attrName>
                                            </p:attrNameLst>
                                          </p:cBhvr>
                                          <p:tavLst>
                                            <p:tav tm="0">
                                              <p:val>
                                                <p:strVal val="#ppt_x"/>
                                              </p:val>
                                            </p:tav>
                                            <p:tav tm="100000">
                                              <p:val>
                                                <p:strVal val="#ppt_x"/>
                                              </p:val>
                                            </p:tav>
                                          </p:tavLst>
                                        </p:anim>
                                        <p:anim calcmode="lin" valueType="num" p14:bounceEnd="67000">
                                          <p:cBhvr additive="base">
                                            <p:cTn id="97" dur="1000" fill="hold"/>
                                            <p:tgtEl>
                                              <p:spTgt spid="3082"/>
                                            </p:tgtEl>
                                            <p:attrNameLst>
                                              <p:attrName>ppt_y</p:attrName>
                                            </p:attrNameLst>
                                          </p:cBhvr>
                                          <p:tavLst>
                                            <p:tav tm="0">
                                              <p:val>
                                                <p:strVal val="0-#ppt_h/2"/>
                                              </p:val>
                                            </p:tav>
                                            <p:tav tm="100000">
                                              <p:val>
                                                <p:strVal val="#ppt_y"/>
                                              </p:val>
                                            </p:tav>
                                          </p:tavLst>
                                        </p:anim>
                                      </p:childTnLst>
                                    </p:cTn>
                                  </p:par>
                                  <p:par>
                                    <p:cTn id="98" presetID="2" presetClass="entr" presetSubtype="1" fill="hold" grpId="0" nodeType="withEffect" p14:presetBounceEnd="67000">
                                      <p:stCondLst>
                                        <p:cond delay="0"/>
                                      </p:stCondLst>
                                      <p:childTnLst>
                                        <p:set>
                                          <p:cBhvr>
                                            <p:cTn id="99" dur="1" fill="hold">
                                              <p:stCondLst>
                                                <p:cond delay="0"/>
                                              </p:stCondLst>
                                            </p:cTn>
                                            <p:tgtEl>
                                              <p:spTgt spid="3128"/>
                                            </p:tgtEl>
                                            <p:attrNameLst>
                                              <p:attrName>style.visibility</p:attrName>
                                            </p:attrNameLst>
                                          </p:cBhvr>
                                          <p:to>
                                            <p:strVal val="visible"/>
                                          </p:to>
                                        </p:set>
                                        <p:anim calcmode="lin" valueType="num" p14:bounceEnd="67000">
                                          <p:cBhvr additive="base">
                                            <p:cTn id="100" dur="1000" fill="hold"/>
                                            <p:tgtEl>
                                              <p:spTgt spid="3128"/>
                                            </p:tgtEl>
                                            <p:attrNameLst>
                                              <p:attrName>ppt_x</p:attrName>
                                            </p:attrNameLst>
                                          </p:cBhvr>
                                          <p:tavLst>
                                            <p:tav tm="0">
                                              <p:val>
                                                <p:strVal val="#ppt_x"/>
                                              </p:val>
                                            </p:tav>
                                            <p:tav tm="100000">
                                              <p:val>
                                                <p:strVal val="#ppt_x"/>
                                              </p:val>
                                            </p:tav>
                                          </p:tavLst>
                                        </p:anim>
                                        <p:anim calcmode="lin" valueType="num" p14:bounceEnd="67000">
                                          <p:cBhvr additive="base">
                                            <p:cTn id="101" dur="1000" fill="hold"/>
                                            <p:tgtEl>
                                              <p:spTgt spid="3128"/>
                                            </p:tgtEl>
                                            <p:attrNameLst>
                                              <p:attrName>ppt_y</p:attrName>
                                            </p:attrNameLst>
                                          </p:cBhvr>
                                          <p:tavLst>
                                            <p:tav tm="0">
                                              <p:val>
                                                <p:strVal val="0-#ppt_h/2"/>
                                              </p:val>
                                            </p:tav>
                                            <p:tav tm="100000">
                                              <p:val>
                                                <p:strVal val="#ppt_y"/>
                                              </p:val>
                                            </p:tav>
                                          </p:tavLst>
                                        </p:anim>
                                      </p:childTnLst>
                                    </p:cTn>
                                  </p:par>
                                  <p:par>
                                    <p:cTn id="102" presetID="2" presetClass="entr" presetSubtype="1" fill="hold" grpId="0" nodeType="withEffect" p14:presetBounceEnd="67000">
                                      <p:stCondLst>
                                        <p:cond delay="100"/>
                                      </p:stCondLst>
                                      <p:childTnLst>
                                        <p:set>
                                          <p:cBhvr>
                                            <p:cTn id="103" dur="1" fill="hold">
                                              <p:stCondLst>
                                                <p:cond delay="0"/>
                                              </p:stCondLst>
                                            </p:cTn>
                                            <p:tgtEl>
                                              <p:spTgt spid="3124"/>
                                            </p:tgtEl>
                                            <p:attrNameLst>
                                              <p:attrName>style.visibility</p:attrName>
                                            </p:attrNameLst>
                                          </p:cBhvr>
                                          <p:to>
                                            <p:strVal val="visible"/>
                                          </p:to>
                                        </p:set>
                                        <p:anim calcmode="lin" valueType="num" p14:bounceEnd="67000">
                                          <p:cBhvr additive="base">
                                            <p:cTn id="104" dur="1000" fill="hold"/>
                                            <p:tgtEl>
                                              <p:spTgt spid="3124"/>
                                            </p:tgtEl>
                                            <p:attrNameLst>
                                              <p:attrName>ppt_x</p:attrName>
                                            </p:attrNameLst>
                                          </p:cBhvr>
                                          <p:tavLst>
                                            <p:tav tm="0">
                                              <p:val>
                                                <p:strVal val="#ppt_x"/>
                                              </p:val>
                                            </p:tav>
                                            <p:tav tm="100000">
                                              <p:val>
                                                <p:strVal val="#ppt_x"/>
                                              </p:val>
                                            </p:tav>
                                          </p:tavLst>
                                        </p:anim>
                                        <p:anim calcmode="lin" valueType="num" p14:bounceEnd="67000">
                                          <p:cBhvr additive="base">
                                            <p:cTn id="105" dur="1000" fill="hold"/>
                                            <p:tgtEl>
                                              <p:spTgt spid="3124"/>
                                            </p:tgtEl>
                                            <p:attrNameLst>
                                              <p:attrName>ppt_y</p:attrName>
                                            </p:attrNameLst>
                                          </p:cBhvr>
                                          <p:tavLst>
                                            <p:tav tm="0">
                                              <p:val>
                                                <p:strVal val="0-#ppt_h/2"/>
                                              </p:val>
                                            </p:tav>
                                            <p:tav tm="100000">
                                              <p:val>
                                                <p:strVal val="#ppt_y"/>
                                              </p:val>
                                            </p:tav>
                                          </p:tavLst>
                                        </p:anim>
                                      </p:childTnLst>
                                    </p:cTn>
                                  </p:par>
                                  <p:par>
                                    <p:cTn id="106" presetID="2" presetClass="entr" presetSubtype="1" fill="hold" grpId="0" nodeType="withEffect" p14:presetBounceEnd="67000">
                                      <p:stCondLst>
                                        <p:cond delay="200"/>
                                      </p:stCondLst>
                                      <p:childTnLst>
                                        <p:set>
                                          <p:cBhvr>
                                            <p:cTn id="107" dur="1" fill="hold">
                                              <p:stCondLst>
                                                <p:cond delay="0"/>
                                              </p:stCondLst>
                                            </p:cTn>
                                            <p:tgtEl>
                                              <p:spTgt spid="3118"/>
                                            </p:tgtEl>
                                            <p:attrNameLst>
                                              <p:attrName>style.visibility</p:attrName>
                                            </p:attrNameLst>
                                          </p:cBhvr>
                                          <p:to>
                                            <p:strVal val="visible"/>
                                          </p:to>
                                        </p:set>
                                        <p:anim calcmode="lin" valueType="num" p14:bounceEnd="67000">
                                          <p:cBhvr additive="base">
                                            <p:cTn id="108" dur="1000" fill="hold"/>
                                            <p:tgtEl>
                                              <p:spTgt spid="3118"/>
                                            </p:tgtEl>
                                            <p:attrNameLst>
                                              <p:attrName>ppt_x</p:attrName>
                                            </p:attrNameLst>
                                          </p:cBhvr>
                                          <p:tavLst>
                                            <p:tav tm="0">
                                              <p:val>
                                                <p:strVal val="#ppt_x"/>
                                              </p:val>
                                            </p:tav>
                                            <p:tav tm="100000">
                                              <p:val>
                                                <p:strVal val="#ppt_x"/>
                                              </p:val>
                                            </p:tav>
                                          </p:tavLst>
                                        </p:anim>
                                        <p:anim calcmode="lin" valueType="num" p14:bounceEnd="67000">
                                          <p:cBhvr additive="base">
                                            <p:cTn id="109" dur="1000" fill="hold"/>
                                            <p:tgtEl>
                                              <p:spTgt spid="3118"/>
                                            </p:tgtEl>
                                            <p:attrNameLst>
                                              <p:attrName>ppt_y</p:attrName>
                                            </p:attrNameLst>
                                          </p:cBhvr>
                                          <p:tavLst>
                                            <p:tav tm="0">
                                              <p:val>
                                                <p:strVal val="0-#ppt_h/2"/>
                                              </p:val>
                                            </p:tav>
                                            <p:tav tm="100000">
                                              <p:val>
                                                <p:strVal val="#ppt_y"/>
                                              </p:val>
                                            </p:tav>
                                          </p:tavLst>
                                        </p:anim>
                                      </p:childTnLst>
                                    </p:cTn>
                                  </p:par>
                                  <p:par>
                                    <p:cTn id="110" presetID="2" presetClass="entr" presetSubtype="1" fill="hold" grpId="0" nodeType="withEffect" p14:presetBounceEnd="67000">
                                      <p:stCondLst>
                                        <p:cond delay="300"/>
                                      </p:stCondLst>
                                      <p:childTnLst>
                                        <p:set>
                                          <p:cBhvr>
                                            <p:cTn id="111" dur="1" fill="hold">
                                              <p:stCondLst>
                                                <p:cond delay="0"/>
                                              </p:stCondLst>
                                            </p:cTn>
                                            <p:tgtEl>
                                              <p:spTgt spid="3121"/>
                                            </p:tgtEl>
                                            <p:attrNameLst>
                                              <p:attrName>style.visibility</p:attrName>
                                            </p:attrNameLst>
                                          </p:cBhvr>
                                          <p:to>
                                            <p:strVal val="visible"/>
                                          </p:to>
                                        </p:set>
                                        <p:anim calcmode="lin" valueType="num" p14:bounceEnd="67000">
                                          <p:cBhvr additive="base">
                                            <p:cTn id="112" dur="1000" fill="hold"/>
                                            <p:tgtEl>
                                              <p:spTgt spid="3121"/>
                                            </p:tgtEl>
                                            <p:attrNameLst>
                                              <p:attrName>ppt_x</p:attrName>
                                            </p:attrNameLst>
                                          </p:cBhvr>
                                          <p:tavLst>
                                            <p:tav tm="0">
                                              <p:val>
                                                <p:strVal val="#ppt_x"/>
                                              </p:val>
                                            </p:tav>
                                            <p:tav tm="100000">
                                              <p:val>
                                                <p:strVal val="#ppt_x"/>
                                              </p:val>
                                            </p:tav>
                                          </p:tavLst>
                                        </p:anim>
                                        <p:anim calcmode="lin" valueType="num" p14:bounceEnd="67000">
                                          <p:cBhvr additive="base">
                                            <p:cTn id="113" dur="1000" fill="hold"/>
                                            <p:tgtEl>
                                              <p:spTgt spid="3121"/>
                                            </p:tgtEl>
                                            <p:attrNameLst>
                                              <p:attrName>ppt_y</p:attrName>
                                            </p:attrNameLst>
                                          </p:cBhvr>
                                          <p:tavLst>
                                            <p:tav tm="0">
                                              <p:val>
                                                <p:strVal val="0-#ppt_h/2"/>
                                              </p:val>
                                            </p:tav>
                                            <p:tav tm="100000">
                                              <p:val>
                                                <p:strVal val="#ppt_y"/>
                                              </p:val>
                                            </p:tav>
                                          </p:tavLst>
                                        </p:anim>
                                      </p:childTnLst>
                                    </p:cTn>
                                  </p:par>
                                  <p:par>
                                    <p:cTn id="114" presetID="2" presetClass="entr" presetSubtype="1" fill="hold" grpId="0" nodeType="withEffect" p14:presetBounceEnd="67000">
                                      <p:stCondLst>
                                        <p:cond delay="400"/>
                                      </p:stCondLst>
                                      <p:childTnLst>
                                        <p:set>
                                          <p:cBhvr>
                                            <p:cTn id="115" dur="1" fill="hold">
                                              <p:stCondLst>
                                                <p:cond delay="0"/>
                                              </p:stCondLst>
                                            </p:cTn>
                                            <p:tgtEl>
                                              <p:spTgt spid="3130"/>
                                            </p:tgtEl>
                                            <p:attrNameLst>
                                              <p:attrName>style.visibility</p:attrName>
                                            </p:attrNameLst>
                                          </p:cBhvr>
                                          <p:to>
                                            <p:strVal val="visible"/>
                                          </p:to>
                                        </p:set>
                                        <p:anim calcmode="lin" valueType="num" p14:bounceEnd="67000">
                                          <p:cBhvr additive="base">
                                            <p:cTn id="116" dur="1000" fill="hold"/>
                                            <p:tgtEl>
                                              <p:spTgt spid="3130"/>
                                            </p:tgtEl>
                                            <p:attrNameLst>
                                              <p:attrName>ppt_x</p:attrName>
                                            </p:attrNameLst>
                                          </p:cBhvr>
                                          <p:tavLst>
                                            <p:tav tm="0">
                                              <p:val>
                                                <p:strVal val="#ppt_x"/>
                                              </p:val>
                                            </p:tav>
                                            <p:tav tm="100000">
                                              <p:val>
                                                <p:strVal val="#ppt_x"/>
                                              </p:val>
                                            </p:tav>
                                          </p:tavLst>
                                        </p:anim>
                                        <p:anim calcmode="lin" valueType="num" p14:bounceEnd="67000">
                                          <p:cBhvr additive="base">
                                            <p:cTn id="117" dur="1000" fill="hold"/>
                                            <p:tgtEl>
                                              <p:spTgt spid="3130"/>
                                            </p:tgtEl>
                                            <p:attrNameLst>
                                              <p:attrName>ppt_y</p:attrName>
                                            </p:attrNameLst>
                                          </p:cBhvr>
                                          <p:tavLst>
                                            <p:tav tm="0">
                                              <p:val>
                                                <p:strVal val="0-#ppt_h/2"/>
                                              </p:val>
                                            </p:tav>
                                            <p:tav tm="100000">
                                              <p:val>
                                                <p:strVal val="#ppt_y"/>
                                              </p:val>
                                            </p:tav>
                                          </p:tavLst>
                                        </p:anim>
                                      </p:childTnLst>
                                    </p:cTn>
                                  </p:par>
                                  <p:par>
                                    <p:cTn id="118" presetID="2" presetClass="entr" presetSubtype="1" fill="hold" grpId="0" nodeType="withEffect" p14:presetBounceEnd="67000">
                                      <p:stCondLst>
                                        <p:cond delay="500"/>
                                      </p:stCondLst>
                                      <p:childTnLst>
                                        <p:set>
                                          <p:cBhvr>
                                            <p:cTn id="119" dur="1" fill="hold">
                                              <p:stCondLst>
                                                <p:cond delay="0"/>
                                              </p:stCondLst>
                                            </p:cTn>
                                            <p:tgtEl>
                                              <p:spTgt spid="3099"/>
                                            </p:tgtEl>
                                            <p:attrNameLst>
                                              <p:attrName>style.visibility</p:attrName>
                                            </p:attrNameLst>
                                          </p:cBhvr>
                                          <p:to>
                                            <p:strVal val="visible"/>
                                          </p:to>
                                        </p:set>
                                        <p:anim calcmode="lin" valueType="num" p14:bounceEnd="67000">
                                          <p:cBhvr additive="base">
                                            <p:cTn id="120" dur="1000" fill="hold"/>
                                            <p:tgtEl>
                                              <p:spTgt spid="3099"/>
                                            </p:tgtEl>
                                            <p:attrNameLst>
                                              <p:attrName>ppt_x</p:attrName>
                                            </p:attrNameLst>
                                          </p:cBhvr>
                                          <p:tavLst>
                                            <p:tav tm="0">
                                              <p:val>
                                                <p:strVal val="#ppt_x"/>
                                              </p:val>
                                            </p:tav>
                                            <p:tav tm="100000">
                                              <p:val>
                                                <p:strVal val="#ppt_x"/>
                                              </p:val>
                                            </p:tav>
                                          </p:tavLst>
                                        </p:anim>
                                        <p:anim calcmode="lin" valueType="num" p14:bounceEnd="67000">
                                          <p:cBhvr additive="base">
                                            <p:cTn id="121" dur="1000" fill="hold"/>
                                            <p:tgtEl>
                                              <p:spTgt spid="309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14:presetBounceEnd="67000">
                                      <p:stCondLst>
                                        <p:cond delay="600"/>
                                      </p:stCondLst>
                                      <p:childTnLst>
                                        <p:set>
                                          <p:cBhvr>
                                            <p:cTn id="123" dur="1" fill="hold">
                                              <p:stCondLst>
                                                <p:cond delay="0"/>
                                              </p:stCondLst>
                                            </p:cTn>
                                            <p:tgtEl>
                                              <p:spTgt spid="3134"/>
                                            </p:tgtEl>
                                            <p:attrNameLst>
                                              <p:attrName>style.visibility</p:attrName>
                                            </p:attrNameLst>
                                          </p:cBhvr>
                                          <p:to>
                                            <p:strVal val="visible"/>
                                          </p:to>
                                        </p:set>
                                        <p:anim calcmode="lin" valueType="num" p14:bounceEnd="67000">
                                          <p:cBhvr additive="base">
                                            <p:cTn id="124" dur="1000" fill="hold"/>
                                            <p:tgtEl>
                                              <p:spTgt spid="3134"/>
                                            </p:tgtEl>
                                            <p:attrNameLst>
                                              <p:attrName>ppt_x</p:attrName>
                                            </p:attrNameLst>
                                          </p:cBhvr>
                                          <p:tavLst>
                                            <p:tav tm="0">
                                              <p:val>
                                                <p:strVal val="#ppt_x"/>
                                              </p:val>
                                            </p:tav>
                                            <p:tav tm="100000">
                                              <p:val>
                                                <p:strVal val="#ppt_x"/>
                                              </p:val>
                                            </p:tav>
                                          </p:tavLst>
                                        </p:anim>
                                        <p:anim calcmode="lin" valueType="num" p14:bounceEnd="67000">
                                          <p:cBhvr additive="base">
                                            <p:cTn id="125" dur="1000" fill="hold"/>
                                            <p:tgtEl>
                                              <p:spTgt spid="3134"/>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14:presetBounceEnd="67000">
                                      <p:stCondLst>
                                        <p:cond delay="700"/>
                                      </p:stCondLst>
                                      <p:childTnLst>
                                        <p:set>
                                          <p:cBhvr>
                                            <p:cTn id="127" dur="1" fill="hold">
                                              <p:stCondLst>
                                                <p:cond delay="0"/>
                                              </p:stCondLst>
                                            </p:cTn>
                                            <p:tgtEl>
                                              <p:spTgt spid="3116"/>
                                            </p:tgtEl>
                                            <p:attrNameLst>
                                              <p:attrName>style.visibility</p:attrName>
                                            </p:attrNameLst>
                                          </p:cBhvr>
                                          <p:to>
                                            <p:strVal val="visible"/>
                                          </p:to>
                                        </p:set>
                                        <p:anim calcmode="lin" valueType="num" p14:bounceEnd="67000">
                                          <p:cBhvr additive="base">
                                            <p:cTn id="128" dur="1000" fill="hold"/>
                                            <p:tgtEl>
                                              <p:spTgt spid="3116"/>
                                            </p:tgtEl>
                                            <p:attrNameLst>
                                              <p:attrName>ppt_x</p:attrName>
                                            </p:attrNameLst>
                                          </p:cBhvr>
                                          <p:tavLst>
                                            <p:tav tm="0">
                                              <p:val>
                                                <p:strVal val="#ppt_x"/>
                                              </p:val>
                                            </p:tav>
                                            <p:tav tm="100000">
                                              <p:val>
                                                <p:strVal val="#ppt_x"/>
                                              </p:val>
                                            </p:tav>
                                          </p:tavLst>
                                        </p:anim>
                                        <p:anim calcmode="lin" valueType="num" p14:bounceEnd="67000">
                                          <p:cBhvr additive="base">
                                            <p:cTn id="129" dur="1000" fill="hold"/>
                                            <p:tgtEl>
                                              <p:spTgt spid="3116"/>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14:presetBounceEnd="67000">
                                      <p:stCondLst>
                                        <p:cond delay="800"/>
                                      </p:stCondLst>
                                      <p:childTnLst>
                                        <p:set>
                                          <p:cBhvr>
                                            <p:cTn id="131" dur="1" fill="hold">
                                              <p:stCondLst>
                                                <p:cond delay="0"/>
                                              </p:stCondLst>
                                            </p:cTn>
                                            <p:tgtEl>
                                              <p:spTgt spid="3113"/>
                                            </p:tgtEl>
                                            <p:attrNameLst>
                                              <p:attrName>style.visibility</p:attrName>
                                            </p:attrNameLst>
                                          </p:cBhvr>
                                          <p:to>
                                            <p:strVal val="visible"/>
                                          </p:to>
                                        </p:set>
                                        <p:anim calcmode="lin" valueType="num" p14:bounceEnd="67000">
                                          <p:cBhvr additive="base">
                                            <p:cTn id="132" dur="1000" fill="hold"/>
                                            <p:tgtEl>
                                              <p:spTgt spid="3113"/>
                                            </p:tgtEl>
                                            <p:attrNameLst>
                                              <p:attrName>ppt_x</p:attrName>
                                            </p:attrNameLst>
                                          </p:cBhvr>
                                          <p:tavLst>
                                            <p:tav tm="0">
                                              <p:val>
                                                <p:strVal val="#ppt_x"/>
                                              </p:val>
                                            </p:tav>
                                            <p:tav tm="100000">
                                              <p:val>
                                                <p:strVal val="#ppt_x"/>
                                              </p:val>
                                            </p:tav>
                                          </p:tavLst>
                                        </p:anim>
                                        <p:anim calcmode="lin" valueType="num" p14:bounceEnd="67000">
                                          <p:cBhvr additive="base">
                                            <p:cTn id="133" dur="1000" fill="hold"/>
                                            <p:tgtEl>
                                              <p:spTgt spid="3113"/>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14:presetBounceEnd="67000">
                                      <p:stCondLst>
                                        <p:cond delay="900"/>
                                      </p:stCondLst>
                                      <p:childTnLst>
                                        <p:set>
                                          <p:cBhvr>
                                            <p:cTn id="135" dur="1" fill="hold">
                                              <p:stCondLst>
                                                <p:cond delay="0"/>
                                              </p:stCondLst>
                                            </p:cTn>
                                            <p:tgtEl>
                                              <p:spTgt spid="3110"/>
                                            </p:tgtEl>
                                            <p:attrNameLst>
                                              <p:attrName>style.visibility</p:attrName>
                                            </p:attrNameLst>
                                          </p:cBhvr>
                                          <p:to>
                                            <p:strVal val="visible"/>
                                          </p:to>
                                        </p:set>
                                        <p:anim calcmode="lin" valueType="num" p14:bounceEnd="67000">
                                          <p:cBhvr additive="base">
                                            <p:cTn id="136" dur="1000" fill="hold"/>
                                            <p:tgtEl>
                                              <p:spTgt spid="3110"/>
                                            </p:tgtEl>
                                            <p:attrNameLst>
                                              <p:attrName>ppt_x</p:attrName>
                                            </p:attrNameLst>
                                          </p:cBhvr>
                                          <p:tavLst>
                                            <p:tav tm="0">
                                              <p:val>
                                                <p:strVal val="#ppt_x"/>
                                              </p:val>
                                            </p:tav>
                                            <p:tav tm="100000">
                                              <p:val>
                                                <p:strVal val="#ppt_x"/>
                                              </p:val>
                                            </p:tav>
                                          </p:tavLst>
                                        </p:anim>
                                        <p:anim calcmode="lin" valueType="num" p14:bounceEnd="67000">
                                          <p:cBhvr additive="base">
                                            <p:cTn id="137" dur="1000" fill="hold"/>
                                            <p:tgtEl>
                                              <p:spTgt spid="3110"/>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14:presetBounceEnd="67000">
                                      <p:stCondLst>
                                        <p:cond delay="1000"/>
                                      </p:stCondLst>
                                      <p:childTnLst>
                                        <p:set>
                                          <p:cBhvr>
                                            <p:cTn id="139" dur="1" fill="hold">
                                              <p:stCondLst>
                                                <p:cond delay="0"/>
                                              </p:stCondLst>
                                            </p:cTn>
                                            <p:tgtEl>
                                              <p:spTgt spid="3095"/>
                                            </p:tgtEl>
                                            <p:attrNameLst>
                                              <p:attrName>style.visibility</p:attrName>
                                            </p:attrNameLst>
                                          </p:cBhvr>
                                          <p:to>
                                            <p:strVal val="visible"/>
                                          </p:to>
                                        </p:set>
                                        <p:anim calcmode="lin" valueType="num" p14:bounceEnd="67000">
                                          <p:cBhvr additive="base">
                                            <p:cTn id="140" dur="1000" fill="hold"/>
                                            <p:tgtEl>
                                              <p:spTgt spid="3095"/>
                                            </p:tgtEl>
                                            <p:attrNameLst>
                                              <p:attrName>ppt_x</p:attrName>
                                            </p:attrNameLst>
                                          </p:cBhvr>
                                          <p:tavLst>
                                            <p:tav tm="0">
                                              <p:val>
                                                <p:strVal val="#ppt_x"/>
                                              </p:val>
                                            </p:tav>
                                            <p:tav tm="100000">
                                              <p:val>
                                                <p:strVal val="#ppt_x"/>
                                              </p:val>
                                            </p:tav>
                                          </p:tavLst>
                                        </p:anim>
                                        <p:anim calcmode="lin" valueType="num" p14:bounceEnd="67000">
                                          <p:cBhvr additive="base">
                                            <p:cTn id="141" dur="1000" fill="hold"/>
                                            <p:tgtEl>
                                              <p:spTgt spid="3095"/>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14:presetBounceEnd="67000">
                                      <p:stCondLst>
                                        <p:cond delay="0"/>
                                      </p:stCondLst>
                                      <p:childTnLst>
                                        <p:set>
                                          <p:cBhvr>
                                            <p:cTn id="143" dur="1" fill="hold">
                                              <p:stCondLst>
                                                <p:cond delay="0"/>
                                              </p:stCondLst>
                                            </p:cTn>
                                            <p:tgtEl>
                                              <p:spTgt spid="3115"/>
                                            </p:tgtEl>
                                            <p:attrNameLst>
                                              <p:attrName>style.visibility</p:attrName>
                                            </p:attrNameLst>
                                          </p:cBhvr>
                                          <p:to>
                                            <p:strVal val="visible"/>
                                          </p:to>
                                        </p:set>
                                        <p:anim calcmode="lin" valueType="num" p14:bounceEnd="67000">
                                          <p:cBhvr additive="base">
                                            <p:cTn id="144" dur="1000" fill="hold"/>
                                            <p:tgtEl>
                                              <p:spTgt spid="3115"/>
                                            </p:tgtEl>
                                            <p:attrNameLst>
                                              <p:attrName>ppt_x</p:attrName>
                                            </p:attrNameLst>
                                          </p:cBhvr>
                                          <p:tavLst>
                                            <p:tav tm="0">
                                              <p:val>
                                                <p:strVal val="#ppt_x"/>
                                              </p:val>
                                            </p:tav>
                                            <p:tav tm="100000">
                                              <p:val>
                                                <p:strVal val="#ppt_x"/>
                                              </p:val>
                                            </p:tav>
                                          </p:tavLst>
                                        </p:anim>
                                        <p:anim calcmode="lin" valueType="num" p14:bounceEnd="67000">
                                          <p:cBhvr additive="base">
                                            <p:cTn id="145" dur="1000" fill="hold"/>
                                            <p:tgtEl>
                                              <p:spTgt spid="311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14:presetBounceEnd="67000">
                                      <p:stCondLst>
                                        <p:cond delay="100"/>
                                      </p:stCondLst>
                                      <p:childTnLst>
                                        <p:set>
                                          <p:cBhvr>
                                            <p:cTn id="147" dur="1" fill="hold">
                                              <p:stCondLst>
                                                <p:cond delay="0"/>
                                              </p:stCondLst>
                                            </p:cTn>
                                            <p:tgtEl>
                                              <p:spTgt spid="3114"/>
                                            </p:tgtEl>
                                            <p:attrNameLst>
                                              <p:attrName>style.visibility</p:attrName>
                                            </p:attrNameLst>
                                          </p:cBhvr>
                                          <p:to>
                                            <p:strVal val="visible"/>
                                          </p:to>
                                        </p:set>
                                        <p:anim calcmode="lin" valueType="num" p14:bounceEnd="67000">
                                          <p:cBhvr additive="base">
                                            <p:cTn id="148" dur="1000" fill="hold"/>
                                            <p:tgtEl>
                                              <p:spTgt spid="3114"/>
                                            </p:tgtEl>
                                            <p:attrNameLst>
                                              <p:attrName>ppt_x</p:attrName>
                                            </p:attrNameLst>
                                          </p:cBhvr>
                                          <p:tavLst>
                                            <p:tav tm="0">
                                              <p:val>
                                                <p:strVal val="#ppt_x"/>
                                              </p:val>
                                            </p:tav>
                                            <p:tav tm="100000">
                                              <p:val>
                                                <p:strVal val="#ppt_x"/>
                                              </p:val>
                                            </p:tav>
                                          </p:tavLst>
                                        </p:anim>
                                        <p:anim calcmode="lin" valueType="num" p14:bounceEnd="67000">
                                          <p:cBhvr additive="base">
                                            <p:cTn id="149" dur="1000" fill="hold"/>
                                            <p:tgtEl>
                                              <p:spTgt spid="3114"/>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14:presetBounceEnd="67000">
                                      <p:stCondLst>
                                        <p:cond delay="200"/>
                                      </p:stCondLst>
                                      <p:childTnLst>
                                        <p:set>
                                          <p:cBhvr>
                                            <p:cTn id="151" dur="1" fill="hold">
                                              <p:stCondLst>
                                                <p:cond delay="0"/>
                                              </p:stCondLst>
                                            </p:cTn>
                                            <p:tgtEl>
                                              <p:spTgt spid="3117"/>
                                            </p:tgtEl>
                                            <p:attrNameLst>
                                              <p:attrName>style.visibility</p:attrName>
                                            </p:attrNameLst>
                                          </p:cBhvr>
                                          <p:to>
                                            <p:strVal val="visible"/>
                                          </p:to>
                                        </p:set>
                                        <p:anim calcmode="lin" valueType="num" p14:bounceEnd="67000">
                                          <p:cBhvr additive="base">
                                            <p:cTn id="152" dur="1000" fill="hold"/>
                                            <p:tgtEl>
                                              <p:spTgt spid="3117"/>
                                            </p:tgtEl>
                                            <p:attrNameLst>
                                              <p:attrName>ppt_x</p:attrName>
                                            </p:attrNameLst>
                                          </p:cBhvr>
                                          <p:tavLst>
                                            <p:tav tm="0">
                                              <p:val>
                                                <p:strVal val="#ppt_x"/>
                                              </p:val>
                                            </p:tav>
                                            <p:tav tm="100000">
                                              <p:val>
                                                <p:strVal val="#ppt_x"/>
                                              </p:val>
                                            </p:tav>
                                          </p:tavLst>
                                        </p:anim>
                                        <p:anim calcmode="lin" valueType="num" p14:bounceEnd="67000">
                                          <p:cBhvr additive="base">
                                            <p:cTn id="153" dur="1000" fill="hold"/>
                                            <p:tgtEl>
                                              <p:spTgt spid="3117"/>
                                            </p:tgtEl>
                                            <p:attrNameLst>
                                              <p:attrName>ppt_y</p:attrName>
                                            </p:attrNameLst>
                                          </p:cBhvr>
                                          <p:tavLst>
                                            <p:tav tm="0">
                                              <p:val>
                                                <p:strVal val="0-#ppt_h/2"/>
                                              </p:val>
                                            </p:tav>
                                            <p:tav tm="100000">
                                              <p:val>
                                                <p:strVal val="#ppt_y"/>
                                              </p:val>
                                            </p:tav>
                                          </p:tavLst>
                                        </p:anim>
                                      </p:childTnLst>
                                    </p:cTn>
                                  </p:par>
                                  <p:par>
                                    <p:cTn id="154" presetID="2" presetClass="entr" presetSubtype="1" fill="hold" grpId="0" nodeType="withEffect" p14:presetBounceEnd="67000">
                                      <p:stCondLst>
                                        <p:cond delay="300"/>
                                      </p:stCondLst>
                                      <p:childTnLst>
                                        <p:set>
                                          <p:cBhvr>
                                            <p:cTn id="155" dur="1" fill="hold">
                                              <p:stCondLst>
                                                <p:cond delay="0"/>
                                              </p:stCondLst>
                                            </p:cTn>
                                            <p:tgtEl>
                                              <p:spTgt spid="3096"/>
                                            </p:tgtEl>
                                            <p:attrNameLst>
                                              <p:attrName>style.visibility</p:attrName>
                                            </p:attrNameLst>
                                          </p:cBhvr>
                                          <p:to>
                                            <p:strVal val="visible"/>
                                          </p:to>
                                        </p:set>
                                        <p:anim calcmode="lin" valueType="num" p14:bounceEnd="67000">
                                          <p:cBhvr additive="base">
                                            <p:cTn id="156" dur="1000" fill="hold"/>
                                            <p:tgtEl>
                                              <p:spTgt spid="3096"/>
                                            </p:tgtEl>
                                            <p:attrNameLst>
                                              <p:attrName>ppt_x</p:attrName>
                                            </p:attrNameLst>
                                          </p:cBhvr>
                                          <p:tavLst>
                                            <p:tav tm="0">
                                              <p:val>
                                                <p:strVal val="#ppt_x"/>
                                              </p:val>
                                            </p:tav>
                                            <p:tav tm="100000">
                                              <p:val>
                                                <p:strVal val="#ppt_x"/>
                                              </p:val>
                                            </p:tav>
                                          </p:tavLst>
                                        </p:anim>
                                        <p:anim calcmode="lin" valueType="num" p14:bounceEnd="67000">
                                          <p:cBhvr additive="base">
                                            <p:cTn id="157" dur="1000" fill="hold"/>
                                            <p:tgtEl>
                                              <p:spTgt spid="3096"/>
                                            </p:tgtEl>
                                            <p:attrNameLst>
                                              <p:attrName>ppt_y</p:attrName>
                                            </p:attrNameLst>
                                          </p:cBhvr>
                                          <p:tavLst>
                                            <p:tav tm="0">
                                              <p:val>
                                                <p:strVal val="0-#ppt_h/2"/>
                                              </p:val>
                                            </p:tav>
                                            <p:tav tm="100000">
                                              <p:val>
                                                <p:strVal val="#ppt_y"/>
                                              </p:val>
                                            </p:tav>
                                          </p:tavLst>
                                        </p:anim>
                                      </p:childTnLst>
                                    </p:cTn>
                                  </p:par>
                                  <p:par>
                                    <p:cTn id="158" presetID="2" presetClass="entr" presetSubtype="1" fill="hold" grpId="0" nodeType="withEffect" p14:presetBounceEnd="67000">
                                      <p:stCondLst>
                                        <p:cond delay="400"/>
                                      </p:stCondLst>
                                      <p:childTnLst>
                                        <p:set>
                                          <p:cBhvr>
                                            <p:cTn id="159" dur="1" fill="hold">
                                              <p:stCondLst>
                                                <p:cond delay="0"/>
                                              </p:stCondLst>
                                            </p:cTn>
                                            <p:tgtEl>
                                              <p:spTgt spid="3132"/>
                                            </p:tgtEl>
                                            <p:attrNameLst>
                                              <p:attrName>style.visibility</p:attrName>
                                            </p:attrNameLst>
                                          </p:cBhvr>
                                          <p:to>
                                            <p:strVal val="visible"/>
                                          </p:to>
                                        </p:set>
                                        <p:anim calcmode="lin" valueType="num" p14:bounceEnd="67000">
                                          <p:cBhvr additive="base">
                                            <p:cTn id="160" dur="1000" fill="hold"/>
                                            <p:tgtEl>
                                              <p:spTgt spid="3132"/>
                                            </p:tgtEl>
                                            <p:attrNameLst>
                                              <p:attrName>ppt_x</p:attrName>
                                            </p:attrNameLst>
                                          </p:cBhvr>
                                          <p:tavLst>
                                            <p:tav tm="0">
                                              <p:val>
                                                <p:strVal val="#ppt_x"/>
                                              </p:val>
                                            </p:tav>
                                            <p:tav tm="100000">
                                              <p:val>
                                                <p:strVal val="#ppt_x"/>
                                              </p:val>
                                            </p:tav>
                                          </p:tavLst>
                                        </p:anim>
                                        <p:anim calcmode="lin" valueType="num" p14:bounceEnd="67000">
                                          <p:cBhvr additive="base">
                                            <p:cTn id="161" dur="1000" fill="hold"/>
                                            <p:tgtEl>
                                              <p:spTgt spid="3132"/>
                                            </p:tgtEl>
                                            <p:attrNameLst>
                                              <p:attrName>ppt_y</p:attrName>
                                            </p:attrNameLst>
                                          </p:cBhvr>
                                          <p:tavLst>
                                            <p:tav tm="0">
                                              <p:val>
                                                <p:strVal val="0-#ppt_h/2"/>
                                              </p:val>
                                            </p:tav>
                                            <p:tav tm="100000">
                                              <p:val>
                                                <p:strVal val="#ppt_y"/>
                                              </p:val>
                                            </p:tav>
                                          </p:tavLst>
                                        </p:anim>
                                      </p:childTnLst>
                                    </p:cTn>
                                  </p:par>
                                  <p:par>
                                    <p:cTn id="162" presetID="2" presetClass="entr" presetSubtype="1" fill="hold" grpId="0" nodeType="withEffect" p14:presetBounceEnd="67000">
                                      <p:stCondLst>
                                        <p:cond delay="500"/>
                                      </p:stCondLst>
                                      <p:childTnLst>
                                        <p:set>
                                          <p:cBhvr>
                                            <p:cTn id="163" dur="1" fill="hold">
                                              <p:stCondLst>
                                                <p:cond delay="0"/>
                                              </p:stCondLst>
                                            </p:cTn>
                                            <p:tgtEl>
                                              <p:spTgt spid="3106"/>
                                            </p:tgtEl>
                                            <p:attrNameLst>
                                              <p:attrName>style.visibility</p:attrName>
                                            </p:attrNameLst>
                                          </p:cBhvr>
                                          <p:to>
                                            <p:strVal val="visible"/>
                                          </p:to>
                                        </p:set>
                                        <p:anim calcmode="lin" valueType="num" p14:bounceEnd="67000">
                                          <p:cBhvr additive="base">
                                            <p:cTn id="164" dur="1000" fill="hold"/>
                                            <p:tgtEl>
                                              <p:spTgt spid="3106"/>
                                            </p:tgtEl>
                                            <p:attrNameLst>
                                              <p:attrName>ppt_x</p:attrName>
                                            </p:attrNameLst>
                                          </p:cBhvr>
                                          <p:tavLst>
                                            <p:tav tm="0">
                                              <p:val>
                                                <p:strVal val="#ppt_x"/>
                                              </p:val>
                                            </p:tav>
                                            <p:tav tm="100000">
                                              <p:val>
                                                <p:strVal val="#ppt_x"/>
                                              </p:val>
                                            </p:tav>
                                          </p:tavLst>
                                        </p:anim>
                                        <p:anim calcmode="lin" valueType="num" p14:bounceEnd="67000">
                                          <p:cBhvr additive="base">
                                            <p:cTn id="165" dur="1000" fill="hold"/>
                                            <p:tgtEl>
                                              <p:spTgt spid="3106"/>
                                            </p:tgtEl>
                                            <p:attrNameLst>
                                              <p:attrName>ppt_y</p:attrName>
                                            </p:attrNameLst>
                                          </p:cBhvr>
                                          <p:tavLst>
                                            <p:tav tm="0">
                                              <p:val>
                                                <p:strVal val="0-#ppt_h/2"/>
                                              </p:val>
                                            </p:tav>
                                            <p:tav tm="100000">
                                              <p:val>
                                                <p:strVal val="#ppt_y"/>
                                              </p:val>
                                            </p:tav>
                                          </p:tavLst>
                                        </p:anim>
                                      </p:childTnLst>
                                    </p:cTn>
                                  </p:par>
                                  <p:par>
                                    <p:cTn id="166" presetID="2" presetClass="entr" presetSubtype="1" fill="hold" grpId="0" nodeType="withEffect" p14:presetBounceEnd="67000">
                                      <p:stCondLst>
                                        <p:cond delay="600"/>
                                      </p:stCondLst>
                                      <p:childTnLst>
                                        <p:set>
                                          <p:cBhvr>
                                            <p:cTn id="167" dur="1" fill="hold">
                                              <p:stCondLst>
                                                <p:cond delay="0"/>
                                              </p:stCondLst>
                                            </p:cTn>
                                            <p:tgtEl>
                                              <p:spTgt spid="3100"/>
                                            </p:tgtEl>
                                            <p:attrNameLst>
                                              <p:attrName>style.visibility</p:attrName>
                                            </p:attrNameLst>
                                          </p:cBhvr>
                                          <p:to>
                                            <p:strVal val="visible"/>
                                          </p:to>
                                        </p:set>
                                        <p:anim calcmode="lin" valueType="num" p14:bounceEnd="67000">
                                          <p:cBhvr additive="base">
                                            <p:cTn id="168" dur="1000" fill="hold"/>
                                            <p:tgtEl>
                                              <p:spTgt spid="3100"/>
                                            </p:tgtEl>
                                            <p:attrNameLst>
                                              <p:attrName>ppt_x</p:attrName>
                                            </p:attrNameLst>
                                          </p:cBhvr>
                                          <p:tavLst>
                                            <p:tav tm="0">
                                              <p:val>
                                                <p:strVal val="#ppt_x"/>
                                              </p:val>
                                            </p:tav>
                                            <p:tav tm="100000">
                                              <p:val>
                                                <p:strVal val="#ppt_x"/>
                                              </p:val>
                                            </p:tav>
                                          </p:tavLst>
                                        </p:anim>
                                        <p:anim calcmode="lin" valueType="num" p14:bounceEnd="67000">
                                          <p:cBhvr additive="base">
                                            <p:cTn id="169" dur="1000" fill="hold"/>
                                            <p:tgtEl>
                                              <p:spTgt spid="3100"/>
                                            </p:tgtEl>
                                            <p:attrNameLst>
                                              <p:attrName>ppt_y</p:attrName>
                                            </p:attrNameLst>
                                          </p:cBhvr>
                                          <p:tavLst>
                                            <p:tav tm="0">
                                              <p:val>
                                                <p:strVal val="0-#ppt_h/2"/>
                                              </p:val>
                                            </p:tav>
                                            <p:tav tm="100000">
                                              <p:val>
                                                <p:strVal val="#ppt_y"/>
                                              </p:val>
                                            </p:tav>
                                          </p:tavLst>
                                        </p:anim>
                                      </p:childTnLst>
                                    </p:cTn>
                                  </p:par>
                                  <p:par>
                                    <p:cTn id="170" presetID="2" presetClass="entr" presetSubtype="1" fill="hold" grpId="0" nodeType="withEffect" p14:presetBounceEnd="67000">
                                      <p:stCondLst>
                                        <p:cond delay="700"/>
                                      </p:stCondLst>
                                      <p:childTnLst>
                                        <p:set>
                                          <p:cBhvr>
                                            <p:cTn id="171" dur="1" fill="hold">
                                              <p:stCondLst>
                                                <p:cond delay="0"/>
                                              </p:stCondLst>
                                            </p:cTn>
                                            <p:tgtEl>
                                              <p:spTgt spid="3127"/>
                                            </p:tgtEl>
                                            <p:attrNameLst>
                                              <p:attrName>style.visibility</p:attrName>
                                            </p:attrNameLst>
                                          </p:cBhvr>
                                          <p:to>
                                            <p:strVal val="visible"/>
                                          </p:to>
                                        </p:set>
                                        <p:anim calcmode="lin" valueType="num" p14:bounceEnd="67000">
                                          <p:cBhvr additive="base">
                                            <p:cTn id="172" dur="1000" fill="hold"/>
                                            <p:tgtEl>
                                              <p:spTgt spid="3127"/>
                                            </p:tgtEl>
                                            <p:attrNameLst>
                                              <p:attrName>ppt_x</p:attrName>
                                            </p:attrNameLst>
                                          </p:cBhvr>
                                          <p:tavLst>
                                            <p:tav tm="0">
                                              <p:val>
                                                <p:strVal val="#ppt_x"/>
                                              </p:val>
                                            </p:tav>
                                            <p:tav tm="100000">
                                              <p:val>
                                                <p:strVal val="#ppt_x"/>
                                              </p:val>
                                            </p:tav>
                                          </p:tavLst>
                                        </p:anim>
                                        <p:anim calcmode="lin" valueType="num" p14:bounceEnd="67000">
                                          <p:cBhvr additive="base">
                                            <p:cTn id="173" dur="1000" fill="hold"/>
                                            <p:tgtEl>
                                              <p:spTgt spid="3127"/>
                                            </p:tgtEl>
                                            <p:attrNameLst>
                                              <p:attrName>ppt_y</p:attrName>
                                            </p:attrNameLst>
                                          </p:cBhvr>
                                          <p:tavLst>
                                            <p:tav tm="0">
                                              <p:val>
                                                <p:strVal val="0-#ppt_h/2"/>
                                              </p:val>
                                            </p:tav>
                                            <p:tav tm="100000">
                                              <p:val>
                                                <p:strVal val="#ppt_y"/>
                                              </p:val>
                                            </p:tav>
                                          </p:tavLst>
                                        </p:anim>
                                      </p:childTnLst>
                                    </p:cTn>
                                  </p:par>
                                  <p:par>
                                    <p:cTn id="174" presetID="2" presetClass="entr" presetSubtype="1" fill="hold" grpId="0" nodeType="withEffect" p14:presetBounceEnd="67000">
                                      <p:stCondLst>
                                        <p:cond delay="800"/>
                                      </p:stCondLst>
                                      <p:childTnLst>
                                        <p:set>
                                          <p:cBhvr>
                                            <p:cTn id="175" dur="1" fill="hold">
                                              <p:stCondLst>
                                                <p:cond delay="0"/>
                                              </p:stCondLst>
                                            </p:cTn>
                                            <p:tgtEl>
                                              <p:spTgt spid="3091"/>
                                            </p:tgtEl>
                                            <p:attrNameLst>
                                              <p:attrName>style.visibility</p:attrName>
                                            </p:attrNameLst>
                                          </p:cBhvr>
                                          <p:to>
                                            <p:strVal val="visible"/>
                                          </p:to>
                                        </p:set>
                                        <p:anim calcmode="lin" valueType="num" p14:bounceEnd="67000">
                                          <p:cBhvr additive="base">
                                            <p:cTn id="176" dur="1000" fill="hold"/>
                                            <p:tgtEl>
                                              <p:spTgt spid="3091"/>
                                            </p:tgtEl>
                                            <p:attrNameLst>
                                              <p:attrName>ppt_x</p:attrName>
                                            </p:attrNameLst>
                                          </p:cBhvr>
                                          <p:tavLst>
                                            <p:tav tm="0">
                                              <p:val>
                                                <p:strVal val="#ppt_x"/>
                                              </p:val>
                                            </p:tav>
                                            <p:tav tm="100000">
                                              <p:val>
                                                <p:strVal val="#ppt_x"/>
                                              </p:val>
                                            </p:tav>
                                          </p:tavLst>
                                        </p:anim>
                                        <p:anim calcmode="lin" valueType="num" p14:bounceEnd="67000">
                                          <p:cBhvr additive="base">
                                            <p:cTn id="177" dur="1000" fill="hold"/>
                                            <p:tgtEl>
                                              <p:spTgt spid="3091"/>
                                            </p:tgtEl>
                                            <p:attrNameLst>
                                              <p:attrName>ppt_y</p:attrName>
                                            </p:attrNameLst>
                                          </p:cBhvr>
                                          <p:tavLst>
                                            <p:tav tm="0">
                                              <p:val>
                                                <p:strVal val="0-#ppt_h/2"/>
                                              </p:val>
                                            </p:tav>
                                            <p:tav tm="100000">
                                              <p:val>
                                                <p:strVal val="#ppt_y"/>
                                              </p:val>
                                            </p:tav>
                                          </p:tavLst>
                                        </p:anim>
                                      </p:childTnLst>
                                    </p:cTn>
                                  </p:par>
                                  <p:par>
                                    <p:cTn id="178" presetID="2" presetClass="entr" presetSubtype="1" fill="hold" grpId="0" nodeType="withEffect" p14:presetBounceEnd="67000">
                                      <p:stCondLst>
                                        <p:cond delay="700"/>
                                      </p:stCondLst>
                                      <p:childTnLst>
                                        <p:set>
                                          <p:cBhvr>
                                            <p:cTn id="179" dur="1" fill="hold">
                                              <p:stCondLst>
                                                <p:cond delay="0"/>
                                              </p:stCondLst>
                                            </p:cTn>
                                            <p:tgtEl>
                                              <p:spTgt spid="3120"/>
                                            </p:tgtEl>
                                            <p:attrNameLst>
                                              <p:attrName>style.visibility</p:attrName>
                                            </p:attrNameLst>
                                          </p:cBhvr>
                                          <p:to>
                                            <p:strVal val="visible"/>
                                          </p:to>
                                        </p:set>
                                        <p:anim calcmode="lin" valueType="num" p14:bounceEnd="67000">
                                          <p:cBhvr additive="base">
                                            <p:cTn id="180" dur="1000" fill="hold"/>
                                            <p:tgtEl>
                                              <p:spTgt spid="3120"/>
                                            </p:tgtEl>
                                            <p:attrNameLst>
                                              <p:attrName>ppt_x</p:attrName>
                                            </p:attrNameLst>
                                          </p:cBhvr>
                                          <p:tavLst>
                                            <p:tav tm="0">
                                              <p:val>
                                                <p:strVal val="#ppt_x"/>
                                              </p:val>
                                            </p:tav>
                                            <p:tav tm="100000">
                                              <p:val>
                                                <p:strVal val="#ppt_x"/>
                                              </p:val>
                                            </p:tav>
                                          </p:tavLst>
                                        </p:anim>
                                        <p:anim calcmode="lin" valueType="num" p14:bounceEnd="67000">
                                          <p:cBhvr additive="base">
                                            <p:cTn id="181" dur="1000" fill="hold"/>
                                            <p:tgtEl>
                                              <p:spTgt spid="3120"/>
                                            </p:tgtEl>
                                            <p:attrNameLst>
                                              <p:attrName>ppt_y</p:attrName>
                                            </p:attrNameLst>
                                          </p:cBhvr>
                                          <p:tavLst>
                                            <p:tav tm="0">
                                              <p:val>
                                                <p:strVal val="0-#ppt_h/2"/>
                                              </p:val>
                                            </p:tav>
                                            <p:tav tm="100000">
                                              <p:val>
                                                <p:strVal val="#ppt_y"/>
                                              </p:val>
                                            </p:tav>
                                          </p:tavLst>
                                        </p:anim>
                                      </p:childTnLst>
                                    </p:cTn>
                                  </p:par>
                                  <p:par>
                                    <p:cTn id="182" presetID="2" presetClass="entr" presetSubtype="1" fill="hold" grpId="0" nodeType="withEffect" p14:presetBounceEnd="67000">
                                      <p:stCondLst>
                                        <p:cond delay="800"/>
                                      </p:stCondLst>
                                      <p:childTnLst>
                                        <p:set>
                                          <p:cBhvr>
                                            <p:cTn id="183" dur="1" fill="hold">
                                              <p:stCondLst>
                                                <p:cond delay="0"/>
                                              </p:stCondLst>
                                            </p:cTn>
                                            <p:tgtEl>
                                              <p:spTgt spid="3122"/>
                                            </p:tgtEl>
                                            <p:attrNameLst>
                                              <p:attrName>style.visibility</p:attrName>
                                            </p:attrNameLst>
                                          </p:cBhvr>
                                          <p:to>
                                            <p:strVal val="visible"/>
                                          </p:to>
                                        </p:set>
                                        <p:anim calcmode="lin" valueType="num" p14:bounceEnd="67000">
                                          <p:cBhvr additive="base">
                                            <p:cTn id="184" dur="1000" fill="hold"/>
                                            <p:tgtEl>
                                              <p:spTgt spid="3122"/>
                                            </p:tgtEl>
                                            <p:attrNameLst>
                                              <p:attrName>ppt_x</p:attrName>
                                            </p:attrNameLst>
                                          </p:cBhvr>
                                          <p:tavLst>
                                            <p:tav tm="0">
                                              <p:val>
                                                <p:strVal val="#ppt_x"/>
                                              </p:val>
                                            </p:tav>
                                            <p:tav tm="100000">
                                              <p:val>
                                                <p:strVal val="#ppt_x"/>
                                              </p:val>
                                            </p:tav>
                                          </p:tavLst>
                                        </p:anim>
                                        <p:anim calcmode="lin" valueType="num" p14:bounceEnd="67000">
                                          <p:cBhvr additive="base">
                                            <p:cTn id="185" dur="1000" fill="hold"/>
                                            <p:tgtEl>
                                              <p:spTgt spid="3122"/>
                                            </p:tgtEl>
                                            <p:attrNameLst>
                                              <p:attrName>ppt_y</p:attrName>
                                            </p:attrNameLst>
                                          </p:cBhvr>
                                          <p:tavLst>
                                            <p:tav tm="0">
                                              <p:val>
                                                <p:strVal val="0-#ppt_h/2"/>
                                              </p:val>
                                            </p:tav>
                                            <p:tav tm="100000">
                                              <p:val>
                                                <p:strVal val="#ppt_y"/>
                                              </p:val>
                                            </p:tav>
                                          </p:tavLst>
                                        </p:anim>
                                      </p:childTnLst>
                                    </p:cTn>
                                  </p:par>
                                  <p:par>
                                    <p:cTn id="186" presetID="2" presetClass="entr" presetSubtype="1" fill="hold" grpId="0" nodeType="withEffect" p14:presetBounceEnd="67000">
                                      <p:stCondLst>
                                        <p:cond delay="900"/>
                                      </p:stCondLst>
                                      <p:childTnLst>
                                        <p:set>
                                          <p:cBhvr>
                                            <p:cTn id="187" dur="1" fill="hold">
                                              <p:stCondLst>
                                                <p:cond delay="0"/>
                                              </p:stCondLst>
                                            </p:cTn>
                                            <p:tgtEl>
                                              <p:spTgt spid="3109"/>
                                            </p:tgtEl>
                                            <p:attrNameLst>
                                              <p:attrName>style.visibility</p:attrName>
                                            </p:attrNameLst>
                                          </p:cBhvr>
                                          <p:to>
                                            <p:strVal val="visible"/>
                                          </p:to>
                                        </p:set>
                                        <p:anim calcmode="lin" valueType="num" p14:bounceEnd="67000">
                                          <p:cBhvr additive="base">
                                            <p:cTn id="188" dur="1000" fill="hold"/>
                                            <p:tgtEl>
                                              <p:spTgt spid="3109"/>
                                            </p:tgtEl>
                                            <p:attrNameLst>
                                              <p:attrName>ppt_x</p:attrName>
                                            </p:attrNameLst>
                                          </p:cBhvr>
                                          <p:tavLst>
                                            <p:tav tm="0">
                                              <p:val>
                                                <p:strVal val="#ppt_x"/>
                                              </p:val>
                                            </p:tav>
                                            <p:tav tm="100000">
                                              <p:val>
                                                <p:strVal val="#ppt_x"/>
                                              </p:val>
                                            </p:tav>
                                          </p:tavLst>
                                        </p:anim>
                                        <p:anim calcmode="lin" valueType="num" p14:bounceEnd="67000">
                                          <p:cBhvr additive="base">
                                            <p:cTn id="189" dur="1000" fill="hold"/>
                                            <p:tgtEl>
                                              <p:spTgt spid="3109"/>
                                            </p:tgtEl>
                                            <p:attrNameLst>
                                              <p:attrName>ppt_y</p:attrName>
                                            </p:attrNameLst>
                                          </p:cBhvr>
                                          <p:tavLst>
                                            <p:tav tm="0">
                                              <p:val>
                                                <p:strVal val="0-#ppt_h/2"/>
                                              </p:val>
                                            </p:tav>
                                            <p:tav tm="100000">
                                              <p:val>
                                                <p:strVal val="#ppt_y"/>
                                              </p:val>
                                            </p:tav>
                                          </p:tavLst>
                                        </p:anim>
                                      </p:childTnLst>
                                    </p:cTn>
                                  </p:par>
                                  <p:par>
                                    <p:cTn id="190" presetID="2" presetClass="entr" presetSubtype="1" fill="hold" grpId="0" nodeType="withEffect" p14:presetBounceEnd="67000">
                                      <p:stCondLst>
                                        <p:cond delay="1000"/>
                                      </p:stCondLst>
                                      <p:childTnLst>
                                        <p:set>
                                          <p:cBhvr>
                                            <p:cTn id="191" dur="1" fill="hold">
                                              <p:stCondLst>
                                                <p:cond delay="0"/>
                                              </p:stCondLst>
                                            </p:cTn>
                                            <p:tgtEl>
                                              <p:spTgt spid="3087"/>
                                            </p:tgtEl>
                                            <p:attrNameLst>
                                              <p:attrName>style.visibility</p:attrName>
                                            </p:attrNameLst>
                                          </p:cBhvr>
                                          <p:to>
                                            <p:strVal val="visible"/>
                                          </p:to>
                                        </p:set>
                                        <p:anim calcmode="lin" valueType="num" p14:bounceEnd="67000">
                                          <p:cBhvr additive="base">
                                            <p:cTn id="192" dur="1000" fill="hold"/>
                                            <p:tgtEl>
                                              <p:spTgt spid="3087"/>
                                            </p:tgtEl>
                                            <p:attrNameLst>
                                              <p:attrName>ppt_x</p:attrName>
                                            </p:attrNameLst>
                                          </p:cBhvr>
                                          <p:tavLst>
                                            <p:tav tm="0">
                                              <p:val>
                                                <p:strVal val="#ppt_x"/>
                                              </p:val>
                                            </p:tav>
                                            <p:tav tm="100000">
                                              <p:val>
                                                <p:strVal val="#ppt_x"/>
                                              </p:val>
                                            </p:tav>
                                          </p:tavLst>
                                        </p:anim>
                                        <p:anim calcmode="lin" valueType="num" p14:bounceEnd="67000">
                                          <p:cBhvr additive="base">
                                            <p:cTn id="193" dur="1000" fill="hold"/>
                                            <p:tgtEl>
                                              <p:spTgt spid="3087"/>
                                            </p:tgtEl>
                                            <p:attrNameLst>
                                              <p:attrName>ppt_y</p:attrName>
                                            </p:attrNameLst>
                                          </p:cBhvr>
                                          <p:tavLst>
                                            <p:tav tm="0">
                                              <p:val>
                                                <p:strVal val="0-#ppt_h/2"/>
                                              </p:val>
                                            </p:tav>
                                            <p:tav tm="100000">
                                              <p:val>
                                                <p:strVal val="#ppt_y"/>
                                              </p:val>
                                            </p:tav>
                                          </p:tavLst>
                                        </p:anim>
                                      </p:childTnLst>
                                    </p:cTn>
                                  </p:par>
                                  <p:par>
                                    <p:cTn id="194" presetID="2" presetClass="entr" presetSubtype="1" fill="hold" grpId="0" nodeType="withEffect" p14:presetBounceEnd="67000">
                                      <p:stCondLst>
                                        <p:cond delay="1100"/>
                                      </p:stCondLst>
                                      <p:childTnLst>
                                        <p:set>
                                          <p:cBhvr>
                                            <p:cTn id="195" dur="1" fill="hold">
                                              <p:stCondLst>
                                                <p:cond delay="0"/>
                                              </p:stCondLst>
                                            </p:cTn>
                                            <p:tgtEl>
                                              <p:spTgt spid="3136"/>
                                            </p:tgtEl>
                                            <p:attrNameLst>
                                              <p:attrName>style.visibility</p:attrName>
                                            </p:attrNameLst>
                                          </p:cBhvr>
                                          <p:to>
                                            <p:strVal val="visible"/>
                                          </p:to>
                                        </p:set>
                                        <p:anim calcmode="lin" valueType="num" p14:bounceEnd="67000">
                                          <p:cBhvr additive="base">
                                            <p:cTn id="196" dur="1000" fill="hold"/>
                                            <p:tgtEl>
                                              <p:spTgt spid="3136"/>
                                            </p:tgtEl>
                                            <p:attrNameLst>
                                              <p:attrName>ppt_x</p:attrName>
                                            </p:attrNameLst>
                                          </p:cBhvr>
                                          <p:tavLst>
                                            <p:tav tm="0">
                                              <p:val>
                                                <p:strVal val="#ppt_x"/>
                                              </p:val>
                                            </p:tav>
                                            <p:tav tm="100000">
                                              <p:val>
                                                <p:strVal val="#ppt_x"/>
                                              </p:val>
                                            </p:tav>
                                          </p:tavLst>
                                        </p:anim>
                                        <p:anim calcmode="lin" valueType="num" p14:bounceEnd="67000">
                                          <p:cBhvr additive="base">
                                            <p:cTn id="197" dur="1000" fill="hold"/>
                                            <p:tgtEl>
                                              <p:spTgt spid="3136"/>
                                            </p:tgtEl>
                                            <p:attrNameLst>
                                              <p:attrName>ppt_y</p:attrName>
                                            </p:attrNameLst>
                                          </p:cBhvr>
                                          <p:tavLst>
                                            <p:tav tm="0">
                                              <p:val>
                                                <p:strVal val="0-#ppt_h/2"/>
                                              </p:val>
                                            </p:tav>
                                            <p:tav tm="100000">
                                              <p:val>
                                                <p:strVal val="#ppt_y"/>
                                              </p:val>
                                            </p:tav>
                                          </p:tavLst>
                                        </p:anim>
                                      </p:childTnLst>
                                    </p:cTn>
                                  </p:par>
                                  <p:par>
                                    <p:cTn id="198" presetID="2" presetClass="entr" presetSubtype="1" fill="hold" grpId="0" nodeType="withEffect" p14:presetBounceEnd="67000">
                                      <p:stCondLst>
                                        <p:cond delay="1200"/>
                                      </p:stCondLst>
                                      <p:childTnLst>
                                        <p:set>
                                          <p:cBhvr>
                                            <p:cTn id="199" dur="1" fill="hold">
                                              <p:stCondLst>
                                                <p:cond delay="0"/>
                                              </p:stCondLst>
                                            </p:cTn>
                                            <p:tgtEl>
                                              <p:spTgt spid="3105"/>
                                            </p:tgtEl>
                                            <p:attrNameLst>
                                              <p:attrName>style.visibility</p:attrName>
                                            </p:attrNameLst>
                                          </p:cBhvr>
                                          <p:to>
                                            <p:strVal val="visible"/>
                                          </p:to>
                                        </p:set>
                                        <p:anim calcmode="lin" valueType="num" p14:bounceEnd="67000">
                                          <p:cBhvr additive="base">
                                            <p:cTn id="200" dur="1000" fill="hold"/>
                                            <p:tgtEl>
                                              <p:spTgt spid="3105"/>
                                            </p:tgtEl>
                                            <p:attrNameLst>
                                              <p:attrName>ppt_x</p:attrName>
                                            </p:attrNameLst>
                                          </p:cBhvr>
                                          <p:tavLst>
                                            <p:tav tm="0">
                                              <p:val>
                                                <p:strVal val="#ppt_x"/>
                                              </p:val>
                                            </p:tav>
                                            <p:tav tm="100000">
                                              <p:val>
                                                <p:strVal val="#ppt_x"/>
                                              </p:val>
                                            </p:tav>
                                          </p:tavLst>
                                        </p:anim>
                                        <p:anim calcmode="lin" valueType="num" p14:bounceEnd="67000">
                                          <p:cBhvr additive="base">
                                            <p:cTn id="201" dur="1000" fill="hold"/>
                                            <p:tgtEl>
                                              <p:spTgt spid="3105"/>
                                            </p:tgtEl>
                                            <p:attrNameLst>
                                              <p:attrName>ppt_y</p:attrName>
                                            </p:attrNameLst>
                                          </p:cBhvr>
                                          <p:tavLst>
                                            <p:tav tm="0">
                                              <p:val>
                                                <p:strVal val="0-#ppt_h/2"/>
                                              </p:val>
                                            </p:tav>
                                            <p:tav tm="100000">
                                              <p:val>
                                                <p:strVal val="#ppt_y"/>
                                              </p:val>
                                            </p:tav>
                                          </p:tavLst>
                                        </p:anim>
                                      </p:childTnLst>
                                    </p:cTn>
                                  </p:par>
                                  <p:par>
                                    <p:cTn id="202" presetID="2" presetClass="entr" presetSubtype="1" fill="hold" grpId="0" nodeType="withEffect" p14:presetBounceEnd="67000">
                                      <p:stCondLst>
                                        <p:cond delay="1300"/>
                                      </p:stCondLst>
                                      <p:childTnLst>
                                        <p:set>
                                          <p:cBhvr>
                                            <p:cTn id="203" dur="1" fill="hold">
                                              <p:stCondLst>
                                                <p:cond delay="0"/>
                                              </p:stCondLst>
                                            </p:cTn>
                                            <p:tgtEl>
                                              <p:spTgt spid="3083"/>
                                            </p:tgtEl>
                                            <p:attrNameLst>
                                              <p:attrName>style.visibility</p:attrName>
                                            </p:attrNameLst>
                                          </p:cBhvr>
                                          <p:to>
                                            <p:strVal val="visible"/>
                                          </p:to>
                                        </p:set>
                                        <p:anim calcmode="lin" valueType="num" p14:bounceEnd="67000">
                                          <p:cBhvr additive="base">
                                            <p:cTn id="204" dur="1000" fill="hold"/>
                                            <p:tgtEl>
                                              <p:spTgt spid="3083"/>
                                            </p:tgtEl>
                                            <p:attrNameLst>
                                              <p:attrName>ppt_x</p:attrName>
                                            </p:attrNameLst>
                                          </p:cBhvr>
                                          <p:tavLst>
                                            <p:tav tm="0">
                                              <p:val>
                                                <p:strVal val="#ppt_x"/>
                                              </p:val>
                                            </p:tav>
                                            <p:tav tm="100000">
                                              <p:val>
                                                <p:strVal val="#ppt_x"/>
                                              </p:val>
                                            </p:tav>
                                          </p:tavLst>
                                        </p:anim>
                                        <p:anim calcmode="lin" valueType="num" p14:bounceEnd="67000">
                                          <p:cBhvr additive="base">
                                            <p:cTn id="205" dur="1000" fill="hold"/>
                                            <p:tgtEl>
                                              <p:spTgt spid="3083"/>
                                            </p:tgtEl>
                                            <p:attrNameLst>
                                              <p:attrName>ppt_y</p:attrName>
                                            </p:attrNameLst>
                                          </p:cBhvr>
                                          <p:tavLst>
                                            <p:tav tm="0">
                                              <p:val>
                                                <p:strVal val="0-#ppt_h/2"/>
                                              </p:val>
                                            </p:tav>
                                            <p:tav tm="100000">
                                              <p:val>
                                                <p:strVal val="#ppt_y"/>
                                              </p:val>
                                            </p:tav>
                                          </p:tavLst>
                                        </p:anim>
                                      </p:childTnLst>
                                    </p:cTn>
                                  </p:par>
                                  <p:par>
                                    <p:cTn id="206" presetID="2" presetClass="entr" presetSubtype="1" fill="hold" grpId="0" nodeType="withEffect" p14:presetBounceEnd="67000">
                                      <p:stCondLst>
                                        <p:cond delay="1400"/>
                                      </p:stCondLst>
                                      <p:childTnLst>
                                        <p:set>
                                          <p:cBhvr>
                                            <p:cTn id="207" dur="1" fill="hold">
                                              <p:stCondLst>
                                                <p:cond delay="0"/>
                                              </p:stCondLst>
                                            </p:cTn>
                                            <p:tgtEl>
                                              <p:spTgt spid="3103"/>
                                            </p:tgtEl>
                                            <p:attrNameLst>
                                              <p:attrName>style.visibility</p:attrName>
                                            </p:attrNameLst>
                                          </p:cBhvr>
                                          <p:to>
                                            <p:strVal val="visible"/>
                                          </p:to>
                                        </p:set>
                                        <p:anim calcmode="lin" valueType="num" p14:bounceEnd="67000">
                                          <p:cBhvr additive="base">
                                            <p:cTn id="208" dur="1000" fill="hold"/>
                                            <p:tgtEl>
                                              <p:spTgt spid="3103"/>
                                            </p:tgtEl>
                                            <p:attrNameLst>
                                              <p:attrName>ppt_x</p:attrName>
                                            </p:attrNameLst>
                                          </p:cBhvr>
                                          <p:tavLst>
                                            <p:tav tm="0">
                                              <p:val>
                                                <p:strVal val="#ppt_x"/>
                                              </p:val>
                                            </p:tav>
                                            <p:tav tm="100000">
                                              <p:val>
                                                <p:strVal val="#ppt_x"/>
                                              </p:val>
                                            </p:tav>
                                          </p:tavLst>
                                        </p:anim>
                                        <p:anim calcmode="lin" valueType="num" p14:bounceEnd="67000">
                                          <p:cBhvr additive="base">
                                            <p:cTn id="209" dur="1000" fill="hold"/>
                                            <p:tgtEl>
                                              <p:spTgt spid="3103"/>
                                            </p:tgtEl>
                                            <p:attrNameLst>
                                              <p:attrName>ppt_y</p:attrName>
                                            </p:attrNameLst>
                                          </p:cBhvr>
                                          <p:tavLst>
                                            <p:tav tm="0">
                                              <p:val>
                                                <p:strVal val="0-#ppt_h/2"/>
                                              </p:val>
                                            </p:tav>
                                            <p:tav tm="100000">
                                              <p:val>
                                                <p:strVal val="#ppt_y"/>
                                              </p:val>
                                            </p:tav>
                                          </p:tavLst>
                                        </p:anim>
                                      </p:childTnLst>
                                    </p:cTn>
                                  </p:par>
                                  <p:par>
                                    <p:cTn id="210" presetID="2" presetClass="entr" presetSubtype="1" fill="hold" grpId="0" nodeType="withEffect" p14:presetBounceEnd="67000">
                                      <p:stCondLst>
                                        <p:cond delay="1500"/>
                                      </p:stCondLst>
                                      <p:childTnLst>
                                        <p:set>
                                          <p:cBhvr>
                                            <p:cTn id="211" dur="1" fill="hold">
                                              <p:stCondLst>
                                                <p:cond delay="0"/>
                                              </p:stCondLst>
                                            </p:cTn>
                                            <p:tgtEl>
                                              <p:spTgt spid="3088"/>
                                            </p:tgtEl>
                                            <p:attrNameLst>
                                              <p:attrName>style.visibility</p:attrName>
                                            </p:attrNameLst>
                                          </p:cBhvr>
                                          <p:to>
                                            <p:strVal val="visible"/>
                                          </p:to>
                                        </p:set>
                                        <p:anim calcmode="lin" valueType="num" p14:bounceEnd="67000">
                                          <p:cBhvr additive="base">
                                            <p:cTn id="212" dur="1000" fill="hold"/>
                                            <p:tgtEl>
                                              <p:spTgt spid="3088"/>
                                            </p:tgtEl>
                                            <p:attrNameLst>
                                              <p:attrName>ppt_x</p:attrName>
                                            </p:attrNameLst>
                                          </p:cBhvr>
                                          <p:tavLst>
                                            <p:tav tm="0">
                                              <p:val>
                                                <p:strVal val="#ppt_x"/>
                                              </p:val>
                                            </p:tav>
                                            <p:tav tm="100000">
                                              <p:val>
                                                <p:strVal val="#ppt_x"/>
                                              </p:val>
                                            </p:tav>
                                          </p:tavLst>
                                        </p:anim>
                                        <p:anim calcmode="lin" valueType="num" p14:bounceEnd="67000">
                                          <p:cBhvr additive="base">
                                            <p:cTn id="213" dur="1000" fill="hold"/>
                                            <p:tgtEl>
                                              <p:spTgt spid="3088"/>
                                            </p:tgtEl>
                                            <p:attrNameLst>
                                              <p:attrName>ppt_y</p:attrName>
                                            </p:attrNameLst>
                                          </p:cBhvr>
                                          <p:tavLst>
                                            <p:tav tm="0">
                                              <p:val>
                                                <p:strVal val="0-#ppt_h/2"/>
                                              </p:val>
                                            </p:tav>
                                            <p:tav tm="100000">
                                              <p:val>
                                                <p:strVal val="#ppt_y"/>
                                              </p:val>
                                            </p:tav>
                                          </p:tavLst>
                                        </p:anim>
                                      </p:childTnLst>
                                    </p:cTn>
                                  </p:par>
                                  <p:par>
                                    <p:cTn id="214" presetID="53" presetClass="entr" presetSubtype="16" fill="hold" nodeType="withEffect">
                                      <p:stCondLst>
                                        <p:cond delay="2500"/>
                                      </p:stCondLst>
                                      <p:childTnLst>
                                        <p:set>
                                          <p:cBhvr>
                                            <p:cTn id="215" dur="1" fill="hold">
                                              <p:stCondLst>
                                                <p:cond delay="0"/>
                                              </p:stCondLst>
                                            </p:cTn>
                                            <p:tgtEl>
                                              <p:spTgt spid="3075"/>
                                            </p:tgtEl>
                                            <p:attrNameLst>
                                              <p:attrName>style.visibility</p:attrName>
                                            </p:attrNameLst>
                                          </p:cBhvr>
                                          <p:to>
                                            <p:strVal val="visible"/>
                                          </p:to>
                                        </p:set>
                                        <p:anim calcmode="lin" valueType="num">
                                          <p:cBhvr>
                                            <p:cTn id="216" dur="500" fill="hold"/>
                                            <p:tgtEl>
                                              <p:spTgt spid="3075"/>
                                            </p:tgtEl>
                                            <p:attrNameLst>
                                              <p:attrName>ppt_w</p:attrName>
                                            </p:attrNameLst>
                                          </p:cBhvr>
                                          <p:tavLst>
                                            <p:tav tm="0">
                                              <p:val>
                                                <p:fltVal val="0"/>
                                              </p:val>
                                            </p:tav>
                                            <p:tav tm="100000">
                                              <p:val>
                                                <p:strVal val="#ppt_w"/>
                                              </p:val>
                                            </p:tav>
                                          </p:tavLst>
                                        </p:anim>
                                        <p:anim calcmode="lin" valueType="num">
                                          <p:cBhvr>
                                            <p:cTn id="217" dur="500" fill="hold"/>
                                            <p:tgtEl>
                                              <p:spTgt spid="3075"/>
                                            </p:tgtEl>
                                            <p:attrNameLst>
                                              <p:attrName>ppt_h</p:attrName>
                                            </p:attrNameLst>
                                          </p:cBhvr>
                                          <p:tavLst>
                                            <p:tav tm="0">
                                              <p:val>
                                                <p:fltVal val="0"/>
                                              </p:val>
                                            </p:tav>
                                            <p:tav tm="100000">
                                              <p:val>
                                                <p:strVal val="#ppt_h"/>
                                              </p:val>
                                            </p:tav>
                                          </p:tavLst>
                                        </p:anim>
                                        <p:animEffect transition="in" filter="fade">
                                          <p:cBhvr>
                                            <p:cTn id="218" dur="500"/>
                                            <p:tgtEl>
                                              <p:spTgt spid="3075"/>
                                            </p:tgtEl>
                                          </p:cBhvr>
                                        </p:animEffect>
                                      </p:childTnLst>
                                    </p:cTn>
                                  </p:par>
                                </p:childTnLst>
                              </p:cTn>
                            </p:par>
                            <p:par>
                              <p:cTn id="219" fill="hold">
                                <p:stCondLst>
                                  <p:cond delay="3000"/>
                                </p:stCondLst>
                                <p:childTnLst>
                                  <p:par>
                                    <p:cTn id="220" presetID="2" presetClass="entr" presetSubtype="8" fill="hold" grpId="0" nodeType="afterEffect" p14:presetBounceEnd="67000">
                                      <p:stCondLst>
                                        <p:cond delay="0"/>
                                      </p:stCondLst>
                                      <p:childTnLst>
                                        <p:set>
                                          <p:cBhvr>
                                            <p:cTn id="221"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222" dur="1000" fill="hold"/>
                                            <p:tgtEl>
                                              <p:spTgt spid="2">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23" dur="1000" fill="hold"/>
                                            <p:tgtEl>
                                              <p:spTgt spid="2">
                                                <p:txEl>
                                                  <p:pRg st="0" end="0"/>
                                                </p:txEl>
                                              </p:spTgt>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14:presetBounceEnd="67000">
                                      <p:stCondLst>
                                        <p:cond delay="0"/>
                                      </p:stCondLst>
                                      <p:childTnLst>
                                        <p:set>
                                          <p:cBhvr>
                                            <p:cTn id="225"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226" dur="1000" fill="hold"/>
                                            <p:tgtEl>
                                              <p:spTgt spid="3">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27" dur="1000" fill="hold"/>
                                            <p:tgtEl>
                                              <p:spTgt spid="3">
                                                <p:txEl>
                                                  <p:pRg st="0" end="0"/>
                                                </p:txEl>
                                              </p:spTgt>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14:presetBounceEnd="67000">
                                      <p:stCondLst>
                                        <p:cond delay="0"/>
                                      </p:stCondLst>
                                      <p:childTnLst>
                                        <p:set>
                                          <p:cBhvr>
                                            <p:cTn id="229"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230" dur="1000" fill="hold"/>
                                            <p:tgtEl>
                                              <p:spTgt spid="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31" dur="1000" fill="hold"/>
                                            <p:tgtEl>
                                              <p:spTgt spid="4">
                                                <p:txEl>
                                                  <p:pRg st="0" end="0"/>
                                                </p:txEl>
                                              </p:spTgt>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14:presetBounceEnd="67000">
                                      <p:stCondLst>
                                        <p:cond delay="0"/>
                                      </p:stCondLst>
                                      <p:childTnLst>
                                        <p:set>
                                          <p:cBhvr>
                                            <p:cTn id="233" dur="1" fill="hold">
                                              <p:stCondLst>
                                                <p:cond delay="0"/>
                                              </p:stCondLst>
                                            </p:cTn>
                                            <p:tgtEl>
                                              <p:spTgt spid="5">
                                                <p:txEl>
                                                  <p:pRg st="0" end="0"/>
                                                </p:txEl>
                                              </p:spTgt>
                                            </p:tgtEl>
                                            <p:attrNameLst>
                                              <p:attrName>style.visibility</p:attrName>
                                            </p:attrNameLst>
                                          </p:cBhvr>
                                          <p:to>
                                            <p:strVal val="visible"/>
                                          </p:to>
                                        </p:set>
                                        <p:anim calcmode="lin" valueType="num" p14:bounceEnd="67000">
                                          <p:cBhvr additive="base">
                                            <p:cTn id="234" dur="1000" fill="hold"/>
                                            <p:tgtEl>
                                              <p:spTgt spid="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35" dur="1000" fill="hold"/>
                                            <p:tgtEl>
                                              <p:spTgt spid="5">
                                                <p:txEl>
                                                  <p:pRg st="0" end="0"/>
                                                </p:txEl>
                                              </p:spTgt>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14:presetBounceEnd="67000">
                                      <p:stCondLst>
                                        <p:cond delay="0"/>
                                      </p:stCondLst>
                                      <p:childTnLst>
                                        <p:set>
                                          <p:cBhvr>
                                            <p:cTn id="237" dur="1" fill="hold">
                                              <p:stCondLst>
                                                <p:cond delay="0"/>
                                              </p:stCondLst>
                                            </p:cTn>
                                            <p:tgtEl>
                                              <p:spTgt spid="6">
                                                <p:txEl>
                                                  <p:pRg st="0" end="0"/>
                                                </p:txEl>
                                              </p:spTgt>
                                            </p:tgtEl>
                                            <p:attrNameLst>
                                              <p:attrName>style.visibility</p:attrName>
                                            </p:attrNameLst>
                                          </p:cBhvr>
                                          <p:to>
                                            <p:strVal val="visible"/>
                                          </p:to>
                                        </p:set>
                                        <p:anim calcmode="lin" valueType="num" p14:bounceEnd="67000">
                                          <p:cBhvr additive="base">
                                            <p:cTn id="238" dur="1000" fill="hold"/>
                                            <p:tgtEl>
                                              <p:spTgt spid="6">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39" dur="1000" fill="hold"/>
                                            <p:tgtEl>
                                              <p:spTgt spid="6">
                                                <p:txEl>
                                                  <p:pRg st="0" end="0"/>
                                                </p:txEl>
                                              </p:spTgt>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14:presetBounceEnd="67000">
                                      <p:stCondLst>
                                        <p:cond delay="0"/>
                                      </p:stCondLst>
                                      <p:childTnLst>
                                        <p:set>
                                          <p:cBhvr>
                                            <p:cTn id="241" dur="1" fill="hold">
                                              <p:stCondLst>
                                                <p:cond delay="0"/>
                                              </p:stCondLst>
                                            </p:cTn>
                                            <p:tgtEl>
                                              <p:spTgt spid="7">
                                                <p:txEl>
                                                  <p:pRg st="0" end="0"/>
                                                </p:txEl>
                                              </p:spTgt>
                                            </p:tgtEl>
                                            <p:attrNameLst>
                                              <p:attrName>style.visibility</p:attrName>
                                            </p:attrNameLst>
                                          </p:cBhvr>
                                          <p:to>
                                            <p:strVal val="visible"/>
                                          </p:to>
                                        </p:set>
                                        <p:anim calcmode="lin" valueType="num" p14:bounceEnd="67000">
                                          <p:cBhvr additive="base">
                                            <p:cTn id="242" dur="1000" fill="hold"/>
                                            <p:tgtEl>
                                              <p:spTgt spid="7">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43" dur="1000" fill="hold"/>
                                            <p:tgtEl>
                                              <p:spTgt spid="7">
                                                <p:txEl>
                                                  <p:pRg st="0" end="0"/>
                                                </p:txEl>
                                              </p:spTgt>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14:presetBounceEnd="67000">
                                      <p:stCondLst>
                                        <p:cond delay="0"/>
                                      </p:stCondLst>
                                      <p:childTnLst>
                                        <p:set>
                                          <p:cBhvr>
                                            <p:cTn id="245" dur="1" fill="hold">
                                              <p:stCondLst>
                                                <p:cond delay="0"/>
                                              </p:stCondLst>
                                            </p:cTn>
                                            <p:tgtEl>
                                              <p:spTgt spid="8">
                                                <p:txEl>
                                                  <p:pRg st="0" end="0"/>
                                                </p:txEl>
                                              </p:spTgt>
                                            </p:tgtEl>
                                            <p:attrNameLst>
                                              <p:attrName>style.visibility</p:attrName>
                                            </p:attrNameLst>
                                          </p:cBhvr>
                                          <p:to>
                                            <p:strVal val="visible"/>
                                          </p:to>
                                        </p:set>
                                        <p:anim calcmode="lin" valueType="num" p14:bounceEnd="67000">
                                          <p:cBhvr additive="base">
                                            <p:cTn id="246" dur="1000" fill="hold"/>
                                            <p:tgtEl>
                                              <p:spTgt spid="8">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47" dur="1000" fill="hold"/>
                                            <p:tgtEl>
                                              <p:spTgt spid="8">
                                                <p:txEl>
                                                  <p:pRg st="0" end="0"/>
                                                </p:txEl>
                                              </p:spTgt>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14:presetBounceEnd="67000">
                                      <p:stCondLst>
                                        <p:cond delay="0"/>
                                      </p:stCondLst>
                                      <p:childTnLst>
                                        <p:set>
                                          <p:cBhvr>
                                            <p:cTn id="249" dur="1" fill="hold">
                                              <p:stCondLst>
                                                <p:cond delay="0"/>
                                              </p:stCondLst>
                                            </p:cTn>
                                            <p:tgtEl>
                                              <p:spTgt spid="9">
                                                <p:txEl>
                                                  <p:pRg st="0" end="0"/>
                                                </p:txEl>
                                              </p:spTgt>
                                            </p:tgtEl>
                                            <p:attrNameLst>
                                              <p:attrName>style.visibility</p:attrName>
                                            </p:attrNameLst>
                                          </p:cBhvr>
                                          <p:to>
                                            <p:strVal val="visible"/>
                                          </p:to>
                                        </p:set>
                                        <p:anim calcmode="lin" valueType="num" p14:bounceEnd="67000">
                                          <p:cBhvr additive="base">
                                            <p:cTn id="250" dur="1000" fill="hold"/>
                                            <p:tgtEl>
                                              <p:spTgt spid="9">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251"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2" grpId="0" animBg="1"/>
          <p:bldP spid="3083" grpId="0" animBg="1"/>
          <p:bldP spid="3084" grpId="0" animBg="1"/>
          <p:bldP spid="3085" grpId="0" animBg="1"/>
          <p:bldP spid="3086" grpId="0" animBg="1"/>
          <p:bldP spid="3087" grpId="0" animBg="1"/>
          <p:bldP spid="3088" grpId="0" animBg="1"/>
          <p:bldP spid="3089" grpId="0" animBg="1"/>
          <p:bldP spid="3090" grpId="0" animBg="1"/>
          <p:bldP spid="3091" grpId="0" animBg="1"/>
          <p:bldP spid="3092" grpId="0" animBg="1"/>
          <p:bldP spid="3093" grpId="0" animBg="1"/>
          <p:bldP spid="3094" grpId="0" animBg="1"/>
          <p:bldP spid="3095" grpId="0" animBg="1"/>
          <p:bldP spid="3096" grpId="0" animBg="1"/>
          <p:bldP spid="3098" grpId="0" animBg="1"/>
          <p:bldP spid="3099" grpId="0" animBg="1"/>
          <p:bldP spid="3100" grpId="0" animBg="1"/>
          <p:bldP spid="3101" grpId="0" animBg="1"/>
          <p:bldP spid="3102" grpId="0" animBg="1"/>
          <p:bldP spid="3103" grpId="0" animBg="1"/>
          <p:bldP spid="3105" grpId="0" animBg="1"/>
          <p:bldP spid="3106" grpId="0" animBg="1"/>
          <p:bldP spid="3107" grpId="0" animBg="1"/>
          <p:bldP spid="3108" grpId="0" animBg="1"/>
          <p:bldP spid="3109" grpId="0" animBg="1"/>
          <p:bldP spid="3110" grpId="0" animBg="1"/>
          <p:bldP spid="3111" grpId="0" animBg="1"/>
          <p:bldP spid="3112" grpId="0" animBg="1"/>
          <p:bldP spid="3113" grpId="0" animBg="1"/>
          <p:bldP spid="3114" grpId="0" animBg="1"/>
          <p:bldP spid="3115" grpId="0" animBg="1"/>
          <p:bldP spid="3116" grpId="0" animBg="1"/>
          <p:bldP spid="3117" grpId="0" animBg="1"/>
          <p:bldP spid="3118" grpId="0" animBg="1"/>
          <p:bldP spid="3119" grpId="0" animBg="1"/>
          <p:bldP spid="3120" grpId="0" animBg="1"/>
          <p:bldP spid="3121" grpId="0" animBg="1"/>
          <p:bldP spid="3122" grpId="0" animBg="1"/>
          <p:bldP spid="3123" grpId="0" animBg="1"/>
          <p:bldP spid="3124" grpId="0" animBg="1"/>
          <p:bldP spid="3125" grpId="0" animBg="1"/>
          <p:bldP spid="3127" grpId="0" animBg="1"/>
          <p:bldP spid="3128" grpId="0" animBg="1"/>
          <p:bldP spid="3130" grpId="0" animBg="1"/>
          <p:bldP spid="3131" grpId="0" animBg="1"/>
          <p:bldP spid="3132" grpId="0" animBg="1"/>
          <p:bldP spid="3133" grpId="0" animBg="1"/>
          <p:bldP spid="3134" grpId="0" animBg="1"/>
          <p:bldP spid="3135" grpId="0" animBg="1"/>
          <p:bldP spid="3136" grpId="0" animBg="1"/>
          <p:bldP spid="2" grpId="0" build="p"/>
          <p:bldP spid="3" grpId="0" build="p"/>
          <p:bldP spid="4" grpId="0" build="p"/>
          <p:bldP spid="5" grpId="0" build="p"/>
          <p:bldP spid="6" grpId="0" build="p"/>
          <p:bldP spid="7" grpId="0" build="p"/>
          <p:bldP spid="8" grpId="0" build="p"/>
          <p:bldP spid="9" grpId="0" build="p"/>
          <p:bldP spid="10"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stCondLst>
                                        <p:cond delay="0"/>
                                      </p:stCondLst>
                                      <p:childTnLst>
                                        <p:set>
                                          <p:cBhvr>
                                            <p:cTn id="11" dur="1" fill="hold">
                                              <p:stCondLst>
                                                <p:cond delay="0"/>
                                              </p:stCondLst>
                                            </p:cTn>
                                            <p:tgtEl>
                                              <p:spTgt spid="3093"/>
                                            </p:tgtEl>
                                            <p:attrNameLst>
                                              <p:attrName>style.visibility</p:attrName>
                                            </p:attrNameLst>
                                          </p:cBhvr>
                                          <p:to>
                                            <p:strVal val="visible"/>
                                          </p:to>
                                        </p:set>
                                        <p:anim calcmode="lin" valueType="num">
                                          <p:cBhvr additive="base">
                                            <p:cTn id="12" dur="1000" fill="hold"/>
                                            <p:tgtEl>
                                              <p:spTgt spid="3093"/>
                                            </p:tgtEl>
                                            <p:attrNameLst>
                                              <p:attrName>ppt_x</p:attrName>
                                            </p:attrNameLst>
                                          </p:cBhvr>
                                          <p:tavLst>
                                            <p:tav tm="0">
                                              <p:val>
                                                <p:strVal val="#ppt_x"/>
                                              </p:val>
                                            </p:tav>
                                            <p:tav tm="100000">
                                              <p:val>
                                                <p:strVal val="#ppt_x"/>
                                              </p:val>
                                            </p:tav>
                                          </p:tavLst>
                                        </p:anim>
                                        <p:anim calcmode="lin" valueType="num">
                                          <p:cBhvr additive="base">
                                            <p:cTn id="13" dur="1000" fill="hold"/>
                                            <p:tgtEl>
                                              <p:spTgt spid="3093"/>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stCondLst>
                                        <p:cond delay="100"/>
                                      </p:stCondLst>
                                      <p:childTnLst>
                                        <p:set>
                                          <p:cBhvr>
                                            <p:cTn id="15" dur="1" fill="hold">
                                              <p:stCondLst>
                                                <p:cond delay="0"/>
                                              </p:stCondLst>
                                            </p:cTn>
                                            <p:tgtEl>
                                              <p:spTgt spid="3111"/>
                                            </p:tgtEl>
                                            <p:attrNameLst>
                                              <p:attrName>style.visibility</p:attrName>
                                            </p:attrNameLst>
                                          </p:cBhvr>
                                          <p:to>
                                            <p:strVal val="visible"/>
                                          </p:to>
                                        </p:set>
                                        <p:anim calcmode="lin" valueType="num">
                                          <p:cBhvr additive="base">
                                            <p:cTn id="16" dur="1000" fill="hold"/>
                                            <p:tgtEl>
                                              <p:spTgt spid="3111"/>
                                            </p:tgtEl>
                                            <p:attrNameLst>
                                              <p:attrName>ppt_x</p:attrName>
                                            </p:attrNameLst>
                                          </p:cBhvr>
                                          <p:tavLst>
                                            <p:tav tm="0">
                                              <p:val>
                                                <p:strVal val="#ppt_x"/>
                                              </p:val>
                                            </p:tav>
                                            <p:tav tm="100000">
                                              <p:val>
                                                <p:strVal val="#ppt_x"/>
                                              </p:val>
                                            </p:tav>
                                          </p:tavLst>
                                        </p:anim>
                                        <p:anim calcmode="lin" valueType="num">
                                          <p:cBhvr additive="base">
                                            <p:cTn id="17" dur="1000" fill="hold"/>
                                            <p:tgtEl>
                                              <p:spTgt spid="3111"/>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stCondLst>
                                        <p:cond delay="200"/>
                                      </p:stCondLst>
                                      <p:childTnLst>
                                        <p:set>
                                          <p:cBhvr>
                                            <p:cTn id="19" dur="1" fill="hold">
                                              <p:stCondLst>
                                                <p:cond delay="0"/>
                                              </p:stCondLst>
                                            </p:cTn>
                                            <p:tgtEl>
                                              <p:spTgt spid="3090"/>
                                            </p:tgtEl>
                                            <p:attrNameLst>
                                              <p:attrName>style.visibility</p:attrName>
                                            </p:attrNameLst>
                                          </p:cBhvr>
                                          <p:to>
                                            <p:strVal val="visible"/>
                                          </p:to>
                                        </p:set>
                                        <p:anim calcmode="lin" valueType="num">
                                          <p:cBhvr additive="base">
                                            <p:cTn id="20" dur="1000" fill="hold"/>
                                            <p:tgtEl>
                                              <p:spTgt spid="3090"/>
                                            </p:tgtEl>
                                            <p:attrNameLst>
                                              <p:attrName>ppt_x</p:attrName>
                                            </p:attrNameLst>
                                          </p:cBhvr>
                                          <p:tavLst>
                                            <p:tav tm="0">
                                              <p:val>
                                                <p:strVal val="#ppt_x"/>
                                              </p:val>
                                            </p:tav>
                                            <p:tav tm="100000">
                                              <p:val>
                                                <p:strVal val="#ppt_x"/>
                                              </p:val>
                                            </p:tav>
                                          </p:tavLst>
                                        </p:anim>
                                        <p:anim calcmode="lin" valueType="num">
                                          <p:cBhvr additive="base">
                                            <p:cTn id="21" dur="1000" fill="hold"/>
                                            <p:tgtEl>
                                              <p:spTgt spid="3090"/>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stCondLst>
                                        <p:cond delay="300"/>
                                      </p:stCondLst>
                                      <p:childTnLst>
                                        <p:set>
                                          <p:cBhvr>
                                            <p:cTn id="23" dur="1" fill="hold">
                                              <p:stCondLst>
                                                <p:cond delay="0"/>
                                              </p:stCondLst>
                                            </p:cTn>
                                            <p:tgtEl>
                                              <p:spTgt spid="3101"/>
                                            </p:tgtEl>
                                            <p:attrNameLst>
                                              <p:attrName>style.visibility</p:attrName>
                                            </p:attrNameLst>
                                          </p:cBhvr>
                                          <p:to>
                                            <p:strVal val="visible"/>
                                          </p:to>
                                        </p:set>
                                        <p:anim calcmode="lin" valueType="num">
                                          <p:cBhvr additive="base">
                                            <p:cTn id="24" dur="1000" fill="hold"/>
                                            <p:tgtEl>
                                              <p:spTgt spid="3101"/>
                                            </p:tgtEl>
                                            <p:attrNameLst>
                                              <p:attrName>ppt_x</p:attrName>
                                            </p:attrNameLst>
                                          </p:cBhvr>
                                          <p:tavLst>
                                            <p:tav tm="0">
                                              <p:val>
                                                <p:strVal val="#ppt_x"/>
                                              </p:val>
                                            </p:tav>
                                            <p:tav tm="100000">
                                              <p:val>
                                                <p:strVal val="#ppt_x"/>
                                              </p:val>
                                            </p:tav>
                                          </p:tavLst>
                                        </p:anim>
                                        <p:anim calcmode="lin" valueType="num">
                                          <p:cBhvr additive="base">
                                            <p:cTn id="25" dur="1000" fill="hold"/>
                                            <p:tgtEl>
                                              <p:spTgt spid="3101"/>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stCondLst>
                                        <p:cond delay="400"/>
                                      </p:stCondLst>
                                      <p:childTnLst>
                                        <p:set>
                                          <p:cBhvr>
                                            <p:cTn id="27" dur="1" fill="hold">
                                              <p:stCondLst>
                                                <p:cond delay="0"/>
                                              </p:stCondLst>
                                            </p:cTn>
                                            <p:tgtEl>
                                              <p:spTgt spid="3133"/>
                                            </p:tgtEl>
                                            <p:attrNameLst>
                                              <p:attrName>style.visibility</p:attrName>
                                            </p:attrNameLst>
                                          </p:cBhvr>
                                          <p:to>
                                            <p:strVal val="visible"/>
                                          </p:to>
                                        </p:set>
                                        <p:anim calcmode="lin" valueType="num">
                                          <p:cBhvr additive="base">
                                            <p:cTn id="28" dur="1000" fill="hold"/>
                                            <p:tgtEl>
                                              <p:spTgt spid="3133"/>
                                            </p:tgtEl>
                                            <p:attrNameLst>
                                              <p:attrName>ppt_x</p:attrName>
                                            </p:attrNameLst>
                                          </p:cBhvr>
                                          <p:tavLst>
                                            <p:tav tm="0">
                                              <p:val>
                                                <p:strVal val="#ppt_x"/>
                                              </p:val>
                                            </p:tav>
                                            <p:tav tm="100000">
                                              <p:val>
                                                <p:strVal val="#ppt_x"/>
                                              </p:val>
                                            </p:tav>
                                          </p:tavLst>
                                        </p:anim>
                                        <p:anim calcmode="lin" valueType="num">
                                          <p:cBhvr additive="base">
                                            <p:cTn id="29" dur="1000" fill="hold"/>
                                            <p:tgtEl>
                                              <p:spTgt spid="3133"/>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stCondLst>
                                        <p:cond delay="500"/>
                                      </p:stCondLst>
                                      <p:childTnLst>
                                        <p:set>
                                          <p:cBhvr>
                                            <p:cTn id="31" dur="1" fill="hold">
                                              <p:stCondLst>
                                                <p:cond delay="0"/>
                                              </p:stCondLst>
                                            </p:cTn>
                                            <p:tgtEl>
                                              <p:spTgt spid="3084"/>
                                            </p:tgtEl>
                                            <p:attrNameLst>
                                              <p:attrName>style.visibility</p:attrName>
                                            </p:attrNameLst>
                                          </p:cBhvr>
                                          <p:to>
                                            <p:strVal val="visible"/>
                                          </p:to>
                                        </p:set>
                                        <p:anim calcmode="lin" valueType="num">
                                          <p:cBhvr additive="base">
                                            <p:cTn id="32" dur="1000" fill="hold"/>
                                            <p:tgtEl>
                                              <p:spTgt spid="3084"/>
                                            </p:tgtEl>
                                            <p:attrNameLst>
                                              <p:attrName>ppt_x</p:attrName>
                                            </p:attrNameLst>
                                          </p:cBhvr>
                                          <p:tavLst>
                                            <p:tav tm="0">
                                              <p:val>
                                                <p:strVal val="#ppt_x"/>
                                              </p:val>
                                            </p:tav>
                                            <p:tav tm="100000">
                                              <p:val>
                                                <p:strVal val="#ppt_x"/>
                                              </p:val>
                                            </p:tav>
                                          </p:tavLst>
                                        </p:anim>
                                        <p:anim calcmode="lin" valueType="num">
                                          <p:cBhvr additive="base">
                                            <p:cTn id="33" dur="1000" fill="hold"/>
                                            <p:tgtEl>
                                              <p:spTgt spid="3084"/>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stCondLst>
                                        <p:cond delay="600"/>
                                      </p:stCondLst>
                                      <p:childTnLst>
                                        <p:set>
                                          <p:cBhvr>
                                            <p:cTn id="35" dur="1" fill="hold">
                                              <p:stCondLst>
                                                <p:cond delay="0"/>
                                              </p:stCondLst>
                                            </p:cTn>
                                            <p:tgtEl>
                                              <p:spTgt spid="3102"/>
                                            </p:tgtEl>
                                            <p:attrNameLst>
                                              <p:attrName>style.visibility</p:attrName>
                                            </p:attrNameLst>
                                          </p:cBhvr>
                                          <p:to>
                                            <p:strVal val="visible"/>
                                          </p:to>
                                        </p:set>
                                        <p:anim calcmode="lin" valueType="num">
                                          <p:cBhvr additive="base">
                                            <p:cTn id="36" dur="1000" fill="hold"/>
                                            <p:tgtEl>
                                              <p:spTgt spid="3102"/>
                                            </p:tgtEl>
                                            <p:attrNameLst>
                                              <p:attrName>ppt_x</p:attrName>
                                            </p:attrNameLst>
                                          </p:cBhvr>
                                          <p:tavLst>
                                            <p:tav tm="0">
                                              <p:val>
                                                <p:strVal val="#ppt_x"/>
                                              </p:val>
                                            </p:tav>
                                            <p:tav tm="100000">
                                              <p:val>
                                                <p:strVal val="#ppt_x"/>
                                              </p:val>
                                            </p:tav>
                                          </p:tavLst>
                                        </p:anim>
                                        <p:anim calcmode="lin" valueType="num">
                                          <p:cBhvr additive="base">
                                            <p:cTn id="37" dur="1000" fill="hold"/>
                                            <p:tgtEl>
                                              <p:spTgt spid="3102"/>
                                            </p:tgtEl>
                                            <p:attrNameLst>
                                              <p:attrName>ppt_y</p:attrName>
                                            </p:attrNameLst>
                                          </p:cBhvr>
                                          <p:tavLst>
                                            <p:tav tm="0">
                                              <p:val>
                                                <p:strVal val="0-#ppt_h/2"/>
                                              </p:val>
                                            </p:tav>
                                            <p:tav tm="100000">
                                              <p:val>
                                                <p:strVal val="#ppt_y"/>
                                              </p:val>
                                            </p:tav>
                                          </p:tavLst>
                                        </p:anim>
                                      </p:childTnLst>
                                    </p:cTn>
                                  </p:par>
                                  <p:par>
                                    <p:cTn id="38" presetID="2" presetClass="entr" presetSubtype="1" fill="hold" grpId="0" nodeType="withEffect">
                                      <p:stCondLst>
                                        <p:cond delay="700"/>
                                      </p:stCondLst>
                                      <p:childTnLst>
                                        <p:set>
                                          <p:cBhvr>
                                            <p:cTn id="39" dur="1" fill="hold">
                                              <p:stCondLst>
                                                <p:cond delay="0"/>
                                              </p:stCondLst>
                                            </p:cTn>
                                            <p:tgtEl>
                                              <p:spTgt spid="3108"/>
                                            </p:tgtEl>
                                            <p:attrNameLst>
                                              <p:attrName>style.visibility</p:attrName>
                                            </p:attrNameLst>
                                          </p:cBhvr>
                                          <p:to>
                                            <p:strVal val="visible"/>
                                          </p:to>
                                        </p:set>
                                        <p:anim calcmode="lin" valueType="num">
                                          <p:cBhvr additive="base">
                                            <p:cTn id="40" dur="1000" fill="hold"/>
                                            <p:tgtEl>
                                              <p:spTgt spid="3108"/>
                                            </p:tgtEl>
                                            <p:attrNameLst>
                                              <p:attrName>ppt_x</p:attrName>
                                            </p:attrNameLst>
                                          </p:cBhvr>
                                          <p:tavLst>
                                            <p:tav tm="0">
                                              <p:val>
                                                <p:strVal val="#ppt_x"/>
                                              </p:val>
                                            </p:tav>
                                            <p:tav tm="100000">
                                              <p:val>
                                                <p:strVal val="#ppt_x"/>
                                              </p:val>
                                            </p:tav>
                                          </p:tavLst>
                                        </p:anim>
                                        <p:anim calcmode="lin" valueType="num">
                                          <p:cBhvr additive="base">
                                            <p:cTn id="41" dur="1000" fill="hold"/>
                                            <p:tgtEl>
                                              <p:spTgt spid="3108"/>
                                            </p:tgtEl>
                                            <p:attrNameLst>
                                              <p:attrName>ppt_y</p:attrName>
                                            </p:attrNameLst>
                                          </p:cBhvr>
                                          <p:tavLst>
                                            <p:tav tm="0">
                                              <p:val>
                                                <p:strVal val="0-#ppt_h/2"/>
                                              </p:val>
                                            </p:tav>
                                            <p:tav tm="100000">
                                              <p:val>
                                                <p:strVal val="#ppt_y"/>
                                              </p:val>
                                            </p:tav>
                                          </p:tavLst>
                                        </p:anim>
                                      </p:childTnLst>
                                    </p:cTn>
                                  </p:par>
                                  <p:par>
                                    <p:cTn id="42" presetID="2" presetClass="entr" presetSubtype="1" fill="hold" grpId="0" nodeType="withEffect">
                                      <p:stCondLst>
                                        <p:cond delay="800"/>
                                      </p:stCondLst>
                                      <p:childTnLst>
                                        <p:set>
                                          <p:cBhvr>
                                            <p:cTn id="43" dur="1" fill="hold">
                                              <p:stCondLst>
                                                <p:cond delay="0"/>
                                              </p:stCondLst>
                                            </p:cTn>
                                            <p:tgtEl>
                                              <p:spTgt spid="3107"/>
                                            </p:tgtEl>
                                            <p:attrNameLst>
                                              <p:attrName>style.visibility</p:attrName>
                                            </p:attrNameLst>
                                          </p:cBhvr>
                                          <p:to>
                                            <p:strVal val="visible"/>
                                          </p:to>
                                        </p:set>
                                        <p:anim calcmode="lin" valueType="num">
                                          <p:cBhvr additive="base">
                                            <p:cTn id="44" dur="1000" fill="hold"/>
                                            <p:tgtEl>
                                              <p:spTgt spid="3107"/>
                                            </p:tgtEl>
                                            <p:attrNameLst>
                                              <p:attrName>ppt_x</p:attrName>
                                            </p:attrNameLst>
                                          </p:cBhvr>
                                          <p:tavLst>
                                            <p:tav tm="0">
                                              <p:val>
                                                <p:strVal val="#ppt_x"/>
                                              </p:val>
                                            </p:tav>
                                            <p:tav tm="100000">
                                              <p:val>
                                                <p:strVal val="#ppt_x"/>
                                              </p:val>
                                            </p:tav>
                                          </p:tavLst>
                                        </p:anim>
                                        <p:anim calcmode="lin" valueType="num">
                                          <p:cBhvr additive="base">
                                            <p:cTn id="45" dur="1000" fill="hold"/>
                                            <p:tgtEl>
                                              <p:spTgt spid="3107"/>
                                            </p:tgtEl>
                                            <p:attrNameLst>
                                              <p:attrName>ppt_y</p:attrName>
                                            </p:attrNameLst>
                                          </p:cBhvr>
                                          <p:tavLst>
                                            <p:tav tm="0">
                                              <p:val>
                                                <p:strVal val="0-#ppt_h/2"/>
                                              </p:val>
                                            </p:tav>
                                            <p:tav tm="100000">
                                              <p:val>
                                                <p:strVal val="#ppt_y"/>
                                              </p:val>
                                            </p:tav>
                                          </p:tavLst>
                                        </p:anim>
                                      </p:childTnLst>
                                    </p:cTn>
                                  </p:par>
                                  <p:par>
                                    <p:cTn id="46" presetID="2" presetClass="entr" presetSubtype="1" fill="hold" grpId="0" nodeType="withEffect">
                                      <p:stCondLst>
                                        <p:cond delay="900"/>
                                      </p:stCondLst>
                                      <p:childTnLst>
                                        <p:set>
                                          <p:cBhvr>
                                            <p:cTn id="47" dur="1" fill="hold">
                                              <p:stCondLst>
                                                <p:cond delay="0"/>
                                              </p:stCondLst>
                                            </p:cTn>
                                            <p:tgtEl>
                                              <p:spTgt spid="3085"/>
                                            </p:tgtEl>
                                            <p:attrNameLst>
                                              <p:attrName>style.visibility</p:attrName>
                                            </p:attrNameLst>
                                          </p:cBhvr>
                                          <p:to>
                                            <p:strVal val="visible"/>
                                          </p:to>
                                        </p:set>
                                        <p:anim calcmode="lin" valueType="num">
                                          <p:cBhvr additive="base">
                                            <p:cTn id="48" dur="1000" fill="hold"/>
                                            <p:tgtEl>
                                              <p:spTgt spid="3085"/>
                                            </p:tgtEl>
                                            <p:attrNameLst>
                                              <p:attrName>ppt_x</p:attrName>
                                            </p:attrNameLst>
                                          </p:cBhvr>
                                          <p:tavLst>
                                            <p:tav tm="0">
                                              <p:val>
                                                <p:strVal val="#ppt_x"/>
                                              </p:val>
                                            </p:tav>
                                            <p:tav tm="100000">
                                              <p:val>
                                                <p:strVal val="#ppt_x"/>
                                              </p:val>
                                            </p:tav>
                                          </p:tavLst>
                                        </p:anim>
                                        <p:anim calcmode="lin" valueType="num">
                                          <p:cBhvr additive="base">
                                            <p:cTn id="49" dur="1000" fill="hold"/>
                                            <p:tgtEl>
                                              <p:spTgt spid="3085"/>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1000"/>
                                      </p:stCondLst>
                                      <p:childTnLst>
                                        <p:set>
                                          <p:cBhvr>
                                            <p:cTn id="51" dur="1" fill="hold">
                                              <p:stCondLst>
                                                <p:cond delay="0"/>
                                              </p:stCondLst>
                                            </p:cTn>
                                            <p:tgtEl>
                                              <p:spTgt spid="3135"/>
                                            </p:tgtEl>
                                            <p:attrNameLst>
                                              <p:attrName>style.visibility</p:attrName>
                                            </p:attrNameLst>
                                          </p:cBhvr>
                                          <p:to>
                                            <p:strVal val="visible"/>
                                          </p:to>
                                        </p:set>
                                        <p:anim calcmode="lin" valueType="num">
                                          <p:cBhvr additive="base">
                                            <p:cTn id="52" dur="1000" fill="hold"/>
                                            <p:tgtEl>
                                              <p:spTgt spid="3135"/>
                                            </p:tgtEl>
                                            <p:attrNameLst>
                                              <p:attrName>ppt_x</p:attrName>
                                            </p:attrNameLst>
                                          </p:cBhvr>
                                          <p:tavLst>
                                            <p:tav tm="0">
                                              <p:val>
                                                <p:strVal val="#ppt_x"/>
                                              </p:val>
                                            </p:tav>
                                            <p:tav tm="100000">
                                              <p:val>
                                                <p:strVal val="#ppt_x"/>
                                              </p:val>
                                            </p:tav>
                                          </p:tavLst>
                                        </p:anim>
                                        <p:anim calcmode="lin" valueType="num">
                                          <p:cBhvr additive="base">
                                            <p:cTn id="53" dur="1000" fill="hold"/>
                                            <p:tgtEl>
                                              <p:spTgt spid="3135"/>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0"/>
                                      </p:stCondLst>
                                      <p:childTnLst>
                                        <p:set>
                                          <p:cBhvr>
                                            <p:cTn id="55" dur="1" fill="hold">
                                              <p:stCondLst>
                                                <p:cond delay="0"/>
                                              </p:stCondLst>
                                            </p:cTn>
                                            <p:tgtEl>
                                              <p:spTgt spid="3125"/>
                                            </p:tgtEl>
                                            <p:attrNameLst>
                                              <p:attrName>style.visibility</p:attrName>
                                            </p:attrNameLst>
                                          </p:cBhvr>
                                          <p:to>
                                            <p:strVal val="visible"/>
                                          </p:to>
                                        </p:set>
                                        <p:anim calcmode="lin" valueType="num">
                                          <p:cBhvr additive="base">
                                            <p:cTn id="56" dur="1000" fill="hold"/>
                                            <p:tgtEl>
                                              <p:spTgt spid="3125"/>
                                            </p:tgtEl>
                                            <p:attrNameLst>
                                              <p:attrName>ppt_x</p:attrName>
                                            </p:attrNameLst>
                                          </p:cBhvr>
                                          <p:tavLst>
                                            <p:tav tm="0">
                                              <p:val>
                                                <p:strVal val="#ppt_x"/>
                                              </p:val>
                                            </p:tav>
                                            <p:tav tm="100000">
                                              <p:val>
                                                <p:strVal val="#ppt_x"/>
                                              </p:val>
                                            </p:tav>
                                          </p:tavLst>
                                        </p:anim>
                                        <p:anim calcmode="lin" valueType="num">
                                          <p:cBhvr additive="base">
                                            <p:cTn id="57" dur="1000" fill="hold"/>
                                            <p:tgtEl>
                                              <p:spTgt spid="3125"/>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100"/>
                                      </p:stCondLst>
                                      <p:childTnLst>
                                        <p:set>
                                          <p:cBhvr>
                                            <p:cTn id="59" dur="1" fill="hold">
                                              <p:stCondLst>
                                                <p:cond delay="0"/>
                                              </p:stCondLst>
                                            </p:cTn>
                                            <p:tgtEl>
                                              <p:spTgt spid="3131"/>
                                            </p:tgtEl>
                                            <p:attrNameLst>
                                              <p:attrName>style.visibility</p:attrName>
                                            </p:attrNameLst>
                                          </p:cBhvr>
                                          <p:to>
                                            <p:strVal val="visible"/>
                                          </p:to>
                                        </p:set>
                                        <p:anim calcmode="lin" valueType="num">
                                          <p:cBhvr additive="base">
                                            <p:cTn id="60" dur="1000" fill="hold"/>
                                            <p:tgtEl>
                                              <p:spTgt spid="3131"/>
                                            </p:tgtEl>
                                            <p:attrNameLst>
                                              <p:attrName>ppt_x</p:attrName>
                                            </p:attrNameLst>
                                          </p:cBhvr>
                                          <p:tavLst>
                                            <p:tav tm="0">
                                              <p:val>
                                                <p:strVal val="#ppt_x"/>
                                              </p:val>
                                            </p:tav>
                                            <p:tav tm="100000">
                                              <p:val>
                                                <p:strVal val="#ppt_x"/>
                                              </p:val>
                                            </p:tav>
                                          </p:tavLst>
                                        </p:anim>
                                        <p:anim calcmode="lin" valueType="num">
                                          <p:cBhvr additive="base">
                                            <p:cTn id="61" dur="1000" fill="hold"/>
                                            <p:tgtEl>
                                              <p:spTgt spid="3131"/>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200"/>
                                      </p:stCondLst>
                                      <p:childTnLst>
                                        <p:set>
                                          <p:cBhvr>
                                            <p:cTn id="63" dur="1" fill="hold">
                                              <p:stCondLst>
                                                <p:cond delay="0"/>
                                              </p:stCondLst>
                                            </p:cTn>
                                            <p:tgtEl>
                                              <p:spTgt spid="3098"/>
                                            </p:tgtEl>
                                            <p:attrNameLst>
                                              <p:attrName>style.visibility</p:attrName>
                                            </p:attrNameLst>
                                          </p:cBhvr>
                                          <p:to>
                                            <p:strVal val="visible"/>
                                          </p:to>
                                        </p:set>
                                        <p:anim calcmode="lin" valueType="num">
                                          <p:cBhvr additive="base">
                                            <p:cTn id="64" dur="1000" fill="hold"/>
                                            <p:tgtEl>
                                              <p:spTgt spid="3098"/>
                                            </p:tgtEl>
                                            <p:attrNameLst>
                                              <p:attrName>ppt_x</p:attrName>
                                            </p:attrNameLst>
                                          </p:cBhvr>
                                          <p:tavLst>
                                            <p:tav tm="0">
                                              <p:val>
                                                <p:strVal val="#ppt_x"/>
                                              </p:val>
                                            </p:tav>
                                            <p:tav tm="100000">
                                              <p:val>
                                                <p:strVal val="#ppt_x"/>
                                              </p:val>
                                            </p:tav>
                                          </p:tavLst>
                                        </p:anim>
                                        <p:anim calcmode="lin" valueType="num">
                                          <p:cBhvr additive="base">
                                            <p:cTn id="65" dur="1000" fill="hold"/>
                                            <p:tgtEl>
                                              <p:spTgt spid="3098"/>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300"/>
                                      </p:stCondLst>
                                      <p:childTnLst>
                                        <p:set>
                                          <p:cBhvr>
                                            <p:cTn id="67" dur="1" fill="hold">
                                              <p:stCondLst>
                                                <p:cond delay="0"/>
                                              </p:stCondLst>
                                            </p:cTn>
                                            <p:tgtEl>
                                              <p:spTgt spid="3089"/>
                                            </p:tgtEl>
                                            <p:attrNameLst>
                                              <p:attrName>style.visibility</p:attrName>
                                            </p:attrNameLst>
                                          </p:cBhvr>
                                          <p:to>
                                            <p:strVal val="visible"/>
                                          </p:to>
                                        </p:set>
                                        <p:anim calcmode="lin" valueType="num">
                                          <p:cBhvr additive="base">
                                            <p:cTn id="68" dur="1000" fill="hold"/>
                                            <p:tgtEl>
                                              <p:spTgt spid="3089"/>
                                            </p:tgtEl>
                                            <p:attrNameLst>
                                              <p:attrName>ppt_x</p:attrName>
                                            </p:attrNameLst>
                                          </p:cBhvr>
                                          <p:tavLst>
                                            <p:tav tm="0">
                                              <p:val>
                                                <p:strVal val="#ppt_x"/>
                                              </p:val>
                                            </p:tav>
                                            <p:tav tm="100000">
                                              <p:val>
                                                <p:strVal val="#ppt_x"/>
                                              </p:val>
                                            </p:tav>
                                          </p:tavLst>
                                        </p:anim>
                                        <p:anim calcmode="lin" valueType="num">
                                          <p:cBhvr additive="base">
                                            <p:cTn id="69" dur="1000" fill="hold"/>
                                            <p:tgtEl>
                                              <p:spTgt spid="3089"/>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400"/>
                                      </p:stCondLst>
                                      <p:childTnLst>
                                        <p:set>
                                          <p:cBhvr>
                                            <p:cTn id="71" dur="1" fill="hold">
                                              <p:stCondLst>
                                                <p:cond delay="0"/>
                                              </p:stCondLst>
                                            </p:cTn>
                                            <p:tgtEl>
                                              <p:spTgt spid="3086"/>
                                            </p:tgtEl>
                                            <p:attrNameLst>
                                              <p:attrName>style.visibility</p:attrName>
                                            </p:attrNameLst>
                                          </p:cBhvr>
                                          <p:to>
                                            <p:strVal val="visible"/>
                                          </p:to>
                                        </p:set>
                                        <p:anim calcmode="lin" valueType="num">
                                          <p:cBhvr additive="base">
                                            <p:cTn id="72" dur="1000" fill="hold"/>
                                            <p:tgtEl>
                                              <p:spTgt spid="3086"/>
                                            </p:tgtEl>
                                            <p:attrNameLst>
                                              <p:attrName>ppt_x</p:attrName>
                                            </p:attrNameLst>
                                          </p:cBhvr>
                                          <p:tavLst>
                                            <p:tav tm="0">
                                              <p:val>
                                                <p:strVal val="#ppt_x"/>
                                              </p:val>
                                            </p:tav>
                                            <p:tav tm="100000">
                                              <p:val>
                                                <p:strVal val="#ppt_x"/>
                                              </p:val>
                                            </p:tav>
                                          </p:tavLst>
                                        </p:anim>
                                        <p:anim calcmode="lin" valueType="num">
                                          <p:cBhvr additive="base">
                                            <p:cTn id="73" dur="1000" fill="hold"/>
                                            <p:tgtEl>
                                              <p:spTgt spid="308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500"/>
                                      </p:stCondLst>
                                      <p:childTnLst>
                                        <p:set>
                                          <p:cBhvr>
                                            <p:cTn id="75" dur="1" fill="hold">
                                              <p:stCondLst>
                                                <p:cond delay="0"/>
                                              </p:stCondLst>
                                            </p:cTn>
                                            <p:tgtEl>
                                              <p:spTgt spid="3112"/>
                                            </p:tgtEl>
                                            <p:attrNameLst>
                                              <p:attrName>style.visibility</p:attrName>
                                            </p:attrNameLst>
                                          </p:cBhvr>
                                          <p:to>
                                            <p:strVal val="visible"/>
                                          </p:to>
                                        </p:set>
                                        <p:anim calcmode="lin" valueType="num">
                                          <p:cBhvr additive="base">
                                            <p:cTn id="76" dur="1000" fill="hold"/>
                                            <p:tgtEl>
                                              <p:spTgt spid="3112"/>
                                            </p:tgtEl>
                                            <p:attrNameLst>
                                              <p:attrName>ppt_x</p:attrName>
                                            </p:attrNameLst>
                                          </p:cBhvr>
                                          <p:tavLst>
                                            <p:tav tm="0">
                                              <p:val>
                                                <p:strVal val="#ppt_x"/>
                                              </p:val>
                                            </p:tav>
                                            <p:tav tm="100000">
                                              <p:val>
                                                <p:strVal val="#ppt_x"/>
                                              </p:val>
                                            </p:tav>
                                          </p:tavLst>
                                        </p:anim>
                                        <p:anim calcmode="lin" valueType="num">
                                          <p:cBhvr additive="base">
                                            <p:cTn id="77" dur="1000" fill="hold"/>
                                            <p:tgtEl>
                                              <p:spTgt spid="3112"/>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600"/>
                                      </p:stCondLst>
                                      <p:childTnLst>
                                        <p:set>
                                          <p:cBhvr>
                                            <p:cTn id="79" dur="1" fill="hold">
                                              <p:stCondLst>
                                                <p:cond delay="0"/>
                                              </p:stCondLst>
                                            </p:cTn>
                                            <p:tgtEl>
                                              <p:spTgt spid="3094"/>
                                            </p:tgtEl>
                                            <p:attrNameLst>
                                              <p:attrName>style.visibility</p:attrName>
                                            </p:attrNameLst>
                                          </p:cBhvr>
                                          <p:to>
                                            <p:strVal val="visible"/>
                                          </p:to>
                                        </p:set>
                                        <p:anim calcmode="lin" valueType="num">
                                          <p:cBhvr additive="base">
                                            <p:cTn id="80" dur="1000" fill="hold"/>
                                            <p:tgtEl>
                                              <p:spTgt spid="3094"/>
                                            </p:tgtEl>
                                            <p:attrNameLst>
                                              <p:attrName>ppt_x</p:attrName>
                                            </p:attrNameLst>
                                          </p:cBhvr>
                                          <p:tavLst>
                                            <p:tav tm="0">
                                              <p:val>
                                                <p:strVal val="#ppt_x"/>
                                              </p:val>
                                            </p:tav>
                                            <p:tav tm="100000">
                                              <p:val>
                                                <p:strVal val="#ppt_x"/>
                                              </p:val>
                                            </p:tav>
                                          </p:tavLst>
                                        </p:anim>
                                        <p:anim calcmode="lin" valueType="num">
                                          <p:cBhvr additive="base">
                                            <p:cTn id="81" dur="1000" fill="hold"/>
                                            <p:tgtEl>
                                              <p:spTgt spid="3094"/>
                                            </p:tgtEl>
                                            <p:attrNameLst>
                                              <p:attrName>ppt_y</p:attrName>
                                            </p:attrNameLst>
                                          </p:cBhvr>
                                          <p:tavLst>
                                            <p:tav tm="0">
                                              <p:val>
                                                <p:strVal val="0-#ppt_h/2"/>
                                              </p:val>
                                            </p:tav>
                                            <p:tav tm="100000">
                                              <p:val>
                                                <p:strVal val="#ppt_y"/>
                                              </p:val>
                                            </p:tav>
                                          </p:tavLst>
                                        </p:anim>
                                      </p:childTnLst>
                                    </p:cTn>
                                  </p:par>
                                  <p:par>
                                    <p:cTn id="82" presetID="2" presetClass="entr" presetSubtype="1" fill="hold" grpId="0" nodeType="withEffect">
                                      <p:stCondLst>
                                        <p:cond delay="700"/>
                                      </p:stCondLst>
                                      <p:childTnLst>
                                        <p:set>
                                          <p:cBhvr>
                                            <p:cTn id="83" dur="1" fill="hold">
                                              <p:stCondLst>
                                                <p:cond delay="0"/>
                                              </p:stCondLst>
                                            </p:cTn>
                                            <p:tgtEl>
                                              <p:spTgt spid="3123"/>
                                            </p:tgtEl>
                                            <p:attrNameLst>
                                              <p:attrName>style.visibility</p:attrName>
                                            </p:attrNameLst>
                                          </p:cBhvr>
                                          <p:to>
                                            <p:strVal val="visible"/>
                                          </p:to>
                                        </p:set>
                                        <p:anim calcmode="lin" valueType="num">
                                          <p:cBhvr additive="base">
                                            <p:cTn id="84" dur="1000" fill="hold"/>
                                            <p:tgtEl>
                                              <p:spTgt spid="3123"/>
                                            </p:tgtEl>
                                            <p:attrNameLst>
                                              <p:attrName>ppt_x</p:attrName>
                                            </p:attrNameLst>
                                          </p:cBhvr>
                                          <p:tavLst>
                                            <p:tav tm="0">
                                              <p:val>
                                                <p:strVal val="#ppt_x"/>
                                              </p:val>
                                            </p:tav>
                                            <p:tav tm="100000">
                                              <p:val>
                                                <p:strVal val="#ppt_x"/>
                                              </p:val>
                                            </p:tav>
                                          </p:tavLst>
                                        </p:anim>
                                        <p:anim calcmode="lin" valueType="num">
                                          <p:cBhvr additive="base">
                                            <p:cTn id="85" dur="1000" fill="hold"/>
                                            <p:tgtEl>
                                              <p:spTgt spid="3123"/>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stCondLst>
                                        <p:cond delay="800"/>
                                      </p:stCondLst>
                                      <p:childTnLst>
                                        <p:set>
                                          <p:cBhvr>
                                            <p:cTn id="87" dur="1" fill="hold">
                                              <p:stCondLst>
                                                <p:cond delay="0"/>
                                              </p:stCondLst>
                                            </p:cTn>
                                            <p:tgtEl>
                                              <p:spTgt spid="3119"/>
                                            </p:tgtEl>
                                            <p:attrNameLst>
                                              <p:attrName>style.visibility</p:attrName>
                                            </p:attrNameLst>
                                          </p:cBhvr>
                                          <p:to>
                                            <p:strVal val="visible"/>
                                          </p:to>
                                        </p:set>
                                        <p:anim calcmode="lin" valueType="num">
                                          <p:cBhvr additive="base">
                                            <p:cTn id="88" dur="1000" fill="hold"/>
                                            <p:tgtEl>
                                              <p:spTgt spid="3119"/>
                                            </p:tgtEl>
                                            <p:attrNameLst>
                                              <p:attrName>ppt_x</p:attrName>
                                            </p:attrNameLst>
                                          </p:cBhvr>
                                          <p:tavLst>
                                            <p:tav tm="0">
                                              <p:val>
                                                <p:strVal val="#ppt_x"/>
                                              </p:val>
                                            </p:tav>
                                            <p:tav tm="100000">
                                              <p:val>
                                                <p:strVal val="#ppt_x"/>
                                              </p:val>
                                            </p:tav>
                                          </p:tavLst>
                                        </p:anim>
                                        <p:anim calcmode="lin" valueType="num">
                                          <p:cBhvr additive="base">
                                            <p:cTn id="89" dur="1000" fill="hold"/>
                                            <p:tgtEl>
                                              <p:spTgt spid="3119"/>
                                            </p:tgtEl>
                                            <p:attrNameLst>
                                              <p:attrName>ppt_y</p:attrName>
                                            </p:attrNameLst>
                                          </p:cBhvr>
                                          <p:tavLst>
                                            <p:tav tm="0">
                                              <p:val>
                                                <p:strVal val="0-#ppt_h/2"/>
                                              </p:val>
                                            </p:tav>
                                            <p:tav tm="100000">
                                              <p:val>
                                                <p:strVal val="#ppt_y"/>
                                              </p:val>
                                            </p:tav>
                                          </p:tavLst>
                                        </p:anim>
                                      </p:childTnLst>
                                    </p:cTn>
                                  </p:par>
                                  <p:par>
                                    <p:cTn id="90" presetID="2" presetClass="entr" presetSubtype="1" fill="hold" grpId="0" nodeType="withEffect">
                                      <p:stCondLst>
                                        <p:cond delay="900"/>
                                      </p:stCondLst>
                                      <p:childTnLst>
                                        <p:set>
                                          <p:cBhvr>
                                            <p:cTn id="91" dur="1" fill="hold">
                                              <p:stCondLst>
                                                <p:cond delay="0"/>
                                              </p:stCondLst>
                                            </p:cTn>
                                            <p:tgtEl>
                                              <p:spTgt spid="3092"/>
                                            </p:tgtEl>
                                            <p:attrNameLst>
                                              <p:attrName>style.visibility</p:attrName>
                                            </p:attrNameLst>
                                          </p:cBhvr>
                                          <p:to>
                                            <p:strVal val="visible"/>
                                          </p:to>
                                        </p:set>
                                        <p:anim calcmode="lin" valueType="num">
                                          <p:cBhvr additive="base">
                                            <p:cTn id="92" dur="1000" fill="hold"/>
                                            <p:tgtEl>
                                              <p:spTgt spid="3092"/>
                                            </p:tgtEl>
                                            <p:attrNameLst>
                                              <p:attrName>ppt_x</p:attrName>
                                            </p:attrNameLst>
                                          </p:cBhvr>
                                          <p:tavLst>
                                            <p:tav tm="0">
                                              <p:val>
                                                <p:strVal val="#ppt_x"/>
                                              </p:val>
                                            </p:tav>
                                            <p:tav tm="100000">
                                              <p:val>
                                                <p:strVal val="#ppt_x"/>
                                              </p:val>
                                            </p:tav>
                                          </p:tavLst>
                                        </p:anim>
                                        <p:anim calcmode="lin" valueType="num">
                                          <p:cBhvr additive="base">
                                            <p:cTn id="93" dur="1000" fill="hold"/>
                                            <p:tgtEl>
                                              <p:spTgt spid="3092"/>
                                            </p:tgtEl>
                                            <p:attrNameLst>
                                              <p:attrName>ppt_y</p:attrName>
                                            </p:attrNameLst>
                                          </p:cBhvr>
                                          <p:tavLst>
                                            <p:tav tm="0">
                                              <p:val>
                                                <p:strVal val="0-#ppt_h/2"/>
                                              </p:val>
                                            </p:tav>
                                            <p:tav tm="100000">
                                              <p:val>
                                                <p:strVal val="#ppt_y"/>
                                              </p:val>
                                            </p:tav>
                                          </p:tavLst>
                                        </p:anim>
                                      </p:childTnLst>
                                    </p:cTn>
                                  </p:par>
                                  <p:par>
                                    <p:cTn id="94" presetID="2" presetClass="entr" presetSubtype="1" fill="hold" grpId="0" nodeType="withEffect">
                                      <p:stCondLst>
                                        <p:cond delay="1000"/>
                                      </p:stCondLst>
                                      <p:childTnLst>
                                        <p:set>
                                          <p:cBhvr>
                                            <p:cTn id="95" dur="1" fill="hold">
                                              <p:stCondLst>
                                                <p:cond delay="0"/>
                                              </p:stCondLst>
                                            </p:cTn>
                                            <p:tgtEl>
                                              <p:spTgt spid="3082"/>
                                            </p:tgtEl>
                                            <p:attrNameLst>
                                              <p:attrName>style.visibility</p:attrName>
                                            </p:attrNameLst>
                                          </p:cBhvr>
                                          <p:to>
                                            <p:strVal val="visible"/>
                                          </p:to>
                                        </p:set>
                                        <p:anim calcmode="lin" valueType="num">
                                          <p:cBhvr additive="base">
                                            <p:cTn id="96" dur="1000" fill="hold"/>
                                            <p:tgtEl>
                                              <p:spTgt spid="3082"/>
                                            </p:tgtEl>
                                            <p:attrNameLst>
                                              <p:attrName>ppt_x</p:attrName>
                                            </p:attrNameLst>
                                          </p:cBhvr>
                                          <p:tavLst>
                                            <p:tav tm="0">
                                              <p:val>
                                                <p:strVal val="#ppt_x"/>
                                              </p:val>
                                            </p:tav>
                                            <p:tav tm="100000">
                                              <p:val>
                                                <p:strVal val="#ppt_x"/>
                                              </p:val>
                                            </p:tav>
                                          </p:tavLst>
                                        </p:anim>
                                        <p:anim calcmode="lin" valueType="num">
                                          <p:cBhvr additive="base">
                                            <p:cTn id="97" dur="1000" fill="hold"/>
                                            <p:tgtEl>
                                              <p:spTgt spid="3082"/>
                                            </p:tgtEl>
                                            <p:attrNameLst>
                                              <p:attrName>ppt_y</p:attrName>
                                            </p:attrNameLst>
                                          </p:cBhvr>
                                          <p:tavLst>
                                            <p:tav tm="0">
                                              <p:val>
                                                <p:strVal val="0-#ppt_h/2"/>
                                              </p:val>
                                            </p:tav>
                                            <p:tav tm="100000">
                                              <p:val>
                                                <p:strVal val="#ppt_y"/>
                                              </p:val>
                                            </p:tav>
                                          </p:tavLst>
                                        </p:anim>
                                      </p:childTnLst>
                                    </p:cTn>
                                  </p:par>
                                  <p:par>
                                    <p:cTn id="98" presetID="2" presetClass="entr" presetSubtype="1" fill="hold" grpId="0" nodeType="withEffect">
                                      <p:stCondLst>
                                        <p:cond delay="0"/>
                                      </p:stCondLst>
                                      <p:childTnLst>
                                        <p:set>
                                          <p:cBhvr>
                                            <p:cTn id="99" dur="1" fill="hold">
                                              <p:stCondLst>
                                                <p:cond delay="0"/>
                                              </p:stCondLst>
                                            </p:cTn>
                                            <p:tgtEl>
                                              <p:spTgt spid="3128"/>
                                            </p:tgtEl>
                                            <p:attrNameLst>
                                              <p:attrName>style.visibility</p:attrName>
                                            </p:attrNameLst>
                                          </p:cBhvr>
                                          <p:to>
                                            <p:strVal val="visible"/>
                                          </p:to>
                                        </p:set>
                                        <p:anim calcmode="lin" valueType="num">
                                          <p:cBhvr additive="base">
                                            <p:cTn id="100" dur="1000" fill="hold"/>
                                            <p:tgtEl>
                                              <p:spTgt spid="3128"/>
                                            </p:tgtEl>
                                            <p:attrNameLst>
                                              <p:attrName>ppt_x</p:attrName>
                                            </p:attrNameLst>
                                          </p:cBhvr>
                                          <p:tavLst>
                                            <p:tav tm="0">
                                              <p:val>
                                                <p:strVal val="#ppt_x"/>
                                              </p:val>
                                            </p:tav>
                                            <p:tav tm="100000">
                                              <p:val>
                                                <p:strVal val="#ppt_x"/>
                                              </p:val>
                                            </p:tav>
                                          </p:tavLst>
                                        </p:anim>
                                        <p:anim calcmode="lin" valueType="num">
                                          <p:cBhvr additive="base">
                                            <p:cTn id="101" dur="1000" fill="hold"/>
                                            <p:tgtEl>
                                              <p:spTgt spid="3128"/>
                                            </p:tgtEl>
                                            <p:attrNameLst>
                                              <p:attrName>ppt_y</p:attrName>
                                            </p:attrNameLst>
                                          </p:cBhvr>
                                          <p:tavLst>
                                            <p:tav tm="0">
                                              <p:val>
                                                <p:strVal val="0-#ppt_h/2"/>
                                              </p:val>
                                            </p:tav>
                                            <p:tav tm="100000">
                                              <p:val>
                                                <p:strVal val="#ppt_y"/>
                                              </p:val>
                                            </p:tav>
                                          </p:tavLst>
                                        </p:anim>
                                      </p:childTnLst>
                                    </p:cTn>
                                  </p:par>
                                  <p:par>
                                    <p:cTn id="102" presetID="2" presetClass="entr" presetSubtype="1" fill="hold" grpId="0" nodeType="withEffect">
                                      <p:stCondLst>
                                        <p:cond delay="100"/>
                                      </p:stCondLst>
                                      <p:childTnLst>
                                        <p:set>
                                          <p:cBhvr>
                                            <p:cTn id="103" dur="1" fill="hold">
                                              <p:stCondLst>
                                                <p:cond delay="0"/>
                                              </p:stCondLst>
                                            </p:cTn>
                                            <p:tgtEl>
                                              <p:spTgt spid="3124"/>
                                            </p:tgtEl>
                                            <p:attrNameLst>
                                              <p:attrName>style.visibility</p:attrName>
                                            </p:attrNameLst>
                                          </p:cBhvr>
                                          <p:to>
                                            <p:strVal val="visible"/>
                                          </p:to>
                                        </p:set>
                                        <p:anim calcmode="lin" valueType="num">
                                          <p:cBhvr additive="base">
                                            <p:cTn id="104" dur="1000" fill="hold"/>
                                            <p:tgtEl>
                                              <p:spTgt spid="3124"/>
                                            </p:tgtEl>
                                            <p:attrNameLst>
                                              <p:attrName>ppt_x</p:attrName>
                                            </p:attrNameLst>
                                          </p:cBhvr>
                                          <p:tavLst>
                                            <p:tav tm="0">
                                              <p:val>
                                                <p:strVal val="#ppt_x"/>
                                              </p:val>
                                            </p:tav>
                                            <p:tav tm="100000">
                                              <p:val>
                                                <p:strVal val="#ppt_x"/>
                                              </p:val>
                                            </p:tav>
                                          </p:tavLst>
                                        </p:anim>
                                        <p:anim calcmode="lin" valueType="num">
                                          <p:cBhvr additive="base">
                                            <p:cTn id="105" dur="1000" fill="hold"/>
                                            <p:tgtEl>
                                              <p:spTgt spid="3124"/>
                                            </p:tgtEl>
                                            <p:attrNameLst>
                                              <p:attrName>ppt_y</p:attrName>
                                            </p:attrNameLst>
                                          </p:cBhvr>
                                          <p:tavLst>
                                            <p:tav tm="0">
                                              <p:val>
                                                <p:strVal val="0-#ppt_h/2"/>
                                              </p:val>
                                            </p:tav>
                                            <p:tav tm="100000">
                                              <p:val>
                                                <p:strVal val="#ppt_y"/>
                                              </p:val>
                                            </p:tav>
                                          </p:tavLst>
                                        </p:anim>
                                      </p:childTnLst>
                                    </p:cTn>
                                  </p:par>
                                  <p:par>
                                    <p:cTn id="106" presetID="2" presetClass="entr" presetSubtype="1" fill="hold" grpId="0" nodeType="withEffect">
                                      <p:stCondLst>
                                        <p:cond delay="200"/>
                                      </p:stCondLst>
                                      <p:childTnLst>
                                        <p:set>
                                          <p:cBhvr>
                                            <p:cTn id="107" dur="1" fill="hold">
                                              <p:stCondLst>
                                                <p:cond delay="0"/>
                                              </p:stCondLst>
                                            </p:cTn>
                                            <p:tgtEl>
                                              <p:spTgt spid="3118"/>
                                            </p:tgtEl>
                                            <p:attrNameLst>
                                              <p:attrName>style.visibility</p:attrName>
                                            </p:attrNameLst>
                                          </p:cBhvr>
                                          <p:to>
                                            <p:strVal val="visible"/>
                                          </p:to>
                                        </p:set>
                                        <p:anim calcmode="lin" valueType="num">
                                          <p:cBhvr additive="base">
                                            <p:cTn id="108" dur="1000" fill="hold"/>
                                            <p:tgtEl>
                                              <p:spTgt spid="3118"/>
                                            </p:tgtEl>
                                            <p:attrNameLst>
                                              <p:attrName>ppt_x</p:attrName>
                                            </p:attrNameLst>
                                          </p:cBhvr>
                                          <p:tavLst>
                                            <p:tav tm="0">
                                              <p:val>
                                                <p:strVal val="#ppt_x"/>
                                              </p:val>
                                            </p:tav>
                                            <p:tav tm="100000">
                                              <p:val>
                                                <p:strVal val="#ppt_x"/>
                                              </p:val>
                                            </p:tav>
                                          </p:tavLst>
                                        </p:anim>
                                        <p:anim calcmode="lin" valueType="num">
                                          <p:cBhvr additive="base">
                                            <p:cTn id="109" dur="1000" fill="hold"/>
                                            <p:tgtEl>
                                              <p:spTgt spid="3118"/>
                                            </p:tgtEl>
                                            <p:attrNameLst>
                                              <p:attrName>ppt_y</p:attrName>
                                            </p:attrNameLst>
                                          </p:cBhvr>
                                          <p:tavLst>
                                            <p:tav tm="0">
                                              <p:val>
                                                <p:strVal val="0-#ppt_h/2"/>
                                              </p:val>
                                            </p:tav>
                                            <p:tav tm="100000">
                                              <p:val>
                                                <p:strVal val="#ppt_y"/>
                                              </p:val>
                                            </p:tav>
                                          </p:tavLst>
                                        </p:anim>
                                      </p:childTnLst>
                                    </p:cTn>
                                  </p:par>
                                  <p:par>
                                    <p:cTn id="110" presetID="2" presetClass="entr" presetSubtype="1" fill="hold" grpId="0" nodeType="withEffect">
                                      <p:stCondLst>
                                        <p:cond delay="300"/>
                                      </p:stCondLst>
                                      <p:childTnLst>
                                        <p:set>
                                          <p:cBhvr>
                                            <p:cTn id="111" dur="1" fill="hold">
                                              <p:stCondLst>
                                                <p:cond delay="0"/>
                                              </p:stCondLst>
                                            </p:cTn>
                                            <p:tgtEl>
                                              <p:spTgt spid="3121"/>
                                            </p:tgtEl>
                                            <p:attrNameLst>
                                              <p:attrName>style.visibility</p:attrName>
                                            </p:attrNameLst>
                                          </p:cBhvr>
                                          <p:to>
                                            <p:strVal val="visible"/>
                                          </p:to>
                                        </p:set>
                                        <p:anim calcmode="lin" valueType="num">
                                          <p:cBhvr additive="base">
                                            <p:cTn id="112" dur="1000" fill="hold"/>
                                            <p:tgtEl>
                                              <p:spTgt spid="3121"/>
                                            </p:tgtEl>
                                            <p:attrNameLst>
                                              <p:attrName>ppt_x</p:attrName>
                                            </p:attrNameLst>
                                          </p:cBhvr>
                                          <p:tavLst>
                                            <p:tav tm="0">
                                              <p:val>
                                                <p:strVal val="#ppt_x"/>
                                              </p:val>
                                            </p:tav>
                                            <p:tav tm="100000">
                                              <p:val>
                                                <p:strVal val="#ppt_x"/>
                                              </p:val>
                                            </p:tav>
                                          </p:tavLst>
                                        </p:anim>
                                        <p:anim calcmode="lin" valueType="num">
                                          <p:cBhvr additive="base">
                                            <p:cTn id="113" dur="1000" fill="hold"/>
                                            <p:tgtEl>
                                              <p:spTgt spid="3121"/>
                                            </p:tgtEl>
                                            <p:attrNameLst>
                                              <p:attrName>ppt_y</p:attrName>
                                            </p:attrNameLst>
                                          </p:cBhvr>
                                          <p:tavLst>
                                            <p:tav tm="0">
                                              <p:val>
                                                <p:strVal val="0-#ppt_h/2"/>
                                              </p:val>
                                            </p:tav>
                                            <p:tav tm="100000">
                                              <p:val>
                                                <p:strVal val="#ppt_y"/>
                                              </p:val>
                                            </p:tav>
                                          </p:tavLst>
                                        </p:anim>
                                      </p:childTnLst>
                                    </p:cTn>
                                  </p:par>
                                  <p:par>
                                    <p:cTn id="114" presetID="2" presetClass="entr" presetSubtype="1" fill="hold" grpId="0" nodeType="withEffect">
                                      <p:stCondLst>
                                        <p:cond delay="400"/>
                                      </p:stCondLst>
                                      <p:childTnLst>
                                        <p:set>
                                          <p:cBhvr>
                                            <p:cTn id="115" dur="1" fill="hold">
                                              <p:stCondLst>
                                                <p:cond delay="0"/>
                                              </p:stCondLst>
                                            </p:cTn>
                                            <p:tgtEl>
                                              <p:spTgt spid="3130"/>
                                            </p:tgtEl>
                                            <p:attrNameLst>
                                              <p:attrName>style.visibility</p:attrName>
                                            </p:attrNameLst>
                                          </p:cBhvr>
                                          <p:to>
                                            <p:strVal val="visible"/>
                                          </p:to>
                                        </p:set>
                                        <p:anim calcmode="lin" valueType="num">
                                          <p:cBhvr additive="base">
                                            <p:cTn id="116" dur="1000" fill="hold"/>
                                            <p:tgtEl>
                                              <p:spTgt spid="3130"/>
                                            </p:tgtEl>
                                            <p:attrNameLst>
                                              <p:attrName>ppt_x</p:attrName>
                                            </p:attrNameLst>
                                          </p:cBhvr>
                                          <p:tavLst>
                                            <p:tav tm="0">
                                              <p:val>
                                                <p:strVal val="#ppt_x"/>
                                              </p:val>
                                            </p:tav>
                                            <p:tav tm="100000">
                                              <p:val>
                                                <p:strVal val="#ppt_x"/>
                                              </p:val>
                                            </p:tav>
                                          </p:tavLst>
                                        </p:anim>
                                        <p:anim calcmode="lin" valueType="num">
                                          <p:cBhvr additive="base">
                                            <p:cTn id="117" dur="1000" fill="hold"/>
                                            <p:tgtEl>
                                              <p:spTgt spid="3130"/>
                                            </p:tgtEl>
                                            <p:attrNameLst>
                                              <p:attrName>ppt_y</p:attrName>
                                            </p:attrNameLst>
                                          </p:cBhvr>
                                          <p:tavLst>
                                            <p:tav tm="0">
                                              <p:val>
                                                <p:strVal val="0-#ppt_h/2"/>
                                              </p:val>
                                            </p:tav>
                                            <p:tav tm="100000">
                                              <p:val>
                                                <p:strVal val="#ppt_y"/>
                                              </p:val>
                                            </p:tav>
                                          </p:tavLst>
                                        </p:anim>
                                      </p:childTnLst>
                                    </p:cTn>
                                  </p:par>
                                  <p:par>
                                    <p:cTn id="118" presetID="2" presetClass="entr" presetSubtype="1" fill="hold" grpId="0" nodeType="withEffect">
                                      <p:stCondLst>
                                        <p:cond delay="500"/>
                                      </p:stCondLst>
                                      <p:childTnLst>
                                        <p:set>
                                          <p:cBhvr>
                                            <p:cTn id="119" dur="1" fill="hold">
                                              <p:stCondLst>
                                                <p:cond delay="0"/>
                                              </p:stCondLst>
                                            </p:cTn>
                                            <p:tgtEl>
                                              <p:spTgt spid="3099"/>
                                            </p:tgtEl>
                                            <p:attrNameLst>
                                              <p:attrName>style.visibility</p:attrName>
                                            </p:attrNameLst>
                                          </p:cBhvr>
                                          <p:to>
                                            <p:strVal val="visible"/>
                                          </p:to>
                                        </p:set>
                                        <p:anim calcmode="lin" valueType="num">
                                          <p:cBhvr additive="base">
                                            <p:cTn id="120" dur="1000" fill="hold"/>
                                            <p:tgtEl>
                                              <p:spTgt spid="3099"/>
                                            </p:tgtEl>
                                            <p:attrNameLst>
                                              <p:attrName>ppt_x</p:attrName>
                                            </p:attrNameLst>
                                          </p:cBhvr>
                                          <p:tavLst>
                                            <p:tav tm="0">
                                              <p:val>
                                                <p:strVal val="#ppt_x"/>
                                              </p:val>
                                            </p:tav>
                                            <p:tav tm="100000">
                                              <p:val>
                                                <p:strVal val="#ppt_x"/>
                                              </p:val>
                                            </p:tav>
                                          </p:tavLst>
                                        </p:anim>
                                        <p:anim calcmode="lin" valueType="num">
                                          <p:cBhvr additive="base">
                                            <p:cTn id="121" dur="1000" fill="hold"/>
                                            <p:tgtEl>
                                              <p:spTgt spid="309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stCondLst>
                                        <p:cond delay="600"/>
                                      </p:stCondLst>
                                      <p:childTnLst>
                                        <p:set>
                                          <p:cBhvr>
                                            <p:cTn id="123" dur="1" fill="hold">
                                              <p:stCondLst>
                                                <p:cond delay="0"/>
                                              </p:stCondLst>
                                            </p:cTn>
                                            <p:tgtEl>
                                              <p:spTgt spid="3134"/>
                                            </p:tgtEl>
                                            <p:attrNameLst>
                                              <p:attrName>style.visibility</p:attrName>
                                            </p:attrNameLst>
                                          </p:cBhvr>
                                          <p:to>
                                            <p:strVal val="visible"/>
                                          </p:to>
                                        </p:set>
                                        <p:anim calcmode="lin" valueType="num">
                                          <p:cBhvr additive="base">
                                            <p:cTn id="124" dur="1000" fill="hold"/>
                                            <p:tgtEl>
                                              <p:spTgt spid="3134"/>
                                            </p:tgtEl>
                                            <p:attrNameLst>
                                              <p:attrName>ppt_x</p:attrName>
                                            </p:attrNameLst>
                                          </p:cBhvr>
                                          <p:tavLst>
                                            <p:tav tm="0">
                                              <p:val>
                                                <p:strVal val="#ppt_x"/>
                                              </p:val>
                                            </p:tav>
                                            <p:tav tm="100000">
                                              <p:val>
                                                <p:strVal val="#ppt_x"/>
                                              </p:val>
                                            </p:tav>
                                          </p:tavLst>
                                        </p:anim>
                                        <p:anim calcmode="lin" valueType="num">
                                          <p:cBhvr additive="base">
                                            <p:cTn id="125" dur="1000" fill="hold"/>
                                            <p:tgtEl>
                                              <p:spTgt spid="3134"/>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stCondLst>
                                        <p:cond delay="700"/>
                                      </p:stCondLst>
                                      <p:childTnLst>
                                        <p:set>
                                          <p:cBhvr>
                                            <p:cTn id="127" dur="1" fill="hold">
                                              <p:stCondLst>
                                                <p:cond delay="0"/>
                                              </p:stCondLst>
                                            </p:cTn>
                                            <p:tgtEl>
                                              <p:spTgt spid="3116"/>
                                            </p:tgtEl>
                                            <p:attrNameLst>
                                              <p:attrName>style.visibility</p:attrName>
                                            </p:attrNameLst>
                                          </p:cBhvr>
                                          <p:to>
                                            <p:strVal val="visible"/>
                                          </p:to>
                                        </p:set>
                                        <p:anim calcmode="lin" valueType="num">
                                          <p:cBhvr additive="base">
                                            <p:cTn id="128" dur="1000" fill="hold"/>
                                            <p:tgtEl>
                                              <p:spTgt spid="3116"/>
                                            </p:tgtEl>
                                            <p:attrNameLst>
                                              <p:attrName>ppt_x</p:attrName>
                                            </p:attrNameLst>
                                          </p:cBhvr>
                                          <p:tavLst>
                                            <p:tav tm="0">
                                              <p:val>
                                                <p:strVal val="#ppt_x"/>
                                              </p:val>
                                            </p:tav>
                                            <p:tav tm="100000">
                                              <p:val>
                                                <p:strVal val="#ppt_x"/>
                                              </p:val>
                                            </p:tav>
                                          </p:tavLst>
                                        </p:anim>
                                        <p:anim calcmode="lin" valueType="num">
                                          <p:cBhvr additive="base">
                                            <p:cTn id="129" dur="1000" fill="hold"/>
                                            <p:tgtEl>
                                              <p:spTgt spid="3116"/>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stCondLst>
                                        <p:cond delay="800"/>
                                      </p:stCondLst>
                                      <p:childTnLst>
                                        <p:set>
                                          <p:cBhvr>
                                            <p:cTn id="131" dur="1" fill="hold">
                                              <p:stCondLst>
                                                <p:cond delay="0"/>
                                              </p:stCondLst>
                                            </p:cTn>
                                            <p:tgtEl>
                                              <p:spTgt spid="3113"/>
                                            </p:tgtEl>
                                            <p:attrNameLst>
                                              <p:attrName>style.visibility</p:attrName>
                                            </p:attrNameLst>
                                          </p:cBhvr>
                                          <p:to>
                                            <p:strVal val="visible"/>
                                          </p:to>
                                        </p:set>
                                        <p:anim calcmode="lin" valueType="num">
                                          <p:cBhvr additive="base">
                                            <p:cTn id="132" dur="1000" fill="hold"/>
                                            <p:tgtEl>
                                              <p:spTgt spid="3113"/>
                                            </p:tgtEl>
                                            <p:attrNameLst>
                                              <p:attrName>ppt_x</p:attrName>
                                            </p:attrNameLst>
                                          </p:cBhvr>
                                          <p:tavLst>
                                            <p:tav tm="0">
                                              <p:val>
                                                <p:strVal val="#ppt_x"/>
                                              </p:val>
                                            </p:tav>
                                            <p:tav tm="100000">
                                              <p:val>
                                                <p:strVal val="#ppt_x"/>
                                              </p:val>
                                            </p:tav>
                                          </p:tavLst>
                                        </p:anim>
                                        <p:anim calcmode="lin" valueType="num">
                                          <p:cBhvr additive="base">
                                            <p:cTn id="133" dur="1000" fill="hold"/>
                                            <p:tgtEl>
                                              <p:spTgt spid="3113"/>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stCondLst>
                                        <p:cond delay="900"/>
                                      </p:stCondLst>
                                      <p:childTnLst>
                                        <p:set>
                                          <p:cBhvr>
                                            <p:cTn id="135" dur="1" fill="hold">
                                              <p:stCondLst>
                                                <p:cond delay="0"/>
                                              </p:stCondLst>
                                            </p:cTn>
                                            <p:tgtEl>
                                              <p:spTgt spid="3110"/>
                                            </p:tgtEl>
                                            <p:attrNameLst>
                                              <p:attrName>style.visibility</p:attrName>
                                            </p:attrNameLst>
                                          </p:cBhvr>
                                          <p:to>
                                            <p:strVal val="visible"/>
                                          </p:to>
                                        </p:set>
                                        <p:anim calcmode="lin" valueType="num">
                                          <p:cBhvr additive="base">
                                            <p:cTn id="136" dur="1000" fill="hold"/>
                                            <p:tgtEl>
                                              <p:spTgt spid="3110"/>
                                            </p:tgtEl>
                                            <p:attrNameLst>
                                              <p:attrName>ppt_x</p:attrName>
                                            </p:attrNameLst>
                                          </p:cBhvr>
                                          <p:tavLst>
                                            <p:tav tm="0">
                                              <p:val>
                                                <p:strVal val="#ppt_x"/>
                                              </p:val>
                                            </p:tav>
                                            <p:tav tm="100000">
                                              <p:val>
                                                <p:strVal val="#ppt_x"/>
                                              </p:val>
                                            </p:tav>
                                          </p:tavLst>
                                        </p:anim>
                                        <p:anim calcmode="lin" valueType="num">
                                          <p:cBhvr additive="base">
                                            <p:cTn id="137" dur="1000" fill="hold"/>
                                            <p:tgtEl>
                                              <p:spTgt spid="3110"/>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stCondLst>
                                        <p:cond delay="1000"/>
                                      </p:stCondLst>
                                      <p:childTnLst>
                                        <p:set>
                                          <p:cBhvr>
                                            <p:cTn id="139" dur="1" fill="hold">
                                              <p:stCondLst>
                                                <p:cond delay="0"/>
                                              </p:stCondLst>
                                            </p:cTn>
                                            <p:tgtEl>
                                              <p:spTgt spid="3095"/>
                                            </p:tgtEl>
                                            <p:attrNameLst>
                                              <p:attrName>style.visibility</p:attrName>
                                            </p:attrNameLst>
                                          </p:cBhvr>
                                          <p:to>
                                            <p:strVal val="visible"/>
                                          </p:to>
                                        </p:set>
                                        <p:anim calcmode="lin" valueType="num">
                                          <p:cBhvr additive="base">
                                            <p:cTn id="140" dur="1000" fill="hold"/>
                                            <p:tgtEl>
                                              <p:spTgt spid="3095"/>
                                            </p:tgtEl>
                                            <p:attrNameLst>
                                              <p:attrName>ppt_x</p:attrName>
                                            </p:attrNameLst>
                                          </p:cBhvr>
                                          <p:tavLst>
                                            <p:tav tm="0">
                                              <p:val>
                                                <p:strVal val="#ppt_x"/>
                                              </p:val>
                                            </p:tav>
                                            <p:tav tm="100000">
                                              <p:val>
                                                <p:strVal val="#ppt_x"/>
                                              </p:val>
                                            </p:tav>
                                          </p:tavLst>
                                        </p:anim>
                                        <p:anim calcmode="lin" valueType="num">
                                          <p:cBhvr additive="base">
                                            <p:cTn id="141" dur="1000" fill="hold"/>
                                            <p:tgtEl>
                                              <p:spTgt spid="3095"/>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stCondLst>
                                        <p:cond delay="0"/>
                                      </p:stCondLst>
                                      <p:childTnLst>
                                        <p:set>
                                          <p:cBhvr>
                                            <p:cTn id="143" dur="1" fill="hold">
                                              <p:stCondLst>
                                                <p:cond delay="0"/>
                                              </p:stCondLst>
                                            </p:cTn>
                                            <p:tgtEl>
                                              <p:spTgt spid="3115"/>
                                            </p:tgtEl>
                                            <p:attrNameLst>
                                              <p:attrName>style.visibility</p:attrName>
                                            </p:attrNameLst>
                                          </p:cBhvr>
                                          <p:to>
                                            <p:strVal val="visible"/>
                                          </p:to>
                                        </p:set>
                                        <p:anim calcmode="lin" valueType="num">
                                          <p:cBhvr additive="base">
                                            <p:cTn id="144" dur="1000" fill="hold"/>
                                            <p:tgtEl>
                                              <p:spTgt spid="3115"/>
                                            </p:tgtEl>
                                            <p:attrNameLst>
                                              <p:attrName>ppt_x</p:attrName>
                                            </p:attrNameLst>
                                          </p:cBhvr>
                                          <p:tavLst>
                                            <p:tav tm="0">
                                              <p:val>
                                                <p:strVal val="#ppt_x"/>
                                              </p:val>
                                            </p:tav>
                                            <p:tav tm="100000">
                                              <p:val>
                                                <p:strVal val="#ppt_x"/>
                                              </p:val>
                                            </p:tav>
                                          </p:tavLst>
                                        </p:anim>
                                        <p:anim calcmode="lin" valueType="num">
                                          <p:cBhvr additive="base">
                                            <p:cTn id="145" dur="1000" fill="hold"/>
                                            <p:tgtEl>
                                              <p:spTgt spid="311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stCondLst>
                                        <p:cond delay="100"/>
                                      </p:stCondLst>
                                      <p:childTnLst>
                                        <p:set>
                                          <p:cBhvr>
                                            <p:cTn id="147" dur="1" fill="hold">
                                              <p:stCondLst>
                                                <p:cond delay="0"/>
                                              </p:stCondLst>
                                            </p:cTn>
                                            <p:tgtEl>
                                              <p:spTgt spid="3114"/>
                                            </p:tgtEl>
                                            <p:attrNameLst>
                                              <p:attrName>style.visibility</p:attrName>
                                            </p:attrNameLst>
                                          </p:cBhvr>
                                          <p:to>
                                            <p:strVal val="visible"/>
                                          </p:to>
                                        </p:set>
                                        <p:anim calcmode="lin" valueType="num">
                                          <p:cBhvr additive="base">
                                            <p:cTn id="148" dur="1000" fill="hold"/>
                                            <p:tgtEl>
                                              <p:spTgt spid="3114"/>
                                            </p:tgtEl>
                                            <p:attrNameLst>
                                              <p:attrName>ppt_x</p:attrName>
                                            </p:attrNameLst>
                                          </p:cBhvr>
                                          <p:tavLst>
                                            <p:tav tm="0">
                                              <p:val>
                                                <p:strVal val="#ppt_x"/>
                                              </p:val>
                                            </p:tav>
                                            <p:tav tm="100000">
                                              <p:val>
                                                <p:strVal val="#ppt_x"/>
                                              </p:val>
                                            </p:tav>
                                          </p:tavLst>
                                        </p:anim>
                                        <p:anim calcmode="lin" valueType="num">
                                          <p:cBhvr additive="base">
                                            <p:cTn id="149" dur="1000" fill="hold"/>
                                            <p:tgtEl>
                                              <p:spTgt spid="3114"/>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stCondLst>
                                        <p:cond delay="200"/>
                                      </p:stCondLst>
                                      <p:childTnLst>
                                        <p:set>
                                          <p:cBhvr>
                                            <p:cTn id="151" dur="1" fill="hold">
                                              <p:stCondLst>
                                                <p:cond delay="0"/>
                                              </p:stCondLst>
                                            </p:cTn>
                                            <p:tgtEl>
                                              <p:spTgt spid="3117"/>
                                            </p:tgtEl>
                                            <p:attrNameLst>
                                              <p:attrName>style.visibility</p:attrName>
                                            </p:attrNameLst>
                                          </p:cBhvr>
                                          <p:to>
                                            <p:strVal val="visible"/>
                                          </p:to>
                                        </p:set>
                                        <p:anim calcmode="lin" valueType="num">
                                          <p:cBhvr additive="base">
                                            <p:cTn id="152" dur="1000" fill="hold"/>
                                            <p:tgtEl>
                                              <p:spTgt spid="3117"/>
                                            </p:tgtEl>
                                            <p:attrNameLst>
                                              <p:attrName>ppt_x</p:attrName>
                                            </p:attrNameLst>
                                          </p:cBhvr>
                                          <p:tavLst>
                                            <p:tav tm="0">
                                              <p:val>
                                                <p:strVal val="#ppt_x"/>
                                              </p:val>
                                            </p:tav>
                                            <p:tav tm="100000">
                                              <p:val>
                                                <p:strVal val="#ppt_x"/>
                                              </p:val>
                                            </p:tav>
                                          </p:tavLst>
                                        </p:anim>
                                        <p:anim calcmode="lin" valueType="num">
                                          <p:cBhvr additive="base">
                                            <p:cTn id="153" dur="1000" fill="hold"/>
                                            <p:tgtEl>
                                              <p:spTgt spid="3117"/>
                                            </p:tgtEl>
                                            <p:attrNameLst>
                                              <p:attrName>ppt_y</p:attrName>
                                            </p:attrNameLst>
                                          </p:cBhvr>
                                          <p:tavLst>
                                            <p:tav tm="0">
                                              <p:val>
                                                <p:strVal val="0-#ppt_h/2"/>
                                              </p:val>
                                            </p:tav>
                                            <p:tav tm="100000">
                                              <p:val>
                                                <p:strVal val="#ppt_y"/>
                                              </p:val>
                                            </p:tav>
                                          </p:tavLst>
                                        </p:anim>
                                      </p:childTnLst>
                                    </p:cTn>
                                  </p:par>
                                  <p:par>
                                    <p:cTn id="154" presetID="2" presetClass="entr" presetSubtype="1" fill="hold" grpId="0" nodeType="withEffect">
                                      <p:stCondLst>
                                        <p:cond delay="300"/>
                                      </p:stCondLst>
                                      <p:childTnLst>
                                        <p:set>
                                          <p:cBhvr>
                                            <p:cTn id="155" dur="1" fill="hold">
                                              <p:stCondLst>
                                                <p:cond delay="0"/>
                                              </p:stCondLst>
                                            </p:cTn>
                                            <p:tgtEl>
                                              <p:spTgt spid="3096"/>
                                            </p:tgtEl>
                                            <p:attrNameLst>
                                              <p:attrName>style.visibility</p:attrName>
                                            </p:attrNameLst>
                                          </p:cBhvr>
                                          <p:to>
                                            <p:strVal val="visible"/>
                                          </p:to>
                                        </p:set>
                                        <p:anim calcmode="lin" valueType="num">
                                          <p:cBhvr additive="base">
                                            <p:cTn id="156" dur="1000" fill="hold"/>
                                            <p:tgtEl>
                                              <p:spTgt spid="3096"/>
                                            </p:tgtEl>
                                            <p:attrNameLst>
                                              <p:attrName>ppt_x</p:attrName>
                                            </p:attrNameLst>
                                          </p:cBhvr>
                                          <p:tavLst>
                                            <p:tav tm="0">
                                              <p:val>
                                                <p:strVal val="#ppt_x"/>
                                              </p:val>
                                            </p:tav>
                                            <p:tav tm="100000">
                                              <p:val>
                                                <p:strVal val="#ppt_x"/>
                                              </p:val>
                                            </p:tav>
                                          </p:tavLst>
                                        </p:anim>
                                        <p:anim calcmode="lin" valueType="num">
                                          <p:cBhvr additive="base">
                                            <p:cTn id="157" dur="1000" fill="hold"/>
                                            <p:tgtEl>
                                              <p:spTgt spid="3096"/>
                                            </p:tgtEl>
                                            <p:attrNameLst>
                                              <p:attrName>ppt_y</p:attrName>
                                            </p:attrNameLst>
                                          </p:cBhvr>
                                          <p:tavLst>
                                            <p:tav tm="0">
                                              <p:val>
                                                <p:strVal val="0-#ppt_h/2"/>
                                              </p:val>
                                            </p:tav>
                                            <p:tav tm="100000">
                                              <p:val>
                                                <p:strVal val="#ppt_y"/>
                                              </p:val>
                                            </p:tav>
                                          </p:tavLst>
                                        </p:anim>
                                      </p:childTnLst>
                                    </p:cTn>
                                  </p:par>
                                  <p:par>
                                    <p:cTn id="158" presetID="2" presetClass="entr" presetSubtype="1" fill="hold" grpId="0" nodeType="withEffect">
                                      <p:stCondLst>
                                        <p:cond delay="400"/>
                                      </p:stCondLst>
                                      <p:childTnLst>
                                        <p:set>
                                          <p:cBhvr>
                                            <p:cTn id="159" dur="1" fill="hold">
                                              <p:stCondLst>
                                                <p:cond delay="0"/>
                                              </p:stCondLst>
                                            </p:cTn>
                                            <p:tgtEl>
                                              <p:spTgt spid="3132"/>
                                            </p:tgtEl>
                                            <p:attrNameLst>
                                              <p:attrName>style.visibility</p:attrName>
                                            </p:attrNameLst>
                                          </p:cBhvr>
                                          <p:to>
                                            <p:strVal val="visible"/>
                                          </p:to>
                                        </p:set>
                                        <p:anim calcmode="lin" valueType="num">
                                          <p:cBhvr additive="base">
                                            <p:cTn id="160" dur="1000" fill="hold"/>
                                            <p:tgtEl>
                                              <p:spTgt spid="3132"/>
                                            </p:tgtEl>
                                            <p:attrNameLst>
                                              <p:attrName>ppt_x</p:attrName>
                                            </p:attrNameLst>
                                          </p:cBhvr>
                                          <p:tavLst>
                                            <p:tav tm="0">
                                              <p:val>
                                                <p:strVal val="#ppt_x"/>
                                              </p:val>
                                            </p:tav>
                                            <p:tav tm="100000">
                                              <p:val>
                                                <p:strVal val="#ppt_x"/>
                                              </p:val>
                                            </p:tav>
                                          </p:tavLst>
                                        </p:anim>
                                        <p:anim calcmode="lin" valueType="num">
                                          <p:cBhvr additive="base">
                                            <p:cTn id="161" dur="1000" fill="hold"/>
                                            <p:tgtEl>
                                              <p:spTgt spid="3132"/>
                                            </p:tgtEl>
                                            <p:attrNameLst>
                                              <p:attrName>ppt_y</p:attrName>
                                            </p:attrNameLst>
                                          </p:cBhvr>
                                          <p:tavLst>
                                            <p:tav tm="0">
                                              <p:val>
                                                <p:strVal val="0-#ppt_h/2"/>
                                              </p:val>
                                            </p:tav>
                                            <p:tav tm="100000">
                                              <p:val>
                                                <p:strVal val="#ppt_y"/>
                                              </p:val>
                                            </p:tav>
                                          </p:tavLst>
                                        </p:anim>
                                      </p:childTnLst>
                                    </p:cTn>
                                  </p:par>
                                  <p:par>
                                    <p:cTn id="162" presetID="2" presetClass="entr" presetSubtype="1" fill="hold" grpId="0" nodeType="withEffect">
                                      <p:stCondLst>
                                        <p:cond delay="500"/>
                                      </p:stCondLst>
                                      <p:childTnLst>
                                        <p:set>
                                          <p:cBhvr>
                                            <p:cTn id="163" dur="1" fill="hold">
                                              <p:stCondLst>
                                                <p:cond delay="0"/>
                                              </p:stCondLst>
                                            </p:cTn>
                                            <p:tgtEl>
                                              <p:spTgt spid="3106"/>
                                            </p:tgtEl>
                                            <p:attrNameLst>
                                              <p:attrName>style.visibility</p:attrName>
                                            </p:attrNameLst>
                                          </p:cBhvr>
                                          <p:to>
                                            <p:strVal val="visible"/>
                                          </p:to>
                                        </p:set>
                                        <p:anim calcmode="lin" valueType="num">
                                          <p:cBhvr additive="base">
                                            <p:cTn id="164" dur="1000" fill="hold"/>
                                            <p:tgtEl>
                                              <p:spTgt spid="3106"/>
                                            </p:tgtEl>
                                            <p:attrNameLst>
                                              <p:attrName>ppt_x</p:attrName>
                                            </p:attrNameLst>
                                          </p:cBhvr>
                                          <p:tavLst>
                                            <p:tav tm="0">
                                              <p:val>
                                                <p:strVal val="#ppt_x"/>
                                              </p:val>
                                            </p:tav>
                                            <p:tav tm="100000">
                                              <p:val>
                                                <p:strVal val="#ppt_x"/>
                                              </p:val>
                                            </p:tav>
                                          </p:tavLst>
                                        </p:anim>
                                        <p:anim calcmode="lin" valueType="num">
                                          <p:cBhvr additive="base">
                                            <p:cTn id="165" dur="1000" fill="hold"/>
                                            <p:tgtEl>
                                              <p:spTgt spid="3106"/>
                                            </p:tgtEl>
                                            <p:attrNameLst>
                                              <p:attrName>ppt_y</p:attrName>
                                            </p:attrNameLst>
                                          </p:cBhvr>
                                          <p:tavLst>
                                            <p:tav tm="0">
                                              <p:val>
                                                <p:strVal val="0-#ppt_h/2"/>
                                              </p:val>
                                            </p:tav>
                                            <p:tav tm="100000">
                                              <p:val>
                                                <p:strVal val="#ppt_y"/>
                                              </p:val>
                                            </p:tav>
                                          </p:tavLst>
                                        </p:anim>
                                      </p:childTnLst>
                                    </p:cTn>
                                  </p:par>
                                  <p:par>
                                    <p:cTn id="166" presetID="2" presetClass="entr" presetSubtype="1" fill="hold" grpId="0" nodeType="withEffect">
                                      <p:stCondLst>
                                        <p:cond delay="600"/>
                                      </p:stCondLst>
                                      <p:childTnLst>
                                        <p:set>
                                          <p:cBhvr>
                                            <p:cTn id="167" dur="1" fill="hold">
                                              <p:stCondLst>
                                                <p:cond delay="0"/>
                                              </p:stCondLst>
                                            </p:cTn>
                                            <p:tgtEl>
                                              <p:spTgt spid="3100"/>
                                            </p:tgtEl>
                                            <p:attrNameLst>
                                              <p:attrName>style.visibility</p:attrName>
                                            </p:attrNameLst>
                                          </p:cBhvr>
                                          <p:to>
                                            <p:strVal val="visible"/>
                                          </p:to>
                                        </p:set>
                                        <p:anim calcmode="lin" valueType="num">
                                          <p:cBhvr additive="base">
                                            <p:cTn id="168" dur="1000" fill="hold"/>
                                            <p:tgtEl>
                                              <p:spTgt spid="3100"/>
                                            </p:tgtEl>
                                            <p:attrNameLst>
                                              <p:attrName>ppt_x</p:attrName>
                                            </p:attrNameLst>
                                          </p:cBhvr>
                                          <p:tavLst>
                                            <p:tav tm="0">
                                              <p:val>
                                                <p:strVal val="#ppt_x"/>
                                              </p:val>
                                            </p:tav>
                                            <p:tav tm="100000">
                                              <p:val>
                                                <p:strVal val="#ppt_x"/>
                                              </p:val>
                                            </p:tav>
                                          </p:tavLst>
                                        </p:anim>
                                        <p:anim calcmode="lin" valueType="num">
                                          <p:cBhvr additive="base">
                                            <p:cTn id="169" dur="1000" fill="hold"/>
                                            <p:tgtEl>
                                              <p:spTgt spid="3100"/>
                                            </p:tgtEl>
                                            <p:attrNameLst>
                                              <p:attrName>ppt_y</p:attrName>
                                            </p:attrNameLst>
                                          </p:cBhvr>
                                          <p:tavLst>
                                            <p:tav tm="0">
                                              <p:val>
                                                <p:strVal val="0-#ppt_h/2"/>
                                              </p:val>
                                            </p:tav>
                                            <p:tav tm="100000">
                                              <p:val>
                                                <p:strVal val="#ppt_y"/>
                                              </p:val>
                                            </p:tav>
                                          </p:tavLst>
                                        </p:anim>
                                      </p:childTnLst>
                                    </p:cTn>
                                  </p:par>
                                  <p:par>
                                    <p:cTn id="170" presetID="2" presetClass="entr" presetSubtype="1" fill="hold" grpId="0" nodeType="withEffect">
                                      <p:stCondLst>
                                        <p:cond delay="700"/>
                                      </p:stCondLst>
                                      <p:childTnLst>
                                        <p:set>
                                          <p:cBhvr>
                                            <p:cTn id="171" dur="1" fill="hold">
                                              <p:stCondLst>
                                                <p:cond delay="0"/>
                                              </p:stCondLst>
                                            </p:cTn>
                                            <p:tgtEl>
                                              <p:spTgt spid="3127"/>
                                            </p:tgtEl>
                                            <p:attrNameLst>
                                              <p:attrName>style.visibility</p:attrName>
                                            </p:attrNameLst>
                                          </p:cBhvr>
                                          <p:to>
                                            <p:strVal val="visible"/>
                                          </p:to>
                                        </p:set>
                                        <p:anim calcmode="lin" valueType="num">
                                          <p:cBhvr additive="base">
                                            <p:cTn id="172" dur="1000" fill="hold"/>
                                            <p:tgtEl>
                                              <p:spTgt spid="3127"/>
                                            </p:tgtEl>
                                            <p:attrNameLst>
                                              <p:attrName>ppt_x</p:attrName>
                                            </p:attrNameLst>
                                          </p:cBhvr>
                                          <p:tavLst>
                                            <p:tav tm="0">
                                              <p:val>
                                                <p:strVal val="#ppt_x"/>
                                              </p:val>
                                            </p:tav>
                                            <p:tav tm="100000">
                                              <p:val>
                                                <p:strVal val="#ppt_x"/>
                                              </p:val>
                                            </p:tav>
                                          </p:tavLst>
                                        </p:anim>
                                        <p:anim calcmode="lin" valueType="num">
                                          <p:cBhvr additive="base">
                                            <p:cTn id="173" dur="1000" fill="hold"/>
                                            <p:tgtEl>
                                              <p:spTgt spid="3127"/>
                                            </p:tgtEl>
                                            <p:attrNameLst>
                                              <p:attrName>ppt_y</p:attrName>
                                            </p:attrNameLst>
                                          </p:cBhvr>
                                          <p:tavLst>
                                            <p:tav tm="0">
                                              <p:val>
                                                <p:strVal val="0-#ppt_h/2"/>
                                              </p:val>
                                            </p:tav>
                                            <p:tav tm="100000">
                                              <p:val>
                                                <p:strVal val="#ppt_y"/>
                                              </p:val>
                                            </p:tav>
                                          </p:tavLst>
                                        </p:anim>
                                      </p:childTnLst>
                                    </p:cTn>
                                  </p:par>
                                  <p:par>
                                    <p:cTn id="174" presetID="2" presetClass="entr" presetSubtype="1" fill="hold" grpId="0" nodeType="withEffect">
                                      <p:stCondLst>
                                        <p:cond delay="800"/>
                                      </p:stCondLst>
                                      <p:childTnLst>
                                        <p:set>
                                          <p:cBhvr>
                                            <p:cTn id="175" dur="1" fill="hold">
                                              <p:stCondLst>
                                                <p:cond delay="0"/>
                                              </p:stCondLst>
                                            </p:cTn>
                                            <p:tgtEl>
                                              <p:spTgt spid="3091"/>
                                            </p:tgtEl>
                                            <p:attrNameLst>
                                              <p:attrName>style.visibility</p:attrName>
                                            </p:attrNameLst>
                                          </p:cBhvr>
                                          <p:to>
                                            <p:strVal val="visible"/>
                                          </p:to>
                                        </p:set>
                                        <p:anim calcmode="lin" valueType="num">
                                          <p:cBhvr additive="base">
                                            <p:cTn id="176" dur="1000" fill="hold"/>
                                            <p:tgtEl>
                                              <p:spTgt spid="3091"/>
                                            </p:tgtEl>
                                            <p:attrNameLst>
                                              <p:attrName>ppt_x</p:attrName>
                                            </p:attrNameLst>
                                          </p:cBhvr>
                                          <p:tavLst>
                                            <p:tav tm="0">
                                              <p:val>
                                                <p:strVal val="#ppt_x"/>
                                              </p:val>
                                            </p:tav>
                                            <p:tav tm="100000">
                                              <p:val>
                                                <p:strVal val="#ppt_x"/>
                                              </p:val>
                                            </p:tav>
                                          </p:tavLst>
                                        </p:anim>
                                        <p:anim calcmode="lin" valueType="num">
                                          <p:cBhvr additive="base">
                                            <p:cTn id="177" dur="1000" fill="hold"/>
                                            <p:tgtEl>
                                              <p:spTgt spid="3091"/>
                                            </p:tgtEl>
                                            <p:attrNameLst>
                                              <p:attrName>ppt_y</p:attrName>
                                            </p:attrNameLst>
                                          </p:cBhvr>
                                          <p:tavLst>
                                            <p:tav tm="0">
                                              <p:val>
                                                <p:strVal val="0-#ppt_h/2"/>
                                              </p:val>
                                            </p:tav>
                                            <p:tav tm="100000">
                                              <p:val>
                                                <p:strVal val="#ppt_y"/>
                                              </p:val>
                                            </p:tav>
                                          </p:tavLst>
                                        </p:anim>
                                      </p:childTnLst>
                                    </p:cTn>
                                  </p:par>
                                  <p:par>
                                    <p:cTn id="178" presetID="2" presetClass="entr" presetSubtype="1" fill="hold" grpId="0" nodeType="withEffect">
                                      <p:stCondLst>
                                        <p:cond delay="700"/>
                                      </p:stCondLst>
                                      <p:childTnLst>
                                        <p:set>
                                          <p:cBhvr>
                                            <p:cTn id="179" dur="1" fill="hold">
                                              <p:stCondLst>
                                                <p:cond delay="0"/>
                                              </p:stCondLst>
                                            </p:cTn>
                                            <p:tgtEl>
                                              <p:spTgt spid="3120"/>
                                            </p:tgtEl>
                                            <p:attrNameLst>
                                              <p:attrName>style.visibility</p:attrName>
                                            </p:attrNameLst>
                                          </p:cBhvr>
                                          <p:to>
                                            <p:strVal val="visible"/>
                                          </p:to>
                                        </p:set>
                                        <p:anim calcmode="lin" valueType="num">
                                          <p:cBhvr additive="base">
                                            <p:cTn id="180" dur="1000" fill="hold"/>
                                            <p:tgtEl>
                                              <p:spTgt spid="3120"/>
                                            </p:tgtEl>
                                            <p:attrNameLst>
                                              <p:attrName>ppt_x</p:attrName>
                                            </p:attrNameLst>
                                          </p:cBhvr>
                                          <p:tavLst>
                                            <p:tav tm="0">
                                              <p:val>
                                                <p:strVal val="#ppt_x"/>
                                              </p:val>
                                            </p:tav>
                                            <p:tav tm="100000">
                                              <p:val>
                                                <p:strVal val="#ppt_x"/>
                                              </p:val>
                                            </p:tav>
                                          </p:tavLst>
                                        </p:anim>
                                        <p:anim calcmode="lin" valueType="num">
                                          <p:cBhvr additive="base">
                                            <p:cTn id="181" dur="1000" fill="hold"/>
                                            <p:tgtEl>
                                              <p:spTgt spid="3120"/>
                                            </p:tgtEl>
                                            <p:attrNameLst>
                                              <p:attrName>ppt_y</p:attrName>
                                            </p:attrNameLst>
                                          </p:cBhvr>
                                          <p:tavLst>
                                            <p:tav tm="0">
                                              <p:val>
                                                <p:strVal val="0-#ppt_h/2"/>
                                              </p:val>
                                            </p:tav>
                                            <p:tav tm="100000">
                                              <p:val>
                                                <p:strVal val="#ppt_y"/>
                                              </p:val>
                                            </p:tav>
                                          </p:tavLst>
                                        </p:anim>
                                      </p:childTnLst>
                                    </p:cTn>
                                  </p:par>
                                  <p:par>
                                    <p:cTn id="182" presetID="2" presetClass="entr" presetSubtype="1" fill="hold" grpId="0" nodeType="withEffect">
                                      <p:stCondLst>
                                        <p:cond delay="800"/>
                                      </p:stCondLst>
                                      <p:childTnLst>
                                        <p:set>
                                          <p:cBhvr>
                                            <p:cTn id="183" dur="1" fill="hold">
                                              <p:stCondLst>
                                                <p:cond delay="0"/>
                                              </p:stCondLst>
                                            </p:cTn>
                                            <p:tgtEl>
                                              <p:spTgt spid="3122"/>
                                            </p:tgtEl>
                                            <p:attrNameLst>
                                              <p:attrName>style.visibility</p:attrName>
                                            </p:attrNameLst>
                                          </p:cBhvr>
                                          <p:to>
                                            <p:strVal val="visible"/>
                                          </p:to>
                                        </p:set>
                                        <p:anim calcmode="lin" valueType="num">
                                          <p:cBhvr additive="base">
                                            <p:cTn id="184" dur="1000" fill="hold"/>
                                            <p:tgtEl>
                                              <p:spTgt spid="3122"/>
                                            </p:tgtEl>
                                            <p:attrNameLst>
                                              <p:attrName>ppt_x</p:attrName>
                                            </p:attrNameLst>
                                          </p:cBhvr>
                                          <p:tavLst>
                                            <p:tav tm="0">
                                              <p:val>
                                                <p:strVal val="#ppt_x"/>
                                              </p:val>
                                            </p:tav>
                                            <p:tav tm="100000">
                                              <p:val>
                                                <p:strVal val="#ppt_x"/>
                                              </p:val>
                                            </p:tav>
                                          </p:tavLst>
                                        </p:anim>
                                        <p:anim calcmode="lin" valueType="num">
                                          <p:cBhvr additive="base">
                                            <p:cTn id="185" dur="1000" fill="hold"/>
                                            <p:tgtEl>
                                              <p:spTgt spid="3122"/>
                                            </p:tgtEl>
                                            <p:attrNameLst>
                                              <p:attrName>ppt_y</p:attrName>
                                            </p:attrNameLst>
                                          </p:cBhvr>
                                          <p:tavLst>
                                            <p:tav tm="0">
                                              <p:val>
                                                <p:strVal val="0-#ppt_h/2"/>
                                              </p:val>
                                            </p:tav>
                                            <p:tav tm="100000">
                                              <p:val>
                                                <p:strVal val="#ppt_y"/>
                                              </p:val>
                                            </p:tav>
                                          </p:tavLst>
                                        </p:anim>
                                      </p:childTnLst>
                                    </p:cTn>
                                  </p:par>
                                  <p:par>
                                    <p:cTn id="186" presetID="2" presetClass="entr" presetSubtype="1" fill="hold" grpId="0" nodeType="withEffect">
                                      <p:stCondLst>
                                        <p:cond delay="900"/>
                                      </p:stCondLst>
                                      <p:childTnLst>
                                        <p:set>
                                          <p:cBhvr>
                                            <p:cTn id="187" dur="1" fill="hold">
                                              <p:stCondLst>
                                                <p:cond delay="0"/>
                                              </p:stCondLst>
                                            </p:cTn>
                                            <p:tgtEl>
                                              <p:spTgt spid="3109"/>
                                            </p:tgtEl>
                                            <p:attrNameLst>
                                              <p:attrName>style.visibility</p:attrName>
                                            </p:attrNameLst>
                                          </p:cBhvr>
                                          <p:to>
                                            <p:strVal val="visible"/>
                                          </p:to>
                                        </p:set>
                                        <p:anim calcmode="lin" valueType="num">
                                          <p:cBhvr additive="base">
                                            <p:cTn id="188" dur="1000" fill="hold"/>
                                            <p:tgtEl>
                                              <p:spTgt spid="3109"/>
                                            </p:tgtEl>
                                            <p:attrNameLst>
                                              <p:attrName>ppt_x</p:attrName>
                                            </p:attrNameLst>
                                          </p:cBhvr>
                                          <p:tavLst>
                                            <p:tav tm="0">
                                              <p:val>
                                                <p:strVal val="#ppt_x"/>
                                              </p:val>
                                            </p:tav>
                                            <p:tav tm="100000">
                                              <p:val>
                                                <p:strVal val="#ppt_x"/>
                                              </p:val>
                                            </p:tav>
                                          </p:tavLst>
                                        </p:anim>
                                        <p:anim calcmode="lin" valueType="num">
                                          <p:cBhvr additive="base">
                                            <p:cTn id="189" dur="1000" fill="hold"/>
                                            <p:tgtEl>
                                              <p:spTgt spid="3109"/>
                                            </p:tgtEl>
                                            <p:attrNameLst>
                                              <p:attrName>ppt_y</p:attrName>
                                            </p:attrNameLst>
                                          </p:cBhvr>
                                          <p:tavLst>
                                            <p:tav tm="0">
                                              <p:val>
                                                <p:strVal val="0-#ppt_h/2"/>
                                              </p:val>
                                            </p:tav>
                                            <p:tav tm="100000">
                                              <p:val>
                                                <p:strVal val="#ppt_y"/>
                                              </p:val>
                                            </p:tav>
                                          </p:tavLst>
                                        </p:anim>
                                      </p:childTnLst>
                                    </p:cTn>
                                  </p:par>
                                  <p:par>
                                    <p:cTn id="190" presetID="2" presetClass="entr" presetSubtype="1" fill="hold" grpId="0" nodeType="withEffect">
                                      <p:stCondLst>
                                        <p:cond delay="1000"/>
                                      </p:stCondLst>
                                      <p:childTnLst>
                                        <p:set>
                                          <p:cBhvr>
                                            <p:cTn id="191" dur="1" fill="hold">
                                              <p:stCondLst>
                                                <p:cond delay="0"/>
                                              </p:stCondLst>
                                            </p:cTn>
                                            <p:tgtEl>
                                              <p:spTgt spid="3087"/>
                                            </p:tgtEl>
                                            <p:attrNameLst>
                                              <p:attrName>style.visibility</p:attrName>
                                            </p:attrNameLst>
                                          </p:cBhvr>
                                          <p:to>
                                            <p:strVal val="visible"/>
                                          </p:to>
                                        </p:set>
                                        <p:anim calcmode="lin" valueType="num">
                                          <p:cBhvr additive="base">
                                            <p:cTn id="192" dur="1000" fill="hold"/>
                                            <p:tgtEl>
                                              <p:spTgt spid="3087"/>
                                            </p:tgtEl>
                                            <p:attrNameLst>
                                              <p:attrName>ppt_x</p:attrName>
                                            </p:attrNameLst>
                                          </p:cBhvr>
                                          <p:tavLst>
                                            <p:tav tm="0">
                                              <p:val>
                                                <p:strVal val="#ppt_x"/>
                                              </p:val>
                                            </p:tav>
                                            <p:tav tm="100000">
                                              <p:val>
                                                <p:strVal val="#ppt_x"/>
                                              </p:val>
                                            </p:tav>
                                          </p:tavLst>
                                        </p:anim>
                                        <p:anim calcmode="lin" valueType="num">
                                          <p:cBhvr additive="base">
                                            <p:cTn id="193" dur="1000" fill="hold"/>
                                            <p:tgtEl>
                                              <p:spTgt spid="3087"/>
                                            </p:tgtEl>
                                            <p:attrNameLst>
                                              <p:attrName>ppt_y</p:attrName>
                                            </p:attrNameLst>
                                          </p:cBhvr>
                                          <p:tavLst>
                                            <p:tav tm="0">
                                              <p:val>
                                                <p:strVal val="0-#ppt_h/2"/>
                                              </p:val>
                                            </p:tav>
                                            <p:tav tm="100000">
                                              <p:val>
                                                <p:strVal val="#ppt_y"/>
                                              </p:val>
                                            </p:tav>
                                          </p:tavLst>
                                        </p:anim>
                                      </p:childTnLst>
                                    </p:cTn>
                                  </p:par>
                                  <p:par>
                                    <p:cTn id="194" presetID="2" presetClass="entr" presetSubtype="1" fill="hold" grpId="0" nodeType="withEffect">
                                      <p:stCondLst>
                                        <p:cond delay="1100"/>
                                      </p:stCondLst>
                                      <p:childTnLst>
                                        <p:set>
                                          <p:cBhvr>
                                            <p:cTn id="195" dur="1" fill="hold">
                                              <p:stCondLst>
                                                <p:cond delay="0"/>
                                              </p:stCondLst>
                                            </p:cTn>
                                            <p:tgtEl>
                                              <p:spTgt spid="3136"/>
                                            </p:tgtEl>
                                            <p:attrNameLst>
                                              <p:attrName>style.visibility</p:attrName>
                                            </p:attrNameLst>
                                          </p:cBhvr>
                                          <p:to>
                                            <p:strVal val="visible"/>
                                          </p:to>
                                        </p:set>
                                        <p:anim calcmode="lin" valueType="num">
                                          <p:cBhvr additive="base">
                                            <p:cTn id="196" dur="1000" fill="hold"/>
                                            <p:tgtEl>
                                              <p:spTgt spid="3136"/>
                                            </p:tgtEl>
                                            <p:attrNameLst>
                                              <p:attrName>ppt_x</p:attrName>
                                            </p:attrNameLst>
                                          </p:cBhvr>
                                          <p:tavLst>
                                            <p:tav tm="0">
                                              <p:val>
                                                <p:strVal val="#ppt_x"/>
                                              </p:val>
                                            </p:tav>
                                            <p:tav tm="100000">
                                              <p:val>
                                                <p:strVal val="#ppt_x"/>
                                              </p:val>
                                            </p:tav>
                                          </p:tavLst>
                                        </p:anim>
                                        <p:anim calcmode="lin" valueType="num">
                                          <p:cBhvr additive="base">
                                            <p:cTn id="197" dur="1000" fill="hold"/>
                                            <p:tgtEl>
                                              <p:spTgt spid="3136"/>
                                            </p:tgtEl>
                                            <p:attrNameLst>
                                              <p:attrName>ppt_y</p:attrName>
                                            </p:attrNameLst>
                                          </p:cBhvr>
                                          <p:tavLst>
                                            <p:tav tm="0">
                                              <p:val>
                                                <p:strVal val="0-#ppt_h/2"/>
                                              </p:val>
                                            </p:tav>
                                            <p:tav tm="100000">
                                              <p:val>
                                                <p:strVal val="#ppt_y"/>
                                              </p:val>
                                            </p:tav>
                                          </p:tavLst>
                                        </p:anim>
                                      </p:childTnLst>
                                    </p:cTn>
                                  </p:par>
                                  <p:par>
                                    <p:cTn id="198" presetID="2" presetClass="entr" presetSubtype="1" fill="hold" grpId="0" nodeType="withEffect">
                                      <p:stCondLst>
                                        <p:cond delay="1200"/>
                                      </p:stCondLst>
                                      <p:childTnLst>
                                        <p:set>
                                          <p:cBhvr>
                                            <p:cTn id="199" dur="1" fill="hold">
                                              <p:stCondLst>
                                                <p:cond delay="0"/>
                                              </p:stCondLst>
                                            </p:cTn>
                                            <p:tgtEl>
                                              <p:spTgt spid="3105"/>
                                            </p:tgtEl>
                                            <p:attrNameLst>
                                              <p:attrName>style.visibility</p:attrName>
                                            </p:attrNameLst>
                                          </p:cBhvr>
                                          <p:to>
                                            <p:strVal val="visible"/>
                                          </p:to>
                                        </p:set>
                                        <p:anim calcmode="lin" valueType="num">
                                          <p:cBhvr additive="base">
                                            <p:cTn id="200" dur="1000" fill="hold"/>
                                            <p:tgtEl>
                                              <p:spTgt spid="3105"/>
                                            </p:tgtEl>
                                            <p:attrNameLst>
                                              <p:attrName>ppt_x</p:attrName>
                                            </p:attrNameLst>
                                          </p:cBhvr>
                                          <p:tavLst>
                                            <p:tav tm="0">
                                              <p:val>
                                                <p:strVal val="#ppt_x"/>
                                              </p:val>
                                            </p:tav>
                                            <p:tav tm="100000">
                                              <p:val>
                                                <p:strVal val="#ppt_x"/>
                                              </p:val>
                                            </p:tav>
                                          </p:tavLst>
                                        </p:anim>
                                        <p:anim calcmode="lin" valueType="num">
                                          <p:cBhvr additive="base">
                                            <p:cTn id="201" dur="1000" fill="hold"/>
                                            <p:tgtEl>
                                              <p:spTgt spid="3105"/>
                                            </p:tgtEl>
                                            <p:attrNameLst>
                                              <p:attrName>ppt_y</p:attrName>
                                            </p:attrNameLst>
                                          </p:cBhvr>
                                          <p:tavLst>
                                            <p:tav tm="0">
                                              <p:val>
                                                <p:strVal val="0-#ppt_h/2"/>
                                              </p:val>
                                            </p:tav>
                                            <p:tav tm="100000">
                                              <p:val>
                                                <p:strVal val="#ppt_y"/>
                                              </p:val>
                                            </p:tav>
                                          </p:tavLst>
                                        </p:anim>
                                      </p:childTnLst>
                                    </p:cTn>
                                  </p:par>
                                  <p:par>
                                    <p:cTn id="202" presetID="2" presetClass="entr" presetSubtype="1" fill="hold" grpId="0" nodeType="withEffect">
                                      <p:stCondLst>
                                        <p:cond delay="1300"/>
                                      </p:stCondLst>
                                      <p:childTnLst>
                                        <p:set>
                                          <p:cBhvr>
                                            <p:cTn id="203" dur="1" fill="hold">
                                              <p:stCondLst>
                                                <p:cond delay="0"/>
                                              </p:stCondLst>
                                            </p:cTn>
                                            <p:tgtEl>
                                              <p:spTgt spid="3083"/>
                                            </p:tgtEl>
                                            <p:attrNameLst>
                                              <p:attrName>style.visibility</p:attrName>
                                            </p:attrNameLst>
                                          </p:cBhvr>
                                          <p:to>
                                            <p:strVal val="visible"/>
                                          </p:to>
                                        </p:set>
                                        <p:anim calcmode="lin" valueType="num">
                                          <p:cBhvr additive="base">
                                            <p:cTn id="204" dur="1000" fill="hold"/>
                                            <p:tgtEl>
                                              <p:spTgt spid="3083"/>
                                            </p:tgtEl>
                                            <p:attrNameLst>
                                              <p:attrName>ppt_x</p:attrName>
                                            </p:attrNameLst>
                                          </p:cBhvr>
                                          <p:tavLst>
                                            <p:tav tm="0">
                                              <p:val>
                                                <p:strVal val="#ppt_x"/>
                                              </p:val>
                                            </p:tav>
                                            <p:tav tm="100000">
                                              <p:val>
                                                <p:strVal val="#ppt_x"/>
                                              </p:val>
                                            </p:tav>
                                          </p:tavLst>
                                        </p:anim>
                                        <p:anim calcmode="lin" valueType="num">
                                          <p:cBhvr additive="base">
                                            <p:cTn id="205" dur="1000" fill="hold"/>
                                            <p:tgtEl>
                                              <p:spTgt spid="3083"/>
                                            </p:tgtEl>
                                            <p:attrNameLst>
                                              <p:attrName>ppt_y</p:attrName>
                                            </p:attrNameLst>
                                          </p:cBhvr>
                                          <p:tavLst>
                                            <p:tav tm="0">
                                              <p:val>
                                                <p:strVal val="0-#ppt_h/2"/>
                                              </p:val>
                                            </p:tav>
                                            <p:tav tm="100000">
                                              <p:val>
                                                <p:strVal val="#ppt_y"/>
                                              </p:val>
                                            </p:tav>
                                          </p:tavLst>
                                        </p:anim>
                                      </p:childTnLst>
                                    </p:cTn>
                                  </p:par>
                                  <p:par>
                                    <p:cTn id="206" presetID="2" presetClass="entr" presetSubtype="1" fill="hold" grpId="0" nodeType="withEffect">
                                      <p:stCondLst>
                                        <p:cond delay="1400"/>
                                      </p:stCondLst>
                                      <p:childTnLst>
                                        <p:set>
                                          <p:cBhvr>
                                            <p:cTn id="207" dur="1" fill="hold">
                                              <p:stCondLst>
                                                <p:cond delay="0"/>
                                              </p:stCondLst>
                                            </p:cTn>
                                            <p:tgtEl>
                                              <p:spTgt spid="3103"/>
                                            </p:tgtEl>
                                            <p:attrNameLst>
                                              <p:attrName>style.visibility</p:attrName>
                                            </p:attrNameLst>
                                          </p:cBhvr>
                                          <p:to>
                                            <p:strVal val="visible"/>
                                          </p:to>
                                        </p:set>
                                        <p:anim calcmode="lin" valueType="num">
                                          <p:cBhvr additive="base">
                                            <p:cTn id="208" dur="1000" fill="hold"/>
                                            <p:tgtEl>
                                              <p:spTgt spid="3103"/>
                                            </p:tgtEl>
                                            <p:attrNameLst>
                                              <p:attrName>ppt_x</p:attrName>
                                            </p:attrNameLst>
                                          </p:cBhvr>
                                          <p:tavLst>
                                            <p:tav tm="0">
                                              <p:val>
                                                <p:strVal val="#ppt_x"/>
                                              </p:val>
                                            </p:tav>
                                            <p:tav tm="100000">
                                              <p:val>
                                                <p:strVal val="#ppt_x"/>
                                              </p:val>
                                            </p:tav>
                                          </p:tavLst>
                                        </p:anim>
                                        <p:anim calcmode="lin" valueType="num">
                                          <p:cBhvr additive="base">
                                            <p:cTn id="209" dur="1000" fill="hold"/>
                                            <p:tgtEl>
                                              <p:spTgt spid="3103"/>
                                            </p:tgtEl>
                                            <p:attrNameLst>
                                              <p:attrName>ppt_y</p:attrName>
                                            </p:attrNameLst>
                                          </p:cBhvr>
                                          <p:tavLst>
                                            <p:tav tm="0">
                                              <p:val>
                                                <p:strVal val="0-#ppt_h/2"/>
                                              </p:val>
                                            </p:tav>
                                            <p:tav tm="100000">
                                              <p:val>
                                                <p:strVal val="#ppt_y"/>
                                              </p:val>
                                            </p:tav>
                                          </p:tavLst>
                                        </p:anim>
                                      </p:childTnLst>
                                    </p:cTn>
                                  </p:par>
                                  <p:par>
                                    <p:cTn id="210" presetID="2" presetClass="entr" presetSubtype="1" fill="hold" grpId="0" nodeType="withEffect">
                                      <p:stCondLst>
                                        <p:cond delay="1500"/>
                                      </p:stCondLst>
                                      <p:childTnLst>
                                        <p:set>
                                          <p:cBhvr>
                                            <p:cTn id="211" dur="1" fill="hold">
                                              <p:stCondLst>
                                                <p:cond delay="0"/>
                                              </p:stCondLst>
                                            </p:cTn>
                                            <p:tgtEl>
                                              <p:spTgt spid="3088"/>
                                            </p:tgtEl>
                                            <p:attrNameLst>
                                              <p:attrName>style.visibility</p:attrName>
                                            </p:attrNameLst>
                                          </p:cBhvr>
                                          <p:to>
                                            <p:strVal val="visible"/>
                                          </p:to>
                                        </p:set>
                                        <p:anim calcmode="lin" valueType="num">
                                          <p:cBhvr additive="base">
                                            <p:cTn id="212" dur="1000" fill="hold"/>
                                            <p:tgtEl>
                                              <p:spTgt spid="3088"/>
                                            </p:tgtEl>
                                            <p:attrNameLst>
                                              <p:attrName>ppt_x</p:attrName>
                                            </p:attrNameLst>
                                          </p:cBhvr>
                                          <p:tavLst>
                                            <p:tav tm="0">
                                              <p:val>
                                                <p:strVal val="#ppt_x"/>
                                              </p:val>
                                            </p:tav>
                                            <p:tav tm="100000">
                                              <p:val>
                                                <p:strVal val="#ppt_x"/>
                                              </p:val>
                                            </p:tav>
                                          </p:tavLst>
                                        </p:anim>
                                        <p:anim calcmode="lin" valueType="num">
                                          <p:cBhvr additive="base">
                                            <p:cTn id="213" dur="1000" fill="hold"/>
                                            <p:tgtEl>
                                              <p:spTgt spid="3088"/>
                                            </p:tgtEl>
                                            <p:attrNameLst>
                                              <p:attrName>ppt_y</p:attrName>
                                            </p:attrNameLst>
                                          </p:cBhvr>
                                          <p:tavLst>
                                            <p:tav tm="0">
                                              <p:val>
                                                <p:strVal val="0-#ppt_h/2"/>
                                              </p:val>
                                            </p:tav>
                                            <p:tav tm="100000">
                                              <p:val>
                                                <p:strVal val="#ppt_y"/>
                                              </p:val>
                                            </p:tav>
                                          </p:tavLst>
                                        </p:anim>
                                      </p:childTnLst>
                                    </p:cTn>
                                  </p:par>
                                  <p:par>
                                    <p:cTn id="214" presetID="53" presetClass="entr" presetSubtype="16" fill="hold" nodeType="withEffect">
                                      <p:stCondLst>
                                        <p:cond delay="2500"/>
                                      </p:stCondLst>
                                      <p:childTnLst>
                                        <p:set>
                                          <p:cBhvr>
                                            <p:cTn id="215" dur="1" fill="hold">
                                              <p:stCondLst>
                                                <p:cond delay="0"/>
                                              </p:stCondLst>
                                            </p:cTn>
                                            <p:tgtEl>
                                              <p:spTgt spid="3075"/>
                                            </p:tgtEl>
                                            <p:attrNameLst>
                                              <p:attrName>style.visibility</p:attrName>
                                            </p:attrNameLst>
                                          </p:cBhvr>
                                          <p:to>
                                            <p:strVal val="visible"/>
                                          </p:to>
                                        </p:set>
                                        <p:anim calcmode="lin" valueType="num">
                                          <p:cBhvr>
                                            <p:cTn id="216" dur="500" fill="hold"/>
                                            <p:tgtEl>
                                              <p:spTgt spid="3075"/>
                                            </p:tgtEl>
                                            <p:attrNameLst>
                                              <p:attrName>ppt_w</p:attrName>
                                            </p:attrNameLst>
                                          </p:cBhvr>
                                          <p:tavLst>
                                            <p:tav tm="0">
                                              <p:val>
                                                <p:fltVal val="0"/>
                                              </p:val>
                                            </p:tav>
                                            <p:tav tm="100000">
                                              <p:val>
                                                <p:strVal val="#ppt_w"/>
                                              </p:val>
                                            </p:tav>
                                          </p:tavLst>
                                        </p:anim>
                                        <p:anim calcmode="lin" valueType="num">
                                          <p:cBhvr>
                                            <p:cTn id="217" dur="500" fill="hold"/>
                                            <p:tgtEl>
                                              <p:spTgt spid="3075"/>
                                            </p:tgtEl>
                                            <p:attrNameLst>
                                              <p:attrName>ppt_h</p:attrName>
                                            </p:attrNameLst>
                                          </p:cBhvr>
                                          <p:tavLst>
                                            <p:tav tm="0">
                                              <p:val>
                                                <p:fltVal val="0"/>
                                              </p:val>
                                            </p:tav>
                                            <p:tav tm="100000">
                                              <p:val>
                                                <p:strVal val="#ppt_h"/>
                                              </p:val>
                                            </p:tav>
                                          </p:tavLst>
                                        </p:anim>
                                        <p:animEffect transition="in" filter="fade">
                                          <p:cBhvr>
                                            <p:cTn id="218" dur="500"/>
                                            <p:tgtEl>
                                              <p:spTgt spid="3075"/>
                                            </p:tgtEl>
                                          </p:cBhvr>
                                        </p:animEffect>
                                      </p:childTnLst>
                                    </p:cTn>
                                  </p:par>
                                </p:childTnLst>
                              </p:cTn>
                            </p:par>
                            <p:par>
                              <p:cTn id="219" fill="hold">
                                <p:stCondLst>
                                  <p:cond delay="3000"/>
                                </p:stCondLst>
                                <p:childTnLst>
                                  <p:par>
                                    <p:cTn id="220" presetID="2" presetClass="entr" presetSubtype="8" fill="hold" grpId="0" nodeType="afterEffect">
                                      <p:stCondLst>
                                        <p:cond delay="0"/>
                                      </p:stCondLst>
                                      <p:childTnLst>
                                        <p:set>
                                          <p:cBhvr>
                                            <p:cTn id="221" dur="1" fill="hold">
                                              <p:stCondLst>
                                                <p:cond delay="0"/>
                                              </p:stCondLst>
                                            </p:cTn>
                                            <p:tgtEl>
                                              <p:spTgt spid="2">
                                                <p:txEl>
                                                  <p:pRg st="0" end="0"/>
                                                </p:txEl>
                                              </p:spTgt>
                                            </p:tgtEl>
                                            <p:attrNameLst>
                                              <p:attrName>style.visibility</p:attrName>
                                            </p:attrNameLst>
                                          </p:cBhvr>
                                          <p:to>
                                            <p:strVal val="visible"/>
                                          </p:to>
                                        </p:set>
                                        <p:anim calcmode="lin" valueType="num">
                                          <p:cBhvr additive="base">
                                            <p:cTn id="222" dur="10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223" dur="1000" fill="hold"/>
                                            <p:tgtEl>
                                              <p:spTgt spid="2">
                                                <p:txEl>
                                                  <p:pRg st="0" end="0"/>
                                                </p:txEl>
                                              </p:spTgt>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3">
                                                <p:txEl>
                                                  <p:pRg st="0" end="0"/>
                                                </p:txEl>
                                              </p:spTgt>
                                            </p:tgtEl>
                                            <p:attrNameLst>
                                              <p:attrName>style.visibility</p:attrName>
                                            </p:attrNameLst>
                                          </p:cBhvr>
                                          <p:to>
                                            <p:strVal val="visible"/>
                                          </p:to>
                                        </p:set>
                                        <p:anim calcmode="lin" valueType="num">
                                          <p:cBhvr additive="base">
                                            <p:cTn id="226" dur="10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227" dur="1000" fill="hold"/>
                                            <p:tgtEl>
                                              <p:spTgt spid="3">
                                                <p:txEl>
                                                  <p:pRg st="0" end="0"/>
                                                </p:txEl>
                                              </p:spTgt>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4">
                                                <p:txEl>
                                                  <p:pRg st="0" end="0"/>
                                                </p:txEl>
                                              </p:spTgt>
                                            </p:tgtEl>
                                            <p:attrNameLst>
                                              <p:attrName>style.visibility</p:attrName>
                                            </p:attrNameLst>
                                          </p:cBhvr>
                                          <p:to>
                                            <p:strVal val="visible"/>
                                          </p:to>
                                        </p:set>
                                        <p:anim calcmode="lin" valueType="num">
                                          <p:cBhvr additive="base">
                                            <p:cTn id="230"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231" dur="1000" fill="hold"/>
                                            <p:tgtEl>
                                              <p:spTgt spid="4">
                                                <p:txEl>
                                                  <p:pRg st="0" end="0"/>
                                                </p:txEl>
                                              </p:spTgt>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5">
                                                <p:txEl>
                                                  <p:pRg st="0" end="0"/>
                                                </p:txEl>
                                              </p:spTgt>
                                            </p:tgtEl>
                                            <p:attrNameLst>
                                              <p:attrName>style.visibility</p:attrName>
                                            </p:attrNameLst>
                                          </p:cBhvr>
                                          <p:to>
                                            <p:strVal val="visible"/>
                                          </p:to>
                                        </p:set>
                                        <p:anim calcmode="lin" valueType="num">
                                          <p:cBhvr additive="base">
                                            <p:cTn id="234" dur="10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235" dur="1000" fill="hold"/>
                                            <p:tgtEl>
                                              <p:spTgt spid="5">
                                                <p:txEl>
                                                  <p:pRg st="0" end="0"/>
                                                </p:txEl>
                                              </p:spTgt>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6">
                                                <p:txEl>
                                                  <p:pRg st="0" end="0"/>
                                                </p:txEl>
                                              </p:spTgt>
                                            </p:tgtEl>
                                            <p:attrNameLst>
                                              <p:attrName>style.visibility</p:attrName>
                                            </p:attrNameLst>
                                          </p:cBhvr>
                                          <p:to>
                                            <p:strVal val="visible"/>
                                          </p:to>
                                        </p:set>
                                        <p:anim calcmode="lin" valueType="num">
                                          <p:cBhvr additive="base">
                                            <p:cTn id="238" dur="10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239" dur="1000" fill="hold"/>
                                            <p:tgtEl>
                                              <p:spTgt spid="6">
                                                <p:txEl>
                                                  <p:pRg st="0" end="0"/>
                                                </p:txEl>
                                              </p:spTgt>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7">
                                                <p:txEl>
                                                  <p:pRg st="0" end="0"/>
                                                </p:txEl>
                                              </p:spTgt>
                                            </p:tgtEl>
                                            <p:attrNameLst>
                                              <p:attrName>style.visibility</p:attrName>
                                            </p:attrNameLst>
                                          </p:cBhvr>
                                          <p:to>
                                            <p:strVal val="visible"/>
                                          </p:to>
                                        </p:set>
                                        <p:anim calcmode="lin" valueType="num">
                                          <p:cBhvr additive="base">
                                            <p:cTn id="242" dur="10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43" dur="1000" fill="hold"/>
                                            <p:tgtEl>
                                              <p:spTgt spid="7">
                                                <p:txEl>
                                                  <p:pRg st="0" end="0"/>
                                                </p:txEl>
                                              </p:spTgt>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8">
                                                <p:txEl>
                                                  <p:pRg st="0" end="0"/>
                                                </p:txEl>
                                              </p:spTgt>
                                            </p:tgtEl>
                                            <p:attrNameLst>
                                              <p:attrName>style.visibility</p:attrName>
                                            </p:attrNameLst>
                                          </p:cBhvr>
                                          <p:to>
                                            <p:strVal val="visible"/>
                                          </p:to>
                                        </p:set>
                                        <p:anim calcmode="lin" valueType="num">
                                          <p:cBhvr additive="base">
                                            <p:cTn id="246" dur="10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247" dur="1000" fill="hold"/>
                                            <p:tgtEl>
                                              <p:spTgt spid="8">
                                                <p:txEl>
                                                  <p:pRg st="0" end="0"/>
                                                </p:txEl>
                                              </p:spTgt>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9">
                                                <p:txEl>
                                                  <p:pRg st="0" end="0"/>
                                                </p:txEl>
                                              </p:spTgt>
                                            </p:tgtEl>
                                            <p:attrNameLst>
                                              <p:attrName>style.visibility</p:attrName>
                                            </p:attrNameLst>
                                          </p:cBhvr>
                                          <p:to>
                                            <p:strVal val="visible"/>
                                          </p:to>
                                        </p:set>
                                        <p:anim calcmode="lin" valueType="num">
                                          <p:cBhvr additive="base">
                                            <p:cTn id="250" dur="1000" fill="hold"/>
                                            <p:tgtEl>
                                              <p:spTgt spid="9">
                                                <p:txEl>
                                                  <p:pRg st="0" end="0"/>
                                                </p:txEl>
                                              </p:spTgt>
                                            </p:tgtEl>
                                            <p:attrNameLst>
                                              <p:attrName>ppt_x</p:attrName>
                                            </p:attrNameLst>
                                          </p:cBhvr>
                                          <p:tavLst>
                                            <p:tav tm="0">
                                              <p:val>
                                                <p:strVal val="0-#ppt_w/2"/>
                                              </p:val>
                                            </p:tav>
                                            <p:tav tm="100000">
                                              <p:val>
                                                <p:strVal val="#ppt_x"/>
                                              </p:val>
                                            </p:tav>
                                          </p:tavLst>
                                        </p:anim>
                                        <p:anim calcmode="lin" valueType="num">
                                          <p:cBhvr additive="base">
                                            <p:cTn id="251"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2" grpId="0" animBg="1"/>
          <p:bldP spid="3083" grpId="0" animBg="1"/>
          <p:bldP spid="3084" grpId="0" animBg="1"/>
          <p:bldP spid="3085" grpId="0" animBg="1"/>
          <p:bldP spid="3086" grpId="0" animBg="1"/>
          <p:bldP spid="3087" grpId="0" animBg="1"/>
          <p:bldP spid="3088" grpId="0" animBg="1"/>
          <p:bldP spid="3089" grpId="0" animBg="1"/>
          <p:bldP spid="3090" grpId="0" animBg="1"/>
          <p:bldP spid="3091" grpId="0" animBg="1"/>
          <p:bldP spid="3092" grpId="0" animBg="1"/>
          <p:bldP spid="3093" grpId="0" animBg="1"/>
          <p:bldP spid="3094" grpId="0" animBg="1"/>
          <p:bldP spid="3095" grpId="0" animBg="1"/>
          <p:bldP spid="3096" grpId="0" animBg="1"/>
          <p:bldP spid="3098" grpId="0" animBg="1"/>
          <p:bldP spid="3099" grpId="0" animBg="1"/>
          <p:bldP spid="3100" grpId="0" animBg="1"/>
          <p:bldP spid="3101" grpId="0" animBg="1"/>
          <p:bldP spid="3102" grpId="0" animBg="1"/>
          <p:bldP spid="3103" grpId="0" animBg="1"/>
          <p:bldP spid="3105" grpId="0" animBg="1"/>
          <p:bldP spid="3106" grpId="0" animBg="1"/>
          <p:bldP spid="3107" grpId="0" animBg="1"/>
          <p:bldP spid="3108" grpId="0" animBg="1"/>
          <p:bldP spid="3109" grpId="0" animBg="1"/>
          <p:bldP spid="3110" grpId="0" animBg="1"/>
          <p:bldP spid="3111" grpId="0" animBg="1"/>
          <p:bldP spid="3112" grpId="0" animBg="1"/>
          <p:bldP spid="3113" grpId="0" animBg="1"/>
          <p:bldP spid="3114" grpId="0" animBg="1"/>
          <p:bldP spid="3115" grpId="0" animBg="1"/>
          <p:bldP spid="3116" grpId="0" animBg="1"/>
          <p:bldP spid="3117" grpId="0" animBg="1"/>
          <p:bldP spid="3118" grpId="0" animBg="1"/>
          <p:bldP spid="3119" grpId="0" animBg="1"/>
          <p:bldP spid="3120" grpId="0" animBg="1"/>
          <p:bldP spid="3121" grpId="0" animBg="1"/>
          <p:bldP spid="3122" grpId="0" animBg="1"/>
          <p:bldP spid="3123" grpId="0" animBg="1"/>
          <p:bldP spid="3124" grpId="0" animBg="1"/>
          <p:bldP spid="3125" grpId="0" animBg="1"/>
          <p:bldP spid="3127" grpId="0" animBg="1"/>
          <p:bldP spid="3128" grpId="0" animBg="1"/>
          <p:bldP spid="3130" grpId="0" animBg="1"/>
          <p:bldP spid="3131" grpId="0" animBg="1"/>
          <p:bldP spid="3132" grpId="0" animBg="1"/>
          <p:bldP spid="3133" grpId="0" animBg="1"/>
          <p:bldP spid="3134" grpId="0" animBg="1"/>
          <p:bldP spid="3135" grpId="0" animBg="1"/>
          <p:bldP spid="3136" grpId="0" animBg="1"/>
          <p:bldP spid="2" grpId="0" build="p"/>
          <p:bldP spid="3" grpId="0" build="p"/>
          <p:bldP spid="4" grpId="0" build="p"/>
          <p:bldP spid="5" grpId="0" build="p"/>
          <p:bldP spid="6" grpId="0" build="p"/>
          <p:bldP spid="7" grpId="0" build="p"/>
          <p:bldP spid="8" grpId="0" build="p"/>
          <p:bldP spid="9" grpId="0" build="p"/>
          <p:bldP spid="10" grpId="0" build="p"/>
        </p:bldLst>
      </p:timing>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Freeform 37"/>
          <p:cNvSpPr>
            <a:spLocks noEditPoints="1"/>
          </p:cNvSpPr>
          <p:nvPr/>
        </p:nvSpPr>
        <p:spPr bwMode="auto">
          <a:xfrm>
            <a:off x="5270500" y="2439988"/>
            <a:ext cx="3870325" cy="3606800"/>
          </a:xfrm>
          <a:custGeom>
            <a:avLst/>
            <a:gdLst>
              <a:gd name="T0" fmla="*/ 2 w 1017"/>
              <a:gd name="T1" fmla="*/ 400 h 947"/>
              <a:gd name="T2" fmla="*/ 292 w 1017"/>
              <a:gd name="T3" fmla="*/ 120 h 947"/>
              <a:gd name="T4" fmla="*/ 380 w 1017"/>
              <a:gd name="T5" fmla="*/ 109 h 947"/>
              <a:gd name="T6" fmla="*/ 325 w 1017"/>
              <a:gd name="T7" fmla="*/ 99 h 947"/>
              <a:gd name="T8" fmla="*/ 294 w 1017"/>
              <a:gd name="T9" fmla="*/ 122 h 947"/>
              <a:gd name="T10" fmla="*/ 268 w 1017"/>
              <a:gd name="T11" fmla="*/ 156 h 947"/>
              <a:gd name="T12" fmla="*/ 235 w 1017"/>
              <a:gd name="T13" fmla="*/ 190 h 947"/>
              <a:gd name="T14" fmla="*/ 97 w 1017"/>
              <a:gd name="T15" fmla="*/ 257 h 947"/>
              <a:gd name="T16" fmla="*/ 19 w 1017"/>
              <a:gd name="T17" fmla="*/ 315 h 947"/>
              <a:gd name="T18" fmla="*/ 14 w 1017"/>
              <a:gd name="T19" fmla="*/ 412 h 947"/>
              <a:gd name="T20" fmla="*/ 66 w 1017"/>
              <a:gd name="T21" fmla="*/ 619 h 947"/>
              <a:gd name="T22" fmla="*/ 139 w 1017"/>
              <a:gd name="T23" fmla="*/ 658 h 947"/>
              <a:gd name="T24" fmla="*/ 250 w 1017"/>
              <a:gd name="T25" fmla="*/ 633 h 947"/>
              <a:gd name="T26" fmla="*/ 393 w 1017"/>
              <a:gd name="T27" fmla="*/ 572 h 947"/>
              <a:gd name="T28" fmla="*/ 877 w 1017"/>
              <a:gd name="T29" fmla="*/ 703 h 947"/>
              <a:gd name="T30" fmla="*/ 735 w 1017"/>
              <a:gd name="T31" fmla="*/ 649 h 947"/>
              <a:gd name="T32" fmla="*/ 788 w 1017"/>
              <a:gd name="T33" fmla="*/ 763 h 947"/>
              <a:gd name="T34" fmla="*/ 837 w 1017"/>
              <a:gd name="T35" fmla="*/ 786 h 947"/>
              <a:gd name="T36" fmla="*/ 659 w 1017"/>
              <a:gd name="T37" fmla="*/ 155 h 947"/>
              <a:gd name="T38" fmla="*/ 1007 w 1017"/>
              <a:gd name="T39" fmla="*/ 378 h 947"/>
              <a:gd name="T40" fmla="*/ 1011 w 1017"/>
              <a:gd name="T41" fmla="*/ 452 h 947"/>
              <a:gd name="T42" fmla="*/ 995 w 1017"/>
              <a:gd name="T43" fmla="*/ 469 h 947"/>
              <a:gd name="T44" fmla="*/ 999 w 1017"/>
              <a:gd name="T45" fmla="*/ 390 h 947"/>
              <a:gd name="T46" fmla="*/ 947 w 1017"/>
              <a:gd name="T47" fmla="*/ 314 h 947"/>
              <a:gd name="T48" fmla="*/ 913 w 1017"/>
              <a:gd name="T49" fmla="*/ 284 h 947"/>
              <a:gd name="T50" fmla="*/ 868 w 1017"/>
              <a:gd name="T51" fmla="*/ 237 h 947"/>
              <a:gd name="T52" fmla="*/ 812 w 1017"/>
              <a:gd name="T53" fmla="*/ 147 h 947"/>
              <a:gd name="T54" fmla="*/ 765 w 1017"/>
              <a:gd name="T55" fmla="*/ 76 h 947"/>
              <a:gd name="T56" fmla="*/ 728 w 1017"/>
              <a:gd name="T57" fmla="*/ 22 h 947"/>
              <a:gd name="T58" fmla="*/ 716 w 1017"/>
              <a:gd name="T59" fmla="*/ 103 h 947"/>
              <a:gd name="T60" fmla="*/ 701 w 1017"/>
              <a:gd name="T61" fmla="*/ 489 h 947"/>
              <a:gd name="T62" fmla="*/ 877 w 1017"/>
              <a:gd name="T63" fmla="*/ 818 h 947"/>
              <a:gd name="T64" fmla="*/ 882 w 1017"/>
              <a:gd name="T65" fmla="*/ 835 h 947"/>
              <a:gd name="T66" fmla="*/ 863 w 1017"/>
              <a:gd name="T67" fmla="*/ 923 h 947"/>
              <a:gd name="T68" fmla="*/ 876 w 1017"/>
              <a:gd name="T69" fmla="*/ 906 h 947"/>
              <a:gd name="T70" fmla="*/ 865 w 1017"/>
              <a:gd name="T71" fmla="*/ 856 h 947"/>
              <a:gd name="T72" fmla="*/ 813 w 1017"/>
              <a:gd name="T73" fmla="*/ 902 h 947"/>
              <a:gd name="T74" fmla="*/ 879 w 1017"/>
              <a:gd name="T75" fmla="*/ 910 h 947"/>
              <a:gd name="T76" fmla="*/ 857 w 1017"/>
              <a:gd name="T77" fmla="*/ 939 h 947"/>
              <a:gd name="T78" fmla="*/ 616 w 1017"/>
              <a:gd name="T79" fmla="*/ 687 h 947"/>
              <a:gd name="T80" fmla="*/ 578 w 1017"/>
              <a:gd name="T81" fmla="*/ 665 h 947"/>
              <a:gd name="T82" fmla="*/ 514 w 1017"/>
              <a:gd name="T83" fmla="*/ 582 h 947"/>
              <a:gd name="T84" fmla="*/ 556 w 1017"/>
              <a:gd name="T85" fmla="*/ 651 h 947"/>
              <a:gd name="T86" fmla="*/ 613 w 1017"/>
              <a:gd name="T87" fmla="*/ 610 h 947"/>
              <a:gd name="T88" fmla="*/ 615 w 1017"/>
              <a:gd name="T89" fmla="*/ 671 h 947"/>
              <a:gd name="T90" fmla="*/ 677 w 1017"/>
              <a:gd name="T91" fmla="*/ 743 h 947"/>
              <a:gd name="T92" fmla="*/ 941 w 1017"/>
              <a:gd name="T93" fmla="*/ 480 h 947"/>
              <a:gd name="T94" fmla="*/ 802 w 1017"/>
              <a:gd name="T95" fmla="*/ 692 h 947"/>
              <a:gd name="T96" fmla="*/ 929 w 1017"/>
              <a:gd name="T97" fmla="*/ 710 h 947"/>
              <a:gd name="T98" fmla="*/ 965 w 1017"/>
              <a:gd name="T99" fmla="*/ 616 h 947"/>
              <a:gd name="T100" fmla="*/ 1002 w 1017"/>
              <a:gd name="T101" fmla="*/ 538 h 947"/>
              <a:gd name="T102" fmla="*/ 438 w 1017"/>
              <a:gd name="T103" fmla="*/ 14 h 947"/>
              <a:gd name="T104" fmla="*/ 584 w 1017"/>
              <a:gd name="T105" fmla="*/ 25 h 947"/>
              <a:gd name="T106" fmla="*/ 582 w 1017"/>
              <a:gd name="T107" fmla="*/ 81 h 947"/>
              <a:gd name="T108" fmla="*/ 597 w 1017"/>
              <a:gd name="T109" fmla="*/ 83 h 947"/>
              <a:gd name="T110" fmla="*/ 602 w 1017"/>
              <a:gd name="T111" fmla="*/ 127 h 947"/>
              <a:gd name="T112" fmla="*/ 562 w 1017"/>
              <a:gd name="T113" fmla="*/ 104 h 947"/>
              <a:gd name="T114" fmla="*/ 597 w 1017"/>
              <a:gd name="T115" fmla="*/ 38 h 947"/>
              <a:gd name="T116" fmla="*/ 549 w 1017"/>
              <a:gd name="T117" fmla="*/ 37 h 947"/>
              <a:gd name="T118" fmla="*/ 485 w 1017"/>
              <a:gd name="T119" fmla="*/ 13 h 947"/>
              <a:gd name="T120" fmla="*/ 462 w 1017"/>
              <a:gd name="T121" fmla="*/ 40 h 947"/>
              <a:gd name="T122" fmla="*/ 416 w 1017"/>
              <a:gd name="T123" fmla="*/ 99 h 947"/>
              <a:gd name="T124" fmla="*/ 895 w 1017"/>
              <a:gd name="T125" fmla="*/ 678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7" h="947">
                <a:moveTo>
                  <a:pt x="11" y="397"/>
                </a:moveTo>
                <a:cubicBezTo>
                  <a:pt x="11" y="397"/>
                  <a:pt x="11" y="397"/>
                  <a:pt x="11" y="397"/>
                </a:cubicBezTo>
                <a:cubicBezTo>
                  <a:pt x="11" y="397"/>
                  <a:pt x="12" y="397"/>
                  <a:pt x="12" y="396"/>
                </a:cubicBezTo>
                <a:cubicBezTo>
                  <a:pt x="13" y="396"/>
                  <a:pt x="13" y="395"/>
                  <a:pt x="13" y="394"/>
                </a:cubicBezTo>
                <a:cubicBezTo>
                  <a:pt x="13" y="394"/>
                  <a:pt x="13" y="394"/>
                  <a:pt x="13" y="393"/>
                </a:cubicBezTo>
                <a:cubicBezTo>
                  <a:pt x="13" y="393"/>
                  <a:pt x="14" y="393"/>
                  <a:pt x="14" y="393"/>
                </a:cubicBezTo>
                <a:cubicBezTo>
                  <a:pt x="14" y="393"/>
                  <a:pt x="14" y="393"/>
                  <a:pt x="15" y="394"/>
                </a:cubicBezTo>
                <a:cubicBezTo>
                  <a:pt x="15" y="394"/>
                  <a:pt x="15" y="394"/>
                  <a:pt x="15" y="394"/>
                </a:cubicBezTo>
                <a:cubicBezTo>
                  <a:pt x="15" y="395"/>
                  <a:pt x="16" y="395"/>
                  <a:pt x="16" y="395"/>
                </a:cubicBezTo>
                <a:cubicBezTo>
                  <a:pt x="16" y="395"/>
                  <a:pt x="16" y="396"/>
                  <a:pt x="16" y="396"/>
                </a:cubicBezTo>
                <a:cubicBezTo>
                  <a:pt x="17" y="396"/>
                  <a:pt x="17" y="397"/>
                  <a:pt x="17" y="397"/>
                </a:cubicBezTo>
                <a:cubicBezTo>
                  <a:pt x="17" y="398"/>
                  <a:pt x="18" y="398"/>
                  <a:pt x="18" y="398"/>
                </a:cubicBezTo>
                <a:cubicBezTo>
                  <a:pt x="18" y="399"/>
                  <a:pt x="19" y="399"/>
                  <a:pt x="20" y="400"/>
                </a:cubicBezTo>
                <a:cubicBezTo>
                  <a:pt x="20" y="400"/>
                  <a:pt x="20" y="400"/>
                  <a:pt x="20" y="400"/>
                </a:cubicBezTo>
                <a:cubicBezTo>
                  <a:pt x="21" y="401"/>
                  <a:pt x="21" y="402"/>
                  <a:pt x="21" y="402"/>
                </a:cubicBezTo>
                <a:cubicBezTo>
                  <a:pt x="21" y="403"/>
                  <a:pt x="21" y="403"/>
                  <a:pt x="21" y="403"/>
                </a:cubicBezTo>
                <a:cubicBezTo>
                  <a:pt x="20" y="404"/>
                  <a:pt x="20" y="405"/>
                  <a:pt x="19" y="406"/>
                </a:cubicBezTo>
                <a:cubicBezTo>
                  <a:pt x="19" y="407"/>
                  <a:pt x="19" y="409"/>
                  <a:pt x="19" y="411"/>
                </a:cubicBezTo>
                <a:cubicBezTo>
                  <a:pt x="19" y="410"/>
                  <a:pt x="19" y="410"/>
                  <a:pt x="18" y="409"/>
                </a:cubicBezTo>
                <a:cubicBezTo>
                  <a:pt x="18" y="409"/>
                  <a:pt x="18" y="409"/>
                  <a:pt x="17" y="408"/>
                </a:cubicBezTo>
                <a:cubicBezTo>
                  <a:pt x="16" y="408"/>
                  <a:pt x="16" y="406"/>
                  <a:pt x="16" y="405"/>
                </a:cubicBezTo>
                <a:cubicBezTo>
                  <a:pt x="16" y="405"/>
                  <a:pt x="16" y="404"/>
                  <a:pt x="16" y="404"/>
                </a:cubicBezTo>
                <a:cubicBezTo>
                  <a:pt x="16" y="404"/>
                  <a:pt x="15" y="404"/>
                  <a:pt x="15" y="403"/>
                </a:cubicBezTo>
                <a:cubicBezTo>
                  <a:pt x="14" y="402"/>
                  <a:pt x="13" y="400"/>
                  <a:pt x="13" y="399"/>
                </a:cubicBezTo>
                <a:cubicBezTo>
                  <a:pt x="13" y="398"/>
                  <a:pt x="13" y="398"/>
                  <a:pt x="13" y="398"/>
                </a:cubicBezTo>
                <a:cubicBezTo>
                  <a:pt x="13" y="398"/>
                  <a:pt x="13" y="398"/>
                  <a:pt x="13" y="398"/>
                </a:cubicBezTo>
                <a:cubicBezTo>
                  <a:pt x="12" y="398"/>
                  <a:pt x="12" y="398"/>
                  <a:pt x="11" y="397"/>
                </a:cubicBezTo>
                <a:cubicBezTo>
                  <a:pt x="11" y="397"/>
                  <a:pt x="11" y="397"/>
                  <a:pt x="11" y="397"/>
                </a:cubicBezTo>
                <a:close/>
                <a:moveTo>
                  <a:pt x="4" y="399"/>
                </a:moveTo>
                <a:cubicBezTo>
                  <a:pt x="4" y="399"/>
                  <a:pt x="4" y="399"/>
                  <a:pt x="4" y="399"/>
                </a:cubicBezTo>
                <a:cubicBezTo>
                  <a:pt x="4" y="399"/>
                  <a:pt x="4" y="398"/>
                  <a:pt x="4" y="398"/>
                </a:cubicBezTo>
                <a:cubicBezTo>
                  <a:pt x="3" y="398"/>
                  <a:pt x="3" y="398"/>
                  <a:pt x="3" y="398"/>
                </a:cubicBezTo>
                <a:cubicBezTo>
                  <a:pt x="3" y="397"/>
                  <a:pt x="3" y="397"/>
                  <a:pt x="3" y="396"/>
                </a:cubicBezTo>
                <a:cubicBezTo>
                  <a:pt x="3" y="396"/>
                  <a:pt x="3" y="395"/>
                  <a:pt x="3" y="395"/>
                </a:cubicBezTo>
                <a:cubicBezTo>
                  <a:pt x="3" y="395"/>
                  <a:pt x="2" y="394"/>
                  <a:pt x="2" y="394"/>
                </a:cubicBezTo>
                <a:cubicBezTo>
                  <a:pt x="2" y="393"/>
                  <a:pt x="2" y="393"/>
                  <a:pt x="1" y="392"/>
                </a:cubicBezTo>
                <a:cubicBezTo>
                  <a:pt x="1" y="392"/>
                  <a:pt x="1" y="392"/>
                  <a:pt x="1" y="392"/>
                </a:cubicBezTo>
                <a:cubicBezTo>
                  <a:pt x="1" y="392"/>
                  <a:pt x="1" y="393"/>
                  <a:pt x="1" y="393"/>
                </a:cubicBezTo>
                <a:cubicBezTo>
                  <a:pt x="0" y="394"/>
                  <a:pt x="0" y="396"/>
                  <a:pt x="1" y="398"/>
                </a:cubicBezTo>
                <a:cubicBezTo>
                  <a:pt x="1" y="398"/>
                  <a:pt x="1" y="398"/>
                  <a:pt x="1" y="399"/>
                </a:cubicBezTo>
                <a:cubicBezTo>
                  <a:pt x="1" y="399"/>
                  <a:pt x="1" y="399"/>
                  <a:pt x="1" y="400"/>
                </a:cubicBezTo>
                <a:cubicBezTo>
                  <a:pt x="1" y="400"/>
                  <a:pt x="1" y="400"/>
                  <a:pt x="2" y="400"/>
                </a:cubicBezTo>
                <a:cubicBezTo>
                  <a:pt x="2" y="403"/>
                  <a:pt x="4" y="405"/>
                  <a:pt x="5" y="407"/>
                </a:cubicBezTo>
                <a:cubicBezTo>
                  <a:pt x="5" y="407"/>
                  <a:pt x="5" y="407"/>
                  <a:pt x="5" y="408"/>
                </a:cubicBezTo>
                <a:cubicBezTo>
                  <a:pt x="5" y="408"/>
                  <a:pt x="6" y="408"/>
                  <a:pt x="6" y="408"/>
                </a:cubicBezTo>
                <a:cubicBezTo>
                  <a:pt x="7" y="408"/>
                  <a:pt x="7" y="407"/>
                  <a:pt x="7" y="407"/>
                </a:cubicBezTo>
                <a:cubicBezTo>
                  <a:pt x="7" y="406"/>
                  <a:pt x="7" y="406"/>
                  <a:pt x="7" y="405"/>
                </a:cubicBezTo>
                <a:cubicBezTo>
                  <a:pt x="6" y="405"/>
                  <a:pt x="6" y="405"/>
                  <a:pt x="6" y="405"/>
                </a:cubicBezTo>
                <a:cubicBezTo>
                  <a:pt x="5" y="404"/>
                  <a:pt x="5" y="404"/>
                  <a:pt x="5" y="404"/>
                </a:cubicBezTo>
                <a:cubicBezTo>
                  <a:pt x="5" y="404"/>
                  <a:pt x="5" y="404"/>
                  <a:pt x="5" y="404"/>
                </a:cubicBezTo>
                <a:cubicBezTo>
                  <a:pt x="5" y="403"/>
                  <a:pt x="5" y="403"/>
                  <a:pt x="5" y="402"/>
                </a:cubicBezTo>
                <a:cubicBezTo>
                  <a:pt x="5" y="402"/>
                  <a:pt x="5" y="401"/>
                  <a:pt x="5" y="401"/>
                </a:cubicBezTo>
                <a:cubicBezTo>
                  <a:pt x="5" y="401"/>
                  <a:pt x="5" y="401"/>
                  <a:pt x="4" y="401"/>
                </a:cubicBezTo>
                <a:cubicBezTo>
                  <a:pt x="4" y="401"/>
                  <a:pt x="4" y="401"/>
                  <a:pt x="4" y="400"/>
                </a:cubicBezTo>
                <a:cubicBezTo>
                  <a:pt x="4" y="400"/>
                  <a:pt x="4" y="399"/>
                  <a:pt x="4" y="399"/>
                </a:cubicBezTo>
                <a:close/>
                <a:moveTo>
                  <a:pt x="63" y="260"/>
                </a:moveTo>
                <a:cubicBezTo>
                  <a:pt x="63" y="260"/>
                  <a:pt x="62" y="260"/>
                  <a:pt x="62" y="260"/>
                </a:cubicBezTo>
                <a:cubicBezTo>
                  <a:pt x="62" y="260"/>
                  <a:pt x="61" y="260"/>
                  <a:pt x="61" y="261"/>
                </a:cubicBezTo>
                <a:cubicBezTo>
                  <a:pt x="61" y="261"/>
                  <a:pt x="61" y="261"/>
                  <a:pt x="61" y="261"/>
                </a:cubicBezTo>
                <a:cubicBezTo>
                  <a:pt x="61" y="261"/>
                  <a:pt x="61" y="262"/>
                  <a:pt x="61" y="262"/>
                </a:cubicBezTo>
                <a:cubicBezTo>
                  <a:pt x="60" y="263"/>
                  <a:pt x="60" y="263"/>
                  <a:pt x="60" y="264"/>
                </a:cubicBezTo>
                <a:cubicBezTo>
                  <a:pt x="60" y="264"/>
                  <a:pt x="60" y="265"/>
                  <a:pt x="61" y="265"/>
                </a:cubicBezTo>
                <a:cubicBezTo>
                  <a:pt x="61" y="265"/>
                  <a:pt x="61" y="265"/>
                  <a:pt x="61" y="265"/>
                </a:cubicBezTo>
                <a:cubicBezTo>
                  <a:pt x="61" y="266"/>
                  <a:pt x="61" y="266"/>
                  <a:pt x="62" y="266"/>
                </a:cubicBezTo>
                <a:cubicBezTo>
                  <a:pt x="62" y="266"/>
                  <a:pt x="62" y="266"/>
                  <a:pt x="62" y="266"/>
                </a:cubicBezTo>
                <a:cubicBezTo>
                  <a:pt x="62" y="265"/>
                  <a:pt x="62" y="265"/>
                  <a:pt x="62" y="265"/>
                </a:cubicBezTo>
                <a:cubicBezTo>
                  <a:pt x="62" y="264"/>
                  <a:pt x="63" y="264"/>
                  <a:pt x="63" y="264"/>
                </a:cubicBezTo>
                <a:cubicBezTo>
                  <a:pt x="63" y="264"/>
                  <a:pt x="63" y="263"/>
                  <a:pt x="63" y="263"/>
                </a:cubicBezTo>
                <a:cubicBezTo>
                  <a:pt x="63" y="263"/>
                  <a:pt x="63" y="262"/>
                  <a:pt x="63" y="262"/>
                </a:cubicBezTo>
                <a:cubicBezTo>
                  <a:pt x="63" y="261"/>
                  <a:pt x="63" y="261"/>
                  <a:pt x="63" y="260"/>
                </a:cubicBezTo>
                <a:close/>
                <a:moveTo>
                  <a:pt x="292" y="119"/>
                </a:moveTo>
                <a:cubicBezTo>
                  <a:pt x="291" y="119"/>
                  <a:pt x="291" y="119"/>
                  <a:pt x="291" y="119"/>
                </a:cubicBezTo>
                <a:cubicBezTo>
                  <a:pt x="291" y="119"/>
                  <a:pt x="291" y="118"/>
                  <a:pt x="291" y="118"/>
                </a:cubicBezTo>
                <a:cubicBezTo>
                  <a:pt x="291" y="118"/>
                  <a:pt x="290" y="117"/>
                  <a:pt x="290" y="117"/>
                </a:cubicBezTo>
                <a:cubicBezTo>
                  <a:pt x="290" y="117"/>
                  <a:pt x="290" y="117"/>
                  <a:pt x="290" y="117"/>
                </a:cubicBezTo>
                <a:cubicBezTo>
                  <a:pt x="290" y="117"/>
                  <a:pt x="290" y="117"/>
                  <a:pt x="290" y="118"/>
                </a:cubicBezTo>
                <a:cubicBezTo>
                  <a:pt x="289" y="118"/>
                  <a:pt x="289" y="118"/>
                  <a:pt x="289" y="119"/>
                </a:cubicBezTo>
                <a:cubicBezTo>
                  <a:pt x="289" y="119"/>
                  <a:pt x="289" y="120"/>
                  <a:pt x="289" y="120"/>
                </a:cubicBezTo>
                <a:cubicBezTo>
                  <a:pt x="289" y="121"/>
                  <a:pt x="289" y="121"/>
                  <a:pt x="290" y="121"/>
                </a:cubicBezTo>
                <a:cubicBezTo>
                  <a:pt x="290" y="122"/>
                  <a:pt x="290" y="122"/>
                  <a:pt x="290" y="122"/>
                </a:cubicBezTo>
                <a:cubicBezTo>
                  <a:pt x="290" y="122"/>
                  <a:pt x="291" y="122"/>
                  <a:pt x="291" y="122"/>
                </a:cubicBezTo>
                <a:cubicBezTo>
                  <a:pt x="291" y="122"/>
                  <a:pt x="291" y="122"/>
                  <a:pt x="292" y="122"/>
                </a:cubicBezTo>
                <a:cubicBezTo>
                  <a:pt x="292" y="122"/>
                  <a:pt x="292" y="122"/>
                  <a:pt x="292" y="122"/>
                </a:cubicBezTo>
                <a:cubicBezTo>
                  <a:pt x="292" y="121"/>
                  <a:pt x="292" y="120"/>
                  <a:pt x="292" y="120"/>
                </a:cubicBezTo>
                <a:cubicBezTo>
                  <a:pt x="292" y="119"/>
                  <a:pt x="292" y="119"/>
                  <a:pt x="292" y="119"/>
                </a:cubicBezTo>
                <a:close/>
                <a:moveTo>
                  <a:pt x="306" y="100"/>
                </a:moveTo>
                <a:cubicBezTo>
                  <a:pt x="306" y="100"/>
                  <a:pt x="306" y="100"/>
                  <a:pt x="306" y="99"/>
                </a:cubicBezTo>
                <a:cubicBezTo>
                  <a:pt x="307" y="99"/>
                  <a:pt x="307" y="99"/>
                  <a:pt x="307" y="99"/>
                </a:cubicBezTo>
                <a:cubicBezTo>
                  <a:pt x="307" y="99"/>
                  <a:pt x="307" y="99"/>
                  <a:pt x="307" y="99"/>
                </a:cubicBezTo>
                <a:cubicBezTo>
                  <a:pt x="307" y="99"/>
                  <a:pt x="307" y="98"/>
                  <a:pt x="307" y="98"/>
                </a:cubicBezTo>
                <a:cubicBezTo>
                  <a:pt x="307" y="98"/>
                  <a:pt x="307" y="98"/>
                  <a:pt x="307" y="98"/>
                </a:cubicBezTo>
                <a:cubicBezTo>
                  <a:pt x="306" y="98"/>
                  <a:pt x="306" y="98"/>
                  <a:pt x="306" y="98"/>
                </a:cubicBezTo>
                <a:cubicBezTo>
                  <a:pt x="306" y="98"/>
                  <a:pt x="305" y="98"/>
                  <a:pt x="305" y="98"/>
                </a:cubicBezTo>
                <a:cubicBezTo>
                  <a:pt x="305" y="98"/>
                  <a:pt x="305" y="99"/>
                  <a:pt x="305" y="99"/>
                </a:cubicBezTo>
                <a:cubicBezTo>
                  <a:pt x="305" y="99"/>
                  <a:pt x="304" y="99"/>
                  <a:pt x="304" y="99"/>
                </a:cubicBezTo>
                <a:cubicBezTo>
                  <a:pt x="304" y="99"/>
                  <a:pt x="304" y="100"/>
                  <a:pt x="304" y="100"/>
                </a:cubicBezTo>
                <a:cubicBezTo>
                  <a:pt x="304" y="100"/>
                  <a:pt x="304" y="100"/>
                  <a:pt x="304" y="100"/>
                </a:cubicBezTo>
                <a:cubicBezTo>
                  <a:pt x="304" y="100"/>
                  <a:pt x="305" y="100"/>
                  <a:pt x="305" y="100"/>
                </a:cubicBezTo>
                <a:cubicBezTo>
                  <a:pt x="305" y="101"/>
                  <a:pt x="305" y="101"/>
                  <a:pt x="305" y="101"/>
                </a:cubicBezTo>
                <a:cubicBezTo>
                  <a:pt x="305" y="101"/>
                  <a:pt x="305" y="101"/>
                  <a:pt x="306" y="101"/>
                </a:cubicBezTo>
                <a:cubicBezTo>
                  <a:pt x="306" y="101"/>
                  <a:pt x="306" y="100"/>
                  <a:pt x="306" y="100"/>
                </a:cubicBezTo>
                <a:cubicBezTo>
                  <a:pt x="306" y="100"/>
                  <a:pt x="306" y="100"/>
                  <a:pt x="306" y="100"/>
                </a:cubicBezTo>
                <a:cubicBezTo>
                  <a:pt x="306" y="100"/>
                  <a:pt x="306" y="100"/>
                  <a:pt x="306" y="100"/>
                </a:cubicBezTo>
                <a:close/>
                <a:moveTo>
                  <a:pt x="397" y="108"/>
                </a:moveTo>
                <a:cubicBezTo>
                  <a:pt x="395" y="108"/>
                  <a:pt x="395" y="106"/>
                  <a:pt x="394" y="106"/>
                </a:cubicBezTo>
                <a:cubicBezTo>
                  <a:pt x="393" y="106"/>
                  <a:pt x="391" y="105"/>
                  <a:pt x="390" y="105"/>
                </a:cubicBezTo>
                <a:cubicBezTo>
                  <a:pt x="389" y="105"/>
                  <a:pt x="387" y="105"/>
                  <a:pt x="387" y="105"/>
                </a:cubicBezTo>
                <a:cubicBezTo>
                  <a:pt x="386" y="106"/>
                  <a:pt x="386" y="106"/>
                  <a:pt x="387" y="107"/>
                </a:cubicBezTo>
                <a:cubicBezTo>
                  <a:pt x="387" y="107"/>
                  <a:pt x="388" y="108"/>
                  <a:pt x="388" y="108"/>
                </a:cubicBezTo>
                <a:cubicBezTo>
                  <a:pt x="388" y="109"/>
                  <a:pt x="388" y="110"/>
                  <a:pt x="388" y="110"/>
                </a:cubicBezTo>
                <a:cubicBezTo>
                  <a:pt x="387" y="111"/>
                  <a:pt x="387" y="112"/>
                  <a:pt x="386" y="113"/>
                </a:cubicBezTo>
                <a:cubicBezTo>
                  <a:pt x="386" y="113"/>
                  <a:pt x="385" y="112"/>
                  <a:pt x="384" y="111"/>
                </a:cubicBezTo>
                <a:cubicBezTo>
                  <a:pt x="383" y="110"/>
                  <a:pt x="382" y="111"/>
                  <a:pt x="382" y="111"/>
                </a:cubicBezTo>
                <a:cubicBezTo>
                  <a:pt x="382" y="111"/>
                  <a:pt x="382" y="113"/>
                  <a:pt x="382" y="114"/>
                </a:cubicBezTo>
                <a:cubicBezTo>
                  <a:pt x="382" y="115"/>
                  <a:pt x="383" y="117"/>
                  <a:pt x="383" y="117"/>
                </a:cubicBezTo>
                <a:cubicBezTo>
                  <a:pt x="382" y="118"/>
                  <a:pt x="381" y="117"/>
                  <a:pt x="381" y="117"/>
                </a:cubicBezTo>
                <a:cubicBezTo>
                  <a:pt x="381" y="117"/>
                  <a:pt x="380" y="118"/>
                  <a:pt x="380" y="118"/>
                </a:cubicBezTo>
                <a:cubicBezTo>
                  <a:pt x="380" y="118"/>
                  <a:pt x="380" y="120"/>
                  <a:pt x="380" y="121"/>
                </a:cubicBezTo>
                <a:cubicBezTo>
                  <a:pt x="380" y="122"/>
                  <a:pt x="379" y="122"/>
                  <a:pt x="379" y="122"/>
                </a:cubicBezTo>
                <a:cubicBezTo>
                  <a:pt x="379" y="122"/>
                  <a:pt x="378" y="120"/>
                  <a:pt x="378" y="119"/>
                </a:cubicBezTo>
                <a:cubicBezTo>
                  <a:pt x="378" y="119"/>
                  <a:pt x="379" y="117"/>
                  <a:pt x="379" y="117"/>
                </a:cubicBezTo>
                <a:cubicBezTo>
                  <a:pt x="379" y="116"/>
                  <a:pt x="380" y="116"/>
                  <a:pt x="380" y="116"/>
                </a:cubicBezTo>
                <a:cubicBezTo>
                  <a:pt x="380" y="116"/>
                  <a:pt x="380" y="114"/>
                  <a:pt x="380" y="114"/>
                </a:cubicBezTo>
                <a:cubicBezTo>
                  <a:pt x="380" y="114"/>
                  <a:pt x="380" y="114"/>
                  <a:pt x="380" y="114"/>
                </a:cubicBezTo>
                <a:cubicBezTo>
                  <a:pt x="380" y="114"/>
                  <a:pt x="380" y="112"/>
                  <a:pt x="380" y="112"/>
                </a:cubicBezTo>
                <a:cubicBezTo>
                  <a:pt x="380" y="111"/>
                  <a:pt x="380" y="110"/>
                  <a:pt x="380" y="109"/>
                </a:cubicBezTo>
                <a:cubicBezTo>
                  <a:pt x="380" y="109"/>
                  <a:pt x="380" y="107"/>
                  <a:pt x="380" y="107"/>
                </a:cubicBezTo>
                <a:cubicBezTo>
                  <a:pt x="380" y="106"/>
                  <a:pt x="381" y="104"/>
                  <a:pt x="381" y="104"/>
                </a:cubicBezTo>
                <a:cubicBezTo>
                  <a:pt x="380" y="103"/>
                  <a:pt x="380" y="103"/>
                  <a:pt x="379" y="103"/>
                </a:cubicBezTo>
                <a:cubicBezTo>
                  <a:pt x="378" y="102"/>
                  <a:pt x="378" y="101"/>
                  <a:pt x="377" y="101"/>
                </a:cubicBezTo>
                <a:cubicBezTo>
                  <a:pt x="376" y="100"/>
                  <a:pt x="376" y="100"/>
                  <a:pt x="375" y="100"/>
                </a:cubicBezTo>
                <a:cubicBezTo>
                  <a:pt x="375" y="99"/>
                  <a:pt x="375" y="98"/>
                  <a:pt x="374" y="98"/>
                </a:cubicBezTo>
                <a:cubicBezTo>
                  <a:pt x="374" y="98"/>
                  <a:pt x="373" y="97"/>
                  <a:pt x="373" y="97"/>
                </a:cubicBezTo>
                <a:cubicBezTo>
                  <a:pt x="373" y="96"/>
                  <a:pt x="372" y="95"/>
                  <a:pt x="371" y="94"/>
                </a:cubicBezTo>
                <a:cubicBezTo>
                  <a:pt x="371" y="93"/>
                  <a:pt x="370" y="92"/>
                  <a:pt x="369" y="92"/>
                </a:cubicBezTo>
                <a:cubicBezTo>
                  <a:pt x="368" y="91"/>
                  <a:pt x="364" y="87"/>
                  <a:pt x="364" y="87"/>
                </a:cubicBezTo>
                <a:cubicBezTo>
                  <a:pt x="364" y="87"/>
                  <a:pt x="363" y="86"/>
                  <a:pt x="362" y="85"/>
                </a:cubicBezTo>
                <a:cubicBezTo>
                  <a:pt x="362" y="84"/>
                  <a:pt x="360" y="83"/>
                  <a:pt x="359" y="83"/>
                </a:cubicBezTo>
                <a:cubicBezTo>
                  <a:pt x="358" y="82"/>
                  <a:pt x="358" y="83"/>
                  <a:pt x="357" y="83"/>
                </a:cubicBezTo>
                <a:cubicBezTo>
                  <a:pt x="356" y="84"/>
                  <a:pt x="356" y="84"/>
                  <a:pt x="355" y="84"/>
                </a:cubicBezTo>
                <a:cubicBezTo>
                  <a:pt x="354" y="83"/>
                  <a:pt x="353" y="81"/>
                  <a:pt x="353" y="81"/>
                </a:cubicBezTo>
                <a:cubicBezTo>
                  <a:pt x="352" y="80"/>
                  <a:pt x="351" y="78"/>
                  <a:pt x="350" y="78"/>
                </a:cubicBezTo>
                <a:cubicBezTo>
                  <a:pt x="349" y="79"/>
                  <a:pt x="349" y="79"/>
                  <a:pt x="348" y="79"/>
                </a:cubicBezTo>
                <a:cubicBezTo>
                  <a:pt x="346" y="79"/>
                  <a:pt x="345" y="80"/>
                  <a:pt x="345" y="81"/>
                </a:cubicBezTo>
                <a:cubicBezTo>
                  <a:pt x="346" y="82"/>
                  <a:pt x="348" y="84"/>
                  <a:pt x="348" y="84"/>
                </a:cubicBezTo>
                <a:cubicBezTo>
                  <a:pt x="348" y="85"/>
                  <a:pt x="346" y="85"/>
                  <a:pt x="345" y="85"/>
                </a:cubicBezTo>
                <a:cubicBezTo>
                  <a:pt x="345" y="86"/>
                  <a:pt x="345" y="86"/>
                  <a:pt x="344" y="88"/>
                </a:cubicBezTo>
                <a:cubicBezTo>
                  <a:pt x="343" y="89"/>
                  <a:pt x="343" y="89"/>
                  <a:pt x="342" y="90"/>
                </a:cubicBezTo>
                <a:cubicBezTo>
                  <a:pt x="341" y="91"/>
                  <a:pt x="340" y="90"/>
                  <a:pt x="339" y="89"/>
                </a:cubicBezTo>
                <a:cubicBezTo>
                  <a:pt x="338" y="89"/>
                  <a:pt x="339" y="87"/>
                  <a:pt x="339" y="86"/>
                </a:cubicBezTo>
                <a:cubicBezTo>
                  <a:pt x="339" y="86"/>
                  <a:pt x="338" y="85"/>
                  <a:pt x="338" y="85"/>
                </a:cubicBezTo>
                <a:cubicBezTo>
                  <a:pt x="338" y="85"/>
                  <a:pt x="337" y="85"/>
                  <a:pt x="336" y="86"/>
                </a:cubicBezTo>
                <a:cubicBezTo>
                  <a:pt x="335" y="87"/>
                  <a:pt x="335" y="88"/>
                  <a:pt x="335" y="89"/>
                </a:cubicBezTo>
                <a:cubicBezTo>
                  <a:pt x="334" y="90"/>
                  <a:pt x="333" y="90"/>
                  <a:pt x="332" y="90"/>
                </a:cubicBezTo>
                <a:cubicBezTo>
                  <a:pt x="332" y="90"/>
                  <a:pt x="332" y="88"/>
                  <a:pt x="332" y="87"/>
                </a:cubicBezTo>
                <a:cubicBezTo>
                  <a:pt x="331" y="87"/>
                  <a:pt x="331" y="85"/>
                  <a:pt x="331" y="85"/>
                </a:cubicBezTo>
                <a:cubicBezTo>
                  <a:pt x="331" y="85"/>
                  <a:pt x="329" y="84"/>
                  <a:pt x="329" y="84"/>
                </a:cubicBezTo>
                <a:cubicBezTo>
                  <a:pt x="329" y="84"/>
                  <a:pt x="329" y="85"/>
                  <a:pt x="329" y="86"/>
                </a:cubicBezTo>
                <a:cubicBezTo>
                  <a:pt x="328" y="86"/>
                  <a:pt x="328" y="87"/>
                  <a:pt x="328" y="87"/>
                </a:cubicBezTo>
                <a:cubicBezTo>
                  <a:pt x="328" y="87"/>
                  <a:pt x="330" y="87"/>
                  <a:pt x="330" y="87"/>
                </a:cubicBezTo>
                <a:cubicBezTo>
                  <a:pt x="330" y="88"/>
                  <a:pt x="330" y="91"/>
                  <a:pt x="330" y="91"/>
                </a:cubicBezTo>
                <a:cubicBezTo>
                  <a:pt x="330" y="91"/>
                  <a:pt x="328" y="91"/>
                  <a:pt x="328" y="91"/>
                </a:cubicBezTo>
                <a:cubicBezTo>
                  <a:pt x="328" y="91"/>
                  <a:pt x="328" y="93"/>
                  <a:pt x="328" y="94"/>
                </a:cubicBezTo>
                <a:cubicBezTo>
                  <a:pt x="328" y="95"/>
                  <a:pt x="327" y="95"/>
                  <a:pt x="327" y="95"/>
                </a:cubicBezTo>
                <a:cubicBezTo>
                  <a:pt x="327" y="95"/>
                  <a:pt x="327" y="97"/>
                  <a:pt x="327" y="98"/>
                </a:cubicBezTo>
                <a:cubicBezTo>
                  <a:pt x="327" y="98"/>
                  <a:pt x="328" y="98"/>
                  <a:pt x="328" y="98"/>
                </a:cubicBezTo>
                <a:cubicBezTo>
                  <a:pt x="328" y="99"/>
                  <a:pt x="328" y="99"/>
                  <a:pt x="328" y="99"/>
                </a:cubicBezTo>
                <a:cubicBezTo>
                  <a:pt x="328" y="99"/>
                  <a:pt x="326" y="99"/>
                  <a:pt x="325" y="99"/>
                </a:cubicBezTo>
                <a:cubicBezTo>
                  <a:pt x="325" y="100"/>
                  <a:pt x="325" y="101"/>
                  <a:pt x="325" y="102"/>
                </a:cubicBezTo>
                <a:cubicBezTo>
                  <a:pt x="324" y="102"/>
                  <a:pt x="324" y="102"/>
                  <a:pt x="323" y="101"/>
                </a:cubicBezTo>
                <a:cubicBezTo>
                  <a:pt x="322" y="101"/>
                  <a:pt x="323" y="100"/>
                  <a:pt x="322" y="99"/>
                </a:cubicBezTo>
                <a:cubicBezTo>
                  <a:pt x="322" y="98"/>
                  <a:pt x="321" y="98"/>
                  <a:pt x="320" y="98"/>
                </a:cubicBezTo>
                <a:cubicBezTo>
                  <a:pt x="320" y="98"/>
                  <a:pt x="319" y="100"/>
                  <a:pt x="319" y="100"/>
                </a:cubicBezTo>
                <a:cubicBezTo>
                  <a:pt x="318" y="101"/>
                  <a:pt x="318" y="99"/>
                  <a:pt x="318" y="99"/>
                </a:cubicBezTo>
                <a:cubicBezTo>
                  <a:pt x="318" y="98"/>
                  <a:pt x="318" y="96"/>
                  <a:pt x="319" y="95"/>
                </a:cubicBezTo>
                <a:cubicBezTo>
                  <a:pt x="319" y="95"/>
                  <a:pt x="319" y="93"/>
                  <a:pt x="319" y="93"/>
                </a:cubicBezTo>
                <a:cubicBezTo>
                  <a:pt x="318" y="92"/>
                  <a:pt x="318" y="92"/>
                  <a:pt x="317" y="92"/>
                </a:cubicBezTo>
                <a:cubicBezTo>
                  <a:pt x="317" y="92"/>
                  <a:pt x="316" y="93"/>
                  <a:pt x="316" y="94"/>
                </a:cubicBezTo>
                <a:cubicBezTo>
                  <a:pt x="316" y="95"/>
                  <a:pt x="316" y="98"/>
                  <a:pt x="316" y="99"/>
                </a:cubicBezTo>
                <a:cubicBezTo>
                  <a:pt x="316" y="99"/>
                  <a:pt x="314" y="98"/>
                  <a:pt x="314" y="99"/>
                </a:cubicBezTo>
                <a:cubicBezTo>
                  <a:pt x="313" y="99"/>
                  <a:pt x="312" y="100"/>
                  <a:pt x="312" y="100"/>
                </a:cubicBezTo>
                <a:cubicBezTo>
                  <a:pt x="312" y="100"/>
                  <a:pt x="311" y="99"/>
                  <a:pt x="311" y="99"/>
                </a:cubicBezTo>
                <a:cubicBezTo>
                  <a:pt x="311" y="99"/>
                  <a:pt x="310" y="100"/>
                  <a:pt x="309" y="100"/>
                </a:cubicBezTo>
                <a:cubicBezTo>
                  <a:pt x="309" y="100"/>
                  <a:pt x="308" y="101"/>
                  <a:pt x="308" y="102"/>
                </a:cubicBezTo>
                <a:cubicBezTo>
                  <a:pt x="307" y="102"/>
                  <a:pt x="307" y="103"/>
                  <a:pt x="307" y="104"/>
                </a:cubicBezTo>
                <a:cubicBezTo>
                  <a:pt x="307" y="104"/>
                  <a:pt x="306" y="106"/>
                  <a:pt x="307" y="107"/>
                </a:cubicBezTo>
                <a:cubicBezTo>
                  <a:pt x="308" y="108"/>
                  <a:pt x="309" y="109"/>
                  <a:pt x="308" y="109"/>
                </a:cubicBezTo>
                <a:cubicBezTo>
                  <a:pt x="308" y="109"/>
                  <a:pt x="308" y="110"/>
                  <a:pt x="309" y="110"/>
                </a:cubicBezTo>
                <a:cubicBezTo>
                  <a:pt x="310" y="110"/>
                  <a:pt x="310" y="111"/>
                  <a:pt x="310" y="112"/>
                </a:cubicBezTo>
                <a:cubicBezTo>
                  <a:pt x="310" y="112"/>
                  <a:pt x="312" y="114"/>
                  <a:pt x="312" y="114"/>
                </a:cubicBezTo>
                <a:cubicBezTo>
                  <a:pt x="313" y="114"/>
                  <a:pt x="310" y="114"/>
                  <a:pt x="309" y="115"/>
                </a:cubicBezTo>
                <a:cubicBezTo>
                  <a:pt x="309" y="115"/>
                  <a:pt x="306" y="114"/>
                  <a:pt x="305" y="114"/>
                </a:cubicBezTo>
                <a:cubicBezTo>
                  <a:pt x="305" y="114"/>
                  <a:pt x="305" y="112"/>
                  <a:pt x="304" y="112"/>
                </a:cubicBezTo>
                <a:cubicBezTo>
                  <a:pt x="304" y="111"/>
                  <a:pt x="303" y="111"/>
                  <a:pt x="303" y="111"/>
                </a:cubicBezTo>
                <a:cubicBezTo>
                  <a:pt x="302" y="112"/>
                  <a:pt x="303" y="113"/>
                  <a:pt x="302" y="114"/>
                </a:cubicBezTo>
                <a:cubicBezTo>
                  <a:pt x="302" y="115"/>
                  <a:pt x="301" y="114"/>
                  <a:pt x="301" y="114"/>
                </a:cubicBezTo>
                <a:cubicBezTo>
                  <a:pt x="300" y="114"/>
                  <a:pt x="299" y="115"/>
                  <a:pt x="298" y="116"/>
                </a:cubicBezTo>
                <a:cubicBezTo>
                  <a:pt x="298" y="117"/>
                  <a:pt x="299" y="117"/>
                  <a:pt x="299" y="118"/>
                </a:cubicBezTo>
                <a:cubicBezTo>
                  <a:pt x="300" y="119"/>
                  <a:pt x="300" y="119"/>
                  <a:pt x="301" y="119"/>
                </a:cubicBezTo>
                <a:cubicBezTo>
                  <a:pt x="302" y="120"/>
                  <a:pt x="304" y="120"/>
                  <a:pt x="304" y="120"/>
                </a:cubicBezTo>
                <a:cubicBezTo>
                  <a:pt x="304" y="120"/>
                  <a:pt x="304" y="122"/>
                  <a:pt x="304" y="122"/>
                </a:cubicBezTo>
                <a:cubicBezTo>
                  <a:pt x="304" y="122"/>
                  <a:pt x="303" y="123"/>
                  <a:pt x="302" y="123"/>
                </a:cubicBezTo>
                <a:cubicBezTo>
                  <a:pt x="302" y="123"/>
                  <a:pt x="301" y="123"/>
                  <a:pt x="301" y="123"/>
                </a:cubicBezTo>
                <a:cubicBezTo>
                  <a:pt x="301" y="122"/>
                  <a:pt x="299" y="121"/>
                  <a:pt x="298" y="120"/>
                </a:cubicBezTo>
                <a:cubicBezTo>
                  <a:pt x="298" y="120"/>
                  <a:pt x="297" y="119"/>
                  <a:pt x="297" y="119"/>
                </a:cubicBezTo>
                <a:cubicBezTo>
                  <a:pt x="297" y="118"/>
                  <a:pt x="296" y="117"/>
                  <a:pt x="296" y="117"/>
                </a:cubicBezTo>
                <a:cubicBezTo>
                  <a:pt x="295" y="117"/>
                  <a:pt x="294" y="117"/>
                  <a:pt x="294" y="118"/>
                </a:cubicBezTo>
                <a:cubicBezTo>
                  <a:pt x="293" y="118"/>
                  <a:pt x="294" y="119"/>
                  <a:pt x="294" y="119"/>
                </a:cubicBezTo>
                <a:cubicBezTo>
                  <a:pt x="295" y="120"/>
                  <a:pt x="294" y="121"/>
                  <a:pt x="294" y="121"/>
                </a:cubicBezTo>
                <a:cubicBezTo>
                  <a:pt x="294" y="121"/>
                  <a:pt x="294" y="122"/>
                  <a:pt x="294" y="122"/>
                </a:cubicBezTo>
                <a:cubicBezTo>
                  <a:pt x="293" y="122"/>
                  <a:pt x="293" y="124"/>
                  <a:pt x="292" y="124"/>
                </a:cubicBezTo>
                <a:cubicBezTo>
                  <a:pt x="292" y="124"/>
                  <a:pt x="291" y="124"/>
                  <a:pt x="291" y="124"/>
                </a:cubicBezTo>
                <a:cubicBezTo>
                  <a:pt x="291" y="124"/>
                  <a:pt x="289" y="123"/>
                  <a:pt x="289" y="123"/>
                </a:cubicBezTo>
                <a:cubicBezTo>
                  <a:pt x="289" y="123"/>
                  <a:pt x="288" y="125"/>
                  <a:pt x="288" y="125"/>
                </a:cubicBezTo>
                <a:cubicBezTo>
                  <a:pt x="287" y="125"/>
                  <a:pt x="287" y="128"/>
                  <a:pt x="287" y="128"/>
                </a:cubicBezTo>
                <a:cubicBezTo>
                  <a:pt x="287" y="129"/>
                  <a:pt x="287" y="129"/>
                  <a:pt x="287" y="129"/>
                </a:cubicBezTo>
                <a:cubicBezTo>
                  <a:pt x="286" y="130"/>
                  <a:pt x="286" y="131"/>
                  <a:pt x="286" y="132"/>
                </a:cubicBezTo>
                <a:cubicBezTo>
                  <a:pt x="287" y="133"/>
                  <a:pt x="288" y="133"/>
                  <a:pt x="288" y="135"/>
                </a:cubicBezTo>
                <a:cubicBezTo>
                  <a:pt x="288" y="136"/>
                  <a:pt x="289" y="137"/>
                  <a:pt x="290" y="137"/>
                </a:cubicBezTo>
                <a:cubicBezTo>
                  <a:pt x="290" y="137"/>
                  <a:pt x="291" y="136"/>
                  <a:pt x="291" y="135"/>
                </a:cubicBezTo>
                <a:cubicBezTo>
                  <a:pt x="291" y="135"/>
                  <a:pt x="291" y="133"/>
                  <a:pt x="291" y="133"/>
                </a:cubicBezTo>
                <a:cubicBezTo>
                  <a:pt x="291" y="133"/>
                  <a:pt x="292" y="132"/>
                  <a:pt x="292" y="132"/>
                </a:cubicBezTo>
                <a:cubicBezTo>
                  <a:pt x="293" y="132"/>
                  <a:pt x="294" y="132"/>
                  <a:pt x="293" y="133"/>
                </a:cubicBezTo>
                <a:cubicBezTo>
                  <a:pt x="293" y="134"/>
                  <a:pt x="292" y="134"/>
                  <a:pt x="292" y="135"/>
                </a:cubicBezTo>
                <a:cubicBezTo>
                  <a:pt x="292" y="135"/>
                  <a:pt x="292" y="138"/>
                  <a:pt x="292" y="139"/>
                </a:cubicBezTo>
                <a:cubicBezTo>
                  <a:pt x="292" y="139"/>
                  <a:pt x="291" y="140"/>
                  <a:pt x="291" y="140"/>
                </a:cubicBezTo>
                <a:cubicBezTo>
                  <a:pt x="291" y="140"/>
                  <a:pt x="289" y="141"/>
                  <a:pt x="289" y="141"/>
                </a:cubicBezTo>
                <a:cubicBezTo>
                  <a:pt x="289" y="141"/>
                  <a:pt x="288" y="140"/>
                  <a:pt x="288" y="140"/>
                </a:cubicBezTo>
                <a:cubicBezTo>
                  <a:pt x="288" y="140"/>
                  <a:pt x="287" y="142"/>
                  <a:pt x="287" y="142"/>
                </a:cubicBezTo>
                <a:cubicBezTo>
                  <a:pt x="287" y="142"/>
                  <a:pt x="286" y="143"/>
                  <a:pt x="286" y="143"/>
                </a:cubicBezTo>
                <a:cubicBezTo>
                  <a:pt x="286" y="143"/>
                  <a:pt x="286" y="147"/>
                  <a:pt x="286" y="147"/>
                </a:cubicBezTo>
                <a:cubicBezTo>
                  <a:pt x="286" y="147"/>
                  <a:pt x="285" y="148"/>
                  <a:pt x="284" y="148"/>
                </a:cubicBezTo>
                <a:cubicBezTo>
                  <a:pt x="284" y="148"/>
                  <a:pt x="283" y="147"/>
                  <a:pt x="282" y="147"/>
                </a:cubicBezTo>
                <a:cubicBezTo>
                  <a:pt x="282" y="147"/>
                  <a:pt x="280" y="145"/>
                  <a:pt x="280" y="145"/>
                </a:cubicBezTo>
                <a:cubicBezTo>
                  <a:pt x="279" y="144"/>
                  <a:pt x="276" y="144"/>
                  <a:pt x="275" y="144"/>
                </a:cubicBezTo>
                <a:cubicBezTo>
                  <a:pt x="275" y="145"/>
                  <a:pt x="274" y="147"/>
                  <a:pt x="274" y="147"/>
                </a:cubicBezTo>
                <a:cubicBezTo>
                  <a:pt x="274" y="148"/>
                  <a:pt x="273" y="146"/>
                  <a:pt x="273" y="146"/>
                </a:cubicBezTo>
                <a:cubicBezTo>
                  <a:pt x="273" y="145"/>
                  <a:pt x="271" y="145"/>
                  <a:pt x="271" y="145"/>
                </a:cubicBezTo>
                <a:cubicBezTo>
                  <a:pt x="270" y="145"/>
                  <a:pt x="271" y="144"/>
                  <a:pt x="271" y="143"/>
                </a:cubicBezTo>
                <a:cubicBezTo>
                  <a:pt x="271" y="142"/>
                  <a:pt x="270" y="141"/>
                  <a:pt x="270" y="141"/>
                </a:cubicBezTo>
                <a:cubicBezTo>
                  <a:pt x="270" y="141"/>
                  <a:pt x="268" y="141"/>
                  <a:pt x="267" y="141"/>
                </a:cubicBezTo>
                <a:cubicBezTo>
                  <a:pt x="267" y="141"/>
                  <a:pt x="266" y="142"/>
                  <a:pt x="266" y="142"/>
                </a:cubicBezTo>
                <a:cubicBezTo>
                  <a:pt x="266" y="143"/>
                  <a:pt x="266" y="143"/>
                  <a:pt x="266" y="143"/>
                </a:cubicBezTo>
                <a:cubicBezTo>
                  <a:pt x="266" y="144"/>
                  <a:pt x="267" y="145"/>
                  <a:pt x="268" y="145"/>
                </a:cubicBezTo>
                <a:cubicBezTo>
                  <a:pt x="269" y="146"/>
                  <a:pt x="268" y="146"/>
                  <a:pt x="268" y="147"/>
                </a:cubicBezTo>
                <a:cubicBezTo>
                  <a:pt x="267" y="147"/>
                  <a:pt x="266" y="147"/>
                  <a:pt x="266" y="147"/>
                </a:cubicBezTo>
                <a:cubicBezTo>
                  <a:pt x="266" y="147"/>
                  <a:pt x="265" y="148"/>
                  <a:pt x="266" y="148"/>
                </a:cubicBezTo>
                <a:cubicBezTo>
                  <a:pt x="266" y="149"/>
                  <a:pt x="267" y="149"/>
                  <a:pt x="267" y="149"/>
                </a:cubicBezTo>
                <a:cubicBezTo>
                  <a:pt x="267" y="149"/>
                  <a:pt x="267" y="150"/>
                  <a:pt x="266" y="150"/>
                </a:cubicBezTo>
                <a:cubicBezTo>
                  <a:pt x="266" y="150"/>
                  <a:pt x="265" y="151"/>
                  <a:pt x="265" y="151"/>
                </a:cubicBezTo>
                <a:cubicBezTo>
                  <a:pt x="264" y="152"/>
                  <a:pt x="265" y="153"/>
                  <a:pt x="265" y="154"/>
                </a:cubicBezTo>
                <a:cubicBezTo>
                  <a:pt x="266" y="155"/>
                  <a:pt x="267" y="155"/>
                  <a:pt x="268" y="156"/>
                </a:cubicBezTo>
                <a:cubicBezTo>
                  <a:pt x="269" y="156"/>
                  <a:pt x="271" y="158"/>
                  <a:pt x="271" y="159"/>
                </a:cubicBezTo>
                <a:cubicBezTo>
                  <a:pt x="271" y="159"/>
                  <a:pt x="272" y="160"/>
                  <a:pt x="273" y="160"/>
                </a:cubicBezTo>
                <a:cubicBezTo>
                  <a:pt x="274" y="161"/>
                  <a:pt x="273" y="161"/>
                  <a:pt x="273" y="162"/>
                </a:cubicBezTo>
                <a:cubicBezTo>
                  <a:pt x="272" y="163"/>
                  <a:pt x="272" y="165"/>
                  <a:pt x="272" y="166"/>
                </a:cubicBezTo>
                <a:cubicBezTo>
                  <a:pt x="272" y="166"/>
                  <a:pt x="271" y="166"/>
                  <a:pt x="271" y="166"/>
                </a:cubicBezTo>
                <a:cubicBezTo>
                  <a:pt x="271" y="166"/>
                  <a:pt x="271" y="165"/>
                  <a:pt x="270" y="165"/>
                </a:cubicBezTo>
                <a:cubicBezTo>
                  <a:pt x="270" y="165"/>
                  <a:pt x="267" y="163"/>
                  <a:pt x="266" y="164"/>
                </a:cubicBezTo>
                <a:cubicBezTo>
                  <a:pt x="266" y="165"/>
                  <a:pt x="266" y="166"/>
                  <a:pt x="267" y="167"/>
                </a:cubicBezTo>
                <a:cubicBezTo>
                  <a:pt x="268" y="168"/>
                  <a:pt x="268" y="170"/>
                  <a:pt x="267" y="171"/>
                </a:cubicBezTo>
                <a:cubicBezTo>
                  <a:pt x="267" y="172"/>
                  <a:pt x="267" y="174"/>
                  <a:pt x="267" y="174"/>
                </a:cubicBezTo>
                <a:cubicBezTo>
                  <a:pt x="267" y="175"/>
                  <a:pt x="266" y="176"/>
                  <a:pt x="265" y="175"/>
                </a:cubicBezTo>
                <a:cubicBezTo>
                  <a:pt x="265" y="175"/>
                  <a:pt x="263" y="173"/>
                  <a:pt x="263" y="173"/>
                </a:cubicBezTo>
                <a:cubicBezTo>
                  <a:pt x="262" y="172"/>
                  <a:pt x="262" y="171"/>
                  <a:pt x="261" y="170"/>
                </a:cubicBezTo>
                <a:cubicBezTo>
                  <a:pt x="261" y="169"/>
                  <a:pt x="261" y="168"/>
                  <a:pt x="261" y="168"/>
                </a:cubicBezTo>
                <a:cubicBezTo>
                  <a:pt x="260" y="167"/>
                  <a:pt x="260" y="167"/>
                  <a:pt x="259" y="166"/>
                </a:cubicBezTo>
                <a:cubicBezTo>
                  <a:pt x="259" y="166"/>
                  <a:pt x="257" y="164"/>
                  <a:pt x="256" y="163"/>
                </a:cubicBezTo>
                <a:cubicBezTo>
                  <a:pt x="256" y="162"/>
                  <a:pt x="256" y="161"/>
                  <a:pt x="255" y="160"/>
                </a:cubicBezTo>
                <a:cubicBezTo>
                  <a:pt x="255" y="159"/>
                  <a:pt x="255" y="157"/>
                  <a:pt x="254" y="157"/>
                </a:cubicBezTo>
                <a:cubicBezTo>
                  <a:pt x="254" y="156"/>
                  <a:pt x="254" y="155"/>
                  <a:pt x="253" y="155"/>
                </a:cubicBezTo>
                <a:cubicBezTo>
                  <a:pt x="253" y="154"/>
                  <a:pt x="253" y="154"/>
                  <a:pt x="252" y="154"/>
                </a:cubicBezTo>
                <a:cubicBezTo>
                  <a:pt x="252" y="154"/>
                  <a:pt x="251" y="153"/>
                  <a:pt x="251" y="153"/>
                </a:cubicBezTo>
                <a:cubicBezTo>
                  <a:pt x="250" y="152"/>
                  <a:pt x="251" y="152"/>
                  <a:pt x="251" y="151"/>
                </a:cubicBezTo>
                <a:cubicBezTo>
                  <a:pt x="252" y="150"/>
                  <a:pt x="252" y="149"/>
                  <a:pt x="252" y="148"/>
                </a:cubicBezTo>
                <a:cubicBezTo>
                  <a:pt x="252" y="147"/>
                  <a:pt x="251" y="146"/>
                  <a:pt x="251" y="146"/>
                </a:cubicBezTo>
                <a:cubicBezTo>
                  <a:pt x="251" y="146"/>
                  <a:pt x="250" y="147"/>
                  <a:pt x="249" y="148"/>
                </a:cubicBezTo>
                <a:cubicBezTo>
                  <a:pt x="249" y="148"/>
                  <a:pt x="249" y="149"/>
                  <a:pt x="249" y="150"/>
                </a:cubicBezTo>
                <a:cubicBezTo>
                  <a:pt x="249" y="151"/>
                  <a:pt x="248" y="151"/>
                  <a:pt x="248" y="151"/>
                </a:cubicBezTo>
                <a:cubicBezTo>
                  <a:pt x="247" y="151"/>
                  <a:pt x="246" y="152"/>
                  <a:pt x="246" y="153"/>
                </a:cubicBezTo>
                <a:cubicBezTo>
                  <a:pt x="245" y="154"/>
                  <a:pt x="246" y="156"/>
                  <a:pt x="246" y="157"/>
                </a:cubicBezTo>
                <a:cubicBezTo>
                  <a:pt x="246" y="157"/>
                  <a:pt x="244" y="157"/>
                  <a:pt x="244" y="157"/>
                </a:cubicBezTo>
                <a:cubicBezTo>
                  <a:pt x="243" y="157"/>
                  <a:pt x="241" y="157"/>
                  <a:pt x="241" y="158"/>
                </a:cubicBezTo>
                <a:cubicBezTo>
                  <a:pt x="241" y="158"/>
                  <a:pt x="240" y="160"/>
                  <a:pt x="240" y="160"/>
                </a:cubicBezTo>
                <a:cubicBezTo>
                  <a:pt x="240" y="160"/>
                  <a:pt x="241" y="161"/>
                  <a:pt x="241" y="161"/>
                </a:cubicBezTo>
                <a:cubicBezTo>
                  <a:pt x="241" y="162"/>
                  <a:pt x="241" y="162"/>
                  <a:pt x="241" y="162"/>
                </a:cubicBezTo>
                <a:cubicBezTo>
                  <a:pt x="241" y="162"/>
                  <a:pt x="238" y="162"/>
                  <a:pt x="237" y="162"/>
                </a:cubicBezTo>
                <a:cubicBezTo>
                  <a:pt x="236" y="163"/>
                  <a:pt x="235" y="164"/>
                  <a:pt x="234" y="165"/>
                </a:cubicBezTo>
                <a:cubicBezTo>
                  <a:pt x="233" y="166"/>
                  <a:pt x="232" y="168"/>
                  <a:pt x="231" y="169"/>
                </a:cubicBezTo>
                <a:cubicBezTo>
                  <a:pt x="231" y="170"/>
                  <a:pt x="230" y="172"/>
                  <a:pt x="230" y="172"/>
                </a:cubicBezTo>
                <a:cubicBezTo>
                  <a:pt x="230" y="173"/>
                  <a:pt x="230" y="178"/>
                  <a:pt x="231" y="179"/>
                </a:cubicBezTo>
                <a:cubicBezTo>
                  <a:pt x="231" y="180"/>
                  <a:pt x="231" y="181"/>
                  <a:pt x="231" y="182"/>
                </a:cubicBezTo>
                <a:cubicBezTo>
                  <a:pt x="231" y="182"/>
                  <a:pt x="231" y="188"/>
                  <a:pt x="232" y="188"/>
                </a:cubicBezTo>
                <a:cubicBezTo>
                  <a:pt x="233" y="188"/>
                  <a:pt x="234" y="189"/>
                  <a:pt x="235" y="190"/>
                </a:cubicBezTo>
                <a:cubicBezTo>
                  <a:pt x="236" y="190"/>
                  <a:pt x="236" y="192"/>
                  <a:pt x="235" y="192"/>
                </a:cubicBezTo>
                <a:cubicBezTo>
                  <a:pt x="235" y="193"/>
                  <a:pt x="233" y="194"/>
                  <a:pt x="232" y="195"/>
                </a:cubicBezTo>
                <a:cubicBezTo>
                  <a:pt x="231" y="195"/>
                  <a:pt x="230" y="197"/>
                  <a:pt x="229" y="198"/>
                </a:cubicBezTo>
                <a:cubicBezTo>
                  <a:pt x="229" y="199"/>
                  <a:pt x="226" y="201"/>
                  <a:pt x="225" y="201"/>
                </a:cubicBezTo>
                <a:cubicBezTo>
                  <a:pt x="224" y="201"/>
                  <a:pt x="222" y="201"/>
                  <a:pt x="221" y="202"/>
                </a:cubicBezTo>
                <a:cubicBezTo>
                  <a:pt x="221" y="202"/>
                  <a:pt x="220" y="204"/>
                  <a:pt x="220" y="205"/>
                </a:cubicBezTo>
                <a:cubicBezTo>
                  <a:pt x="221" y="206"/>
                  <a:pt x="221" y="206"/>
                  <a:pt x="220" y="207"/>
                </a:cubicBezTo>
                <a:cubicBezTo>
                  <a:pt x="220" y="207"/>
                  <a:pt x="218" y="207"/>
                  <a:pt x="217" y="208"/>
                </a:cubicBezTo>
                <a:cubicBezTo>
                  <a:pt x="217" y="209"/>
                  <a:pt x="218" y="209"/>
                  <a:pt x="218" y="210"/>
                </a:cubicBezTo>
                <a:cubicBezTo>
                  <a:pt x="219" y="211"/>
                  <a:pt x="218" y="211"/>
                  <a:pt x="217" y="212"/>
                </a:cubicBezTo>
                <a:cubicBezTo>
                  <a:pt x="216" y="213"/>
                  <a:pt x="215" y="216"/>
                  <a:pt x="214" y="218"/>
                </a:cubicBezTo>
                <a:cubicBezTo>
                  <a:pt x="213" y="220"/>
                  <a:pt x="212" y="224"/>
                  <a:pt x="209" y="226"/>
                </a:cubicBezTo>
                <a:cubicBezTo>
                  <a:pt x="207" y="228"/>
                  <a:pt x="202" y="232"/>
                  <a:pt x="201" y="233"/>
                </a:cubicBezTo>
                <a:cubicBezTo>
                  <a:pt x="201" y="234"/>
                  <a:pt x="196" y="234"/>
                  <a:pt x="195" y="235"/>
                </a:cubicBezTo>
                <a:cubicBezTo>
                  <a:pt x="193" y="235"/>
                  <a:pt x="191" y="236"/>
                  <a:pt x="189" y="236"/>
                </a:cubicBezTo>
                <a:cubicBezTo>
                  <a:pt x="188" y="236"/>
                  <a:pt x="187" y="237"/>
                  <a:pt x="186" y="237"/>
                </a:cubicBezTo>
                <a:cubicBezTo>
                  <a:pt x="186" y="238"/>
                  <a:pt x="183" y="239"/>
                  <a:pt x="181" y="239"/>
                </a:cubicBezTo>
                <a:cubicBezTo>
                  <a:pt x="179" y="240"/>
                  <a:pt x="177" y="239"/>
                  <a:pt x="175" y="240"/>
                </a:cubicBezTo>
                <a:cubicBezTo>
                  <a:pt x="173" y="242"/>
                  <a:pt x="173" y="241"/>
                  <a:pt x="172" y="241"/>
                </a:cubicBezTo>
                <a:cubicBezTo>
                  <a:pt x="171" y="241"/>
                  <a:pt x="171" y="241"/>
                  <a:pt x="170" y="241"/>
                </a:cubicBezTo>
                <a:cubicBezTo>
                  <a:pt x="170" y="242"/>
                  <a:pt x="168" y="243"/>
                  <a:pt x="167" y="243"/>
                </a:cubicBezTo>
                <a:cubicBezTo>
                  <a:pt x="167" y="244"/>
                  <a:pt x="165" y="243"/>
                  <a:pt x="164" y="243"/>
                </a:cubicBezTo>
                <a:cubicBezTo>
                  <a:pt x="164" y="243"/>
                  <a:pt x="163" y="242"/>
                  <a:pt x="162" y="241"/>
                </a:cubicBezTo>
                <a:cubicBezTo>
                  <a:pt x="160" y="241"/>
                  <a:pt x="158" y="241"/>
                  <a:pt x="157" y="241"/>
                </a:cubicBezTo>
                <a:cubicBezTo>
                  <a:pt x="156" y="241"/>
                  <a:pt x="155" y="241"/>
                  <a:pt x="155" y="241"/>
                </a:cubicBezTo>
                <a:cubicBezTo>
                  <a:pt x="154" y="241"/>
                  <a:pt x="153" y="242"/>
                  <a:pt x="152" y="242"/>
                </a:cubicBezTo>
                <a:cubicBezTo>
                  <a:pt x="152" y="243"/>
                  <a:pt x="151" y="245"/>
                  <a:pt x="150" y="246"/>
                </a:cubicBezTo>
                <a:cubicBezTo>
                  <a:pt x="150" y="247"/>
                  <a:pt x="147" y="249"/>
                  <a:pt x="145" y="250"/>
                </a:cubicBezTo>
                <a:cubicBezTo>
                  <a:pt x="144" y="251"/>
                  <a:pt x="142" y="251"/>
                  <a:pt x="141" y="251"/>
                </a:cubicBezTo>
                <a:cubicBezTo>
                  <a:pt x="140" y="251"/>
                  <a:pt x="136" y="251"/>
                  <a:pt x="135" y="251"/>
                </a:cubicBezTo>
                <a:cubicBezTo>
                  <a:pt x="134" y="252"/>
                  <a:pt x="132" y="252"/>
                  <a:pt x="130" y="252"/>
                </a:cubicBezTo>
                <a:cubicBezTo>
                  <a:pt x="128" y="252"/>
                  <a:pt x="128" y="253"/>
                  <a:pt x="126" y="254"/>
                </a:cubicBezTo>
                <a:cubicBezTo>
                  <a:pt x="125" y="255"/>
                  <a:pt x="125" y="256"/>
                  <a:pt x="124" y="257"/>
                </a:cubicBezTo>
                <a:cubicBezTo>
                  <a:pt x="123" y="258"/>
                  <a:pt x="121" y="259"/>
                  <a:pt x="120" y="260"/>
                </a:cubicBezTo>
                <a:cubicBezTo>
                  <a:pt x="119" y="260"/>
                  <a:pt x="115" y="261"/>
                  <a:pt x="113" y="262"/>
                </a:cubicBezTo>
                <a:cubicBezTo>
                  <a:pt x="111" y="262"/>
                  <a:pt x="109" y="261"/>
                  <a:pt x="108" y="261"/>
                </a:cubicBezTo>
                <a:cubicBezTo>
                  <a:pt x="107" y="261"/>
                  <a:pt x="107" y="260"/>
                  <a:pt x="106" y="260"/>
                </a:cubicBezTo>
                <a:cubicBezTo>
                  <a:pt x="105" y="260"/>
                  <a:pt x="104" y="258"/>
                  <a:pt x="104" y="258"/>
                </a:cubicBezTo>
                <a:cubicBezTo>
                  <a:pt x="103" y="258"/>
                  <a:pt x="101" y="259"/>
                  <a:pt x="100" y="260"/>
                </a:cubicBezTo>
                <a:cubicBezTo>
                  <a:pt x="100" y="261"/>
                  <a:pt x="98" y="261"/>
                  <a:pt x="98" y="261"/>
                </a:cubicBezTo>
                <a:cubicBezTo>
                  <a:pt x="97" y="260"/>
                  <a:pt x="97" y="260"/>
                  <a:pt x="97" y="259"/>
                </a:cubicBezTo>
                <a:cubicBezTo>
                  <a:pt x="97" y="259"/>
                  <a:pt x="97" y="258"/>
                  <a:pt x="97" y="257"/>
                </a:cubicBezTo>
                <a:cubicBezTo>
                  <a:pt x="98" y="256"/>
                  <a:pt x="97" y="256"/>
                  <a:pt x="97" y="256"/>
                </a:cubicBezTo>
                <a:cubicBezTo>
                  <a:pt x="97" y="256"/>
                  <a:pt x="95" y="259"/>
                  <a:pt x="94" y="259"/>
                </a:cubicBezTo>
                <a:cubicBezTo>
                  <a:pt x="93" y="260"/>
                  <a:pt x="94" y="260"/>
                  <a:pt x="95" y="261"/>
                </a:cubicBezTo>
                <a:cubicBezTo>
                  <a:pt x="96" y="261"/>
                  <a:pt x="94" y="262"/>
                  <a:pt x="94" y="262"/>
                </a:cubicBezTo>
                <a:cubicBezTo>
                  <a:pt x="94" y="262"/>
                  <a:pt x="93" y="262"/>
                  <a:pt x="92" y="262"/>
                </a:cubicBezTo>
                <a:cubicBezTo>
                  <a:pt x="92" y="262"/>
                  <a:pt x="91" y="262"/>
                  <a:pt x="91" y="262"/>
                </a:cubicBezTo>
                <a:cubicBezTo>
                  <a:pt x="90" y="262"/>
                  <a:pt x="88" y="263"/>
                  <a:pt x="87" y="264"/>
                </a:cubicBezTo>
                <a:cubicBezTo>
                  <a:pt x="86" y="264"/>
                  <a:pt x="86" y="264"/>
                  <a:pt x="85" y="265"/>
                </a:cubicBezTo>
                <a:cubicBezTo>
                  <a:pt x="84" y="265"/>
                  <a:pt x="83" y="265"/>
                  <a:pt x="83" y="265"/>
                </a:cubicBezTo>
                <a:cubicBezTo>
                  <a:pt x="82" y="265"/>
                  <a:pt x="82" y="266"/>
                  <a:pt x="82" y="267"/>
                </a:cubicBezTo>
                <a:cubicBezTo>
                  <a:pt x="81" y="268"/>
                  <a:pt x="81" y="268"/>
                  <a:pt x="80" y="268"/>
                </a:cubicBezTo>
                <a:cubicBezTo>
                  <a:pt x="79" y="269"/>
                  <a:pt x="79" y="269"/>
                  <a:pt x="78" y="269"/>
                </a:cubicBezTo>
                <a:cubicBezTo>
                  <a:pt x="77" y="269"/>
                  <a:pt x="75" y="270"/>
                  <a:pt x="75" y="270"/>
                </a:cubicBezTo>
                <a:cubicBezTo>
                  <a:pt x="74" y="271"/>
                  <a:pt x="74" y="272"/>
                  <a:pt x="74" y="273"/>
                </a:cubicBezTo>
                <a:cubicBezTo>
                  <a:pt x="74" y="274"/>
                  <a:pt x="72" y="275"/>
                  <a:pt x="72" y="275"/>
                </a:cubicBezTo>
                <a:cubicBezTo>
                  <a:pt x="72" y="276"/>
                  <a:pt x="70" y="275"/>
                  <a:pt x="69" y="276"/>
                </a:cubicBezTo>
                <a:cubicBezTo>
                  <a:pt x="68" y="277"/>
                  <a:pt x="68" y="278"/>
                  <a:pt x="67" y="279"/>
                </a:cubicBezTo>
                <a:cubicBezTo>
                  <a:pt x="65" y="280"/>
                  <a:pt x="64" y="282"/>
                  <a:pt x="64" y="282"/>
                </a:cubicBezTo>
                <a:cubicBezTo>
                  <a:pt x="63" y="283"/>
                  <a:pt x="62" y="283"/>
                  <a:pt x="61" y="283"/>
                </a:cubicBezTo>
                <a:cubicBezTo>
                  <a:pt x="60" y="284"/>
                  <a:pt x="59" y="284"/>
                  <a:pt x="59" y="284"/>
                </a:cubicBezTo>
                <a:cubicBezTo>
                  <a:pt x="59" y="284"/>
                  <a:pt x="57" y="284"/>
                  <a:pt x="56" y="285"/>
                </a:cubicBezTo>
                <a:cubicBezTo>
                  <a:pt x="56" y="285"/>
                  <a:pt x="55" y="286"/>
                  <a:pt x="54" y="287"/>
                </a:cubicBezTo>
                <a:cubicBezTo>
                  <a:pt x="53" y="287"/>
                  <a:pt x="51" y="287"/>
                  <a:pt x="51" y="287"/>
                </a:cubicBezTo>
                <a:cubicBezTo>
                  <a:pt x="50" y="287"/>
                  <a:pt x="46" y="290"/>
                  <a:pt x="46" y="290"/>
                </a:cubicBezTo>
                <a:cubicBezTo>
                  <a:pt x="45" y="291"/>
                  <a:pt x="43" y="291"/>
                  <a:pt x="43" y="293"/>
                </a:cubicBezTo>
                <a:cubicBezTo>
                  <a:pt x="42" y="294"/>
                  <a:pt x="41" y="296"/>
                  <a:pt x="40" y="298"/>
                </a:cubicBezTo>
                <a:cubicBezTo>
                  <a:pt x="39" y="299"/>
                  <a:pt x="38" y="301"/>
                  <a:pt x="37" y="303"/>
                </a:cubicBezTo>
                <a:cubicBezTo>
                  <a:pt x="37" y="305"/>
                  <a:pt x="36" y="307"/>
                  <a:pt x="36" y="308"/>
                </a:cubicBezTo>
                <a:cubicBezTo>
                  <a:pt x="36" y="309"/>
                  <a:pt x="34" y="308"/>
                  <a:pt x="34" y="308"/>
                </a:cubicBezTo>
                <a:cubicBezTo>
                  <a:pt x="34" y="308"/>
                  <a:pt x="32" y="309"/>
                  <a:pt x="31" y="309"/>
                </a:cubicBezTo>
                <a:cubicBezTo>
                  <a:pt x="30" y="309"/>
                  <a:pt x="30" y="308"/>
                  <a:pt x="30" y="307"/>
                </a:cubicBezTo>
                <a:cubicBezTo>
                  <a:pt x="30" y="306"/>
                  <a:pt x="30" y="304"/>
                  <a:pt x="30" y="304"/>
                </a:cubicBezTo>
                <a:cubicBezTo>
                  <a:pt x="30" y="304"/>
                  <a:pt x="29" y="302"/>
                  <a:pt x="29" y="301"/>
                </a:cubicBezTo>
                <a:cubicBezTo>
                  <a:pt x="29" y="300"/>
                  <a:pt x="29" y="299"/>
                  <a:pt x="29" y="298"/>
                </a:cubicBezTo>
                <a:cubicBezTo>
                  <a:pt x="29" y="296"/>
                  <a:pt x="30" y="296"/>
                  <a:pt x="30" y="294"/>
                </a:cubicBezTo>
                <a:cubicBezTo>
                  <a:pt x="31" y="292"/>
                  <a:pt x="31" y="291"/>
                  <a:pt x="29" y="290"/>
                </a:cubicBezTo>
                <a:cubicBezTo>
                  <a:pt x="28" y="290"/>
                  <a:pt x="27" y="292"/>
                  <a:pt x="26" y="292"/>
                </a:cubicBezTo>
                <a:cubicBezTo>
                  <a:pt x="26" y="293"/>
                  <a:pt x="25" y="296"/>
                  <a:pt x="24" y="297"/>
                </a:cubicBezTo>
                <a:cubicBezTo>
                  <a:pt x="23" y="299"/>
                  <a:pt x="23" y="301"/>
                  <a:pt x="22" y="303"/>
                </a:cubicBezTo>
                <a:cubicBezTo>
                  <a:pt x="22" y="305"/>
                  <a:pt x="21" y="306"/>
                  <a:pt x="20" y="307"/>
                </a:cubicBezTo>
                <a:cubicBezTo>
                  <a:pt x="19" y="309"/>
                  <a:pt x="19" y="309"/>
                  <a:pt x="18" y="310"/>
                </a:cubicBezTo>
                <a:cubicBezTo>
                  <a:pt x="18" y="311"/>
                  <a:pt x="18" y="313"/>
                  <a:pt x="19" y="315"/>
                </a:cubicBezTo>
                <a:cubicBezTo>
                  <a:pt x="20" y="316"/>
                  <a:pt x="22" y="317"/>
                  <a:pt x="22" y="319"/>
                </a:cubicBezTo>
                <a:cubicBezTo>
                  <a:pt x="22" y="321"/>
                  <a:pt x="23" y="324"/>
                  <a:pt x="22" y="325"/>
                </a:cubicBezTo>
                <a:cubicBezTo>
                  <a:pt x="21" y="325"/>
                  <a:pt x="21" y="326"/>
                  <a:pt x="21" y="327"/>
                </a:cubicBezTo>
                <a:cubicBezTo>
                  <a:pt x="21" y="327"/>
                  <a:pt x="22" y="330"/>
                  <a:pt x="22" y="332"/>
                </a:cubicBezTo>
                <a:cubicBezTo>
                  <a:pt x="22" y="333"/>
                  <a:pt x="21" y="335"/>
                  <a:pt x="20" y="336"/>
                </a:cubicBezTo>
                <a:cubicBezTo>
                  <a:pt x="20" y="338"/>
                  <a:pt x="18" y="339"/>
                  <a:pt x="17" y="340"/>
                </a:cubicBezTo>
                <a:cubicBezTo>
                  <a:pt x="16" y="341"/>
                  <a:pt x="16" y="342"/>
                  <a:pt x="16" y="343"/>
                </a:cubicBezTo>
                <a:cubicBezTo>
                  <a:pt x="16" y="344"/>
                  <a:pt x="15" y="344"/>
                  <a:pt x="14" y="346"/>
                </a:cubicBezTo>
                <a:cubicBezTo>
                  <a:pt x="13" y="347"/>
                  <a:pt x="13" y="349"/>
                  <a:pt x="13" y="351"/>
                </a:cubicBezTo>
                <a:cubicBezTo>
                  <a:pt x="13" y="353"/>
                  <a:pt x="13" y="355"/>
                  <a:pt x="12" y="356"/>
                </a:cubicBezTo>
                <a:cubicBezTo>
                  <a:pt x="11" y="358"/>
                  <a:pt x="12" y="360"/>
                  <a:pt x="11" y="362"/>
                </a:cubicBezTo>
                <a:cubicBezTo>
                  <a:pt x="11" y="363"/>
                  <a:pt x="12" y="364"/>
                  <a:pt x="13" y="365"/>
                </a:cubicBezTo>
                <a:cubicBezTo>
                  <a:pt x="15" y="367"/>
                  <a:pt x="15" y="368"/>
                  <a:pt x="16" y="369"/>
                </a:cubicBezTo>
                <a:cubicBezTo>
                  <a:pt x="17" y="370"/>
                  <a:pt x="17" y="371"/>
                  <a:pt x="17" y="372"/>
                </a:cubicBezTo>
                <a:cubicBezTo>
                  <a:pt x="17" y="373"/>
                  <a:pt x="18" y="373"/>
                  <a:pt x="18" y="374"/>
                </a:cubicBezTo>
                <a:cubicBezTo>
                  <a:pt x="18" y="375"/>
                  <a:pt x="18" y="378"/>
                  <a:pt x="18" y="379"/>
                </a:cubicBezTo>
                <a:cubicBezTo>
                  <a:pt x="19" y="380"/>
                  <a:pt x="21" y="382"/>
                  <a:pt x="22" y="382"/>
                </a:cubicBezTo>
                <a:cubicBezTo>
                  <a:pt x="22" y="383"/>
                  <a:pt x="23" y="385"/>
                  <a:pt x="24" y="387"/>
                </a:cubicBezTo>
                <a:cubicBezTo>
                  <a:pt x="24" y="388"/>
                  <a:pt x="24" y="389"/>
                  <a:pt x="25" y="391"/>
                </a:cubicBezTo>
                <a:cubicBezTo>
                  <a:pt x="26" y="392"/>
                  <a:pt x="26" y="394"/>
                  <a:pt x="28" y="397"/>
                </a:cubicBezTo>
                <a:cubicBezTo>
                  <a:pt x="30" y="399"/>
                  <a:pt x="32" y="402"/>
                  <a:pt x="33" y="403"/>
                </a:cubicBezTo>
                <a:cubicBezTo>
                  <a:pt x="34" y="404"/>
                  <a:pt x="32" y="404"/>
                  <a:pt x="32" y="404"/>
                </a:cubicBezTo>
                <a:cubicBezTo>
                  <a:pt x="32" y="404"/>
                  <a:pt x="31" y="405"/>
                  <a:pt x="31" y="406"/>
                </a:cubicBezTo>
                <a:cubicBezTo>
                  <a:pt x="31" y="407"/>
                  <a:pt x="32" y="408"/>
                  <a:pt x="32" y="409"/>
                </a:cubicBezTo>
                <a:cubicBezTo>
                  <a:pt x="32" y="409"/>
                  <a:pt x="32" y="410"/>
                  <a:pt x="31" y="411"/>
                </a:cubicBezTo>
                <a:cubicBezTo>
                  <a:pt x="31" y="411"/>
                  <a:pt x="32" y="412"/>
                  <a:pt x="32" y="413"/>
                </a:cubicBezTo>
                <a:cubicBezTo>
                  <a:pt x="33" y="413"/>
                  <a:pt x="31" y="415"/>
                  <a:pt x="30" y="416"/>
                </a:cubicBezTo>
                <a:cubicBezTo>
                  <a:pt x="29" y="417"/>
                  <a:pt x="30" y="418"/>
                  <a:pt x="29" y="419"/>
                </a:cubicBezTo>
                <a:cubicBezTo>
                  <a:pt x="28" y="419"/>
                  <a:pt x="28" y="418"/>
                  <a:pt x="28" y="418"/>
                </a:cubicBezTo>
                <a:cubicBezTo>
                  <a:pt x="27" y="417"/>
                  <a:pt x="26" y="416"/>
                  <a:pt x="26" y="414"/>
                </a:cubicBezTo>
                <a:cubicBezTo>
                  <a:pt x="26" y="413"/>
                  <a:pt x="26" y="412"/>
                  <a:pt x="25" y="411"/>
                </a:cubicBezTo>
                <a:cubicBezTo>
                  <a:pt x="25" y="411"/>
                  <a:pt x="25" y="410"/>
                  <a:pt x="24" y="408"/>
                </a:cubicBezTo>
                <a:cubicBezTo>
                  <a:pt x="24" y="407"/>
                  <a:pt x="23" y="408"/>
                  <a:pt x="23" y="409"/>
                </a:cubicBezTo>
                <a:cubicBezTo>
                  <a:pt x="22" y="409"/>
                  <a:pt x="21" y="410"/>
                  <a:pt x="21" y="411"/>
                </a:cubicBezTo>
                <a:cubicBezTo>
                  <a:pt x="20" y="412"/>
                  <a:pt x="21" y="412"/>
                  <a:pt x="22" y="413"/>
                </a:cubicBezTo>
                <a:cubicBezTo>
                  <a:pt x="22" y="413"/>
                  <a:pt x="23" y="414"/>
                  <a:pt x="23" y="415"/>
                </a:cubicBezTo>
                <a:cubicBezTo>
                  <a:pt x="24" y="416"/>
                  <a:pt x="23" y="419"/>
                  <a:pt x="23" y="420"/>
                </a:cubicBezTo>
                <a:cubicBezTo>
                  <a:pt x="22" y="422"/>
                  <a:pt x="22" y="421"/>
                  <a:pt x="21" y="422"/>
                </a:cubicBezTo>
                <a:cubicBezTo>
                  <a:pt x="20" y="423"/>
                  <a:pt x="19" y="424"/>
                  <a:pt x="18" y="423"/>
                </a:cubicBezTo>
                <a:cubicBezTo>
                  <a:pt x="17" y="423"/>
                  <a:pt x="17" y="422"/>
                  <a:pt x="16" y="421"/>
                </a:cubicBezTo>
                <a:cubicBezTo>
                  <a:pt x="16" y="420"/>
                  <a:pt x="16" y="416"/>
                  <a:pt x="16" y="415"/>
                </a:cubicBezTo>
                <a:cubicBezTo>
                  <a:pt x="16" y="414"/>
                  <a:pt x="15" y="413"/>
                  <a:pt x="14" y="412"/>
                </a:cubicBezTo>
                <a:cubicBezTo>
                  <a:pt x="13" y="411"/>
                  <a:pt x="13" y="409"/>
                  <a:pt x="12" y="408"/>
                </a:cubicBezTo>
                <a:cubicBezTo>
                  <a:pt x="11" y="408"/>
                  <a:pt x="12" y="410"/>
                  <a:pt x="11" y="411"/>
                </a:cubicBezTo>
                <a:cubicBezTo>
                  <a:pt x="10" y="413"/>
                  <a:pt x="10" y="411"/>
                  <a:pt x="10" y="411"/>
                </a:cubicBezTo>
                <a:cubicBezTo>
                  <a:pt x="9" y="410"/>
                  <a:pt x="10" y="407"/>
                  <a:pt x="9" y="406"/>
                </a:cubicBezTo>
                <a:cubicBezTo>
                  <a:pt x="9" y="405"/>
                  <a:pt x="9" y="406"/>
                  <a:pt x="8" y="407"/>
                </a:cubicBezTo>
                <a:cubicBezTo>
                  <a:pt x="8" y="407"/>
                  <a:pt x="8" y="409"/>
                  <a:pt x="7" y="409"/>
                </a:cubicBezTo>
                <a:cubicBezTo>
                  <a:pt x="7" y="409"/>
                  <a:pt x="6" y="410"/>
                  <a:pt x="6" y="410"/>
                </a:cubicBezTo>
                <a:cubicBezTo>
                  <a:pt x="6" y="411"/>
                  <a:pt x="7" y="412"/>
                  <a:pt x="8" y="413"/>
                </a:cubicBezTo>
                <a:cubicBezTo>
                  <a:pt x="8" y="414"/>
                  <a:pt x="8" y="414"/>
                  <a:pt x="8" y="416"/>
                </a:cubicBezTo>
                <a:cubicBezTo>
                  <a:pt x="9" y="417"/>
                  <a:pt x="12" y="420"/>
                  <a:pt x="15" y="423"/>
                </a:cubicBezTo>
                <a:cubicBezTo>
                  <a:pt x="18" y="425"/>
                  <a:pt x="20" y="430"/>
                  <a:pt x="22" y="433"/>
                </a:cubicBezTo>
                <a:cubicBezTo>
                  <a:pt x="23" y="435"/>
                  <a:pt x="26" y="440"/>
                  <a:pt x="28" y="442"/>
                </a:cubicBezTo>
                <a:cubicBezTo>
                  <a:pt x="29" y="444"/>
                  <a:pt x="30" y="452"/>
                  <a:pt x="30" y="453"/>
                </a:cubicBezTo>
                <a:cubicBezTo>
                  <a:pt x="30" y="455"/>
                  <a:pt x="30" y="455"/>
                  <a:pt x="29" y="456"/>
                </a:cubicBezTo>
                <a:cubicBezTo>
                  <a:pt x="29" y="456"/>
                  <a:pt x="29" y="458"/>
                  <a:pt x="30" y="459"/>
                </a:cubicBezTo>
                <a:cubicBezTo>
                  <a:pt x="30" y="460"/>
                  <a:pt x="30" y="461"/>
                  <a:pt x="30" y="463"/>
                </a:cubicBezTo>
                <a:cubicBezTo>
                  <a:pt x="30" y="465"/>
                  <a:pt x="31" y="464"/>
                  <a:pt x="32" y="465"/>
                </a:cubicBezTo>
                <a:cubicBezTo>
                  <a:pt x="33" y="466"/>
                  <a:pt x="35" y="468"/>
                  <a:pt x="36" y="469"/>
                </a:cubicBezTo>
                <a:cubicBezTo>
                  <a:pt x="37" y="471"/>
                  <a:pt x="37" y="471"/>
                  <a:pt x="37" y="472"/>
                </a:cubicBezTo>
                <a:cubicBezTo>
                  <a:pt x="38" y="474"/>
                  <a:pt x="40" y="475"/>
                  <a:pt x="40" y="476"/>
                </a:cubicBezTo>
                <a:cubicBezTo>
                  <a:pt x="41" y="478"/>
                  <a:pt x="41" y="481"/>
                  <a:pt x="41" y="483"/>
                </a:cubicBezTo>
                <a:cubicBezTo>
                  <a:pt x="41" y="484"/>
                  <a:pt x="43" y="487"/>
                  <a:pt x="45" y="489"/>
                </a:cubicBezTo>
                <a:cubicBezTo>
                  <a:pt x="47" y="491"/>
                  <a:pt x="48" y="493"/>
                  <a:pt x="48" y="494"/>
                </a:cubicBezTo>
                <a:cubicBezTo>
                  <a:pt x="48" y="496"/>
                  <a:pt x="49" y="498"/>
                  <a:pt x="49" y="499"/>
                </a:cubicBezTo>
                <a:cubicBezTo>
                  <a:pt x="50" y="500"/>
                  <a:pt x="50" y="501"/>
                  <a:pt x="51" y="502"/>
                </a:cubicBezTo>
                <a:cubicBezTo>
                  <a:pt x="52" y="503"/>
                  <a:pt x="51" y="504"/>
                  <a:pt x="51" y="506"/>
                </a:cubicBezTo>
                <a:cubicBezTo>
                  <a:pt x="51" y="507"/>
                  <a:pt x="51" y="511"/>
                  <a:pt x="51" y="512"/>
                </a:cubicBezTo>
                <a:cubicBezTo>
                  <a:pt x="51" y="513"/>
                  <a:pt x="51" y="523"/>
                  <a:pt x="51" y="524"/>
                </a:cubicBezTo>
                <a:cubicBezTo>
                  <a:pt x="51" y="524"/>
                  <a:pt x="52" y="532"/>
                  <a:pt x="54" y="536"/>
                </a:cubicBezTo>
                <a:cubicBezTo>
                  <a:pt x="55" y="541"/>
                  <a:pt x="58" y="543"/>
                  <a:pt x="58" y="544"/>
                </a:cubicBezTo>
                <a:cubicBezTo>
                  <a:pt x="59" y="545"/>
                  <a:pt x="62" y="552"/>
                  <a:pt x="63" y="556"/>
                </a:cubicBezTo>
                <a:cubicBezTo>
                  <a:pt x="65" y="559"/>
                  <a:pt x="67" y="562"/>
                  <a:pt x="68" y="565"/>
                </a:cubicBezTo>
                <a:cubicBezTo>
                  <a:pt x="69" y="567"/>
                  <a:pt x="69" y="570"/>
                  <a:pt x="70" y="572"/>
                </a:cubicBezTo>
                <a:cubicBezTo>
                  <a:pt x="70" y="574"/>
                  <a:pt x="70" y="578"/>
                  <a:pt x="70" y="579"/>
                </a:cubicBezTo>
                <a:cubicBezTo>
                  <a:pt x="71" y="580"/>
                  <a:pt x="70" y="582"/>
                  <a:pt x="70" y="584"/>
                </a:cubicBezTo>
                <a:cubicBezTo>
                  <a:pt x="69" y="586"/>
                  <a:pt x="70" y="587"/>
                  <a:pt x="70" y="589"/>
                </a:cubicBezTo>
                <a:cubicBezTo>
                  <a:pt x="70" y="591"/>
                  <a:pt x="69" y="592"/>
                  <a:pt x="67" y="594"/>
                </a:cubicBezTo>
                <a:cubicBezTo>
                  <a:pt x="66" y="596"/>
                  <a:pt x="67" y="597"/>
                  <a:pt x="67" y="598"/>
                </a:cubicBezTo>
                <a:cubicBezTo>
                  <a:pt x="67" y="600"/>
                  <a:pt x="67" y="600"/>
                  <a:pt x="68" y="602"/>
                </a:cubicBezTo>
                <a:cubicBezTo>
                  <a:pt x="68" y="604"/>
                  <a:pt x="68" y="605"/>
                  <a:pt x="69" y="607"/>
                </a:cubicBezTo>
                <a:cubicBezTo>
                  <a:pt x="69" y="609"/>
                  <a:pt x="69" y="612"/>
                  <a:pt x="69" y="614"/>
                </a:cubicBezTo>
                <a:cubicBezTo>
                  <a:pt x="68" y="616"/>
                  <a:pt x="67" y="617"/>
                  <a:pt x="66" y="619"/>
                </a:cubicBezTo>
                <a:cubicBezTo>
                  <a:pt x="65" y="620"/>
                  <a:pt x="64" y="623"/>
                  <a:pt x="63" y="624"/>
                </a:cubicBezTo>
                <a:cubicBezTo>
                  <a:pt x="62" y="625"/>
                  <a:pt x="61" y="626"/>
                  <a:pt x="58" y="626"/>
                </a:cubicBezTo>
                <a:cubicBezTo>
                  <a:pt x="56" y="627"/>
                  <a:pt x="55" y="625"/>
                  <a:pt x="54" y="624"/>
                </a:cubicBezTo>
                <a:cubicBezTo>
                  <a:pt x="53" y="623"/>
                  <a:pt x="53" y="623"/>
                  <a:pt x="52" y="623"/>
                </a:cubicBezTo>
                <a:cubicBezTo>
                  <a:pt x="52" y="624"/>
                  <a:pt x="52" y="626"/>
                  <a:pt x="52" y="627"/>
                </a:cubicBezTo>
                <a:cubicBezTo>
                  <a:pt x="51" y="628"/>
                  <a:pt x="51" y="629"/>
                  <a:pt x="51" y="631"/>
                </a:cubicBezTo>
                <a:cubicBezTo>
                  <a:pt x="51" y="633"/>
                  <a:pt x="52" y="638"/>
                  <a:pt x="52" y="639"/>
                </a:cubicBezTo>
                <a:cubicBezTo>
                  <a:pt x="53" y="640"/>
                  <a:pt x="52" y="641"/>
                  <a:pt x="52" y="644"/>
                </a:cubicBezTo>
                <a:cubicBezTo>
                  <a:pt x="52" y="644"/>
                  <a:pt x="54" y="647"/>
                  <a:pt x="54" y="647"/>
                </a:cubicBezTo>
                <a:cubicBezTo>
                  <a:pt x="55" y="647"/>
                  <a:pt x="55" y="647"/>
                  <a:pt x="56" y="647"/>
                </a:cubicBezTo>
                <a:cubicBezTo>
                  <a:pt x="57" y="646"/>
                  <a:pt x="58" y="646"/>
                  <a:pt x="59" y="646"/>
                </a:cubicBezTo>
                <a:cubicBezTo>
                  <a:pt x="60" y="646"/>
                  <a:pt x="61" y="646"/>
                  <a:pt x="62" y="647"/>
                </a:cubicBezTo>
                <a:cubicBezTo>
                  <a:pt x="62" y="647"/>
                  <a:pt x="65" y="648"/>
                  <a:pt x="65" y="649"/>
                </a:cubicBezTo>
                <a:cubicBezTo>
                  <a:pt x="66" y="649"/>
                  <a:pt x="69" y="651"/>
                  <a:pt x="70" y="653"/>
                </a:cubicBezTo>
                <a:cubicBezTo>
                  <a:pt x="72" y="654"/>
                  <a:pt x="74" y="656"/>
                  <a:pt x="75" y="659"/>
                </a:cubicBezTo>
                <a:cubicBezTo>
                  <a:pt x="77" y="661"/>
                  <a:pt x="77" y="661"/>
                  <a:pt x="77" y="661"/>
                </a:cubicBezTo>
                <a:cubicBezTo>
                  <a:pt x="77" y="661"/>
                  <a:pt x="81" y="662"/>
                  <a:pt x="81" y="662"/>
                </a:cubicBezTo>
                <a:cubicBezTo>
                  <a:pt x="81" y="662"/>
                  <a:pt x="85" y="664"/>
                  <a:pt x="86" y="665"/>
                </a:cubicBezTo>
                <a:cubicBezTo>
                  <a:pt x="87" y="666"/>
                  <a:pt x="89" y="667"/>
                  <a:pt x="91" y="667"/>
                </a:cubicBezTo>
                <a:cubicBezTo>
                  <a:pt x="92" y="668"/>
                  <a:pt x="93" y="668"/>
                  <a:pt x="94" y="668"/>
                </a:cubicBezTo>
                <a:cubicBezTo>
                  <a:pt x="95" y="668"/>
                  <a:pt x="98" y="668"/>
                  <a:pt x="99" y="668"/>
                </a:cubicBezTo>
                <a:cubicBezTo>
                  <a:pt x="99" y="668"/>
                  <a:pt x="100" y="667"/>
                  <a:pt x="101" y="667"/>
                </a:cubicBezTo>
                <a:cubicBezTo>
                  <a:pt x="101" y="667"/>
                  <a:pt x="102" y="668"/>
                  <a:pt x="102" y="668"/>
                </a:cubicBezTo>
                <a:cubicBezTo>
                  <a:pt x="102" y="668"/>
                  <a:pt x="106" y="668"/>
                  <a:pt x="106" y="668"/>
                </a:cubicBezTo>
                <a:cubicBezTo>
                  <a:pt x="106" y="668"/>
                  <a:pt x="108" y="668"/>
                  <a:pt x="108" y="667"/>
                </a:cubicBezTo>
                <a:cubicBezTo>
                  <a:pt x="109" y="667"/>
                  <a:pt x="110" y="666"/>
                  <a:pt x="111" y="666"/>
                </a:cubicBezTo>
                <a:cubicBezTo>
                  <a:pt x="112" y="665"/>
                  <a:pt x="114" y="666"/>
                  <a:pt x="114" y="666"/>
                </a:cubicBezTo>
                <a:cubicBezTo>
                  <a:pt x="114" y="667"/>
                  <a:pt x="113" y="667"/>
                  <a:pt x="112" y="668"/>
                </a:cubicBezTo>
                <a:cubicBezTo>
                  <a:pt x="111" y="668"/>
                  <a:pt x="113" y="669"/>
                  <a:pt x="113" y="670"/>
                </a:cubicBezTo>
                <a:cubicBezTo>
                  <a:pt x="114" y="670"/>
                  <a:pt x="116" y="671"/>
                  <a:pt x="117" y="670"/>
                </a:cubicBezTo>
                <a:cubicBezTo>
                  <a:pt x="117" y="670"/>
                  <a:pt x="117" y="669"/>
                  <a:pt x="117" y="669"/>
                </a:cubicBezTo>
                <a:cubicBezTo>
                  <a:pt x="117" y="669"/>
                  <a:pt x="118" y="669"/>
                  <a:pt x="118" y="669"/>
                </a:cubicBezTo>
                <a:cubicBezTo>
                  <a:pt x="119" y="668"/>
                  <a:pt x="121" y="669"/>
                  <a:pt x="121" y="669"/>
                </a:cubicBezTo>
                <a:cubicBezTo>
                  <a:pt x="121" y="669"/>
                  <a:pt x="124" y="671"/>
                  <a:pt x="124" y="670"/>
                </a:cubicBezTo>
                <a:cubicBezTo>
                  <a:pt x="125" y="670"/>
                  <a:pt x="124" y="669"/>
                  <a:pt x="124" y="668"/>
                </a:cubicBezTo>
                <a:cubicBezTo>
                  <a:pt x="124" y="668"/>
                  <a:pt x="124" y="668"/>
                  <a:pt x="126" y="667"/>
                </a:cubicBezTo>
                <a:cubicBezTo>
                  <a:pt x="128" y="666"/>
                  <a:pt x="129" y="666"/>
                  <a:pt x="129" y="666"/>
                </a:cubicBezTo>
                <a:cubicBezTo>
                  <a:pt x="130" y="666"/>
                  <a:pt x="132" y="664"/>
                  <a:pt x="132" y="664"/>
                </a:cubicBezTo>
                <a:cubicBezTo>
                  <a:pt x="132" y="664"/>
                  <a:pt x="136" y="664"/>
                  <a:pt x="136" y="664"/>
                </a:cubicBezTo>
                <a:cubicBezTo>
                  <a:pt x="137" y="663"/>
                  <a:pt x="137" y="661"/>
                  <a:pt x="137" y="661"/>
                </a:cubicBezTo>
                <a:cubicBezTo>
                  <a:pt x="137" y="660"/>
                  <a:pt x="137" y="660"/>
                  <a:pt x="138" y="659"/>
                </a:cubicBezTo>
                <a:cubicBezTo>
                  <a:pt x="138" y="658"/>
                  <a:pt x="139" y="658"/>
                  <a:pt x="139" y="658"/>
                </a:cubicBezTo>
                <a:cubicBezTo>
                  <a:pt x="139" y="658"/>
                  <a:pt x="142" y="658"/>
                  <a:pt x="143" y="657"/>
                </a:cubicBezTo>
                <a:cubicBezTo>
                  <a:pt x="144" y="656"/>
                  <a:pt x="145" y="656"/>
                  <a:pt x="145" y="655"/>
                </a:cubicBezTo>
                <a:cubicBezTo>
                  <a:pt x="145" y="654"/>
                  <a:pt x="145" y="653"/>
                  <a:pt x="146" y="652"/>
                </a:cubicBezTo>
                <a:cubicBezTo>
                  <a:pt x="146" y="652"/>
                  <a:pt x="148" y="651"/>
                  <a:pt x="149" y="651"/>
                </a:cubicBezTo>
                <a:cubicBezTo>
                  <a:pt x="149" y="651"/>
                  <a:pt x="150" y="650"/>
                  <a:pt x="151" y="650"/>
                </a:cubicBezTo>
                <a:cubicBezTo>
                  <a:pt x="151" y="650"/>
                  <a:pt x="153" y="650"/>
                  <a:pt x="154" y="651"/>
                </a:cubicBezTo>
                <a:cubicBezTo>
                  <a:pt x="155" y="651"/>
                  <a:pt x="156" y="651"/>
                  <a:pt x="156" y="651"/>
                </a:cubicBezTo>
                <a:cubicBezTo>
                  <a:pt x="157" y="651"/>
                  <a:pt x="158" y="652"/>
                  <a:pt x="158" y="652"/>
                </a:cubicBezTo>
                <a:cubicBezTo>
                  <a:pt x="159" y="651"/>
                  <a:pt x="159" y="650"/>
                  <a:pt x="160" y="650"/>
                </a:cubicBezTo>
                <a:cubicBezTo>
                  <a:pt x="160" y="650"/>
                  <a:pt x="160" y="650"/>
                  <a:pt x="161" y="649"/>
                </a:cubicBezTo>
                <a:cubicBezTo>
                  <a:pt x="161" y="648"/>
                  <a:pt x="161" y="647"/>
                  <a:pt x="162" y="647"/>
                </a:cubicBezTo>
                <a:cubicBezTo>
                  <a:pt x="162" y="647"/>
                  <a:pt x="164" y="647"/>
                  <a:pt x="164" y="646"/>
                </a:cubicBezTo>
                <a:cubicBezTo>
                  <a:pt x="164" y="646"/>
                  <a:pt x="164" y="644"/>
                  <a:pt x="164" y="643"/>
                </a:cubicBezTo>
                <a:cubicBezTo>
                  <a:pt x="164" y="642"/>
                  <a:pt x="165" y="642"/>
                  <a:pt x="166" y="641"/>
                </a:cubicBezTo>
                <a:cubicBezTo>
                  <a:pt x="167" y="641"/>
                  <a:pt x="169" y="639"/>
                  <a:pt x="169" y="638"/>
                </a:cubicBezTo>
                <a:cubicBezTo>
                  <a:pt x="170" y="638"/>
                  <a:pt x="172" y="636"/>
                  <a:pt x="173" y="636"/>
                </a:cubicBezTo>
                <a:cubicBezTo>
                  <a:pt x="173" y="635"/>
                  <a:pt x="175" y="635"/>
                  <a:pt x="176" y="635"/>
                </a:cubicBezTo>
                <a:cubicBezTo>
                  <a:pt x="178" y="634"/>
                  <a:pt x="178" y="634"/>
                  <a:pt x="179" y="634"/>
                </a:cubicBezTo>
                <a:cubicBezTo>
                  <a:pt x="181" y="634"/>
                  <a:pt x="183" y="634"/>
                  <a:pt x="184" y="635"/>
                </a:cubicBezTo>
                <a:cubicBezTo>
                  <a:pt x="185" y="635"/>
                  <a:pt x="188" y="635"/>
                  <a:pt x="188" y="635"/>
                </a:cubicBezTo>
                <a:cubicBezTo>
                  <a:pt x="188" y="635"/>
                  <a:pt x="192" y="633"/>
                  <a:pt x="192" y="633"/>
                </a:cubicBezTo>
                <a:cubicBezTo>
                  <a:pt x="193" y="633"/>
                  <a:pt x="195" y="633"/>
                  <a:pt x="196" y="633"/>
                </a:cubicBezTo>
                <a:cubicBezTo>
                  <a:pt x="197" y="633"/>
                  <a:pt x="198" y="633"/>
                  <a:pt x="198" y="632"/>
                </a:cubicBezTo>
                <a:cubicBezTo>
                  <a:pt x="199" y="632"/>
                  <a:pt x="202" y="632"/>
                  <a:pt x="204" y="632"/>
                </a:cubicBezTo>
                <a:cubicBezTo>
                  <a:pt x="205" y="632"/>
                  <a:pt x="206" y="632"/>
                  <a:pt x="207" y="631"/>
                </a:cubicBezTo>
                <a:cubicBezTo>
                  <a:pt x="208" y="631"/>
                  <a:pt x="210" y="631"/>
                  <a:pt x="211" y="631"/>
                </a:cubicBezTo>
                <a:cubicBezTo>
                  <a:pt x="213" y="631"/>
                  <a:pt x="216" y="632"/>
                  <a:pt x="216" y="632"/>
                </a:cubicBezTo>
                <a:cubicBezTo>
                  <a:pt x="216" y="632"/>
                  <a:pt x="217" y="633"/>
                  <a:pt x="217" y="633"/>
                </a:cubicBezTo>
                <a:cubicBezTo>
                  <a:pt x="217" y="633"/>
                  <a:pt x="218" y="632"/>
                  <a:pt x="219" y="632"/>
                </a:cubicBezTo>
                <a:cubicBezTo>
                  <a:pt x="219" y="632"/>
                  <a:pt x="219" y="633"/>
                  <a:pt x="220" y="633"/>
                </a:cubicBezTo>
                <a:cubicBezTo>
                  <a:pt x="220" y="633"/>
                  <a:pt x="221" y="633"/>
                  <a:pt x="223" y="633"/>
                </a:cubicBezTo>
                <a:cubicBezTo>
                  <a:pt x="225" y="633"/>
                  <a:pt x="225" y="633"/>
                  <a:pt x="225" y="632"/>
                </a:cubicBezTo>
                <a:cubicBezTo>
                  <a:pt x="225" y="631"/>
                  <a:pt x="226" y="630"/>
                  <a:pt x="227" y="630"/>
                </a:cubicBezTo>
                <a:cubicBezTo>
                  <a:pt x="227" y="630"/>
                  <a:pt x="228" y="634"/>
                  <a:pt x="229" y="635"/>
                </a:cubicBezTo>
                <a:cubicBezTo>
                  <a:pt x="229" y="636"/>
                  <a:pt x="229" y="636"/>
                  <a:pt x="230" y="636"/>
                </a:cubicBezTo>
                <a:cubicBezTo>
                  <a:pt x="231" y="637"/>
                  <a:pt x="232" y="636"/>
                  <a:pt x="233" y="636"/>
                </a:cubicBezTo>
                <a:cubicBezTo>
                  <a:pt x="233" y="635"/>
                  <a:pt x="235" y="634"/>
                  <a:pt x="235" y="634"/>
                </a:cubicBezTo>
                <a:cubicBezTo>
                  <a:pt x="235" y="634"/>
                  <a:pt x="237" y="634"/>
                  <a:pt x="238" y="634"/>
                </a:cubicBezTo>
                <a:cubicBezTo>
                  <a:pt x="238" y="634"/>
                  <a:pt x="240" y="635"/>
                  <a:pt x="240" y="635"/>
                </a:cubicBezTo>
                <a:cubicBezTo>
                  <a:pt x="240" y="635"/>
                  <a:pt x="241" y="634"/>
                  <a:pt x="242" y="633"/>
                </a:cubicBezTo>
                <a:cubicBezTo>
                  <a:pt x="242" y="633"/>
                  <a:pt x="245" y="633"/>
                  <a:pt x="246" y="633"/>
                </a:cubicBezTo>
                <a:cubicBezTo>
                  <a:pt x="248" y="633"/>
                  <a:pt x="250" y="633"/>
                  <a:pt x="250" y="633"/>
                </a:cubicBezTo>
                <a:cubicBezTo>
                  <a:pt x="251" y="633"/>
                  <a:pt x="252" y="632"/>
                  <a:pt x="253" y="632"/>
                </a:cubicBezTo>
                <a:cubicBezTo>
                  <a:pt x="253" y="632"/>
                  <a:pt x="255" y="634"/>
                  <a:pt x="255" y="634"/>
                </a:cubicBezTo>
                <a:cubicBezTo>
                  <a:pt x="255" y="634"/>
                  <a:pt x="256" y="636"/>
                  <a:pt x="256" y="636"/>
                </a:cubicBezTo>
                <a:cubicBezTo>
                  <a:pt x="256" y="637"/>
                  <a:pt x="257" y="636"/>
                  <a:pt x="258" y="636"/>
                </a:cubicBezTo>
                <a:cubicBezTo>
                  <a:pt x="259" y="636"/>
                  <a:pt x="260" y="635"/>
                  <a:pt x="260" y="634"/>
                </a:cubicBezTo>
                <a:cubicBezTo>
                  <a:pt x="261" y="633"/>
                  <a:pt x="261" y="633"/>
                  <a:pt x="262" y="633"/>
                </a:cubicBezTo>
                <a:cubicBezTo>
                  <a:pt x="262" y="633"/>
                  <a:pt x="263" y="634"/>
                  <a:pt x="264" y="634"/>
                </a:cubicBezTo>
                <a:cubicBezTo>
                  <a:pt x="265" y="634"/>
                  <a:pt x="265" y="634"/>
                  <a:pt x="266" y="633"/>
                </a:cubicBezTo>
                <a:cubicBezTo>
                  <a:pt x="266" y="633"/>
                  <a:pt x="268" y="632"/>
                  <a:pt x="269" y="632"/>
                </a:cubicBezTo>
                <a:cubicBezTo>
                  <a:pt x="269" y="631"/>
                  <a:pt x="270" y="631"/>
                  <a:pt x="270" y="630"/>
                </a:cubicBezTo>
                <a:cubicBezTo>
                  <a:pt x="270" y="629"/>
                  <a:pt x="270" y="629"/>
                  <a:pt x="270" y="628"/>
                </a:cubicBezTo>
                <a:cubicBezTo>
                  <a:pt x="271" y="628"/>
                  <a:pt x="271" y="628"/>
                  <a:pt x="271" y="627"/>
                </a:cubicBezTo>
                <a:cubicBezTo>
                  <a:pt x="272" y="626"/>
                  <a:pt x="273" y="625"/>
                  <a:pt x="273" y="624"/>
                </a:cubicBezTo>
                <a:cubicBezTo>
                  <a:pt x="274" y="624"/>
                  <a:pt x="275" y="623"/>
                  <a:pt x="275" y="623"/>
                </a:cubicBezTo>
                <a:cubicBezTo>
                  <a:pt x="275" y="623"/>
                  <a:pt x="276" y="623"/>
                  <a:pt x="276" y="623"/>
                </a:cubicBezTo>
                <a:cubicBezTo>
                  <a:pt x="276" y="622"/>
                  <a:pt x="276" y="619"/>
                  <a:pt x="276" y="618"/>
                </a:cubicBezTo>
                <a:cubicBezTo>
                  <a:pt x="277" y="617"/>
                  <a:pt x="277" y="616"/>
                  <a:pt x="278" y="615"/>
                </a:cubicBezTo>
                <a:cubicBezTo>
                  <a:pt x="278" y="615"/>
                  <a:pt x="278" y="614"/>
                  <a:pt x="278" y="613"/>
                </a:cubicBezTo>
                <a:cubicBezTo>
                  <a:pt x="278" y="612"/>
                  <a:pt x="280" y="610"/>
                  <a:pt x="280" y="609"/>
                </a:cubicBezTo>
                <a:cubicBezTo>
                  <a:pt x="281" y="608"/>
                  <a:pt x="284" y="606"/>
                  <a:pt x="285" y="605"/>
                </a:cubicBezTo>
                <a:cubicBezTo>
                  <a:pt x="286" y="604"/>
                  <a:pt x="288" y="605"/>
                  <a:pt x="288" y="605"/>
                </a:cubicBezTo>
                <a:cubicBezTo>
                  <a:pt x="289" y="605"/>
                  <a:pt x="291" y="604"/>
                  <a:pt x="292" y="604"/>
                </a:cubicBezTo>
                <a:cubicBezTo>
                  <a:pt x="292" y="604"/>
                  <a:pt x="293" y="604"/>
                  <a:pt x="294" y="604"/>
                </a:cubicBezTo>
                <a:cubicBezTo>
                  <a:pt x="294" y="604"/>
                  <a:pt x="296" y="603"/>
                  <a:pt x="296" y="603"/>
                </a:cubicBezTo>
                <a:cubicBezTo>
                  <a:pt x="297" y="602"/>
                  <a:pt x="298" y="602"/>
                  <a:pt x="298" y="601"/>
                </a:cubicBezTo>
                <a:cubicBezTo>
                  <a:pt x="299" y="601"/>
                  <a:pt x="300" y="600"/>
                  <a:pt x="301" y="599"/>
                </a:cubicBezTo>
                <a:cubicBezTo>
                  <a:pt x="302" y="598"/>
                  <a:pt x="302" y="598"/>
                  <a:pt x="303" y="598"/>
                </a:cubicBezTo>
                <a:cubicBezTo>
                  <a:pt x="304" y="598"/>
                  <a:pt x="306" y="597"/>
                  <a:pt x="307" y="596"/>
                </a:cubicBezTo>
                <a:cubicBezTo>
                  <a:pt x="308" y="595"/>
                  <a:pt x="309" y="595"/>
                  <a:pt x="310" y="595"/>
                </a:cubicBezTo>
                <a:cubicBezTo>
                  <a:pt x="310" y="594"/>
                  <a:pt x="313" y="594"/>
                  <a:pt x="315" y="593"/>
                </a:cubicBezTo>
                <a:cubicBezTo>
                  <a:pt x="317" y="592"/>
                  <a:pt x="317" y="591"/>
                  <a:pt x="318" y="590"/>
                </a:cubicBezTo>
                <a:cubicBezTo>
                  <a:pt x="319" y="589"/>
                  <a:pt x="322" y="587"/>
                  <a:pt x="323" y="586"/>
                </a:cubicBezTo>
                <a:cubicBezTo>
                  <a:pt x="325" y="585"/>
                  <a:pt x="326" y="585"/>
                  <a:pt x="328" y="585"/>
                </a:cubicBezTo>
                <a:cubicBezTo>
                  <a:pt x="329" y="585"/>
                  <a:pt x="333" y="585"/>
                  <a:pt x="334" y="585"/>
                </a:cubicBezTo>
                <a:cubicBezTo>
                  <a:pt x="335" y="585"/>
                  <a:pt x="337" y="586"/>
                  <a:pt x="339" y="586"/>
                </a:cubicBezTo>
                <a:cubicBezTo>
                  <a:pt x="340" y="586"/>
                  <a:pt x="347" y="586"/>
                  <a:pt x="350" y="586"/>
                </a:cubicBezTo>
                <a:cubicBezTo>
                  <a:pt x="352" y="586"/>
                  <a:pt x="358" y="585"/>
                  <a:pt x="360" y="585"/>
                </a:cubicBezTo>
                <a:cubicBezTo>
                  <a:pt x="361" y="584"/>
                  <a:pt x="364" y="583"/>
                  <a:pt x="365" y="582"/>
                </a:cubicBezTo>
                <a:cubicBezTo>
                  <a:pt x="366" y="582"/>
                  <a:pt x="368" y="581"/>
                  <a:pt x="370" y="581"/>
                </a:cubicBezTo>
                <a:cubicBezTo>
                  <a:pt x="371" y="580"/>
                  <a:pt x="376" y="580"/>
                  <a:pt x="377" y="579"/>
                </a:cubicBezTo>
                <a:cubicBezTo>
                  <a:pt x="378" y="579"/>
                  <a:pt x="381" y="578"/>
                  <a:pt x="382" y="577"/>
                </a:cubicBezTo>
                <a:cubicBezTo>
                  <a:pt x="383" y="576"/>
                  <a:pt x="390" y="573"/>
                  <a:pt x="393" y="572"/>
                </a:cubicBezTo>
                <a:cubicBezTo>
                  <a:pt x="395" y="571"/>
                  <a:pt x="399" y="568"/>
                  <a:pt x="400" y="568"/>
                </a:cubicBezTo>
                <a:cubicBezTo>
                  <a:pt x="400" y="568"/>
                  <a:pt x="400" y="568"/>
                  <a:pt x="401" y="568"/>
                </a:cubicBezTo>
                <a:cubicBezTo>
                  <a:pt x="401" y="404"/>
                  <a:pt x="401" y="404"/>
                  <a:pt x="401" y="404"/>
                </a:cubicBezTo>
                <a:cubicBezTo>
                  <a:pt x="401" y="108"/>
                  <a:pt x="401" y="108"/>
                  <a:pt x="401" y="108"/>
                </a:cubicBezTo>
                <a:cubicBezTo>
                  <a:pt x="399" y="108"/>
                  <a:pt x="397" y="108"/>
                  <a:pt x="397" y="108"/>
                </a:cubicBezTo>
                <a:close/>
                <a:moveTo>
                  <a:pt x="807" y="777"/>
                </a:moveTo>
                <a:cubicBezTo>
                  <a:pt x="807" y="777"/>
                  <a:pt x="807" y="777"/>
                  <a:pt x="807" y="776"/>
                </a:cubicBezTo>
                <a:cubicBezTo>
                  <a:pt x="807" y="776"/>
                  <a:pt x="807" y="776"/>
                  <a:pt x="807" y="776"/>
                </a:cubicBezTo>
                <a:cubicBezTo>
                  <a:pt x="807" y="775"/>
                  <a:pt x="807" y="775"/>
                  <a:pt x="808" y="775"/>
                </a:cubicBezTo>
                <a:cubicBezTo>
                  <a:pt x="808" y="775"/>
                  <a:pt x="808" y="775"/>
                  <a:pt x="808" y="776"/>
                </a:cubicBezTo>
                <a:cubicBezTo>
                  <a:pt x="808" y="776"/>
                  <a:pt x="808" y="776"/>
                  <a:pt x="808" y="776"/>
                </a:cubicBezTo>
                <a:cubicBezTo>
                  <a:pt x="808" y="776"/>
                  <a:pt x="809" y="776"/>
                  <a:pt x="809" y="776"/>
                </a:cubicBezTo>
                <a:cubicBezTo>
                  <a:pt x="809" y="777"/>
                  <a:pt x="809" y="777"/>
                  <a:pt x="809" y="777"/>
                </a:cubicBezTo>
                <a:cubicBezTo>
                  <a:pt x="809" y="777"/>
                  <a:pt x="809" y="777"/>
                  <a:pt x="808" y="777"/>
                </a:cubicBezTo>
                <a:cubicBezTo>
                  <a:pt x="808" y="777"/>
                  <a:pt x="808" y="777"/>
                  <a:pt x="808" y="777"/>
                </a:cubicBezTo>
                <a:cubicBezTo>
                  <a:pt x="808" y="777"/>
                  <a:pt x="808" y="777"/>
                  <a:pt x="807" y="777"/>
                </a:cubicBezTo>
                <a:cubicBezTo>
                  <a:pt x="807" y="777"/>
                  <a:pt x="807" y="777"/>
                  <a:pt x="807" y="777"/>
                </a:cubicBezTo>
                <a:cubicBezTo>
                  <a:pt x="807" y="777"/>
                  <a:pt x="807" y="777"/>
                  <a:pt x="807" y="777"/>
                </a:cubicBezTo>
                <a:close/>
                <a:moveTo>
                  <a:pt x="810" y="769"/>
                </a:moveTo>
                <a:cubicBezTo>
                  <a:pt x="810" y="769"/>
                  <a:pt x="809" y="770"/>
                  <a:pt x="809" y="770"/>
                </a:cubicBezTo>
                <a:cubicBezTo>
                  <a:pt x="809" y="770"/>
                  <a:pt x="809" y="770"/>
                  <a:pt x="809" y="770"/>
                </a:cubicBezTo>
                <a:cubicBezTo>
                  <a:pt x="809" y="770"/>
                  <a:pt x="808" y="770"/>
                  <a:pt x="808" y="771"/>
                </a:cubicBezTo>
                <a:cubicBezTo>
                  <a:pt x="808" y="771"/>
                  <a:pt x="808" y="771"/>
                  <a:pt x="808" y="772"/>
                </a:cubicBezTo>
                <a:cubicBezTo>
                  <a:pt x="808" y="772"/>
                  <a:pt x="808" y="772"/>
                  <a:pt x="808" y="772"/>
                </a:cubicBezTo>
                <a:cubicBezTo>
                  <a:pt x="808" y="772"/>
                  <a:pt x="808" y="772"/>
                  <a:pt x="808" y="772"/>
                </a:cubicBezTo>
                <a:cubicBezTo>
                  <a:pt x="809" y="772"/>
                  <a:pt x="809" y="772"/>
                  <a:pt x="810" y="772"/>
                </a:cubicBezTo>
                <a:cubicBezTo>
                  <a:pt x="810" y="772"/>
                  <a:pt x="811" y="773"/>
                  <a:pt x="811" y="772"/>
                </a:cubicBezTo>
                <a:cubicBezTo>
                  <a:pt x="812" y="772"/>
                  <a:pt x="812" y="772"/>
                  <a:pt x="812" y="772"/>
                </a:cubicBezTo>
                <a:cubicBezTo>
                  <a:pt x="812" y="772"/>
                  <a:pt x="812" y="772"/>
                  <a:pt x="813" y="771"/>
                </a:cubicBezTo>
                <a:cubicBezTo>
                  <a:pt x="813" y="771"/>
                  <a:pt x="813" y="771"/>
                  <a:pt x="813" y="771"/>
                </a:cubicBezTo>
                <a:cubicBezTo>
                  <a:pt x="813" y="771"/>
                  <a:pt x="813" y="771"/>
                  <a:pt x="813" y="771"/>
                </a:cubicBezTo>
                <a:cubicBezTo>
                  <a:pt x="813" y="771"/>
                  <a:pt x="812" y="770"/>
                  <a:pt x="812" y="770"/>
                </a:cubicBezTo>
                <a:cubicBezTo>
                  <a:pt x="812" y="770"/>
                  <a:pt x="811" y="770"/>
                  <a:pt x="811" y="770"/>
                </a:cubicBezTo>
                <a:cubicBezTo>
                  <a:pt x="811" y="770"/>
                  <a:pt x="810" y="769"/>
                  <a:pt x="810" y="769"/>
                </a:cubicBezTo>
                <a:close/>
                <a:moveTo>
                  <a:pt x="915" y="739"/>
                </a:moveTo>
                <a:cubicBezTo>
                  <a:pt x="914" y="739"/>
                  <a:pt x="907" y="735"/>
                  <a:pt x="906" y="734"/>
                </a:cubicBezTo>
                <a:cubicBezTo>
                  <a:pt x="904" y="734"/>
                  <a:pt x="882" y="722"/>
                  <a:pt x="882" y="722"/>
                </a:cubicBezTo>
                <a:cubicBezTo>
                  <a:pt x="882" y="722"/>
                  <a:pt x="880" y="722"/>
                  <a:pt x="880" y="722"/>
                </a:cubicBezTo>
                <a:cubicBezTo>
                  <a:pt x="880" y="722"/>
                  <a:pt x="880" y="720"/>
                  <a:pt x="880" y="719"/>
                </a:cubicBezTo>
                <a:cubicBezTo>
                  <a:pt x="880" y="719"/>
                  <a:pt x="881" y="717"/>
                  <a:pt x="881" y="717"/>
                </a:cubicBezTo>
                <a:cubicBezTo>
                  <a:pt x="881" y="717"/>
                  <a:pt x="877" y="710"/>
                  <a:pt x="877" y="710"/>
                </a:cubicBezTo>
                <a:cubicBezTo>
                  <a:pt x="877" y="709"/>
                  <a:pt x="877" y="704"/>
                  <a:pt x="877" y="703"/>
                </a:cubicBezTo>
                <a:cubicBezTo>
                  <a:pt x="877" y="702"/>
                  <a:pt x="874" y="699"/>
                  <a:pt x="874" y="698"/>
                </a:cubicBezTo>
                <a:cubicBezTo>
                  <a:pt x="873" y="697"/>
                  <a:pt x="870" y="695"/>
                  <a:pt x="870" y="695"/>
                </a:cubicBezTo>
                <a:cubicBezTo>
                  <a:pt x="870" y="695"/>
                  <a:pt x="867" y="696"/>
                  <a:pt x="867" y="696"/>
                </a:cubicBezTo>
                <a:cubicBezTo>
                  <a:pt x="867" y="696"/>
                  <a:pt x="865" y="697"/>
                  <a:pt x="865" y="697"/>
                </a:cubicBezTo>
                <a:cubicBezTo>
                  <a:pt x="864" y="696"/>
                  <a:pt x="863" y="695"/>
                  <a:pt x="863" y="695"/>
                </a:cubicBezTo>
                <a:cubicBezTo>
                  <a:pt x="862" y="695"/>
                  <a:pt x="861" y="695"/>
                  <a:pt x="860" y="696"/>
                </a:cubicBezTo>
                <a:cubicBezTo>
                  <a:pt x="860" y="697"/>
                  <a:pt x="859" y="698"/>
                  <a:pt x="859" y="698"/>
                </a:cubicBezTo>
                <a:cubicBezTo>
                  <a:pt x="859" y="699"/>
                  <a:pt x="856" y="698"/>
                  <a:pt x="855" y="698"/>
                </a:cubicBezTo>
                <a:cubicBezTo>
                  <a:pt x="855" y="698"/>
                  <a:pt x="852" y="698"/>
                  <a:pt x="852" y="698"/>
                </a:cubicBezTo>
                <a:cubicBezTo>
                  <a:pt x="852" y="698"/>
                  <a:pt x="851" y="700"/>
                  <a:pt x="850" y="700"/>
                </a:cubicBezTo>
                <a:cubicBezTo>
                  <a:pt x="850" y="700"/>
                  <a:pt x="848" y="700"/>
                  <a:pt x="846" y="699"/>
                </a:cubicBezTo>
                <a:cubicBezTo>
                  <a:pt x="844" y="698"/>
                  <a:pt x="842" y="696"/>
                  <a:pt x="841" y="696"/>
                </a:cubicBezTo>
                <a:cubicBezTo>
                  <a:pt x="840" y="695"/>
                  <a:pt x="838" y="695"/>
                  <a:pt x="837" y="696"/>
                </a:cubicBezTo>
                <a:cubicBezTo>
                  <a:pt x="836" y="697"/>
                  <a:pt x="834" y="698"/>
                  <a:pt x="832" y="698"/>
                </a:cubicBezTo>
                <a:cubicBezTo>
                  <a:pt x="831" y="698"/>
                  <a:pt x="826" y="697"/>
                  <a:pt x="825" y="697"/>
                </a:cubicBezTo>
                <a:cubicBezTo>
                  <a:pt x="824" y="697"/>
                  <a:pt x="821" y="695"/>
                  <a:pt x="819" y="694"/>
                </a:cubicBezTo>
                <a:cubicBezTo>
                  <a:pt x="818" y="693"/>
                  <a:pt x="815" y="691"/>
                  <a:pt x="815" y="691"/>
                </a:cubicBezTo>
                <a:cubicBezTo>
                  <a:pt x="814" y="691"/>
                  <a:pt x="812" y="691"/>
                  <a:pt x="811" y="692"/>
                </a:cubicBezTo>
                <a:cubicBezTo>
                  <a:pt x="810" y="692"/>
                  <a:pt x="806" y="691"/>
                  <a:pt x="805" y="692"/>
                </a:cubicBezTo>
                <a:cubicBezTo>
                  <a:pt x="804" y="692"/>
                  <a:pt x="802" y="691"/>
                  <a:pt x="802" y="692"/>
                </a:cubicBezTo>
                <a:cubicBezTo>
                  <a:pt x="801" y="693"/>
                  <a:pt x="800" y="694"/>
                  <a:pt x="800" y="695"/>
                </a:cubicBezTo>
                <a:cubicBezTo>
                  <a:pt x="799" y="695"/>
                  <a:pt x="799" y="697"/>
                  <a:pt x="799" y="697"/>
                </a:cubicBezTo>
                <a:cubicBezTo>
                  <a:pt x="799" y="698"/>
                  <a:pt x="800" y="699"/>
                  <a:pt x="800" y="699"/>
                </a:cubicBezTo>
                <a:cubicBezTo>
                  <a:pt x="800" y="699"/>
                  <a:pt x="796" y="700"/>
                  <a:pt x="796" y="700"/>
                </a:cubicBezTo>
                <a:cubicBezTo>
                  <a:pt x="795" y="700"/>
                  <a:pt x="792" y="699"/>
                  <a:pt x="791" y="698"/>
                </a:cubicBezTo>
                <a:cubicBezTo>
                  <a:pt x="789" y="697"/>
                  <a:pt x="787" y="695"/>
                  <a:pt x="786" y="694"/>
                </a:cubicBezTo>
                <a:cubicBezTo>
                  <a:pt x="786" y="694"/>
                  <a:pt x="785" y="692"/>
                  <a:pt x="784" y="691"/>
                </a:cubicBezTo>
                <a:cubicBezTo>
                  <a:pt x="784" y="690"/>
                  <a:pt x="782" y="687"/>
                  <a:pt x="781" y="686"/>
                </a:cubicBezTo>
                <a:cubicBezTo>
                  <a:pt x="780" y="685"/>
                  <a:pt x="774" y="682"/>
                  <a:pt x="773" y="681"/>
                </a:cubicBezTo>
                <a:cubicBezTo>
                  <a:pt x="772" y="680"/>
                  <a:pt x="768" y="678"/>
                  <a:pt x="767" y="677"/>
                </a:cubicBezTo>
                <a:cubicBezTo>
                  <a:pt x="767" y="676"/>
                  <a:pt x="766" y="675"/>
                  <a:pt x="766" y="674"/>
                </a:cubicBezTo>
                <a:cubicBezTo>
                  <a:pt x="765" y="673"/>
                  <a:pt x="761" y="672"/>
                  <a:pt x="760" y="671"/>
                </a:cubicBezTo>
                <a:cubicBezTo>
                  <a:pt x="759" y="669"/>
                  <a:pt x="758" y="666"/>
                  <a:pt x="758" y="665"/>
                </a:cubicBezTo>
                <a:cubicBezTo>
                  <a:pt x="759" y="664"/>
                  <a:pt x="759" y="664"/>
                  <a:pt x="759" y="662"/>
                </a:cubicBezTo>
                <a:cubicBezTo>
                  <a:pt x="759" y="661"/>
                  <a:pt x="759" y="659"/>
                  <a:pt x="756" y="659"/>
                </a:cubicBezTo>
                <a:cubicBezTo>
                  <a:pt x="754" y="658"/>
                  <a:pt x="751" y="657"/>
                  <a:pt x="750" y="657"/>
                </a:cubicBezTo>
                <a:cubicBezTo>
                  <a:pt x="748" y="656"/>
                  <a:pt x="748" y="655"/>
                  <a:pt x="746" y="655"/>
                </a:cubicBezTo>
                <a:cubicBezTo>
                  <a:pt x="745" y="654"/>
                  <a:pt x="744" y="654"/>
                  <a:pt x="744" y="655"/>
                </a:cubicBezTo>
                <a:cubicBezTo>
                  <a:pt x="743" y="656"/>
                  <a:pt x="743" y="658"/>
                  <a:pt x="742" y="659"/>
                </a:cubicBezTo>
                <a:cubicBezTo>
                  <a:pt x="741" y="659"/>
                  <a:pt x="740" y="660"/>
                  <a:pt x="740" y="659"/>
                </a:cubicBezTo>
                <a:cubicBezTo>
                  <a:pt x="739" y="658"/>
                  <a:pt x="737" y="653"/>
                  <a:pt x="736" y="652"/>
                </a:cubicBezTo>
                <a:cubicBezTo>
                  <a:pt x="735" y="652"/>
                  <a:pt x="735" y="650"/>
                  <a:pt x="735" y="649"/>
                </a:cubicBezTo>
                <a:cubicBezTo>
                  <a:pt x="735" y="648"/>
                  <a:pt x="732" y="646"/>
                  <a:pt x="732" y="645"/>
                </a:cubicBezTo>
                <a:cubicBezTo>
                  <a:pt x="731" y="644"/>
                  <a:pt x="731" y="643"/>
                  <a:pt x="730" y="642"/>
                </a:cubicBezTo>
                <a:cubicBezTo>
                  <a:pt x="729" y="641"/>
                  <a:pt x="728" y="641"/>
                  <a:pt x="726" y="640"/>
                </a:cubicBezTo>
                <a:cubicBezTo>
                  <a:pt x="725" y="639"/>
                  <a:pt x="722" y="638"/>
                  <a:pt x="721" y="639"/>
                </a:cubicBezTo>
                <a:cubicBezTo>
                  <a:pt x="720" y="639"/>
                  <a:pt x="717" y="641"/>
                  <a:pt x="716" y="641"/>
                </a:cubicBezTo>
                <a:cubicBezTo>
                  <a:pt x="715" y="641"/>
                  <a:pt x="715" y="642"/>
                  <a:pt x="714" y="642"/>
                </a:cubicBezTo>
                <a:cubicBezTo>
                  <a:pt x="712" y="641"/>
                  <a:pt x="710" y="640"/>
                  <a:pt x="709" y="639"/>
                </a:cubicBezTo>
                <a:cubicBezTo>
                  <a:pt x="708" y="639"/>
                  <a:pt x="706" y="638"/>
                  <a:pt x="705" y="638"/>
                </a:cubicBezTo>
                <a:cubicBezTo>
                  <a:pt x="704" y="638"/>
                  <a:pt x="700" y="636"/>
                  <a:pt x="700" y="636"/>
                </a:cubicBezTo>
                <a:cubicBezTo>
                  <a:pt x="700" y="762"/>
                  <a:pt x="700" y="762"/>
                  <a:pt x="700" y="762"/>
                </a:cubicBezTo>
                <a:cubicBezTo>
                  <a:pt x="701" y="762"/>
                  <a:pt x="705" y="764"/>
                  <a:pt x="706" y="765"/>
                </a:cubicBezTo>
                <a:cubicBezTo>
                  <a:pt x="707" y="765"/>
                  <a:pt x="709" y="768"/>
                  <a:pt x="710" y="769"/>
                </a:cubicBezTo>
                <a:cubicBezTo>
                  <a:pt x="710" y="770"/>
                  <a:pt x="712" y="772"/>
                  <a:pt x="713" y="772"/>
                </a:cubicBezTo>
                <a:cubicBezTo>
                  <a:pt x="715" y="773"/>
                  <a:pt x="716" y="773"/>
                  <a:pt x="717" y="772"/>
                </a:cubicBezTo>
                <a:cubicBezTo>
                  <a:pt x="717" y="771"/>
                  <a:pt x="717" y="770"/>
                  <a:pt x="718" y="769"/>
                </a:cubicBezTo>
                <a:cubicBezTo>
                  <a:pt x="719" y="768"/>
                  <a:pt x="720" y="768"/>
                  <a:pt x="721" y="768"/>
                </a:cubicBezTo>
                <a:cubicBezTo>
                  <a:pt x="721" y="768"/>
                  <a:pt x="723" y="768"/>
                  <a:pt x="725" y="769"/>
                </a:cubicBezTo>
                <a:cubicBezTo>
                  <a:pt x="726" y="769"/>
                  <a:pt x="727" y="771"/>
                  <a:pt x="729" y="772"/>
                </a:cubicBezTo>
                <a:cubicBezTo>
                  <a:pt x="730" y="773"/>
                  <a:pt x="731" y="773"/>
                  <a:pt x="732" y="773"/>
                </a:cubicBezTo>
                <a:cubicBezTo>
                  <a:pt x="733" y="772"/>
                  <a:pt x="733" y="771"/>
                  <a:pt x="733" y="771"/>
                </a:cubicBezTo>
                <a:cubicBezTo>
                  <a:pt x="734" y="771"/>
                  <a:pt x="736" y="772"/>
                  <a:pt x="738" y="772"/>
                </a:cubicBezTo>
                <a:cubicBezTo>
                  <a:pt x="739" y="773"/>
                  <a:pt x="742" y="774"/>
                  <a:pt x="743" y="775"/>
                </a:cubicBezTo>
                <a:cubicBezTo>
                  <a:pt x="744" y="776"/>
                  <a:pt x="748" y="779"/>
                  <a:pt x="749" y="779"/>
                </a:cubicBezTo>
                <a:cubicBezTo>
                  <a:pt x="750" y="780"/>
                  <a:pt x="752" y="780"/>
                  <a:pt x="753" y="781"/>
                </a:cubicBezTo>
                <a:cubicBezTo>
                  <a:pt x="755" y="781"/>
                  <a:pt x="756" y="783"/>
                  <a:pt x="756" y="784"/>
                </a:cubicBezTo>
                <a:cubicBezTo>
                  <a:pt x="757" y="785"/>
                  <a:pt x="759" y="784"/>
                  <a:pt x="761" y="785"/>
                </a:cubicBezTo>
                <a:cubicBezTo>
                  <a:pt x="763" y="785"/>
                  <a:pt x="762" y="786"/>
                  <a:pt x="765" y="787"/>
                </a:cubicBezTo>
                <a:cubicBezTo>
                  <a:pt x="767" y="788"/>
                  <a:pt x="767" y="786"/>
                  <a:pt x="767" y="785"/>
                </a:cubicBezTo>
                <a:cubicBezTo>
                  <a:pt x="768" y="784"/>
                  <a:pt x="769" y="784"/>
                  <a:pt x="770" y="783"/>
                </a:cubicBezTo>
                <a:cubicBezTo>
                  <a:pt x="770" y="782"/>
                  <a:pt x="773" y="781"/>
                  <a:pt x="774" y="781"/>
                </a:cubicBezTo>
                <a:cubicBezTo>
                  <a:pt x="774" y="780"/>
                  <a:pt x="774" y="780"/>
                  <a:pt x="774" y="780"/>
                </a:cubicBezTo>
                <a:cubicBezTo>
                  <a:pt x="775" y="779"/>
                  <a:pt x="776" y="778"/>
                  <a:pt x="776" y="777"/>
                </a:cubicBezTo>
                <a:cubicBezTo>
                  <a:pt x="776" y="777"/>
                  <a:pt x="777" y="776"/>
                  <a:pt x="777" y="775"/>
                </a:cubicBezTo>
                <a:cubicBezTo>
                  <a:pt x="777" y="775"/>
                  <a:pt x="781" y="772"/>
                  <a:pt x="782" y="771"/>
                </a:cubicBezTo>
                <a:cubicBezTo>
                  <a:pt x="783" y="770"/>
                  <a:pt x="786" y="769"/>
                  <a:pt x="787" y="769"/>
                </a:cubicBezTo>
                <a:cubicBezTo>
                  <a:pt x="787" y="769"/>
                  <a:pt x="790" y="769"/>
                  <a:pt x="791" y="769"/>
                </a:cubicBezTo>
                <a:cubicBezTo>
                  <a:pt x="792" y="769"/>
                  <a:pt x="793" y="767"/>
                  <a:pt x="793" y="766"/>
                </a:cubicBezTo>
                <a:cubicBezTo>
                  <a:pt x="794" y="766"/>
                  <a:pt x="794" y="765"/>
                  <a:pt x="793" y="764"/>
                </a:cubicBezTo>
                <a:cubicBezTo>
                  <a:pt x="793" y="763"/>
                  <a:pt x="791" y="764"/>
                  <a:pt x="791" y="764"/>
                </a:cubicBezTo>
                <a:cubicBezTo>
                  <a:pt x="790" y="764"/>
                  <a:pt x="788" y="765"/>
                  <a:pt x="788" y="765"/>
                </a:cubicBezTo>
                <a:cubicBezTo>
                  <a:pt x="787" y="766"/>
                  <a:pt x="786" y="764"/>
                  <a:pt x="786" y="764"/>
                </a:cubicBezTo>
                <a:cubicBezTo>
                  <a:pt x="786" y="763"/>
                  <a:pt x="788" y="763"/>
                  <a:pt x="788" y="763"/>
                </a:cubicBezTo>
                <a:cubicBezTo>
                  <a:pt x="789" y="762"/>
                  <a:pt x="790" y="761"/>
                  <a:pt x="791" y="761"/>
                </a:cubicBezTo>
                <a:cubicBezTo>
                  <a:pt x="792" y="760"/>
                  <a:pt x="793" y="759"/>
                  <a:pt x="795" y="757"/>
                </a:cubicBezTo>
                <a:cubicBezTo>
                  <a:pt x="797" y="756"/>
                  <a:pt x="797" y="756"/>
                  <a:pt x="798" y="756"/>
                </a:cubicBezTo>
                <a:cubicBezTo>
                  <a:pt x="799" y="755"/>
                  <a:pt x="801" y="756"/>
                  <a:pt x="801" y="756"/>
                </a:cubicBezTo>
                <a:cubicBezTo>
                  <a:pt x="802" y="757"/>
                  <a:pt x="802" y="759"/>
                  <a:pt x="802" y="760"/>
                </a:cubicBezTo>
                <a:cubicBezTo>
                  <a:pt x="803" y="761"/>
                  <a:pt x="804" y="762"/>
                  <a:pt x="804" y="763"/>
                </a:cubicBezTo>
                <a:cubicBezTo>
                  <a:pt x="804" y="765"/>
                  <a:pt x="803" y="765"/>
                  <a:pt x="803" y="766"/>
                </a:cubicBezTo>
                <a:cubicBezTo>
                  <a:pt x="802" y="767"/>
                  <a:pt x="800" y="769"/>
                  <a:pt x="800" y="770"/>
                </a:cubicBezTo>
                <a:cubicBezTo>
                  <a:pt x="799" y="771"/>
                  <a:pt x="796" y="772"/>
                  <a:pt x="796" y="772"/>
                </a:cubicBezTo>
                <a:cubicBezTo>
                  <a:pt x="796" y="772"/>
                  <a:pt x="797" y="773"/>
                  <a:pt x="797" y="774"/>
                </a:cubicBezTo>
                <a:cubicBezTo>
                  <a:pt x="798" y="774"/>
                  <a:pt x="798" y="775"/>
                  <a:pt x="799" y="776"/>
                </a:cubicBezTo>
                <a:cubicBezTo>
                  <a:pt x="799" y="777"/>
                  <a:pt x="800" y="776"/>
                  <a:pt x="801" y="776"/>
                </a:cubicBezTo>
                <a:cubicBezTo>
                  <a:pt x="801" y="776"/>
                  <a:pt x="802" y="775"/>
                  <a:pt x="803" y="774"/>
                </a:cubicBezTo>
                <a:cubicBezTo>
                  <a:pt x="803" y="774"/>
                  <a:pt x="804" y="773"/>
                  <a:pt x="805" y="773"/>
                </a:cubicBezTo>
                <a:cubicBezTo>
                  <a:pt x="805" y="773"/>
                  <a:pt x="806" y="772"/>
                  <a:pt x="806" y="772"/>
                </a:cubicBezTo>
                <a:cubicBezTo>
                  <a:pt x="807" y="771"/>
                  <a:pt x="807" y="770"/>
                  <a:pt x="807" y="769"/>
                </a:cubicBezTo>
                <a:cubicBezTo>
                  <a:pt x="808" y="768"/>
                  <a:pt x="809" y="768"/>
                  <a:pt x="809" y="768"/>
                </a:cubicBezTo>
                <a:cubicBezTo>
                  <a:pt x="810" y="767"/>
                  <a:pt x="811" y="767"/>
                  <a:pt x="812" y="767"/>
                </a:cubicBezTo>
                <a:cubicBezTo>
                  <a:pt x="813" y="767"/>
                  <a:pt x="813" y="767"/>
                  <a:pt x="814" y="768"/>
                </a:cubicBezTo>
                <a:cubicBezTo>
                  <a:pt x="815" y="769"/>
                  <a:pt x="815" y="772"/>
                  <a:pt x="814" y="773"/>
                </a:cubicBezTo>
                <a:cubicBezTo>
                  <a:pt x="814" y="773"/>
                  <a:pt x="812" y="774"/>
                  <a:pt x="812" y="775"/>
                </a:cubicBezTo>
                <a:cubicBezTo>
                  <a:pt x="811" y="775"/>
                  <a:pt x="812" y="776"/>
                  <a:pt x="813" y="777"/>
                </a:cubicBezTo>
                <a:cubicBezTo>
                  <a:pt x="815" y="779"/>
                  <a:pt x="815" y="780"/>
                  <a:pt x="815" y="780"/>
                </a:cubicBezTo>
                <a:cubicBezTo>
                  <a:pt x="816" y="781"/>
                  <a:pt x="818" y="781"/>
                  <a:pt x="819" y="781"/>
                </a:cubicBezTo>
                <a:cubicBezTo>
                  <a:pt x="819" y="781"/>
                  <a:pt x="821" y="781"/>
                  <a:pt x="821" y="781"/>
                </a:cubicBezTo>
                <a:cubicBezTo>
                  <a:pt x="822" y="781"/>
                  <a:pt x="823" y="784"/>
                  <a:pt x="823" y="786"/>
                </a:cubicBezTo>
                <a:cubicBezTo>
                  <a:pt x="824" y="788"/>
                  <a:pt x="825" y="789"/>
                  <a:pt x="826" y="789"/>
                </a:cubicBezTo>
                <a:cubicBezTo>
                  <a:pt x="827" y="790"/>
                  <a:pt x="827" y="788"/>
                  <a:pt x="827" y="787"/>
                </a:cubicBezTo>
                <a:cubicBezTo>
                  <a:pt x="827" y="786"/>
                  <a:pt x="828" y="786"/>
                  <a:pt x="828" y="786"/>
                </a:cubicBezTo>
                <a:cubicBezTo>
                  <a:pt x="828" y="786"/>
                  <a:pt x="829" y="787"/>
                  <a:pt x="830" y="787"/>
                </a:cubicBezTo>
                <a:cubicBezTo>
                  <a:pt x="831" y="787"/>
                  <a:pt x="830" y="786"/>
                  <a:pt x="830" y="786"/>
                </a:cubicBezTo>
                <a:cubicBezTo>
                  <a:pt x="830" y="786"/>
                  <a:pt x="831" y="787"/>
                  <a:pt x="831" y="788"/>
                </a:cubicBezTo>
                <a:cubicBezTo>
                  <a:pt x="832" y="788"/>
                  <a:pt x="832" y="790"/>
                  <a:pt x="833" y="791"/>
                </a:cubicBezTo>
                <a:cubicBezTo>
                  <a:pt x="833" y="792"/>
                  <a:pt x="834" y="793"/>
                  <a:pt x="835" y="794"/>
                </a:cubicBezTo>
                <a:cubicBezTo>
                  <a:pt x="835" y="794"/>
                  <a:pt x="836" y="795"/>
                  <a:pt x="836" y="796"/>
                </a:cubicBezTo>
                <a:cubicBezTo>
                  <a:pt x="836" y="796"/>
                  <a:pt x="839" y="795"/>
                  <a:pt x="839" y="795"/>
                </a:cubicBezTo>
                <a:cubicBezTo>
                  <a:pt x="839" y="795"/>
                  <a:pt x="839" y="794"/>
                  <a:pt x="839" y="794"/>
                </a:cubicBezTo>
                <a:cubicBezTo>
                  <a:pt x="839" y="794"/>
                  <a:pt x="838" y="792"/>
                  <a:pt x="838" y="791"/>
                </a:cubicBezTo>
                <a:cubicBezTo>
                  <a:pt x="838" y="790"/>
                  <a:pt x="838" y="790"/>
                  <a:pt x="838" y="788"/>
                </a:cubicBezTo>
                <a:cubicBezTo>
                  <a:pt x="839" y="786"/>
                  <a:pt x="839" y="787"/>
                  <a:pt x="839" y="786"/>
                </a:cubicBezTo>
                <a:cubicBezTo>
                  <a:pt x="839" y="786"/>
                  <a:pt x="838" y="785"/>
                  <a:pt x="838" y="785"/>
                </a:cubicBezTo>
                <a:cubicBezTo>
                  <a:pt x="838" y="785"/>
                  <a:pt x="837" y="785"/>
                  <a:pt x="837" y="786"/>
                </a:cubicBezTo>
                <a:cubicBezTo>
                  <a:pt x="837" y="786"/>
                  <a:pt x="836" y="787"/>
                  <a:pt x="836" y="788"/>
                </a:cubicBezTo>
                <a:cubicBezTo>
                  <a:pt x="835" y="788"/>
                  <a:pt x="834" y="788"/>
                  <a:pt x="833" y="788"/>
                </a:cubicBezTo>
                <a:cubicBezTo>
                  <a:pt x="833" y="788"/>
                  <a:pt x="833" y="786"/>
                  <a:pt x="832" y="786"/>
                </a:cubicBezTo>
                <a:cubicBezTo>
                  <a:pt x="832" y="786"/>
                  <a:pt x="832" y="785"/>
                  <a:pt x="831" y="785"/>
                </a:cubicBezTo>
                <a:cubicBezTo>
                  <a:pt x="831" y="784"/>
                  <a:pt x="832" y="783"/>
                  <a:pt x="833" y="783"/>
                </a:cubicBezTo>
                <a:cubicBezTo>
                  <a:pt x="834" y="782"/>
                  <a:pt x="834" y="782"/>
                  <a:pt x="835" y="782"/>
                </a:cubicBezTo>
                <a:cubicBezTo>
                  <a:pt x="836" y="782"/>
                  <a:pt x="838" y="782"/>
                  <a:pt x="839" y="782"/>
                </a:cubicBezTo>
                <a:cubicBezTo>
                  <a:pt x="840" y="782"/>
                  <a:pt x="840" y="782"/>
                  <a:pt x="841" y="782"/>
                </a:cubicBezTo>
                <a:cubicBezTo>
                  <a:pt x="842" y="782"/>
                  <a:pt x="844" y="782"/>
                  <a:pt x="845" y="782"/>
                </a:cubicBezTo>
                <a:cubicBezTo>
                  <a:pt x="846" y="782"/>
                  <a:pt x="847" y="781"/>
                  <a:pt x="847" y="781"/>
                </a:cubicBezTo>
                <a:cubicBezTo>
                  <a:pt x="848" y="780"/>
                  <a:pt x="850" y="779"/>
                  <a:pt x="850" y="778"/>
                </a:cubicBezTo>
                <a:cubicBezTo>
                  <a:pt x="851" y="777"/>
                  <a:pt x="854" y="774"/>
                  <a:pt x="854" y="774"/>
                </a:cubicBezTo>
                <a:cubicBezTo>
                  <a:pt x="855" y="773"/>
                  <a:pt x="861" y="767"/>
                  <a:pt x="862" y="766"/>
                </a:cubicBezTo>
                <a:cubicBezTo>
                  <a:pt x="863" y="765"/>
                  <a:pt x="866" y="763"/>
                  <a:pt x="866" y="763"/>
                </a:cubicBezTo>
                <a:cubicBezTo>
                  <a:pt x="866" y="763"/>
                  <a:pt x="866" y="762"/>
                  <a:pt x="865" y="762"/>
                </a:cubicBezTo>
                <a:cubicBezTo>
                  <a:pt x="864" y="762"/>
                  <a:pt x="863" y="762"/>
                  <a:pt x="863" y="762"/>
                </a:cubicBezTo>
                <a:cubicBezTo>
                  <a:pt x="863" y="762"/>
                  <a:pt x="863" y="761"/>
                  <a:pt x="863" y="761"/>
                </a:cubicBezTo>
                <a:cubicBezTo>
                  <a:pt x="863" y="761"/>
                  <a:pt x="865" y="760"/>
                  <a:pt x="865" y="760"/>
                </a:cubicBezTo>
                <a:cubicBezTo>
                  <a:pt x="866" y="759"/>
                  <a:pt x="868" y="759"/>
                  <a:pt x="869" y="758"/>
                </a:cubicBezTo>
                <a:cubicBezTo>
                  <a:pt x="869" y="758"/>
                  <a:pt x="869" y="757"/>
                  <a:pt x="869" y="757"/>
                </a:cubicBezTo>
                <a:cubicBezTo>
                  <a:pt x="868" y="756"/>
                  <a:pt x="868" y="756"/>
                  <a:pt x="869" y="756"/>
                </a:cubicBezTo>
                <a:cubicBezTo>
                  <a:pt x="869" y="755"/>
                  <a:pt x="869" y="755"/>
                  <a:pt x="870" y="755"/>
                </a:cubicBezTo>
                <a:cubicBezTo>
                  <a:pt x="871" y="755"/>
                  <a:pt x="873" y="756"/>
                  <a:pt x="875" y="756"/>
                </a:cubicBezTo>
                <a:cubicBezTo>
                  <a:pt x="876" y="756"/>
                  <a:pt x="879" y="756"/>
                  <a:pt x="880" y="755"/>
                </a:cubicBezTo>
                <a:cubicBezTo>
                  <a:pt x="880" y="755"/>
                  <a:pt x="882" y="754"/>
                  <a:pt x="883" y="754"/>
                </a:cubicBezTo>
                <a:cubicBezTo>
                  <a:pt x="883" y="754"/>
                  <a:pt x="890" y="754"/>
                  <a:pt x="891" y="754"/>
                </a:cubicBezTo>
                <a:cubicBezTo>
                  <a:pt x="892" y="754"/>
                  <a:pt x="899" y="754"/>
                  <a:pt x="899" y="753"/>
                </a:cubicBezTo>
                <a:cubicBezTo>
                  <a:pt x="899" y="753"/>
                  <a:pt x="900" y="752"/>
                  <a:pt x="901" y="752"/>
                </a:cubicBezTo>
                <a:cubicBezTo>
                  <a:pt x="901" y="752"/>
                  <a:pt x="902" y="753"/>
                  <a:pt x="902" y="753"/>
                </a:cubicBezTo>
                <a:cubicBezTo>
                  <a:pt x="902" y="753"/>
                  <a:pt x="903" y="753"/>
                  <a:pt x="904" y="753"/>
                </a:cubicBezTo>
                <a:cubicBezTo>
                  <a:pt x="905" y="753"/>
                  <a:pt x="912" y="753"/>
                  <a:pt x="912" y="753"/>
                </a:cubicBezTo>
                <a:cubicBezTo>
                  <a:pt x="913" y="753"/>
                  <a:pt x="915" y="752"/>
                  <a:pt x="915" y="752"/>
                </a:cubicBezTo>
                <a:cubicBezTo>
                  <a:pt x="916" y="752"/>
                  <a:pt x="918" y="750"/>
                  <a:pt x="919" y="749"/>
                </a:cubicBezTo>
                <a:cubicBezTo>
                  <a:pt x="920" y="749"/>
                  <a:pt x="920" y="748"/>
                  <a:pt x="920" y="747"/>
                </a:cubicBezTo>
                <a:cubicBezTo>
                  <a:pt x="920" y="746"/>
                  <a:pt x="920" y="745"/>
                  <a:pt x="920" y="745"/>
                </a:cubicBezTo>
                <a:cubicBezTo>
                  <a:pt x="920" y="745"/>
                  <a:pt x="921" y="745"/>
                  <a:pt x="921" y="745"/>
                </a:cubicBezTo>
                <a:cubicBezTo>
                  <a:pt x="921" y="745"/>
                  <a:pt x="922" y="745"/>
                  <a:pt x="923" y="746"/>
                </a:cubicBezTo>
                <a:cubicBezTo>
                  <a:pt x="923" y="746"/>
                  <a:pt x="925" y="745"/>
                  <a:pt x="925" y="745"/>
                </a:cubicBezTo>
                <a:cubicBezTo>
                  <a:pt x="925" y="745"/>
                  <a:pt x="922" y="742"/>
                  <a:pt x="922" y="742"/>
                </a:cubicBezTo>
                <a:cubicBezTo>
                  <a:pt x="921" y="742"/>
                  <a:pt x="916" y="740"/>
                  <a:pt x="915" y="739"/>
                </a:cubicBezTo>
                <a:close/>
                <a:moveTo>
                  <a:pt x="660" y="155"/>
                </a:moveTo>
                <a:cubicBezTo>
                  <a:pt x="660" y="155"/>
                  <a:pt x="659" y="155"/>
                  <a:pt x="659" y="155"/>
                </a:cubicBezTo>
                <a:cubicBezTo>
                  <a:pt x="659" y="156"/>
                  <a:pt x="659" y="156"/>
                  <a:pt x="658" y="156"/>
                </a:cubicBezTo>
                <a:cubicBezTo>
                  <a:pt x="658" y="156"/>
                  <a:pt x="658" y="156"/>
                  <a:pt x="658" y="156"/>
                </a:cubicBezTo>
                <a:cubicBezTo>
                  <a:pt x="658" y="156"/>
                  <a:pt x="658" y="156"/>
                  <a:pt x="658" y="156"/>
                </a:cubicBezTo>
                <a:cubicBezTo>
                  <a:pt x="658" y="156"/>
                  <a:pt x="657" y="155"/>
                  <a:pt x="656" y="156"/>
                </a:cubicBezTo>
                <a:cubicBezTo>
                  <a:pt x="656" y="156"/>
                  <a:pt x="656" y="156"/>
                  <a:pt x="656" y="156"/>
                </a:cubicBezTo>
                <a:cubicBezTo>
                  <a:pt x="655" y="156"/>
                  <a:pt x="655" y="155"/>
                  <a:pt x="655" y="155"/>
                </a:cubicBezTo>
                <a:cubicBezTo>
                  <a:pt x="655" y="154"/>
                  <a:pt x="655" y="154"/>
                  <a:pt x="656" y="153"/>
                </a:cubicBezTo>
                <a:cubicBezTo>
                  <a:pt x="656" y="153"/>
                  <a:pt x="656" y="153"/>
                  <a:pt x="656" y="153"/>
                </a:cubicBezTo>
                <a:cubicBezTo>
                  <a:pt x="656" y="153"/>
                  <a:pt x="657" y="153"/>
                  <a:pt x="657" y="153"/>
                </a:cubicBezTo>
                <a:cubicBezTo>
                  <a:pt x="657" y="152"/>
                  <a:pt x="657" y="152"/>
                  <a:pt x="657" y="152"/>
                </a:cubicBezTo>
                <a:cubicBezTo>
                  <a:pt x="657" y="151"/>
                  <a:pt x="657" y="151"/>
                  <a:pt x="657" y="151"/>
                </a:cubicBezTo>
                <a:cubicBezTo>
                  <a:pt x="657" y="151"/>
                  <a:pt x="657" y="151"/>
                  <a:pt x="657" y="151"/>
                </a:cubicBezTo>
                <a:cubicBezTo>
                  <a:pt x="657" y="151"/>
                  <a:pt x="658" y="150"/>
                  <a:pt x="658" y="150"/>
                </a:cubicBezTo>
                <a:cubicBezTo>
                  <a:pt x="659" y="150"/>
                  <a:pt x="659" y="150"/>
                  <a:pt x="659" y="150"/>
                </a:cubicBezTo>
                <a:cubicBezTo>
                  <a:pt x="660" y="150"/>
                  <a:pt x="660" y="149"/>
                  <a:pt x="660" y="149"/>
                </a:cubicBezTo>
                <a:cubicBezTo>
                  <a:pt x="660" y="149"/>
                  <a:pt x="661" y="149"/>
                  <a:pt x="661" y="148"/>
                </a:cubicBezTo>
                <a:cubicBezTo>
                  <a:pt x="662" y="148"/>
                  <a:pt x="662" y="148"/>
                  <a:pt x="663" y="148"/>
                </a:cubicBezTo>
                <a:cubicBezTo>
                  <a:pt x="663" y="148"/>
                  <a:pt x="663" y="148"/>
                  <a:pt x="663" y="148"/>
                </a:cubicBezTo>
                <a:cubicBezTo>
                  <a:pt x="664" y="148"/>
                  <a:pt x="664" y="148"/>
                  <a:pt x="664" y="148"/>
                </a:cubicBezTo>
                <a:cubicBezTo>
                  <a:pt x="664" y="148"/>
                  <a:pt x="664" y="148"/>
                  <a:pt x="664" y="148"/>
                </a:cubicBezTo>
                <a:cubicBezTo>
                  <a:pt x="665" y="147"/>
                  <a:pt x="666" y="147"/>
                  <a:pt x="667" y="147"/>
                </a:cubicBezTo>
                <a:cubicBezTo>
                  <a:pt x="667" y="147"/>
                  <a:pt x="667" y="148"/>
                  <a:pt x="668" y="148"/>
                </a:cubicBezTo>
                <a:cubicBezTo>
                  <a:pt x="668" y="148"/>
                  <a:pt x="668" y="148"/>
                  <a:pt x="668" y="149"/>
                </a:cubicBezTo>
                <a:cubicBezTo>
                  <a:pt x="668" y="149"/>
                  <a:pt x="669" y="149"/>
                  <a:pt x="669" y="150"/>
                </a:cubicBezTo>
                <a:cubicBezTo>
                  <a:pt x="669" y="150"/>
                  <a:pt x="669" y="150"/>
                  <a:pt x="669" y="150"/>
                </a:cubicBezTo>
                <a:cubicBezTo>
                  <a:pt x="669" y="150"/>
                  <a:pt x="669" y="151"/>
                  <a:pt x="669" y="151"/>
                </a:cubicBezTo>
                <a:cubicBezTo>
                  <a:pt x="669" y="151"/>
                  <a:pt x="668" y="151"/>
                  <a:pt x="668" y="151"/>
                </a:cubicBezTo>
                <a:cubicBezTo>
                  <a:pt x="667" y="151"/>
                  <a:pt x="666" y="151"/>
                  <a:pt x="666" y="151"/>
                </a:cubicBezTo>
                <a:cubicBezTo>
                  <a:pt x="665" y="151"/>
                  <a:pt x="665" y="151"/>
                  <a:pt x="665" y="151"/>
                </a:cubicBezTo>
                <a:cubicBezTo>
                  <a:pt x="664" y="151"/>
                  <a:pt x="664" y="151"/>
                  <a:pt x="664" y="152"/>
                </a:cubicBezTo>
                <a:cubicBezTo>
                  <a:pt x="664" y="152"/>
                  <a:pt x="663" y="152"/>
                  <a:pt x="663" y="152"/>
                </a:cubicBezTo>
                <a:cubicBezTo>
                  <a:pt x="663" y="153"/>
                  <a:pt x="663" y="153"/>
                  <a:pt x="663" y="154"/>
                </a:cubicBezTo>
                <a:cubicBezTo>
                  <a:pt x="663" y="154"/>
                  <a:pt x="663" y="154"/>
                  <a:pt x="663" y="154"/>
                </a:cubicBezTo>
                <a:cubicBezTo>
                  <a:pt x="663" y="154"/>
                  <a:pt x="663" y="154"/>
                  <a:pt x="662" y="154"/>
                </a:cubicBezTo>
                <a:cubicBezTo>
                  <a:pt x="662" y="154"/>
                  <a:pt x="662" y="153"/>
                  <a:pt x="661" y="153"/>
                </a:cubicBezTo>
                <a:cubicBezTo>
                  <a:pt x="661" y="153"/>
                  <a:pt x="661" y="153"/>
                  <a:pt x="661" y="153"/>
                </a:cubicBezTo>
                <a:cubicBezTo>
                  <a:pt x="661" y="154"/>
                  <a:pt x="661" y="154"/>
                  <a:pt x="661" y="154"/>
                </a:cubicBezTo>
                <a:cubicBezTo>
                  <a:pt x="660" y="154"/>
                  <a:pt x="660" y="154"/>
                  <a:pt x="660" y="154"/>
                </a:cubicBezTo>
                <a:cubicBezTo>
                  <a:pt x="660" y="155"/>
                  <a:pt x="660" y="155"/>
                  <a:pt x="660" y="155"/>
                </a:cubicBezTo>
                <a:close/>
                <a:moveTo>
                  <a:pt x="1007" y="374"/>
                </a:moveTo>
                <a:cubicBezTo>
                  <a:pt x="1007" y="374"/>
                  <a:pt x="1008" y="375"/>
                  <a:pt x="1008" y="376"/>
                </a:cubicBezTo>
                <a:cubicBezTo>
                  <a:pt x="1007" y="376"/>
                  <a:pt x="1007" y="377"/>
                  <a:pt x="1007" y="378"/>
                </a:cubicBezTo>
                <a:cubicBezTo>
                  <a:pt x="1006" y="378"/>
                  <a:pt x="1006" y="379"/>
                  <a:pt x="1005" y="379"/>
                </a:cubicBezTo>
                <a:cubicBezTo>
                  <a:pt x="1005" y="380"/>
                  <a:pt x="1005" y="380"/>
                  <a:pt x="1005" y="381"/>
                </a:cubicBezTo>
                <a:cubicBezTo>
                  <a:pt x="1004" y="382"/>
                  <a:pt x="1004" y="382"/>
                  <a:pt x="1003" y="382"/>
                </a:cubicBezTo>
                <a:cubicBezTo>
                  <a:pt x="1002" y="382"/>
                  <a:pt x="1002" y="383"/>
                  <a:pt x="1002" y="383"/>
                </a:cubicBezTo>
                <a:cubicBezTo>
                  <a:pt x="1002" y="383"/>
                  <a:pt x="1002" y="383"/>
                  <a:pt x="1002" y="383"/>
                </a:cubicBezTo>
                <a:cubicBezTo>
                  <a:pt x="1002" y="383"/>
                  <a:pt x="1002" y="384"/>
                  <a:pt x="1002" y="384"/>
                </a:cubicBezTo>
                <a:cubicBezTo>
                  <a:pt x="1003" y="384"/>
                  <a:pt x="1003" y="386"/>
                  <a:pt x="1003" y="387"/>
                </a:cubicBezTo>
                <a:cubicBezTo>
                  <a:pt x="1002" y="387"/>
                  <a:pt x="1002" y="388"/>
                  <a:pt x="1002" y="389"/>
                </a:cubicBezTo>
                <a:cubicBezTo>
                  <a:pt x="1002" y="389"/>
                  <a:pt x="1001" y="390"/>
                  <a:pt x="1001" y="390"/>
                </a:cubicBezTo>
                <a:cubicBezTo>
                  <a:pt x="1000" y="391"/>
                  <a:pt x="1000" y="392"/>
                  <a:pt x="1000" y="394"/>
                </a:cubicBezTo>
                <a:cubicBezTo>
                  <a:pt x="1000" y="395"/>
                  <a:pt x="1001" y="397"/>
                  <a:pt x="1003" y="398"/>
                </a:cubicBezTo>
                <a:cubicBezTo>
                  <a:pt x="1003" y="399"/>
                  <a:pt x="1003" y="399"/>
                  <a:pt x="1003" y="398"/>
                </a:cubicBezTo>
                <a:cubicBezTo>
                  <a:pt x="1003" y="398"/>
                  <a:pt x="1003" y="398"/>
                  <a:pt x="1003" y="398"/>
                </a:cubicBezTo>
                <a:cubicBezTo>
                  <a:pt x="1003" y="397"/>
                  <a:pt x="1004" y="396"/>
                  <a:pt x="1004" y="395"/>
                </a:cubicBezTo>
                <a:cubicBezTo>
                  <a:pt x="1004" y="393"/>
                  <a:pt x="1005" y="391"/>
                  <a:pt x="1006" y="389"/>
                </a:cubicBezTo>
                <a:cubicBezTo>
                  <a:pt x="1006" y="388"/>
                  <a:pt x="1006" y="387"/>
                  <a:pt x="1007" y="386"/>
                </a:cubicBezTo>
                <a:cubicBezTo>
                  <a:pt x="1007" y="386"/>
                  <a:pt x="1008" y="385"/>
                  <a:pt x="1008" y="385"/>
                </a:cubicBezTo>
                <a:cubicBezTo>
                  <a:pt x="1010" y="383"/>
                  <a:pt x="1010" y="380"/>
                  <a:pt x="1009" y="377"/>
                </a:cubicBezTo>
                <a:cubicBezTo>
                  <a:pt x="1009" y="376"/>
                  <a:pt x="1008" y="375"/>
                  <a:pt x="1008" y="374"/>
                </a:cubicBezTo>
                <a:cubicBezTo>
                  <a:pt x="1008" y="373"/>
                  <a:pt x="1008" y="371"/>
                  <a:pt x="1008" y="369"/>
                </a:cubicBezTo>
                <a:cubicBezTo>
                  <a:pt x="1007" y="369"/>
                  <a:pt x="1007" y="370"/>
                  <a:pt x="1007" y="370"/>
                </a:cubicBezTo>
                <a:cubicBezTo>
                  <a:pt x="1007" y="370"/>
                  <a:pt x="1006" y="371"/>
                  <a:pt x="1006" y="371"/>
                </a:cubicBezTo>
                <a:cubicBezTo>
                  <a:pt x="1005" y="371"/>
                  <a:pt x="1006" y="372"/>
                  <a:pt x="1006" y="373"/>
                </a:cubicBezTo>
                <a:cubicBezTo>
                  <a:pt x="1006" y="373"/>
                  <a:pt x="1006" y="373"/>
                  <a:pt x="1006" y="374"/>
                </a:cubicBezTo>
                <a:cubicBezTo>
                  <a:pt x="1006" y="374"/>
                  <a:pt x="1006" y="374"/>
                  <a:pt x="1007" y="374"/>
                </a:cubicBezTo>
                <a:close/>
                <a:moveTo>
                  <a:pt x="1011" y="435"/>
                </a:moveTo>
                <a:cubicBezTo>
                  <a:pt x="1011" y="437"/>
                  <a:pt x="1011" y="438"/>
                  <a:pt x="1011" y="440"/>
                </a:cubicBezTo>
                <a:cubicBezTo>
                  <a:pt x="1011" y="440"/>
                  <a:pt x="1011" y="440"/>
                  <a:pt x="1011" y="441"/>
                </a:cubicBezTo>
                <a:cubicBezTo>
                  <a:pt x="1012" y="441"/>
                  <a:pt x="1012" y="441"/>
                  <a:pt x="1012" y="441"/>
                </a:cubicBezTo>
                <a:cubicBezTo>
                  <a:pt x="1012" y="440"/>
                  <a:pt x="1013" y="440"/>
                  <a:pt x="1013" y="440"/>
                </a:cubicBezTo>
                <a:cubicBezTo>
                  <a:pt x="1013" y="439"/>
                  <a:pt x="1013" y="439"/>
                  <a:pt x="1013" y="438"/>
                </a:cubicBezTo>
                <a:cubicBezTo>
                  <a:pt x="1013" y="438"/>
                  <a:pt x="1013" y="437"/>
                  <a:pt x="1013" y="437"/>
                </a:cubicBezTo>
                <a:cubicBezTo>
                  <a:pt x="1013" y="437"/>
                  <a:pt x="1013" y="436"/>
                  <a:pt x="1013" y="436"/>
                </a:cubicBezTo>
                <a:cubicBezTo>
                  <a:pt x="1013" y="435"/>
                  <a:pt x="1013" y="435"/>
                  <a:pt x="1012" y="435"/>
                </a:cubicBezTo>
                <a:cubicBezTo>
                  <a:pt x="1012" y="434"/>
                  <a:pt x="1012" y="434"/>
                  <a:pt x="1012" y="434"/>
                </a:cubicBezTo>
                <a:cubicBezTo>
                  <a:pt x="1011" y="435"/>
                  <a:pt x="1011" y="435"/>
                  <a:pt x="1011" y="435"/>
                </a:cubicBezTo>
                <a:close/>
                <a:moveTo>
                  <a:pt x="1013" y="444"/>
                </a:moveTo>
                <a:cubicBezTo>
                  <a:pt x="1013" y="444"/>
                  <a:pt x="1013" y="445"/>
                  <a:pt x="1012" y="445"/>
                </a:cubicBezTo>
                <a:cubicBezTo>
                  <a:pt x="1012" y="446"/>
                  <a:pt x="1012" y="447"/>
                  <a:pt x="1012" y="449"/>
                </a:cubicBezTo>
                <a:cubicBezTo>
                  <a:pt x="1012" y="449"/>
                  <a:pt x="1012" y="450"/>
                  <a:pt x="1012" y="450"/>
                </a:cubicBezTo>
                <a:cubicBezTo>
                  <a:pt x="1012" y="451"/>
                  <a:pt x="1011" y="451"/>
                  <a:pt x="1011" y="451"/>
                </a:cubicBezTo>
                <a:cubicBezTo>
                  <a:pt x="1011" y="452"/>
                  <a:pt x="1011" y="452"/>
                  <a:pt x="1011" y="452"/>
                </a:cubicBezTo>
                <a:cubicBezTo>
                  <a:pt x="1011" y="452"/>
                  <a:pt x="1011" y="453"/>
                  <a:pt x="1011" y="453"/>
                </a:cubicBezTo>
                <a:cubicBezTo>
                  <a:pt x="1011" y="453"/>
                  <a:pt x="1011" y="453"/>
                  <a:pt x="1012" y="454"/>
                </a:cubicBezTo>
                <a:cubicBezTo>
                  <a:pt x="1012" y="454"/>
                  <a:pt x="1012" y="454"/>
                  <a:pt x="1013" y="453"/>
                </a:cubicBezTo>
                <a:cubicBezTo>
                  <a:pt x="1013" y="453"/>
                  <a:pt x="1013" y="453"/>
                  <a:pt x="1013" y="453"/>
                </a:cubicBezTo>
                <a:cubicBezTo>
                  <a:pt x="1013" y="452"/>
                  <a:pt x="1013" y="451"/>
                  <a:pt x="1013" y="450"/>
                </a:cubicBezTo>
                <a:cubicBezTo>
                  <a:pt x="1013" y="449"/>
                  <a:pt x="1013" y="449"/>
                  <a:pt x="1014" y="448"/>
                </a:cubicBezTo>
                <a:cubicBezTo>
                  <a:pt x="1014" y="448"/>
                  <a:pt x="1014" y="447"/>
                  <a:pt x="1014" y="447"/>
                </a:cubicBezTo>
                <a:cubicBezTo>
                  <a:pt x="1015" y="447"/>
                  <a:pt x="1015" y="446"/>
                  <a:pt x="1015" y="446"/>
                </a:cubicBezTo>
                <a:cubicBezTo>
                  <a:pt x="1015" y="446"/>
                  <a:pt x="1015" y="445"/>
                  <a:pt x="1015" y="445"/>
                </a:cubicBezTo>
                <a:cubicBezTo>
                  <a:pt x="1014" y="444"/>
                  <a:pt x="1014" y="444"/>
                  <a:pt x="1014" y="444"/>
                </a:cubicBezTo>
                <a:cubicBezTo>
                  <a:pt x="1014" y="444"/>
                  <a:pt x="1014" y="444"/>
                  <a:pt x="1013" y="444"/>
                </a:cubicBezTo>
                <a:cubicBezTo>
                  <a:pt x="1013" y="444"/>
                  <a:pt x="1013" y="444"/>
                  <a:pt x="1013" y="444"/>
                </a:cubicBezTo>
                <a:close/>
                <a:moveTo>
                  <a:pt x="901" y="488"/>
                </a:moveTo>
                <a:cubicBezTo>
                  <a:pt x="901" y="487"/>
                  <a:pt x="905" y="484"/>
                  <a:pt x="906" y="483"/>
                </a:cubicBezTo>
                <a:cubicBezTo>
                  <a:pt x="906" y="482"/>
                  <a:pt x="909" y="480"/>
                  <a:pt x="910" y="480"/>
                </a:cubicBezTo>
                <a:cubicBezTo>
                  <a:pt x="911" y="479"/>
                  <a:pt x="914" y="478"/>
                  <a:pt x="914" y="478"/>
                </a:cubicBezTo>
                <a:cubicBezTo>
                  <a:pt x="915" y="478"/>
                  <a:pt x="917" y="479"/>
                  <a:pt x="919" y="478"/>
                </a:cubicBezTo>
                <a:cubicBezTo>
                  <a:pt x="921" y="478"/>
                  <a:pt x="923" y="477"/>
                  <a:pt x="925" y="477"/>
                </a:cubicBezTo>
                <a:cubicBezTo>
                  <a:pt x="926" y="477"/>
                  <a:pt x="930" y="477"/>
                  <a:pt x="932" y="477"/>
                </a:cubicBezTo>
                <a:cubicBezTo>
                  <a:pt x="933" y="477"/>
                  <a:pt x="935" y="478"/>
                  <a:pt x="936" y="478"/>
                </a:cubicBezTo>
                <a:cubicBezTo>
                  <a:pt x="937" y="479"/>
                  <a:pt x="940" y="479"/>
                  <a:pt x="941" y="480"/>
                </a:cubicBezTo>
                <a:cubicBezTo>
                  <a:pt x="942" y="480"/>
                  <a:pt x="945" y="479"/>
                  <a:pt x="946" y="479"/>
                </a:cubicBezTo>
                <a:cubicBezTo>
                  <a:pt x="946" y="479"/>
                  <a:pt x="949" y="481"/>
                  <a:pt x="951" y="482"/>
                </a:cubicBezTo>
                <a:cubicBezTo>
                  <a:pt x="952" y="483"/>
                  <a:pt x="952" y="484"/>
                  <a:pt x="952" y="485"/>
                </a:cubicBezTo>
                <a:cubicBezTo>
                  <a:pt x="953" y="485"/>
                  <a:pt x="955" y="486"/>
                  <a:pt x="956" y="486"/>
                </a:cubicBezTo>
                <a:cubicBezTo>
                  <a:pt x="958" y="487"/>
                  <a:pt x="958" y="489"/>
                  <a:pt x="958" y="489"/>
                </a:cubicBezTo>
                <a:cubicBezTo>
                  <a:pt x="959" y="495"/>
                  <a:pt x="959" y="495"/>
                  <a:pt x="959" y="495"/>
                </a:cubicBezTo>
                <a:cubicBezTo>
                  <a:pt x="959" y="495"/>
                  <a:pt x="963" y="491"/>
                  <a:pt x="963" y="490"/>
                </a:cubicBezTo>
                <a:cubicBezTo>
                  <a:pt x="964" y="489"/>
                  <a:pt x="965" y="488"/>
                  <a:pt x="965" y="488"/>
                </a:cubicBezTo>
                <a:cubicBezTo>
                  <a:pt x="966" y="487"/>
                  <a:pt x="966" y="486"/>
                  <a:pt x="967" y="486"/>
                </a:cubicBezTo>
                <a:cubicBezTo>
                  <a:pt x="968" y="486"/>
                  <a:pt x="969" y="487"/>
                  <a:pt x="970" y="487"/>
                </a:cubicBezTo>
                <a:cubicBezTo>
                  <a:pt x="972" y="488"/>
                  <a:pt x="973" y="487"/>
                  <a:pt x="974" y="487"/>
                </a:cubicBezTo>
                <a:cubicBezTo>
                  <a:pt x="976" y="486"/>
                  <a:pt x="977" y="484"/>
                  <a:pt x="977" y="484"/>
                </a:cubicBezTo>
                <a:cubicBezTo>
                  <a:pt x="977" y="483"/>
                  <a:pt x="977" y="480"/>
                  <a:pt x="977" y="480"/>
                </a:cubicBezTo>
                <a:cubicBezTo>
                  <a:pt x="977" y="479"/>
                  <a:pt x="976" y="478"/>
                  <a:pt x="976" y="478"/>
                </a:cubicBezTo>
                <a:cubicBezTo>
                  <a:pt x="975" y="477"/>
                  <a:pt x="977" y="474"/>
                  <a:pt x="977" y="474"/>
                </a:cubicBezTo>
                <a:cubicBezTo>
                  <a:pt x="977" y="474"/>
                  <a:pt x="981" y="474"/>
                  <a:pt x="982" y="473"/>
                </a:cubicBezTo>
                <a:cubicBezTo>
                  <a:pt x="983" y="473"/>
                  <a:pt x="985" y="472"/>
                  <a:pt x="985" y="471"/>
                </a:cubicBezTo>
                <a:cubicBezTo>
                  <a:pt x="986" y="470"/>
                  <a:pt x="988" y="468"/>
                  <a:pt x="988" y="468"/>
                </a:cubicBezTo>
                <a:cubicBezTo>
                  <a:pt x="990" y="470"/>
                  <a:pt x="990" y="470"/>
                  <a:pt x="990" y="470"/>
                </a:cubicBezTo>
                <a:cubicBezTo>
                  <a:pt x="990" y="470"/>
                  <a:pt x="991" y="469"/>
                  <a:pt x="991" y="468"/>
                </a:cubicBezTo>
                <a:cubicBezTo>
                  <a:pt x="992" y="468"/>
                  <a:pt x="994" y="469"/>
                  <a:pt x="995" y="469"/>
                </a:cubicBezTo>
                <a:cubicBezTo>
                  <a:pt x="996" y="469"/>
                  <a:pt x="998" y="469"/>
                  <a:pt x="999" y="470"/>
                </a:cubicBezTo>
                <a:cubicBezTo>
                  <a:pt x="1000" y="470"/>
                  <a:pt x="1004" y="471"/>
                  <a:pt x="1004" y="471"/>
                </a:cubicBezTo>
                <a:cubicBezTo>
                  <a:pt x="1004" y="471"/>
                  <a:pt x="1005" y="468"/>
                  <a:pt x="1005" y="468"/>
                </a:cubicBezTo>
                <a:cubicBezTo>
                  <a:pt x="1006" y="467"/>
                  <a:pt x="1009" y="468"/>
                  <a:pt x="1010" y="468"/>
                </a:cubicBezTo>
                <a:cubicBezTo>
                  <a:pt x="1011" y="467"/>
                  <a:pt x="1014" y="466"/>
                  <a:pt x="1014" y="466"/>
                </a:cubicBezTo>
                <a:cubicBezTo>
                  <a:pt x="1014" y="466"/>
                  <a:pt x="1014" y="466"/>
                  <a:pt x="1014" y="466"/>
                </a:cubicBezTo>
                <a:cubicBezTo>
                  <a:pt x="1014" y="465"/>
                  <a:pt x="1012" y="463"/>
                  <a:pt x="1012" y="463"/>
                </a:cubicBezTo>
                <a:cubicBezTo>
                  <a:pt x="1012" y="462"/>
                  <a:pt x="1012" y="460"/>
                  <a:pt x="1012" y="460"/>
                </a:cubicBezTo>
                <a:cubicBezTo>
                  <a:pt x="1012" y="460"/>
                  <a:pt x="1011" y="459"/>
                  <a:pt x="1011" y="459"/>
                </a:cubicBezTo>
                <a:cubicBezTo>
                  <a:pt x="1011" y="459"/>
                  <a:pt x="1011" y="458"/>
                  <a:pt x="1011" y="457"/>
                </a:cubicBezTo>
                <a:cubicBezTo>
                  <a:pt x="1011" y="457"/>
                  <a:pt x="1011" y="454"/>
                  <a:pt x="1011" y="454"/>
                </a:cubicBezTo>
                <a:cubicBezTo>
                  <a:pt x="1011" y="454"/>
                  <a:pt x="1011" y="454"/>
                  <a:pt x="1011" y="454"/>
                </a:cubicBezTo>
                <a:cubicBezTo>
                  <a:pt x="1011" y="454"/>
                  <a:pt x="1010" y="453"/>
                  <a:pt x="1010" y="452"/>
                </a:cubicBezTo>
                <a:cubicBezTo>
                  <a:pt x="1009" y="452"/>
                  <a:pt x="1009" y="450"/>
                  <a:pt x="1008" y="449"/>
                </a:cubicBezTo>
                <a:cubicBezTo>
                  <a:pt x="1008" y="448"/>
                  <a:pt x="1008" y="447"/>
                  <a:pt x="1007" y="446"/>
                </a:cubicBezTo>
                <a:cubicBezTo>
                  <a:pt x="1007" y="446"/>
                  <a:pt x="1006" y="446"/>
                  <a:pt x="1005" y="445"/>
                </a:cubicBezTo>
                <a:cubicBezTo>
                  <a:pt x="1005" y="444"/>
                  <a:pt x="1004" y="443"/>
                  <a:pt x="1004" y="442"/>
                </a:cubicBezTo>
                <a:cubicBezTo>
                  <a:pt x="1003" y="441"/>
                  <a:pt x="1004" y="441"/>
                  <a:pt x="1004" y="440"/>
                </a:cubicBezTo>
                <a:cubicBezTo>
                  <a:pt x="1004" y="439"/>
                  <a:pt x="1003" y="439"/>
                  <a:pt x="1003" y="438"/>
                </a:cubicBezTo>
                <a:cubicBezTo>
                  <a:pt x="1002" y="438"/>
                  <a:pt x="1003" y="437"/>
                  <a:pt x="1003" y="437"/>
                </a:cubicBezTo>
                <a:cubicBezTo>
                  <a:pt x="1003" y="436"/>
                  <a:pt x="1003" y="436"/>
                  <a:pt x="1004" y="436"/>
                </a:cubicBezTo>
                <a:cubicBezTo>
                  <a:pt x="1005" y="436"/>
                  <a:pt x="1005" y="435"/>
                  <a:pt x="1005" y="435"/>
                </a:cubicBezTo>
                <a:cubicBezTo>
                  <a:pt x="1005" y="435"/>
                  <a:pt x="1005" y="433"/>
                  <a:pt x="1005" y="432"/>
                </a:cubicBezTo>
                <a:cubicBezTo>
                  <a:pt x="1005" y="432"/>
                  <a:pt x="1005" y="431"/>
                  <a:pt x="1005" y="431"/>
                </a:cubicBezTo>
                <a:cubicBezTo>
                  <a:pt x="1005" y="431"/>
                  <a:pt x="1005" y="427"/>
                  <a:pt x="1005" y="426"/>
                </a:cubicBezTo>
                <a:cubicBezTo>
                  <a:pt x="1005" y="426"/>
                  <a:pt x="1004" y="424"/>
                  <a:pt x="1004" y="423"/>
                </a:cubicBezTo>
                <a:cubicBezTo>
                  <a:pt x="1004" y="422"/>
                  <a:pt x="1004" y="422"/>
                  <a:pt x="1004" y="421"/>
                </a:cubicBezTo>
                <a:cubicBezTo>
                  <a:pt x="1003" y="420"/>
                  <a:pt x="1004" y="419"/>
                  <a:pt x="1004" y="418"/>
                </a:cubicBezTo>
                <a:cubicBezTo>
                  <a:pt x="1004" y="418"/>
                  <a:pt x="1005" y="417"/>
                  <a:pt x="1005" y="417"/>
                </a:cubicBezTo>
                <a:cubicBezTo>
                  <a:pt x="1005" y="416"/>
                  <a:pt x="1004" y="415"/>
                  <a:pt x="1004" y="415"/>
                </a:cubicBezTo>
                <a:cubicBezTo>
                  <a:pt x="1004" y="415"/>
                  <a:pt x="1002" y="414"/>
                  <a:pt x="1002" y="413"/>
                </a:cubicBezTo>
                <a:cubicBezTo>
                  <a:pt x="1001" y="412"/>
                  <a:pt x="1002" y="412"/>
                  <a:pt x="1002" y="411"/>
                </a:cubicBezTo>
                <a:cubicBezTo>
                  <a:pt x="1002" y="410"/>
                  <a:pt x="1002" y="411"/>
                  <a:pt x="1003" y="411"/>
                </a:cubicBezTo>
                <a:cubicBezTo>
                  <a:pt x="1003" y="411"/>
                  <a:pt x="1003" y="412"/>
                  <a:pt x="1004" y="412"/>
                </a:cubicBezTo>
                <a:cubicBezTo>
                  <a:pt x="1004" y="412"/>
                  <a:pt x="1004" y="410"/>
                  <a:pt x="1004" y="410"/>
                </a:cubicBezTo>
                <a:cubicBezTo>
                  <a:pt x="1004" y="409"/>
                  <a:pt x="1005" y="407"/>
                  <a:pt x="1005" y="407"/>
                </a:cubicBezTo>
                <a:cubicBezTo>
                  <a:pt x="1006" y="406"/>
                  <a:pt x="1005" y="404"/>
                  <a:pt x="1005" y="404"/>
                </a:cubicBezTo>
                <a:cubicBezTo>
                  <a:pt x="1005" y="404"/>
                  <a:pt x="1005" y="403"/>
                  <a:pt x="1003" y="402"/>
                </a:cubicBezTo>
                <a:cubicBezTo>
                  <a:pt x="1002" y="401"/>
                  <a:pt x="1002" y="400"/>
                  <a:pt x="1001" y="399"/>
                </a:cubicBezTo>
                <a:cubicBezTo>
                  <a:pt x="1000" y="399"/>
                  <a:pt x="1000" y="398"/>
                  <a:pt x="999" y="397"/>
                </a:cubicBezTo>
                <a:cubicBezTo>
                  <a:pt x="999" y="397"/>
                  <a:pt x="999" y="396"/>
                  <a:pt x="999" y="395"/>
                </a:cubicBezTo>
                <a:cubicBezTo>
                  <a:pt x="999" y="394"/>
                  <a:pt x="999" y="391"/>
                  <a:pt x="999" y="390"/>
                </a:cubicBezTo>
                <a:cubicBezTo>
                  <a:pt x="999" y="388"/>
                  <a:pt x="999" y="386"/>
                  <a:pt x="998" y="386"/>
                </a:cubicBezTo>
                <a:cubicBezTo>
                  <a:pt x="998" y="385"/>
                  <a:pt x="997" y="385"/>
                  <a:pt x="996" y="385"/>
                </a:cubicBezTo>
                <a:cubicBezTo>
                  <a:pt x="995" y="385"/>
                  <a:pt x="993" y="384"/>
                  <a:pt x="993" y="384"/>
                </a:cubicBezTo>
                <a:cubicBezTo>
                  <a:pt x="993" y="384"/>
                  <a:pt x="993" y="384"/>
                  <a:pt x="992" y="382"/>
                </a:cubicBezTo>
                <a:cubicBezTo>
                  <a:pt x="991" y="380"/>
                  <a:pt x="991" y="381"/>
                  <a:pt x="990" y="380"/>
                </a:cubicBezTo>
                <a:cubicBezTo>
                  <a:pt x="990" y="379"/>
                  <a:pt x="989" y="379"/>
                  <a:pt x="989" y="378"/>
                </a:cubicBezTo>
                <a:cubicBezTo>
                  <a:pt x="989" y="377"/>
                  <a:pt x="988" y="377"/>
                  <a:pt x="988" y="376"/>
                </a:cubicBezTo>
                <a:cubicBezTo>
                  <a:pt x="988" y="376"/>
                  <a:pt x="988" y="373"/>
                  <a:pt x="988" y="372"/>
                </a:cubicBezTo>
                <a:cubicBezTo>
                  <a:pt x="988" y="371"/>
                  <a:pt x="987" y="371"/>
                  <a:pt x="986" y="371"/>
                </a:cubicBezTo>
                <a:cubicBezTo>
                  <a:pt x="985" y="370"/>
                  <a:pt x="983" y="369"/>
                  <a:pt x="982" y="369"/>
                </a:cubicBezTo>
                <a:cubicBezTo>
                  <a:pt x="981" y="368"/>
                  <a:pt x="980" y="367"/>
                  <a:pt x="979" y="366"/>
                </a:cubicBezTo>
                <a:cubicBezTo>
                  <a:pt x="978" y="365"/>
                  <a:pt x="978" y="364"/>
                  <a:pt x="977" y="363"/>
                </a:cubicBezTo>
                <a:cubicBezTo>
                  <a:pt x="977" y="362"/>
                  <a:pt x="976" y="361"/>
                  <a:pt x="976" y="360"/>
                </a:cubicBezTo>
                <a:cubicBezTo>
                  <a:pt x="976" y="360"/>
                  <a:pt x="975" y="358"/>
                  <a:pt x="975" y="358"/>
                </a:cubicBezTo>
                <a:cubicBezTo>
                  <a:pt x="974" y="357"/>
                  <a:pt x="972" y="354"/>
                  <a:pt x="972" y="354"/>
                </a:cubicBezTo>
                <a:cubicBezTo>
                  <a:pt x="971" y="353"/>
                  <a:pt x="970" y="351"/>
                  <a:pt x="970" y="351"/>
                </a:cubicBezTo>
                <a:cubicBezTo>
                  <a:pt x="970" y="351"/>
                  <a:pt x="968" y="351"/>
                  <a:pt x="968" y="352"/>
                </a:cubicBezTo>
                <a:cubicBezTo>
                  <a:pt x="968" y="353"/>
                  <a:pt x="966" y="352"/>
                  <a:pt x="965" y="352"/>
                </a:cubicBezTo>
                <a:cubicBezTo>
                  <a:pt x="964" y="352"/>
                  <a:pt x="963" y="352"/>
                  <a:pt x="963" y="351"/>
                </a:cubicBezTo>
                <a:cubicBezTo>
                  <a:pt x="962" y="351"/>
                  <a:pt x="962" y="349"/>
                  <a:pt x="961" y="349"/>
                </a:cubicBezTo>
                <a:cubicBezTo>
                  <a:pt x="961" y="348"/>
                  <a:pt x="959" y="346"/>
                  <a:pt x="958" y="346"/>
                </a:cubicBezTo>
                <a:cubicBezTo>
                  <a:pt x="958" y="345"/>
                  <a:pt x="957" y="346"/>
                  <a:pt x="955" y="345"/>
                </a:cubicBezTo>
                <a:cubicBezTo>
                  <a:pt x="954" y="345"/>
                  <a:pt x="955" y="344"/>
                  <a:pt x="954" y="343"/>
                </a:cubicBezTo>
                <a:cubicBezTo>
                  <a:pt x="954" y="343"/>
                  <a:pt x="954" y="341"/>
                  <a:pt x="954" y="341"/>
                </a:cubicBezTo>
                <a:cubicBezTo>
                  <a:pt x="954" y="341"/>
                  <a:pt x="956" y="344"/>
                  <a:pt x="957" y="344"/>
                </a:cubicBezTo>
                <a:cubicBezTo>
                  <a:pt x="957" y="345"/>
                  <a:pt x="958" y="344"/>
                  <a:pt x="959" y="344"/>
                </a:cubicBezTo>
                <a:cubicBezTo>
                  <a:pt x="959" y="343"/>
                  <a:pt x="958" y="342"/>
                  <a:pt x="958" y="342"/>
                </a:cubicBezTo>
                <a:cubicBezTo>
                  <a:pt x="958" y="341"/>
                  <a:pt x="957" y="340"/>
                  <a:pt x="957" y="340"/>
                </a:cubicBezTo>
                <a:cubicBezTo>
                  <a:pt x="957" y="339"/>
                  <a:pt x="957" y="338"/>
                  <a:pt x="957" y="338"/>
                </a:cubicBezTo>
                <a:cubicBezTo>
                  <a:pt x="957" y="337"/>
                  <a:pt x="956" y="336"/>
                  <a:pt x="956" y="336"/>
                </a:cubicBezTo>
                <a:cubicBezTo>
                  <a:pt x="955" y="335"/>
                  <a:pt x="953" y="335"/>
                  <a:pt x="952" y="335"/>
                </a:cubicBezTo>
                <a:cubicBezTo>
                  <a:pt x="951" y="336"/>
                  <a:pt x="951" y="337"/>
                  <a:pt x="951" y="337"/>
                </a:cubicBezTo>
                <a:cubicBezTo>
                  <a:pt x="950" y="338"/>
                  <a:pt x="949" y="339"/>
                  <a:pt x="948" y="338"/>
                </a:cubicBezTo>
                <a:cubicBezTo>
                  <a:pt x="947" y="338"/>
                  <a:pt x="947" y="337"/>
                  <a:pt x="947" y="336"/>
                </a:cubicBezTo>
                <a:cubicBezTo>
                  <a:pt x="947" y="336"/>
                  <a:pt x="948" y="334"/>
                  <a:pt x="948" y="333"/>
                </a:cubicBezTo>
                <a:cubicBezTo>
                  <a:pt x="947" y="332"/>
                  <a:pt x="947" y="332"/>
                  <a:pt x="946" y="331"/>
                </a:cubicBezTo>
                <a:cubicBezTo>
                  <a:pt x="946" y="330"/>
                  <a:pt x="946" y="329"/>
                  <a:pt x="947" y="327"/>
                </a:cubicBezTo>
                <a:cubicBezTo>
                  <a:pt x="947" y="325"/>
                  <a:pt x="946" y="325"/>
                  <a:pt x="946" y="325"/>
                </a:cubicBezTo>
                <a:cubicBezTo>
                  <a:pt x="945" y="324"/>
                  <a:pt x="945" y="324"/>
                  <a:pt x="946" y="323"/>
                </a:cubicBezTo>
                <a:cubicBezTo>
                  <a:pt x="946" y="322"/>
                  <a:pt x="946" y="321"/>
                  <a:pt x="946" y="321"/>
                </a:cubicBezTo>
                <a:cubicBezTo>
                  <a:pt x="947" y="320"/>
                  <a:pt x="947" y="319"/>
                  <a:pt x="947" y="318"/>
                </a:cubicBezTo>
                <a:cubicBezTo>
                  <a:pt x="947" y="318"/>
                  <a:pt x="947" y="315"/>
                  <a:pt x="947" y="314"/>
                </a:cubicBezTo>
                <a:cubicBezTo>
                  <a:pt x="947" y="313"/>
                  <a:pt x="947" y="313"/>
                  <a:pt x="946" y="313"/>
                </a:cubicBezTo>
                <a:cubicBezTo>
                  <a:pt x="946" y="313"/>
                  <a:pt x="946" y="312"/>
                  <a:pt x="945" y="312"/>
                </a:cubicBezTo>
                <a:cubicBezTo>
                  <a:pt x="945" y="311"/>
                  <a:pt x="944" y="311"/>
                  <a:pt x="943" y="310"/>
                </a:cubicBezTo>
                <a:cubicBezTo>
                  <a:pt x="943" y="309"/>
                  <a:pt x="944" y="309"/>
                  <a:pt x="944" y="308"/>
                </a:cubicBezTo>
                <a:cubicBezTo>
                  <a:pt x="944" y="308"/>
                  <a:pt x="943" y="308"/>
                  <a:pt x="943" y="307"/>
                </a:cubicBezTo>
                <a:cubicBezTo>
                  <a:pt x="943" y="306"/>
                  <a:pt x="943" y="306"/>
                  <a:pt x="943" y="305"/>
                </a:cubicBezTo>
                <a:cubicBezTo>
                  <a:pt x="943" y="304"/>
                  <a:pt x="942" y="305"/>
                  <a:pt x="941" y="304"/>
                </a:cubicBezTo>
                <a:cubicBezTo>
                  <a:pt x="940" y="304"/>
                  <a:pt x="940" y="304"/>
                  <a:pt x="940" y="303"/>
                </a:cubicBezTo>
                <a:cubicBezTo>
                  <a:pt x="939" y="302"/>
                  <a:pt x="939" y="302"/>
                  <a:pt x="938" y="303"/>
                </a:cubicBezTo>
                <a:cubicBezTo>
                  <a:pt x="938" y="303"/>
                  <a:pt x="939" y="303"/>
                  <a:pt x="939" y="304"/>
                </a:cubicBezTo>
                <a:cubicBezTo>
                  <a:pt x="939" y="304"/>
                  <a:pt x="940" y="305"/>
                  <a:pt x="940" y="305"/>
                </a:cubicBezTo>
                <a:cubicBezTo>
                  <a:pt x="940" y="305"/>
                  <a:pt x="940" y="307"/>
                  <a:pt x="940" y="307"/>
                </a:cubicBezTo>
                <a:cubicBezTo>
                  <a:pt x="940" y="308"/>
                  <a:pt x="940" y="309"/>
                  <a:pt x="941" y="309"/>
                </a:cubicBezTo>
                <a:cubicBezTo>
                  <a:pt x="941" y="310"/>
                  <a:pt x="941" y="310"/>
                  <a:pt x="940" y="311"/>
                </a:cubicBezTo>
                <a:cubicBezTo>
                  <a:pt x="940" y="311"/>
                  <a:pt x="939" y="310"/>
                  <a:pt x="938" y="310"/>
                </a:cubicBezTo>
                <a:cubicBezTo>
                  <a:pt x="937" y="310"/>
                  <a:pt x="937" y="309"/>
                  <a:pt x="936" y="308"/>
                </a:cubicBezTo>
                <a:cubicBezTo>
                  <a:pt x="936" y="308"/>
                  <a:pt x="935" y="308"/>
                  <a:pt x="934" y="307"/>
                </a:cubicBezTo>
                <a:cubicBezTo>
                  <a:pt x="934" y="307"/>
                  <a:pt x="931" y="305"/>
                  <a:pt x="931" y="305"/>
                </a:cubicBezTo>
                <a:cubicBezTo>
                  <a:pt x="931" y="305"/>
                  <a:pt x="930" y="303"/>
                  <a:pt x="930" y="302"/>
                </a:cubicBezTo>
                <a:cubicBezTo>
                  <a:pt x="929" y="302"/>
                  <a:pt x="928" y="301"/>
                  <a:pt x="928" y="300"/>
                </a:cubicBezTo>
                <a:cubicBezTo>
                  <a:pt x="927" y="299"/>
                  <a:pt x="927" y="299"/>
                  <a:pt x="926" y="299"/>
                </a:cubicBezTo>
                <a:cubicBezTo>
                  <a:pt x="925" y="299"/>
                  <a:pt x="924" y="299"/>
                  <a:pt x="924" y="298"/>
                </a:cubicBezTo>
                <a:cubicBezTo>
                  <a:pt x="924" y="298"/>
                  <a:pt x="923" y="299"/>
                  <a:pt x="923" y="300"/>
                </a:cubicBezTo>
                <a:cubicBezTo>
                  <a:pt x="923" y="301"/>
                  <a:pt x="924" y="302"/>
                  <a:pt x="924" y="303"/>
                </a:cubicBezTo>
                <a:cubicBezTo>
                  <a:pt x="925" y="303"/>
                  <a:pt x="924" y="305"/>
                  <a:pt x="924" y="306"/>
                </a:cubicBezTo>
                <a:cubicBezTo>
                  <a:pt x="924" y="306"/>
                  <a:pt x="926" y="307"/>
                  <a:pt x="926" y="308"/>
                </a:cubicBezTo>
                <a:cubicBezTo>
                  <a:pt x="926" y="309"/>
                  <a:pt x="925" y="310"/>
                  <a:pt x="925" y="310"/>
                </a:cubicBezTo>
                <a:cubicBezTo>
                  <a:pt x="925" y="310"/>
                  <a:pt x="924" y="309"/>
                  <a:pt x="923" y="309"/>
                </a:cubicBezTo>
                <a:cubicBezTo>
                  <a:pt x="922" y="308"/>
                  <a:pt x="922" y="307"/>
                  <a:pt x="921" y="307"/>
                </a:cubicBezTo>
                <a:cubicBezTo>
                  <a:pt x="921" y="307"/>
                  <a:pt x="920" y="308"/>
                  <a:pt x="919" y="307"/>
                </a:cubicBezTo>
                <a:cubicBezTo>
                  <a:pt x="919" y="307"/>
                  <a:pt x="919" y="306"/>
                  <a:pt x="919" y="306"/>
                </a:cubicBezTo>
                <a:cubicBezTo>
                  <a:pt x="918" y="305"/>
                  <a:pt x="918" y="304"/>
                  <a:pt x="917" y="304"/>
                </a:cubicBezTo>
                <a:cubicBezTo>
                  <a:pt x="917" y="303"/>
                  <a:pt x="916" y="302"/>
                  <a:pt x="916" y="302"/>
                </a:cubicBezTo>
                <a:cubicBezTo>
                  <a:pt x="916" y="302"/>
                  <a:pt x="915" y="301"/>
                  <a:pt x="915" y="301"/>
                </a:cubicBezTo>
                <a:cubicBezTo>
                  <a:pt x="915" y="300"/>
                  <a:pt x="915" y="299"/>
                  <a:pt x="915" y="299"/>
                </a:cubicBezTo>
                <a:cubicBezTo>
                  <a:pt x="915" y="299"/>
                  <a:pt x="914" y="296"/>
                  <a:pt x="914" y="296"/>
                </a:cubicBezTo>
                <a:cubicBezTo>
                  <a:pt x="914" y="296"/>
                  <a:pt x="913" y="295"/>
                  <a:pt x="913" y="294"/>
                </a:cubicBezTo>
                <a:cubicBezTo>
                  <a:pt x="913" y="293"/>
                  <a:pt x="913" y="293"/>
                  <a:pt x="912" y="292"/>
                </a:cubicBezTo>
                <a:cubicBezTo>
                  <a:pt x="912" y="291"/>
                  <a:pt x="912" y="291"/>
                  <a:pt x="912" y="290"/>
                </a:cubicBezTo>
                <a:cubicBezTo>
                  <a:pt x="912" y="289"/>
                  <a:pt x="912" y="288"/>
                  <a:pt x="912" y="287"/>
                </a:cubicBezTo>
                <a:cubicBezTo>
                  <a:pt x="912" y="285"/>
                  <a:pt x="913" y="285"/>
                  <a:pt x="913" y="285"/>
                </a:cubicBezTo>
                <a:cubicBezTo>
                  <a:pt x="913" y="285"/>
                  <a:pt x="913" y="284"/>
                  <a:pt x="913" y="284"/>
                </a:cubicBezTo>
                <a:cubicBezTo>
                  <a:pt x="913" y="284"/>
                  <a:pt x="912" y="283"/>
                  <a:pt x="911" y="283"/>
                </a:cubicBezTo>
                <a:cubicBezTo>
                  <a:pt x="911" y="283"/>
                  <a:pt x="910" y="282"/>
                  <a:pt x="910" y="282"/>
                </a:cubicBezTo>
                <a:cubicBezTo>
                  <a:pt x="909" y="281"/>
                  <a:pt x="909" y="280"/>
                  <a:pt x="909" y="279"/>
                </a:cubicBezTo>
                <a:cubicBezTo>
                  <a:pt x="909" y="279"/>
                  <a:pt x="909" y="277"/>
                  <a:pt x="909" y="276"/>
                </a:cubicBezTo>
                <a:cubicBezTo>
                  <a:pt x="908" y="276"/>
                  <a:pt x="908" y="276"/>
                  <a:pt x="907" y="276"/>
                </a:cubicBezTo>
                <a:cubicBezTo>
                  <a:pt x="907" y="276"/>
                  <a:pt x="906" y="275"/>
                  <a:pt x="906" y="275"/>
                </a:cubicBezTo>
                <a:cubicBezTo>
                  <a:pt x="906" y="274"/>
                  <a:pt x="906" y="274"/>
                  <a:pt x="906" y="274"/>
                </a:cubicBezTo>
                <a:cubicBezTo>
                  <a:pt x="906" y="273"/>
                  <a:pt x="907" y="273"/>
                  <a:pt x="907" y="272"/>
                </a:cubicBezTo>
                <a:cubicBezTo>
                  <a:pt x="907" y="272"/>
                  <a:pt x="907" y="271"/>
                  <a:pt x="907" y="271"/>
                </a:cubicBezTo>
                <a:cubicBezTo>
                  <a:pt x="906" y="270"/>
                  <a:pt x="906" y="270"/>
                  <a:pt x="905" y="270"/>
                </a:cubicBezTo>
                <a:cubicBezTo>
                  <a:pt x="905" y="269"/>
                  <a:pt x="905" y="269"/>
                  <a:pt x="904" y="269"/>
                </a:cubicBezTo>
                <a:cubicBezTo>
                  <a:pt x="904" y="269"/>
                  <a:pt x="903" y="268"/>
                  <a:pt x="902" y="268"/>
                </a:cubicBezTo>
                <a:cubicBezTo>
                  <a:pt x="901" y="268"/>
                  <a:pt x="901" y="267"/>
                  <a:pt x="901" y="267"/>
                </a:cubicBezTo>
                <a:cubicBezTo>
                  <a:pt x="901" y="266"/>
                  <a:pt x="900" y="266"/>
                  <a:pt x="899" y="266"/>
                </a:cubicBezTo>
                <a:cubicBezTo>
                  <a:pt x="898" y="266"/>
                  <a:pt x="898" y="266"/>
                  <a:pt x="897" y="266"/>
                </a:cubicBezTo>
                <a:cubicBezTo>
                  <a:pt x="897" y="265"/>
                  <a:pt x="897" y="265"/>
                  <a:pt x="897" y="264"/>
                </a:cubicBezTo>
                <a:cubicBezTo>
                  <a:pt x="897" y="263"/>
                  <a:pt x="896" y="263"/>
                  <a:pt x="896" y="263"/>
                </a:cubicBezTo>
                <a:cubicBezTo>
                  <a:pt x="896" y="262"/>
                  <a:pt x="895" y="261"/>
                  <a:pt x="894" y="261"/>
                </a:cubicBezTo>
                <a:cubicBezTo>
                  <a:pt x="894" y="260"/>
                  <a:pt x="894" y="260"/>
                  <a:pt x="894" y="260"/>
                </a:cubicBezTo>
                <a:cubicBezTo>
                  <a:pt x="894" y="259"/>
                  <a:pt x="894" y="258"/>
                  <a:pt x="894" y="257"/>
                </a:cubicBezTo>
                <a:cubicBezTo>
                  <a:pt x="894" y="257"/>
                  <a:pt x="894" y="256"/>
                  <a:pt x="894" y="255"/>
                </a:cubicBezTo>
                <a:cubicBezTo>
                  <a:pt x="894" y="255"/>
                  <a:pt x="895" y="255"/>
                  <a:pt x="895" y="255"/>
                </a:cubicBezTo>
                <a:cubicBezTo>
                  <a:pt x="895" y="255"/>
                  <a:pt x="896" y="254"/>
                  <a:pt x="896" y="255"/>
                </a:cubicBezTo>
                <a:cubicBezTo>
                  <a:pt x="896" y="255"/>
                  <a:pt x="898" y="255"/>
                  <a:pt x="898" y="255"/>
                </a:cubicBezTo>
                <a:cubicBezTo>
                  <a:pt x="898" y="255"/>
                  <a:pt x="898" y="254"/>
                  <a:pt x="898" y="253"/>
                </a:cubicBezTo>
                <a:cubicBezTo>
                  <a:pt x="898" y="252"/>
                  <a:pt x="898" y="252"/>
                  <a:pt x="897" y="251"/>
                </a:cubicBezTo>
                <a:cubicBezTo>
                  <a:pt x="897" y="251"/>
                  <a:pt x="896" y="249"/>
                  <a:pt x="896" y="249"/>
                </a:cubicBezTo>
                <a:cubicBezTo>
                  <a:pt x="896" y="249"/>
                  <a:pt x="895" y="249"/>
                  <a:pt x="895" y="249"/>
                </a:cubicBezTo>
                <a:cubicBezTo>
                  <a:pt x="895" y="249"/>
                  <a:pt x="894" y="249"/>
                  <a:pt x="893" y="249"/>
                </a:cubicBezTo>
                <a:cubicBezTo>
                  <a:pt x="893" y="248"/>
                  <a:pt x="893" y="248"/>
                  <a:pt x="892" y="248"/>
                </a:cubicBezTo>
                <a:cubicBezTo>
                  <a:pt x="891" y="247"/>
                  <a:pt x="891" y="247"/>
                  <a:pt x="890" y="246"/>
                </a:cubicBezTo>
                <a:cubicBezTo>
                  <a:pt x="890" y="246"/>
                  <a:pt x="890" y="245"/>
                  <a:pt x="890" y="244"/>
                </a:cubicBezTo>
                <a:cubicBezTo>
                  <a:pt x="890" y="244"/>
                  <a:pt x="888" y="244"/>
                  <a:pt x="888" y="245"/>
                </a:cubicBezTo>
                <a:cubicBezTo>
                  <a:pt x="887" y="245"/>
                  <a:pt x="886" y="246"/>
                  <a:pt x="886" y="246"/>
                </a:cubicBezTo>
                <a:cubicBezTo>
                  <a:pt x="886" y="246"/>
                  <a:pt x="884" y="245"/>
                  <a:pt x="883" y="244"/>
                </a:cubicBezTo>
                <a:cubicBezTo>
                  <a:pt x="883" y="244"/>
                  <a:pt x="882" y="242"/>
                  <a:pt x="881" y="241"/>
                </a:cubicBezTo>
                <a:cubicBezTo>
                  <a:pt x="880" y="240"/>
                  <a:pt x="879" y="240"/>
                  <a:pt x="878" y="240"/>
                </a:cubicBezTo>
                <a:cubicBezTo>
                  <a:pt x="877" y="240"/>
                  <a:pt x="875" y="240"/>
                  <a:pt x="874" y="239"/>
                </a:cubicBezTo>
                <a:cubicBezTo>
                  <a:pt x="873" y="239"/>
                  <a:pt x="873" y="236"/>
                  <a:pt x="873" y="235"/>
                </a:cubicBezTo>
                <a:cubicBezTo>
                  <a:pt x="873" y="234"/>
                  <a:pt x="871" y="235"/>
                  <a:pt x="871" y="235"/>
                </a:cubicBezTo>
                <a:cubicBezTo>
                  <a:pt x="870" y="235"/>
                  <a:pt x="871" y="236"/>
                  <a:pt x="871" y="237"/>
                </a:cubicBezTo>
                <a:cubicBezTo>
                  <a:pt x="870" y="238"/>
                  <a:pt x="869" y="238"/>
                  <a:pt x="868" y="237"/>
                </a:cubicBezTo>
                <a:cubicBezTo>
                  <a:pt x="867" y="237"/>
                  <a:pt x="865" y="234"/>
                  <a:pt x="864" y="234"/>
                </a:cubicBezTo>
                <a:cubicBezTo>
                  <a:pt x="864" y="233"/>
                  <a:pt x="865" y="233"/>
                  <a:pt x="866" y="233"/>
                </a:cubicBezTo>
                <a:cubicBezTo>
                  <a:pt x="866" y="233"/>
                  <a:pt x="866" y="232"/>
                  <a:pt x="866" y="232"/>
                </a:cubicBezTo>
                <a:cubicBezTo>
                  <a:pt x="866" y="231"/>
                  <a:pt x="866" y="230"/>
                  <a:pt x="865" y="230"/>
                </a:cubicBezTo>
                <a:cubicBezTo>
                  <a:pt x="865" y="229"/>
                  <a:pt x="864" y="228"/>
                  <a:pt x="863" y="227"/>
                </a:cubicBezTo>
                <a:cubicBezTo>
                  <a:pt x="862" y="226"/>
                  <a:pt x="862" y="226"/>
                  <a:pt x="860" y="226"/>
                </a:cubicBezTo>
                <a:cubicBezTo>
                  <a:pt x="859" y="226"/>
                  <a:pt x="856" y="226"/>
                  <a:pt x="855" y="226"/>
                </a:cubicBezTo>
                <a:cubicBezTo>
                  <a:pt x="854" y="226"/>
                  <a:pt x="854" y="226"/>
                  <a:pt x="853" y="225"/>
                </a:cubicBezTo>
                <a:cubicBezTo>
                  <a:pt x="853" y="224"/>
                  <a:pt x="852" y="223"/>
                  <a:pt x="852" y="222"/>
                </a:cubicBezTo>
                <a:cubicBezTo>
                  <a:pt x="852" y="222"/>
                  <a:pt x="851" y="222"/>
                  <a:pt x="850" y="223"/>
                </a:cubicBezTo>
                <a:cubicBezTo>
                  <a:pt x="850" y="223"/>
                  <a:pt x="850" y="223"/>
                  <a:pt x="849" y="223"/>
                </a:cubicBezTo>
                <a:cubicBezTo>
                  <a:pt x="847" y="223"/>
                  <a:pt x="847" y="222"/>
                  <a:pt x="847" y="222"/>
                </a:cubicBezTo>
                <a:cubicBezTo>
                  <a:pt x="846" y="221"/>
                  <a:pt x="846" y="221"/>
                  <a:pt x="845" y="221"/>
                </a:cubicBezTo>
                <a:cubicBezTo>
                  <a:pt x="844" y="221"/>
                  <a:pt x="843" y="220"/>
                  <a:pt x="842" y="220"/>
                </a:cubicBezTo>
                <a:cubicBezTo>
                  <a:pt x="841" y="220"/>
                  <a:pt x="838" y="217"/>
                  <a:pt x="838" y="217"/>
                </a:cubicBezTo>
                <a:cubicBezTo>
                  <a:pt x="837" y="217"/>
                  <a:pt x="835" y="215"/>
                  <a:pt x="834" y="213"/>
                </a:cubicBezTo>
                <a:cubicBezTo>
                  <a:pt x="833" y="212"/>
                  <a:pt x="833" y="212"/>
                  <a:pt x="833" y="211"/>
                </a:cubicBezTo>
                <a:cubicBezTo>
                  <a:pt x="833" y="211"/>
                  <a:pt x="834" y="209"/>
                  <a:pt x="834" y="209"/>
                </a:cubicBezTo>
                <a:cubicBezTo>
                  <a:pt x="834" y="209"/>
                  <a:pt x="835" y="208"/>
                  <a:pt x="835" y="207"/>
                </a:cubicBezTo>
                <a:cubicBezTo>
                  <a:pt x="835" y="205"/>
                  <a:pt x="835" y="202"/>
                  <a:pt x="835" y="200"/>
                </a:cubicBezTo>
                <a:cubicBezTo>
                  <a:pt x="835" y="198"/>
                  <a:pt x="834" y="198"/>
                  <a:pt x="833" y="197"/>
                </a:cubicBezTo>
                <a:cubicBezTo>
                  <a:pt x="832" y="197"/>
                  <a:pt x="832" y="196"/>
                  <a:pt x="831" y="196"/>
                </a:cubicBezTo>
                <a:cubicBezTo>
                  <a:pt x="830" y="196"/>
                  <a:pt x="830" y="197"/>
                  <a:pt x="830" y="197"/>
                </a:cubicBezTo>
                <a:cubicBezTo>
                  <a:pt x="829" y="197"/>
                  <a:pt x="827" y="196"/>
                  <a:pt x="827" y="195"/>
                </a:cubicBezTo>
                <a:cubicBezTo>
                  <a:pt x="827" y="195"/>
                  <a:pt x="827" y="193"/>
                  <a:pt x="827" y="192"/>
                </a:cubicBezTo>
                <a:cubicBezTo>
                  <a:pt x="827" y="192"/>
                  <a:pt x="828" y="190"/>
                  <a:pt x="828" y="190"/>
                </a:cubicBezTo>
                <a:cubicBezTo>
                  <a:pt x="829" y="189"/>
                  <a:pt x="829" y="188"/>
                  <a:pt x="829" y="187"/>
                </a:cubicBezTo>
                <a:cubicBezTo>
                  <a:pt x="829" y="186"/>
                  <a:pt x="830" y="184"/>
                  <a:pt x="830" y="183"/>
                </a:cubicBezTo>
                <a:cubicBezTo>
                  <a:pt x="830" y="182"/>
                  <a:pt x="830" y="180"/>
                  <a:pt x="830" y="179"/>
                </a:cubicBezTo>
                <a:cubicBezTo>
                  <a:pt x="830" y="178"/>
                  <a:pt x="829" y="178"/>
                  <a:pt x="828" y="177"/>
                </a:cubicBezTo>
                <a:cubicBezTo>
                  <a:pt x="828" y="176"/>
                  <a:pt x="828" y="175"/>
                  <a:pt x="828" y="175"/>
                </a:cubicBezTo>
                <a:cubicBezTo>
                  <a:pt x="828" y="175"/>
                  <a:pt x="827" y="173"/>
                  <a:pt x="827" y="172"/>
                </a:cubicBezTo>
                <a:cubicBezTo>
                  <a:pt x="827" y="172"/>
                  <a:pt x="826" y="169"/>
                  <a:pt x="826" y="168"/>
                </a:cubicBezTo>
                <a:cubicBezTo>
                  <a:pt x="826" y="167"/>
                  <a:pt x="825" y="167"/>
                  <a:pt x="825" y="166"/>
                </a:cubicBezTo>
                <a:cubicBezTo>
                  <a:pt x="824" y="165"/>
                  <a:pt x="824" y="165"/>
                  <a:pt x="824" y="164"/>
                </a:cubicBezTo>
                <a:cubicBezTo>
                  <a:pt x="823" y="163"/>
                  <a:pt x="824" y="162"/>
                  <a:pt x="824" y="161"/>
                </a:cubicBezTo>
                <a:cubicBezTo>
                  <a:pt x="824" y="161"/>
                  <a:pt x="823" y="161"/>
                  <a:pt x="822" y="161"/>
                </a:cubicBezTo>
                <a:cubicBezTo>
                  <a:pt x="821" y="161"/>
                  <a:pt x="820" y="159"/>
                  <a:pt x="819" y="158"/>
                </a:cubicBezTo>
                <a:cubicBezTo>
                  <a:pt x="819" y="157"/>
                  <a:pt x="818" y="157"/>
                  <a:pt x="818" y="156"/>
                </a:cubicBezTo>
                <a:cubicBezTo>
                  <a:pt x="817" y="156"/>
                  <a:pt x="816" y="154"/>
                  <a:pt x="816" y="153"/>
                </a:cubicBezTo>
                <a:cubicBezTo>
                  <a:pt x="815" y="153"/>
                  <a:pt x="812" y="150"/>
                  <a:pt x="812" y="149"/>
                </a:cubicBezTo>
                <a:cubicBezTo>
                  <a:pt x="811" y="148"/>
                  <a:pt x="811" y="148"/>
                  <a:pt x="812" y="147"/>
                </a:cubicBezTo>
                <a:cubicBezTo>
                  <a:pt x="812" y="146"/>
                  <a:pt x="813" y="144"/>
                  <a:pt x="813" y="144"/>
                </a:cubicBezTo>
                <a:cubicBezTo>
                  <a:pt x="813" y="143"/>
                  <a:pt x="813" y="143"/>
                  <a:pt x="812" y="142"/>
                </a:cubicBezTo>
                <a:cubicBezTo>
                  <a:pt x="812" y="142"/>
                  <a:pt x="813" y="140"/>
                  <a:pt x="813" y="139"/>
                </a:cubicBezTo>
                <a:cubicBezTo>
                  <a:pt x="813" y="138"/>
                  <a:pt x="812" y="137"/>
                  <a:pt x="812" y="137"/>
                </a:cubicBezTo>
                <a:cubicBezTo>
                  <a:pt x="811" y="136"/>
                  <a:pt x="811" y="135"/>
                  <a:pt x="810" y="134"/>
                </a:cubicBezTo>
                <a:cubicBezTo>
                  <a:pt x="810" y="133"/>
                  <a:pt x="810" y="132"/>
                  <a:pt x="810" y="131"/>
                </a:cubicBezTo>
                <a:cubicBezTo>
                  <a:pt x="810" y="131"/>
                  <a:pt x="810" y="128"/>
                  <a:pt x="810" y="128"/>
                </a:cubicBezTo>
                <a:cubicBezTo>
                  <a:pt x="810" y="127"/>
                  <a:pt x="808" y="126"/>
                  <a:pt x="808" y="125"/>
                </a:cubicBezTo>
                <a:cubicBezTo>
                  <a:pt x="807" y="124"/>
                  <a:pt x="807" y="123"/>
                  <a:pt x="808" y="122"/>
                </a:cubicBezTo>
                <a:cubicBezTo>
                  <a:pt x="808" y="121"/>
                  <a:pt x="808" y="120"/>
                  <a:pt x="809" y="120"/>
                </a:cubicBezTo>
                <a:cubicBezTo>
                  <a:pt x="809" y="119"/>
                  <a:pt x="809" y="118"/>
                  <a:pt x="809" y="117"/>
                </a:cubicBezTo>
                <a:cubicBezTo>
                  <a:pt x="808" y="117"/>
                  <a:pt x="808" y="116"/>
                  <a:pt x="807" y="114"/>
                </a:cubicBezTo>
                <a:cubicBezTo>
                  <a:pt x="806" y="113"/>
                  <a:pt x="808" y="113"/>
                  <a:pt x="808" y="112"/>
                </a:cubicBezTo>
                <a:cubicBezTo>
                  <a:pt x="809" y="111"/>
                  <a:pt x="809" y="110"/>
                  <a:pt x="809" y="110"/>
                </a:cubicBezTo>
                <a:cubicBezTo>
                  <a:pt x="809" y="109"/>
                  <a:pt x="807" y="107"/>
                  <a:pt x="807" y="107"/>
                </a:cubicBezTo>
                <a:cubicBezTo>
                  <a:pt x="806" y="107"/>
                  <a:pt x="804" y="107"/>
                  <a:pt x="803" y="106"/>
                </a:cubicBezTo>
                <a:cubicBezTo>
                  <a:pt x="802" y="106"/>
                  <a:pt x="801" y="105"/>
                  <a:pt x="801" y="105"/>
                </a:cubicBezTo>
                <a:cubicBezTo>
                  <a:pt x="801" y="104"/>
                  <a:pt x="801" y="104"/>
                  <a:pt x="801" y="103"/>
                </a:cubicBezTo>
                <a:cubicBezTo>
                  <a:pt x="800" y="103"/>
                  <a:pt x="800" y="102"/>
                  <a:pt x="800" y="102"/>
                </a:cubicBezTo>
                <a:cubicBezTo>
                  <a:pt x="800" y="101"/>
                  <a:pt x="799" y="101"/>
                  <a:pt x="797" y="101"/>
                </a:cubicBezTo>
                <a:cubicBezTo>
                  <a:pt x="796" y="101"/>
                  <a:pt x="796" y="100"/>
                  <a:pt x="796" y="99"/>
                </a:cubicBezTo>
                <a:cubicBezTo>
                  <a:pt x="795" y="99"/>
                  <a:pt x="794" y="99"/>
                  <a:pt x="793" y="99"/>
                </a:cubicBezTo>
                <a:cubicBezTo>
                  <a:pt x="792" y="99"/>
                  <a:pt x="792" y="98"/>
                  <a:pt x="792" y="98"/>
                </a:cubicBezTo>
                <a:cubicBezTo>
                  <a:pt x="792" y="97"/>
                  <a:pt x="792" y="97"/>
                  <a:pt x="793" y="96"/>
                </a:cubicBezTo>
                <a:cubicBezTo>
                  <a:pt x="793" y="96"/>
                  <a:pt x="792" y="95"/>
                  <a:pt x="792" y="95"/>
                </a:cubicBezTo>
                <a:cubicBezTo>
                  <a:pt x="792" y="94"/>
                  <a:pt x="792" y="93"/>
                  <a:pt x="791" y="92"/>
                </a:cubicBezTo>
                <a:cubicBezTo>
                  <a:pt x="791" y="91"/>
                  <a:pt x="790" y="91"/>
                  <a:pt x="790" y="90"/>
                </a:cubicBezTo>
                <a:cubicBezTo>
                  <a:pt x="789" y="90"/>
                  <a:pt x="788" y="91"/>
                  <a:pt x="788" y="91"/>
                </a:cubicBezTo>
                <a:cubicBezTo>
                  <a:pt x="788" y="91"/>
                  <a:pt x="786" y="92"/>
                  <a:pt x="786" y="92"/>
                </a:cubicBezTo>
                <a:cubicBezTo>
                  <a:pt x="786" y="93"/>
                  <a:pt x="784" y="92"/>
                  <a:pt x="783" y="93"/>
                </a:cubicBezTo>
                <a:cubicBezTo>
                  <a:pt x="782" y="93"/>
                  <a:pt x="782" y="93"/>
                  <a:pt x="782" y="94"/>
                </a:cubicBezTo>
                <a:cubicBezTo>
                  <a:pt x="782" y="94"/>
                  <a:pt x="781" y="95"/>
                  <a:pt x="780" y="96"/>
                </a:cubicBezTo>
                <a:cubicBezTo>
                  <a:pt x="779" y="96"/>
                  <a:pt x="778" y="97"/>
                  <a:pt x="777" y="98"/>
                </a:cubicBezTo>
                <a:cubicBezTo>
                  <a:pt x="775" y="99"/>
                  <a:pt x="775" y="98"/>
                  <a:pt x="773" y="98"/>
                </a:cubicBezTo>
                <a:cubicBezTo>
                  <a:pt x="772" y="98"/>
                  <a:pt x="772" y="97"/>
                  <a:pt x="771" y="96"/>
                </a:cubicBezTo>
                <a:cubicBezTo>
                  <a:pt x="771" y="96"/>
                  <a:pt x="770" y="94"/>
                  <a:pt x="770" y="93"/>
                </a:cubicBezTo>
                <a:cubicBezTo>
                  <a:pt x="769" y="91"/>
                  <a:pt x="769" y="90"/>
                  <a:pt x="769" y="90"/>
                </a:cubicBezTo>
                <a:cubicBezTo>
                  <a:pt x="769" y="89"/>
                  <a:pt x="769" y="85"/>
                  <a:pt x="769" y="85"/>
                </a:cubicBezTo>
                <a:cubicBezTo>
                  <a:pt x="768" y="85"/>
                  <a:pt x="767" y="84"/>
                  <a:pt x="767" y="84"/>
                </a:cubicBezTo>
                <a:cubicBezTo>
                  <a:pt x="766" y="83"/>
                  <a:pt x="766" y="82"/>
                  <a:pt x="766" y="81"/>
                </a:cubicBezTo>
                <a:cubicBezTo>
                  <a:pt x="765" y="80"/>
                  <a:pt x="765" y="80"/>
                  <a:pt x="765" y="79"/>
                </a:cubicBezTo>
                <a:cubicBezTo>
                  <a:pt x="765" y="78"/>
                  <a:pt x="765" y="77"/>
                  <a:pt x="765" y="76"/>
                </a:cubicBezTo>
                <a:cubicBezTo>
                  <a:pt x="766" y="74"/>
                  <a:pt x="766" y="75"/>
                  <a:pt x="766" y="74"/>
                </a:cubicBezTo>
                <a:cubicBezTo>
                  <a:pt x="766" y="73"/>
                  <a:pt x="766" y="72"/>
                  <a:pt x="766" y="70"/>
                </a:cubicBezTo>
                <a:cubicBezTo>
                  <a:pt x="766" y="69"/>
                  <a:pt x="765" y="69"/>
                  <a:pt x="765" y="69"/>
                </a:cubicBezTo>
                <a:cubicBezTo>
                  <a:pt x="765" y="68"/>
                  <a:pt x="764" y="67"/>
                  <a:pt x="764" y="67"/>
                </a:cubicBezTo>
                <a:cubicBezTo>
                  <a:pt x="764" y="67"/>
                  <a:pt x="764" y="61"/>
                  <a:pt x="764" y="61"/>
                </a:cubicBezTo>
                <a:cubicBezTo>
                  <a:pt x="764" y="60"/>
                  <a:pt x="764" y="58"/>
                  <a:pt x="764" y="57"/>
                </a:cubicBezTo>
                <a:cubicBezTo>
                  <a:pt x="764" y="56"/>
                  <a:pt x="763" y="56"/>
                  <a:pt x="762" y="56"/>
                </a:cubicBezTo>
                <a:cubicBezTo>
                  <a:pt x="761" y="56"/>
                  <a:pt x="761" y="54"/>
                  <a:pt x="761" y="53"/>
                </a:cubicBezTo>
                <a:cubicBezTo>
                  <a:pt x="761" y="52"/>
                  <a:pt x="762" y="52"/>
                  <a:pt x="762" y="51"/>
                </a:cubicBezTo>
                <a:cubicBezTo>
                  <a:pt x="762" y="51"/>
                  <a:pt x="762" y="50"/>
                  <a:pt x="762" y="49"/>
                </a:cubicBezTo>
                <a:cubicBezTo>
                  <a:pt x="761" y="49"/>
                  <a:pt x="761" y="49"/>
                  <a:pt x="760" y="48"/>
                </a:cubicBezTo>
                <a:cubicBezTo>
                  <a:pt x="759" y="48"/>
                  <a:pt x="759" y="47"/>
                  <a:pt x="758" y="47"/>
                </a:cubicBezTo>
                <a:cubicBezTo>
                  <a:pt x="758" y="46"/>
                  <a:pt x="758" y="44"/>
                  <a:pt x="757" y="44"/>
                </a:cubicBezTo>
                <a:cubicBezTo>
                  <a:pt x="757" y="43"/>
                  <a:pt x="756" y="44"/>
                  <a:pt x="755" y="43"/>
                </a:cubicBezTo>
                <a:cubicBezTo>
                  <a:pt x="754" y="43"/>
                  <a:pt x="753" y="43"/>
                  <a:pt x="753" y="43"/>
                </a:cubicBezTo>
                <a:cubicBezTo>
                  <a:pt x="753" y="42"/>
                  <a:pt x="753" y="41"/>
                  <a:pt x="753" y="40"/>
                </a:cubicBezTo>
                <a:cubicBezTo>
                  <a:pt x="753" y="40"/>
                  <a:pt x="755" y="37"/>
                  <a:pt x="755" y="36"/>
                </a:cubicBezTo>
                <a:cubicBezTo>
                  <a:pt x="755" y="36"/>
                  <a:pt x="756" y="34"/>
                  <a:pt x="756" y="34"/>
                </a:cubicBezTo>
                <a:cubicBezTo>
                  <a:pt x="756" y="33"/>
                  <a:pt x="755" y="33"/>
                  <a:pt x="755" y="32"/>
                </a:cubicBezTo>
                <a:cubicBezTo>
                  <a:pt x="755" y="32"/>
                  <a:pt x="753" y="32"/>
                  <a:pt x="752" y="32"/>
                </a:cubicBezTo>
                <a:cubicBezTo>
                  <a:pt x="752" y="32"/>
                  <a:pt x="750" y="32"/>
                  <a:pt x="749" y="31"/>
                </a:cubicBezTo>
                <a:cubicBezTo>
                  <a:pt x="749" y="31"/>
                  <a:pt x="748" y="30"/>
                  <a:pt x="748" y="29"/>
                </a:cubicBezTo>
                <a:cubicBezTo>
                  <a:pt x="747" y="29"/>
                  <a:pt x="747" y="27"/>
                  <a:pt x="748" y="26"/>
                </a:cubicBezTo>
                <a:cubicBezTo>
                  <a:pt x="748" y="26"/>
                  <a:pt x="748" y="23"/>
                  <a:pt x="748" y="22"/>
                </a:cubicBezTo>
                <a:cubicBezTo>
                  <a:pt x="748" y="22"/>
                  <a:pt x="747" y="17"/>
                  <a:pt x="747" y="17"/>
                </a:cubicBezTo>
                <a:cubicBezTo>
                  <a:pt x="747" y="16"/>
                  <a:pt x="747" y="16"/>
                  <a:pt x="747" y="15"/>
                </a:cubicBezTo>
                <a:cubicBezTo>
                  <a:pt x="747" y="14"/>
                  <a:pt x="747" y="11"/>
                  <a:pt x="747" y="11"/>
                </a:cubicBezTo>
                <a:cubicBezTo>
                  <a:pt x="747" y="10"/>
                  <a:pt x="746" y="9"/>
                  <a:pt x="745" y="8"/>
                </a:cubicBezTo>
                <a:cubicBezTo>
                  <a:pt x="744" y="8"/>
                  <a:pt x="743" y="8"/>
                  <a:pt x="743" y="8"/>
                </a:cubicBezTo>
                <a:cubicBezTo>
                  <a:pt x="742" y="7"/>
                  <a:pt x="741" y="6"/>
                  <a:pt x="741" y="5"/>
                </a:cubicBezTo>
                <a:cubicBezTo>
                  <a:pt x="741" y="4"/>
                  <a:pt x="740" y="4"/>
                  <a:pt x="740" y="4"/>
                </a:cubicBezTo>
                <a:cubicBezTo>
                  <a:pt x="740" y="4"/>
                  <a:pt x="741" y="3"/>
                  <a:pt x="741" y="2"/>
                </a:cubicBezTo>
                <a:cubicBezTo>
                  <a:pt x="741" y="1"/>
                  <a:pt x="741" y="1"/>
                  <a:pt x="740" y="0"/>
                </a:cubicBezTo>
                <a:cubicBezTo>
                  <a:pt x="739" y="0"/>
                  <a:pt x="739" y="0"/>
                  <a:pt x="738" y="1"/>
                </a:cubicBezTo>
                <a:cubicBezTo>
                  <a:pt x="737" y="1"/>
                  <a:pt x="737" y="2"/>
                  <a:pt x="736" y="3"/>
                </a:cubicBezTo>
                <a:cubicBezTo>
                  <a:pt x="736" y="4"/>
                  <a:pt x="735" y="5"/>
                  <a:pt x="735" y="6"/>
                </a:cubicBezTo>
                <a:cubicBezTo>
                  <a:pt x="734" y="6"/>
                  <a:pt x="732" y="6"/>
                  <a:pt x="731" y="7"/>
                </a:cubicBezTo>
                <a:cubicBezTo>
                  <a:pt x="730" y="7"/>
                  <a:pt x="730" y="8"/>
                  <a:pt x="730" y="9"/>
                </a:cubicBezTo>
                <a:cubicBezTo>
                  <a:pt x="731" y="9"/>
                  <a:pt x="730" y="12"/>
                  <a:pt x="730" y="14"/>
                </a:cubicBezTo>
                <a:cubicBezTo>
                  <a:pt x="730" y="15"/>
                  <a:pt x="730" y="17"/>
                  <a:pt x="730" y="18"/>
                </a:cubicBezTo>
                <a:cubicBezTo>
                  <a:pt x="729" y="19"/>
                  <a:pt x="729" y="19"/>
                  <a:pt x="729" y="20"/>
                </a:cubicBezTo>
                <a:cubicBezTo>
                  <a:pt x="729" y="20"/>
                  <a:pt x="728" y="21"/>
                  <a:pt x="728" y="22"/>
                </a:cubicBezTo>
                <a:cubicBezTo>
                  <a:pt x="728" y="22"/>
                  <a:pt x="727" y="24"/>
                  <a:pt x="727" y="25"/>
                </a:cubicBezTo>
                <a:cubicBezTo>
                  <a:pt x="727" y="26"/>
                  <a:pt x="727" y="26"/>
                  <a:pt x="727" y="27"/>
                </a:cubicBezTo>
                <a:cubicBezTo>
                  <a:pt x="728" y="28"/>
                  <a:pt x="729" y="28"/>
                  <a:pt x="728" y="29"/>
                </a:cubicBezTo>
                <a:cubicBezTo>
                  <a:pt x="728" y="29"/>
                  <a:pt x="728" y="29"/>
                  <a:pt x="727" y="29"/>
                </a:cubicBezTo>
                <a:cubicBezTo>
                  <a:pt x="727" y="29"/>
                  <a:pt x="726" y="28"/>
                  <a:pt x="726" y="28"/>
                </a:cubicBezTo>
                <a:cubicBezTo>
                  <a:pt x="726" y="28"/>
                  <a:pt x="726" y="28"/>
                  <a:pt x="726" y="28"/>
                </a:cubicBezTo>
                <a:cubicBezTo>
                  <a:pt x="726" y="29"/>
                  <a:pt x="726" y="31"/>
                  <a:pt x="726" y="31"/>
                </a:cubicBezTo>
                <a:cubicBezTo>
                  <a:pt x="726" y="32"/>
                  <a:pt x="727" y="34"/>
                  <a:pt x="727" y="35"/>
                </a:cubicBezTo>
                <a:cubicBezTo>
                  <a:pt x="727" y="36"/>
                  <a:pt x="726" y="35"/>
                  <a:pt x="725" y="35"/>
                </a:cubicBezTo>
                <a:cubicBezTo>
                  <a:pt x="725" y="35"/>
                  <a:pt x="724" y="34"/>
                  <a:pt x="723" y="34"/>
                </a:cubicBezTo>
                <a:cubicBezTo>
                  <a:pt x="723" y="33"/>
                  <a:pt x="722" y="34"/>
                  <a:pt x="722" y="34"/>
                </a:cubicBezTo>
                <a:cubicBezTo>
                  <a:pt x="721" y="35"/>
                  <a:pt x="721" y="36"/>
                  <a:pt x="720" y="37"/>
                </a:cubicBezTo>
                <a:cubicBezTo>
                  <a:pt x="720" y="38"/>
                  <a:pt x="720" y="40"/>
                  <a:pt x="719" y="41"/>
                </a:cubicBezTo>
                <a:cubicBezTo>
                  <a:pt x="719" y="42"/>
                  <a:pt x="717" y="44"/>
                  <a:pt x="717" y="44"/>
                </a:cubicBezTo>
                <a:cubicBezTo>
                  <a:pt x="717" y="45"/>
                  <a:pt x="717" y="47"/>
                  <a:pt x="717" y="47"/>
                </a:cubicBezTo>
                <a:cubicBezTo>
                  <a:pt x="717" y="47"/>
                  <a:pt x="717" y="48"/>
                  <a:pt x="717" y="49"/>
                </a:cubicBezTo>
                <a:cubicBezTo>
                  <a:pt x="718" y="49"/>
                  <a:pt x="719" y="49"/>
                  <a:pt x="719" y="48"/>
                </a:cubicBezTo>
                <a:cubicBezTo>
                  <a:pt x="719" y="48"/>
                  <a:pt x="719" y="48"/>
                  <a:pt x="718" y="47"/>
                </a:cubicBezTo>
                <a:cubicBezTo>
                  <a:pt x="718" y="47"/>
                  <a:pt x="718" y="47"/>
                  <a:pt x="718" y="46"/>
                </a:cubicBezTo>
                <a:cubicBezTo>
                  <a:pt x="718" y="46"/>
                  <a:pt x="718" y="45"/>
                  <a:pt x="718" y="45"/>
                </a:cubicBezTo>
                <a:cubicBezTo>
                  <a:pt x="719" y="45"/>
                  <a:pt x="720" y="45"/>
                  <a:pt x="720" y="46"/>
                </a:cubicBezTo>
                <a:cubicBezTo>
                  <a:pt x="720" y="46"/>
                  <a:pt x="720" y="47"/>
                  <a:pt x="721" y="48"/>
                </a:cubicBezTo>
                <a:cubicBezTo>
                  <a:pt x="722" y="49"/>
                  <a:pt x="723" y="49"/>
                  <a:pt x="722" y="50"/>
                </a:cubicBezTo>
                <a:cubicBezTo>
                  <a:pt x="722" y="50"/>
                  <a:pt x="722" y="51"/>
                  <a:pt x="721" y="52"/>
                </a:cubicBezTo>
                <a:cubicBezTo>
                  <a:pt x="721" y="53"/>
                  <a:pt x="721" y="54"/>
                  <a:pt x="720" y="55"/>
                </a:cubicBezTo>
                <a:cubicBezTo>
                  <a:pt x="720" y="56"/>
                  <a:pt x="718" y="56"/>
                  <a:pt x="718" y="56"/>
                </a:cubicBezTo>
                <a:cubicBezTo>
                  <a:pt x="717" y="56"/>
                  <a:pt x="717" y="57"/>
                  <a:pt x="717" y="58"/>
                </a:cubicBezTo>
                <a:cubicBezTo>
                  <a:pt x="716" y="58"/>
                  <a:pt x="716" y="62"/>
                  <a:pt x="716" y="63"/>
                </a:cubicBezTo>
                <a:cubicBezTo>
                  <a:pt x="716" y="63"/>
                  <a:pt x="717" y="64"/>
                  <a:pt x="718" y="64"/>
                </a:cubicBezTo>
                <a:cubicBezTo>
                  <a:pt x="719" y="65"/>
                  <a:pt x="718" y="66"/>
                  <a:pt x="718" y="67"/>
                </a:cubicBezTo>
                <a:cubicBezTo>
                  <a:pt x="718" y="68"/>
                  <a:pt x="717" y="69"/>
                  <a:pt x="717" y="70"/>
                </a:cubicBezTo>
                <a:cubicBezTo>
                  <a:pt x="716" y="71"/>
                  <a:pt x="716" y="71"/>
                  <a:pt x="715" y="72"/>
                </a:cubicBezTo>
                <a:cubicBezTo>
                  <a:pt x="715" y="73"/>
                  <a:pt x="714" y="75"/>
                  <a:pt x="714" y="75"/>
                </a:cubicBezTo>
                <a:cubicBezTo>
                  <a:pt x="714" y="76"/>
                  <a:pt x="713" y="77"/>
                  <a:pt x="713" y="78"/>
                </a:cubicBezTo>
                <a:cubicBezTo>
                  <a:pt x="713" y="78"/>
                  <a:pt x="715" y="81"/>
                  <a:pt x="715" y="81"/>
                </a:cubicBezTo>
                <a:cubicBezTo>
                  <a:pt x="715" y="82"/>
                  <a:pt x="715" y="83"/>
                  <a:pt x="714" y="84"/>
                </a:cubicBezTo>
                <a:cubicBezTo>
                  <a:pt x="714" y="85"/>
                  <a:pt x="714" y="85"/>
                  <a:pt x="715" y="86"/>
                </a:cubicBezTo>
                <a:cubicBezTo>
                  <a:pt x="715" y="86"/>
                  <a:pt x="716" y="89"/>
                  <a:pt x="717" y="90"/>
                </a:cubicBezTo>
                <a:cubicBezTo>
                  <a:pt x="717" y="91"/>
                  <a:pt x="716" y="92"/>
                  <a:pt x="716" y="93"/>
                </a:cubicBezTo>
                <a:cubicBezTo>
                  <a:pt x="716" y="94"/>
                  <a:pt x="715" y="95"/>
                  <a:pt x="715" y="96"/>
                </a:cubicBezTo>
                <a:cubicBezTo>
                  <a:pt x="715" y="97"/>
                  <a:pt x="715" y="98"/>
                  <a:pt x="715" y="99"/>
                </a:cubicBezTo>
                <a:cubicBezTo>
                  <a:pt x="715" y="101"/>
                  <a:pt x="716" y="102"/>
                  <a:pt x="716" y="103"/>
                </a:cubicBezTo>
                <a:cubicBezTo>
                  <a:pt x="716" y="104"/>
                  <a:pt x="717" y="107"/>
                  <a:pt x="717" y="108"/>
                </a:cubicBezTo>
                <a:cubicBezTo>
                  <a:pt x="717" y="108"/>
                  <a:pt x="718" y="110"/>
                  <a:pt x="718" y="111"/>
                </a:cubicBezTo>
                <a:cubicBezTo>
                  <a:pt x="718" y="112"/>
                  <a:pt x="718" y="113"/>
                  <a:pt x="717" y="114"/>
                </a:cubicBezTo>
                <a:cubicBezTo>
                  <a:pt x="717" y="115"/>
                  <a:pt x="716" y="116"/>
                  <a:pt x="716" y="118"/>
                </a:cubicBezTo>
                <a:cubicBezTo>
                  <a:pt x="715" y="119"/>
                  <a:pt x="715" y="120"/>
                  <a:pt x="715" y="120"/>
                </a:cubicBezTo>
                <a:cubicBezTo>
                  <a:pt x="715" y="121"/>
                  <a:pt x="715" y="123"/>
                  <a:pt x="714" y="124"/>
                </a:cubicBezTo>
                <a:cubicBezTo>
                  <a:pt x="714" y="126"/>
                  <a:pt x="713" y="126"/>
                  <a:pt x="713" y="128"/>
                </a:cubicBezTo>
                <a:cubicBezTo>
                  <a:pt x="713" y="129"/>
                  <a:pt x="712" y="132"/>
                  <a:pt x="712" y="133"/>
                </a:cubicBezTo>
                <a:cubicBezTo>
                  <a:pt x="712" y="133"/>
                  <a:pt x="712" y="134"/>
                  <a:pt x="712" y="135"/>
                </a:cubicBezTo>
                <a:cubicBezTo>
                  <a:pt x="712" y="136"/>
                  <a:pt x="712" y="139"/>
                  <a:pt x="712" y="140"/>
                </a:cubicBezTo>
                <a:cubicBezTo>
                  <a:pt x="712" y="141"/>
                  <a:pt x="711" y="141"/>
                  <a:pt x="711" y="142"/>
                </a:cubicBezTo>
                <a:cubicBezTo>
                  <a:pt x="710" y="143"/>
                  <a:pt x="710" y="144"/>
                  <a:pt x="710" y="145"/>
                </a:cubicBezTo>
                <a:cubicBezTo>
                  <a:pt x="709" y="146"/>
                  <a:pt x="709" y="149"/>
                  <a:pt x="708" y="150"/>
                </a:cubicBezTo>
                <a:cubicBezTo>
                  <a:pt x="708" y="151"/>
                  <a:pt x="708" y="152"/>
                  <a:pt x="707" y="154"/>
                </a:cubicBezTo>
                <a:cubicBezTo>
                  <a:pt x="706" y="155"/>
                  <a:pt x="705" y="157"/>
                  <a:pt x="705" y="157"/>
                </a:cubicBezTo>
                <a:cubicBezTo>
                  <a:pt x="705" y="158"/>
                  <a:pt x="701" y="161"/>
                  <a:pt x="700" y="162"/>
                </a:cubicBezTo>
                <a:cubicBezTo>
                  <a:pt x="700" y="163"/>
                  <a:pt x="701" y="163"/>
                  <a:pt x="701" y="165"/>
                </a:cubicBezTo>
                <a:cubicBezTo>
                  <a:pt x="701" y="167"/>
                  <a:pt x="700" y="168"/>
                  <a:pt x="700" y="169"/>
                </a:cubicBezTo>
                <a:cubicBezTo>
                  <a:pt x="700" y="170"/>
                  <a:pt x="699" y="171"/>
                  <a:pt x="699" y="173"/>
                </a:cubicBezTo>
                <a:cubicBezTo>
                  <a:pt x="698" y="174"/>
                  <a:pt x="697" y="175"/>
                  <a:pt x="696" y="176"/>
                </a:cubicBezTo>
                <a:cubicBezTo>
                  <a:pt x="696" y="176"/>
                  <a:pt x="692" y="178"/>
                  <a:pt x="690" y="179"/>
                </a:cubicBezTo>
                <a:cubicBezTo>
                  <a:pt x="688" y="180"/>
                  <a:pt x="686" y="181"/>
                  <a:pt x="685" y="181"/>
                </a:cubicBezTo>
                <a:cubicBezTo>
                  <a:pt x="683" y="182"/>
                  <a:pt x="681" y="182"/>
                  <a:pt x="679" y="182"/>
                </a:cubicBezTo>
                <a:cubicBezTo>
                  <a:pt x="678" y="182"/>
                  <a:pt x="676" y="181"/>
                  <a:pt x="676" y="180"/>
                </a:cubicBezTo>
                <a:cubicBezTo>
                  <a:pt x="675" y="180"/>
                  <a:pt x="673" y="179"/>
                  <a:pt x="672" y="179"/>
                </a:cubicBezTo>
                <a:cubicBezTo>
                  <a:pt x="671" y="178"/>
                  <a:pt x="669" y="178"/>
                  <a:pt x="668" y="177"/>
                </a:cubicBezTo>
                <a:cubicBezTo>
                  <a:pt x="667" y="176"/>
                  <a:pt x="665" y="174"/>
                  <a:pt x="664" y="174"/>
                </a:cubicBezTo>
                <a:cubicBezTo>
                  <a:pt x="664" y="173"/>
                  <a:pt x="662" y="173"/>
                  <a:pt x="661" y="173"/>
                </a:cubicBezTo>
                <a:cubicBezTo>
                  <a:pt x="659" y="173"/>
                  <a:pt x="658" y="172"/>
                  <a:pt x="658" y="172"/>
                </a:cubicBezTo>
                <a:cubicBezTo>
                  <a:pt x="657" y="171"/>
                  <a:pt x="656" y="169"/>
                  <a:pt x="656" y="169"/>
                </a:cubicBezTo>
                <a:cubicBezTo>
                  <a:pt x="656" y="168"/>
                  <a:pt x="655" y="167"/>
                  <a:pt x="655" y="166"/>
                </a:cubicBezTo>
                <a:cubicBezTo>
                  <a:pt x="655" y="165"/>
                  <a:pt x="655" y="163"/>
                  <a:pt x="654" y="163"/>
                </a:cubicBezTo>
                <a:cubicBezTo>
                  <a:pt x="654" y="162"/>
                  <a:pt x="653" y="161"/>
                  <a:pt x="652" y="161"/>
                </a:cubicBezTo>
                <a:cubicBezTo>
                  <a:pt x="650" y="161"/>
                  <a:pt x="649" y="160"/>
                  <a:pt x="647" y="159"/>
                </a:cubicBezTo>
                <a:cubicBezTo>
                  <a:pt x="646" y="159"/>
                  <a:pt x="644" y="158"/>
                  <a:pt x="644" y="158"/>
                </a:cubicBezTo>
                <a:cubicBezTo>
                  <a:pt x="643" y="158"/>
                  <a:pt x="641" y="158"/>
                  <a:pt x="639" y="158"/>
                </a:cubicBezTo>
                <a:cubicBezTo>
                  <a:pt x="637" y="158"/>
                  <a:pt x="634" y="157"/>
                  <a:pt x="633" y="156"/>
                </a:cubicBezTo>
                <a:cubicBezTo>
                  <a:pt x="632" y="156"/>
                  <a:pt x="630" y="154"/>
                  <a:pt x="629" y="154"/>
                </a:cubicBezTo>
                <a:cubicBezTo>
                  <a:pt x="629" y="153"/>
                  <a:pt x="627" y="152"/>
                  <a:pt x="626" y="151"/>
                </a:cubicBezTo>
                <a:cubicBezTo>
                  <a:pt x="626" y="404"/>
                  <a:pt x="626" y="404"/>
                  <a:pt x="626" y="404"/>
                </a:cubicBezTo>
                <a:cubicBezTo>
                  <a:pt x="701" y="404"/>
                  <a:pt x="701" y="404"/>
                  <a:pt x="701" y="404"/>
                </a:cubicBezTo>
                <a:cubicBezTo>
                  <a:pt x="701" y="489"/>
                  <a:pt x="701" y="489"/>
                  <a:pt x="701" y="489"/>
                </a:cubicBezTo>
                <a:cubicBezTo>
                  <a:pt x="900" y="489"/>
                  <a:pt x="900" y="489"/>
                  <a:pt x="900" y="489"/>
                </a:cubicBezTo>
                <a:cubicBezTo>
                  <a:pt x="900" y="489"/>
                  <a:pt x="901" y="488"/>
                  <a:pt x="901" y="488"/>
                </a:cubicBezTo>
                <a:close/>
                <a:moveTo>
                  <a:pt x="772" y="817"/>
                </a:moveTo>
                <a:cubicBezTo>
                  <a:pt x="772" y="816"/>
                  <a:pt x="773" y="816"/>
                  <a:pt x="773" y="815"/>
                </a:cubicBezTo>
                <a:cubicBezTo>
                  <a:pt x="773" y="815"/>
                  <a:pt x="774" y="814"/>
                  <a:pt x="774" y="814"/>
                </a:cubicBezTo>
                <a:cubicBezTo>
                  <a:pt x="774" y="813"/>
                  <a:pt x="774" y="813"/>
                  <a:pt x="775" y="812"/>
                </a:cubicBezTo>
                <a:cubicBezTo>
                  <a:pt x="775" y="812"/>
                  <a:pt x="775" y="812"/>
                  <a:pt x="775" y="812"/>
                </a:cubicBezTo>
                <a:cubicBezTo>
                  <a:pt x="775" y="811"/>
                  <a:pt x="776" y="811"/>
                  <a:pt x="776" y="812"/>
                </a:cubicBezTo>
                <a:cubicBezTo>
                  <a:pt x="777" y="812"/>
                  <a:pt x="777" y="812"/>
                  <a:pt x="778" y="812"/>
                </a:cubicBezTo>
                <a:cubicBezTo>
                  <a:pt x="778" y="813"/>
                  <a:pt x="779" y="813"/>
                  <a:pt x="779" y="813"/>
                </a:cubicBezTo>
                <a:cubicBezTo>
                  <a:pt x="779" y="814"/>
                  <a:pt x="779" y="814"/>
                  <a:pt x="780" y="814"/>
                </a:cubicBezTo>
                <a:cubicBezTo>
                  <a:pt x="780" y="817"/>
                  <a:pt x="780" y="821"/>
                  <a:pt x="779" y="824"/>
                </a:cubicBezTo>
                <a:cubicBezTo>
                  <a:pt x="779" y="824"/>
                  <a:pt x="779" y="825"/>
                  <a:pt x="779" y="825"/>
                </a:cubicBezTo>
                <a:cubicBezTo>
                  <a:pt x="779" y="825"/>
                  <a:pt x="778" y="826"/>
                  <a:pt x="778" y="826"/>
                </a:cubicBezTo>
                <a:cubicBezTo>
                  <a:pt x="776" y="827"/>
                  <a:pt x="775" y="828"/>
                  <a:pt x="774" y="827"/>
                </a:cubicBezTo>
                <a:cubicBezTo>
                  <a:pt x="774" y="827"/>
                  <a:pt x="773" y="827"/>
                  <a:pt x="773" y="827"/>
                </a:cubicBezTo>
                <a:cubicBezTo>
                  <a:pt x="773" y="827"/>
                  <a:pt x="773" y="827"/>
                  <a:pt x="773" y="827"/>
                </a:cubicBezTo>
                <a:cubicBezTo>
                  <a:pt x="773" y="827"/>
                  <a:pt x="773" y="826"/>
                  <a:pt x="773" y="825"/>
                </a:cubicBezTo>
                <a:cubicBezTo>
                  <a:pt x="774" y="825"/>
                  <a:pt x="774" y="824"/>
                  <a:pt x="774" y="824"/>
                </a:cubicBezTo>
                <a:cubicBezTo>
                  <a:pt x="774" y="824"/>
                  <a:pt x="774" y="823"/>
                  <a:pt x="774" y="823"/>
                </a:cubicBezTo>
                <a:cubicBezTo>
                  <a:pt x="772" y="821"/>
                  <a:pt x="772" y="819"/>
                  <a:pt x="772" y="817"/>
                </a:cubicBezTo>
                <a:close/>
                <a:moveTo>
                  <a:pt x="876" y="827"/>
                </a:moveTo>
                <a:cubicBezTo>
                  <a:pt x="877" y="828"/>
                  <a:pt x="877" y="829"/>
                  <a:pt x="877" y="829"/>
                </a:cubicBezTo>
                <a:cubicBezTo>
                  <a:pt x="877" y="830"/>
                  <a:pt x="877" y="831"/>
                  <a:pt x="877" y="832"/>
                </a:cubicBezTo>
                <a:cubicBezTo>
                  <a:pt x="878" y="832"/>
                  <a:pt x="878" y="832"/>
                  <a:pt x="878" y="832"/>
                </a:cubicBezTo>
                <a:cubicBezTo>
                  <a:pt x="878" y="832"/>
                  <a:pt x="878" y="833"/>
                  <a:pt x="879" y="833"/>
                </a:cubicBezTo>
                <a:cubicBezTo>
                  <a:pt x="879" y="833"/>
                  <a:pt x="879" y="833"/>
                  <a:pt x="879" y="833"/>
                </a:cubicBezTo>
                <a:cubicBezTo>
                  <a:pt x="879" y="833"/>
                  <a:pt x="879" y="833"/>
                  <a:pt x="880" y="833"/>
                </a:cubicBezTo>
                <a:cubicBezTo>
                  <a:pt x="880" y="833"/>
                  <a:pt x="880" y="833"/>
                  <a:pt x="880" y="833"/>
                </a:cubicBezTo>
                <a:cubicBezTo>
                  <a:pt x="880" y="833"/>
                  <a:pt x="880" y="832"/>
                  <a:pt x="880" y="832"/>
                </a:cubicBezTo>
                <a:cubicBezTo>
                  <a:pt x="880" y="832"/>
                  <a:pt x="881" y="832"/>
                  <a:pt x="881" y="832"/>
                </a:cubicBezTo>
                <a:cubicBezTo>
                  <a:pt x="881" y="831"/>
                  <a:pt x="882" y="831"/>
                  <a:pt x="882" y="831"/>
                </a:cubicBezTo>
                <a:cubicBezTo>
                  <a:pt x="882" y="831"/>
                  <a:pt x="882" y="831"/>
                  <a:pt x="882" y="831"/>
                </a:cubicBezTo>
                <a:cubicBezTo>
                  <a:pt x="883" y="831"/>
                  <a:pt x="883" y="831"/>
                  <a:pt x="883" y="830"/>
                </a:cubicBezTo>
                <a:cubicBezTo>
                  <a:pt x="884" y="830"/>
                  <a:pt x="884" y="830"/>
                  <a:pt x="884" y="830"/>
                </a:cubicBezTo>
                <a:cubicBezTo>
                  <a:pt x="884" y="828"/>
                  <a:pt x="884" y="826"/>
                  <a:pt x="884" y="824"/>
                </a:cubicBezTo>
                <a:cubicBezTo>
                  <a:pt x="884" y="824"/>
                  <a:pt x="884" y="823"/>
                  <a:pt x="883" y="823"/>
                </a:cubicBezTo>
                <a:cubicBezTo>
                  <a:pt x="883" y="823"/>
                  <a:pt x="883" y="823"/>
                  <a:pt x="883" y="822"/>
                </a:cubicBezTo>
                <a:cubicBezTo>
                  <a:pt x="882" y="822"/>
                  <a:pt x="882" y="822"/>
                  <a:pt x="881" y="822"/>
                </a:cubicBezTo>
                <a:cubicBezTo>
                  <a:pt x="881" y="822"/>
                  <a:pt x="880" y="822"/>
                  <a:pt x="880" y="822"/>
                </a:cubicBezTo>
                <a:cubicBezTo>
                  <a:pt x="879" y="821"/>
                  <a:pt x="879" y="820"/>
                  <a:pt x="879" y="820"/>
                </a:cubicBezTo>
                <a:cubicBezTo>
                  <a:pt x="879" y="819"/>
                  <a:pt x="878" y="818"/>
                  <a:pt x="877" y="818"/>
                </a:cubicBezTo>
                <a:cubicBezTo>
                  <a:pt x="877" y="818"/>
                  <a:pt x="877" y="818"/>
                  <a:pt x="876" y="817"/>
                </a:cubicBezTo>
                <a:cubicBezTo>
                  <a:pt x="876" y="817"/>
                  <a:pt x="876" y="817"/>
                  <a:pt x="876" y="817"/>
                </a:cubicBezTo>
                <a:cubicBezTo>
                  <a:pt x="876" y="817"/>
                  <a:pt x="875" y="816"/>
                  <a:pt x="875" y="816"/>
                </a:cubicBezTo>
                <a:cubicBezTo>
                  <a:pt x="875" y="816"/>
                  <a:pt x="874" y="816"/>
                  <a:pt x="874" y="816"/>
                </a:cubicBezTo>
                <a:cubicBezTo>
                  <a:pt x="874" y="816"/>
                  <a:pt x="873" y="817"/>
                  <a:pt x="873" y="817"/>
                </a:cubicBezTo>
                <a:cubicBezTo>
                  <a:pt x="873" y="818"/>
                  <a:pt x="872" y="819"/>
                  <a:pt x="872" y="819"/>
                </a:cubicBezTo>
                <a:cubicBezTo>
                  <a:pt x="872" y="819"/>
                  <a:pt x="871" y="820"/>
                  <a:pt x="871" y="820"/>
                </a:cubicBezTo>
                <a:cubicBezTo>
                  <a:pt x="871" y="820"/>
                  <a:pt x="871" y="820"/>
                  <a:pt x="871" y="821"/>
                </a:cubicBezTo>
                <a:cubicBezTo>
                  <a:pt x="871" y="821"/>
                  <a:pt x="872" y="821"/>
                  <a:pt x="872" y="821"/>
                </a:cubicBezTo>
                <a:cubicBezTo>
                  <a:pt x="873" y="821"/>
                  <a:pt x="873" y="821"/>
                  <a:pt x="873" y="821"/>
                </a:cubicBezTo>
                <a:cubicBezTo>
                  <a:pt x="874" y="822"/>
                  <a:pt x="874" y="822"/>
                  <a:pt x="874" y="823"/>
                </a:cubicBezTo>
                <a:cubicBezTo>
                  <a:pt x="874" y="823"/>
                  <a:pt x="874" y="824"/>
                  <a:pt x="874" y="824"/>
                </a:cubicBezTo>
                <a:cubicBezTo>
                  <a:pt x="874" y="824"/>
                  <a:pt x="875" y="824"/>
                  <a:pt x="875" y="825"/>
                </a:cubicBezTo>
                <a:cubicBezTo>
                  <a:pt x="875" y="825"/>
                  <a:pt x="875" y="826"/>
                  <a:pt x="875" y="826"/>
                </a:cubicBezTo>
                <a:cubicBezTo>
                  <a:pt x="876" y="827"/>
                  <a:pt x="876" y="827"/>
                  <a:pt x="876" y="827"/>
                </a:cubicBezTo>
                <a:close/>
                <a:moveTo>
                  <a:pt x="877" y="838"/>
                </a:moveTo>
                <a:cubicBezTo>
                  <a:pt x="877" y="838"/>
                  <a:pt x="878" y="838"/>
                  <a:pt x="878" y="839"/>
                </a:cubicBezTo>
                <a:cubicBezTo>
                  <a:pt x="878" y="839"/>
                  <a:pt x="878" y="839"/>
                  <a:pt x="879" y="840"/>
                </a:cubicBezTo>
                <a:cubicBezTo>
                  <a:pt x="879" y="840"/>
                  <a:pt x="879" y="840"/>
                  <a:pt x="879" y="840"/>
                </a:cubicBezTo>
                <a:cubicBezTo>
                  <a:pt x="880" y="840"/>
                  <a:pt x="881" y="840"/>
                  <a:pt x="882" y="840"/>
                </a:cubicBezTo>
                <a:cubicBezTo>
                  <a:pt x="882" y="840"/>
                  <a:pt x="883" y="839"/>
                  <a:pt x="883" y="839"/>
                </a:cubicBezTo>
                <a:cubicBezTo>
                  <a:pt x="883" y="839"/>
                  <a:pt x="883" y="839"/>
                  <a:pt x="883" y="839"/>
                </a:cubicBezTo>
                <a:cubicBezTo>
                  <a:pt x="883" y="839"/>
                  <a:pt x="883" y="839"/>
                  <a:pt x="883" y="839"/>
                </a:cubicBezTo>
                <a:cubicBezTo>
                  <a:pt x="884" y="839"/>
                  <a:pt x="884" y="839"/>
                  <a:pt x="885" y="839"/>
                </a:cubicBezTo>
                <a:cubicBezTo>
                  <a:pt x="885" y="839"/>
                  <a:pt x="885" y="839"/>
                  <a:pt x="885" y="840"/>
                </a:cubicBezTo>
                <a:cubicBezTo>
                  <a:pt x="885" y="840"/>
                  <a:pt x="885" y="840"/>
                  <a:pt x="885" y="840"/>
                </a:cubicBezTo>
                <a:cubicBezTo>
                  <a:pt x="885" y="840"/>
                  <a:pt x="885" y="841"/>
                  <a:pt x="885" y="841"/>
                </a:cubicBezTo>
                <a:cubicBezTo>
                  <a:pt x="885" y="841"/>
                  <a:pt x="886" y="841"/>
                  <a:pt x="886" y="841"/>
                </a:cubicBezTo>
                <a:cubicBezTo>
                  <a:pt x="886" y="841"/>
                  <a:pt x="886" y="841"/>
                  <a:pt x="886" y="841"/>
                </a:cubicBezTo>
                <a:cubicBezTo>
                  <a:pt x="886" y="840"/>
                  <a:pt x="886" y="840"/>
                  <a:pt x="886" y="840"/>
                </a:cubicBezTo>
                <a:cubicBezTo>
                  <a:pt x="886" y="840"/>
                  <a:pt x="887" y="840"/>
                  <a:pt x="887" y="840"/>
                </a:cubicBezTo>
                <a:cubicBezTo>
                  <a:pt x="887" y="840"/>
                  <a:pt x="888" y="840"/>
                  <a:pt x="888" y="840"/>
                </a:cubicBezTo>
                <a:cubicBezTo>
                  <a:pt x="888" y="839"/>
                  <a:pt x="888" y="839"/>
                  <a:pt x="888" y="838"/>
                </a:cubicBezTo>
                <a:cubicBezTo>
                  <a:pt x="888" y="838"/>
                  <a:pt x="888" y="838"/>
                  <a:pt x="888" y="838"/>
                </a:cubicBezTo>
                <a:cubicBezTo>
                  <a:pt x="888" y="838"/>
                  <a:pt x="888" y="837"/>
                  <a:pt x="888" y="837"/>
                </a:cubicBezTo>
                <a:cubicBezTo>
                  <a:pt x="887" y="837"/>
                  <a:pt x="887" y="837"/>
                  <a:pt x="887" y="837"/>
                </a:cubicBezTo>
                <a:cubicBezTo>
                  <a:pt x="887" y="836"/>
                  <a:pt x="886" y="836"/>
                  <a:pt x="886" y="836"/>
                </a:cubicBezTo>
                <a:cubicBezTo>
                  <a:pt x="886" y="835"/>
                  <a:pt x="885" y="835"/>
                  <a:pt x="885" y="835"/>
                </a:cubicBezTo>
                <a:cubicBezTo>
                  <a:pt x="885" y="835"/>
                  <a:pt x="885" y="835"/>
                  <a:pt x="885" y="835"/>
                </a:cubicBezTo>
                <a:cubicBezTo>
                  <a:pt x="885" y="834"/>
                  <a:pt x="884" y="834"/>
                  <a:pt x="884" y="835"/>
                </a:cubicBezTo>
                <a:cubicBezTo>
                  <a:pt x="884" y="835"/>
                  <a:pt x="883" y="835"/>
                  <a:pt x="883" y="835"/>
                </a:cubicBezTo>
                <a:cubicBezTo>
                  <a:pt x="883" y="835"/>
                  <a:pt x="883" y="835"/>
                  <a:pt x="882" y="835"/>
                </a:cubicBezTo>
                <a:cubicBezTo>
                  <a:pt x="882" y="835"/>
                  <a:pt x="882" y="835"/>
                  <a:pt x="882" y="836"/>
                </a:cubicBezTo>
                <a:cubicBezTo>
                  <a:pt x="881" y="836"/>
                  <a:pt x="881" y="836"/>
                  <a:pt x="880" y="836"/>
                </a:cubicBezTo>
                <a:cubicBezTo>
                  <a:pt x="879" y="837"/>
                  <a:pt x="879" y="836"/>
                  <a:pt x="878" y="836"/>
                </a:cubicBezTo>
                <a:cubicBezTo>
                  <a:pt x="878" y="836"/>
                  <a:pt x="877" y="837"/>
                  <a:pt x="877" y="837"/>
                </a:cubicBezTo>
                <a:cubicBezTo>
                  <a:pt x="877" y="837"/>
                  <a:pt x="877" y="837"/>
                  <a:pt x="877" y="838"/>
                </a:cubicBezTo>
                <a:cubicBezTo>
                  <a:pt x="876" y="838"/>
                  <a:pt x="876" y="838"/>
                  <a:pt x="876" y="838"/>
                </a:cubicBezTo>
                <a:cubicBezTo>
                  <a:pt x="876" y="838"/>
                  <a:pt x="876" y="838"/>
                  <a:pt x="877" y="838"/>
                </a:cubicBezTo>
                <a:close/>
                <a:moveTo>
                  <a:pt x="882" y="841"/>
                </a:moveTo>
                <a:cubicBezTo>
                  <a:pt x="882" y="841"/>
                  <a:pt x="882" y="841"/>
                  <a:pt x="882" y="841"/>
                </a:cubicBezTo>
                <a:cubicBezTo>
                  <a:pt x="882" y="841"/>
                  <a:pt x="881" y="841"/>
                  <a:pt x="881" y="841"/>
                </a:cubicBezTo>
                <a:cubicBezTo>
                  <a:pt x="880" y="840"/>
                  <a:pt x="879" y="841"/>
                  <a:pt x="880" y="842"/>
                </a:cubicBezTo>
                <a:cubicBezTo>
                  <a:pt x="880" y="843"/>
                  <a:pt x="880" y="843"/>
                  <a:pt x="881" y="843"/>
                </a:cubicBezTo>
                <a:cubicBezTo>
                  <a:pt x="881" y="843"/>
                  <a:pt x="881" y="842"/>
                  <a:pt x="882" y="841"/>
                </a:cubicBezTo>
                <a:close/>
                <a:moveTo>
                  <a:pt x="847" y="946"/>
                </a:moveTo>
                <a:cubicBezTo>
                  <a:pt x="847" y="946"/>
                  <a:pt x="848" y="946"/>
                  <a:pt x="848" y="946"/>
                </a:cubicBezTo>
                <a:cubicBezTo>
                  <a:pt x="848" y="946"/>
                  <a:pt x="849" y="945"/>
                  <a:pt x="849" y="945"/>
                </a:cubicBezTo>
                <a:cubicBezTo>
                  <a:pt x="849" y="944"/>
                  <a:pt x="849" y="943"/>
                  <a:pt x="849" y="943"/>
                </a:cubicBezTo>
                <a:cubicBezTo>
                  <a:pt x="849" y="942"/>
                  <a:pt x="851" y="942"/>
                  <a:pt x="851" y="941"/>
                </a:cubicBezTo>
                <a:cubicBezTo>
                  <a:pt x="851" y="940"/>
                  <a:pt x="850" y="939"/>
                  <a:pt x="851" y="939"/>
                </a:cubicBezTo>
                <a:cubicBezTo>
                  <a:pt x="851" y="939"/>
                  <a:pt x="851" y="939"/>
                  <a:pt x="851" y="939"/>
                </a:cubicBezTo>
                <a:cubicBezTo>
                  <a:pt x="852" y="938"/>
                  <a:pt x="852" y="938"/>
                  <a:pt x="852" y="937"/>
                </a:cubicBezTo>
                <a:cubicBezTo>
                  <a:pt x="852" y="936"/>
                  <a:pt x="851" y="936"/>
                  <a:pt x="852" y="935"/>
                </a:cubicBezTo>
                <a:cubicBezTo>
                  <a:pt x="852" y="935"/>
                  <a:pt x="852" y="935"/>
                  <a:pt x="853" y="935"/>
                </a:cubicBezTo>
                <a:cubicBezTo>
                  <a:pt x="853" y="934"/>
                  <a:pt x="853" y="934"/>
                  <a:pt x="853" y="934"/>
                </a:cubicBezTo>
                <a:cubicBezTo>
                  <a:pt x="853" y="933"/>
                  <a:pt x="852" y="933"/>
                  <a:pt x="852" y="933"/>
                </a:cubicBezTo>
                <a:cubicBezTo>
                  <a:pt x="851" y="932"/>
                  <a:pt x="852" y="932"/>
                  <a:pt x="852" y="932"/>
                </a:cubicBezTo>
                <a:cubicBezTo>
                  <a:pt x="853" y="931"/>
                  <a:pt x="853" y="932"/>
                  <a:pt x="854" y="932"/>
                </a:cubicBezTo>
                <a:cubicBezTo>
                  <a:pt x="854" y="932"/>
                  <a:pt x="855" y="933"/>
                  <a:pt x="855" y="933"/>
                </a:cubicBezTo>
                <a:cubicBezTo>
                  <a:pt x="855" y="934"/>
                  <a:pt x="856" y="934"/>
                  <a:pt x="856" y="934"/>
                </a:cubicBezTo>
                <a:cubicBezTo>
                  <a:pt x="857" y="934"/>
                  <a:pt x="857" y="934"/>
                  <a:pt x="857" y="933"/>
                </a:cubicBezTo>
                <a:cubicBezTo>
                  <a:pt x="857" y="933"/>
                  <a:pt x="857" y="932"/>
                  <a:pt x="857" y="932"/>
                </a:cubicBezTo>
                <a:cubicBezTo>
                  <a:pt x="857" y="930"/>
                  <a:pt x="858" y="929"/>
                  <a:pt x="859" y="928"/>
                </a:cubicBezTo>
                <a:cubicBezTo>
                  <a:pt x="860" y="928"/>
                  <a:pt x="859" y="930"/>
                  <a:pt x="860" y="930"/>
                </a:cubicBezTo>
                <a:cubicBezTo>
                  <a:pt x="860" y="931"/>
                  <a:pt x="860" y="931"/>
                  <a:pt x="860" y="931"/>
                </a:cubicBezTo>
                <a:cubicBezTo>
                  <a:pt x="861" y="931"/>
                  <a:pt x="861" y="932"/>
                  <a:pt x="861" y="932"/>
                </a:cubicBezTo>
                <a:cubicBezTo>
                  <a:pt x="861" y="932"/>
                  <a:pt x="861" y="933"/>
                  <a:pt x="862" y="933"/>
                </a:cubicBezTo>
                <a:cubicBezTo>
                  <a:pt x="862" y="931"/>
                  <a:pt x="862" y="930"/>
                  <a:pt x="862" y="929"/>
                </a:cubicBezTo>
                <a:cubicBezTo>
                  <a:pt x="861" y="929"/>
                  <a:pt x="861" y="928"/>
                  <a:pt x="860" y="927"/>
                </a:cubicBezTo>
                <a:cubicBezTo>
                  <a:pt x="860" y="926"/>
                  <a:pt x="860" y="924"/>
                  <a:pt x="860" y="922"/>
                </a:cubicBezTo>
                <a:cubicBezTo>
                  <a:pt x="860" y="921"/>
                  <a:pt x="860" y="921"/>
                  <a:pt x="860" y="921"/>
                </a:cubicBezTo>
                <a:cubicBezTo>
                  <a:pt x="860" y="921"/>
                  <a:pt x="861" y="921"/>
                  <a:pt x="861" y="921"/>
                </a:cubicBezTo>
                <a:cubicBezTo>
                  <a:pt x="862" y="922"/>
                  <a:pt x="863" y="922"/>
                  <a:pt x="863" y="923"/>
                </a:cubicBezTo>
                <a:cubicBezTo>
                  <a:pt x="863" y="923"/>
                  <a:pt x="863" y="924"/>
                  <a:pt x="863" y="924"/>
                </a:cubicBezTo>
                <a:cubicBezTo>
                  <a:pt x="864" y="924"/>
                  <a:pt x="864" y="924"/>
                  <a:pt x="864" y="923"/>
                </a:cubicBezTo>
                <a:cubicBezTo>
                  <a:pt x="864" y="923"/>
                  <a:pt x="864" y="922"/>
                  <a:pt x="864" y="922"/>
                </a:cubicBezTo>
                <a:cubicBezTo>
                  <a:pt x="864" y="921"/>
                  <a:pt x="864" y="921"/>
                  <a:pt x="864" y="920"/>
                </a:cubicBezTo>
                <a:cubicBezTo>
                  <a:pt x="865" y="920"/>
                  <a:pt x="865" y="920"/>
                  <a:pt x="865" y="920"/>
                </a:cubicBezTo>
                <a:cubicBezTo>
                  <a:pt x="866" y="920"/>
                  <a:pt x="866" y="919"/>
                  <a:pt x="866" y="918"/>
                </a:cubicBezTo>
                <a:cubicBezTo>
                  <a:pt x="867" y="919"/>
                  <a:pt x="868" y="920"/>
                  <a:pt x="869" y="921"/>
                </a:cubicBezTo>
                <a:cubicBezTo>
                  <a:pt x="869" y="921"/>
                  <a:pt x="870" y="921"/>
                  <a:pt x="871" y="921"/>
                </a:cubicBezTo>
                <a:cubicBezTo>
                  <a:pt x="871" y="921"/>
                  <a:pt x="872" y="922"/>
                  <a:pt x="872" y="922"/>
                </a:cubicBezTo>
                <a:cubicBezTo>
                  <a:pt x="873" y="922"/>
                  <a:pt x="873" y="923"/>
                  <a:pt x="873" y="924"/>
                </a:cubicBezTo>
                <a:cubicBezTo>
                  <a:pt x="873" y="924"/>
                  <a:pt x="873" y="925"/>
                  <a:pt x="872" y="926"/>
                </a:cubicBezTo>
                <a:cubicBezTo>
                  <a:pt x="872" y="926"/>
                  <a:pt x="871" y="926"/>
                  <a:pt x="870" y="925"/>
                </a:cubicBezTo>
                <a:cubicBezTo>
                  <a:pt x="870" y="925"/>
                  <a:pt x="869" y="924"/>
                  <a:pt x="869" y="923"/>
                </a:cubicBezTo>
                <a:cubicBezTo>
                  <a:pt x="868" y="923"/>
                  <a:pt x="867" y="925"/>
                  <a:pt x="867" y="926"/>
                </a:cubicBezTo>
                <a:cubicBezTo>
                  <a:pt x="867" y="926"/>
                  <a:pt x="867" y="927"/>
                  <a:pt x="868" y="928"/>
                </a:cubicBezTo>
                <a:cubicBezTo>
                  <a:pt x="868" y="928"/>
                  <a:pt x="869" y="928"/>
                  <a:pt x="869" y="928"/>
                </a:cubicBezTo>
                <a:cubicBezTo>
                  <a:pt x="869" y="928"/>
                  <a:pt x="870" y="928"/>
                  <a:pt x="869" y="929"/>
                </a:cubicBezTo>
                <a:cubicBezTo>
                  <a:pt x="869" y="929"/>
                  <a:pt x="869" y="929"/>
                  <a:pt x="869" y="930"/>
                </a:cubicBezTo>
                <a:cubicBezTo>
                  <a:pt x="868" y="930"/>
                  <a:pt x="868" y="930"/>
                  <a:pt x="868" y="930"/>
                </a:cubicBezTo>
                <a:cubicBezTo>
                  <a:pt x="868" y="931"/>
                  <a:pt x="869" y="931"/>
                  <a:pt x="869" y="931"/>
                </a:cubicBezTo>
                <a:cubicBezTo>
                  <a:pt x="870" y="931"/>
                  <a:pt x="870" y="931"/>
                  <a:pt x="870" y="931"/>
                </a:cubicBezTo>
                <a:cubicBezTo>
                  <a:pt x="871" y="931"/>
                  <a:pt x="871" y="932"/>
                  <a:pt x="871" y="932"/>
                </a:cubicBezTo>
                <a:cubicBezTo>
                  <a:pt x="871" y="932"/>
                  <a:pt x="872" y="931"/>
                  <a:pt x="873" y="931"/>
                </a:cubicBezTo>
                <a:cubicBezTo>
                  <a:pt x="874" y="931"/>
                  <a:pt x="875" y="931"/>
                  <a:pt x="876" y="932"/>
                </a:cubicBezTo>
                <a:cubicBezTo>
                  <a:pt x="876" y="932"/>
                  <a:pt x="876" y="932"/>
                  <a:pt x="876" y="932"/>
                </a:cubicBezTo>
                <a:cubicBezTo>
                  <a:pt x="877" y="931"/>
                  <a:pt x="877" y="930"/>
                  <a:pt x="876" y="930"/>
                </a:cubicBezTo>
                <a:cubicBezTo>
                  <a:pt x="876" y="929"/>
                  <a:pt x="876" y="928"/>
                  <a:pt x="875" y="928"/>
                </a:cubicBezTo>
                <a:cubicBezTo>
                  <a:pt x="875" y="927"/>
                  <a:pt x="875" y="925"/>
                  <a:pt x="875" y="924"/>
                </a:cubicBezTo>
                <a:cubicBezTo>
                  <a:pt x="875" y="924"/>
                  <a:pt x="876" y="923"/>
                  <a:pt x="876" y="923"/>
                </a:cubicBezTo>
                <a:cubicBezTo>
                  <a:pt x="876" y="922"/>
                  <a:pt x="875" y="921"/>
                  <a:pt x="875" y="921"/>
                </a:cubicBezTo>
                <a:cubicBezTo>
                  <a:pt x="875" y="920"/>
                  <a:pt x="875" y="920"/>
                  <a:pt x="874" y="920"/>
                </a:cubicBezTo>
                <a:cubicBezTo>
                  <a:pt x="874" y="920"/>
                  <a:pt x="874" y="920"/>
                  <a:pt x="874" y="920"/>
                </a:cubicBezTo>
                <a:cubicBezTo>
                  <a:pt x="873" y="920"/>
                  <a:pt x="873" y="921"/>
                  <a:pt x="873" y="921"/>
                </a:cubicBezTo>
                <a:cubicBezTo>
                  <a:pt x="872" y="920"/>
                  <a:pt x="872" y="920"/>
                  <a:pt x="872" y="920"/>
                </a:cubicBezTo>
                <a:cubicBezTo>
                  <a:pt x="872" y="919"/>
                  <a:pt x="872" y="919"/>
                  <a:pt x="873" y="919"/>
                </a:cubicBezTo>
                <a:cubicBezTo>
                  <a:pt x="874" y="918"/>
                  <a:pt x="875" y="916"/>
                  <a:pt x="875" y="914"/>
                </a:cubicBezTo>
                <a:cubicBezTo>
                  <a:pt x="875" y="913"/>
                  <a:pt x="875" y="912"/>
                  <a:pt x="875" y="912"/>
                </a:cubicBezTo>
                <a:cubicBezTo>
                  <a:pt x="874" y="911"/>
                  <a:pt x="874" y="911"/>
                  <a:pt x="874" y="910"/>
                </a:cubicBezTo>
                <a:cubicBezTo>
                  <a:pt x="874" y="910"/>
                  <a:pt x="874" y="909"/>
                  <a:pt x="874" y="909"/>
                </a:cubicBezTo>
                <a:cubicBezTo>
                  <a:pt x="875" y="909"/>
                  <a:pt x="875" y="909"/>
                  <a:pt x="875" y="909"/>
                </a:cubicBezTo>
                <a:cubicBezTo>
                  <a:pt x="875" y="909"/>
                  <a:pt x="875" y="908"/>
                  <a:pt x="876" y="908"/>
                </a:cubicBezTo>
                <a:cubicBezTo>
                  <a:pt x="876" y="907"/>
                  <a:pt x="876" y="907"/>
                  <a:pt x="876" y="906"/>
                </a:cubicBezTo>
                <a:cubicBezTo>
                  <a:pt x="877" y="904"/>
                  <a:pt x="877" y="901"/>
                  <a:pt x="878" y="899"/>
                </a:cubicBezTo>
                <a:cubicBezTo>
                  <a:pt x="878" y="898"/>
                  <a:pt x="878" y="897"/>
                  <a:pt x="878" y="896"/>
                </a:cubicBezTo>
                <a:cubicBezTo>
                  <a:pt x="878" y="896"/>
                  <a:pt x="878" y="895"/>
                  <a:pt x="878" y="895"/>
                </a:cubicBezTo>
                <a:cubicBezTo>
                  <a:pt x="878" y="894"/>
                  <a:pt x="879" y="894"/>
                  <a:pt x="879" y="894"/>
                </a:cubicBezTo>
                <a:cubicBezTo>
                  <a:pt x="881" y="894"/>
                  <a:pt x="882" y="894"/>
                  <a:pt x="883" y="895"/>
                </a:cubicBezTo>
                <a:cubicBezTo>
                  <a:pt x="883" y="895"/>
                  <a:pt x="883" y="895"/>
                  <a:pt x="883" y="895"/>
                </a:cubicBezTo>
                <a:cubicBezTo>
                  <a:pt x="884" y="895"/>
                  <a:pt x="884" y="896"/>
                  <a:pt x="884" y="897"/>
                </a:cubicBezTo>
                <a:cubicBezTo>
                  <a:pt x="884" y="897"/>
                  <a:pt x="883" y="898"/>
                  <a:pt x="883" y="898"/>
                </a:cubicBezTo>
                <a:cubicBezTo>
                  <a:pt x="883" y="899"/>
                  <a:pt x="884" y="899"/>
                  <a:pt x="884" y="899"/>
                </a:cubicBezTo>
                <a:cubicBezTo>
                  <a:pt x="885" y="899"/>
                  <a:pt x="885" y="899"/>
                  <a:pt x="885" y="899"/>
                </a:cubicBezTo>
                <a:cubicBezTo>
                  <a:pt x="885" y="898"/>
                  <a:pt x="885" y="898"/>
                  <a:pt x="885" y="897"/>
                </a:cubicBezTo>
                <a:cubicBezTo>
                  <a:pt x="885" y="896"/>
                  <a:pt x="885" y="895"/>
                  <a:pt x="885" y="894"/>
                </a:cubicBezTo>
                <a:cubicBezTo>
                  <a:pt x="884" y="894"/>
                  <a:pt x="884" y="893"/>
                  <a:pt x="884" y="893"/>
                </a:cubicBezTo>
                <a:cubicBezTo>
                  <a:pt x="884" y="892"/>
                  <a:pt x="884" y="891"/>
                  <a:pt x="884" y="890"/>
                </a:cubicBezTo>
                <a:cubicBezTo>
                  <a:pt x="884" y="889"/>
                  <a:pt x="884" y="886"/>
                  <a:pt x="883" y="885"/>
                </a:cubicBezTo>
                <a:cubicBezTo>
                  <a:pt x="883" y="885"/>
                  <a:pt x="883" y="884"/>
                  <a:pt x="883" y="884"/>
                </a:cubicBezTo>
                <a:cubicBezTo>
                  <a:pt x="883" y="884"/>
                  <a:pt x="883" y="883"/>
                  <a:pt x="884" y="883"/>
                </a:cubicBezTo>
                <a:cubicBezTo>
                  <a:pt x="885" y="881"/>
                  <a:pt x="885" y="878"/>
                  <a:pt x="884" y="876"/>
                </a:cubicBezTo>
                <a:cubicBezTo>
                  <a:pt x="884" y="875"/>
                  <a:pt x="883" y="874"/>
                  <a:pt x="883" y="873"/>
                </a:cubicBezTo>
                <a:cubicBezTo>
                  <a:pt x="883" y="873"/>
                  <a:pt x="882" y="873"/>
                  <a:pt x="883" y="873"/>
                </a:cubicBezTo>
                <a:cubicBezTo>
                  <a:pt x="883" y="872"/>
                  <a:pt x="883" y="872"/>
                  <a:pt x="883" y="872"/>
                </a:cubicBezTo>
                <a:cubicBezTo>
                  <a:pt x="883" y="872"/>
                  <a:pt x="883" y="871"/>
                  <a:pt x="884" y="871"/>
                </a:cubicBezTo>
                <a:cubicBezTo>
                  <a:pt x="884" y="869"/>
                  <a:pt x="884" y="868"/>
                  <a:pt x="884" y="867"/>
                </a:cubicBezTo>
                <a:cubicBezTo>
                  <a:pt x="885" y="867"/>
                  <a:pt x="885" y="866"/>
                  <a:pt x="885" y="866"/>
                </a:cubicBezTo>
                <a:cubicBezTo>
                  <a:pt x="885" y="865"/>
                  <a:pt x="884" y="865"/>
                  <a:pt x="884" y="865"/>
                </a:cubicBezTo>
                <a:cubicBezTo>
                  <a:pt x="883" y="865"/>
                  <a:pt x="883" y="864"/>
                  <a:pt x="883" y="864"/>
                </a:cubicBezTo>
                <a:cubicBezTo>
                  <a:pt x="883" y="863"/>
                  <a:pt x="884" y="861"/>
                  <a:pt x="884" y="860"/>
                </a:cubicBezTo>
                <a:cubicBezTo>
                  <a:pt x="884" y="859"/>
                  <a:pt x="884" y="858"/>
                  <a:pt x="885" y="857"/>
                </a:cubicBezTo>
                <a:cubicBezTo>
                  <a:pt x="885" y="857"/>
                  <a:pt x="885" y="857"/>
                  <a:pt x="885" y="856"/>
                </a:cubicBezTo>
                <a:cubicBezTo>
                  <a:pt x="885" y="856"/>
                  <a:pt x="885" y="856"/>
                  <a:pt x="885" y="856"/>
                </a:cubicBezTo>
                <a:cubicBezTo>
                  <a:pt x="884" y="856"/>
                  <a:pt x="884" y="856"/>
                  <a:pt x="884" y="855"/>
                </a:cubicBezTo>
                <a:cubicBezTo>
                  <a:pt x="883" y="855"/>
                  <a:pt x="883" y="853"/>
                  <a:pt x="882" y="852"/>
                </a:cubicBezTo>
                <a:cubicBezTo>
                  <a:pt x="881" y="852"/>
                  <a:pt x="881" y="852"/>
                  <a:pt x="880" y="852"/>
                </a:cubicBezTo>
                <a:cubicBezTo>
                  <a:pt x="880" y="851"/>
                  <a:pt x="879" y="851"/>
                  <a:pt x="879" y="850"/>
                </a:cubicBezTo>
                <a:cubicBezTo>
                  <a:pt x="878" y="850"/>
                  <a:pt x="878" y="849"/>
                  <a:pt x="877" y="849"/>
                </a:cubicBezTo>
                <a:cubicBezTo>
                  <a:pt x="876" y="849"/>
                  <a:pt x="875" y="849"/>
                  <a:pt x="875" y="850"/>
                </a:cubicBezTo>
                <a:cubicBezTo>
                  <a:pt x="875" y="850"/>
                  <a:pt x="875" y="851"/>
                  <a:pt x="875" y="851"/>
                </a:cubicBezTo>
                <a:cubicBezTo>
                  <a:pt x="875" y="852"/>
                  <a:pt x="874" y="853"/>
                  <a:pt x="873" y="853"/>
                </a:cubicBezTo>
                <a:cubicBezTo>
                  <a:pt x="871" y="853"/>
                  <a:pt x="870" y="853"/>
                  <a:pt x="869" y="852"/>
                </a:cubicBezTo>
                <a:cubicBezTo>
                  <a:pt x="869" y="852"/>
                  <a:pt x="868" y="852"/>
                  <a:pt x="868" y="852"/>
                </a:cubicBezTo>
                <a:cubicBezTo>
                  <a:pt x="867" y="852"/>
                  <a:pt x="866" y="853"/>
                  <a:pt x="866" y="854"/>
                </a:cubicBezTo>
                <a:cubicBezTo>
                  <a:pt x="866" y="855"/>
                  <a:pt x="865" y="855"/>
                  <a:pt x="865" y="856"/>
                </a:cubicBezTo>
                <a:cubicBezTo>
                  <a:pt x="864" y="856"/>
                  <a:pt x="863" y="857"/>
                  <a:pt x="862" y="857"/>
                </a:cubicBezTo>
                <a:cubicBezTo>
                  <a:pt x="862" y="857"/>
                  <a:pt x="861" y="856"/>
                  <a:pt x="860" y="856"/>
                </a:cubicBezTo>
                <a:cubicBezTo>
                  <a:pt x="860" y="855"/>
                  <a:pt x="859" y="854"/>
                  <a:pt x="859" y="855"/>
                </a:cubicBezTo>
                <a:cubicBezTo>
                  <a:pt x="858" y="855"/>
                  <a:pt x="858" y="856"/>
                  <a:pt x="858" y="856"/>
                </a:cubicBezTo>
                <a:cubicBezTo>
                  <a:pt x="857" y="857"/>
                  <a:pt x="856" y="857"/>
                  <a:pt x="855" y="857"/>
                </a:cubicBezTo>
                <a:cubicBezTo>
                  <a:pt x="854" y="857"/>
                  <a:pt x="853" y="856"/>
                  <a:pt x="852" y="857"/>
                </a:cubicBezTo>
                <a:cubicBezTo>
                  <a:pt x="852" y="857"/>
                  <a:pt x="851" y="858"/>
                  <a:pt x="851" y="858"/>
                </a:cubicBezTo>
                <a:cubicBezTo>
                  <a:pt x="850" y="858"/>
                  <a:pt x="849" y="859"/>
                  <a:pt x="848" y="859"/>
                </a:cubicBezTo>
                <a:cubicBezTo>
                  <a:pt x="846" y="860"/>
                  <a:pt x="844" y="860"/>
                  <a:pt x="842" y="861"/>
                </a:cubicBezTo>
                <a:cubicBezTo>
                  <a:pt x="840" y="862"/>
                  <a:pt x="838" y="862"/>
                  <a:pt x="836" y="863"/>
                </a:cubicBezTo>
                <a:cubicBezTo>
                  <a:pt x="832" y="863"/>
                  <a:pt x="828" y="861"/>
                  <a:pt x="825" y="859"/>
                </a:cubicBezTo>
                <a:cubicBezTo>
                  <a:pt x="823" y="858"/>
                  <a:pt x="822" y="858"/>
                  <a:pt x="821" y="857"/>
                </a:cubicBezTo>
                <a:cubicBezTo>
                  <a:pt x="818" y="855"/>
                  <a:pt x="815" y="853"/>
                  <a:pt x="811" y="852"/>
                </a:cubicBezTo>
                <a:cubicBezTo>
                  <a:pt x="809" y="852"/>
                  <a:pt x="808" y="851"/>
                  <a:pt x="806" y="850"/>
                </a:cubicBezTo>
                <a:cubicBezTo>
                  <a:pt x="804" y="850"/>
                  <a:pt x="802" y="849"/>
                  <a:pt x="800" y="849"/>
                </a:cubicBezTo>
                <a:cubicBezTo>
                  <a:pt x="800" y="849"/>
                  <a:pt x="800" y="849"/>
                  <a:pt x="800" y="848"/>
                </a:cubicBezTo>
                <a:cubicBezTo>
                  <a:pt x="799" y="848"/>
                  <a:pt x="801" y="847"/>
                  <a:pt x="801" y="847"/>
                </a:cubicBezTo>
                <a:cubicBezTo>
                  <a:pt x="801" y="846"/>
                  <a:pt x="800" y="846"/>
                  <a:pt x="800" y="846"/>
                </a:cubicBezTo>
                <a:cubicBezTo>
                  <a:pt x="799" y="846"/>
                  <a:pt x="799" y="846"/>
                  <a:pt x="799" y="847"/>
                </a:cubicBezTo>
                <a:cubicBezTo>
                  <a:pt x="798" y="847"/>
                  <a:pt x="798" y="848"/>
                  <a:pt x="797" y="848"/>
                </a:cubicBezTo>
                <a:cubicBezTo>
                  <a:pt x="796" y="848"/>
                  <a:pt x="795" y="847"/>
                  <a:pt x="795" y="846"/>
                </a:cubicBezTo>
                <a:cubicBezTo>
                  <a:pt x="794" y="846"/>
                  <a:pt x="794" y="848"/>
                  <a:pt x="794" y="849"/>
                </a:cubicBezTo>
                <a:cubicBezTo>
                  <a:pt x="794" y="851"/>
                  <a:pt x="793" y="854"/>
                  <a:pt x="792" y="856"/>
                </a:cubicBezTo>
                <a:cubicBezTo>
                  <a:pt x="792" y="856"/>
                  <a:pt x="792" y="857"/>
                  <a:pt x="792" y="857"/>
                </a:cubicBezTo>
                <a:cubicBezTo>
                  <a:pt x="792" y="858"/>
                  <a:pt x="792" y="858"/>
                  <a:pt x="793" y="859"/>
                </a:cubicBezTo>
                <a:cubicBezTo>
                  <a:pt x="794" y="861"/>
                  <a:pt x="793" y="864"/>
                  <a:pt x="794" y="866"/>
                </a:cubicBezTo>
                <a:cubicBezTo>
                  <a:pt x="795" y="867"/>
                  <a:pt x="795" y="868"/>
                  <a:pt x="796" y="869"/>
                </a:cubicBezTo>
                <a:cubicBezTo>
                  <a:pt x="796" y="870"/>
                  <a:pt x="796" y="871"/>
                  <a:pt x="796" y="872"/>
                </a:cubicBezTo>
                <a:cubicBezTo>
                  <a:pt x="796" y="873"/>
                  <a:pt x="797" y="873"/>
                  <a:pt x="798" y="874"/>
                </a:cubicBezTo>
                <a:cubicBezTo>
                  <a:pt x="798" y="875"/>
                  <a:pt x="799" y="877"/>
                  <a:pt x="799" y="878"/>
                </a:cubicBezTo>
                <a:cubicBezTo>
                  <a:pt x="799" y="879"/>
                  <a:pt x="799" y="881"/>
                  <a:pt x="800" y="881"/>
                </a:cubicBezTo>
                <a:cubicBezTo>
                  <a:pt x="800" y="881"/>
                  <a:pt x="800" y="881"/>
                  <a:pt x="801" y="881"/>
                </a:cubicBezTo>
                <a:cubicBezTo>
                  <a:pt x="801" y="882"/>
                  <a:pt x="801" y="882"/>
                  <a:pt x="801" y="882"/>
                </a:cubicBezTo>
                <a:cubicBezTo>
                  <a:pt x="802" y="884"/>
                  <a:pt x="802" y="885"/>
                  <a:pt x="803" y="886"/>
                </a:cubicBezTo>
                <a:cubicBezTo>
                  <a:pt x="804" y="886"/>
                  <a:pt x="804" y="887"/>
                  <a:pt x="805" y="887"/>
                </a:cubicBezTo>
                <a:cubicBezTo>
                  <a:pt x="806" y="888"/>
                  <a:pt x="807" y="890"/>
                  <a:pt x="807" y="892"/>
                </a:cubicBezTo>
                <a:cubicBezTo>
                  <a:pt x="808" y="893"/>
                  <a:pt x="808" y="895"/>
                  <a:pt x="808" y="897"/>
                </a:cubicBezTo>
                <a:cubicBezTo>
                  <a:pt x="808" y="898"/>
                  <a:pt x="807" y="898"/>
                  <a:pt x="808" y="898"/>
                </a:cubicBezTo>
                <a:cubicBezTo>
                  <a:pt x="808" y="898"/>
                  <a:pt x="808" y="898"/>
                  <a:pt x="809" y="898"/>
                </a:cubicBezTo>
                <a:cubicBezTo>
                  <a:pt x="809" y="897"/>
                  <a:pt x="809" y="897"/>
                  <a:pt x="810" y="897"/>
                </a:cubicBezTo>
                <a:cubicBezTo>
                  <a:pt x="810" y="897"/>
                  <a:pt x="810" y="897"/>
                  <a:pt x="810" y="898"/>
                </a:cubicBezTo>
                <a:cubicBezTo>
                  <a:pt x="811" y="899"/>
                  <a:pt x="812" y="900"/>
                  <a:pt x="813" y="902"/>
                </a:cubicBezTo>
                <a:cubicBezTo>
                  <a:pt x="813" y="903"/>
                  <a:pt x="815" y="903"/>
                  <a:pt x="815" y="904"/>
                </a:cubicBezTo>
                <a:cubicBezTo>
                  <a:pt x="815" y="904"/>
                  <a:pt x="814" y="905"/>
                  <a:pt x="814" y="905"/>
                </a:cubicBezTo>
                <a:cubicBezTo>
                  <a:pt x="812" y="905"/>
                  <a:pt x="811" y="904"/>
                  <a:pt x="810" y="903"/>
                </a:cubicBezTo>
                <a:cubicBezTo>
                  <a:pt x="809" y="902"/>
                  <a:pt x="808" y="901"/>
                  <a:pt x="807" y="901"/>
                </a:cubicBezTo>
                <a:cubicBezTo>
                  <a:pt x="807" y="902"/>
                  <a:pt x="807" y="905"/>
                  <a:pt x="808" y="906"/>
                </a:cubicBezTo>
                <a:cubicBezTo>
                  <a:pt x="808" y="908"/>
                  <a:pt x="809" y="909"/>
                  <a:pt x="808" y="910"/>
                </a:cubicBezTo>
                <a:cubicBezTo>
                  <a:pt x="808" y="911"/>
                  <a:pt x="808" y="911"/>
                  <a:pt x="808" y="911"/>
                </a:cubicBezTo>
                <a:cubicBezTo>
                  <a:pt x="808" y="912"/>
                  <a:pt x="809" y="912"/>
                  <a:pt x="809" y="912"/>
                </a:cubicBezTo>
                <a:cubicBezTo>
                  <a:pt x="810" y="912"/>
                  <a:pt x="810" y="913"/>
                  <a:pt x="811" y="913"/>
                </a:cubicBezTo>
                <a:cubicBezTo>
                  <a:pt x="812" y="913"/>
                  <a:pt x="812" y="914"/>
                  <a:pt x="812" y="915"/>
                </a:cubicBezTo>
                <a:cubicBezTo>
                  <a:pt x="811" y="916"/>
                  <a:pt x="811" y="917"/>
                  <a:pt x="811" y="918"/>
                </a:cubicBezTo>
                <a:cubicBezTo>
                  <a:pt x="812" y="919"/>
                  <a:pt x="813" y="920"/>
                  <a:pt x="813" y="921"/>
                </a:cubicBezTo>
                <a:cubicBezTo>
                  <a:pt x="814" y="922"/>
                  <a:pt x="814" y="923"/>
                  <a:pt x="814" y="923"/>
                </a:cubicBezTo>
                <a:cubicBezTo>
                  <a:pt x="815" y="924"/>
                  <a:pt x="816" y="924"/>
                  <a:pt x="816" y="923"/>
                </a:cubicBezTo>
                <a:cubicBezTo>
                  <a:pt x="817" y="924"/>
                  <a:pt x="818" y="925"/>
                  <a:pt x="818" y="926"/>
                </a:cubicBezTo>
                <a:cubicBezTo>
                  <a:pt x="819" y="927"/>
                  <a:pt x="819" y="928"/>
                  <a:pt x="819" y="928"/>
                </a:cubicBezTo>
                <a:cubicBezTo>
                  <a:pt x="820" y="930"/>
                  <a:pt x="821" y="932"/>
                  <a:pt x="822" y="934"/>
                </a:cubicBezTo>
                <a:cubicBezTo>
                  <a:pt x="822" y="934"/>
                  <a:pt x="823" y="935"/>
                  <a:pt x="824" y="935"/>
                </a:cubicBezTo>
                <a:cubicBezTo>
                  <a:pt x="824" y="935"/>
                  <a:pt x="824" y="934"/>
                  <a:pt x="824" y="934"/>
                </a:cubicBezTo>
                <a:cubicBezTo>
                  <a:pt x="825" y="934"/>
                  <a:pt x="825" y="933"/>
                  <a:pt x="826" y="934"/>
                </a:cubicBezTo>
                <a:cubicBezTo>
                  <a:pt x="826" y="934"/>
                  <a:pt x="826" y="934"/>
                  <a:pt x="826" y="934"/>
                </a:cubicBezTo>
                <a:cubicBezTo>
                  <a:pt x="826" y="935"/>
                  <a:pt x="826" y="936"/>
                  <a:pt x="825" y="937"/>
                </a:cubicBezTo>
                <a:cubicBezTo>
                  <a:pt x="825" y="937"/>
                  <a:pt x="825" y="937"/>
                  <a:pt x="825" y="937"/>
                </a:cubicBezTo>
                <a:cubicBezTo>
                  <a:pt x="825" y="938"/>
                  <a:pt x="826" y="939"/>
                  <a:pt x="826" y="939"/>
                </a:cubicBezTo>
                <a:cubicBezTo>
                  <a:pt x="827" y="940"/>
                  <a:pt x="827" y="941"/>
                  <a:pt x="827" y="942"/>
                </a:cubicBezTo>
                <a:cubicBezTo>
                  <a:pt x="827" y="942"/>
                  <a:pt x="828" y="942"/>
                  <a:pt x="828" y="943"/>
                </a:cubicBezTo>
                <a:cubicBezTo>
                  <a:pt x="829" y="943"/>
                  <a:pt x="829" y="942"/>
                  <a:pt x="830" y="942"/>
                </a:cubicBezTo>
                <a:cubicBezTo>
                  <a:pt x="831" y="941"/>
                  <a:pt x="832" y="942"/>
                  <a:pt x="833" y="942"/>
                </a:cubicBezTo>
                <a:cubicBezTo>
                  <a:pt x="835" y="943"/>
                  <a:pt x="837" y="942"/>
                  <a:pt x="839" y="943"/>
                </a:cubicBezTo>
                <a:cubicBezTo>
                  <a:pt x="840" y="943"/>
                  <a:pt x="840" y="943"/>
                  <a:pt x="841" y="944"/>
                </a:cubicBezTo>
                <a:cubicBezTo>
                  <a:pt x="842" y="945"/>
                  <a:pt x="843" y="945"/>
                  <a:pt x="844" y="946"/>
                </a:cubicBezTo>
                <a:cubicBezTo>
                  <a:pt x="845" y="947"/>
                  <a:pt x="846" y="946"/>
                  <a:pt x="847" y="946"/>
                </a:cubicBezTo>
                <a:close/>
                <a:moveTo>
                  <a:pt x="878" y="913"/>
                </a:moveTo>
                <a:cubicBezTo>
                  <a:pt x="878" y="913"/>
                  <a:pt x="878" y="913"/>
                  <a:pt x="878" y="913"/>
                </a:cubicBezTo>
                <a:cubicBezTo>
                  <a:pt x="878" y="913"/>
                  <a:pt x="879" y="913"/>
                  <a:pt x="879" y="913"/>
                </a:cubicBezTo>
                <a:cubicBezTo>
                  <a:pt x="879" y="913"/>
                  <a:pt x="880" y="913"/>
                  <a:pt x="880" y="913"/>
                </a:cubicBezTo>
                <a:cubicBezTo>
                  <a:pt x="881" y="913"/>
                  <a:pt x="881" y="913"/>
                  <a:pt x="881" y="913"/>
                </a:cubicBezTo>
                <a:cubicBezTo>
                  <a:pt x="881" y="913"/>
                  <a:pt x="881" y="913"/>
                  <a:pt x="881" y="912"/>
                </a:cubicBezTo>
                <a:cubicBezTo>
                  <a:pt x="880" y="912"/>
                  <a:pt x="880" y="912"/>
                  <a:pt x="880" y="912"/>
                </a:cubicBezTo>
                <a:cubicBezTo>
                  <a:pt x="880" y="912"/>
                  <a:pt x="880" y="911"/>
                  <a:pt x="880" y="911"/>
                </a:cubicBezTo>
                <a:cubicBezTo>
                  <a:pt x="879" y="911"/>
                  <a:pt x="880" y="910"/>
                  <a:pt x="879" y="910"/>
                </a:cubicBezTo>
                <a:cubicBezTo>
                  <a:pt x="879" y="910"/>
                  <a:pt x="879" y="910"/>
                  <a:pt x="879" y="910"/>
                </a:cubicBezTo>
                <a:cubicBezTo>
                  <a:pt x="879" y="910"/>
                  <a:pt x="879" y="910"/>
                  <a:pt x="879" y="910"/>
                </a:cubicBezTo>
                <a:cubicBezTo>
                  <a:pt x="879" y="910"/>
                  <a:pt x="879" y="910"/>
                  <a:pt x="879" y="910"/>
                </a:cubicBezTo>
                <a:cubicBezTo>
                  <a:pt x="878" y="910"/>
                  <a:pt x="878" y="910"/>
                  <a:pt x="878" y="910"/>
                </a:cubicBezTo>
                <a:cubicBezTo>
                  <a:pt x="878" y="911"/>
                  <a:pt x="878" y="911"/>
                  <a:pt x="878" y="911"/>
                </a:cubicBezTo>
                <a:cubicBezTo>
                  <a:pt x="878" y="911"/>
                  <a:pt x="878" y="911"/>
                  <a:pt x="878" y="911"/>
                </a:cubicBezTo>
                <a:cubicBezTo>
                  <a:pt x="878" y="911"/>
                  <a:pt x="878" y="911"/>
                  <a:pt x="878" y="911"/>
                </a:cubicBezTo>
                <a:cubicBezTo>
                  <a:pt x="877" y="911"/>
                  <a:pt x="877" y="912"/>
                  <a:pt x="877" y="912"/>
                </a:cubicBezTo>
                <a:cubicBezTo>
                  <a:pt x="877" y="912"/>
                  <a:pt x="877" y="912"/>
                  <a:pt x="877" y="912"/>
                </a:cubicBezTo>
                <a:cubicBezTo>
                  <a:pt x="877" y="913"/>
                  <a:pt x="877" y="913"/>
                  <a:pt x="878" y="913"/>
                </a:cubicBezTo>
                <a:close/>
                <a:moveTo>
                  <a:pt x="884" y="901"/>
                </a:moveTo>
                <a:cubicBezTo>
                  <a:pt x="884" y="901"/>
                  <a:pt x="884" y="901"/>
                  <a:pt x="884" y="901"/>
                </a:cubicBezTo>
                <a:cubicBezTo>
                  <a:pt x="884" y="901"/>
                  <a:pt x="884" y="901"/>
                  <a:pt x="884" y="901"/>
                </a:cubicBezTo>
                <a:cubicBezTo>
                  <a:pt x="884" y="901"/>
                  <a:pt x="884" y="901"/>
                  <a:pt x="884" y="901"/>
                </a:cubicBezTo>
                <a:cubicBezTo>
                  <a:pt x="884" y="901"/>
                  <a:pt x="883" y="901"/>
                  <a:pt x="883" y="901"/>
                </a:cubicBezTo>
                <a:cubicBezTo>
                  <a:pt x="883" y="901"/>
                  <a:pt x="883" y="901"/>
                  <a:pt x="883" y="901"/>
                </a:cubicBezTo>
                <a:cubicBezTo>
                  <a:pt x="883" y="902"/>
                  <a:pt x="883" y="902"/>
                  <a:pt x="883" y="902"/>
                </a:cubicBezTo>
                <a:cubicBezTo>
                  <a:pt x="883" y="902"/>
                  <a:pt x="883" y="902"/>
                  <a:pt x="883" y="902"/>
                </a:cubicBezTo>
                <a:cubicBezTo>
                  <a:pt x="883" y="902"/>
                  <a:pt x="884" y="902"/>
                  <a:pt x="884" y="902"/>
                </a:cubicBezTo>
                <a:cubicBezTo>
                  <a:pt x="884" y="902"/>
                  <a:pt x="885" y="902"/>
                  <a:pt x="885" y="902"/>
                </a:cubicBezTo>
                <a:cubicBezTo>
                  <a:pt x="885" y="902"/>
                  <a:pt x="885" y="902"/>
                  <a:pt x="885" y="901"/>
                </a:cubicBezTo>
                <a:cubicBezTo>
                  <a:pt x="885" y="901"/>
                  <a:pt x="885" y="901"/>
                  <a:pt x="884" y="901"/>
                </a:cubicBezTo>
                <a:cubicBezTo>
                  <a:pt x="884" y="901"/>
                  <a:pt x="884" y="901"/>
                  <a:pt x="884" y="901"/>
                </a:cubicBezTo>
                <a:close/>
                <a:moveTo>
                  <a:pt x="858" y="941"/>
                </a:moveTo>
                <a:cubicBezTo>
                  <a:pt x="859" y="941"/>
                  <a:pt x="859" y="941"/>
                  <a:pt x="859" y="941"/>
                </a:cubicBezTo>
                <a:cubicBezTo>
                  <a:pt x="859" y="941"/>
                  <a:pt x="859" y="941"/>
                  <a:pt x="859" y="941"/>
                </a:cubicBezTo>
                <a:cubicBezTo>
                  <a:pt x="859" y="941"/>
                  <a:pt x="859" y="941"/>
                  <a:pt x="859" y="941"/>
                </a:cubicBezTo>
                <a:cubicBezTo>
                  <a:pt x="860" y="941"/>
                  <a:pt x="860" y="941"/>
                  <a:pt x="860" y="941"/>
                </a:cubicBezTo>
                <a:cubicBezTo>
                  <a:pt x="860" y="940"/>
                  <a:pt x="859" y="940"/>
                  <a:pt x="860" y="939"/>
                </a:cubicBezTo>
                <a:cubicBezTo>
                  <a:pt x="860" y="939"/>
                  <a:pt x="860" y="939"/>
                  <a:pt x="860" y="938"/>
                </a:cubicBezTo>
                <a:cubicBezTo>
                  <a:pt x="860" y="938"/>
                  <a:pt x="860" y="938"/>
                  <a:pt x="860" y="937"/>
                </a:cubicBezTo>
                <a:cubicBezTo>
                  <a:pt x="860" y="937"/>
                  <a:pt x="860" y="937"/>
                  <a:pt x="860" y="937"/>
                </a:cubicBezTo>
                <a:cubicBezTo>
                  <a:pt x="859" y="936"/>
                  <a:pt x="859" y="936"/>
                  <a:pt x="859" y="935"/>
                </a:cubicBezTo>
                <a:cubicBezTo>
                  <a:pt x="859" y="935"/>
                  <a:pt x="859" y="935"/>
                  <a:pt x="859" y="934"/>
                </a:cubicBezTo>
                <a:cubicBezTo>
                  <a:pt x="859" y="934"/>
                  <a:pt x="859" y="934"/>
                  <a:pt x="859" y="934"/>
                </a:cubicBezTo>
                <a:cubicBezTo>
                  <a:pt x="859" y="934"/>
                  <a:pt x="859" y="934"/>
                  <a:pt x="859" y="934"/>
                </a:cubicBezTo>
                <a:cubicBezTo>
                  <a:pt x="859" y="935"/>
                  <a:pt x="858" y="936"/>
                  <a:pt x="857" y="936"/>
                </a:cubicBezTo>
                <a:cubicBezTo>
                  <a:pt x="857" y="937"/>
                  <a:pt x="857" y="937"/>
                  <a:pt x="857" y="937"/>
                </a:cubicBezTo>
                <a:cubicBezTo>
                  <a:pt x="857" y="937"/>
                  <a:pt x="857" y="937"/>
                  <a:pt x="857" y="938"/>
                </a:cubicBezTo>
                <a:cubicBezTo>
                  <a:pt x="857" y="938"/>
                  <a:pt x="857" y="938"/>
                  <a:pt x="857" y="938"/>
                </a:cubicBezTo>
                <a:cubicBezTo>
                  <a:pt x="856" y="938"/>
                  <a:pt x="856" y="938"/>
                  <a:pt x="856" y="938"/>
                </a:cubicBezTo>
                <a:cubicBezTo>
                  <a:pt x="856" y="939"/>
                  <a:pt x="856" y="939"/>
                  <a:pt x="857" y="939"/>
                </a:cubicBezTo>
                <a:cubicBezTo>
                  <a:pt x="857" y="939"/>
                  <a:pt x="857" y="939"/>
                  <a:pt x="857" y="939"/>
                </a:cubicBezTo>
                <a:cubicBezTo>
                  <a:pt x="857" y="940"/>
                  <a:pt x="857" y="940"/>
                  <a:pt x="858" y="940"/>
                </a:cubicBezTo>
                <a:cubicBezTo>
                  <a:pt x="858" y="940"/>
                  <a:pt x="858" y="940"/>
                  <a:pt x="858" y="941"/>
                </a:cubicBezTo>
                <a:cubicBezTo>
                  <a:pt x="858" y="941"/>
                  <a:pt x="858" y="941"/>
                  <a:pt x="858" y="941"/>
                </a:cubicBezTo>
                <a:close/>
                <a:moveTo>
                  <a:pt x="795" y="842"/>
                </a:moveTo>
                <a:cubicBezTo>
                  <a:pt x="795" y="843"/>
                  <a:pt x="795" y="843"/>
                  <a:pt x="795" y="843"/>
                </a:cubicBezTo>
                <a:cubicBezTo>
                  <a:pt x="795" y="844"/>
                  <a:pt x="795" y="844"/>
                  <a:pt x="796" y="844"/>
                </a:cubicBezTo>
                <a:cubicBezTo>
                  <a:pt x="796" y="843"/>
                  <a:pt x="796" y="843"/>
                  <a:pt x="796" y="843"/>
                </a:cubicBezTo>
                <a:cubicBezTo>
                  <a:pt x="796" y="842"/>
                  <a:pt x="796" y="842"/>
                  <a:pt x="796" y="842"/>
                </a:cubicBezTo>
                <a:cubicBezTo>
                  <a:pt x="796" y="842"/>
                  <a:pt x="796" y="842"/>
                  <a:pt x="796" y="841"/>
                </a:cubicBezTo>
                <a:cubicBezTo>
                  <a:pt x="796" y="841"/>
                  <a:pt x="795" y="842"/>
                  <a:pt x="795" y="842"/>
                </a:cubicBezTo>
                <a:close/>
                <a:moveTo>
                  <a:pt x="800" y="837"/>
                </a:moveTo>
                <a:cubicBezTo>
                  <a:pt x="800" y="837"/>
                  <a:pt x="799" y="837"/>
                  <a:pt x="799" y="837"/>
                </a:cubicBezTo>
                <a:cubicBezTo>
                  <a:pt x="798" y="838"/>
                  <a:pt x="798" y="838"/>
                  <a:pt x="798" y="838"/>
                </a:cubicBezTo>
                <a:cubicBezTo>
                  <a:pt x="798" y="838"/>
                  <a:pt x="798" y="838"/>
                  <a:pt x="798" y="838"/>
                </a:cubicBezTo>
                <a:cubicBezTo>
                  <a:pt x="798" y="838"/>
                  <a:pt x="798" y="839"/>
                  <a:pt x="798" y="839"/>
                </a:cubicBezTo>
                <a:cubicBezTo>
                  <a:pt x="798" y="839"/>
                  <a:pt x="798" y="839"/>
                  <a:pt x="799" y="839"/>
                </a:cubicBezTo>
                <a:cubicBezTo>
                  <a:pt x="799" y="839"/>
                  <a:pt x="799" y="839"/>
                  <a:pt x="799" y="839"/>
                </a:cubicBezTo>
                <a:cubicBezTo>
                  <a:pt x="799" y="839"/>
                  <a:pt x="799" y="839"/>
                  <a:pt x="800" y="839"/>
                </a:cubicBezTo>
                <a:cubicBezTo>
                  <a:pt x="800" y="839"/>
                  <a:pt x="800" y="839"/>
                  <a:pt x="800" y="839"/>
                </a:cubicBezTo>
                <a:cubicBezTo>
                  <a:pt x="800" y="839"/>
                  <a:pt x="800" y="838"/>
                  <a:pt x="800" y="838"/>
                </a:cubicBezTo>
                <a:cubicBezTo>
                  <a:pt x="800" y="838"/>
                  <a:pt x="800" y="838"/>
                  <a:pt x="801" y="838"/>
                </a:cubicBezTo>
                <a:cubicBezTo>
                  <a:pt x="801" y="838"/>
                  <a:pt x="801" y="838"/>
                  <a:pt x="801" y="838"/>
                </a:cubicBezTo>
                <a:cubicBezTo>
                  <a:pt x="800" y="838"/>
                  <a:pt x="800" y="837"/>
                  <a:pt x="800" y="837"/>
                </a:cubicBezTo>
                <a:close/>
                <a:moveTo>
                  <a:pt x="608" y="697"/>
                </a:moveTo>
                <a:cubicBezTo>
                  <a:pt x="608" y="697"/>
                  <a:pt x="607" y="697"/>
                  <a:pt x="606" y="697"/>
                </a:cubicBezTo>
                <a:cubicBezTo>
                  <a:pt x="604" y="698"/>
                  <a:pt x="602" y="698"/>
                  <a:pt x="599" y="697"/>
                </a:cubicBezTo>
                <a:cubicBezTo>
                  <a:pt x="599" y="697"/>
                  <a:pt x="598" y="697"/>
                  <a:pt x="598" y="698"/>
                </a:cubicBezTo>
                <a:cubicBezTo>
                  <a:pt x="597" y="698"/>
                  <a:pt x="596" y="698"/>
                  <a:pt x="596" y="699"/>
                </a:cubicBezTo>
                <a:cubicBezTo>
                  <a:pt x="595" y="699"/>
                  <a:pt x="594" y="700"/>
                  <a:pt x="594" y="699"/>
                </a:cubicBezTo>
                <a:cubicBezTo>
                  <a:pt x="593" y="699"/>
                  <a:pt x="594" y="698"/>
                  <a:pt x="593" y="697"/>
                </a:cubicBezTo>
                <a:cubicBezTo>
                  <a:pt x="593" y="696"/>
                  <a:pt x="592" y="696"/>
                  <a:pt x="591" y="696"/>
                </a:cubicBezTo>
                <a:cubicBezTo>
                  <a:pt x="591" y="695"/>
                  <a:pt x="591" y="694"/>
                  <a:pt x="590" y="693"/>
                </a:cubicBezTo>
                <a:cubicBezTo>
                  <a:pt x="590" y="692"/>
                  <a:pt x="590" y="691"/>
                  <a:pt x="591" y="690"/>
                </a:cubicBezTo>
                <a:cubicBezTo>
                  <a:pt x="592" y="690"/>
                  <a:pt x="593" y="690"/>
                  <a:pt x="594" y="690"/>
                </a:cubicBezTo>
                <a:cubicBezTo>
                  <a:pt x="594" y="689"/>
                  <a:pt x="595" y="689"/>
                  <a:pt x="596" y="689"/>
                </a:cubicBezTo>
                <a:cubicBezTo>
                  <a:pt x="597" y="688"/>
                  <a:pt x="598" y="687"/>
                  <a:pt x="599" y="687"/>
                </a:cubicBezTo>
                <a:cubicBezTo>
                  <a:pt x="600" y="687"/>
                  <a:pt x="601" y="688"/>
                  <a:pt x="602" y="687"/>
                </a:cubicBezTo>
                <a:cubicBezTo>
                  <a:pt x="603" y="687"/>
                  <a:pt x="604" y="687"/>
                  <a:pt x="605" y="686"/>
                </a:cubicBezTo>
                <a:cubicBezTo>
                  <a:pt x="608" y="684"/>
                  <a:pt x="612" y="684"/>
                  <a:pt x="616" y="685"/>
                </a:cubicBezTo>
                <a:cubicBezTo>
                  <a:pt x="616" y="685"/>
                  <a:pt x="617" y="685"/>
                  <a:pt x="617" y="685"/>
                </a:cubicBezTo>
                <a:cubicBezTo>
                  <a:pt x="617" y="686"/>
                  <a:pt x="616" y="686"/>
                  <a:pt x="616" y="686"/>
                </a:cubicBezTo>
                <a:cubicBezTo>
                  <a:pt x="616" y="686"/>
                  <a:pt x="616" y="687"/>
                  <a:pt x="616" y="687"/>
                </a:cubicBezTo>
                <a:cubicBezTo>
                  <a:pt x="617" y="687"/>
                  <a:pt x="616" y="687"/>
                  <a:pt x="616" y="688"/>
                </a:cubicBezTo>
                <a:cubicBezTo>
                  <a:pt x="616" y="688"/>
                  <a:pt x="616" y="688"/>
                  <a:pt x="616" y="689"/>
                </a:cubicBezTo>
                <a:cubicBezTo>
                  <a:pt x="616" y="689"/>
                  <a:pt x="616" y="689"/>
                  <a:pt x="617" y="689"/>
                </a:cubicBezTo>
                <a:cubicBezTo>
                  <a:pt x="617" y="689"/>
                  <a:pt x="618" y="689"/>
                  <a:pt x="619" y="689"/>
                </a:cubicBezTo>
                <a:cubicBezTo>
                  <a:pt x="620" y="689"/>
                  <a:pt x="620" y="689"/>
                  <a:pt x="621" y="689"/>
                </a:cubicBezTo>
                <a:cubicBezTo>
                  <a:pt x="621" y="690"/>
                  <a:pt x="621" y="690"/>
                  <a:pt x="621" y="691"/>
                </a:cubicBezTo>
                <a:cubicBezTo>
                  <a:pt x="621" y="691"/>
                  <a:pt x="622" y="691"/>
                  <a:pt x="622" y="691"/>
                </a:cubicBezTo>
                <a:cubicBezTo>
                  <a:pt x="623" y="691"/>
                  <a:pt x="623" y="691"/>
                  <a:pt x="623" y="690"/>
                </a:cubicBezTo>
                <a:cubicBezTo>
                  <a:pt x="623" y="690"/>
                  <a:pt x="623" y="689"/>
                  <a:pt x="624" y="689"/>
                </a:cubicBezTo>
                <a:cubicBezTo>
                  <a:pt x="624" y="689"/>
                  <a:pt x="624" y="689"/>
                  <a:pt x="625" y="689"/>
                </a:cubicBezTo>
                <a:cubicBezTo>
                  <a:pt x="625" y="689"/>
                  <a:pt x="626" y="689"/>
                  <a:pt x="626" y="689"/>
                </a:cubicBezTo>
                <a:cubicBezTo>
                  <a:pt x="627" y="690"/>
                  <a:pt x="627" y="690"/>
                  <a:pt x="628" y="690"/>
                </a:cubicBezTo>
                <a:cubicBezTo>
                  <a:pt x="628" y="690"/>
                  <a:pt x="628" y="690"/>
                  <a:pt x="629" y="690"/>
                </a:cubicBezTo>
                <a:cubicBezTo>
                  <a:pt x="629" y="690"/>
                  <a:pt x="629" y="691"/>
                  <a:pt x="629" y="691"/>
                </a:cubicBezTo>
                <a:cubicBezTo>
                  <a:pt x="628" y="692"/>
                  <a:pt x="628" y="692"/>
                  <a:pt x="628" y="693"/>
                </a:cubicBezTo>
                <a:cubicBezTo>
                  <a:pt x="628" y="693"/>
                  <a:pt x="628" y="694"/>
                  <a:pt x="628" y="695"/>
                </a:cubicBezTo>
                <a:cubicBezTo>
                  <a:pt x="627" y="695"/>
                  <a:pt x="626" y="695"/>
                  <a:pt x="626" y="695"/>
                </a:cubicBezTo>
                <a:cubicBezTo>
                  <a:pt x="626" y="695"/>
                  <a:pt x="626" y="694"/>
                  <a:pt x="625" y="694"/>
                </a:cubicBezTo>
                <a:cubicBezTo>
                  <a:pt x="625" y="694"/>
                  <a:pt x="625" y="694"/>
                  <a:pt x="625" y="694"/>
                </a:cubicBezTo>
                <a:cubicBezTo>
                  <a:pt x="623" y="693"/>
                  <a:pt x="622" y="693"/>
                  <a:pt x="620" y="693"/>
                </a:cubicBezTo>
                <a:cubicBezTo>
                  <a:pt x="619" y="693"/>
                  <a:pt x="618" y="694"/>
                  <a:pt x="617" y="696"/>
                </a:cubicBezTo>
                <a:cubicBezTo>
                  <a:pt x="617" y="696"/>
                  <a:pt x="617" y="697"/>
                  <a:pt x="617" y="697"/>
                </a:cubicBezTo>
                <a:cubicBezTo>
                  <a:pt x="616" y="699"/>
                  <a:pt x="614" y="700"/>
                  <a:pt x="613" y="700"/>
                </a:cubicBezTo>
                <a:cubicBezTo>
                  <a:pt x="613" y="700"/>
                  <a:pt x="613" y="700"/>
                  <a:pt x="612" y="700"/>
                </a:cubicBezTo>
                <a:cubicBezTo>
                  <a:pt x="612" y="700"/>
                  <a:pt x="612" y="700"/>
                  <a:pt x="612" y="700"/>
                </a:cubicBezTo>
                <a:cubicBezTo>
                  <a:pt x="612" y="699"/>
                  <a:pt x="611" y="698"/>
                  <a:pt x="610" y="698"/>
                </a:cubicBezTo>
                <a:cubicBezTo>
                  <a:pt x="609" y="698"/>
                  <a:pt x="609" y="698"/>
                  <a:pt x="608" y="697"/>
                </a:cubicBezTo>
                <a:close/>
                <a:moveTo>
                  <a:pt x="578" y="666"/>
                </a:moveTo>
                <a:cubicBezTo>
                  <a:pt x="579" y="666"/>
                  <a:pt x="579" y="666"/>
                  <a:pt x="579" y="666"/>
                </a:cubicBezTo>
                <a:cubicBezTo>
                  <a:pt x="579" y="666"/>
                  <a:pt x="579" y="666"/>
                  <a:pt x="579" y="666"/>
                </a:cubicBezTo>
                <a:cubicBezTo>
                  <a:pt x="580" y="667"/>
                  <a:pt x="580" y="667"/>
                  <a:pt x="580" y="667"/>
                </a:cubicBezTo>
                <a:cubicBezTo>
                  <a:pt x="580" y="667"/>
                  <a:pt x="580" y="668"/>
                  <a:pt x="581" y="668"/>
                </a:cubicBezTo>
                <a:cubicBezTo>
                  <a:pt x="581" y="668"/>
                  <a:pt x="581" y="668"/>
                  <a:pt x="582" y="668"/>
                </a:cubicBezTo>
                <a:cubicBezTo>
                  <a:pt x="582" y="668"/>
                  <a:pt x="582" y="668"/>
                  <a:pt x="582" y="668"/>
                </a:cubicBezTo>
                <a:cubicBezTo>
                  <a:pt x="582" y="668"/>
                  <a:pt x="582" y="668"/>
                  <a:pt x="582" y="668"/>
                </a:cubicBezTo>
                <a:cubicBezTo>
                  <a:pt x="582" y="667"/>
                  <a:pt x="581" y="667"/>
                  <a:pt x="581" y="667"/>
                </a:cubicBezTo>
                <a:cubicBezTo>
                  <a:pt x="581" y="667"/>
                  <a:pt x="581" y="666"/>
                  <a:pt x="581" y="666"/>
                </a:cubicBezTo>
                <a:cubicBezTo>
                  <a:pt x="581" y="666"/>
                  <a:pt x="581" y="666"/>
                  <a:pt x="581" y="666"/>
                </a:cubicBezTo>
                <a:cubicBezTo>
                  <a:pt x="580" y="666"/>
                  <a:pt x="580" y="665"/>
                  <a:pt x="580" y="665"/>
                </a:cubicBezTo>
                <a:cubicBezTo>
                  <a:pt x="580" y="665"/>
                  <a:pt x="580" y="665"/>
                  <a:pt x="579" y="665"/>
                </a:cubicBezTo>
                <a:cubicBezTo>
                  <a:pt x="579" y="665"/>
                  <a:pt x="579" y="665"/>
                  <a:pt x="578" y="665"/>
                </a:cubicBezTo>
                <a:cubicBezTo>
                  <a:pt x="578" y="665"/>
                  <a:pt x="578" y="665"/>
                  <a:pt x="578" y="665"/>
                </a:cubicBezTo>
                <a:cubicBezTo>
                  <a:pt x="578" y="665"/>
                  <a:pt x="578" y="666"/>
                  <a:pt x="578" y="666"/>
                </a:cubicBezTo>
                <a:close/>
                <a:moveTo>
                  <a:pt x="538" y="629"/>
                </a:moveTo>
                <a:cubicBezTo>
                  <a:pt x="538" y="629"/>
                  <a:pt x="538" y="629"/>
                  <a:pt x="538" y="629"/>
                </a:cubicBezTo>
                <a:cubicBezTo>
                  <a:pt x="538" y="629"/>
                  <a:pt x="539" y="629"/>
                  <a:pt x="539" y="629"/>
                </a:cubicBezTo>
                <a:cubicBezTo>
                  <a:pt x="539" y="629"/>
                  <a:pt x="539" y="629"/>
                  <a:pt x="539" y="629"/>
                </a:cubicBezTo>
                <a:cubicBezTo>
                  <a:pt x="539" y="629"/>
                  <a:pt x="539" y="629"/>
                  <a:pt x="540" y="628"/>
                </a:cubicBezTo>
                <a:cubicBezTo>
                  <a:pt x="540" y="628"/>
                  <a:pt x="540" y="628"/>
                  <a:pt x="540" y="628"/>
                </a:cubicBezTo>
                <a:cubicBezTo>
                  <a:pt x="540" y="628"/>
                  <a:pt x="540" y="628"/>
                  <a:pt x="540" y="628"/>
                </a:cubicBezTo>
                <a:cubicBezTo>
                  <a:pt x="540" y="628"/>
                  <a:pt x="540" y="628"/>
                  <a:pt x="539" y="628"/>
                </a:cubicBezTo>
                <a:cubicBezTo>
                  <a:pt x="539" y="628"/>
                  <a:pt x="539" y="628"/>
                  <a:pt x="538" y="628"/>
                </a:cubicBezTo>
                <a:cubicBezTo>
                  <a:pt x="538" y="628"/>
                  <a:pt x="538" y="628"/>
                  <a:pt x="538" y="628"/>
                </a:cubicBezTo>
                <a:cubicBezTo>
                  <a:pt x="538" y="628"/>
                  <a:pt x="538" y="628"/>
                  <a:pt x="538" y="628"/>
                </a:cubicBezTo>
                <a:cubicBezTo>
                  <a:pt x="538" y="628"/>
                  <a:pt x="538" y="629"/>
                  <a:pt x="538" y="629"/>
                </a:cubicBezTo>
                <a:cubicBezTo>
                  <a:pt x="538" y="629"/>
                  <a:pt x="538" y="629"/>
                  <a:pt x="538" y="629"/>
                </a:cubicBezTo>
                <a:cubicBezTo>
                  <a:pt x="538" y="629"/>
                  <a:pt x="538" y="629"/>
                  <a:pt x="538" y="629"/>
                </a:cubicBezTo>
                <a:close/>
                <a:moveTo>
                  <a:pt x="401" y="404"/>
                </a:moveTo>
                <a:cubicBezTo>
                  <a:pt x="401" y="568"/>
                  <a:pt x="401" y="568"/>
                  <a:pt x="401" y="568"/>
                </a:cubicBezTo>
                <a:cubicBezTo>
                  <a:pt x="402" y="567"/>
                  <a:pt x="403" y="567"/>
                  <a:pt x="404" y="567"/>
                </a:cubicBezTo>
                <a:cubicBezTo>
                  <a:pt x="405" y="567"/>
                  <a:pt x="408" y="567"/>
                  <a:pt x="409" y="566"/>
                </a:cubicBezTo>
                <a:cubicBezTo>
                  <a:pt x="410" y="566"/>
                  <a:pt x="414" y="566"/>
                  <a:pt x="415" y="566"/>
                </a:cubicBezTo>
                <a:cubicBezTo>
                  <a:pt x="416" y="566"/>
                  <a:pt x="417" y="565"/>
                  <a:pt x="417" y="565"/>
                </a:cubicBezTo>
                <a:cubicBezTo>
                  <a:pt x="418" y="565"/>
                  <a:pt x="422" y="565"/>
                  <a:pt x="423" y="565"/>
                </a:cubicBezTo>
                <a:cubicBezTo>
                  <a:pt x="424" y="565"/>
                  <a:pt x="442" y="565"/>
                  <a:pt x="443" y="565"/>
                </a:cubicBezTo>
                <a:cubicBezTo>
                  <a:pt x="444" y="565"/>
                  <a:pt x="449" y="564"/>
                  <a:pt x="449" y="564"/>
                </a:cubicBezTo>
                <a:cubicBezTo>
                  <a:pt x="449" y="564"/>
                  <a:pt x="449" y="565"/>
                  <a:pt x="450" y="564"/>
                </a:cubicBezTo>
                <a:cubicBezTo>
                  <a:pt x="451" y="564"/>
                  <a:pt x="454" y="562"/>
                  <a:pt x="454" y="562"/>
                </a:cubicBezTo>
                <a:cubicBezTo>
                  <a:pt x="455" y="561"/>
                  <a:pt x="456" y="562"/>
                  <a:pt x="457" y="562"/>
                </a:cubicBezTo>
                <a:cubicBezTo>
                  <a:pt x="457" y="562"/>
                  <a:pt x="461" y="563"/>
                  <a:pt x="462" y="564"/>
                </a:cubicBezTo>
                <a:cubicBezTo>
                  <a:pt x="463" y="564"/>
                  <a:pt x="468" y="567"/>
                  <a:pt x="470" y="569"/>
                </a:cubicBezTo>
                <a:cubicBezTo>
                  <a:pt x="472" y="570"/>
                  <a:pt x="472" y="570"/>
                  <a:pt x="474" y="571"/>
                </a:cubicBezTo>
                <a:cubicBezTo>
                  <a:pt x="475" y="572"/>
                  <a:pt x="479" y="574"/>
                  <a:pt x="479" y="575"/>
                </a:cubicBezTo>
                <a:cubicBezTo>
                  <a:pt x="480" y="576"/>
                  <a:pt x="481" y="577"/>
                  <a:pt x="482" y="577"/>
                </a:cubicBezTo>
                <a:cubicBezTo>
                  <a:pt x="483" y="577"/>
                  <a:pt x="486" y="577"/>
                  <a:pt x="486" y="577"/>
                </a:cubicBezTo>
                <a:cubicBezTo>
                  <a:pt x="487" y="577"/>
                  <a:pt x="488" y="576"/>
                  <a:pt x="488" y="575"/>
                </a:cubicBezTo>
                <a:cubicBezTo>
                  <a:pt x="489" y="575"/>
                  <a:pt x="491" y="575"/>
                  <a:pt x="492" y="575"/>
                </a:cubicBezTo>
                <a:cubicBezTo>
                  <a:pt x="493" y="575"/>
                  <a:pt x="495" y="575"/>
                  <a:pt x="496" y="576"/>
                </a:cubicBezTo>
                <a:cubicBezTo>
                  <a:pt x="496" y="576"/>
                  <a:pt x="497" y="577"/>
                  <a:pt x="498" y="578"/>
                </a:cubicBezTo>
                <a:cubicBezTo>
                  <a:pt x="499" y="578"/>
                  <a:pt x="503" y="581"/>
                  <a:pt x="504" y="582"/>
                </a:cubicBezTo>
                <a:cubicBezTo>
                  <a:pt x="505" y="583"/>
                  <a:pt x="506" y="583"/>
                  <a:pt x="507" y="583"/>
                </a:cubicBezTo>
                <a:cubicBezTo>
                  <a:pt x="508" y="583"/>
                  <a:pt x="510" y="583"/>
                  <a:pt x="511" y="582"/>
                </a:cubicBezTo>
                <a:cubicBezTo>
                  <a:pt x="512" y="582"/>
                  <a:pt x="512" y="581"/>
                  <a:pt x="512" y="580"/>
                </a:cubicBezTo>
                <a:cubicBezTo>
                  <a:pt x="513" y="580"/>
                  <a:pt x="514" y="581"/>
                  <a:pt x="514" y="582"/>
                </a:cubicBezTo>
                <a:cubicBezTo>
                  <a:pt x="514" y="582"/>
                  <a:pt x="516" y="580"/>
                  <a:pt x="516" y="580"/>
                </a:cubicBezTo>
                <a:cubicBezTo>
                  <a:pt x="517" y="579"/>
                  <a:pt x="517" y="579"/>
                  <a:pt x="517" y="580"/>
                </a:cubicBezTo>
                <a:cubicBezTo>
                  <a:pt x="517" y="580"/>
                  <a:pt x="520" y="583"/>
                  <a:pt x="521" y="583"/>
                </a:cubicBezTo>
                <a:cubicBezTo>
                  <a:pt x="522" y="584"/>
                  <a:pt x="524" y="586"/>
                  <a:pt x="525" y="587"/>
                </a:cubicBezTo>
                <a:cubicBezTo>
                  <a:pt x="525" y="587"/>
                  <a:pt x="524" y="589"/>
                  <a:pt x="524" y="589"/>
                </a:cubicBezTo>
                <a:cubicBezTo>
                  <a:pt x="524" y="589"/>
                  <a:pt x="523" y="591"/>
                  <a:pt x="523" y="592"/>
                </a:cubicBezTo>
                <a:cubicBezTo>
                  <a:pt x="523" y="593"/>
                  <a:pt x="524" y="592"/>
                  <a:pt x="525" y="592"/>
                </a:cubicBezTo>
                <a:cubicBezTo>
                  <a:pt x="526" y="591"/>
                  <a:pt x="527" y="590"/>
                  <a:pt x="528" y="590"/>
                </a:cubicBezTo>
                <a:cubicBezTo>
                  <a:pt x="528" y="590"/>
                  <a:pt x="531" y="590"/>
                  <a:pt x="531" y="591"/>
                </a:cubicBezTo>
                <a:cubicBezTo>
                  <a:pt x="532" y="591"/>
                  <a:pt x="533" y="593"/>
                  <a:pt x="533" y="595"/>
                </a:cubicBezTo>
                <a:cubicBezTo>
                  <a:pt x="534" y="596"/>
                  <a:pt x="534" y="597"/>
                  <a:pt x="533" y="598"/>
                </a:cubicBezTo>
                <a:cubicBezTo>
                  <a:pt x="533" y="599"/>
                  <a:pt x="533" y="599"/>
                  <a:pt x="532" y="600"/>
                </a:cubicBezTo>
                <a:cubicBezTo>
                  <a:pt x="531" y="600"/>
                  <a:pt x="530" y="599"/>
                  <a:pt x="530" y="599"/>
                </a:cubicBezTo>
                <a:cubicBezTo>
                  <a:pt x="530" y="598"/>
                  <a:pt x="529" y="598"/>
                  <a:pt x="529" y="598"/>
                </a:cubicBezTo>
                <a:cubicBezTo>
                  <a:pt x="529" y="599"/>
                  <a:pt x="529" y="600"/>
                  <a:pt x="530" y="600"/>
                </a:cubicBezTo>
                <a:cubicBezTo>
                  <a:pt x="530" y="600"/>
                  <a:pt x="530" y="601"/>
                  <a:pt x="530" y="602"/>
                </a:cubicBezTo>
                <a:cubicBezTo>
                  <a:pt x="530" y="602"/>
                  <a:pt x="528" y="604"/>
                  <a:pt x="528" y="604"/>
                </a:cubicBezTo>
                <a:cubicBezTo>
                  <a:pt x="531" y="605"/>
                  <a:pt x="531" y="605"/>
                  <a:pt x="531" y="605"/>
                </a:cubicBezTo>
                <a:cubicBezTo>
                  <a:pt x="531" y="605"/>
                  <a:pt x="531" y="607"/>
                  <a:pt x="531" y="607"/>
                </a:cubicBezTo>
                <a:cubicBezTo>
                  <a:pt x="532" y="607"/>
                  <a:pt x="532" y="609"/>
                  <a:pt x="533" y="611"/>
                </a:cubicBezTo>
                <a:cubicBezTo>
                  <a:pt x="533" y="612"/>
                  <a:pt x="533" y="612"/>
                  <a:pt x="534" y="612"/>
                </a:cubicBezTo>
                <a:cubicBezTo>
                  <a:pt x="535" y="613"/>
                  <a:pt x="536" y="612"/>
                  <a:pt x="536" y="611"/>
                </a:cubicBezTo>
                <a:cubicBezTo>
                  <a:pt x="537" y="611"/>
                  <a:pt x="537" y="611"/>
                  <a:pt x="537" y="611"/>
                </a:cubicBezTo>
                <a:cubicBezTo>
                  <a:pt x="538" y="611"/>
                  <a:pt x="540" y="611"/>
                  <a:pt x="541" y="611"/>
                </a:cubicBezTo>
                <a:cubicBezTo>
                  <a:pt x="543" y="611"/>
                  <a:pt x="543" y="612"/>
                  <a:pt x="544" y="612"/>
                </a:cubicBezTo>
                <a:cubicBezTo>
                  <a:pt x="544" y="612"/>
                  <a:pt x="545" y="614"/>
                  <a:pt x="545" y="615"/>
                </a:cubicBezTo>
                <a:cubicBezTo>
                  <a:pt x="546" y="616"/>
                  <a:pt x="546" y="616"/>
                  <a:pt x="547" y="617"/>
                </a:cubicBezTo>
                <a:cubicBezTo>
                  <a:pt x="547" y="618"/>
                  <a:pt x="547" y="619"/>
                  <a:pt x="547" y="619"/>
                </a:cubicBezTo>
                <a:cubicBezTo>
                  <a:pt x="547" y="620"/>
                  <a:pt x="547" y="622"/>
                  <a:pt x="547" y="624"/>
                </a:cubicBezTo>
                <a:cubicBezTo>
                  <a:pt x="547" y="625"/>
                  <a:pt x="548" y="626"/>
                  <a:pt x="549" y="626"/>
                </a:cubicBezTo>
                <a:cubicBezTo>
                  <a:pt x="550" y="626"/>
                  <a:pt x="551" y="628"/>
                  <a:pt x="552" y="629"/>
                </a:cubicBezTo>
                <a:cubicBezTo>
                  <a:pt x="552" y="629"/>
                  <a:pt x="556" y="633"/>
                  <a:pt x="556" y="633"/>
                </a:cubicBezTo>
                <a:cubicBezTo>
                  <a:pt x="556" y="634"/>
                  <a:pt x="558" y="636"/>
                  <a:pt x="558" y="637"/>
                </a:cubicBezTo>
                <a:cubicBezTo>
                  <a:pt x="558" y="638"/>
                  <a:pt x="559" y="640"/>
                  <a:pt x="559" y="641"/>
                </a:cubicBezTo>
                <a:cubicBezTo>
                  <a:pt x="559" y="642"/>
                  <a:pt x="560" y="643"/>
                  <a:pt x="560" y="644"/>
                </a:cubicBezTo>
                <a:cubicBezTo>
                  <a:pt x="561" y="645"/>
                  <a:pt x="561" y="649"/>
                  <a:pt x="561" y="650"/>
                </a:cubicBezTo>
                <a:cubicBezTo>
                  <a:pt x="561" y="650"/>
                  <a:pt x="561" y="653"/>
                  <a:pt x="561" y="653"/>
                </a:cubicBezTo>
                <a:cubicBezTo>
                  <a:pt x="562" y="654"/>
                  <a:pt x="562" y="655"/>
                  <a:pt x="562" y="655"/>
                </a:cubicBezTo>
                <a:cubicBezTo>
                  <a:pt x="562" y="655"/>
                  <a:pt x="560" y="655"/>
                  <a:pt x="560" y="654"/>
                </a:cubicBezTo>
                <a:cubicBezTo>
                  <a:pt x="559" y="653"/>
                  <a:pt x="559" y="653"/>
                  <a:pt x="559" y="652"/>
                </a:cubicBezTo>
                <a:cubicBezTo>
                  <a:pt x="559" y="652"/>
                  <a:pt x="558" y="652"/>
                  <a:pt x="558" y="651"/>
                </a:cubicBezTo>
                <a:cubicBezTo>
                  <a:pt x="558" y="651"/>
                  <a:pt x="557" y="651"/>
                  <a:pt x="556" y="651"/>
                </a:cubicBezTo>
                <a:cubicBezTo>
                  <a:pt x="555" y="651"/>
                  <a:pt x="555" y="652"/>
                  <a:pt x="555" y="652"/>
                </a:cubicBezTo>
                <a:cubicBezTo>
                  <a:pt x="555" y="653"/>
                  <a:pt x="556" y="653"/>
                  <a:pt x="557" y="653"/>
                </a:cubicBezTo>
                <a:cubicBezTo>
                  <a:pt x="558" y="654"/>
                  <a:pt x="559" y="655"/>
                  <a:pt x="559" y="655"/>
                </a:cubicBezTo>
                <a:cubicBezTo>
                  <a:pt x="560" y="655"/>
                  <a:pt x="562" y="658"/>
                  <a:pt x="563" y="659"/>
                </a:cubicBezTo>
                <a:cubicBezTo>
                  <a:pt x="564" y="660"/>
                  <a:pt x="566" y="662"/>
                  <a:pt x="566" y="663"/>
                </a:cubicBezTo>
                <a:cubicBezTo>
                  <a:pt x="566" y="663"/>
                  <a:pt x="566" y="664"/>
                  <a:pt x="567" y="664"/>
                </a:cubicBezTo>
                <a:cubicBezTo>
                  <a:pt x="567" y="664"/>
                  <a:pt x="568" y="665"/>
                  <a:pt x="568" y="665"/>
                </a:cubicBezTo>
                <a:cubicBezTo>
                  <a:pt x="568" y="665"/>
                  <a:pt x="569" y="663"/>
                  <a:pt x="569" y="663"/>
                </a:cubicBezTo>
                <a:cubicBezTo>
                  <a:pt x="569" y="663"/>
                  <a:pt x="571" y="663"/>
                  <a:pt x="572" y="663"/>
                </a:cubicBezTo>
                <a:cubicBezTo>
                  <a:pt x="572" y="663"/>
                  <a:pt x="573" y="664"/>
                  <a:pt x="573" y="665"/>
                </a:cubicBezTo>
                <a:cubicBezTo>
                  <a:pt x="573" y="665"/>
                  <a:pt x="574" y="665"/>
                  <a:pt x="574" y="665"/>
                </a:cubicBezTo>
                <a:cubicBezTo>
                  <a:pt x="575" y="665"/>
                  <a:pt x="576" y="666"/>
                  <a:pt x="576" y="666"/>
                </a:cubicBezTo>
                <a:cubicBezTo>
                  <a:pt x="576" y="666"/>
                  <a:pt x="576" y="665"/>
                  <a:pt x="576" y="664"/>
                </a:cubicBezTo>
                <a:cubicBezTo>
                  <a:pt x="576" y="664"/>
                  <a:pt x="575" y="663"/>
                  <a:pt x="575" y="663"/>
                </a:cubicBezTo>
                <a:cubicBezTo>
                  <a:pt x="575" y="662"/>
                  <a:pt x="576" y="662"/>
                  <a:pt x="576" y="662"/>
                </a:cubicBezTo>
                <a:cubicBezTo>
                  <a:pt x="576" y="662"/>
                  <a:pt x="576" y="661"/>
                  <a:pt x="576" y="661"/>
                </a:cubicBezTo>
                <a:cubicBezTo>
                  <a:pt x="575" y="660"/>
                  <a:pt x="574" y="660"/>
                  <a:pt x="573" y="660"/>
                </a:cubicBezTo>
                <a:cubicBezTo>
                  <a:pt x="572" y="660"/>
                  <a:pt x="573" y="659"/>
                  <a:pt x="573" y="659"/>
                </a:cubicBezTo>
                <a:cubicBezTo>
                  <a:pt x="573" y="658"/>
                  <a:pt x="573" y="656"/>
                  <a:pt x="573" y="655"/>
                </a:cubicBezTo>
                <a:cubicBezTo>
                  <a:pt x="573" y="654"/>
                  <a:pt x="574" y="654"/>
                  <a:pt x="574" y="653"/>
                </a:cubicBezTo>
                <a:cubicBezTo>
                  <a:pt x="575" y="652"/>
                  <a:pt x="575" y="652"/>
                  <a:pt x="576" y="652"/>
                </a:cubicBezTo>
                <a:cubicBezTo>
                  <a:pt x="577" y="651"/>
                  <a:pt x="578" y="651"/>
                  <a:pt x="578" y="651"/>
                </a:cubicBezTo>
                <a:cubicBezTo>
                  <a:pt x="578" y="651"/>
                  <a:pt x="579" y="652"/>
                  <a:pt x="579" y="652"/>
                </a:cubicBezTo>
                <a:cubicBezTo>
                  <a:pt x="580" y="651"/>
                  <a:pt x="580" y="650"/>
                  <a:pt x="580" y="649"/>
                </a:cubicBezTo>
                <a:cubicBezTo>
                  <a:pt x="580" y="649"/>
                  <a:pt x="580" y="648"/>
                  <a:pt x="580" y="647"/>
                </a:cubicBezTo>
                <a:cubicBezTo>
                  <a:pt x="581" y="647"/>
                  <a:pt x="582" y="646"/>
                  <a:pt x="582" y="645"/>
                </a:cubicBezTo>
                <a:cubicBezTo>
                  <a:pt x="582" y="645"/>
                  <a:pt x="583" y="643"/>
                  <a:pt x="584" y="643"/>
                </a:cubicBezTo>
                <a:cubicBezTo>
                  <a:pt x="584" y="642"/>
                  <a:pt x="585" y="641"/>
                  <a:pt x="585" y="641"/>
                </a:cubicBezTo>
                <a:cubicBezTo>
                  <a:pt x="585" y="640"/>
                  <a:pt x="585" y="639"/>
                  <a:pt x="586" y="638"/>
                </a:cubicBezTo>
                <a:cubicBezTo>
                  <a:pt x="587" y="637"/>
                  <a:pt x="588" y="637"/>
                  <a:pt x="589" y="636"/>
                </a:cubicBezTo>
                <a:cubicBezTo>
                  <a:pt x="590" y="636"/>
                  <a:pt x="593" y="632"/>
                  <a:pt x="593" y="632"/>
                </a:cubicBezTo>
                <a:cubicBezTo>
                  <a:pt x="594" y="632"/>
                  <a:pt x="596" y="631"/>
                  <a:pt x="598" y="630"/>
                </a:cubicBezTo>
                <a:cubicBezTo>
                  <a:pt x="599" y="630"/>
                  <a:pt x="598" y="628"/>
                  <a:pt x="599" y="628"/>
                </a:cubicBezTo>
                <a:cubicBezTo>
                  <a:pt x="599" y="627"/>
                  <a:pt x="600" y="627"/>
                  <a:pt x="600" y="627"/>
                </a:cubicBezTo>
                <a:cubicBezTo>
                  <a:pt x="600" y="627"/>
                  <a:pt x="601" y="627"/>
                  <a:pt x="601" y="627"/>
                </a:cubicBezTo>
                <a:cubicBezTo>
                  <a:pt x="601" y="628"/>
                  <a:pt x="606" y="627"/>
                  <a:pt x="606" y="627"/>
                </a:cubicBezTo>
                <a:cubicBezTo>
                  <a:pt x="607" y="626"/>
                  <a:pt x="607" y="626"/>
                  <a:pt x="608" y="625"/>
                </a:cubicBezTo>
                <a:cubicBezTo>
                  <a:pt x="608" y="624"/>
                  <a:pt x="608" y="623"/>
                  <a:pt x="608" y="622"/>
                </a:cubicBezTo>
                <a:cubicBezTo>
                  <a:pt x="608" y="621"/>
                  <a:pt x="610" y="619"/>
                  <a:pt x="611" y="619"/>
                </a:cubicBezTo>
                <a:cubicBezTo>
                  <a:pt x="611" y="618"/>
                  <a:pt x="612" y="616"/>
                  <a:pt x="611" y="615"/>
                </a:cubicBezTo>
                <a:cubicBezTo>
                  <a:pt x="611" y="614"/>
                  <a:pt x="612" y="614"/>
                  <a:pt x="612" y="613"/>
                </a:cubicBezTo>
                <a:cubicBezTo>
                  <a:pt x="613" y="612"/>
                  <a:pt x="613" y="611"/>
                  <a:pt x="613" y="610"/>
                </a:cubicBezTo>
                <a:cubicBezTo>
                  <a:pt x="613" y="610"/>
                  <a:pt x="614" y="610"/>
                  <a:pt x="615" y="609"/>
                </a:cubicBezTo>
                <a:cubicBezTo>
                  <a:pt x="616" y="609"/>
                  <a:pt x="616" y="608"/>
                  <a:pt x="617" y="606"/>
                </a:cubicBezTo>
                <a:cubicBezTo>
                  <a:pt x="618" y="605"/>
                  <a:pt x="619" y="605"/>
                  <a:pt x="619" y="605"/>
                </a:cubicBezTo>
                <a:cubicBezTo>
                  <a:pt x="620" y="605"/>
                  <a:pt x="621" y="605"/>
                  <a:pt x="621" y="605"/>
                </a:cubicBezTo>
                <a:cubicBezTo>
                  <a:pt x="620" y="604"/>
                  <a:pt x="621" y="604"/>
                  <a:pt x="621" y="603"/>
                </a:cubicBezTo>
                <a:cubicBezTo>
                  <a:pt x="621" y="603"/>
                  <a:pt x="621" y="601"/>
                  <a:pt x="621" y="600"/>
                </a:cubicBezTo>
                <a:cubicBezTo>
                  <a:pt x="621" y="599"/>
                  <a:pt x="621" y="598"/>
                  <a:pt x="620" y="598"/>
                </a:cubicBezTo>
                <a:cubicBezTo>
                  <a:pt x="620" y="597"/>
                  <a:pt x="620" y="596"/>
                  <a:pt x="620" y="595"/>
                </a:cubicBezTo>
                <a:cubicBezTo>
                  <a:pt x="620" y="593"/>
                  <a:pt x="620" y="592"/>
                  <a:pt x="621" y="592"/>
                </a:cubicBezTo>
                <a:cubicBezTo>
                  <a:pt x="621" y="591"/>
                  <a:pt x="622" y="593"/>
                  <a:pt x="622" y="593"/>
                </a:cubicBezTo>
                <a:cubicBezTo>
                  <a:pt x="622" y="593"/>
                  <a:pt x="623" y="596"/>
                  <a:pt x="623" y="597"/>
                </a:cubicBezTo>
                <a:cubicBezTo>
                  <a:pt x="623" y="598"/>
                  <a:pt x="624" y="598"/>
                  <a:pt x="624" y="599"/>
                </a:cubicBezTo>
                <a:cubicBezTo>
                  <a:pt x="624" y="600"/>
                  <a:pt x="624" y="602"/>
                  <a:pt x="624" y="604"/>
                </a:cubicBezTo>
                <a:cubicBezTo>
                  <a:pt x="624" y="606"/>
                  <a:pt x="625" y="606"/>
                  <a:pt x="625" y="607"/>
                </a:cubicBezTo>
                <a:cubicBezTo>
                  <a:pt x="626" y="607"/>
                  <a:pt x="627" y="609"/>
                  <a:pt x="627" y="609"/>
                </a:cubicBezTo>
                <a:cubicBezTo>
                  <a:pt x="628" y="610"/>
                  <a:pt x="627" y="611"/>
                  <a:pt x="626" y="611"/>
                </a:cubicBezTo>
                <a:cubicBezTo>
                  <a:pt x="625" y="611"/>
                  <a:pt x="624" y="611"/>
                  <a:pt x="623" y="612"/>
                </a:cubicBezTo>
                <a:cubicBezTo>
                  <a:pt x="622" y="613"/>
                  <a:pt x="622" y="615"/>
                  <a:pt x="623" y="616"/>
                </a:cubicBezTo>
                <a:cubicBezTo>
                  <a:pt x="623" y="618"/>
                  <a:pt x="623" y="618"/>
                  <a:pt x="624" y="620"/>
                </a:cubicBezTo>
                <a:cubicBezTo>
                  <a:pt x="624" y="621"/>
                  <a:pt x="625" y="622"/>
                  <a:pt x="624" y="623"/>
                </a:cubicBezTo>
                <a:cubicBezTo>
                  <a:pt x="624" y="624"/>
                  <a:pt x="623" y="625"/>
                  <a:pt x="622" y="626"/>
                </a:cubicBezTo>
                <a:cubicBezTo>
                  <a:pt x="621" y="627"/>
                  <a:pt x="619" y="630"/>
                  <a:pt x="619" y="631"/>
                </a:cubicBezTo>
                <a:cubicBezTo>
                  <a:pt x="618" y="632"/>
                  <a:pt x="617" y="633"/>
                  <a:pt x="617" y="634"/>
                </a:cubicBezTo>
                <a:cubicBezTo>
                  <a:pt x="617" y="634"/>
                  <a:pt x="616" y="637"/>
                  <a:pt x="615" y="638"/>
                </a:cubicBezTo>
                <a:cubicBezTo>
                  <a:pt x="615" y="639"/>
                  <a:pt x="614" y="640"/>
                  <a:pt x="614" y="641"/>
                </a:cubicBezTo>
                <a:cubicBezTo>
                  <a:pt x="613" y="643"/>
                  <a:pt x="614" y="644"/>
                  <a:pt x="614" y="646"/>
                </a:cubicBezTo>
                <a:cubicBezTo>
                  <a:pt x="614" y="647"/>
                  <a:pt x="613" y="661"/>
                  <a:pt x="613" y="663"/>
                </a:cubicBezTo>
                <a:cubicBezTo>
                  <a:pt x="613" y="664"/>
                  <a:pt x="612" y="664"/>
                  <a:pt x="612" y="665"/>
                </a:cubicBezTo>
                <a:cubicBezTo>
                  <a:pt x="611" y="665"/>
                  <a:pt x="610" y="665"/>
                  <a:pt x="610" y="664"/>
                </a:cubicBezTo>
                <a:cubicBezTo>
                  <a:pt x="609" y="663"/>
                  <a:pt x="607" y="664"/>
                  <a:pt x="606" y="664"/>
                </a:cubicBezTo>
                <a:cubicBezTo>
                  <a:pt x="604" y="664"/>
                  <a:pt x="602" y="664"/>
                  <a:pt x="602" y="664"/>
                </a:cubicBezTo>
                <a:cubicBezTo>
                  <a:pt x="601" y="664"/>
                  <a:pt x="601" y="665"/>
                  <a:pt x="601" y="666"/>
                </a:cubicBezTo>
                <a:cubicBezTo>
                  <a:pt x="600" y="666"/>
                  <a:pt x="600" y="668"/>
                  <a:pt x="600" y="669"/>
                </a:cubicBezTo>
                <a:cubicBezTo>
                  <a:pt x="600" y="670"/>
                  <a:pt x="598" y="671"/>
                  <a:pt x="598" y="671"/>
                </a:cubicBezTo>
                <a:cubicBezTo>
                  <a:pt x="598" y="672"/>
                  <a:pt x="597" y="673"/>
                  <a:pt x="597" y="674"/>
                </a:cubicBezTo>
                <a:cubicBezTo>
                  <a:pt x="597" y="674"/>
                  <a:pt x="598" y="675"/>
                  <a:pt x="598" y="675"/>
                </a:cubicBezTo>
                <a:cubicBezTo>
                  <a:pt x="599" y="675"/>
                  <a:pt x="600" y="675"/>
                  <a:pt x="601" y="674"/>
                </a:cubicBezTo>
                <a:cubicBezTo>
                  <a:pt x="601" y="674"/>
                  <a:pt x="603" y="674"/>
                  <a:pt x="604" y="674"/>
                </a:cubicBezTo>
                <a:cubicBezTo>
                  <a:pt x="605" y="674"/>
                  <a:pt x="607" y="673"/>
                  <a:pt x="607" y="672"/>
                </a:cubicBezTo>
                <a:cubicBezTo>
                  <a:pt x="607" y="671"/>
                  <a:pt x="608" y="671"/>
                  <a:pt x="609" y="671"/>
                </a:cubicBezTo>
                <a:cubicBezTo>
                  <a:pt x="609" y="671"/>
                  <a:pt x="610" y="671"/>
                  <a:pt x="611" y="671"/>
                </a:cubicBezTo>
                <a:cubicBezTo>
                  <a:pt x="612" y="670"/>
                  <a:pt x="613" y="671"/>
                  <a:pt x="615" y="671"/>
                </a:cubicBezTo>
                <a:cubicBezTo>
                  <a:pt x="617" y="671"/>
                  <a:pt x="617" y="672"/>
                  <a:pt x="617" y="672"/>
                </a:cubicBezTo>
                <a:cubicBezTo>
                  <a:pt x="618" y="672"/>
                  <a:pt x="620" y="671"/>
                  <a:pt x="620" y="670"/>
                </a:cubicBezTo>
                <a:cubicBezTo>
                  <a:pt x="620" y="670"/>
                  <a:pt x="620" y="668"/>
                  <a:pt x="620" y="667"/>
                </a:cubicBezTo>
                <a:cubicBezTo>
                  <a:pt x="621" y="665"/>
                  <a:pt x="621" y="666"/>
                  <a:pt x="621" y="665"/>
                </a:cubicBezTo>
                <a:cubicBezTo>
                  <a:pt x="621" y="665"/>
                  <a:pt x="621" y="664"/>
                  <a:pt x="621" y="663"/>
                </a:cubicBezTo>
                <a:cubicBezTo>
                  <a:pt x="621" y="662"/>
                  <a:pt x="622" y="661"/>
                  <a:pt x="623" y="661"/>
                </a:cubicBezTo>
                <a:cubicBezTo>
                  <a:pt x="623" y="660"/>
                  <a:pt x="623" y="658"/>
                  <a:pt x="624" y="658"/>
                </a:cubicBezTo>
                <a:cubicBezTo>
                  <a:pt x="624" y="657"/>
                  <a:pt x="623" y="654"/>
                  <a:pt x="624" y="653"/>
                </a:cubicBezTo>
                <a:cubicBezTo>
                  <a:pt x="624" y="652"/>
                  <a:pt x="624" y="650"/>
                  <a:pt x="625" y="649"/>
                </a:cubicBezTo>
                <a:cubicBezTo>
                  <a:pt x="625" y="649"/>
                  <a:pt x="626" y="647"/>
                  <a:pt x="626" y="647"/>
                </a:cubicBezTo>
                <a:cubicBezTo>
                  <a:pt x="626" y="646"/>
                  <a:pt x="627" y="644"/>
                  <a:pt x="627" y="643"/>
                </a:cubicBezTo>
                <a:cubicBezTo>
                  <a:pt x="627" y="642"/>
                  <a:pt x="628" y="641"/>
                  <a:pt x="628" y="641"/>
                </a:cubicBezTo>
                <a:cubicBezTo>
                  <a:pt x="629" y="641"/>
                  <a:pt x="630" y="643"/>
                  <a:pt x="630" y="644"/>
                </a:cubicBezTo>
                <a:cubicBezTo>
                  <a:pt x="630" y="644"/>
                  <a:pt x="632" y="646"/>
                  <a:pt x="632" y="648"/>
                </a:cubicBezTo>
                <a:cubicBezTo>
                  <a:pt x="633" y="650"/>
                  <a:pt x="634" y="651"/>
                  <a:pt x="635" y="653"/>
                </a:cubicBezTo>
                <a:cubicBezTo>
                  <a:pt x="636" y="655"/>
                  <a:pt x="638" y="656"/>
                  <a:pt x="639" y="658"/>
                </a:cubicBezTo>
                <a:cubicBezTo>
                  <a:pt x="640" y="659"/>
                  <a:pt x="639" y="660"/>
                  <a:pt x="639" y="661"/>
                </a:cubicBezTo>
                <a:cubicBezTo>
                  <a:pt x="639" y="662"/>
                  <a:pt x="639" y="665"/>
                  <a:pt x="638" y="667"/>
                </a:cubicBezTo>
                <a:cubicBezTo>
                  <a:pt x="638" y="669"/>
                  <a:pt x="638" y="669"/>
                  <a:pt x="637" y="671"/>
                </a:cubicBezTo>
                <a:cubicBezTo>
                  <a:pt x="637" y="673"/>
                  <a:pt x="637" y="675"/>
                  <a:pt x="637" y="676"/>
                </a:cubicBezTo>
                <a:cubicBezTo>
                  <a:pt x="637" y="677"/>
                  <a:pt x="635" y="679"/>
                  <a:pt x="634" y="680"/>
                </a:cubicBezTo>
                <a:cubicBezTo>
                  <a:pt x="633" y="681"/>
                  <a:pt x="633" y="682"/>
                  <a:pt x="632" y="682"/>
                </a:cubicBezTo>
                <a:cubicBezTo>
                  <a:pt x="630" y="682"/>
                  <a:pt x="630" y="684"/>
                  <a:pt x="630" y="684"/>
                </a:cubicBezTo>
                <a:cubicBezTo>
                  <a:pt x="629" y="685"/>
                  <a:pt x="630" y="686"/>
                  <a:pt x="631" y="686"/>
                </a:cubicBezTo>
                <a:cubicBezTo>
                  <a:pt x="631" y="687"/>
                  <a:pt x="633" y="687"/>
                  <a:pt x="634" y="686"/>
                </a:cubicBezTo>
                <a:cubicBezTo>
                  <a:pt x="635" y="686"/>
                  <a:pt x="635" y="686"/>
                  <a:pt x="635" y="686"/>
                </a:cubicBezTo>
                <a:cubicBezTo>
                  <a:pt x="636" y="686"/>
                  <a:pt x="639" y="686"/>
                  <a:pt x="641" y="685"/>
                </a:cubicBezTo>
                <a:cubicBezTo>
                  <a:pt x="642" y="685"/>
                  <a:pt x="642" y="683"/>
                  <a:pt x="643" y="683"/>
                </a:cubicBezTo>
                <a:cubicBezTo>
                  <a:pt x="644" y="683"/>
                  <a:pt x="646" y="683"/>
                  <a:pt x="646" y="683"/>
                </a:cubicBezTo>
                <a:cubicBezTo>
                  <a:pt x="646" y="683"/>
                  <a:pt x="650" y="685"/>
                  <a:pt x="651" y="686"/>
                </a:cubicBezTo>
                <a:cubicBezTo>
                  <a:pt x="651" y="686"/>
                  <a:pt x="654" y="687"/>
                  <a:pt x="654" y="687"/>
                </a:cubicBezTo>
                <a:cubicBezTo>
                  <a:pt x="655" y="688"/>
                  <a:pt x="658" y="692"/>
                  <a:pt x="660" y="693"/>
                </a:cubicBezTo>
                <a:cubicBezTo>
                  <a:pt x="662" y="694"/>
                  <a:pt x="665" y="699"/>
                  <a:pt x="666" y="700"/>
                </a:cubicBezTo>
                <a:cubicBezTo>
                  <a:pt x="667" y="702"/>
                  <a:pt x="670" y="708"/>
                  <a:pt x="670" y="710"/>
                </a:cubicBezTo>
                <a:cubicBezTo>
                  <a:pt x="671" y="712"/>
                  <a:pt x="673" y="717"/>
                  <a:pt x="673" y="717"/>
                </a:cubicBezTo>
                <a:cubicBezTo>
                  <a:pt x="673" y="718"/>
                  <a:pt x="673" y="721"/>
                  <a:pt x="673" y="723"/>
                </a:cubicBezTo>
                <a:cubicBezTo>
                  <a:pt x="673" y="725"/>
                  <a:pt x="671" y="726"/>
                  <a:pt x="670" y="726"/>
                </a:cubicBezTo>
                <a:cubicBezTo>
                  <a:pt x="669" y="727"/>
                  <a:pt x="669" y="727"/>
                  <a:pt x="669" y="728"/>
                </a:cubicBezTo>
                <a:cubicBezTo>
                  <a:pt x="669" y="728"/>
                  <a:pt x="670" y="728"/>
                  <a:pt x="671" y="729"/>
                </a:cubicBezTo>
                <a:cubicBezTo>
                  <a:pt x="671" y="730"/>
                  <a:pt x="671" y="736"/>
                  <a:pt x="671" y="737"/>
                </a:cubicBezTo>
                <a:cubicBezTo>
                  <a:pt x="671" y="737"/>
                  <a:pt x="673" y="738"/>
                  <a:pt x="673" y="739"/>
                </a:cubicBezTo>
                <a:cubicBezTo>
                  <a:pt x="674" y="740"/>
                  <a:pt x="677" y="743"/>
                  <a:pt x="677" y="743"/>
                </a:cubicBezTo>
                <a:cubicBezTo>
                  <a:pt x="677" y="743"/>
                  <a:pt x="679" y="746"/>
                  <a:pt x="679" y="747"/>
                </a:cubicBezTo>
                <a:cubicBezTo>
                  <a:pt x="680" y="747"/>
                  <a:pt x="683" y="750"/>
                  <a:pt x="683" y="752"/>
                </a:cubicBezTo>
                <a:cubicBezTo>
                  <a:pt x="684" y="753"/>
                  <a:pt x="684" y="753"/>
                  <a:pt x="684" y="754"/>
                </a:cubicBezTo>
                <a:cubicBezTo>
                  <a:pt x="685" y="755"/>
                  <a:pt x="688" y="759"/>
                  <a:pt x="689" y="760"/>
                </a:cubicBezTo>
                <a:cubicBezTo>
                  <a:pt x="691" y="761"/>
                  <a:pt x="692" y="762"/>
                  <a:pt x="693" y="762"/>
                </a:cubicBezTo>
                <a:cubicBezTo>
                  <a:pt x="695" y="761"/>
                  <a:pt x="698" y="762"/>
                  <a:pt x="700" y="762"/>
                </a:cubicBezTo>
                <a:cubicBezTo>
                  <a:pt x="700" y="636"/>
                  <a:pt x="700" y="636"/>
                  <a:pt x="700" y="636"/>
                </a:cubicBezTo>
                <a:cubicBezTo>
                  <a:pt x="701" y="404"/>
                  <a:pt x="701" y="404"/>
                  <a:pt x="701" y="404"/>
                </a:cubicBezTo>
                <a:lnTo>
                  <a:pt x="401" y="404"/>
                </a:lnTo>
                <a:close/>
                <a:moveTo>
                  <a:pt x="1016" y="480"/>
                </a:moveTo>
                <a:cubicBezTo>
                  <a:pt x="1016" y="480"/>
                  <a:pt x="1016" y="479"/>
                  <a:pt x="1016" y="479"/>
                </a:cubicBezTo>
                <a:cubicBezTo>
                  <a:pt x="1015" y="479"/>
                  <a:pt x="1016" y="473"/>
                  <a:pt x="1016" y="473"/>
                </a:cubicBezTo>
                <a:cubicBezTo>
                  <a:pt x="1016" y="473"/>
                  <a:pt x="1016" y="469"/>
                  <a:pt x="1016" y="468"/>
                </a:cubicBezTo>
                <a:cubicBezTo>
                  <a:pt x="1016" y="467"/>
                  <a:pt x="1014" y="466"/>
                  <a:pt x="1014" y="466"/>
                </a:cubicBezTo>
                <a:cubicBezTo>
                  <a:pt x="1014" y="466"/>
                  <a:pt x="1014" y="466"/>
                  <a:pt x="1014" y="466"/>
                </a:cubicBezTo>
                <a:cubicBezTo>
                  <a:pt x="1014" y="466"/>
                  <a:pt x="1014" y="466"/>
                  <a:pt x="1014" y="466"/>
                </a:cubicBezTo>
                <a:cubicBezTo>
                  <a:pt x="1014" y="466"/>
                  <a:pt x="1011" y="467"/>
                  <a:pt x="1010" y="468"/>
                </a:cubicBezTo>
                <a:cubicBezTo>
                  <a:pt x="1009" y="468"/>
                  <a:pt x="1006" y="467"/>
                  <a:pt x="1005" y="468"/>
                </a:cubicBezTo>
                <a:cubicBezTo>
                  <a:pt x="1005" y="468"/>
                  <a:pt x="1004" y="471"/>
                  <a:pt x="1004" y="471"/>
                </a:cubicBezTo>
                <a:cubicBezTo>
                  <a:pt x="1004" y="471"/>
                  <a:pt x="1000" y="470"/>
                  <a:pt x="999" y="470"/>
                </a:cubicBezTo>
                <a:cubicBezTo>
                  <a:pt x="998" y="469"/>
                  <a:pt x="996" y="469"/>
                  <a:pt x="995" y="469"/>
                </a:cubicBezTo>
                <a:cubicBezTo>
                  <a:pt x="994" y="469"/>
                  <a:pt x="992" y="468"/>
                  <a:pt x="991" y="468"/>
                </a:cubicBezTo>
                <a:cubicBezTo>
                  <a:pt x="991" y="469"/>
                  <a:pt x="990" y="470"/>
                  <a:pt x="990" y="470"/>
                </a:cubicBezTo>
                <a:cubicBezTo>
                  <a:pt x="988" y="468"/>
                  <a:pt x="988" y="468"/>
                  <a:pt x="988" y="468"/>
                </a:cubicBezTo>
                <a:cubicBezTo>
                  <a:pt x="988" y="468"/>
                  <a:pt x="986" y="470"/>
                  <a:pt x="985" y="471"/>
                </a:cubicBezTo>
                <a:cubicBezTo>
                  <a:pt x="985" y="472"/>
                  <a:pt x="983" y="473"/>
                  <a:pt x="982" y="473"/>
                </a:cubicBezTo>
                <a:cubicBezTo>
                  <a:pt x="981" y="474"/>
                  <a:pt x="977" y="474"/>
                  <a:pt x="977" y="474"/>
                </a:cubicBezTo>
                <a:cubicBezTo>
                  <a:pt x="977" y="474"/>
                  <a:pt x="975" y="477"/>
                  <a:pt x="976" y="478"/>
                </a:cubicBezTo>
                <a:cubicBezTo>
                  <a:pt x="976" y="478"/>
                  <a:pt x="977" y="479"/>
                  <a:pt x="977" y="480"/>
                </a:cubicBezTo>
                <a:cubicBezTo>
                  <a:pt x="977" y="480"/>
                  <a:pt x="977" y="483"/>
                  <a:pt x="977" y="484"/>
                </a:cubicBezTo>
                <a:cubicBezTo>
                  <a:pt x="977" y="484"/>
                  <a:pt x="976" y="486"/>
                  <a:pt x="974" y="487"/>
                </a:cubicBezTo>
                <a:cubicBezTo>
                  <a:pt x="973" y="487"/>
                  <a:pt x="972" y="488"/>
                  <a:pt x="970" y="487"/>
                </a:cubicBezTo>
                <a:cubicBezTo>
                  <a:pt x="969" y="487"/>
                  <a:pt x="968" y="486"/>
                  <a:pt x="967" y="486"/>
                </a:cubicBezTo>
                <a:cubicBezTo>
                  <a:pt x="966" y="486"/>
                  <a:pt x="966" y="487"/>
                  <a:pt x="965" y="488"/>
                </a:cubicBezTo>
                <a:cubicBezTo>
                  <a:pt x="965" y="488"/>
                  <a:pt x="964" y="489"/>
                  <a:pt x="963" y="490"/>
                </a:cubicBezTo>
                <a:cubicBezTo>
                  <a:pt x="963" y="491"/>
                  <a:pt x="959" y="495"/>
                  <a:pt x="959" y="495"/>
                </a:cubicBezTo>
                <a:cubicBezTo>
                  <a:pt x="958" y="489"/>
                  <a:pt x="958" y="489"/>
                  <a:pt x="958" y="489"/>
                </a:cubicBezTo>
                <a:cubicBezTo>
                  <a:pt x="958" y="489"/>
                  <a:pt x="958" y="487"/>
                  <a:pt x="956" y="486"/>
                </a:cubicBezTo>
                <a:cubicBezTo>
                  <a:pt x="955" y="486"/>
                  <a:pt x="953" y="485"/>
                  <a:pt x="952" y="485"/>
                </a:cubicBezTo>
                <a:cubicBezTo>
                  <a:pt x="952" y="484"/>
                  <a:pt x="952" y="483"/>
                  <a:pt x="951" y="482"/>
                </a:cubicBezTo>
                <a:cubicBezTo>
                  <a:pt x="949" y="481"/>
                  <a:pt x="946" y="479"/>
                  <a:pt x="946" y="479"/>
                </a:cubicBezTo>
                <a:cubicBezTo>
                  <a:pt x="945" y="479"/>
                  <a:pt x="942" y="480"/>
                  <a:pt x="941" y="480"/>
                </a:cubicBezTo>
                <a:cubicBezTo>
                  <a:pt x="940" y="479"/>
                  <a:pt x="937" y="479"/>
                  <a:pt x="936" y="478"/>
                </a:cubicBezTo>
                <a:cubicBezTo>
                  <a:pt x="935" y="478"/>
                  <a:pt x="933" y="477"/>
                  <a:pt x="932" y="477"/>
                </a:cubicBezTo>
                <a:cubicBezTo>
                  <a:pt x="930" y="477"/>
                  <a:pt x="926" y="477"/>
                  <a:pt x="925" y="477"/>
                </a:cubicBezTo>
                <a:cubicBezTo>
                  <a:pt x="923" y="477"/>
                  <a:pt x="921" y="478"/>
                  <a:pt x="919" y="478"/>
                </a:cubicBezTo>
                <a:cubicBezTo>
                  <a:pt x="917" y="479"/>
                  <a:pt x="915" y="478"/>
                  <a:pt x="914" y="478"/>
                </a:cubicBezTo>
                <a:cubicBezTo>
                  <a:pt x="914" y="478"/>
                  <a:pt x="911" y="479"/>
                  <a:pt x="910" y="480"/>
                </a:cubicBezTo>
                <a:cubicBezTo>
                  <a:pt x="909" y="480"/>
                  <a:pt x="906" y="482"/>
                  <a:pt x="906" y="483"/>
                </a:cubicBezTo>
                <a:cubicBezTo>
                  <a:pt x="905" y="484"/>
                  <a:pt x="901" y="487"/>
                  <a:pt x="901" y="488"/>
                </a:cubicBezTo>
                <a:cubicBezTo>
                  <a:pt x="901" y="488"/>
                  <a:pt x="900" y="489"/>
                  <a:pt x="900" y="489"/>
                </a:cubicBezTo>
                <a:cubicBezTo>
                  <a:pt x="701" y="489"/>
                  <a:pt x="701" y="489"/>
                  <a:pt x="701" y="489"/>
                </a:cubicBezTo>
                <a:cubicBezTo>
                  <a:pt x="700" y="636"/>
                  <a:pt x="700" y="636"/>
                  <a:pt x="700" y="636"/>
                </a:cubicBezTo>
                <a:cubicBezTo>
                  <a:pt x="700" y="636"/>
                  <a:pt x="704" y="638"/>
                  <a:pt x="705" y="638"/>
                </a:cubicBezTo>
                <a:cubicBezTo>
                  <a:pt x="706" y="638"/>
                  <a:pt x="708" y="639"/>
                  <a:pt x="709" y="639"/>
                </a:cubicBezTo>
                <a:cubicBezTo>
                  <a:pt x="710" y="640"/>
                  <a:pt x="712" y="641"/>
                  <a:pt x="714" y="642"/>
                </a:cubicBezTo>
                <a:cubicBezTo>
                  <a:pt x="715" y="642"/>
                  <a:pt x="715" y="641"/>
                  <a:pt x="716" y="641"/>
                </a:cubicBezTo>
                <a:cubicBezTo>
                  <a:pt x="717" y="641"/>
                  <a:pt x="720" y="639"/>
                  <a:pt x="721" y="639"/>
                </a:cubicBezTo>
                <a:cubicBezTo>
                  <a:pt x="722" y="638"/>
                  <a:pt x="725" y="639"/>
                  <a:pt x="726" y="640"/>
                </a:cubicBezTo>
                <a:cubicBezTo>
                  <a:pt x="728" y="641"/>
                  <a:pt x="729" y="641"/>
                  <a:pt x="730" y="642"/>
                </a:cubicBezTo>
                <a:cubicBezTo>
                  <a:pt x="731" y="643"/>
                  <a:pt x="731" y="644"/>
                  <a:pt x="732" y="645"/>
                </a:cubicBezTo>
                <a:cubicBezTo>
                  <a:pt x="732" y="646"/>
                  <a:pt x="735" y="648"/>
                  <a:pt x="735" y="649"/>
                </a:cubicBezTo>
                <a:cubicBezTo>
                  <a:pt x="735" y="650"/>
                  <a:pt x="735" y="652"/>
                  <a:pt x="736" y="652"/>
                </a:cubicBezTo>
                <a:cubicBezTo>
                  <a:pt x="737" y="653"/>
                  <a:pt x="739" y="658"/>
                  <a:pt x="740" y="659"/>
                </a:cubicBezTo>
                <a:cubicBezTo>
                  <a:pt x="740" y="660"/>
                  <a:pt x="741" y="659"/>
                  <a:pt x="742" y="659"/>
                </a:cubicBezTo>
                <a:cubicBezTo>
                  <a:pt x="743" y="658"/>
                  <a:pt x="743" y="656"/>
                  <a:pt x="744" y="655"/>
                </a:cubicBezTo>
                <a:cubicBezTo>
                  <a:pt x="744" y="654"/>
                  <a:pt x="745" y="654"/>
                  <a:pt x="746" y="655"/>
                </a:cubicBezTo>
                <a:cubicBezTo>
                  <a:pt x="748" y="655"/>
                  <a:pt x="748" y="656"/>
                  <a:pt x="750" y="657"/>
                </a:cubicBezTo>
                <a:cubicBezTo>
                  <a:pt x="751" y="657"/>
                  <a:pt x="754" y="658"/>
                  <a:pt x="756" y="659"/>
                </a:cubicBezTo>
                <a:cubicBezTo>
                  <a:pt x="759" y="659"/>
                  <a:pt x="759" y="661"/>
                  <a:pt x="759" y="662"/>
                </a:cubicBezTo>
                <a:cubicBezTo>
                  <a:pt x="759" y="664"/>
                  <a:pt x="759" y="664"/>
                  <a:pt x="758" y="665"/>
                </a:cubicBezTo>
                <a:cubicBezTo>
                  <a:pt x="758" y="666"/>
                  <a:pt x="759" y="669"/>
                  <a:pt x="760" y="671"/>
                </a:cubicBezTo>
                <a:cubicBezTo>
                  <a:pt x="761" y="672"/>
                  <a:pt x="765" y="673"/>
                  <a:pt x="766" y="674"/>
                </a:cubicBezTo>
                <a:cubicBezTo>
                  <a:pt x="766" y="675"/>
                  <a:pt x="767" y="676"/>
                  <a:pt x="767" y="677"/>
                </a:cubicBezTo>
                <a:cubicBezTo>
                  <a:pt x="768" y="678"/>
                  <a:pt x="772" y="680"/>
                  <a:pt x="773" y="681"/>
                </a:cubicBezTo>
                <a:cubicBezTo>
                  <a:pt x="774" y="682"/>
                  <a:pt x="780" y="685"/>
                  <a:pt x="781" y="686"/>
                </a:cubicBezTo>
                <a:cubicBezTo>
                  <a:pt x="782" y="687"/>
                  <a:pt x="784" y="690"/>
                  <a:pt x="784" y="691"/>
                </a:cubicBezTo>
                <a:cubicBezTo>
                  <a:pt x="785" y="692"/>
                  <a:pt x="786" y="694"/>
                  <a:pt x="786" y="694"/>
                </a:cubicBezTo>
                <a:cubicBezTo>
                  <a:pt x="787" y="695"/>
                  <a:pt x="789" y="697"/>
                  <a:pt x="791" y="698"/>
                </a:cubicBezTo>
                <a:cubicBezTo>
                  <a:pt x="792" y="699"/>
                  <a:pt x="795" y="700"/>
                  <a:pt x="796" y="700"/>
                </a:cubicBezTo>
                <a:cubicBezTo>
                  <a:pt x="796" y="700"/>
                  <a:pt x="800" y="699"/>
                  <a:pt x="800" y="699"/>
                </a:cubicBezTo>
                <a:cubicBezTo>
                  <a:pt x="800" y="699"/>
                  <a:pt x="799" y="698"/>
                  <a:pt x="799" y="697"/>
                </a:cubicBezTo>
                <a:cubicBezTo>
                  <a:pt x="799" y="697"/>
                  <a:pt x="799" y="695"/>
                  <a:pt x="800" y="695"/>
                </a:cubicBezTo>
                <a:cubicBezTo>
                  <a:pt x="800" y="694"/>
                  <a:pt x="801" y="693"/>
                  <a:pt x="802" y="692"/>
                </a:cubicBezTo>
                <a:cubicBezTo>
                  <a:pt x="802" y="691"/>
                  <a:pt x="804" y="692"/>
                  <a:pt x="805" y="692"/>
                </a:cubicBezTo>
                <a:cubicBezTo>
                  <a:pt x="806" y="691"/>
                  <a:pt x="810" y="692"/>
                  <a:pt x="811" y="692"/>
                </a:cubicBezTo>
                <a:cubicBezTo>
                  <a:pt x="812" y="691"/>
                  <a:pt x="814" y="691"/>
                  <a:pt x="815" y="691"/>
                </a:cubicBezTo>
                <a:cubicBezTo>
                  <a:pt x="815" y="691"/>
                  <a:pt x="818" y="693"/>
                  <a:pt x="819" y="694"/>
                </a:cubicBezTo>
                <a:cubicBezTo>
                  <a:pt x="821" y="695"/>
                  <a:pt x="824" y="697"/>
                  <a:pt x="825" y="697"/>
                </a:cubicBezTo>
                <a:cubicBezTo>
                  <a:pt x="826" y="697"/>
                  <a:pt x="831" y="698"/>
                  <a:pt x="832" y="698"/>
                </a:cubicBezTo>
                <a:cubicBezTo>
                  <a:pt x="834" y="698"/>
                  <a:pt x="836" y="697"/>
                  <a:pt x="837" y="696"/>
                </a:cubicBezTo>
                <a:cubicBezTo>
                  <a:pt x="838" y="695"/>
                  <a:pt x="840" y="695"/>
                  <a:pt x="841" y="696"/>
                </a:cubicBezTo>
                <a:cubicBezTo>
                  <a:pt x="842" y="696"/>
                  <a:pt x="844" y="698"/>
                  <a:pt x="846" y="699"/>
                </a:cubicBezTo>
                <a:cubicBezTo>
                  <a:pt x="848" y="700"/>
                  <a:pt x="850" y="700"/>
                  <a:pt x="850" y="700"/>
                </a:cubicBezTo>
                <a:cubicBezTo>
                  <a:pt x="851" y="700"/>
                  <a:pt x="852" y="698"/>
                  <a:pt x="852" y="698"/>
                </a:cubicBezTo>
                <a:cubicBezTo>
                  <a:pt x="852" y="698"/>
                  <a:pt x="855" y="698"/>
                  <a:pt x="855" y="698"/>
                </a:cubicBezTo>
                <a:cubicBezTo>
                  <a:pt x="856" y="698"/>
                  <a:pt x="859" y="699"/>
                  <a:pt x="859" y="698"/>
                </a:cubicBezTo>
                <a:cubicBezTo>
                  <a:pt x="859" y="698"/>
                  <a:pt x="860" y="697"/>
                  <a:pt x="860" y="696"/>
                </a:cubicBezTo>
                <a:cubicBezTo>
                  <a:pt x="861" y="695"/>
                  <a:pt x="862" y="695"/>
                  <a:pt x="863" y="695"/>
                </a:cubicBezTo>
                <a:cubicBezTo>
                  <a:pt x="863" y="695"/>
                  <a:pt x="864" y="696"/>
                  <a:pt x="865" y="697"/>
                </a:cubicBezTo>
                <a:cubicBezTo>
                  <a:pt x="865" y="697"/>
                  <a:pt x="867" y="696"/>
                  <a:pt x="867" y="696"/>
                </a:cubicBezTo>
                <a:cubicBezTo>
                  <a:pt x="867" y="696"/>
                  <a:pt x="870" y="695"/>
                  <a:pt x="870" y="695"/>
                </a:cubicBezTo>
                <a:cubicBezTo>
                  <a:pt x="870" y="695"/>
                  <a:pt x="873" y="697"/>
                  <a:pt x="874" y="698"/>
                </a:cubicBezTo>
                <a:cubicBezTo>
                  <a:pt x="874" y="699"/>
                  <a:pt x="877" y="702"/>
                  <a:pt x="877" y="703"/>
                </a:cubicBezTo>
                <a:cubicBezTo>
                  <a:pt x="877" y="704"/>
                  <a:pt x="877" y="709"/>
                  <a:pt x="877" y="710"/>
                </a:cubicBezTo>
                <a:cubicBezTo>
                  <a:pt x="877" y="710"/>
                  <a:pt x="881" y="717"/>
                  <a:pt x="881" y="717"/>
                </a:cubicBezTo>
                <a:cubicBezTo>
                  <a:pt x="881" y="717"/>
                  <a:pt x="880" y="719"/>
                  <a:pt x="880" y="719"/>
                </a:cubicBezTo>
                <a:cubicBezTo>
                  <a:pt x="880" y="720"/>
                  <a:pt x="880" y="722"/>
                  <a:pt x="880" y="722"/>
                </a:cubicBezTo>
                <a:cubicBezTo>
                  <a:pt x="880" y="722"/>
                  <a:pt x="882" y="722"/>
                  <a:pt x="882" y="722"/>
                </a:cubicBezTo>
                <a:cubicBezTo>
                  <a:pt x="882" y="722"/>
                  <a:pt x="904" y="734"/>
                  <a:pt x="906" y="734"/>
                </a:cubicBezTo>
                <a:cubicBezTo>
                  <a:pt x="907" y="735"/>
                  <a:pt x="914" y="739"/>
                  <a:pt x="915" y="739"/>
                </a:cubicBezTo>
                <a:cubicBezTo>
                  <a:pt x="916" y="740"/>
                  <a:pt x="921" y="742"/>
                  <a:pt x="922" y="742"/>
                </a:cubicBezTo>
                <a:cubicBezTo>
                  <a:pt x="922" y="742"/>
                  <a:pt x="925" y="745"/>
                  <a:pt x="925" y="745"/>
                </a:cubicBezTo>
                <a:cubicBezTo>
                  <a:pt x="925" y="744"/>
                  <a:pt x="925" y="743"/>
                  <a:pt x="925" y="742"/>
                </a:cubicBezTo>
                <a:cubicBezTo>
                  <a:pt x="925" y="741"/>
                  <a:pt x="925" y="739"/>
                  <a:pt x="926" y="738"/>
                </a:cubicBezTo>
                <a:cubicBezTo>
                  <a:pt x="926" y="737"/>
                  <a:pt x="926" y="737"/>
                  <a:pt x="926" y="736"/>
                </a:cubicBezTo>
                <a:cubicBezTo>
                  <a:pt x="927" y="735"/>
                  <a:pt x="926" y="735"/>
                  <a:pt x="926" y="734"/>
                </a:cubicBezTo>
                <a:cubicBezTo>
                  <a:pt x="926" y="733"/>
                  <a:pt x="925" y="733"/>
                  <a:pt x="925" y="732"/>
                </a:cubicBezTo>
                <a:cubicBezTo>
                  <a:pt x="925" y="732"/>
                  <a:pt x="924" y="732"/>
                  <a:pt x="924" y="731"/>
                </a:cubicBezTo>
                <a:cubicBezTo>
                  <a:pt x="924" y="731"/>
                  <a:pt x="924" y="730"/>
                  <a:pt x="924" y="730"/>
                </a:cubicBezTo>
                <a:cubicBezTo>
                  <a:pt x="924" y="729"/>
                  <a:pt x="924" y="727"/>
                  <a:pt x="925" y="726"/>
                </a:cubicBezTo>
                <a:cubicBezTo>
                  <a:pt x="925" y="725"/>
                  <a:pt x="925" y="724"/>
                  <a:pt x="925" y="723"/>
                </a:cubicBezTo>
                <a:cubicBezTo>
                  <a:pt x="926" y="723"/>
                  <a:pt x="927" y="720"/>
                  <a:pt x="927" y="719"/>
                </a:cubicBezTo>
                <a:cubicBezTo>
                  <a:pt x="927" y="719"/>
                  <a:pt x="927" y="718"/>
                  <a:pt x="927" y="717"/>
                </a:cubicBezTo>
                <a:cubicBezTo>
                  <a:pt x="928" y="717"/>
                  <a:pt x="928" y="714"/>
                  <a:pt x="928" y="713"/>
                </a:cubicBezTo>
                <a:cubicBezTo>
                  <a:pt x="928" y="712"/>
                  <a:pt x="928" y="711"/>
                  <a:pt x="929" y="710"/>
                </a:cubicBezTo>
                <a:cubicBezTo>
                  <a:pt x="929" y="708"/>
                  <a:pt x="929" y="708"/>
                  <a:pt x="930" y="707"/>
                </a:cubicBezTo>
                <a:cubicBezTo>
                  <a:pt x="930" y="706"/>
                  <a:pt x="930" y="704"/>
                  <a:pt x="930" y="703"/>
                </a:cubicBezTo>
                <a:cubicBezTo>
                  <a:pt x="930" y="703"/>
                  <a:pt x="930" y="698"/>
                  <a:pt x="930" y="697"/>
                </a:cubicBezTo>
                <a:cubicBezTo>
                  <a:pt x="930" y="696"/>
                  <a:pt x="930" y="695"/>
                  <a:pt x="931" y="694"/>
                </a:cubicBezTo>
                <a:cubicBezTo>
                  <a:pt x="931" y="693"/>
                  <a:pt x="931" y="693"/>
                  <a:pt x="932" y="692"/>
                </a:cubicBezTo>
                <a:cubicBezTo>
                  <a:pt x="932" y="691"/>
                  <a:pt x="932" y="690"/>
                  <a:pt x="932" y="689"/>
                </a:cubicBezTo>
                <a:cubicBezTo>
                  <a:pt x="933" y="689"/>
                  <a:pt x="933" y="688"/>
                  <a:pt x="933" y="688"/>
                </a:cubicBezTo>
                <a:cubicBezTo>
                  <a:pt x="933" y="687"/>
                  <a:pt x="935" y="685"/>
                  <a:pt x="935" y="684"/>
                </a:cubicBezTo>
                <a:cubicBezTo>
                  <a:pt x="936" y="684"/>
                  <a:pt x="936" y="682"/>
                  <a:pt x="936" y="682"/>
                </a:cubicBezTo>
                <a:cubicBezTo>
                  <a:pt x="936" y="681"/>
                  <a:pt x="938" y="680"/>
                  <a:pt x="938" y="679"/>
                </a:cubicBezTo>
                <a:cubicBezTo>
                  <a:pt x="938" y="679"/>
                  <a:pt x="938" y="678"/>
                  <a:pt x="938" y="677"/>
                </a:cubicBezTo>
                <a:cubicBezTo>
                  <a:pt x="939" y="676"/>
                  <a:pt x="939" y="676"/>
                  <a:pt x="939" y="675"/>
                </a:cubicBezTo>
                <a:cubicBezTo>
                  <a:pt x="939" y="674"/>
                  <a:pt x="940" y="673"/>
                  <a:pt x="941" y="673"/>
                </a:cubicBezTo>
                <a:cubicBezTo>
                  <a:pt x="941" y="673"/>
                  <a:pt x="942" y="673"/>
                  <a:pt x="943" y="673"/>
                </a:cubicBezTo>
                <a:cubicBezTo>
                  <a:pt x="943" y="673"/>
                  <a:pt x="944" y="672"/>
                  <a:pt x="944" y="671"/>
                </a:cubicBezTo>
                <a:cubicBezTo>
                  <a:pt x="944" y="671"/>
                  <a:pt x="945" y="670"/>
                  <a:pt x="946" y="670"/>
                </a:cubicBezTo>
                <a:cubicBezTo>
                  <a:pt x="946" y="670"/>
                  <a:pt x="947" y="669"/>
                  <a:pt x="947" y="669"/>
                </a:cubicBezTo>
                <a:cubicBezTo>
                  <a:pt x="947" y="669"/>
                  <a:pt x="947" y="668"/>
                  <a:pt x="947" y="668"/>
                </a:cubicBezTo>
                <a:cubicBezTo>
                  <a:pt x="946" y="668"/>
                  <a:pt x="946" y="667"/>
                  <a:pt x="946" y="666"/>
                </a:cubicBezTo>
                <a:cubicBezTo>
                  <a:pt x="946" y="666"/>
                  <a:pt x="945" y="665"/>
                  <a:pt x="945" y="664"/>
                </a:cubicBezTo>
                <a:cubicBezTo>
                  <a:pt x="945" y="663"/>
                  <a:pt x="945" y="663"/>
                  <a:pt x="945" y="662"/>
                </a:cubicBezTo>
                <a:cubicBezTo>
                  <a:pt x="946" y="661"/>
                  <a:pt x="947" y="660"/>
                  <a:pt x="947" y="659"/>
                </a:cubicBezTo>
                <a:cubicBezTo>
                  <a:pt x="948" y="658"/>
                  <a:pt x="948" y="656"/>
                  <a:pt x="948" y="656"/>
                </a:cubicBezTo>
                <a:cubicBezTo>
                  <a:pt x="948" y="655"/>
                  <a:pt x="948" y="653"/>
                  <a:pt x="949" y="651"/>
                </a:cubicBezTo>
                <a:cubicBezTo>
                  <a:pt x="949" y="650"/>
                  <a:pt x="949" y="648"/>
                  <a:pt x="950" y="647"/>
                </a:cubicBezTo>
                <a:cubicBezTo>
                  <a:pt x="950" y="647"/>
                  <a:pt x="950" y="646"/>
                  <a:pt x="951" y="645"/>
                </a:cubicBezTo>
                <a:cubicBezTo>
                  <a:pt x="952" y="643"/>
                  <a:pt x="952" y="643"/>
                  <a:pt x="953" y="642"/>
                </a:cubicBezTo>
                <a:cubicBezTo>
                  <a:pt x="953" y="641"/>
                  <a:pt x="955" y="641"/>
                  <a:pt x="955" y="641"/>
                </a:cubicBezTo>
                <a:cubicBezTo>
                  <a:pt x="955" y="640"/>
                  <a:pt x="955" y="638"/>
                  <a:pt x="954" y="638"/>
                </a:cubicBezTo>
                <a:cubicBezTo>
                  <a:pt x="954" y="637"/>
                  <a:pt x="954" y="636"/>
                  <a:pt x="954" y="636"/>
                </a:cubicBezTo>
                <a:cubicBezTo>
                  <a:pt x="954" y="635"/>
                  <a:pt x="956" y="636"/>
                  <a:pt x="957" y="636"/>
                </a:cubicBezTo>
                <a:cubicBezTo>
                  <a:pt x="958" y="636"/>
                  <a:pt x="958" y="634"/>
                  <a:pt x="958" y="634"/>
                </a:cubicBezTo>
                <a:cubicBezTo>
                  <a:pt x="958" y="633"/>
                  <a:pt x="958" y="632"/>
                  <a:pt x="957" y="632"/>
                </a:cubicBezTo>
                <a:cubicBezTo>
                  <a:pt x="957" y="632"/>
                  <a:pt x="958" y="631"/>
                  <a:pt x="958" y="631"/>
                </a:cubicBezTo>
                <a:cubicBezTo>
                  <a:pt x="958" y="631"/>
                  <a:pt x="959" y="629"/>
                  <a:pt x="959" y="629"/>
                </a:cubicBezTo>
                <a:cubicBezTo>
                  <a:pt x="959" y="628"/>
                  <a:pt x="959" y="627"/>
                  <a:pt x="959" y="626"/>
                </a:cubicBezTo>
                <a:cubicBezTo>
                  <a:pt x="959" y="626"/>
                  <a:pt x="959" y="625"/>
                  <a:pt x="959" y="624"/>
                </a:cubicBezTo>
                <a:cubicBezTo>
                  <a:pt x="959" y="624"/>
                  <a:pt x="960" y="623"/>
                  <a:pt x="960" y="623"/>
                </a:cubicBezTo>
                <a:cubicBezTo>
                  <a:pt x="961" y="622"/>
                  <a:pt x="962" y="621"/>
                  <a:pt x="962" y="621"/>
                </a:cubicBezTo>
                <a:cubicBezTo>
                  <a:pt x="963" y="620"/>
                  <a:pt x="963" y="620"/>
                  <a:pt x="963" y="619"/>
                </a:cubicBezTo>
                <a:cubicBezTo>
                  <a:pt x="963" y="619"/>
                  <a:pt x="963" y="618"/>
                  <a:pt x="963" y="618"/>
                </a:cubicBezTo>
                <a:cubicBezTo>
                  <a:pt x="964" y="617"/>
                  <a:pt x="965" y="617"/>
                  <a:pt x="965" y="616"/>
                </a:cubicBezTo>
                <a:cubicBezTo>
                  <a:pt x="965" y="616"/>
                  <a:pt x="965" y="615"/>
                  <a:pt x="966" y="615"/>
                </a:cubicBezTo>
                <a:cubicBezTo>
                  <a:pt x="966" y="614"/>
                  <a:pt x="967" y="613"/>
                  <a:pt x="967" y="612"/>
                </a:cubicBezTo>
                <a:cubicBezTo>
                  <a:pt x="967" y="612"/>
                  <a:pt x="967" y="611"/>
                  <a:pt x="967" y="610"/>
                </a:cubicBezTo>
                <a:cubicBezTo>
                  <a:pt x="967" y="610"/>
                  <a:pt x="967" y="609"/>
                  <a:pt x="968" y="609"/>
                </a:cubicBezTo>
                <a:cubicBezTo>
                  <a:pt x="968" y="608"/>
                  <a:pt x="969" y="607"/>
                  <a:pt x="970" y="606"/>
                </a:cubicBezTo>
                <a:cubicBezTo>
                  <a:pt x="970" y="606"/>
                  <a:pt x="972" y="603"/>
                  <a:pt x="972" y="603"/>
                </a:cubicBezTo>
                <a:cubicBezTo>
                  <a:pt x="972" y="603"/>
                  <a:pt x="973" y="602"/>
                  <a:pt x="973" y="601"/>
                </a:cubicBezTo>
                <a:cubicBezTo>
                  <a:pt x="974" y="601"/>
                  <a:pt x="975" y="601"/>
                  <a:pt x="975" y="601"/>
                </a:cubicBezTo>
                <a:cubicBezTo>
                  <a:pt x="976" y="601"/>
                  <a:pt x="976" y="601"/>
                  <a:pt x="976" y="600"/>
                </a:cubicBezTo>
                <a:cubicBezTo>
                  <a:pt x="976" y="600"/>
                  <a:pt x="978" y="600"/>
                  <a:pt x="979" y="600"/>
                </a:cubicBezTo>
                <a:cubicBezTo>
                  <a:pt x="980" y="600"/>
                  <a:pt x="980" y="600"/>
                  <a:pt x="980" y="599"/>
                </a:cubicBezTo>
                <a:cubicBezTo>
                  <a:pt x="981" y="599"/>
                  <a:pt x="980" y="598"/>
                  <a:pt x="979" y="598"/>
                </a:cubicBezTo>
                <a:cubicBezTo>
                  <a:pt x="979" y="598"/>
                  <a:pt x="977" y="598"/>
                  <a:pt x="976" y="598"/>
                </a:cubicBezTo>
                <a:cubicBezTo>
                  <a:pt x="975" y="598"/>
                  <a:pt x="975" y="597"/>
                  <a:pt x="975" y="597"/>
                </a:cubicBezTo>
                <a:cubicBezTo>
                  <a:pt x="975" y="597"/>
                  <a:pt x="977" y="596"/>
                  <a:pt x="978" y="596"/>
                </a:cubicBezTo>
                <a:cubicBezTo>
                  <a:pt x="978" y="596"/>
                  <a:pt x="980" y="596"/>
                  <a:pt x="981" y="596"/>
                </a:cubicBezTo>
                <a:cubicBezTo>
                  <a:pt x="981" y="596"/>
                  <a:pt x="983" y="595"/>
                  <a:pt x="983" y="595"/>
                </a:cubicBezTo>
                <a:cubicBezTo>
                  <a:pt x="983" y="594"/>
                  <a:pt x="984" y="593"/>
                  <a:pt x="984" y="593"/>
                </a:cubicBezTo>
                <a:cubicBezTo>
                  <a:pt x="984" y="593"/>
                  <a:pt x="986" y="593"/>
                  <a:pt x="986" y="592"/>
                </a:cubicBezTo>
                <a:cubicBezTo>
                  <a:pt x="987" y="592"/>
                  <a:pt x="990" y="588"/>
                  <a:pt x="991" y="588"/>
                </a:cubicBezTo>
                <a:cubicBezTo>
                  <a:pt x="991" y="588"/>
                  <a:pt x="990" y="587"/>
                  <a:pt x="990" y="587"/>
                </a:cubicBezTo>
                <a:cubicBezTo>
                  <a:pt x="989" y="587"/>
                  <a:pt x="988" y="585"/>
                  <a:pt x="988" y="585"/>
                </a:cubicBezTo>
                <a:cubicBezTo>
                  <a:pt x="988" y="584"/>
                  <a:pt x="989" y="584"/>
                  <a:pt x="990" y="584"/>
                </a:cubicBezTo>
                <a:cubicBezTo>
                  <a:pt x="991" y="585"/>
                  <a:pt x="990" y="584"/>
                  <a:pt x="990" y="583"/>
                </a:cubicBezTo>
                <a:cubicBezTo>
                  <a:pt x="989" y="583"/>
                  <a:pt x="989" y="581"/>
                  <a:pt x="989" y="581"/>
                </a:cubicBezTo>
                <a:cubicBezTo>
                  <a:pt x="990" y="580"/>
                  <a:pt x="990" y="580"/>
                  <a:pt x="990" y="579"/>
                </a:cubicBezTo>
                <a:cubicBezTo>
                  <a:pt x="989" y="578"/>
                  <a:pt x="990" y="576"/>
                  <a:pt x="991" y="576"/>
                </a:cubicBezTo>
                <a:cubicBezTo>
                  <a:pt x="992" y="575"/>
                  <a:pt x="995" y="573"/>
                  <a:pt x="995" y="572"/>
                </a:cubicBezTo>
                <a:cubicBezTo>
                  <a:pt x="995" y="571"/>
                  <a:pt x="996" y="571"/>
                  <a:pt x="996" y="570"/>
                </a:cubicBezTo>
                <a:cubicBezTo>
                  <a:pt x="996" y="570"/>
                  <a:pt x="997" y="569"/>
                  <a:pt x="997" y="568"/>
                </a:cubicBezTo>
                <a:cubicBezTo>
                  <a:pt x="997" y="568"/>
                  <a:pt x="997" y="566"/>
                  <a:pt x="997" y="565"/>
                </a:cubicBezTo>
                <a:cubicBezTo>
                  <a:pt x="998" y="564"/>
                  <a:pt x="999" y="564"/>
                  <a:pt x="999" y="563"/>
                </a:cubicBezTo>
                <a:cubicBezTo>
                  <a:pt x="999" y="563"/>
                  <a:pt x="999" y="562"/>
                  <a:pt x="1000" y="561"/>
                </a:cubicBezTo>
                <a:cubicBezTo>
                  <a:pt x="1000" y="561"/>
                  <a:pt x="1000" y="560"/>
                  <a:pt x="1000" y="560"/>
                </a:cubicBezTo>
                <a:cubicBezTo>
                  <a:pt x="1001" y="559"/>
                  <a:pt x="1000" y="554"/>
                  <a:pt x="1000" y="553"/>
                </a:cubicBezTo>
                <a:cubicBezTo>
                  <a:pt x="1000" y="552"/>
                  <a:pt x="1002" y="551"/>
                  <a:pt x="1002" y="551"/>
                </a:cubicBezTo>
                <a:cubicBezTo>
                  <a:pt x="1002" y="551"/>
                  <a:pt x="1002" y="550"/>
                  <a:pt x="1002" y="549"/>
                </a:cubicBezTo>
                <a:cubicBezTo>
                  <a:pt x="1002" y="549"/>
                  <a:pt x="1002" y="547"/>
                  <a:pt x="1003" y="546"/>
                </a:cubicBezTo>
                <a:cubicBezTo>
                  <a:pt x="1003" y="546"/>
                  <a:pt x="1003" y="545"/>
                  <a:pt x="1003" y="545"/>
                </a:cubicBezTo>
                <a:cubicBezTo>
                  <a:pt x="1002" y="545"/>
                  <a:pt x="1002" y="544"/>
                  <a:pt x="1002" y="544"/>
                </a:cubicBezTo>
                <a:cubicBezTo>
                  <a:pt x="1001" y="543"/>
                  <a:pt x="1001" y="541"/>
                  <a:pt x="1001" y="540"/>
                </a:cubicBezTo>
                <a:cubicBezTo>
                  <a:pt x="1001" y="540"/>
                  <a:pt x="1002" y="538"/>
                  <a:pt x="1002" y="538"/>
                </a:cubicBezTo>
                <a:cubicBezTo>
                  <a:pt x="1003" y="537"/>
                  <a:pt x="1002" y="536"/>
                  <a:pt x="1002" y="535"/>
                </a:cubicBezTo>
                <a:cubicBezTo>
                  <a:pt x="1002" y="535"/>
                  <a:pt x="1002" y="533"/>
                  <a:pt x="1002" y="533"/>
                </a:cubicBezTo>
                <a:cubicBezTo>
                  <a:pt x="1002" y="532"/>
                  <a:pt x="1003" y="530"/>
                  <a:pt x="1004" y="529"/>
                </a:cubicBezTo>
                <a:cubicBezTo>
                  <a:pt x="1005" y="528"/>
                  <a:pt x="1004" y="528"/>
                  <a:pt x="1004" y="527"/>
                </a:cubicBezTo>
                <a:cubicBezTo>
                  <a:pt x="1004" y="526"/>
                  <a:pt x="1005" y="525"/>
                  <a:pt x="1006" y="524"/>
                </a:cubicBezTo>
                <a:cubicBezTo>
                  <a:pt x="1006" y="524"/>
                  <a:pt x="1007" y="522"/>
                  <a:pt x="1007" y="521"/>
                </a:cubicBezTo>
                <a:cubicBezTo>
                  <a:pt x="1007" y="521"/>
                  <a:pt x="1007" y="519"/>
                  <a:pt x="1008" y="518"/>
                </a:cubicBezTo>
                <a:cubicBezTo>
                  <a:pt x="1008" y="517"/>
                  <a:pt x="1008" y="517"/>
                  <a:pt x="1008" y="516"/>
                </a:cubicBezTo>
                <a:cubicBezTo>
                  <a:pt x="1008" y="515"/>
                  <a:pt x="1008" y="514"/>
                  <a:pt x="1008" y="514"/>
                </a:cubicBezTo>
                <a:cubicBezTo>
                  <a:pt x="1009" y="513"/>
                  <a:pt x="1009" y="512"/>
                  <a:pt x="1009" y="512"/>
                </a:cubicBezTo>
                <a:cubicBezTo>
                  <a:pt x="1009" y="511"/>
                  <a:pt x="1009" y="509"/>
                  <a:pt x="1009" y="508"/>
                </a:cubicBezTo>
                <a:cubicBezTo>
                  <a:pt x="1010" y="508"/>
                  <a:pt x="1010" y="507"/>
                  <a:pt x="1010" y="507"/>
                </a:cubicBezTo>
                <a:cubicBezTo>
                  <a:pt x="1010" y="506"/>
                  <a:pt x="1010" y="499"/>
                  <a:pt x="1010" y="499"/>
                </a:cubicBezTo>
                <a:cubicBezTo>
                  <a:pt x="1011" y="498"/>
                  <a:pt x="1012" y="497"/>
                  <a:pt x="1012" y="496"/>
                </a:cubicBezTo>
                <a:cubicBezTo>
                  <a:pt x="1013" y="496"/>
                  <a:pt x="1012" y="494"/>
                  <a:pt x="1012" y="494"/>
                </a:cubicBezTo>
                <a:cubicBezTo>
                  <a:pt x="1012" y="493"/>
                  <a:pt x="1013" y="492"/>
                  <a:pt x="1013" y="491"/>
                </a:cubicBezTo>
                <a:cubicBezTo>
                  <a:pt x="1013" y="490"/>
                  <a:pt x="1014" y="490"/>
                  <a:pt x="1014" y="489"/>
                </a:cubicBezTo>
                <a:cubicBezTo>
                  <a:pt x="1014" y="489"/>
                  <a:pt x="1016" y="487"/>
                  <a:pt x="1016" y="487"/>
                </a:cubicBezTo>
                <a:cubicBezTo>
                  <a:pt x="1016" y="486"/>
                  <a:pt x="1016" y="483"/>
                  <a:pt x="1016" y="483"/>
                </a:cubicBezTo>
                <a:cubicBezTo>
                  <a:pt x="1017" y="483"/>
                  <a:pt x="1017" y="480"/>
                  <a:pt x="1016" y="480"/>
                </a:cubicBezTo>
                <a:close/>
                <a:moveTo>
                  <a:pt x="441" y="29"/>
                </a:moveTo>
                <a:cubicBezTo>
                  <a:pt x="440" y="29"/>
                  <a:pt x="439" y="29"/>
                  <a:pt x="438" y="29"/>
                </a:cubicBezTo>
                <a:cubicBezTo>
                  <a:pt x="438" y="29"/>
                  <a:pt x="437" y="29"/>
                  <a:pt x="437" y="29"/>
                </a:cubicBezTo>
                <a:cubicBezTo>
                  <a:pt x="436" y="29"/>
                  <a:pt x="435" y="28"/>
                  <a:pt x="434" y="28"/>
                </a:cubicBezTo>
                <a:cubicBezTo>
                  <a:pt x="434" y="28"/>
                  <a:pt x="434" y="28"/>
                  <a:pt x="433" y="28"/>
                </a:cubicBezTo>
                <a:cubicBezTo>
                  <a:pt x="433" y="29"/>
                  <a:pt x="432" y="29"/>
                  <a:pt x="431" y="29"/>
                </a:cubicBezTo>
                <a:cubicBezTo>
                  <a:pt x="430" y="29"/>
                  <a:pt x="429" y="29"/>
                  <a:pt x="428" y="28"/>
                </a:cubicBezTo>
                <a:cubicBezTo>
                  <a:pt x="428" y="28"/>
                  <a:pt x="428" y="26"/>
                  <a:pt x="428" y="26"/>
                </a:cubicBezTo>
                <a:cubicBezTo>
                  <a:pt x="429" y="25"/>
                  <a:pt x="430" y="26"/>
                  <a:pt x="431" y="25"/>
                </a:cubicBezTo>
                <a:cubicBezTo>
                  <a:pt x="432" y="25"/>
                  <a:pt x="432" y="24"/>
                  <a:pt x="432" y="24"/>
                </a:cubicBezTo>
                <a:cubicBezTo>
                  <a:pt x="432" y="23"/>
                  <a:pt x="432" y="22"/>
                  <a:pt x="431" y="21"/>
                </a:cubicBezTo>
                <a:cubicBezTo>
                  <a:pt x="431" y="21"/>
                  <a:pt x="431" y="20"/>
                  <a:pt x="431" y="20"/>
                </a:cubicBezTo>
                <a:cubicBezTo>
                  <a:pt x="431" y="19"/>
                  <a:pt x="432" y="19"/>
                  <a:pt x="433" y="18"/>
                </a:cubicBezTo>
                <a:cubicBezTo>
                  <a:pt x="434" y="18"/>
                  <a:pt x="435" y="18"/>
                  <a:pt x="435" y="17"/>
                </a:cubicBezTo>
                <a:cubicBezTo>
                  <a:pt x="435" y="17"/>
                  <a:pt x="435" y="18"/>
                  <a:pt x="435" y="18"/>
                </a:cubicBezTo>
                <a:cubicBezTo>
                  <a:pt x="436" y="18"/>
                  <a:pt x="436" y="19"/>
                  <a:pt x="437" y="18"/>
                </a:cubicBezTo>
                <a:cubicBezTo>
                  <a:pt x="437" y="18"/>
                  <a:pt x="437" y="18"/>
                  <a:pt x="437" y="18"/>
                </a:cubicBezTo>
                <a:cubicBezTo>
                  <a:pt x="437" y="17"/>
                  <a:pt x="437" y="16"/>
                  <a:pt x="436" y="15"/>
                </a:cubicBezTo>
                <a:cubicBezTo>
                  <a:pt x="436" y="15"/>
                  <a:pt x="436" y="15"/>
                  <a:pt x="436" y="14"/>
                </a:cubicBezTo>
                <a:cubicBezTo>
                  <a:pt x="436" y="14"/>
                  <a:pt x="436" y="13"/>
                  <a:pt x="436" y="13"/>
                </a:cubicBezTo>
                <a:cubicBezTo>
                  <a:pt x="437" y="13"/>
                  <a:pt x="437" y="13"/>
                  <a:pt x="437" y="13"/>
                </a:cubicBezTo>
                <a:cubicBezTo>
                  <a:pt x="438" y="13"/>
                  <a:pt x="438" y="14"/>
                  <a:pt x="438" y="14"/>
                </a:cubicBezTo>
                <a:cubicBezTo>
                  <a:pt x="439" y="15"/>
                  <a:pt x="439" y="15"/>
                  <a:pt x="440" y="16"/>
                </a:cubicBezTo>
                <a:cubicBezTo>
                  <a:pt x="441" y="16"/>
                  <a:pt x="441" y="16"/>
                  <a:pt x="441" y="16"/>
                </a:cubicBezTo>
                <a:cubicBezTo>
                  <a:pt x="441" y="16"/>
                  <a:pt x="441" y="16"/>
                  <a:pt x="441" y="17"/>
                </a:cubicBezTo>
                <a:cubicBezTo>
                  <a:pt x="441" y="17"/>
                  <a:pt x="442" y="18"/>
                  <a:pt x="443" y="17"/>
                </a:cubicBezTo>
                <a:cubicBezTo>
                  <a:pt x="444" y="18"/>
                  <a:pt x="446" y="18"/>
                  <a:pt x="447" y="18"/>
                </a:cubicBezTo>
                <a:cubicBezTo>
                  <a:pt x="448" y="17"/>
                  <a:pt x="448" y="17"/>
                  <a:pt x="449" y="17"/>
                </a:cubicBezTo>
                <a:cubicBezTo>
                  <a:pt x="450" y="17"/>
                  <a:pt x="450" y="17"/>
                  <a:pt x="451" y="18"/>
                </a:cubicBezTo>
                <a:cubicBezTo>
                  <a:pt x="452" y="18"/>
                  <a:pt x="452" y="18"/>
                  <a:pt x="453" y="18"/>
                </a:cubicBezTo>
                <a:cubicBezTo>
                  <a:pt x="453" y="17"/>
                  <a:pt x="453" y="16"/>
                  <a:pt x="454" y="16"/>
                </a:cubicBezTo>
                <a:cubicBezTo>
                  <a:pt x="454" y="15"/>
                  <a:pt x="454" y="15"/>
                  <a:pt x="455" y="15"/>
                </a:cubicBezTo>
                <a:cubicBezTo>
                  <a:pt x="455" y="15"/>
                  <a:pt x="455" y="15"/>
                  <a:pt x="456" y="15"/>
                </a:cubicBezTo>
                <a:cubicBezTo>
                  <a:pt x="457" y="16"/>
                  <a:pt x="459" y="14"/>
                  <a:pt x="461" y="15"/>
                </a:cubicBezTo>
                <a:cubicBezTo>
                  <a:pt x="462" y="15"/>
                  <a:pt x="462" y="15"/>
                  <a:pt x="463" y="16"/>
                </a:cubicBezTo>
                <a:cubicBezTo>
                  <a:pt x="463" y="17"/>
                  <a:pt x="463" y="17"/>
                  <a:pt x="463" y="17"/>
                </a:cubicBezTo>
                <a:cubicBezTo>
                  <a:pt x="463" y="17"/>
                  <a:pt x="464" y="17"/>
                  <a:pt x="464" y="18"/>
                </a:cubicBezTo>
                <a:cubicBezTo>
                  <a:pt x="464" y="18"/>
                  <a:pt x="464" y="19"/>
                  <a:pt x="464" y="20"/>
                </a:cubicBezTo>
                <a:cubicBezTo>
                  <a:pt x="464" y="21"/>
                  <a:pt x="464" y="22"/>
                  <a:pt x="463" y="23"/>
                </a:cubicBezTo>
                <a:cubicBezTo>
                  <a:pt x="462" y="24"/>
                  <a:pt x="461" y="24"/>
                  <a:pt x="460" y="25"/>
                </a:cubicBezTo>
                <a:cubicBezTo>
                  <a:pt x="460" y="26"/>
                  <a:pt x="459" y="27"/>
                  <a:pt x="458" y="28"/>
                </a:cubicBezTo>
                <a:cubicBezTo>
                  <a:pt x="457" y="29"/>
                  <a:pt x="454" y="30"/>
                  <a:pt x="452" y="31"/>
                </a:cubicBezTo>
                <a:cubicBezTo>
                  <a:pt x="451" y="32"/>
                  <a:pt x="451" y="32"/>
                  <a:pt x="451" y="32"/>
                </a:cubicBezTo>
                <a:cubicBezTo>
                  <a:pt x="451" y="32"/>
                  <a:pt x="450" y="32"/>
                  <a:pt x="450" y="32"/>
                </a:cubicBezTo>
                <a:cubicBezTo>
                  <a:pt x="450" y="32"/>
                  <a:pt x="450" y="32"/>
                  <a:pt x="449" y="31"/>
                </a:cubicBezTo>
                <a:cubicBezTo>
                  <a:pt x="449" y="30"/>
                  <a:pt x="448" y="30"/>
                  <a:pt x="447" y="30"/>
                </a:cubicBezTo>
                <a:cubicBezTo>
                  <a:pt x="445" y="30"/>
                  <a:pt x="444" y="29"/>
                  <a:pt x="443" y="28"/>
                </a:cubicBezTo>
                <a:cubicBezTo>
                  <a:pt x="443" y="28"/>
                  <a:pt x="443" y="28"/>
                  <a:pt x="443" y="28"/>
                </a:cubicBezTo>
                <a:cubicBezTo>
                  <a:pt x="443" y="28"/>
                  <a:pt x="443" y="28"/>
                  <a:pt x="442" y="28"/>
                </a:cubicBezTo>
                <a:cubicBezTo>
                  <a:pt x="442" y="29"/>
                  <a:pt x="442" y="29"/>
                  <a:pt x="441" y="29"/>
                </a:cubicBezTo>
                <a:close/>
                <a:moveTo>
                  <a:pt x="573" y="28"/>
                </a:moveTo>
                <a:cubicBezTo>
                  <a:pt x="573" y="28"/>
                  <a:pt x="573" y="28"/>
                  <a:pt x="573" y="28"/>
                </a:cubicBezTo>
                <a:cubicBezTo>
                  <a:pt x="573" y="28"/>
                  <a:pt x="573" y="28"/>
                  <a:pt x="573" y="29"/>
                </a:cubicBezTo>
                <a:cubicBezTo>
                  <a:pt x="573" y="29"/>
                  <a:pt x="573" y="29"/>
                  <a:pt x="573" y="29"/>
                </a:cubicBezTo>
                <a:cubicBezTo>
                  <a:pt x="573" y="29"/>
                  <a:pt x="574" y="29"/>
                  <a:pt x="574" y="29"/>
                </a:cubicBezTo>
                <a:cubicBezTo>
                  <a:pt x="574" y="29"/>
                  <a:pt x="575" y="29"/>
                  <a:pt x="575" y="28"/>
                </a:cubicBezTo>
                <a:cubicBezTo>
                  <a:pt x="575" y="27"/>
                  <a:pt x="573" y="27"/>
                  <a:pt x="573" y="28"/>
                </a:cubicBezTo>
                <a:close/>
                <a:moveTo>
                  <a:pt x="583" y="24"/>
                </a:moveTo>
                <a:cubicBezTo>
                  <a:pt x="583" y="24"/>
                  <a:pt x="583" y="24"/>
                  <a:pt x="583" y="25"/>
                </a:cubicBezTo>
                <a:cubicBezTo>
                  <a:pt x="582" y="25"/>
                  <a:pt x="582" y="25"/>
                  <a:pt x="582" y="25"/>
                </a:cubicBezTo>
                <a:cubicBezTo>
                  <a:pt x="582" y="25"/>
                  <a:pt x="582" y="25"/>
                  <a:pt x="582" y="26"/>
                </a:cubicBezTo>
                <a:cubicBezTo>
                  <a:pt x="583" y="26"/>
                  <a:pt x="583" y="26"/>
                  <a:pt x="583" y="26"/>
                </a:cubicBezTo>
                <a:cubicBezTo>
                  <a:pt x="583" y="26"/>
                  <a:pt x="583" y="26"/>
                  <a:pt x="583" y="26"/>
                </a:cubicBezTo>
                <a:cubicBezTo>
                  <a:pt x="584" y="26"/>
                  <a:pt x="584" y="25"/>
                  <a:pt x="584" y="25"/>
                </a:cubicBezTo>
                <a:cubicBezTo>
                  <a:pt x="584" y="25"/>
                  <a:pt x="585" y="25"/>
                  <a:pt x="585" y="24"/>
                </a:cubicBezTo>
                <a:cubicBezTo>
                  <a:pt x="585" y="24"/>
                  <a:pt x="586" y="24"/>
                  <a:pt x="586" y="23"/>
                </a:cubicBezTo>
                <a:cubicBezTo>
                  <a:pt x="586" y="23"/>
                  <a:pt x="586" y="23"/>
                  <a:pt x="586" y="23"/>
                </a:cubicBezTo>
                <a:cubicBezTo>
                  <a:pt x="586" y="22"/>
                  <a:pt x="586" y="22"/>
                  <a:pt x="585" y="22"/>
                </a:cubicBezTo>
                <a:cubicBezTo>
                  <a:pt x="585" y="22"/>
                  <a:pt x="585" y="22"/>
                  <a:pt x="585" y="22"/>
                </a:cubicBezTo>
                <a:cubicBezTo>
                  <a:pt x="584" y="23"/>
                  <a:pt x="584" y="23"/>
                  <a:pt x="583" y="24"/>
                </a:cubicBezTo>
                <a:close/>
                <a:moveTo>
                  <a:pt x="591" y="18"/>
                </a:moveTo>
                <a:cubicBezTo>
                  <a:pt x="592" y="17"/>
                  <a:pt x="592" y="17"/>
                  <a:pt x="592" y="17"/>
                </a:cubicBezTo>
                <a:cubicBezTo>
                  <a:pt x="592" y="16"/>
                  <a:pt x="592" y="16"/>
                  <a:pt x="592" y="16"/>
                </a:cubicBezTo>
                <a:cubicBezTo>
                  <a:pt x="593" y="16"/>
                  <a:pt x="593" y="15"/>
                  <a:pt x="593" y="15"/>
                </a:cubicBezTo>
                <a:cubicBezTo>
                  <a:pt x="593" y="15"/>
                  <a:pt x="594" y="15"/>
                  <a:pt x="594" y="15"/>
                </a:cubicBezTo>
                <a:cubicBezTo>
                  <a:pt x="594" y="15"/>
                  <a:pt x="594" y="14"/>
                  <a:pt x="594" y="14"/>
                </a:cubicBezTo>
                <a:cubicBezTo>
                  <a:pt x="594" y="14"/>
                  <a:pt x="595" y="13"/>
                  <a:pt x="595" y="12"/>
                </a:cubicBezTo>
                <a:cubicBezTo>
                  <a:pt x="595" y="12"/>
                  <a:pt x="595" y="12"/>
                  <a:pt x="595" y="11"/>
                </a:cubicBezTo>
                <a:cubicBezTo>
                  <a:pt x="595" y="11"/>
                  <a:pt x="595" y="11"/>
                  <a:pt x="595" y="11"/>
                </a:cubicBezTo>
                <a:cubicBezTo>
                  <a:pt x="595" y="11"/>
                  <a:pt x="594" y="11"/>
                  <a:pt x="594" y="11"/>
                </a:cubicBezTo>
                <a:cubicBezTo>
                  <a:pt x="594" y="12"/>
                  <a:pt x="594" y="12"/>
                  <a:pt x="594" y="13"/>
                </a:cubicBezTo>
                <a:cubicBezTo>
                  <a:pt x="593" y="13"/>
                  <a:pt x="593" y="13"/>
                  <a:pt x="593" y="14"/>
                </a:cubicBezTo>
                <a:cubicBezTo>
                  <a:pt x="593" y="14"/>
                  <a:pt x="592" y="15"/>
                  <a:pt x="592" y="15"/>
                </a:cubicBezTo>
                <a:cubicBezTo>
                  <a:pt x="591" y="15"/>
                  <a:pt x="591" y="15"/>
                  <a:pt x="591" y="16"/>
                </a:cubicBezTo>
                <a:cubicBezTo>
                  <a:pt x="591" y="16"/>
                  <a:pt x="591" y="17"/>
                  <a:pt x="591" y="17"/>
                </a:cubicBezTo>
                <a:cubicBezTo>
                  <a:pt x="591" y="17"/>
                  <a:pt x="591" y="17"/>
                  <a:pt x="591" y="18"/>
                </a:cubicBezTo>
                <a:cubicBezTo>
                  <a:pt x="591" y="18"/>
                  <a:pt x="591" y="18"/>
                  <a:pt x="590" y="18"/>
                </a:cubicBezTo>
                <a:cubicBezTo>
                  <a:pt x="590" y="18"/>
                  <a:pt x="590" y="18"/>
                  <a:pt x="589" y="18"/>
                </a:cubicBezTo>
                <a:cubicBezTo>
                  <a:pt x="589" y="19"/>
                  <a:pt x="590" y="19"/>
                  <a:pt x="590" y="19"/>
                </a:cubicBezTo>
                <a:cubicBezTo>
                  <a:pt x="590" y="19"/>
                  <a:pt x="591" y="19"/>
                  <a:pt x="591" y="19"/>
                </a:cubicBezTo>
                <a:cubicBezTo>
                  <a:pt x="591" y="18"/>
                  <a:pt x="591" y="18"/>
                  <a:pt x="591" y="18"/>
                </a:cubicBezTo>
                <a:close/>
                <a:moveTo>
                  <a:pt x="582" y="81"/>
                </a:moveTo>
                <a:cubicBezTo>
                  <a:pt x="582" y="81"/>
                  <a:pt x="582" y="81"/>
                  <a:pt x="582" y="81"/>
                </a:cubicBezTo>
                <a:cubicBezTo>
                  <a:pt x="582" y="82"/>
                  <a:pt x="583" y="81"/>
                  <a:pt x="583" y="81"/>
                </a:cubicBezTo>
                <a:cubicBezTo>
                  <a:pt x="583" y="81"/>
                  <a:pt x="583" y="80"/>
                  <a:pt x="583" y="80"/>
                </a:cubicBezTo>
                <a:cubicBezTo>
                  <a:pt x="583" y="79"/>
                  <a:pt x="583" y="79"/>
                  <a:pt x="583" y="78"/>
                </a:cubicBezTo>
                <a:cubicBezTo>
                  <a:pt x="583" y="78"/>
                  <a:pt x="583" y="78"/>
                  <a:pt x="583" y="77"/>
                </a:cubicBezTo>
                <a:cubicBezTo>
                  <a:pt x="583" y="77"/>
                  <a:pt x="582" y="77"/>
                  <a:pt x="582" y="77"/>
                </a:cubicBezTo>
                <a:cubicBezTo>
                  <a:pt x="581" y="77"/>
                  <a:pt x="581" y="77"/>
                  <a:pt x="581" y="77"/>
                </a:cubicBezTo>
                <a:cubicBezTo>
                  <a:pt x="581" y="77"/>
                  <a:pt x="581" y="77"/>
                  <a:pt x="581" y="78"/>
                </a:cubicBezTo>
                <a:cubicBezTo>
                  <a:pt x="580" y="78"/>
                  <a:pt x="580" y="78"/>
                  <a:pt x="579" y="79"/>
                </a:cubicBezTo>
                <a:cubicBezTo>
                  <a:pt x="579" y="79"/>
                  <a:pt x="579" y="79"/>
                  <a:pt x="579" y="79"/>
                </a:cubicBezTo>
                <a:cubicBezTo>
                  <a:pt x="579" y="79"/>
                  <a:pt x="579" y="79"/>
                  <a:pt x="579" y="79"/>
                </a:cubicBezTo>
                <a:cubicBezTo>
                  <a:pt x="580" y="79"/>
                  <a:pt x="580" y="79"/>
                  <a:pt x="580" y="80"/>
                </a:cubicBezTo>
                <a:cubicBezTo>
                  <a:pt x="580" y="80"/>
                  <a:pt x="581" y="80"/>
                  <a:pt x="581" y="80"/>
                </a:cubicBezTo>
                <a:cubicBezTo>
                  <a:pt x="581" y="81"/>
                  <a:pt x="581" y="81"/>
                  <a:pt x="582" y="81"/>
                </a:cubicBezTo>
                <a:cubicBezTo>
                  <a:pt x="582" y="81"/>
                  <a:pt x="582" y="81"/>
                  <a:pt x="582" y="81"/>
                </a:cubicBezTo>
                <a:close/>
                <a:moveTo>
                  <a:pt x="595" y="78"/>
                </a:moveTo>
                <a:cubicBezTo>
                  <a:pt x="595" y="77"/>
                  <a:pt x="595" y="77"/>
                  <a:pt x="595" y="77"/>
                </a:cubicBezTo>
                <a:cubicBezTo>
                  <a:pt x="594" y="77"/>
                  <a:pt x="594" y="77"/>
                  <a:pt x="594" y="77"/>
                </a:cubicBezTo>
                <a:cubicBezTo>
                  <a:pt x="593" y="77"/>
                  <a:pt x="592" y="77"/>
                  <a:pt x="592" y="77"/>
                </a:cubicBezTo>
                <a:cubicBezTo>
                  <a:pt x="591" y="78"/>
                  <a:pt x="592" y="79"/>
                  <a:pt x="591" y="80"/>
                </a:cubicBezTo>
                <a:cubicBezTo>
                  <a:pt x="591" y="81"/>
                  <a:pt x="590" y="81"/>
                  <a:pt x="590" y="81"/>
                </a:cubicBezTo>
                <a:cubicBezTo>
                  <a:pt x="589" y="81"/>
                  <a:pt x="589" y="81"/>
                  <a:pt x="589" y="81"/>
                </a:cubicBezTo>
                <a:cubicBezTo>
                  <a:pt x="589" y="81"/>
                  <a:pt x="588" y="81"/>
                  <a:pt x="588" y="81"/>
                </a:cubicBezTo>
                <a:cubicBezTo>
                  <a:pt x="588" y="81"/>
                  <a:pt x="587" y="81"/>
                  <a:pt x="587" y="82"/>
                </a:cubicBezTo>
                <a:cubicBezTo>
                  <a:pt x="587" y="82"/>
                  <a:pt x="587" y="82"/>
                  <a:pt x="587" y="83"/>
                </a:cubicBezTo>
                <a:cubicBezTo>
                  <a:pt x="587" y="84"/>
                  <a:pt x="587" y="85"/>
                  <a:pt x="587" y="86"/>
                </a:cubicBezTo>
                <a:cubicBezTo>
                  <a:pt x="587" y="87"/>
                  <a:pt x="587" y="88"/>
                  <a:pt x="587" y="88"/>
                </a:cubicBezTo>
                <a:cubicBezTo>
                  <a:pt x="587" y="89"/>
                  <a:pt x="587" y="89"/>
                  <a:pt x="586" y="90"/>
                </a:cubicBezTo>
                <a:cubicBezTo>
                  <a:pt x="586" y="90"/>
                  <a:pt x="586" y="90"/>
                  <a:pt x="587" y="90"/>
                </a:cubicBezTo>
                <a:cubicBezTo>
                  <a:pt x="587" y="90"/>
                  <a:pt x="587" y="90"/>
                  <a:pt x="588" y="90"/>
                </a:cubicBezTo>
                <a:cubicBezTo>
                  <a:pt x="588" y="90"/>
                  <a:pt x="588" y="91"/>
                  <a:pt x="589" y="91"/>
                </a:cubicBezTo>
                <a:cubicBezTo>
                  <a:pt x="589" y="91"/>
                  <a:pt x="589" y="91"/>
                  <a:pt x="590" y="91"/>
                </a:cubicBezTo>
                <a:cubicBezTo>
                  <a:pt x="590" y="92"/>
                  <a:pt x="590" y="92"/>
                  <a:pt x="590" y="92"/>
                </a:cubicBezTo>
                <a:cubicBezTo>
                  <a:pt x="590" y="92"/>
                  <a:pt x="590" y="92"/>
                  <a:pt x="591" y="92"/>
                </a:cubicBezTo>
                <a:cubicBezTo>
                  <a:pt x="591" y="92"/>
                  <a:pt x="591" y="92"/>
                  <a:pt x="591" y="93"/>
                </a:cubicBezTo>
                <a:cubicBezTo>
                  <a:pt x="591" y="93"/>
                  <a:pt x="591" y="93"/>
                  <a:pt x="591" y="93"/>
                </a:cubicBezTo>
                <a:cubicBezTo>
                  <a:pt x="592" y="93"/>
                  <a:pt x="593" y="93"/>
                  <a:pt x="594" y="93"/>
                </a:cubicBezTo>
                <a:cubicBezTo>
                  <a:pt x="594" y="93"/>
                  <a:pt x="595" y="93"/>
                  <a:pt x="595" y="93"/>
                </a:cubicBezTo>
                <a:cubicBezTo>
                  <a:pt x="595" y="93"/>
                  <a:pt x="595" y="92"/>
                  <a:pt x="595" y="92"/>
                </a:cubicBezTo>
                <a:cubicBezTo>
                  <a:pt x="595" y="92"/>
                  <a:pt x="596" y="92"/>
                  <a:pt x="596" y="92"/>
                </a:cubicBezTo>
                <a:cubicBezTo>
                  <a:pt x="596" y="92"/>
                  <a:pt x="596" y="93"/>
                  <a:pt x="597" y="93"/>
                </a:cubicBezTo>
                <a:cubicBezTo>
                  <a:pt x="597" y="93"/>
                  <a:pt x="597" y="93"/>
                  <a:pt x="597" y="93"/>
                </a:cubicBezTo>
                <a:cubicBezTo>
                  <a:pt x="598" y="93"/>
                  <a:pt x="598" y="93"/>
                  <a:pt x="599" y="93"/>
                </a:cubicBezTo>
                <a:cubicBezTo>
                  <a:pt x="599" y="93"/>
                  <a:pt x="600" y="92"/>
                  <a:pt x="600" y="92"/>
                </a:cubicBezTo>
                <a:cubicBezTo>
                  <a:pt x="600" y="92"/>
                  <a:pt x="600" y="92"/>
                  <a:pt x="600" y="92"/>
                </a:cubicBezTo>
                <a:cubicBezTo>
                  <a:pt x="600" y="91"/>
                  <a:pt x="600" y="91"/>
                  <a:pt x="599" y="90"/>
                </a:cubicBezTo>
                <a:cubicBezTo>
                  <a:pt x="599" y="90"/>
                  <a:pt x="599" y="90"/>
                  <a:pt x="599" y="90"/>
                </a:cubicBezTo>
                <a:cubicBezTo>
                  <a:pt x="598" y="90"/>
                  <a:pt x="598" y="89"/>
                  <a:pt x="598" y="89"/>
                </a:cubicBezTo>
                <a:cubicBezTo>
                  <a:pt x="597" y="89"/>
                  <a:pt x="597" y="89"/>
                  <a:pt x="596" y="89"/>
                </a:cubicBezTo>
                <a:cubicBezTo>
                  <a:pt x="596" y="89"/>
                  <a:pt x="595" y="89"/>
                  <a:pt x="595" y="89"/>
                </a:cubicBezTo>
                <a:cubicBezTo>
                  <a:pt x="595" y="89"/>
                  <a:pt x="594" y="89"/>
                  <a:pt x="594" y="89"/>
                </a:cubicBezTo>
                <a:cubicBezTo>
                  <a:pt x="594" y="89"/>
                  <a:pt x="594" y="88"/>
                  <a:pt x="594" y="88"/>
                </a:cubicBezTo>
                <a:cubicBezTo>
                  <a:pt x="594" y="87"/>
                  <a:pt x="594" y="87"/>
                  <a:pt x="595" y="87"/>
                </a:cubicBezTo>
                <a:cubicBezTo>
                  <a:pt x="595" y="87"/>
                  <a:pt x="596" y="86"/>
                  <a:pt x="596" y="86"/>
                </a:cubicBezTo>
                <a:cubicBezTo>
                  <a:pt x="596" y="85"/>
                  <a:pt x="596" y="85"/>
                  <a:pt x="596" y="84"/>
                </a:cubicBezTo>
                <a:cubicBezTo>
                  <a:pt x="596" y="84"/>
                  <a:pt x="597" y="83"/>
                  <a:pt x="597" y="83"/>
                </a:cubicBezTo>
                <a:cubicBezTo>
                  <a:pt x="598" y="83"/>
                  <a:pt x="598" y="83"/>
                  <a:pt x="598" y="82"/>
                </a:cubicBezTo>
                <a:cubicBezTo>
                  <a:pt x="598" y="82"/>
                  <a:pt x="598" y="82"/>
                  <a:pt x="598" y="82"/>
                </a:cubicBezTo>
                <a:cubicBezTo>
                  <a:pt x="598" y="82"/>
                  <a:pt x="599" y="81"/>
                  <a:pt x="599" y="81"/>
                </a:cubicBezTo>
                <a:cubicBezTo>
                  <a:pt x="599" y="81"/>
                  <a:pt x="599" y="80"/>
                  <a:pt x="599" y="80"/>
                </a:cubicBezTo>
                <a:cubicBezTo>
                  <a:pt x="599" y="80"/>
                  <a:pt x="599" y="80"/>
                  <a:pt x="599" y="79"/>
                </a:cubicBezTo>
                <a:cubicBezTo>
                  <a:pt x="599" y="79"/>
                  <a:pt x="598" y="79"/>
                  <a:pt x="598" y="79"/>
                </a:cubicBezTo>
                <a:cubicBezTo>
                  <a:pt x="597" y="80"/>
                  <a:pt x="597" y="80"/>
                  <a:pt x="597" y="80"/>
                </a:cubicBezTo>
                <a:cubicBezTo>
                  <a:pt x="597" y="81"/>
                  <a:pt x="597" y="81"/>
                  <a:pt x="597" y="81"/>
                </a:cubicBezTo>
                <a:cubicBezTo>
                  <a:pt x="597" y="81"/>
                  <a:pt x="597" y="81"/>
                  <a:pt x="596" y="81"/>
                </a:cubicBezTo>
                <a:cubicBezTo>
                  <a:pt x="596" y="81"/>
                  <a:pt x="596" y="81"/>
                  <a:pt x="596" y="81"/>
                </a:cubicBezTo>
                <a:cubicBezTo>
                  <a:pt x="596" y="81"/>
                  <a:pt x="595" y="81"/>
                  <a:pt x="595" y="80"/>
                </a:cubicBezTo>
                <a:cubicBezTo>
                  <a:pt x="595" y="80"/>
                  <a:pt x="595" y="79"/>
                  <a:pt x="595" y="79"/>
                </a:cubicBezTo>
                <a:cubicBezTo>
                  <a:pt x="595" y="79"/>
                  <a:pt x="595" y="78"/>
                  <a:pt x="595" y="78"/>
                </a:cubicBezTo>
                <a:close/>
                <a:moveTo>
                  <a:pt x="590" y="126"/>
                </a:moveTo>
                <a:cubicBezTo>
                  <a:pt x="590" y="126"/>
                  <a:pt x="589" y="126"/>
                  <a:pt x="589" y="126"/>
                </a:cubicBezTo>
                <a:cubicBezTo>
                  <a:pt x="589" y="126"/>
                  <a:pt x="589" y="127"/>
                  <a:pt x="589" y="127"/>
                </a:cubicBezTo>
                <a:cubicBezTo>
                  <a:pt x="589" y="127"/>
                  <a:pt x="589" y="127"/>
                  <a:pt x="589" y="127"/>
                </a:cubicBezTo>
                <a:cubicBezTo>
                  <a:pt x="589" y="128"/>
                  <a:pt x="590" y="128"/>
                  <a:pt x="590" y="128"/>
                </a:cubicBezTo>
                <a:cubicBezTo>
                  <a:pt x="590" y="128"/>
                  <a:pt x="591" y="128"/>
                  <a:pt x="591" y="128"/>
                </a:cubicBezTo>
                <a:cubicBezTo>
                  <a:pt x="591" y="128"/>
                  <a:pt x="591" y="128"/>
                  <a:pt x="591" y="128"/>
                </a:cubicBezTo>
                <a:cubicBezTo>
                  <a:pt x="591" y="128"/>
                  <a:pt x="591" y="128"/>
                  <a:pt x="591" y="127"/>
                </a:cubicBezTo>
                <a:cubicBezTo>
                  <a:pt x="592" y="127"/>
                  <a:pt x="592" y="127"/>
                  <a:pt x="592" y="126"/>
                </a:cubicBezTo>
                <a:cubicBezTo>
                  <a:pt x="592" y="126"/>
                  <a:pt x="591" y="125"/>
                  <a:pt x="591" y="125"/>
                </a:cubicBezTo>
                <a:cubicBezTo>
                  <a:pt x="591" y="124"/>
                  <a:pt x="591" y="124"/>
                  <a:pt x="591" y="124"/>
                </a:cubicBezTo>
                <a:cubicBezTo>
                  <a:pt x="591" y="124"/>
                  <a:pt x="591" y="124"/>
                  <a:pt x="591" y="124"/>
                </a:cubicBezTo>
                <a:cubicBezTo>
                  <a:pt x="591" y="124"/>
                  <a:pt x="591" y="125"/>
                  <a:pt x="591" y="125"/>
                </a:cubicBezTo>
                <a:cubicBezTo>
                  <a:pt x="591" y="125"/>
                  <a:pt x="591" y="125"/>
                  <a:pt x="590" y="125"/>
                </a:cubicBezTo>
                <a:cubicBezTo>
                  <a:pt x="590" y="125"/>
                  <a:pt x="590" y="125"/>
                  <a:pt x="590" y="126"/>
                </a:cubicBezTo>
                <a:cubicBezTo>
                  <a:pt x="590" y="126"/>
                  <a:pt x="590" y="126"/>
                  <a:pt x="590" y="126"/>
                </a:cubicBezTo>
                <a:close/>
                <a:moveTo>
                  <a:pt x="601" y="130"/>
                </a:moveTo>
                <a:cubicBezTo>
                  <a:pt x="601" y="130"/>
                  <a:pt x="601" y="130"/>
                  <a:pt x="601" y="130"/>
                </a:cubicBezTo>
                <a:cubicBezTo>
                  <a:pt x="602" y="130"/>
                  <a:pt x="602" y="131"/>
                  <a:pt x="602" y="131"/>
                </a:cubicBezTo>
                <a:cubicBezTo>
                  <a:pt x="602" y="131"/>
                  <a:pt x="602" y="131"/>
                  <a:pt x="602" y="131"/>
                </a:cubicBezTo>
                <a:cubicBezTo>
                  <a:pt x="603" y="131"/>
                  <a:pt x="603" y="132"/>
                  <a:pt x="603" y="132"/>
                </a:cubicBezTo>
                <a:cubicBezTo>
                  <a:pt x="603" y="132"/>
                  <a:pt x="603" y="132"/>
                  <a:pt x="604" y="132"/>
                </a:cubicBezTo>
                <a:cubicBezTo>
                  <a:pt x="604" y="131"/>
                  <a:pt x="604" y="131"/>
                  <a:pt x="604" y="131"/>
                </a:cubicBezTo>
                <a:cubicBezTo>
                  <a:pt x="604" y="131"/>
                  <a:pt x="604" y="131"/>
                  <a:pt x="604" y="131"/>
                </a:cubicBezTo>
                <a:cubicBezTo>
                  <a:pt x="604" y="131"/>
                  <a:pt x="604" y="131"/>
                  <a:pt x="604" y="131"/>
                </a:cubicBezTo>
                <a:cubicBezTo>
                  <a:pt x="604" y="130"/>
                  <a:pt x="604" y="129"/>
                  <a:pt x="604" y="128"/>
                </a:cubicBezTo>
                <a:cubicBezTo>
                  <a:pt x="604" y="128"/>
                  <a:pt x="604" y="128"/>
                  <a:pt x="604" y="128"/>
                </a:cubicBezTo>
                <a:cubicBezTo>
                  <a:pt x="603" y="127"/>
                  <a:pt x="603" y="128"/>
                  <a:pt x="603" y="127"/>
                </a:cubicBezTo>
                <a:cubicBezTo>
                  <a:pt x="602" y="127"/>
                  <a:pt x="602" y="127"/>
                  <a:pt x="602" y="127"/>
                </a:cubicBezTo>
                <a:cubicBezTo>
                  <a:pt x="602" y="127"/>
                  <a:pt x="602" y="127"/>
                  <a:pt x="602" y="127"/>
                </a:cubicBezTo>
                <a:cubicBezTo>
                  <a:pt x="602" y="127"/>
                  <a:pt x="602" y="127"/>
                  <a:pt x="602" y="127"/>
                </a:cubicBezTo>
                <a:cubicBezTo>
                  <a:pt x="602" y="127"/>
                  <a:pt x="602" y="127"/>
                  <a:pt x="601" y="127"/>
                </a:cubicBezTo>
                <a:cubicBezTo>
                  <a:pt x="601" y="128"/>
                  <a:pt x="601" y="128"/>
                  <a:pt x="601" y="128"/>
                </a:cubicBezTo>
                <a:cubicBezTo>
                  <a:pt x="601" y="128"/>
                  <a:pt x="601" y="128"/>
                  <a:pt x="601" y="128"/>
                </a:cubicBezTo>
                <a:cubicBezTo>
                  <a:pt x="601" y="128"/>
                  <a:pt x="601" y="128"/>
                  <a:pt x="600" y="128"/>
                </a:cubicBezTo>
                <a:cubicBezTo>
                  <a:pt x="600" y="128"/>
                  <a:pt x="600" y="129"/>
                  <a:pt x="600" y="129"/>
                </a:cubicBezTo>
                <a:cubicBezTo>
                  <a:pt x="600" y="129"/>
                  <a:pt x="600" y="129"/>
                  <a:pt x="600" y="130"/>
                </a:cubicBezTo>
                <a:cubicBezTo>
                  <a:pt x="600" y="130"/>
                  <a:pt x="600" y="130"/>
                  <a:pt x="600" y="130"/>
                </a:cubicBezTo>
                <a:cubicBezTo>
                  <a:pt x="600" y="130"/>
                  <a:pt x="600" y="130"/>
                  <a:pt x="600" y="130"/>
                </a:cubicBezTo>
                <a:cubicBezTo>
                  <a:pt x="600" y="130"/>
                  <a:pt x="601" y="130"/>
                  <a:pt x="601" y="130"/>
                </a:cubicBezTo>
                <a:close/>
                <a:moveTo>
                  <a:pt x="626" y="150"/>
                </a:moveTo>
                <a:cubicBezTo>
                  <a:pt x="624" y="149"/>
                  <a:pt x="623" y="149"/>
                  <a:pt x="623" y="148"/>
                </a:cubicBezTo>
                <a:cubicBezTo>
                  <a:pt x="623" y="147"/>
                  <a:pt x="621" y="146"/>
                  <a:pt x="621" y="145"/>
                </a:cubicBezTo>
                <a:cubicBezTo>
                  <a:pt x="621" y="144"/>
                  <a:pt x="619" y="143"/>
                  <a:pt x="618" y="143"/>
                </a:cubicBezTo>
                <a:cubicBezTo>
                  <a:pt x="617" y="142"/>
                  <a:pt x="616" y="142"/>
                  <a:pt x="615" y="142"/>
                </a:cubicBezTo>
                <a:cubicBezTo>
                  <a:pt x="614" y="142"/>
                  <a:pt x="613" y="141"/>
                  <a:pt x="612" y="141"/>
                </a:cubicBezTo>
                <a:cubicBezTo>
                  <a:pt x="612" y="141"/>
                  <a:pt x="611" y="140"/>
                  <a:pt x="610" y="139"/>
                </a:cubicBezTo>
                <a:cubicBezTo>
                  <a:pt x="609" y="138"/>
                  <a:pt x="607" y="137"/>
                  <a:pt x="606" y="137"/>
                </a:cubicBezTo>
                <a:cubicBezTo>
                  <a:pt x="605" y="136"/>
                  <a:pt x="601" y="134"/>
                  <a:pt x="601" y="134"/>
                </a:cubicBezTo>
                <a:cubicBezTo>
                  <a:pt x="600" y="134"/>
                  <a:pt x="600" y="135"/>
                  <a:pt x="599" y="135"/>
                </a:cubicBezTo>
                <a:cubicBezTo>
                  <a:pt x="598" y="135"/>
                  <a:pt x="598" y="135"/>
                  <a:pt x="597" y="135"/>
                </a:cubicBezTo>
                <a:cubicBezTo>
                  <a:pt x="597" y="135"/>
                  <a:pt x="595" y="134"/>
                  <a:pt x="594" y="134"/>
                </a:cubicBezTo>
                <a:cubicBezTo>
                  <a:pt x="594" y="134"/>
                  <a:pt x="594" y="132"/>
                  <a:pt x="594" y="131"/>
                </a:cubicBezTo>
                <a:cubicBezTo>
                  <a:pt x="594" y="130"/>
                  <a:pt x="594" y="129"/>
                  <a:pt x="594" y="129"/>
                </a:cubicBezTo>
                <a:cubicBezTo>
                  <a:pt x="594" y="129"/>
                  <a:pt x="593" y="129"/>
                  <a:pt x="592" y="129"/>
                </a:cubicBezTo>
                <a:cubicBezTo>
                  <a:pt x="591" y="129"/>
                  <a:pt x="591" y="130"/>
                  <a:pt x="590" y="130"/>
                </a:cubicBezTo>
                <a:cubicBezTo>
                  <a:pt x="589" y="130"/>
                  <a:pt x="588" y="129"/>
                  <a:pt x="587" y="128"/>
                </a:cubicBezTo>
                <a:cubicBezTo>
                  <a:pt x="587" y="128"/>
                  <a:pt x="585" y="127"/>
                  <a:pt x="585" y="127"/>
                </a:cubicBezTo>
                <a:cubicBezTo>
                  <a:pt x="584" y="126"/>
                  <a:pt x="583" y="125"/>
                  <a:pt x="583" y="125"/>
                </a:cubicBezTo>
                <a:cubicBezTo>
                  <a:pt x="583" y="125"/>
                  <a:pt x="583" y="122"/>
                  <a:pt x="583" y="122"/>
                </a:cubicBezTo>
                <a:cubicBezTo>
                  <a:pt x="583" y="122"/>
                  <a:pt x="582" y="121"/>
                  <a:pt x="582" y="121"/>
                </a:cubicBezTo>
                <a:cubicBezTo>
                  <a:pt x="581" y="120"/>
                  <a:pt x="580" y="120"/>
                  <a:pt x="579" y="120"/>
                </a:cubicBezTo>
                <a:cubicBezTo>
                  <a:pt x="577" y="120"/>
                  <a:pt x="575" y="118"/>
                  <a:pt x="574" y="117"/>
                </a:cubicBezTo>
                <a:cubicBezTo>
                  <a:pt x="573" y="117"/>
                  <a:pt x="572" y="116"/>
                  <a:pt x="571" y="115"/>
                </a:cubicBezTo>
                <a:cubicBezTo>
                  <a:pt x="570" y="114"/>
                  <a:pt x="569" y="114"/>
                  <a:pt x="568" y="113"/>
                </a:cubicBezTo>
                <a:cubicBezTo>
                  <a:pt x="567" y="113"/>
                  <a:pt x="567" y="112"/>
                  <a:pt x="566" y="112"/>
                </a:cubicBezTo>
                <a:cubicBezTo>
                  <a:pt x="565" y="111"/>
                  <a:pt x="564" y="111"/>
                  <a:pt x="564" y="110"/>
                </a:cubicBezTo>
                <a:cubicBezTo>
                  <a:pt x="563" y="110"/>
                  <a:pt x="562" y="109"/>
                  <a:pt x="562" y="108"/>
                </a:cubicBezTo>
                <a:cubicBezTo>
                  <a:pt x="562" y="108"/>
                  <a:pt x="562" y="107"/>
                  <a:pt x="561" y="107"/>
                </a:cubicBezTo>
                <a:cubicBezTo>
                  <a:pt x="561" y="106"/>
                  <a:pt x="561" y="105"/>
                  <a:pt x="561" y="105"/>
                </a:cubicBezTo>
                <a:cubicBezTo>
                  <a:pt x="561" y="104"/>
                  <a:pt x="562" y="104"/>
                  <a:pt x="562" y="104"/>
                </a:cubicBezTo>
                <a:cubicBezTo>
                  <a:pt x="563" y="103"/>
                  <a:pt x="564" y="102"/>
                  <a:pt x="564" y="102"/>
                </a:cubicBezTo>
                <a:cubicBezTo>
                  <a:pt x="564" y="101"/>
                  <a:pt x="565" y="100"/>
                  <a:pt x="565" y="99"/>
                </a:cubicBezTo>
                <a:cubicBezTo>
                  <a:pt x="565" y="99"/>
                  <a:pt x="566" y="98"/>
                  <a:pt x="566" y="97"/>
                </a:cubicBezTo>
                <a:cubicBezTo>
                  <a:pt x="567" y="97"/>
                  <a:pt x="569" y="95"/>
                  <a:pt x="570" y="93"/>
                </a:cubicBezTo>
                <a:cubicBezTo>
                  <a:pt x="571" y="92"/>
                  <a:pt x="573" y="91"/>
                  <a:pt x="573" y="91"/>
                </a:cubicBezTo>
                <a:cubicBezTo>
                  <a:pt x="573" y="91"/>
                  <a:pt x="574" y="90"/>
                  <a:pt x="574" y="89"/>
                </a:cubicBezTo>
                <a:cubicBezTo>
                  <a:pt x="574" y="89"/>
                  <a:pt x="574" y="85"/>
                  <a:pt x="574" y="85"/>
                </a:cubicBezTo>
                <a:cubicBezTo>
                  <a:pt x="574" y="85"/>
                  <a:pt x="577" y="82"/>
                  <a:pt x="577" y="82"/>
                </a:cubicBezTo>
                <a:cubicBezTo>
                  <a:pt x="577" y="81"/>
                  <a:pt x="577" y="79"/>
                  <a:pt x="577" y="79"/>
                </a:cubicBezTo>
                <a:cubicBezTo>
                  <a:pt x="577" y="79"/>
                  <a:pt x="576" y="79"/>
                  <a:pt x="575" y="79"/>
                </a:cubicBezTo>
                <a:cubicBezTo>
                  <a:pt x="575" y="78"/>
                  <a:pt x="573" y="77"/>
                  <a:pt x="573" y="77"/>
                </a:cubicBezTo>
                <a:cubicBezTo>
                  <a:pt x="573" y="77"/>
                  <a:pt x="573" y="71"/>
                  <a:pt x="573" y="71"/>
                </a:cubicBezTo>
                <a:cubicBezTo>
                  <a:pt x="573" y="70"/>
                  <a:pt x="573" y="69"/>
                  <a:pt x="573" y="69"/>
                </a:cubicBezTo>
                <a:cubicBezTo>
                  <a:pt x="573" y="68"/>
                  <a:pt x="574" y="67"/>
                  <a:pt x="574" y="67"/>
                </a:cubicBezTo>
                <a:cubicBezTo>
                  <a:pt x="574" y="66"/>
                  <a:pt x="575" y="66"/>
                  <a:pt x="577" y="67"/>
                </a:cubicBezTo>
                <a:cubicBezTo>
                  <a:pt x="578" y="67"/>
                  <a:pt x="578" y="65"/>
                  <a:pt x="578" y="65"/>
                </a:cubicBezTo>
                <a:cubicBezTo>
                  <a:pt x="578" y="65"/>
                  <a:pt x="580" y="64"/>
                  <a:pt x="580" y="64"/>
                </a:cubicBezTo>
                <a:cubicBezTo>
                  <a:pt x="581" y="64"/>
                  <a:pt x="581" y="66"/>
                  <a:pt x="581" y="66"/>
                </a:cubicBezTo>
                <a:cubicBezTo>
                  <a:pt x="581" y="66"/>
                  <a:pt x="582" y="65"/>
                  <a:pt x="582" y="64"/>
                </a:cubicBezTo>
                <a:cubicBezTo>
                  <a:pt x="582" y="64"/>
                  <a:pt x="583" y="64"/>
                  <a:pt x="583" y="64"/>
                </a:cubicBezTo>
                <a:cubicBezTo>
                  <a:pt x="583" y="64"/>
                  <a:pt x="584" y="62"/>
                  <a:pt x="585" y="62"/>
                </a:cubicBezTo>
                <a:cubicBezTo>
                  <a:pt x="585" y="62"/>
                  <a:pt x="585" y="63"/>
                  <a:pt x="586" y="64"/>
                </a:cubicBezTo>
                <a:cubicBezTo>
                  <a:pt x="586" y="65"/>
                  <a:pt x="586" y="65"/>
                  <a:pt x="586" y="66"/>
                </a:cubicBezTo>
                <a:cubicBezTo>
                  <a:pt x="586" y="67"/>
                  <a:pt x="588" y="66"/>
                  <a:pt x="588" y="66"/>
                </a:cubicBezTo>
                <a:cubicBezTo>
                  <a:pt x="589" y="66"/>
                  <a:pt x="588" y="65"/>
                  <a:pt x="588" y="64"/>
                </a:cubicBezTo>
                <a:cubicBezTo>
                  <a:pt x="588" y="64"/>
                  <a:pt x="589" y="63"/>
                  <a:pt x="589" y="63"/>
                </a:cubicBezTo>
                <a:cubicBezTo>
                  <a:pt x="590" y="63"/>
                  <a:pt x="590" y="62"/>
                  <a:pt x="589" y="61"/>
                </a:cubicBezTo>
                <a:cubicBezTo>
                  <a:pt x="589" y="61"/>
                  <a:pt x="589" y="60"/>
                  <a:pt x="589" y="60"/>
                </a:cubicBezTo>
                <a:cubicBezTo>
                  <a:pt x="590" y="59"/>
                  <a:pt x="591" y="60"/>
                  <a:pt x="592" y="60"/>
                </a:cubicBezTo>
                <a:cubicBezTo>
                  <a:pt x="592" y="59"/>
                  <a:pt x="591" y="59"/>
                  <a:pt x="591" y="58"/>
                </a:cubicBezTo>
                <a:cubicBezTo>
                  <a:pt x="591" y="58"/>
                  <a:pt x="589" y="57"/>
                  <a:pt x="589" y="57"/>
                </a:cubicBezTo>
                <a:cubicBezTo>
                  <a:pt x="589" y="56"/>
                  <a:pt x="589" y="56"/>
                  <a:pt x="589" y="55"/>
                </a:cubicBezTo>
                <a:cubicBezTo>
                  <a:pt x="589" y="55"/>
                  <a:pt x="589" y="55"/>
                  <a:pt x="589" y="55"/>
                </a:cubicBezTo>
                <a:cubicBezTo>
                  <a:pt x="589" y="55"/>
                  <a:pt x="591" y="54"/>
                  <a:pt x="591" y="54"/>
                </a:cubicBezTo>
                <a:cubicBezTo>
                  <a:pt x="591" y="53"/>
                  <a:pt x="592" y="53"/>
                  <a:pt x="592" y="52"/>
                </a:cubicBezTo>
                <a:cubicBezTo>
                  <a:pt x="592" y="52"/>
                  <a:pt x="593" y="52"/>
                  <a:pt x="594" y="52"/>
                </a:cubicBezTo>
                <a:cubicBezTo>
                  <a:pt x="594" y="51"/>
                  <a:pt x="594" y="51"/>
                  <a:pt x="594" y="51"/>
                </a:cubicBezTo>
                <a:cubicBezTo>
                  <a:pt x="594" y="51"/>
                  <a:pt x="594" y="49"/>
                  <a:pt x="594" y="49"/>
                </a:cubicBezTo>
                <a:cubicBezTo>
                  <a:pt x="595" y="48"/>
                  <a:pt x="597" y="46"/>
                  <a:pt x="598" y="46"/>
                </a:cubicBezTo>
                <a:cubicBezTo>
                  <a:pt x="599" y="45"/>
                  <a:pt x="601" y="44"/>
                  <a:pt x="601" y="43"/>
                </a:cubicBezTo>
                <a:cubicBezTo>
                  <a:pt x="601" y="43"/>
                  <a:pt x="599" y="40"/>
                  <a:pt x="599" y="40"/>
                </a:cubicBezTo>
                <a:cubicBezTo>
                  <a:pt x="598" y="39"/>
                  <a:pt x="598" y="38"/>
                  <a:pt x="597" y="38"/>
                </a:cubicBezTo>
                <a:cubicBezTo>
                  <a:pt x="597" y="38"/>
                  <a:pt x="596" y="38"/>
                  <a:pt x="595" y="39"/>
                </a:cubicBezTo>
                <a:cubicBezTo>
                  <a:pt x="595" y="39"/>
                  <a:pt x="594" y="40"/>
                  <a:pt x="593" y="41"/>
                </a:cubicBezTo>
                <a:cubicBezTo>
                  <a:pt x="593" y="41"/>
                  <a:pt x="592" y="41"/>
                  <a:pt x="592" y="40"/>
                </a:cubicBezTo>
                <a:cubicBezTo>
                  <a:pt x="591" y="39"/>
                  <a:pt x="591" y="39"/>
                  <a:pt x="591" y="38"/>
                </a:cubicBezTo>
                <a:cubicBezTo>
                  <a:pt x="591" y="37"/>
                  <a:pt x="590" y="35"/>
                  <a:pt x="590" y="35"/>
                </a:cubicBezTo>
                <a:cubicBezTo>
                  <a:pt x="590" y="34"/>
                  <a:pt x="589" y="34"/>
                  <a:pt x="588" y="34"/>
                </a:cubicBezTo>
                <a:cubicBezTo>
                  <a:pt x="588" y="33"/>
                  <a:pt x="588" y="32"/>
                  <a:pt x="587" y="32"/>
                </a:cubicBezTo>
                <a:cubicBezTo>
                  <a:pt x="587" y="32"/>
                  <a:pt x="587" y="33"/>
                  <a:pt x="586" y="34"/>
                </a:cubicBezTo>
                <a:cubicBezTo>
                  <a:pt x="585" y="34"/>
                  <a:pt x="584" y="35"/>
                  <a:pt x="584" y="35"/>
                </a:cubicBezTo>
                <a:cubicBezTo>
                  <a:pt x="583" y="36"/>
                  <a:pt x="582" y="37"/>
                  <a:pt x="582" y="37"/>
                </a:cubicBezTo>
                <a:cubicBezTo>
                  <a:pt x="581" y="38"/>
                  <a:pt x="582" y="38"/>
                  <a:pt x="583" y="39"/>
                </a:cubicBezTo>
                <a:cubicBezTo>
                  <a:pt x="584" y="39"/>
                  <a:pt x="585" y="39"/>
                  <a:pt x="586" y="40"/>
                </a:cubicBezTo>
                <a:cubicBezTo>
                  <a:pt x="586" y="41"/>
                  <a:pt x="586" y="42"/>
                  <a:pt x="585" y="42"/>
                </a:cubicBezTo>
                <a:cubicBezTo>
                  <a:pt x="585" y="43"/>
                  <a:pt x="585" y="43"/>
                  <a:pt x="584" y="44"/>
                </a:cubicBezTo>
                <a:cubicBezTo>
                  <a:pt x="584" y="45"/>
                  <a:pt x="583" y="45"/>
                  <a:pt x="582" y="45"/>
                </a:cubicBezTo>
                <a:cubicBezTo>
                  <a:pt x="582" y="45"/>
                  <a:pt x="581" y="45"/>
                  <a:pt x="580" y="46"/>
                </a:cubicBezTo>
                <a:cubicBezTo>
                  <a:pt x="579" y="46"/>
                  <a:pt x="578" y="46"/>
                  <a:pt x="577" y="45"/>
                </a:cubicBezTo>
                <a:cubicBezTo>
                  <a:pt x="577" y="45"/>
                  <a:pt x="576" y="45"/>
                  <a:pt x="576" y="44"/>
                </a:cubicBezTo>
                <a:cubicBezTo>
                  <a:pt x="576" y="43"/>
                  <a:pt x="577" y="43"/>
                  <a:pt x="577" y="42"/>
                </a:cubicBezTo>
                <a:cubicBezTo>
                  <a:pt x="578" y="42"/>
                  <a:pt x="577" y="41"/>
                  <a:pt x="577" y="40"/>
                </a:cubicBezTo>
                <a:cubicBezTo>
                  <a:pt x="576" y="40"/>
                  <a:pt x="576" y="41"/>
                  <a:pt x="575" y="40"/>
                </a:cubicBezTo>
                <a:cubicBezTo>
                  <a:pt x="575" y="40"/>
                  <a:pt x="574" y="39"/>
                  <a:pt x="574" y="38"/>
                </a:cubicBezTo>
                <a:cubicBezTo>
                  <a:pt x="573" y="38"/>
                  <a:pt x="573" y="38"/>
                  <a:pt x="572" y="39"/>
                </a:cubicBezTo>
                <a:cubicBezTo>
                  <a:pt x="572" y="39"/>
                  <a:pt x="571" y="40"/>
                  <a:pt x="570" y="41"/>
                </a:cubicBezTo>
                <a:cubicBezTo>
                  <a:pt x="569" y="41"/>
                  <a:pt x="568" y="40"/>
                  <a:pt x="568" y="40"/>
                </a:cubicBezTo>
                <a:cubicBezTo>
                  <a:pt x="567" y="39"/>
                  <a:pt x="568" y="38"/>
                  <a:pt x="568" y="38"/>
                </a:cubicBezTo>
                <a:cubicBezTo>
                  <a:pt x="568" y="37"/>
                  <a:pt x="569" y="36"/>
                  <a:pt x="570" y="36"/>
                </a:cubicBezTo>
                <a:cubicBezTo>
                  <a:pt x="571" y="35"/>
                  <a:pt x="572" y="35"/>
                  <a:pt x="573" y="34"/>
                </a:cubicBezTo>
                <a:cubicBezTo>
                  <a:pt x="574" y="34"/>
                  <a:pt x="573" y="34"/>
                  <a:pt x="572" y="33"/>
                </a:cubicBezTo>
                <a:cubicBezTo>
                  <a:pt x="572" y="33"/>
                  <a:pt x="573" y="32"/>
                  <a:pt x="573" y="32"/>
                </a:cubicBezTo>
                <a:cubicBezTo>
                  <a:pt x="573" y="32"/>
                  <a:pt x="573" y="30"/>
                  <a:pt x="573" y="30"/>
                </a:cubicBezTo>
                <a:cubicBezTo>
                  <a:pt x="572" y="30"/>
                  <a:pt x="571" y="31"/>
                  <a:pt x="570" y="32"/>
                </a:cubicBezTo>
                <a:cubicBezTo>
                  <a:pt x="569" y="32"/>
                  <a:pt x="569" y="33"/>
                  <a:pt x="568" y="33"/>
                </a:cubicBezTo>
                <a:cubicBezTo>
                  <a:pt x="568" y="33"/>
                  <a:pt x="566" y="34"/>
                  <a:pt x="566" y="34"/>
                </a:cubicBezTo>
                <a:cubicBezTo>
                  <a:pt x="565" y="35"/>
                  <a:pt x="564" y="36"/>
                  <a:pt x="564" y="36"/>
                </a:cubicBezTo>
                <a:cubicBezTo>
                  <a:pt x="564" y="37"/>
                  <a:pt x="562" y="37"/>
                  <a:pt x="561" y="37"/>
                </a:cubicBezTo>
                <a:cubicBezTo>
                  <a:pt x="560" y="37"/>
                  <a:pt x="560" y="38"/>
                  <a:pt x="560" y="38"/>
                </a:cubicBezTo>
                <a:cubicBezTo>
                  <a:pt x="560" y="39"/>
                  <a:pt x="558" y="40"/>
                  <a:pt x="558" y="40"/>
                </a:cubicBezTo>
                <a:cubicBezTo>
                  <a:pt x="558" y="40"/>
                  <a:pt x="554" y="40"/>
                  <a:pt x="553" y="40"/>
                </a:cubicBezTo>
                <a:cubicBezTo>
                  <a:pt x="552" y="40"/>
                  <a:pt x="552" y="39"/>
                  <a:pt x="552" y="39"/>
                </a:cubicBezTo>
                <a:cubicBezTo>
                  <a:pt x="551" y="38"/>
                  <a:pt x="551" y="38"/>
                  <a:pt x="551" y="37"/>
                </a:cubicBezTo>
                <a:cubicBezTo>
                  <a:pt x="550" y="37"/>
                  <a:pt x="550" y="37"/>
                  <a:pt x="549" y="37"/>
                </a:cubicBezTo>
                <a:cubicBezTo>
                  <a:pt x="548" y="36"/>
                  <a:pt x="548" y="35"/>
                  <a:pt x="548" y="34"/>
                </a:cubicBezTo>
                <a:cubicBezTo>
                  <a:pt x="547" y="34"/>
                  <a:pt x="546" y="33"/>
                  <a:pt x="546" y="33"/>
                </a:cubicBezTo>
                <a:cubicBezTo>
                  <a:pt x="545" y="33"/>
                  <a:pt x="544" y="33"/>
                  <a:pt x="544" y="33"/>
                </a:cubicBezTo>
                <a:cubicBezTo>
                  <a:pt x="543" y="34"/>
                  <a:pt x="543" y="34"/>
                  <a:pt x="543" y="35"/>
                </a:cubicBezTo>
                <a:cubicBezTo>
                  <a:pt x="542" y="35"/>
                  <a:pt x="540" y="36"/>
                  <a:pt x="540" y="36"/>
                </a:cubicBezTo>
                <a:cubicBezTo>
                  <a:pt x="539" y="36"/>
                  <a:pt x="537" y="36"/>
                  <a:pt x="537" y="36"/>
                </a:cubicBezTo>
                <a:cubicBezTo>
                  <a:pt x="537" y="36"/>
                  <a:pt x="533" y="34"/>
                  <a:pt x="533" y="34"/>
                </a:cubicBezTo>
                <a:cubicBezTo>
                  <a:pt x="533" y="34"/>
                  <a:pt x="532" y="35"/>
                  <a:pt x="531" y="35"/>
                </a:cubicBezTo>
                <a:cubicBezTo>
                  <a:pt x="531" y="35"/>
                  <a:pt x="531" y="34"/>
                  <a:pt x="531" y="33"/>
                </a:cubicBezTo>
                <a:cubicBezTo>
                  <a:pt x="530" y="33"/>
                  <a:pt x="529" y="32"/>
                  <a:pt x="529" y="32"/>
                </a:cubicBezTo>
                <a:cubicBezTo>
                  <a:pt x="528" y="32"/>
                  <a:pt x="527" y="31"/>
                  <a:pt x="527" y="31"/>
                </a:cubicBezTo>
                <a:cubicBezTo>
                  <a:pt x="526" y="31"/>
                  <a:pt x="524" y="31"/>
                  <a:pt x="524" y="31"/>
                </a:cubicBezTo>
                <a:cubicBezTo>
                  <a:pt x="523" y="30"/>
                  <a:pt x="523" y="30"/>
                  <a:pt x="523" y="29"/>
                </a:cubicBezTo>
                <a:cubicBezTo>
                  <a:pt x="523" y="29"/>
                  <a:pt x="525" y="29"/>
                  <a:pt x="525" y="29"/>
                </a:cubicBezTo>
                <a:cubicBezTo>
                  <a:pt x="525" y="28"/>
                  <a:pt x="525" y="27"/>
                  <a:pt x="525" y="27"/>
                </a:cubicBezTo>
                <a:cubicBezTo>
                  <a:pt x="524" y="26"/>
                  <a:pt x="523" y="26"/>
                  <a:pt x="523" y="26"/>
                </a:cubicBezTo>
                <a:cubicBezTo>
                  <a:pt x="523" y="26"/>
                  <a:pt x="521" y="26"/>
                  <a:pt x="520" y="27"/>
                </a:cubicBezTo>
                <a:cubicBezTo>
                  <a:pt x="519" y="28"/>
                  <a:pt x="517" y="29"/>
                  <a:pt x="516" y="30"/>
                </a:cubicBezTo>
                <a:cubicBezTo>
                  <a:pt x="516" y="30"/>
                  <a:pt x="516" y="29"/>
                  <a:pt x="515" y="28"/>
                </a:cubicBezTo>
                <a:cubicBezTo>
                  <a:pt x="515" y="27"/>
                  <a:pt x="514" y="28"/>
                  <a:pt x="514" y="28"/>
                </a:cubicBezTo>
                <a:cubicBezTo>
                  <a:pt x="513" y="28"/>
                  <a:pt x="513" y="28"/>
                  <a:pt x="512" y="28"/>
                </a:cubicBezTo>
                <a:cubicBezTo>
                  <a:pt x="512" y="28"/>
                  <a:pt x="511" y="28"/>
                  <a:pt x="510" y="28"/>
                </a:cubicBezTo>
                <a:cubicBezTo>
                  <a:pt x="510" y="27"/>
                  <a:pt x="509" y="27"/>
                  <a:pt x="509" y="27"/>
                </a:cubicBezTo>
                <a:cubicBezTo>
                  <a:pt x="508" y="27"/>
                  <a:pt x="506" y="27"/>
                  <a:pt x="505" y="27"/>
                </a:cubicBezTo>
                <a:cubicBezTo>
                  <a:pt x="504" y="26"/>
                  <a:pt x="504" y="25"/>
                  <a:pt x="504" y="25"/>
                </a:cubicBezTo>
                <a:cubicBezTo>
                  <a:pt x="504" y="24"/>
                  <a:pt x="504" y="23"/>
                  <a:pt x="503" y="22"/>
                </a:cubicBezTo>
                <a:cubicBezTo>
                  <a:pt x="503" y="21"/>
                  <a:pt x="503" y="21"/>
                  <a:pt x="502" y="20"/>
                </a:cubicBezTo>
                <a:cubicBezTo>
                  <a:pt x="502" y="20"/>
                  <a:pt x="501" y="19"/>
                  <a:pt x="500" y="18"/>
                </a:cubicBezTo>
                <a:cubicBezTo>
                  <a:pt x="499" y="18"/>
                  <a:pt x="499" y="19"/>
                  <a:pt x="499" y="19"/>
                </a:cubicBezTo>
                <a:cubicBezTo>
                  <a:pt x="498" y="19"/>
                  <a:pt x="497" y="19"/>
                  <a:pt x="496" y="19"/>
                </a:cubicBezTo>
                <a:cubicBezTo>
                  <a:pt x="495" y="20"/>
                  <a:pt x="496" y="21"/>
                  <a:pt x="495" y="21"/>
                </a:cubicBezTo>
                <a:cubicBezTo>
                  <a:pt x="495" y="21"/>
                  <a:pt x="494" y="21"/>
                  <a:pt x="493" y="21"/>
                </a:cubicBezTo>
                <a:cubicBezTo>
                  <a:pt x="492" y="21"/>
                  <a:pt x="492" y="20"/>
                  <a:pt x="492" y="19"/>
                </a:cubicBezTo>
                <a:cubicBezTo>
                  <a:pt x="492" y="19"/>
                  <a:pt x="490" y="17"/>
                  <a:pt x="490" y="16"/>
                </a:cubicBezTo>
                <a:cubicBezTo>
                  <a:pt x="490" y="16"/>
                  <a:pt x="491" y="15"/>
                  <a:pt x="491" y="15"/>
                </a:cubicBezTo>
                <a:cubicBezTo>
                  <a:pt x="492" y="14"/>
                  <a:pt x="492" y="13"/>
                  <a:pt x="492" y="12"/>
                </a:cubicBezTo>
                <a:cubicBezTo>
                  <a:pt x="492" y="11"/>
                  <a:pt x="491" y="10"/>
                  <a:pt x="491" y="9"/>
                </a:cubicBezTo>
                <a:cubicBezTo>
                  <a:pt x="490" y="9"/>
                  <a:pt x="489" y="9"/>
                  <a:pt x="489" y="10"/>
                </a:cubicBezTo>
                <a:cubicBezTo>
                  <a:pt x="488" y="10"/>
                  <a:pt x="488" y="12"/>
                  <a:pt x="488" y="13"/>
                </a:cubicBezTo>
                <a:cubicBezTo>
                  <a:pt x="488" y="14"/>
                  <a:pt x="487" y="14"/>
                  <a:pt x="487" y="15"/>
                </a:cubicBezTo>
                <a:cubicBezTo>
                  <a:pt x="487" y="16"/>
                  <a:pt x="486" y="15"/>
                  <a:pt x="486" y="14"/>
                </a:cubicBezTo>
                <a:cubicBezTo>
                  <a:pt x="485" y="13"/>
                  <a:pt x="485" y="13"/>
                  <a:pt x="485" y="13"/>
                </a:cubicBezTo>
                <a:cubicBezTo>
                  <a:pt x="484" y="13"/>
                  <a:pt x="484" y="13"/>
                  <a:pt x="483" y="13"/>
                </a:cubicBezTo>
                <a:cubicBezTo>
                  <a:pt x="483" y="13"/>
                  <a:pt x="482" y="12"/>
                  <a:pt x="481" y="12"/>
                </a:cubicBezTo>
                <a:cubicBezTo>
                  <a:pt x="481" y="11"/>
                  <a:pt x="481" y="13"/>
                  <a:pt x="481" y="13"/>
                </a:cubicBezTo>
                <a:cubicBezTo>
                  <a:pt x="481" y="13"/>
                  <a:pt x="482" y="15"/>
                  <a:pt x="482" y="16"/>
                </a:cubicBezTo>
                <a:cubicBezTo>
                  <a:pt x="482" y="17"/>
                  <a:pt x="481" y="18"/>
                  <a:pt x="481" y="18"/>
                </a:cubicBezTo>
                <a:cubicBezTo>
                  <a:pt x="480" y="18"/>
                  <a:pt x="480" y="17"/>
                  <a:pt x="480" y="17"/>
                </a:cubicBezTo>
                <a:cubicBezTo>
                  <a:pt x="480" y="16"/>
                  <a:pt x="479" y="15"/>
                  <a:pt x="478" y="14"/>
                </a:cubicBezTo>
                <a:cubicBezTo>
                  <a:pt x="478" y="14"/>
                  <a:pt x="478" y="13"/>
                  <a:pt x="478" y="13"/>
                </a:cubicBezTo>
                <a:cubicBezTo>
                  <a:pt x="477" y="12"/>
                  <a:pt x="477" y="12"/>
                  <a:pt x="476" y="12"/>
                </a:cubicBezTo>
                <a:cubicBezTo>
                  <a:pt x="476" y="12"/>
                  <a:pt x="476" y="14"/>
                  <a:pt x="476" y="14"/>
                </a:cubicBezTo>
                <a:cubicBezTo>
                  <a:pt x="475" y="15"/>
                  <a:pt x="474" y="14"/>
                  <a:pt x="473" y="13"/>
                </a:cubicBezTo>
                <a:cubicBezTo>
                  <a:pt x="473" y="13"/>
                  <a:pt x="472" y="14"/>
                  <a:pt x="472" y="14"/>
                </a:cubicBezTo>
                <a:cubicBezTo>
                  <a:pt x="472" y="15"/>
                  <a:pt x="473" y="16"/>
                  <a:pt x="474" y="16"/>
                </a:cubicBezTo>
                <a:cubicBezTo>
                  <a:pt x="475" y="17"/>
                  <a:pt x="475" y="17"/>
                  <a:pt x="475" y="18"/>
                </a:cubicBezTo>
                <a:cubicBezTo>
                  <a:pt x="475" y="18"/>
                  <a:pt x="476" y="19"/>
                  <a:pt x="476" y="19"/>
                </a:cubicBezTo>
                <a:cubicBezTo>
                  <a:pt x="476" y="19"/>
                  <a:pt x="478" y="20"/>
                  <a:pt x="478" y="20"/>
                </a:cubicBezTo>
                <a:cubicBezTo>
                  <a:pt x="478" y="20"/>
                  <a:pt x="479" y="21"/>
                  <a:pt x="480" y="21"/>
                </a:cubicBezTo>
                <a:cubicBezTo>
                  <a:pt x="481" y="21"/>
                  <a:pt x="482" y="21"/>
                  <a:pt x="482" y="20"/>
                </a:cubicBezTo>
                <a:cubicBezTo>
                  <a:pt x="482" y="20"/>
                  <a:pt x="486" y="21"/>
                  <a:pt x="487" y="21"/>
                </a:cubicBezTo>
                <a:cubicBezTo>
                  <a:pt x="488" y="21"/>
                  <a:pt x="489" y="22"/>
                  <a:pt x="490" y="22"/>
                </a:cubicBezTo>
                <a:cubicBezTo>
                  <a:pt x="491" y="23"/>
                  <a:pt x="491" y="23"/>
                  <a:pt x="491" y="24"/>
                </a:cubicBezTo>
                <a:cubicBezTo>
                  <a:pt x="491" y="25"/>
                  <a:pt x="490" y="25"/>
                  <a:pt x="490" y="25"/>
                </a:cubicBezTo>
                <a:cubicBezTo>
                  <a:pt x="489" y="26"/>
                  <a:pt x="491" y="26"/>
                  <a:pt x="491" y="26"/>
                </a:cubicBezTo>
                <a:cubicBezTo>
                  <a:pt x="492" y="26"/>
                  <a:pt x="493" y="26"/>
                  <a:pt x="493" y="26"/>
                </a:cubicBezTo>
                <a:cubicBezTo>
                  <a:pt x="493" y="26"/>
                  <a:pt x="493" y="27"/>
                  <a:pt x="492" y="27"/>
                </a:cubicBezTo>
                <a:cubicBezTo>
                  <a:pt x="492" y="28"/>
                  <a:pt x="492" y="28"/>
                  <a:pt x="492" y="29"/>
                </a:cubicBezTo>
                <a:cubicBezTo>
                  <a:pt x="492" y="29"/>
                  <a:pt x="493" y="31"/>
                  <a:pt x="493" y="31"/>
                </a:cubicBezTo>
                <a:cubicBezTo>
                  <a:pt x="493" y="31"/>
                  <a:pt x="493" y="35"/>
                  <a:pt x="493" y="36"/>
                </a:cubicBezTo>
                <a:cubicBezTo>
                  <a:pt x="493" y="37"/>
                  <a:pt x="492" y="37"/>
                  <a:pt x="492" y="37"/>
                </a:cubicBezTo>
                <a:cubicBezTo>
                  <a:pt x="491" y="37"/>
                  <a:pt x="489" y="37"/>
                  <a:pt x="488" y="38"/>
                </a:cubicBezTo>
                <a:cubicBezTo>
                  <a:pt x="488" y="38"/>
                  <a:pt x="488" y="39"/>
                  <a:pt x="488" y="40"/>
                </a:cubicBezTo>
                <a:cubicBezTo>
                  <a:pt x="488" y="40"/>
                  <a:pt x="486" y="40"/>
                  <a:pt x="486" y="40"/>
                </a:cubicBezTo>
                <a:cubicBezTo>
                  <a:pt x="486" y="40"/>
                  <a:pt x="485" y="39"/>
                  <a:pt x="485" y="39"/>
                </a:cubicBezTo>
                <a:cubicBezTo>
                  <a:pt x="485" y="39"/>
                  <a:pt x="483" y="39"/>
                  <a:pt x="483" y="39"/>
                </a:cubicBezTo>
                <a:cubicBezTo>
                  <a:pt x="483" y="39"/>
                  <a:pt x="481" y="39"/>
                  <a:pt x="481" y="40"/>
                </a:cubicBezTo>
                <a:cubicBezTo>
                  <a:pt x="481" y="40"/>
                  <a:pt x="479" y="40"/>
                  <a:pt x="478" y="41"/>
                </a:cubicBezTo>
                <a:cubicBezTo>
                  <a:pt x="478" y="42"/>
                  <a:pt x="477" y="41"/>
                  <a:pt x="477" y="41"/>
                </a:cubicBezTo>
                <a:cubicBezTo>
                  <a:pt x="476" y="41"/>
                  <a:pt x="475" y="40"/>
                  <a:pt x="475" y="40"/>
                </a:cubicBezTo>
                <a:cubicBezTo>
                  <a:pt x="475" y="40"/>
                  <a:pt x="473" y="40"/>
                  <a:pt x="473" y="40"/>
                </a:cubicBezTo>
                <a:cubicBezTo>
                  <a:pt x="473" y="40"/>
                  <a:pt x="472" y="41"/>
                  <a:pt x="472" y="41"/>
                </a:cubicBezTo>
                <a:cubicBezTo>
                  <a:pt x="471" y="41"/>
                  <a:pt x="466" y="41"/>
                  <a:pt x="465" y="41"/>
                </a:cubicBezTo>
                <a:cubicBezTo>
                  <a:pt x="464" y="41"/>
                  <a:pt x="462" y="41"/>
                  <a:pt x="462" y="40"/>
                </a:cubicBezTo>
                <a:cubicBezTo>
                  <a:pt x="461" y="40"/>
                  <a:pt x="461" y="39"/>
                  <a:pt x="460" y="39"/>
                </a:cubicBezTo>
                <a:cubicBezTo>
                  <a:pt x="460" y="39"/>
                  <a:pt x="460" y="37"/>
                  <a:pt x="460" y="36"/>
                </a:cubicBezTo>
                <a:cubicBezTo>
                  <a:pt x="460" y="35"/>
                  <a:pt x="459" y="35"/>
                  <a:pt x="458" y="35"/>
                </a:cubicBezTo>
                <a:cubicBezTo>
                  <a:pt x="458" y="35"/>
                  <a:pt x="458" y="37"/>
                  <a:pt x="457" y="38"/>
                </a:cubicBezTo>
                <a:cubicBezTo>
                  <a:pt x="457" y="39"/>
                  <a:pt x="457" y="39"/>
                  <a:pt x="456" y="39"/>
                </a:cubicBezTo>
                <a:cubicBezTo>
                  <a:pt x="456" y="40"/>
                  <a:pt x="454" y="38"/>
                  <a:pt x="454" y="38"/>
                </a:cubicBezTo>
                <a:cubicBezTo>
                  <a:pt x="453" y="37"/>
                  <a:pt x="453" y="38"/>
                  <a:pt x="453" y="38"/>
                </a:cubicBezTo>
                <a:cubicBezTo>
                  <a:pt x="453" y="39"/>
                  <a:pt x="453" y="41"/>
                  <a:pt x="452" y="42"/>
                </a:cubicBezTo>
                <a:cubicBezTo>
                  <a:pt x="452" y="43"/>
                  <a:pt x="451" y="43"/>
                  <a:pt x="450" y="43"/>
                </a:cubicBezTo>
                <a:cubicBezTo>
                  <a:pt x="450" y="43"/>
                  <a:pt x="448" y="43"/>
                  <a:pt x="448" y="44"/>
                </a:cubicBezTo>
                <a:cubicBezTo>
                  <a:pt x="448" y="44"/>
                  <a:pt x="448" y="45"/>
                  <a:pt x="448" y="46"/>
                </a:cubicBezTo>
                <a:cubicBezTo>
                  <a:pt x="449" y="46"/>
                  <a:pt x="450" y="47"/>
                  <a:pt x="450" y="47"/>
                </a:cubicBezTo>
                <a:cubicBezTo>
                  <a:pt x="450" y="47"/>
                  <a:pt x="449" y="49"/>
                  <a:pt x="449" y="49"/>
                </a:cubicBezTo>
                <a:cubicBezTo>
                  <a:pt x="449" y="49"/>
                  <a:pt x="448" y="48"/>
                  <a:pt x="448" y="48"/>
                </a:cubicBezTo>
                <a:cubicBezTo>
                  <a:pt x="447" y="48"/>
                  <a:pt x="446" y="47"/>
                  <a:pt x="446" y="47"/>
                </a:cubicBezTo>
                <a:cubicBezTo>
                  <a:pt x="445" y="47"/>
                  <a:pt x="446" y="45"/>
                  <a:pt x="445" y="45"/>
                </a:cubicBezTo>
                <a:cubicBezTo>
                  <a:pt x="445" y="44"/>
                  <a:pt x="443" y="44"/>
                  <a:pt x="443" y="44"/>
                </a:cubicBezTo>
                <a:cubicBezTo>
                  <a:pt x="442" y="44"/>
                  <a:pt x="442" y="45"/>
                  <a:pt x="441" y="45"/>
                </a:cubicBezTo>
                <a:cubicBezTo>
                  <a:pt x="441" y="46"/>
                  <a:pt x="441" y="49"/>
                  <a:pt x="441" y="50"/>
                </a:cubicBezTo>
                <a:cubicBezTo>
                  <a:pt x="441" y="52"/>
                  <a:pt x="440" y="52"/>
                  <a:pt x="440" y="52"/>
                </a:cubicBezTo>
                <a:cubicBezTo>
                  <a:pt x="439" y="52"/>
                  <a:pt x="438" y="51"/>
                  <a:pt x="437" y="51"/>
                </a:cubicBezTo>
                <a:cubicBezTo>
                  <a:pt x="437" y="51"/>
                  <a:pt x="436" y="51"/>
                  <a:pt x="436" y="51"/>
                </a:cubicBezTo>
                <a:cubicBezTo>
                  <a:pt x="436" y="52"/>
                  <a:pt x="436" y="54"/>
                  <a:pt x="436" y="55"/>
                </a:cubicBezTo>
                <a:cubicBezTo>
                  <a:pt x="436" y="56"/>
                  <a:pt x="435" y="56"/>
                  <a:pt x="434" y="57"/>
                </a:cubicBezTo>
                <a:cubicBezTo>
                  <a:pt x="433" y="58"/>
                  <a:pt x="431" y="58"/>
                  <a:pt x="431" y="58"/>
                </a:cubicBezTo>
                <a:cubicBezTo>
                  <a:pt x="431" y="58"/>
                  <a:pt x="430" y="58"/>
                  <a:pt x="430" y="58"/>
                </a:cubicBezTo>
                <a:cubicBezTo>
                  <a:pt x="430" y="58"/>
                  <a:pt x="430" y="62"/>
                  <a:pt x="430" y="63"/>
                </a:cubicBezTo>
                <a:cubicBezTo>
                  <a:pt x="430" y="64"/>
                  <a:pt x="432" y="65"/>
                  <a:pt x="432" y="65"/>
                </a:cubicBezTo>
                <a:cubicBezTo>
                  <a:pt x="433" y="66"/>
                  <a:pt x="433" y="67"/>
                  <a:pt x="433" y="68"/>
                </a:cubicBezTo>
                <a:cubicBezTo>
                  <a:pt x="432" y="68"/>
                  <a:pt x="431" y="69"/>
                  <a:pt x="430" y="70"/>
                </a:cubicBezTo>
                <a:cubicBezTo>
                  <a:pt x="430" y="71"/>
                  <a:pt x="429" y="72"/>
                  <a:pt x="428" y="72"/>
                </a:cubicBezTo>
                <a:cubicBezTo>
                  <a:pt x="428" y="73"/>
                  <a:pt x="423" y="73"/>
                  <a:pt x="423" y="73"/>
                </a:cubicBezTo>
                <a:cubicBezTo>
                  <a:pt x="423" y="73"/>
                  <a:pt x="421" y="75"/>
                  <a:pt x="421" y="75"/>
                </a:cubicBezTo>
                <a:cubicBezTo>
                  <a:pt x="421" y="76"/>
                  <a:pt x="421" y="78"/>
                  <a:pt x="421" y="79"/>
                </a:cubicBezTo>
                <a:cubicBezTo>
                  <a:pt x="421" y="79"/>
                  <a:pt x="421" y="80"/>
                  <a:pt x="421" y="81"/>
                </a:cubicBezTo>
                <a:cubicBezTo>
                  <a:pt x="421" y="81"/>
                  <a:pt x="420" y="84"/>
                  <a:pt x="420" y="85"/>
                </a:cubicBezTo>
                <a:cubicBezTo>
                  <a:pt x="420" y="85"/>
                  <a:pt x="418" y="86"/>
                  <a:pt x="417" y="87"/>
                </a:cubicBezTo>
                <a:cubicBezTo>
                  <a:pt x="416" y="87"/>
                  <a:pt x="414" y="89"/>
                  <a:pt x="413" y="89"/>
                </a:cubicBezTo>
                <a:cubicBezTo>
                  <a:pt x="412" y="90"/>
                  <a:pt x="412" y="91"/>
                  <a:pt x="411" y="92"/>
                </a:cubicBezTo>
                <a:cubicBezTo>
                  <a:pt x="411" y="92"/>
                  <a:pt x="411" y="94"/>
                  <a:pt x="410" y="94"/>
                </a:cubicBezTo>
                <a:cubicBezTo>
                  <a:pt x="410" y="95"/>
                  <a:pt x="411" y="96"/>
                  <a:pt x="412" y="97"/>
                </a:cubicBezTo>
                <a:cubicBezTo>
                  <a:pt x="412" y="98"/>
                  <a:pt x="415" y="99"/>
                  <a:pt x="416" y="99"/>
                </a:cubicBezTo>
                <a:cubicBezTo>
                  <a:pt x="417" y="99"/>
                  <a:pt x="417" y="101"/>
                  <a:pt x="417" y="102"/>
                </a:cubicBezTo>
                <a:cubicBezTo>
                  <a:pt x="418" y="102"/>
                  <a:pt x="417" y="103"/>
                  <a:pt x="417" y="103"/>
                </a:cubicBezTo>
                <a:cubicBezTo>
                  <a:pt x="417" y="103"/>
                  <a:pt x="419" y="106"/>
                  <a:pt x="419" y="106"/>
                </a:cubicBezTo>
                <a:cubicBezTo>
                  <a:pt x="419" y="106"/>
                  <a:pt x="418" y="107"/>
                  <a:pt x="418" y="107"/>
                </a:cubicBezTo>
                <a:cubicBezTo>
                  <a:pt x="418" y="107"/>
                  <a:pt x="417" y="108"/>
                  <a:pt x="417" y="108"/>
                </a:cubicBezTo>
                <a:cubicBezTo>
                  <a:pt x="417" y="108"/>
                  <a:pt x="417" y="110"/>
                  <a:pt x="417" y="111"/>
                </a:cubicBezTo>
                <a:cubicBezTo>
                  <a:pt x="417" y="112"/>
                  <a:pt x="419" y="114"/>
                  <a:pt x="419" y="115"/>
                </a:cubicBezTo>
                <a:cubicBezTo>
                  <a:pt x="419" y="116"/>
                  <a:pt x="419" y="117"/>
                  <a:pt x="418" y="116"/>
                </a:cubicBezTo>
                <a:cubicBezTo>
                  <a:pt x="418" y="116"/>
                  <a:pt x="416" y="114"/>
                  <a:pt x="416" y="114"/>
                </a:cubicBezTo>
                <a:cubicBezTo>
                  <a:pt x="415" y="113"/>
                  <a:pt x="414" y="111"/>
                  <a:pt x="414" y="110"/>
                </a:cubicBezTo>
                <a:cubicBezTo>
                  <a:pt x="413" y="109"/>
                  <a:pt x="413" y="109"/>
                  <a:pt x="412" y="109"/>
                </a:cubicBezTo>
                <a:cubicBezTo>
                  <a:pt x="411" y="109"/>
                  <a:pt x="410" y="108"/>
                  <a:pt x="409" y="107"/>
                </a:cubicBezTo>
                <a:cubicBezTo>
                  <a:pt x="408" y="106"/>
                  <a:pt x="408" y="107"/>
                  <a:pt x="408" y="107"/>
                </a:cubicBezTo>
                <a:cubicBezTo>
                  <a:pt x="407" y="107"/>
                  <a:pt x="407" y="108"/>
                  <a:pt x="407" y="109"/>
                </a:cubicBezTo>
                <a:cubicBezTo>
                  <a:pt x="407" y="110"/>
                  <a:pt x="407" y="113"/>
                  <a:pt x="407" y="114"/>
                </a:cubicBezTo>
                <a:cubicBezTo>
                  <a:pt x="407" y="115"/>
                  <a:pt x="407" y="116"/>
                  <a:pt x="407" y="116"/>
                </a:cubicBezTo>
                <a:cubicBezTo>
                  <a:pt x="407" y="116"/>
                  <a:pt x="405" y="116"/>
                  <a:pt x="406" y="116"/>
                </a:cubicBezTo>
                <a:cubicBezTo>
                  <a:pt x="406" y="115"/>
                  <a:pt x="406" y="114"/>
                  <a:pt x="406" y="113"/>
                </a:cubicBezTo>
                <a:cubicBezTo>
                  <a:pt x="406" y="112"/>
                  <a:pt x="406" y="111"/>
                  <a:pt x="406" y="111"/>
                </a:cubicBezTo>
                <a:cubicBezTo>
                  <a:pt x="406" y="110"/>
                  <a:pt x="405" y="109"/>
                  <a:pt x="404" y="109"/>
                </a:cubicBezTo>
                <a:cubicBezTo>
                  <a:pt x="404" y="109"/>
                  <a:pt x="402" y="108"/>
                  <a:pt x="402" y="108"/>
                </a:cubicBezTo>
                <a:cubicBezTo>
                  <a:pt x="402" y="108"/>
                  <a:pt x="401" y="108"/>
                  <a:pt x="401" y="108"/>
                </a:cubicBezTo>
                <a:cubicBezTo>
                  <a:pt x="401" y="404"/>
                  <a:pt x="401" y="404"/>
                  <a:pt x="401" y="404"/>
                </a:cubicBezTo>
                <a:cubicBezTo>
                  <a:pt x="626" y="404"/>
                  <a:pt x="626" y="404"/>
                  <a:pt x="626" y="404"/>
                </a:cubicBezTo>
                <a:cubicBezTo>
                  <a:pt x="626" y="151"/>
                  <a:pt x="626" y="151"/>
                  <a:pt x="626" y="151"/>
                </a:cubicBezTo>
                <a:cubicBezTo>
                  <a:pt x="626" y="151"/>
                  <a:pt x="626" y="150"/>
                  <a:pt x="626" y="150"/>
                </a:cubicBezTo>
                <a:close/>
                <a:moveTo>
                  <a:pt x="901" y="693"/>
                </a:moveTo>
                <a:cubicBezTo>
                  <a:pt x="903" y="692"/>
                  <a:pt x="903" y="690"/>
                  <a:pt x="903" y="688"/>
                </a:cubicBezTo>
                <a:cubicBezTo>
                  <a:pt x="903" y="686"/>
                  <a:pt x="903" y="685"/>
                  <a:pt x="904" y="683"/>
                </a:cubicBezTo>
                <a:cubicBezTo>
                  <a:pt x="904" y="682"/>
                  <a:pt x="904" y="681"/>
                  <a:pt x="904" y="680"/>
                </a:cubicBezTo>
                <a:cubicBezTo>
                  <a:pt x="905" y="679"/>
                  <a:pt x="905" y="678"/>
                  <a:pt x="906" y="678"/>
                </a:cubicBezTo>
                <a:cubicBezTo>
                  <a:pt x="907" y="677"/>
                  <a:pt x="908" y="677"/>
                  <a:pt x="909" y="677"/>
                </a:cubicBezTo>
                <a:cubicBezTo>
                  <a:pt x="910" y="677"/>
                  <a:pt x="911" y="677"/>
                  <a:pt x="911" y="676"/>
                </a:cubicBezTo>
                <a:cubicBezTo>
                  <a:pt x="911" y="675"/>
                  <a:pt x="910" y="675"/>
                  <a:pt x="910" y="675"/>
                </a:cubicBezTo>
                <a:cubicBezTo>
                  <a:pt x="908" y="674"/>
                  <a:pt x="906" y="673"/>
                  <a:pt x="905" y="671"/>
                </a:cubicBezTo>
                <a:cubicBezTo>
                  <a:pt x="905" y="671"/>
                  <a:pt x="905" y="671"/>
                  <a:pt x="904" y="671"/>
                </a:cubicBezTo>
                <a:cubicBezTo>
                  <a:pt x="904" y="671"/>
                  <a:pt x="904" y="671"/>
                  <a:pt x="904" y="671"/>
                </a:cubicBezTo>
                <a:cubicBezTo>
                  <a:pt x="902" y="672"/>
                  <a:pt x="900" y="672"/>
                  <a:pt x="898" y="674"/>
                </a:cubicBezTo>
                <a:cubicBezTo>
                  <a:pt x="898" y="674"/>
                  <a:pt x="898" y="675"/>
                  <a:pt x="898" y="675"/>
                </a:cubicBezTo>
                <a:cubicBezTo>
                  <a:pt x="897" y="675"/>
                  <a:pt x="896" y="676"/>
                  <a:pt x="896" y="676"/>
                </a:cubicBezTo>
                <a:cubicBezTo>
                  <a:pt x="896" y="676"/>
                  <a:pt x="895" y="676"/>
                  <a:pt x="895" y="676"/>
                </a:cubicBezTo>
                <a:cubicBezTo>
                  <a:pt x="895" y="677"/>
                  <a:pt x="895" y="677"/>
                  <a:pt x="895" y="678"/>
                </a:cubicBezTo>
                <a:cubicBezTo>
                  <a:pt x="896" y="679"/>
                  <a:pt x="895" y="679"/>
                  <a:pt x="895" y="680"/>
                </a:cubicBezTo>
                <a:cubicBezTo>
                  <a:pt x="895" y="681"/>
                  <a:pt x="895" y="681"/>
                  <a:pt x="895" y="682"/>
                </a:cubicBezTo>
                <a:cubicBezTo>
                  <a:pt x="895" y="684"/>
                  <a:pt x="895" y="685"/>
                  <a:pt x="896" y="687"/>
                </a:cubicBezTo>
                <a:cubicBezTo>
                  <a:pt x="896" y="688"/>
                  <a:pt x="896" y="688"/>
                  <a:pt x="897" y="688"/>
                </a:cubicBezTo>
                <a:cubicBezTo>
                  <a:pt x="897" y="689"/>
                  <a:pt x="897" y="688"/>
                  <a:pt x="897" y="688"/>
                </a:cubicBezTo>
                <a:cubicBezTo>
                  <a:pt x="898" y="689"/>
                  <a:pt x="899" y="689"/>
                  <a:pt x="899" y="690"/>
                </a:cubicBezTo>
                <a:cubicBezTo>
                  <a:pt x="899" y="691"/>
                  <a:pt x="900" y="692"/>
                  <a:pt x="901" y="693"/>
                </a:cubicBezTo>
                <a:close/>
              </a:path>
            </a:pathLst>
          </a:custGeom>
          <a:solidFill>
            <a:schemeClr val="accent3"/>
          </a:solidFill>
          <a:ln w="9525">
            <a:no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39" name="Freeform 38"/>
          <p:cNvSpPr>
            <a:spLocks noEditPoints="1"/>
          </p:cNvSpPr>
          <p:nvPr/>
        </p:nvSpPr>
        <p:spPr bwMode="auto">
          <a:xfrm>
            <a:off x="10344150" y="4919663"/>
            <a:ext cx="1692275" cy="1881187"/>
          </a:xfrm>
          <a:custGeom>
            <a:avLst/>
            <a:gdLst>
              <a:gd name="T0" fmla="*/ 63 w 445"/>
              <a:gd name="T1" fmla="*/ 308 h 494"/>
              <a:gd name="T2" fmla="*/ 131 w 445"/>
              <a:gd name="T3" fmla="*/ 231 h 494"/>
              <a:gd name="T4" fmla="*/ 155 w 445"/>
              <a:gd name="T5" fmla="*/ 221 h 494"/>
              <a:gd name="T6" fmla="*/ 135 w 445"/>
              <a:gd name="T7" fmla="*/ 271 h 494"/>
              <a:gd name="T8" fmla="*/ 247 w 445"/>
              <a:gd name="T9" fmla="*/ 212 h 494"/>
              <a:gd name="T10" fmla="*/ 231 w 445"/>
              <a:gd name="T11" fmla="*/ 197 h 494"/>
              <a:gd name="T12" fmla="*/ 243 w 445"/>
              <a:gd name="T13" fmla="*/ 150 h 494"/>
              <a:gd name="T14" fmla="*/ 216 w 445"/>
              <a:gd name="T15" fmla="*/ 114 h 494"/>
              <a:gd name="T16" fmla="*/ 235 w 445"/>
              <a:gd name="T17" fmla="*/ 82 h 494"/>
              <a:gd name="T18" fmla="*/ 244 w 445"/>
              <a:gd name="T19" fmla="*/ 94 h 494"/>
              <a:gd name="T20" fmla="*/ 218 w 445"/>
              <a:gd name="T21" fmla="*/ 138 h 494"/>
              <a:gd name="T22" fmla="*/ 154 w 445"/>
              <a:gd name="T23" fmla="*/ 245 h 494"/>
              <a:gd name="T24" fmla="*/ 154 w 445"/>
              <a:gd name="T25" fmla="*/ 203 h 494"/>
              <a:gd name="T26" fmla="*/ 172 w 445"/>
              <a:gd name="T27" fmla="*/ 210 h 494"/>
              <a:gd name="T28" fmla="*/ 53 w 445"/>
              <a:gd name="T29" fmla="*/ 407 h 494"/>
              <a:gd name="T30" fmla="*/ 3 w 445"/>
              <a:gd name="T31" fmla="*/ 384 h 494"/>
              <a:gd name="T32" fmla="*/ 41 w 445"/>
              <a:gd name="T33" fmla="*/ 414 h 494"/>
              <a:gd name="T34" fmla="*/ 71 w 445"/>
              <a:gd name="T35" fmla="*/ 391 h 494"/>
              <a:gd name="T36" fmla="*/ 45 w 445"/>
              <a:gd name="T37" fmla="*/ 339 h 494"/>
              <a:gd name="T38" fmla="*/ 25 w 445"/>
              <a:gd name="T39" fmla="*/ 344 h 494"/>
              <a:gd name="T40" fmla="*/ 13 w 445"/>
              <a:gd name="T41" fmla="*/ 359 h 494"/>
              <a:gd name="T42" fmla="*/ 8 w 445"/>
              <a:gd name="T43" fmla="*/ 375 h 494"/>
              <a:gd name="T44" fmla="*/ 32 w 445"/>
              <a:gd name="T45" fmla="*/ 393 h 494"/>
              <a:gd name="T46" fmla="*/ 72 w 445"/>
              <a:gd name="T47" fmla="*/ 408 h 494"/>
              <a:gd name="T48" fmla="*/ 35 w 445"/>
              <a:gd name="T49" fmla="*/ 479 h 494"/>
              <a:gd name="T50" fmla="*/ 35 w 445"/>
              <a:gd name="T51" fmla="*/ 488 h 494"/>
              <a:gd name="T52" fmla="*/ 39 w 445"/>
              <a:gd name="T53" fmla="*/ 486 h 494"/>
              <a:gd name="T54" fmla="*/ 41 w 445"/>
              <a:gd name="T55" fmla="*/ 477 h 494"/>
              <a:gd name="T56" fmla="*/ 33 w 445"/>
              <a:gd name="T57" fmla="*/ 482 h 494"/>
              <a:gd name="T58" fmla="*/ 94 w 445"/>
              <a:gd name="T59" fmla="*/ 393 h 494"/>
              <a:gd name="T60" fmla="*/ 63 w 445"/>
              <a:gd name="T61" fmla="*/ 365 h 494"/>
              <a:gd name="T62" fmla="*/ 70 w 445"/>
              <a:gd name="T63" fmla="*/ 314 h 494"/>
              <a:gd name="T64" fmla="*/ 186 w 445"/>
              <a:gd name="T65" fmla="*/ 208 h 494"/>
              <a:gd name="T66" fmla="*/ 250 w 445"/>
              <a:gd name="T67" fmla="*/ 144 h 494"/>
              <a:gd name="T68" fmla="*/ 217 w 445"/>
              <a:gd name="T69" fmla="*/ 143 h 494"/>
              <a:gd name="T70" fmla="*/ 245 w 445"/>
              <a:gd name="T71" fmla="*/ 198 h 494"/>
              <a:gd name="T72" fmla="*/ 196 w 445"/>
              <a:gd name="T73" fmla="*/ 198 h 494"/>
              <a:gd name="T74" fmla="*/ 196 w 445"/>
              <a:gd name="T75" fmla="*/ 208 h 494"/>
              <a:gd name="T76" fmla="*/ 193 w 445"/>
              <a:gd name="T77" fmla="*/ 202 h 494"/>
              <a:gd name="T78" fmla="*/ 169 w 445"/>
              <a:gd name="T79" fmla="*/ 253 h 494"/>
              <a:gd name="T80" fmla="*/ 201 w 445"/>
              <a:gd name="T81" fmla="*/ 216 h 494"/>
              <a:gd name="T82" fmla="*/ 255 w 445"/>
              <a:gd name="T83" fmla="*/ 139 h 494"/>
              <a:gd name="T84" fmla="*/ 273 w 445"/>
              <a:gd name="T85" fmla="*/ 163 h 494"/>
              <a:gd name="T86" fmla="*/ 296 w 445"/>
              <a:gd name="T87" fmla="*/ 99 h 494"/>
              <a:gd name="T88" fmla="*/ 294 w 445"/>
              <a:gd name="T89" fmla="*/ 140 h 494"/>
              <a:gd name="T90" fmla="*/ 438 w 445"/>
              <a:gd name="T91" fmla="*/ 301 h 494"/>
              <a:gd name="T92" fmla="*/ 433 w 445"/>
              <a:gd name="T93" fmla="*/ 309 h 494"/>
              <a:gd name="T94" fmla="*/ 442 w 445"/>
              <a:gd name="T95" fmla="*/ 318 h 494"/>
              <a:gd name="T96" fmla="*/ 167 w 445"/>
              <a:gd name="T97" fmla="*/ 248 h 494"/>
              <a:gd name="T98" fmla="*/ 108 w 445"/>
              <a:gd name="T99" fmla="*/ 290 h 494"/>
              <a:gd name="T100" fmla="*/ 109 w 445"/>
              <a:gd name="T101" fmla="*/ 345 h 494"/>
              <a:gd name="T102" fmla="*/ 167 w 445"/>
              <a:gd name="T103" fmla="*/ 297 h 494"/>
              <a:gd name="T104" fmla="*/ 249 w 445"/>
              <a:gd name="T105" fmla="*/ 97 h 494"/>
              <a:gd name="T106" fmla="*/ 270 w 445"/>
              <a:gd name="T107" fmla="*/ 131 h 494"/>
              <a:gd name="T108" fmla="*/ 243 w 445"/>
              <a:gd name="T109" fmla="*/ 97 h 494"/>
              <a:gd name="T110" fmla="*/ 292 w 445"/>
              <a:gd name="T111" fmla="*/ 99 h 494"/>
              <a:gd name="T112" fmla="*/ 219 w 445"/>
              <a:gd name="T113" fmla="*/ 73 h 494"/>
              <a:gd name="T114" fmla="*/ 217 w 445"/>
              <a:gd name="T115" fmla="*/ 78 h 494"/>
              <a:gd name="T116" fmla="*/ 216 w 445"/>
              <a:gd name="T117" fmla="*/ 61 h 494"/>
              <a:gd name="T118" fmla="*/ 207 w 445"/>
              <a:gd name="T119" fmla="*/ 42 h 494"/>
              <a:gd name="T120" fmla="*/ 196 w 445"/>
              <a:gd name="T121" fmla="*/ 20 h 494"/>
              <a:gd name="T122" fmla="*/ 171 w 445"/>
              <a:gd name="T123" fmla="*/ 4 h 494"/>
              <a:gd name="T124" fmla="*/ 191 w 445"/>
              <a:gd name="T125" fmla="*/ 45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 h="494">
                <a:moveTo>
                  <a:pt x="85" y="309"/>
                </a:moveTo>
                <a:cubicBezTo>
                  <a:pt x="84" y="309"/>
                  <a:pt x="84" y="309"/>
                  <a:pt x="84" y="309"/>
                </a:cubicBezTo>
                <a:cubicBezTo>
                  <a:pt x="82" y="309"/>
                  <a:pt x="82" y="309"/>
                  <a:pt x="82" y="309"/>
                </a:cubicBezTo>
                <a:cubicBezTo>
                  <a:pt x="82" y="311"/>
                  <a:pt x="82" y="311"/>
                  <a:pt x="82" y="311"/>
                </a:cubicBezTo>
                <a:cubicBezTo>
                  <a:pt x="81" y="312"/>
                  <a:pt x="81" y="312"/>
                  <a:pt x="81" y="312"/>
                </a:cubicBezTo>
                <a:cubicBezTo>
                  <a:pt x="80" y="312"/>
                  <a:pt x="80" y="312"/>
                  <a:pt x="80" y="312"/>
                </a:cubicBezTo>
                <a:cubicBezTo>
                  <a:pt x="78" y="313"/>
                  <a:pt x="78" y="313"/>
                  <a:pt x="78" y="313"/>
                </a:cubicBezTo>
                <a:cubicBezTo>
                  <a:pt x="77" y="315"/>
                  <a:pt x="77" y="315"/>
                  <a:pt x="77" y="315"/>
                </a:cubicBezTo>
                <a:cubicBezTo>
                  <a:pt x="75" y="315"/>
                  <a:pt x="75" y="315"/>
                  <a:pt x="75" y="315"/>
                </a:cubicBezTo>
                <a:cubicBezTo>
                  <a:pt x="74" y="313"/>
                  <a:pt x="74" y="313"/>
                  <a:pt x="74" y="313"/>
                </a:cubicBezTo>
                <a:cubicBezTo>
                  <a:pt x="73" y="315"/>
                  <a:pt x="73" y="315"/>
                  <a:pt x="73" y="315"/>
                </a:cubicBezTo>
                <a:cubicBezTo>
                  <a:pt x="71" y="315"/>
                  <a:pt x="71" y="315"/>
                  <a:pt x="71" y="315"/>
                </a:cubicBezTo>
                <a:cubicBezTo>
                  <a:pt x="70" y="314"/>
                  <a:pt x="70" y="314"/>
                  <a:pt x="70" y="314"/>
                </a:cubicBezTo>
                <a:cubicBezTo>
                  <a:pt x="68" y="315"/>
                  <a:pt x="68" y="315"/>
                  <a:pt x="68" y="315"/>
                </a:cubicBezTo>
                <a:cubicBezTo>
                  <a:pt x="67" y="315"/>
                  <a:pt x="67" y="315"/>
                  <a:pt x="67" y="315"/>
                </a:cubicBezTo>
                <a:cubicBezTo>
                  <a:pt x="67" y="315"/>
                  <a:pt x="66" y="316"/>
                  <a:pt x="66" y="316"/>
                </a:cubicBezTo>
                <a:cubicBezTo>
                  <a:pt x="66" y="316"/>
                  <a:pt x="65" y="318"/>
                  <a:pt x="65" y="318"/>
                </a:cubicBezTo>
                <a:cubicBezTo>
                  <a:pt x="65" y="318"/>
                  <a:pt x="63" y="319"/>
                  <a:pt x="63" y="319"/>
                </a:cubicBezTo>
                <a:cubicBezTo>
                  <a:pt x="63" y="319"/>
                  <a:pt x="62" y="320"/>
                  <a:pt x="62" y="320"/>
                </a:cubicBezTo>
                <a:cubicBezTo>
                  <a:pt x="62" y="322"/>
                  <a:pt x="62" y="322"/>
                  <a:pt x="62" y="322"/>
                </a:cubicBezTo>
                <a:cubicBezTo>
                  <a:pt x="62" y="322"/>
                  <a:pt x="62" y="323"/>
                  <a:pt x="62" y="323"/>
                </a:cubicBezTo>
                <a:cubicBezTo>
                  <a:pt x="62" y="323"/>
                  <a:pt x="61" y="325"/>
                  <a:pt x="61" y="325"/>
                </a:cubicBezTo>
                <a:cubicBezTo>
                  <a:pt x="60" y="325"/>
                  <a:pt x="60" y="325"/>
                  <a:pt x="60" y="325"/>
                </a:cubicBezTo>
                <a:cubicBezTo>
                  <a:pt x="59" y="326"/>
                  <a:pt x="59" y="326"/>
                  <a:pt x="59" y="326"/>
                </a:cubicBezTo>
                <a:cubicBezTo>
                  <a:pt x="58" y="326"/>
                  <a:pt x="58" y="326"/>
                  <a:pt x="58" y="326"/>
                </a:cubicBezTo>
                <a:cubicBezTo>
                  <a:pt x="58" y="326"/>
                  <a:pt x="58" y="326"/>
                  <a:pt x="58" y="326"/>
                </a:cubicBezTo>
                <a:cubicBezTo>
                  <a:pt x="58" y="326"/>
                  <a:pt x="56" y="327"/>
                  <a:pt x="56" y="327"/>
                </a:cubicBezTo>
                <a:cubicBezTo>
                  <a:pt x="54" y="328"/>
                  <a:pt x="54" y="328"/>
                  <a:pt x="54" y="328"/>
                </a:cubicBezTo>
                <a:cubicBezTo>
                  <a:pt x="54" y="328"/>
                  <a:pt x="52" y="329"/>
                  <a:pt x="52" y="329"/>
                </a:cubicBezTo>
                <a:cubicBezTo>
                  <a:pt x="52" y="329"/>
                  <a:pt x="51" y="330"/>
                  <a:pt x="51" y="330"/>
                </a:cubicBezTo>
                <a:cubicBezTo>
                  <a:pt x="49" y="329"/>
                  <a:pt x="49" y="329"/>
                  <a:pt x="49" y="329"/>
                </a:cubicBezTo>
                <a:cubicBezTo>
                  <a:pt x="49" y="329"/>
                  <a:pt x="49" y="329"/>
                  <a:pt x="49" y="329"/>
                </a:cubicBezTo>
                <a:cubicBezTo>
                  <a:pt x="49" y="329"/>
                  <a:pt x="50" y="326"/>
                  <a:pt x="50" y="326"/>
                </a:cubicBezTo>
                <a:cubicBezTo>
                  <a:pt x="50" y="326"/>
                  <a:pt x="50" y="325"/>
                  <a:pt x="50" y="325"/>
                </a:cubicBezTo>
                <a:cubicBezTo>
                  <a:pt x="50" y="325"/>
                  <a:pt x="50" y="325"/>
                  <a:pt x="50" y="325"/>
                </a:cubicBezTo>
                <a:cubicBezTo>
                  <a:pt x="50" y="324"/>
                  <a:pt x="50" y="324"/>
                  <a:pt x="50" y="324"/>
                </a:cubicBezTo>
                <a:cubicBezTo>
                  <a:pt x="50" y="324"/>
                  <a:pt x="49" y="323"/>
                  <a:pt x="49" y="323"/>
                </a:cubicBezTo>
                <a:cubicBezTo>
                  <a:pt x="49" y="322"/>
                  <a:pt x="49" y="322"/>
                  <a:pt x="49" y="322"/>
                </a:cubicBezTo>
                <a:cubicBezTo>
                  <a:pt x="49" y="322"/>
                  <a:pt x="48" y="321"/>
                  <a:pt x="48" y="321"/>
                </a:cubicBezTo>
                <a:cubicBezTo>
                  <a:pt x="48" y="321"/>
                  <a:pt x="46" y="320"/>
                  <a:pt x="46" y="320"/>
                </a:cubicBezTo>
                <a:cubicBezTo>
                  <a:pt x="45" y="321"/>
                  <a:pt x="45" y="321"/>
                  <a:pt x="45" y="321"/>
                </a:cubicBezTo>
                <a:cubicBezTo>
                  <a:pt x="44" y="321"/>
                  <a:pt x="44" y="321"/>
                  <a:pt x="44" y="321"/>
                </a:cubicBezTo>
                <a:cubicBezTo>
                  <a:pt x="44" y="321"/>
                  <a:pt x="44" y="321"/>
                  <a:pt x="43" y="321"/>
                </a:cubicBezTo>
                <a:cubicBezTo>
                  <a:pt x="43" y="321"/>
                  <a:pt x="43" y="321"/>
                  <a:pt x="43" y="320"/>
                </a:cubicBezTo>
                <a:cubicBezTo>
                  <a:pt x="43" y="320"/>
                  <a:pt x="42" y="320"/>
                  <a:pt x="43" y="320"/>
                </a:cubicBezTo>
                <a:cubicBezTo>
                  <a:pt x="44" y="319"/>
                  <a:pt x="45" y="318"/>
                  <a:pt x="46" y="317"/>
                </a:cubicBezTo>
                <a:cubicBezTo>
                  <a:pt x="47" y="316"/>
                  <a:pt x="48" y="315"/>
                  <a:pt x="49" y="314"/>
                </a:cubicBezTo>
                <a:cubicBezTo>
                  <a:pt x="49" y="314"/>
                  <a:pt x="49" y="313"/>
                  <a:pt x="49" y="313"/>
                </a:cubicBezTo>
                <a:cubicBezTo>
                  <a:pt x="49" y="312"/>
                  <a:pt x="51" y="311"/>
                  <a:pt x="52" y="311"/>
                </a:cubicBezTo>
                <a:cubicBezTo>
                  <a:pt x="53" y="311"/>
                  <a:pt x="55" y="311"/>
                  <a:pt x="56" y="310"/>
                </a:cubicBezTo>
                <a:cubicBezTo>
                  <a:pt x="56" y="309"/>
                  <a:pt x="56" y="309"/>
                  <a:pt x="57" y="310"/>
                </a:cubicBezTo>
                <a:cubicBezTo>
                  <a:pt x="57" y="310"/>
                  <a:pt x="57" y="310"/>
                  <a:pt x="58" y="310"/>
                </a:cubicBezTo>
                <a:cubicBezTo>
                  <a:pt x="58" y="310"/>
                  <a:pt x="59" y="310"/>
                  <a:pt x="59" y="310"/>
                </a:cubicBezTo>
                <a:cubicBezTo>
                  <a:pt x="61" y="310"/>
                  <a:pt x="62" y="310"/>
                  <a:pt x="63" y="308"/>
                </a:cubicBezTo>
                <a:cubicBezTo>
                  <a:pt x="64" y="308"/>
                  <a:pt x="64" y="307"/>
                  <a:pt x="64" y="308"/>
                </a:cubicBezTo>
                <a:cubicBezTo>
                  <a:pt x="64" y="308"/>
                  <a:pt x="64" y="308"/>
                  <a:pt x="64" y="308"/>
                </a:cubicBezTo>
                <a:cubicBezTo>
                  <a:pt x="64" y="307"/>
                  <a:pt x="64" y="307"/>
                  <a:pt x="65" y="307"/>
                </a:cubicBezTo>
                <a:cubicBezTo>
                  <a:pt x="66" y="306"/>
                  <a:pt x="66" y="306"/>
                  <a:pt x="67" y="306"/>
                </a:cubicBezTo>
                <a:cubicBezTo>
                  <a:pt x="67" y="305"/>
                  <a:pt x="67" y="305"/>
                  <a:pt x="68" y="305"/>
                </a:cubicBezTo>
                <a:cubicBezTo>
                  <a:pt x="68" y="304"/>
                  <a:pt x="69" y="303"/>
                  <a:pt x="70" y="302"/>
                </a:cubicBezTo>
                <a:cubicBezTo>
                  <a:pt x="71" y="301"/>
                  <a:pt x="72" y="301"/>
                  <a:pt x="72" y="300"/>
                </a:cubicBezTo>
                <a:cubicBezTo>
                  <a:pt x="72" y="300"/>
                  <a:pt x="73" y="300"/>
                  <a:pt x="73" y="300"/>
                </a:cubicBezTo>
                <a:cubicBezTo>
                  <a:pt x="74" y="300"/>
                  <a:pt x="75" y="299"/>
                  <a:pt x="76" y="298"/>
                </a:cubicBezTo>
                <a:cubicBezTo>
                  <a:pt x="76" y="298"/>
                  <a:pt x="77" y="298"/>
                  <a:pt x="77" y="297"/>
                </a:cubicBezTo>
                <a:cubicBezTo>
                  <a:pt x="78" y="297"/>
                  <a:pt x="78" y="297"/>
                  <a:pt x="78" y="297"/>
                </a:cubicBezTo>
                <a:cubicBezTo>
                  <a:pt x="78" y="297"/>
                  <a:pt x="79" y="297"/>
                  <a:pt x="79" y="297"/>
                </a:cubicBezTo>
                <a:cubicBezTo>
                  <a:pt x="80" y="297"/>
                  <a:pt x="80" y="297"/>
                  <a:pt x="81" y="296"/>
                </a:cubicBezTo>
                <a:cubicBezTo>
                  <a:pt x="81" y="296"/>
                  <a:pt x="82" y="296"/>
                  <a:pt x="82" y="296"/>
                </a:cubicBezTo>
                <a:cubicBezTo>
                  <a:pt x="82" y="296"/>
                  <a:pt x="83" y="296"/>
                  <a:pt x="83" y="295"/>
                </a:cubicBezTo>
                <a:cubicBezTo>
                  <a:pt x="84" y="295"/>
                  <a:pt x="84" y="295"/>
                  <a:pt x="84" y="295"/>
                </a:cubicBezTo>
                <a:cubicBezTo>
                  <a:pt x="85" y="294"/>
                  <a:pt x="85" y="294"/>
                  <a:pt x="85" y="293"/>
                </a:cubicBezTo>
                <a:cubicBezTo>
                  <a:pt x="86" y="293"/>
                  <a:pt x="86" y="292"/>
                  <a:pt x="86" y="292"/>
                </a:cubicBezTo>
                <a:cubicBezTo>
                  <a:pt x="86" y="292"/>
                  <a:pt x="86" y="292"/>
                  <a:pt x="87" y="292"/>
                </a:cubicBezTo>
                <a:cubicBezTo>
                  <a:pt x="87" y="291"/>
                  <a:pt x="87" y="291"/>
                  <a:pt x="87" y="290"/>
                </a:cubicBezTo>
                <a:cubicBezTo>
                  <a:pt x="88" y="290"/>
                  <a:pt x="89" y="289"/>
                  <a:pt x="89" y="289"/>
                </a:cubicBezTo>
                <a:cubicBezTo>
                  <a:pt x="91" y="289"/>
                  <a:pt x="92" y="288"/>
                  <a:pt x="93" y="286"/>
                </a:cubicBezTo>
                <a:cubicBezTo>
                  <a:pt x="93" y="286"/>
                  <a:pt x="94" y="286"/>
                  <a:pt x="94" y="286"/>
                </a:cubicBezTo>
                <a:cubicBezTo>
                  <a:pt x="94" y="286"/>
                  <a:pt x="94" y="285"/>
                  <a:pt x="94" y="285"/>
                </a:cubicBezTo>
                <a:cubicBezTo>
                  <a:pt x="94" y="285"/>
                  <a:pt x="94" y="285"/>
                  <a:pt x="94" y="285"/>
                </a:cubicBezTo>
                <a:cubicBezTo>
                  <a:pt x="95" y="284"/>
                  <a:pt x="96" y="284"/>
                  <a:pt x="96" y="283"/>
                </a:cubicBezTo>
                <a:cubicBezTo>
                  <a:pt x="96" y="283"/>
                  <a:pt x="97" y="282"/>
                  <a:pt x="98" y="283"/>
                </a:cubicBezTo>
                <a:cubicBezTo>
                  <a:pt x="98" y="283"/>
                  <a:pt x="100" y="281"/>
                  <a:pt x="100" y="280"/>
                </a:cubicBezTo>
                <a:cubicBezTo>
                  <a:pt x="99" y="280"/>
                  <a:pt x="99" y="281"/>
                  <a:pt x="98" y="281"/>
                </a:cubicBezTo>
                <a:cubicBezTo>
                  <a:pt x="98" y="281"/>
                  <a:pt x="99" y="280"/>
                  <a:pt x="99" y="280"/>
                </a:cubicBezTo>
                <a:cubicBezTo>
                  <a:pt x="99" y="280"/>
                  <a:pt x="99" y="279"/>
                  <a:pt x="100" y="279"/>
                </a:cubicBezTo>
                <a:cubicBezTo>
                  <a:pt x="100" y="278"/>
                  <a:pt x="101" y="278"/>
                  <a:pt x="101" y="278"/>
                </a:cubicBezTo>
                <a:cubicBezTo>
                  <a:pt x="102" y="278"/>
                  <a:pt x="102" y="278"/>
                  <a:pt x="103" y="278"/>
                </a:cubicBezTo>
                <a:cubicBezTo>
                  <a:pt x="103" y="276"/>
                  <a:pt x="105" y="275"/>
                  <a:pt x="106" y="275"/>
                </a:cubicBezTo>
                <a:cubicBezTo>
                  <a:pt x="108" y="275"/>
                  <a:pt x="109" y="274"/>
                  <a:pt x="110" y="273"/>
                </a:cubicBezTo>
                <a:cubicBezTo>
                  <a:pt x="110" y="273"/>
                  <a:pt x="110" y="273"/>
                  <a:pt x="111" y="273"/>
                </a:cubicBezTo>
                <a:cubicBezTo>
                  <a:pt x="111" y="272"/>
                  <a:pt x="112" y="272"/>
                  <a:pt x="113" y="271"/>
                </a:cubicBezTo>
                <a:cubicBezTo>
                  <a:pt x="113" y="271"/>
                  <a:pt x="113" y="271"/>
                  <a:pt x="114" y="271"/>
                </a:cubicBezTo>
                <a:cubicBezTo>
                  <a:pt x="114" y="271"/>
                  <a:pt x="114" y="270"/>
                  <a:pt x="115" y="270"/>
                </a:cubicBezTo>
                <a:cubicBezTo>
                  <a:pt x="114" y="269"/>
                  <a:pt x="115" y="269"/>
                  <a:pt x="115" y="269"/>
                </a:cubicBezTo>
                <a:cubicBezTo>
                  <a:pt x="115" y="269"/>
                  <a:pt x="115" y="269"/>
                  <a:pt x="115" y="269"/>
                </a:cubicBezTo>
                <a:cubicBezTo>
                  <a:pt x="115" y="269"/>
                  <a:pt x="115" y="269"/>
                  <a:pt x="115" y="269"/>
                </a:cubicBezTo>
                <a:cubicBezTo>
                  <a:pt x="116" y="269"/>
                  <a:pt x="116" y="268"/>
                  <a:pt x="116" y="268"/>
                </a:cubicBezTo>
                <a:cubicBezTo>
                  <a:pt x="116" y="266"/>
                  <a:pt x="118" y="264"/>
                  <a:pt x="119" y="262"/>
                </a:cubicBezTo>
                <a:cubicBezTo>
                  <a:pt x="121" y="260"/>
                  <a:pt x="123" y="258"/>
                  <a:pt x="124" y="256"/>
                </a:cubicBezTo>
                <a:cubicBezTo>
                  <a:pt x="124" y="255"/>
                  <a:pt x="124" y="255"/>
                  <a:pt x="125" y="254"/>
                </a:cubicBezTo>
                <a:cubicBezTo>
                  <a:pt x="124" y="254"/>
                  <a:pt x="124" y="253"/>
                  <a:pt x="125" y="253"/>
                </a:cubicBezTo>
                <a:cubicBezTo>
                  <a:pt x="125" y="251"/>
                  <a:pt x="126" y="250"/>
                  <a:pt x="127" y="249"/>
                </a:cubicBezTo>
                <a:cubicBezTo>
                  <a:pt x="127" y="248"/>
                  <a:pt x="127" y="247"/>
                  <a:pt x="127" y="246"/>
                </a:cubicBezTo>
                <a:cubicBezTo>
                  <a:pt x="127" y="243"/>
                  <a:pt x="128" y="241"/>
                  <a:pt x="130" y="239"/>
                </a:cubicBezTo>
                <a:cubicBezTo>
                  <a:pt x="130" y="238"/>
                  <a:pt x="130" y="238"/>
                  <a:pt x="130" y="238"/>
                </a:cubicBezTo>
                <a:cubicBezTo>
                  <a:pt x="130" y="237"/>
                  <a:pt x="130" y="236"/>
                  <a:pt x="131" y="235"/>
                </a:cubicBezTo>
                <a:cubicBezTo>
                  <a:pt x="131" y="234"/>
                  <a:pt x="131" y="234"/>
                  <a:pt x="131" y="233"/>
                </a:cubicBezTo>
                <a:cubicBezTo>
                  <a:pt x="131" y="233"/>
                  <a:pt x="131" y="232"/>
                  <a:pt x="131" y="231"/>
                </a:cubicBezTo>
                <a:cubicBezTo>
                  <a:pt x="131" y="231"/>
                  <a:pt x="132" y="230"/>
                  <a:pt x="133" y="230"/>
                </a:cubicBezTo>
                <a:cubicBezTo>
                  <a:pt x="133" y="230"/>
                  <a:pt x="133" y="231"/>
                  <a:pt x="133" y="230"/>
                </a:cubicBezTo>
                <a:cubicBezTo>
                  <a:pt x="134" y="230"/>
                  <a:pt x="134" y="230"/>
                  <a:pt x="135" y="231"/>
                </a:cubicBezTo>
                <a:cubicBezTo>
                  <a:pt x="135" y="230"/>
                  <a:pt x="135" y="230"/>
                  <a:pt x="135" y="230"/>
                </a:cubicBezTo>
                <a:cubicBezTo>
                  <a:pt x="137" y="230"/>
                  <a:pt x="138" y="230"/>
                  <a:pt x="138" y="229"/>
                </a:cubicBezTo>
                <a:cubicBezTo>
                  <a:pt x="139" y="228"/>
                  <a:pt x="139" y="228"/>
                  <a:pt x="140" y="228"/>
                </a:cubicBezTo>
                <a:cubicBezTo>
                  <a:pt x="140" y="227"/>
                  <a:pt x="141" y="227"/>
                  <a:pt x="142" y="226"/>
                </a:cubicBezTo>
                <a:cubicBezTo>
                  <a:pt x="142" y="226"/>
                  <a:pt x="142" y="226"/>
                  <a:pt x="142" y="226"/>
                </a:cubicBezTo>
                <a:cubicBezTo>
                  <a:pt x="143" y="225"/>
                  <a:pt x="143" y="223"/>
                  <a:pt x="144" y="222"/>
                </a:cubicBezTo>
                <a:cubicBezTo>
                  <a:pt x="145" y="220"/>
                  <a:pt x="145" y="219"/>
                  <a:pt x="147" y="218"/>
                </a:cubicBezTo>
                <a:cubicBezTo>
                  <a:pt x="147" y="217"/>
                  <a:pt x="148" y="216"/>
                  <a:pt x="147" y="215"/>
                </a:cubicBezTo>
                <a:cubicBezTo>
                  <a:pt x="147" y="215"/>
                  <a:pt x="148" y="215"/>
                  <a:pt x="148" y="214"/>
                </a:cubicBezTo>
                <a:cubicBezTo>
                  <a:pt x="148" y="214"/>
                  <a:pt x="148" y="214"/>
                  <a:pt x="148" y="213"/>
                </a:cubicBezTo>
                <a:cubicBezTo>
                  <a:pt x="147" y="212"/>
                  <a:pt x="148" y="211"/>
                  <a:pt x="148" y="209"/>
                </a:cubicBezTo>
                <a:cubicBezTo>
                  <a:pt x="147" y="208"/>
                  <a:pt x="148" y="207"/>
                  <a:pt x="148" y="205"/>
                </a:cubicBezTo>
                <a:cubicBezTo>
                  <a:pt x="148" y="204"/>
                  <a:pt x="148" y="203"/>
                  <a:pt x="148" y="202"/>
                </a:cubicBezTo>
                <a:cubicBezTo>
                  <a:pt x="148" y="202"/>
                  <a:pt x="148" y="202"/>
                  <a:pt x="148" y="202"/>
                </a:cubicBezTo>
                <a:cubicBezTo>
                  <a:pt x="148" y="202"/>
                  <a:pt x="148" y="202"/>
                  <a:pt x="148" y="202"/>
                </a:cubicBezTo>
                <a:cubicBezTo>
                  <a:pt x="148" y="201"/>
                  <a:pt x="148" y="200"/>
                  <a:pt x="149" y="199"/>
                </a:cubicBezTo>
                <a:cubicBezTo>
                  <a:pt x="149" y="198"/>
                  <a:pt x="150" y="198"/>
                  <a:pt x="151" y="197"/>
                </a:cubicBezTo>
                <a:cubicBezTo>
                  <a:pt x="151" y="198"/>
                  <a:pt x="151" y="198"/>
                  <a:pt x="151" y="198"/>
                </a:cubicBezTo>
                <a:cubicBezTo>
                  <a:pt x="151" y="198"/>
                  <a:pt x="150" y="200"/>
                  <a:pt x="150" y="200"/>
                </a:cubicBezTo>
                <a:cubicBezTo>
                  <a:pt x="150" y="200"/>
                  <a:pt x="151" y="200"/>
                  <a:pt x="151" y="200"/>
                </a:cubicBezTo>
                <a:cubicBezTo>
                  <a:pt x="152" y="200"/>
                  <a:pt x="152" y="200"/>
                  <a:pt x="152" y="200"/>
                </a:cubicBezTo>
                <a:cubicBezTo>
                  <a:pt x="152" y="200"/>
                  <a:pt x="152" y="200"/>
                  <a:pt x="152" y="201"/>
                </a:cubicBezTo>
                <a:cubicBezTo>
                  <a:pt x="152" y="201"/>
                  <a:pt x="152" y="202"/>
                  <a:pt x="152" y="202"/>
                </a:cubicBezTo>
                <a:cubicBezTo>
                  <a:pt x="153" y="202"/>
                  <a:pt x="153" y="203"/>
                  <a:pt x="153" y="203"/>
                </a:cubicBezTo>
                <a:cubicBezTo>
                  <a:pt x="154" y="203"/>
                  <a:pt x="154" y="203"/>
                  <a:pt x="154" y="203"/>
                </a:cubicBezTo>
                <a:cubicBezTo>
                  <a:pt x="154" y="203"/>
                  <a:pt x="154" y="204"/>
                  <a:pt x="154" y="204"/>
                </a:cubicBezTo>
                <a:cubicBezTo>
                  <a:pt x="154" y="204"/>
                  <a:pt x="153" y="204"/>
                  <a:pt x="153" y="204"/>
                </a:cubicBezTo>
                <a:cubicBezTo>
                  <a:pt x="153" y="204"/>
                  <a:pt x="153" y="205"/>
                  <a:pt x="153" y="205"/>
                </a:cubicBezTo>
                <a:cubicBezTo>
                  <a:pt x="153" y="205"/>
                  <a:pt x="153" y="206"/>
                  <a:pt x="153" y="206"/>
                </a:cubicBezTo>
                <a:cubicBezTo>
                  <a:pt x="153" y="206"/>
                  <a:pt x="154" y="207"/>
                  <a:pt x="154" y="207"/>
                </a:cubicBezTo>
                <a:cubicBezTo>
                  <a:pt x="154" y="205"/>
                  <a:pt x="154" y="205"/>
                  <a:pt x="154" y="205"/>
                </a:cubicBezTo>
                <a:cubicBezTo>
                  <a:pt x="154" y="205"/>
                  <a:pt x="155" y="206"/>
                  <a:pt x="155" y="206"/>
                </a:cubicBezTo>
                <a:cubicBezTo>
                  <a:pt x="155" y="206"/>
                  <a:pt x="157" y="206"/>
                  <a:pt x="157" y="206"/>
                </a:cubicBezTo>
                <a:cubicBezTo>
                  <a:pt x="157" y="206"/>
                  <a:pt x="158" y="206"/>
                  <a:pt x="158" y="206"/>
                </a:cubicBezTo>
                <a:cubicBezTo>
                  <a:pt x="158" y="206"/>
                  <a:pt x="158" y="208"/>
                  <a:pt x="158" y="208"/>
                </a:cubicBezTo>
                <a:cubicBezTo>
                  <a:pt x="158" y="208"/>
                  <a:pt x="159" y="209"/>
                  <a:pt x="159" y="209"/>
                </a:cubicBezTo>
                <a:cubicBezTo>
                  <a:pt x="159" y="209"/>
                  <a:pt x="160" y="210"/>
                  <a:pt x="160" y="210"/>
                </a:cubicBezTo>
                <a:cubicBezTo>
                  <a:pt x="160" y="210"/>
                  <a:pt x="161" y="211"/>
                  <a:pt x="161" y="211"/>
                </a:cubicBezTo>
                <a:cubicBezTo>
                  <a:pt x="161" y="211"/>
                  <a:pt x="161" y="211"/>
                  <a:pt x="161" y="211"/>
                </a:cubicBezTo>
                <a:cubicBezTo>
                  <a:pt x="162" y="211"/>
                  <a:pt x="162" y="212"/>
                  <a:pt x="162" y="212"/>
                </a:cubicBezTo>
                <a:cubicBezTo>
                  <a:pt x="163" y="212"/>
                  <a:pt x="162" y="213"/>
                  <a:pt x="162" y="213"/>
                </a:cubicBezTo>
                <a:cubicBezTo>
                  <a:pt x="162" y="213"/>
                  <a:pt x="161" y="213"/>
                  <a:pt x="161" y="213"/>
                </a:cubicBezTo>
                <a:cubicBezTo>
                  <a:pt x="160" y="213"/>
                  <a:pt x="160" y="214"/>
                  <a:pt x="160" y="214"/>
                </a:cubicBezTo>
                <a:cubicBezTo>
                  <a:pt x="160" y="214"/>
                  <a:pt x="160" y="215"/>
                  <a:pt x="160" y="215"/>
                </a:cubicBezTo>
                <a:cubicBezTo>
                  <a:pt x="160" y="215"/>
                  <a:pt x="160" y="216"/>
                  <a:pt x="160" y="217"/>
                </a:cubicBezTo>
                <a:cubicBezTo>
                  <a:pt x="160" y="217"/>
                  <a:pt x="159" y="218"/>
                  <a:pt x="159" y="219"/>
                </a:cubicBezTo>
                <a:cubicBezTo>
                  <a:pt x="159" y="219"/>
                  <a:pt x="158" y="219"/>
                  <a:pt x="158" y="219"/>
                </a:cubicBezTo>
                <a:cubicBezTo>
                  <a:pt x="158" y="219"/>
                  <a:pt x="157" y="218"/>
                  <a:pt x="157" y="218"/>
                </a:cubicBezTo>
                <a:cubicBezTo>
                  <a:pt x="157" y="218"/>
                  <a:pt x="156" y="219"/>
                  <a:pt x="156" y="219"/>
                </a:cubicBezTo>
                <a:cubicBezTo>
                  <a:pt x="156" y="219"/>
                  <a:pt x="156" y="220"/>
                  <a:pt x="156" y="220"/>
                </a:cubicBezTo>
                <a:cubicBezTo>
                  <a:pt x="155" y="221"/>
                  <a:pt x="155" y="221"/>
                  <a:pt x="155" y="221"/>
                </a:cubicBezTo>
                <a:cubicBezTo>
                  <a:pt x="154" y="222"/>
                  <a:pt x="154" y="222"/>
                  <a:pt x="154" y="222"/>
                </a:cubicBezTo>
                <a:cubicBezTo>
                  <a:pt x="153" y="224"/>
                  <a:pt x="153" y="224"/>
                  <a:pt x="153" y="224"/>
                </a:cubicBezTo>
                <a:cubicBezTo>
                  <a:pt x="153" y="226"/>
                  <a:pt x="153" y="226"/>
                  <a:pt x="153" y="226"/>
                </a:cubicBezTo>
                <a:cubicBezTo>
                  <a:pt x="152" y="226"/>
                  <a:pt x="152" y="226"/>
                  <a:pt x="152" y="226"/>
                </a:cubicBezTo>
                <a:cubicBezTo>
                  <a:pt x="151" y="227"/>
                  <a:pt x="151" y="227"/>
                  <a:pt x="151" y="227"/>
                </a:cubicBezTo>
                <a:cubicBezTo>
                  <a:pt x="151" y="227"/>
                  <a:pt x="151" y="227"/>
                  <a:pt x="151" y="227"/>
                </a:cubicBezTo>
                <a:cubicBezTo>
                  <a:pt x="151" y="228"/>
                  <a:pt x="151" y="228"/>
                  <a:pt x="151" y="228"/>
                </a:cubicBezTo>
                <a:cubicBezTo>
                  <a:pt x="151" y="229"/>
                  <a:pt x="151" y="229"/>
                  <a:pt x="151" y="229"/>
                </a:cubicBezTo>
                <a:cubicBezTo>
                  <a:pt x="150" y="228"/>
                  <a:pt x="150" y="228"/>
                  <a:pt x="150" y="228"/>
                </a:cubicBezTo>
                <a:cubicBezTo>
                  <a:pt x="148" y="229"/>
                  <a:pt x="148" y="229"/>
                  <a:pt x="148" y="229"/>
                </a:cubicBezTo>
                <a:cubicBezTo>
                  <a:pt x="147" y="230"/>
                  <a:pt x="147" y="230"/>
                  <a:pt x="147" y="230"/>
                </a:cubicBezTo>
                <a:cubicBezTo>
                  <a:pt x="147" y="231"/>
                  <a:pt x="147" y="231"/>
                  <a:pt x="147" y="231"/>
                </a:cubicBezTo>
                <a:cubicBezTo>
                  <a:pt x="148" y="232"/>
                  <a:pt x="148" y="232"/>
                  <a:pt x="148" y="232"/>
                </a:cubicBezTo>
                <a:cubicBezTo>
                  <a:pt x="148" y="235"/>
                  <a:pt x="148" y="235"/>
                  <a:pt x="148" y="235"/>
                </a:cubicBezTo>
                <a:cubicBezTo>
                  <a:pt x="146" y="235"/>
                  <a:pt x="146" y="235"/>
                  <a:pt x="146" y="235"/>
                </a:cubicBezTo>
                <a:cubicBezTo>
                  <a:pt x="147" y="236"/>
                  <a:pt x="147" y="236"/>
                  <a:pt x="147" y="236"/>
                </a:cubicBezTo>
                <a:cubicBezTo>
                  <a:pt x="147" y="236"/>
                  <a:pt x="146" y="237"/>
                  <a:pt x="146" y="237"/>
                </a:cubicBezTo>
                <a:cubicBezTo>
                  <a:pt x="146" y="237"/>
                  <a:pt x="146" y="238"/>
                  <a:pt x="146" y="238"/>
                </a:cubicBezTo>
                <a:cubicBezTo>
                  <a:pt x="146" y="238"/>
                  <a:pt x="147" y="240"/>
                  <a:pt x="147" y="240"/>
                </a:cubicBezTo>
                <a:cubicBezTo>
                  <a:pt x="147" y="240"/>
                  <a:pt x="148" y="240"/>
                  <a:pt x="148" y="240"/>
                </a:cubicBezTo>
                <a:cubicBezTo>
                  <a:pt x="148" y="240"/>
                  <a:pt x="147" y="241"/>
                  <a:pt x="147" y="241"/>
                </a:cubicBezTo>
                <a:cubicBezTo>
                  <a:pt x="147" y="242"/>
                  <a:pt x="148" y="243"/>
                  <a:pt x="148" y="243"/>
                </a:cubicBezTo>
                <a:cubicBezTo>
                  <a:pt x="148" y="243"/>
                  <a:pt x="149" y="243"/>
                  <a:pt x="149" y="243"/>
                </a:cubicBezTo>
                <a:cubicBezTo>
                  <a:pt x="150" y="243"/>
                  <a:pt x="150" y="243"/>
                  <a:pt x="150" y="243"/>
                </a:cubicBezTo>
                <a:cubicBezTo>
                  <a:pt x="150" y="243"/>
                  <a:pt x="151" y="244"/>
                  <a:pt x="151" y="244"/>
                </a:cubicBezTo>
                <a:cubicBezTo>
                  <a:pt x="151" y="245"/>
                  <a:pt x="152" y="245"/>
                  <a:pt x="152" y="245"/>
                </a:cubicBezTo>
                <a:cubicBezTo>
                  <a:pt x="153" y="245"/>
                  <a:pt x="153" y="245"/>
                  <a:pt x="153" y="245"/>
                </a:cubicBezTo>
                <a:cubicBezTo>
                  <a:pt x="154" y="245"/>
                  <a:pt x="154" y="245"/>
                  <a:pt x="154" y="245"/>
                </a:cubicBezTo>
                <a:cubicBezTo>
                  <a:pt x="153" y="248"/>
                  <a:pt x="153" y="248"/>
                  <a:pt x="153" y="248"/>
                </a:cubicBezTo>
                <a:cubicBezTo>
                  <a:pt x="154" y="250"/>
                  <a:pt x="154" y="250"/>
                  <a:pt x="154" y="250"/>
                </a:cubicBezTo>
                <a:cubicBezTo>
                  <a:pt x="155" y="250"/>
                  <a:pt x="155" y="250"/>
                  <a:pt x="155" y="250"/>
                </a:cubicBezTo>
                <a:cubicBezTo>
                  <a:pt x="155" y="250"/>
                  <a:pt x="157" y="250"/>
                  <a:pt x="157" y="250"/>
                </a:cubicBezTo>
                <a:cubicBezTo>
                  <a:pt x="157" y="250"/>
                  <a:pt x="157" y="251"/>
                  <a:pt x="157" y="252"/>
                </a:cubicBezTo>
                <a:cubicBezTo>
                  <a:pt x="157" y="252"/>
                  <a:pt x="156" y="252"/>
                  <a:pt x="156" y="252"/>
                </a:cubicBezTo>
                <a:cubicBezTo>
                  <a:pt x="156" y="252"/>
                  <a:pt x="155" y="253"/>
                  <a:pt x="155" y="253"/>
                </a:cubicBezTo>
                <a:cubicBezTo>
                  <a:pt x="155" y="253"/>
                  <a:pt x="154" y="253"/>
                  <a:pt x="153" y="254"/>
                </a:cubicBezTo>
                <a:cubicBezTo>
                  <a:pt x="153" y="254"/>
                  <a:pt x="152" y="255"/>
                  <a:pt x="152" y="255"/>
                </a:cubicBezTo>
                <a:cubicBezTo>
                  <a:pt x="151" y="255"/>
                  <a:pt x="151" y="255"/>
                  <a:pt x="151" y="255"/>
                </a:cubicBezTo>
                <a:cubicBezTo>
                  <a:pt x="151" y="255"/>
                  <a:pt x="150" y="256"/>
                  <a:pt x="149" y="257"/>
                </a:cubicBezTo>
                <a:cubicBezTo>
                  <a:pt x="149" y="257"/>
                  <a:pt x="149" y="258"/>
                  <a:pt x="149" y="258"/>
                </a:cubicBezTo>
                <a:cubicBezTo>
                  <a:pt x="148" y="259"/>
                  <a:pt x="148" y="259"/>
                  <a:pt x="148" y="259"/>
                </a:cubicBezTo>
                <a:cubicBezTo>
                  <a:pt x="147" y="261"/>
                  <a:pt x="147" y="261"/>
                  <a:pt x="147" y="261"/>
                </a:cubicBezTo>
                <a:cubicBezTo>
                  <a:pt x="146" y="261"/>
                  <a:pt x="146" y="261"/>
                  <a:pt x="146" y="261"/>
                </a:cubicBezTo>
                <a:cubicBezTo>
                  <a:pt x="144" y="261"/>
                  <a:pt x="144" y="261"/>
                  <a:pt x="144" y="261"/>
                </a:cubicBezTo>
                <a:cubicBezTo>
                  <a:pt x="144" y="261"/>
                  <a:pt x="143" y="262"/>
                  <a:pt x="143" y="262"/>
                </a:cubicBezTo>
                <a:cubicBezTo>
                  <a:pt x="143" y="263"/>
                  <a:pt x="142" y="264"/>
                  <a:pt x="142" y="264"/>
                </a:cubicBezTo>
                <a:cubicBezTo>
                  <a:pt x="141" y="266"/>
                  <a:pt x="141" y="266"/>
                  <a:pt x="141" y="266"/>
                </a:cubicBezTo>
                <a:cubicBezTo>
                  <a:pt x="140" y="267"/>
                  <a:pt x="140" y="267"/>
                  <a:pt x="140" y="267"/>
                </a:cubicBezTo>
                <a:cubicBezTo>
                  <a:pt x="138" y="267"/>
                  <a:pt x="138" y="267"/>
                  <a:pt x="138" y="267"/>
                </a:cubicBezTo>
                <a:cubicBezTo>
                  <a:pt x="138" y="269"/>
                  <a:pt x="138" y="269"/>
                  <a:pt x="138" y="269"/>
                </a:cubicBezTo>
                <a:cubicBezTo>
                  <a:pt x="138" y="270"/>
                  <a:pt x="138" y="270"/>
                  <a:pt x="138" y="270"/>
                </a:cubicBezTo>
                <a:cubicBezTo>
                  <a:pt x="137" y="271"/>
                  <a:pt x="137" y="271"/>
                  <a:pt x="137" y="271"/>
                </a:cubicBezTo>
                <a:cubicBezTo>
                  <a:pt x="136" y="271"/>
                  <a:pt x="136" y="271"/>
                  <a:pt x="136" y="271"/>
                </a:cubicBezTo>
                <a:cubicBezTo>
                  <a:pt x="135" y="271"/>
                  <a:pt x="135" y="271"/>
                  <a:pt x="135" y="271"/>
                </a:cubicBezTo>
                <a:cubicBezTo>
                  <a:pt x="130" y="271"/>
                  <a:pt x="130" y="271"/>
                  <a:pt x="130" y="271"/>
                </a:cubicBezTo>
                <a:cubicBezTo>
                  <a:pt x="129" y="272"/>
                  <a:pt x="129" y="272"/>
                  <a:pt x="129" y="272"/>
                </a:cubicBezTo>
                <a:cubicBezTo>
                  <a:pt x="128" y="272"/>
                  <a:pt x="128" y="272"/>
                  <a:pt x="128" y="272"/>
                </a:cubicBezTo>
                <a:cubicBezTo>
                  <a:pt x="127" y="272"/>
                  <a:pt x="127" y="272"/>
                  <a:pt x="127" y="272"/>
                </a:cubicBezTo>
                <a:cubicBezTo>
                  <a:pt x="125" y="275"/>
                  <a:pt x="125" y="275"/>
                  <a:pt x="125" y="275"/>
                </a:cubicBezTo>
                <a:cubicBezTo>
                  <a:pt x="124" y="277"/>
                  <a:pt x="124" y="277"/>
                  <a:pt x="124" y="277"/>
                </a:cubicBezTo>
                <a:cubicBezTo>
                  <a:pt x="123" y="277"/>
                  <a:pt x="123" y="277"/>
                  <a:pt x="123" y="277"/>
                </a:cubicBezTo>
                <a:cubicBezTo>
                  <a:pt x="120" y="278"/>
                  <a:pt x="120" y="278"/>
                  <a:pt x="120" y="278"/>
                </a:cubicBezTo>
                <a:cubicBezTo>
                  <a:pt x="118" y="282"/>
                  <a:pt x="118" y="282"/>
                  <a:pt x="118" y="282"/>
                </a:cubicBezTo>
                <a:cubicBezTo>
                  <a:pt x="116" y="282"/>
                  <a:pt x="116" y="282"/>
                  <a:pt x="116" y="282"/>
                </a:cubicBezTo>
                <a:cubicBezTo>
                  <a:pt x="115" y="284"/>
                  <a:pt x="115" y="284"/>
                  <a:pt x="115" y="284"/>
                </a:cubicBezTo>
                <a:cubicBezTo>
                  <a:pt x="113" y="284"/>
                  <a:pt x="113" y="284"/>
                  <a:pt x="113" y="284"/>
                </a:cubicBezTo>
                <a:cubicBezTo>
                  <a:pt x="112" y="286"/>
                  <a:pt x="112" y="286"/>
                  <a:pt x="112" y="286"/>
                </a:cubicBezTo>
                <a:cubicBezTo>
                  <a:pt x="111" y="286"/>
                  <a:pt x="111" y="286"/>
                  <a:pt x="111" y="286"/>
                </a:cubicBezTo>
                <a:cubicBezTo>
                  <a:pt x="110" y="287"/>
                  <a:pt x="110" y="287"/>
                  <a:pt x="110" y="287"/>
                </a:cubicBezTo>
                <a:cubicBezTo>
                  <a:pt x="109" y="288"/>
                  <a:pt x="109" y="288"/>
                  <a:pt x="109" y="288"/>
                </a:cubicBezTo>
                <a:cubicBezTo>
                  <a:pt x="108" y="290"/>
                  <a:pt x="108" y="290"/>
                  <a:pt x="108" y="290"/>
                </a:cubicBezTo>
                <a:cubicBezTo>
                  <a:pt x="108" y="290"/>
                  <a:pt x="106" y="289"/>
                  <a:pt x="106" y="289"/>
                </a:cubicBezTo>
                <a:cubicBezTo>
                  <a:pt x="106" y="289"/>
                  <a:pt x="104" y="290"/>
                  <a:pt x="104" y="290"/>
                </a:cubicBezTo>
                <a:cubicBezTo>
                  <a:pt x="104" y="290"/>
                  <a:pt x="103" y="292"/>
                  <a:pt x="103" y="292"/>
                </a:cubicBezTo>
                <a:cubicBezTo>
                  <a:pt x="101" y="293"/>
                  <a:pt x="101" y="293"/>
                  <a:pt x="101" y="293"/>
                </a:cubicBezTo>
                <a:cubicBezTo>
                  <a:pt x="100" y="292"/>
                  <a:pt x="100" y="292"/>
                  <a:pt x="100" y="292"/>
                </a:cubicBezTo>
                <a:cubicBezTo>
                  <a:pt x="100" y="292"/>
                  <a:pt x="99" y="292"/>
                  <a:pt x="99" y="292"/>
                </a:cubicBezTo>
                <a:cubicBezTo>
                  <a:pt x="99" y="293"/>
                  <a:pt x="98" y="294"/>
                  <a:pt x="98" y="294"/>
                </a:cubicBezTo>
                <a:cubicBezTo>
                  <a:pt x="98" y="294"/>
                  <a:pt x="97" y="295"/>
                  <a:pt x="97" y="295"/>
                </a:cubicBezTo>
                <a:cubicBezTo>
                  <a:pt x="97" y="295"/>
                  <a:pt x="96" y="295"/>
                  <a:pt x="96" y="295"/>
                </a:cubicBezTo>
                <a:cubicBezTo>
                  <a:pt x="96" y="295"/>
                  <a:pt x="95" y="296"/>
                  <a:pt x="95" y="296"/>
                </a:cubicBezTo>
                <a:cubicBezTo>
                  <a:pt x="94" y="296"/>
                  <a:pt x="95" y="298"/>
                  <a:pt x="95" y="298"/>
                </a:cubicBezTo>
                <a:cubicBezTo>
                  <a:pt x="94" y="299"/>
                  <a:pt x="94" y="299"/>
                  <a:pt x="94" y="299"/>
                </a:cubicBezTo>
                <a:cubicBezTo>
                  <a:pt x="93" y="299"/>
                  <a:pt x="93" y="299"/>
                  <a:pt x="93" y="299"/>
                </a:cubicBezTo>
                <a:cubicBezTo>
                  <a:pt x="92" y="301"/>
                  <a:pt x="92" y="301"/>
                  <a:pt x="92" y="301"/>
                </a:cubicBezTo>
                <a:cubicBezTo>
                  <a:pt x="92" y="301"/>
                  <a:pt x="92" y="301"/>
                  <a:pt x="91" y="301"/>
                </a:cubicBezTo>
                <a:cubicBezTo>
                  <a:pt x="91" y="301"/>
                  <a:pt x="91" y="303"/>
                  <a:pt x="91" y="303"/>
                </a:cubicBezTo>
                <a:cubicBezTo>
                  <a:pt x="91" y="303"/>
                  <a:pt x="91" y="303"/>
                  <a:pt x="91" y="303"/>
                </a:cubicBezTo>
                <a:cubicBezTo>
                  <a:pt x="89" y="305"/>
                  <a:pt x="89" y="305"/>
                  <a:pt x="89" y="305"/>
                </a:cubicBezTo>
                <a:cubicBezTo>
                  <a:pt x="87" y="306"/>
                  <a:pt x="87" y="306"/>
                  <a:pt x="87" y="306"/>
                </a:cubicBezTo>
                <a:lnTo>
                  <a:pt x="85" y="309"/>
                </a:lnTo>
                <a:close/>
                <a:moveTo>
                  <a:pt x="220" y="202"/>
                </a:moveTo>
                <a:cubicBezTo>
                  <a:pt x="221" y="201"/>
                  <a:pt x="221" y="201"/>
                  <a:pt x="221" y="200"/>
                </a:cubicBezTo>
                <a:cubicBezTo>
                  <a:pt x="221" y="200"/>
                  <a:pt x="221" y="200"/>
                  <a:pt x="221" y="200"/>
                </a:cubicBezTo>
                <a:cubicBezTo>
                  <a:pt x="220" y="200"/>
                  <a:pt x="220" y="201"/>
                  <a:pt x="220" y="201"/>
                </a:cubicBezTo>
                <a:cubicBezTo>
                  <a:pt x="220" y="201"/>
                  <a:pt x="220" y="201"/>
                  <a:pt x="220" y="201"/>
                </a:cubicBezTo>
                <a:cubicBezTo>
                  <a:pt x="220" y="201"/>
                  <a:pt x="220" y="202"/>
                  <a:pt x="220" y="202"/>
                </a:cubicBezTo>
                <a:cubicBezTo>
                  <a:pt x="220" y="202"/>
                  <a:pt x="220" y="202"/>
                  <a:pt x="220" y="202"/>
                </a:cubicBezTo>
                <a:close/>
                <a:moveTo>
                  <a:pt x="253" y="194"/>
                </a:moveTo>
                <a:cubicBezTo>
                  <a:pt x="256" y="195"/>
                  <a:pt x="256" y="195"/>
                  <a:pt x="256" y="195"/>
                </a:cubicBezTo>
                <a:cubicBezTo>
                  <a:pt x="256" y="195"/>
                  <a:pt x="256" y="195"/>
                  <a:pt x="256" y="195"/>
                </a:cubicBezTo>
                <a:cubicBezTo>
                  <a:pt x="255" y="196"/>
                  <a:pt x="255" y="198"/>
                  <a:pt x="254" y="199"/>
                </a:cubicBezTo>
                <a:cubicBezTo>
                  <a:pt x="254" y="199"/>
                  <a:pt x="254" y="199"/>
                  <a:pt x="254" y="200"/>
                </a:cubicBezTo>
                <a:cubicBezTo>
                  <a:pt x="253" y="201"/>
                  <a:pt x="253" y="203"/>
                  <a:pt x="251" y="204"/>
                </a:cubicBezTo>
                <a:cubicBezTo>
                  <a:pt x="251" y="204"/>
                  <a:pt x="251" y="205"/>
                  <a:pt x="250" y="206"/>
                </a:cubicBezTo>
                <a:cubicBezTo>
                  <a:pt x="250" y="207"/>
                  <a:pt x="249" y="208"/>
                  <a:pt x="249" y="209"/>
                </a:cubicBezTo>
                <a:cubicBezTo>
                  <a:pt x="249" y="209"/>
                  <a:pt x="249" y="210"/>
                  <a:pt x="249" y="210"/>
                </a:cubicBezTo>
                <a:cubicBezTo>
                  <a:pt x="248" y="211"/>
                  <a:pt x="247" y="212"/>
                  <a:pt x="247" y="212"/>
                </a:cubicBezTo>
                <a:cubicBezTo>
                  <a:pt x="247" y="213"/>
                  <a:pt x="246" y="214"/>
                  <a:pt x="245" y="214"/>
                </a:cubicBezTo>
                <a:cubicBezTo>
                  <a:pt x="245" y="214"/>
                  <a:pt x="244" y="215"/>
                  <a:pt x="244" y="216"/>
                </a:cubicBezTo>
                <a:cubicBezTo>
                  <a:pt x="244" y="217"/>
                  <a:pt x="243" y="217"/>
                  <a:pt x="242" y="217"/>
                </a:cubicBezTo>
                <a:cubicBezTo>
                  <a:pt x="242" y="218"/>
                  <a:pt x="242" y="218"/>
                  <a:pt x="242" y="218"/>
                </a:cubicBezTo>
                <a:cubicBezTo>
                  <a:pt x="240" y="219"/>
                  <a:pt x="239" y="220"/>
                  <a:pt x="238" y="221"/>
                </a:cubicBezTo>
                <a:cubicBezTo>
                  <a:pt x="237" y="222"/>
                  <a:pt x="235" y="222"/>
                  <a:pt x="235" y="223"/>
                </a:cubicBezTo>
                <a:cubicBezTo>
                  <a:pt x="234" y="224"/>
                  <a:pt x="233" y="224"/>
                  <a:pt x="232" y="224"/>
                </a:cubicBezTo>
                <a:cubicBezTo>
                  <a:pt x="232" y="225"/>
                  <a:pt x="231" y="225"/>
                  <a:pt x="231" y="225"/>
                </a:cubicBezTo>
                <a:cubicBezTo>
                  <a:pt x="231" y="225"/>
                  <a:pt x="231" y="225"/>
                  <a:pt x="231" y="225"/>
                </a:cubicBezTo>
                <a:cubicBezTo>
                  <a:pt x="230" y="226"/>
                  <a:pt x="229" y="226"/>
                  <a:pt x="229" y="225"/>
                </a:cubicBezTo>
                <a:cubicBezTo>
                  <a:pt x="228" y="225"/>
                  <a:pt x="228" y="225"/>
                  <a:pt x="228" y="224"/>
                </a:cubicBezTo>
                <a:cubicBezTo>
                  <a:pt x="228" y="224"/>
                  <a:pt x="228" y="224"/>
                  <a:pt x="228" y="223"/>
                </a:cubicBezTo>
                <a:cubicBezTo>
                  <a:pt x="227" y="222"/>
                  <a:pt x="228" y="222"/>
                  <a:pt x="228" y="221"/>
                </a:cubicBezTo>
                <a:cubicBezTo>
                  <a:pt x="228" y="220"/>
                  <a:pt x="228" y="220"/>
                  <a:pt x="228" y="219"/>
                </a:cubicBezTo>
                <a:cubicBezTo>
                  <a:pt x="228" y="219"/>
                  <a:pt x="228" y="219"/>
                  <a:pt x="227" y="219"/>
                </a:cubicBezTo>
                <a:cubicBezTo>
                  <a:pt x="227" y="219"/>
                  <a:pt x="226" y="218"/>
                  <a:pt x="226" y="218"/>
                </a:cubicBezTo>
                <a:cubicBezTo>
                  <a:pt x="227" y="217"/>
                  <a:pt x="226" y="217"/>
                  <a:pt x="226" y="217"/>
                </a:cubicBezTo>
                <a:cubicBezTo>
                  <a:pt x="226" y="218"/>
                  <a:pt x="225" y="218"/>
                  <a:pt x="224" y="218"/>
                </a:cubicBezTo>
                <a:cubicBezTo>
                  <a:pt x="224" y="218"/>
                  <a:pt x="223" y="218"/>
                  <a:pt x="223" y="218"/>
                </a:cubicBezTo>
                <a:cubicBezTo>
                  <a:pt x="222" y="219"/>
                  <a:pt x="222" y="220"/>
                  <a:pt x="221" y="220"/>
                </a:cubicBezTo>
                <a:cubicBezTo>
                  <a:pt x="220" y="220"/>
                  <a:pt x="220" y="219"/>
                  <a:pt x="220" y="219"/>
                </a:cubicBezTo>
                <a:cubicBezTo>
                  <a:pt x="219" y="219"/>
                  <a:pt x="220" y="218"/>
                  <a:pt x="219" y="217"/>
                </a:cubicBezTo>
                <a:cubicBezTo>
                  <a:pt x="219" y="217"/>
                  <a:pt x="219" y="217"/>
                  <a:pt x="219" y="217"/>
                </a:cubicBezTo>
                <a:cubicBezTo>
                  <a:pt x="219" y="217"/>
                  <a:pt x="220" y="216"/>
                  <a:pt x="220" y="215"/>
                </a:cubicBezTo>
                <a:cubicBezTo>
                  <a:pt x="221" y="215"/>
                  <a:pt x="221" y="214"/>
                  <a:pt x="220" y="214"/>
                </a:cubicBezTo>
                <a:cubicBezTo>
                  <a:pt x="220" y="214"/>
                  <a:pt x="220" y="213"/>
                  <a:pt x="220" y="213"/>
                </a:cubicBezTo>
                <a:cubicBezTo>
                  <a:pt x="220" y="213"/>
                  <a:pt x="220" y="214"/>
                  <a:pt x="220" y="214"/>
                </a:cubicBezTo>
                <a:cubicBezTo>
                  <a:pt x="220" y="213"/>
                  <a:pt x="220" y="213"/>
                  <a:pt x="220" y="213"/>
                </a:cubicBezTo>
                <a:cubicBezTo>
                  <a:pt x="218" y="213"/>
                  <a:pt x="217" y="215"/>
                  <a:pt x="218" y="216"/>
                </a:cubicBezTo>
                <a:cubicBezTo>
                  <a:pt x="218" y="216"/>
                  <a:pt x="218" y="215"/>
                  <a:pt x="219" y="215"/>
                </a:cubicBezTo>
                <a:cubicBezTo>
                  <a:pt x="218" y="216"/>
                  <a:pt x="219" y="216"/>
                  <a:pt x="218" y="216"/>
                </a:cubicBezTo>
                <a:cubicBezTo>
                  <a:pt x="217" y="217"/>
                  <a:pt x="216" y="217"/>
                  <a:pt x="215" y="217"/>
                </a:cubicBezTo>
                <a:cubicBezTo>
                  <a:pt x="215" y="216"/>
                  <a:pt x="215" y="216"/>
                  <a:pt x="214" y="216"/>
                </a:cubicBezTo>
                <a:cubicBezTo>
                  <a:pt x="214" y="216"/>
                  <a:pt x="214" y="216"/>
                  <a:pt x="214" y="215"/>
                </a:cubicBezTo>
                <a:cubicBezTo>
                  <a:pt x="214" y="215"/>
                  <a:pt x="214" y="215"/>
                  <a:pt x="214" y="215"/>
                </a:cubicBezTo>
                <a:cubicBezTo>
                  <a:pt x="213" y="214"/>
                  <a:pt x="214" y="213"/>
                  <a:pt x="215" y="213"/>
                </a:cubicBezTo>
                <a:cubicBezTo>
                  <a:pt x="216" y="213"/>
                  <a:pt x="216" y="213"/>
                  <a:pt x="216" y="212"/>
                </a:cubicBezTo>
                <a:cubicBezTo>
                  <a:pt x="216" y="211"/>
                  <a:pt x="218" y="210"/>
                  <a:pt x="218" y="209"/>
                </a:cubicBezTo>
                <a:cubicBezTo>
                  <a:pt x="218" y="209"/>
                  <a:pt x="218" y="209"/>
                  <a:pt x="219" y="209"/>
                </a:cubicBezTo>
                <a:cubicBezTo>
                  <a:pt x="219" y="209"/>
                  <a:pt x="219" y="209"/>
                  <a:pt x="219" y="209"/>
                </a:cubicBezTo>
                <a:cubicBezTo>
                  <a:pt x="219" y="208"/>
                  <a:pt x="219" y="208"/>
                  <a:pt x="219" y="208"/>
                </a:cubicBezTo>
                <a:cubicBezTo>
                  <a:pt x="219" y="208"/>
                  <a:pt x="219" y="207"/>
                  <a:pt x="220" y="207"/>
                </a:cubicBezTo>
                <a:cubicBezTo>
                  <a:pt x="220" y="206"/>
                  <a:pt x="221" y="206"/>
                  <a:pt x="222" y="205"/>
                </a:cubicBezTo>
                <a:cubicBezTo>
                  <a:pt x="222" y="205"/>
                  <a:pt x="222" y="204"/>
                  <a:pt x="222" y="204"/>
                </a:cubicBezTo>
                <a:cubicBezTo>
                  <a:pt x="222" y="202"/>
                  <a:pt x="223" y="201"/>
                  <a:pt x="224" y="200"/>
                </a:cubicBezTo>
                <a:cubicBezTo>
                  <a:pt x="225" y="199"/>
                  <a:pt x="226" y="197"/>
                  <a:pt x="226" y="195"/>
                </a:cubicBezTo>
                <a:cubicBezTo>
                  <a:pt x="226" y="195"/>
                  <a:pt x="226" y="195"/>
                  <a:pt x="226" y="195"/>
                </a:cubicBezTo>
                <a:cubicBezTo>
                  <a:pt x="227" y="196"/>
                  <a:pt x="227" y="196"/>
                  <a:pt x="227" y="196"/>
                </a:cubicBezTo>
                <a:cubicBezTo>
                  <a:pt x="227" y="196"/>
                  <a:pt x="228" y="196"/>
                  <a:pt x="228" y="196"/>
                </a:cubicBezTo>
                <a:cubicBezTo>
                  <a:pt x="228" y="196"/>
                  <a:pt x="228" y="197"/>
                  <a:pt x="228" y="197"/>
                </a:cubicBezTo>
                <a:cubicBezTo>
                  <a:pt x="228" y="197"/>
                  <a:pt x="228" y="197"/>
                  <a:pt x="228" y="197"/>
                </a:cubicBezTo>
                <a:cubicBezTo>
                  <a:pt x="229" y="197"/>
                  <a:pt x="229" y="198"/>
                  <a:pt x="229" y="198"/>
                </a:cubicBezTo>
                <a:cubicBezTo>
                  <a:pt x="230" y="197"/>
                  <a:pt x="230" y="197"/>
                  <a:pt x="230" y="197"/>
                </a:cubicBezTo>
                <a:cubicBezTo>
                  <a:pt x="231" y="197"/>
                  <a:pt x="231" y="197"/>
                  <a:pt x="231" y="197"/>
                </a:cubicBezTo>
                <a:cubicBezTo>
                  <a:pt x="232" y="196"/>
                  <a:pt x="232" y="196"/>
                  <a:pt x="232" y="196"/>
                </a:cubicBezTo>
                <a:cubicBezTo>
                  <a:pt x="233" y="197"/>
                  <a:pt x="233" y="197"/>
                  <a:pt x="233" y="197"/>
                </a:cubicBezTo>
                <a:cubicBezTo>
                  <a:pt x="234" y="197"/>
                  <a:pt x="234" y="197"/>
                  <a:pt x="234" y="197"/>
                </a:cubicBezTo>
                <a:cubicBezTo>
                  <a:pt x="235" y="195"/>
                  <a:pt x="235" y="195"/>
                  <a:pt x="235" y="195"/>
                </a:cubicBezTo>
                <a:cubicBezTo>
                  <a:pt x="235" y="195"/>
                  <a:pt x="236" y="196"/>
                  <a:pt x="236" y="196"/>
                </a:cubicBezTo>
                <a:cubicBezTo>
                  <a:pt x="236" y="196"/>
                  <a:pt x="236" y="196"/>
                  <a:pt x="236" y="196"/>
                </a:cubicBezTo>
                <a:cubicBezTo>
                  <a:pt x="237" y="196"/>
                  <a:pt x="238" y="196"/>
                  <a:pt x="238" y="196"/>
                </a:cubicBezTo>
                <a:cubicBezTo>
                  <a:pt x="238" y="197"/>
                  <a:pt x="238" y="197"/>
                  <a:pt x="238" y="197"/>
                </a:cubicBezTo>
                <a:cubicBezTo>
                  <a:pt x="240" y="196"/>
                  <a:pt x="240" y="196"/>
                  <a:pt x="240" y="196"/>
                </a:cubicBezTo>
                <a:cubicBezTo>
                  <a:pt x="240" y="195"/>
                  <a:pt x="240" y="195"/>
                  <a:pt x="240" y="195"/>
                </a:cubicBezTo>
                <a:cubicBezTo>
                  <a:pt x="240" y="195"/>
                  <a:pt x="242" y="195"/>
                  <a:pt x="242" y="195"/>
                </a:cubicBezTo>
                <a:cubicBezTo>
                  <a:pt x="242" y="196"/>
                  <a:pt x="242" y="196"/>
                  <a:pt x="242" y="196"/>
                </a:cubicBezTo>
                <a:cubicBezTo>
                  <a:pt x="242" y="197"/>
                  <a:pt x="242" y="197"/>
                  <a:pt x="242" y="197"/>
                </a:cubicBezTo>
                <a:cubicBezTo>
                  <a:pt x="242" y="197"/>
                  <a:pt x="242" y="197"/>
                  <a:pt x="242" y="198"/>
                </a:cubicBezTo>
                <a:cubicBezTo>
                  <a:pt x="242" y="198"/>
                  <a:pt x="243" y="198"/>
                  <a:pt x="243" y="198"/>
                </a:cubicBezTo>
                <a:cubicBezTo>
                  <a:pt x="243" y="198"/>
                  <a:pt x="243" y="198"/>
                  <a:pt x="243" y="198"/>
                </a:cubicBezTo>
                <a:cubicBezTo>
                  <a:pt x="244" y="198"/>
                  <a:pt x="245" y="198"/>
                  <a:pt x="245" y="198"/>
                </a:cubicBezTo>
                <a:cubicBezTo>
                  <a:pt x="245" y="198"/>
                  <a:pt x="245" y="197"/>
                  <a:pt x="245" y="197"/>
                </a:cubicBezTo>
                <a:cubicBezTo>
                  <a:pt x="245" y="197"/>
                  <a:pt x="246" y="197"/>
                  <a:pt x="246" y="197"/>
                </a:cubicBezTo>
                <a:cubicBezTo>
                  <a:pt x="246" y="197"/>
                  <a:pt x="246" y="197"/>
                  <a:pt x="246" y="197"/>
                </a:cubicBezTo>
                <a:cubicBezTo>
                  <a:pt x="247" y="196"/>
                  <a:pt x="247" y="196"/>
                  <a:pt x="247" y="196"/>
                </a:cubicBezTo>
                <a:cubicBezTo>
                  <a:pt x="248" y="196"/>
                  <a:pt x="248" y="196"/>
                  <a:pt x="248" y="196"/>
                </a:cubicBezTo>
                <a:cubicBezTo>
                  <a:pt x="249" y="196"/>
                  <a:pt x="249" y="196"/>
                  <a:pt x="249" y="196"/>
                </a:cubicBezTo>
                <a:cubicBezTo>
                  <a:pt x="250" y="195"/>
                  <a:pt x="250" y="195"/>
                  <a:pt x="250" y="195"/>
                </a:cubicBezTo>
                <a:cubicBezTo>
                  <a:pt x="251" y="195"/>
                  <a:pt x="251" y="195"/>
                  <a:pt x="251" y="195"/>
                </a:cubicBezTo>
                <a:lnTo>
                  <a:pt x="253" y="194"/>
                </a:lnTo>
                <a:close/>
                <a:moveTo>
                  <a:pt x="242" y="67"/>
                </a:moveTo>
                <a:cubicBezTo>
                  <a:pt x="242" y="67"/>
                  <a:pt x="242" y="67"/>
                  <a:pt x="242" y="67"/>
                </a:cubicBezTo>
                <a:cubicBezTo>
                  <a:pt x="242" y="67"/>
                  <a:pt x="242" y="67"/>
                  <a:pt x="243" y="67"/>
                </a:cubicBezTo>
                <a:cubicBezTo>
                  <a:pt x="243" y="67"/>
                  <a:pt x="243" y="67"/>
                  <a:pt x="243" y="67"/>
                </a:cubicBezTo>
                <a:cubicBezTo>
                  <a:pt x="243" y="67"/>
                  <a:pt x="243" y="67"/>
                  <a:pt x="242" y="67"/>
                </a:cubicBezTo>
                <a:cubicBezTo>
                  <a:pt x="242" y="67"/>
                  <a:pt x="242" y="67"/>
                  <a:pt x="242" y="66"/>
                </a:cubicBezTo>
                <a:cubicBezTo>
                  <a:pt x="242" y="66"/>
                  <a:pt x="242" y="66"/>
                  <a:pt x="242" y="66"/>
                </a:cubicBezTo>
                <a:cubicBezTo>
                  <a:pt x="241" y="66"/>
                  <a:pt x="242" y="66"/>
                  <a:pt x="242" y="67"/>
                </a:cubicBezTo>
                <a:close/>
                <a:moveTo>
                  <a:pt x="260" y="122"/>
                </a:moveTo>
                <a:cubicBezTo>
                  <a:pt x="259" y="126"/>
                  <a:pt x="259" y="126"/>
                  <a:pt x="259" y="126"/>
                </a:cubicBezTo>
                <a:cubicBezTo>
                  <a:pt x="258" y="128"/>
                  <a:pt x="258" y="128"/>
                  <a:pt x="258" y="128"/>
                </a:cubicBezTo>
                <a:cubicBezTo>
                  <a:pt x="256" y="131"/>
                  <a:pt x="256" y="131"/>
                  <a:pt x="256" y="131"/>
                </a:cubicBezTo>
                <a:cubicBezTo>
                  <a:pt x="255" y="133"/>
                  <a:pt x="255" y="133"/>
                  <a:pt x="255" y="133"/>
                </a:cubicBezTo>
                <a:cubicBezTo>
                  <a:pt x="254" y="136"/>
                  <a:pt x="254" y="136"/>
                  <a:pt x="254" y="136"/>
                </a:cubicBezTo>
                <a:cubicBezTo>
                  <a:pt x="254" y="137"/>
                  <a:pt x="254" y="137"/>
                  <a:pt x="254" y="137"/>
                </a:cubicBezTo>
                <a:cubicBezTo>
                  <a:pt x="253" y="140"/>
                  <a:pt x="253" y="140"/>
                  <a:pt x="253" y="140"/>
                </a:cubicBezTo>
                <a:cubicBezTo>
                  <a:pt x="251" y="142"/>
                  <a:pt x="251" y="142"/>
                  <a:pt x="251" y="142"/>
                </a:cubicBezTo>
                <a:cubicBezTo>
                  <a:pt x="252" y="143"/>
                  <a:pt x="252" y="143"/>
                  <a:pt x="252" y="143"/>
                </a:cubicBezTo>
                <a:cubicBezTo>
                  <a:pt x="250" y="144"/>
                  <a:pt x="250" y="144"/>
                  <a:pt x="250" y="144"/>
                </a:cubicBezTo>
                <a:cubicBezTo>
                  <a:pt x="248" y="143"/>
                  <a:pt x="248" y="143"/>
                  <a:pt x="248" y="143"/>
                </a:cubicBezTo>
                <a:cubicBezTo>
                  <a:pt x="248" y="143"/>
                  <a:pt x="248" y="144"/>
                  <a:pt x="248" y="144"/>
                </a:cubicBezTo>
                <a:cubicBezTo>
                  <a:pt x="248" y="144"/>
                  <a:pt x="248" y="145"/>
                  <a:pt x="248" y="145"/>
                </a:cubicBezTo>
                <a:cubicBezTo>
                  <a:pt x="248" y="145"/>
                  <a:pt x="247" y="146"/>
                  <a:pt x="247" y="146"/>
                </a:cubicBezTo>
                <a:cubicBezTo>
                  <a:pt x="247" y="146"/>
                  <a:pt x="247" y="147"/>
                  <a:pt x="247" y="147"/>
                </a:cubicBezTo>
                <a:cubicBezTo>
                  <a:pt x="245" y="147"/>
                  <a:pt x="245" y="147"/>
                  <a:pt x="245" y="147"/>
                </a:cubicBezTo>
                <a:cubicBezTo>
                  <a:pt x="244" y="148"/>
                  <a:pt x="244" y="148"/>
                  <a:pt x="244" y="148"/>
                </a:cubicBezTo>
                <a:cubicBezTo>
                  <a:pt x="244" y="149"/>
                  <a:pt x="244" y="149"/>
                  <a:pt x="244" y="149"/>
                </a:cubicBezTo>
                <a:cubicBezTo>
                  <a:pt x="243" y="150"/>
                  <a:pt x="243" y="150"/>
                  <a:pt x="243" y="150"/>
                </a:cubicBezTo>
                <a:cubicBezTo>
                  <a:pt x="242" y="150"/>
                  <a:pt x="242" y="150"/>
                  <a:pt x="242" y="150"/>
                </a:cubicBezTo>
                <a:cubicBezTo>
                  <a:pt x="240" y="150"/>
                  <a:pt x="240" y="150"/>
                  <a:pt x="240" y="150"/>
                </a:cubicBezTo>
                <a:cubicBezTo>
                  <a:pt x="240" y="150"/>
                  <a:pt x="240" y="150"/>
                  <a:pt x="240" y="150"/>
                </a:cubicBezTo>
                <a:cubicBezTo>
                  <a:pt x="236" y="149"/>
                  <a:pt x="236" y="149"/>
                  <a:pt x="236" y="149"/>
                </a:cubicBezTo>
                <a:cubicBezTo>
                  <a:pt x="239" y="144"/>
                  <a:pt x="239" y="144"/>
                  <a:pt x="239" y="144"/>
                </a:cubicBezTo>
                <a:cubicBezTo>
                  <a:pt x="238" y="142"/>
                  <a:pt x="238" y="142"/>
                  <a:pt x="238" y="142"/>
                </a:cubicBezTo>
                <a:cubicBezTo>
                  <a:pt x="239" y="141"/>
                  <a:pt x="239" y="141"/>
                  <a:pt x="239" y="141"/>
                </a:cubicBezTo>
                <a:cubicBezTo>
                  <a:pt x="239" y="140"/>
                  <a:pt x="239" y="140"/>
                  <a:pt x="239" y="140"/>
                </a:cubicBezTo>
                <a:cubicBezTo>
                  <a:pt x="237" y="140"/>
                  <a:pt x="237" y="140"/>
                  <a:pt x="237" y="140"/>
                </a:cubicBezTo>
                <a:cubicBezTo>
                  <a:pt x="237" y="137"/>
                  <a:pt x="237" y="137"/>
                  <a:pt x="237" y="137"/>
                </a:cubicBezTo>
                <a:cubicBezTo>
                  <a:pt x="236" y="137"/>
                  <a:pt x="236" y="137"/>
                  <a:pt x="236" y="137"/>
                </a:cubicBezTo>
                <a:cubicBezTo>
                  <a:pt x="236" y="137"/>
                  <a:pt x="236" y="136"/>
                  <a:pt x="236" y="136"/>
                </a:cubicBezTo>
                <a:cubicBezTo>
                  <a:pt x="236" y="136"/>
                  <a:pt x="237" y="135"/>
                  <a:pt x="237" y="135"/>
                </a:cubicBezTo>
                <a:cubicBezTo>
                  <a:pt x="237" y="135"/>
                  <a:pt x="236" y="134"/>
                  <a:pt x="236" y="134"/>
                </a:cubicBezTo>
                <a:cubicBezTo>
                  <a:pt x="236" y="134"/>
                  <a:pt x="236" y="133"/>
                  <a:pt x="236" y="133"/>
                </a:cubicBezTo>
                <a:cubicBezTo>
                  <a:pt x="237" y="129"/>
                  <a:pt x="237" y="129"/>
                  <a:pt x="237" y="129"/>
                </a:cubicBezTo>
                <a:cubicBezTo>
                  <a:pt x="238" y="128"/>
                  <a:pt x="238" y="128"/>
                  <a:pt x="238" y="128"/>
                </a:cubicBezTo>
                <a:cubicBezTo>
                  <a:pt x="238" y="127"/>
                  <a:pt x="238" y="127"/>
                  <a:pt x="238" y="127"/>
                </a:cubicBezTo>
                <a:cubicBezTo>
                  <a:pt x="238" y="125"/>
                  <a:pt x="238" y="125"/>
                  <a:pt x="238" y="125"/>
                </a:cubicBezTo>
                <a:cubicBezTo>
                  <a:pt x="237" y="124"/>
                  <a:pt x="237" y="124"/>
                  <a:pt x="237" y="124"/>
                </a:cubicBezTo>
                <a:cubicBezTo>
                  <a:pt x="234" y="124"/>
                  <a:pt x="234" y="124"/>
                  <a:pt x="234" y="124"/>
                </a:cubicBezTo>
                <a:cubicBezTo>
                  <a:pt x="233" y="125"/>
                  <a:pt x="233" y="125"/>
                  <a:pt x="233" y="125"/>
                </a:cubicBezTo>
                <a:cubicBezTo>
                  <a:pt x="233" y="125"/>
                  <a:pt x="232" y="126"/>
                  <a:pt x="232" y="126"/>
                </a:cubicBezTo>
                <a:cubicBezTo>
                  <a:pt x="232" y="126"/>
                  <a:pt x="232" y="127"/>
                  <a:pt x="232" y="127"/>
                </a:cubicBezTo>
                <a:cubicBezTo>
                  <a:pt x="231" y="127"/>
                  <a:pt x="231" y="127"/>
                  <a:pt x="231" y="127"/>
                </a:cubicBezTo>
                <a:cubicBezTo>
                  <a:pt x="230" y="127"/>
                  <a:pt x="230" y="127"/>
                  <a:pt x="230" y="127"/>
                </a:cubicBezTo>
                <a:cubicBezTo>
                  <a:pt x="230" y="128"/>
                  <a:pt x="230" y="128"/>
                  <a:pt x="230" y="128"/>
                </a:cubicBezTo>
                <a:cubicBezTo>
                  <a:pt x="229" y="128"/>
                  <a:pt x="229" y="128"/>
                  <a:pt x="229" y="128"/>
                </a:cubicBezTo>
                <a:cubicBezTo>
                  <a:pt x="228" y="129"/>
                  <a:pt x="228" y="129"/>
                  <a:pt x="228" y="129"/>
                </a:cubicBezTo>
                <a:cubicBezTo>
                  <a:pt x="225" y="129"/>
                  <a:pt x="225" y="129"/>
                  <a:pt x="225" y="129"/>
                </a:cubicBezTo>
                <a:cubicBezTo>
                  <a:pt x="224" y="129"/>
                  <a:pt x="224" y="129"/>
                  <a:pt x="224" y="129"/>
                </a:cubicBezTo>
                <a:cubicBezTo>
                  <a:pt x="223" y="130"/>
                  <a:pt x="223" y="130"/>
                  <a:pt x="223" y="130"/>
                </a:cubicBezTo>
                <a:cubicBezTo>
                  <a:pt x="222" y="130"/>
                  <a:pt x="222" y="130"/>
                  <a:pt x="222" y="130"/>
                </a:cubicBezTo>
                <a:cubicBezTo>
                  <a:pt x="222" y="130"/>
                  <a:pt x="221" y="131"/>
                  <a:pt x="221" y="131"/>
                </a:cubicBezTo>
                <a:cubicBezTo>
                  <a:pt x="221" y="131"/>
                  <a:pt x="221" y="132"/>
                  <a:pt x="221" y="132"/>
                </a:cubicBezTo>
                <a:cubicBezTo>
                  <a:pt x="221" y="133"/>
                  <a:pt x="221" y="133"/>
                  <a:pt x="221" y="133"/>
                </a:cubicBezTo>
                <a:cubicBezTo>
                  <a:pt x="219" y="133"/>
                  <a:pt x="219" y="133"/>
                  <a:pt x="219" y="133"/>
                </a:cubicBezTo>
                <a:cubicBezTo>
                  <a:pt x="218" y="132"/>
                  <a:pt x="218" y="132"/>
                  <a:pt x="218" y="132"/>
                </a:cubicBezTo>
                <a:cubicBezTo>
                  <a:pt x="216" y="133"/>
                  <a:pt x="216" y="133"/>
                  <a:pt x="216" y="133"/>
                </a:cubicBezTo>
                <a:cubicBezTo>
                  <a:pt x="216" y="133"/>
                  <a:pt x="214" y="132"/>
                  <a:pt x="214" y="132"/>
                </a:cubicBezTo>
                <a:cubicBezTo>
                  <a:pt x="214" y="132"/>
                  <a:pt x="213" y="132"/>
                  <a:pt x="213" y="132"/>
                </a:cubicBezTo>
                <a:cubicBezTo>
                  <a:pt x="213" y="131"/>
                  <a:pt x="213" y="130"/>
                  <a:pt x="213" y="130"/>
                </a:cubicBezTo>
                <a:cubicBezTo>
                  <a:pt x="214" y="130"/>
                  <a:pt x="214" y="129"/>
                  <a:pt x="214" y="129"/>
                </a:cubicBezTo>
                <a:cubicBezTo>
                  <a:pt x="214" y="128"/>
                  <a:pt x="214" y="127"/>
                  <a:pt x="214" y="126"/>
                </a:cubicBezTo>
                <a:cubicBezTo>
                  <a:pt x="214" y="125"/>
                  <a:pt x="214" y="125"/>
                  <a:pt x="214" y="125"/>
                </a:cubicBezTo>
                <a:cubicBezTo>
                  <a:pt x="214" y="124"/>
                  <a:pt x="214" y="124"/>
                  <a:pt x="214" y="123"/>
                </a:cubicBezTo>
                <a:cubicBezTo>
                  <a:pt x="214" y="122"/>
                  <a:pt x="214" y="122"/>
                  <a:pt x="215" y="121"/>
                </a:cubicBezTo>
                <a:cubicBezTo>
                  <a:pt x="215" y="121"/>
                  <a:pt x="215" y="121"/>
                  <a:pt x="215" y="120"/>
                </a:cubicBezTo>
                <a:cubicBezTo>
                  <a:pt x="215" y="120"/>
                  <a:pt x="216" y="119"/>
                  <a:pt x="216" y="119"/>
                </a:cubicBezTo>
                <a:cubicBezTo>
                  <a:pt x="216" y="118"/>
                  <a:pt x="215" y="117"/>
                  <a:pt x="216" y="117"/>
                </a:cubicBezTo>
                <a:cubicBezTo>
                  <a:pt x="216" y="117"/>
                  <a:pt x="216" y="116"/>
                  <a:pt x="216" y="116"/>
                </a:cubicBezTo>
                <a:cubicBezTo>
                  <a:pt x="216" y="116"/>
                  <a:pt x="216" y="116"/>
                  <a:pt x="216" y="116"/>
                </a:cubicBezTo>
                <a:cubicBezTo>
                  <a:pt x="215" y="115"/>
                  <a:pt x="215" y="114"/>
                  <a:pt x="215" y="114"/>
                </a:cubicBezTo>
                <a:cubicBezTo>
                  <a:pt x="215" y="114"/>
                  <a:pt x="215" y="113"/>
                  <a:pt x="216" y="114"/>
                </a:cubicBezTo>
                <a:cubicBezTo>
                  <a:pt x="216" y="114"/>
                  <a:pt x="216" y="114"/>
                  <a:pt x="216" y="113"/>
                </a:cubicBezTo>
                <a:cubicBezTo>
                  <a:pt x="216" y="113"/>
                  <a:pt x="217" y="113"/>
                  <a:pt x="217" y="114"/>
                </a:cubicBezTo>
                <a:cubicBezTo>
                  <a:pt x="217" y="114"/>
                  <a:pt x="218" y="114"/>
                  <a:pt x="218" y="114"/>
                </a:cubicBezTo>
                <a:cubicBezTo>
                  <a:pt x="218" y="114"/>
                  <a:pt x="218" y="114"/>
                  <a:pt x="218" y="114"/>
                </a:cubicBezTo>
                <a:cubicBezTo>
                  <a:pt x="219" y="114"/>
                  <a:pt x="219" y="114"/>
                  <a:pt x="219" y="114"/>
                </a:cubicBezTo>
                <a:cubicBezTo>
                  <a:pt x="219" y="113"/>
                  <a:pt x="219" y="113"/>
                  <a:pt x="220" y="113"/>
                </a:cubicBezTo>
                <a:cubicBezTo>
                  <a:pt x="220" y="113"/>
                  <a:pt x="220" y="112"/>
                  <a:pt x="220" y="112"/>
                </a:cubicBezTo>
                <a:cubicBezTo>
                  <a:pt x="220" y="112"/>
                  <a:pt x="220" y="111"/>
                  <a:pt x="220" y="111"/>
                </a:cubicBezTo>
                <a:cubicBezTo>
                  <a:pt x="219" y="111"/>
                  <a:pt x="219" y="111"/>
                  <a:pt x="218" y="112"/>
                </a:cubicBezTo>
                <a:cubicBezTo>
                  <a:pt x="218" y="112"/>
                  <a:pt x="218" y="112"/>
                  <a:pt x="218" y="112"/>
                </a:cubicBezTo>
                <a:cubicBezTo>
                  <a:pt x="218" y="111"/>
                  <a:pt x="218" y="111"/>
                  <a:pt x="218" y="110"/>
                </a:cubicBezTo>
                <a:cubicBezTo>
                  <a:pt x="219" y="111"/>
                  <a:pt x="219" y="111"/>
                  <a:pt x="219" y="110"/>
                </a:cubicBezTo>
                <a:cubicBezTo>
                  <a:pt x="219" y="109"/>
                  <a:pt x="220" y="109"/>
                  <a:pt x="220" y="109"/>
                </a:cubicBezTo>
                <a:cubicBezTo>
                  <a:pt x="220" y="109"/>
                  <a:pt x="220" y="108"/>
                  <a:pt x="220" y="108"/>
                </a:cubicBezTo>
                <a:cubicBezTo>
                  <a:pt x="219" y="108"/>
                  <a:pt x="219" y="108"/>
                  <a:pt x="219" y="108"/>
                </a:cubicBezTo>
                <a:cubicBezTo>
                  <a:pt x="218" y="108"/>
                  <a:pt x="218" y="109"/>
                  <a:pt x="218" y="109"/>
                </a:cubicBezTo>
                <a:cubicBezTo>
                  <a:pt x="219" y="110"/>
                  <a:pt x="218" y="110"/>
                  <a:pt x="218" y="110"/>
                </a:cubicBezTo>
                <a:cubicBezTo>
                  <a:pt x="218" y="108"/>
                  <a:pt x="217" y="107"/>
                  <a:pt x="217" y="106"/>
                </a:cubicBezTo>
                <a:cubicBezTo>
                  <a:pt x="217" y="105"/>
                  <a:pt x="217" y="104"/>
                  <a:pt x="218" y="104"/>
                </a:cubicBezTo>
                <a:cubicBezTo>
                  <a:pt x="218" y="104"/>
                  <a:pt x="219" y="104"/>
                  <a:pt x="219" y="103"/>
                </a:cubicBezTo>
                <a:cubicBezTo>
                  <a:pt x="219" y="103"/>
                  <a:pt x="219" y="103"/>
                  <a:pt x="220" y="103"/>
                </a:cubicBezTo>
                <a:cubicBezTo>
                  <a:pt x="220" y="103"/>
                  <a:pt x="220" y="103"/>
                  <a:pt x="220" y="103"/>
                </a:cubicBezTo>
                <a:cubicBezTo>
                  <a:pt x="220" y="103"/>
                  <a:pt x="221" y="104"/>
                  <a:pt x="221" y="103"/>
                </a:cubicBezTo>
                <a:cubicBezTo>
                  <a:pt x="221" y="102"/>
                  <a:pt x="221" y="103"/>
                  <a:pt x="222" y="102"/>
                </a:cubicBezTo>
                <a:cubicBezTo>
                  <a:pt x="221" y="102"/>
                  <a:pt x="222" y="102"/>
                  <a:pt x="222" y="102"/>
                </a:cubicBezTo>
                <a:cubicBezTo>
                  <a:pt x="220" y="102"/>
                  <a:pt x="220" y="103"/>
                  <a:pt x="219" y="103"/>
                </a:cubicBezTo>
                <a:cubicBezTo>
                  <a:pt x="219" y="103"/>
                  <a:pt x="219" y="103"/>
                  <a:pt x="219" y="102"/>
                </a:cubicBezTo>
                <a:cubicBezTo>
                  <a:pt x="218" y="101"/>
                  <a:pt x="218" y="99"/>
                  <a:pt x="217" y="98"/>
                </a:cubicBezTo>
                <a:cubicBezTo>
                  <a:pt x="217" y="97"/>
                  <a:pt x="217" y="95"/>
                  <a:pt x="216" y="94"/>
                </a:cubicBezTo>
                <a:cubicBezTo>
                  <a:pt x="216" y="94"/>
                  <a:pt x="216" y="93"/>
                  <a:pt x="216" y="92"/>
                </a:cubicBezTo>
                <a:cubicBezTo>
                  <a:pt x="215" y="92"/>
                  <a:pt x="215" y="91"/>
                  <a:pt x="216" y="91"/>
                </a:cubicBezTo>
                <a:cubicBezTo>
                  <a:pt x="216" y="90"/>
                  <a:pt x="216" y="90"/>
                  <a:pt x="216" y="90"/>
                </a:cubicBezTo>
                <a:cubicBezTo>
                  <a:pt x="215" y="89"/>
                  <a:pt x="214" y="88"/>
                  <a:pt x="214" y="87"/>
                </a:cubicBezTo>
                <a:cubicBezTo>
                  <a:pt x="216" y="86"/>
                  <a:pt x="216" y="86"/>
                  <a:pt x="216" y="86"/>
                </a:cubicBezTo>
                <a:cubicBezTo>
                  <a:pt x="218" y="85"/>
                  <a:pt x="218" y="85"/>
                  <a:pt x="218" y="85"/>
                </a:cubicBezTo>
                <a:cubicBezTo>
                  <a:pt x="220" y="86"/>
                  <a:pt x="220" y="86"/>
                  <a:pt x="220" y="86"/>
                </a:cubicBezTo>
                <a:cubicBezTo>
                  <a:pt x="221" y="84"/>
                  <a:pt x="221" y="84"/>
                  <a:pt x="221" y="84"/>
                </a:cubicBezTo>
                <a:cubicBezTo>
                  <a:pt x="222" y="85"/>
                  <a:pt x="222" y="85"/>
                  <a:pt x="222" y="85"/>
                </a:cubicBezTo>
                <a:cubicBezTo>
                  <a:pt x="222" y="85"/>
                  <a:pt x="223" y="84"/>
                  <a:pt x="223" y="84"/>
                </a:cubicBezTo>
                <a:cubicBezTo>
                  <a:pt x="223" y="84"/>
                  <a:pt x="224" y="83"/>
                  <a:pt x="224" y="83"/>
                </a:cubicBezTo>
                <a:cubicBezTo>
                  <a:pt x="224" y="83"/>
                  <a:pt x="226" y="83"/>
                  <a:pt x="226" y="83"/>
                </a:cubicBezTo>
                <a:cubicBezTo>
                  <a:pt x="228" y="82"/>
                  <a:pt x="228" y="82"/>
                  <a:pt x="228" y="82"/>
                </a:cubicBezTo>
                <a:cubicBezTo>
                  <a:pt x="228" y="82"/>
                  <a:pt x="228" y="82"/>
                  <a:pt x="228" y="82"/>
                </a:cubicBezTo>
                <a:cubicBezTo>
                  <a:pt x="229" y="82"/>
                  <a:pt x="229" y="82"/>
                  <a:pt x="229" y="82"/>
                </a:cubicBezTo>
                <a:cubicBezTo>
                  <a:pt x="229" y="81"/>
                  <a:pt x="229" y="81"/>
                  <a:pt x="229" y="81"/>
                </a:cubicBezTo>
                <a:cubicBezTo>
                  <a:pt x="230" y="81"/>
                  <a:pt x="230" y="81"/>
                  <a:pt x="230" y="81"/>
                </a:cubicBezTo>
                <a:cubicBezTo>
                  <a:pt x="230" y="81"/>
                  <a:pt x="230" y="81"/>
                  <a:pt x="230" y="81"/>
                </a:cubicBezTo>
                <a:cubicBezTo>
                  <a:pt x="230" y="83"/>
                  <a:pt x="231" y="84"/>
                  <a:pt x="232" y="85"/>
                </a:cubicBezTo>
                <a:cubicBezTo>
                  <a:pt x="232" y="86"/>
                  <a:pt x="232" y="85"/>
                  <a:pt x="233" y="85"/>
                </a:cubicBezTo>
                <a:cubicBezTo>
                  <a:pt x="233" y="85"/>
                  <a:pt x="233" y="85"/>
                  <a:pt x="233" y="85"/>
                </a:cubicBezTo>
                <a:cubicBezTo>
                  <a:pt x="234" y="85"/>
                  <a:pt x="234" y="85"/>
                  <a:pt x="235" y="85"/>
                </a:cubicBezTo>
                <a:cubicBezTo>
                  <a:pt x="235" y="84"/>
                  <a:pt x="236" y="84"/>
                  <a:pt x="236" y="84"/>
                </a:cubicBezTo>
                <a:cubicBezTo>
                  <a:pt x="236" y="83"/>
                  <a:pt x="236" y="83"/>
                  <a:pt x="235" y="82"/>
                </a:cubicBezTo>
                <a:cubicBezTo>
                  <a:pt x="235" y="82"/>
                  <a:pt x="235" y="82"/>
                  <a:pt x="235" y="82"/>
                </a:cubicBezTo>
                <a:cubicBezTo>
                  <a:pt x="235" y="81"/>
                  <a:pt x="235" y="81"/>
                  <a:pt x="235" y="80"/>
                </a:cubicBezTo>
                <a:cubicBezTo>
                  <a:pt x="235" y="80"/>
                  <a:pt x="235" y="80"/>
                  <a:pt x="235" y="80"/>
                </a:cubicBezTo>
                <a:cubicBezTo>
                  <a:pt x="235" y="79"/>
                  <a:pt x="235" y="77"/>
                  <a:pt x="234" y="76"/>
                </a:cubicBezTo>
                <a:cubicBezTo>
                  <a:pt x="234" y="76"/>
                  <a:pt x="233" y="76"/>
                  <a:pt x="233" y="75"/>
                </a:cubicBezTo>
                <a:cubicBezTo>
                  <a:pt x="233" y="75"/>
                  <a:pt x="233" y="74"/>
                  <a:pt x="234" y="74"/>
                </a:cubicBezTo>
                <a:cubicBezTo>
                  <a:pt x="234" y="74"/>
                  <a:pt x="234" y="74"/>
                  <a:pt x="234" y="74"/>
                </a:cubicBezTo>
                <a:cubicBezTo>
                  <a:pt x="234" y="74"/>
                  <a:pt x="234" y="74"/>
                  <a:pt x="234" y="74"/>
                </a:cubicBezTo>
                <a:cubicBezTo>
                  <a:pt x="234" y="73"/>
                  <a:pt x="234" y="73"/>
                  <a:pt x="234" y="73"/>
                </a:cubicBezTo>
                <a:cubicBezTo>
                  <a:pt x="235" y="73"/>
                  <a:pt x="235" y="72"/>
                  <a:pt x="235" y="72"/>
                </a:cubicBezTo>
                <a:cubicBezTo>
                  <a:pt x="235" y="72"/>
                  <a:pt x="235" y="71"/>
                  <a:pt x="235" y="71"/>
                </a:cubicBezTo>
                <a:cubicBezTo>
                  <a:pt x="233" y="70"/>
                  <a:pt x="234" y="69"/>
                  <a:pt x="234" y="68"/>
                </a:cubicBezTo>
                <a:cubicBezTo>
                  <a:pt x="234" y="67"/>
                  <a:pt x="234" y="67"/>
                  <a:pt x="234" y="67"/>
                </a:cubicBezTo>
                <a:cubicBezTo>
                  <a:pt x="234" y="67"/>
                  <a:pt x="233" y="66"/>
                  <a:pt x="233" y="66"/>
                </a:cubicBezTo>
                <a:cubicBezTo>
                  <a:pt x="232" y="65"/>
                  <a:pt x="232" y="65"/>
                  <a:pt x="232" y="65"/>
                </a:cubicBezTo>
                <a:cubicBezTo>
                  <a:pt x="232" y="65"/>
                  <a:pt x="231" y="65"/>
                  <a:pt x="231" y="64"/>
                </a:cubicBezTo>
                <a:cubicBezTo>
                  <a:pt x="231" y="64"/>
                  <a:pt x="231" y="64"/>
                  <a:pt x="231" y="63"/>
                </a:cubicBezTo>
                <a:cubicBezTo>
                  <a:pt x="231" y="62"/>
                  <a:pt x="232" y="62"/>
                  <a:pt x="233" y="63"/>
                </a:cubicBezTo>
                <a:cubicBezTo>
                  <a:pt x="233" y="63"/>
                  <a:pt x="234" y="64"/>
                  <a:pt x="235" y="64"/>
                </a:cubicBezTo>
                <a:cubicBezTo>
                  <a:pt x="235" y="64"/>
                  <a:pt x="236" y="65"/>
                  <a:pt x="236" y="66"/>
                </a:cubicBezTo>
                <a:cubicBezTo>
                  <a:pt x="236" y="66"/>
                  <a:pt x="236" y="66"/>
                  <a:pt x="236" y="66"/>
                </a:cubicBezTo>
                <a:cubicBezTo>
                  <a:pt x="236" y="66"/>
                  <a:pt x="236" y="66"/>
                  <a:pt x="236" y="66"/>
                </a:cubicBezTo>
                <a:cubicBezTo>
                  <a:pt x="236" y="66"/>
                  <a:pt x="236" y="66"/>
                  <a:pt x="236" y="66"/>
                </a:cubicBezTo>
                <a:cubicBezTo>
                  <a:pt x="236" y="66"/>
                  <a:pt x="237" y="66"/>
                  <a:pt x="237" y="67"/>
                </a:cubicBezTo>
                <a:cubicBezTo>
                  <a:pt x="237" y="68"/>
                  <a:pt x="237" y="68"/>
                  <a:pt x="236" y="69"/>
                </a:cubicBezTo>
                <a:cubicBezTo>
                  <a:pt x="237" y="69"/>
                  <a:pt x="237" y="69"/>
                  <a:pt x="237" y="69"/>
                </a:cubicBezTo>
                <a:cubicBezTo>
                  <a:pt x="238" y="69"/>
                  <a:pt x="238" y="70"/>
                  <a:pt x="238" y="70"/>
                </a:cubicBezTo>
                <a:cubicBezTo>
                  <a:pt x="238" y="71"/>
                  <a:pt x="238" y="71"/>
                  <a:pt x="239" y="71"/>
                </a:cubicBezTo>
                <a:cubicBezTo>
                  <a:pt x="239" y="71"/>
                  <a:pt x="240" y="70"/>
                  <a:pt x="240" y="70"/>
                </a:cubicBezTo>
                <a:cubicBezTo>
                  <a:pt x="240" y="70"/>
                  <a:pt x="240" y="70"/>
                  <a:pt x="240" y="70"/>
                </a:cubicBezTo>
                <a:cubicBezTo>
                  <a:pt x="241" y="70"/>
                  <a:pt x="241" y="70"/>
                  <a:pt x="241" y="70"/>
                </a:cubicBezTo>
                <a:cubicBezTo>
                  <a:pt x="241" y="70"/>
                  <a:pt x="241" y="70"/>
                  <a:pt x="241" y="70"/>
                </a:cubicBezTo>
                <a:cubicBezTo>
                  <a:pt x="242" y="69"/>
                  <a:pt x="242" y="69"/>
                  <a:pt x="243" y="70"/>
                </a:cubicBezTo>
                <a:cubicBezTo>
                  <a:pt x="243" y="71"/>
                  <a:pt x="243" y="71"/>
                  <a:pt x="242" y="71"/>
                </a:cubicBezTo>
                <a:cubicBezTo>
                  <a:pt x="242" y="71"/>
                  <a:pt x="241" y="72"/>
                  <a:pt x="241" y="72"/>
                </a:cubicBezTo>
                <a:cubicBezTo>
                  <a:pt x="241" y="72"/>
                  <a:pt x="241" y="72"/>
                  <a:pt x="241" y="72"/>
                </a:cubicBezTo>
                <a:cubicBezTo>
                  <a:pt x="240" y="73"/>
                  <a:pt x="240" y="73"/>
                  <a:pt x="241" y="74"/>
                </a:cubicBezTo>
                <a:cubicBezTo>
                  <a:pt x="243" y="74"/>
                  <a:pt x="243" y="74"/>
                  <a:pt x="243" y="75"/>
                </a:cubicBezTo>
                <a:cubicBezTo>
                  <a:pt x="244" y="76"/>
                  <a:pt x="244" y="77"/>
                  <a:pt x="244" y="77"/>
                </a:cubicBezTo>
                <a:cubicBezTo>
                  <a:pt x="244" y="77"/>
                  <a:pt x="244" y="77"/>
                  <a:pt x="244" y="78"/>
                </a:cubicBezTo>
                <a:cubicBezTo>
                  <a:pt x="244" y="78"/>
                  <a:pt x="244" y="78"/>
                  <a:pt x="244" y="78"/>
                </a:cubicBezTo>
                <a:cubicBezTo>
                  <a:pt x="244" y="79"/>
                  <a:pt x="243" y="79"/>
                  <a:pt x="243" y="80"/>
                </a:cubicBezTo>
                <a:cubicBezTo>
                  <a:pt x="243" y="80"/>
                  <a:pt x="243" y="80"/>
                  <a:pt x="244" y="80"/>
                </a:cubicBezTo>
                <a:cubicBezTo>
                  <a:pt x="244" y="79"/>
                  <a:pt x="244" y="79"/>
                  <a:pt x="244" y="79"/>
                </a:cubicBezTo>
                <a:cubicBezTo>
                  <a:pt x="244" y="79"/>
                  <a:pt x="245" y="80"/>
                  <a:pt x="245" y="80"/>
                </a:cubicBezTo>
                <a:cubicBezTo>
                  <a:pt x="245" y="81"/>
                  <a:pt x="245" y="82"/>
                  <a:pt x="245" y="83"/>
                </a:cubicBezTo>
                <a:cubicBezTo>
                  <a:pt x="245" y="85"/>
                  <a:pt x="245" y="86"/>
                  <a:pt x="245" y="87"/>
                </a:cubicBezTo>
                <a:cubicBezTo>
                  <a:pt x="245" y="87"/>
                  <a:pt x="245" y="87"/>
                  <a:pt x="245" y="87"/>
                </a:cubicBezTo>
                <a:cubicBezTo>
                  <a:pt x="245" y="87"/>
                  <a:pt x="245" y="87"/>
                  <a:pt x="245" y="88"/>
                </a:cubicBezTo>
                <a:cubicBezTo>
                  <a:pt x="245" y="88"/>
                  <a:pt x="245" y="88"/>
                  <a:pt x="245" y="89"/>
                </a:cubicBezTo>
                <a:cubicBezTo>
                  <a:pt x="245" y="90"/>
                  <a:pt x="245" y="90"/>
                  <a:pt x="245" y="90"/>
                </a:cubicBezTo>
                <a:cubicBezTo>
                  <a:pt x="245" y="92"/>
                  <a:pt x="245" y="92"/>
                  <a:pt x="245" y="92"/>
                </a:cubicBezTo>
                <a:cubicBezTo>
                  <a:pt x="244" y="92"/>
                  <a:pt x="244" y="92"/>
                  <a:pt x="244" y="92"/>
                </a:cubicBezTo>
                <a:cubicBezTo>
                  <a:pt x="244" y="93"/>
                  <a:pt x="244" y="93"/>
                  <a:pt x="244" y="93"/>
                </a:cubicBezTo>
                <a:cubicBezTo>
                  <a:pt x="244" y="94"/>
                  <a:pt x="244" y="94"/>
                  <a:pt x="244" y="94"/>
                </a:cubicBezTo>
                <a:cubicBezTo>
                  <a:pt x="244" y="94"/>
                  <a:pt x="244" y="94"/>
                  <a:pt x="244" y="94"/>
                </a:cubicBezTo>
                <a:cubicBezTo>
                  <a:pt x="243" y="93"/>
                  <a:pt x="243" y="93"/>
                  <a:pt x="243" y="93"/>
                </a:cubicBezTo>
                <a:cubicBezTo>
                  <a:pt x="243" y="94"/>
                  <a:pt x="243" y="94"/>
                  <a:pt x="243" y="94"/>
                </a:cubicBezTo>
                <a:cubicBezTo>
                  <a:pt x="243" y="95"/>
                  <a:pt x="243" y="95"/>
                  <a:pt x="243" y="95"/>
                </a:cubicBezTo>
                <a:cubicBezTo>
                  <a:pt x="243" y="96"/>
                  <a:pt x="243" y="96"/>
                  <a:pt x="243" y="96"/>
                </a:cubicBezTo>
                <a:cubicBezTo>
                  <a:pt x="243" y="97"/>
                  <a:pt x="243" y="97"/>
                  <a:pt x="243" y="97"/>
                </a:cubicBezTo>
                <a:cubicBezTo>
                  <a:pt x="243" y="97"/>
                  <a:pt x="243" y="97"/>
                  <a:pt x="243" y="97"/>
                </a:cubicBezTo>
                <a:cubicBezTo>
                  <a:pt x="243" y="98"/>
                  <a:pt x="243" y="98"/>
                  <a:pt x="243" y="98"/>
                </a:cubicBezTo>
                <a:cubicBezTo>
                  <a:pt x="245" y="100"/>
                  <a:pt x="245" y="100"/>
                  <a:pt x="245" y="100"/>
                </a:cubicBezTo>
                <a:cubicBezTo>
                  <a:pt x="245" y="102"/>
                  <a:pt x="245" y="102"/>
                  <a:pt x="245" y="102"/>
                </a:cubicBezTo>
                <a:cubicBezTo>
                  <a:pt x="245" y="102"/>
                  <a:pt x="245" y="103"/>
                  <a:pt x="245" y="104"/>
                </a:cubicBezTo>
                <a:cubicBezTo>
                  <a:pt x="245" y="104"/>
                  <a:pt x="245" y="105"/>
                  <a:pt x="245" y="105"/>
                </a:cubicBezTo>
                <a:cubicBezTo>
                  <a:pt x="246" y="106"/>
                  <a:pt x="246" y="106"/>
                  <a:pt x="246" y="106"/>
                </a:cubicBezTo>
                <a:cubicBezTo>
                  <a:pt x="246" y="106"/>
                  <a:pt x="246" y="106"/>
                  <a:pt x="246" y="106"/>
                </a:cubicBezTo>
                <a:cubicBezTo>
                  <a:pt x="246" y="106"/>
                  <a:pt x="246" y="107"/>
                  <a:pt x="246" y="107"/>
                </a:cubicBezTo>
                <a:cubicBezTo>
                  <a:pt x="246" y="107"/>
                  <a:pt x="246" y="108"/>
                  <a:pt x="246" y="108"/>
                </a:cubicBezTo>
                <a:cubicBezTo>
                  <a:pt x="246" y="108"/>
                  <a:pt x="246" y="109"/>
                  <a:pt x="246" y="109"/>
                </a:cubicBezTo>
                <a:cubicBezTo>
                  <a:pt x="247" y="109"/>
                  <a:pt x="248" y="110"/>
                  <a:pt x="249" y="110"/>
                </a:cubicBezTo>
                <a:cubicBezTo>
                  <a:pt x="249" y="110"/>
                  <a:pt x="249" y="111"/>
                  <a:pt x="249" y="111"/>
                </a:cubicBezTo>
                <a:cubicBezTo>
                  <a:pt x="249" y="111"/>
                  <a:pt x="249" y="114"/>
                  <a:pt x="249" y="114"/>
                </a:cubicBezTo>
                <a:cubicBezTo>
                  <a:pt x="251" y="116"/>
                  <a:pt x="251" y="116"/>
                  <a:pt x="251" y="116"/>
                </a:cubicBezTo>
                <a:cubicBezTo>
                  <a:pt x="251" y="116"/>
                  <a:pt x="251" y="115"/>
                  <a:pt x="252" y="115"/>
                </a:cubicBezTo>
                <a:cubicBezTo>
                  <a:pt x="252" y="115"/>
                  <a:pt x="253" y="116"/>
                  <a:pt x="253" y="116"/>
                </a:cubicBezTo>
                <a:cubicBezTo>
                  <a:pt x="253" y="117"/>
                  <a:pt x="254" y="117"/>
                  <a:pt x="254" y="117"/>
                </a:cubicBezTo>
                <a:cubicBezTo>
                  <a:pt x="254" y="117"/>
                  <a:pt x="255" y="118"/>
                  <a:pt x="255" y="117"/>
                </a:cubicBezTo>
                <a:cubicBezTo>
                  <a:pt x="255" y="117"/>
                  <a:pt x="257" y="119"/>
                  <a:pt x="257" y="119"/>
                </a:cubicBezTo>
                <a:cubicBezTo>
                  <a:pt x="259" y="119"/>
                  <a:pt x="259" y="119"/>
                  <a:pt x="259" y="119"/>
                </a:cubicBezTo>
                <a:cubicBezTo>
                  <a:pt x="259" y="120"/>
                  <a:pt x="259" y="120"/>
                  <a:pt x="259" y="120"/>
                </a:cubicBezTo>
                <a:cubicBezTo>
                  <a:pt x="259" y="120"/>
                  <a:pt x="259" y="121"/>
                  <a:pt x="259" y="121"/>
                </a:cubicBezTo>
                <a:cubicBezTo>
                  <a:pt x="259" y="121"/>
                  <a:pt x="260" y="122"/>
                  <a:pt x="260" y="122"/>
                </a:cubicBezTo>
                <a:close/>
                <a:moveTo>
                  <a:pt x="218" y="166"/>
                </a:moveTo>
                <a:cubicBezTo>
                  <a:pt x="219" y="166"/>
                  <a:pt x="219" y="166"/>
                  <a:pt x="219" y="166"/>
                </a:cubicBezTo>
                <a:cubicBezTo>
                  <a:pt x="221" y="164"/>
                  <a:pt x="221" y="164"/>
                  <a:pt x="221" y="164"/>
                </a:cubicBezTo>
                <a:cubicBezTo>
                  <a:pt x="221" y="163"/>
                  <a:pt x="221" y="163"/>
                  <a:pt x="221" y="163"/>
                </a:cubicBezTo>
                <a:cubicBezTo>
                  <a:pt x="221" y="162"/>
                  <a:pt x="221" y="162"/>
                  <a:pt x="221" y="162"/>
                </a:cubicBezTo>
                <a:cubicBezTo>
                  <a:pt x="222" y="162"/>
                  <a:pt x="222" y="162"/>
                  <a:pt x="222" y="162"/>
                </a:cubicBezTo>
                <a:cubicBezTo>
                  <a:pt x="222" y="162"/>
                  <a:pt x="222" y="161"/>
                  <a:pt x="222" y="161"/>
                </a:cubicBezTo>
                <a:cubicBezTo>
                  <a:pt x="222" y="161"/>
                  <a:pt x="222" y="159"/>
                  <a:pt x="222" y="159"/>
                </a:cubicBezTo>
                <a:cubicBezTo>
                  <a:pt x="222" y="159"/>
                  <a:pt x="222" y="158"/>
                  <a:pt x="222" y="158"/>
                </a:cubicBezTo>
                <a:cubicBezTo>
                  <a:pt x="222" y="158"/>
                  <a:pt x="222" y="156"/>
                  <a:pt x="222" y="156"/>
                </a:cubicBezTo>
                <a:cubicBezTo>
                  <a:pt x="222" y="156"/>
                  <a:pt x="221" y="156"/>
                  <a:pt x="221" y="156"/>
                </a:cubicBezTo>
                <a:cubicBezTo>
                  <a:pt x="220" y="154"/>
                  <a:pt x="220" y="154"/>
                  <a:pt x="220" y="154"/>
                </a:cubicBezTo>
                <a:cubicBezTo>
                  <a:pt x="220" y="154"/>
                  <a:pt x="220" y="152"/>
                  <a:pt x="220" y="152"/>
                </a:cubicBezTo>
                <a:cubicBezTo>
                  <a:pt x="220" y="152"/>
                  <a:pt x="218" y="151"/>
                  <a:pt x="218" y="151"/>
                </a:cubicBezTo>
                <a:cubicBezTo>
                  <a:pt x="218" y="151"/>
                  <a:pt x="218" y="150"/>
                  <a:pt x="218" y="150"/>
                </a:cubicBezTo>
                <a:cubicBezTo>
                  <a:pt x="218" y="150"/>
                  <a:pt x="216" y="150"/>
                  <a:pt x="216" y="150"/>
                </a:cubicBezTo>
                <a:cubicBezTo>
                  <a:pt x="216" y="148"/>
                  <a:pt x="216" y="148"/>
                  <a:pt x="216" y="148"/>
                </a:cubicBezTo>
                <a:cubicBezTo>
                  <a:pt x="215" y="147"/>
                  <a:pt x="215" y="147"/>
                  <a:pt x="215" y="147"/>
                </a:cubicBezTo>
                <a:cubicBezTo>
                  <a:pt x="215" y="145"/>
                  <a:pt x="215" y="145"/>
                  <a:pt x="215" y="145"/>
                </a:cubicBezTo>
                <a:cubicBezTo>
                  <a:pt x="216" y="143"/>
                  <a:pt x="216" y="143"/>
                  <a:pt x="216" y="143"/>
                </a:cubicBezTo>
                <a:cubicBezTo>
                  <a:pt x="217" y="143"/>
                  <a:pt x="217" y="143"/>
                  <a:pt x="217" y="143"/>
                </a:cubicBezTo>
                <a:cubicBezTo>
                  <a:pt x="217" y="140"/>
                  <a:pt x="217" y="140"/>
                  <a:pt x="217" y="140"/>
                </a:cubicBezTo>
                <a:cubicBezTo>
                  <a:pt x="217" y="140"/>
                  <a:pt x="217" y="140"/>
                  <a:pt x="217" y="140"/>
                </a:cubicBezTo>
                <a:cubicBezTo>
                  <a:pt x="218" y="138"/>
                  <a:pt x="218" y="138"/>
                  <a:pt x="218" y="138"/>
                </a:cubicBezTo>
                <a:cubicBezTo>
                  <a:pt x="218" y="138"/>
                  <a:pt x="218" y="138"/>
                  <a:pt x="218" y="138"/>
                </a:cubicBezTo>
                <a:cubicBezTo>
                  <a:pt x="218" y="138"/>
                  <a:pt x="218" y="138"/>
                  <a:pt x="218" y="138"/>
                </a:cubicBezTo>
                <a:cubicBezTo>
                  <a:pt x="218" y="137"/>
                  <a:pt x="218" y="137"/>
                  <a:pt x="218" y="137"/>
                </a:cubicBezTo>
                <a:cubicBezTo>
                  <a:pt x="218" y="134"/>
                  <a:pt x="218" y="134"/>
                  <a:pt x="218" y="134"/>
                </a:cubicBezTo>
                <a:cubicBezTo>
                  <a:pt x="219" y="133"/>
                  <a:pt x="219" y="133"/>
                  <a:pt x="219" y="133"/>
                </a:cubicBezTo>
                <a:cubicBezTo>
                  <a:pt x="218" y="132"/>
                  <a:pt x="218" y="132"/>
                  <a:pt x="218" y="132"/>
                </a:cubicBezTo>
                <a:cubicBezTo>
                  <a:pt x="216" y="133"/>
                  <a:pt x="216" y="133"/>
                  <a:pt x="216" y="133"/>
                </a:cubicBezTo>
                <a:cubicBezTo>
                  <a:pt x="216" y="133"/>
                  <a:pt x="214" y="132"/>
                  <a:pt x="214" y="132"/>
                </a:cubicBezTo>
                <a:cubicBezTo>
                  <a:pt x="214" y="132"/>
                  <a:pt x="213" y="132"/>
                  <a:pt x="213" y="132"/>
                </a:cubicBezTo>
                <a:cubicBezTo>
                  <a:pt x="213" y="132"/>
                  <a:pt x="213" y="132"/>
                  <a:pt x="213" y="132"/>
                </a:cubicBezTo>
                <a:cubicBezTo>
                  <a:pt x="212" y="133"/>
                  <a:pt x="212" y="133"/>
                  <a:pt x="213" y="133"/>
                </a:cubicBezTo>
                <a:cubicBezTo>
                  <a:pt x="213" y="134"/>
                  <a:pt x="213" y="135"/>
                  <a:pt x="213" y="135"/>
                </a:cubicBezTo>
                <a:cubicBezTo>
                  <a:pt x="212" y="136"/>
                  <a:pt x="212" y="137"/>
                  <a:pt x="211" y="138"/>
                </a:cubicBezTo>
                <a:cubicBezTo>
                  <a:pt x="210" y="138"/>
                  <a:pt x="210" y="139"/>
                  <a:pt x="209" y="140"/>
                </a:cubicBezTo>
                <a:cubicBezTo>
                  <a:pt x="208" y="140"/>
                  <a:pt x="207" y="141"/>
                  <a:pt x="206" y="141"/>
                </a:cubicBezTo>
                <a:cubicBezTo>
                  <a:pt x="205" y="141"/>
                  <a:pt x="204" y="141"/>
                  <a:pt x="204" y="141"/>
                </a:cubicBezTo>
                <a:cubicBezTo>
                  <a:pt x="204" y="141"/>
                  <a:pt x="204" y="141"/>
                  <a:pt x="204" y="141"/>
                </a:cubicBezTo>
                <a:cubicBezTo>
                  <a:pt x="203" y="140"/>
                  <a:pt x="202" y="141"/>
                  <a:pt x="202" y="142"/>
                </a:cubicBezTo>
                <a:cubicBezTo>
                  <a:pt x="201" y="142"/>
                  <a:pt x="200" y="142"/>
                  <a:pt x="200" y="143"/>
                </a:cubicBezTo>
                <a:cubicBezTo>
                  <a:pt x="199" y="143"/>
                  <a:pt x="198" y="144"/>
                  <a:pt x="197" y="145"/>
                </a:cubicBezTo>
                <a:cubicBezTo>
                  <a:pt x="196" y="145"/>
                  <a:pt x="196" y="145"/>
                  <a:pt x="196" y="145"/>
                </a:cubicBezTo>
                <a:cubicBezTo>
                  <a:pt x="194" y="146"/>
                  <a:pt x="193" y="148"/>
                  <a:pt x="192" y="150"/>
                </a:cubicBezTo>
                <a:cubicBezTo>
                  <a:pt x="192" y="151"/>
                  <a:pt x="192" y="151"/>
                  <a:pt x="192" y="152"/>
                </a:cubicBezTo>
                <a:cubicBezTo>
                  <a:pt x="193" y="153"/>
                  <a:pt x="192" y="154"/>
                  <a:pt x="194" y="155"/>
                </a:cubicBezTo>
                <a:cubicBezTo>
                  <a:pt x="194" y="156"/>
                  <a:pt x="195" y="156"/>
                  <a:pt x="195" y="157"/>
                </a:cubicBezTo>
                <a:cubicBezTo>
                  <a:pt x="196" y="158"/>
                  <a:pt x="196" y="158"/>
                  <a:pt x="197" y="158"/>
                </a:cubicBezTo>
                <a:cubicBezTo>
                  <a:pt x="199" y="159"/>
                  <a:pt x="200" y="160"/>
                  <a:pt x="201" y="160"/>
                </a:cubicBezTo>
                <a:cubicBezTo>
                  <a:pt x="203" y="160"/>
                  <a:pt x="204" y="160"/>
                  <a:pt x="205" y="161"/>
                </a:cubicBezTo>
                <a:cubicBezTo>
                  <a:pt x="206" y="161"/>
                  <a:pt x="207" y="162"/>
                  <a:pt x="207" y="163"/>
                </a:cubicBezTo>
                <a:cubicBezTo>
                  <a:pt x="208" y="164"/>
                  <a:pt x="209" y="165"/>
                  <a:pt x="209" y="165"/>
                </a:cubicBezTo>
                <a:cubicBezTo>
                  <a:pt x="211" y="166"/>
                  <a:pt x="212" y="167"/>
                  <a:pt x="214" y="168"/>
                </a:cubicBezTo>
                <a:cubicBezTo>
                  <a:pt x="215" y="168"/>
                  <a:pt x="216" y="169"/>
                  <a:pt x="217" y="169"/>
                </a:cubicBezTo>
                <a:cubicBezTo>
                  <a:pt x="217" y="168"/>
                  <a:pt x="217" y="168"/>
                  <a:pt x="217" y="168"/>
                </a:cubicBezTo>
                <a:lnTo>
                  <a:pt x="218" y="166"/>
                </a:lnTo>
                <a:close/>
                <a:moveTo>
                  <a:pt x="170" y="188"/>
                </a:moveTo>
                <a:cubicBezTo>
                  <a:pt x="170" y="188"/>
                  <a:pt x="170" y="187"/>
                  <a:pt x="169" y="188"/>
                </a:cubicBezTo>
                <a:cubicBezTo>
                  <a:pt x="170" y="188"/>
                  <a:pt x="170" y="188"/>
                  <a:pt x="170" y="188"/>
                </a:cubicBezTo>
                <a:close/>
                <a:moveTo>
                  <a:pt x="164" y="242"/>
                </a:moveTo>
                <a:cubicBezTo>
                  <a:pt x="163" y="243"/>
                  <a:pt x="163" y="243"/>
                  <a:pt x="163" y="243"/>
                </a:cubicBezTo>
                <a:cubicBezTo>
                  <a:pt x="163" y="243"/>
                  <a:pt x="163" y="243"/>
                  <a:pt x="163" y="243"/>
                </a:cubicBezTo>
                <a:cubicBezTo>
                  <a:pt x="163" y="243"/>
                  <a:pt x="163" y="243"/>
                  <a:pt x="163" y="243"/>
                </a:cubicBezTo>
                <a:cubicBezTo>
                  <a:pt x="161" y="243"/>
                  <a:pt x="161" y="243"/>
                  <a:pt x="161" y="243"/>
                </a:cubicBezTo>
                <a:cubicBezTo>
                  <a:pt x="161" y="245"/>
                  <a:pt x="161" y="245"/>
                  <a:pt x="161" y="245"/>
                </a:cubicBezTo>
                <a:cubicBezTo>
                  <a:pt x="161" y="246"/>
                  <a:pt x="161" y="246"/>
                  <a:pt x="161" y="246"/>
                </a:cubicBezTo>
                <a:cubicBezTo>
                  <a:pt x="159" y="247"/>
                  <a:pt x="159" y="247"/>
                  <a:pt x="159" y="247"/>
                </a:cubicBezTo>
                <a:cubicBezTo>
                  <a:pt x="158" y="248"/>
                  <a:pt x="158" y="248"/>
                  <a:pt x="158" y="248"/>
                </a:cubicBezTo>
                <a:cubicBezTo>
                  <a:pt x="157" y="249"/>
                  <a:pt x="157" y="249"/>
                  <a:pt x="157" y="249"/>
                </a:cubicBezTo>
                <a:cubicBezTo>
                  <a:pt x="157" y="249"/>
                  <a:pt x="156" y="249"/>
                  <a:pt x="156" y="249"/>
                </a:cubicBezTo>
                <a:cubicBezTo>
                  <a:pt x="156" y="249"/>
                  <a:pt x="157" y="250"/>
                  <a:pt x="157" y="250"/>
                </a:cubicBezTo>
                <a:cubicBezTo>
                  <a:pt x="157" y="250"/>
                  <a:pt x="157" y="250"/>
                  <a:pt x="157" y="250"/>
                </a:cubicBezTo>
                <a:cubicBezTo>
                  <a:pt x="157" y="250"/>
                  <a:pt x="155" y="250"/>
                  <a:pt x="155" y="250"/>
                </a:cubicBezTo>
                <a:cubicBezTo>
                  <a:pt x="154" y="250"/>
                  <a:pt x="154" y="250"/>
                  <a:pt x="154" y="250"/>
                </a:cubicBezTo>
                <a:cubicBezTo>
                  <a:pt x="153" y="248"/>
                  <a:pt x="153" y="248"/>
                  <a:pt x="153" y="248"/>
                </a:cubicBezTo>
                <a:cubicBezTo>
                  <a:pt x="154" y="245"/>
                  <a:pt x="154" y="245"/>
                  <a:pt x="154" y="245"/>
                </a:cubicBezTo>
                <a:cubicBezTo>
                  <a:pt x="153" y="245"/>
                  <a:pt x="153" y="245"/>
                  <a:pt x="153" y="245"/>
                </a:cubicBezTo>
                <a:cubicBezTo>
                  <a:pt x="153" y="245"/>
                  <a:pt x="153" y="245"/>
                  <a:pt x="152" y="245"/>
                </a:cubicBezTo>
                <a:cubicBezTo>
                  <a:pt x="152" y="245"/>
                  <a:pt x="151" y="245"/>
                  <a:pt x="151" y="244"/>
                </a:cubicBezTo>
                <a:cubicBezTo>
                  <a:pt x="151" y="244"/>
                  <a:pt x="150" y="243"/>
                  <a:pt x="150" y="243"/>
                </a:cubicBezTo>
                <a:cubicBezTo>
                  <a:pt x="150" y="243"/>
                  <a:pt x="150" y="243"/>
                  <a:pt x="149" y="243"/>
                </a:cubicBezTo>
                <a:cubicBezTo>
                  <a:pt x="149" y="243"/>
                  <a:pt x="148" y="243"/>
                  <a:pt x="148" y="243"/>
                </a:cubicBezTo>
                <a:cubicBezTo>
                  <a:pt x="148" y="243"/>
                  <a:pt x="147" y="242"/>
                  <a:pt x="147" y="241"/>
                </a:cubicBezTo>
                <a:cubicBezTo>
                  <a:pt x="147" y="241"/>
                  <a:pt x="148" y="240"/>
                  <a:pt x="148" y="240"/>
                </a:cubicBezTo>
                <a:cubicBezTo>
                  <a:pt x="148" y="240"/>
                  <a:pt x="147" y="240"/>
                  <a:pt x="147" y="240"/>
                </a:cubicBezTo>
                <a:cubicBezTo>
                  <a:pt x="147" y="240"/>
                  <a:pt x="146" y="238"/>
                  <a:pt x="146" y="238"/>
                </a:cubicBezTo>
                <a:cubicBezTo>
                  <a:pt x="146" y="238"/>
                  <a:pt x="146" y="237"/>
                  <a:pt x="146" y="237"/>
                </a:cubicBezTo>
                <a:cubicBezTo>
                  <a:pt x="146" y="237"/>
                  <a:pt x="147" y="236"/>
                  <a:pt x="147" y="236"/>
                </a:cubicBezTo>
                <a:cubicBezTo>
                  <a:pt x="146" y="235"/>
                  <a:pt x="146" y="235"/>
                  <a:pt x="146" y="235"/>
                </a:cubicBezTo>
                <a:cubicBezTo>
                  <a:pt x="148" y="235"/>
                  <a:pt x="148" y="235"/>
                  <a:pt x="148" y="235"/>
                </a:cubicBezTo>
                <a:cubicBezTo>
                  <a:pt x="148" y="232"/>
                  <a:pt x="148" y="232"/>
                  <a:pt x="148" y="232"/>
                </a:cubicBezTo>
                <a:cubicBezTo>
                  <a:pt x="147" y="231"/>
                  <a:pt x="147" y="231"/>
                  <a:pt x="147" y="231"/>
                </a:cubicBezTo>
                <a:cubicBezTo>
                  <a:pt x="147" y="230"/>
                  <a:pt x="147" y="230"/>
                  <a:pt x="147" y="230"/>
                </a:cubicBezTo>
                <a:cubicBezTo>
                  <a:pt x="148" y="229"/>
                  <a:pt x="148" y="229"/>
                  <a:pt x="148" y="229"/>
                </a:cubicBezTo>
                <a:cubicBezTo>
                  <a:pt x="150" y="228"/>
                  <a:pt x="150" y="228"/>
                  <a:pt x="150" y="228"/>
                </a:cubicBezTo>
                <a:cubicBezTo>
                  <a:pt x="151" y="229"/>
                  <a:pt x="151" y="229"/>
                  <a:pt x="151" y="229"/>
                </a:cubicBezTo>
                <a:cubicBezTo>
                  <a:pt x="151" y="228"/>
                  <a:pt x="151" y="228"/>
                  <a:pt x="151" y="228"/>
                </a:cubicBezTo>
                <a:cubicBezTo>
                  <a:pt x="151" y="227"/>
                  <a:pt x="151" y="227"/>
                  <a:pt x="151" y="227"/>
                </a:cubicBezTo>
                <a:cubicBezTo>
                  <a:pt x="151" y="227"/>
                  <a:pt x="151" y="227"/>
                  <a:pt x="151" y="227"/>
                </a:cubicBezTo>
                <a:cubicBezTo>
                  <a:pt x="152" y="226"/>
                  <a:pt x="152" y="226"/>
                  <a:pt x="152" y="226"/>
                </a:cubicBezTo>
                <a:cubicBezTo>
                  <a:pt x="153" y="226"/>
                  <a:pt x="153" y="226"/>
                  <a:pt x="153" y="226"/>
                </a:cubicBezTo>
                <a:cubicBezTo>
                  <a:pt x="153" y="224"/>
                  <a:pt x="153" y="224"/>
                  <a:pt x="153" y="224"/>
                </a:cubicBezTo>
                <a:cubicBezTo>
                  <a:pt x="154" y="222"/>
                  <a:pt x="154" y="222"/>
                  <a:pt x="154" y="222"/>
                </a:cubicBezTo>
                <a:cubicBezTo>
                  <a:pt x="155" y="221"/>
                  <a:pt x="155" y="221"/>
                  <a:pt x="155" y="221"/>
                </a:cubicBezTo>
                <a:cubicBezTo>
                  <a:pt x="156" y="220"/>
                  <a:pt x="156" y="220"/>
                  <a:pt x="156" y="220"/>
                </a:cubicBezTo>
                <a:cubicBezTo>
                  <a:pt x="156" y="220"/>
                  <a:pt x="156" y="219"/>
                  <a:pt x="156" y="219"/>
                </a:cubicBezTo>
                <a:cubicBezTo>
                  <a:pt x="156" y="219"/>
                  <a:pt x="157" y="218"/>
                  <a:pt x="157" y="218"/>
                </a:cubicBezTo>
                <a:cubicBezTo>
                  <a:pt x="157" y="218"/>
                  <a:pt x="158" y="219"/>
                  <a:pt x="158" y="219"/>
                </a:cubicBezTo>
                <a:cubicBezTo>
                  <a:pt x="158" y="219"/>
                  <a:pt x="159" y="219"/>
                  <a:pt x="159" y="219"/>
                </a:cubicBezTo>
                <a:cubicBezTo>
                  <a:pt x="159" y="218"/>
                  <a:pt x="160" y="217"/>
                  <a:pt x="160" y="217"/>
                </a:cubicBezTo>
                <a:cubicBezTo>
                  <a:pt x="160" y="216"/>
                  <a:pt x="160" y="215"/>
                  <a:pt x="160" y="215"/>
                </a:cubicBezTo>
                <a:cubicBezTo>
                  <a:pt x="160" y="215"/>
                  <a:pt x="160" y="214"/>
                  <a:pt x="160" y="214"/>
                </a:cubicBezTo>
                <a:cubicBezTo>
                  <a:pt x="160" y="214"/>
                  <a:pt x="160" y="213"/>
                  <a:pt x="161" y="213"/>
                </a:cubicBezTo>
                <a:cubicBezTo>
                  <a:pt x="161" y="213"/>
                  <a:pt x="162" y="213"/>
                  <a:pt x="162" y="213"/>
                </a:cubicBezTo>
                <a:cubicBezTo>
                  <a:pt x="162" y="213"/>
                  <a:pt x="163" y="212"/>
                  <a:pt x="162" y="212"/>
                </a:cubicBezTo>
                <a:cubicBezTo>
                  <a:pt x="162" y="212"/>
                  <a:pt x="162" y="211"/>
                  <a:pt x="161" y="211"/>
                </a:cubicBezTo>
                <a:cubicBezTo>
                  <a:pt x="161" y="211"/>
                  <a:pt x="161" y="211"/>
                  <a:pt x="161" y="211"/>
                </a:cubicBezTo>
                <a:cubicBezTo>
                  <a:pt x="161" y="211"/>
                  <a:pt x="160" y="210"/>
                  <a:pt x="160" y="210"/>
                </a:cubicBezTo>
                <a:cubicBezTo>
                  <a:pt x="160" y="210"/>
                  <a:pt x="159" y="209"/>
                  <a:pt x="159" y="209"/>
                </a:cubicBezTo>
                <a:cubicBezTo>
                  <a:pt x="159" y="209"/>
                  <a:pt x="158" y="208"/>
                  <a:pt x="158" y="208"/>
                </a:cubicBezTo>
                <a:cubicBezTo>
                  <a:pt x="158" y="208"/>
                  <a:pt x="158" y="206"/>
                  <a:pt x="158" y="206"/>
                </a:cubicBezTo>
                <a:cubicBezTo>
                  <a:pt x="158" y="206"/>
                  <a:pt x="157" y="206"/>
                  <a:pt x="157" y="206"/>
                </a:cubicBezTo>
                <a:cubicBezTo>
                  <a:pt x="157" y="206"/>
                  <a:pt x="155" y="206"/>
                  <a:pt x="155" y="206"/>
                </a:cubicBezTo>
                <a:cubicBezTo>
                  <a:pt x="155" y="206"/>
                  <a:pt x="154" y="205"/>
                  <a:pt x="154" y="205"/>
                </a:cubicBezTo>
                <a:cubicBezTo>
                  <a:pt x="154" y="207"/>
                  <a:pt x="154" y="207"/>
                  <a:pt x="154" y="207"/>
                </a:cubicBezTo>
                <a:cubicBezTo>
                  <a:pt x="154" y="207"/>
                  <a:pt x="153" y="206"/>
                  <a:pt x="153" y="206"/>
                </a:cubicBezTo>
                <a:cubicBezTo>
                  <a:pt x="153" y="206"/>
                  <a:pt x="153" y="205"/>
                  <a:pt x="153" y="205"/>
                </a:cubicBezTo>
                <a:cubicBezTo>
                  <a:pt x="153" y="205"/>
                  <a:pt x="153" y="204"/>
                  <a:pt x="153" y="204"/>
                </a:cubicBezTo>
                <a:cubicBezTo>
                  <a:pt x="153" y="204"/>
                  <a:pt x="154" y="204"/>
                  <a:pt x="154" y="204"/>
                </a:cubicBezTo>
                <a:cubicBezTo>
                  <a:pt x="154" y="204"/>
                  <a:pt x="154" y="203"/>
                  <a:pt x="154" y="203"/>
                </a:cubicBezTo>
                <a:cubicBezTo>
                  <a:pt x="154" y="203"/>
                  <a:pt x="154" y="203"/>
                  <a:pt x="153" y="203"/>
                </a:cubicBezTo>
                <a:cubicBezTo>
                  <a:pt x="153" y="203"/>
                  <a:pt x="153" y="202"/>
                  <a:pt x="152" y="202"/>
                </a:cubicBezTo>
                <a:cubicBezTo>
                  <a:pt x="152" y="202"/>
                  <a:pt x="152" y="201"/>
                  <a:pt x="152" y="201"/>
                </a:cubicBezTo>
                <a:cubicBezTo>
                  <a:pt x="152" y="200"/>
                  <a:pt x="152" y="200"/>
                  <a:pt x="152" y="200"/>
                </a:cubicBezTo>
                <a:cubicBezTo>
                  <a:pt x="151" y="200"/>
                  <a:pt x="151" y="200"/>
                  <a:pt x="151" y="200"/>
                </a:cubicBezTo>
                <a:cubicBezTo>
                  <a:pt x="151" y="200"/>
                  <a:pt x="150" y="200"/>
                  <a:pt x="150" y="200"/>
                </a:cubicBezTo>
                <a:cubicBezTo>
                  <a:pt x="150" y="200"/>
                  <a:pt x="151" y="198"/>
                  <a:pt x="151" y="198"/>
                </a:cubicBezTo>
                <a:cubicBezTo>
                  <a:pt x="151" y="197"/>
                  <a:pt x="151" y="197"/>
                  <a:pt x="151" y="197"/>
                </a:cubicBezTo>
                <a:cubicBezTo>
                  <a:pt x="151" y="197"/>
                  <a:pt x="152" y="196"/>
                  <a:pt x="152" y="196"/>
                </a:cubicBezTo>
                <a:cubicBezTo>
                  <a:pt x="153" y="196"/>
                  <a:pt x="153" y="196"/>
                  <a:pt x="153" y="195"/>
                </a:cubicBezTo>
                <a:cubicBezTo>
                  <a:pt x="154" y="195"/>
                  <a:pt x="154" y="194"/>
                  <a:pt x="155" y="194"/>
                </a:cubicBezTo>
                <a:cubicBezTo>
                  <a:pt x="155" y="194"/>
                  <a:pt x="155" y="194"/>
                  <a:pt x="155" y="194"/>
                </a:cubicBezTo>
                <a:cubicBezTo>
                  <a:pt x="155" y="193"/>
                  <a:pt x="156" y="193"/>
                  <a:pt x="156" y="193"/>
                </a:cubicBezTo>
                <a:cubicBezTo>
                  <a:pt x="156" y="192"/>
                  <a:pt x="156" y="192"/>
                  <a:pt x="156" y="192"/>
                </a:cubicBezTo>
                <a:cubicBezTo>
                  <a:pt x="157" y="192"/>
                  <a:pt x="157" y="191"/>
                  <a:pt x="158" y="191"/>
                </a:cubicBezTo>
                <a:cubicBezTo>
                  <a:pt x="158" y="191"/>
                  <a:pt x="158" y="191"/>
                  <a:pt x="158" y="191"/>
                </a:cubicBezTo>
                <a:cubicBezTo>
                  <a:pt x="158" y="191"/>
                  <a:pt x="158" y="191"/>
                  <a:pt x="158" y="191"/>
                </a:cubicBezTo>
                <a:cubicBezTo>
                  <a:pt x="158" y="190"/>
                  <a:pt x="158" y="191"/>
                  <a:pt x="159" y="190"/>
                </a:cubicBezTo>
                <a:cubicBezTo>
                  <a:pt x="159" y="190"/>
                  <a:pt x="159" y="190"/>
                  <a:pt x="159" y="190"/>
                </a:cubicBezTo>
                <a:cubicBezTo>
                  <a:pt x="160" y="191"/>
                  <a:pt x="159" y="191"/>
                  <a:pt x="159" y="191"/>
                </a:cubicBezTo>
                <a:cubicBezTo>
                  <a:pt x="160" y="191"/>
                  <a:pt x="160" y="191"/>
                  <a:pt x="160" y="190"/>
                </a:cubicBezTo>
                <a:cubicBezTo>
                  <a:pt x="161" y="190"/>
                  <a:pt x="161" y="190"/>
                  <a:pt x="161" y="190"/>
                </a:cubicBezTo>
                <a:cubicBezTo>
                  <a:pt x="162" y="190"/>
                  <a:pt x="162" y="189"/>
                  <a:pt x="161" y="189"/>
                </a:cubicBezTo>
                <a:cubicBezTo>
                  <a:pt x="161" y="190"/>
                  <a:pt x="160" y="190"/>
                  <a:pt x="160" y="190"/>
                </a:cubicBezTo>
                <a:cubicBezTo>
                  <a:pt x="160" y="189"/>
                  <a:pt x="161" y="188"/>
                  <a:pt x="162" y="187"/>
                </a:cubicBezTo>
                <a:cubicBezTo>
                  <a:pt x="163" y="187"/>
                  <a:pt x="163" y="187"/>
                  <a:pt x="164" y="187"/>
                </a:cubicBezTo>
                <a:cubicBezTo>
                  <a:pt x="165" y="188"/>
                  <a:pt x="165" y="187"/>
                  <a:pt x="166" y="187"/>
                </a:cubicBezTo>
                <a:cubicBezTo>
                  <a:pt x="167" y="187"/>
                  <a:pt x="167" y="187"/>
                  <a:pt x="168" y="188"/>
                </a:cubicBezTo>
                <a:cubicBezTo>
                  <a:pt x="167" y="188"/>
                  <a:pt x="166" y="188"/>
                  <a:pt x="165" y="188"/>
                </a:cubicBezTo>
                <a:cubicBezTo>
                  <a:pt x="165" y="188"/>
                  <a:pt x="165" y="188"/>
                  <a:pt x="164" y="188"/>
                </a:cubicBezTo>
                <a:cubicBezTo>
                  <a:pt x="164" y="189"/>
                  <a:pt x="163" y="190"/>
                  <a:pt x="163" y="191"/>
                </a:cubicBezTo>
                <a:cubicBezTo>
                  <a:pt x="163" y="192"/>
                  <a:pt x="163" y="192"/>
                  <a:pt x="163" y="192"/>
                </a:cubicBezTo>
                <a:cubicBezTo>
                  <a:pt x="162" y="192"/>
                  <a:pt x="162" y="193"/>
                  <a:pt x="163" y="193"/>
                </a:cubicBezTo>
                <a:cubicBezTo>
                  <a:pt x="163" y="193"/>
                  <a:pt x="163" y="194"/>
                  <a:pt x="163" y="194"/>
                </a:cubicBezTo>
                <a:cubicBezTo>
                  <a:pt x="163" y="194"/>
                  <a:pt x="163" y="195"/>
                  <a:pt x="163" y="195"/>
                </a:cubicBezTo>
                <a:cubicBezTo>
                  <a:pt x="163" y="195"/>
                  <a:pt x="163" y="195"/>
                  <a:pt x="163" y="195"/>
                </a:cubicBezTo>
                <a:cubicBezTo>
                  <a:pt x="164" y="196"/>
                  <a:pt x="164" y="197"/>
                  <a:pt x="166" y="197"/>
                </a:cubicBezTo>
                <a:cubicBezTo>
                  <a:pt x="166" y="197"/>
                  <a:pt x="166" y="198"/>
                  <a:pt x="167" y="199"/>
                </a:cubicBezTo>
                <a:cubicBezTo>
                  <a:pt x="168" y="199"/>
                  <a:pt x="168" y="198"/>
                  <a:pt x="169" y="198"/>
                </a:cubicBezTo>
                <a:cubicBezTo>
                  <a:pt x="169" y="198"/>
                  <a:pt x="169" y="198"/>
                  <a:pt x="169" y="198"/>
                </a:cubicBezTo>
                <a:cubicBezTo>
                  <a:pt x="170" y="198"/>
                  <a:pt x="170" y="198"/>
                  <a:pt x="170" y="197"/>
                </a:cubicBezTo>
                <a:cubicBezTo>
                  <a:pt x="171" y="196"/>
                  <a:pt x="171" y="197"/>
                  <a:pt x="171" y="198"/>
                </a:cubicBezTo>
                <a:cubicBezTo>
                  <a:pt x="172" y="198"/>
                  <a:pt x="171" y="199"/>
                  <a:pt x="172" y="199"/>
                </a:cubicBezTo>
                <a:cubicBezTo>
                  <a:pt x="172" y="199"/>
                  <a:pt x="172" y="199"/>
                  <a:pt x="172" y="199"/>
                </a:cubicBezTo>
                <a:cubicBezTo>
                  <a:pt x="172" y="199"/>
                  <a:pt x="173" y="199"/>
                  <a:pt x="173" y="200"/>
                </a:cubicBezTo>
                <a:cubicBezTo>
                  <a:pt x="172" y="201"/>
                  <a:pt x="173" y="202"/>
                  <a:pt x="173" y="203"/>
                </a:cubicBezTo>
                <a:cubicBezTo>
                  <a:pt x="173" y="203"/>
                  <a:pt x="172" y="203"/>
                  <a:pt x="172" y="204"/>
                </a:cubicBezTo>
                <a:cubicBezTo>
                  <a:pt x="172" y="204"/>
                  <a:pt x="172" y="204"/>
                  <a:pt x="172" y="204"/>
                </a:cubicBezTo>
                <a:cubicBezTo>
                  <a:pt x="172" y="204"/>
                  <a:pt x="171" y="204"/>
                  <a:pt x="171" y="205"/>
                </a:cubicBezTo>
                <a:cubicBezTo>
                  <a:pt x="172" y="205"/>
                  <a:pt x="172" y="205"/>
                  <a:pt x="171" y="207"/>
                </a:cubicBezTo>
                <a:cubicBezTo>
                  <a:pt x="172" y="207"/>
                  <a:pt x="172" y="208"/>
                  <a:pt x="172" y="209"/>
                </a:cubicBezTo>
                <a:cubicBezTo>
                  <a:pt x="172" y="209"/>
                  <a:pt x="172" y="210"/>
                  <a:pt x="172" y="210"/>
                </a:cubicBezTo>
                <a:cubicBezTo>
                  <a:pt x="172" y="210"/>
                  <a:pt x="172" y="210"/>
                  <a:pt x="172" y="210"/>
                </a:cubicBezTo>
                <a:cubicBezTo>
                  <a:pt x="172" y="210"/>
                  <a:pt x="172" y="210"/>
                  <a:pt x="172" y="210"/>
                </a:cubicBezTo>
                <a:cubicBezTo>
                  <a:pt x="172" y="210"/>
                  <a:pt x="172" y="210"/>
                  <a:pt x="172" y="210"/>
                </a:cubicBezTo>
                <a:cubicBezTo>
                  <a:pt x="172" y="210"/>
                  <a:pt x="172" y="210"/>
                  <a:pt x="172" y="210"/>
                </a:cubicBezTo>
                <a:cubicBezTo>
                  <a:pt x="172" y="210"/>
                  <a:pt x="172" y="210"/>
                  <a:pt x="172" y="210"/>
                </a:cubicBezTo>
                <a:cubicBezTo>
                  <a:pt x="172" y="210"/>
                  <a:pt x="172" y="210"/>
                  <a:pt x="172" y="210"/>
                </a:cubicBezTo>
                <a:cubicBezTo>
                  <a:pt x="173" y="211"/>
                  <a:pt x="173" y="211"/>
                  <a:pt x="173" y="212"/>
                </a:cubicBezTo>
                <a:cubicBezTo>
                  <a:pt x="174" y="213"/>
                  <a:pt x="174" y="213"/>
                  <a:pt x="175" y="213"/>
                </a:cubicBezTo>
                <a:cubicBezTo>
                  <a:pt x="175" y="213"/>
                  <a:pt x="176" y="213"/>
                  <a:pt x="176" y="214"/>
                </a:cubicBezTo>
                <a:cubicBezTo>
                  <a:pt x="175" y="214"/>
                  <a:pt x="175" y="214"/>
                  <a:pt x="175" y="214"/>
                </a:cubicBezTo>
                <a:cubicBezTo>
                  <a:pt x="175" y="214"/>
                  <a:pt x="175" y="214"/>
                  <a:pt x="174" y="214"/>
                </a:cubicBezTo>
                <a:cubicBezTo>
                  <a:pt x="174" y="214"/>
                  <a:pt x="174" y="213"/>
                  <a:pt x="174" y="213"/>
                </a:cubicBezTo>
                <a:cubicBezTo>
                  <a:pt x="173" y="214"/>
                  <a:pt x="174" y="214"/>
                  <a:pt x="174" y="214"/>
                </a:cubicBezTo>
                <a:cubicBezTo>
                  <a:pt x="175" y="215"/>
                  <a:pt x="175" y="215"/>
                  <a:pt x="176" y="216"/>
                </a:cubicBezTo>
                <a:cubicBezTo>
                  <a:pt x="176" y="216"/>
                  <a:pt x="176" y="216"/>
                  <a:pt x="176" y="216"/>
                </a:cubicBezTo>
                <a:cubicBezTo>
                  <a:pt x="178" y="219"/>
                  <a:pt x="178" y="219"/>
                  <a:pt x="178" y="219"/>
                </a:cubicBezTo>
                <a:cubicBezTo>
                  <a:pt x="178" y="219"/>
                  <a:pt x="178" y="220"/>
                  <a:pt x="178" y="220"/>
                </a:cubicBezTo>
                <a:cubicBezTo>
                  <a:pt x="178" y="220"/>
                  <a:pt x="178" y="220"/>
                  <a:pt x="177" y="221"/>
                </a:cubicBezTo>
                <a:cubicBezTo>
                  <a:pt x="177" y="221"/>
                  <a:pt x="178" y="221"/>
                  <a:pt x="178" y="221"/>
                </a:cubicBezTo>
                <a:cubicBezTo>
                  <a:pt x="178" y="222"/>
                  <a:pt x="179" y="222"/>
                  <a:pt x="179" y="222"/>
                </a:cubicBezTo>
                <a:cubicBezTo>
                  <a:pt x="177" y="223"/>
                  <a:pt x="177" y="223"/>
                  <a:pt x="177" y="223"/>
                </a:cubicBezTo>
                <a:cubicBezTo>
                  <a:pt x="175" y="223"/>
                  <a:pt x="175" y="223"/>
                  <a:pt x="175" y="223"/>
                </a:cubicBezTo>
                <a:cubicBezTo>
                  <a:pt x="174" y="226"/>
                  <a:pt x="174" y="226"/>
                  <a:pt x="174" y="226"/>
                </a:cubicBezTo>
                <a:cubicBezTo>
                  <a:pt x="174" y="226"/>
                  <a:pt x="173" y="227"/>
                  <a:pt x="173" y="227"/>
                </a:cubicBezTo>
                <a:cubicBezTo>
                  <a:pt x="173" y="227"/>
                  <a:pt x="172" y="229"/>
                  <a:pt x="172" y="229"/>
                </a:cubicBezTo>
                <a:cubicBezTo>
                  <a:pt x="172" y="229"/>
                  <a:pt x="170" y="230"/>
                  <a:pt x="170" y="230"/>
                </a:cubicBezTo>
                <a:cubicBezTo>
                  <a:pt x="170" y="230"/>
                  <a:pt x="169" y="231"/>
                  <a:pt x="169" y="231"/>
                </a:cubicBezTo>
                <a:cubicBezTo>
                  <a:pt x="169" y="231"/>
                  <a:pt x="169" y="232"/>
                  <a:pt x="169" y="232"/>
                </a:cubicBezTo>
                <a:cubicBezTo>
                  <a:pt x="169" y="232"/>
                  <a:pt x="167" y="234"/>
                  <a:pt x="167" y="234"/>
                </a:cubicBezTo>
                <a:cubicBezTo>
                  <a:pt x="167" y="234"/>
                  <a:pt x="167" y="235"/>
                  <a:pt x="167" y="235"/>
                </a:cubicBezTo>
                <a:cubicBezTo>
                  <a:pt x="167" y="235"/>
                  <a:pt x="167" y="237"/>
                  <a:pt x="167" y="237"/>
                </a:cubicBezTo>
                <a:cubicBezTo>
                  <a:pt x="167" y="237"/>
                  <a:pt x="166" y="238"/>
                  <a:pt x="166" y="238"/>
                </a:cubicBezTo>
                <a:cubicBezTo>
                  <a:pt x="166" y="238"/>
                  <a:pt x="165" y="239"/>
                  <a:pt x="165" y="239"/>
                </a:cubicBezTo>
                <a:cubicBezTo>
                  <a:pt x="165" y="239"/>
                  <a:pt x="165" y="240"/>
                  <a:pt x="165" y="240"/>
                </a:cubicBezTo>
                <a:cubicBezTo>
                  <a:pt x="164" y="241"/>
                  <a:pt x="164" y="241"/>
                  <a:pt x="164" y="241"/>
                </a:cubicBezTo>
                <a:lnTo>
                  <a:pt x="164" y="242"/>
                </a:lnTo>
                <a:close/>
                <a:moveTo>
                  <a:pt x="8" y="387"/>
                </a:moveTo>
                <a:cubicBezTo>
                  <a:pt x="8" y="387"/>
                  <a:pt x="8" y="387"/>
                  <a:pt x="8" y="387"/>
                </a:cubicBezTo>
                <a:cubicBezTo>
                  <a:pt x="8" y="387"/>
                  <a:pt x="8" y="387"/>
                  <a:pt x="8" y="387"/>
                </a:cubicBezTo>
                <a:close/>
                <a:moveTo>
                  <a:pt x="11" y="356"/>
                </a:moveTo>
                <a:cubicBezTo>
                  <a:pt x="11" y="356"/>
                  <a:pt x="11" y="356"/>
                  <a:pt x="12" y="355"/>
                </a:cubicBezTo>
                <a:cubicBezTo>
                  <a:pt x="12" y="355"/>
                  <a:pt x="12" y="355"/>
                  <a:pt x="12" y="355"/>
                </a:cubicBezTo>
                <a:cubicBezTo>
                  <a:pt x="12" y="355"/>
                  <a:pt x="12" y="354"/>
                  <a:pt x="13" y="354"/>
                </a:cubicBezTo>
                <a:cubicBezTo>
                  <a:pt x="13" y="354"/>
                  <a:pt x="13" y="353"/>
                  <a:pt x="14" y="353"/>
                </a:cubicBezTo>
                <a:cubicBezTo>
                  <a:pt x="14" y="353"/>
                  <a:pt x="14" y="353"/>
                  <a:pt x="14" y="353"/>
                </a:cubicBezTo>
                <a:cubicBezTo>
                  <a:pt x="14" y="353"/>
                  <a:pt x="14" y="353"/>
                  <a:pt x="14" y="353"/>
                </a:cubicBezTo>
                <a:cubicBezTo>
                  <a:pt x="14" y="353"/>
                  <a:pt x="14" y="353"/>
                  <a:pt x="13" y="354"/>
                </a:cubicBezTo>
                <a:cubicBezTo>
                  <a:pt x="13" y="355"/>
                  <a:pt x="14" y="356"/>
                  <a:pt x="14" y="358"/>
                </a:cubicBezTo>
                <a:cubicBezTo>
                  <a:pt x="14" y="358"/>
                  <a:pt x="15" y="358"/>
                  <a:pt x="14" y="358"/>
                </a:cubicBezTo>
                <a:cubicBezTo>
                  <a:pt x="14" y="358"/>
                  <a:pt x="14" y="358"/>
                  <a:pt x="14" y="358"/>
                </a:cubicBezTo>
                <a:cubicBezTo>
                  <a:pt x="13" y="358"/>
                  <a:pt x="12" y="357"/>
                  <a:pt x="11" y="356"/>
                </a:cubicBezTo>
                <a:close/>
                <a:moveTo>
                  <a:pt x="53" y="407"/>
                </a:moveTo>
                <a:cubicBezTo>
                  <a:pt x="53" y="407"/>
                  <a:pt x="53" y="407"/>
                  <a:pt x="54" y="407"/>
                </a:cubicBezTo>
                <a:cubicBezTo>
                  <a:pt x="53" y="408"/>
                  <a:pt x="52" y="408"/>
                  <a:pt x="51" y="407"/>
                </a:cubicBezTo>
                <a:cubicBezTo>
                  <a:pt x="50" y="407"/>
                  <a:pt x="50" y="407"/>
                  <a:pt x="51" y="407"/>
                </a:cubicBezTo>
                <a:cubicBezTo>
                  <a:pt x="51" y="406"/>
                  <a:pt x="52" y="406"/>
                  <a:pt x="53" y="407"/>
                </a:cubicBezTo>
                <a:close/>
                <a:moveTo>
                  <a:pt x="54" y="407"/>
                </a:moveTo>
                <a:cubicBezTo>
                  <a:pt x="54" y="407"/>
                  <a:pt x="54" y="407"/>
                  <a:pt x="54" y="407"/>
                </a:cubicBezTo>
                <a:cubicBezTo>
                  <a:pt x="54" y="407"/>
                  <a:pt x="54" y="407"/>
                  <a:pt x="54" y="407"/>
                </a:cubicBezTo>
                <a:cubicBezTo>
                  <a:pt x="54" y="407"/>
                  <a:pt x="54" y="407"/>
                  <a:pt x="54" y="407"/>
                </a:cubicBezTo>
                <a:cubicBezTo>
                  <a:pt x="54" y="407"/>
                  <a:pt x="54" y="407"/>
                  <a:pt x="54" y="407"/>
                </a:cubicBezTo>
                <a:close/>
                <a:moveTo>
                  <a:pt x="1" y="374"/>
                </a:moveTo>
                <a:cubicBezTo>
                  <a:pt x="1" y="374"/>
                  <a:pt x="1" y="374"/>
                  <a:pt x="1" y="374"/>
                </a:cubicBezTo>
                <a:cubicBezTo>
                  <a:pt x="1" y="373"/>
                  <a:pt x="2" y="372"/>
                  <a:pt x="2" y="371"/>
                </a:cubicBezTo>
                <a:cubicBezTo>
                  <a:pt x="3" y="371"/>
                  <a:pt x="3" y="371"/>
                  <a:pt x="3" y="371"/>
                </a:cubicBezTo>
                <a:cubicBezTo>
                  <a:pt x="3" y="371"/>
                  <a:pt x="3" y="370"/>
                  <a:pt x="4" y="370"/>
                </a:cubicBezTo>
                <a:cubicBezTo>
                  <a:pt x="5" y="370"/>
                  <a:pt x="6" y="369"/>
                  <a:pt x="7" y="370"/>
                </a:cubicBezTo>
                <a:cubicBezTo>
                  <a:pt x="7" y="370"/>
                  <a:pt x="7" y="370"/>
                  <a:pt x="7" y="370"/>
                </a:cubicBezTo>
                <a:cubicBezTo>
                  <a:pt x="7" y="370"/>
                  <a:pt x="7" y="370"/>
                  <a:pt x="7" y="370"/>
                </a:cubicBezTo>
                <a:cubicBezTo>
                  <a:pt x="7" y="370"/>
                  <a:pt x="7" y="371"/>
                  <a:pt x="7" y="371"/>
                </a:cubicBezTo>
                <a:cubicBezTo>
                  <a:pt x="7" y="372"/>
                  <a:pt x="7" y="372"/>
                  <a:pt x="7" y="372"/>
                </a:cubicBezTo>
                <a:cubicBezTo>
                  <a:pt x="7" y="372"/>
                  <a:pt x="7" y="372"/>
                  <a:pt x="7" y="372"/>
                </a:cubicBezTo>
                <a:cubicBezTo>
                  <a:pt x="7" y="373"/>
                  <a:pt x="7" y="373"/>
                  <a:pt x="7" y="374"/>
                </a:cubicBezTo>
                <a:cubicBezTo>
                  <a:pt x="7" y="374"/>
                  <a:pt x="7" y="374"/>
                  <a:pt x="7" y="374"/>
                </a:cubicBezTo>
                <a:cubicBezTo>
                  <a:pt x="7" y="374"/>
                  <a:pt x="7" y="375"/>
                  <a:pt x="6" y="375"/>
                </a:cubicBezTo>
                <a:cubicBezTo>
                  <a:pt x="6" y="375"/>
                  <a:pt x="6" y="374"/>
                  <a:pt x="6" y="374"/>
                </a:cubicBezTo>
                <a:cubicBezTo>
                  <a:pt x="5" y="374"/>
                  <a:pt x="5" y="374"/>
                  <a:pt x="5" y="374"/>
                </a:cubicBezTo>
                <a:cubicBezTo>
                  <a:pt x="5" y="375"/>
                  <a:pt x="5" y="375"/>
                  <a:pt x="4" y="375"/>
                </a:cubicBezTo>
                <a:cubicBezTo>
                  <a:pt x="4" y="374"/>
                  <a:pt x="3" y="373"/>
                  <a:pt x="3" y="372"/>
                </a:cubicBezTo>
                <a:cubicBezTo>
                  <a:pt x="3" y="372"/>
                  <a:pt x="3" y="372"/>
                  <a:pt x="3" y="372"/>
                </a:cubicBezTo>
                <a:cubicBezTo>
                  <a:pt x="3" y="372"/>
                  <a:pt x="3" y="372"/>
                  <a:pt x="3" y="372"/>
                </a:cubicBezTo>
                <a:cubicBezTo>
                  <a:pt x="3" y="372"/>
                  <a:pt x="3" y="372"/>
                  <a:pt x="3" y="372"/>
                </a:cubicBezTo>
                <a:cubicBezTo>
                  <a:pt x="2" y="373"/>
                  <a:pt x="2" y="374"/>
                  <a:pt x="1" y="374"/>
                </a:cubicBezTo>
                <a:close/>
                <a:moveTo>
                  <a:pt x="55" y="413"/>
                </a:moveTo>
                <a:cubicBezTo>
                  <a:pt x="55" y="414"/>
                  <a:pt x="55" y="414"/>
                  <a:pt x="54" y="414"/>
                </a:cubicBezTo>
                <a:cubicBezTo>
                  <a:pt x="54" y="414"/>
                  <a:pt x="54" y="414"/>
                  <a:pt x="54" y="414"/>
                </a:cubicBezTo>
                <a:cubicBezTo>
                  <a:pt x="54" y="413"/>
                  <a:pt x="54" y="413"/>
                  <a:pt x="55" y="413"/>
                </a:cubicBezTo>
                <a:cubicBezTo>
                  <a:pt x="55" y="412"/>
                  <a:pt x="55" y="413"/>
                  <a:pt x="55" y="413"/>
                </a:cubicBezTo>
                <a:close/>
                <a:moveTo>
                  <a:pt x="30" y="414"/>
                </a:moveTo>
                <a:cubicBezTo>
                  <a:pt x="30" y="413"/>
                  <a:pt x="31" y="413"/>
                  <a:pt x="31" y="413"/>
                </a:cubicBezTo>
                <a:cubicBezTo>
                  <a:pt x="31" y="413"/>
                  <a:pt x="32" y="413"/>
                  <a:pt x="32" y="414"/>
                </a:cubicBezTo>
                <a:cubicBezTo>
                  <a:pt x="32" y="414"/>
                  <a:pt x="31" y="414"/>
                  <a:pt x="31" y="414"/>
                </a:cubicBezTo>
                <a:cubicBezTo>
                  <a:pt x="31" y="414"/>
                  <a:pt x="31" y="414"/>
                  <a:pt x="30" y="414"/>
                </a:cubicBezTo>
                <a:close/>
                <a:moveTo>
                  <a:pt x="5" y="390"/>
                </a:moveTo>
                <a:cubicBezTo>
                  <a:pt x="5" y="390"/>
                  <a:pt x="5" y="390"/>
                  <a:pt x="5" y="390"/>
                </a:cubicBezTo>
                <a:cubicBezTo>
                  <a:pt x="5" y="390"/>
                  <a:pt x="5" y="390"/>
                  <a:pt x="5" y="390"/>
                </a:cubicBezTo>
                <a:cubicBezTo>
                  <a:pt x="5" y="390"/>
                  <a:pt x="5" y="390"/>
                  <a:pt x="5" y="390"/>
                </a:cubicBezTo>
                <a:cubicBezTo>
                  <a:pt x="5" y="390"/>
                  <a:pt x="5" y="390"/>
                  <a:pt x="5" y="390"/>
                </a:cubicBezTo>
                <a:close/>
                <a:moveTo>
                  <a:pt x="5" y="389"/>
                </a:moveTo>
                <a:cubicBezTo>
                  <a:pt x="5" y="389"/>
                  <a:pt x="5" y="389"/>
                  <a:pt x="5" y="390"/>
                </a:cubicBezTo>
                <a:cubicBezTo>
                  <a:pt x="4" y="390"/>
                  <a:pt x="4" y="389"/>
                  <a:pt x="4" y="389"/>
                </a:cubicBezTo>
                <a:cubicBezTo>
                  <a:pt x="4" y="389"/>
                  <a:pt x="4" y="389"/>
                  <a:pt x="5" y="388"/>
                </a:cubicBezTo>
                <a:cubicBezTo>
                  <a:pt x="5" y="388"/>
                  <a:pt x="5" y="388"/>
                  <a:pt x="5" y="388"/>
                </a:cubicBezTo>
                <a:cubicBezTo>
                  <a:pt x="6" y="389"/>
                  <a:pt x="5" y="389"/>
                  <a:pt x="5" y="389"/>
                </a:cubicBezTo>
                <a:close/>
                <a:moveTo>
                  <a:pt x="26" y="431"/>
                </a:moveTo>
                <a:cubicBezTo>
                  <a:pt x="26" y="432"/>
                  <a:pt x="26" y="432"/>
                  <a:pt x="25" y="432"/>
                </a:cubicBezTo>
                <a:cubicBezTo>
                  <a:pt x="25" y="432"/>
                  <a:pt x="25" y="432"/>
                  <a:pt x="25" y="432"/>
                </a:cubicBezTo>
                <a:cubicBezTo>
                  <a:pt x="25" y="431"/>
                  <a:pt x="25" y="431"/>
                  <a:pt x="26" y="431"/>
                </a:cubicBezTo>
                <a:cubicBezTo>
                  <a:pt x="26" y="431"/>
                  <a:pt x="26" y="431"/>
                  <a:pt x="26" y="431"/>
                </a:cubicBezTo>
                <a:close/>
                <a:moveTo>
                  <a:pt x="3" y="384"/>
                </a:moveTo>
                <a:cubicBezTo>
                  <a:pt x="3" y="384"/>
                  <a:pt x="3" y="384"/>
                  <a:pt x="3" y="384"/>
                </a:cubicBezTo>
                <a:cubicBezTo>
                  <a:pt x="3" y="384"/>
                  <a:pt x="3" y="384"/>
                  <a:pt x="3" y="384"/>
                </a:cubicBezTo>
                <a:cubicBezTo>
                  <a:pt x="3" y="384"/>
                  <a:pt x="4" y="384"/>
                  <a:pt x="4" y="384"/>
                </a:cubicBezTo>
                <a:cubicBezTo>
                  <a:pt x="4" y="384"/>
                  <a:pt x="3" y="384"/>
                  <a:pt x="3" y="384"/>
                </a:cubicBezTo>
                <a:close/>
                <a:moveTo>
                  <a:pt x="46" y="423"/>
                </a:moveTo>
                <a:cubicBezTo>
                  <a:pt x="46" y="424"/>
                  <a:pt x="46" y="424"/>
                  <a:pt x="46" y="424"/>
                </a:cubicBezTo>
                <a:cubicBezTo>
                  <a:pt x="46" y="424"/>
                  <a:pt x="46" y="425"/>
                  <a:pt x="45" y="425"/>
                </a:cubicBezTo>
                <a:cubicBezTo>
                  <a:pt x="45" y="425"/>
                  <a:pt x="45" y="425"/>
                  <a:pt x="45" y="425"/>
                </a:cubicBezTo>
                <a:cubicBezTo>
                  <a:pt x="45" y="425"/>
                  <a:pt x="45" y="425"/>
                  <a:pt x="45" y="425"/>
                </a:cubicBezTo>
                <a:cubicBezTo>
                  <a:pt x="45" y="426"/>
                  <a:pt x="45" y="426"/>
                  <a:pt x="44" y="427"/>
                </a:cubicBezTo>
                <a:cubicBezTo>
                  <a:pt x="44" y="427"/>
                  <a:pt x="43" y="426"/>
                  <a:pt x="42" y="427"/>
                </a:cubicBezTo>
                <a:cubicBezTo>
                  <a:pt x="42" y="427"/>
                  <a:pt x="41" y="427"/>
                  <a:pt x="41" y="427"/>
                </a:cubicBezTo>
                <a:cubicBezTo>
                  <a:pt x="41" y="427"/>
                  <a:pt x="41" y="427"/>
                  <a:pt x="40" y="427"/>
                </a:cubicBezTo>
                <a:cubicBezTo>
                  <a:pt x="40" y="427"/>
                  <a:pt x="40" y="428"/>
                  <a:pt x="40" y="428"/>
                </a:cubicBezTo>
                <a:cubicBezTo>
                  <a:pt x="40" y="428"/>
                  <a:pt x="40" y="428"/>
                  <a:pt x="40" y="428"/>
                </a:cubicBezTo>
                <a:cubicBezTo>
                  <a:pt x="40" y="428"/>
                  <a:pt x="40" y="428"/>
                  <a:pt x="40" y="428"/>
                </a:cubicBezTo>
                <a:cubicBezTo>
                  <a:pt x="39" y="428"/>
                  <a:pt x="39" y="428"/>
                  <a:pt x="38" y="428"/>
                </a:cubicBezTo>
                <a:cubicBezTo>
                  <a:pt x="38" y="429"/>
                  <a:pt x="38" y="429"/>
                  <a:pt x="37" y="429"/>
                </a:cubicBezTo>
                <a:cubicBezTo>
                  <a:pt x="37" y="429"/>
                  <a:pt x="37" y="429"/>
                  <a:pt x="37" y="429"/>
                </a:cubicBezTo>
                <a:cubicBezTo>
                  <a:pt x="36" y="430"/>
                  <a:pt x="36" y="430"/>
                  <a:pt x="35" y="429"/>
                </a:cubicBezTo>
                <a:cubicBezTo>
                  <a:pt x="35" y="429"/>
                  <a:pt x="34" y="429"/>
                  <a:pt x="34" y="429"/>
                </a:cubicBezTo>
                <a:cubicBezTo>
                  <a:pt x="34" y="429"/>
                  <a:pt x="33" y="429"/>
                  <a:pt x="33" y="429"/>
                </a:cubicBezTo>
                <a:cubicBezTo>
                  <a:pt x="33" y="429"/>
                  <a:pt x="32" y="428"/>
                  <a:pt x="32" y="429"/>
                </a:cubicBezTo>
                <a:cubicBezTo>
                  <a:pt x="32" y="430"/>
                  <a:pt x="31" y="430"/>
                  <a:pt x="31" y="430"/>
                </a:cubicBezTo>
                <a:cubicBezTo>
                  <a:pt x="31" y="430"/>
                  <a:pt x="31" y="430"/>
                  <a:pt x="31" y="430"/>
                </a:cubicBezTo>
                <a:cubicBezTo>
                  <a:pt x="31" y="430"/>
                  <a:pt x="31" y="431"/>
                  <a:pt x="30" y="431"/>
                </a:cubicBezTo>
                <a:cubicBezTo>
                  <a:pt x="30" y="431"/>
                  <a:pt x="30" y="431"/>
                  <a:pt x="29" y="431"/>
                </a:cubicBezTo>
                <a:cubicBezTo>
                  <a:pt x="30" y="432"/>
                  <a:pt x="31" y="432"/>
                  <a:pt x="32" y="431"/>
                </a:cubicBezTo>
                <a:cubicBezTo>
                  <a:pt x="31" y="433"/>
                  <a:pt x="31" y="433"/>
                  <a:pt x="30" y="432"/>
                </a:cubicBezTo>
                <a:cubicBezTo>
                  <a:pt x="30" y="432"/>
                  <a:pt x="30" y="432"/>
                  <a:pt x="29" y="433"/>
                </a:cubicBezTo>
                <a:cubicBezTo>
                  <a:pt x="29" y="434"/>
                  <a:pt x="28" y="434"/>
                  <a:pt x="27" y="433"/>
                </a:cubicBezTo>
                <a:cubicBezTo>
                  <a:pt x="26" y="433"/>
                  <a:pt x="26" y="433"/>
                  <a:pt x="26" y="432"/>
                </a:cubicBezTo>
                <a:cubicBezTo>
                  <a:pt x="27" y="431"/>
                  <a:pt x="28" y="430"/>
                  <a:pt x="29" y="430"/>
                </a:cubicBezTo>
                <a:cubicBezTo>
                  <a:pt x="29" y="429"/>
                  <a:pt x="29" y="429"/>
                  <a:pt x="29" y="428"/>
                </a:cubicBezTo>
                <a:cubicBezTo>
                  <a:pt x="29" y="428"/>
                  <a:pt x="29" y="428"/>
                  <a:pt x="30" y="427"/>
                </a:cubicBezTo>
                <a:cubicBezTo>
                  <a:pt x="30" y="427"/>
                  <a:pt x="30" y="427"/>
                  <a:pt x="30" y="426"/>
                </a:cubicBezTo>
                <a:cubicBezTo>
                  <a:pt x="29" y="425"/>
                  <a:pt x="31" y="424"/>
                  <a:pt x="33" y="424"/>
                </a:cubicBezTo>
                <a:cubicBezTo>
                  <a:pt x="33" y="424"/>
                  <a:pt x="33" y="424"/>
                  <a:pt x="33" y="424"/>
                </a:cubicBezTo>
                <a:cubicBezTo>
                  <a:pt x="33" y="424"/>
                  <a:pt x="33" y="424"/>
                  <a:pt x="33" y="424"/>
                </a:cubicBezTo>
                <a:cubicBezTo>
                  <a:pt x="33" y="424"/>
                  <a:pt x="33" y="424"/>
                  <a:pt x="33" y="424"/>
                </a:cubicBezTo>
                <a:cubicBezTo>
                  <a:pt x="33" y="424"/>
                  <a:pt x="33" y="424"/>
                  <a:pt x="33" y="423"/>
                </a:cubicBezTo>
                <a:cubicBezTo>
                  <a:pt x="33" y="423"/>
                  <a:pt x="33" y="422"/>
                  <a:pt x="32" y="422"/>
                </a:cubicBezTo>
                <a:cubicBezTo>
                  <a:pt x="32" y="422"/>
                  <a:pt x="32" y="421"/>
                  <a:pt x="33" y="421"/>
                </a:cubicBezTo>
                <a:cubicBezTo>
                  <a:pt x="34" y="421"/>
                  <a:pt x="34" y="421"/>
                  <a:pt x="34" y="420"/>
                </a:cubicBezTo>
                <a:cubicBezTo>
                  <a:pt x="34" y="419"/>
                  <a:pt x="34" y="419"/>
                  <a:pt x="34" y="418"/>
                </a:cubicBezTo>
                <a:cubicBezTo>
                  <a:pt x="34" y="417"/>
                  <a:pt x="34" y="416"/>
                  <a:pt x="33" y="416"/>
                </a:cubicBezTo>
                <a:cubicBezTo>
                  <a:pt x="33" y="415"/>
                  <a:pt x="33" y="415"/>
                  <a:pt x="33" y="414"/>
                </a:cubicBezTo>
                <a:cubicBezTo>
                  <a:pt x="33" y="414"/>
                  <a:pt x="33" y="414"/>
                  <a:pt x="33" y="414"/>
                </a:cubicBezTo>
                <a:cubicBezTo>
                  <a:pt x="33" y="413"/>
                  <a:pt x="33" y="413"/>
                  <a:pt x="33" y="413"/>
                </a:cubicBezTo>
                <a:cubicBezTo>
                  <a:pt x="34" y="412"/>
                  <a:pt x="33" y="412"/>
                  <a:pt x="34" y="411"/>
                </a:cubicBezTo>
                <a:cubicBezTo>
                  <a:pt x="35" y="411"/>
                  <a:pt x="35" y="410"/>
                  <a:pt x="36" y="411"/>
                </a:cubicBezTo>
                <a:cubicBezTo>
                  <a:pt x="36" y="411"/>
                  <a:pt x="37" y="411"/>
                  <a:pt x="37" y="411"/>
                </a:cubicBezTo>
                <a:cubicBezTo>
                  <a:pt x="37" y="410"/>
                  <a:pt x="38" y="411"/>
                  <a:pt x="39" y="411"/>
                </a:cubicBezTo>
                <a:cubicBezTo>
                  <a:pt x="40" y="411"/>
                  <a:pt x="40" y="412"/>
                  <a:pt x="41" y="414"/>
                </a:cubicBezTo>
                <a:cubicBezTo>
                  <a:pt x="41" y="415"/>
                  <a:pt x="41" y="415"/>
                  <a:pt x="42" y="416"/>
                </a:cubicBezTo>
                <a:cubicBezTo>
                  <a:pt x="43" y="416"/>
                  <a:pt x="43" y="416"/>
                  <a:pt x="43" y="417"/>
                </a:cubicBezTo>
                <a:cubicBezTo>
                  <a:pt x="43" y="417"/>
                  <a:pt x="43" y="417"/>
                  <a:pt x="44" y="417"/>
                </a:cubicBezTo>
                <a:cubicBezTo>
                  <a:pt x="44" y="417"/>
                  <a:pt x="44" y="417"/>
                  <a:pt x="44" y="418"/>
                </a:cubicBezTo>
                <a:cubicBezTo>
                  <a:pt x="44" y="418"/>
                  <a:pt x="44" y="418"/>
                  <a:pt x="44" y="419"/>
                </a:cubicBezTo>
                <a:cubicBezTo>
                  <a:pt x="43" y="419"/>
                  <a:pt x="43" y="419"/>
                  <a:pt x="42" y="419"/>
                </a:cubicBezTo>
                <a:cubicBezTo>
                  <a:pt x="42" y="419"/>
                  <a:pt x="41" y="419"/>
                  <a:pt x="41" y="419"/>
                </a:cubicBezTo>
                <a:cubicBezTo>
                  <a:pt x="41" y="418"/>
                  <a:pt x="41" y="418"/>
                  <a:pt x="41" y="418"/>
                </a:cubicBezTo>
                <a:cubicBezTo>
                  <a:pt x="41" y="418"/>
                  <a:pt x="41" y="418"/>
                  <a:pt x="41" y="418"/>
                </a:cubicBezTo>
                <a:cubicBezTo>
                  <a:pt x="41" y="419"/>
                  <a:pt x="40" y="418"/>
                  <a:pt x="40" y="418"/>
                </a:cubicBezTo>
                <a:cubicBezTo>
                  <a:pt x="40" y="419"/>
                  <a:pt x="40" y="420"/>
                  <a:pt x="39" y="421"/>
                </a:cubicBezTo>
                <a:cubicBezTo>
                  <a:pt x="40" y="421"/>
                  <a:pt x="40" y="420"/>
                  <a:pt x="40" y="420"/>
                </a:cubicBezTo>
                <a:cubicBezTo>
                  <a:pt x="41" y="420"/>
                  <a:pt x="41" y="420"/>
                  <a:pt x="41" y="420"/>
                </a:cubicBezTo>
                <a:cubicBezTo>
                  <a:pt x="42" y="421"/>
                  <a:pt x="43" y="421"/>
                  <a:pt x="44" y="421"/>
                </a:cubicBezTo>
                <a:cubicBezTo>
                  <a:pt x="43" y="421"/>
                  <a:pt x="43" y="421"/>
                  <a:pt x="43" y="421"/>
                </a:cubicBezTo>
                <a:cubicBezTo>
                  <a:pt x="43" y="421"/>
                  <a:pt x="43" y="421"/>
                  <a:pt x="43" y="421"/>
                </a:cubicBezTo>
                <a:cubicBezTo>
                  <a:pt x="43" y="422"/>
                  <a:pt x="43" y="422"/>
                  <a:pt x="43" y="422"/>
                </a:cubicBezTo>
                <a:cubicBezTo>
                  <a:pt x="44" y="422"/>
                  <a:pt x="44" y="422"/>
                  <a:pt x="44" y="422"/>
                </a:cubicBezTo>
                <a:cubicBezTo>
                  <a:pt x="45" y="421"/>
                  <a:pt x="45" y="421"/>
                  <a:pt x="46" y="422"/>
                </a:cubicBezTo>
                <a:cubicBezTo>
                  <a:pt x="46" y="423"/>
                  <a:pt x="46" y="423"/>
                  <a:pt x="46" y="423"/>
                </a:cubicBezTo>
                <a:cubicBezTo>
                  <a:pt x="46" y="423"/>
                  <a:pt x="46" y="423"/>
                  <a:pt x="46" y="423"/>
                </a:cubicBezTo>
                <a:close/>
                <a:moveTo>
                  <a:pt x="33" y="395"/>
                </a:moveTo>
                <a:cubicBezTo>
                  <a:pt x="33" y="395"/>
                  <a:pt x="33" y="395"/>
                  <a:pt x="33" y="395"/>
                </a:cubicBezTo>
                <a:cubicBezTo>
                  <a:pt x="33" y="395"/>
                  <a:pt x="33" y="395"/>
                  <a:pt x="33" y="395"/>
                </a:cubicBezTo>
                <a:close/>
                <a:moveTo>
                  <a:pt x="11" y="382"/>
                </a:moveTo>
                <a:cubicBezTo>
                  <a:pt x="11" y="383"/>
                  <a:pt x="11" y="383"/>
                  <a:pt x="11" y="384"/>
                </a:cubicBezTo>
                <a:cubicBezTo>
                  <a:pt x="10" y="384"/>
                  <a:pt x="9" y="384"/>
                  <a:pt x="9" y="385"/>
                </a:cubicBezTo>
                <a:cubicBezTo>
                  <a:pt x="9" y="385"/>
                  <a:pt x="9" y="385"/>
                  <a:pt x="9" y="385"/>
                </a:cubicBezTo>
                <a:cubicBezTo>
                  <a:pt x="9" y="385"/>
                  <a:pt x="9" y="385"/>
                  <a:pt x="9" y="385"/>
                </a:cubicBezTo>
                <a:cubicBezTo>
                  <a:pt x="8" y="385"/>
                  <a:pt x="8" y="385"/>
                  <a:pt x="8" y="385"/>
                </a:cubicBezTo>
                <a:cubicBezTo>
                  <a:pt x="9" y="386"/>
                  <a:pt x="9" y="386"/>
                  <a:pt x="8" y="386"/>
                </a:cubicBezTo>
                <a:cubicBezTo>
                  <a:pt x="9" y="386"/>
                  <a:pt x="8" y="386"/>
                  <a:pt x="8" y="385"/>
                </a:cubicBezTo>
                <a:cubicBezTo>
                  <a:pt x="8" y="385"/>
                  <a:pt x="8" y="385"/>
                  <a:pt x="8" y="385"/>
                </a:cubicBezTo>
                <a:cubicBezTo>
                  <a:pt x="8" y="385"/>
                  <a:pt x="9" y="384"/>
                  <a:pt x="9" y="384"/>
                </a:cubicBezTo>
                <a:cubicBezTo>
                  <a:pt x="9" y="384"/>
                  <a:pt x="9" y="384"/>
                  <a:pt x="9" y="384"/>
                </a:cubicBezTo>
                <a:cubicBezTo>
                  <a:pt x="10" y="384"/>
                  <a:pt x="10" y="384"/>
                  <a:pt x="10" y="383"/>
                </a:cubicBezTo>
                <a:cubicBezTo>
                  <a:pt x="10" y="383"/>
                  <a:pt x="10" y="383"/>
                  <a:pt x="10" y="383"/>
                </a:cubicBezTo>
                <a:cubicBezTo>
                  <a:pt x="10" y="383"/>
                  <a:pt x="10" y="383"/>
                  <a:pt x="10" y="383"/>
                </a:cubicBezTo>
                <a:cubicBezTo>
                  <a:pt x="11" y="383"/>
                  <a:pt x="11" y="383"/>
                  <a:pt x="11" y="382"/>
                </a:cubicBezTo>
                <a:cubicBezTo>
                  <a:pt x="11" y="382"/>
                  <a:pt x="11" y="382"/>
                  <a:pt x="11" y="382"/>
                </a:cubicBezTo>
                <a:cubicBezTo>
                  <a:pt x="11" y="382"/>
                  <a:pt x="11" y="382"/>
                  <a:pt x="11" y="382"/>
                </a:cubicBezTo>
                <a:close/>
                <a:moveTo>
                  <a:pt x="33" y="395"/>
                </a:moveTo>
                <a:cubicBezTo>
                  <a:pt x="34" y="395"/>
                  <a:pt x="34" y="395"/>
                  <a:pt x="34" y="395"/>
                </a:cubicBezTo>
                <a:cubicBezTo>
                  <a:pt x="34" y="395"/>
                  <a:pt x="34" y="395"/>
                  <a:pt x="33" y="395"/>
                </a:cubicBezTo>
                <a:close/>
                <a:moveTo>
                  <a:pt x="71" y="407"/>
                </a:moveTo>
                <a:cubicBezTo>
                  <a:pt x="71" y="407"/>
                  <a:pt x="72" y="406"/>
                  <a:pt x="72" y="406"/>
                </a:cubicBezTo>
                <a:cubicBezTo>
                  <a:pt x="72" y="405"/>
                  <a:pt x="73" y="405"/>
                  <a:pt x="73" y="405"/>
                </a:cubicBezTo>
                <a:cubicBezTo>
                  <a:pt x="73" y="405"/>
                  <a:pt x="71" y="403"/>
                  <a:pt x="71" y="403"/>
                </a:cubicBezTo>
                <a:cubicBezTo>
                  <a:pt x="71" y="403"/>
                  <a:pt x="71" y="401"/>
                  <a:pt x="71" y="401"/>
                </a:cubicBezTo>
                <a:cubicBezTo>
                  <a:pt x="71" y="401"/>
                  <a:pt x="71" y="400"/>
                  <a:pt x="71" y="400"/>
                </a:cubicBezTo>
                <a:cubicBezTo>
                  <a:pt x="70" y="400"/>
                  <a:pt x="70" y="399"/>
                  <a:pt x="70" y="399"/>
                </a:cubicBezTo>
                <a:cubicBezTo>
                  <a:pt x="70" y="399"/>
                  <a:pt x="71" y="398"/>
                  <a:pt x="71" y="397"/>
                </a:cubicBezTo>
                <a:cubicBezTo>
                  <a:pt x="71" y="397"/>
                  <a:pt x="71" y="395"/>
                  <a:pt x="71" y="395"/>
                </a:cubicBezTo>
                <a:cubicBezTo>
                  <a:pt x="71" y="391"/>
                  <a:pt x="71" y="391"/>
                  <a:pt x="71" y="391"/>
                </a:cubicBezTo>
                <a:cubicBezTo>
                  <a:pt x="70" y="391"/>
                  <a:pt x="70" y="391"/>
                  <a:pt x="70" y="391"/>
                </a:cubicBezTo>
                <a:cubicBezTo>
                  <a:pt x="70" y="390"/>
                  <a:pt x="70" y="390"/>
                  <a:pt x="70" y="390"/>
                </a:cubicBezTo>
                <a:cubicBezTo>
                  <a:pt x="70" y="390"/>
                  <a:pt x="70" y="390"/>
                  <a:pt x="70" y="390"/>
                </a:cubicBezTo>
                <a:cubicBezTo>
                  <a:pt x="70" y="390"/>
                  <a:pt x="70" y="389"/>
                  <a:pt x="70" y="389"/>
                </a:cubicBezTo>
                <a:cubicBezTo>
                  <a:pt x="70" y="388"/>
                  <a:pt x="70" y="388"/>
                  <a:pt x="70" y="388"/>
                </a:cubicBezTo>
                <a:cubicBezTo>
                  <a:pt x="70" y="388"/>
                  <a:pt x="70" y="388"/>
                  <a:pt x="70" y="388"/>
                </a:cubicBezTo>
                <a:cubicBezTo>
                  <a:pt x="70" y="388"/>
                  <a:pt x="70" y="387"/>
                  <a:pt x="70" y="387"/>
                </a:cubicBezTo>
                <a:cubicBezTo>
                  <a:pt x="70" y="387"/>
                  <a:pt x="69" y="386"/>
                  <a:pt x="69" y="386"/>
                </a:cubicBezTo>
                <a:cubicBezTo>
                  <a:pt x="69" y="386"/>
                  <a:pt x="69" y="385"/>
                  <a:pt x="69" y="385"/>
                </a:cubicBezTo>
                <a:cubicBezTo>
                  <a:pt x="69" y="385"/>
                  <a:pt x="68" y="384"/>
                  <a:pt x="68" y="384"/>
                </a:cubicBezTo>
                <a:cubicBezTo>
                  <a:pt x="69" y="383"/>
                  <a:pt x="69" y="383"/>
                  <a:pt x="69" y="383"/>
                </a:cubicBezTo>
                <a:cubicBezTo>
                  <a:pt x="69" y="383"/>
                  <a:pt x="68" y="383"/>
                  <a:pt x="68" y="382"/>
                </a:cubicBezTo>
                <a:cubicBezTo>
                  <a:pt x="68" y="382"/>
                  <a:pt x="68" y="382"/>
                  <a:pt x="68" y="381"/>
                </a:cubicBezTo>
                <a:cubicBezTo>
                  <a:pt x="69" y="381"/>
                  <a:pt x="69" y="381"/>
                  <a:pt x="69" y="381"/>
                </a:cubicBezTo>
                <a:cubicBezTo>
                  <a:pt x="69" y="381"/>
                  <a:pt x="68" y="380"/>
                  <a:pt x="68" y="380"/>
                </a:cubicBezTo>
                <a:cubicBezTo>
                  <a:pt x="68" y="380"/>
                  <a:pt x="66" y="380"/>
                  <a:pt x="66" y="380"/>
                </a:cubicBezTo>
                <a:cubicBezTo>
                  <a:pt x="67" y="377"/>
                  <a:pt x="67" y="377"/>
                  <a:pt x="67" y="377"/>
                </a:cubicBezTo>
                <a:cubicBezTo>
                  <a:pt x="66" y="375"/>
                  <a:pt x="66" y="375"/>
                  <a:pt x="66" y="375"/>
                </a:cubicBezTo>
                <a:cubicBezTo>
                  <a:pt x="67" y="372"/>
                  <a:pt x="67" y="372"/>
                  <a:pt x="67" y="372"/>
                </a:cubicBezTo>
                <a:cubicBezTo>
                  <a:pt x="70" y="367"/>
                  <a:pt x="70" y="367"/>
                  <a:pt x="70" y="367"/>
                </a:cubicBezTo>
                <a:cubicBezTo>
                  <a:pt x="70" y="365"/>
                  <a:pt x="70" y="365"/>
                  <a:pt x="70" y="365"/>
                </a:cubicBezTo>
                <a:cubicBezTo>
                  <a:pt x="72" y="363"/>
                  <a:pt x="72" y="363"/>
                  <a:pt x="72" y="363"/>
                </a:cubicBezTo>
                <a:cubicBezTo>
                  <a:pt x="72" y="362"/>
                  <a:pt x="72" y="362"/>
                  <a:pt x="72" y="362"/>
                </a:cubicBezTo>
                <a:cubicBezTo>
                  <a:pt x="68" y="358"/>
                  <a:pt x="68" y="358"/>
                  <a:pt x="68" y="358"/>
                </a:cubicBezTo>
                <a:cubicBezTo>
                  <a:pt x="67" y="359"/>
                  <a:pt x="67" y="359"/>
                  <a:pt x="67" y="359"/>
                </a:cubicBezTo>
                <a:cubicBezTo>
                  <a:pt x="64" y="363"/>
                  <a:pt x="64" y="363"/>
                  <a:pt x="64" y="363"/>
                </a:cubicBezTo>
                <a:cubicBezTo>
                  <a:pt x="64" y="365"/>
                  <a:pt x="64" y="365"/>
                  <a:pt x="64" y="365"/>
                </a:cubicBezTo>
                <a:cubicBezTo>
                  <a:pt x="63" y="365"/>
                  <a:pt x="63" y="365"/>
                  <a:pt x="63" y="365"/>
                </a:cubicBezTo>
                <a:cubicBezTo>
                  <a:pt x="62" y="364"/>
                  <a:pt x="62" y="364"/>
                  <a:pt x="62" y="364"/>
                </a:cubicBezTo>
                <a:cubicBezTo>
                  <a:pt x="62" y="364"/>
                  <a:pt x="62" y="364"/>
                  <a:pt x="62" y="364"/>
                </a:cubicBezTo>
                <a:cubicBezTo>
                  <a:pt x="61" y="364"/>
                  <a:pt x="61" y="364"/>
                  <a:pt x="61" y="364"/>
                </a:cubicBezTo>
                <a:cubicBezTo>
                  <a:pt x="60" y="361"/>
                  <a:pt x="60" y="361"/>
                  <a:pt x="60" y="361"/>
                </a:cubicBezTo>
                <a:cubicBezTo>
                  <a:pt x="59" y="361"/>
                  <a:pt x="59" y="361"/>
                  <a:pt x="59" y="361"/>
                </a:cubicBezTo>
                <a:cubicBezTo>
                  <a:pt x="59" y="361"/>
                  <a:pt x="58" y="359"/>
                  <a:pt x="58" y="359"/>
                </a:cubicBezTo>
                <a:cubicBezTo>
                  <a:pt x="58" y="359"/>
                  <a:pt x="58" y="357"/>
                  <a:pt x="58" y="357"/>
                </a:cubicBezTo>
                <a:cubicBezTo>
                  <a:pt x="53" y="360"/>
                  <a:pt x="53" y="360"/>
                  <a:pt x="53" y="360"/>
                </a:cubicBezTo>
                <a:cubicBezTo>
                  <a:pt x="49" y="360"/>
                  <a:pt x="49" y="360"/>
                  <a:pt x="49" y="360"/>
                </a:cubicBezTo>
                <a:cubicBezTo>
                  <a:pt x="48" y="359"/>
                  <a:pt x="48" y="359"/>
                  <a:pt x="48" y="359"/>
                </a:cubicBezTo>
                <a:cubicBezTo>
                  <a:pt x="48" y="356"/>
                  <a:pt x="48" y="356"/>
                  <a:pt x="48" y="356"/>
                </a:cubicBezTo>
                <a:cubicBezTo>
                  <a:pt x="47" y="355"/>
                  <a:pt x="47" y="355"/>
                  <a:pt x="47" y="355"/>
                </a:cubicBezTo>
                <a:cubicBezTo>
                  <a:pt x="46" y="354"/>
                  <a:pt x="46" y="354"/>
                  <a:pt x="46" y="354"/>
                </a:cubicBezTo>
                <a:cubicBezTo>
                  <a:pt x="46" y="353"/>
                  <a:pt x="46" y="353"/>
                  <a:pt x="46" y="353"/>
                </a:cubicBezTo>
                <a:cubicBezTo>
                  <a:pt x="48" y="350"/>
                  <a:pt x="48" y="350"/>
                  <a:pt x="48" y="350"/>
                </a:cubicBezTo>
                <a:cubicBezTo>
                  <a:pt x="48" y="348"/>
                  <a:pt x="48" y="348"/>
                  <a:pt x="48" y="348"/>
                </a:cubicBezTo>
                <a:cubicBezTo>
                  <a:pt x="48" y="348"/>
                  <a:pt x="47" y="349"/>
                  <a:pt x="46" y="349"/>
                </a:cubicBezTo>
                <a:cubicBezTo>
                  <a:pt x="46" y="348"/>
                  <a:pt x="46" y="348"/>
                  <a:pt x="46" y="348"/>
                </a:cubicBezTo>
                <a:cubicBezTo>
                  <a:pt x="43" y="346"/>
                  <a:pt x="43" y="346"/>
                  <a:pt x="43" y="346"/>
                </a:cubicBezTo>
                <a:cubicBezTo>
                  <a:pt x="44" y="345"/>
                  <a:pt x="44" y="345"/>
                  <a:pt x="44" y="345"/>
                </a:cubicBezTo>
                <a:cubicBezTo>
                  <a:pt x="43" y="342"/>
                  <a:pt x="43" y="342"/>
                  <a:pt x="43" y="342"/>
                </a:cubicBezTo>
                <a:cubicBezTo>
                  <a:pt x="44" y="342"/>
                  <a:pt x="44" y="342"/>
                  <a:pt x="44" y="342"/>
                </a:cubicBezTo>
                <a:cubicBezTo>
                  <a:pt x="44" y="342"/>
                  <a:pt x="44" y="341"/>
                  <a:pt x="44" y="341"/>
                </a:cubicBezTo>
                <a:cubicBezTo>
                  <a:pt x="44" y="341"/>
                  <a:pt x="45" y="341"/>
                  <a:pt x="45" y="341"/>
                </a:cubicBezTo>
                <a:cubicBezTo>
                  <a:pt x="45" y="341"/>
                  <a:pt x="45" y="340"/>
                  <a:pt x="45" y="340"/>
                </a:cubicBezTo>
                <a:cubicBezTo>
                  <a:pt x="45" y="340"/>
                  <a:pt x="45" y="339"/>
                  <a:pt x="45" y="339"/>
                </a:cubicBezTo>
                <a:cubicBezTo>
                  <a:pt x="45" y="339"/>
                  <a:pt x="45" y="338"/>
                  <a:pt x="45" y="338"/>
                </a:cubicBezTo>
                <a:cubicBezTo>
                  <a:pt x="45" y="338"/>
                  <a:pt x="45" y="337"/>
                  <a:pt x="45" y="337"/>
                </a:cubicBezTo>
                <a:cubicBezTo>
                  <a:pt x="45" y="337"/>
                  <a:pt x="45" y="336"/>
                  <a:pt x="45" y="336"/>
                </a:cubicBezTo>
                <a:cubicBezTo>
                  <a:pt x="45" y="336"/>
                  <a:pt x="45" y="334"/>
                  <a:pt x="45" y="334"/>
                </a:cubicBezTo>
                <a:cubicBezTo>
                  <a:pt x="46" y="332"/>
                  <a:pt x="46" y="332"/>
                  <a:pt x="46" y="332"/>
                </a:cubicBezTo>
                <a:cubicBezTo>
                  <a:pt x="46" y="331"/>
                  <a:pt x="46" y="331"/>
                  <a:pt x="46" y="331"/>
                </a:cubicBezTo>
                <a:cubicBezTo>
                  <a:pt x="47" y="330"/>
                  <a:pt x="47" y="330"/>
                  <a:pt x="47" y="330"/>
                </a:cubicBezTo>
                <a:cubicBezTo>
                  <a:pt x="48" y="329"/>
                  <a:pt x="48" y="329"/>
                  <a:pt x="48" y="329"/>
                </a:cubicBezTo>
                <a:cubicBezTo>
                  <a:pt x="49" y="329"/>
                  <a:pt x="49" y="329"/>
                  <a:pt x="49" y="329"/>
                </a:cubicBezTo>
                <a:cubicBezTo>
                  <a:pt x="49" y="329"/>
                  <a:pt x="50" y="326"/>
                  <a:pt x="50" y="326"/>
                </a:cubicBezTo>
                <a:cubicBezTo>
                  <a:pt x="50" y="326"/>
                  <a:pt x="50" y="325"/>
                  <a:pt x="50" y="325"/>
                </a:cubicBezTo>
                <a:cubicBezTo>
                  <a:pt x="50" y="325"/>
                  <a:pt x="50" y="325"/>
                  <a:pt x="50" y="325"/>
                </a:cubicBezTo>
                <a:cubicBezTo>
                  <a:pt x="50" y="324"/>
                  <a:pt x="50" y="324"/>
                  <a:pt x="50" y="324"/>
                </a:cubicBezTo>
                <a:cubicBezTo>
                  <a:pt x="50" y="324"/>
                  <a:pt x="49" y="323"/>
                  <a:pt x="49" y="323"/>
                </a:cubicBezTo>
                <a:cubicBezTo>
                  <a:pt x="49" y="322"/>
                  <a:pt x="49" y="322"/>
                  <a:pt x="49" y="322"/>
                </a:cubicBezTo>
                <a:cubicBezTo>
                  <a:pt x="49" y="322"/>
                  <a:pt x="48" y="321"/>
                  <a:pt x="48" y="321"/>
                </a:cubicBezTo>
                <a:cubicBezTo>
                  <a:pt x="48" y="321"/>
                  <a:pt x="46" y="320"/>
                  <a:pt x="46" y="320"/>
                </a:cubicBezTo>
                <a:cubicBezTo>
                  <a:pt x="45" y="321"/>
                  <a:pt x="45" y="321"/>
                  <a:pt x="45" y="321"/>
                </a:cubicBezTo>
                <a:cubicBezTo>
                  <a:pt x="44" y="321"/>
                  <a:pt x="44" y="321"/>
                  <a:pt x="44" y="321"/>
                </a:cubicBezTo>
                <a:cubicBezTo>
                  <a:pt x="44" y="321"/>
                  <a:pt x="44" y="322"/>
                  <a:pt x="44" y="322"/>
                </a:cubicBezTo>
                <a:cubicBezTo>
                  <a:pt x="43" y="322"/>
                  <a:pt x="44" y="323"/>
                  <a:pt x="43" y="323"/>
                </a:cubicBezTo>
                <a:cubicBezTo>
                  <a:pt x="42" y="322"/>
                  <a:pt x="42" y="322"/>
                  <a:pt x="41" y="323"/>
                </a:cubicBezTo>
                <a:cubicBezTo>
                  <a:pt x="41" y="323"/>
                  <a:pt x="41" y="323"/>
                  <a:pt x="41" y="324"/>
                </a:cubicBezTo>
                <a:cubicBezTo>
                  <a:pt x="41" y="324"/>
                  <a:pt x="41" y="324"/>
                  <a:pt x="41" y="324"/>
                </a:cubicBezTo>
                <a:cubicBezTo>
                  <a:pt x="40" y="325"/>
                  <a:pt x="39" y="325"/>
                  <a:pt x="38" y="326"/>
                </a:cubicBezTo>
                <a:cubicBezTo>
                  <a:pt x="37" y="327"/>
                  <a:pt x="36" y="329"/>
                  <a:pt x="36" y="331"/>
                </a:cubicBezTo>
                <a:cubicBezTo>
                  <a:pt x="36" y="331"/>
                  <a:pt x="36" y="332"/>
                  <a:pt x="36" y="332"/>
                </a:cubicBezTo>
                <a:cubicBezTo>
                  <a:pt x="36" y="333"/>
                  <a:pt x="37" y="333"/>
                  <a:pt x="38" y="333"/>
                </a:cubicBezTo>
                <a:cubicBezTo>
                  <a:pt x="38" y="333"/>
                  <a:pt x="38" y="334"/>
                  <a:pt x="39" y="334"/>
                </a:cubicBezTo>
                <a:cubicBezTo>
                  <a:pt x="39" y="334"/>
                  <a:pt x="39" y="334"/>
                  <a:pt x="39" y="335"/>
                </a:cubicBezTo>
                <a:cubicBezTo>
                  <a:pt x="39" y="335"/>
                  <a:pt x="39" y="335"/>
                  <a:pt x="39" y="335"/>
                </a:cubicBezTo>
                <a:cubicBezTo>
                  <a:pt x="39" y="335"/>
                  <a:pt x="39" y="335"/>
                  <a:pt x="39" y="335"/>
                </a:cubicBezTo>
                <a:cubicBezTo>
                  <a:pt x="39" y="335"/>
                  <a:pt x="38" y="335"/>
                  <a:pt x="38" y="335"/>
                </a:cubicBezTo>
                <a:cubicBezTo>
                  <a:pt x="38" y="335"/>
                  <a:pt x="38" y="335"/>
                  <a:pt x="38" y="335"/>
                </a:cubicBezTo>
                <a:cubicBezTo>
                  <a:pt x="38" y="334"/>
                  <a:pt x="38" y="334"/>
                  <a:pt x="37" y="334"/>
                </a:cubicBezTo>
                <a:cubicBezTo>
                  <a:pt x="37" y="333"/>
                  <a:pt x="37" y="333"/>
                  <a:pt x="36" y="333"/>
                </a:cubicBezTo>
                <a:cubicBezTo>
                  <a:pt x="36" y="333"/>
                  <a:pt x="36" y="333"/>
                  <a:pt x="35" y="332"/>
                </a:cubicBezTo>
                <a:cubicBezTo>
                  <a:pt x="35" y="332"/>
                  <a:pt x="35" y="332"/>
                  <a:pt x="34" y="332"/>
                </a:cubicBezTo>
                <a:cubicBezTo>
                  <a:pt x="34" y="333"/>
                  <a:pt x="33" y="333"/>
                  <a:pt x="32" y="334"/>
                </a:cubicBezTo>
                <a:cubicBezTo>
                  <a:pt x="31" y="334"/>
                  <a:pt x="31" y="334"/>
                  <a:pt x="32" y="335"/>
                </a:cubicBezTo>
                <a:cubicBezTo>
                  <a:pt x="32" y="335"/>
                  <a:pt x="32" y="335"/>
                  <a:pt x="32" y="336"/>
                </a:cubicBezTo>
                <a:cubicBezTo>
                  <a:pt x="32" y="336"/>
                  <a:pt x="32" y="335"/>
                  <a:pt x="31" y="335"/>
                </a:cubicBezTo>
                <a:cubicBezTo>
                  <a:pt x="31" y="335"/>
                  <a:pt x="31" y="335"/>
                  <a:pt x="30" y="335"/>
                </a:cubicBezTo>
                <a:cubicBezTo>
                  <a:pt x="30" y="335"/>
                  <a:pt x="29" y="336"/>
                  <a:pt x="29" y="337"/>
                </a:cubicBezTo>
                <a:cubicBezTo>
                  <a:pt x="30" y="338"/>
                  <a:pt x="29" y="337"/>
                  <a:pt x="29" y="337"/>
                </a:cubicBezTo>
                <a:cubicBezTo>
                  <a:pt x="28" y="337"/>
                  <a:pt x="28" y="338"/>
                  <a:pt x="28" y="339"/>
                </a:cubicBezTo>
                <a:cubicBezTo>
                  <a:pt x="28" y="339"/>
                  <a:pt x="28" y="340"/>
                  <a:pt x="29" y="340"/>
                </a:cubicBezTo>
                <a:cubicBezTo>
                  <a:pt x="29" y="340"/>
                  <a:pt x="29" y="341"/>
                  <a:pt x="28" y="340"/>
                </a:cubicBezTo>
                <a:cubicBezTo>
                  <a:pt x="28" y="340"/>
                  <a:pt x="28" y="340"/>
                  <a:pt x="28" y="339"/>
                </a:cubicBezTo>
                <a:cubicBezTo>
                  <a:pt x="27" y="339"/>
                  <a:pt x="27" y="339"/>
                  <a:pt x="26" y="339"/>
                </a:cubicBezTo>
                <a:cubicBezTo>
                  <a:pt x="26" y="339"/>
                  <a:pt x="25" y="340"/>
                  <a:pt x="25" y="340"/>
                </a:cubicBezTo>
                <a:cubicBezTo>
                  <a:pt x="24" y="341"/>
                  <a:pt x="24" y="341"/>
                  <a:pt x="24" y="342"/>
                </a:cubicBezTo>
                <a:cubicBezTo>
                  <a:pt x="24" y="342"/>
                  <a:pt x="25" y="343"/>
                  <a:pt x="25" y="343"/>
                </a:cubicBezTo>
                <a:cubicBezTo>
                  <a:pt x="25" y="344"/>
                  <a:pt x="25" y="344"/>
                  <a:pt x="25" y="344"/>
                </a:cubicBezTo>
                <a:cubicBezTo>
                  <a:pt x="25" y="345"/>
                  <a:pt x="25" y="346"/>
                  <a:pt x="26" y="346"/>
                </a:cubicBezTo>
                <a:cubicBezTo>
                  <a:pt x="26" y="346"/>
                  <a:pt x="26" y="346"/>
                  <a:pt x="26" y="347"/>
                </a:cubicBezTo>
                <a:cubicBezTo>
                  <a:pt x="26" y="347"/>
                  <a:pt x="26" y="347"/>
                  <a:pt x="26" y="347"/>
                </a:cubicBezTo>
                <a:cubicBezTo>
                  <a:pt x="25" y="347"/>
                  <a:pt x="25" y="346"/>
                  <a:pt x="25" y="346"/>
                </a:cubicBezTo>
                <a:cubicBezTo>
                  <a:pt x="25" y="346"/>
                  <a:pt x="25" y="346"/>
                  <a:pt x="25" y="346"/>
                </a:cubicBezTo>
                <a:cubicBezTo>
                  <a:pt x="25" y="346"/>
                  <a:pt x="25" y="346"/>
                  <a:pt x="25" y="346"/>
                </a:cubicBezTo>
                <a:cubicBezTo>
                  <a:pt x="24" y="346"/>
                  <a:pt x="24" y="345"/>
                  <a:pt x="24" y="345"/>
                </a:cubicBezTo>
                <a:cubicBezTo>
                  <a:pt x="24" y="345"/>
                  <a:pt x="24" y="345"/>
                  <a:pt x="24" y="345"/>
                </a:cubicBezTo>
                <a:cubicBezTo>
                  <a:pt x="24" y="344"/>
                  <a:pt x="24" y="343"/>
                  <a:pt x="23" y="342"/>
                </a:cubicBezTo>
                <a:cubicBezTo>
                  <a:pt x="23" y="342"/>
                  <a:pt x="23" y="342"/>
                  <a:pt x="23" y="342"/>
                </a:cubicBezTo>
                <a:cubicBezTo>
                  <a:pt x="22" y="342"/>
                  <a:pt x="21" y="343"/>
                  <a:pt x="21" y="344"/>
                </a:cubicBezTo>
                <a:cubicBezTo>
                  <a:pt x="21" y="344"/>
                  <a:pt x="21" y="344"/>
                  <a:pt x="21" y="344"/>
                </a:cubicBezTo>
                <a:cubicBezTo>
                  <a:pt x="21" y="345"/>
                  <a:pt x="20" y="345"/>
                  <a:pt x="20" y="345"/>
                </a:cubicBezTo>
                <a:cubicBezTo>
                  <a:pt x="19" y="346"/>
                  <a:pt x="19" y="346"/>
                  <a:pt x="19" y="346"/>
                </a:cubicBezTo>
                <a:cubicBezTo>
                  <a:pt x="18" y="346"/>
                  <a:pt x="18" y="347"/>
                  <a:pt x="18" y="347"/>
                </a:cubicBezTo>
                <a:cubicBezTo>
                  <a:pt x="19" y="347"/>
                  <a:pt x="20" y="348"/>
                  <a:pt x="21" y="348"/>
                </a:cubicBezTo>
                <a:cubicBezTo>
                  <a:pt x="21" y="349"/>
                  <a:pt x="21" y="349"/>
                  <a:pt x="21" y="349"/>
                </a:cubicBezTo>
                <a:cubicBezTo>
                  <a:pt x="20" y="349"/>
                  <a:pt x="20" y="348"/>
                  <a:pt x="20" y="348"/>
                </a:cubicBezTo>
                <a:cubicBezTo>
                  <a:pt x="19" y="348"/>
                  <a:pt x="18" y="347"/>
                  <a:pt x="18" y="348"/>
                </a:cubicBezTo>
                <a:cubicBezTo>
                  <a:pt x="17" y="348"/>
                  <a:pt x="18" y="349"/>
                  <a:pt x="17" y="350"/>
                </a:cubicBezTo>
                <a:cubicBezTo>
                  <a:pt x="18" y="350"/>
                  <a:pt x="18" y="351"/>
                  <a:pt x="18" y="351"/>
                </a:cubicBezTo>
                <a:cubicBezTo>
                  <a:pt x="18" y="351"/>
                  <a:pt x="18" y="351"/>
                  <a:pt x="18" y="351"/>
                </a:cubicBezTo>
                <a:cubicBezTo>
                  <a:pt x="18" y="351"/>
                  <a:pt x="18" y="350"/>
                  <a:pt x="17" y="350"/>
                </a:cubicBezTo>
                <a:cubicBezTo>
                  <a:pt x="17" y="350"/>
                  <a:pt x="17" y="349"/>
                  <a:pt x="16" y="350"/>
                </a:cubicBezTo>
                <a:cubicBezTo>
                  <a:pt x="16" y="350"/>
                  <a:pt x="15" y="350"/>
                  <a:pt x="16" y="351"/>
                </a:cubicBezTo>
                <a:cubicBezTo>
                  <a:pt x="16" y="352"/>
                  <a:pt x="17" y="353"/>
                  <a:pt x="18" y="354"/>
                </a:cubicBezTo>
                <a:cubicBezTo>
                  <a:pt x="17" y="354"/>
                  <a:pt x="17" y="354"/>
                  <a:pt x="17" y="354"/>
                </a:cubicBezTo>
                <a:cubicBezTo>
                  <a:pt x="17" y="353"/>
                  <a:pt x="16" y="352"/>
                  <a:pt x="16" y="352"/>
                </a:cubicBezTo>
                <a:cubicBezTo>
                  <a:pt x="16" y="351"/>
                  <a:pt x="15" y="351"/>
                  <a:pt x="15" y="351"/>
                </a:cubicBezTo>
                <a:cubicBezTo>
                  <a:pt x="15" y="352"/>
                  <a:pt x="14" y="352"/>
                  <a:pt x="14" y="353"/>
                </a:cubicBezTo>
                <a:cubicBezTo>
                  <a:pt x="14" y="353"/>
                  <a:pt x="14" y="354"/>
                  <a:pt x="14" y="354"/>
                </a:cubicBezTo>
                <a:cubicBezTo>
                  <a:pt x="14" y="355"/>
                  <a:pt x="15" y="356"/>
                  <a:pt x="15" y="357"/>
                </a:cubicBezTo>
                <a:cubicBezTo>
                  <a:pt x="15" y="357"/>
                  <a:pt x="15" y="357"/>
                  <a:pt x="15" y="357"/>
                </a:cubicBezTo>
                <a:cubicBezTo>
                  <a:pt x="16" y="357"/>
                  <a:pt x="17" y="358"/>
                  <a:pt x="17" y="357"/>
                </a:cubicBezTo>
                <a:cubicBezTo>
                  <a:pt x="18" y="357"/>
                  <a:pt x="18" y="357"/>
                  <a:pt x="19" y="357"/>
                </a:cubicBezTo>
                <a:cubicBezTo>
                  <a:pt x="18" y="358"/>
                  <a:pt x="18" y="358"/>
                  <a:pt x="18" y="358"/>
                </a:cubicBezTo>
                <a:cubicBezTo>
                  <a:pt x="17" y="358"/>
                  <a:pt x="16" y="358"/>
                  <a:pt x="15" y="358"/>
                </a:cubicBezTo>
                <a:cubicBezTo>
                  <a:pt x="15" y="359"/>
                  <a:pt x="15" y="359"/>
                  <a:pt x="15" y="360"/>
                </a:cubicBezTo>
                <a:cubicBezTo>
                  <a:pt x="15" y="360"/>
                  <a:pt x="15" y="360"/>
                  <a:pt x="15" y="360"/>
                </a:cubicBezTo>
                <a:cubicBezTo>
                  <a:pt x="17" y="360"/>
                  <a:pt x="17" y="361"/>
                  <a:pt x="18" y="362"/>
                </a:cubicBezTo>
                <a:cubicBezTo>
                  <a:pt x="18" y="363"/>
                  <a:pt x="18" y="363"/>
                  <a:pt x="18" y="363"/>
                </a:cubicBezTo>
                <a:cubicBezTo>
                  <a:pt x="18" y="363"/>
                  <a:pt x="18" y="363"/>
                  <a:pt x="18" y="363"/>
                </a:cubicBezTo>
                <a:cubicBezTo>
                  <a:pt x="18" y="364"/>
                  <a:pt x="18" y="364"/>
                  <a:pt x="18" y="364"/>
                </a:cubicBezTo>
                <a:cubicBezTo>
                  <a:pt x="18" y="364"/>
                  <a:pt x="17" y="364"/>
                  <a:pt x="17" y="364"/>
                </a:cubicBezTo>
                <a:cubicBezTo>
                  <a:pt x="17" y="364"/>
                  <a:pt x="18" y="363"/>
                  <a:pt x="17" y="363"/>
                </a:cubicBezTo>
                <a:cubicBezTo>
                  <a:pt x="17" y="363"/>
                  <a:pt x="17" y="362"/>
                  <a:pt x="17" y="362"/>
                </a:cubicBezTo>
                <a:cubicBezTo>
                  <a:pt x="17" y="361"/>
                  <a:pt x="16" y="361"/>
                  <a:pt x="16" y="361"/>
                </a:cubicBezTo>
                <a:cubicBezTo>
                  <a:pt x="15" y="361"/>
                  <a:pt x="15" y="361"/>
                  <a:pt x="15" y="362"/>
                </a:cubicBezTo>
                <a:cubicBezTo>
                  <a:pt x="15" y="362"/>
                  <a:pt x="15" y="362"/>
                  <a:pt x="15" y="362"/>
                </a:cubicBezTo>
                <a:cubicBezTo>
                  <a:pt x="15" y="362"/>
                  <a:pt x="15" y="362"/>
                  <a:pt x="15" y="362"/>
                </a:cubicBezTo>
                <a:cubicBezTo>
                  <a:pt x="15" y="361"/>
                  <a:pt x="15" y="361"/>
                  <a:pt x="15" y="361"/>
                </a:cubicBezTo>
                <a:cubicBezTo>
                  <a:pt x="15" y="361"/>
                  <a:pt x="15" y="361"/>
                  <a:pt x="15" y="360"/>
                </a:cubicBezTo>
                <a:cubicBezTo>
                  <a:pt x="15" y="360"/>
                  <a:pt x="14" y="359"/>
                  <a:pt x="13" y="359"/>
                </a:cubicBezTo>
                <a:cubicBezTo>
                  <a:pt x="13" y="359"/>
                  <a:pt x="13" y="359"/>
                  <a:pt x="13" y="359"/>
                </a:cubicBezTo>
                <a:cubicBezTo>
                  <a:pt x="12" y="359"/>
                  <a:pt x="12" y="359"/>
                  <a:pt x="12" y="358"/>
                </a:cubicBezTo>
                <a:cubicBezTo>
                  <a:pt x="11" y="358"/>
                  <a:pt x="11" y="358"/>
                  <a:pt x="11" y="358"/>
                </a:cubicBezTo>
                <a:cubicBezTo>
                  <a:pt x="11" y="358"/>
                  <a:pt x="11" y="358"/>
                  <a:pt x="11" y="358"/>
                </a:cubicBezTo>
                <a:cubicBezTo>
                  <a:pt x="11" y="358"/>
                  <a:pt x="10" y="358"/>
                  <a:pt x="10" y="358"/>
                </a:cubicBezTo>
                <a:cubicBezTo>
                  <a:pt x="10" y="358"/>
                  <a:pt x="9" y="359"/>
                  <a:pt x="9" y="360"/>
                </a:cubicBezTo>
                <a:cubicBezTo>
                  <a:pt x="8" y="361"/>
                  <a:pt x="9" y="361"/>
                  <a:pt x="10" y="362"/>
                </a:cubicBezTo>
                <a:cubicBezTo>
                  <a:pt x="10" y="362"/>
                  <a:pt x="10" y="362"/>
                  <a:pt x="11" y="362"/>
                </a:cubicBezTo>
                <a:cubicBezTo>
                  <a:pt x="11" y="362"/>
                  <a:pt x="11" y="362"/>
                  <a:pt x="11" y="362"/>
                </a:cubicBezTo>
                <a:cubicBezTo>
                  <a:pt x="11" y="362"/>
                  <a:pt x="11" y="362"/>
                  <a:pt x="11" y="362"/>
                </a:cubicBezTo>
                <a:cubicBezTo>
                  <a:pt x="11" y="363"/>
                  <a:pt x="11" y="363"/>
                  <a:pt x="11" y="363"/>
                </a:cubicBezTo>
                <a:cubicBezTo>
                  <a:pt x="10" y="362"/>
                  <a:pt x="10" y="362"/>
                  <a:pt x="10" y="362"/>
                </a:cubicBezTo>
                <a:cubicBezTo>
                  <a:pt x="8" y="362"/>
                  <a:pt x="8" y="362"/>
                  <a:pt x="8" y="364"/>
                </a:cubicBezTo>
                <a:cubicBezTo>
                  <a:pt x="7" y="364"/>
                  <a:pt x="7" y="365"/>
                  <a:pt x="7" y="366"/>
                </a:cubicBezTo>
                <a:cubicBezTo>
                  <a:pt x="6" y="366"/>
                  <a:pt x="6" y="367"/>
                  <a:pt x="6" y="368"/>
                </a:cubicBezTo>
                <a:cubicBezTo>
                  <a:pt x="6" y="368"/>
                  <a:pt x="6" y="369"/>
                  <a:pt x="7" y="369"/>
                </a:cubicBezTo>
                <a:cubicBezTo>
                  <a:pt x="7" y="369"/>
                  <a:pt x="7" y="369"/>
                  <a:pt x="8" y="368"/>
                </a:cubicBezTo>
                <a:cubicBezTo>
                  <a:pt x="9" y="368"/>
                  <a:pt x="9" y="368"/>
                  <a:pt x="9" y="368"/>
                </a:cubicBezTo>
                <a:cubicBezTo>
                  <a:pt x="10" y="368"/>
                  <a:pt x="10" y="368"/>
                  <a:pt x="11" y="367"/>
                </a:cubicBezTo>
                <a:cubicBezTo>
                  <a:pt x="11" y="367"/>
                  <a:pt x="11" y="367"/>
                  <a:pt x="11" y="367"/>
                </a:cubicBezTo>
                <a:cubicBezTo>
                  <a:pt x="11" y="367"/>
                  <a:pt x="11" y="367"/>
                  <a:pt x="11" y="367"/>
                </a:cubicBezTo>
                <a:cubicBezTo>
                  <a:pt x="11" y="367"/>
                  <a:pt x="12" y="367"/>
                  <a:pt x="12" y="366"/>
                </a:cubicBezTo>
                <a:cubicBezTo>
                  <a:pt x="13" y="367"/>
                  <a:pt x="13" y="366"/>
                  <a:pt x="14" y="366"/>
                </a:cubicBezTo>
                <a:cubicBezTo>
                  <a:pt x="14" y="366"/>
                  <a:pt x="14" y="366"/>
                  <a:pt x="13" y="367"/>
                </a:cubicBezTo>
                <a:cubicBezTo>
                  <a:pt x="13" y="367"/>
                  <a:pt x="13" y="367"/>
                  <a:pt x="13" y="367"/>
                </a:cubicBezTo>
                <a:cubicBezTo>
                  <a:pt x="12" y="367"/>
                  <a:pt x="12" y="367"/>
                  <a:pt x="12" y="367"/>
                </a:cubicBezTo>
                <a:cubicBezTo>
                  <a:pt x="12" y="368"/>
                  <a:pt x="11" y="368"/>
                  <a:pt x="11" y="368"/>
                </a:cubicBezTo>
                <a:cubicBezTo>
                  <a:pt x="10" y="368"/>
                  <a:pt x="10" y="368"/>
                  <a:pt x="10" y="368"/>
                </a:cubicBezTo>
                <a:cubicBezTo>
                  <a:pt x="9" y="369"/>
                  <a:pt x="7" y="370"/>
                  <a:pt x="8" y="371"/>
                </a:cubicBezTo>
                <a:cubicBezTo>
                  <a:pt x="8" y="372"/>
                  <a:pt x="9" y="372"/>
                  <a:pt x="9" y="371"/>
                </a:cubicBezTo>
                <a:cubicBezTo>
                  <a:pt x="9" y="371"/>
                  <a:pt x="9" y="371"/>
                  <a:pt x="9" y="371"/>
                </a:cubicBezTo>
                <a:cubicBezTo>
                  <a:pt x="10" y="371"/>
                  <a:pt x="10" y="371"/>
                  <a:pt x="10" y="371"/>
                </a:cubicBezTo>
                <a:cubicBezTo>
                  <a:pt x="10" y="371"/>
                  <a:pt x="11" y="371"/>
                  <a:pt x="11" y="371"/>
                </a:cubicBezTo>
                <a:cubicBezTo>
                  <a:pt x="11" y="371"/>
                  <a:pt x="11" y="371"/>
                  <a:pt x="12" y="370"/>
                </a:cubicBezTo>
                <a:cubicBezTo>
                  <a:pt x="12" y="371"/>
                  <a:pt x="12" y="370"/>
                  <a:pt x="12" y="371"/>
                </a:cubicBezTo>
                <a:cubicBezTo>
                  <a:pt x="12" y="371"/>
                  <a:pt x="12" y="371"/>
                  <a:pt x="11" y="371"/>
                </a:cubicBezTo>
                <a:cubicBezTo>
                  <a:pt x="11" y="371"/>
                  <a:pt x="11" y="371"/>
                  <a:pt x="11" y="371"/>
                </a:cubicBezTo>
                <a:cubicBezTo>
                  <a:pt x="10" y="371"/>
                  <a:pt x="10" y="372"/>
                  <a:pt x="9" y="372"/>
                </a:cubicBezTo>
                <a:cubicBezTo>
                  <a:pt x="8" y="372"/>
                  <a:pt x="8" y="373"/>
                  <a:pt x="8" y="374"/>
                </a:cubicBezTo>
                <a:cubicBezTo>
                  <a:pt x="8" y="374"/>
                  <a:pt x="8" y="374"/>
                  <a:pt x="8" y="374"/>
                </a:cubicBezTo>
                <a:cubicBezTo>
                  <a:pt x="9" y="374"/>
                  <a:pt x="10" y="374"/>
                  <a:pt x="12" y="374"/>
                </a:cubicBezTo>
                <a:cubicBezTo>
                  <a:pt x="12" y="374"/>
                  <a:pt x="12" y="374"/>
                  <a:pt x="12" y="374"/>
                </a:cubicBezTo>
                <a:cubicBezTo>
                  <a:pt x="12" y="374"/>
                  <a:pt x="13" y="374"/>
                  <a:pt x="13" y="374"/>
                </a:cubicBezTo>
                <a:cubicBezTo>
                  <a:pt x="13" y="374"/>
                  <a:pt x="13" y="374"/>
                  <a:pt x="13" y="374"/>
                </a:cubicBezTo>
                <a:cubicBezTo>
                  <a:pt x="13" y="374"/>
                  <a:pt x="13" y="374"/>
                  <a:pt x="13" y="375"/>
                </a:cubicBezTo>
                <a:cubicBezTo>
                  <a:pt x="13" y="375"/>
                  <a:pt x="13" y="375"/>
                  <a:pt x="13" y="375"/>
                </a:cubicBezTo>
                <a:cubicBezTo>
                  <a:pt x="12" y="375"/>
                  <a:pt x="11" y="375"/>
                  <a:pt x="11" y="374"/>
                </a:cubicBezTo>
                <a:cubicBezTo>
                  <a:pt x="11" y="374"/>
                  <a:pt x="10" y="374"/>
                  <a:pt x="10" y="374"/>
                </a:cubicBezTo>
                <a:cubicBezTo>
                  <a:pt x="10" y="374"/>
                  <a:pt x="9" y="374"/>
                  <a:pt x="9" y="375"/>
                </a:cubicBezTo>
                <a:cubicBezTo>
                  <a:pt x="9" y="375"/>
                  <a:pt x="10" y="375"/>
                  <a:pt x="10" y="375"/>
                </a:cubicBezTo>
                <a:cubicBezTo>
                  <a:pt x="10" y="375"/>
                  <a:pt x="11" y="375"/>
                  <a:pt x="11" y="376"/>
                </a:cubicBezTo>
                <a:cubicBezTo>
                  <a:pt x="10" y="376"/>
                  <a:pt x="10" y="376"/>
                  <a:pt x="10" y="376"/>
                </a:cubicBezTo>
                <a:cubicBezTo>
                  <a:pt x="9" y="376"/>
                  <a:pt x="9" y="376"/>
                  <a:pt x="8" y="376"/>
                </a:cubicBezTo>
                <a:cubicBezTo>
                  <a:pt x="8" y="376"/>
                  <a:pt x="7" y="376"/>
                  <a:pt x="7" y="376"/>
                </a:cubicBezTo>
                <a:cubicBezTo>
                  <a:pt x="7" y="376"/>
                  <a:pt x="7" y="375"/>
                  <a:pt x="8" y="375"/>
                </a:cubicBezTo>
                <a:cubicBezTo>
                  <a:pt x="8" y="375"/>
                  <a:pt x="8" y="375"/>
                  <a:pt x="8" y="375"/>
                </a:cubicBezTo>
                <a:cubicBezTo>
                  <a:pt x="8" y="375"/>
                  <a:pt x="8" y="375"/>
                  <a:pt x="7" y="375"/>
                </a:cubicBezTo>
                <a:cubicBezTo>
                  <a:pt x="7" y="375"/>
                  <a:pt x="7" y="375"/>
                  <a:pt x="7" y="375"/>
                </a:cubicBezTo>
                <a:cubicBezTo>
                  <a:pt x="7" y="375"/>
                  <a:pt x="7" y="375"/>
                  <a:pt x="6" y="375"/>
                </a:cubicBezTo>
                <a:cubicBezTo>
                  <a:pt x="6" y="375"/>
                  <a:pt x="6" y="375"/>
                  <a:pt x="6" y="376"/>
                </a:cubicBezTo>
                <a:cubicBezTo>
                  <a:pt x="6" y="376"/>
                  <a:pt x="6" y="376"/>
                  <a:pt x="7" y="376"/>
                </a:cubicBezTo>
                <a:cubicBezTo>
                  <a:pt x="6" y="376"/>
                  <a:pt x="5" y="376"/>
                  <a:pt x="5" y="377"/>
                </a:cubicBezTo>
                <a:cubicBezTo>
                  <a:pt x="4" y="377"/>
                  <a:pt x="4" y="377"/>
                  <a:pt x="4" y="377"/>
                </a:cubicBezTo>
                <a:cubicBezTo>
                  <a:pt x="3" y="376"/>
                  <a:pt x="2" y="377"/>
                  <a:pt x="1" y="377"/>
                </a:cubicBezTo>
                <a:cubicBezTo>
                  <a:pt x="0" y="378"/>
                  <a:pt x="0" y="378"/>
                  <a:pt x="0" y="379"/>
                </a:cubicBezTo>
                <a:cubicBezTo>
                  <a:pt x="0" y="380"/>
                  <a:pt x="0" y="382"/>
                  <a:pt x="0" y="383"/>
                </a:cubicBezTo>
                <a:cubicBezTo>
                  <a:pt x="0" y="384"/>
                  <a:pt x="0" y="384"/>
                  <a:pt x="1" y="384"/>
                </a:cubicBezTo>
                <a:cubicBezTo>
                  <a:pt x="1" y="385"/>
                  <a:pt x="1" y="385"/>
                  <a:pt x="2" y="384"/>
                </a:cubicBezTo>
                <a:cubicBezTo>
                  <a:pt x="2" y="384"/>
                  <a:pt x="2" y="384"/>
                  <a:pt x="2" y="384"/>
                </a:cubicBezTo>
                <a:cubicBezTo>
                  <a:pt x="2" y="384"/>
                  <a:pt x="3" y="384"/>
                  <a:pt x="3" y="383"/>
                </a:cubicBezTo>
                <a:cubicBezTo>
                  <a:pt x="4" y="384"/>
                  <a:pt x="5" y="383"/>
                  <a:pt x="5" y="382"/>
                </a:cubicBezTo>
                <a:cubicBezTo>
                  <a:pt x="5" y="382"/>
                  <a:pt x="6" y="381"/>
                  <a:pt x="6" y="381"/>
                </a:cubicBezTo>
                <a:cubicBezTo>
                  <a:pt x="6" y="380"/>
                  <a:pt x="6" y="380"/>
                  <a:pt x="6" y="380"/>
                </a:cubicBezTo>
                <a:cubicBezTo>
                  <a:pt x="6" y="380"/>
                  <a:pt x="6" y="380"/>
                  <a:pt x="6" y="380"/>
                </a:cubicBezTo>
                <a:cubicBezTo>
                  <a:pt x="6" y="380"/>
                  <a:pt x="6" y="380"/>
                  <a:pt x="6" y="381"/>
                </a:cubicBezTo>
                <a:cubicBezTo>
                  <a:pt x="6" y="381"/>
                  <a:pt x="5" y="382"/>
                  <a:pt x="5" y="382"/>
                </a:cubicBezTo>
                <a:cubicBezTo>
                  <a:pt x="6" y="383"/>
                  <a:pt x="7" y="383"/>
                  <a:pt x="8" y="382"/>
                </a:cubicBezTo>
                <a:cubicBezTo>
                  <a:pt x="8" y="383"/>
                  <a:pt x="9" y="383"/>
                  <a:pt x="8" y="383"/>
                </a:cubicBezTo>
                <a:cubicBezTo>
                  <a:pt x="8" y="383"/>
                  <a:pt x="8" y="383"/>
                  <a:pt x="8" y="384"/>
                </a:cubicBezTo>
                <a:cubicBezTo>
                  <a:pt x="8" y="384"/>
                  <a:pt x="8" y="383"/>
                  <a:pt x="8" y="383"/>
                </a:cubicBezTo>
                <a:cubicBezTo>
                  <a:pt x="8" y="383"/>
                  <a:pt x="8" y="383"/>
                  <a:pt x="8" y="383"/>
                </a:cubicBezTo>
                <a:cubicBezTo>
                  <a:pt x="7" y="383"/>
                  <a:pt x="7" y="383"/>
                  <a:pt x="7" y="383"/>
                </a:cubicBezTo>
                <a:cubicBezTo>
                  <a:pt x="5" y="383"/>
                  <a:pt x="5" y="384"/>
                  <a:pt x="4" y="386"/>
                </a:cubicBezTo>
                <a:cubicBezTo>
                  <a:pt x="4" y="386"/>
                  <a:pt x="4" y="386"/>
                  <a:pt x="4" y="386"/>
                </a:cubicBezTo>
                <a:cubicBezTo>
                  <a:pt x="3" y="386"/>
                  <a:pt x="4" y="387"/>
                  <a:pt x="3" y="388"/>
                </a:cubicBezTo>
                <a:cubicBezTo>
                  <a:pt x="4" y="387"/>
                  <a:pt x="4" y="387"/>
                  <a:pt x="5" y="387"/>
                </a:cubicBezTo>
                <a:cubicBezTo>
                  <a:pt x="6" y="387"/>
                  <a:pt x="6" y="387"/>
                  <a:pt x="7" y="386"/>
                </a:cubicBezTo>
                <a:cubicBezTo>
                  <a:pt x="7" y="386"/>
                  <a:pt x="7" y="387"/>
                  <a:pt x="7" y="387"/>
                </a:cubicBezTo>
                <a:cubicBezTo>
                  <a:pt x="7" y="387"/>
                  <a:pt x="8" y="387"/>
                  <a:pt x="8" y="387"/>
                </a:cubicBezTo>
                <a:cubicBezTo>
                  <a:pt x="8" y="388"/>
                  <a:pt x="7" y="388"/>
                  <a:pt x="7" y="389"/>
                </a:cubicBezTo>
                <a:cubicBezTo>
                  <a:pt x="6" y="389"/>
                  <a:pt x="5" y="389"/>
                  <a:pt x="5" y="390"/>
                </a:cubicBezTo>
                <a:cubicBezTo>
                  <a:pt x="4" y="390"/>
                  <a:pt x="5" y="392"/>
                  <a:pt x="6" y="392"/>
                </a:cubicBezTo>
                <a:cubicBezTo>
                  <a:pt x="7" y="392"/>
                  <a:pt x="8" y="393"/>
                  <a:pt x="8" y="393"/>
                </a:cubicBezTo>
                <a:cubicBezTo>
                  <a:pt x="9" y="393"/>
                  <a:pt x="9" y="393"/>
                  <a:pt x="9" y="393"/>
                </a:cubicBezTo>
                <a:cubicBezTo>
                  <a:pt x="10" y="392"/>
                  <a:pt x="12" y="392"/>
                  <a:pt x="13" y="393"/>
                </a:cubicBezTo>
                <a:cubicBezTo>
                  <a:pt x="14" y="393"/>
                  <a:pt x="15" y="393"/>
                  <a:pt x="16" y="393"/>
                </a:cubicBezTo>
                <a:cubicBezTo>
                  <a:pt x="17" y="394"/>
                  <a:pt x="18" y="394"/>
                  <a:pt x="19" y="394"/>
                </a:cubicBezTo>
                <a:cubicBezTo>
                  <a:pt x="19" y="394"/>
                  <a:pt x="19" y="394"/>
                  <a:pt x="19" y="394"/>
                </a:cubicBezTo>
                <a:cubicBezTo>
                  <a:pt x="19" y="395"/>
                  <a:pt x="20" y="394"/>
                  <a:pt x="20" y="394"/>
                </a:cubicBezTo>
                <a:cubicBezTo>
                  <a:pt x="21" y="394"/>
                  <a:pt x="22" y="394"/>
                  <a:pt x="23" y="394"/>
                </a:cubicBezTo>
                <a:cubicBezTo>
                  <a:pt x="23" y="394"/>
                  <a:pt x="24" y="394"/>
                  <a:pt x="24" y="394"/>
                </a:cubicBezTo>
                <a:cubicBezTo>
                  <a:pt x="24" y="393"/>
                  <a:pt x="24" y="393"/>
                  <a:pt x="24" y="392"/>
                </a:cubicBezTo>
                <a:cubicBezTo>
                  <a:pt x="24" y="392"/>
                  <a:pt x="24" y="392"/>
                  <a:pt x="24" y="392"/>
                </a:cubicBezTo>
                <a:cubicBezTo>
                  <a:pt x="24" y="392"/>
                  <a:pt x="24" y="392"/>
                  <a:pt x="25" y="391"/>
                </a:cubicBezTo>
                <a:cubicBezTo>
                  <a:pt x="25" y="390"/>
                  <a:pt x="26" y="390"/>
                  <a:pt x="27" y="390"/>
                </a:cubicBezTo>
                <a:cubicBezTo>
                  <a:pt x="27" y="390"/>
                  <a:pt x="27" y="390"/>
                  <a:pt x="28" y="390"/>
                </a:cubicBezTo>
                <a:cubicBezTo>
                  <a:pt x="28" y="390"/>
                  <a:pt x="28" y="390"/>
                  <a:pt x="28" y="390"/>
                </a:cubicBezTo>
                <a:cubicBezTo>
                  <a:pt x="29" y="391"/>
                  <a:pt x="30" y="392"/>
                  <a:pt x="31" y="392"/>
                </a:cubicBezTo>
                <a:cubicBezTo>
                  <a:pt x="32" y="393"/>
                  <a:pt x="32" y="393"/>
                  <a:pt x="32" y="393"/>
                </a:cubicBezTo>
                <a:cubicBezTo>
                  <a:pt x="32" y="393"/>
                  <a:pt x="32" y="393"/>
                  <a:pt x="32" y="393"/>
                </a:cubicBezTo>
                <a:cubicBezTo>
                  <a:pt x="32" y="393"/>
                  <a:pt x="32" y="393"/>
                  <a:pt x="32" y="393"/>
                </a:cubicBezTo>
                <a:cubicBezTo>
                  <a:pt x="32" y="394"/>
                  <a:pt x="33" y="394"/>
                  <a:pt x="33" y="395"/>
                </a:cubicBezTo>
                <a:cubicBezTo>
                  <a:pt x="33" y="395"/>
                  <a:pt x="33" y="395"/>
                  <a:pt x="33" y="395"/>
                </a:cubicBezTo>
                <a:cubicBezTo>
                  <a:pt x="33" y="395"/>
                  <a:pt x="33" y="395"/>
                  <a:pt x="33" y="395"/>
                </a:cubicBezTo>
                <a:cubicBezTo>
                  <a:pt x="33" y="396"/>
                  <a:pt x="33" y="396"/>
                  <a:pt x="33" y="397"/>
                </a:cubicBezTo>
                <a:cubicBezTo>
                  <a:pt x="34" y="397"/>
                  <a:pt x="34" y="398"/>
                  <a:pt x="34" y="398"/>
                </a:cubicBezTo>
                <a:cubicBezTo>
                  <a:pt x="34" y="399"/>
                  <a:pt x="35" y="399"/>
                  <a:pt x="36" y="399"/>
                </a:cubicBezTo>
                <a:cubicBezTo>
                  <a:pt x="36" y="399"/>
                  <a:pt x="37" y="399"/>
                  <a:pt x="37" y="399"/>
                </a:cubicBezTo>
                <a:cubicBezTo>
                  <a:pt x="37" y="399"/>
                  <a:pt x="38" y="399"/>
                  <a:pt x="38" y="399"/>
                </a:cubicBezTo>
                <a:cubicBezTo>
                  <a:pt x="38" y="398"/>
                  <a:pt x="38" y="398"/>
                  <a:pt x="39" y="398"/>
                </a:cubicBezTo>
                <a:cubicBezTo>
                  <a:pt x="40" y="398"/>
                  <a:pt x="40" y="399"/>
                  <a:pt x="40" y="399"/>
                </a:cubicBezTo>
                <a:cubicBezTo>
                  <a:pt x="41" y="399"/>
                  <a:pt x="42" y="399"/>
                  <a:pt x="41" y="398"/>
                </a:cubicBezTo>
                <a:cubicBezTo>
                  <a:pt x="41" y="398"/>
                  <a:pt x="42" y="398"/>
                  <a:pt x="42" y="398"/>
                </a:cubicBezTo>
                <a:cubicBezTo>
                  <a:pt x="43" y="397"/>
                  <a:pt x="44" y="397"/>
                  <a:pt x="44" y="398"/>
                </a:cubicBezTo>
                <a:cubicBezTo>
                  <a:pt x="45" y="399"/>
                  <a:pt x="46" y="400"/>
                  <a:pt x="47" y="401"/>
                </a:cubicBezTo>
                <a:cubicBezTo>
                  <a:pt x="47" y="402"/>
                  <a:pt x="47" y="402"/>
                  <a:pt x="47" y="403"/>
                </a:cubicBezTo>
                <a:cubicBezTo>
                  <a:pt x="47" y="403"/>
                  <a:pt x="48" y="403"/>
                  <a:pt x="48" y="403"/>
                </a:cubicBezTo>
                <a:cubicBezTo>
                  <a:pt x="48" y="403"/>
                  <a:pt x="49" y="403"/>
                  <a:pt x="49" y="403"/>
                </a:cubicBezTo>
                <a:cubicBezTo>
                  <a:pt x="49" y="403"/>
                  <a:pt x="48" y="402"/>
                  <a:pt x="48" y="402"/>
                </a:cubicBezTo>
                <a:cubicBezTo>
                  <a:pt x="48" y="402"/>
                  <a:pt x="48" y="402"/>
                  <a:pt x="48" y="402"/>
                </a:cubicBezTo>
                <a:cubicBezTo>
                  <a:pt x="49" y="402"/>
                  <a:pt x="49" y="401"/>
                  <a:pt x="49" y="400"/>
                </a:cubicBezTo>
                <a:cubicBezTo>
                  <a:pt x="50" y="400"/>
                  <a:pt x="50" y="400"/>
                  <a:pt x="50" y="401"/>
                </a:cubicBezTo>
                <a:cubicBezTo>
                  <a:pt x="50" y="402"/>
                  <a:pt x="50" y="402"/>
                  <a:pt x="49" y="404"/>
                </a:cubicBezTo>
                <a:cubicBezTo>
                  <a:pt x="48" y="404"/>
                  <a:pt x="48" y="404"/>
                  <a:pt x="47" y="404"/>
                </a:cubicBezTo>
                <a:cubicBezTo>
                  <a:pt x="47" y="404"/>
                  <a:pt x="46" y="405"/>
                  <a:pt x="47" y="405"/>
                </a:cubicBezTo>
                <a:cubicBezTo>
                  <a:pt x="48" y="405"/>
                  <a:pt x="48" y="406"/>
                  <a:pt x="48" y="407"/>
                </a:cubicBezTo>
                <a:cubicBezTo>
                  <a:pt x="49" y="407"/>
                  <a:pt x="49" y="407"/>
                  <a:pt x="49" y="407"/>
                </a:cubicBezTo>
                <a:cubicBezTo>
                  <a:pt x="49" y="407"/>
                  <a:pt x="49" y="408"/>
                  <a:pt x="49" y="408"/>
                </a:cubicBezTo>
                <a:cubicBezTo>
                  <a:pt x="50" y="408"/>
                  <a:pt x="50" y="407"/>
                  <a:pt x="50" y="407"/>
                </a:cubicBezTo>
                <a:cubicBezTo>
                  <a:pt x="49" y="407"/>
                  <a:pt x="49" y="407"/>
                  <a:pt x="49" y="407"/>
                </a:cubicBezTo>
                <a:cubicBezTo>
                  <a:pt x="49" y="406"/>
                  <a:pt x="49" y="406"/>
                  <a:pt x="49" y="405"/>
                </a:cubicBezTo>
                <a:cubicBezTo>
                  <a:pt x="49" y="405"/>
                  <a:pt x="50" y="405"/>
                  <a:pt x="50" y="405"/>
                </a:cubicBezTo>
                <a:cubicBezTo>
                  <a:pt x="50" y="405"/>
                  <a:pt x="50" y="406"/>
                  <a:pt x="51" y="406"/>
                </a:cubicBezTo>
                <a:cubicBezTo>
                  <a:pt x="52" y="406"/>
                  <a:pt x="53" y="406"/>
                  <a:pt x="54" y="406"/>
                </a:cubicBezTo>
                <a:cubicBezTo>
                  <a:pt x="54" y="406"/>
                  <a:pt x="54" y="406"/>
                  <a:pt x="54" y="407"/>
                </a:cubicBezTo>
                <a:cubicBezTo>
                  <a:pt x="54" y="407"/>
                  <a:pt x="54" y="407"/>
                  <a:pt x="54" y="407"/>
                </a:cubicBezTo>
                <a:cubicBezTo>
                  <a:pt x="55" y="407"/>
                  <a:pt x="55" y="407"/>
                  <a:pt x="56" y="407"/>
                </a:cubicBezTo>
                <a:cubicBezTo>
                  <a:pt x="55" y="406"/>
                  <a:pt x="55" y="406"/>
                  <a:pt x="55" y="406"/>
                </a:cubicBezTo>
                <a:cubicBezTo>
                  <a:pt x="56" y="405"/>
                  <a:pt x="57" y="405"/>
                  <a:pt x="57" y="406"/>
                </a:cubicBezTo>
                <a:cubicBezTo>
                  <a:pt x="57" y="406"/>
                  <a:pt x="57" y="406"/>
                  <a:pt x="58" y="406"/>
                </a:cubicBezTo>
                <a:cubicBezTo>
                  <a:pt x="59" y="406"/>
                  <a:pt x="60" y="406"/>
                  <a:pt x="61" y="406"/>
                </a:cubicBezTo>
                <a:cubicBezTo>
                  <a:pt x="61" y="406"/>
                  <a:pt x="61" y="406"/>
                  <a:pt x="61" y="406"/>
                </a:cubicBezTo>
                <a:cubicBezTo>
                  <a:pt x="62" y="407"/>
                  <a:pt x="62" y="407"/>
                  <a:pt x="62" y="408"/>
                </a:cubicBezTo>
                <a:cubicBezTo>
                  <a:pt x="62" y="409"/>
                  <a:pt x="63" y="409"/>
                  <a:pt x="64" y="409"/>
                </a:cubicBezTo>
                <a:cubicBezTo>
                  <a:pt x="64" y="409"/>
                  <a:pt x="65" y="409"/>
                  <a:pt x="65" y="410"/>
                </a:cubicBezTo>
                <a:cubicBezTo>
                  <a:pt x="66" y="410"/>
                  <a:pt x="66" y="410"/>
                  <a:pt x="67" y="410"/>
                </a:cubicBezTo>
                <a:cubicBezTo>
                  <a:pt x="68" y="410"/>
                  <a:pt x="67" y="409"/>
                  <a:pt x="68" y="409"/>
                </a:cubicBezTo>
                <a:cubicBezTo>
                  <a:pt x="68" y="409"/>
                  <a:pt x="68" y="410"/>
                  <a:pt x="69" y="410"/>
                </a:cubicBezTo>
                <a:cubicBezTo>
                  <a:pt x="69" y="410"/>
                  <a:pt x="70" y="409"/>
                  <a:pt x="70" y="408"/>
                </a:cubicBezTo>
                <a:cubicBezTo>
                  <a:pt x="70" y="408"/>
                  <a:pt x="70" y="408"/>
                  <a:pt x="70" y="408"/>
                </a:cubicBezTo>
                <a:cubicBezTo>
                  <a:pt x="71" y="408"/>
                  <a:pt x="71" y="408"/>
                  <a:pt x="71" y="408"/>
                </a:cubicBezTo>
                <a:cubicBezTo>
                  <a:pt x="71" y="409"/>
                  <a:pt x="71" y="409"/>
                  <a:pt x="72" y="409"/>
                </a:cubicBezTo>
                <a:cubicBezTo>
                  <a:pt x="72" y="408"/>
                  <a:pt x="72" y="408"/>
                  <a:pt x="72" y="408"/>
                </a:cubicBezTo>
                <a:cubicBezTo>
                  <a:pt x="72" y="408"/>
                  <a:pt x="71" y="407"/>
                  <a:pt x="71" y="407"/>
                </a:cubicBezTo>
                <a:close/>
                <a:moveTo>
                  <a:pt x="11" y="384"/>
                </a:moveTo>
                <a:cubicBezTo>
                  <a:pt x="10" y="384"/>
                  <a:pt x="9" y="384"/>
                  <a:pt x="9" y="385"/>
                </a:cubicBezTo>
                <a:cubicBezTo>
                  <a:pt x="9" y="385"/>
                  <a:pt x="9" y="385"/>
                  <a:pt x="9" y="385"/>
                </a:cubicBezTo>
                <a:cubicBezTo>
                  <a:pt x="9" y="385"/>
                  <a:pt x="9" y="385"/>
                  <a:pt x="9" y="385"/>
                </a:cubicBezTo>
                <a:cubicBezTo>
                  <a:pt x="8" y="385"/>
                  <a:pt x="8" y="385"/>
                  <a:pt x="8" y="385"/>
                </a:cubicBezTo>
                <a:cubicBezTo>
                  <a:pt x="9" y="386"/>
                  <a:pt x="9" y="386"/>
                  <a:pt x="8" y="386"/>
                </a:cubicBezTo>
                <a:cubicBezTo>
                  <a:pt x="9" y="386"/>
                  <a:pt x="8" y="386"/>
                  <a:pt x="8" y="385"/>
                </a:cubicBezTo>
                <a:cubicBezTo>
                  <a:pt x="8" y="385"/>
                  <a:pt x="8" y="385"/>
                  <a:pt x="8" y="385"/>
                </a:cubicBezTo>
                <a:cubicBezTo>
                  <a:pt x="8" y="385"/>
                  <a:pt x="9" y="384"/>
                  <a:pt x="9" y="384"/>
                </a:cubicBezTo>
                <a:cubicBezTo>
                  <a:pt x="9" y="384"/>
                  <a:pt x="9" y="384"/>
                  <a:pt x="9" y="384"/>
                </a:cubicBezTo>
                <a:cubicBezTo>
                  <a:pt x="10" y="384"/>
                  <a:pt x="10" y="384"/>
                  <a:pt x="10" y="383"/>
                </a:cubicBezTo>
                <a:cubicBezTo>
                  <a:pt x="10" y="383"/>
                  <a:pt x="10" y="383"/>
                  <a:pt x="10" y="383"/>
                </a:cubicBezTo>
                <a:cubicBezTo>
                  <a:pt x="10" y="383"/>
                  <a:pt x="10" y="383"/>
                  <a:pt x="10" y="383"/>
                </a:cubicBezTo>
                <a:cubicBezTo>
                  <a:pt x="11" y="383"/>
                  <a:pt x="11" y="383"/>
                  <a:pt x="11" y="382"/>
                </a:cubicBezTo>
                <a:cubicBezTo>
                  <a:pt x="11" y="382"/>
                  <a:pt x="11" y="382"/>
                  <a:pt x="11" y="382"/>
                </a:cubicBezTo>
                <a:cubicBezTo>
                  <a:pt x="11" y="382"/>
                  <a:pt x="11" y="382"/>
                  <a:pt x="11" y="382"/>
                </a:cubicBezTo>
                <a:cubicBezTo>
                  <a:pt x="11" y="383"/>
                  <a:pt x="11" y="383"/>
                  <a:pt x="11" y="384"/>
                </a:cubicBezTo>
                <a:close/>
                <a:moveTo>
                  <a:pt x="33" y="395"/>
                </a:moveTo>
                <a:cubicBezTo>
                  <a:pt x="33" y="395"/>
                  <a:pt x="33" y="395"/>
                  <a:pt x="33" y="395"/>
                </a:cubicBezTo>
                <a:cubicBezTo>
                  <a:pt x="33" y="395"/>
                  <a:pt x="33" y="395"/>
                  <a:pt x="33" y="395"/>
                </a:cubicBezTo>
                <a:close/>
                <a:moveTo>
                  <a:pt x="33" y="395"/>
                </a:moveTo>
                <a:cubicBezTo>
                  <a:pt x="34" y="395"/>
                  <a:pt x="34" y="395"/>
                  <a:pt x="34" y="395"/>
                </a:cubicBezTo>
                <a:cubicBezTo>
                  <a:pt x="34" y="395"/>
                  <a:pt x="34" y="395"/>
                  <a:pt x="33" y="395"/>
                </a:cubicBezTo>
                <a:close/>
                <a:moveTo>
                  <a:pt x="41" y="479"/>
                </a:moveTo>
                <a:cubicBezTo>
                  <a:pt x="41" y="479"/>
                  <a:pt x="41" y="479"/>
                  <a:pt x="41" y="479"/>
                </a:cubicBezTo>
                <a:cubicBezTo>
                  <a:pt x="41" y="479"/>
                  <a:pt x="41" y="479"/>
                  <a:pt x="41" y="479"/>
                </a:cubicBezTo>
                <a:cubicBezTo>
                  <a:pt x="41" y="479"/>
                  <a:pt x="41" y="479"/>
                  <a:pt x="41" y="479"/>
                </a:cubicBezTo>
                <a:cubicBezTo>
                  <a:pt x="41" y="479"/>
                  <a:pt x="41" y="478"/>
                  <a:pt x="40" y="479"/>
                </a:cubicBezTo>
                <a:cubicBezTo>
                  <a:pt x="40" y="479"/>
                  <a:pt x="40" y="479"/>
                  <a:pt x="40" y="479"/>
                </a:cubicBezTo>
                <a:cubicBezTo>
                  <a:pt x="40" y="479"/>
                  <a:pt x="40" y="480"/>
                  <a:pt x="39" y="480"/>
                </a:cubicBezTo>
                <a:cubicBezTo>
                  <a:pt x="39" y="479"/>
                  <a:pt x="39" y="480"/>
                  <a:pt x="39" y="480"/>
                </a:cubicBezTo>
                <a:cubicBezTo>
                  <a:pt x="39" y="480"/>
                  <a:pt x="38" y="480"/>
                  <a:pt x="38" y="480"/>
                </a:cubicBezTo>
                <a:cubicBezTo>
                  <a:pt x="38" y="479"/>
                  <a:pt x="38" y="479"/>
                  <a:pt x="39" y="479"/>
                </a:cubicBezTo>
                <a:cubicBezTo>
                  <a:pt x="39" y="479"/>
                  <a:pt x="39" y="479"/>
                  <a:pt x="39" y="479"/>
                </a:cubicBezTo>
                <a:cubicBezTo>
                  <a:pt x="39" y="479"/>
                  <a:pt x="39" y="479"/>
                  <a:pt x="39" y="479"/>
                </a:cubicBezTo>
                <a:cubicBezTo>
                  <a:pt x="39" y="479"/>
                  <a:pt x="39" y="479"/>
                  <a:pt x="39" y="479"/>
                </a:cubicBezTo>
                <a:cubicBezTo>
                  <a:pt x="39" y="478"/>
                  <a:pt x="39" y="478"/>
                  <a:pt x="39" y="478"/>
                </a:cubicBezTo>
                <a:cubicBezTo>
                  <a:pt x="39" y="478"/>
                  <a:pt x="40" y="478"/>
                  <a:pt x="40" y="478"/>
                </a:cubicBezTo>
                <a:cubicBezTo>
                  <a:pt x="39" y="478"/>
                  <a:pt x="39" y="478"/>
                  <a:pt x="39" y="478"/>
                </a:cubicBezTo>
                <a:cubicBezTo>
                  <a:pt x="39" y="478"/>
                  <a:pt x="39" y="478"/>
                  <a:pt x="39" y="478"/>
                </a:cubicBezTo>
                <a:cubicBezTo>
                  <a:pt x="39" y="478"/>
                  <a:pt x="39" y="478"/>
                  <a:pt x="39" y="478"/>
                </a:cubicBezTo>
                <a:cubicBezTo>
                  <a:pt x="39" y="478"/>
                  <a:pt x="39" y="478"/>
                  <a:pt x="39" y="478"/>
                </a:cubicBezTo>
                <a:cubicBezTo>
                  <a:pt x="39" y="478"/>
                  <a:pt x="39" y="478"/>
                  <a:pt x="38" y="478"/>
                </a:cubicBezTo>
                <a:cubicBezTo>
                  <a:pt x="38" y="478"/>
                  <a:pt x="38" y="478"/>
                  <a:pt x="38" y="478"/>
                </a:cubicBezTo>
                <a:cubicBezTo>
                  <a:pt x="38" y="478"/>
                  <a:pt x="38" y="478"/>
                  <a:pt x="38" y="478"/>
                </a:cubicBezTo>
                <a:cubicBezTo>
                  <a:pt x="38" y="478"/>
                  <a:pt x="38" y="478"/>
                  <a:pt x="38" y="478"/>
                </a:cubicBezTo>
                <a:cubicBezTo>
                  <a:pt x="37" y="478"/>
                  <a:pt x="37" y="478"/>
                  <a:pt x="37" y="478"/>
                </a:cubicBezTo>
                <a:cubicBezTo>
                  <a:pt x="37" y="478"/>
                  <a:pt x="37" y="478"/>
                  <a:pt x="37" y="478"/>
                </a:cubicBezTo>
                <a:cubicBezTo>
                  <a:pt x="37" y="478"/>
                  <a:pt x="37" y="478"/>
                  <a:pt x="37" y="478"/>
                </a:cubicBezTo>
                <a:cubicBezTo>
                  <a:pt x="37" y="478"/>
                  <a:pt x="37" y="478"/>
                  <a:pt x="37" y="478"/>
                </a:cubicBezTo>
                <a:cubicBezTo>
                  <a:pt x="37" y="478"/>
                  <a:pt x="37" y="478"/>
                  <a:pt x="36" y="478"/>
                </a:cubicBezTo>
                <a:cubicBezTo>
                  <a:pt x="36" y="478"/>
                  <a:pt x="36" y="478"/>
                  <a:pt x="35" y="478"/>
                </a:cubicBezTo>
                <a:cubicBezTo>
                  <a:pt x="35" y="478"/>
                  <a:pt x="35" y="478"/>
                  <a:pt x="35" y="479"/>
                </a:cubicBezTo>
                <a:cubicBezTo>
                  <a:pt x="36" y="479"/>
                  <a:pt x="36" y="479"/>
                  <a:pt x="36" y="479"/>
                </a:cubicBezTo>
                <a:cubicBezTo>
                  <a:pt x="36" y="479"/>
                  <a:pt x="36" y="479"/>
                  <a:pt x="36" y="480"/>
                </a:cubicBezTo>
                <a:cubicBezTo>
                  <a:pt x="36" y="480"/>
                  <a:pt x="36" y="480"/>
                  <a:pt x="36" y="480"/>
                </a:cubicBezTo>
                <a:cubicBezTo>
                  <a:pt x="36" y="480"/>
                  <a:pt x="36" y="481"/>
                  <a:pt x="36" y="481"/>
                </a:cubicBezTo>
                <a:cubicBezTo>
                  <a:pt x="36" y="481"/>
                  <a:pt x="36" y="481"/>
                  <a:pt x="36" y="482"/>
                </a:cubicBezTo>
                <a:cubicBezTo>
                  <a:pt x="36" y="482"/>
                  <a:pt x="36" y="482"/>
                  <a:pt x="36" y="482"/>
                </a:cubicBezTo>
                <a:cubicBezTo>
                  <a:pt x="36" y="482"/>
                  <a:pt x="36" y="483"/>
                  <a:pt x="36" y="483"/>
                </a:cubicBezTo>
                <a:cubicBezTo>
                  <a:pt x="35" y="483"/>
                  <a:pt x="36" y="484"/>
                  <a:pt x="36" y="484"/>
                </a:cubicBezTo>
                <a:cubicBezTo>
                  <a:pt x="36" y="484"/>
                  <a:pt x="36" y="484"/>
                  <a:pt x="36" y="484"/>
                </a:cubicBezTo>
                <a:cubicBezTo>
                  <a:pt x="35" y="484"/>
                  <a:pt x="36" y="484"/>
                  <a:pt x="36" y="485"/>
                </a:cubicBezTo>
                <a:cubicBezTo>
                  <a:pt x="36" y="485"/>
                  <a:pt x="36" y="485"/>
                  <a:pt x="36" y="485"/>
                </a:cubicBezTo>
                <a:cubicBezTo>
                  <a:pt x="35" y="485"/>
                  <a:pt x="35" y="485"/>
                  <a:pt x="35" y="485"/>
                </a:cubicBezTo>
                <a:cubicBezTo>
                  <a:pt x="35" y="485"/>
                  <a:pt x="35" y="485"/>
                  <a:pt x="35" y="485"/>
                </a:cubicBezTo>
                <a:cubicBezTo>
                  <a:pt x="35" y="486"/>
                  <a:pt x="34" y="486"/>
                  <a:pt x="34" y="486"/>
                </a:cubicBezTo>
                <a:cubicBezTo>
                  <a:pt x="34" y="486"/>
                  <a:pt x="34" y="486"/>
                  <a:pt x="34" y="486"/>
                </a:cubicBezTo>
                <a:cubicBezTo>
                  <a:pt x="34" y="486"/>
                  <a:pt x="33" y="486"/>
                  <a:pt x="33" y="487"/>
                </a:cubicBezTo>
                <a:cubicBezTo>
                  <a:pt x="33" y="487"/>
                  <a:pt x="33" y="487"/>
                  <a:pt x="33" y="487"/>
                </a:cubicBezTo>
                <a:cubicBezTo>
                  <a:pt x="33" y="487"/>
                  <a:pt x="32" y="487"/>
                  <a:pt x="32" y="487"/>
                </a:cubicBezTo>
                <a:cubicBezTo>
                  <a:pt x="32" y="487"/>
                  <a:pt x="32" y="487"/>
                  <a:pt x="32" y="487"/>
                </a:cubicBezTo>
                <a:cubicBezTo>
                  <a:pt x="32" y="488"/>
                  <a:pt x="32" y="488"/>
                  <a:pt x="32" y="488"/>
                </a:cubicBezTo>
                <a:cubicBezTo>
                  <a:pt x="31" y="488"/>
                  <a:pt x="31" y="488"/>
                  <a:pt x="31" y="488"/>
                </a:cubicBezTo>
                <a:cubicBezTo>
                  <a:pt x="31" y="488"/>
                  <a:pt x="31" y="488"/>
                  <a:pt x="31" y="488"/>
                </a:cubicBezTo>
                <a:cubicBezTo>
                  <a:pt x="31" y="489"/>
                  <a:pt x="31" y="489"/>
                  <a:pt x="31" y="489"/>
                </a:cubicBezTo>
                <a:cubicBezTo>
                  <a:pt x="31" y="489"/>
                  <a:pt x="31" y="489"/>
                  <a:pt x="31" y="489"/>
                </a:cubicBezTo>
                <a:cubicBezTo>
                  <a:pt x="31" y="490"/>
                  <a:pt x="31" y="490"/>
                  <a:pt x="31" y="490"/>
                </a:cubicBezTo>
                <a:cubicBezTo>
                  <a:pt x="31" y="491"/>
                  <a:pt x="31" y="491"/>
                  <a:pt x="31" y="491"/>
                </a:cubicBezTo>
                <a:cubicBezTo>
                  <a:pt x="31" y="491"/>
                  <a:pt x="31" y="491"/>
                  <a:pt x="32" y="490"/>
                </a:cubicBezTo>
                <a:cubicBezTo>
                  <a:pt x="32" y="490"/>
                  <a:pt x="32" y="490"/>
                  <a:pt x="32" y="490"/>
                </a:cubicBezTo>
                <a:cubicBezTo>
                  <a:pt x="32" y="490"/>
                  <a:pt x="32" y="490"/>
                  <a:pt x="32" y="490"/>
                </a:cubicBezTo>
                <a:cubicBezTo>
                  <a:pt x="32" y="490"/>
                  <a:pt x="32" y="490"/>
                  <a:pt x="32" y="491"/>
                </a:cubicBezTo>
                <a:cubicBezTo>
                  <a:pt x="32" y="491"/>
                  <a:pt x="32" y="491"/>
                  <a:pt x="32" y="491"/>
                </a:cubicBezTo>
                <a:cubicBezTo>
                  <a:pt x="33" y="491"/>
                  <a:pt x="33" y="491"/>
                  <a:pt x="33" y="491"/>
                </a:cubicBezTo>
                <a:cubicBezTo>
                  <a:pt x="33" y="491"/>
                  <a:pt x="33" y="491"/>
                  <a:pt x="34" y="491"/>
                </a:cubicBezTo>
                <a:cubicBezTo>
                  <a:pt x="34" y="491"/>
                  <a:pt x="34" y="491"/>
                  <a:pt x="34" y="491"/>
                </a:cubicBezTo>
                <a:cubicBezTo>
                  <a:pt x="34" y="491"/>
                  <a:pt x="34" y="491"/>
                  <a:pt x="34" y="491"/>
                </a:cubicBezTo>
                <a:cubicBezTo>
                  <a:pt x="34" y="491"/>
                  <a:pt x="34" y="490"/>
                  <a:pt x="34" y="490"/>
                </a:cubicBezTo>
                <a:cubicBezTo>
                  <a:pt x="34" y="490"/>
                  <a:pt x="34" y="490"/>
                  <a:pt x="34" y="490"/>
                </a:cubicBezTo>
                <a:cubicBezTo>
                  <a:pt x="34" y="490"/>
                  <a:pt x="34" y="490"/>
                  <a:pt x="34" y="490"/>
                </a:cubicBezTo>
                <a:cubicBezTo>
                  <a:pt x="34" y="489"/>
                  <a:pt x="34" y="489"/>
                  <a:pt x="34" y="489"/>
                </a:cubicBezTo>
                <a:cubicBezTo>
                  <a:pt x="34" y="489"/>
                  <a:pt x="34" y="489"/>
                  <a:pt x="34" y="489"/>
                </a:cubicBezTo>
                <a:cubicBezTo>
                  <a:pt x="34" y="489"/>
                  <a:pt x="34" y="489"/>
                  <a:pt x="34" y="489"/>
                </a:cubicBezTo>
                <a:cubicBezTo>
                  <a:pt x="34" y="489"/>
                  <a:pt x="34" y="489"/>
                  <a:pt x="34" y="489"/>
                </a:cubicBezTo>
                <a:cubicBezTo>
                  <a:pt x="34" y="489"/>
                  <a:pt x="33" y="489"/>
                  <a:pt x="33" y="489"/>
                </a:cubicBezTo>
                <a:cubicBezTo>
                  <a:pt x="33" y="489"/>
                  <a:pt x="34" y="489"/>
                  <a:pt x="34" y="489"/>
                </a:cubicBezTo>
                <a:cubicBezTo>
                  <a:pt x="34" y="488"/>
                  <a:pt x="34" y="488"/>
                  <a:pt x="34" y="488"/>
                </a:cubicBezTo>
                <a:cubicBezTo>
                  <a:pt x="34" y="489"/>
                  <a:pt x="34" y="489"/>
                  <a:pt x="34" y="489"/>
                </a:cubicBezTo>
                <a:cubicBezTo>
                  <a:pt x="34" y="489"/>
                  <a:pt x="34" y="489"/>
                  <a:pt x="35" y="489"/>
                </a:cubicBezTo>
                <a:cubicBezTo>
                  <a:pt x="35" y="489"/>
                  <a:pt x="35" y="489"/>
                  <a:pt x="35" y="489"/>
                </a:cubicBezTo>
                <a:cubicBezTo>
                  <a:pt x="35" y="489"/>
                  <a:pt x="34" y="488"/>
                  <a:pt x="34" y="488"/>
                </a:cubicBezTo>
                <a:cubicBezTo>
                  <a:pt x="34" y="488"/>
                  <a:pt x="34" y="488"/>
                  <a:pt x="34" y="488"/>
                </a:cubicBezTo>
                <a:cubicBezTo>
                  <a:pt x="34" y="488"/>
                  <a:pt x="34" y="488"/>
                  <a:pt x="34" y="487"/>
                </a:cubicBezTo>
                <a:cubicBezTo>
                  <a:pt x="34" y="487"/>
                  <a:pt x="34" y="487"/>
                  <a:pt x="34" y="487"/>
                </a:cubicBezTo>
                <a:cubicBezTo>
                  <a:pt x="34" y="487"/>
                  <a:pt x="34" y="488"/>
                  <a:pt x="35" y="488"/>
                </a:cubicBezTo>
                <a:cubicBezTo>
                  <a:pt x="35" y="488"/>
                  <a:pt x="35" y="488"/>
                  <a:pt x="35" y="488"/>
                </a:cubicBezTo>
                <a:cubicBezTo>
                  <a:pt x="35" y="488"/>
                  <a:pt x="35" y="488"/>
                  <a:pt x="35" y="488"/>
                </a:cubicBezTo>
                <a:cubicBezTo>
                  <a:pt x="35" y="488"/>
                  <a:pt x="35" y="489"/>
                  <a:pt x="35" y="489"/>
                </a:cubicBezTo>
                <a:cubicBezTo>
                  <a:pt x="35" y="490"/>
                  <a:pt x="35" y="490"/>
                  <a:pt x="35" y="490"/>
                </a:cubicBezTo>
                <a:cubicBezTo>
                  <a:pt x="35" y="490"/>
                  <a:pt x="35" y="490"/>
                  <a:pt x="35" y="490"/>
                </a:cubicBezTo>
                <a:cubicBezTo>
                  <a:pt x="35" y="490"/>
                  <a:pt x="35" y="490"/>
                  <a:pt x="35" y="490"/>
                </a:cubicBezTo>
                <a:cubicBezTo>
                  <a:pt x="35" y="490"/>
                  <a:pt x="35" y="490"/>
                  <a:pt x="35" y="490"/>
                </a:cubicBezTo>
                <a:cubicBezTo>
                  <a:pt x="35" y="491"/>
                  <a:pt x="35" y="490"/>
                  <a:pt x="35" y="490"/>
                </a:cubicBezTo>
                <a:cubicBezTo>
                  <a:pt x="35" y="490"/>
                  <a:pt x="35" y="490"/>
                  <a:pt x="35" y="490"/>
                </a:cubicBezTo>
                <a:cubicBezTo>
                  <a:pt x="36" y="490"/>
                  <a:pt x="36" y="490"/>
                  <a:pt x="36" y="490"/>
                </a:cubicBezTo>
                <a:cubicBezTo>
                  <a:pt x="36" y="490"/>
                  <a:pt x="36" y="490"/>
                  <a:pt x="36" y="490"/>
                </a:cubicBezTo>
                <a:cubicBezTo>
                  <a:pt x="36" y="489"/>
                  <a:pt x="36" y="490"/>
                  <a:pt x="36" y="490"/>
                </a:cubicBezTo>
                <a:cubicBezTo>
                  <a:pt x="36" y="490"/>
                  <a:pt x="36" y="490"/>
                  <a:pt x="36" y="490"/>
                </a:cubicBezTo>
                <a:cubicBezTo>
                  <a:pt x="36" y="490"/>
                  <a:pt x="36" y="490"/>
                  <a:pt x="36" y="490"/>
                </a:cubicBezTo>
                <a:cubicBezTo>
                  <a:pt x="36" y="490"/>
                  <a:pt x="37" y="490"/>
                  <a:pt x="37" y="491"/>
                </a:cubicBezTo>
                <a:cubicBezTo>
                  <a:pt x="37" y="491"/>
                  <a:pt x="37" y="491"/>
                  <a:pt x="37" y="491"/>
                </a:cubicBezTo>
                <a:cubicBezTo>
                  <a:pt x="37" y="491"/>
                  <a:pt x="37" y="491"/>
                  <a:pt x="38" y="491"/>
                </a:cubicBezTo>
                <a:cubicBezTo>
                  <a:pt x="38" y="492"/>
                  <a:pt x="39" y="492"/>
                  <a:pt x="39" y="492"/>
                </a:cubicBezTo>
                <a:cubicBezTo>
                  <a:pt x="39" y="492"/>
                  <a:pt x="40" y="491"/>
                  <a:pt x="40" y="491"/>
                </a:cubicBezTo>
                <a:cubicBezTo>
                  <a:pt x="40" y="491"/>
                  <a:pt x="40" y="491"/>
                  <a:pt x="40" y="491"/>
                </a:cubicBezTo>
                <a:cubicBezTo>
                  <a:pt x="40" y="491"/>
                  <a:pt x="40" y="491"/>
                  <a:pt x="40" y="491"/>
                </a:cubicBezTo>
                <a:cubicBezTo>
                  <a:pt x="40" y="491"/>
                  <a:pt x="40" y="490"/>
                  <a:pt x="40" y="490"/>
                </a:cubicBezTo>
                <a:cubicBezTo>
                  <a:pt x="40" y="490"/>
                  <a:pt x="40" y="490"/>
                  <a:pt x="40" y="490"/>
                </a:cubicBezTo>
                <a:cubicBezTo>
                  <a:pt x="39" y="490"/>
                  <a:pt x="39" y="490"/>
                  <a:pt x="39" y="490"/>
                </a:cubicBezTo>
                <a:cubicBezTo>
                  <a:pt x="39" y="490"/>
                  <a:pt x="39" y="490"/>
                  <a:pt x="39" y="490"/>
                </a:cubicBezTo>
                <a:cubicBezTo>
                  <a:pt x="39" y="490"/>
                  <a:pt x="39" y="490"/>
                  <a:pt x="40" y="490"/>
                </a:cubicBezTo>
                <a:cubicBezTo>
                  <a:pt x="39" y="489"/>
                  <a:pt x="39" y="489"/>
                  <a:pt x="39" y="489"/>
                </a:cubicBezTo>
                <a:cubicBezTo>
                  <a:pt x="39" y="489"/>
                  <a:pt x="38" y="489"/>
                  <a:pt x="38" y="489"/>
                </a:cubicBezTo>
                <a:cubicBezTo>
                  <a:pt x="38" y="490"/>
                  <a:pt x="38" y="490"/>
                  <a:pt x="38" y="489"/>
                </a:cubicBezTo>
                <a:cubicBezTo>
                  <a:pt x="38" y="489"/>
                  <a:pt x="39" y="489"/>
                  <a:pt x="39" y="489"/>
                </a:cubicBezTo>
                <a:cubicBezTo>
                  <a:pt x="39" y="489"/>
                  <a:pt x="39" y="489"/>
                  <a:pt x="39" y="489"/>
                </a:cubicBezTo>
                <a:cubicBezTo>
                  <a:pt x="40" y="489"/>
                  <a:pt x="39" y="489"/>
                  <a:pt x="39" y="489"/>
                </a:cubicBezTo>
                <a:cubicBezTo>
                  <a:pt x="39" y="489"/>
                  <a:pt x="39" y="489"/>
                  <a:pt x="39" y="489"/>
                </a:cubicBezTo>
                <a:cubicBezTo>
                  <a:pt x="39" y="489"/>
                  <a:pt x="39" y="488"/>
                  <a:pt x="39" y="488"/>
                </a:cubicBezTo>
                <a:cubicBezTo>
                  <a:pt x="39" y="488"/>
                  <a:pt x="39" y="488"/>
                  <a:pt x="39" y="488"/>
                </a:cubicBezTo>
                <a:cubicBezTo>
                  <a:pt x="39" y="487"/>
                  <a:pt x="39" y="487"/>
                  <a:pt x="38" y="488"/>
                </a:cubicBezTo>
                <a:cubicBezTo>
                  <a:pt x="38" y="488"/>
                  <a:pt x="38" y="488"/>
                  <a:pt x="38" y="488"/>
                </a:cubicBezTo>
                <a:cubicBezTo>
                  <a:pt x="38" y="488"/>
                  <a:pt x="37" y="488"/>
                  <a:pt x="37" y="488"/>
                </a:cubicBezTo>
                <a:cubicBezTo>
                  <a:pt x="37" y="488"/>
                  <a:pt x="37" y="488"/>
                  <a:pt x="37" y="488"/>
                </a:cubicBezTo>
                <a:cubicBezTo>
                  <a:pt x="38" y="488"/>
                  <a:pt x="38" y="488"/>
                  <a:pt x="38" y="487"/>
                </a:cubicBezTo>
                <a:cubicBezTo>
                  <a:pt x="39" y="487"/>
                  <a:pt x="39" y="487"/>
                  <a:pt x="39" y="487"/>
                </a:cubicBezTo>
                <a:cubicBezTo>
                  <a:pt x="39" y="487"/>
                  <a:pt x="38" y="487"/>
                  <a:pt x="38" y="487"/>
                </a:cubicBezTo>
                <a:cubicBezTo>
                  <a:pt x="38" y="487"/>
                  <a:pt x="38" y="487"/>
                  <a:pt x="38" y="487"/>
                </a:cubicBezTo>
                <a:cubicBezTo>
                  <a:pt x="38" y="486"/>
                  <a:pt x="38" y="486"/>
                  <a:pt x="38" y="487"/>
                </a:cubicBezTo>
                <a:cubicBezTo>
                  <a:pt x="38" y="487"/>
                  <a:pt x="38" y="487"/>
                  <a:pt x="38" y="487"/>
                </a:cubicBezTo>
                <a:cubicBezTo>
                  <a:pt x="38" y="487"/>
                  <a:pt x="37" y="487"/>
                  <a:pt x="37" y="486"/>
                </a:cubicBezTo>
                <a:cubicBezTo>
                  <a:pt x="37" y="486"/>
                  <a:pt x="37" y="486"/>
                  <a:pt x="37" y="486"/>
                </a:cubicBezTo>
                <a:cubicBezTo>
                  <a:pt x="37" y="486"/>
                  <a:pt x="38" y="486"/>
                  <a:pt x="38" y="486"/>
                </a:cubicBezTo>
                <a:cubicBezTo>
                  <a:pt x="38" y="486"/>
                  <a:pt x="38" y="486"/>
                  <a:pt x="38" y="486"/>
                </a:cubicBezTo>
                <a:cubicBezTo>
                  <a:pt x="38" y="486"/>
                  <a:pt x="37" y="486"/>
                  <a:pt x="37" y="486"/>
                </a:cubicBezTo>
                <a:cubicBezTo>
                  <a:pt x="37" y="486"/>
                  <a:pt x="36" y="486"/>
                  <a:pt x="36" y="486"/>
                </a:cubicBezTo>
                <a:cubicBezTo>
                  <a:pt x="36" y="486"/>
                  <a:pt x="37" y="486"/>
                  <a:pt x="37" y="486"/>
                </a:cubicBezTo>
                <a:cubicBezTo>
                  <a:pt x="37" y="486"/>
                  <a:pt x="37" y="486"/>
                  <a:pt x="38" y="486"/>
                </a:cubicBezTo>
                <a:cubicBezTo>
                  <a:pt x="38" y="486"/>
                  <a:pt x="38" y="486"/>
                  <a:pt x="38" y="486"/>
                </a:cubicBezTo>
                <a:cubicBezTo>
                  <a:pt x="39" y="486"/>
                  <a:pt x="39" y="486"/>
                  <a:pt x="39" y="486"/>
                </a:cubicBezTo>
                <a:cubicBezTo>
                  <a:pt x="39" y="486"/>
                  <a:pt x="39" y="486"/>
                  <a:pt x="39" y="486"/>
                </a:cubicBezTo>
                <a:cubicBezTo>
                  <a:pt x="39" y="485"/>
                  <a:pt x="39" y="485"/>
                  <a:pt x="39" y="485"/>
                </a:cubicBezTo>
                <a:cubicBezTo>
                  <a:pt x="39" y="485"/>
                  <a:pt x="39" y="485"/>
                  <a:pt x="39" y="485"/>
                </a:cubicBezTo>
                <a:cubicBezTo>
                  <a:pt x="38" y="485"/>
                  <a:pt x="38" y="485"/>
                  <a:pt x="38" y="485"/>
                </a:cubicBezTo>
                <a:cubicBezTo>
                  <a:pt x="38" y="485"/>
                  <a:pt x="38" y="485"/>
                  <a:pt x="38" y="485"/>
                </a:cubicBezTo>
                <a:cubicBezTo>
                  <a:pt x="38" y="485"/>
                  <a:pt x="38" y="485"/>
                  <a:pt x="38" y="485"/>
                </a:cubicBezTo>
                <a:cubicBezTo>
                  <a:pt x="38" y="485"/>
                  <a:pt x="37" y="485"/>
                  <a:pt x="37" y="485"/>
                </a:cubicBezTo>
                <a:cubicBezTo>
                  <a:pt x="37" y="485"/>
                  <a:pt x="37" y="485"/>
                  <a:pt x="37" y="485"/>
                </a:cubicBezTo>
                <a:cubicBezTo>
                  <a:pt x="37" y="485"/>
                  <a:pt x="37" y="485"/>
                  <a:pt x="38" y="485"/>
                </a:cubicBezTo>
                <a:cubicBezTo>
                  <a:pt x="38" y="485"/>
                  <a:pt x="38" y="485"/>
                  <a:pt x="38" y="485"/>
                </a:cubicBezTo>
                <a:cubicBezTo>
                  <a:pt x="38" y="484"/>
                  <a:pt x="38" y="484"/>
                  <a:pt x="38" y="484"/>
                </a:cubicBezTo>
                <a:cubicBezTo>
                  <a:pt x="38" y="485"/>
                  <a:pt x="39" y="484"/>
                  <a:pt x="39" y="484"/>
                </a:cubicBezTo>
                <a:cubicBezTo>
                  <a:pt x="39" y="484"/>
                  <a:pt x="39" y="484"/>
                  <a:pt x="38" y="484"/>
                </a:cubicBezTo>
                <a:cubicBezTo>
                  <a:pt x="38" y="484"/>
                  <a:pt x="38" y="484"/>
                  <a:pt x="38" y="484"/>
                </a:cubicBezTo>
                <a:cubicBezTo>
                  <a:pt x="38" y="484"/>
                  <a:pt x="38" y="483"/>
                  <a:pt x="38" y="483"/>
                </a:cubicBezTo>
                <a:cubicBezTo>
                  <a:pt x="38" y="483"/>
                  <a:pt x="38" y="483"/>
                  <a:pt x="38" y="483"/>
                </a:cubicBezTo>
                <a:cubicBezTo>
                  <a:pt x="38" y="483"/>
                  <a:pt x="38" y="483"/>
                  <a:pt x="38" y="483"/>
                </a:cubicBezTo>
                <a:cubicBezTo>
                  <a:pt x="38" y="483"/>
                  <a:pt x="38" y="483"/>
                  <a:pt x="38" y="483"/>
                </a:cubicBezTo>
                <a:cubicBezTo>
                  <a:pt x="38" y="483"/>
                  <a:pt x="38" y="484"/>
                  <a:pt x="38" y="484"/>
                </a:cubicBezTo>
                <a:cubicBezTo>
                  <a:pt x="39" y="484"/>
                  <a:pt x="39" y="484"/>
                  <a:pt x="39" y="484"/>
                </a:cubicBezTo>
                <a:cubicBezTo>
                  <a:pt x="39" y="484"/>
                  <a:pt x="39" y="484"/>
                  <a:pt x="39" y="484"/>
                </a:cubicBezTo>
                <a:cubicBezTo>
                  <a:pt x="39" y="483"/>
                  <a:pt x="39" y="483"/>
                  <a:pt x="39" y="483"/>
                </a:cubicBezTo>
                <a:cubicBezTo>
                  <a:pt x="39" y="483"/>
                  <a:pt x="39" y="483"/>
                  <a:pt x="38" y="483"/>
                </a:cubicBezTo>
                <a:cubicBezTo>
                  <a:pt x="39" y="483"/>
                  <a:pt x="39" y="483"/>
                  <a:pt x="39" y="483"/>
                </a:cubicBezTo>
                <a:cubicBezTo>
                  <a:pt x="39" y="483"/>
                  <a:pt x="39" y="483"/>
                  <a:pt x="39" y="483"/>
                </a:cubicBezTo>
                <a:cubicBezTo>
                  <a:pt x="39" y="483"/>
                  <a:pt x="39" y="483"/>
                  <a:pt x="39" y="483"/>
                </a:cubicBezTo>
                <a:cubicBezTo>
                  <a:pt x="39" y="482"/>
                  <a:pt x="38" y="482"/>
                  <a:pt x="38" y="482"/>
                </a:cubicBezTo>
                <a:cubicBezTo>
                  <a:pt x="38" y="482"/>
                  <a:pt x="38" y="482"/>
                  <a:pt x="38" y="481"/>
                </a:cubicBezTo>
                <a:cubicBezTo>
                  <a:pt x="38" y="482"/>
                  <a:pt x="39" y="482"/>
                  <a:pt x="39" y="482"/>
                </a:cubicBezTo>
                <a:cubicBezTo>
                  <a:pt x="39" y="482"/>
                  <a:pt x="39" y="482"/>
                  <a:pt x="39" y="482"/>
                </a:cubicBezTo>
                <a:cubicBezTo>
                  <a:pt x="39" y="482"/>
                  <a:pt x="40" y="482"/>
                  <a:pt x="40" y="482"/>
                </a:cubicBezTo>
                <a:cubicBezTo>
                  <a:pt x="40" y="482"/>
                  <a:pt x="40" y="482"/>
                  <a:pt x="40" y="482"/>
                </a:cubicBezTo>
                <a:cubicBezTo>
                  <a:pt x="40" y="481"/>
                  <a:pt x="40" y="481"/>
                  <a:pt x="40" y="481"/>
                </a:cubicBezTo>
                <a:cubicBezTo>
                  <a:pt x="39" y="481"/>
                  <a:pt x="39" y="481"/>
                  <a:pt x="39" y="481"/>
                </a:cubicBezTo>
                <a:cubicBezTo>
                  <a:pt x="39" y="481"/>
                  <a:pt x="39" y="481"/>
                  <a:pt x="39" y="481"/>
                </a:cubicBezTo>
                <a:cubicBezTo>
                  <a:pt x="39" y="481"/>
                  <a:pt x="39" y="481"/>
                  <a:pt x="39" y="481"/>
                </a:cubicBezTo>
                <a:cubicBezTo>
                  <a:pt x="39" y="481"/>
                  <a:pt x="39" y="481"/>
                  <a:pt x="39" y="480"/>
                </a:cubicBezTo>
                <a:cubicBezTo>
                  <a:pt x="40" y="480"/>
                  <a:pt x="40" y="480"/>
                  <a:pt x="40" y="481"/>
                </a:cubicBezTo>
                <a:cubicBezTo>
                  <a:pt x="40" y="481"/>
                  <a:pt x="41" y="481"/>
                  <a:pt x="41" y="481"/>
                </a:cubicBezTo>
                <a:cubicBezTo>
                  <a:pt x="41" y="481"/>
                  <a:pt x="41" y="480"/>
                  <a:pt x="41" y="480"/>
                </a:cubicBezTo>
                <a:cubicBezTo>
                  <a:pt x="41" y="480"/>
                  <a:pt x="41" y="480"/>
                  <a:pt x="41" y="480"/>
                </a:cubicBezTo>
                <a:cubicBezTo>
                  <a:pt x="41" y="480"/>
                  <a:pt x="41" y="480"/>
                  <a:pt x="41" y="480"/>
                </a:cubicBezTo>
                <a:cubicBezTo>
                  <a:pt x="41" y="480"/>
                  <a:pt x="41" y="480"/>
                  <a:pt x="41" y="480"/>
                </a:cubicBezTo>
                <a:cubicBezTo>
                  <a:pt x="41" y="479"/>
                  <a:pt x="40" y="480"/>
                  <a:pt x="40" y="479"/>
                </a:cubicBezTo>
                <a:cubicBezTo>
                  <a:pt x="40" y="479"/>
                  <a:pt x="41" y="479"/>
                  <a:pt x="41" y="479"/>
                </a:cubicBezTo>
                <a:close/>
                <a:moveTo>
                  <a:pt x="39" y="479"/>
                </a:moveTo>
                <a:cubicBezTo>
                  <a:pt x="39" y="479"/>
                  <a:pt x="39" y="479"/>
                  <a:pt x="39" y="479"/>
                </a:cubicBezTo>
                <a:cubicBezTo>
                  <a:pt x="39" y="479"/>
                  <a:pt x="39" y="479"/>
                  <a:pt x="39" y="479"/>
                </a:cubicBezTo>
                <a:close/>
                <a:moveTo>
                  <a:pt x="42" y="477"/>
                </a:moveTo>
                <a:cubicBezTo>
                  <a:pt x="42" y="478"/>
                  <a:pt x="42" y="478"/>
                  <a:pt x="41" y="477"/>
                </a:cubicBezTo>
                <a:cubicBezTo>
                  <a:pt x="41" y="477"/>
                  <a:pt x="41" y="477"/>
                  <a:pt x="41" y="477"/>
                </a:cubicBezTo>
                <a:cubicBezTo>
                  <a:pt x="41" y="477"/>
                  <a:pt x="41" y="477"/>
                  <a:pt x="41" y="478"/>
                </a:cubicBezTo>
                <a:cubicBezTo>
                  <a:pt x="41" y="478"/>
                  <a:pt x="40" y="478"/>
                  <a:pt x="40" y="478"/>
                </a:cubicBezTo>
                <a:cubicBezTo>
                  <a:pt x="40" y="477"/>
                  <a:pt x="41" y="477"/>
                  <a:pt x="41" y="477"/>
                </a:cubicBezTo>
                <a:cubicBezTo>
                  <a:pt x="41" y="477"/>
                  <a:pt x="41" y="477"/>
                  <a:pt x="42" y="477"/>
                </a:cubicBezTo>
                <a:cubicBezTo>
                  <a:pt x="42" y="477"/>
                  <a:pt x="42" y="477"/>
                  <a:pt x="42" y="477"/>
                </a:cubicBezTo>
                <a:cubicBezTo>
                  <a:pt x="42" y="477"/>
                  <a:pt x="42" y="477"/>
                  <a:pt x="42" y="477"/>
                </a:cubicBezTo>
                <a:close/>
                <a:moveTo>
                  <a:pt x="39" y="493"/>
                </a:moveTo>
                <a:cubicBezTo>
                  <a:pt x="39" y="492"/>
                  <a:pt x="39" y="493"/>
                  <a:pt x="38" y="493"/>
                </a:cubicBezTo>
                <a:cubicBezTo>
                  <a:pt x="38" y="493"/>
                  <a:pt x="38" y="492"/>
                  <a:pt x="38" y="493"/>
                </a:cubicBezTo>
                <a:cubicBezTo>
                  <a:pt x="38" y="493"/>
                  <a:pt x="38" y="493"/>
                  <a:pt x="38" y="493"/>
                </a:cubicBezTo>
                <a:cubicBezTo>
                  <a:pt x="38" y="493"/>
                  <a:pt x="38" y="493"/>
                  <a:pt x="38" y="493"/>
                </a:cubicBezTo>
                <a:cubicBezTo>
                  <a:pt x="38" y="493"/>
                  <a:pt x="38" y="493"/>
                  <a:pt x="37" y="493"/>
                </a:cubicBezTo>
                <a:cubicBezTo>
                  <a:pt x="37" y="493"/>
                  <a:pt x="37" y="493"/>
                  <a:pt x="37" y="493"/>
                </a:cubicBezTo>
                <a:cubicBezTo>
                  <a:pt x="37" y="494"/>
                  <a:pt x="37" y="494"/>
                  <a:pt x="37" y="494"/>
                </a:cubicBezTo>
                <a:cubicBezTo>
                  <a:pt x="37" y="493"/>
                  <a:pt x="36" y="493"/>
                  <a:pt x="36" y="493"/>
                </a:cubicBezTo>
                <a:cubicBezTo>
                  <a:pt x="36" y="493"/>
                  <a:pt x="36" y="493"/>
                  <a:pt x="36" y="493"/>
                </a:cubicBezTo>
                <a:cubicBezTo>
                  <a:pt x="36" y="493"/>
                  <a:pt x="36" y="493"/>
                  <a:pt x="36" y="493"/>
                </a:cubicBezTo>
                <a:cubicBezTo>
                  <a:pt x="37" y="494"/>
                  <a:pt x="37" y="494"/>
                  <a:pt x="37" y="494"/>
                </a:cubicBezTo>
                <a:cubicBezTo>
                  <a:pt x="37" y="494"/>
                  <a:pt x="37" y="494"/>
                  <a:pt x="36" y="494"/>
                </a:cubicBezTo>
                <a:cubicBezTo>
                  <a:pt x="36" y="494"/>
                  <a:pt x="36" y="494"/>
                  <a:pt x="35" y="494"/>
                </a:cubicBezTo>
                <a:cubicBezTo>
                  <a:pt x="35" y="494"/>
                  <a:pt x="35" y="494"/>
                  <a:pt x="35" y="494"/>
                </a:cubicBezTo>
                <a:cubicBezTo>
                  <a:pt x="35" y="494"/>
                  <a:pt x="35" y="494"/>
                  <a:pt x="35" y="494"/>
                </a:cubicBezTo>
                <a:cubicBezTo>
                  <a:pt x="35" y="494"/>
                  <a:pt x="34" y="494"/>
                  <a:pt x="34" y="494"/>
                </a:cubicBezTo>
                <a:cubicBezTo>
                  <a:pt x="34" y="494"/>
                  <a:pt x="34" y="494"/>
                  <a:pt x="34" y="494"/>
                </a:cubicBezTo>
                <a:cubicBezTo>
                  <a:pt x="34" y="493"/>
                  <a:pt x="34" y="493"/>
                  <a:pt x="33" y="493"/>
                </a:cubicBezTo>
                <a:cubicBezTo>
                  <a:pt x="33" y="493"/>
                  <a:pt x="33" y="493"/>
                  <a:pt x="33" y="493"/>
                </a:cubicBezTo>
                <a:cubicBezTo>
                  <a:pt x="33" y="493"/>
                  <a:pt x="33" y="493"/>
                  <a:pt x="33" y="492"/>
                </a:cubicBezTo>
                <a:cubicBezTo>
                  <a:pt x="33" y="492"/>
                  <a:pt x="32" y="492"/>
                  <a:pt x="32" y="492"/>
                </a:cubicBezTo>
                <a:cubicBezTo>
                  <a:pt x="32" y="492"/>
                  <a:pt x="32" y="492"/>
                  <a:pt x="32" y="492"/>
                </a:cubicBezTo>
                <a:cubicBezTo>
                  <a:pt x="32" y="492"/>
                  <a:pt x="32" y="492"/>
                  <a:pt x="32" y="492"/>
                </a:cubicBezTo>
                <a:cubicBezTo>
                  <a:pt x="32" y="492"/>
                  <a:pt x="32" y="492"/>
                  <a:pt x="32" y="492"/>
                </a:cubicBezTo>
                <a:cubicBezTo>
                  <a:pt x="32" y="492"/>
                  <a:pt x="32" y="492"/>
                  <a:pt x="32" y="492"/>
                </a:cubicBezTo>
                <a:cubicBezTo>
                  <a:pt x="32" y="492"/>
                  <a:pt x="32" y="492"/>
                  <a:pt x="32" y="492"/>
                </a:cubicBezTo>
                <a:cubicBezTo>
                  <a:pt x="31" y="491"/>
                  <a:pt x="31" y="491"/>
                  <a:pt x="32" y="491"/>
                </a:cubicBezTo>
                <a:cubicBezTo>
                  <a:pt x="32" y="491"/>
                  <a:pt x="32" y="491"/>
                  <a:pt x="32" y="491"/>
                </a:cubicBezTo>
                <a:cubicBezTo>
                  <a:pt x="32" y="491"/>
                  <a:pt x="32" y="491"/>
                  <a:pt x="32" y="491"/>
                </a:cubicBezTo>
                <a:cubicBezTo>
                  <a:pt x="32" y="491"/>
                  <a:pt x="32" y="491"/>
                  <a:pt x="32" y="491"/>
                </a:cubicBezTo>
                <a:cubicBezTo>
                  <a:pt x="32" y="491"/>
                  <a:pt x="32" y="491"/>
                  <a:pt x="32" y="491"/>
                </a:cubicBezTo>
                <a:cubicBezTo>
                  <a:pt x="32" y="491"/>
                  <a:pt x="32" y="491"/>
                  <a:pt x="33" y="492"/>
                </a:cubicBezTo>
                <a:cubicBezTo>
                  <a:pt x="33" y="492"/>
                  <a:pt x="33" y="492"/>
                  <a:pt x="33" y="492"/>
                </a:cubicBezTo>
                <a:cubicBezTo>
                  <a:pt x="33" y="492"/>
                  <a:pt x="34" y="492"/>
                  <a:pt x="34" y="492"/>
                </a:cubicBezTo>
                <a:cubicBezTo>
                  <a:pt x="34" y="492"/>
                  <a:pt x="34" y="492"/>
                  <a:pt x="34" y="492"/>
                </a:cubicBezTo>
                <a:cubicBezTo>
                  <a:pt x="34" y="492"/>
                  <a:pt x="34" y="492"/>
                  <a:pt x="35" y="492"/>
                </a:cubicBezTo>
                <a:cubicBezTo>
                  <a:pt x="35" y="492"/>
                  <a:pt x="35" y="491"/>
                  <a:pt x="35" y="492"/>
                </a:cubicBezTo>
                <a:cubicBezTo>
                  <a:pt x="35" y="492"/>
                  <a:pt x="35" y="492"/>
                  <a:pt x="35" y="492"/>
                </a:cubicBezTo>
                <a:cubicBezTo>
                  <a:pt x="36" y="491"/>
                  <a:pt x="36" y="491"/>
                  <a:pt x="36" y="491"/>
                </a:cubicBezTo>
                <a:cubicBezTo>
                  <a:pt x="36" y="491"/>
                  <a:pt x="36" y="491"/>
                  <a:pt x="37" y="491"/>
                </a:cubicBezTo>
                <a:cubicBezTo>
                  <a:pt x="37" y="492"/>
                  <a:pt x="38" y="492"/>
                  <a:pt x="39" y="492"/>
                </a:cubicBezTo>
                <a:cubicBezTo>
                  <a:pt x="39" y="492"/>
                  <a:pt x="39" y="492"/>
                  <a:pt x="39" y="492"/>
                </a:cubicBezTo>
                <a:cubicBezTo>
                  <a:pt x="39" y="492"/>
                  <a:pt x="39" y="492"/>
                  <a:pt x="39" y="493"/>
                </a:cubicBezTo>
                <a:close/>
                <a:moveTo>
                  <a:pt x="33" y="482"/>
                </a:moveTo>
                <a:cubicBezTo>
                  <a:pt x="33" y="482"/>
                  <a:pt x="33" y="481"/>
                  <a:pt x="33" y="481"/>
                </a:cubicBezTo>
                <a:cubicBezTo>
                  <a:pt x="33" y="481"/>
                  <a:pt x="33" y="481"/>
                  <a:pt x="33" y="481"/>
                </a:cubicBezTo>
                <a:cubicBezTo>
                  <a:pt x="33" y="481"/>
                  <a:pt x="33" y="481"/>
                  <a:pt x="33" y="481"/>
                </a:cubicBezTo>
                <a:cubicBezTo>
                  <a:pt x="33" y="481"/>
                  <a:pt x="33" y="481"/>
                  <a:pt x="33" y="481"/>
                </a:cubicBezTo>
                <a:cubicBezTo>
                  <a:pt x="33" y="481"/>
                  <a:pt x="34" y="481"/>
                  <a:pt x="34" y="481"/>
                </a:cubicBezTo>
                <a:cubicBezTo>
                  <a:pt x="34" y="482"/>
                  <a:pt x="33" y="482"/>
                  <a:pt x="33" y="482"/>
                </a:cubicBezTo>
                <a:cubicBezTo>
                  <a:pt x="33" y="482"/>
                  <a:pt x="33" y="482"/>
                  <a:pt x="33" y="482"/>
                </a:cubicBezTo>
                <a:close/>
                <a:moveTo>
                  <a:pt x="40" y="478"/>
                </a:moveTo>
                <a:cubicBezTo>
                  <a:pt x="40" y="478"/>
                  <a:pt x="40" y="478"/>
                  <a:pt x="40" y="478"/>
                </a:cubicBezTo>
                <a:cubicBezTo>
                  <a:pt x="40" y="478"/>
                  <a:pt x="40" y="478"/>
                  <a:pt x="40" y="478"/>
                </a:cubicBezTo>
                <a:cubicBezTo>
                  <a:pt x="40" y="478"/>
                  <a:pt x="40" y="478"/>
                  <a:pt x="40" y="478"/>
                </a:cubicBezTo>
                <a:cubicBezTo>
                  <a:pt x="40" y="478"/>
                  <a:pt x="40" y="478"/>
                  <a:pt x="40" y="478"/>
                </a:cubicBezTo>
                <a:close/>
                <a:moveTo>
                  <a:pt x="42" y="478"/>
                </a:moveTo>
                <a:cubicBezTo>
                  <a:pt x="42" y="478"/>
                  <a:pt x="42" y="478"/>
                  <a:pt x="42" y="479"/>
                </a:cubicBezTo>
                <a:cubicBezTo>
                  <a:pt x="41" y="479"/>
                  <a:pt x="41" y="479"/>
                  <a:pt x="41" y="479"/>
                </a:cubicBezTo>
                <a:cubicBezTo>
                  <a:pt x="41" y="478"/>
                  <a:pt x="41" y="478"/>
                  <a:pt x="41" y="478"/>
                </a:cubicBezTo>
                <a:cubicBezTo>
                  <a:pt x="41" y="478"/>
                  <a:pt x="42" y="478"/>
                  <a:pt x="42" y="478"/>
                </a:cubicBezTo>
                <a:close/>
                <a:moveTo>
                  <a:pt x="111" y="380"/>
                </a:moveTo>
                <a:cubicBezTo>
                  <a:pt x="112" y="380"/>
                  <a:pt x="112" y="380"/>
                  <a:pt x="112" y="379"/>
                </a:cubicBezTo>
                <a:cubicBezTo>
                  <a:pt x="112" y="379"/>
                  <a:pt x="111" y="379"/>
                  <a:pt x="111" y="379"/>
                </a:cubicBezTo>
                <a:cubicBezTo>
                  <a:pt x="111" y="379"/>
                  <a:pt x="111" y="380"/>
                  <a:pt x="111" y="380"/>
                </a:cubicBezTo>
                <a:cubicBezTo>
                  <a:pt x="111" y="380"/>
                  <a:pt x="111" y="380"/>
                  <a:pt x="111" y="380"/>
                </a:cubicBezTo>
                <a:close/>
                <a:moveTo>
                  <a:pt x="116" y="344"/>
                </a:moveTo>
                <a:cubicBezTo>
                  <a:pt x="123" y="346"/>
                  <a:pt x="123" y="346"/>
                  <a:pt x="123" y="346"/>
                </a:cubicBezTo>
                <a:cubicBezTo>
                  <a:pt x="122" y="347"/>
                  <a:pt x="122" y="347"/>
                  <a:pt x="121" y="348"/>
                </a:cubicBezTo>
                <a:cubicBezTo>
                  <a:pt x="120" y="349"/>
                  <a:pt x="119" y="350"/>
                  <a:pt x="118" y="351"/>
                </a:cubicBezTo>
                <a:cubicBezTo>
                  <a:pt x="119" y="351"/>
                  <a:pt x="118" y="352"/>
                  <a:pt x="118" y="352"/>
                </a:cubicBezTo>
                <a:cubicBezTo>
                  <a:pt x="116" y="354"/>
                  <a:pt x="116" y="355"/>
                  <a:pt x="116" y="357"/>
                </a:cubicBezTo>
                <a:cubicBezTo>
                  <a:pt x="115" y="358"/>
                  <a:pt x="115" y="358"/>
                  <a:pt x="114" y="359"/>
                </a:cubicBezTo>
                <a:cubicBezTo>
                  <a:pt x="115" y="361"/>
                  <a:pt x="115" y="362"/>
                  <a:pt x="114" y="364"/>
                </a:cubicBezTo>
                <a:cubicBezTo>
                  <a:pt x="115" y="364"/>
                  <a:pt x="115" y="365"/>
                  <a:pt x="114" y="365"/>
                </a:cubicBezTo>
                <a:cubicBezTo>
                  <a:pt x="113" y="366"/>
                  <a:pt x="112" y="367"/>
                  <a:pt x="112" y="369"/>
                </a:cubicBezTo>
                <a:cubicBezTo>
                  <a:pt x="112" y="370"/>
                  <a:pt x="111" y="370"/>
                  <a:pt x="110" y="370"/>
                </a:cubicBezTo>
                <a:cubicBezTo>
                  <a:pt x="110" y="370"/>
                  <a:pt x="110" y="370"/>
                  <a:pt x="110" y="371"/>
                </a:cubicBezTo>
                <a:cubicBezTo>
                  <a:pt x="110" y="371"/>
                  <a:pt x="110" y="371"/>
                  <a:pt x="110" y="371"/>
                </a:cubicBezTo>
                <a:cubicBezTo>
                  <a:pt x="110" y="372"/>
                  <a:pt x="109" y="374"/>
                  <a:pt x="108" y="374"/>
                </a:cubicBezTo>
                <a:cubicBezTo>
                  <a:pt x="108" y="374"/>
                  <a:pt x="108" y="375"/>
                  <a:pt x="108" y="375"/>
                </a:cubicBezTo>
                <a:cubicBezTo>
                  <a:pt x="108" y="375"/>
                  <a:pt x="108" y="375"/>
                  <a:pt x="108" y="375"/>
                </a:cubicBezTo>
                <a:cubicBezTo>
                  <a:pt x="109" y="375"/>
                  <a:pt x="109" y="375"/>
                  <a:pt x="110" y="375"/>
                </a:cubicBezTo>
                <a:cubicBezTo>
                  <a:pt x="110" y="375"/>
                  <a:pt x="110" y="376"/>
                  <a:pt x="111" y="376"/>
                </a:cubicBezTo>
                <a:cubicBezTo>
                  <a:pt x="111" y="376"/>
                  <a:pt x="111" y="376"/>
                  <a:pt x="111" y="376"/>
                </a:cubicBezTo>
                <a:cubicBezTo>
                  <a:pt x="111" y="376"/>
                  <a:pt x="111" y="376"/>
                  <a:pt x="111" y="376"/>
                </a:cubicBezTo>
                <a:cubicBezTo>
                  <a:pt x="110" y="377"/>
                  <a:pt x="109" y="377"/>
                  <a:pt x="109" y="378"/>
                </a:cubicBezTo>
                <a:cubicBezTo>
                  <a:pt x="108" y="379"/>
                  <a:pt x="108" y="380"/>
                  <a:pt x="107" y="380"/>
                </a:cubicBezTo>
                <a:cubicBezTo>
                  <a:pt x="107" y="380"/>
                  <a:pt x="108" y="380"/>
                  <a:pt x="108" y="380"/>
                </a:cubicBezTo>
                <a:cubicBezTo>
                  <a:pt x="108" y="379"/>
                  <a:pt x="109" y="379"/>
                  <a:pt x="110" y="378"/>
                </a:cubicBezTo>
                <a:cubicBezTo>
                  <a:pt x="110" y="377"/>
                  <a:pt x="111" y="377"/>
                  <a:pt x="112" y="377"/>
                </a:cubicBezTo>
                <a:cubicBezTo>
                  <a:pt x="112" y="376"/>
                  <a:pt x="112" y="377"/>
                  <a:pt x="112" y="377"/>
                </a:cubicBezTo>
                <a:cubicBezTo>
                  <a:pt x="112" y="378"/>
                  <a:pt x="112" y="379"/>
                  <a:pt x="111" y="379"/>
                </a:cubicBezTo>
                <a:cubicBezTo>
                  <a:pt x="111" y="379"/>
                  <a:pt x="111" y="379"/>
                  <a:pt x="111" y="379"/>
                </a:cubicBezTo>
                <a:cubicBezTo>
                  <a:pt x="110" y="379"/>
                  <a:pt x="110" y="379"/>
                  <a:pt x="110" y="380"/>
                </a:cubicBezTo>
                <a:cubicBezTo>
                  <a:pt x="111" y="380"/>
                  <a:pt x="110" y="380"/>
                  <a:pt x="110" y="381"/>
                </a:cubicBezTo>
                <a:cubicBezTo>
                  <a:pt x="110" y="381"/>
                  <a:pt x="109" y="381"/>
                  <a:pt x="109" y="381"/>
                </a:cubicBezTo>
                <a:cubicBezTo>
                  <a:pt x="108" y="381"/>
                  <a:pt x="107" y="381"/>
                  <a:pt x="106" y="381"/>
                </a:cubicBezTo>
                <a:cubicBezTo>
                  <a:pt x="106" y="381"/>
                  <a:pt x="106" y="381"/>
                  <a:pt x="106" y="381"/>
                </a:cubicBezTo>
                <a:cubicBezTo>
                  <a:pt x="105" y="382"/>
                  <a:pt x="104" y="382"/>
                  <a:pt x="103" y="382"/>
                </a:cubicBezTo>
                <a:cubicBezTo>
                  <a:pt x="102" y="382"/>
                  <a:pt x="101" y="383"/>
                  <a:pt x="100" y="384"/>
                </a:cubicBezTo>
                <a:cubicBezTo>
                  <a:pt x="99" y="386"/>
                  <a:pt x="98" y="387"/>
                  <a:pt x="98" y="389"/>
                </a:cubicBezTo>
                <a:cubicBezTo>
                  <a:pt x="97" y="391"/>
                  <a:pt x="96" y="391"/>
                  <a:pt x="95" y="392"/>
                </a:cubicBezTo>
                <a:cubicBezTo>
                  <a:pt x="95" y="392"/>
                  <a:pt x="94" y="392"/>
                  <a:pt x="94" y="393"/>
                </a:cubicBezTo>
                <a:cubicBezTo>
                  <a:pt x="92" y="395"/>
                  <a:pt x="91" y="396"/>
                  <a:pt x="89" y="397"/>
                </a:cubicBezTo>
                <a:cubicBezTo>
                  <a:pt x="88" y="398"/>
                  <a:pt x="87" y="399"/>
                  <a:pt x="88" y="400"/>
                </a:cubicBezTo>
                <a:cubicBezTo>
                  <a:pt x="88" y="401"/>
                  <a:pt x="87" y="402"/>
                  <a:pt x="86" y="403"/>
                </a:cubicBezTo>
                <a:cubicBezTo>
                  <a:pt x="86" y="403"/>
                  <a:pt x="85" y="403"/>
                  <a:pt x="85" y="403"/>
                </a:cubicBezTo>
                <a:cubicBezTo>
                  <a:pt x="85" y="404"/>
                  <a:pt x="85" y="405"/>
                  <a:pt x="84" y="404"/>
                </a:cubicBezTo>
                <a:cubicBezTo>
                  <a:pt x="83" y="405"/>
                  <a:pt x="83" y="405"/>
                  <a:pt x="82" y="406"/>
                </a:cubicBezTo>
                <a:cubicBezTo>
                  <a:pt x="82" y="406"/>
                  <a:pt x="82" y="406"/>
                  <a:pt x="81" y="406"/>
                </a:cubicBezTo>
                <a:cubicBezTo>
                  <a:pt x="81" y="405"/>
                  <a:pt x="80" y="406"/>
                  <a:pt x="79" y="406"/>
                </a:cubicBezTo>
                <a:cubicBezTo>
                  <a:pt x="79" y="406"/>
                  <a:pt x="79" y="406"/>
                  <a:pt x="79" y="406"/>
                </a:cubicBezTo>
                <a:cubicBezTo>
                  <a:pt x="79" y="406"/>
                  <a:pt x="79" y="406"/>
                  <a:pt x="78" y="407"/>
                </a:cubicBezTo>
                <a:cubicBezTo>
                  <a:pt x="78" y="407"/>
                  <a:pt x="78" y="407"/>
                  <a:pt x="77" y="407"/>
                </a:cubicBezTo>
                <a:cubicBezTo>
                  <a:pt x="77" y="408"/>
                  <a:pt x="76" y="408"/>
                  <a:pt x="76" y="408"/>
                </a:cubicBezTo>
                <a:cubicBezTo>
                  <a:pt x="75" y="409"/>
                  <a:pt x="75" y="408"/>
                  <a:pt x="74" y="408"/>
                </a:cubicBezTo>
                <a:cubicBezTo>
                  <a:pt x="74" y="408"/>
                  <a:pt x="73" y="409"/>
                  <a:pt x="73" y="409"/>
                </a:cubicBezTo>
                <a:cubicBezTo>
                  <a:pt x="72" y="409"/>
                  <a:pt x="72" y="409"/>
                  <a:pt x="72" y="409"/>
                </a:cubicBezTo>
                <a:cubicBezTo>
                  <a:pt x="72" y="408"/>
                  <a:pt x="72" y="408"/>
                  <a:pt x="72" y="408"/>
                </a:cubicBezTo>
                <a:cubicBezTo>
                  <a:pt x="72" y="408"/>
                  <a:pt x="71" y="407"/>
                  <a:pt x="71" y="407"/>
                </a:cubicBezTo>
                <a:cubicBezTo>
                  <a:pt x="71" y="407"/>
                  <a:pt x="72" y="406"/>
                  <a:pt x="72" y="406"/>
                </a:cubicBezTo>
                <a:cubicBezTo>
                  <a:pt x="72" y="405"/>
                  <a:pt x="73" y="405"/>
                  <a:pt x="73" y="405"/>
                </a:cubicBezTo>
                <a:cubicBezTo>
                  <a:pt x="73" y="405"/>
                  <a:pt x="71" y="403"/>
                  <a:pt x="71" y="403"/>
                </a:cubicBezTo>
                <a:cubicBezTo>
                  <a:pt x="71" y="403"/>
                  <a:pt x="71" y="401"/>
                  <a:pt x="71" y="401"/>
                </a:cubicBezTo>
                <a:cubicBezTo>
                  <a:pt x="71" y="401"/>
                  <a:pt x="71" y="400"/>
                  <a:pt x="71" y="400"/>
                </a:cubicBezTo>
                <a:cubicBezTo>
                  <a:pt x="70" y="400"/>
                  <a:pt x="70" y="399"/>
                  <a:pt x="70" y="399"/>
                </a:cubicBezTo>
                <a:cubicBezTo>
                  <a:pt x="70" y="399"/>
                  <a:pt x="71" y="398"/>
                  <a:pt x="71" y="397"/>
                </a:cubicBezTo>
                <a:cubicBezTo>
                  <a:pt x="71" y="397"/>
                  <a:pt x="71" y="395"/>
                  <a:pt x="71" y="395"/>
                </a:cubicBezTo>
                <a:cubicBezTo>
                  <a:pt x="71" y="391"/>
                  <a:pt x="71" y="391"/>
                  <a:pt x="71" y="391"/>
                </a:cubicBezTo>
                <a:cubicBezTo>
                  <a:pt x="70" y="391"/>
                  <a:pt x="70" y="391"/>
                  <a:pt x="70" y="391"/>
                </a:cubicBezTo>
                <a:cubicBezTo>
                  <a:pt x="70" y="390"/>
                  <a:pt x="70" y="390"/>
                  <a:pt x="70" y="390"/>
                </a:cubicBezTo>
                <a:cubicBezTo>
                  <a:pt x="70" y="390"/>
                  <a:pt x="70" y="390"/>
                  <a:pt x="70" y="390"/>
                </a:cubicBezTo>
                <a:cubicBezTo>
                  <a:pt x="70" y="390"/>
                  <a:pt x="70" y="389"/>
                  <a:pt x="70" y="389"/>
                </a:cubicBezTo>
                <a:cubicBezTo>
                  <a:pt x="70" y="388"/>
                  <a:pt x="70" y="388"/>
                  <a:pt x="70" y="388"/>
                </a:cubicBezTo>
                <a:cubicBezTo>
                  <a:pt x="70" y="388"/>
                  <a:pt x="70" y="388"/>
                  <a:pt x="70" y="388"/>
                </a:cubicBezTo>
                <a:cubicBezTo>
                  <a:pt x="70" y="388"/>
                  <a:pt x="70" y="387"/>
                  <a:pt x="70" y="387"/>
                </a:cubicBezTo>
                <a:cubicBezTo>
                  <a:pt x="70" y="387"/>
                  <a:pt x="69" y="386"/>
                  <a:pt x="69" y="386"/>
                </a:cubicBezTo>
                <a:cubicBezTo>
                  <a:pt x="69" y="386"/>
                  <a:pt x="69" y="385"/>
                  <a:pt x="69" y="385"/>
                </a:cubicBezTo>
                <a:cubicBezTo>
                  <a:pt x="69" y="385"/>
                  <a:pt x="68" y="384"/>
                  <a:pt x="68" y="384"/>
                </a:cubicBezTo>
                <a:cubicBezTo>
                  <a:pt x="69" y="383"/>
                  <a:pt x="69" y="383"/>
                  <a:pt x="69" y="383"/>
                </a:cubicBezTo>
                <a:cubicBezTo>
                  <a:pt x="69" y="383"/>
                  <a:pt x="68" y="383"/>
                  <a:pt x="68" y="382"/>
                </a:cubicBezTo>
                <a:cubicBezTo>
                  <a:pt x="68" y="382"/>
                  <a:pt x="68" y="382"/>
                  <a:pt x="68" y="381"/>
                </a:cubicBezTo>
                <a:cubicBezTo>
                  <a:pt x="69" y="381"/>
                  <a:pt x="69" y="381"/>
                  <a:pt x="69" y="381"/>
                </a:cubicBezTo>
                <a:cubicBezTo>
                  <a:pt x="69" y="381"/>
                  <a:pt x="68" y="380"/>
                  <a:pt x="68" y="380"/>
                </a:cubicBezTo>
                <a:cubicBezTo>
                  <a:pt x="68" y="380"/>
                  <a:pt x="66" y="380"/>
                  <a:pt x="66" y="380"/>
                </a:cubicBezTo>
                <a:cubicBezTo>
                  <a:pt x="67" y="377"/>
                  <a:pt x="67" y="377"/>
                  <a:pt x="67" y="377"/>
                </a:cubicBezTo>
                <a:cubicBezTo>
                  <a:pt x="66" y="375"/>
                  <a:pt x="66" y="375"/>
                  <a:pt x="66" y="375"/>
                </a:cubicBezTo>
                <a:cubicBezTo>
                  <a:pt x="67" y="372"/>
                  <a:pt x="67" y="372"/>
                  <a:pt x="67" y="372"/>
                </a:cubicBezTo>
                <a:cubicBezTo>
                  <a:pt x="70" y="367"/>
                  <a:pt x="70" y="367"/>
                  <a:pt x="70" y="367"/>
                </a:cubicBezTo>
                <a:cubicBezTo>
                  <a:pt x="70" y="365"/>
                  <a:pt x="70" y="365"/>
                  <a:pt x="70" y="365"/>
                </a:cubicBezTo>
                <a:cubicBezTo>
                  <a:pt x="72" y="363"/>
                  <a:pt x="72" y="363"/>
                  <a:pt x="72" y="363"/>
                </a:cubicBezTo>
                <a:cubicBezTo>
                  <a:pt x="72" y="362"/>
                  <a:pt x="72" y="362"/>
                  <a:pt x="72" y="362"/>
                </a:cubicBezTo>
                <a:cubicBezTo>
                  <a:pt x="68" y="358"/>
                  <a:pt x="68" y="358"/>
                  <a:pt x="68" y="358"/>
                </a:cubicBezTo>
                <a:cubicBezTo>
                  <a:pt x="67" y="359"/>
                  <a:pt x="67" y="359"/>
                  <a:pt x="67" y="359"/>
                </a:cubicBezTo>
                <a:cubicBezTo>
                  <a:pt x="64" y="363"/>
                  <a:pt x="64" y="363"/>
                  <a:pt x="64" y="363"/>
                </a:cubicBezTo>
                <a:cubicBezTo>
                  <a:pt x="64" y="365"/>
                  <a:pt x="64" y="365"/>
                  <a:pt x="64" y="365"/>
                </a:cubicBezTo>
                <a:cubicBezTo>
                  <a:pt x="63" y="365"/>
                  <a:pt x="63" y="365"/>
                  <a:pt x="63" y="365"/>
                </a:cubicBezTo>
                <a:cubicBezTo>
                  <a:pt x="62" y="364"/>
                  <a:pt x="62" y="364"/>
                  <a:pt x="62" y="364"/>
                </a:cubicBezTo>
                <a:cubicBezTo>
                  <a:pt x="62" y="364"/>
                  <a:pt x="62" y="364"/>
                  <a:pt x="62" y="364"/>
                </a:cubicBezTo>
                <a:cubicBezTo>
                  <a:pt x="61" y="364"/>
                  <a:pt x="61" y="364"/>
                  <a:pt x="61" y="364"/>
                </a:cubicBezTo>
                <a:cubicBezTo>
                  <a:pt x="60" y="361"/>
                  <a:pt x="60" y="361"/>
                  <a:pt x="60" y="361"/>
                </a:cubicBezTo>
                <a:cubicBezTo>
                  <a:pt x="59" y="361"/>
                  <a:pt x="59" y="361"/>
                  <a:pt x="59" y="361"/>
                </a:cubicBezTo>
                <a:cubicBezTo>
                  <a:pt x="59" y="361"/>
                  <a:pt x="58" y="359"/>
                  <a:pt x="58" y="359"/>
                </a:cubicBezTo>
                <a:cubicBezTo>
                  <a:pt x="58" y="359"/>
                  <a:pt x="58" y="357"/>
                  <a:pt x="58" y="357"/>
                </a:cubicBezTo>
                <a:cubicBezTo>
                  <a:pt x="53" y="360"/>
                  <a:pt x="53" y="360"/>
                  <a:pt x="53" y="360"/>
                </a:cubicBezTo>
                <a:cubicBezTo>
                  <a:pt x="49" y="360"/>
                  <a:pt x="49" y="360"/>
                  <a:pt x="49" y="360"/>
                </a:cubicBezTo>
                <a:cubicBezTo>
                  <a:pt x="48" y="359"/>
                  <a:pt x="48" y="359"/>
                  <a:pt x="48" y="359"/>
                </a:cubicBezTo>
                <a:cubicBezTo>
                  <a:pt x="48" y="356"/>
                  <a:pt x="48" y="356"/>
                  <a:pt x="48" y="356"/>
                </a:cubicBezTo>
                <a:cubicBezTo>
                  <a:pt x="47" y="355"/>
                  <a:pt x="47" y="355"/>
                  <a:pt x="47" y="355"/>
                </a:cubicBezTo>
                <a:cubicBezTo>
                  <a:pt x="46" y="354"/>
                  <a:pt x="46" y="354"/>
                  <a:pt x="46" y="354"/>
                </a:cubicBezTo>
                <a:cubicBezTo>
                  <a:pt x="46" y="353"/>
                  <a:pt x="46" y="353"/>
                  <a:pt x="46" y="353"/>
                </a:cubicBezTo>
                <a:cubicBezTo>
                  <a:pt x="48" y="350"/>
                  <a:pt x="48" y="350"/>
                  <a:pt x="48" y="350"/>
                </a:cubicBezTo>
                <a:cubicBezTo>
                  <a:pt x="48" y="348"/>
                  <a:pt x="48" y="348"/>
                  <a:pt x="48" y="348"/>
                </a:cubicBezTo>
                <a:cubicBezTo>
                  <a:pt x="48" y="348"/>
                  <a:pt x="47" y="349"/>
                  <a:pt x="46" y="349"/>
                </a:cubicBezTo>
                <a:cubicBezTo>
                  <a:pt x="46" y="348"/>
                  <a:pt x="46" y="348"/>
                  <a:pt x="46" y="348"/>
                </a:cubicBezTo>
                <a:cubicBezTo>
                  <a:pt x="43" y="346"/>
                  <a:pt x="43" y="346"/>
                  <a:pt x="43" y="346"/>
                </a:cubicBezTo>
                <a:cubicBezTo>
                  <a:pt x="44" y="345"/>
                  <a:pt x="44" y="345"/>
                  <a:pt x="44" y="345"/>
                </a:cubicBezTo>
                <a:cubicBezTo>
                  <a:pt x="43" y="342"/>
                  <a:pt x="43" y="342"/>
                  <a:pt x="43" y="342"/>
                </a:cubicBezTo>
                <a:cubicBezTo>
                  <a:pt x="44" y="342"/>
                  <a:pt x="44" y="342"/>
                  <a:pt x="44" y="342"/>
                </a:cubicBezTo>
                <a:cubicBezTo>
                  <a:pt x="44" y="342"/>
                  <a:pt x="44" y="341"/>
                  <a:pt x="44" y="341"/>
                </a:cubicBezTo>
                <a:cubicBezTo>
                  <a:pt x="44" y="341"/>
                  <a:pt x="45" y="341"/>
                  <a:pt x="45" y="341"/>
                </a:cubicBezTo>
                <a:cubicBezTo>
                  <a:pt x="45" y="341"/>
                  <a:pt x="45" y="340"/>
                  <a:pt x="45" y="340"/>
                </a:cubicBezTo>
                <a:cubicBezTo>
                  <a:pt x="45" y="340"/>
                  <a:pt x="45" y="339"/>
                  <a:pt x="45" y="339"/>
                </a:cubicBezTo>
                <a:cubicBezTo>
                  <a:pt x="45" y="339"/>
                  <a:pt x="45" y="338"/>
                  <a:pt x="45" y="338"/>
                </a:cubicBezTo>
                <a:cubicBezTo>
                  <a:pt x="45" y="338"/>
                  <a:pt x="45" y="337"/>
                  <a:pt x="45" y="337"/>
                </a:cubicBezTo>
                <a:cubicBezTo>
                  <a:pt x="45" y="337"/>
                  <a:pt x="45" y="336"/>
                  <a:pt x="45" y="336"/>
                </a:cubicBezTo>
                <a:cubicBezTo>
                  <a:pt x="45" y="336"/>
                  <a:pt x="45" y="334"/>
                  <a:pt x="45" y="334"/>
                </a:cubicBezTo>
                <a:cubicBezTo>
                  <a:pt x="46" y="332"/>
                  <a:pt x="46" y="332"/>
                  <a:pt x="46" y="332"/>
                </a:cubicBezTo>
                <a:cubicBezTo>
                  <a:pt x="46" y="331"/>
                  <a:pt x="46" y="331"/>
                  <a:pt x="46" y="331"/>
                </a:cubicBezTo>
                <a:cubicBezTo>
                  <a:pt x="47" y="330"/>
                  <a:pt x="47" y="330"/>
                  <a:pt x="47" y="330"/>
                </a:cubicBezTo>
                <a:cubicBezTo>
                  <a:pt x="48" y="329"/>
                  <a:pt x="48" y="329"/>
                  <a:pt x="48" y="329"/>
                </a:cubicBezTo>
                <a:cubicBezTo>
                  <a:pt x="49" y="329"/>
                  <a:pt x="49" y="329"/>
                  <a:pt x="49" y="329"/>
                </a:cubicBezTo>
                <a:cubicBezTo>
                  <a:pt x="49" y="329"/>
                  <a:pt x="49" y="329"/>
                  <a:pt x="49" y="329"/>
                </a:cubicBezTo>
                <a:cubicBezTo>
                  <a:pt x="51" y="330"/>
                  <a:pt x="51" y="330"/>
                  <a:pt x="51" y="330"/>
                </a:cubicBezTo>
                <a:cubicBezTo>
                  <a:pt x="51" y="330"/>
                  <a:pt x="52" y="329"/>
                  <a:pt x="52" y="329"/>
                </a:cubicBezTo>
                <a:cubicBezTo>
                  <a:pt x="52" y="329"/>
                  <a:pt x="54" y="328"/>
                  <a:pt x="54" y="328"/>
                </a:cubicBezTo>
                <a:cubicBezTo>
                  <a:pt x="56" y="327"/>
                  <a:pt x="56" y="327"/>
                  <a:pt x="56" y="327"/>
                </a:cubicBezTo>
                <a:cubicBezTo>
                  <a:pt x="56" y="327"/>
                  <a:pt x="58" y="326"/>
                  <a:pt x="58" y="326"/>
                </a:cubicBezTo>
                <a:cubicBezTo>
                  <a:pt x="58" y="326"/>
                  <a:pt x="58" y="326"/>
                  <a:pt x="58" y="326"/>
                </a:cubicBezTo>
                <a:cubicBezTo>
                  <a:pt x="59" y="326"/>
                  <a:pt x="59" y="326"/>
                  <a:pt x="59" y="326"/>
                </a:cubicBezTo>
                <a:cubicBezTo>
                  <a:pt x="60" y="325"/>
                  <a:pt x="60" y="325"/>
                  <a:pt x="60" y="325"/>
                </a:cubicBezTo>
                <a:cubicBezTo>
                  <a:pt x="61" y="325"/>
                  <a:pt x="61" y="325"/>
                  <a:pt x="61" y="325"/>
                </a:cubicBezTo>
                <a:cubicBezTo>
                  <a:pt x="61" y="325"/>
                  <a:pt x="62" y="323"/>
                  <a:pt x="62" y="323"/>
                </a:cubicBezTo>
                <a:cubicBezTo>
                  <a:pt x="62" y="323"/>
                  <a:pt x="62" y="322"/>
                  <a:pt x="62" y="322"/>
                </a:cubicBezTo>
                <a:cubicBezTo>
                  <a:pt x="62" y="320"/>
                  <a:pt x="62" y="320"/>
                  <a:pt x="62" y="320"/>
                </a:cubicBezTo>
                <a:cubicBezTo>
                  <a:pt x="62" y="320"/>
                  <a:pt x="63" y="319"/>
                  <a:pt x="63" y="319"/>
                </a:cubicBezTo>
                <a:cubicBezTo>
                  <a:pt x="63" y="319"/>
                  <a:pt x="65" y="318"/>
                  <a:pt x="65" y="318"/>
                </a:cubicBezTo>
                <a:cubicBezTo>
                  <a:pt x="65" y="318"/>
                  <a:pt x="66" y="316"/>
                  <a:pt x="66" y="316"/>
                </a:cubicBezTo>
                <a:cubicBezTo>
                  <a:pt x="66" y="316"/>
                  <a:pt x="67" y="315"/>
                  <a:pt x="67" y="315"/>
                </a:cubicBezTo>
                <a:cubicBezTo>
                  <a:pt x="68" y="315"/>
                  <a:pt x="68" y="315"/>
                  <a:pt x="68" y="315"/>
                </a:cubicBezTo>
                <a:cubicBezTo>
                  <a:pt x="70" y="314"/>
                  <a:pt x="70" y="314"/>
                  <a:pt x="70" y="314"/>
                </a:cubicBezTo>
                <a:cubicBezTo>
                  <a:pt x="71" y="315"/>
                  <a:pt x="71" y="315"/>
                  <a:pt x="71" y="315"/>
                </a:cubicBezTo>
                <a:cubicBezTo>
                  <a:pt x="73" y="315"/>
                  <a:pt x="73" y="315"/>
                  <a:pt x="73" y="315"/>
                </a:cubicBezTo>
                <a:cubicBezTo>
                  <a:pt x="74" y="313"/>
                  <a:pt x="74" y="313"/>
                  <a:pt x="74" y="313"/>
                </a:cubicBezTo>
                <a:cubicBezTo>
                  <a:pt x="75" y="315"/>
                  <a:pt x="75" y="315"/>
                  <a:pt x="75" y="315"/>
                </a:cubicBezTo>
                <a:cubicBezTo>
                  <a:pt x="77" y="315"/>
                  <a:pt x="77" y="315"/>
                  <a:pt x="77" y="315"/>
                </a:cubicBezTo>
                <a:cubicBezTo>
                  <a:pt x="78" y="313"/>
                  <a:pt x="78" y="313"/>
                  <a:pt x="78" y="313"/>
                </a:cubicBezTo>
                <a:cubicBezTo>
                  <a:pt x="80" y="312"/>
                  <a:pt x="80" y="312"/>
                  <a:pt x="80" y="312"/>
                </a:cubicBezTo>
                <a:cubicBezTo>
                  <a:pt x="81" y="312"/>
                  <a:pt x="81" y="312"/>
                  <a:pt x="81" y="312"/>
                </a:cubicBezTo>
                <a:cubicBezTo>
                  <a:pt x="82" y="311"/>
                  <a:pt x="82" y="311"/>
                  <a:pt x="82" y="311"/>
                </a:cubicBezTo>
                <a:cubicBezTo>
                  <a:pt x="82" y="309"/>
                  <a:pt x="82" y="309"/>
                  <a:pt x="82" y="309"/>
                </a:cubicBezTo>
                <a:cubicBezTo>
                  <a:pt x="84" y="309"/>
                  <a:pt x="84" y="309"/>
                  <a:pt x="84" y="309"/>
                </a:cubicBezTo>
                <a:cubicBezTo>
                  <a:pt x="84" y="311"/>
                  <a:pt x="84" y="311"/>
                  <a:pt x="84" y="311"/>
                </a:cubicBezTo>
                <a:cubicBezTo>
                  <a:pt x="84" y="311"/>
                  <a:pt x="85" y="311"/>
                  <a:pt x="85" y="311"/>
                </a:cubicBezTo>
                <a:cubicBezTo>
                  <a:pt x="85" y="311"/>
                  <a:pt x="85" y="312"/>
                  <a:pt x="85" y="312"/>
                </a:cubicBezTo>
                <a:cubicBezTo>
                  <a:pt x="85" y="312"/>
                  <a:pt x="84" y="312"/>
                  <a:pt x="84" y="312"/>
                </a:cubicBezTo>
                <a:cubicBezTo>
                  <a:pt x="81" y="318"/>
                  <a:pt x="81" y="318"/>
                  <a:pt x="81" y="318"/>
                </a:cubicBezTo>
                <a:cubicBezTo>
                  <a:pt x="81" y="319"/>
                  <a:pt x="81" y="319"/>
                  <a:pt x="81" y="319"/>
                </a:cubicBezTo>
                <a:cubicBezTo>
                  <a:pt x="81" y="320"/>
                  <a:pt x="81" y="320"/>
                  <a:pt x="81" y="320"/>
                </a:cubicBezTo>
                <a:cubicBezTo>
                  <a:pt x="81" y="323"/>
                  <a:pt x="81" y="323"/>
                  <a:pt x="81" y="323"/>
                </a:cubicBezTo>
                <a:cubicBezTo>
                  <a:pt x="81" y="326"/>
                  <a:pt x="81" y="326"/>
                  <a:pt x="81" y="326"/>
                </a:cubicBezTo>
                <a:cubicBezTo>
                  <a:pt x="81" y="328"/>
                  <a:pt x="81" y="328"/>
                  <a:pt x="81" y="328"/>
                </a:cubicBezTo>
                <a:cubicBezTo>
                  <a:pt x="83" y="328"/>
                  <a:pt x="83" y="328"/>
                  <a:pt x="83" y="328"/>
                </a:cubicBezTo>
                <a:cubicBezTo>
                  <a:pt x="83" y="332"/>
                  <a:pt x="83" y="332"/>
                  <a:pt x="83" y="332"/>
                </a:cubicBezTo>
                <a:cubicBezTo>
                  <a:pt x="84" y="333"/>
                  <a:pt x="84" y="333"/>
                  <a:pt x="84" y="333"/>
                </a:cubicBezTo>
                <a:cubicBezTo>
                  <a:pt x="85" y="332"/>
                  <a:pt x="85" y="332"/>
                  <a:pt x="85" y="332"/>
                </a:cubicBezTo>
                <a:cubicBezTo>
                  <a:pt x="86" y="332"/>
                  <a:pt x="86" y="332"/>
                  <a:pt x="86" y="332"/>
                </a:cubicBezTo>
                <a:cubicBezTo>
                  <a:pt x="86" y="334"/>
                  <a:pt x="86" y="334"/>
                  <a:pt x="86" y="334"/>
                </a:cubicBezTo>
                <a:cubicBezTo>
                  <a:pt x="88" y="335"/>
                  <a:pt x="88" y="335"/>
                  <a:pt x="88" y="335"/>
                </a:cubicBezTo>
                <a:cubicBezTo>
                  <a:pt x="90" y="334"/>
                  <a:pt x="90" y="334"/>
                  <a:pt x="90" y="334"/>
                </a:cubicBezTo>
                <a:cubicBezTo>
                  <a:pt x="91" y="335"/>
                  <a:pt x="91" y="335"/>
                  <a:pt x="91" y="335"/>
                </a:cubicBezTo>
                <a:cubicBezTo>
                  <a:pt x="92" y="341"/>
                  <a:pt x="92" y="341"/>
                  <a:pt x="92" y="341"/>
                </a:cubicBezTo>
                <a:cubicBezTo>
                  <a:pt x="95" y="345"/>
                  <a:pt x="95" y="345"/>
                  <a:pt x="95" y="345"/>
                </a:cubicBezTo>
                <a:cubicBezTo>
                  <a:pt x="99" y="345"/>
                  <a:pt x="99" y="345"/>
                  <a:pt x="99" y="345"/>
                </a:cubicBezTo>
                <a:cubicBezTo>
                  <a:pt x="100" y="344"/>
                  <a:pt x="100" y="344"/>
                  <a:pt x="100" y="344"/>
                </a:cubicBezTo>
                <a:cubicBezTo>
                  <a:pt x="101" y="344"/>
                  <a:pt x="101" y="344"/>
                  <a:pt x="101" y="344"/>
                </a:cubicBezTo>
                <a:cubicBezTo>
                  <a:pt x="102" y="346"/>
                  <a:pt x="102" y="346"/>
                  <a:pt x="102" y="346"/>
                </a:cubicBezTo>
                <a:cubicBezTo>
                  <a:pt x="102" y="347"/>
                  <a:pt x="102" y="347"/>
                  <a:pt x="102" y="347"/>
                </a:cubicBezTo>
                <a:cubicBezTo>
                  <a:pt x="102" y="347"/>
                  <a:pt x="102" y="349"/>
                  <a:pt x="102" y="349"/>
                </a:cubicBezTo>
                <a:cubicBezTo>
                  <a:pt x="102" y="349"/>
                  <a:pt x="102" y="350"/>
                  <a:pt x="103" y="351"/>
                </a:cubicBezTo>
                <a:cubicBezTo>
                  <a:pt x="103" y="351"/>
                  <a:pt x="103" y="351"/>
                  <a:pt x="103" y="351"/>
                </a:cubicBezTo>
                <a:cubicBezTo>
                  <a:pt x="105" y="349"/>
                  <a:pt x="105" y="349"/>
                  <a:pt x="105" y="349"/>
                </a:cubicBezTo>
                <a:cubicBezTo>
                  <a:pt x="107" y="347"/>
                  <a:pt x="107" y="347"/>
                  <a:pt x="107" y="347"/>
                </a:cubicBezTo>
                <a:cubicBezTo>
                  <a:pt x="108" y="347"/>
                  <a:pt x="108" y="347"/>
                  <a:pt x="108" y="347"/>
                </a:cubicBezTo>
                <a:cubicBezTo>
                  <a:pt x="109" y="345"/>
                  <a:pt x="109" y="345"/>
                  <a:pt x="109" y="345"/>
                </a:cubicBezTo>
                <a:cubicBezTo>
                  <a:pt x="109" y="345"/>
                  <a:pt x="111" y="345"/>
                  <a:pt x="111" y="345"/>
                </a:cubicBezTo>
                <a:cubicBezTo>
                  <a:pt x="111" y="345"/>
                  <a:pt x="114" y="344"/>
                  <a:pt x="114" y="344"/>
                </a:cubicBezTo>
                <a:cubicBezTo>
                  <a:pt x="115" y="344"/>
                  <a:pt x="115" y="344"/>
                  <a:pt x="115" y="344"/>
                </a:cubicBezTo>
                <a:lnTo>
                  <a:pt x="116" y="344"/>
                </a:lnTo>
                <a:close/>
                <a:moveTo>
                  <a:pt x="178" y="219"/>
                </a:moveTo>
                <a:cubicBezTo>
                  <a:pt x="178" y="219"/>
                  <a:pt x="182" y="216"/>
                  <a:pt x="182" y="215"/>
                </a:cubicBezTo>
                <a:cubicBezTo>
                  <a:pt x="182" y="215"/>
                  <a:pt x="183" y="214"/>
                  <a:pt x="183" y="214"/>
                </a:cubicBezTo>
                <a:cubicBezTo>
                  <a:pt x="183" y="213"/>
                  <a:pt x="184" y="212"/>
                  <a:pt x="184" y="212"/>
                </a:cubicBezTo>
                <a:cubicBezTo>
                  <a:pt x="184" y="212"/>
                  <a:pt x="185" y="209"/>
                  <a:pt x="185" y="209"/>
                </a:cubicBezTo>
                <a:cubicBezTo>
                  <a:pt x="185" y="209"/>
                  <a:pt x="186" y="208"/>
                  <a:pt x="186" y="208"/>
                </a:cubicBezTo>
                <a:cubicBezTo>
                  <a:pt x="185" y="208"/>
                  <a:pt x="185" y="208"/>
                  <a:pt x="185" y="209"/>
                </a:cubicBezTo>
                <a:cubicBezTo>
                  <a:pt x="184" y="209"/>
                  <a:pt x="184" y="210"/>
                  <a:pt x="183" y="210"/>
                </a:cubicBezTo>
                <a:cubicBezTo>
                  <a:pt x="183" y="210"/>
                  <a:pt x="183" y="210"/>
                  <a:pt x="183" y="210"/>
                </a:cubicBezTo>
                <a:cubicBezTo>
                  <a:pt x="182" y="209"/>
                  <a:pt x="182" y="210"/>
                  <a:pt x="182" y="210"/>
                </a:cubicBezTo>
                <a:cubicBezTo>
                  <a:pt x="182" y="210"/>
                  <a:pt x="181" y="210"/>
                  <a:pt x="181" y="210"/>
                </a:cubicBezTo>
                <a:cubicBezTo>
                  <a:pt x="181" y="210"/>
                  <a:pt x="180" y="211"/>
                  <a:pt x="180" y="211"/>
                </a:cubicBezTo>
                <a:cubicBezTo>
                  <a:pt x="180" y="211"/>
                  <a:pt x="180" y="212"/>
                  <a:pt x="180" y="212"/>
                </a:cubicBezTo>
                <a:cubicBezTo>
                  <a:pt x="179" y="212"/>
                  <a:pt x="179" y="213"/>
                  <a:pt x="179" y="213"/>
                </a:cubicBezTo>
                <a:cubicBezTo>
                  <a:pt x="178" y="213"/>
                  <a:pt x="177" y="214"/>
                  <a:pt x="177" y="215"/>
                </a:cubicBezTo>
                <a:cubicBezTo>
                  <a:pt x="177" y="215"/>
                  <a:pt x="176" y="216"/>
                  <a:pt x="176" y="216"/>
                </a:cubicBezTo>
                <a:cubicBezTo>
                  <a:pt x="176" y="216"/>
                  <a:pt x="176" y="216"/>
                  <a:pt x="176" y="216"/>
                </a:cubicBezTo>
                <a:lnTo>
                  <a:pt x="178" y="219"/>
                </a:lnTo>
                <a:close/>
                <a:moveTo>
                  <a:pt x="263" y="188"/>
                </a:moveTo>
                <a:cubicBezTo>
                  <a:pt x="263" y="188"/>
                  <a:pt x="263" y="187"/>
                  <a:pt x="263" y="187"/>
                </a:cubicBezTo>
                <a:cubicBezTo>
                  <a:pt x="262" y="187"/>
                  <a:pt x="262" y="186"/>
                  <a:pt x="262" y="186"/>
                </a:cubicBezTo>
                <a:cubicBezTo>
                  <a:pt x="262" y="186"/>
                  <a:pt x="260" y="186"/>
                  <a:pt x="260" y="186"/>
                </a:cubicBezTo>
                <a:cubicBezTo>
                  <a:pt x="260" y="186"/>
                  <a:pt x="260" y="186"/>
                  <a:pt x="260" y="186"/>
                </a:cubicBezTo>
                <a:cubicBezTo>
                  <a:pt x="259" y="186"/>
                  <a:pt x="259" y="186"/>
                  <a:pt x="259" y="186"/>
                </a:cubicBezTo>
                <a:cubicBezTo>
                  <a:pt x="257" y="184"/>
                  <a:pt x="257" y="184"/>
                  <a:pt x="257" y="184"/>
                </a:cubicBezTo>
                <a:cubicBezTo>
                  <a:pt x="257" y="184"/>
                  <a:pt x="257" y="184"/>
                  <a:pt x="257" y="184"/>
                </a:cubicBezTo>
                <a:cubicBezTo>
                  <a:pt x="257" y="182"/>
                  <a:pt x="257" y="182"/>
                  <a:pt x="257" y="182"/>
                </a:cubicBezTo>
                <a:cubicBezTo>
                  <a:pt x="257" y="182"/>
                  <a:pt x="257" y="180"/>
                  <a:pt x="257" y="180"/>
                </a:cubicBezTo>
                <a:cubicBezTo>
                  <a:pt x="257" y="180"/>
                  <a:pt x="257" y="179"/>
                  <a:pt x="257" y="179"/>
                </a:cubicBezTo>
                <a:cubicBezTo>
                  <a:pt x="257" y="179"/>
                  <a:pt x="256" y="178"/>
                  <a:pt x="256" y="178"/>
                </a:cubicBezTo>
                <a:cubicBezTo>
                  <a:pt x="256" y="177"/>
                  <a:pt x="256" y="177"/>
                  <a:pt x="256" y="177"/>
                </a:cubicBezTo>
                <a:cubicBezTo>
                  <a:pt x="256" y="177"/>
                  <a:pt x="255" y="177"/>
                  <a:pt x="255" y="177"/>
                </a:cubicBezTo>
                <a:cubicBezTo>
                  <a:pt x="255" y="176"/>
                  <a:pt x="254" y="176"/>
                  <a:pt x="254" y="176"/>
                </a:cubicBezTo>
                <a:cubicBezTo>
                  <a:pt x="254" y="176"/>
                  <a:pt x="254" y="175"/>
                  <a:pt x="254" y="175"/>
                </a:cubicBezTo>
                <a:cubicBezTo>
                  <a:pt x="254" y="175"/>
                  <a:pt x="252" y="174"/>
                  <a:pt x="251" y="174"/>
                </a:cubicBezTo>
                <a:cubicBezTo>
                  <a:pt x="251" y="174"/>
                  <a:pt x="251" y="173"/>
                  <a:pt x="250" y="173"/>
                </a:cubicBezTo>
                <a:cubicBezTo>
                  <a:pt x="250" y="173"/>
                  <a:pt x="250" y="173"/>
                  <a:pt x="250" y="172"/>
                </a:cubicBezTo>
                <a:cubicBezTo>
                  <a:pt x="250" y="172"/>
                  <a:pt x="250" y="171"/>
                  <a:pt x="250" y="171"/>
                </a:cubicBezTo>
                <a:cubicBezTo>
                  <a:pt x="250" y="171"/>
                  <a:pt x="250" y="170"/>
                  <a:pt x="250" y="170"/>
                </a:cubicBezTo>
                <a:cubicBezTo>
                  <a:pt x="250" y="170"/>
                  <a:pt x="251" y="169"/>
                  <a:pt x="251" y="169"/>
                </a:cubicBezTo>
                <a:cubicBezTo>
                  <a:pt x="251" y="169"/>
                  <a:pt x="251" y="168"/>
                  <a:pt x="251" y="168"/>
                </a:cubicBezTo>
                <a:cubicBezTo>
                  <a:pt x="251" y="168"/>
                  <a:pt x="251" y="166"/>
                  <a:pt x="251" y="166"/>
                </a:cubicBezTo>
                <a:cubicBezTo>
                  <a:pt x="253" y="162"/>
                  <a:pt x="253" y="162"/>
                  <a:pt x="253" y="162"/>
                </a:cubicBezTo>
                <a:cubicBezTo>
                  <a:pt x="253" y="162"/>
                  <a:pt x="252" y="161"/>
                  <a:pt x="252" y="161"/>
                </a:cubicBezTo>
                <a:cubicBezTo>
                  <a:pt x="252" y="161"/>
                  <a:pt x="252" y="160"/>
                  <a:pt x="252" y="160"/>
                </a:cubicBezTo>
                <a:cubicBezTo>
                  <a:pt x="252" y="160"/>
                  <a:pt x="251" y="160"/>
                  <a:pt x="251" y="160"/>
                </a:cubicBezTo>
                <a:cubicBezTo>
                  <a:pt x="251" y="159"/>
                  <a:pt x="252" y="158"/>
                  <a:pt x="252" y="158"/>
                </a:cubicBezTo>
                <a:cubicBezTo>
                  <a:pt x="252" y="158"/>
                  <a:pt x="252" y="157"/>
                  <a:pt x="252" y="157"/>
                </a:cubicBezTo>
                <a:cubicBezTo>
                  <a:pt x="252" y="157"/>
                  <a:pt x="252" y="157"/>
                  <a:pt x="252" y="157"/>
                </a:cubicBezTo>
                <a:cubicBezTo>
                  <a:pt x="252" y="157"/>
                  <a:pt x="251" y="156"/>
                  <a:pt x="251" y="156"/>
                </a:cubicBezTo>
                <a:cubicBezTo>
                  <a:pt x="250" y="155"/>
                  <a:pt x="250" y="155"/>
                  <a:pt x="250" y="155"/>
                </a:cubicBezTo>
                <a:cubicBezTo>
                  <a:pt x="250" y="153"/>
                  <a:pt x="250" y="153"/>
                  <a:pt x="250" y="153"/>
                </a:cubicBezTo>
                <a:cubicBezTo>
                  <a:pt x="249" y="153"/>
                  <a:pt x="249" y="153"/>
                  <a:pt x="249" y="153"/>
                </a:cubicBezTo>
                <a:cubicBezTo>
                  <a:pt x="249" y="153"/>
                  <a:pt x="249" y="152"/>
                  <a:pt x="249" y="152"/>
                </a:cubicBezTo>
                <a:cubicBezTo>
                  <a:pt x="249" y="152"/>
                  <a:pt x="250" y="151"/>
                  <a:pt x="250" y="151"/>
                </a:cubicBezTo>
                <a:cubicBezTo>
                  <a:pt x="250" y="151"/>
                  <a:pt x="250" y="149"/>
                  <a:pt x="250" y="149"/>
                </a:cubicBezTo>
                <a:cubicBezTo>
                  <a:pt x="249" y="149"/>
                  <a:pt x="250" y="148"/>
                  <a:pt x="250" y="148"/>
                </a:cubicBezTo>
                <a:cubicBezTo>
                  <a:pt x="250" y="148"/>
                  <a:pt x="250" y="148"/>
                  <a:pt x="250" y="148"/>
                </a:cubicBezTo>
                <a:cubicBezTo>
                  <a:pt x="249" y="147"/>
                  <a:pt x="249" y="147"/>
                  <a:pt x="249" y="147"/>
                </a:cubicBezTo>
                <a:cubicBezTo>
                  <a:pt x="250" y="144"/>
                  <a:pt x="250" y="144"/>
                  <a:pt x="250" y="144"/>
                </a:cubicBezTo>
                <a:cubicBezTo>
                  <a:pt x="248" y="143"/>
                  <a:pt x="248" y="143"/>
                  <a:pt x="248" y="143"/>
                </a:cubicBezTo>
                <a:cubicBezTo>
                  <a:pt x="248" y="143"/>
                  <a:pt x="248" y="144"/>
                  <a:pt x="248" y="144"/>
                </a:cubicBezTo>
                <a:cubicBezTo>
                  <a:pt x="248" y="144"/>
                  <a:pt x="248" y="145"/>
                  <a:pt x="248" y="145"/>
                </a:cubicBezTo>
                <a:cubicBezTo>
                  <a:pt x="248" y="145"/>
                  <a:pt x="247" y="146"/>
                  <a:pt x="247" y="146"/>
                </a:cubicBezTo>
                <a:cubicBezTo>
                  <a:pt x="247" y="146"/>
                  <a:pt x="247" y="147"/>
                  <a:pt x="247" y="147"/>
                </a:cubicBezTo>
                <a:cubicBezTo>
                  <a:pt x="245" y="147"/>
                  <a:pt x="245" y="147"/>
                  <a:pt x="245" y="147"/>
                </a:cubicBezTo>
                <a:cubicBezTo>
                  <a:pt x="244" y="148"/>
                  <a:pt x="244" y="148"/>
                  <a:pt x="244" y="148"/>
                </a:cubicBezTo>
                <a:cubicBezTo>
                  <a:pt x="244" y="149"/>
                  <a:pt x="244" y="149"/>
                  <a:pt x="244" y="149"/>
                </a:cubicBezTo>
                <a:cubicBezTo>
                  <a:pt x="243" y="150"/>
                  <a:pt x="243" y="150"/>
                  <a:pt x="243" y="150"/>
                </a:cubicBezTo>
                <a:cubicBezTo>
                  <a:pt x="242" y="150"/>
                  <a:pt x="242" y="150"/>
                  <a:pt x="242" y="150"/>
                </a:cubicBezTo>
                <a:cubicBezTo>
                  <a:pt x="240" y="150"/>
                  <a:pt x="240" y="150"/>
                  <a:pt x="240" y="150"/>
                </a:cubicBezTo>
                <a:cubicBezTo>
                  <a:pt x="240" y="150"/>
                  <a:pt x="240" y="150"/>
                  <a:pt x="240" y="150"/>
                </a:cubicBezTo>
                <a:cubicBezTo>
                  <a:pt x="236" y="149"/>
                  <a:pt x="236" y="149"/>
                  <a:pt x="236" y="149"/>
                </a:cubicBezTo>
                <a:cubicBezTo>
                  <a:pt x="239" y="144"/>
                  <a:pt x="239" y="144"/>
                  <a:pt x="239" y="144"/>
                </a:cubicBezTo>
                <a:cubicBezTo>
                  <a:pt x="238" y="142"/>
                  <a:pt x="238" y="142"/>
                  <a:pt x="238" y="142"/>
                </a:cubicBezTo>
                <a:cubicBezTo>
                  <a:pt x="239" y="141"/>
                  <a:pt x="239" y="141"/>
                  <a:pt x="239" y="141"/>
                </a:cubicBezTo>
                <a:cubicBezTo>
                  <a:pt x="239" y="140"/>
                  <a:pt x="239" y="140"/>
                  <a:pt x="239" y="140"/>
                </a:cubicBezTo>
                <a:cubicBezTo>
                  <a:pt x="237" y="140"/>
                  <a:pt x="237" y="140"/>
                  <a:pt x="237" y="140"/>
                </a:cubicBezTo>
                <a:cubicBezTo>
                  <a:pt x="237" y="137"/>
                  <a:pt x="237" y="137"/>
                  <a:pt x="237" y="137"/>
                </a:cubicBezTo>
                <a:cubicBezTo>
                  <a:pt x="236" y="137"/>
                  <a:pt x="236" y="137"/>
                  <a:pt x="236" y="137"/>
                </a:cubicBezTo>
                <a:cubicBezTo>
                  <a:pt x="236" y="137"/>
                  <a:pt x="236" y="136"/>
                  <a:pt x="236" y="136"/>
                </a:cubicBezTo>
                <a:cubicBezTo>
                  <a:pt x="236" y="136"/>
                  <a:pt x="237" y="135"/>
                  <a:pt x="237" y="135"/>
                </a:cubicBezTo>
                <a:cubicBezTo>
                  <a:pt x="237" y="135"/>
                  <a:pt x="236" y="134"/>
                  <a:pt x="236" y="134"/>
                </a:cubicBezTo>
                <a:cubicBezTo>
                  <a:pt x="236" y="134"/>
                  <a:pt x="236" y="133"/>
                  <a:pt x="236" y="133"/>
                </a:cubicBezTo>
                <a:cubicBezTo>
                  <a:pt x="237" y="129"/>
                  <a:pt x="237" y="129"/>
                  <a:pt x="237" y="129"/>
                </a:cubicBezTo>
                <a:cubicBezTo>
                  <a:pt x="238" y="128"/>
                  <a:pt x="238" y="128"/>
                  <a:pt x="238" y="128"/>
                </a:cubicBezTo>
                <a:cubicBezTo>
                  <a:pt x="238" y="127"/>
                  <a:pt x="238" y="127"/>
                  <a:pt x="238" y="127"/>
                </a:cubicBezTo>
                <a:cubicBezTo>
                  <a:pt x="238" y="125"/>
                  <a:pt x="238" y="125"/>
                  <a:pt x="238" y="125"/>
                </a:cubicBezTo>
                <a:cubicBezTo>
                  <a:pt x="237" y="124"/>
                  <a:pt x="237" y="124"/>
                  <a:pt x="237" y="124"/>
                </a:cubicBezTo>
                <a:cubicBezTo>
                  <a:pt x="234" y="124"/>
                  <a:pt x="234" y="124"/>
                  <a:pt x="234" y="124"/>
                </a:cubicBezTo>
                <a:cubicBezTo>
                  <a:pt x="233" y="125"/>
                  <a:pt x="233" y="125"/>
                  <a:pt x="233" y="125"/>
                </a:cubicBezTo>
                <a:cubicBezTo>
                  <a:pt x="233" y="125"/>
                  <a:pt x="232" y="126"/>
                  <a:pt x="232" y="126"/>
                </a:cubicBezTo>
                <a:cubicBezTo>
                  <a:pt x="232" y="126"/>
                  <a:pt x="232" y="127"/>
                  <a:pt x="232" y="127"/>
                </a:cubicBezTo>
                <a:cubicBezTo>
                  <a:pt x="231" y="127"/>
                  <a:pt x="231" y="127"/>
                  <a:pt x="231" y="127"/>
                </a:cubicBezTo>
                <a:cubicBezTo>
                  <a:pt x="230" y="127"/>
                  <a:pt x="230" y="127"/>
                  <a:pt x="230" y="127"/>
                </a:cubicBezTo>
                <a:cubicBezTo>
                  <a:pt x="230" y="128"/>
                  <a:pt x="230" y="128"/>
                  <a:pt x="230" y="128"/>
                </a:cubicBezTo>
                <a:cubicBezTo>
                  <a:pt x="229" y="128"/>
                  <a:pt x="229" y="128"/>
                  <a:pt x="229" y="128"/>
                </a:cubicBezTo>
                <a:cubicBezTo>
                  <a:pt x="228" y="129"/>
                  <a:pt x="228" y="129"/>
                  <a:pt x="228" y="129"/>
                </a:cubicBezTo>
                <a:cubicBezTo>
                  <a:pt x="225" y="129"/>
                  <a:pt x="225" y="129"/>
                  <a:pt x="225" y="129"/>
                </a:cubicBezTo>
                <a:cubicBezTo>
                  <a:pt x="224" y="129"/>
                  <a:pt x="224" y="129"/>
                  <a:pt x="224" y="129"/>
                </a:cubicBezTo>
                <a:cubicBezTo>
                  <a:pt x="223" y="130"/>
                  <a:pt x="223" y="130"/>
                  <a:pt x="223" y="130"/>
                </a:cubicBezTo>
                <a:cubicBezTo>
                  <a:pt x="222" y="130"/>
                  <a:pt x="222" y="130"/>
                  <a:pt x="222" y="130"/>
                </a:cubicBezTo>
                <a:cubicBezTo>
                  <a:pt x="222" y="130"/>
                  <a:pt x="221" y="131"/>
                  <a:pt x="221" y="131"/>
                </a:cubicBezTo>
                <a:cubicBezTo>
                  <a:pt x="221" y="131"/>
                  <a:pt x="221" y="132"/>
                  <a:pt x="221" y="132"/>
                </a:cubicBezTo>
                <a:cubicBezTo>
                  <a:pt x="221" y="133"/>
                  <a:pt x="221" y="133"/>
                  <a:pt x="221" y="133"/>
                </a:cubicBezTo>
                <a:cubicBezTo>
                  <a:pt x="219" y="133"/>
                  <a:pt x="219" y="133"/>
                  <a:pt x="219" y="133"/>
                </a:cubicBezTo>
                <a:cubicBezTo>
                  <a:pt x="218" y="134"/>
                  <a:pt x="218" y="134"/>
                  <a:pt x="218" y="134"/>
                </a:cubicBezTo>
                <a:cubicBezTo>
                  <a:pt x="218" y="137"/>
                  <a:pt x="218" y="137"/>
                  <a:pt x="218" y="137"/>
                </a:cubicBezTo>
                <a:cubicBezTo>
                  <a:pt x="218" y="138"/>
                  <a:pt x="218" y="138"/>
                  <a:pt x="218" y="138"/>
                </a:cubicBezTo>
                <a:cubicBezTo>
                  <a:pt x="218" y="138"/>
                  <a:pt x="218" y="138"/>
                  <a:pt x="218" y="138"/>
                </a:cubicBezTo>
                <a:cubicBezTo>
                  <a:pt x="218" y="138"/>
                  <a:pt x="218" y="138"/>
                  <a:pt x="218" y="138"/>
                </a:cubicBezTo>
                <a:cubicBezTo>
                  <a:pt x="217" y="140"/>
                  <a:pt x="217" y="140"/>
                  <a:pt x="217" y="140"/>
                </a:cubicBezTo>
                <a:cubicBezTo>
                  <a:pt x="217" y="140"/>
                  <a:pt x="217" y="140"/>
                  <a:pt x="217" y="140"/>
                </a:cubicBezTo>
                <a:cubicBezTo>
                  <a:pt x="217" y="143"/>
                  <a:pt x="217" y="143"/>
                  <a:pt x="217" y="143"/>
                </a:cubicBezTo>
                <a:cubicBezTo>
                  <a:pt x="216" y="143"/>
                  <a:pt x="216" y="143"/>
                  <a:pt x="216" y="143"/>
                </a:cubicBezTo>
                <a:cubicBezTo>
                  <a:pt x="215" y="145"/>
                  <a:pt x="215" y="145"/>
                  <a:pt x="215" y="145"/>
                </a:cubicBezTo>
                <a:cubicBezTo>
                  <a:pt x="215" y="147"/>
                  <a:pt x="215" y="147"/>
                  <a:pt x="215" y="147"/>
                </a:cubicBezTo>
                <a:cubicBezTo>
                  <a:pt x="216" y="148"/>
                  <a:pt x="216" y="148"/>
                  <a:pt x="216" y="148"/>
                </a:cubicBezTo>
                <a:cubicBezTo>
                  <a:pt x="216" y="150"/>
                  <a:pt x="216" y="150"/>
                  <a:pt x="216" y="150"/>
                </a:cubicBezTo>
                <a:cubicBezTo>
                  <a:pt x="216" y="150"/>
                  <a:pt x="218" y="150"/>
                  <a:pt x="218" y="150"/>
                </a:cubicBezTo>
                <a:cubicBezTo>
                  <a:pt x="218" y="150"/>
                  <a:pt x="218" y="151"/>
                  <a:pt x="218" y="151"/>
                </a:cubicBezTo>
                <a:cubicBezTo>
                  <a:pt x="218" y="151"/>
                  <a:pt x="220" y="152"/>
                  <a:pt x="220" y="152"/>
                </a:cubicBezTo>
                <a:cubicBezTo>
                  <a:pt x="220" y="152"/>
                  <a:pt x="220" y="154"/>
                  <a:pt x="220" y="154"/>
                </a:cubicBezTo>
                <a:cubicBezTo>
                  <a:pt x="221" y="156"/>
                  <a:pt x="221" y="156"/>
                  <a:pt x="221" y="156"/>
                </a:cubicBezTo>
                <a:cubicBezTo>
                  <a:pt x="221" y="156"/>
                  <a:pt x="222" y="156"/>
                  <a:pt x="222" y="156"/>
                </a:cubicBezTo>
                <a:cubicBezTo>
                  <a:pt x="222" y="156"/>
                  <a:pt x="222" y="158"/>
                  <a:pt x="222" y="158"/>
                </a:cubicBezTo>
                <a:cubicBezTo>
                  <a:pt x="222" y="158"/>
                  <a:pt x="222" y="159"/>
                  <a:pt x="222" y="159"/>
                </a:cubicBezTo>
                <a:cubicBezTo>
                  <a:pt x="222" y="159"/>
                  <a:pt x="222" y="161"/>
                  <a:pt x="222" y="161"/>
                </a:cubicBezTo>
                <a:cubicBezTo>
                  <a:pt x="222" y="161"/>
                  <a:pt x="222" y="162"/>
                  <a:pt x="222" y="162"/>
                </a:cubicBezTo>
                <a:cubicBezTo>
                  <a:pt x="221" y="162"/>
                  <a:pt x="221" y="162"/>
                  <a:pt x="221" y="162"/>
                </a:cubicBezTo>
                <a:cubicBezTo>
                  <a:pt x="221" y="163"/>
                  <a:pt x="221" y="163"/>
                  <a:pt x="221" y="163"/>
                </a:cubicBezTo>
                <a:cubicBezTo>
                  <a:pt x="221" y="164"/>
                  <a:pt x="221" y="164"/>
                  <a:pt x="221" y="164"/>
                </a:cubicBezTo>
                <a:cubicBezTo>
                  <a:pt x="219" y="166"/>
                  <a:pt x="219" y="166"/>
                  <a:pt x="219" y="166"/>
                </a:cubicBezTo>
                <a:cubicBezTo>
                  <a:pt x="218" y="166"/>
                  <a:pt x="218" y="166"/>
                  <a:pt x="218" y="166"/>
                </a:cubicBezTo>
                <a:cubicBezTo>
                  <a:pt x="217" y="168"/>
                  <a:pt x="217" y="168"/>
                  <a:pt x="217" y="168"/>
                </a:cubicBezTo>
                <a:cubicBezTo>
                  <a:pt x="217" y="169"/>
                  <a:pt x="217" y="169"/>
                  <a:pt x="217" y="169"/>
                </a:cubicBezTo>
                <a:cubicBezTo>
                  <a:pt x="217" y="169"/>
                  <a:pt x="218" y="169"/>
                  <a:pt x="218" y="169"/>
                </a:cubicBezTo>
                <a:cubicBezTo>
                  <a:pt x="218" y="169"/>
                  <a:pt x="218" y="169"/>
                  <a:pt x="219" y="169"/>
                </a:cubicBezTo>
                <a:cubicBezTo>
                  <a:pt x="221" y="169"/>
                  <a:pt x="222" y="171"/>
                  <a:pt x="223" y="172"/>
                </a:cubicBezTo>
                <a:cubicBezTo>
                  <a:pt x="225" y="173"/>
                  <a:pt x="226" y="175"/>
                  <a:pt x="227" y="176"/>
                </a:cubicBezTo>
                <a:cubicBezTo>
                  <a:pt x="227" y="177"/>
                  <a:pt x="227" y="177"/>
                  <a:pt x="227" y="178"/>
                </a:cubicBezTo>
                <a:cubicBezTo>
                  <a:pt x="228" y="179"/>
                  <a:pt x="228" y="180"/>
                  <a:pt x="228" y="181"/>
                </a:cubicBezTo>
                <a:cubicBezTo>
                  <a:pt x="228" y="183"/>
                  <a:pt x="228" y="185"/>
                  <a:pt x="228" y="187"/>
                </a:cubicBezTo>
                <a:cubicBezTo>
                  <a:pt x="228" y="190"/>
                  <a:pt x="227" y="193"/>
                  <a:pt x="226" y="195"/>
                </a:cubicBezTo>
                <a:cubicBezTo>
                  <a:pt x="227" y="196"/>
                  <a:pt x="227" y="196"/>
                  <a:pt x="227" y="196"/>
                </a:cubicBezTo>
                <a:cubicBezTo>
                  <a:pt x="227" y="196"/>
                  <a:pt x="228" y="196"/>
                  <a:pt x="228" y="196"/>
                </a:cubicBezTo>
                <a:cubicBezTo>
                  <a:pt x="228" y="196"/>
                  <a:pt x="228" y="197"/>
                  <a:pt x="228" y="197"/>
                </a:cubicBezTo>
                <a:cubicBezTo>
                  <a:pt x="228" y="197"/>
                  <a:pt x="228" y="197"/>
                  <a:pt x="228" y="197"/>
                </a:cubicBezTo>
                <a:cubicBezTo>
                  <a:pt x="229" y="197"/>
                  <a:pt x="229" y="198"/>
                  <a:pt x="229" y="198"/>
                </a:cubicBezTo>
                <a:cubicBezTo>
                  <a:pt x="230" y="197"/>
                  <a:pt x="230" y="197"/>
                  <a:pt x="230" y="197"/>
                </a:cubicBezTo>
                <a:cubicBezTo>
                  <a:pt x="231" y="197"/>
                  <a:pt x="231" y="197"/>
                  <a:pt x="231" y="197"/>
                </a:cubicBezTo>
                <a:cubicBezTo>
                  <a:pt x="232" y="196"/>
                  <a:pt x="232" y="196"/>
                  <a:pt x="232" y="196"/>
                </a:cubicBezTo>
                <a:cubicBezTo>
                  <a:pt x="233" y="197"/>
                  <a:pt x="233" y="197"/>
                  <a:pt x="233" y="197"/>
                </a:cubicBezTo>
                <a:cubicBezTo>
                  <a:pt x="234" y="197"/>
                  <a:pt x="234" y="197"/>
                  <a:pt x="234" y="197"/>
                </a:cubicBezTo>
                <a:cubicBezTo>
                  <a:pt x="235" y="195"/>
                  <a:pt x="235" y="195"/>
                  <a:pt x="235" y="195"/>
                </a:cubicBezTo>
                <a:cubicBezTo>
                  <a:pt x="235" y="195"/>
                  <a:pt x="236" y="196"/>
                  <a:pt x="236" y="196"/>
                </a:cubicBezTo>
                <a:cubicBezTo>
                  <a:pt x="236" y="196"/>
                  <a:pt x="236" y="196"/>
                  <a:pt x="236" y="196"/>
                </a:cubicBezTo>
                <a:cubicBezTo>
                  <a:pt x="237" y="196"/>
                  <a:pt x="238" y="196"/>
                  <a:pt x="238" y="196"/>
                </a:cubicBezTo>
                <a:cubicBezTo>
                  <a:pt x="238" y="197"/>
                  <a:pt x="238" y="197"/>
                  <a:pt x="238" y="197"/>
                </a:cubicBezTo>
                <a:cubicBezTo>
                  <a:pt x="240" y="196"/>
                  <a:pt x="240" y="196"/>
                  <a:pt x="240" y="196"/>
                </a:cubicBezTo>
                <a:cubicBezTo>
                  <a:pt x="240" y="195"/>
                  <a:pt x="240" y="195"/>
                  <a:pt x="240" y="195"/>
                </a:cubicBezTo>
                <a:cubicBezTo>
                  <a:pt x="240" y="195"/>
                  <a:pt x="242" y="195"/>
                  <a:pt x="242" y="195"/>
                </a:cubicBezTo>
                <a:cubicBezTo>
                  <a:pt x="242" y="196"/>
                  <a:pt x="242" y="196"/>
                  <a:pt x="242" y="196"/>
                </a:cubicBezTo>
                <a:cubicBezTo>
                  <a:pt x="242" y="197"/>
                  <a:pt x="242" y="197"/>
                  <a:pt x="242" y="197"/>
                </a:cubicBezTo>
                <a:cubicBezTo>
                  <a:pt x="242" y="197"/>
                  <a:pt x="242" y="197"/>
                  <a:pt x="242" y="198"/>
                </a:cubicBezTo>
                <a:cubicBezTo>
                  <a:pt x="242" y="198"/>
                  <a:pt x="243" y="198"/>
                  <a:pt x="243" y="198"/>
                </a:cubicBezTo>
                <a:cubicBezTo>
                  <a:pt x="243" y="198"/>
                  <a:pt x="243" y="198"/>
                  <a:pt x="243" y="198"/>
                </a:cubicBezTo>
                <a:cubicBezTo>
                  <a:pt x="244" y="198"/>
                  <a:pt x="245" y="198"/>
                  <a:pt x="245" y="198"/>
                </a:cubicBezTo>
                <a:cubicBezTo>
                  <a:pt x="245" y="198"/>
                  <a:pt x="245" y="197"/>
                  <a:pt x="245" y="197"/>
                </a:cubicBezTo>
                <a:cubicBezTo>
                  <a:pt x="245" y="197"/>
                  <a:pt x="246" y="197"/>
                  <a:pt x="246" y="197"/>
                </a:cubicBezTo>
                <a:cubicBezTo>
                  <a:pt x="246" y="197"/>
                  <a:pt x="246" y="197"/>
                  <a:pt x="246" y="197"/>
                </a:cubicBezTo>
                <a:cubicBezTo>
                  <a:pt x="247" y="196"/>
                  <a:pt x="247" y="196"/>
                  <a:pt x="247" y="196"/>
                </a:cubicBezTo>
                <a:cubicBezTo>
                  <a:pt x="248" y="196"/>
                  <a:pt x="248" y="196"/>
                  <a:pt x="248" y="196"/>
                </a:cubicBezTo>
                <a:cubicBezTo>
                  <a:pt x="249" y="196"/>
                  <a:pt x="249" y="196"/>
                  <a:pt x="249" y="196"/>
                </a:cubicBezTo>
                <a:cubicBezTo>
                  <a:pt x="250" y="195"/>
                  <a:pt x="250" y="195"/>
                  <a:pt x="250" y="195"/>
                </a:cubicBezTo>
                <a:cubicBezTo>
                  <a:pt x="251" y="195"/>
                  <a:pt x="251" y="195"/>
                  <a:pt x="251" y="195"/>
                </a:cubicBezTo>
                <a:cubicBezTo>
                  <a:pt x="253" y="194"/>
                  <a:pt x="253" y="194"/>
                  <a:pt x="253" y="194"/>
                </a:cubicBezTo>
                <a:cubicBezTo>
                  <a:pt x="256" y="195"/>
                  <a:pt x="256" y="195"/>
                  <a:pt x="256" y="195"/>
                </a:cubicBezTo>
                <a:cubicBezTo>
                  <a:pt x="257" y="194"/>
                  <a:pt x="257" y="193"/>
                  <a:pt x="259" y="192"/>
                </a:cubicBezTo>
                <a:cubicBezTo>
                  <a:pt x="259" y="192"/>
                  <a:pt x="259" y="191"/>
                  <a:pt x="259" y="191"/>
                </a:cubicBezTo>
                <a:cubicBezTo>
                  <a:pt x="260" y="190"/>
                  <a:pt x="261" y="189"/>
                  <a:pt x="262" y="189"/>
                </a:cubicBezTo>
                <a:cubicBezTo>
                  <a:pt x="263" y="189"/>
                  <a:pt x="263" y="188"/>
                  <a:pt x="263" y="188"/>
                </a:cubicBezTo>
                <a:close/>
                <a:moveTo>
                  <a:pt x="207" y="209"/>
                </a:moveTo>
                <a:cubicBezTo>
                  <a:pt x="207" y="209"/>
                  <a:pt x="207" y="208"/>
                  <a:pt x="207" y="208"/>
                </a:cubicBezTo>
                <a:cubicBezTo>
                  <a:pt x="207" y="208"/>
                  <a:pt x="206" y="208"/>
                  <a:pt x="206" y="209"/>
                </a:cubicBezTo>
                <a:cubicBezTo>
                  <a:pt x="206" y="209"/>
                  <a:pt x="207" y="209"/>
                  <a:pt x="207" y="209"/>
                </a:cubicBezTo>
                <a:cubicBezTo>
                  <a:pt x="207" y="209"/>
                  <a:pt x="207" y="209"/>
                  <a:pt x="207" y="209"/>
                </a:cubicBezTo>
                <a:cubicBezTo>
                  <a:pt x="207" y="209"/>
                  <a:pt x="207" y="209"/>
                  <a:pt x="207" y="209"/>
                </a:cubicBezTo>
                <a:cubicBezTo>
                  <a:pt x="207" y="209"/>
                  <a:pt x="207" y="209"/>
                  <a:pt x="207" y="209"/>
                </a:cubicBezTo>
                <a:cubicBezTo>
                  <a:pt x="207" y="210"/>
                  <a:pt x="206" y="210"/>
                  <a:pt x="205" y="210"/>
                </a:cubicBezTo>
                <a:cubicBezTo>
                  <a:pt x="205" y="210"/>
                  <a:pt x="205" y="210"/>
                  <a:pt x="205" y="211"/>
                </a:cubicBezTo>
                <a:cubicBezTo>
                  <a:pt x="204" y="211"/>
                  <a:pt x="204" y="211"/>
                  <a:pt x="203" y="212"/>
                </a:cubicBezTo>
                <a:cubicBezTo>
                  <a:pt x="203" y="212"/>
                  <a:pt x="202" y="212"/>
                  <a:pt x="202" y="212"/>
                </a:cubicBezTo>
                <a:cubicBezTo>
                  <a:pt x="203" y="212"/>
                  <a:pt x="204" y="213"/>
                  <a:pt x="205" y="212"/>
                </a:cubicBezTo>
                <a:cubicBezTo>
                  <a:pt x="205" y="212"/>
                  <a:pt x="206" y="211"/>
                  <a:pt x="207" y="211"/>
                </a:cubicBezTo>
                <a:cubicBezTo>
                  <a:pt x="207" y="211"/>
                  <a:pt x="207" y="211"/>
                  <a:pt x="207" y="211"/>
                </a:cubicBezTo>
                <a:cubicBezTo>
                  <a:pt x="207" y="211"/>
                  <a:pt x="207" y="211"/>
                  <a:pt x="207" y="211"/>
                </a:cubicBezTo>
                <a:cubicBezTo>
                  <a:pt x="207" y="211"/>
                  <a:pt x="207" y="210"/>
                  <a:pt x="207" y="210"/>
                </a:cubicBezTo>
                <a:cubicBezTo>
                  <a:pt x="207" y="210"/>
                  <a:pt x="207" y="210"/>
                  <a:pt x="207" y="210"/>
                </a:cubicBezTo>
                <a:cubicBezTo>
                  <a:pt x="207" y="210"/>
                  <a:pt x="207" y="210"/>
                  <a:pt x="207" y="210"/>
                </a:cubicBezTo>
                <a:cubicBezTo>
                  <a:pt x="207" y="209"/>
                  <a:pt x="207" y="209"/>
                  <a:pt x="207" y="209"/>
                </a:cubicBezTo>
                <a:close/>
                <a:moveTo>
                  <a:pt x="198" y="204"/>
                </a:moveTo>
                <a:cubicBezTo>
                  <a:pt x="198" y="204"/>
                  <a:pt x="198" y="205"/>
                  <a:pt x="197" y="206"/>
                </a:cubicBezTo>
                <a:cubicBezTo>
                  <a:pt x="197" y="206"/>
                  <a:pt x="197" y="206"/>
                  <a:pt x="197" y="206"/>
                </a:cubicBezTo>
                <a:cubicBezTo>
                  <a:pt x="196" y="206"/>
                  <a:pt x="196" y="205"/>
                  <a:pt x="196" y="205"/>
                </a:cubicBezTo>
                <a:cubicBezTo>
                  <a:pt x="197" y="205"/>
                  <a:pt x="197" y="204"/>
                  <a:pt x="198" y="204"/>
                </a:cubicBezTo>
                <a:close/>
                <a:moveTo>
                  <a:pt x="199" y="204"/>
                </a:moveTo>
                <a:cubicBezTo>
                  <a:pt x="199" y="203"/>
                  <a:pt x="199" y="203"/>
                  <a:pt x="200" y="203"/>
                </a:cubicBezTo>
                <a:cubicBezTo>
                  <a:pt x="200" y="203"/>
                  <a:pt x="199" y="204"/>
                  <a:pt x="199" y="204"/>
                </a:cubicBezTo>
                <a:close/>
                <a:moveTo>
                  <a:pt x="192" y="199"/>
                </a:moveTo>
                <a:cubicBezTo>
                  <a:pt x="192" y="199"/>
                  <a:pt x="192" y="199"/>
                  <a:pt x="192" y="199"/>
                </a:cubicBezTo>
                <a:cubicBezTo>
                  <a:pt x="193" y="199"/>
                  <a:pt x="193" y="199"/>
                  <a:pt x="193" y="198"/>
                </a:cubicBezTo>
                <a:cubicBezTo>
                  <a:pt x="192" y="198"/>
                  <a:pt x="192" y="197"/>
                  <a:pt x="193" y="197"/>
                </a:cubicBezTo>
                <a:cubicBezTo>
                  <a:pt x="193" y="197"/>
                  <a:pt x="193" y="196"/>
                  <a:pt x="194" y="196"/>
                </a:cubicBezTo>
                <a:cubicBezTo>
                  <a:pt x="194" y="197"/>
                  <a:pt x="195" y="197"/>
                  <a:pt x="195" y="197"/>
                </a:cubicBezTo>
                <a:cubicBezTo>
                  <a:pt x="195" y="197"/>
                  <a:pt x="195" y="197"/>
                  <a:pt x="195" y="197"/>
                </a:cubicBezTo>
                <a:cubicBezTo>
                  <a:pt x="195" y="196"/>
                  <a:pt x="195" y="196"/>
                  <a:pt x="196" y="195"/>
                </a:cubicBezTo>
                <a:cubicBezTo>
                  <a:pt x="196" y="195"/>
                  <a:pt x="196" y="195"/>
                  <a:pt x="196" y="195"/>
                </a:cubicBezTo>
                <a:cubicBezTo>
                  <a:pt x="196" y="195"/>
                  <a:pt x="196" y="195"/>
                  <a:pt x="196" y="195"/>
                </a:cubicBezTo>
                <a:cubicBezTo>
                  <a:pt x="196" y="196"/>
                  <a:pt x="196" y="197"/>
                  <a:pt x="196" y="197"/>
                </a:cubicBezTo>
                <a:cubicBezTo>
                  <a:pt x="196" y="198"/>
                  <a:pt x="196" y="198"/>
                  <a:pt x="196" y="198"/>
                </a:cubicBezTo>
                <a:cubicBezTo>
                  <a:pt x="196" y="198"/>
                  <a:pt x="196" y="198"/>
                  <a:pt x="196" y="198"/>
                </a:cubicBezTo>
                <a:cubicBezTo>
                  <a:pt x="196" y="198"/>
                  <a:pt x="196" y="198"/>
                  <a:pt x="196" y="198"/>
                </a:cubicBezTo>
                <a:cubicBezTo>
                  <a:pt x="196" y="198"/>
                  <a:pt x="195" y="199"/>
                  <a:pt x="195" y="199"/>
                </a:cubicBezTo>
                <a:cubicBezTo>
                  <a:pt x="194" y="200"/>
                  <a:pt x="193" y="201"/>
                  <a:pt x="192" y="202"/>
                </a:cubicBezTo>
                <a:cubicBezTo>
                  <a:pt x="192" y="201"/>
                  <a:pt x="192" y="201"/>
                  <a:pt x="192" y="201"/>
                </a:cubicBezTo>
                <a:cubicBezTo>
                  <a:pt x="192" y="201"/>
                  <a:pt x="192" y="201"/>
                  <a:pt x="192" y="201"/>
                </a:cubicBezTo>
                <a:cubicBezTo>
                  <a:pt x="192" y="201"/>
                  <a:pt x="192" y="201"/>
                  <a:pt x="192" y="201"/>
                </a:cubicBezTo>
                <a:cubicBezTo>
                  <a:pt x="191" y="200"/>
                  <a:pt x="191" y="200"/>
                  <a:pt x="192" y="199"/>
                </a:cubicBezTo>
                <a:close/>
                <a:moveTo>
                  <a:pt x="204" y="214"/>
                </a:moveTo>
                <a:cubicBezTo>
                  <a:pt x="204" y="214"/>
                  <a:pt x="204" y="214"/>
                  <a:pt x="204" y="214"/>
                </a:cubicBezTo>
                <a:cubicBezTo>
                  <a:pt x="205" y="213"/>
                  <a:pt x="205" y="213"/>
                  <a:pt x="205" y="213"/>
                </a:cubicBezTo>
                <a:cubicBezTo>
                  <a:pt x="205" y="212"/>
                  <a:pt x="204" y="213"/>
                  <a:pt x="204" y="213"/>
                </a:cubicBezTo>
                <a:cubicBezTo>
                  <a:pt x="204" y="213"/>
                  <a:pt x="204" y="213"/>
                  <a:pt x="204" y="213"/>
                </a:cubicBezTo>
                <a:cubicBezTo>
                  <a:pt x="203" y="213"/>
                  <a:pt x="203" y="213"/>
                  <a:pt x="202" y="213"/>
                </a:cubicBezTo>
                <a:cubicBezTo>
                  <a:pt x="202" y="214"/>
                  <a:pt x="202" y="213"/>
                  <a:pt x="201" y="213"/>
                </a:cubicBezTo>
                <a:cubicBezTo>
                  <a:pt x="201" y="212"/>
                  <a:pt x="200" y="213"/>
                  <a:pt x="200" y="213"/>
                </a:cubicBezTo>
                <a:cubicBezTo>
                  <a:pt x="199" y="214"/>
                  <a:pt x="198" y="213"/>
                  <a:pt x="198" y="214"/>
                </a:cubicBezTo>
                <a:cubicBezTo>
                  <a:pt x="198" y="214"/>
                  <a:pt x="197" y="214"/>
                  <a:pt x="197" y="214"/>
                </a:cubicBezTo>
                <a:cubicBezTo>
                  <a:pt x="197" y="213"/>
                  <a:pt x="197" y="213"/>
                  <a:pt x="196" y="213"/>
                </a:cubicBezTo>
                <a:cubicBezTo>
                  <a:pt x="196" y="214"/>
                  <a:pt x="196" y="214"/>
                  <a:pt x="195" y="214"/>
                </a:cubicBezTo>
                <a:cubicBezTo>
                  <a:pt x="195" y="214"/>
                  <a:pt x="195" y="213"/>
                  <a:pt x="196" y="213"/>
                </a:cubicBezTo>
                <a:cubicBezTo>
                  <a:pt x="196" y="213"/>
                  <a:pt x="196" y="213"/>
                  <a:pt x="196" y="213"/>
                </a:cubicBezTo>
                <a:cubicBezTo>
                  <a:pt x="197" y="213"/>
                  <a:pt x="197" y="213"/>
                  <a:pt x="197" y="212"/>
                </a:cubicBezTo>
                <a:cubicBezTo>
                  <a:pt x="197" y="212"/>
                  <a:pt x="198" y="213"/>
                  <a:pt x="198" y="212"/>
                </a:cubicBezTo>
                <a:cubicBezTo>
                  <a:pt x="198" y="212"/>
                  <a:pt x="199" y="212"/>
                  <a:pt x="199" y="212"/>
                </a:cubicBezTo>
                <a:cubicBezTo>
                  <a:pt x="199" y="212"/>
                  <a:pt x="200" y="212"/>
                  <a:pt x="200" y="212"/>
                </a:cubicBezTo>
                <a:cubicBezTo>
                  <a:pt x="201" y="211"/>
                  <a:pt x="201" y="211"/>
                  <a:pt x="201" y="211"/>
                </a:cubicBezTo>
                <a:cubicBezTo>
                  <a:pt x="201" y="210"/>
                  <a:pt x="202" y="211"/>
                  <a:pt x="202" y="211"/>
                </a:cubicBezTo>
                <a:cubicBezTo>
                  <a:pt x="203" y="211"/>
                  <a:pt x="203" y="210"/>
                  <a:pt x="202" y="210"/>
                </a:cubicBezTo>
                <a:cubicBezTo>
                  <a:pt x="202" y="210"/>
                  <a:pt x="202" y="210"/>
                  <a:pt x="202" y="210"/>
                </a:cubicBezTo>
                <a:cubicBezTo>
                  <a:pt x="202" y="209"/>
                  <a:pt x="202" y="209"/>
                  <a:pt x="201" y="209"/>
                </a:cubicBezTo>
                <a:cubicBezTo>
                  <a:pt x="201" y="209"/>
                  <a:pt x="201" y="209"/>
                  <a:pt x="201" y="208"/>
                </a:cubicBezTo>
                <a:cubicBezTo>
                  <a:pt x="202" y="208"/>
                  <a:pt x="202" y="208"/>
                  <a:pt x="202" y="208"/>
                </a:cubicBezTo>
                <a:cubicBezTo>
                  <a:pt x="202" y="210"/>
                  <a:pt x="203" y="208"/>
                  <a:pt x="203" y="208"/>
                </a:cubicBezTo>
                <a:cubicBezTo>
                  <a:pt x="203" y="209"/>
                  <a:pt x="204" y="209"/>
                  <a:pt x="204" y="209"/>
                </a:cubicBezTo>
                <a:cubicBezTo>
                  <a:pt x="203" y="208"/>
                  <a:pt x="204" y="207"/>
                  <a:pt x="205" y="206"/>
                </a:cubicBezTo>
                <a:cubicBezTo>
                  <a:pt x="205" y="206"/>
                  <a:pt x="205" y="206"/>
                  <a:pt x="204" y="206"/>
                </a:cubicBezTo>
                <a:cubicBezTo>
                  <a:pt x="204" y="206"/>
                  <a:pt x="204" y="206"/>
                  <a:pt x="204" y="206"/>
                </a:cubicBezTo>
                <a:cubicBezTo>
                  <a:pt x="203" y="207"/>
                  <a:pt x="203" y="207"/>
                  <a:pt x="202" y="206"/>
                </a:cubicBezTo>
                <a:cubicBezTo>
                  <a:pt x="202" y="206"/>
                  <a:pt x="202" y="205"/>
                  <a:pt x="203" y="205"/>
                </a:cubicBezTo>
                <a:cubicBezTo>
                  <a:pt x="203" y="204"/>
                  <a:pt x="202" y="205"/>
                  <a:pt x="202" y="205"/>
                </a:cubicBezTo>
                <a:cubicBezTo>
                  <a:pt x="202" y="204"/>
                  <a:pt x="202" y="204"/>
                  <a:pt x="202" y="204"/>
                </a:cubicBezTo>
                <a:cubicBezTo>
                  <a:pt x="201" y="204"/>
                  <a:pt x="201" y="205"/>
                  <a:pt x="201" y="205"/>
                </a:cubicBezTo>
                <a:cubicBezTo>
                  <a:pt x="201" y="205"/>
                  <a:pt x="201" y="205"/>
                  <a:pt x="201" y="205"/>
                </a:cubicBezTo>
                <a:cubicBezTo>
                  <a:pt x="201" y="205"/>
                  <a:pt x="201" y="204"/>
                  <a:pt x="200" y="205"/>
                </a:cubicBezTo>
                <a:cubicBezTo>
                  <a:pt x="200" y="205"/>
                  <a:pt x="200" y="205"/>
                  <a:pt x="200" y="206"/>
                </a:cubicBezTo>
                <a:cubicBezTo>
                  <a:pt x="200" y="206"/>
                  <a:pt x="200" y="205"/>
                  <a:pt x="199" y="205"/>
                </a:cubicBezTo>
                <a:cubicBezTo>
                  <a:pt x="199" y="205"/>
                  <a:pt x="199" y="205"/>
                  <a:pt x="199" y="205"/>
                </a:cubicBezTo>
                <a:cubicBezTo>
                  <a:pt x="199" y="205"/>
                  <a:pt x="198" y="207"/>
                  <a:pt x="198" y="208"/>
                </a:cubicBezTo>
                <a:cubicBezTo>
                  <a:pt x="198" y="208"/>
                  <a:pt x="198" y="208"/>
                  <a:pt x="198" y="208"/>
                </a:cubicBezTo>
                <a:cubicBezTo>
                  <a:pt x="198" y="207"/>
                  <a:pt x="197" y="208"/>
                  <a:pt x="197" y="208"/>
                </a:cubicBezTo>
                <a:cubicBezTo>
                  <a:pt x="197" y="209"/>
                  <a:pt x="197" y="209"/>
                  <a:pt x="197" y="209"/>
                </a:cubicBezTo>
                <a:cubicBezTo>
                  <a:pt x="196" y="209"/>
                  <a:pt x="196" y="209"/>
                  <a:pt x="196" y="208"/>
                </a:cubicBezTo>
                <a:cubicBezTo>
                  <a:pt x="196" y="208"/>
                  <a:pt x="196" y="208"/>
                  <a:pt x="196" y="208"/>
                </a:cubicBezTo>
                <a:cubicBezTo>
                  <a:pt x="196" y="208"/>
                  <a:pt x="196" y="208"/>
                  <a:pt x="196" y="208"/>
                </a:cubicBezTo>
                <a:cubicBezTo>
                  <a:pt x="195" y="209"/>
                  <a:pt x="194" y="209"/>
                  <a:pt x="195" y="210"/>
                </a:cubicBezTo>
                <a:cubicBezTo>
                  <a:pt x="195" y="211"/>
                  <a:pt x="195" y="211"/>
                  <a:pt x="195" y="211"/>
                </a:cubicBezTo>
                <a:cubicBezTo>
                  <a:pt x="194" y="211"/>
                  <a:pt x="194" y="211"/>
                  <a:pt x="195" y="211"/>
                </a:cubicBezTo>
                <a:cubicBezTo>
                  <a:pt x="195" y="211"/>
                  <a:pt x="196" y="211"/>
                  <a:pt x="196" y="211"/>
                </a:cubicBezTo>
                <a:cubicBezTo>
                  <a:pt x="196" y="211"/>
                  <a:pt x="196" y="210"/>
                  <a:pt x="197" y="210"/>
                </a:cubicBezTo>
                <a:cubicBezTo>
                  <a:pt x="197" y="210"/>
                  <a:pt x="197" y="211"/>
                  <a:pt x="197" y="211"/>
                </a:cubicBezTo>
                <a:cubicBezTo>
                  <a:pt x="198" y="211"/>
                  <a:pt x="198" y="210"/>
                  <a:pt x="198" y="210"/>
                </a:cubicBezTo>
                <a:cubicBezTo>
                  <a:pt x="199" y="210"/>
                  <a:pt x="199" y="210"/>
                  <a:pt x="199" y="210"/>
                </a:cubicBezTo>
                <a:cubicBezTo>
                  <a:pt x="199" y="211"/>
                  <a:pt x="200" y="210"/>
                  <a:pt x="200" y="210"/>
                </a:cubicBezTo>
                <a:cubicBezTo>
                  <a:pt x="200" y="210"/>
                  <a:pt x="200" y="210"/>
                  <a:pt x="201" y="210"/>
                </a:cubicBezTo>
                <a:cubicBezTo>
                  <a:pt x="200" y="211"/>
                  <a:pt x="200" y="211"/>
                  <a:pt x="200" y="211"/>
                </a:cubicBezTo>
                <a:cubicBezTo>
                  <a:pt x="198" y="211"/>
                  <a:pt x="197" y="211"/>
                  <a:pt x="196" y="212"/>
                </a:cubicBezTo>
                <a:cubicBezTo>
                  <a:pt x="196" y="212"/>
                  <a:pt x="195" y="211"/>
                  <a:pt x="195" y="212"/>
                </a:cubicBezTo>
                <a:cubicBezTo>
                  <a:pt x="195" y="212"/>
                  <a:pt x="195" y="212"/>
                  <a:pt x="195" y="212"/>
                </a:cubicBezTo>
                <a:cubicBezTo>
                  <a:pt x="195" y="212"/>
                  <a:pt x="195" y="213"/>
                  <a:pt x="194" y="213"/>
                </a:cubicBezTo>
                <a:cubicBezTo>
                  <a:pt x="193" y="213"/>
                  <a:pt x="193" y="214"/>
                  <a:pt x="192" y="214"/>
                </a:cubicBezTo>
                <a:cubicBezTo>
                  <a:pt x="192" y="213"/>
                  <a:pt x="191" y="214"/>
                  <a:pt x="191" y="214"/>
                </a:cubicBezTo>
                <a:cubicBezTo>
                  <a:pt x="191" y="214"/>
                  <a:pt x="191" y="214"/>
                  <a:pt x="191" y="214"/>
                </a:cubicBezTo>
                <a:cubicBezTo>
                  <a:pt x="191" y="214"/>
                  <a:pt x="191" y="214"/>
                  <a:pt x="191" y="214"/>
                </a:cubicBezTo>
                <a:cubicBezTo>
                  <a:pt x="191" y="213"/>
                  <a:pt x="192" y="213"/>
                  <a:pt x="192" y="213"/>
                </a:cubicBezTo>
                <a:cubicBezTo>
                  <a:pt x="194" y="213"/>
                  <a:pt x="193" y="212"/>
                  <a:pt x="194" y="211"/>
                </a:cubicBezTo>
                <a:cubicBezTo>
                  <a:pt x="194" y="211"/>
                  <a:pt x="194" y="210"/>
                  <a:pt x="193" y="210"/>
                </a:cubicBezTo>
                <a:cubicBezTo>
                  <a:pt x="193" y="210"/>
                  <a:pt x="193" y="210"/>
                  <a:pt x="193" y="210"/>
                </a:cubicBezTo>
                <a:cubicBezTo>
                  <a:pt x="192" y="210"/>
                  <a:pt x="192" y="210"/>
                  <a:pt x="192" y="210"/>
                </a:cubicBezTo>
                <a:cubicBezTo>
                  <a:pt x="192" y="210"/>
                  <a:pt x="192" y="210"/>
                  <a:pt x="192" y="210"/>
                </a:cubicBezTo>
                <a:cubicBezTo>
                  <a:pt x="192" y="209"/>
                  <a:pt x="192" y="209"/>
                  <a:pt x="192" y="209"/>
                </a:cubicBezTo>
                <a:cubicBezTo>
                  <a:pt x="193" y="209"/>
                  <a:pt x="193" y="209"/>
                  <a:pt x="193" y="209"/>
                </a:cubicBezTo>
                <a:cubicBezTo>
                  <a:pt x="193" y="209"/>
                  <a:pt x="194" y="209"/>
                  <a:pt x="193" y="208"/>
                </a:cubicBezTo>
                <a:cubicBezTo>
                  <a:pt x="193" y="208"/>
                  <a:pt x="193" y="208"/>
                  <a:pt x="193" y="208"/>
                </a:cubicBezTo>
                <a:cubicBezTo>
                  <a:pt x="193" y="208"/>
                  <a:pt x="193" y="208"/>
                  <a:pt x="193" y="208"/>
                </a:cubicBezTo>
                <a:cubicBezTo>
                  <a:pt x="194" y="208"/>
                  <a:pt x="195" y="207"/>
                  <a:pt x="195" y="207"/>
                </a:cubicBezTo>
                <a:cubicBezTo>
                  <a:pt x="195" y="206"/>
                  <a:pt x="194" y="206"/>
                  <a:pt x="194" y="207"/>
                </a:cubicBezTo>
                <a:cubicBezTo>
                  <a:pt x="194" y="207"/>
                  <a:pt x="194" y="207"/>
                  <a:pt x="194" y="207"/>
                </a:cubicBezTo>
                <a:cubicBezTo>
                  <a:pt x="193" y="206"/>
                  <a:pt x="193" y="206"/>
                  <a:pt x="193" y="207"/>
                </a:cubicBezTo>
                <a:cubicBezTo>
                  <a:pt x="192" y="207"/>
                  <a:pt x="192" y="208"/>
                  <a:pt x="191" y="208"/>
                </a:cubicBezTo>
                <a:cubicBezTo>
                  <a:pt x="191" y="208"/>
                  <a:pt x="192" y="207"/>
                  <a:pt x="192" y="207"/>
                </a:cubicBezTo>
                <a:cubicBezTo>
                  <a:pt x="192" y="206"/>
                  <a:pt x="192" y="206"/>
                  <a:pt x="191" y="206"/>
                </a:cubicBezTo>
                <a:cubicBezTo>
                  <a:pt x="191" y="206"/>
                  <a:pt x="191" y="206"/>
                  <a:pt x="191" y="206"/>
                </a:cubicBezTo>
                <a:cubicBezTo>
                  <a:pt x="191" y="206"/>
                  <a:pt x="191" y="206"/>
                  <a:pt x="191" y="206"/>
                </a:cubicBezTo>
                <a:cubicBezTo>
                  <a:pt x="192" y="206"/>
                  <a:pt x="192" y="206"/>
                  <a:pt x="192" y="206"/>
                </a:cubicBezTo>
                <a:cubicBezTo>
                  <a:pt x="192" y="205"/>
                  <a:pt x="192" y="205"/>
                  <a:pt x="192" y="205"/>
                </a:cubicBezTo>
                <a:cubicBezTo>
                  <a:pt x="192" y="205"/>
                  <a:pt x="192" y="205"/>
                  <a:pt x="192" y="205"/>
                </a:cubicBezTo>
                <a:cubicBezTo>
                  <a:pt x="192" y="205"/>
                  <a:pt x="192" y="205"/>
                  <a:pt x="192" y="204"/>
                </a:cubicBezTo>
                <a:cubicBezTo>
                  <a:pt x="192" y="204"/>
                  <a:pt x="193" y="204"/>
                  <a:pt x="193" y="204"/>
                </a:cubicBezTo>
                <a:cubicBezTo>
                  <a:pt x="193" y="205"/>
                  <a:pt x="193" y="205"/>
                  <a:pt x="194" y="205"/>
                </a:cubicBezTo>
                <a:cubicBezTo>
                  <a:pt x="194" y="205"/>
                  <a:pt x="194" y="205"/>
                  <a:pt x="194" y="204"/>
                </a:cubicBezTo>
                <a:cubicBezTo>
                  <a:pt x="195" y="204"/>
                  <a:pt x="195" y="203"/>
                  <a:pt x="195" y="203"/>
                </a:cubicBezTo>
                <a:cubicBezTo>
                  <a:pt x="195" y="203"/>
                  <a:pt x="196" y="204"/>
                  <a:pt x="196" y="203"/>
                </a:cubicBezTo>
                <a:cubicBezTo>
                  <a:pt x="196" y="202"/>
                  <a:pt x="196" y="202"/>
                  <a:pt x="196" y="202"/>
                </a:cubicBezTo>
                <a:cubicBezTo>
                  <a:pt x="197" y="201"/>
                  <a:pt x="197" y="201"/>
                  <a:pt x="198" y="202"/>
                </a:cubicBezTo>
                <a:cubicBezTo>
                  <a:pt x="197" y="200"/>
                  <a:pt x="197" y="200"/>
                  <a:pt x="196" y="201"/>
                </a:cubicBezTo>
                <a:cubicBezTo>
                  <a:pt x="196" y="201"/>
                  <a:pt x="196" y="202"/>
                  <a:pt x="195" y="202"/>
                </a:cubicBezTo>
                <a:cubicBezTo>
                  <a:pt x="195" y="203"/>
                  <a:pt x="194" y="204"/>
                  <a:pt x="193" y="204"/>
                </a:cubicBezTo>
                <a:cubicBezTo>
                  <a:pt x="193" y="204"/>
                  <a:pt x="193" y="203"/>
                  <a:pt x="193" y="202"/>
                </a:cubicBezTo>
                <a:cubicBezTo>
                  <a:pt x="193" y="203"/>
                  <a:pt x="192" y="204"/>
                  <a:pt x="191" y="204"/>
                </a:cubicBezTo>
                <a:cubicBezTo>
                  <a:pt x="191" y="204"/>
                  <a:pt x="191" y="204"/>
                  <a:pt x="191" y="204"/>
                </a:cubicBezTo>
                <a:cubicBezTo>
                  <a:pt x="191" y="204"/>
                  <a:pt x="190" y="205"/>
                  <a:pt x="189" y="205"/>
                </a:cubicBezTo>
                <a:cubicBezTo>
                  <a:pt x="189" y="205"/>
                  <a:pt x="189" y="206"/>
                  <a:pt x="189" y="206"/>
                </a:cubicBezTo>
                <a:cubicBezTo>
                  <a:pt x="190" y="206"/>
                  <a:pt x="190" y="206"/>
                  <a:pt x="190" y="206"/>
                </a:cubicBezTo>
                <a:cubicBezTo>
                  <a:pt x="191" y="206"/>
                  <a:pt x="191" y="206"/>
                  <a:pt x="191" y="206"/>
                </a:cubicBezTo>
                <a:cubicBezTo>
                  <a:pt x="190" y="206"/>
                  <a:pt x="190" y="207"/>
                  <a:pt x="190" y="207"/>
                </a:cubicBezTo>
                <a:cubicBezTo>
                  <a:pt x="189" y="207"/>
                  <a:pt x="189" y="207"/>
                  <a:pt x="189" y="208"/>
                </a:cubicBezTo>
                <a:cubicBezTo>
                  <a:pt x="188" y="208"/>
                  <a:pt x="188" y="208"/>
                  <a:pt x="188" y="208"/>
                </a:cubicBezTo>
                <a:cubicBezTo>
                  <a:pt x="188" y="208"/>
                  <a:pt x="188" y="207"/>
                  <a:pt x="187" y="207"/>
                </a:cubicBezTo>
                <a:cubicBezTo>
                  <a:pt x="187" y="207"/>
                  <a:pt x="187" y="206"/>
                  <a:pt x="187" y="206"/>
                </a:cubicBezTo>
                <a:cubicBezTo>
                  <a:pt x="186" y="206"/>
                  <a:pt x="186" y="207"/>
                  <a:pt x="186" y="207"/>
                </a:cubicBezTo>
                <a:cubicBezTo>
                  <a:pt x="186" y="207"/>
                  <a:pt x="186" y="208"/>
                  <a:pt x="186" y="208"/>
                </a:cubicBezTo>
                <a:cubicBezTo>
                  <a:pt x="186" y="208"/>
                  <a:pt x="185" y="209"/>
                  <a:pt x="185" y="209"/>
                </a:cubicBezTo>
                <a:cubicBezTo>
                  <a:pt x="185" y="209"/>
                  <a:pt x="184" y="212"/>
                  <a:pt x="184" y="212"/>
                </a:cubicBezTo>
                <a:cubicBezTo>
                  <a:pt x="184" y="212"/>
                  <a:pt x="183" y="213"/>
                  <a:pt x="183" y="214"/>
                </a:cubicBezTo>
                <a:cubicBezTo>
                  <a:pt x="183" y="214"/>
                  <a:pt x="182" y="215"/>
                  <a:pt x="182" y="215"/>
                </a:cubicBezTo>
                <a:cubicBezTo>
                  <a:pt x="182" y="216"/>
                  <a:pt x="178" y="219"/>
                  <a:pt x="178" y="219"/>
                </a:cubicBezTo>
                <a:cubicBezTo>
                  <a:pt x="178" y="219"/>
                  <a:pt x="178" y="219"/>
                  <a:pt x="178" y="219"/>
                </a:cubicBezTo>
                <a:cubicBezTo>
                  <a:pt x="178" y="219"/>
                  <a:pt x="178" y="220"/>
                  <a:pt x="178" y="220"/>
                </a:cubicBezTo>
                <a:cubicBezTo>
                  <a:pt x="178" y="220"/>
                  <a:pt x="178" y="220"/>
                  <a:pt x="177" y="221"/>
                </a:cubicBezTo>
                <a:cubicBezTo>
                  <a:pt x="177" y="221"/>
                  <a:pt x="178" y="221"/>
                  <a:pt x="178" y="221"/>
                </a:cubicBezTo>
                <a:cubicBezTo>
                  <a:pt x="178" y="222"/>
                  <a:pt x="179" y="222"/>
                  <a:pt x="179" y="222"/>
                </a:cubicBezTo>
                <a:cubicBezTo>
                  <a:pt x="177" y="223"/>
                  <a:pt x="177" y="223"/>
                  <a:pt x="177" y="223"/>
                </a:cubicBezTo>
                <a:cubicBezTo>
                  <a:pt x="175" y="223"/>
                  <a:pt x="175" y="223"/>
                  <a:pt x="175" y="223"/>
                </a:cubicBezTo>
                <a:cubicBezTo>
                  <a:pt x="174" y="226"/>
                  <a:pt x="174" y="226"/>
                  <a:pt x="174" y="226"/>
                </a:cubicBezTo>
                <a:cubicBezTo>
                  <a:pt x="174" y="226"/>
                  <a:pt x="173" y="227"/>
                  <a:pt x="173" y="227"/>
                </a:cubicBezTo>
                <a:cubicBezTo>
                  <a:pt x="173" y="227"/>
                  <a:pt x="172" y="229"/>
                  <a:pt x="172" y="229"/>
                </a:cubicBezTo>
                <a:cubicBezTo>
                  <a:pt x="172" y="229"/>
                  <a:pt x="170" y="230"/>
                  <a:pt x="170" y="230"/>
                </a:cubicBezTo>
                <a:cubicBezTo>
                  <a:pt x="170" y="230"/>
                  <a:pt x="169" y="231"/>
                  <a:pt x="169" y="231"/>
                </a:cubicBezTo>
                <a:cubicBezTo>
                  <a:pt x="169" y="231"/>
                  <a:pt x="169" y="232"/>
                  <a:pt x="169" y="232"/>
                </a:cubicBezTo>
                <a:cubicBezTo>
                  <a:pt x="169" y="232"/>
                  <a:pt x="167" y="234"/>
                  <a:pt x="167" y="234"/>
                </a:cubicBezTo>
                <a:cubicBezTo>
                  <a:pt x="167" y="234"/>
                  <a:pt x="167" y="235"/>
                  <a:pt x="167" y="235"/>
                </a:cubicBezTo>
                <a:cubicBezTo>
                  <a:pt x="167" y="235"/>
                  <a:pt x="167" y="237"/>
                  <a:pt x="167" y="237"/>
                </a:cubicBezTo>
                <a:cubicBezTo>
                  <a:pt x="167" y="237"/>
                  <a:pt x="166" y="238"/>
                  <a:pt x="166" y="238"/>
                </a:cubicBezTo>
                <a:cubicBezTo>
                  <a:pt x="166" y="238"/>
                  <a:pt x="165" y="239"/>
                  <a:pt x="165" y="239"/>
                </a:cubicBezTo>
                <a:cubicBezTo>
                  <a:pt x="165" y="239"/>
                  <a:pt x="165" y="240"/>
                  <a:pt x="165" y="240"/>
                </a:cubicBezTo>
                <a:cubicBezTo>
                  <a:pt x="164" y="241"/>
                  <a:pt x="164" y="241"/>
                  <a:pt x="164" y="241"/>
                </a:cubicBezTo>
                <a:cubicBezTo>
                  <a:pt x="164" y="242"/>
                  <a:pt x="164" y="242"/>
                  <a:pt x="164" y="242"/>
                </a:cubicBezTo>
                <a:cubicBezTo>
                  <a:pt x="163" y="243"/>
                  <a:pt x="163" y="243"/>
                  <a:pt x="163" y="243"/>
                </a:cubicBezTo>
                <a:cubicBezTo>
                  <a:pt x="164" y="243"/>
                  <a:pt x="164" y="244"/>
                  <a:pt x="164" y="244"/>
                </a:cubicBezTo>
                <a:cubicBezTo>
                  <a:pt x="164" y="245"/>
                  <a:pt x="164" y="245"/>
                  <a:pt x="164" y="245"/>
                </a:cubicBezTo>
                <a:cubicBezTo>
                  <a:pt x="164" y="245"/>
                  <a:pt x="165" y="245"/>
                  <a:pt x="165" y="245"/>
                </a:cubicBezTo>
                <a:cubicBezTo>
                  <a:pt x="165" y="245"/>
                  <a:pt x="166" y="246"/>
                  <a:pt x="166" y="246"/>
                </a:cubicBezTo>
                <a:cubicBezTo>
                  <a:pt x="166" y="246"/>
                  <a:pt x="166" y="247"/>
                  <a:pt x="167" y="248"/>
                </a:cubicBezTo>
                <a:cubicBezTo>
                  <a:pt x="167" y="248"/>
                  <a:pt x="167" y="248"/>
                  <a:pt x="167" y="248"/>
                </a:cubicBezTo>
                <a:cubicBezTo>
                  <a:pt x="167" y="248"/>
                  <a:pt x="167" y="249"/>
                  <a:pt x="167" y="249"/>
                </a:cubicBezTo>
                <a:cubicBezTo>
                  <a:pt x="167" y="249"/>
                  <a:pt x="167" y="250"/>
                  <a:pt x="167" y="250"/>
                </a:cubicBezTo>
                <a:cubicBezTo>
                  <a:pt x="167" y="250"/>
                  <a:pt x="167" y="251"/>
                  <a:pt x="167" y="251"/>
                </a:cubicBezTo>
                <a:cubicBezTo>
                  <a:pt x="167" y="251"/>
                  <a:pt x="168" y="250"/>
                  <a:pt x="168" y="250"/>
                </a:cubicBezTo>
                <a:cubicBezTo>
                  <a:pt x="168" y="250"/>
                  <a:pt x="169" y="250"/>
                  <a:pt x="169" y="251"/>
                </a:cubicBezTo>
                <a:cubicBezTo>
                  <a:pt x="169" y="251"/>
                  <a:pt x="169" y="251"/>
                  <a:pt x="169" y="252"/>
                </a:cubicBezTo>
                <a:cubicBezTo>
                  <a:pt x="169" y="252"/>
                  <a:pt x="169" y="252"/>
                  <a:pt x="169" y="252"/>
                </a:cubicBezTo>
                <a:cubicBezTo>
                  <a:pt x="169" y="252"/>
                  <a:pt x="169" y="252"/>
                  <a:pt x="169" y="253"/>
                </a:cubicBezTo>
                <a:cubicBezTo>
                  <a:pt x="169" y="253"/>
                  <a:pt x="171" y="253"/>
                  <a:pt x="171" y="253"/>
                </a:cubicBezTo>
                <a:cubicBezTo>
                  <a:pt x="171" y="253"/>
                  <a:pt x="171" y="254"/>
                  <a:pt x="171" y="254"/>
                </a:cubicBezTo>
                <a:cubicBezTo>
                  <a:pt x="171" y="254"/>
                  <a:pt x="170" y="255"/>
                  <a:pt x="170" y="255"/>
                </a:cubicBezTo>
                <a:cubicBezTo>
                  <a:pt x="170" y="255"/>
                  <a:pt x="171" y="255"/>
                  <a:pt x="171" y="255"/>
                </a:cubicBezTo>
                <a:cubicBezTo>
                  <a:pt x="171" y="255"/>
                  <a:pt x="172" y="255"/>
                  <a:pt x="172" y="255"/>
                </a:cubicBezTo>
                <a:cubicBezTo>
                  <a:pt x="172" y="255"/>
                  <a:pt x="172" y="256"/>
                  <a:pt x="172" y="256"/>
                </a:cubicBezTo>
                <a:cubicBezTo>
                  <a:pt x="172" y="256"/>
                  <a:pt x="173" y="256"/>
                  <a:pt x="173" y="256"/>
                </a:cubicBezTo>
                <a:cubicBezTo>
                  <a:pt x="173" y="256"/>
                  <a:pt x="175" y="255"/>
                  <a:pt x="175" y="255"/>
                </a:cubicBezTo>
                <a:cubicBezTo>
                  <a:pt x="175" y="255"/>
                  <a:pt x="176" y="253"/>
                  <a:pt x="176" y="253"/>
                </a:cubicBezTo>
                <a:cubicBezTo>
                  <a:pt x="176" y="253"/>
                  <a:pt x="177" y="252"/>
                  <a:pt x="177" y="252"/>
                </a:cubicBezTo>
                <a:cubicBezTo>
                  <a:pt x="176" y="252"/>
                  <a:pt x="176" y="252"/>
                  <a:pt x="176" y="252"/>
                </a:cubicBezTo>
                <a:cubicBezTo>
                  <a:pt x="176" y="251"/>
                  <a:pt x="176" y="251"/>
                  <a:pt x="176" y="251"/>
                </a:cubicBezTo>
                <a:cubicBezTo>
                  <a:pt x="176" y="251"/>
                  <a:pt x="179" y="248"/>
                  <a:pt x="179" y="248"/>
                </a:cubicBezTo>
                <a:cubicBezTo>
                  <a:pt x="179" y="248"/>
                  <a:pt x="181" y="248"/>
                  <a:pt x="181" y="248"/>
                </a:cubicBezTo>
                <a:cubicBezTo>
                  <a:pt x="183" y="246"/>
                  <a:pt x="183" y="246"/>
                  <a:pt x="183" y="246"/>
                </a:cubicBezTo>
                <a:cubicBezTo>
                  <a:pt x="183" y="245"/>
                  <a:pt x="183" y="245"/>
                  <a:pt x="183" y="245"/>
                </a:cubicBezTo>
                <a:cubicBezTo>
                  <a:pt x="183" y="244"/>
                  <a:pt x="183" y="244"/>
                  <a:pt x="183" y="244"/>
                </a:cubicBezTo>
                <a:cubicBezTo>
                  <a:pt x="184" y="242"/>
                  <a:pt x="184" y="242"/>
                  <a:pt x="184" y="242"/>
                </a:cubicBezTo>
                <a:cubicBezTo>
                  <a:pt x="185" y="242"/>
                  <a:pt x="185" y="242"/>
                  <a:pt x="185" y="242"/>
                </a:cubicBezTo>
                <a:cubicBezTo>
                  <a:pt x="186" y="241"/>
                  <a:pt x="186" y="241"/>
                  <a:pt x="186" y="241"/>
                </a:cubicBezTo>
                <a:cubicBezTo>
                  <a:pt x="187" y="240"/>
                  <a:pt x="187" y="240"/>
                  <a:pt x="187" y="240"/>
                </a:cubicBezTo>
                <a:cubicBezTo>
                  <a:pt x="188" y="240"/>
                  <a:pt x="188" y="240"/>
                  <a:pt x="188" y="240"/>
                </a:cubicBezTo>
                <a:cubicBezTo>
                  <a:pt x="188" y="240"/>
                  <a:pt x="189" y="238"/>
                  <a:pt x="189" y="238"/>
                </a:cubicBezTo>
                <a:cubicBezTo>
                  <a:pt x="189" y="238"/>
                  <a:pt x="190" y="237"/>
                  <a:pt x="190" y="237"/>
                </a:cubicBezTo>
                <a:cubicBezTo>
                  <a:pt x="190" y="237"/>
                  <a:pt x="191" y="236"/>
                  <a:pt x="191" y="237"/>
                </a:cubicBezTo>
                <a:cubicBezTo>
                  <a:pt x="191" y="237"/>
                  <a:pt x="191" y="238"/>
                  <a:pt x="191" y="238"/>
                </a:cubicBezTo>
                <a:cubicBezTo>
                  <a:pt x="191" y="238"/>
                  <a:pt x="193" y="237"/>
                  <a:pt x="193" y="237"/>
                </a:cubicBezTo>
                <a:cubicBezTo>
                  <a:pt x="193" y="237"/>
                  <a:pt x="195" y="237"/>
                  <a:pt x="195" y="237"/>
                </a:cubicBezTo>
                <a:cubicBezTo>
                  <a:pt x="195" y="236"/>
                  <a:pt x="196" y="237"/>
                  <a:pt x="196" y="237"/>
                </a:cubicBezTo>
                <a:cubicBezTo>
                  <a:pt x="198" y="237"/>
                  <a:pt x="198" y="237"/>
                  <a:pt x="198" y="237"/>
                </a:cubicBezTo>
                <a:cubicBezTo>
                  <a:pt x="199" y="237"/>
                  <a:pt x="199" y="237"/>
                  <a:pt x="199" y="237"/>
                </a:cubicBezTo>
                <a:cubicBezTo>
                  <a:pt x="200" y="237"/>
                  <a:pt x="200" y="236"/>
                  <a:pt x="200" y="236"/>
                </a:cubicBezTo>
                <a:cubicBezTo>
                  <a:pt x="201" y="235"/>
                  <a:pt x="201" y="235"/>
                  <a:pt x="202" y="234"/>
                </a:cubicBezTo>
                <a:cubicBezTo>
                  <a:pt x="202" y="233"/>
                  <a:pt x="203" y="232"/>
                  <a:pt x="204" y="231"/>
                </a:cubicBezTo>
                <a:cubicBezTo>
                  <a:pt x="204" y="231"/>
                  <a:pt x="205" y="231"/>
                  <a:pt x="204" y="230"/>
                </a:cubicBezTo>
                <a:cubicBezTo>
                  <a:pt x="204" y="229"/>
                  <a:pt x="203" y="230"/>
                  <a:pt x="203" y="229"/>
                </a:cubicBezTo>
                <a:cubicBezTo>
                  <a:pt x="203" y="229"/>
                  <a:pt x="202" y="229"/>
                  <a:pt x="202" y="229"/>
                </a:cubicBezTo>
                <a:cubicBezTo>
                  <a:pt x="202" y="228"/>
                  <a:pt x="202" y="227"/>
                  <a:pt x="202" y="226"/>
                </a:cubicBezTo>
                <a:cubicBezTo>
                  <a:pt x="202" y="226"/>
                  <a:pt x="202" y="225"/>
                  <a:pt x="201" y="225"/>
                </a:cubicBezTo>
                <a:cubicBezTo>
                  <a:pt x="201" y="224"/>
                  <a:pt x="202" y="224"/>
                  <a:pt x="201" y="224"/>
                </a:cubicBezTo>
                <a:cubicBezTo>
                  <a:pt x="201" y="224"/>
                  <a:pt x="201" y="223"/>
                  <a:pt x="200" y="224"/>
                </a:cubicBezTo>
                <a:cubicBezTo>
                  <a:pt x="200" y="224"/>
                  <a:pt x="199" y="224"/>
                  <a:pt x="199" y="223"/>
                </a:cubicBezTo>
                <a:cubicBezTo>
                  <a:pt x="199" y="223"/>
                  <a:pt x="199" y="223"/>
                  <a:pt x="199" y="223"/>
                </a:cubicBezTo>
                <a:cubicBezTo>
                  <a:pt x="199" y="223"/>
                  <a:pt x="199" y="222"/>
                  <a:pt x="199" y="222"/>
                </a:cubicBezTo>
                <a:cubicBezTo>
                  <a:pt x="200" y="222"/>
                  <a:pt x="199" y="222"/>
                  <a:pt x="199" y="222"/>
                </a:cubicBezTo>
                <a:cubicBezTo>
                  <a:pt x="199" y="222"/>
                  <a:pt x="199" y="222"/>
                  <a:pt x="199" y="222"/>
                </a:cubicBezTo>
                <a:cubicBezTo>
                  <a:pt x="199" y="221"/>
                  <a:pt x="199" y="221"/>
                  <a:pt x="198" y="221"/>
                </a:cubicBezTo>
                <a:cubicBezTo>
                  <a:pt x="198" y="221"/>
                  <a:pt x="198" y="221"/>
                  <a:pt x="198" y="220"/>
                </a:cubicBezTo>
                <a:cubicBezTo>
                  <a:pt x="198" y="219"/>
                  <a:pt x="199" y="218"/>
                  <a:pt x="199" y="217"/>
                </a:cubicBezTo>
                <a:cubicBezTo>
                  <a:pt x="199" y="217"/>
                  <a:pt x="199" y="217"/>
                  <a:pt x="199" y="217"/>
                </a:cubicBezTo>
                <a:cubicBezTo>
                  <a:pt x="199" y="217"/>
                  <a:pt x="200" y="217"/>
                  <a:pt x="200" y="216"/>
                </a:cubicBezTo>
                <a:cubicBezTo>
                  <a:pt x="201" y="216"/>
                  <a:pt x="200" y="215"/>
                  <a:pt x="200" y="215"/>
                </a:cubicBezTo>
                <a:cubicBezTo>
                  <a:pt x="201" y="214"/>
                  <a:pt x="202" y="215"/>
                  <a:pt x="202" y="215"/>
                </a:cubicBezTo>
                <a:cubicBezTo>
                  <a:pt x="201" y="215"/>
                  <a:pt x="201" y="216"/>
                  <a:pt x="201" y="216"/>
                </a:cubicBezTo>
                <a:cubicBezTo>
                  <a:pt x="202" y="216"/>
                  <a:pt x="203" y="215"/>
                  <a:pt x="204" y="215"/>
                </a:cubicBezTo>
                <a:cubicBezTo>
                  <a:pt x="203" y="215"/>
                  <a:pt x="203" y="214"/>
                  <a:pt x="204" y="214"/>
                </a:cubicBezTo>
                <a:close/>
                <a:moveTo>
                  <a:pt x="293" y="138"/>
                </a:moveTo>
                <a:cubicBezTo>
                  <a:pt x="292" y="137"/>
                  <a:pt x="292" y="137"/>
                  <a:pt x="292" y="137"/>
                </a:cubicBezTo>
                <a:cubicBezTo>
                  <a:pt x="290" y="138"/>
                  <a:pt x="290" y="138"/>
                  <a:pt x="290" y="138"/>
                </a:cubicBezTo>
                <a:cubicBezTo>
                  <a:pt x="290" y="137"/>
                  <a:pt x="290" y="137"/>
                  <a:pt x="290" y="137"/>
                </a:cubicBezTo>
                <a:cubicBezTo>
                  <a:pt x="289" y="138"/>
                  <a:pt x="289" y="138"/>
                  <a:pt x="289" y="138"/>
                </a:cubicBezTo>
                <a:cubicBezTo>
                  <a:pt x="288" y="136"/>
                  <a:pt x="288" y="136"/>
                  <a:pt x="288" y="136"/>
                </a:cubicBezTo>
                <a:cubicBezTo>
                  <a:pt x="288" y="136"/>
                  <a:pt x="287" y="136"/>
                  <a:pt x="287" y="136"/>
                </a:cubicBezTo>
                <a:cubicBezTo>
                  <a:pt x="287" y="136"/>
                  <a:pt x="287" y="136"/>
                  <a:pt x="287" y="136"/>
                </a:cubicBezTo>
                <a:cubicBezTo>
                  <a:pt x="286" y="135"/>
                  <a:pt x="286" y="135"/>
                  <a:pt x="286" y="135"/>
                </a:cubicBezTo>
                <a:cubicBezTo>
                  <a:pt x="285" y="135"/>
                  <a:pt x="285" y="135"/>
                  <a:pt x="285" y="135"/>
                </a:cubicBezTo>
                <a:cubicBezTo>
                  <a:pt x="284" y="134"/>
                  <a:pt x="284" y="134"/>
                  <a:pt x="284" y="134"/>
                </a:cubicBezTo>
                <a:cubicBezTo>
                  <a:pt x="284" y="134"/>
                  <a:pt x="284" y="133"/>
                  <a:pt x="284" y="133"/>
                </a:cubicBezTo>
                <a:cubicBezTo>
                  <a:pt x="284" y="133"/>
                  <a:pt x="283" y="131"/>
                  <a:pt x="283" y="131"/>
                </a:cubicBezTo>
                <a:cubicBezTo>
                  <a:pt x="283" y="131"/>
                  <a:pt x="283" y="131"/>
                  <a:pt x="283" y="131"/>
                </a:cubicBezTo>
                <a:cubicBezTo>
                  <a:pt x="283" y="131"/>
                  <a:pt x="282" y="130"/>
                  <a:pt x="282" y="130"/>
                </a:cubicBezTo>
                <a:cubicBezTo>
                  <a:pt x="282" y="130"/>
                  <a:pt x="283" y="130"/>
                  <a:pt x="283" y="130"/>
                </a:cubicBezTo>
                <a:cubicBezTo>
                  <a:pt x="283" y="130"/>
                  <a:pt x="283" y="129"/>
                  <a:pt x="283" y="129"/>
                </a:cubicBezTo>
                <a:cubicBezTo>
                  <a:pt x="283" y="129"/>
                  <a:pt x="282" y="129"/>
                  <a:pt x="282" y="129"/>
                </a:cubicBezTo>
                <a:cubicBezTo>
                  <a:pt x="282" y="129"/>
                  <a:pt x="281" y="129"/>
                  <a:pt x="281" y="129"/>
                </a:cubicBezTo>
                <a:cubicBezTo>
                  <a:pt x="279" y="128"/>
                  <a:pt x="279" y="128"/>
                  <a:pt x="279" y="128"/>
                </a:cubicBezTo>
                <a:cubicBezTo>
                  <a:pt x="279" y="128"/>
                  <a:pt x="279" y="130"/>
                  <a:pt x="279" y="130"/>
                </a:cubicBezTo>
                <a:cubicBezTo>
                  <a:pt x="279" y="130"/>
                  <a:pt x="278" y="129"/>
                  <a:pt x="278" y="129"/>
                </a:cubicBezTo>
                <a:cubicBezTo>
                  <a:pt x="278" y="129"/>
                  <a:pt x="277" y="129"/>
                  <a:pt x="276" y="128"/>
                </a:cubicBezTo>
                <a:cubicBezTo>
                  <a:pt x="276" y="128"/>
                  <a:pt x="276" y="128"/>
                  <a:pt x="276" y="128"/>
                </a:cubicBezTo>
                <a:cubicBezTo>
                  <a:pt x="275" y="128"/>
                  <a:pt x="275" y="128"/>
                  <a:pt x="275" y="128"/>
                </a:cubicBezTo>
                <a:cubicBezTo>
                  <a:pt x="274" y="129"/>
                  <a:pt x="274" y="129"/>
                  <a:pt x="274" y="129"/>
                </a:cubicBezTo>
                <a:cubicBezTo>
                  <a:pt x="273" y="129"/>
                  <a:pt x="273" y="129"/>
                  <a:pt x="273" y="129"/>
                </a:cubicBezTo>
                <a:cubicBezTo>
                  <a:pt x="272" y="131"/>
                  <a:pt x="272" y="131"/>
                  <a:pt x="272" y="131"/>
                </a:cubicBezTo>
                <a:cubicBezTo>
                  <a:pt x="272" y="131"/>
                  <a:pt x="271" y="131"/>
                  <a:pt x="271" y="131"/>
                </a:cubicBezTo>
                <a:cubicBezTo>
                  <a:pt x="271" y="131"/>
                  <a:pt x="270" y="131"/>
                  <a:pt x="270" y="131"/>
                </a:cubicBezTo>
                <a:cubicBezTo>
                  <a:pt x="269" y="130"/>
                  <a:pt x="269" y="130"/>
                  <a:pt x="269" y="130"/>
                </a:cubicBezTo>
                <a:cubicBezTo>
                  <a:pt x="268" y="131"/>
                  <a:pt x="268" y="131"/>
                  <a:pt x="268" y="131"/>
                </a:cubicBezTo>
                <a:cubicBezTo>
                  <a:pt x="268" y="131"/>
                  <a:pt x="266" y="131"/>
                  <a:pt x="266" y="131"/>
                </a:cubicBezTo>
                <a:cubicBezTo>
                  <a:pt x="266" y="131"/>
                  <a:pt x="266" y="132"/>
                  <a:pt x="266" y="132"/>
                </a:cubicBezTo>
                <a:cubicBezTo>
                  <a:pt x="265" y="132"/>
                  <a:pt x="265" y="133"/>
                  <a:pt x="265" y="133"/>
                </a:cubicBezTo>
                <a:cubicBezTo>
                  <a:pt x="265" y="133"/>
                  <a:pt x="265" y="135"/>
                  <a:pt x="265" y="135"/>
                </a:cubicBezTo>
                <a:cubicBezTo>
                  <a:pt x="264" y="136"/>
                  <a:pt x="264" y="136"/>
                  <a:pt x="264" y="136"/>
                </a:cubicBezTo>
                <a:cubicBezTo>
                  <a:pt x="264" y="135"/>
                  <a:pt x="264" y="135"/>
                  <a:pt x="264" y="135"/>
                </a:cubicBezTo>
                <a:cubicBezTo>
                  <a:pt x="264" y="135"/>
                  <a:pt x="263" y="135"/>
                  <a:pt x="263" y="135"/>
                </a:cubicBezTo>
                <a:cubicBezTo>
                  <a:pt x="263" y="135"/>
                  <a:pt x="262" y="135"/>
                  <a:pt x="262" y="135"/>
                </a:cubicBezTo>
                <a:cubicBezTo>
                  <a:pt x="261" y="134"/>
                  <a:pt x="261" y="134"/>
                  <a:pt x="261" y="134"/>
                </a:cubicBezTo>
                <a:cubicBezTo>
                  <a:pt x="261" y="134"/>
                  <a:pt x="260" y="135"/>
                  <a:pt x="260" y="135"/>
                </a:cubicBezTo>
                <a:cubicBezTo>
                  <a:pt x="260" y="135"/>
                  <a:pt x="260" y="136"/>
                  <a:pt x="260" y="136"/>
                </a:cubicBezTo>
                <a:cubicBezTo>
                  <a:pt x="260" y="136"/>
                  <a:pt x="260" y="137"/>
                  <a:pt x="260" y="137"/>
                </a:cubicBezTo>
                <a:cubicBezTo>
                  <a:pt x="260" y="137"/>
                  <a:pt x="259" y="138"/>
                  <a:pt x="259" y="138"/>
                </a:cubicBezTo>
                <a:cubicBezTo>
                  <a:pt x="259" y="138"/>
                  <a:pt x="259" y="139"/>
                  <a:pt x="259" y="139"/>
                </a:cubicBezTo>
                <a:cubicBezTo>
                  <a:pt x="259" y="139"/>
                  <a:pt x="258" y="140"/>
                  <a:pt x="258" y="140"/>
                </a:cubicBezTo>
                <a:cubicBezTo>
                  <a:pt x="258" y="140"/>
                  <a:pt x="258" y="140"/>
                  <a:pt x="258" y="140"/>
                </a:cubicBezTo>
                <a:cubicBezTo>
                  <a:pt x="258" y="141"/>
                  <a:pt x="258" y="141"/>
                  <a:pt x="258" y="141"/>
                </a:cubicBezTo>
                <a:cubicBezTo>
                  <a:pt x="257" y="141"/>
                  <a:pt x="257" y="141"/>
                  <a:pt x="257" y="141"/>
                </a:cubicBezTo>
                <a:cubicBezTo>
                  <a:pt x="257" y="141"/>
                  <a:pt x="256" y="140"/>
                  <a:pt x="256" y="140"/>
                </a:cubicBezTo>
                <a:cubicBezTo>
                  <a:pt x="256" y="140"/>
                  <a:pt x="255" y="139"/>
                  <a:pt x="255" y="139"/>
                </a:cubicBezTo>
                <a:cubicBezTo>
                  <a:pt x="255" y="138"/>
                  <a:pt x="255" y="138"/>
                  <a:pt x="255" y="138"/>
                </a:cubicBezTo>
                <a:cubicBezTo>
                  <a:pt x="254" y="137"/>
                  <a:pt x="254" y="137"/>
                  <a:pt x="254" y="137"/>
                </a:cubicBezTo>
                <a:cubicBezTo>
                  <a:pt x="253" y="140"/>
                  <a:pt x="253" y="140"/>
                  <a:pt x="253" y="140"/>
                </a:cubicBezTo>
                <a:cubicBezTo>
                  <a:pt x="251" y="142"/>
                  <a:pt x="251" y="142"/>
                  <a:pt x="251" y="142"/>
                </a:cubicBezTo>
                <a:cubicBezTo>
                  <a:pt x="252" y="143"/>
                  <a:pt x="252" y="143"/>
                  <a:pt x="252" y="143"/>
                </a:cubicBezTo>
                <a:cubicBezTo>
                  <a:pt x="250" y="144"/>
                  <a:pt x="250" y="144"/>
                  <a:pt x="250" y="144"/>
                </a:cubicBezTo>
                <a:cubicBezTo>
                  <a:pt x="249" y="147"/>
                  <a:pt x="249" y="147"/>
                  <a:pt x="249" y="147"/>
                </a:cubicBezTo>
                <a:cubicBezTo>
                  <a:pt x="250" y="148"/>
                  <a:pt x="250" y="148"/>
                  <a:pt x="250" y="148"/>
                </a:cubicBezTo>
                <a:cubicBezTo>
                  <a:pt x="250" y="148"/>
                  <a:pt x="250" y="148"/>
                  <a:pt x="250" y="148"/>
                </a:cubicBezTo>
                <a:cubicBezTo>
                  <a:pt x="250" y="148"/>
                  <a:pt x="249" y="149"/>
                  <a:pt x="250" y="149"/>
                </a:cubicBezTo>
                <a:cubicBezTo>
                  <a:pt x="250" y="149"/>
                  <a:pt x="250" y="151"/>
                  <a:pt x="250" y="151"/>
                </a:cubicBezTo>
                <a:cubicBezTo>
                  <a:pt x="250" y="151"/>
                  <a:pt x="249" y="152"/>
                  <a:pt x="249" y="152"/>
                </a:cubicBezTo>
                <a:cubicBezTo>
                  <a:pt x="249" y="152"/>
                  <a:pt x="249" y="153"/>
                  <a:pt x="249" y="153"/>
                </a:cubicBezTo>
                <a:cubicBezTo>
                  <a:pt x="250" y="153"/>
                  <a:pt x="250" y="153"/>
                  <a:pt x="250" y="153"/>
                </a:cubicBezTo>
                <a:cubicBezTo>
                  <a:pt x="250" y="155"/>
                  <a:pt x="250" y="155"/>
                  <a:pt x="250" y="155"/>
                </a:cubicBezTo>
                <a:cubicBezTo>
                  <a:pt x="251" y="156"/>
                  <a:pt x="251" y="156"/>
                  <a:pt x="251" y="156"/>
                </a:cubicBezTo>
                <a:cubicBezTo>
                  <a:pt x="251" y="156"/>
                  <a:pt x="252" y="157"/>
                  <a:pt x="252" y="157"/>
                </a:cubicBezTo>
                <a:cubicBezTo>
                  <a:pt x="252" y="157"/>
                  <a:pt x="252" y="157"/>
                  <a:pt x="252" y="157"/>
                </a:cubicBezTo>
                <a:cubicBezTo>
                  <a:pt x="252" y="157"/>
                  <a:pt x="252" y="158"/>
                  <a:pt x="252" y="158"/>
                </a:cubicBezTo>
                <a:cubicBezTo>
                  <a:pt x="252" y="158"/>
                  <a:pt x="251" y="159"/>
                  <a:pt x="251" y="160"/>
                </a:cubicBezTo>
                <a:cubicBezTo>
                  <a:pt x="251" y="160"/>
                  <a:pt x="252" y="160"/>
                  <a:pt x="252" y="160"/>
                </a:cubicBezTo>
                <a:cubicBezTo>
                  <a:pt x="252" y="160"/>
                  <a:pt x="252" y="161"/>
                  <a:pt x="252" y="161"/>
                </a:cubicBezTo>
                <a:cubicBezTo>
                  <a:pt x="252" y="161"/>
                  <a:pt x="253" y="162"/>
                  <a:pt x="253" y="162"/>
                </a:cubicBezTo>
                <a:cubicBezTo>
                  <a:pt x="251" y="166"/>
                  <a:pt x="251" y="166"/>
                  <a:pt x="251" y="166"/>
                </a:cubicBezTo>
                <a:cubicBezTo>
                  <a:pt x="251" y="166"/>
                  <a:pt x="251" y="168"/>
                  <a:pt x="251" y="168"/>
                </a:cubicBezTo>
                <a:cubicBezTo>
                  <a:pt x="251" y="168"/>
                  <a:pt x="251" y="169"/>
                  <a:pt x="251" y="169"/>
                </a:cubicBezTo>
                <a:cubicBezTo>
                  <a:pt x="251" y="169"/>
                  <a:pt x="250" y="170"/>
                  <a:pt x="250" y="170"/>
                </a:cubicBezTo>
                <a:cubicBezTo>
                  <a:pt x="250" y="170"/>
                  <a:pt x="250" y="171"/>
                  <a:pt x="250" y="171"/>
                </a:cubicBezTo>
                <a:cubicBezTo>
                  <a:pt x="250" y="171"/>
                  <a:pt x="250" y="172"/>
                  <a:pt x="250" y="172"/>
                </a:cubicBezTo>
                <a:cubicBezTo>
                  <a:pt x="250" y="173"/>
                  <a:pt x="250" y="173"/>
                  <a:pt x="250" y="173"/>
                </a:cubicBezTo>
                <a:cubicBezTo>
                  <a:pt x="251" y="173"/>
                  <a:pt x="251" y="174"/>
                  <a:pt x="251" y="174"/>
                </a:cubicBezTo>
                <a:cubicBezTo>
                  <a:pt x="252" y="174"/>
                  <a:pt x="254" y="175"/>
                  <a:pt x="254" y="175"/>
                </a:cubicBezTo>
                <a:cubicBezTo>
                  <a:pt x="254" y="175"/>
                  <a:pt x="254" y="176"/>
                  <a:pt x="254" y="176"/>
                </a:cubicBezTo>
                <a:cubicBezTo>
                  <a:pt x="254" y="176"/>
                  <a:pt x="255" y="176"/>
                  <a:pt x="255" y="177"/>
                </a:cubicBezTo>
                <a:cubicBezTo>
                  <a:pt x="255" y="177"/>
                  <a:pt x="256" y="177"/>
                  <a:pt x="256" y="177"/>
                </a:cubicBezTo>
                <a:cubicBezTo>
                  <a:pt x="256" y="178"/>
                  <a:pt x="256" y="178"/>
                  <a:pt x="256" y="178"/>
                </a:cubicBezTo>
                <a:cubicBezTo>
                  <a:pt x="256" y="178"/>
                  <a:pt x="257" y="179"/>
                  <a:pt x="257" y="179"/>
                </a:cubicBezTo>
                <a:cubicBezTo>
                  <a:pt x="257" y="179"/>
                  <a:pt x="257" y="180"/>
                  <a:pt x="257" y="180"/>
                </a:cubicBezTo>
                <a:cubicBezTo>
                  <a:pt x="257" y="180"/>
                  <a:pt x="257" y="182"/>
                  <a:pt x="257" y="182"/>
                </a:cubicBezTo>
                <a:cubicBezTo>
                  <a:pt x="257" y="184"/>
                  <a:pt x="257" y="184"/>
                  <a:pt x="257" y="184"/>
                </a:cubicBezTo>
                <a:cubicBezTo>
                  <a:pt x="257" y="184"/>
                  <a:pt x="257" y="184"/>
                  <a:pt x="257" y="184"/>
                </a:cubicBezTo>
                <a:cubicBezTo>
                  <a:pt x="259" y="186"/>
                  <a:pt x="259" y="186"/>
                  <a:pt x="259" y="186"/>
                </a:cubicBezTo>
                <a:cubicBezTo>
                  <a:pt x="260" y="186"/>
                  <a:pt x="260" y="186"/>
                  <a:pt x="260" y="186"/>
                </a:cubicBezTo>
                <a:cubicBezTo>
                  <a:pt x="260" y="186"/>
                  <a:pt x="260" y="186"/>
                  <a:pt x="260" y="186"/>
                </a:cubicBezTo>
                <a:cubicBezTo>
                  <a:pt x="260" y="186"/>
                  <a:pt x="262" y="186"/>
                  <a:pt x="262" y="186"/>
                </a:cubicBezTo>
                <a:cubicBezTo>
                  <a:pt x="262" y="186"/>
                  <a:pt x="262" y="187"/>
                  <a:pt x="263" y="187"/>
                </a:cubicBezTo>
                <a:cubicBezTo>
                  <a:pt x="263" y="186"/>
                  <a:pt x="263" y="185"/>
                  <a:pt x="263" y="185"/>
                </a:cubicBezTo>
                <a:cubicBezTo>
                  <a:pt x="264" y="184"/>
                  <a:pt x="264" y="184"/>
                  <a:pt x="264" y="183"/>
                </a:cubicBezTo>
                <a:cubicBezTo>
                  <a:pt x="264" y="182"/>
                  <a:pt x="264" y="181"/>
                  <a:pt x="265" y="181"/>
                </a:cubicBezTo>
                <a:cubicBezTo>
                  <a:pt x="268" y="180"/>
                  <a:pt x="269" y="178"/>
                  <a:pt x="269" y="175"/>
                </a:cubicBezTo>
                <a:cubicBezTo>
                  <a:pt x="269" y="174"/>
                  <a:pt x="270" y="173"/>
                  <a:pt x="270" y="172"/>
                </a:cubicBezTo>
                <a:cubicBezTo>
                  <a:pt x="271" y="171"/>
                  <a:pt x="271" y="170"/>
                  <a:pt x="272" y="168"/>
                </a:cubicBezTo>
                <a:cubicBezTo>
                  <a:pt x="272" y="168"/>
                  <a:pt x="272" y="168"/>
                  <a:pt x="272" y="168"/>
                </a:cubicBezTo>
                <a:cubicBezTo>
                  <a:pt x="272" y="166"/>
                  <a:pt x="272" y="165"/>
                  <a:pt x="273" y="163"/>
                </a:cubicBezTo>
                <a:cubicBezTo>
                  <a:pt x="274" y="163"/>
                  <a:pt x="274" y="163"/>
                  <a:pt x="274" y="162"/>
                </a:cubicBezTo>
                <a:cubicBezTo>
                  <a:pt x="274" y="162"/>
                  <a:pt x="274" y="162"/>
                  <a:pt x="274" y="162"/>
                </a:cubicBezTo>
                <a:cubicBezTo>
                  <a:pt x="274" y="161"/>
                  <a:pt x="274" y="162"/>
                  <a:pt x="273" y="162"/>
                </a:cubicBezTo>
                <a:cubicBezTo>
                  <a:pt x="273" y="162"/>
                  <a:pt x="273" y="162"/>
                  <a:pt x="273" y="162"/>
                </a:cubicBezTo>
                <a:cubicBezTo>
                  <a:pt x="272" y="161"/>
                  <a:pt x="271" y="161"/>
                  <a:pt x="271" y="160"/>
                </a:cubicBezTo>
                <a:cubicBezTo>
                  <a:pt x="270" y="159"/>
                  <a:pt x="270" y="159"/>
                  <a:pt x="270" y="158"/>
                </a:cubicBezTo>
                <a:cubicBezTo>
                  <a:pt x="270" y="158"/>
                  <a:pt x="270" y="158"/>
                  <a:pt x="270" y="157"/>
                </a:cubicBezTo>
                <a:cubicBezTo>
                  <a:pt x="270" y="157"/>
                  <a:pt x="270" y="157"/>
                  <a:pt x="269" y="157"/>
                </a:cubicBezTo>
                <a:cubicBezTo>
                  <a:pt x="269" y="156"/>
                  <a:pt x="269" y="156"/>
                  <a:pt x="269" y="156"/>
                </a:cubicBezTo>
                <a:cubicBezTo>
                  <a:pt x="269" y="155"/>
                  <a:pt x="269" y="153"/>
                  <a:pt x="270" y="152"/>
                </a:cubicBezTo>
                <a:cubicBezTo>
                  <a:pt x="271" y="151"/>
                  <a:pt x="272" y="151"/>
                  <a:pt x="272" y="150"/>
                </a:cubicBezTo>
                <a:cubicBezTo>
                  <a:pt x="273" y="149"/>
                  <a:pt x="273" y="149"/>
                  <a:pt x="273" y="149"/>
                </a:cubicBezTo>
                <a:cubicBezTo>
                  <a:pt x="273" y="147"/>
                  <a:pt x="274" y="147"/>
                  <a:pt x="274" y="146"/>
                </a:cubicBezTo>
                <a:cubicBezTo>
                  <a:pt x="276" y="146"/>
                  <a:pt x="277" y="145"/>
                  <a:pt x="279" y="144"/>
                </a:cubicBezTo>
                <a:cubicBezTo>
                  <a:pt x="279" y="144"/>
                  <a:pt x="279" y="144"/>
                  <a:pt x="279" y="144"/>
                </a:cubicBezTo>
                <a:cubicBezTo>
                  <a:pt x="279" y="144"/>
                  <a:pt x="280" y="144"/>
                  <a:pt x="280" y="144"/>
                </a:cubicBezTo>
                <a:cubicBezTo>
                  <a:pt x="282" y="143"/>
                  <a:pt x="284" y="143"/>
                  <a:pt x="286" y="143"/>
                </a:cubicBezTo>
                <a:cubicBezTo>
                  <a:pt x="286" y="143"/>
                  <a:pt x="287" y="143"/>
                  <a:pt x="287" y="143"/>
                </a:cubicBezTo>
                <a:cubicBezTo>
                  <a:pt x="287" y="143"/>
                  <a:pt x="287" y="143"/>
                  <a:pt x="288" y="143"/>
                </a:cubicBezTo>
                <a:cubicBezTo>
                  <a:pt x="289" y="143"/>
                  <a:pt x="291" y="143"/>
                  <a:pt x="293" y="143"/>
                </a:cubicBezTo>
                <a:cubicBezTo>
                  <a:pt x="293" y="143"/>
                  <a:pt x="294" y="144"/>
                  <a:pt x="293" y="144"/>
                </a:cubicBezTo>
                <a:cubicBezTo>
                  <a:pt x="293" y="145"/>
                  <a:pt x="293" y="145"/>
                  <a:pt x="293" y="146"/>
                </a:cubicBezTo>
                <a:cubicBezTo>
                  <a:pt x="292" y="146"/>
                  <a:pt x="292" y="147"/>
                  <a:pt x="293" y="147"/>
                </a:cubicBezTo>
                <a:cubicBezTo>
                  <a:pt x="293" y="148"/>
                  <a:pt x="293" y="148"/>
                  <a:pt x="293" y="148"/>
                </a:cubicBezTo>
                <a:cubicBezTo>
                  <a:pt x="293" y="148"/>
                  <a:pt x="293" y="149"/>
                  <a:pt x="293" y="149"/>
                </a:cubicBezTo>
                <a:cubicBezTo>
                  <a:pt x="293" y="149"/>
                  <a:pt x="294" y="149"/>
                  <a:pt x="294" y="149"/>
                </a:cubicBezTo>
                <a:cubicBezTo>
                  <a:pt x="294" y="149"/>
                  <a:pt x="295" y="148"/>
                  <a:pt x="295" y="148"/>
                </a:cubicBezTo>
                <a:cubicBezTo>
                  <a:pt x="295" y="147"/>
                  <a:pt x="295" y="146"/>
                  <a:pt x="296" y="145"/>
                </a:cubicBezTo>
                <a:cubicBezTo>
                  <a:pt x="296" y="145"/>
                  <a:pt x="297" y="145"/>
                  <a:pt x="296" y="145"/>
                </a:cubicBezTo>
                <a:cubicBezTo>
                  <a:pt x="296" y="144"/>
                  <a:pt x="296" y="144"/>
                  <a:pt x="296" y="144"/>
                </a:cubicBezTo>
                <a:cubicBezTo>
                  <a:pt x="295" y="144"/>
                  <a:pt x="294" y="143"/>
                  <a:pt x="294" y="142"/>
                </a:cubicBezTo>
                <a:cubicBezTo>
                  <a:pt x="294" y="141"/>
                  <a:pt x="294" y="141"/>
                  <a:pt x="294" y="140"/>
                </a:cubicBezTo>
                <a:cubicBezTo>
                  <a:pt x="294" y="140"/>
                  <a:pt x="293" y="139"/>
                  <a:pt x="293" y="139"/>
                </a:cubicBezTo>
                <a:cubicBezTo>
                  <a:pt x="293" y="139"/>
                  <a:pt x="293" y="138"/>
                  <a:pt x="293" y="138"/>
                </a:cubicBezTo>
                <a:close/>
                <a:moveTo>
                  <a:pt x="310" y="100"/>
                </a:moveTo>
                <a:cubicBezTo>
                  <a:pt x="309" y="99"/>
                  <a:pt x="308" y="99"/>
                  <a:pt x="307" y="98"/>
                </a:cubicBezTo>
                <a:cubicBezTo>
                  <a:pt x="307" y="98"/>
                  <a:pt x="306" y="98"/>
                  <a:pt x="306" y="98"/>
                </a:cubicBezTo>
                <a:cubicBezTo>
                  <a:pt x="306" y="98"/>
                  <a:pt x="306" y="98"/>
                  <a:pt x="306" y="98"/>
                </a:cubicBezTo>
                <a:cubicBezTo>
                  <a:pt x="306" y="98"/>
                  <a:pt x="305" y="98"/>
                  <a:pt x="305" y="98"/>
                </a:cubicBezTo>
                <a:cubicBezTo>
                  <a:pt x="305" y="98"/>
                  <a:pt x="305" y="98"/>
                  <a:pt x="305" y="98"/>
                </a:cubicBezTo>
                <a:cubicBezTo>
                  <a:pt x="305" y="97"/>
                  <a:pt x="305" y="97"/>
                  <a:pt x="304" y="97"/>
                </a:cubicBezTo>
                <a:cubicBezTo>
                  <a:pt x="304" y="97"/>
                  <a:pt x="304" y="96"/>
                  <a:pt x="304" y="96"/>
                </a:cubicBezTo>
                <a:cubicBezTo>
                  <a:pt x="304" y="96"/>
                  <a:pt x="304" y="96"/>
                  <a:pt x="304" y="96"/>
                </a:cubicBezTo>
                <a:cubicBezTo>
                  <a:pt x="304" y="96"/>
                  <a:pt x="304" y="96"/>
                  <a:pt x="304" y="96"/>
                </a:cubicBezTo>
                <a:cubicBezTo>
                  <a:pt x="303" y="96"/>
                  <a:pt x="303" y="96"/>
                  <a:pt x="302" y="95"/>
                </a:cubicBezTo>
                <a:cubicBezTo>
                  <a:pt x="302" y="95"/>
                  <a:pt x="301" y="95"/>
                  <a:pt x="301" y="95"/>
                </a:cubicBezTo>
                <a:cubicBezTo>
                  <a:pt x="301" y="95"/>
                  <a:pt x="301" y="96"/>
                  <a:pt x="300" y="96"/>
                </a:cubicBezTo>
                <a:cubicBezTo>
                  <a:pt x="300" y="95"/>
                  <a:pt x="300" y="96"/>
                  <a:pt x="299" y="95"/>
                </a:cubicBezTo>
                <a:cubicBezTo>
                  <a:pt x="299" y="95"/>
                  <a:pt x="299" y="95"/>
                  <a:pt x="299" y="95"/>
                </a:cubicBezTo>
                <a:cubicBezTo>
                  <a:pt x="299" y="97"/>
                  <a:pt x="299" y="97"/>
                  <a:pt x="299" y="97"/>
                </a:cubicBezTo>
                <a:cubicBezTo>
                  <a:pt x="297" y="97"/>
                  <a:pt x="297" y="97"/>
                  <a:pt x="297" y="97"/>
                </a:cubicBezTo>
                <a:cubicBezTo>
                  <a:pt x="296" y="97"/>
                  <a:pt x="296" y="97"/>
                  <a:pt x="296" y="97"/>
                </a:cubicBezTo>
                <a:cubicBezTo>
                  <a:pt x="296" y="98"/>
                  <a:pt x="296" y="98"/>
                  <a:pt x="296" y="98"/>
                </a:cubicBezTo>
                <a:cubicBezTo>
                  <a:pt x="296" y="99"/>
                  <a:pt x="296" y="99"/>
                  <a:pt x="296" y="99"/>
                </a:cubicBezTo>
                <a:cubicBezTo>
                  <a:pt x="296" y="99"/>
                  <a:pt x="296" y="100"/>
                  <a:pt x="296" y="100"/>
                </a:cubicBezTo>
                <a:cubicBezTo>
                  <a:pt x="296" y="100"/>
                  <a:pt x="296" y="101"/>
                  <a:pt x="296" y="101"/>
                </a:cubicBezTo>
                <a:cubicBezTo>
                  <a:pt x="297" y="101"/>
                  <a:pt x="297" y="101"/>
                  <a:pt x="297" y="101"/>
                </a:cubicBezTo>
                <a:cubicBezTo>
                  <a:pt x="298" y="101"/>
                  <a:pt x="298" y="101"/>
                  <a:pt x="298" y="101"/>
                </a:cubicBezTo>
                <a:cubicBezTo>
                  <a:pt x="298" y="102"/>
                  <a:pt x="298" y="102"/>
                  <a:pt x="298" y="102"/>
                </a:cubicBezTo>
                <a:cubicBezTo>
                  <a:pt x="296" y="105"/>
                  <a:pt x="296" y="105"/>
                  <a:pt x="296" y="105"/>
                </a:cubicBezTo>
                <a:cubicBezTo>
                  <a:pt x="293" y="113"/>
                  <a:pt x="293" y="113"/>
                  <a:pt x="293" y="113"/>
                </a:cubicBezTo>
                <a:cubicBezTo>
                  <a:pt x="292" y="112"/>
                  <a:pt x="292" y="112"/>
                  <a:pt x="292" y="112"/>
                </a:cubicBezTo>
                <a:cubicBezTo>
                  <a:pt x="292" y="112"/>
                  <a:pt x="290" y="111"/>
                  <a:pt x="290" y="110"/>
                </a:cubicBezTo>
                <a:cubicBezTo>
                  <a:pt x="290" y="110"/>
                  <a:pt x="289" y="110"/>
                  <a:pt x="289" y="110"/>
                </a:cubicBezTo>
                <a:cubicBezTo>
                  <a:pt x="289" y="110"/>
                  <a:pt x="289" y="110"/>
                  <a:pt x="289" y="110"/>
                </a:cubicBezTo>
                <a:cubicBezTo>
                  <a:pt x="289" y="110"/>
                  <a:pt x="289" y="111"/>
                  <a:pt x="289" y="111"/>
                </a:cubicBezTo>
                <a:cubicBezTo>
                  <a:pt x="289" y="111"/>
                  <a:pt x="288" y="112"/>
                  <a:pt x="288" y="112"/>
                </a:cubicBezTo>
                <a:cubicBezTo>
                  <a:pt x="288" y="112"/>
                  <a:pt x="289" y="113"/>
                  <a:pt x="289" y="113"/>
                </a:cubicBezTo>
                <a:cubicBezTo>
                  <a:pt x="289" y="113"/>
                  <a:pt x="288" y="114"/>
                  <a:pt x="288" y="114"/>
                </a:cubicBezTo>
                <a:cubicBezTo>
                  <a:pt x="287" y="114"/>
                  <a:pt x="287" y="115"/>
                  <a:pt x="287" y="115"/>
                </a:cubicBezTo>
                <a:cubicBezTo>
                  <a:pt x="287" y="115"/>
                  <a:pt x="286" y="116"/>
                  <a:pt x="286" y="116"/>
                </a:cubicBezTo>
                <a:cubicBezTo>
                  <a:pt x="285" y="116"/>
                  <a:pt x="284" y="116"/>
                  <a:pt x="284" y="116"/>
                </a:cubicBezTo>
                <a:cubicBezTo>
                  <a:pt x="284" y="116"/>
                  <a:pt x="284" y="117"/>
                  <a:pt x="284" y="117"/>
                </a:cubicBezTo>
                <a:cubicBezTo>
                  <a:pt x="284" y="117"/>
                  <a:pt x="284" y="117"/>
                  <a:pt x="284" y="117"/>
                </a:cubicBezTo>
                <a:cubicBezTo>
                  <a:pt x="284" y="119"/>
                  <a:pt x="284" y="119"/>
                  <a:pt x="284" y="119"/>
                </a:cubicBezTo>
                <a:cubicBezTo>
                  <a:pt x="282" y="120"/>
                  <a:pt x="282" y="120"/>
                  <a:pt x="282" y="120"/>
                </a:cubicBezTo>
                <a:cubicBezTo>
                  <a:pt x="281" y="121"/>
                  <a:pt x="281" y="121"/>
                  <a:pt x="281" y="121"/>
                </a:cubicBezTo>
                <a:cubicBezTo>
                  <a:pt x="281" y="121"/>
                  <a:pt x="278" y="122"/>
                  <a:pt x="278" y="122"/>
                </a:cubicBezTo>
                <a:cubicBezTo>
                  <a:pt x="278" y="123"/>
                  <a:pt x="278" y="124"/>
                  <a:pt x="278" y="124"/>
                </a:cubicBezTo>
                <a:cubicBezTo>
                  <a:pt x="278" y="124"/>
                  <a:pt x="278" y="125"/>
                  <a:pt x="278" y="125"/>
                </a:cubicBezTo>
                <a:cubicBezTo>
                  <a:pt x="278" y="125"/>
                  <a:pt x="278" y="126"/>
                  <a:pt x="278" y="126"/>
                </a:cubicBezTo>
                <a:cubicBezTo>
                  <a:pt x="276" y="126"/>
                  <a:pt x="276" y="126"/>
                  <a:pt x="276" y="126"/>
                </a:cubicBezTo>
                <a:cubicBezTo>
                  <a:pt x="276" y="128"/>
                  <a:pt x="276" y="128"/>
                  <a:pt x="276" y="128"/>
                </a:cubicBezTo>
                <a:cubicBezTo>
                  <a:pt x="276" y="128"/>
                  <a:pt x="276" y="128"/>
                  <a:pt x="276" y="128"/>
                </a:cubicBezTo>
                <a:cubicBezTo>
                  <a:pt x="277" y="129"/>
                  <a:pt x="278" y="129"/>
                  <a:pt x="278" y="129"/>
                </a:cubicBezTo>
                <a:cubicBezTo>
                  <a:pt x="278" y="129"/>
                  <a:pt x="279" y="130"/>
                  <a:pt x="279" y="130"/>
                </a:cubicBezTo>
                <a:cubicBezTo>
                  <a:pt x="279" y="130"/>
                  <a:pt x="279" y="128"/>
                  <a:pt x="279" y="128"/>
                </a:cubicBezTo>
                <a:cubicBezTo>
                  <a:pt x="281" y="129"/>
                  <a:pt x="281" y="129"/>
                  <a:pt x="281" y="129"/>
                </a:cubicBezTo>
                <a:cubicBezTo>
                  <a:pt x="281" y="129"/>
                  <a:pt x="282" y="129"/>
                  <a:pt x="282" y="129"/>
                </a:cubicBezTo>
                <a:cubicBezTo>
                  <a:pt x="282" y="129"/>
                  <a:pt x="283" y="129"/>
                  <a:pt x="283" y="129"/>
                </a:cubicBezTo>
                <a:cubicBezTo>
                  <a:pt x="283" y="129"/>
                  <a:pt x="283" y="130"/>
                  <a:pt x="283" y="130"/>
                </a:cubicBezTo>
                <a:cubicBezTo>
                  <a:pt x="283" y="130"/>
                  <a:pt x="282" y="130"/>
                  <a:pt x="282" y="130"/>
                </a:cubicBezTo>
                <a:cubicBezTo>
                  <a:pt x="282" y="130"/>
                  <a:pt x="283" y="131"/>
                  <a:pt x="283" y="131"/>
                </a:cubicBezTo>
                <a:cubicBezTo>
                  <a:pt x="283" y="131"/>
                  <a:pt x="283" y="131"/>
                  <a:pt x="283" y="131"/>
                </a:cubicBezTo>
                <a:cubicBezTo>
                  <a:pt x="283" y="131"/>
                  <a:pt x="284" y="133"/>
                  <a:pt x="284" y="133"/>
                </a:cubicBezTo>
                <a:cubicBezTo>
                  <a:pt x="284" y="133"/>
                  <a:pt x="284" y="134"/>
                  <a:pt x="284" y="134"/>
                </a:cubicBezTo>
                <a:cubicBezTo>
                  <a:pt x="285" y="135"/>
                  <a:pt x="285" y="135"/>
                  <a:pt x="285" y="135"/>
                </a:cubicBezTo>
                <a:cubicBezTo>
                  <a:pt x="286" y="135"/>
                  <a:pt x="286" y="135"/>
                  <a:pt x="286" y="135"/>
                </a:cubicBezTo>
                <a:cubicBezTo>
                  <a:pt x="287" y="136"/>
                  <a:pt x="287" y="136"/>
                  <a:pt x="287" y="136"/>
                </a:cubicBezTo>
                <a:cubicBezTo>
                  <a:pt x="287" y="136"/>
                  <a:pt x="287" y="136"/>
                  <a:pt x="287" y="136"/>
                </a:cubicBezTo>
                <a:cubicBezTo>
                  <a:pt x="287" y="136"/>
                  <a:pt x="288" y="136"/>
                  <a:pt x="288" y="136"/>
                </a:cubicBezTo>
                <a:cubicBezTo>
                  <a:pt x="289" y="138"/>
                  <a:pt x="289" y="138"/>
                  <a:pt x="289" y="138"/>
                </a:cubicBezTo>
                <a:cubicBezTo>
                  <a:pt x="290" y="137"/>
                  <a:pt x="290" y="137"/>
                  <a:pt x="290" y="137"/>
                </a:cubicBezTo>
                <a:cubicBezTo>
                  <a:pt x="290" y="138"/>
                  <a:pt x="290" y="138"/>
                  <a:pt x="290" y="138"/>
                </a:cubicBezTo>
                <a:cubicBezTo>
                  <a:pt x="292" y="137"/>
                  <a:pt x="292" y="137"/>
                  <a:pt x="292" y="137"/>
                </a:cubicBezTo>
                <a:cubicBezTo>
                  <a:pt x="293" y="138"/>
                  <a:pt x="293" y="138"/>
                  <a:pt x="293" y="138"/>
                </a:cubicBezTo>
                <a:cubicBezTo>
                  <a:pt x="293" y="138"/>
                  <a:pt x="293" y="139"/>
                  <a:pt x="293" y="139"/>
                </a:cubicBezTo>
                <a:cubicBezTo>
                  <a:pt x="293" y="139"/>
                  <a:pt x="294" y="140"/>
                  <a:pt x="294" y="140"/>
                </a:cubicBezTo>
                <a:cubicBezTo>
                  <a:pt x="294" y="140"/>
                  <a:pt x="294" y="139"/>
                  <a:pt x="294" y="139"/>
                </a:cubicBezTo>
                <a:cubicBezTo>
                  <a:pt x="294" y="138"/>
                  <a:pt x="294" y="138"/>
                  <a:pt x="294" y="137"/>
                </a:cubicBezTo>
                <a:cubicBezTo>
                  <a:pt x="295" y="137"/>
                  <a:pt x="294" y="136"/>
                  <a:pt x="294" y="136"/>
                </a:cubicBezTo>
                <a:cubicBezTo>
                  <a:pt x="295" y="135"/>
                  <a:pt x="295" y="134"/>
                  <a:pt x="296" y="134"/>
                </a:cubicBezTo>
                <a:cubicBezTo>
                  <a:pt x="296" y="134"/>
                  <a:pt x="296" y="134"/>
                  <a:pt x="296" y="134"/>
                </a:cubicBezTo>
                <a:cubicBezTo>
                  <a:pt x="295" y="132"/>
                  <a:pt x="296" y="132"/>
                  <a:pt x="296" y="131"/>
                </a:cubicBezTo>
                <a:cubicBezTo>
                  <a:pt x="297" y="131"/>
                  <a:pt x="297" y="131"/>
                  <a:pt x="297" y="131"/>
                </a:cubicBezTo>
                <a:cubicBezTo>
                  <a:pt x="298" y="132"/>
                  <a:pt x="299" y="131"/>
                  <a:pt x="299" y="131"/>
                </a:cubicBezTo>
                <a:cubicBezTo>
                  <a:pt x="299" y="130"/>
                  <a:pt x="299" y="130"/>
                  <a:pt x="300" y="130"/>
                </a:cubicBezTo>
                <a:cubicBezTo>
                  <a:pt x="300" y="130"/>
                  <a:pt x="301" y="130"/>
                  <a:pt x="301" y="129"/>
                </a:cubicBezTo>
                <a:cubicBezTo>
                  <a:pt x="302" y="128"/>
                  <a:pt x="302" y="127"/>
                  <a:pt x="303" y="127"/>
                </a:cubicBezTo>
                <a:cubicBezTo>
                  <a:pt x="304" y="127"/>
                  <a:pt x="304" y="126"/>
                  <a:pt x="304" y="126"/>
                </a:cubicBezTo>
                <a:cubicBezTo>
                  <a:pt x="303" y="125"/>
                  <a:pt x="304" y="124"/>
                  <a:pt x="305" y="123"/>
                </a:cubicBezTo>
                <a:cubicBezTo>
                  <a:pt x="305" y="123"/>
                  <a:pt x="305" y="122"/>
                  <a:pt x="305" y="122"/>
                </a:cubicBezTo>
                <a:cubicBezTo>
                  <a:pt x="305" y="121"/>
                  <a:pt x="305" y="122"/>
                  <a:pt x="304" y="122"/>
                </a:cubicBezTo>
                <a:cubicBezTo>
                  <a:pt x="304" y="121"/>
                  <a:pt x="304" y="121"/>
                  <a:pt x="304" y="121"/>
                </a:cubicBezTo>
                <a:cubicBezTo>
                  <a:pt x="304" y="121"/>
                  <a:pt x="305" y="119"/>
                  <a:pt x="305" y="118"/>
                </a:cubicBezTo>
                <a:cubicBezTo>
                  <a:pt x="305" y="117"/>
                  <a:pt x="304" y="117"/>
                  <a:pt x="305" y="116"/>
                </a:cubicBezTo>
                <a:cubicBezTo>
                  <a:pt x="306" y="115"/>
                  <a:pt x="305" y="115"/>
                  <a:pt x="305" y="115"/>
                </a:cubicBezTo>
                <a:cubicBezTo>
                  <a:pt x="305" y="114"/>
                  <a:pt x="305" y="114"/>
                  <a:pt x="304" y="114"/>
                </a:cubicBezTo>
                <a:cubicBezTo>
                  <a:pt x="304" y="114"/>
                  <a:pt x="305" y="114"/>
                  <a:pt x="305" y="113"/>
                </a:cubicBezTo>
                <a:cubicBezTo>
                  <a:pt x="305" y="113"/>
                  <a:pt x="305" y="113"/>
                  <a:pt x="305" y="113"/>
                </a:cubicBezTo>
                <a:cubicBezTo>
                  <a:pt x="306" y="113"/>
                  <a:pt x="306" y="112"/>
                  <a:pt x="306" y="111"/>
                </a:cubicBezTo>
                <a:cubicBezTo>
                  <a:pt x="306" y="111"/>
                  <a:pt x="305" y="111"/>
                  <a:pt x="305" y="111"/>
                </a:cubicBezTo>
                <a:cubicBezTo>
                  <a:pt x="305" y="110"/>
                  <a:pt x="305" y="110"/>
                  <a:pt x="305" y="110"/>
                </a:cubicBezTo>
                <a:cubicBezTo>
                  <a:pt x="305" y="110"/>
                  <a:pt x="306" y="109"/>
                  <a:pt x="306" y="109"/>
                </a:cubicBezTo>
                <a:cubicBezTo>
                  <a:pt x="306" y="109"/>
                  <a:pt x="306" y="109"/>
                  <a:pt x="306" y="109"/>
                </a:cubicBezTo>
                <a:cubicBezTo>
                  <a:pt x="306" y="109"/>
                  <a:pt x="306" y="108"/>
                  <a:pt x="306" y="108"/>
                </a:cubicBezTo>
                <a:cubicBezTo>
                  <a:pt x="306" y="107"/>
                  <a:pt x="306" y="106"/>
                  <a:pt x="307" y="105"/>
                </a:cubicBezTo>
                <a:cubicBezTo>
                  <a:pt x="308" y="104"/>
                  <a:pt x="308" y="103"/>
                  <a:pt x="309" y="102"/>
                </a:cubicBezTo>
                <a:cubicBezTo>
                  <a:pt x="309" y="101"/>
                  <a:pt x="309" y="101"/>
                  <a:pt x="309" y="101"/>
                </a:cubicBezTo>
                <a:cubicBezTo>
                  <a:pt x="310" y="101"/>
                  <a:pt x="310" y="100"/>
                  <a:pt x="310" y="100"/>
                </a:cubicBezTo>
                <a:close/>
                <a:moveTo>
                  <a:pt x="442" y="302"/>
                </a:moveTo>
                <a:cubicBezTo>
                  <a:pt x="442" y="302"/>
                  <a:pt x="442" y="302"/>
                  <a:pt x="442" y="302"/>
                </a:cubicBezTo>
                <a:cubicBezTo>
                  <a:pt x="443" y="302"/>
                  <a:pt x="443" y="302"/>
                  <a:pt x="442" y="302"/>
                </a:cubicBezTo>
                <a:cubicBezTo>
                  <a:pt x="442" y="302"/>
                  <a:pt x="442" y="302"/>
                  <a:pt x="442" y="301"/>
                </a:cubicBezTo>
                <a:cubicBezTo>
                  <a:pt x="442" y="301"/>
                  <a:pt x="443" y="301"/>
                  <a:pt x="443" y="301"/>
                </a:cubicBezTo>
                <a:cubicBezTo>
                  <a:pt x="443" y="301"/>
                  <a:pt x="443" y="301"/>
                  <a:pt x="443" y="301"/>
                </a:cubicBezTo>
                <a:cubicBezTo>
                  <a:pt x="443" y="301"/>
                  <a:pt x="443" y="301"/>
                  <a:pt x="443" y="301"/>
                </a:cubicBezTo>
                <a:cubicBezTo>
                  <a:pt x="443" y="301"/>
                  <a:pt x="443" y="300"/>
                  <a:pt x="443" y="301"/>
                </a:cubicBezTo>
                <a:cubicBezTo>
                  <a:pt x="443" y="301"/>
                  <a:pt x="443" y="301"/>
                  <a:pt x="443" y="301"/>
                </a:cubicBezTo>
                <a:cubicBezTo>
                  <a:pt x="442" y="300"/>
                  <a:pt x="442" y="300"/>
                  <a:pt x="442" y="301"/>
                </a:cubicBezTo>
                <a:cubicBezTo>
                  <a:pt x="442" y="301"/>
                  <a:pt x="442" y="301"/>
                  <a:pt x="442" y="301"/>
                </a:cubicBezTo>
                <a:cubicBezTo>
                  <a:pt x="442" y="301"/>
                  <a:pt x="442" y="301"/>
                  <a:pt x="441" y="301"/>
                </a:cubicBezTo>
                <a:cubicBezTo>
                  <a:pt x="441" y="301"/>
                  <a:pt x="441" y="301"/>
                  <a:pt x="441" y="301"/>
                </a:cubicBezTo>
                <a:cubicBezTo>
                  <a:pt x="441" y="301"/>
                  <a:pt x="441" y="301"/>
                  <a:pt x="441" y="301"/>
                </a:cubicBezTo>
                <a:cubicBezTo>
                  <a:pt x="441" y="301"/>
                  <a:pt x="441" y="301"/>
                  <a:pt x="441" y="301"/>
                </a:cubicBezTo>
                <a:cubicBezTo>
                  <a:pt x="441" y="301"/>
                  <a:pt x="441" y="301"/>
                  <a:pt x="441" y="301"/>
                </a:cubicBezTo>
                <a:cubicBezTo>
                  <a:pt x="441" y="301"/>
                  <a:pt x="441" y="301"/>
                  <a:pt x="441" y="301"/>
                </a:cubicBezTo>
                <a:cubicBezTo>
                  <a:pt x="441" y="301"/>
                  <a:pt x="440" y="301"/>
                  <a:pt x="440" y="301"/>
                </a:cubicBezTo>
                <a:cubicBezTo>
                  <a:pt x="440" y="301"/>
                  <a:pt x="440" y="301"/>
                  <a:pt x="440" y="301"/>
                </a:cubicBezTo>
                <a:cubicBezTo>
                  <a:pt x="440" y="301"/>
                  <a:pt x="440" y="301"/>
                  <a:pt x="439" y="301"/>
                </a:cubicBezTo>
                <a:cubicBezTo>
                  <a:pt x="439" y="301"/>
                  <a:pt x="439" y="301"/>
                  <a:pt x="438" y="301"/>
                </a:cubicBezTo>
                <a:cubicBezTo>
                  <a:pt x="438" y="301"/>
                  <a:pt x="438" y="301"/>
                  <a:pt x="438" y="301"/>
                </a:cubicBezTo>
                <a:cubicBezTo>
                  <a:pt x="438" y="301"/>
                  <a:pt x="438" y="301"/>
                  <a:pt x="437" y="301"/>
                </a:cubicBezTo>
                <a:cubicBezTo>
                  <a:pt x="437" y="301"/>
                  <a:pt x="437" y="301"/>
                  <a:pt x="437" y="301"/>
                </a:cubicBezTo>
                <a:cubicBezTo>
                  <a:pt x="437" y="301"/>
                  <a:pt x="436" y="301"/>
                  <a:pt x="436" y="301"/>
                </a:cubicBezTo>
                <a:cubicBezTo>
                  <a:pt x="436" y="300"/>
                  <a:pt x="436" y="300"/>
                  <a:pt x="436" y="300"/>
                </a:cubicBezTo>
                <a:cubicBezTo>
                  <a:pt x="435" y="300"/>
                  <a:pt x="435" y="300"/>
                  <a:pt x="435" y="300"/>
                </a:cubicBezTo>
                <a:cubicBezTo>
                  <a:pt x="434" y="300"/>
                  <a:pt x="434" y="300"/>
                  <a:pt x="433" y="300"/>
                </a:cubicBezTo>
                <a:cubicBezTo>
                  <a:pt x="433" y="300"/>
                  <a:pt x="433" y="300"/>
                  <a:pt x="433" y="300"/>
                </a:cubicBezTo>
                <a:cubicBezTo>
                  <a:pt x="433" y="299"/>
                  <a:pt x="433" y="299"/>
                  <a:pt x="433" y="299"/>
                </a:cubicBezTo>
                <a:cubicBezTo>
                  <a:pt x="433" y="299"/>
                  <a:pt x="433" y="300"/>
                  <a:pt x="433" y="300"/>
                </a:cubicBezTo>
                <a:cubicBezTo>
                  <a:pt x="433" y="300"/>
                  <a:pt x="433" y="300"/>
                  <a:pt x="433" y="300"/>
                </a:cubicBezTo>
                <a:cubicBezTo>
                  <a:pt x="432" y="301"/>
                  <a:pt x="432" y="301"/>
                  <a:pt x="432" y="301"/>
                </a:cubicBezTo>
                <a:cubicBezTo>
                  <a:pt x="432" y="301"/>
                  <a:pt x="432" y="301"/>
                  <a:pt x="432" y="301"/>
                </a:cubicBezTo>
                <a:cubicBezTo>
                  <a:pt x="431" y="301"/>
                  <a:pt x="431" y="301"/>
                  <a:pt x="430" y="302"/>
                </a:cubicBezTo>
                <a:cubicBezTo>
                  <a:pt x="430" y="302"/>
                  <a:pt x="429" y="302"/>
                  <a:pt x="428" y="301"/>
                </a:cubicBezTo>
                <a:cubicBezTo>
                  <a:pt x="428" y="301"/>
                  <a:pt x="428" y="301"/>
                  <a:pt x="428" y="302"/>
                </a:cubicBezTo>
                <a:cubicBezTo>
                  <a:pt x="428" y="302"/>
                  <a:pt x="428" y="302"/>
                  <a:pt x="428" y="302"/>
                </a:cubicBezTo>
                <a:cubicBezTo>
                  <a:pt x="428" y="303"/>
                  <a:pt x="427" y="302"/>
                  <a:pt x="427" y="302"/>
                </a:cubicBezTo>
                <a:cubicBezTo>
                  <a:pt x="427" y="302"/>
                  <a:pt x="427" y="302"/>
                  <a:pt x="427" y="303"/>
                </a:cubicBezTo>
                <a:cubicBezTo>
                  <a:pt x="427" y="303"/>
                  <a:pt x="427" y="303"/>
                  <a:pt x="427" y="303"/>
                </a:cubicBezTo>
                <a:cubicBezTo>
                  <a:pt x="427" y="303"/>
                  <a:pt x="427" y="304"/>
                  <a:pt x="426" y="304"/>
                </a:cubicBezTo>
                <a:cubicBezTo>
                  <a:pt x="426" y="304"/>
                  <a:pt x="426" y="304"/>
                  <a:pt x="426" y="304"/>
                </a:cubicBezTo>
                <a:cubicBezTo>
                  <a:pt x="426" y="304"/>
                  <a:pt x="427" y="304"/>
                  <a:pt x="427" y="304"/>
                </a:cubicBezTo>
                <a:cubicBezTo>
                  <a:pt x="427" y="304"/>
                  <a:pt x="427" y="304"/>
                  <a:pt x="427" y="304"/>
                </a:cubicBezTo>
                <a:cubicBezTo>
                  <a:pt x="426" y="304"/>
                  <a:pt x="427" y="304"/>
                  <a:pt x="427" y="304"/>
                </a:cubicBezTo>
                <a:cubicBezTo>
                  <a:pt x="427" y="304"/>
                  <a:pt x="427" y="305"/>
                  <a:pt x="427" y="304"/>
                </a:cubicBezTo>
                <a:cubicBezTo>
                  <a:pt x="427" y="304"/>
                  <a:pt x="428" y="304"/>
                  <a:pt x="428" y="304"/>
                </a:cubicBezTo>
                <a:cubicBezTo>
                  <a:pt x="428" y="305"/>
                  <a:pt x="428" y="304"/>
                  <a:pt x="428" y="304"/>
                </a:cubicBezTo>
                <a:cubicBezTo>
                  <a:pt x="429" y="304"/>
                  <a:pt x="429" y="304"/>
                  <a:pt x="429" y="304"/>
                </a:cubicBezTo>
                <a:cubicBezTo>
                  <a:pt x="429" y="304"/>
                  <a:pt x="429" y="304"/>
                  <a:pt x="429" y="304"/>
                </a:cubicBezTo>
                <a:cubicBezTo>
                  <a:pt x="429" y="304"/>
                  <a:pt x="429" y="304"/>
                  <a:pt x="429" y="304"/>
                </a:cubicBezTo>
                <a:cubicBezTo>
                  <a:pt x="429" y="304"/>
                  <a:pt x="429" y="304"/>
                  <a:pt x="429" y="304"/>
                </a:cubicBezTo>
                <a:cubicBezTo>
                  <a:pt x="429" y="304"/>
                  <a:pt x="429" y="304"/>
                  <a:pt x="429" y="304"/>
                </a:cubicBezTo>
                <a:cubicBezTo>
                  <a:pt x="429" y="304"/>
                  <a:pt x="430" y="304"/>
                  <a:pt x="430" y="304"/>
                </a:cubicBezTo>
                <a:cubicBezTo>
                  <a:pt x="430" y="304"/>
                  <a:pt x="430" y="304"/>
                  <a:pt x="431" y="304"/>
                </a:cubicBezTo>
                <a:cubicBezTo>
                  <a:pt x="431" y="304"/>
                  <a:pt x="431" y="304"/>
                  <a:pt x="431" y="304"/>
                </a:cubicBezTo>
                <a:cubicBezTo>
                  <a:pt x="431" y="304"/>
                  <a:pt x="431" y="304"/>
                  <a:pt x="431" y="304"/>
                </a:cubicBezTo>
                <a:cubicBezTo>
                  <a:pt x="431" y="303"/>
                  <a:pt x="431" y="303"/>
                  <a:pt x="431" y="303"/>
                </a:cubicBezTo>
                <a:cubicBezTo>
                  <a:pt x="431" y="303"/>
                  <a:pt x="431" y="303"/>
                  <a:pt x="431" y="303"/>
                </a:cubicBezTo>
                <a:cubicBezTo>
                  <a:pt x="431" y="303"/>
                  <a:pt x="431" y="304"/>
                  <a:pt x="431" y="303"/>
                </a:cubicBezTo>
                <a:cubicBezTo>
                  <a:pt x="431" y="303"/>
                  <a:pt x="431" y="303"/>
                  <a:pt x="431" y="303"/>
                </a:cubicBezTo>
                <a:cubicBezTo>
                  <a:pt x="431" y="303"/>
                  <a:pt x="431" y="303"/>
                  <a:pt x="431" y="303"/>
                </a:cubicBezTo>
                <a:cubicBezTo>
                  <a:pt x="432" y="303"/>
                  <a:pt x="432" y="303"/>
                  <a:pt x="432" y="303"/>
                </a:cubicBezTo>
                <a:cubicBezTo>
                  <a:pt x="432" y="303"/>
                  <a:pt x="432" y="303"/>
                  <a:pt x="432" y="303"/>
                </a:cubicBezTo>
                <a:cubicBezTo>
                  <a:pt x="432" y="303"/>
                  <a:pt x="433" y="303"/>
                  <a:pt x="433" y="303"/>
                </a:cubicBezTo>
                <a:cubicBezTo>
                  <a:pt x="433" y="303"/>
                  <a:pt x="433" y="303"/>
                  <a:pt x="433" y="303"/>
                </a:cubicBezTo>
                <a:cubicBezTo>
                  <a:pt x="434" y="304"/>
                  <a:pt x="434" y="304"/>
                  <a:pt x="434" y="305"/>
                </a:cubicBezTo>
                <a:cubicBezTo>
                  <a:pt x="435" y="305"/>
                  <a:pt x="435" y="306"/>
                  <a:pt x="435" y="306"/>
                </a:cubicBezTo>
                <a:cubicBezTo>
                  <a:pt x="435" y="307"/>
                  <a:pt x="435" y="307"/>
                  <a:pt x="435" y="307"/>
                </a:cubicBezTo>
                <a:cubicBezTo>
                  <a:pt x="435" y="308"/>
                  <a:pt x="435" y="308"/>
                  <a:pt x="435" y="308"/>
                </a:cubicBezTo>
                <a:cubicBezTo>
                  <a:pt x="435" y="308"/>
                  <a:pt x="435" y="308"/>
                  <a:pt x="434" y="308"/>
                </a:cubicBezTo>
                <a:cubicBezTo>
                  <a:pt x="434" y="308"/>
                  <a:pt x="434" y="308"/>
                  <a:pt x="434" y="308"/>
                </a:cubicBezTo>
                <a:cubicBezTo>
                  <a:pt x="434" y="308"/>
                  <a:pt x="434" y="308"/>
                  <a:pt x="434" y="308"/>
                </a:cubicBezTo>
                <a:cubicBezTo>
                  <a:pt x="434" y="308"/>
                  <a:pt x="434" y="309"/>
                  <a:pt x="434" y="309"/>
                </a:cubicBezTo>
                <a:cubicBezTo>
                  <a:pt x="433" y="308"/>
                  <a:pt x="433" y="308"/>
                  <a:pt x="433" y="309"/>
                </a:cubicBezTo>
                <a:cubicBezTo>
                  <a:pt x="433" y="309"/>
                  <a:pt x="433" y="309"/>
                  <a:pt x="433" y="309"/>
                </a:cubicBezTo>
                <a:cubicBezTo>
                  <a:pt x="433" y="309"/>
                  <a:pt x="432" y="310"/>
                  <a:pt x="432" y="310"/>
                </a:cubicBezTo>
                <a:cubicBezTo>
                  <a:pt x="431" y="310"/>
                  <a:pt x="431" y="310"/>
                  <a:pt x="432" y="311"/>
                </a:cubicBezTo>
                <a:cubicBezTo>
                  <a:pt x="432" y="311"/>
                  <a:pt x="432" y="311"/>
                  <a:pt x="432" y="312"/>
                </a:cubicBezTo>
                <a:cubicBezTo>
                  <a:pt x="432" y="312"/>
                  <a:pt x="432" y="312"/>
                  <a:pt x="432" y="312"/>
                </a:cubicBezTo>
                <a:cubicBezTo>
                  <a:pt x="432" y="313"/>
                  <a:pt x="432" y="313"/>
                  <a:pt x="432" y="313"/>
                </a:cubicBezTo>
                <a:cubicBezTo>
                  <a:pt x="432" y="313"/>
                  <a:pt x="433" y="313"/>
                  <a:pt x="433" y="314"/>
                </a:cubicBezTo>
                <a:cubicBezTo>
                  <a:pt x="433" y="314"/>
                  <a:pt x="433" y="314"/>
                  <a:pt x="433" y="314"/>
                </a:cubicBezTo>
                <a:cubicBezTo>
                  <a:pt x="433" y="314"/>
                  <a:pt x="433" y="314"/>
                  <a:pt x="433" y="314"/>
                </a:cubicBezTo>
                <a:cubicBezTo>
                  <a:pt x="433" y="314"/>
                  <a:pt x="433" y="314"/>
                  <a:pt x="433" y="314"/>
                </a:cubicBezTo>
                <a:cubicBezTo>
                  <a:pt x="433" y="314"/>
                  <a:pt x="433" y="314"/>
                  <a:pt x="433" y="314"/>
                </a:cubicBezTo>
                <a:cubicBezTo>
                  <a:pt x="434" y="314"/>
                  <a:pt x="434" y="314"/>
                  <a:pt x="434" y="314"/>
                </a:cubicBezTo>
                <a:cubicBezTo>
                  <a:pt x="435" y="314"/>
                  <a:pt x="435" y="314"/>
                  <a:pt x="435" y="313"/>
                </a:cubicBezTo>
                <a:cubicBezTo>
                  <a:pt x="435" y="313"/>
                  <a:pt x="435" y="313"/>
                  <a:pt x="435" y="313"/>
                </a:cubicBezTo>
                <a:cubicBezTo>
                  <a:pt x="436" y="313"/>
                  <a:pt x="436" y="313"/>
                  <a:pt x="436" y="313"/>
                </a:cubicBezTo>
                <a:cubicBezTo>
                  <a:pt x="436" y="313"/>
                  <a:pt x="436" y="313"/>
                  <a:pt x="436" y="312"/>
                </a:cubicBezTo>
                <a:cubicBezTo>
                  <a:pt x="437" y="312"/>
                  <a:pt x="437" y="312"/>
                  <a:pt x="438" y="312"/>
                </a:cubicBezTo>
                <a:cubicBezTo>
                  <a:pt x="438" y="312"/>
                  <a:pt x="438" y="312"/>
                  <a:pt x="438" y="312"/>
                </a:cubicBezTo>
                <a:cubicBezTo>
                  <a:pt x="438" y="312"/>
                  <a:pt x="439" y="312"/>
                  <a:pt x="439" y="312"/>
                </a:cubicBezTo>
                <a:cubicBezTo>
                  <a:pt x="439" y="312"/>
                  <a:pt x="439" y="312"/>
                  <a:pt x="440" y="312"/>
                </a:cubicBezTo>
                <a:cubicBezTo>
                  <a:pt x="440" y="312"/>
                  <a:pt x="440" y="312"/>
                  <a:pt x="440" y="312"/>
                </a:cubicBezTo>
                <a:cubicBezTo>
                  <a:pt x="440" y="312"/>
                  <a:pt x="440" y="312"/>
                  <a:pt x="440" y="311"/>
                </a:cubicBezTo>
                <a:cubicBezTo>
                  <a:pt x="440" y="311"/>
                  <a:pt x="440" y="311"/>
                  <a:pt x="440" y="311"/>
                </a:cubicBezTo>
                <a:cubicBezTo>
                  <a:pt x="440" y="311"/>
                  <a:pt x="440" y="311"/>
                  <a:pt x="440" y="311"/>
                </a:cubicBezTo>
                <a:cubicBezTo>
                  <a:pt x="439" y="311"/>
                  <a:pt x="439" y="311"/>
                  <a:pt x="439" y="311"/>
                </a:cubicBezTo>
                <a:cubicBezTo>
                  <a:pt x="439" y="310"/>
                  <a:pt x="439" y="310"/>
                  <a:pt x="439" y="310"/>
                </a:cubicBezTo>
                <a:cubicBezTo>
                  <a:pt x="438" y="309"/>
                  <a:pt x="438" y="309"/>
                  <a:pt x="438" y="308"/>
                </a:cubicBezTo>
                <a:cubicBezTo>
                  <a:pt x="438" y="308"/>
                  <a:pt x="438" y="307"/>
                  <a:pt x="438" y="307"/>
                </a:cubicBezTo>
                <a:cubicBezTo>
                  <a:pt x="438" y="307"/>
                  <a:pt x="438" y="307"/>
                  <a:pt x="438" y="307"/>
                </a:cubicBezTo>
                <a:cubicBezTo>
                  <a:pt x="438" y="307"/>
                  <a:pt x="438" y="307"/>
                  <a:pt x="438" y="307"/>
                </a:cubicBezTo>
                <a:cubicBezTo>
                  <a:pt x="438" y="306"/>
                  <a:pt x="438" y="306"/>
                  <a:pt x="438" y="305"/>
                </a:cubicBezTo>
                <a:cubicBezTo>
                  <a:pt x="438" y="305"/>
                  <a:pt x="439" y="305"/>
                  <a:pt x="439" y="305"/>
                </a:cubicBezTo>
                <a:cubicBezTo>
                  <a:pt x="439" y="305"/>
                  <a:pt x="439" y="305"/>
                  <a:pt x="439" y="304"/>
                </a:cubicBezTo>
                <a:cubicBezTo>
                  <a:pt x="439" y="304"/>
                  <a:pt x="439" y="304"/>
                  <a:pt x="439" y="304"/>
                </a:cubicBezTo>
                <a:cubicBezTo>
                  <a:pt x="439" y="304"/>
                  <a:pt x="439" y="304"/>
                  <a:pt x="439" y="304"/>
                </a:cubicBezTo>
                <a:cubicBezTo>
                  <a:pt x="439" y="304"/>
                  <a:pt x="439" y="304"/>
                  <a:pt x="439" y="303"/>
                </a:cubicBezTo>
                <a:cubicBezTo>
                  <a:pt x="440" y="303"/>
                  <a:pt x="440" y="302"/>
                  <a:pt x="441" y="302"/>
                </a:cubicBezTo>
                <a:cubicBezTo>
                  <a:pt x="441" y="302"/>
                  <a:pt x="441" y="302"/>
                  <a:pt x="442" y="302"/>
                </a:cubicBezTo>
                <a:cubicBezTo>
                  <a:pt x="442" y="302"/>
                  <a:pt x="442" y="302"/>
                  <a:pt x="442" y="302"/>
                </a:cubicBezTo>
                <a:close/>
                <a:moveTo>
                  <a:pt x="444" y="319"/>
                </a:moveTo>
                <a:cubicBezTo>
                  <a:pt x="444" y="320"/>
                  <a:pt x="444" y="320"/>
                  <a:pt x="444" y="320"/>
                </a:cubicBezTo>
                <a:cubicBezTo>
                  <a:pt x="444" y="320"/>
                  <a:pt x="443" y="320"/>
                  <a:pt x="443" y="320"/>
                </a:cubicBezTo>
                <a:cubicBezTo>
                  <a:pt x="444" y="321"/>
                  <a:pt x="443" y="321"/>
                  <a:pt x="443" y="321"/>
                </a:cubicBezTo>
                <a:cubicBezTo>
                  <a:pt x="443" y="321"/>
                  <a:pt x="443" y="322"/>
                  <a:pt x="442" y="322"/>
                </a:cubicBezTo>
                <a:cubicBezTo>
                  <a:pt x="442" y="322"/>
                  <a:pt x="442" y="322"/>
                  <a:pt x="442" y="322"/>
                </a:cubicBezTo>
                <a:cubicBezTo>
                  <a:pt x="442" y="322"/>
                  <a:pt x="442" y="322"/>
                  <a:pt x="442" y="322"/>
                </a:cubicBezTo>
                <a:cubicBezTo>
                  <a:pt x="442" y="321"/>
                  <a:pt x="442" y="321"/>
                  <a:pt x="442" y="321"/>
                </a:cubicBezTo>
                <a:cubicBezTo>
                  <a:pt x="442" y="321"/>
                  <a:pt x="442" y="321"/>
                  <a:pt x="442" y="321"/>
                </a:cubicBezTo>
                <a:cubicBezTo>
                  <a:pt x="442" y="321"/>
                  <a:pt x="442" y="321"/>
                  <a:pt x="442" y="320"/>
                </a:cubicBezTo>
                <a:cubicBezTo>
                  <a:pt x="442" y="320"/>
                  <a:pt x="442" y="320"/>
                  <a:pt x="442" y="320"/>
                </a:cubicBezTo>
                <a:cubicBezTo>
                  <a:pt x="442" y="320"/>
                  <a:pt x="442" y="320"/>
                  <a:pt x="442" y="320"/>
                </a:cubicBezTo>
                <a:cubicBezTo>
                  <a:pt x="442" y="320"/>
                  <a:pt x="442" y="319"/>
                  <a:pt x="442" y="319"/>
                </a:cubicBezTo>
                <a:cubicBezTo>
                  <a:pt x="442" y="319"/>
                  <a:pt x="442" y="319"/>
                  <a:pt x="442" y="319"/>
                </a:cubicBezTo>
                <a:cubicBezTo>
                  <a:pt x="442" y="319"/>
                  <a:pt x="442" y="318"/>
                  <a:pt x="442" y="318"/>
                </a:cubicBezTo>
                <a:cubicBezTo>
                  <a:pt x="442" y="318"/>
                  <a:pt x="442" y="318"/>
                  <a:pt x="442" y="318"/>
                </a:cubicBezTo>
                <a:cubicBezTo>
                  <a:pt x="443" y="318"/>
                  <a:pt x="443" y="318"/>
                  <a:pt x="443" y="318"/>
                </a:cubicBezTo>
                <a:cubicBezTo>
                  <a:pt x="443" y="317"/>
                  <a:pt x="443" y="317"/>
                  <a:pt x="443" y="318"/>
                </a:cubicBezTo>
                <a:cubicBezTo>
                  <a:pt x="444" y="318"/>
                  <a:pt x="444" y="319"/>
                  <a:pt x="444" y="319"/>
                </a:cubicBezTo>
                <a:cubicBezTo>
                  <a:pt x="445" y="319"/>
                  <a:pt x="444" y="319"/>
                  <a:pt x="444" y="319"/>
                </a:cubicBezTo>
                <a:close/>
                <a:moveTo>
                  <a:pt x="444" y="322"/>
                </a:moveTo>
                <a:cubicBezTo>
                  <a:pt x="444" y="322"/>
                  <a:pt x="444" y="322"/>
                  <a:pt x="444" y="322"/>
                </a:cubicBezTo>
                <a:cubicBezTo>
                  <a:pt x="444" y="322"/>
                  <a:pt x="444" y="321"/>
                  <a:pt x="444" y="321"/>
                </a:cubicBezTo>
                <a:cubicBezTo>
                  <a:pt x="444" y="321"/>
                  <a:pt x="444" y="321"/>
                  <a:pt x="444" y="322"/>
                </a:cubicBezTo>
                <a:cubicBezTo>
                  <a:pt x="444" y="322"/>
                  <a:pt x="444" y="322"/>
                  <a:pt x="444" y="322"/>
                </a:cubicBezTo>
                <a:close/>
                <a:moveTo>
                  <a:pt x="441" y="319"/>
                </a:moveTo>
                <a:cubicBezTo>
                  <a:pt x="441" y="319"/>
                  <a:pt x="441" y="319"/>
                  <a:pt x="441" y="319"/>
                </a:cubicBezTo>
                <a:cubicBezTo>
                  <a:pt x="441" y="319"/>
                  <a:pt x="441" y="319"/>
                  <a:pt x="441" y="319"/>
                </a:cubicBezTo>
                <a:cubicBezTo>
                  <a:pt x="441" y="319"/>
                  <a:pt x="441" y="319"/>
                  <a:pt x="441" y="319"/>
                </a:cubicBezTo>
                <a:cubicBezTo>
                  <a:pt x="441" y="319"/>
                  <a:pt x="441" y="319"/>
                  <a:pt x="441" y="319"/>
                </a:cubicBezTo>
                <a:close/>
                <a:moveTo>
                  <a:pt x="196" y="237"/>
                </a:moveTo>
                <a:cubicBezTo>
                  <a:pt x="196" y="237"/>
                  <a:pt x="195" y="236"/>
                  <a:pt x="195" y="237"/>
                </a:cubicBezTo>
                <a:cubicBezTo>
                  <a:pt x="195" y="237"/>
                  <a:pt x="193" y="237"/>
                  <a:pt x="193" y="237"/>
                </a:cubicBezTo>
                <a:cubicBezTo>
                  <a:pt x="193" y="237"/>
                  <a:pt x="191" y="238"/>
                  <a:pt x="191" y="238"/>
                </a:cubicBezTo>
                <a:cubicBezTo>
                  <a:pt x="191" y="238"/>
                  <a:pt x="191" y="237"/>
                  <a:pt x="191" y="237"/>
                </a:cubicBezTo>
                <a:cubicBezTo>
                  <a:pt x="191" y="236"/>
                  <a:pt x="190" y="237"/>
                  <a:pt x="190" y="237"/>
                </a:cubicBezTo>
                <a:cubicBezTo>
                  <a:pt x="190" y="237"/>
                  <a:pt x="189" y="238"/>
                  <a:pt x="189" y="238"/>
                </a:cubicBezTo>
                <a:cubicBezTo>
                  <a:pt x="189" y="238"/>
                  <a:pt x="188" y="240"/>
                  <a:pt x="188" y="240"/>
                </a:cubicBezTo>
                <a:cubicBezTo>
                  <a:pt x="187" y="240"/>
                  <a:pt x="187" y="240"/>
                  <a:pt x="187" y="240"/>
                </a:cubicBezTo>
                <a:cubicBezTo>
                  <a:pt x="186" y="241"/>
                  <a:pt x="186" y="241"/>
                  <a:pt x="186" y="241"/>
                </a:cubicBezTo>
                <a:cubicBezTo>
                  <a:pt x="185" y="242"/>
                  <a:pt x="185" y="242"/>
                  <a:pt x="185" y="242"/>
                </a:cubicBezTo>
                <a:cubicBezTo>
                  <a:pt x="184" y="242"/>
                  <a:pt x="184" y="242"/>
                  <a:pt x="184" y="242"/>
                </a:cubicBezTo>
                <a:cubicBezTo>
                  <a:pt x="183" y="244"/>
                  <a:pt x="183" y="244"/>
                  <a:pt x="183" y="244"/>
                </a:cubicBezTo>
                <a:cubicBezTo>
                  <a:pt x="183" y="245"/>
                  <a:pt x="183" y="245"/>
                  <a:pt x="183" y="245"/>
                </a:cubicBezTo>
                <a:cubicBezTo>
                  <a:pt x="183" y="246"/>
                  <a:pt x="183" y="246"/>
                  <a:pt x="183" y="246"/>
                </a:cubicBezTo>
                <a:cubicBezTo>
                  <a:pt x="181" y="248"/>
                  <a:pt x="181" y="248"/>
                  <a:pt x="181" y="248"/>
                </a:cubicBezTo>
                <a:cubicBezTo>
                  <a:pt x="181" y="248"/>
                  <a:pt x="179" y="248"/>
                  <a:pt x="179" y="248"/>
                </a:cubicBezTo>
                <a:cubicBezTo>
                  <a:pt x="179" y="248"/>
                  <a:pt x="176" y="251"/>
                  <a:pt x="176" y="251"/>
                </a:cubicBezTo>
                <a:cubicBezTo>
                  <a:pt x="176" y="252"/>
                  <a:pt x="176" y="252"/>
                  <a:pt x="176" y="252"/>
                </a:cubicBezTo>
                <a:cubicBezTo>
                  <a:pt x="177" y="252"/>
                  <a:pt x="177" y="252"/>
                  <a:pt x="177" y="252"/>
                </a:cubicBezTo>
                <a:cubicBezTo>
                  <a:pt x="177" y="252"/>
                  <a:pt x="176" y="253"/>
                  <a:pt x="176" y="253"/>
                </a:cubicBezTo>
                <a:cubicBezTo>
                  <a:pt x="176" y="253"/>
                  <a:pt x="175" y="255"/>
                  <a:pt x="175" y="255"/>
                </a:cubicBezTo>
                <a:cubicBezTo>
                  <a:pt x="175" y="255"/>
                  <a:pt x="173" y="256"/>
                  <a:pt x="173" y="256"/>
                </a:cubicBezTo>
                <a:cubicBezTo>
                  <a:pt x="173" y="256"/>
                  <a:pt x="172" y="256"/>
                  <a:pt x="172" y="256"/>
                </a:cubicBezTo>
                <a:cubicBezTo>
                  <a:pt x="172" y="256"/>
                  <a:pt x="172" y="255"/>
                  <a:pt x="172" y="255"/>
                </a:cubicBezTo>
                <a:cubicBezTo>
                  <a:pt x="172" y="255"/>
                  <a:pt x="171" y="255"/>
                  <a:pt x="171" y="255"/>
                </a:cubicBezTo>
                <a:cubicBezTo>
                  <a:pt x="171" y="255"/>
                  <a:pt x="170" y="255"/>
                  <a:pt x="170" y="255"/>
                </a:cubicBezTo>
                <a:cubicBezTo>
                  <a:pt x="170" y="255"/>
                  <a:pt x="171" y="254"/>
                  <a:pt x="171" y="254"/>
                </a:cubicBezTo>
                <a:cubicBezTo>
                  <a:pt x="171" y="254"/>
                  <a:pt x="171" y="253"/>
                  <a:pt x="171" y="253"/>
                </a:cubicBezTo>
                <a:cubicBezTo>
                  <a:pt x="171" y="253"/>
                  <a:pt x="169" y="253"/>
                  <a:pt x="169" y="253"/>
                </a:cubicBezTo>
                <a:cubicBezTo>
                  <a:pt x="169" y="252"/>
                  <a:pt x="169" y="252"/>
                  <a:pt x="169" y="252"/>
                </a:cubicBezTo>
                <a:cubicBezTo>
                  <a:pt x="169" y="252"/>
                  <a:pt x="169" y="252"/>
                  <a:pt x="169" y="252"/>
                </a:cubicBezTo>
                <a:cubicBezTo>
                  <a:pt x="169" y="251"/>
                  <a:pt x="169" y="251"/>
                  <a:pt x="169" y="251"/>
                </a:cubicBezTo>
                <a:cubicBezTo>
                  <a:pt x="169" y="250"/>
                  <a:pt x="168" y="250"/>
                  <a:pt x="168" y="250"/>
                </a:cubicBezTo>
                <a:cubicBezTo>
                  <a:pt x="168" y="250"/>
                  <a:pt x="167" y="251"/>
                  <a:pt x="167" y="251"/>
                </a:cubicBezTo>
                <a:cubicBezTo>
                  <a:pt x="167" y="251"/>
                  <a:pt x="167" y="250"/>
                  <a:pt x="167" y="250"/>
                </a:cubicBezTo>
                <a:cubicBezTo>
                  <a:pt x="167" y="250"/>
                  <a:pt x="167" y="249"/>
                  <a:pt x="167" y="249"/>
                </a:cubicBezTo>
                <a:cubicBezTo>
                  <a:pt x="167" y="249"/>
                  <a:pt x="167" y="248"/>
                  <a:pt x="167" y="248"/>
                </a:cubicBezTo>
                <a:cubicBezTo>
                  <a:pt x="167" y="248"/>
                  <a:pt x="167" y="248"/>
                  <a:pt x="167" y="248"/>
                </a:cubicBezTo>
                <a:cubicBezTo>
                  <a:pt x="166" y="247"/>
                  <a:pt x="166" y="246"/>
                  <a:pt x="166" y="246"/>
                </a:cubicBezTo>
                <a:cubicBezTo>
                  <a:pt x="166" y="246"/>
                  <a:pt x="165" y="245"/>
                  <a:pt x="165" y="245"/>
                </a:cubicBezTo>
                <a:cubicBezTo>
                  <a:pt x="165" y="245"/>
                  <a:pt x="164" y="245"/>
                  <a:pt x="164" y="245"/>
                </a:cubicBezTo>
                <a:cubicBezTo>
                  <a:pt x="164" y="244"/>
                  <a:pt x="164" y="244"/>
                  <a:pt x="164" y="244"/>
                </a:cubicBezTo>
                <a:cubicBezTo>
                  <a:pt x="164" y="244"/>
                  <a:pt x="164" y="243"/>
                  <a:pt x="163" y="243"/>
                </a:cubicBezTo>
                <a:cubicBezTo>
                  <a:pt x="163" y="243"/>
                  <a:pt x="163" y="243"/>
                  <a:pt x="163" y="243"/>
                </a:cubicBezTo>
                <a:cubicBezTo>
                  <a:pt x="161" y="243"/>
                  <a:pt x="161" y="243"/>
                  <a:pt x="161" y="243"/>
                </a:cubicBezTo>
                <a:cubicBezTo>
                  <a:pt x="161" y="245"/>
                  <a:pt x="161" y="245"/>
                  <a:pt x="161" y="245"/>
                </a:cubicBezTo>
                <a:cubicBezTo>
                  <a:pt x="161" y="246"/>
                  <a:pt x="161" y="246"/>
                  <a:pt x="161" y="246"/>
                </a:cubicBezTo>
                <a:cubicBezTo>
                  <a:pt x="159" y="247"/>
                  <a:pt x="159" y="247"/>
                  <a:pt x="159" y="247"/>
                </a:cubicBezTo>
                <a:cubicBezTo>
                  <a:pt x="158" y="248"/>
                  <a:pt x="158" y="248"/>
                  <a:pt x="158" y="248"/>
                </a:cubicBezTo>
                <a:cubicBezTo>
                  <a:pt x="157" y="249"/>
                  <a:pt x="157" y="249"/>
                  <a:pt x="157" y="249"/>
                </a:cubicBezTo>
                <a:cubicBezTo>
                  <a:pt x="157" y="249"/>
                  <a:pt x="156" y="249"/>
                  <a:pt x="156" y="249"/>
                </a:cubicBezTo>
                <a:cubicBezTo>
                  <a:pt x="156" y="249"/>
                  <a:pt x="157" y="250"/>
                  <a:pt x="157" y="250"/>
                </a:cubicBezTo>
                <a:cubicBezTo>
                  <a:pt x="157" y="250"/>
                  <a:pt x="157" y="250"/>
                  <a:pt x="157" y="250"/>
                </a:cubicBezTo>
                <a:cubicBezTo>
                  <a:pt x="157" y="250"/>
                  <a:pt x="157" y="251"/>
                  <a:pt x="157" y="252"/>
                </a:cubicBezTo>
                <a:cubicBezTo>
                  <a:pt x="157" y="252"/>
                  <a:pt x="156" y="252"/>
                  <a:pt x="156" y="252"/>
                </a:cubicBezTo>
                <a:cubicBezTo>
                  <a:pt x="156" y="252"/>
                  <a:pt x="155" y="253"/>
                  <a:pt x="155" y="253"/>
                </a:cubicBezTo>
                <a:cubicBezTo>
                  <a:pt x="155" y="253"/>
                  <a:pt x="154" y="253"/>
                  <a:pt x="153" y="254"/>
                </a:cubicBezTo>
                <a:cubicBezTo>
                  <a:pt x="153" y="254"/>
                  <a:pt x="152" y="255"/>
                  <a:pt x="152" y="255"/>
                </a:cubicBezTo>
                <a:cubicBezTo>
                  <a:pt x="151" y="255"/>
                  <a:pt x="151" y="255"/>
                  <a:pt x="151" y="255"/>
                </a:cubicBezTo>
                <a:cubicBezTo>
                  <a:pt x="151" y="255"/>
                  <a:pt x="150" y="256"/>
                  <a:pt x="149" y="257"/>
                </a:cubicBezTo>
                <a:cubicBezTo>
                  <a:pt x="149" y="257"/>
                  <a:pt x="149" y="258"/>
                  <a:pt x="149" y="258"/>
                </a:cubicBezTo>
                <a:cubicBezTo>
                  <a:pt x="148" y="259"/>
                  <a:pt x="148" y="259"/>
                  <a:pt x="148" y="259"/>
                </a:cubicBezTo>
                <a:cubicBezTo>
                  <a:pt x="147" y="261"/>
                  <a:pt x="147" y="261"/>
                  <a:pt x="147" y="261"/>
                </a:cubicBezTo>
                <a:cubicBezTo>
                  <a:pt x="146" y="261"/>
                  <a:pt x="146" y="261"/>
                  <a:pt x="146" y="261"/>
                </a:cubicBezTo>
                <a:cubicBezTo>
                  <a:pt x="144" y="261"/>
                  <a:pt x="144" y="261"/>
                  <a:pt x="144" y="261"/>
                </a:cubicBezTo>
                <a:cubicBezTo>
                  <a:pt x="144" y="261"/>
                  <a:pt x="143" y="262"/>
                  <a:pt x="143" y="262"/>
                </a:cubicBezTo>
                <a:cubicBezTo>
                  <a:pt x="143" y="263"/>
                  <a:pt x="142" y="264"/>
                  <a:pt x="142" y="264"/>
                </a:cubicBezTo>
                <a:cubicBezTo>
                  <a:pt x="141" y="266"/>
                  <a:pt x="141" y="266"/>
                  <a:pt x="141" y="266"/>
                </a:cubicBezTo>
                <a:cubicBezTo>
                  <a:pt x="140" y="267"/>
                  <a:pt x="140" y="267"/>
                  <a:pt x="140" y="267"/>
                </a:cubicBezTo>
                <a:cubicBezTo>
                  <a:pt x="138" y="267"/>
                  <a:pt x="138" y="267"/>
                  <a:pt x="138" y="267"/>
                </a:cubicBezTo>
                <a:cubicBezTo>
                  <a:pt x="138" y="269"/>
                  <a:pt x="138" y="269"/>
                  <a:pt x="138" y="269"/>
                </a:cubicBezTo>
                <a:cubicBezTo>
                  <a:pt x="138" y="270"/>
                  <a:pt x="138" y="270"/>
                  <a:pt x="138" y="270"/>
                </a:cubicBezTo>
                <a:cubicBezTo>
                  <a:pt x="137" y="271"/>
                  <a:pt x="137" y="271"/>
                  <a:pt x="137" y="271"/>
                </a:cubicBezTo>
                <a:cubicBezTo>
                  <a:pt x="136" y="271"/>
                  <a:pt x="136" y="271"/>
                  <a:pt x="136" y="271"/>
                </a:cubicBezTo>
                <a:cubicBezTo>
                  <a:pt x="135" y="271"/>
                  <a:pt x="135" y="271"/>
                  <a:pt x="135" y="271"/>
                </a:cubicBezTo>
                <a:cubicBezTo>
                  <a:pt x="130" y="271"/>
                  <a:pt x="130" y="271"/>
                  <a:pt x="130" y="271"/>
                </a:cubicBezTo>
                <a:cubicBezTo>
                  <a:pt x="129" y="272"/>
                  <a:pt x="129" y="272"/>
                  <a:pt x="129" y="272"/>
                </a:cubicBezTo>
                <a:cubicBezTo>
                  <a:pt x="128" y="272"/>
                  <a:pt x="128" y="272"/>
                  <a:pt x="128" y="272"/>
                </a:cubicBezTo>
                <a:cubicBezTo>
                  <a:pt x="127" y="272"/>
                  <a:pt x="127" y="272"/>
                  <a:pt x="127" y="272"/>
                </a:cubicBezTo>
                <a:cubicBezTo>
                  <a:pt x="125" y="275"/>
                  <a:pt x="125" y="275"/>
                  <a:pt x="125" y="275"/>
                </a:cubicBezTo>
                <a:cubicBezTo>
                  <a:pt x="124" y="277"/>
                  <a:pt x="124" y="277"/>
                  <a:pt x="124" y="277"/>
                </a:cubicBezTo>
                <a:cubicBezTo>
                  <a:pt x="123" y="277"/>
                  <a:pt x="123" y="277"/>
                  <a:pt x="123" y="277"/>
                </a:cubicBezTo>
                <a:cubicBezTo>
                  <a:pt x="120" y="278"/>
                  <a:pt x="120" y="278"/>
                  <a:pt x="120" y="278"/>
                </a:cubicBezTo>
                <a:cubicBezTo>
                  <a:pt x="118" y="282"/>
                  <a:pt x="118" y="282"/>
                  <a:pt x="118" y="282"/>
                </a:cubicBezTo>
                <a:cubicBezTo>
                  <a:pt x="116" y="282"/>
                  <a:pt x="116" y="282"/>
                  <a:pt x="116" y="282"/>
                </a:cubicBezTo>
                <a:cubicBezTo>
                  <a:pt x="115" y="284"/>
                  <a:pt x="115" y="284"/>
                  <a:pt x="115" y="284"/>
                </a:cubicBezTo>
                <a:cubicBezTo>
                  <a:pt x="113" y="284"/>
                  <a:pt x="113" y="284"/>
                  <a:pt x="113" y="284"/>
                </a:cubicBezTo>
                <a:cubicBezTo>
                  <a:pt x="112" y="286"/>
                  <a:pt x="112" y="286"/>
                  <a:pt x="112" y="286"/>
                </a:cubicBezTo>
                <a:cubicBezTo>
                  <a:pt x="111" y="286"/>
                  <a:pt x="111" y="286"/>
                  <a:pt x="111" y="286"/>
                </a:cubicBezTo>
                <a:cubicBezTo>
                  <a:pt x="110" y="287"/>
                  <a:pt x="110" y="287"/>
                  <a:pt x="110" y="287"/>
                </a:cubicBezTo>
                <a:cubicBezTo>
                  <a:pt x="109" y="288"/>
                  <a:pt x="109" y="288"/>
                  <a:pt x="109" y="288"/>
                </a:cubicBezTo>
                <a:cubicBezTo>
                  <a:pt x="108" y="290"/>
                  <a:pt x="108" y="290"/>
                  <a:pt x="108" y="290"/>
                </a:cubicBezTo>
                <a:cubicBezTo>
                  <a:pt x="108" y="290"/>
                  <a:pt x="106" y="289"/>
                  <a:pt x="106" y="289"/>
                </a:cubicBezTo>
                <a:cubicBezTo>
                  <a:pt x="106" y="289"/>
                  <a:pt x="104" y="290"/>
                  <a:pt x="104" y="290"/>
                </a:cubicBezTo>
                <a:cubicBezTo>
                  <a:pt x="104" y="290"/>
                  <a:pt x="103" y="292"/>
                  <a:pt x="103" y="292"/>
                </a:cubicBezTo>
                <a:cubicBezTo>
                  <a:pt x="101" y="293"/>
                  <a:pt x="101" y="293"/>
                  <a:pt x="101" y="293"/>
                </a:cubicBezTo>
                <a:cubicBezTo>
                  <a:pt x="100" y="292"/>
                  <a:pt x="100" y="292"/>
                  <a:pt x="100" y="292"/>
                </a:cubicBezTo>
                <a:cubicBezTo>
                  <a:pt x="100" y="292"/>
                  <a:pt x="99" y="292"/>
                  <a:pt x="99" y="292"/>
                </a:cubicBezTo>
                <a:cubicBezTo>
                  <a:pt x="99" y="293"/>
                  <a:pt x="98" y="294"/>
                  <a:pt x="98" y="294"/>
                </a:cubicBezTo>
                <a:cubicBezTo>
                  <a:pt x="98" y="294"/>
                  <a:pt x="97" y="295"/>
                  <a:pt x="97" y="295"/>
                </a:cubicBezTo>
                <a:cubicBezTo>
                  <a:pt x="97" y="295"/>
                  <a:pt x="96" y="295"/>
                  <a:pt x="96" y="295"/>
                </a:cubicBezTo>
                <a:cubicBezTo>
                  <a:pt x="96" y="295"/>
                  <a:pt x="95" y="296"/>
                  <a:pt x="95" y="296"/>
                </a:cubicBezTo>
                <a:cubicBezTo>
                  <a:pt x="94" y="296"/>
                  <a:pt x="95" y="298"/>
                  <a:pt x="95" y="298"/>
                </a:cubicBezTo>
                <a:cubicBezTo>
                  <a:pt x="94" y="299"/>
                  <a:pt x="94" y="299"/>
                  <a:pt x="94" y="299"/>
                </a:cubicBezTo>
                <a:cubicBezTo>
                  <a:pt x="93" y="299"/>
                  <a:pt x="93" y="299"/>
                  <a:pt x="93" y="299"/>
                </a:cubicBezTo>
                <a:cubicBezTo>
                  <a:pt x="92" y="301"/>
                  <a:pt x="92" y="301"/>
                  <a:pt x="92" y="301"/>
                </a:cubicBezTo>
                <a:cubicBezTo>
                  <a:pt x="92" y="301"/>
                  <a:pt x="92" y="301"/>
                  <a:pt x="91" y="301"/>
                </a:cubicBezTo>
                <a:cubicBezTo>
                  <a:pt x="91" y="301"/>
                  <a:pt x="91" y="303"/>
                  <a:pt x="91" y="303"/>
                </a:cubicBezTo>
                <a:cubicBezTo>
                  <a:pt x="91" y="303"/>
                  <a:pt x="91" y="303"/>
                  <a:pt x="91" y="303"/>
                </a:cubicBezTo>
                <a:cubicBezTo>
                  <a:pt x="89" y="305"/>
                  <a:pt x="89" y="305"/>
                  <a:pt x="89" y="305"/>
                </a:cubicBezTo>
                <a:cubicBezTo>
                  <a:pt x="87" y="306"/>
                  <a:pt x="87" y="306"/>
                  <a:pt x="87" y="306"/>
                </a:cubicBezTo>
                <a:cubicBezTo>
                  <a:pt x="85" y="309"/>
                  <a:pt x="85" y="309"/>
                  <a:pt x="85" y="309"/>
                </a:cubicBezTo>
                <a:cubicBezTo>
                  <a:pt x="84" y="309"/>
                  <a:pt x="84" y="309"/>
                  <a:pt x="84" y="309"/>
                </a:cubicBezTo>
                <a:cubicBezTo>
                  <a:pt x="84" y="311"/>
                  <a:pt x="84" y="311"/>
                  <a:pt x="84" y="311"/>
                </a:cubicBezTo>
                <a:cubicBezTo>
                  <a:pt x="84" y="311"/>
                  <a:pt x="85" y="311"/>
                  <a:pt x="85" y="311"/>
                </a:cubicBezTo>
                <a:cubicBezTo>
                  <a:pt x="85" y="311"/>
                  <a:pt x="85" y="312"/>
                  <a:pt x="85" y="312"/>
                </a:cubicBezTo>
                <a:cubicBezTo>
                  <a:pt x="85" y="312"/>
                  <a:pt x="84" y="312"/>
                  <a:pt x="84" y="312"/>
                </a:cubicBezTo>
                <a:cubicBezTo>
                  <a:pt x="81" y="318"/>
                  <a:pt x="81" y="318"/>
                  <a:pt x="81" y="318"/>
                </a:cubicBezTo>
                <a:cubicBezTo>
                  <a:pt x="81" y="319"/>
                  <a:pt x="81" y="319"/>
                  <a:pt x="81" y="319"/>
                </a:cubicBezTo>
                <a:cubicBezTo>
                  <a:pt x="81" y="320"/>
                  <a:pt x="81" y="320"/>
                  <a:pt x="81" y="320"/>
                </a:cubicBezTo>
                <a:cubicBezTo>
                  <a:pt x="81" y="323"/>
                  <a:pt x="81" y="323"/>
                  <a:pt x="81" y="323"/>
                </a:cubicBezTo>
                <a:cubicBezTo>
                  <a:pt x="81" y="326"/>
                  <a:pt x="81" y="326"/>
                  <a:pt x="81" y="326"/>
                </a:cubicBezTo>
                <a:cubicBezTo>
                  <a:pt x="81" y="328"/>
                  <a:pt x="81" y="328"/>
                  <a:pt x="81" y="328"/>
                </a:cubicBezTo>
                <a:cubicBezTo>
                  <a:pt x="83" y="328"/>
                  <a:pt x="83" y="328"/>
                  <a:pt x="83" y="328"/>
                </a:cubicBezTo>
                <a:cubicBezTo>
                  <a:pt x="83" y="332"/>
                  <a:pt x="83" y="332"/>
                  <a:pt x="83" y="332"/>
                </a:cubicBezTo>
                <a:cubicBezTo>
                  <a:pt x="84" y="333"/>
                  <a:pt x="84" y="333"/>
                  <a:pt x="84" y="333"/>
                </a:cubicBezTo>
                <a:cubicBezTo>
                  <a:pt x="85" y="332"/>
                  <a:pt x="85" y="332"/>
                  <a:pt x="85" y="332"/>
                </a:cubicBezTo>
                <a:cubicBezTo>
                  <a:pt x="86" y="332"/>
                  <a:pt x="86" y="332"/>
                  <a:pt x="86" y="332"/>
                </a:cubicBezTo>
                <a:cubicBezTo>
                  <a:pt x="86" y="334"/>
                  <a:pt x="86" y="334"/>
                  <a:pt x="86" y="334"/>
                </a:cubicBezTo>
                <a:cubicBezTo>
                  <a:pt x="88" y="335"/>
                  <a:pt x="88" y="335"/>
                  <a:pt x="88" y="335"/>
                </a:cubicBezTo>
                <a:cubicBezTo>
                  <a:pt x="90" y="334"/>
                  <a:pt x="90" y="334"/>
                  <a:pt x="90" y="334"/>
                </a:cubicBezTo>
                <a:cubicBezTo>
                  <a:pt x="91" y="335"/>
                  <a:pt x="91" y="335"/>
                  <a:pt x="91" y="335"/>
                </a:cubicBezTo>
                <a:cubicBezTo>
                  <a:pt x="92" y="341"/>
                  <a:pt x="92" y="341"/>
                  <a:pt x="92" y="341"/>
                </a:cubicBezTo>
                <a:cubicBezTo>
                  <a:pt x="95" y="345"/>
                  <a:pt x="95" y="345"/>
                  <a:pt x="95" y="345"/>
                </a:cubicBezTo>
                <a:cubicBezTo>
                  <a:pt x="99" y="345"/>
                  <a:pt x="99" y="345"/>
                  <a:pt x="99" y="345"/>
                </a:cubicBezTo>
                <a:cubicBezTo>
                  <a:pt x="100" y="344"/>
                  <a:pt x="100" y="344"/>
                  <a:pt x="100" y="344"/>
                </a:cubicBezTo>
                <a:cubicBezTo>
                  <a:pt x="101" y="344"/>
                  <a:pt x="101" y="344"/>
                  <a:pt x="101" y="344"/>
                </a:cubicBezTo>
                <a:cubicBezTo>
                  <a:pt x="102" y="346"/>
                  <a:pt x="102" y="346"/>
                  <a:pt x="102" y="346"/>
                </a:cubicBezTo>
                <a:cubicBezTo>
                  <a:pt x="102" y="347"/>
                  <a:pt x="102" y="347"/>
                  <a:pt x="102" y="347"/>
                </a:cubicBezTo>
                <a:cubicBezTo>
                  <a:pt x="102" y="347"/>
                  <a:pt x="102" y="349"/>
                  <a:pt x="102" y="349"/>
                </a:cubicBezTo>
                <a:cubicBezTo>
                  <a:pt x="102" y="349"/>
                  <a:pt x="102" y="350"/>
                  <a:pt x="103" y="351"/>
                </a:cubicBezTo>
                <a:cubicBezTo>
                  <a:pt x="103" y="351"/>
                  <a:pt x="103" y="351"/>
                  <a:pt x="103" y="351"/>
                </a:cubicBezTo>
                <a:cubicBezTo>
                  <a:pt x="105" y="349"/>
                  <a:pt x="105" y="349"/>
                  <a:pt x="105" y="349"/>
                </a:cubicBezTo>
                <a:cubicBezTo>
                  <a:pt x="107" y="347"/>
                  <a:pt x="107" y="347"/>
                  <a:pt x="107" y="347"/>
                </a:cubicBezTo>
                <a:cubicBezTo>
                  <a:pt x="108" y="347"/>
                  <a:pt x="108" y="347"/>
                  <a:pt x="108" y="347"/>
                </a:cubicBezTo>
                <a:cubicBezTo>
                  <a:pt x="109" y="345"/>
                  <a:pt x="109" y="345"/>
                  <a:pt x="109" y="345"/>
                </a:cubicBezTo>
                <a:cubicBezTo>
                  <a:pt x="109" y="345"/>
                  <a:pt x="111" y="345"/>
                  <a:pt x="111" y="345"/>
                </a:cubicBezTo>
                <a:cubicBezTo>
                  <a:pt x="111" y="345"/>
                  <a:pt x="114" y="344"/>
                  <a:pt x="114" y="344"/>
                </a:cubicBezTo>
                <a:cubicBezTo>
                  <a:pt x="115" y="344"/>
                  <a:pt x="115" y="344"/>
                  <a:pt x="115" y="344"/>
                </a:cubicBezTo>
                <a:cubicBezTo>
                  <a:pt x="116" y="344"/>
                  <a:pt x="116" y="344"/>
                  <a:pt x="116" y="344"/>
                </a:cubicBezTo>
                <a:cubicBezTo>
                  <a:pt x="123" y="346"/>
                  <a:pt x="123" y="346"/>
                  <a:pt x="123" y="346"/>
                </a:cubicBezTo>
                <a:cubicBezTo>
                  <a:pt x="123" y="345"/>
                  <a:pt x="123" y="344"/>
                  <a:pt x="123" y="343"/>
                </a:cubicBezTo>
                <a:cubicBezTo>
                  <a:pt x="124" y="341"/>
                  <a:pt x="123" y="339"/>
                  <a:pt x="124" y="338"/>
                </a:cubicBezTo>
                <a:cubicBezTo>
                  <a:pt x="124" y="337"/>
                  <a:pt x="124" y="337"/>
                  <a:pt x="123" y="336"/>
                </a:cubicBezTo>
                <a:cubicBezTo>
                  <a:pt x="123" y="336"/>
                  <a:pt x="123" y="336"/>
                  <a:pt x="123" y="336"/>
                </a:cubicBezTo>
                <a:cubicBezTo>
                  <a:pt x="124" y="335"/>
                  <a:pt x="123" y="335"/>
                  <a:pt x="123" y="334"/>
                </a:cubicBezTo>
                <a:cubicBezTo>
                  <a:pt x="123" y="332"/>
                  <a:pt x="124" y="331"/>
                  <a:pt x="125" y="329"/>
                </a:cubicBezTo>
                <a:cubicBezTo>
                  <a:pt x="125" y="328"/>
                  <a:pt x="126" y="326"/>
                  <a:pt x="126" y="325"/>
                </a:cubicBezTo>
                <a:cubicBezTo>
                  <a:pt x="126" y="324"/>
                  <a:pt x="126" y="324"/>
                  <a:pt x="126" y="323"/>
                </a:cubicBezTo>
                <a:cubicBezTo>
                  <a:pt x="126" y="323"/>
                  <a:pt x="126" y="323"/>
                  <a:pt x="126" y="323"/>
                </a:cubicBezTo>
                <a:cubicBezTo>
                  <a:pt x="128" y="321"/>
                  <a:pt x="130" y="319"/>
                  <a:pt x="132" y="317"/>
                </a:cubicBezTo>
                <a:cubicBezTo>
                  <a:pt x="134" y="316"/>
                  <a:pt x="136" y="315"/>
                  <a:pt x="138" y="313"/>
                </a:cubicBezTo>
                <a:cubicBezTo>
                  <a:pt x="141" y="312"/>
                  <a:pt x="144" y="310"/>
                  <a:pt x="146" y="309"/>
                </a:cubicBezTo>
                <a:cubicBezTo>
                  <a:pt x="149" y="308"/>
                  <a:pt x="151" y="307"/>
                  <a:pt x="153" y="306"/>
                </a:cubicBezTo>
                <a:cubicBezTo>
                  <a:pt x="154" y="306"/>
                  <a:pt x="155" y="305"/>
                  <a:pt x="155" y="304"/>
                </a:cubicBezTo>
                <a:cubicBezTo>
                  <a:pt x="154" y="303"/>
                  <a:pt x="155" y="302"/>
                  <a:pt x="156" y="301"/>
                </a:cubicBezTo>
                <a:cubicBezTo>
                  <a:pt x="156" y="301"/>
                  <a:pt x="156" y="300"/>
                  <a:pt x="157" y="301"/>
                </a:cubicBezTo>
                <a:cubicBezTo>
                  <a:pt x="157" y="301"/>
                  <a:pt x="157" y="301"/>
                  <a:pt x="157" y="301"/>
                </a:cubicBezTo>
                <a:cubicBezTo>
                  <a:pt x="157" y="300"/>
                  <a:pt x="158" y="301"/>
                  <a:pt x="158" y="301"/>
                </a:cubicBezTo>
                <a:cubicBezTo>
                  <a:pt x="159" y="302"/>
                  <a:pt x="160" y="302"/>
                  <a:pt x="161" y="302"/>
                </a:cubicBezTo>
                <a:cubicBezTo>
                  <a:pt x="161" y="302"/>
                  <a:pt x="161" y="302"/>
                  <a:pt x="162" y="302"/>
                </a:cubicBezTo>
                <a:cubicBezTo>
                  <a:pt x="162" y="302"/>
                  <a:pt x="162" y="303"/>
                  <a:pt x="163" y="303"/>
                </a:cubicBezTo>
                <a:cubicBezTo>
                  <a:pt x="162" y="303"/>
                  <a:pt x="162" y="303"/>
                  <a:pt x="162" y="303"/>
                </a:cubicBezTo>
                <a:cubicBezTo>
                  <a:pt x="160" y="304"/>
                  <a:pt x="158" y="304"/>
                  <a:pt x="156" y="305"/>
                </a:cubicBezTo>
                <a:cubicBezTo>
                  <a:pt x="156" y="305"/>
                  <a:pt x="156" y="305"/>
                  <a:pt x="156" y="305"/>
                </a:cubicBezTo>
                <a:cubicBezTo>
                  <a:pt x="157" y="305"/>
                  <a:pt x="158" y="305"/>
                  <a:pt x="159" y="305"/>
                </a:cubicBezTo>
                <a:cubicBezTo>
                  <a:pt x="161" y="304"/>
                  <a:pt x="162" y="305"/>
                  <a:pt x="163" y="304"/>
                </a:cubicBezTo>
                <a:cubicBezTo>
                  <a:pt x="164" y="304"/>
                  <a:pt x="165" y="305"/>
                  <a:pt x="165" y="305"/>
                </a:cubicBezTo>
                <a:cubicBezTo>
                  <a:pt x="166" y="306"/>
                  <a:pt x="166" y="306"/>
                  <a:pt x="167" y="306"/>
                </a:cubicBezTo>
                <a:cubicBezTo>
                  <a:pt x="167" y="306"/>
                  <a:pt x="167" y="306"/>
                  <a:pt x="167" y="306"/>
                </a:cubicBezTo>
                <a:cubicBezTo>
                  <a:pt x="167" y="307"/>
                  <a:pt x="167" y="307"/>
                  <a:pt x="169" y="307"/>
                </a:cubicBezTo>
                <a:cubicBezTo>
                  <a:pt x="169" y="307"/>
                  <a:pt x="170" y="307"/>
                  <a:pt x="170" y="307"/>
                </a:cubicBezTo>
                <a:cubicBezTo>
                  <a:pt x="170" y="306"/>
                  <a:pt x="169" y="306"/>
                  <a:pt x="169" y="306"/>
                </a:cubicBezTo>
                <a:cubicBezTo>
                  <a:pt x="169" y="306"/>
                  <a:pt x="169" y="305"/>
                  <a:pt x="169" y="305"/>
                </a:cubicBezTo>
                <a:cubicBezTo>
                  <a:pt x="169" y="304"/>
                  <a:pt x="169" y="303"/>
                  <a:pt x="169" y="302"/>
                </a:cubicBezTo>
                <a:cubicBezTo>
                  <a:pt x="170" y="302"/>
                  <a:pt x="170" y="303"/>
                  <a:pt x="170" y="304"/>
                </a:cubicBezTo>
                <a:cubicBezTo>
                  <a:pt x="170" y="304"/>
                  <a:pt x="170" y="305"/>
                  <a:pt x="170" y="305"/>
                </a:cubicBezTo>
                <a:cubicBezTo>
                  <a:pt x="170" y="306"/>
                  <a:pt x="171" y="307"/>
                  <a:pt x="172" y="306"/>
                </a:cubicBezTo>
                <a:cubicBezTo>
                  <a:pt x="173" y="305"/>
                  <a:pt x="174" y="304"/>
                  <a:pt x="174" y="303"/>
                </a:cubicBezTo>
                <a:cubicBezTo>
                  <a:pt x="175" y="302"/>
                  <a:pt x="175" y="302"/>
                  <a:pt x="175" y="301"/>
                </a:cubicBezTo>
                <a:cubicBezTo>
                  <a:pt x="175" y="301"/>
                  <a:pt x="175" y="301"/>
                  <a:pt x="175" y="301"/>
                </a:cubicBezTo>
                <a:cubicBezTo>
                  <a:pt x="174" y="301"/>
                  <a:pt x="174" y="301"/>
                  <a:pt x="174" y="301"/>
                </a:cubicBezTo>
                <a:cubicBezTo>
                  <a:pt x="174" y="300"/>
                  <a:pt x="174" y="300"/>
                  <a:pt x="173" y="299"/>
                </a:cubicBezTo>
                <a:cubicBezTo>
                  <a:pt x="173" y="298"/>
                  <a:pt x="172" y="298"/>
                  <a:pt x="171" y="298"/>
                </a:cubicBezTo>
                <a:cubicBezTo>
                  <a:pt x="171" y="297"/>
                  <a:pt x="170" y="298"/>
                  <a:pt x="170" y="297"/>
                </a:cubicBezTo>
                <a:cubicBezTo>
                  <a:pt x="169" y="297"/>
                  <a:pt x="169" y="297"/>
                  <a:pt x="169" y="298"/>
                </a:cubicBezTo>
                <a:cubicBezTo>
                  <a:pt x="169" y="298"/>
                  <a:pt x="169" y="298"/>
                  <a:pt x="169" y="297"/>
                </a:cubicBezTo>
                <a:cubicBezTo>
                  <a:pt x="169" y="297"/>
                  <a:pt x="169" y="297"/>
                  <a:pt x="169" y="297"/>
                </a:cubicBezTo>
                <a:cubicBezTo>
                  <a:pt x="168" y="297"/>
                  <a:pt x="168" y="297"/>
                  <a:pt x="168" y="297"/>
                </a:cubicBezTo>
                <a:cubicBezTo>
                  <a:pt x="168" y="297"/>
                  <a:pt x="168" y="296"/>
                  <a:pt x="167" y="297"/>
                </a:cubicBezTo>
                <a:cubicBezTo>
                  <a:pt x="167" y="297"/>
                  <a:pt x="167" y="297"/>
                  <a:pt x="167" y="297"/>
                </a:cubicBezTo>
                <a:cubicBezTo>
                  <a:pt x="167" y="298"/>
                  <a:pt x="167" y="298"/>
                  <a:pt x="167" y="298"/>
                </a:cubicBezTo>
                <a:cubicBezTo>
                  <a:pt x="167" y="298"/>
                  <a:pt x="167" y="298"/>
                  <a:pt x="167" y="298"/>
                </a:cubicBezTo>
                <a:cubicBezTo>
                  <a:pt x="167" y="298"/>
                  <a:pt x="166" y="298"/>
                  <a:pt x="166" y="298"/>
                </a:cubicBezTo>
                <a:cubicBezTo>
                  <a:pt x="167" y="296"/>
                  <a:pt x="166" y="297"/>
                  <a:pt x="165" y="297"/>
                </a:cubicBezTo>
                <a:cubicBezTo>
                  <a:pt x="165" y="297"/>
                  <a:pt x="164" y="297"/>
                  <a:pt x="164" y="298"/>
                </a:cubicBezTo>
                <a:cubicBezTo>
                  <a:pt x="163" y="298"/>
                  <a:pt x="163" y="298"/>
                  <a:pt x="163" y="298"/>
                </a:cubicBezTo>
                <a:cubicBezTo>
                  <a:pt x="162" y="298"/>
                  <a:pt x="162" y="297"/>
                  <a:pt x="162" y="297"/>
                </a:cubicBezTo>
                <a:cubicBezTo>
                  <a:pt x="163" y="297"/>
                  <a:pt x="163" y="297"/>
                  <a:pt x="164" y="296"/>
                </a:cubicBezTo>
                <a:cubicBezTo>
                  <a:pt x="164" y="296"/>
                  <a:pt x="164" y="296"/>
                  <a:pt x="164" y="296"/>
                </a:cubicBezTo>
                <a:cubicBezTo>
                  <a:pt x="164" y="296"/>
                  <a:pt x="165" y="297"/>
                  <a:pt x="166" y="296"/>
                </a:cubicBezTo>
                <a:cubicBezTo>
                  <a:pt x="166" y="295"/>
                  <a:pt x="165" y="295"/>
                  <a:pt x="165" y="295"/>
                </a:cubicBezTo>
                <a:cubicBezTo>
                  <a:pt x="165" y="295"/>
                  <a:pt x="165" y="295"/>
                  <a:pt x="165" y="294"/>
                </a:cubicBezTo>
                <a:cubicBezTo>
                  <a:pt x="165" y="294"/>
                  <a:pt x="164" y="293"/>
                  <a:pt x="164" y="293"/>
                </a:cubicBezTo>
                <a:cubicBezTo>
                  <a:pt x="164" y="292"/>
                  <a:pt x="164" y="291"/>
                  <a:pt x="164" y="290"/>
                </a:cubicBezTo>
                <a:cubicBezTo>
                  <a:pt x="163" y="289"/>
                  <a:pt x="163" y="289"/>
                  <a:pt x="164" y="288"/>
                </a:cubicBezTo>
                <a:cubicBezTo>
                  <a:pt x="164" y="287"/>
                  <a:pt x="164" y="287"/>
                  <a:pt x="164" y="286"/>
                </a:cubicBezTo>
                <a:cubicBezTo>
                  <a:pt x="164" y="286"/>
                  <a:pt x="164" y="286"/>
                  <a:pt x="164" y="286"/>
                </a:cubicBezTo>
                <a:cubicBezTo>
                  <a:pt x="164" y="286"/>
                  <a:pt x="164" y="286"/>
                  <a:pt x="164" y="286"/>
                </a:cubicBezTo>
                <a:cubicBezTo>
                  <a:pt x="164" y="285"/>
                  <a:pt x="164" y="285"/>
                  <a:pt x="164" y="285"/>
                </a:cubicBezTo>
                <a:cubicBezTo>
                  <a:pt x="165" y="282"/>
                  <a:pt x="166" y="280"/>
                  <a:pt x="169" y="278"/>
                </a:cubicBezTo>
                <a:cubicBezTo>
                  <a:pt x="169" y="278"/>
                  <a:pt x="170" y="278"/>
                  <a:pt x="170" y="278"/>
                </a:cubicBezTo>
                <a:cubicBezTo>
                  <a:pt x="171" y="277"/>
                  <a:pt x="171" y="277"/>
                  <a:pt x="172" y="277"/>
                </a:cubicBezTo>
                <a:cubicBezTo>
                  <a:pt x="172" y="276"/>
                  <a:pt x="173" y="277"/>
                  <a:pt x="173" y="276"/>
                </a:cubicBezTo>
                <a:cubicBezTo>
                  <a:pt x="174" y="276"/>
                  <a:pt x="174" y="276"/>
                  <a:pt x="174" y="276"/>
                </a:cubicBezTo>
                <a:cubicBezTo>
                  <a:pt x="174" y="275"/>
                  <a:pt x="174" y="274"/>
                  <a:pt x="175" y="274"/>
                </a:cubicBezTo>
                <a:cubicBezTo>
                  <a:pt x="177" y="274"/>
                  <a:pt x="178" y="272"/>
                  <a:pt x="179" y="271"/>
                </a:cubicBezTo>
                <a:cubicBezTo>
                  <a:pt x="179" y="271"/>
                  <a:pt x="180" y="271"/>
                  <a:pt x="180" y="270"/>
                </a:cubicBezTo>
                <a:cubicBezTo>
                  <a:pt x="179" y="270"/>
                  <a:pt x="180" y="269"/>
                  <a:pt x="180" y="268"/>
                </a:cubicBezTo>
                <a:cubicBezTo>
                  <a:pt x="181" y="268"/>
                  <a:pt x="181" y="267"/>
                  <a:pt x="181" y="267"/>
                </a:cubicBezTo>
                <a:cubicBezTo>
                  <a:pt x="182" y="265"/>
                  <a:pt x="183" y="263"/>
                  <a:pt x="183" y="261"/>
                </a:cubicBezTo>
                <a:cubicBezTo>
                  <a:pt x="184" y="260"/>
                  <a:pt x="185" y="258"/>
                  <a:pt x="185" y="256"/>
                </a:cubicBezTo>
                <a:cubicBezTo>
                  <a:pt x="186" y="255"/>
                  <a:pt x="187" y="254"/>
                  <a:pt x="189" y="254"/>
                </a:cubicBezTo>
                <a:cubicBezTo>
                  <a:pt x="189" y="254"/>
                  <a:pt x="189" y="254"/>
                  <a:pt x="189" y="254"/>
                </a:cubicBezTo>
                <a:cubicBezTo>
                  <a:pt x="189" y="254"/>
                  <a:pt x="189" y="254"/>
                  <a:pt x="190" y="254"/>
                </a:cubicBezTo>
                <a:cubicBezTo>
                  <a:pt x="190" y="254"/>
                  <a:pt x="190" y="254"/>
                  <a:pt x="189" y="253"/>
                </a:cubicBezTo>
                <a:cubicBezTo>
                  <a:pt x="189" y="253"/>
                  <a:pt x="189" y="252"/>
                  <a:pt x="190" y="252"/>
                </a:cubicBezTo>
                <a:cubicBezTo>
                  <a:pt x="190" y="251"/>
                  <a:pt x="190" y="251"/>
                  <a:pt x="191" y="250"/>
                </a:cubicBezTo>
                <a:cubicBezTo>
                  <a:pt x="191" y="250"/>
                  <a:pt x="191" y="249"/>
                  <a:pt x="192" y="249"/>
                </a:cubicBezTo>
                <a:cubicBezTo>
                  <a:pt x="194" y="248"/>
                  <a:pt x="194" y="246"/>
                  <a:pt x="196" y="244"/>
                </a:cubicBezTo>
                <a:cubicBezTo>
                  <a:pt x="196" y="244"/>
                  <a:pt x="196" y="243"/>
                  <a:pt x="196" y="243"/>
                </a:cubicBezTo>
                <a:cubicBezTo>
                  <a:pt x="196" y="243"/>
                  <a:pt x="196" y="242"/>
                  <a:pt x="196" y="242"/>
                </a:cubicBezTo>
                <a:cubicBezTo>
                  <a:pt x="197" y="240"/>
                  <a:pt x="198" y="239"/>
                  <a:pt x="199" y="237"/>
                </a:cubicBezTo>
                <a:cubicBezTo>
                  <a:pt x="198" y="237"/>
                  <a:pt x="198" y="237"/>
                  <a:pt x="198" y="237"/>
                </a:cubicBezTo>
                <a:lnTo>
                  <a:pt x="196" y="237"/>
                </a:lnTo>
                <a:close/>
                <a:moveTo>
                  <a:pt x="249" y="96"/>
                </a:moveTo>
                <a:cubicBezTo>
                  <a:pt x="249" y="96"/>
                  <a:pt x="249" y="96"/>
                  <a:pt x="249" y="96"/>
                </a:cubicBezTo>
                <a:cubicBezTo>
                  <a:pt x="249" y="96"/>
                  <a:pt x="249" y="96"/>
                  <a:pt x="249" y="96"/>
                </a:cubicBezTo>
                <a:cubicBezTo>
                  <a:pt x="249" y="96"/>
                  <a:pt x="249" y="96"/>
                  <a:pt x="249" y="97"/>
                </a:cubicBezTo>
                <a:cubicBezTo>
                  <a:pt x="249" y="97"/>
                  <a:pt x="249" y="97"/>
                  <a:pt x="249" y="97"/>
                </a:cubicBezTo>
                <a:cubicBezTo>
                  <a:pt x="249" y="97"/>
                  <a:pt x="249" y="97"/>
                  <a:pt x="249" y="97"/>
                </a:cubicBezTo>
                <a:cubicBezTo>
                  <a:pt x="249" y="97"/>
                  <a:pt x="248" y="96"/>
                  <a:pt x="248" y="97"/>
                </a:cubicBezTo>
                <a:cubicBezTo>
                  <a:pt x="248" y="97"/>
                  <a:pt x="249" y="97"/>
                  <a:pt x="249" y="98"/>
                </a:cubicBezTo>
                <a:cubicBezTo>
                  <a:pt x="250" y="98"/>
                  <a:pt x="249" y="97"/>
                  <a:pt x="249" y="97"/>
                </a:cubicBezTo>
                <a:cubicBezTo>
                  <a:pt x="249" y="97"/>
                  <a:pt x="249" y="97"/>
                  <a:pt x="249" y="97"/>
                </a:cubicBezTo>
                <a:cubicBezTo>
                  <a:pt x="250" y="97"/>
                  <a:pt x="250" y="97"/>
                  <a:pt x="250" y="97"/>
                </a:cubicBezTo>
                <a:cubicBezTo>
                  <a:pt x="250" y="97"/>
                  <a:pt x="250" y="97"/>
                  <a:pt x="250" y="97"/>
                </a:cubicBezTo>
                <a:cubicBezTo>
                  <a:pt x="250" y="97"/>
                  <a:pt x="250" y="97"/>
                  <a:pt x="250" y="97"/>
                </a:cubicBezTo>
                <a:cubicBezTo>
                  <a:pt x="250" y="98"/>
                  <a:pt x="250" y="98"/>
                  <a:pt x="250" y="98"/>
                </a:cubicBezTo>
                <a:cubicBezTo>
                  <a:pt x="250" y="98"/>
                  <a:pt x="250" y="98"/>
                  <a:pt x="250" y="98"/>
                </a:cubicBezTo>
                <a:cubicBezTo>
                  <a:pt x="250" y="98"/>
                  <a:pt x="250" y="98"/>
                  <a:pt x="250" y="98"/>
                </a:cubicBezTo>
                <a:cubicBezTo>
                  <a:pt x="251" y="98"/>
                  <a:pt x="251" y="98"/>
                  <a:pt x="251" y="98"/>
                </a:cubicBezTo>
                <a:cubicBezTo>
                  <a:pt x="251" y="98"/>
                  <a:pt x="251" y="97"/>
                  <a:pt x="250" y="97"/>
                </a:cubicBezTo>
                <a:cubicBezTo>
                  <a:pt x="250" y="97"/>
                  <a:pt x="250" y="97"/>
                  <a:pt x="250" y="97"/>
                </a:cubicBezTo>
                <a:cubicBezTo>
                  <a:pt x="250" y="97"/>
                  <a:pt x="250" y="97"/>
                  <a:pt x="250" y="97"/>
                </a:cubicBezTo>
                <a:cubicBezTo>
                  <a:pt x="250" y="96"/>
                  <a:pt x="249" y="96"/>
                  <a:pt x="249" y="96"/>
                </a:cubicBezTo>
                <a:cubicBezTo>
                  <a:pt x="249" y="96"/>
                  <a:pt x="249" y="96"/>
                  <a:pt x="249" y="96"/>
                </a:cubicBezTo>
                <a:cubicBezTo>
                  <a:pt x="249" y="95"/>
                  <a:pt x="248" y="94"/>
                  <a:pt x="248" y="94"/>
                </a:cubicBezTo>
                <a:cubicBezTo>
                  <a:pt x="248" y="94"/>
                  <a:pt x="248" y="93"/>
                  <a:pt x="247" y="94"/>
                </a:cubicBezTo>
                <a:cubicBezTo>
                  <a:pt x="247" y="94"/>
                  <a:pt x="247" y="94"/>
                  <a:pt x="247" y="94"/>
                </a:cubicBezTo>
                <a:cubicBezTo>
                  <a:pt x="248" y="95"/>
                  <a:pt x="248" y="96"/>
                  <a:pt x="249" y="96"/>
                </a:cubicBezTo>
                <a:close/>
                <a:moveTo>
                  <a:pt x="253" y="88"/>
                </a:moveTo>
                <a:cubicBezTo>
                  <a:pt x="253" y="87"/>
                  <a:pt x="253" y="87"/>
                  <a:pt x="254" y="87"/>
                </a:cubicBezTo>
                <a:cubicBezTo>
                  <a:pt x="254" y="87"/>
                  <a:pt x="254" y="87"/>
                  <a:pt x="254" y="88"/>
                </a:cubicBezTo>
                <a:cubicBezTo>
                  <a:pt x="254" y="88"/>
                  <a:pt x="254" y="88"/>
                  <a:pt x="254" y="88"/>
                </a:cubicBezTo>
                <a:cubicBezTo>
                  <a:pt x="253" y="88"/>
                  <a:pt x="253" y="88"/>
                  <a:pt x="253" y="88"/>
                </a:cubicBezTo>
                <a:close/>
                <a:moveTo>
                  <a:pt x="298" y="101"/>
                </a:moveTo>
                <a:cubicBezTo>
                  <a:pt x="298" y="102"/>
                  <a:pt x="298" y="102"/>
                  <a:pt x="298" y="102"/>
                </a:cubicBezTo>
                <a:cubicBezTo>
                  <a:pt x="296" y="105"/>
                  <a:pt x="296" y="105"/>
                  <a:pt x="296" y="105"/>
                </a:cubicBezTo>
                <a:cubicBezTo>
                  <a:pt x="293" y="113"/>
                  <a:pt x="293" y="113"/>
                  <a:pt x="293" y="113"/>
                </a:cubicBezTo>
                <a:cubicBezTo>
                  <a:pt x="292" y="112"/>
                  <a:pt x="292" y="112"/>
                  <a:pt x="292" y="112"/>
                </a:cubicBezTo>
                <a:cubicBezTo>
                  <a:pt x="292" y="112"/>
                  <a:pt x="290" y="111"/>
                  <a:pt x="290" y="110"/>
                </a:cubicBezTo>
                <a:cubicBezTo>
                  <a:pt x="290" y="110"/>
                  <a:pt x="289" y="110"/>
                  <a:pt x="289" y="110"/>
                </a:cubicBezTo>
                <a:cubicBezTo>
                  <a:pt x="289" y="110"/>
                  <a:pt x="289" y="110"/>
                  <a:pt x="289" y="110"/>
                </a:cubicBezTo>
                <a:cubicBezTo>
                  <a:pt x="289" y="110"/>
                  <a:pt x="289" y="111"/>
                  <a:pt x="289" y="111"/>
                </a:cubicBezTo>
                <a:cubicBezTo>
                  <a:pt x="289" y="111"/>
                  <a:pt x="288" y="112"/>
                  <a:pt x="288" y="112"/>
                </a:cubicBezTo>
                <a:cubicBezTo>
                  <a:pt x="288" y="112"/>
                  <a:pt x="289" y="113"/>
                  <a:pt x="289" y="113"/>
                </a:cubicBezTo>
                <a:cubicBezTo>
                  <a:pt x="289" y="113"/>
                  <a:pt x="288" y="114"/>
                  <a:pt x="288" y="114"/>
                </a:cubicBezTo>
                <a:cubicBezTo>
                  <a:pt x="287" y="114"/>
                  <a:pt x="287" y="115"/>
                  <a:pt x="287" y="115"/>
                </a:cubicBezTo>
                <a:cubicBezTo>
                  <a:pt x="287" y="115"/>
                  <a:pt x="286" y="116"/>
                  <a:pt x="286" y="116"/>
                </a:cubicBezTo>
                <a:cubicBezTo>
                  <a:pt x="285" y="116"/>
                  <a:pt x="284" y="116"/>
                  <a:pt x="284" y="116"/>
                </a:cubicBezTo>
                <a:cubicBezTo>
                  <a:pt x="284" y="116"/>
                  <a:pt x="284" y="117"/>
                  <a:pt x="284" y="117"/>
                </a:cubicBezTo>
                <a:cubicBezTo>
                  <a:pt x="284" y="117"/>
                  <a:pt x="284" y="117"/>
                  <a:pt x="284" y="117"/>
                </a:cubicBezTo>
                <a:cubicBezTo>
                  <a:pt x="284" y="119"/>
                  <a:pt x="284" y="119"/>
                  <a:pt x="284" y="119"/>
                </a:cubicBezTo>
                <a:cubicBezTo>
                  <a:pt x="282" y="120"/>
                  <a:pt x="282" y="120"/>
                  <a:pt x="282" y="120"/>
                </a:cubicBezTo>
                <a:cubicBezTo>
                  <a:pt x="281" y="121"/>
                  <a:pt x="281" y="121"/>
                  <a:pt x="281" y="121"/>
                </a:cubicBezTo>
                <a:cubicBezTo>
                  <a:pt x="281" y="121"/>
                  <a:pt x="278" y="122"/>
                  <a:pt x="278" y="122"/>
                </a:cubicBezTo>
                <a:cubicBezTo>
                  <a:pt x="278" y="123"/>
                  <a:pt x="278" y="124"/>
                  <a:pt x="278" y="124"/>
                </a:cubicBezTo>
                <a:cubicBezTo>
                  <a:pt x="278" y="124"/>
                  <a:pt x="278" y="125"/>
                  <a:pt x="278" y="125"/>
                </a:cubicBezTo>
                <a:cubicBezTo>
                  <a:pt x="278" y="125"/>
                  <a:pt x="278" y="126"/>
                  <a:pt x="278" y="126"/>
                </a:cubicBezTo>
                <a:cubicBezTo>
                  <a:pt x="276" y="126"/>
                  <a:pt x="276" y="126"/>
                  <a:pt x="276" y="126"/>
                </a:cubicBezTo>
                <a:cubicBezTo>
                  <a:pt x="276" y="128"/>
                  <a:pt x="276" y="128"/>
                  <a:pt x="276" y="128"/>
                </a:cubicBezTo>
                <a:cubicBezTo>
                  <a:pt x="275" y="128"/>
                  <a:pt x="275" y="128"/>
                  <a:pt x="275" y="128"/>
                </a:cubicBezTo>
                <a:cubicBezTo>
                  <a:pt x="274" y="129"/>
                  <a:pt x="274" y="129"/>
                  <a:pt x="274" y="129"/>
                </a:cubicBezTo>
                <a:cubicBezTo>
                  <a:pt x="273" y="129"/>
                  <a:pt x="273" y="129"/>
                  <a:pt x="273" y="129"/>
                </a:cubicBezTo>
                <a:cubicBezTo>
                  <a:pt x="272" y="131"/>
                  <a:pt x="272" y="131"/>
                  <a:pt x="272" y="131"/>
                </a:cubicBezTo>
                <a:cubicBezTo>
                  <a:pt x="272" y="131"/>
                  <a:pt x="271" y="131"/>
                  <a:pt x="271" y="131"/>
                </a:cubicBezTo>
                <a:cubicBezTo>
                  <a:pt x="271" y="131"/>
                  <a:pt x="270" y="131"/>
                  <a:pt x="270" y="131"/>
                </a:cubicBezTo>
                <a:cubicBezTo>
                  <a:pt x="269" y="130"/>
                  <a:pt x="269" y="130"/>
                  <a:pt x="269" y="130"/>
                </a:cubicBezTo>
                <a:cubicBezTo>
                  <a:pt x="268" y="131"/>
                  <a:pt x="268" y="131"/>
                  <a:pt x="268" y="131"/>
                </a:cubicBezTo>
                <a:cubicBezTo>
                  <a:pt x="268" y="131"/>
                  <a:pt x="266" y="131"/>
                  <a:pt x="266" y="131"/>
                </a:cubicBezTo>
                <a:cubicBezTo>
                  <a:pt x="266" y="131"/>
                  <a:pt x="266" y="132"/>
                  <a:pt x="266" y="132"/>
                </a:cubicBezTo>
                <a:cubicBezTo>
                  <a:pt x="265" y="132"/>
                  <a:pt x="265" y="133"/>
                  <a:pt x="265" y="133"/>
                </a:cubicBezTo>
                <a:cubicBezTo>
                  <a:pt x="265" y="133"/>
                  <a:pt x="265" y="135"/>
                  <a:pt x="265" y="135"/>
                </a:cubicBezTo>
                <a:cubicBezTo>
                  <a:pt x="264" y="136"/>
                  <a:pt x="264" y="136"/>
                  <a:pt x="264" y="136"/>
                </a:cubicBezTo>
                <a:cubicBezTo>
                  <a:pt x="264" y="135"/>
                  <a:pt x="264" y="135"/>
                  <a:pt x="264" y="135"/>
                </a:cubicBezTo>
                <a:cubicBezTo>
                  <a:pt x="264" y="135"/>
                  <a:pt x="263" y="135"/>
                  <a:pt x="263" y="135"/>
                </a:cubicBezTo>
                <a:cubicBezTo>
                  <a:pt x="263" y="135"/>
                  <a:pt x="262" y="135"/>
                  <a:pt x="262" y="135"/>
                </a:cubicBezTo>
                <a:cubicBezTo>
                  <a:pt x="261" y="134"/>
                  <a:pt x="261" y="134"/>
                  <a:pt x="261" y="134"/>
                </a:cubicBezTo>
                <a:cubicBezTo>
                  <a:pt x="261" y="134"/>
                  <a:pt x="260" y="135"/>
                  <a:pt x="260" y="135"/>
                </a:cubicBezTo>
                <a:cubicBezTo>
                  <a:pt x="260" y="135"/>
                  <a:pt x="260" y="136"/>
                  <a:pt x="260" y="136"/>
                </a:cubicBezTo>
                <a:cubicBezTo>
                  <a:pt x="260" y="136"/>
                  <a:pt x="260" y="137"/>
                  <a:pt x="260" y="137"/>
                </a:cubicBezTo>
                <a:cubicBezTo>
                  <a:pt x="260" y="137"/>
                  <a:pt x="259" y="138"/>
                  <a:pt x="259" y="138"/>
                </a:cubicBezTo>
                <a:cubicBezTo>
                  <a:pt x="259" y="138"/>
                  <a:pt x="259" y="139"/>
                  <a:pt x="259" y="139"/>
                </a:cubicBezTo>
                <a:cubicBezTo>
                  <a:pt x="259" y="139"/>
                  <a:pt x="258" y="140"/>
                  <a:pt x="258" y="140"/>
                </a:cubicBezTo>
                <a:cubicBezTo>
                  <a:pt x="258" y="140"/>
                  <a:pt x="258" y="140"/>
                  <a:pt x="258" y="140"/>
                </a:cubicBezTo>
                <a:cubicBezTo>
                  <a:pt x="258" y="141"/>
                  <a:pt x="258" y="141"/>
                  <a:pt x="258" y="141"/>
                </a:cubicBezTo>
                <a:cubicBezTo>
                  <a:pt x="257" y="141"/>
                  <a:pt x="257" y="141"/>
                  <a:pt x="257" y="141"/>
                </a:cubicBezTo>
                <a:cubicBezTo>
                  <a:pt x="257" y="141"/>
                  <a:pt x="256" y="140"/>
                  <a:pt x="256" y="140"/>
                </a:cubicBezTo>
                <a:cubicBezTo>
                  <a:pt x="256" y="140"/>
                  <a:pt x="255" y="139"/>
                  <a:pt x="255" y="139"/>
                </a:cubicBezTo>
                <a:cubicBezTo>
                  <a:pt x="255" y="138"/>
                  <a:pt x="255" y="138"/>
                  <a:pt x="255" y="138"/>
                </a:cubicBezTo>
                <a:cubicBezTo>
                  <a:pt x="254" y="137"/>
                  <a:pt x="254" y="137"/>
                  <a:pt x="254" y="137"/>
                </a:cubicBezTo>
                <a:cubicBezTo>
                  <a:pt x="254" y="136"/>
                  <a:pt x="254" y="136"/>
                  <a:pt x="254" y="136"/>
                </a:cubicBezTo>
                <a:cubicBezTo>
                  <a:pt x="255" y="133"/>
                  <a:pt x="255" y="133"/>
                  <a:pt x="255" y="133"/>
                </a:cubicBezTo>
                <a:cubicBezTo>
                  <a:pt x="256" y="131"/>
                  <a:pt x="256" y="131"/>
                  <a:pt x="256" y="131"/>
                </a:cubicBezTo>
                <a:cubicBezTo>
                  <a:pt x="258" y="128"/>
                  <a:pt x="258" y="128"/>
                  <a:pt x="258" y="128"/>
                </a:cubicBezTo>
                <a:cubicBezTo>
                  <a:pt x="259" y="126"/>
                  <a:pt x="259" y="126"/>
                  <a:pt x="259" y="126"/>
                </a:cubicBezTo>
                <a:cubicBezTo>
                  <a:pt x="260" y="122"/>
                  <a:pt x="260" y="122"/>
                  <a:pt x="260" y="122"/>
                </a:cubicBezTo>
                <a:cubicBezTo>
                  <a:pt x="260" y="122"/>
                  <a:pt x="259" y="121"/>
                  <a:pt x="259" y="121"/>
                </a:cubicBezTo>
                <a:cubicBezTo>
                  <a:pt x="259" y="121"/>
                  <a:pt x="259" y="120"/>
                  <a:pt x="259" y="120"/>
                </a:cubicBezTo>
                <a:cubicBezTo>
                  <a:pt x="259" y="119"/>
                  <a:pt x="259" y="119"/>
                  <a:pt x="259" y="119"/>
                </a:cubicBezTo>
                <a:cubicBezTo>
                  <a:pt x="257" y="119"/>
                  <a:pt x="257" y="119"/>
                  <a:pt x="257" y="119"/>
                </a:cubicBezTo>
                <a:cubicBezTo>
                  <a:pt x="257" y="119"/>
                  <a:pt x="255" y="117"/>
                  <a:pt x="255" y="117"/>
                </a:cubicBezTo>
                <a:cubicBezTo>
                  <a:pt x="255" y="118"/>
                  <a:pt x="254" y="117"/>
                  <a:pt x="254" y="117"/>
                </a:cubicBezTo>
                <a:cubicBezTo>
                  <a:pt x="254" y="117"/>
                  <a:pt x="253" y="117"/>
                  <a:pt x="253" y="116"/>
                </a:cubicBezTo>
                <a:cubicBezTo>
                  <a:pt x="253" y="116"/>
                  <a:pt x="252" y="115"/>
                  <a:pt x="252" y="115"/>
                </a:cubicBezTo>
                <a:cubicBezTo>
                  <a:pt x="251" y="115"/>
                  <a:pt x="251" y="116"/>
                  <a:pt x="251" y="116"/>
                </a:cubicBezTo>
                <a:cubicBezTo>
                  <a:pt x="249" y="114"/>
                  <a:pt x="249" y="114"/>
                  <a:pt x="249" y="114"/>
                </a:cubicBezTo>
                <a:cubicBezTo>
                  <a:pt x="249" y="114"/>
                  <a:pt x="249" y="111"/>
                  <a:pt x="249" y="111"/>
                </a:cubicBezTo>
                <a:cubicBezTo>
                  <a:pt x="249" y="111"/>
                  <a:pt x="249" y="110"/>
                  <a:pt x="249" y="110"/>
                </a:cubicBezTo>
                <a:cubicBezTo>
                  <a:pt x="248" y="110"/>
                  <a:pt x="247" y="109"/>
                  <a:pt x="246" y="109"/>
                </a:cubicBezTo>
                <a:cubicBezTo>
                  <a:pt x="246" y="109"/>
                  <a:pt x="246" y="108"/>
                  <a:pt x="246" y="108"/>
                </a:cubicBezTo>
                <a:cubicBezTo>
                  <a:pt x="246" y="108"/>
                  <a:pt x="246" y="107"/>
                  <a:pt x="246" y="107"/>
                </a:cubicBezTo>
                <a:cubicBezTo>
                  <a:pt x="246" y="107"/>
                  <a:pt x="246" y="106"/>
                  <a:pt x="246" y="106"/>
                </a:cubicBezTo>
                <a:cubicBezTo>
                  <a:pt x="246" y="106"/>
                  <a:pt x="246" y="106"/>
                  <a:pt x="246" y="106"/>
                </a:cubicBezTo>
                <a:cubicBezTo>
                  <a:pt x="245" y="105"/>
                  <a:pt x="245" y="105"/>
                  <a:pt x="245" y="105"/>
                </a:cubicBezTo>
                <a:cubicBezTo>
                  <a:pt x="245" y="105"/>
                  <a:pt x="245" y="104"/>
                  <a:pt x="245" y="104"/>
                </a:cubicBezTo>
                <a:cubicBezTo>
                  <a:pt x="245" y="103"/>
                  <a:pt x="245" y="102"/>
                  <a:pt x="245" y="102"/>
                </a:cubicBezTo>
                <a:cubicBezTo>
                  <a:pt x="245" y="100"/>
                  <a:pt x="245" y="100"/>
                  <a:pt x="245" y="100"/>
                </a:cubicBezTo>
                <a:cubicBezTo>
                  <a:pt x="243" y="98"/>
                  <a:pt x="243" y="98"/>
                  <a:pt x="243" y="98"/>
                </a:cubicBezTo>
                <a:cubicBezTo>
                  <a:pt x="243" y="97"/>
                  <a:pt x="243" y="97"/>
                  <a:pt x="243" y="97"/>
                </a:cubicBezTo>
                <a:cubicBezTo>
                  <a:pt x="243" y="97"/>
                  <a:pt x="243" y="97"/>
                  <a:pt x="243" y="97"/>
                </a:cubicBezTo>
                <a:cubicBezTo>
                  <a:pt x="243" y="96"/>
                  <a:pt x="243" y="96"/>
                  <a:pt x="243" y="96"/>
                </a:cubicBezTo>
                <a:cubicBezTo>
                  <a:pt x="243" y="95"/>
                  <a:pt x="243" y="95"/>
                  <a:pt x="243" y="95"/>
                </a:cubicBezTo>
                <a:cubicBezTo>
                  <a:pt x="243" y="94"/>
                  <a:pt x="243" y="94"/>
                  <a:pt x="243" y="94"/>
                </a:cubicBezTo>
                <a:cubicBezTo>
                  <a:pt x="243" y="93"/>
                  <a:pt x="243" y="93"/>
                  <a:pt x="243" y="93"/>
                </a:cubicBezTo>
                <a:cubicBezTo>
                  <a:pt x="243" y="93"/>
                  <a:pt x="243" y="93"/>
                  <a:pt x="244" y="94"/>
                </a:cubicBezTo>
                <a:cubicBezTo>
                  <a:pt x="244" y="94"/>
                  <a:pt x="244" y="94"/>
                  <a:pt x="244" y="94"/>
                </a:cubicBezTo>
                <a:cubicBezTo>
                  <a:pt x="244" y="93"/>
                  <a:pt x="244" y="93"/>
                  <a:pt x="244" y="93"/>
                </a:cubicBezTo>
                <a:cubicBezTo>
                  <a:pt x="244" y="92"/>
                  <a:pt x="244" y="92"/>
                  <a:pt x="244" y="92"/>
                </a:cubicBezTo>
                <a:cubicBezTo>
                  <a:pt x="245" y="92"/>
                  <a:pt x="245" y="92"/>
                  <a:pt x="245" y="92"/>
                </a:cubicBezTo>
                <a:cubicBezTo>
                  <a:pt x="245" y="90"/>
                  <a:pt x="245" y="90"/>
                  <a:pt x="245" y="90"/>
                </a:cubicBezTo>
                <a:cubicBezTo>
                  <a:pt x="245" y="89"/>
                  <a:pt x="245" y="89"/>
                  <a:pt x="245" y="89"/>
                </a:cubicBezTo>
                <a:cubicBezTo>
                  <a:pt x="246" y="89"/>
                  <a:pt x="246" y="90"/>
                  <a:pt x="246" y="90"/>
                </a:cubicBezTo>
                <a:cubicBezTo>
                  <a:pt x="246" y="91"/>
                  <a:pt x="246" y="91"/>
                  <a:pt x="246" y="92"/>
                </a:cubicBezTo>
                <a:cubicBezTo>
                  <a:pt x="247" y="92"/>
                  <a:pt x="247" y="93"/>
                  <a:pt x="246" y="93"/>
                </a:cubicBezTo>
                <a:cubicBezTo>
                  <a:pt x="246" y="93"/>
                  <a:pt x="246" y="94"/>
                  <a:pt x="246" y="94"/>
                </a:cubicBezTo>
                <a:cubicBezTo>
                  <a:pt x="246" y="94"/>
                  <a:pt x="246" y="94"/>
                  <a:pt x="247" y="94"/>
                </a:cubicBezTo>
                <a:cubicBezTo>
                  <a:pt x="247" y="94"/>
                  <a:pt x="247" y="95"/>
                  <a:pt x="246" y="95"/>
                </a:cubicBezTo>
                <a:cubicBezTo>
                  <a:pt x="246" y="95"/>
                  <a:pt x="246" y="96"/>
                  <a:pt x="246" y="96"/>
                </a:cubicBezTo>
                <a:cubicBezTo>
                  <a:pt x="247" y="97"/>
                  <a:pt x="247" y="97"/>
                  <a:pt x="247" y="98"/>
                </a:cubicBezTo>
                <a:cubicBezTo>
                  <a:pt x="247" y="98"/>
                  <a:pt x="247" y="98"/>
                  <a:pt x="247" y="99"/>
                </a:cubicBezTo>
                <a:cubicBezTo>
                  <a:pt x="248" y="98"/>
                  <a:pt x="248" y="98"/>
                  <a:pt x="248" y="99"/>
                </a:cubicBezTo>
                <a:cubicBezTo>
                  <a:pt x="248" y="99"/>
                  <a:pt x="249" y="99"/>
                  <a:pt x="249" y="99"/>
                </a:cubicBezTo>
                <a:cubicBezTo>
                  <a:pt x="249" y="99"/>
                  <a:pt x="249" y="100"/>
                  <a:pt x="250" y="100"/>
                </a:cubicBezTo>
                <a:cubicBezTo>
                  <a:pt x="250" y="100"/>
                  <a:pt x="250" y="100"/>
                  <a:pt x="250" y="100"/>
                </a:cubicBezTo>
                <a:cubicBezTo>
                  <a:pt x="250" y="99"/>
                  <a:pt x="251" y="99"/>
                  <a:pt x="252" y="99"/>
                </a:cubicBezTo>
                <a:cubicBezTo>
                  <a:pt x="252" y="99"/>
                  <a:pt x="253" y="99"/>
                  <a:pt x="253" y="99"/>
                </a:cubicBezTo>
                <a:cubicBezTo>
                  <a:pt x="254" y="100"/>
                  <a:pt x="255" y="100"/>
                  <a:pt x="256" y="101"/>
                </a:cubicBezTo>
                <a:cubicBezTo>
                  <a:pt x="257" y="101"/>
                  <a:pt x="258" y="102"/>
                  <a:pt x="259" y="102"/>
                </a:cubicBezTo>
                <a:cubicBezTo>
                  <a:pt x="259" y="102"/>
                  <a:pt x="259" y="103"/>
                  <a:pt x="260" y="103"/>
                </a:cubicBezTo>
                <a:cubicBezTo>
                  <a:pt x="260" y="103"/>
                  <a:pt x="261" y="103"/>
                  <a:pt x="261" y="104"/>
                </a:cubicBezTo>
                <a:cubicBezTo>
                  <a:pt x="263" y="104"/>
                  <a:pt x="265" y="105"/>
                  <a:pt x="266" y="106"/>
                </a:cubicBezTo>
                <a:cubicBezTo>
                  <a:pt x="267" y="106"/>
                  <a:pt x="267" y="106"/>
                  <a:pt x="267" y="106"/>
                </a:cubicBezTo>
                <a:cubicBezTo>
                  <a:pt x="269" y="107"/>
                  <a:pt x="271" y="107"/>
                  <a:pt x="273" y="108"/>
                </a:cubicBezTo>
                <a:cubicBezTo>
                  <a:pt x="273" y="109"/>
                  <a:pt x="274" y="109"/>
                  <a:pt x="274" y="109"/>
                </a:cubicBezTo>
                <a:cubicBezTo>
                  <a:pt x="274" y="109"/>
                  <a:pt x="274" y="109"/>
                  <a:pt x="274" y="109"/>
                </a:cubicBezTo>
                <a:cubicBezTo>
                  <a:pt x="274" y="110"/>
                  <a:pt x="274" y="110"/>
                  <a:pt x="274" y="110"/>
                </a:cubicBezTo>
                <a:cubicBezTo>
                  <a:pt x="275" y="110"/>
                  <a:pt x="275" y="110"/>
                  <a:pt x="275" y="111"/>
                </a:cubicBezTo>
                <a:cubicBezTo>
                  <a:pt x="276" y="110"/>
                  <a:pt x="276" y="109"/>
                  <a:pt x="277" y="109"/>
                </a:cubicBezTo>
                <a:cubicBezTo>
                  <a:pt x="277" y="109"/>
                  <a:pt x="277" y="109"/>
                  <a:pt x="277" y="109"/>
                </a:cubicBezTo>
                <a:cubicBezTo>
                  <a:pt x="277" y="109"/>
                  <a:pt x="278" y="109"/>
                  <a:pt x="278" y="109"/>
                </a:cubicBezTo>
                <a:cubicBezTo>
                  <a:pt x="278" y="109"/>
                  <a:pt x="278" y="109"/>
                  <a:pt x="278" y="109"/>
                </a:cubicBezTo>
                <a:cubicBezTo>
                  <a:pt x="279" y="109"/>
                  <a:pt x="279" y="109"/>
                  <a:pt x="279" y="109"/>
                </a:cubicBezTo>
                <a:cubicBezTo>
                  <a:pt x="280" y="109"/>
                  <a:pt x="282" y="109"/>
                  <a:pt x="283" y="108"/>
                </a:cubicBezTo>
                <a:cubicBezTo>
                  <a:pt x="283" y="108"/>
                  <a:pt x="283" y="108"/>
                  <a:pt x="284" y="108"/>
                </a:cubicBezTo>
                <a:cubicBezTo>
                  <a:pt x="284" y="108"/>
                  <a:pt x="284" y="108"/>
                  <a:pt x="284" y="108"/>
                </a:cubicBezTo>
                <a:cubicBezTo>
                  <a:pt x="284" y="107"/>
                  <a:pt x="285" y="107"/>
                  <a:pt x="285" y="106"/>
                </a:cubicBezTo>
                <a:cubicBezTo>
                  <a:pt x="285" y="106"/>
                  <a:pt x="286" y="106"/>
                  <a:pt x="286" y="106"/>
                </a:cubicBezTo>
                <a:cubicBezTo>
                  <a:pt x="286" y="106"/>
                  <a:pt x="287" y="105"/>
                  <a:pt x="287" y="105"/>
                </a:cubicBezTo>
                <a:cubicBezTo>
                  <a:pt x="286" y="104"/>
                  <a:pt x="287" y="104"/>
                  <a:pt x="288" y="104"/>
                </a:cubicBezTo>
                <a:cubicBezTo>
                  <a:pt x="288" y="103"/>
                  <a:pt x="288" y="103"/>
                  <a:pt x="288" y="103"/>
                </a:cubicBezTo>
                <a:cubicBezTo>
                  <a:pt x="288" y="103"/>
                  <a:pt x="289" y="102"/>
                  <a:pt x="289" y="101"/>
                </a:cubicBezTo>
                <a:cubicBezTo>
                  <a:pt x="289" y="101"/>
                  <a:pt x="290" y="100"/>
                  <a:pt x="290" y="99"/>
                </a:cubicBezTo>
                <a:cubicBezTo>
                  <a:pt x="290" y="99"/>
                  <a:pt x="290" y="99"/>
                  <a:pt x="290" y="99"/>
                </a:cubicBezTo>
                <a:cubicBezTo>
                  <a:pt x="291" y="100"/>
                  <a:pt x="291" y="100"/>
                  <a:pt x="292" y="99"/>
                </a:cubicBezTo>
                <a:cubicBezTo>
                  <a:pt x="292" y="99"/>
                  <a:pt x="293" y="99"/>
                  <a:pt x="293" y="99"/>
                </a:cubicBezTo>
                <a:cubicBezTo>
                  <a:pt x="293" y="98"/>
                  <a:pt x="294" y="97"/>
                  <a:pt x="295" y="98"/>
                </a:cubicBezTo>
                <a:cubicBezTo>
                  <a:pt x="295" y="98"/>
                  <a:pt x="295" y="97"/>
                  <a:pt x="296" y="97"/>
                </a:cubicBezTo>
                <a:cubicBezTo>
                  <a:pt x="296" y="97"/>
                  <a:pt x="296" y="96"/>
                  <a:pt x="297" y="96"/>
                </a:cubicBezTo>
                <a:cubicBezTo>
                  <a:pt x="297" y="96"/>
                  <a:pt x="297" y="96"/>
                  <a:pt x="298" y="96"/>
                </a:cubicBezTo>
                <a:cubicBezTo>
                  <a:pt x="298" y="95"/>
                  <a:pt x="298" y="95"/>
                  <a:pt x="299" y="95"/>
                </a:cubicBezTo>
                <a:cubicBezTo>
                  <a:pt x="299" y="97"/>
                  <a:pt x="299" y="97"/>
                  <a:pt x="299" y="97"/>
                </a:cubicBezTo>
                <a:cubicBezTo>
                  <a:pt x="297" y="97"/>
                  <a:pt x="297" y="97"/>
                  <a:pt x="297" y="97"/>
                </a:cubicBezTo>
                <a:cubicBezTo>
                  <a:pt x="296" y="97"/>
                  <a:pt x="296" y="97"/>
                  <a:pt x="296" y="97"/>
                </a:cubicBezTo>
                <a:cubicBezTo>
                  <a:pt x="296" y="98"/>
                  <a:pt x="296" y="98"/>
                  <a:pt x="296" y="98"/>
                </a:cubicBezTo>
                <a:cubicBezTo>
                  <a:pt x="296" y="99"/>
                  <a:pt x="296" y="99"/>
                  <a:pt x="296" y="99"/>
                </a:cubicBezTo>
                <a:cubicBezTo>
                  <a:pt x="296" y="99"/>
                  <a:pt x="296" y="100"/>
                  <a:pt x="296" y="100"/>
                </a:cubicBezTo>
                <a:cubicBezTo>
                  <a:pt x="296" y="100"/>
                  <a:pt x="296" y="101"/>
                  <a:pt x="296" y="101"/>
                </a:cubicBezTo>
                <a:cubicBezTo>
                  <a:pt x="297" y="101"/>
                  <a:pt x="297" y="101"/>
                  <a:pt x="297" y="101"/>
                </a:cubicBezTo>
                <a:lnTo>
                  <a:pt x="298" y="101"/>
                </a:lnTo>
                <a:close/>
                <a:moveTo>
                  <a:pt x="231" y="55"/>
                </a:moveTo>
                <a:cubicBezTo>
                  <a:pt x="231" y="55"/>
                  <a:pt x="232" y="55"/>
                  <a:pt x="232" y="55"/>
                </a:cubicBezTo>
                <a:cubicBezTo>
                  <a:pt x="233" y="56"/>
                  <a:pt x="234" y="56"/>
                  <a:pt x="233" y="57"/>
                </a:cubicBezTo>
                <a:cubicBezTo>
                  <a:pt x="233" y="57"/>
                  <a:pt x="234" y="57"/>
                  <a:pt x="234" y="57"/>
                </a:cubicBezTo>
                <a:cubicBezTo>
                  <a:pt x="234" y="57"/>
                  <a:pt x="235" y="57"/>
                  <a:pt x="235" y="57"/>
                </a:cubicBezTo>
                <a:cubicBezTo>
                  <a:pt x="234" y="58"/>
                  <a:pt x="235" y="58"/>
                  <a:pt x="235" y="58"/>
                </a:cubicBezTo>
                <a:cubicBezTo>
                  <a:pt x="236" y="58"/>
                  <a:pt x="236" y="58"/>
                  <a:pt x="236" y="57"/>
                </a:cubicBezTo>
                <a:cubicBezTo>
                  <a:pt x="236" y="57"/>
                  <a:pt x="236" y="57"/>
                  <a:pt x="236" y="57"/>
                </a:cubicBezTo>
                <a:cubicBezTo>
                  <a:pt x="236" y="56"/>
                  <a:pt x="235" y="56"/>
                  <a:pt x="235" y="56"/>
                </a:cubicBezTo>
                <a:cubicBezTo>
                  <a:pt x="235" y="55"/>
                  <a:pt x="235" y="55"/>
                  <a:pt x="235" y="54"/>
                </a:cubicBezTo>
                <a:cubicBezTo>
                  <a:pt x="235" y="54"/>
                  <a:pt x="235" y="54"/>
                  <a:pt x="235" y="54"/>
                </a:cubicBezTo>
                <a:cubicBezTo>
                  <a:pt x="235" y="54"/>
                  <a:pt x="235" y="54"/>
                  <a:pt x="235" y="54"/>
                </a:cubicBezTo>
                <a:cubicBezTo>
                  <a:pt x="235" y="54"/>
                  <a:pt x="235" y="54"/>
                  <a:pt x="235" y="54"/>
                </a:cubicBezTo>
                <a:cubicBezTo>
                  <a:pt x="235" y="54"/>
                  <a:pt x="235" y="54"/>
                  <a:pt x="235" y="54"/>
                </a:cubicBezTo>
                <a:cubicBezTo>
                  <a:pt x="235" y="53"/>
                  <a:pt x="234" y="53"/>
                  <a:pt x="234" y="53"/>
                </a:cubicBezTo>
                <a:cubicBezTo>
                  <a:pt x="233" y="52"/>
                  <a:pt x="233" y="52"/>
                  <a:pt x="233" y="52"/>
                </a:cubicBezTo>
                <a:cubicBezTo>
                  <a:pt x="233" y="52"/>
                  <a:pt x="233" y="51"/>
                  <a:pt x="233" y="51"/>
                </a:cubicBezTo>
                <a:cubicBezTo>
                  <a:pt x="233" y="50"/>
                  <a:pt x="232" y="49"/>
                  <a:pt x="231" y="50"/>
                </a:cubicBezTo>
                <a:cubicBezTo>
                  <a:pt x="231" y="50"/>
                  <a:pt x="231" y="50"/>
                  <a:pt x="231" y="50"/>
                </a:cubicBezTo>
                <a:cubicBezTo>
                  <a:pt x="231" y="50"/>
                  <a:pt x="231" y="51"/>
                  <a:pt x="231" y="51"/>
                </a:cubicBezTo>
                <a:cubicBezTo>
                  <a:pt x="231" y="51"/>
                  <a:pt x="231" y="51"/>
                  <a:pt x="231" y="51"/>
                </a:cubicBezTo>
                <a:cubicBezTo>
                  <a:pt x="232" y="52"/>
                  <a:pt x="231" y="51"/>
                  <a:pt x="231" y="52"/>
                </a:cubicBezTo>
                <a:cubicBezTo>
                  <a:pt x="231" y="52"/>
                  <a:pt x="231" y="53"/>
                  <a:pt x="231" y="53"/>
                </a:cubicBezTo>
                <a:cubicBezTo>
                  <a:pt x="232" y="54"/>
                  <a:pt x="231" y="54"/>
                  <a:pt x="231" y="54"/>
                </a:cubicBezTo>
                <a:cubicBezTo>
                  <a:pt x="231" y="54"/>
                  <a:pt x="230" y="54"/>
                  <a:pt x="230" y="54"/>
                </a:cubicBezTo>
                <a:cubicBezTo>
                  <a:pt x="230" y="55"/>
                  <a:pt x="231" y="55"/>
                  <a:pt x="231" y="55"/>
                </a:cubicBezTo>
                <a:close/>
                <a:moveTo>
                  <a:pt x="224" y="54"/>
                </a:moveTo>
                <a:cubicBezTo>
                  <a:pt x="224" y="54"/>
                  <a:pt x="224" y="53"/>
                  <a:pt x="225" y="53"/>
                </a:cubicBezTo>
                <a:cubicBezTo>
                  <a:pt x="226" y="53"/>
                  <a:pt x="225" y="54"/>
                  <a:pt x="225" y="54"/>
                </a:cubicBezTo>
                <a:cubicBezTo>
                  <a:pt x="225" y="54"/>
                  <a:pt x="226" y="55"/>
                  <a:pt x="225" y="55"/>
                </a:cubicBezTo>
                <a:cubicBezTo>
                  <a:pt x="224" y="55"/>
                  <a:pt x="224" y="54"/>
                  <a:pt x="224" y="54"/>
                </a:cubicBezTo>
                <a:close/>
                <a:moveTo>
                  <a:pt x="220" y="72"/>
                </a:moveTo>
                <a:cubicBezTo>
                  <a:pt x="220" y="72"/>
                  <a:pt x="220" y="72"/>
                  <a:pt x="220" y="72"/>
                </a:cubicBezTo>
                <a:cubicBezTo>
                  <a:pt x="220" y="72"/>
                  <a:pt x="220" y="72"/>
                  <a:pt x="220" y="72"/>
                </a:cubicBezTo>
                <a:cubicBezTo>
                  <a:pt x="220" y="72"/>
                  <a:pt x="220" y="72"/>
                  <a:pt x="220" y="72"/>
                </a:cubicBezTo>
                <a:cubicBezTo>
                  <a:pt x="220" y="71"/>
                  <a:pt x="220" y="71"/>
                  <a:pt x="221" y="71"/>
                </a:cubicBezTo>
                <a:cubicBezTo>
                  <a:pt x="221" y="71"/>
                  <a:pt x="221" y="71"/>
                  <a:pt x="221" y="72"/>
                </a:cubicBezTo>
                <a:cubicBezTo>
                  <a:pt x="221" y="72"/>
                  <a:pt x="221" y="72"/>
                  <a:pt x="221" y="72"/>
                </a:cubicBezTo>
                <a:cubicBezTo>
                  <a:pt x="221" y="72"/>
                  <a:pt x="220" y="73"/>
                  <a:pt x="219" y="73"/>
                </a:cubicBezTo>
                <a:cubicBezTo>
                  <a:pt x="219" y="73"/>
                  <a:pt x="219" y="73"/>
                  <a:pt x="219" y="73"/>
                </a:cubicBezTo>
                <a:cubicBezTo>
                  <a:pt x="219" y="73"/>
                  <a:pt x="219" y="73"/>
                  <a:pt x="219" y="73"/>
                </a:cubicBezTo>
                <a:cubicBezTo>
                  <a:pt x="219" y="73"/>
                  <a:pt x="219" y="73"/>
                  <a:pt x="219" y="72"/>
                </a:cubicBezTo>
                <a:cubicBezTo>
                  <a:pt x="219" y="72"/>
                  <a:pt x="219" y="72"/>
                  <a:pt x="219" y="71"/>
                </a:cubicBezTo>
                <a:cubicBezTo>
                  <a:pt x="220" y="71"/>
                  <a:pt x="220" y="72"/>
                  <a:pt x="220" y="72"/>
                </a:cubicBezTo>
                <a:close/>
                <a:moveTo>
                  <a:pt x="219" y="60"/>
                </a:moveTo>
                <a:cubicBezTo>
                  <a:pt x="219" y="60"/>
                  <a:pt x="220" y="61"/>
                  <a:pt x="220" y="61"/>
                </a:cubicBezTo>
                <a:cubicBezTo>
                  <a:pt x="220" y="61"/>
                  <a:pt x="220" y="61"/>
                  <a:pt x="219" y="61"/>
                </a:cubicBezTo>
                <a:cubicBezTo>
                  <a:pt x="219" y="61"/>
                  <a:pt x="219" y="61"/>
                  <a:pt x="219" y="61"/>
                </a:cubicBezTo>
                <a:cubicBezTo>
                  <a:pt x="219" y="60"/>
                  <a:pt x="219" y="60"/>
                  <a:pt x="219" y="60"/>
                </a:cubicBezTo>
                <a:close/>
                <a:moveTo>
                  <a:pt x="222" y="72"/>
                </a:moveTo>
                <a:cubicBezTo>
                  <a:pt x="223" y="72"/>
                  <a:pt x="224" y="72"/>
                  <a:pt x="224" y="72"/>
                </a:cubicBezTo>
                <a:cubicBezTo>
                  <a:pt x="224" y="72"/>
                  <a:pt x="224" y="72"/>
                  <a:pt x="224" y="72"/>
                </a:cubicBezTo>
                <a:cubicBezTo>
                  <a:pt x="225" y="72"/>
                  <a:pt x="225" y="72"/>
                  <a:pt x="225" y="72"/>
                </a:cubicBezTo>
                <a:cubicBezTo>
                  <a:pt x="225" y="72"/>
                  <a:pt x="225" y="71"/>
                  <a:pt x="226" y="71"/>
                </a:cubicBezTo>
                <a:cubicBezTo>
                  <a:pt x="226" y="71"/>
                  <a:pt x="227" y="71"/>
                  <a:pt x="227" y="71"/>
                </a:cubicBezTo>
                <a:cubicBezTo>
                  <a:pt x="227" y="71"/>
                  <a:pt x="227" y="71"/>
                  <a:pt x="227" y="71"/>
                </a:cubicBezTo>
                <a:cubicBezTo>
                  <a:pt x="228" y="71"/>
                  <a:pt x="228" y="72"/>
                  <a:pt x="227" y="72"/>
                </a:cubicBezTo>
                <a:cubicBezTo>
                  <a:pt x="227" y="72"/>
                  <a:pt x="227" y="72"/>
                  <a:pt x="227" y="73"/>
                </a:cubicBezTo>
                <a:cubicBezTo>
                  <a:pt x="227" y="73"/>
                  <a:pt x="227" y="74"/>
                  <a:pt x="226" y="73"/>
                </a:cubicBezTo>
                <a:cubicBezTo>
                  <a:pt x="225" y="73"/>
                  <a:pt x="225" y="74"/>
                  <a:pt x="224" y="73"/>
                </a:cubicBezTo>
                <a:cubicBezTo>
                  <a:pt x="224" y="73"/>
                  <a:pt x="224" y="73"/>
                  <a:pt x="224" y="73"/>
                </a:cubicBezTo>
                <a:cubicBezTo>
                  <a:pt x="224" y="73"/>
                  <a:pt x="224" y="73"/>
                  <a:pt x="224" y="73"/>
                </a:cubicBezTo>
                <a:cubicBezTo>
                  <a:pt x="224" y="73"/>
                  <a:pt x="224" y="73"/>
                  <a:pt x="224" y="72"/>
                </a:cubicBezTo>
                <a:cubicBezTo>
                  <a:pt x="224" y="73"/>
                  <a:pt x="223" y="72"/>
                  <a:pt x="222" y="72"/>
                </a:cubicBezTo>
                <a:close/>
                <a:moveTo>
                  <a:pt x="228" y="75"/>
                </a:moveTo>
                <a:cubicBezTo>
                  <a:pt x="228" y="75"/>
                  <a:pt x="228" y="75"/>
                  <a:pt x="227" y="75"/>
                </a:cubicBezTo>
                <a:cubicBezTo>
                  <a:pt x="227" y="75"/>
                  <a:pt x="227" y="75"/>
                  <a:pt x="227" y="75"/>
                </a:cubicBezTo>
                <a:cubicBezTo>
                  <a:pt x="227" y="75"/>
                  <a:pt x="227" y="74"/>
                  <a:pt x="227" y="74"/>
                </a:cubicBezTo>
                <a:cubicBezTo>
                  <a:pt x="228" y="74"/>
                  <a:pt x="227" y="75"/>
                  <a:pt x="228" y="75"/>
                </a:cubicBezTo>
                <a:close/>
                <a:moveTo>
                  <a:pt x="218" y="66"/>
                </a:moveTo>
                <a:cubicBezTo>
                  <a:pt x="218" y="66"/>
                  <a:pt x="218" y="67"/>
                  <a:pt x="218" y="67"/>
                </a:cubicBezTo>
                <a:cubicBezTo>
                  <a:pt x="218" y="67"/>
                  <a:pt x="217" y="67"/>
                  <a:pt x="217" y="67"/>
                </a:cubicBezTo>
                <a:cubicBezTo>
                  <a:pt x="217" y="67"/>
                  <a:pt x="217" y="66"/>
                  <a:pt x="218" y="66"/>
                </a:cubicBezTo>
                <a:close/>
                <a:moveTo>
                  <a:pt x="216" y="86"/>
                </a:moveTo>
                <a:cubicBezTo>
                  <a:pt x="214" y="87"/>
                  <a:pt x="214" y="87"/>
                  <a:pt x="214" y="87"/>
                </a:cubicBezTo>
                <a:cubicBezTo>
                  <a:pt x="213" y="85"/>
                  <a:pt x="213" y="84"/>
                  <a:pt x="212" y="82"/>
                </a:cubicBezTo>
                <a:cubicBezTo>
                  <a:pt x="212" y="82"/>
                  <a:pt x="212" y="82"/>
                  <a:pt x="212" y="81"/>
                </a:cubicBezTo>
                <a:cubicBezTo>
                  <a:pt x="211" y="81"/>
                  <a:pt x="212" y="81"/>
                  <a:pt x="212" y="80"/>
                </a:cubicBezTo>
                <a:cubicBezTo>
                  <a:pt x="212" y="80"/>
                  <a:pt x="212" y="80"/>
                  <a:pt x="213" y="80"/>
                </a:cubicBezTo>
                <a:cubicBezTo>
                  <a:pt x="213" y="80"/>
                  <a:pt x="213" y="80"/>
                  <a:pt x="213" y="80"/>
                </a:cubicBezTo>
                <a:cubicBezTo>
                  <a:pt x="213" y="80"/>
                  <a:pt x="214" y="80"/>
                  <a:pt x="214" y="80"/>
                </a:cubicBezTo>
                <a:cubicBezTo>
                  <a:pt x="215" y="80"/>
                  <a:pt x="215" y="81"/>
                  <a:pt x="214" y="81"/>
                </a:cubicBezTo>
                <a:cubicBezTo>
                  <a:pt x="214" y="82"/>
                  <a:pt x="214" y="82"/>
                  <a:pt x="215" y="83"/>
                </a:cubicBezTo>
                <a:cubicBezTo>
                  <a:pt x="215" y="83"/>
                  <a:pt x="215" y="84"/>
                  <a:pt x="215" y="85"/>
                </a:cubicBezTo>
                <a:cubicBezTo>
                  <a:pt x="216" y="85"/>
                  <a:pt x="216" y="84"/>
                  <a:pt x="216" y="84"/>
                </a:cubicBezTo>
                <a:cubicBezTo>
                  <a:pt x="216" y="83"/>
                  <a:pt x="216" y="82"/>
                  <a:pt x="217" y="82"/>
                </a:cubicBezTo>
                <a:cubicBezTo>
                  <a:pt x="218" y="82"/>
                  <a:pt x="218" y="82"/>
                  <a:pt x="218" y="81"/>
                </a:cubicBezTo>
                <a:cubicBezTo>
                  <a:pt x="219" y="80"/>
                  <a:pt x="220" y="81"/>
                  <a:pt x="220" y="81"/>
                </a:cubicBezTo>
                <a:cubicBezTo>
                  <a:pt x="220" y="81"/>
                  <a:pt x="220" y="80"/>
                  <a:pt x="220" y="80"/>
                </a:cubicBezTo>
                <a:cubicBezTo>
                  <a:pt x="220" y="80"/>
                  <a:pt x="219" y="80"/>
                  <a:pt x="219" y="79"/>
                </a:cubicBezTo>
                <a:cubicBezTo>
                  <a:pt x="219" y="79"/>
                  <a:pt x="218" y="79"/>
                  <a:pt x="217" y="79"/>
                </a:cubicBezTo>
                <a:cubicBezTo>
                  <a:pt x="217" y="79"/>
                  <a:pt x="217" y="79"/>
                  <a:pt x="216" y="78"/>
                </a:cubicBezTo>
                <a:cubicBezTo>
                  <a:pt x="216" y="78"/>
                  <a:pt x="217" y="78"/>
                  <a:pt x="217" y="78"/>
                </a:cubicBezTo>
                <a:cubicBezTo>
                  <a:pt x="217" y="77"/>
                  <a:pt x="218" y="77"/>
                  <a:pt x="217" y="76"/>
                </a:cubicBezTo>
                <a:cubicBezTo>
                  <a:pt x="216" y="77"/>
                  <a:pt x="215" y="76"/>
                  <a:pt x="215" y="76"/>
                </a:cubicBezTo>
                <a:cubicBezTo>
                  <a:pt x="214" y="77"/>
                  <a:pt x="214" y="78"/>
                  <a:pt x="213" y="78"/>
                </a:cubicBezTo>
                <a:cubicBezTo>
                  <a:pt x="213" y="78"/>
                  <a:pt x="213" y="78"/>
                  <a:pt x="213" y="78"/>
                </a:cubicBezTo>
                <a:cubicBezTo>
                  <a:pt x="213" y="78"/>
                  <a:pt x="213" y="78"/>
                  <a:pt x="213" y="79"/>
                </a:cubicBezTo>
                <a:cubicBezTo>
                  <a:pt x="212" y="79"/>
                  <a:pt x="212" y="79"/>
                  <a:pt x="211" y="79"/>
                </a:cubicBezTo>
                <a:cubicBezTo>
                  <a:pt x="211" y="80"/>
                  <a:pt x="211" y="80"/>
                  <a:pt x="210" y="80"/>
                </a:cubicBezTo>
                <a:cubicBezTo>
                  <a:pt x="210" y="80"/>
                  <a:pt x="210" y="79"/>
                  <a:pt x="210" y="79"/>
                </a:cubicBezTo>
                <a:cubicBezTo>
                  <a:pt x="210" y="78"/>
                  <a:pt x="210" y="77"/>
                  <a:pt x="209" y="76"/>
                </a:cubicBezTo>
                <a:cubicBezTo>
                  <a:pt x="209" y="75"/>
                  <a:pt x="209" y="75"/>
                  <a:pt x="209" y="74"/>
                </a:cubicBezTo>
                <a:cubicBezTo>
                  <a:pt x="209" y="73"/>
                  <a:pt x="208" y="73"/>
                  <a:pt x="208" y="72"/>
                </a:cubicBezTo>
                <a:cubicBezTo>
                  <a:pt x="208" y="72"/>
                  <a:pt x="207" y="71"/>
                  <a:pt x="207" y="70"/>
                </a:cubicBezTo>
                <a:cubicBezTo>
                  <a:pt x="206" y="68"/>
                  <a:pt x="204" y="66"/>
                  <a:pt x="203" y="64"/>
                </a:cubicBezTo>
                <a:cubicBezTo>
                  <a:pt x="203" y="63"/>
                  <a:pt x="202" y="63"/>
                  <a:pt x="202" y="63"/>
                </a:cubicBezTo>
                <a:cubicBezTo>
                  <a:pt x="202" y="63"/>
                  <a:pt x="202" y="62"/>
                  <a:pt x="202" y="62"/>
                </a:cubicBezTo>
                <a:cubicBezTo>
                  <a:pt x="202" y="62"/>
                  <a:pt x="203" y="61"/>
                  <a:pt x="203" y="62"/>
                </a:cubicBezTo>
                <a:cubicBezTo>
                  <a:pt x="203" y="62"/>
                  <a:pt x="204" y="60"/>
                  <a:pt x="204" y="61"/>
                </a:cubicBezTo>
                <a:cubicBezTo>
                  <a:pt x="205" y="62"/>
                  <a:pt x="205" y="63"/>
                  <a:pt x="206" y="64"/>
                </a:cubicBezTo>
                <a:cubicBezTo>
                  <a:pt x="206" y="64"/>
                  <a:pt x="206" y="64"/>
                  <a:pt x="206" y="64"/>
                </a:cubicBezTo>
                <a:cubicBezTo>
                  <a:pt x="207" y="65"/>
                  <a:pt x="207" y="65"/>
                  <a:pt x="207" y="66"/>
                </a:cubicBezTo>
                <a:cubicBezTo>
                  <a:pt x="207" y="67"/>
                  <a:pt x="208" y="68"/>
                  <a:pt x="209" y="67"/>
                </a:cubicBezTo>
                <a:cubicBezTo>
                  <a:pt x="209" y="66"/>
                  <a:pt x="209" y="65"/>
                  <a:pt x="209" y="64"/>
                </a:cubicBezTo>
                <a:cubicBezTo>
                  <a:pt x="209" y="64"/>
                  <a:pt x="209" y="63"/>
                  <a:pt x="209" y="63"/>
                </a:cubicBezTo>
                <a:cubicBezTo>
                  <a:pt x="208" y="63"/>
                  <a:pt x="208" y="62"/>
                  <a:pt x="208" y="62"/>
                </a:cubicBezTo>
                <a:cubicBezTo>
                  <a:pt x="209" y="61"/>
                  <a:pt x="209" y="61"/>
                  <a:pt x="209" y="61"/>
                </a:cubicBezTo>
                <a:cubicBezTo>
                  <a:pt x="209" y="61"/>
                  <a:pt x="209" y="61"/>
                  <a:pt x="208" y="60"/>
                </a:cubicBezTo>
                <a:cubicBezTo>
                  <a:pt x="208" y="60"/>
                  <a:pt x="208" y="60"/>
                  <a:pt x="208" y="60"/>
                </a:cubicBezTo>
                <a:cubicBezTo>
                  <a:pt x="207" y="60"/>
                  <a:pt x="207" y="61"/>
                  <a:pt x="206" y="60"/>
                </a:cubicBezTo>
                <a:cubicBezTo>
                  <a:pt x="206" y="59"/>
                  <a:pt x="206" y="60"/>
                  <a:pt x="206" y="60"/>
                </a:cubicBezTo>
                <a:cubicBezTo>
                  <a:pt x="205" y="60"/>
                  <a:pt x="204" y="59"/>
                  <a:pt x="205" y="58"/>
                </a:cubicBezTo>
                <a:cubicBezTo>
                  <a:pt x="205" y="57"/>
                  <a:pt x="205" y="57"/>
                  <a:pt x="205" y="58"/>
                </a:cubicBezTo>
                <a:cubicBezTo>
                  <a:pt x="206" y="58"/>
                  <a:pt x="206" y="58"/>
                  <a:pt x="206" y="58"/>
                </a:cubicBezTo>
                <a:cubicBezTo>
                  <a:pt x="206" y="58"/>
                  <a:pt x="207" y="57"/>
                  <a:pt x="208" y="57"/>
                </a:cubicBezTo>
                <a:cubicBezTo>
                  <a:pt x="208" y="57"/>
                  <a:pt x="210" y="55"/>
                  <a:pt x="210" y="55"/>
                </a:cubicBezTo>
                <a:cubicBezTo>
                  <a:pt x="210" y="55"/>
                  <a:pt x="211" y="55"/>
                  <a:pt x="211" y="54"/>
                </a:cubicBezTo>
                <a:cubicBezTo>
                  <a:pt x="211" y="54"/>
                  <a:pt x="211" y="53"/>
                  <a:pt x="211" y="53"/>
                </a:cubicBezTo>
                <a:cubicBezTo>
                  <a:pt x="211" y="53"/>
                  <a:pt x="212" y="53"/>
                  <a:pt x="212" y="53"/>
                </a:cubicBezTo>
                <a:cubicBezTo>
                  <a:pt x="213" y="53"/>
                  <a:pt x="213" y="53"/>
                  <a:pt x="213" y="53"/>
                </a:cubicBezTo>
                <a:cubicBezTo>
                  <a:pt x="213" y="51"/>
                  <a:pt x="213" y="51"/>
                  <a:pt x="213" y="51"/>
                </a:cubicBezTo>
                <a:cubicBezTo>
                  <a:pt x="214" y="53"/>
                  <a:pt x="215" y="54"/>
                  <a:pt x="216" y="55"/>
                </a:cubicBezTo>
                <a:cubicBezTo>
                  <a:pt x="216" y="56"/>
                  <a:pt x="217" y="56"/>
                  <a:pt x="217" y="56"/>
                </a:cubicBezTo>
                <a:cubicBezTo>
                  <a:pt x="218" y="56"/>
                  <a:pt x="218" y="56"/>
                  <a:pt x="218" y="57"/>
                </a:cubicBezTo>
                <a:cubicBezTo>
                  <a:pt x="218" y="57"/>
                  <a:pt x="218" y="57"/>
                  <a:pt x="218" y="58"/>
                </a:cubicBezTo>
                <a:cubicBezTo>
                  <a:pt x="217" y="57"/>
                  <a:pt x="217" y="57"/>
                  <a:pt x="217" y="57"/>
                </a:cubicBezTo>
                <a:cubicBezTo>
                  <a:pt x="217" y="57"/>
                  <a:pt x="217" y="58"/>
                  <a:pt x="217" y="58"/>
                </a:cubicBezTo>
                <a:cubicBezTo>
                  <a:pt x="217" y="58"/>
                  <a:pt x="218" y="59"/>
                  <a:pt x="218" y="59"/>
                </a:cubicBezTo>
                <a:cubicBezTo>
                  <a:pt x="218" y="59"/>
                  <a:pt x="219" y="59"/>
                  <a:pt x="219" y="59"/>
                </a:cubicBezTo>
                <a:cubicBezTo>
                  <a:pt x="219" y="60"/>
                  <a:pt x="218" y="59"/>
                  <a:pt x="218" y="60"/>
                </a:cubicBezTo>
                <a:cubicBezTo>
                  <a:pt x="217" y="60"/>
                  <a:pt x="217" y="60"/>
                  <a:pt x="216" y="60"/>
                </a:cubicBezTo>
                <a:cubicBezTo>
                  <a:pt x="216" y="60"/>
                  <a:pt x="216" y="61"/>
                  <a:pt x="217" y="61"/>
                </a:cubicBezTo>
                <a:cubicBezTo>
                  <a:pt x="217" y="61"/>
                  <a:pt x="217" y="61"/>
                  <a:pt x="217" y="62"/>
                </a:cubicBezTo>
                <a:cubicBezTo>
                  <a:pt x="217" y="62"/>
                  <a:pt x="217" y="62"/>
                  <a:pt x="217" y="62"/>
                </a:cubicBezTo>
                <a:cubicBezTo>
                  <a:pt x="216" y="62"/>
                  <a:pt x="216" y="62"/>
                  <a:pt x="216" y="62"/>
                </a:cubicBezTo>
                <a:cubicBezTo>
                  <a:pt x="216" y="62"/>
                  <a:pt x="216" y="61"/>
                  <a:pt x="216" y="61"/>
                </a:cubicBezTo>
                <a:cubicBezTo>
                  <a:pt x="216" y="61"/>
                  <a:pt x="216" y="62"/>
                  <a:pt x="216" y="62"/>
                </a:cubicBezTo>
                <a:cubicBezTo>
                  <a:pt x="216" y="62"/>
                  <a:pt x="215" y="63"/>
                  <a:pt x="216" y="63"/>
                </a:cubicBezTo>
                <a:cubicBezTo>
                  <a:pt x="216" y="64"/>
                  <a:pt x="216" y="64"/>
                  <a:pt x="216" y="64"/>
                </a:cubicBezTo>
                <a:cubicBezTo>
                  <a:pt x="215" y="65"/>
                  <a:pt x="215" y="66"/>
                  <a:pt x="215" y="66"/>
                </a:cubicBezTo>
                <a:cubicBezTo>
                  <a:pt x="216" y="67"/>
                  <a:pt x="216" y="67"/>
                  <a:pt x="216" y="67"/>
                </a:cubicBezTo>
                <a:cubicBezTo>
                  <a:pt x="216" y="67"/>
                  <a:pt x="217" y="67"/>
                  <a:pt x="216" y="67"/>
                </a:cubicBezTo>
                <a:cubicBezTo>
                  <a:pt x="216" y="68"/>
                  <a:pt x="216" y="68"/>
                  <a:pt x="216" y="69"/>
                </a:cubicBezTo>
                <a:cubicBezTo>
                  <a:pt x="217" y="69"/>
                  <a:pt x="217" y="70"/>
                  <a:pt x="217" y="71"/>
                </a:cubicBezTo>
                <a:cubicBezTo>
                  <a:pt x="217" y="71"/>
                  <a:pt x="217" y="72"/>
                  <a:pt x="217" y="72"/>
                </a:cubicBezTo>
                <a:cubicBezTo>
                  <a:pt x="217" y="72"/>
                  <a:pt x="217" y="72"/>
                  <a:pt x="217" y="72"/>
                </a:cubicBezTo>
                <a:cubicBezTo>
                  <a:pt x="218" y="72"/>
                  <a:pt x="218" y="73"/>
                  <a:pt x="218" y="73"/>
                </a:cubicBezTo>
                <a:cubicBezTo>
                  <a:pt x="218" y="73"/>
                  <a:pt x="218" y="74"/>
                  <a:pt x="217" y="73"/>
                </a:cubicBezTo>
                <a:cubicBezTo>
                  <a:pt x="217" y="73"/>
                  <a:pt x="217" y="73"/>
                  <a:pt x="217" y="73"/>
                </a:cubicBezTo>
                <a:cubicBezTo>
                  <a:pt x="217" y="73"/>
                  <a:pt x="217" y="74"/>
                  <a:pt x="217" y="74"/>
                </a:cubicBezTo>
                <a:cubicBezTo>
                  <a:pt x="218" y="74"/>
                  <a:pt x="218" y="74"/>
                  <a:pt x="219" y="74"/>
                </a:cubicBezTo>
                <a:cubicBezTo>
                  <a:pt x="219" y="74"/>
                  <a:pt x="220" y="74"/>
                  <a:pt x="219" y="75"/>
                </a:cubicBezTo>
                <a:cubicBezTo>
                  <a:pt x="219" y="75"/>
                  <a:pt x="219" y="75"/>
                  <a:pt x="219" y="76"/>
                </a:cubicBezTo>
                <a:cubicBezTo>
                  <a:pt x="220" y="76"/>
                  <a:pt x="220" y="76"/>
                  <a:pt x="220" y="76"/>
                </a:cubicBezTo>
                <a:cubicBezTo>
                  <a:pt x="220" y="75"/>
                  <a:pt x="220" y="74"/>
                  <a:pt x="221" y="75"/>
                </a:cubicBezTo>
                <a:cubicBezTo>
                  <a:pt x="222" y="75"/>
                  <a:pt x="222" y="76"/>
                  <a:pt x="222" y="76"/>
                </a:cubicBezTo>
                <a:cubicBezTo>
                  <a:pt x="222" y="76"/>
                  <a:pt x="222" y="76"/>
                  <a:pt x="222" y="75"/>
                </a:cubicBezTo>
                <a:cubicBezTo>
                  <a:pt x="223" y="75"/>
                  <a:pt x="224" y="75"/>
                  <a:pt x="224" y="75"/>
                </a:cubicBezTo>
                <a:cubicBezTo>
                  <a:pt x="224" y="75"/>
                  <a:pt x="224" y="76"/>
                  <a:pt x="224" y="76"/>
                </a:cubicBezTo>
                <a:cubicBezTo>
                  <a:pt x="224" y="76"/>
                  <a:pt x="225" y="76"/>
                  <a:pt x="225" y="76"/>
                </a:cubicBezTo>
                <a:cubicBezTo>
                  <a:pt x="225" y="77"/>
                  <a:pt x="226" y="77"/>
                  <a:pt x="227" y="77"/>
                </a:cubicBezTo>
                <a:cubicBezTo>
                  <a:pt x="227" y="77"/>
                  <a:pt x="228" y="77"/>
                  <a:pt x="228" y="77"/>
                </a:cubicBezTo>
                <a:cubicBezTo>
                  <a:pt x="229" y="78"/>
                  <a:pt x="230" y="78"/>
                  <a:pt x="230" y="79"/>
                </a:cubicBezTo>
                <a:cubicBezTo>
                  <a:pt x="230" y="80"/>
                  <a:pt x="230" y="80"/>
                  <a:pt x="230" y="81"/>
                </a:cubicBezTo>
                <a:cubicBezTo>
                  <a:pt x="229" y="81"/>
                  <a:pt x="229" y="81"/>
                  <a:pt x="229" y="81"/>
                </a:cubicBezTo>
                <a:cubicBezTo>
                  <a:pt x="229" y="82"/>
                  <a:pt x="229" y="82"/>
                  <a:pt x="229" y="82"/>
                </a:cubicBezTo>
                <a:cubicBezTo>
                  <a:pt x="228" y="82"/>
                  <a:pt x="228" y="82"/>
                  <a:pt x="228" y="82"/>
                </a:cubicBezTo>
                <a:cubicBezTo>
                  <a:pt x="228" y="82"/>
                  <a:pt x="228" y="82"/>
                  <a:pt x="228" y="82"/>
                </a:cubicBezTo>
                <a:cubicBezTo>
                  <a:pt x="226" y="83"/>
                  <a:pt x="226" y="83"/>
                  <a:pt x="226" y="83"/>
                </a:cubicBezTo>
                <a:cubicBezTo>
                  <a:pt x="226" y="83"/>
                  <a:pt x="224" y="83"/>
                  <a:pt x="224" y="83"/>
                </a:cubicBezTo>
                <a:cubicBezTo>
                  <a:pt x="224" y="83"/>
                  <a:pt x="223" y="84"/>
                  <a:pt x="223" y="84"/>
                </a:cubicBezTo>
                <a:cubicBezTo>
                  <a:pt x="223" y="84"/>
                  <a:pt x="222" y="85"/>
                  <a:pt x="222" y="85"/>
                </a:cubicBezTo>
                <a:cubicBezTo>
                  <a:pt x="221" y="84"/>
                  <a:pt x="221" y="84"/>
                  <a:pt x="221" y="84"/>
                </a:cubicBezTo>
                <a:cubicBezTo>
                  <a:pt x="220" y="86"/>
                  <a:pt x="220" y="86"/>
                  <a:pt x="220" y="86"/>
                </a:cubicBezTo>
                <a:cubicBezTo>
                  <a:pt x="218" y="85"/>
                  <a:pt x="218" y="85"/>
                  <a:pt x="218" y="85"/>
                </a:cubicBezTo>
                <a:lnTo>
                  <a:pt x="216" y="86"/>
                </a:lnTo>
                <a:close/>
                <a:moveTo>
                  <a:pt x="210" y="55"/>
                </a:moveTo>
                <a:cubicBezTo>
                  <a:pt x="210" y="55"/>
                  <a:pt x="211" y="55"/>
                  <a:pt x="211" y="54"/>
                </a:cubicBezTo>
                <a:cubicBezTo>
                  <a:pt x="211" y="54"/>
                  <a:pt x="211" y="53"/>
                  <a:pt x="211" y="53"/>
                </a:cubicBezTo>
                <a:cubicBezTo>
                  <a:pt x="211" y="53"/>
                  <a:pt x="212" y="53"/>
                  <a:pt x="212" y="53"/>
                </a:cubicBezTo>
                <a:cubicBezTo>
                  <a:pt x="213" y="53"/>
                  <a:pt x="213" y="53"/>
                  <a:pt x="213" y="53"/>
                </a:cubicBezTo>
                <a:cubicBezTo>
                  <a:pt x="213" y="51"/>
                  <a:pt x="213" y="51"/>
                  <a:pt x="213" y="51"/>
                </a:cubicBezTo>
                <a:cubicBezTo>
                  <a:pt x="213" y="51"/>
                  <a:pt x="213" y="50"/>
                  <a:pt x="213" y="50"/>
                </a:cubicBezTo>
                <a:cubicBezTo>
                  <a:pt x="213" y="50"/>
                  <a:pt x="212" y="49"/>
                  <a:pt x="212" y="49"/>
                </a:cubicBezTo>
                <a:cubicBezTo>
                  <a:pt x="212" y="49"/>
                  <a:pt x="212" y="49"/>
                  <a:pt x="212" y="49"/>
                </a:cubicBezTo>
                <a:cubicBezTo>
                  <a:pt x="210" y="48"/>
                  <a:pt x="209" y="47"/>
                  <a:pt x="210" y="45"/>
                </a:cubicBezTo>
                <a:cubicBezTo>
                  <a:pt x="210" y="44"/>
                  <a:pt x="210" y="44"/>
                  <a:pt x="210" y="43"/>
                </a:cubicBezTo>
                <a:cubicBezTo>
                  <a:pt x="210" y="43"/>
                  <a:pt x="210" y="43"/>
                  <a:pt x="210" y="43"/>
                </a:cubicBezTo>
                <a:cubicBezTo>
                  <a:pt x="209" y="43"/>
                  <a:pt x="209" y="42"/>
                  <a:pt x="208" y="43"/>
                </a:cubicBezTo>
                <a:cubicBezTo>
                  <a:pt x="207" y="43"/>
                  <a:pt x="207" y="41"/>
                  <a:pt x="207" y="42"/>
                </a:cubicBezTo>
                <a:cubicBezTo>
                  <a:pt x="207" y="42"/>
                  <a:pt x="207" y="42"/>
                  <a:pt x="207" y="42"/>
                </a:cubicBezTo>
                <a:cubicBezTo>
                  <a:pt x="206" y="42"/>
                  <a:pt x="206" y="41"/>
                  <a:pt x="206" y="41"/>
                </a:cubicBezTo>
                <a:cubicBezTo>
                  <a:pt x="207" y="40"/>
                  <a:pt x="207" y="41"/>
                  <a:pt x="207" y="41"/>
                </a:cubicBezTo>
                <a:cubicBezTo>
                  <a:pt x="207" y="41"/>
                  <a:pt x="207" y="41"/>
                  <a:pt x="208" y="41"/>
                </a:cubicBezTo>
                <a:cubicBezTo>
                  <a:pt x="208" y="41"/>
                  <a:pt x="208" y="41"/>
                  <a:pt x="209" y="41"/>
                </a:cubicBezTo>
                <a:cubicBezTo>
                  <a:pt x="210" y="41"/>
                  <a:pt x="210" y="42"/>
                  <a:pt x="210" y="42"/>
                </a:cubicBezTo>
                <a:cubicBezTo>
                  <a:pt x="211" y="43"/>
                  <a:pt x="211" y="44"/>
                  <a:pt x="212" y="43"/>
                </a:cubicBezTo>
                <a:cubicBezTo>
                  <a:pt x="212" y="43"/>
                  <a:pt x="212" y="43"/>
                  <a:pt x="212" y="42"/>
                </a:cubicBezTo>
                <a:cubicBezTo>
                  <a:pt x="212" y="41"/>
                  <a:pt x="212" y="40"/>
                  <a:pt x="211" y="39"/>
                </a:cubicBezTo>
                <a:cubicBezTo>
                  <a:pt x="211" y="39"/>
                  <a:pt x="211" y="38"/>
                  <a:pt x="210" y="38"/>
                </a:cubicBezTo>
                <a:cubicBezTo>
                  <a:pt x="210" y="37"/>
                  <a:pt x="210" y="37"/>
                  <a:pt x="210" y="37"/>
                </a:cubicBezTo>
                <a:cubicBezTo>
                  <a:pt x="211" y="37"/>
                  <a:pt x="211" y="37"/>
                  <a:pt x="211" y="36"/>
                </a:cubicBezTo>
                <a:cubicBezTo>
                  <a:pt x="211" y="36"/>
                  <a:pt x="211" y="35"/>
                  <a:pt x="210" y="35"/>
                </a:cubicBezTo>
                <a:cubicBezTo>
                  <a:pt x="210" y="35"/>
                  <a:pt x="210" y="35"/>
                  <a:pt x="210" y="35"/>
                </a:cubicBezTo>
                <a:cubicBezTo>
                  <a:pt x="210" y="34"/>
                  <a:pt x="209" y="34"/>
                  <a:pt x="210" y="33"/>
                </a:cubicBezTo>
                <a:cubicBezTo>
                  <a:pt x="210" y="33"/>
                  <a:pt x="209" y="32"/>
                  <a:pt x="209" y="32"/>
                </a:cubicBezTo>
                <a:cubicBezTo>
                  <a:pt x="209" y="32"/>
                  <a:pt x="209" y="32"/>
                  <a:pt x="209" y="32"/>
                </a:cubicBezTo>
                <a:cubicBezTo>
                  <a:pt x="209" y="32"/>
                  <a:pt x="209" y="31"/>
                  <a:pt x="208" y="31"/>
                </a:cubicBezTo>
                <a:cubicBezTo>
                  <a:pt x="208" y="31"/>
                  <a:pt x="208" y="31"/>
                  <a:pt x="208" y="31"/>
                </a:cubicBezTo>
                <a:cubicBezTo>
                  <a:pt x="208" y="31"/>
                  <a:pt x="207" y="31"/>
                  <a:pt x="207" y="31"/>
                </a:cubicBezTo>
                <a:cubicBezTo>
                  <a:pt x="207" y="30"/>
                  <a:pt x="207" y="30"/>
                  <a:pt x="207" y="30"/>
                </a:cubicBezTo>
                <a:cubicBezTo>
                  <a:pt x="207" y="30"/>
                  <a:pt x="207" y="29"/>
                  <a:pt x="206" y="29"/>
                </a:cubicBezTo>
                <a:cubicBezTo>
                  <a:pt x="206" y="29"/>
                  <a:pt x="206" y="28"/>
                  <a:pt x="206" y="28"/>
                </a:cubicBezTo>
                <a:cubicBezTo>
                  <a:pt x="206" y="28"/>
                  <a:pt x="206" y="28"/>
                  <a:pt x="206" y="28"/>
                </a:cubicBezTo>
                <a:cubicBezTo>
                  <a:pt x="207" y="28"/>
                  <a:pt x="207" y="29"/>
                  <a:pt x="207" y="29"/>
                </a:cubicBezTo>
                <a:cubicBezTo>
                  <a:pt x="207" y="28"/>
                  <a:pt x="206" y="27"/>
                  <a:pt x="206" y="27"/>
                </a:cubicBezTo>
                <a:cubicBezTo>
                  <a:pt x="206" y="26"/>
                  <a:pt x="205" y="26"/>
                  <a:pt x="205" y="26"/>
                </a:cubicBezTo>
                <a:cubicBezTo>
                  <a:pt x="206" y="25"/>
                  <a:pt x="205" y="24"/>
                  <a:pt x="206" y="23"/>
                </a:cubicBezTo>
                <a:cubicBezTo>
                  <a:pt x="205" y="23"/>
                  <a:pt x="204" y="25"/>
                  <a:pt x="204" y="25"/>
                </a:cubicBezTo>
                <a:cubicBezTo>
                  <a:pt x="204" y="26"/>
                  <a:pt x="203" y="25"/>
                  <a:pt x="203" y="26"/>
                </a:cubicBezTo>
                <a:cubicBezTo>
                  <a:pt x="203" y="26"/>
                  <a:pt x="203" y="26"/>
                  <a:pt x="203" y="26"/>
                </a:cubicBezTo>
                <a:cubicBezTo>
                  <a:pt x="202" y="26"/>
                  <a:pt x="202" y="26"/>
                  <a:pt x="201" y="26"/>
                </a:cubicBezTo>
                <a:cubicBezTo>
                  <a:pt x="201" y="26"/>
                  <a:pt x="202" y="26"/>
                  <a:pt x="202" y="26"/>
                </a:cubicBezTo>
                <a:cubicBezTo>
                  <a:pt x="202" y="26"/>
                  <a:pt x="201" y="26"/>
                  <a:pt x="201" y="26"/>
                </a:cubicBezTo>
                <a:cubicBezTo>
                  <a:pt x="201" y="27"/>
                  <a:pt x="202" y="27"/>
                  <a:pt x="202" y="27"/>
                </a:cubicBezTo>
                <a:cubicBezTo>
                  <a:pt x="202" y="27"/>
                  <a:pt x="202" y="27"/>
                  <a:pt x="202" y="27"/>
                </a:cubicBezTo>
                <a:cubicBezTo>
                  <a:pt x="203" y="27"/>
                  <a:pt x="203" y="27"/>
                  <a:pt x="203" y="27"/>
                </a:cubicBezTo>
                <a:cubicBezTo>
                  <a:pt x="203" y="27"/>
                  <a:pt x="203" y="27"/>
                  <a:pt x="204" y="27"/>
                </a:cubicBezTo>
                <a:cubicBezTo>
                  <a:pt x="203" y="27"/>
                  <a:pt x="203" y="27"/>
                  <a:pt x="203" y="28"/>
                </a:cubicBezTo>
                <a:cubicBezTo>
                  <a:pt x="202" y="27"/>
                  <a:pt x="202" y="27"/>
                  <a:pt x="201" y="28"/>
                </a:cubicBezTo>
                <a:cubicBezTo>
                  <a:pt x="201" y="28"/>
                  <a:pt x="201" y="27"/>
                  <a:pt x="201" y="27"/>
                </a:cubicBezTo>
                <a:cubicBezTo>
                  <a:pt x="201" y="26"/>
                  <a:pt x="201" y="26"/>
                  <a:pt x="200" y="26"/>
                </a:cubicBezTo>
                <a:cubicBezTo>
                  <a:pt x="200" y="26"/>
                  <a:pt x="200" y="26"/>
                  <a:pt x="200" y="26"/>
                </a:cubicBezTo>
                <a:cubicBezTo>
                  <a:pt x="200" y="24"/>
                  <a:pt x="200" y="24"/>
                  <a:pt x="199" y="24"/>
                </a:cubicBezTo>
                <a:cubicBezTo>
                  <a:pt x="198" y="24"/>
                  <a:pt x="198" y="24"/>
                  <a:pt x="198" y="24"/>
                </a:cubicBezTo>
                <a:cubicBezTo>
                  <a:pt x="198" y="24"/>
                  <a:pt x="198" y="23"/>
                  <a:pt x="199" y="23"/>
                </a:cubicBezTo>
                <a:cubicBezTo>
                  <a:pt x="198" y="23"/>
                  <a:pt x="198" y="23"/>
                  <a:pt x="198" y="23"/>
                </a:cubicBezTo>
                <a:cubicBezTo>
                  <a:pt x="198" y="23"/>
                  <a:pt x="198" y="22"/>
                  <a:pt x="198" y="22"/>
                </a:cubicBezTo>
                <a:cubicBezTo>
                  <a:pt x="198" y="22"/>
                  <a:pt x="199" y="22"/>
                  <a:pt x="199" y="22"/>
                </a:cubicBezTo>
                <a:cubicBezTo>
                  <a:pt x="199" y="22"/>
                  <a:pt x="199" y="22"/>
                  <a:pt x="199" y="23"/>
                </a:cubicBezTo>
                <a:cubicBezTo>
                  <a:pt x="200" y="23"/>
                  <a:pt x="200" y="23"/>
                  <a:pt x="200" y="23"/>
                </a:cubicBezTo>
                <a:cubicBezTo>
                  <a:pt x="201" y="23"/>
                  <a:pt x="201" y="22"/>
                  <a:pt x="200" y="22"/>
                </a:cubicBezTo>
                <a:cubicBezTo>
                  <a:pt x="200" y="21"/>
                  <a:pt x="199" y="21"/>
                  <a:pt x="198" y="21"/>
                </a:cubicBezTo>
                <a:cubicBezTo>
                  <a:pt x="197" y="21"/>
                  <a:pt x="197" y="21"/>
                  <a:pt x="196" y="20"/>
                </a:cubicBezTo>
                <a:cubicBezTo>
                  <a:pt x="196" y="19"/>
                  <a:pt x="196" y="19"/>
                  <a:pt x="196" y="19"/>
                </a:cubicBezTo>
                <a:cubicBezTo>
                  <a:pt x="196" y="18"/>
                  <a:pt x="195" y="18"/>
                  <a:pt x="195" y="18"/>
                </a:cubicBezTo>
                <a:cubicBezTo>
                  <a:pt x="195" y="18"/>
                  <a:pt x="194" y="18"/>
                  <a:pt x="194" y="18"/>
                </a:cubicBezTo>
                <a:cubicBezTo>
                  <a:pt x="194" y="18"/>
                  <a:pt x="193" y="17"/>
                  <a:pt x="193" y="18"/>
                </a:cubicBezTo>
                <a:cubicBezTo>
                  <a:pt x="193" y="18"/>
                  <a:pt x="193" y="18"/>
                  <a:pt x="192" y="18"/>
                </a:cubicBezTo>
                <a:cubicBezTo>
                  <a:pt x="192" y="18"/>
                  <a:pt x="193" y="19"/>
                  <a:pt x="192" y="19"/>
                </a:cubicBezTo>
                <a:cubicBezTo>
                  <a:pt x="191" y="19"/>
                  <a:pt x="192" y="20"/>
                  <a:pt x="192" y="20"/>
                </a:cubicBezTo>
                <a:cubicBezTo>
                  <a:pt x="190" y="19"/>
                  <a:pt x="191" y="19"/>
                  <a:pt x="192" y="19"/>
                </a:cubicBezTo>
                <a:cubicBezTo>
                  <a:pt x="192" y="18"/>
                  <a:pt x="192" y="18"/>
                  <a:pt x="191" y="17"/>
                </a:cubicBezTo>
                <a:cubicBezTo>
                  <a:pt x="191" y="17"/>
                  <a:pt x="191" y="16"/>
                  <a:pt x="190" y="17"/>
                </a:cubicBezTo>
                <a:cubicBezTo>
                  <a:pt x="190" y="17"/>
                  <a:pt x="189" y="17"/>
                  <a:pt x="189" y="16"/>
                </a:cubicBezTo>
                <a:cubicBezTo>
                  <a:pt x="189" y="16"/>
                  <a:pt x="188" y="16"/>
                  <a:pt x="188" y="16"/>
                </a:cubicBezTo>
                <a:cubicBezTo>
                  <a:pt x="187" y="15"/>
                  <a:pt x="187" y="15"/>
                  <a:pt x="187" y="16"/>
                </a:cubicBezTo>
                <a:cubicBezTo>
                  <a:pt x="187" y="16"/>
                  <a:pt x="186" y="16"/>
                  <a:pt x="187" y="17"/>
                </a:cubicBezTo>
                <a:cubicBezTo>
                  <a:pt x="187" y="17"/>
                  <a:pt x="187" y="17"/>
                  <a:pt x="187" y="18"/>
                </a:cubicBezTo>
                <a:cubicBezTo>
                  <a:pt x="187" y="18"/>
                  <a:pt x="187" y="17"/>
                  <a:pt x="186" y="17"/>
                </a:cubicBezTo>
                <a:cubicBezTo>
                  <a:pt x="186" y="17"/>
                  <a:pt x="186" y="17"/>
                  <a:pt x="185" y="17"/>
                </a:cubicBezTo>
                <a:cubicBezTo>
                  <a:pt x="185" y="17"/>
                  <a:pt x="185" y="17"/>
                  <a:pt x="185" y="17"/>
                </a:cubicBezTo>
                <a:cubicBezTo>
                  <a:pt x="185" y="17"/>
                  <a:pt x="185" y="17"/>
                  <a:pt x="185" y="17"/>
                </a:cubicBezTo>
                <a:cubicBezTo>
                  <a:pt x="185" y="17"/>
                  <a:pt x="184" y="17"/>
                  <a:pt x="184" y="17"/>
                </a:cubicBezTo>
                <a:cubicBezTo>
                  <a:pt x="184" y="17"/>
                  <a:pt x="184" y="17"/>
                  <a:pt x="184" y="17"/>
                </a:cubicBezTo>
                <a:cubicBezTo>
                  <a:pt x="183" y="17"/>
                  <a:pt x="183" y="16"/>
                  <a:pt x="183" y="16"/>
                </a:cubicBezTo>
                <a:cubicBezTo>
                  <a:pt x="183" y="16"/>
                  <a:pt x="183" y="16"/>
                  <a:pt x="183" y="15"/>
                </a:cubicBezTo>
                <a:cubicBezTo>
                  <a:pt x="182" y="14"/>
                  <a:pt x="183" y="14"/>
                  <a:pt x="184" y="14"/>
                </a:cubicBezTo>
                <a:cubicBezTo>
                  <a:pt x="184" y="14"/>
                  <a:pt x="184" y="14"/>
                  <a:pt x="184" y="13"/>
                </a:cubicBezTo>
                <a:cubicBezTo>
                  <a:pt x="184" y="13"/>
                  <a:pt x="185" y="13"/>
                  <a:pt x="184" y="13"/>
                </a:cubicBezTo>
                <a:cubicBezTo>
                  <a:pt x="184" y="13"/>
                  <a:pt x="183" y="12"/>
                  <a:pt x="183" y="13"/>
                </a:cubicBezTo>
                <a:cubicBezTo>
                  <a:pt x="182" y="13"/>
                  <a:pt x="182" y="13"/>
                  <a:pt x="181" y="14"/>
                </a:cubicBezTo>
                <a:cubicBezTo>
                  <a:pt x="181" y="14"/>
                  <a:pt x="181" y="14"/>
                  <a:pt x="181" y="14"/>
                </a:cubicBezTo>
                <a:cubicBezTo>
                  <a:pt x="181" y="15"/>
                  <a:pt x="181" y="16"/>
                  <a:pt x="182" y="16"/>
                </a:cubicBezTo>
                <a:cubicBezTo>
                  <a:pt x="182" y="17"/>
                  <a:pt x="181" y="17"/>
                  <a:pt x="181" y="17"/>
                </a:cubicBezTo>
                <a:cubicBezTo>
                  <a:pt x="181" y="17"/>
                  <a:pt x="181" y="17"/>
                  <a:pt x="181" y="17"/>
                </a:cubicBezTo>
                <a:cubicBezTo>
                  <a:pt x="180" y="18"/>
                  <a:pt x="180" y="18"/>
                  <a:pt x="179" y="18"/>
                </a:cubicBezTo>
                <a:cubicBezTo>
                  <a:pt x="179" y="17"/>
                  <a:pt x="179" y="17"/>
                  <a:pt x="179" y="17"/>
                </a:cubicBezTo>
                <a:cubicBezTo>
                  <a:pt x="179" y="17"/>
                  <a:pt x="179" y="17"/>
                  <a:pt x="179" y="17"/>
                </a:cubicBezTo>
                <a:cubicBezTo>
                  <a:pt x="179" y="16"/>
                  <a:pt x="179" y="16"/>
                  <a:pt x="179" y="16"/>
                </a:cubicBezTo>
                <a:cubicBezTo>
                  <a:pt x="180" y="15"/>
                  <a:pt x="181" y="15"/>
                  <a:pt x="180" y="14"/>
                </a:cubicBezTo>
                <a:cubicBezTo>
                  <a:pt x="180" y="14"/>
                  <a:pt x="179" y="14"/>
                  <a:pt x="179" y="14"/>
                </a:cubicBezTo>
                <a:cubicBezTo>
                  <a:pt x="178" y="14"/>
                  <a:pt x="178" y="13"/>
                  <a:pt x="177" y="12"/>
                </a:cubicBezTo>
                <a:cubicBezTo>
                  <a:pt x="176" y="12"/>
                  <a:pt x="176" y="12"/>
                  <a:pt x="176" y="11"/>
                </a:cubicBezTo>
                <a:cubicBezTo>
                  <a:pt x="176" y="11"/>
                  <a:pt x="177" y="11"/>
                  <a:pt x="177" y="11"/>
                </a:cubicBezTo>
                <a:cubicBezTo>
                  <a:pt x="177" y="12"/>
                  <a:pt x="177" y="12"/>
                  <a:pt x="178" y="12"/>
                </a:cubicBezTo>
                <a:cubicBezTo>
                  <a:pt x="177" y="11"/>
                  <a:pt x="177" y="11"/>
                  <a:pt x="177" y="10"/>
                </a:cubicBezTo>
                <a:cubicBezTo>
                  <a:pt x="176" y="9"/>
                  <a:pt x="174" y="8"/>
                  <a:pt x="174" y="7"/>
                </a:cubicBezTo>
                <a:cubicBezTo>
                  <a:pt x="173" y="6"/>
                  <a:pt x="173" y="5"/>
                  <a:pt x="173" y="4"/>
                </a:cubicBezTo>
                <a:cubicBezTo>
                  <a:pt x="172" y="3"/>
                  <a:pt x="172" y="4"/>
                  <a:pt x="173" y="5"/>
                </a:cubicBezTo>
                <a:cubicBezTo>
                  <a:pt x="173" y="5"/>
                  <a:pt x="173" y="5"/>
                  <a:pt x="173" y="6"/>
                </a:cubicBezTo>
                <a:cubicBezTo>
                  <a:pt x="173" y="6"/>
                  <a:pt x="173" y="6"/>
                  <a:pt x="173" y="6"/>
                </a:cubicBezTo>
                <a:cubicBezTo>
                  <a:pt x="173" y="6"/>
                  <a:pt x="172" y="6"/>
                  <a:pt x="172" y="6"/>
                </a:cubicBezTo>
                <a:cubicBezTo>
                  <a:pt x="172" y="6"/>
                  <a:pt x="172" y="6"/>
                  <a:pt x="172" y="6"/>
                </a:cubicBezTo>
                <a:cubicBezTo>
                  <a:pt x="172" y="6"/>
                  <a:pt x="172" y="6"/>
                  <a:pt x="172" y="6"/>
                </a:cubicBezTo>
                <a:cubicBezTo>
                  <a:pt x="172" y="5"/>
                  <a:pt x="172" y="5"/>
                  <a:pt x="172" y="5"/>
                </a:cubicBezTo>
                <a:cubicBezTo>
                  <a:pt x="172" y="5"/>
                  <a:pt x="171" y="5"/>
                  <a:pt x="171" y="4"/>
                </a:cubicBezTo>
                <a:cubicBezTo>
                  <a:pt x="172" y="4"/>
                  <a:pt x="172" y="4"/>
                  <a:pt x="171" y="4"/>
                </a:cubicBezTo>
                <a:cubicBezTo>
                  <a:pt x="171" y="4"/>
                  <a:pt x="171" y="4"/>
                  <a:pt x="171" y="4"/>
                </a:cubicBezTo>
                <a:cubicBezTo>
                  <a:pt x="171" y="4"/>
                  <a:pt x="171" y="4"/>
                  <a:pt x="171" y="4"/>
                </a:cubicBezTo>
                <a:cubicBezTo>
                  <a:pt x="172" y="3"/>
                  <a:pt x="172" y="3"/>
                  <a:pt x="171" y="2"/>
                </a:cubicBezTo>
                <a:cubicBezTo>
                  <a:pt x="171" y="2"/>
                  <a:pt x="171" y="2"/>
                  <a:pt x="171" y="2"/>
                </a:cubicBezTo>
                <a:cubicBezTo>
                  <a:pt x="172" y="3"/>
                  <a:pt x="172" y="3"/>
                  <a:pt x="173" y="3"/>
                </a:cubicBezTo>
                <a:cubicBezTo>
                  <a:pt x="173" y="3"/>
                  <a:pt x="173" y="2"/>
                  <a:pt x="173" y="2"/>
                </a:cubicBezTo>
                <a:cubicBezTo>
                  <a:pt x="173" y="1"/>
                  <a:pt x="174" y="1"/>
                  <a:pt x="174" y="0"/>
                </a:cubicBezTo>
                <a:cubicBezTo>
                  <a:pt x="173" y="0"/>
                  <a:pt x="173" y="0"/>
                  <a:pt x="173" y="0"/>
                </a:cubicBezTo>
                <a:cubicBezTo>
                  <a:pt x="172" y="0"/>
                  <a:pt x="172" y="1"/>
                  <a:pt x="172" y="0"/>
                </a:cubicBezTo>
                <a:cubicBezTo>
                  <a:pt x="172" y="0"/>
                  <a:pt x="172" y="0"/>
                  <a:pt x="172" y="0"/>
                </a:cubicBezTo>
                <a:cubicBezTo>
                  <a:pt x="171" y="0"/>
                  <a:pt x="170" y="0"/>
                  <a:pt x="170" y="0"/>
                </a:cubicBezTo>
                <a:cubicBezTo>
                  <a:pt x="169" y="1"/>
                  <a:pt x="169" y="2"/>
                  <a:pt x="168" y="1"/>
                </a:cubicBezTo>
                <a:cubicBezTo>
                  <a:pt x="167" y="1"/>
                  <a:pt x="167" y="1"/>
                  <a:pt x="166" y="1"/>
                </a:cubicBezTo>
                <a:cubicBezTo>
                  <a:pt x="166" y="0"/>
                  <a:pt x="166" y="0"/>
                  <a:pt x="165" y="0"/>
                </a:cubicBezTo>
                <a:cubicBezTo>
                  <a:pt x="165" y="1"/>
                  <a:pt x="165" y="1"/>
                  <a:pt x="165" y="1"/>
                </a:cubicBezTo>
                <a:cubicBezTo>
                  <a:pt x="166" y="2"/>
                  <a:pt x="165" y="2"/>
                  <a:pt x="165" y="2"/>
                </a:cubicBezTo>
                <a:cubicBezTo>
                  <a:pt x="166" y="3"/>
                  <a:pt x="167" y="4"/>
                  <a:pt x="168" y="5"/>
                </a:cubicBezTo>
                <a:cubicBezTo>
                  <a:pt x="168" y="5"/>
                  <a:pt x="169" y="5"/>
                  <a:pt x="169" y="5"/>
                </a:cubicBezTo>
                <a:cubicBezTo>
                  <a:pt x="170" y="7"/>
                  <a:pt x="171" y="8"/>
                  <a:pt x="172" y="9"/>
                </a:cubicBezTo>
                <a:cubicBezTo>
                  <a:pt x="172" y="9"/>
                  <a:pt x="172" y="10"/>
                  <a:pt x="172" y="10"/>
                </a:cubicBezTo>
                <a:cubicBezTo>
                  <a:pt x="172" y="10"/>
                  <a:pt x="173" y="10"/>
                  <a:pt x="173" y="10"/>
                </a:cubicBezTo>
                <a:cubicBezTo>
                  <a:pt x="173" y="12"/>
                  <a:pt x="174" y="13"/>
                  <a:pt x="175" y="14"/>
                </a:cubicBezTo>
                <a:cubicBezTo>
                  <a:pt x="176" y="16"/>
                  <a:pt x="177" y="17"/>
                  <a:pt x="178" y="19"/>
                </a:cubicBezTo>
                <a:cubicBezTo>
                  <a:pt x="178" y="20"/>
                  <a:pt x="178" y="22"/>
                  <a:pt x="177" y="23"/>
                </a:cubicBezTo>
                <a:cubicBezTo>
                  <a:pt x="177" y="23"/>
                  <a:pt x="176" y="23"/>
                  <a:pt x="176" y="23"/>
                </a:cubicBezTo>
                <a:cubicBezTo>
                  <a:pt x="176" y="23"/>
                  <a:pt x="175" y="23"/>
                  <a:pt x="175" y="23"/>
                </a:cubicBezTo>
                <a:cubicBezTo>
                  <a:pt x="175" y="23"/>
                  <a:pt x="175" y="24"/>
                  <a:pt x="175" y="24"/>
                </a:cubicBezTo>
                <a:cubicBezTo>
                  <a:pt x="176" y="24"/>
                  <a:pt x="176" y="24"/>
                  <a:pt x="176" y="25"/>
                </a:cubicBezTo>
                <a:cubicBezTo>
                  <a:pt x="177" y="25"/>
                  <a:pt x="177" y="26"/>
                  <a:pt x="177" y="26"/>
                </a:cubicBezTo>
                <a:cubicBezTo>
                  <a:pt x="178" y="27"/>
                  <a:pt x="177" y="27"/>
                  <a:pt x="178" y="27"/>
                </a:cubicBezTo>
                <a:cubicBezTo>
                  <a:pt x="179" y="29"/>
                  <a:pt x="179" y="30"/>
                  <a:pt x="180" y="31"/>
                </a:cubicBezTo>
                <a:cubicBezTo>
                  <a:pt x="180" y="31"/>
                  <a:pt x="180" y="31"/>
                  <a:pt x="180" y="31"/>
                </a:cubicBezTo>
                <a:cubicBezTo>
                  <a:pt x="180" y="31"/>
                  <a:pt x="180" y="31"/>
                  <a:pt x="180" y="31"/>
                </a:cubicBezTo>
                <a:cubicBezTo>
                  <a:pt x="180" y="31"/>
                  <a:pt x="180" y="31"/>
                  <a:pt x="180" y="31"/>
                </a:cubicBezTo>
                <a:cubicBezTo>
                  <a:pt x="180" y="31"/>
                  <a:pt x="181" y="32"/>
                  <a:pt x="181" y="32"/>
                </a:cubicBezTo>
                <a:cubicBezTo>
                  <a:pt x="181" y="32"/>
                  <a:pt x="181" y="32"/>
                  <a:pt x="181" y="32"/>
                </a:cubicBezTo>
                <a:cubicBezTo>
                  <a:pt x="181" y="33"/>
                  <a:pt x="182" y="33"/>
                  <a:pt x="182" y="33"/>
                </a:cubicBezTo>
                <a:cubicBezTo>
                  <a:pt x="183" y="33"/>
                  <a:pt x="182" y="33"/>
                  <a:pt x="183" y="32"/>
                </a:cubicBezTo>
                <a:cubicBezTo>
                  <a:pt x="183" y="32"/>
                  <a:pt x="183" y="32"/>
                  <a:pt x="183" y="31"/>
                </a:cubicBezTo>
                <a:cubicBezTo>
                  <a:pt x="183" y="31"/>
                  <a:pt x="183" y="30"/>
                  <a:pt x="184" y="30"/>
                </a:cubicBezTo>
                <a:cubicBezTo>
                  <a:pt x="185" y="30"/>
                  <a:pt x="186" y="29"/>
                  <a:pt x="187" y="29"/>
                </a:cubicBezTo>
                <a:cubicBezTo>
                  <a:pt x="187" y="29"/>
                  <a:pt x="187" y="29"/>
                  <a:pt x="187" y="30"/>
                </a:cubicBezTo>
                <a:cubicBezTo>
                  <a:pt x="186" y="30"/>
                  <a:pt x="186" y="30"/>
                  <a:pt x="185" y="30"/>
                </a:cubicBezTo>
                <a:cubicBezTo>
                  <a:pt x="184" y="30"/>
                  <a:pt x="184" y="30"/>
                  <a:pt x="184" y="31"/>
                </a:cubicBezTo>
                <a:cubicBezTo>
                  <a:pt x="184" y="31"/>
                  <a:pt x="184" y="32"/>
                  <a:pt x="184" y="32"/>
                </a:cubicBezTo>
                <a:cubicBezTo>
                  <a:pt x="184" y="32"/>
                  <a:pt x="183" y="32"/>
                  <a:pt x="183" y="32"/>
                </a:cubicBezTo>
                <a:cubicBezTo>
                  <a:pt x="183" y="33"/>
                  <a:pt x="183" y="33"/>
                  <a:pt x="183" y="33"/>
                </a:cubicBezTo>
                <a:cubicBezTo>
                  <a:pt x="183" y="34"/>
                  <a:pt x="183" y="34"/>
                  <a:pt x="183" y="34"/>
                </a:cubicBezTo>
                <a:cubicBezTo>
                  <a:pt x="183" y="35"/>
                  <a:pt x="183" y="35"/>
                  <a:pt x="184" y="35"/>
                </a:cubicBezTo>
                <a:cubicBezTo>
                  <a:pt x="184" y="36"/>
                  <a:pt x="184" y="36"/>
                  <a:pt x="184" y="36"/>
                </a:cubicBezTo>
                <a:cubicBezTo>
                  <a:pt x="184" y="36"/>
                  <a:pt x="184" y="37"/>
                  <a:pt x="185" y="37"/>
                </a:cubicBezTo>
                <a:cubicBezTo>
                  <a:pt x="185" y="37"/>
                  <a:pt x="185" y="38"/>
                  <a:pt x="185" y="38"/>
                </a:cubicBezTo>
                <a:cubicBezTo>
                  <a:pt x="185" y="38"/>
                  <a:pt x="185" y="38"/>
                  <a:pt x="185" y="38"/>
                </a:cubicBezTo>
                <a:cubicBezTo>
                  <a:pt x="187" y="41"/>
                  <a:pt x="189" y="43"/>
                  <a:pt x="191" y="45"/>
                </a:cubicBezTo>
                <a:cubicBezTo>
                  <a:pt x="193" y="48"/>
                  <a:pt x="195" y="51"/>
                  <a:pt x="197" y="54"/>
                </a:cubicBezTo>
                <a:cubicBezTo>
                  <a:pt x="198" y="55"/>
                  <a:pt x="198" y="56"/>
                  <a:pt x="199" y="58"/>
                </a:cubicBezTo>
                <a:cubicBezTo>
                  <a:pt x="199" y="60"/>
                  <a:pt x="199" y="60"/>
                  <a:pt x="202" y="60"/>
                </a:cubicBezTo>
                <a:cubicBezTo>
                  <a:pt x="202" y="60"/>
                  <a:pt x="203" y="59"/>
                  <a:pt x="202" y="58"/>
                </a:cubicBezTo>
                <a:cubicBezTo>
                  <a:pt x="202" y="57"/>
                  <a:pt x="202" y="56"/>
                  <a:pt x="201" y="56"/>
                </a:cubicBezTo>
                <a:cubicBezTo>
                  <a:pt x="201" y="55"/>
                  <a:pt x="200" y="55"/>
                  <a:pt x="200" y="55"/>
                </a:cubicBezTo>
                <a:cubicBezTo>
                  <a:pt x="199" y="54"/>
                  <a:pt x="199" y="53"/>
                  <a:pt x="198" y="52"/>
                </a:cubicBezTo>
                <a:cubicBezTo>
                  <a:pt x="198" y="52"/>
                  <a:pt x="198" y="52"/>
                  <a:pt x="198" y="52"/>
                </a:cubicBezTo>
                <a:cubicBezTo>
                  <a:pt x="198" y="52"/>
                  <a:pt x="198" y="52"/>
                  <a:pt x="199" y="52"/>
                </a:cubicBezTo>
                <a:cubicBezTo>
                  <a:pt x="199" y="53"/>
                  <a:pt x="200" y="53"/>
                  <a:pt x="201" y="53"/>
                </a:cubicBezTo>
                <a:cubicBezTo>
                  <a:pt x="201" y="53"/>
                  <a:pt x="201" y="53"/>
                  <a:pt x="201" y="53"/>
                </a:cubicBezTo>
                <a:cubicBezTo>
                  <a:pt x="202" y="54"/>
                  <a:pt x="203" y="55"/>
                  <a:pt x="203" y="56"/>
                </a:cubicBezTo>
                <a:cubicBezTo>
                  <a:pt x="204" y="56"/>
                  <a:pt x="204" y="56"/>
                  <a:pt x="204" y="55"/>
                </a:cubicBezTo>
                <a:cubicBezTo>
                  <a:pt x="205" y="55"/>
                  <a:pt x="205" y="56"/>
                  <a:pt x="205" y="55"/>
                </a:cubicBezTo>
                <a:cubicBezTo>
                  <a:pt x="205" y="55"/>
                  <a:pt x="205" y="55"/>
                  <a:pt x="205" y="54"/>
                </a:cubicBezTo>
                <a:cubicBezTo>
                  <a:pt x="204" y="54"/>
                  <a:pt x="204" y="54"/>
                  <a:pt x="204" y="54"/>
                </a:cubicBezTo>
                <a:cubicBezTo>
                  <a:pt x="204" y="54"/>
                  <a:pt x="203" y="53"/>
                  <a:pt x="203" y="53"/>
                </a:cubicBezTo>
                <a:cubicBezTo>
                  <a:pt x="203" y="53"/>
                  <a:pt x="203" y="52"/>
                  <a:pt x="203" y="52"/>
                </a:cubicBezTo>
                <a:cubicBezTo>
                  <a:pt x="203" y="52"/>
                  <a:pt x="204" y="52"/>
                  <a:pt x="204" y="52"/>
                </a:cubicBezTo>
                <a:cubicBezTo>
                  <a:pt x="204" y="53"/>
                  <a:pt x="204" y="53"/>
                  <a:pt x="205" y="53"/>
                </a:cubicBezTo>
                <a:cubicBezTo>
                  <a:pt x="206" y="55"/>
                  <a:pt x="206" y="54"/>
                  <a:pt x="207" y="54"/>
                </a:cubicBezTo>
                <a:cubicBezTo>
                  <a:pt x="207" y="54"/>
                  <a:pt x="207" y="54"/>
                  <a:pt x="207" y="55"/>
                </a:cubicBezTo>
                <a:cubicBezTo>
                  <a:pt x="206" y="55"/>
                  <a:pt x="206" y="55"/>
                  <a:pt x="207" y="56"/>
                </a:cubicBezTo>
                <a:cubicBezTo>
                  <a:pt x="206" y="56"/>
                  <a:pt x="206" y="56"/>
                  <a:pt x="206" y="56"/>
                </a:cubicBezTo>
                <a:cubicBezTo>
                  <a:pt x="206" y="56"/>
                  <a:pt x="205" y="55"/>
                  <a:pt x="205" y="56"/>
                </a:cubicBezTo>
                <a:cubicBezTo>
                  <a:pt x="205" y="56"/>
                  <a:pt x="205" y="56"/>
                  <a:pt x="205" y="57"/>
                </a:cubicBezTo>
                <a:cubicBezTo>
                  <a:pt x="205" y="57"/>
                  <a:pt x="206" y="57"/>
                  <a:pt x="206" y="58"/>
                </a:cubicBezTo>
                <a:cubicBezTo>
                  <a:pt x="206" y="58"/>
                  <a:pt x="207" y="57"/>
                  <a:pt x="208" y="57"/>
                </a:cubicBezTo>
                <a:cubicBezTo>
                  <a:pt x="208" y="57"/>
                  <a:pt x="210" y="55"/>
                  <a:pt x="210" y="55"/>
                </a:cubicBezTo>
                <a:close/>
              </a:path>
            </a:pathLst>
          </a:custGeom>
          <a:solidFill>
            <a:schemeClr val="accent4"/>
          </a:solidFill>
          <a:ln w="9525">
            <a:no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40" name="Freeform 39"/>
          <p:cNvSpPr>
            <a:spLocks noEditPoints="1"/>
          </p:cNvSpPr>
          <p:nvPr/>
        </p:nvSpPr>
        <p:spPr bwMode="auto">
          <a:xfrm>
            <a:off x="7926388" y="1593850"/>
            <a:ext cx="1443038" cy="928687"/>
          </a:xfrm>
          <a:custGeom>
            <a:avLst/>
            <a:gdLst>
              <a:gd name="T0" fmla="*/ 52 w 379"/>
              <a:gd name="T1" fmla="*/ 34 h 244"/>
              <a:gd name="T2" fmla="*/ 65 w 379"/>
              <a:gd name="T3" fmla="*/ 168 h 244"/>
              <a:gd name="T4" fmla="*/ 60 w 379"/>
              <a:gd name="T5" fmla="*/ 179 h 244"/>
              <a:gd name="T6" fmla="*/ 62 w 379"/>
              <a:gd name="T7" fmla="*/ 165 h 244"/>
              <a:gd name="T8" fmla="*/ 65 w 379"/>
              <a:gd name="T9" fmla="*/ 150 h 244"/>
              <a:gd name="T10" fmla="*/ 63 w 379"/>
              <a:gd name="T11" fmla="*/ 168 h 244"/>
              <a:gd name="T12" fmla="*/ 3 w 379"/>
              <a:gd name="T13" fmla="*/ 123 h 244"/>
              <a:gd name="T14" fmla="*/ 3 w 379"/>
              <a:gd name="T15" fmla="*/ 111 h 244"/>
              <a:gd name="T16" fmla="*/ 73 w 379"/>
              <a:gd name="T17" fmla="*/ 163 h 244"/>
              <a:gd name="T18" fmla="*/ 218 w 379"/>
              <a:gd name="T19" fmla="*/ 67 h 244"/>
              <a:gd name="T20" fmla="*/ 224 w 379"/>
              <a:gd name="T21" fmla="*/ 108 h 244"/>
              <a:gd name="T22" fmla="*/ 200 w 379"/>
              <a:gd name="T23" fmla="*/ 89 h 244"/>
              <a:gd name="T24" fmla="*/ 234 w 379"/>
              <a:gd name="T25" fmla="*/ 79 h 244"/>
              <a:gd name="T26" fmla="*/ 260 w 379"/>
              <a:gd name="T27" fmla="*/ 88 h 244"/>
              <a:gd name="T28" fmla="*/ 92 w 379"/>
              <a:gd name="T29" fmla="*/ 90 h 244"/>
              <a:gd name="T30" fmla="*/ 80 w 379"/>
              <a:gd name="T31" fmla="*/ 123 h 244"/>
              <a:gd name="T32" fmla="*/ 354 w 379"/>
              <a:gd name="T33" fmla="*/ 106 h 244"/>
              <a:gd name="T34" fmla="*/ 164 w 379"/>
              <a:gd name="T35" fmla="*/ 161 h 244"/>
              <a:gd name="T36" fmla="*/ 212 w 379"/>
              <a:gd name="T37" fmla="*/ 181 h 244"/>
              <a:gd name="T38" fmla="*/ 179 w 379"/>
              <a:gd name="T39" fmla="*/ 153 h 244"/>
              <a:gd name="T40" fmla="*/ 245 w 379"/>
              <a:gd name="T41" fmla="*/ 19 h 244"/>
              <a:gd name="T42" fmla="*/ 300 w 379"/>
              <a:gd name="T43" fmla="*/ 48 h 244"/>
              <a:gd name="T44" fmla="*/ 285 w 379"/>
              <a:gd name="T45" fmla="*/ 39 h 244"/>
              <a:gd name="T46" fmla="*/ 280 w 379"/>
              <a:gd name="T47" fmla="*/ 21 h 244"/>
              <a:gd name="T48" fmla="*/ 280 w 379"/>
              <a:gd name="T49" fmla="*/ 16 h 244"/>
              <a:gd name="T50" fmla="*/ 322 w 379"/>
              <a:gd name="T51" fmla="*/ 52 h 244"/>
              <a:gd name="T52" fmla="*/ 182 w 379"/>
              <a:gd name="T53" fmla="*/ 87 h 244"/>
              <a:gd name="T54" fmla="*/ 168 w 379"/>
              <a:gd name="T55" fmla="*/ 102 h 244"/>
              <a:gd name="T56" fmla="*/ 165 w 379"/>
              <a:gd name="T57" fmla="*/ 141 h 244"/>
              <a:gd name="T58" fmla="*/ 250 w 379"/>
              <a:gd name="T59" fmla="*/ 188 h 244"/>
              <a:gd name="T60" fmla="*/ 255 w 379"/>
              <a:gd name="T61" fmla="*/ 200 h 244"/>
              <a:gd name="T62" fmla="*/ 254 w 379"/>
              <a:gd name="T63" fmla="*/ 218 h 244"/>
              <a:gd name="T64" fmla="*/ 305 w 379"/>
              <a:gd name="T65" fmla="*/ 232 h 244"/>
              <a:gd name="T66" fmla="*/ 317 w 379"/>
              <a:gd name="T67" fmla="*/ 243 h 244"/>
              <a:gd name="T68" fmla="*/ 301 w 379"/>
              <a:gd name="T69" fmla="*/ 183 h 244"/>
              <a:gd name="T70" fmla="*/ 291 w 379"/>
              <a:gd name="T71" fmla="*/ 176 h 244"/>
              <a:gd name="T72" fmla="*/ 240 w 379"/>
              <a:gd name="T73" fmla="*/ 210 h 244"/>
              <a:gd name="T74" fmla="*/ 213 w 379"/>
              <a:gd name="T75" fmla="*/ 201 h 244"/>
              <a:gd name="T76" fmla="*/ 244 w 379"/>
              <a:gd name="T77" fmla="*/ 208 h 244"/>
              <a:gd name="T78" fmla="*/ 174 w 379"/>
              <a:gd name="T79" fmla="*/ 8 h 244"/>
              <a:gd name="T80" fmla="*/ 98 w 379"/>
              <a:gd name="T81" fmla="*/ 52 h 244"/>
              <a:gd name="T82" fmla="*/ 149 w 379"/>
              <a:gd name="T83" fmla="*/ 97 h 244"/>
              <a:gd name="T84" fmla="*/ 136 w 379"/>
              <a:gd name="T85" fmla="*/ 71 h 244"/>
              <a:gd name="T86" fmla="*/ 98 w 379"/>
              <a:gd name="T87" fmla="*/ 103 h 244"/>
              <a:gd name="T88" fmla="*/ 77 w 379"/>
              <a:gd name="T89" fmla="*/ 146 h 244"/>
              <a:gd name="T90" fmla="*/ 97 w 379"/>
              <a:gd name="T91" fmla="*/ 140 h 244"/>
              <a:gd name="T92" fmla="*/ 71 w 379"/>
              <a:gd name="T93" fmla="*/ 136 h 244"/>
              <a:gd name="T94" fmla="*/ 85 w 379"/>
              <a:gd name="T95" fmla="*/ 142 h 244"/>
              <a:gd name="T96" fmla="*/ 90 w 379"/>
              <a:gd name="T97" fmla="*/ 141 h 244"/>
              <a:gd name="T98" fmla="*/ 98 w 379"/>
              <a:gd name="T99" fmla="*/ 142 h 244"/>
              <a:gd name="T100" fmla="*/ 106 w 379"/>
              <a:gd name="T101" fmla="*/ 147 h 244"/>
              <a:gd name="T102" fmla="*/ 137 w 379"/>
              <a:gd name="T103" fmla="*/ 163 h 244"/>
              <a:gd name="T104" fmla="*/ 51 w 379"/>
              <a:gd name="T105" fmla="*/ 77 h 244"/>
              <a:gd name="T106" fmla="*/ 44 w 379"/>
              <a:gd name="T107" fmla="*/ 49 h 244"/>
              <a:gd name="T108" fmla="*/ 60 w 379"/>
              <a:gd name="T109" fmla="*/ 78 h 244"/>
              <a:gd name="T110" fmla="*/ 259 w 379"/>
              <a:gd name="T111" fmla="*/ 100 h 244"/>
              <a:gd name="T112" fmla="*/ 282 w 379"/>
              <a:gd name="T113" fmla="*/ 56 h 244"/>
              <a:gd name="T114" fmla="*/ 133 w 379"/>
              <a:gd name="T115" fmla="*/ 107 h 244"/>
              <a:gd name="T116" fmla="*/ 110 w 379"/>
              <a:gd name="T117" fmla="*/ 109 h 244"/>
              <a:gd name="T118" fmla="*/ 148 w 379"/>
              <a:gd name="T119" fmla="*/ 149 h 244"/>
              <a:gd name="T120" fmla="*/ 153 w 379"/>
              <a:gd name="T121" fmla="*/ 184 h 244"/>
              <a:gd name="T122" fmla="*/ 176 w 379"/>
              <a:gd name="T123" fmla="*/ 204 h 244"/>
              <a:gd name="T124" fmla="*/ 204 w 379"/>
              <a:gd name="T125" fmla="*/ 20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9" h="244">
                <a:moveTo>
                  <a:pt x="162" y="189"/>
                </a:moveTo>
                <a:cubicBezTo>
                  <a:pt x="161" y="189"/>
                  <a:pt x="161" y="189"/>
                  <a:pt x="161" y="189"/>
                </a:cubicBezTo>
                <a:cubicBezTo>
                  <a:pt x="161" y="189"/>
                  <a:pt x="161" y="189"/>
                  <a:pt x="161" y="189"/>
                </a:cubicBezTo>
                <a:cubicBezTo>
                  <a:pt x="161" y="189"/>
                  <a:pt x="161" y="189"/>
                  <a:pt x="161" y="189"/>
                </a:cubicBezTo>
                <a:cubicBezTo>
                  <a:pt x="161" y="189"/>
                  <a:pt x="161" y="189"/>
                  <a:pt x="161" y="189"/>
                </a:cubicBezTo>
                <a:cubicBezTo>
                  <a:pt x="161" y="190"/>
                  <a:pt x="161" y="190"/>
                  <a:pt x="161" y="190"/>
                </a:cubicBezTo>
                <a:cubicBezTo>
                  <a:pt x="161" y="190"/>
                  <a:pt x="161" y="190"/>
                  <a:pt x="161" y="190"/>
                </a:cubicBezTo>
                <a:cubicBezTo>
                  <a:pt x="161" y="190"/>
                  <a:pt x="161" y="190"/>
                  <a:pt x="161" y="190"/>
                </a:cubicBezTo>
                <a:cubicBezTo>
                  <a:pt x="161" y="190"/>
                  <a:pt x="160" y="190"/>
                  <a:pt x="160" y="190"/>
                </a:cubicBezTo>
                <a:cubicBezTo>
                  <a:pt x="160" y="190"/>
                  <a:pt x="160" y="190"/>
                  <a:pt x="160" y="190"/>
                </a:cubicBezTo>
                <a:cubicBezTo>
                  <a:pt x="160" y="189"/>
                  <a:pt x="160" y="189"/>
                  <a:pt x="159" y="189"/>
                </a:cubicBezTo>
                <a:cubicBezTo>
                  <a:pt x="159" y="189"/>
                  <a:pt x="159" y="189"/>
                  <a:pt x="159" y="189"/>
                </a:cubicBezTo>
                <a:cubicBezTo>
                  <a:pt x="158" y="188"/>
                  <a:pt x="158" y="188"/>
                  <a:pt x="158" y="188"/>
                </a:cubicBezTo>
                <a:cubicBezTo>
                  <a:pt x="158" y="188"/>
                  <a:pt x="158" y="188"/>
                  <a:pt x="158" y="188"/>
                </a:cubicBezTo>
                <a:cubicBezTo>
                  <a:pt x="158" y="187"/>
                  <a:pt x="158" y="187"/>
                  <a:pt x="157" y="187"/>
                </a:cubicBezTo>
                <a:cubicBezTo>
                  <a:pt x="157" y="187"/>
                  <a:pt x="157" y="187"/>
                  <a:pt x="157" y="187"/>
                </a:cubicBezTo>
                <a:cubicBezTo>
                  <a:pt x="157" y="187"/>
                  <a:pt x="157" y="187"/>
                  <a:pt x="157" y="188"/>
                </a:cubicBezTo>
                <a:cubicBezTo>
                  <a:pt x="157" y="187"/>
                  <a:pt x="157" y="187"/>
                  <a:pt x="157" y="187"/>
                </a:cubicBezTo>
                <a:cubicBezTo>
                  <a:pt x="157" y="187"/>
                  <a:pt x="157" y="187"/>
                  <a:pt x="157" y="187"/>
                </a:cubicBezTo>
                <a:cubicBezTo>
                  <a:pt x="158" y="186"/>
                  <a:pt x="158" y="186"/>
                  <a:pt x="158" y="186"/>
                </a:cubicBezTo>
                <a:cubicBezTo>
                  <a:pt x="158" y="186"/>
                  <a:pt x="158" y="186"/>
                  <a:pt x="158" y="186"/>
                </a:cubicBezTo>
                <a:cubicBezTo>
                  <a:pt x="159" y="186"/>
                  <a:pt x="159" y="186"/>
                  <a:pt x="159" y="186"/>
                </a:cubicBezTo>
                <a:cubicBezTo>
                  <a:pt x="159" y="185"/>
                  <a:pt x="159" y="185"/>
                  <a:pt x="159" y="185"/>
                </a:cubicBezTo>
                <a:cubicBezTo>
                  <a:pt x="160" y="186"/>
                  <a:pt x="160" y="186"/>
                  <a:pt x="160" y="186"/>
                </a:cubicBezTo>
                <a:cubicBezTo>
                  <a:pt x="160" y="186"/>
                  <a:pt x="161" y="186"/>
                  <a:pt x="161" y="186"/>
                </a:cubicBezTo>
                <a:cubicBezTo>
                  <a:pt x="161" y="186"/>
                  <a:pt x="161" y="186"/>
                  <a:pt x="161" y="186"/>
                </a:cubicBezTo>
                <a:cubicBezTo>
                  <a:pt x="161" y="186"/>
                  <a:pt x="161" y="185"/>
                  <a:pt x="161" y="185"/>
                </a:cubicBezTo>
                <a:cubicBezTo>
                  <a:pt x="162" y="186"/>
                  <a:pt x="162" y="186"/>
                  <a:pt x="162" y="186"/>
                </a:cubicBezTo>
                <a:cubicBezTo>
                  <a:pt x="162" y="186"/>
                  <a:pt x="162" y="188"/>
                  <a:pt x="162" y="188"/>
                </a:cubicBezTo>
                <a:cubicBezTo>
                  <a:pt x="162" y="188"/>
                  <a:pt x="162" y="188"/>
                  <a:pt x="162" y="188"/>
                </a:cubicBezTo>
                <a:lnTo>
                  <a:pt x="162" y="189"/>
                </a:lnTo>
                <a:close/>
                <a:moveTo>
                  <a:pt x="35" y="84"/>
                </a:moveTo>
                <a:cubicBezTo>
                  <a:pt x="36" y="84"/>
                  <a:pt x="36" y="84"/>
                  <a:pt x="36" y="84"/>
                </a:cubicBezTo>
                <a:cubicBezTo>
                  <a:pt x="37" y="84"/>
                  <a:pt x="37" y="84"/>
                  <a:pt x="37" y="84"/>
                </a:cubicBezTo>
                <a:cubicBezTo>
                  <a:pt x="37" y="81"/>
                  <a:pt x="37" y="81"/>
                  <a:pt x="37" y="81"/>
                </a:cubicBezTo>
                <a:cubicBezTo>
                  <a:pt x="37" y="81"/>
                  <a:pt x="38" y="81"/>
                  <a:pt x="38" y="80"/>
                </a:cubicBezTo>
                <a:cubicBezTo>
                  <a:pt x="38" y="80"/>
                  <a:pt x="37" y="79"/>
                  <a:pt x="37" y="79"/>
                </a:cubicBezTo>
                <a:cubicBezTo>
                  <a:pt x="37" y="78"/>
                  <a:pt x="37" y="78"/>
                  <a:pt x="37" y="78"/>
                </a:cubicBezTo>
                <a:cubicBezTo>
                  <a:pt x="37" y="77"/>
                  <a:pt x="37" y="77"/>
                  <a:pt x="37" y="77"/>
                </a:cubicBezTo>
                <a:cubicBezTo>
                  <a:pt x="38" y="68"/>
                  <a:pt x="38" y="68"/>
                  <a:pt x="38" y="68"/>
                </a:cubicBezTo>
                <a:cubicBezTo>
                  <a:pt x="37" y="67"/>
                  <a:pt x="37" y="67"/>
                  <a:pt x="37" y="67"/>
                </a:cubicBezTo>
                <a:cubicBezTo>
                  <a:pt x="12" y="67"/>
                  <a:pt x="12" y="67"/>
                  <a:pt x="12" y="67"/>
                </a:cubicBezTo>
                <a:cubicBezTo>
                  <a:pt x="12" y="57"/>
                  <a:pt x="12" y="57"/>
                  <a:pt x="12" y="57"/>
                </a:cubicBezTo>
                <a:cubicBezTo>
                  <a:pt x="22" y="51"/>
                  <a:pt x="22" y="51"/>
                  <a:pt x="22" y="51"/>
                </a:cubicBezTo>
                <a:cubicBezTo>
                  <a:pt x="23" y="50"/>
                  <a:pt x="23" y="50"/>
                  <a:pt x="23" y="50"/>
                </a:cubicBezTo>
                <a:cubicBezTo>
                  <a:pt x="24" y="50"/>
                  <a:pt x="24" y="50"/>
                  <a:pt x="24" y="50"/>
                </a:cubicBezTo>
                <a:cubicBezTo>
                  <a:pt x="24" y="51"/>
                  <a:pt x="24" y="51"/>
                  <a:pt x="24" y="51"/>
                </a:cubicBezTo>
                <a:cubicBezTo>
                  <a:pt x="23" y="51"/>
                  <a:pt x="23" y="51"/>
                  <a:pt x="23" y="51"/>
                </a:cubicBezTo>
                <a:cubicBezTo>
                  <a:pt x="23" y="51"/>
                  <a:pt x="23" y="51"/>
                  <a:pt x="23" y="51"/>
                </a:cubicBezTo>
                <a:cubicBezTo>
                  <a:pt x="24" y="51"/>
                  <a:pt x="24" y="51"/>
                  <a:pt x="24" y="51"/>
                </a:cubicBezTo>
                <a:cubicBezTo>
                  <a:pt x="24" y="52"/>
                  <a:pt x="24" y="52"/>
                  <a:pt x="24" y="52"/>
                </a:cubicBezTo>
                <a:cubicBezTo>
                  <a:pt x="24" y="52"/>
                  <a:pt x="24" y="52"/>
                  <a:pt x="25" y="52"/>
                </a:cubicBezTo>
                <a:cubicBezTo>
                  <a:pt x="25" y="52"/>
                  <a:pt x="25" y="51"/>
                  <a:pt x="25" y="51"/>
                </a:cubicBezTo>
                <a:cubicBezTo>
                  <a:pt x="25" y="52"/>
                  <a:pt x="25" y="52"/>
                  <a:pt x="25" y="52"/>
                </a:cubicBezTo>
                <a:cubicBezTo>
                  <a:pt x="43" y="52"/>
                  <a:pt x="43" y="52"/>
                  <a:pt x="43" y="52"/>
                </a:cubicBezTo>
                <a:cubicBezTo>
                  <a:pt x="44" y="49"/>
                  <a:pt x="44" y="49"/>
                  <a:pt x="44" y="49"/>
                </a:cubicBezTo>
                <a:cubicBezTo>
                  <a:pt x="47" y="49"/>
                  <a:pt x="47" y="49"/>
                  <a:pt x="47" y="49"/>
                </a:cubicBezTo>
                <a:cubicBezTo>
                  <a:pt x="48" y="49"/>
                  <a:pt x="48" y="49"/>
                  <a:pt x="48" y="49"/>
                </a:cubicBezTo>
                <a:cubicBezTo>
                  <a:pt x="48" y="43"/>
                  <a:pt x="48" y="43"/>
                  <a:pt x="48" y="43"/>
                </a:cubicBezTo>
                <a:cubicBezTo>
                  <a:pt x="47" y="40"/>
                  <a:pt x="47" y="40"/>
                  <a:pt x="47" y="40"/>
                </a:cubicBezTo>
                <a:cubicBezTo>
                  <a:pt x="47" y="40"/>
                  <a:pt x="47" y="38"/>
                  <a:pt x="47" y="38"/>
                </a:cubicBezTo>
                <a:cubicBezTo>
                  <a:pt x="47" y="38"/>
                  <a:pt x="47" y="37"/>
                  <a:pt x="47" y="37"/>
                </a:cubicBezTo>
                <a:cubicBezTo>
                  <a:pt x="47" y="37"/>
                  <a:pt x="47" y="37"/>
                  <a:pt x="47" y="37"/>
                </a:cubicBezTo>
                <a:cubicBezTo>
                  <a:pt x="47" y="37"/>
                  <a:pt x="48" y="36"/>
                  <a:pt x="48" y="36"/>
                </a:cubicBezTo>
                <a:cubicBezTo>
                  <a:pt x="48" y="36"/>
                  <a:pt x="50" y="37"/>
                  <a:pt x="51" y="37"/>
                </a:cubicBezTo>
                <a:cubicBezTo>
                  <a:pt x="51" y="37"/>
                  <a:pt x="52" y="38"/>
                  <a:pt x="52" y="38"/>
                </a:cubicBezTo>
                <a:cubicBezTo>
                  <a:pt x="53" y="38"/>
                  <a:pt x="54" y="39"/>
                  <a:pt x="54" y="39"/>
                </a:cubicBezTo>
                <a:cubicBezTo>
                  <a:pt x="55" y="39"/>
                  <a:pt x="55" y="40"/>
                  <a:pt x="56" y="40"/>
                </a:cubicBezTo>
                <a:cubicBezTo>
                  <a:pt x="56" y="40"/>
                  <a:pt x="57" y="39"/>
                  <a:pt x="57" y="39"/>
                </a:cubicBezTo>
                <a:cubicBezTo>
                  <a:pt x="57" y="39"/>
                  <a:pt x="57" y="39"/>
                  <a:pt x="57" y="39"/>
                </a:cubicBezTo>
                <a:cubicBezTo>
                  <a:pt x="57" y="39"/>
                  <a:pt x="57" y="36"/>
                  <a:pt x="57" y="35"/>
                </a:cubicBezTo>
                <a:cubicBezTo>
                  <a:pt x="57" y="35"/>
                  <a:pt x="56" y="35"/>
                  <a:pt x="56" y="35"/>
                </a:cubicBezTo>
                <a:cubicBezTo>
                  <a:pt x="56" y="35"/>
                  <a:pt x="55" y="34"/>
                  <a:pt x="54" y="34"/>
                </a:cubicBezTo>
                <a:cubicBezTo>
                  <a:pt x="54" y="34"/>
                  <a:pt x="54" y="34"/>
                  <a:pt x="53" y="34"/>
                </a:cubicBezTo>
                <a:cubicBezTo>
                  <a:pt x="53" y="34"/>
                  <a:pt x="53" y="34"/>
                  <a:pt x="52" y="34"/>
                </a:cubicBezTo>
                <a:cubicBezTo>
                  <a:pt x="52" y="34"/>
                  <a:pt x="51" y="34"/>
                  <a:pt x="51" y="34"/>
                </a:cubicBezTo>
                <a:cubicBezTo>
                  <a:pt x="51" y="33"/>
                  <a:pt x="49" y="33"/>
                  <a:pt x="49" y="33"/>
                </a:cubicBezTo>
                <a:cubicBezTo>
                  <a:pt x="48" y="33"/>
                  <a:pt x="48" y="33"/>
                  <a:pt x="47" y="33"/>
                </a:cubicBezTo>
                <a:cubicBezTo>
                  <a:pt x="46" y="32"/>
                  <a:pt x="45" y="32"/>
                  <a:pt x="45" y="32"/>
                </a:cubicBezTo>
                <a:cubicBezTo>
                  <a:pt x="44" y="32"/>
                  <a:pt x="44" y="32"/>
                  <a:pt x="43" y="32"/>
                </a:cubicBezTo>
                <a:cubicBezTo>
                  <a:pt x="43" y="31"/>
                  <a:pt x="42" y="31"/>
                  <a:pt x="42" y="31"/>
                </a:cubicBezTo>
                <a:cubicBezTo>
                  <a:pt x="41" y="31"/>
                  <a:pt x="41" y="31"/>
                  <a:pt x="41" y="30"/>
                </a:cubicBezTo>
                <a:cubicBezTo>
                  <a:pt x="40" y="30"/>
                  <a:pt x="39" y="30"/>
                  <a:pt x="39" y="30"/>
                </a:cubicBezTo>
                <a:cubicBezTo>
                  <a:pt x="39" y="29"/>
                  <a:pt x="38" y="29"/>
                  <a:pt x="38" y="29"/>
                </a:cubicBezTo>
                <a:cubicBezTo>
                  <a:pt x="38" y="29"/>
                  <a:pt x="37" y="29"/>
                  <a:pt x="37" y="29"/>
                </a:cubicBezTo>
                <a:cubicBezTo>
                  <a:pt x="37" y="29"/>
                  <a:pt x="37" y="29"/>
                  <a:pt x="37" y="29"/>
                </a:cubicBezTo>
                <a:cubicBezTo>
                  <a:pt x="36" y="29"/>
                  <a:pt x="36" y="28"/>
                  <a:pt x="36" y="28"/>
                </a:cubicBezTo>
                <a:cubicBezTo>
                  <a:pt x="36" y="28"/>
                  <a:pt x="34" y="28"/>
                  <a:pt x="34" y="28"/>
                </a:cubicBezTo>
                <a:cubicBezTo>
                  <a:pt x="34" y="28"/>
                  <a:pt x="32" y="27"/>
                  <a:pt x="32" y="27"/>
                </a:cubicBezTo>
                <a:cubicBezTo>
                  <a:pt x="32" y="27"/>
                  <a:pt x="32" y="26"/>
                  <a:pt x="32" y="26"/>
                </a:cubicBezTo>
                <a:cubicBezTo>
                  <a:pt x="32" y="26"/>
                  <a:pt x="32" y="26"/>
                  <a:pt x="31" y="26"/>
                </a:cubicBezTo>
                <a:cubicBezTo>
                  <a:pt x="31" y="26"/>
                  <a:pt x="31" y="26"/>
                  <a:pt x="30" y="26"/>
                </a:cubicBezTo>
                <a:cubicBezTo>
                  <a:pt x="30" y="25"/>
                  <a:pt x="30" y="25"/>
                  <a:pt x="30" y="25"/>
                </a:cubicBezTo>
                <a:cubicBezTo>
                  <a:pt x="30" y="25"/>
                  <a:pt x="29" y="25"/>
                  <a:pt x="29" y="25"/>
                </a:cubicBezTo>
                <a:cubicBezTo>
                  <a:pt x="29" y="25"/>
                  <a:pt x="28" y="25"/>
                  <a:pt x="28" y="25"/>
                </a:cubicBezTo>
                <a:cubicBezTo>
                  <a:pt x="28" y="25"/>
                  <a:pt x="28" y="25"/>
                  <a:pt x="28" y="25"/>
                </a:cubicBezTo>
                <a:cubicBezTo>
                  <a:pt x="28" y="25"/>
                  <a:pt x="27" y="25"/>
                  <a:pt x="27" y="25"/>
                </a:cubicBezTo>
                <a:cubicBezTo>
                  <a:pt x="26" y="25"/>
                  <a:pt x="26" y="25"/>
                  <a:pt x="26" y="25"/>
                </a:cubicBezTo>
                <a:cubicBezTo>
                  <a:pt x="26" y="25"/>
                  <a:pt x="25" y="24"/>
                  <a:pt x="25" y="24"/>
                </a:cubicBezTo>
                <a:cubicBezTo>
                  <a:pt x="25" y="24"/>
                  <a:pt x="25" y="23"/>
                  <a:pt x="25" y="23"/>
                </a:cubicBezTo>
                <a:cubicBezTo>
                  <a:pt x="25" y="23"/>
                  <a:pt x="24" y="23"/>
                  <a:pt x="24" y="23"/>
                </a:cubicBezTo>
                <a:cubicBezTo>
                  <a:pt x="24" y="23"/>
                  <a:pt x="20" y="21"/>
                  <a:pt x="20" y="21"/>
                </a:cubicBezTo>
                <a:cubicBezTo>
                  <a:pt x="20" y="21"/>
                  <a:pt x="17" y="20"/>
                  <a:pt x="17" y="20"/>
                </a:cubicBezTo>
                <a:cubicBezTo>
                  <a:pt x="15" y="19"/>
                  <a:pt x="15" y="19"/>
                  <a:pt x="15" y="19"/>
                </a:cubicBezTo>
                <a:cubicBezTo>
                  <a:pt x="15" y="19"/>
                  <a:pt x="15" y="19"/>
                  <a:pt x="15" y="19"/>
                </a:cubicBezTo>
                <a:cubicBezTo>
                  <a:pt x="15" y="19"/>
                  <a:pt x="14" y="19"/>
                  <a:pt x="14" y="19"/>
                </a:cubicBezTo>
                <a:cubicBezTo>
                  <a:pt x="14" y="19"/>
                  <a:pt x="13" y="18"/>
                  <a:pt x="12" y="18"/>
                </a:cubicBezTo>
                <a:cubicBezTo>
                  <a:pt x="12" y="18"/>
                  <a:pt x="11" y="18"/>
                  <a:pt x="11" y="18"/>
                </a:cubicBezTo>
                <a:cubicBezTo>
                  <a:pt x="11" y="18"/>
                  <a:pt x="11" y="17"/>
                  <a:pt x="11" y="17"/>
                </a:cubicBezTo>
                <a:cubicBezTo>
                  <a:pt x="10" y="17"/>
                  <a:pt x="10" y="17"/>
                  <a:pt x="10" y="17"/>
                </a:cubicBezTo>
                <a:cubicBezTo>
                  <a:pt x="10" y="17"/>
                  <a:pt x="9" y="17"/>
                  <a:pt x="9" y="17"/>
                </a:cubicBezTo>
                <a:cubicBezTo>
                  <a:pt x="8" y="17"/>
                  <a:pt x="8" y="17"/>
                  <a:pt x="8" y="16"/>
                </a:cubicBezTo>
                <a:cubicBezTo>
                  <a:pt x="8" y="16"/>
                  <a:pt x="8" y="16"/>
                  <a:pt x="8" y="16"/>
                </a:cubicBezTo>
                <a:cubicBezTo>
                  <a:pt x="8" y="16"/>
                  <a:pt x="7" y="16"/>
                  <a:pt x="7" y="16"/>
                </a:cubicBezTo>
                <a:cubicBezTo>
                  <a:pt x="6" y="16"/>
                  <a:pt x="6" y="16"/>
                  <a:pt x="6" y="16"/>
                </a:cubicBezTo>
                <a:cubicBezTo>
                  <a:pt x="4" y="16"/>
                  <a:pt x="4" y="16"/>
                  <a:pt x="4" y="16"/>
                </a:cubicBezTo>
                <a:cubicBezTo>
                  <a:pt x="4" y="78"/>
                  <a:pt x="4" y="78"/>
                  <a:pt x="4" y="78"/>
                </a:cubicBezTo>
                <a:cubicBezTo>
                  <a:pt x="34" y="84"/>
                  <a:pt x="34" y="84"/>
                  <a:pt x="34" y="84"/>
                </a:cubicBezTo>
                <a:lnTo>
                  <a:pt x="35" y="84"/>
                </a:lnTo>
                <a:close/>
                <a:moveTo>
                  <a:pt x="62" y="160"/>
                </a:moveTo>
                <a:cubicBezTo>
                  <a:pt x="61" y="160"/>
                  <a:pt x="61" y="160"/>
                  <a:pt x="61" y="160"/>
                </a:cubicBezTo>
                <a:cubicBezTo>
                  <a:pt x="61" y="160"/>
                  <a:pt x="61" y="160"/>
                  <a:pt x="61" y="160"/>
                </a:cubicBezTo>
                <a:cubicBezTo>
                  <a:pt x="61" y="160"/>
                  <a:pt x="61" y="160"/>
                  <a:pt x="61" y="160"/>
                </a:cubicBezTo>
                <a:cubicBezTo>
                  <a:pt x="61" y="160"/>
                  <a:pt x="61" y="160"/>
                  <a:pt x="61" y="160"/>
                </a:cubicBezTo>
                <a:cubicBezTo>
                  <a:pt x="61" y="160"/>
                  <a:pt x="60" y="160"/>
                  <a:pt x="60" y="160"/>
                </a:cubicBezTo>
                <a:cubicBezTo>
                  <a:pt x="60" y="160"/>
                  <a:pt x="59" y="160"/>
                  <a:pt x="58" y="160"/>
                </a:cubicBezTo>
                <a:cubicBezTo>
                  <a:pt x="58" y="160"/>
                  <a:pt x="58" y="160"/>
                  <a:pt x="58" y="160"/>
                </a:cubicBezTo>
                <a:cubicBezTo>
                  <a:pt x="58" y="160"/>
                  <a:pt x="58" y="160"/>
                  <a:pt x="58" y="160"/>
                </a:cubicBezTo>
                <a:cubicBezTo>
                  <a:pt x="58" y="160"/>
                  <a:pt x="58" y="160"/>
                  <a:pt x="59" y="160"/>
                </a:cubicBezTo>
                <a:cubicBezTo>
                  <a:pt x="59" y="160"/>
                  <a:pt x="59" y="160"/>
                  <a:pt x="59" y="160"/>
                </a:cubicBezTo>
                <a:cubicBezTo>
                  <a:pt x="60" y="160"/>
                  <a:pt x="60" y="160"/>
                  <a:pt x="61" y="160"/>
                </a:cubicBezTo>
                <a:cubicBezTo>
                  <a:pt x="61" y="160"/>
                  <a:pt x="61" y="160"/>
                  <a:pt x="61" y="160"/>
                </a:cubicBezTo>
                <a:cubicBezTo>
                  <a:pt x="61" y="160"/>
                  <a:pt x="61" y="160"/>
                  <a:pt x="61" y="160"/>
                </a:cubicBezTo>
                <a:cubicBezTo>
                  <a:pt x="61" y="160"/>
                  <a:pt x="62" y="160"/>
                  <a:pt x="62" y="160"/>
                </a:cubicBezTo>
                <a:cubicBezTo>
                  <a:pt x="62" y="160"/>
                  <a:pt x="62" y="160"/>
                  <a:pt x="62" y="160"/>
                </a:cubicBezTo>
                <a:close/>
                <a:moveTo>
                  <a:pt x="62" y="162"/>
                </a:moveTo>
                <a:cubicBezTo>
                  <a:pt x="62" y="162"/>
                  <a:pt x="62" y="162"/>
                  <a:pt x="62" y="162"/>
                </a:cubicBezTo>
                <a:cubicBezTo>
                  <a:pt x="62" y="162"/>
                  <a:pt x="62" y="162"/>
                  <a:pt x="62" y="162"/>
                </a:cubicBezTo>
                <a:cubicBezTo>
                  <a:pt x="62" y="163"/>
                  <a:pt x="62" y="163"/>
                  <a:pt x="62" y="163"/>
                </a:cubicBezTo>
                <a:cubicBezTo>
                  <a:pt x="62" y="163"/>
                  <a:pt x="62" y="163"/>
                  <a:pt x="62" y="163"/>
                </a:cubicBezTo>
                <a:cubicBezTo>
                  <a:pt x="62" y="163"/>
                  <a:pt x="62" y="163"/>
                  <a:pt x="62" y="163"/>
                </a:cubicBezTo>
                <a:cubicBezTo>
                  <a:pt x="62" y="163"/>
                  <a:pt x="62" y="163"/>
                  <a:pt x="61" y="163"/>
                </a:cubicBezTo>
                <a:cubicBezTo>
                  <a:pt x="61" y="163"/>
                  <a:pt x="61" y="163"/>
                  <a:pt x="61" y="163"/>
                </a:cubicBezTo>
                <a:cubicBezTo>
                  <a:pt x="61" y="163"/>
                  <a:pt x="61" y="163"/>
                  <a:pt x="61" y="162"/>
                </a:cubicBezTo>
                <a:cubicBezTo>
                  <a:pt x="61" y="162"/>
                  <a:pt x="61" y="162"/>
                  <a:pt x="61" y="162"/>
                </a:cubicBezTo>
                <a:cubicBezTo>
                  <a:pt x="61" y="162"/>
                  <a:pt x="61" y="162"/>
                  <a:pt x="61" y="162"/>
                </a:cubicBezTo>
                <a:cubicBezTo>
                  <a:pt x="61" y="162"/>
                  <a:pt x="61" y="162"/>
                  <a:pt x="61" y="162"/>
                </a:cubicBezTo>
                <a:cubicBezTo>
                  <a:pt x="61" y="162"/>
                  <a:pt x="61" y="162"/>
                  <a:pt x="62" y="162"/>
                </a:cubicBezTo>
                <a:cubicBezTo>
                  <a:pt x="62" y="162"/>
                  <a:pt x="62" y="162"/>
                  <a:pt x="62" y="162"/>
                </a:cubicBezTo>
                <a:close/>
                <a:moveTo>
                  <a:pt x="65" y="168"/>
                </a:moveTo>
                <a:cubicBezTo>
                  <a:pt x="65" y="168"/>
                  <a:pt x="65" y="168"/>
                  <a:pt x="65" y="169"/>
                </a:cubicBezTo>
                <a:cubicBezTo>
                  <a:pt x="65" y="169"/>
                  <a:pt x="65" y="169"/>
                  <a:pt x="65" y="169"/>
                </a:cubicBezTo>
                <a:cubicBezTo>
                  <a:pt x="65" y="169"/>
                  <a:pt x="65" y="169"/>
                  <a:pt x="64" y="169"/>
                </a:cubicBezTo>
                <a:cubicBezTo>
                  <a:pt x="64" y="169"/>
                  <a:pt x="64" y="169"/>
                  <a:pt x="64" y="169"/>
                </a:cubicBezTo>
                <a:cubicBezTo>
                  <a:pt x="64" y="168"/>
                  <a:pt x="64" y="168"/>
                  <a:pt x="64" y="168"/>
                </a:cubicBezTo>
                <a:cubicBezTo>
                  <a:pt x="64" y="168"/>
                  <a:pt x="64" y="168"/>
                  <a:pt x="64" y="168"/>
                </a:cubicBezTo>
                <a:cubicBezTo>
                  <a:pt x="64" y="168"/>
                  <a:pt x="64" y="168"/>
                  <a:pt x="65" y="168"/>
                </a:cubicBezTo>
                <a:cubicBezTo>
                  <a:pt x="65" y="168"/>
                  <a:pt x="65" y="168"/>
                  <a:pt x="65" y="168"/>
                </a:cubicBezTo>
                <a:close/>
                <a:moveTo>
                  <a:pt x="71" y="164"/>
                </a:moveTo>
                <a:cubicBezTo>
                  <a:pt x="71" y="164"/>
                  <a:pt x="71" y="164"/>
                  <a:pt x="71" y="164"/>
                </a:cubicBezTo>
                <a:cubicBezTo>
                  <a:pt x="71" y="164"/>
                  <a:pt x="71" y="165"/>
                  <a:pt x="71" y="165"/>
                </a:cubicBezTo>
                <a:cubicBezTo>
                  <a:pt x="71" y="165"/>
                  <a:pt x="71" y="165"/>
                  <a:pt x="71" y="165"/>
                </a:cubicBezTo>
                <a:cubicBezTo>
                  <a:pt x="70" y="165"/>
                  <a:pt x="70" y="165"/>
                  <a:pt x="70" y="165"/>
                </a:cubicBezTo>
                <a:cubicBezTo>
                  <a:pt x="70" y="165"/>
                  <a:pt x="70" y="165"/>
                  <a:pt x="70" y="164"/>
                </a:cubicBezTo>
                <a:cubicBezTo>
                  <a:pt x="70" y="164"/>
                  <a:pt x="70" y="164"/>
                  <a:pt x="69" y="164"/>
                </a:cubicBezTo>
                <a:cubicBezTo>
                  <a:pt x="69" y="164"/>
                  <a:pt x="69" y="164"/>
                  <a:pt x="69" y="164"/>
                </a:cubicBezTo>
                <a:cubicBezTo>
                  <a:pt x="69" y="164"/>
                  <a:pt x="69" y="164"/>
                  <a:pt x="68" y="164"/>
                </a:cubicBezTo>
                <a:cubicBezTo>
                  <a:pt x="68" y="164"/>
                  <a:pt x="68" y="164"/>
                  <a:pt x="68" y="164"/>
                </a:cubicBezTo>
                <a:cubicBezTo>
                  <a:pt x="67" y="163"/>
                  <a:pt x="67" y="163"/>
                  <a:pt x="66" y="163"/>
                </a:cubicBezTo>
                <a:cubicBezTo>
                  <a:pt x="66" y="163"/>
                  <a:pt x="65" y="162"/>
                  <a:pt x="65" y="162"/>
                </a:cubicBezTo>
                <a:cubicBezTo>
                  <a:pt x="65" y="162"/>
                  <a:pt x="65" y="162"/>
                  <a:pt x="65" y="162"/>
                </a:cubicBezTo>
                <a:cubicBezTo>
                  <a:pt x="64" y="162"/>
                  <a:pt x="64" y="162"/>
                  <a:pt x="63" y="161"/>
                </a:cubicBezTo>
                <a:cubicBezTo>
                  <a:pt x="63" y="161"/>
                  <a:pt x="63" y="161"/>
                  <a:pt x="63" y="161"/>
                </a:cubicBezTo>
                <a:cubicBezTo>
                  <a:pt x="63" y="161"/>
                  <a:pt x="63" y="161"/>
                  <a:pt x="63" y="161"/>
                </a:cubicBezTo>
                <a:cubicBezTo>
                  <a:pt x="63" y="161"/>
                  <a:pt x="63" y="161"/>
                  <a:pt x="63" y="161"/>
                </a:cubicBezTo>
                <a:cubicBezTo>
                  <a:pt x="63" y="161"/>
                  <a:pt x="64" y="161"/>
                  <a:pt x="64" y="161"/>
                </a:cubicBezTo>
                <a:cubicBezTo>
                  <a:pt x="64" y="161"/>
                  <a:pt x="64" y="161"/>
                  <a:pt x="65" y="161"/>
                </a:cubicBezTo>
                <a:cubicBezTo>
                  <a:pt x="65" y="161"/>
                  <a:pt x="65" y="161"/>
                  <a:pt x="65" y="161"/>
                </a:cubicBezTo>
                <a:cubicBezTo>
                  <a:pt x="65" y="161"/>
                  <a:pt x="65" y="161"/>
                  <a:pt x="65" y="160"/>
                </a:cubicBezTo>
                <a:cubicBezTo>
                  <a:pt x="66" y="160"/>
                  <a:pt x="66" y="160"/>
                  <a:pt x="66" y="160"/>
                </a:cubicBezTo>
                <a:cubicBezTo>
                  <a:pt x="66" y="160"/>
                  <a:pt x="67" y="160"/>
                  <a:pt x="68" y="160"/>
                </a:cubicBezTo>
                <a:cubicBezTo>
                  <a:pt x="68" y="160"/>
                  <a:pt x="68" y="161"/>
                  <a:pt x="69" y="161"/>
                </a:cubicBezTo>
                <a:cubicBezTo>
                  <a:pt x="69" y="161"/>
                  <a:pt x="69" y="161"/>
                  <a:pt x="69" y="161"/>
                </a:cubicBezTo>
                <a:cubicBezTo>
                  <a:pt x="69" y="161"/>
                  <a:pt x="69" y="162"/>
                  <a:pt x="70" y="162"/>
                </a:cubicBezTo>
                <a:cubicBezTo>
                  <a:pt x="70" y="162"/>
                  <a:pt x="70" y="162"/>
                  <a:pt x="70" y="162"/>
                </a:cubicBezTo>
                <a:cubicBezTo>
                  <a:pt x="70" y="162"/>
                  <a:pt x="70" y="162"/>
                  <a:pt x="70" y="162"/>
                </a:cubicBezTo>
                <a:cubicBezTo>
                  <a:pt x="70" y="162"/>
                  <a:pt x="70" y="162"/>
                  <a:pt x="70" y="162"/>
                </a:cubicBezTo>
                <a:cubicBezTo>
                  <a:pt x="69" y="162"/>
                  <a:pt x="69" y="162"/>
                  <a:pt x="69" y="162"/>
                </a:cubicBezTo>
                <a:cubicBezTo>
                  <a:pt x="69" y="162"/>
                  <a:pt x="69" y="162"/>
                  <a:pt x="69" y="162"/>
                </a:cubicBezTo>
                <a:cubicBezTo>
                  <a:pt x="69" y="162"/>
                  <a:pt x="69" y="163"/>
                  <a:pt x="70" y="163"/>
                </a:cubicBezTo>
                <a:cubicBezTo>
                  <a:pt x="70" y="163"/>
                  <a:pt x="70" y="163"/>
                  <a:pt x="70" y="163"/>
                </a:cubicBezTo>
                <a:cubicBezTo>
                  <a:pt x="70" y="163"/>
                  <a:pt x="70" y="163"/>
                  <a:pt x="70" y="163"/>
                </a:cubicBezTo>
                <a:cubicBezTo>
                  <a:pt x="71" y="163"/>
                  <a:pt x="71" y="163"/>
                  <a:pt x="71" y="164"/>
                </a:cubicBezTo>
                <a:close/>
                <a:moveTo>
                  <a:pt x="59" y="164"/>
                </a:moveTo>
                <a:cubicBezTo>
                  <a:pt x="59" y="163"/>
                  <a:pt x="59" y="163"/>
                  <a:pt x="59" y="163"/>
                </a:cubicBezTo>
                <a:cubicBezTo>
                  <a:pt x="59" y="163"/>
                  <a:pt x="59" y="163"/>
                  <a:pt x="59" y="163"/>
                </a:cubicBezTo>
                <a:cubicBezTo>
                  <a:pt x="59" y="163"/>
                  <a:pt x="59" y="163"/>
                  <a:pt x="59" y="163"/>
                </a:cubicBezTo>
                <a:cubicBezTo>
                  <a:pt x="59" y="163"/>
                  <a:pt x="59" y="163"/>
                  <a:pt x="59" y="164"/>
                </a:cubicBezTo>
                <a:cubicBezTo>
                  <a:pt x="59" y="164"/>
                  <a:pt x="59" y="164"/>
                  <a:pt x="59" y="164"/>
                </a:cubicBezTo>
                <a:cubicBezTo>
                  <a:pt x="60" y="164"/>
                  <a:pt x="60" y="164"/>
                  <a:pt x="60" y="164"/>
                </a:cubicBezTo>
                <a:cubicBezTo>
                  <a:pt x="60" y="164"/>
                  <a:pt x="60" y="164"/>
                  <a:pt x="60" y="164"/>
                </a:cubicBezTo>
                <a:cubicBezTo>
                  <a:pt x="60" y="164"/>
                  <a:pt x="60" y="164"/>
                  <a:pt x="60" y="164"/>
                </a:cubicBezTo>
                <a:cubicBezTo>
                  <a:pt x="60" y="164"/>
                  <a:pt x="59" y="164"/>
                  <a:pt x="59" y="164"/>
                </a:cubicBezTo>
                <a:cubicBezTo>
                  <a:pt x="59" y="164"/>
                  <a:pt x="59" y="164"/>
                  <a:pt x="59" y="164"/>
                </a:cubicBezTo>
                <a:cubicBezTo>
                  <a:pt x="59" y="164"/>
                  <a:pt x="59" y="164"/>
                  <a:pt x="59" y="164"/>
                </a:cubicBezTo>
                <a:close/>
                <a:moveTo>
                  <a:pt x="60" y="179"/>
                </a:moveTo>
                <a:cubicBezTo>
                  <a:pt x="60" y="179"/>
                  <a:pt x="60" y="179"/>
                  <a:pt x="59" y="179"/>
                </a:cubicBezTo>
                <a:cubicBezTo>
                  <a:pt x="59" y="179"/>
                  <a:pt x="59" y="179"/>
                  <a:pt x="59" y="179"/>
                </a:cubicBezTo>
                <a:cubicBezTo>
                  <a:pt x="59" y="179"/>
                  <a:pt x="59" y="179"/>
                  <a:pt x="59" y="179"/>
                </a:cubicBezTo>
                <a:cubicBezTo>
                  <a:pt x="59" y="179"/>
                  <a:pt x="59" y="179"/>
                  <a:pt x="59" y="179"/>
                </a:cubicBezTo>
                <a:cubicBezTo>
                  <a:pt x="59" y="179"/>
                  <a:pt x="59" y="179"/>
                  <a:pt x="59" y="179"/>
                </a:cubicBezTo>
                <a:cubicBezTo>
                  <a:pt x="59" y="179"/>
                  <a:pt x="59" y="179"/>
                  <a:pt x="59" y="179"/>
                </a:cubicBezTo>
                <a:cubicBezTo>
                  <a:pt x="59" y="179"/>
                  <a:pt x="59" y="179"/>
                  <a:pt x="59" y="179"/>
                </a:cubicBezTo>
                <a:cubicBezTo>
                  <a:pt x="59" y="179"/>
                  <a:pt x="59" y="179"/>
                  <a:pt x="59" y="179"/>
                </a:cubicBezTo>
                <a:cubicBezTo>
                  <a:pt x="59" y="179"/>
                  <a:pt x="60" y="179"/>
                  <a:pt x="60" y="179"/>
                </a:cubicBezTo>
                <a:cubicBezTo>
                  <a:pt x="60" y="178"/>
                  <a:pt x="60" y="178"/>
                  <a:pt x="60" y="178"/>
                </a:cubicBezTo>
                <a:cubicBezTo>
                  <a:pt x="60" y="178"/>
                  <a:pt x="60" y="178"/>
                  <a:pt x="60" y="178"/>
                </a:cubicBezTo>
                <a:cubicBezTo>
                  <a:pt x="60" y="178"/>
                  <a:pt x="60" y="178"/>
                  <a:pt x="60" y="179"/>
                </a:cubicBezTo>
                <a:cubicBezTo>
                  <a:pt x="60" y="179"/>
                  <a:pt x="60" y="179"/>
                  <a:pt x="60" y="179"/>
                </a:cubicBezTo>
                <a:cubicBezTo>
                  <a:pt x="60" y="179"/>
                  <a:pt x="60" y="179"/>
                  <a:pt x="60" y="179"/>
                </a:cubicBezTo>
                <a:cubicBezTo>
                  <a:pt x="60" y="179"/>
                  <a:pt x="60" y="179"/>
                  <a:pt x="60" y="179"/>
                </a:cubicBezTo>
                <a:cubicBezTo>
                  <a:pt x="60" y="179"/>
                  <a:pt x="60" y="179"/>
                  <a:pt x="60" y="179"/>
                </a:cubicBezTo>
                <a:cubicBezTo>
                  <a:pt x="60" y="179"/>
                  <a:pt x="60" y="179"/>
                  <a:pt x="60" y="179"/>
                </a:cubicBezTo>
                <a:cubicBezTo>
                  <a:pt x="60" y="179"/>
                  <a:pt x="60" y="179"/>
                  <a:pt x="60" y="179"/>
                </a:cubicBezTo>
                <a:cubicBezTo>
                  <a:pt x="60" y="179"/>
                  <a:pt x="60" y="179"/>
                  <a:pt x="60" y="179"/>
                </a:cubicBezTo>
                <a:cubicBezTo>
                  <a:pt x="60" y="179"/>
                  <a:pt x="60" y="179"/>
                  <a:pt x="60" y="179"/>
                </a:cubicBezTo>
                <a:cubicBezTo>
                  <a:pt x="60" y="179"/>
                  <a:pt x="60" y="179"/>
                  <a:pt x="60" y="179"/>
                </a:cubicBezTo>
                <a:close/>
                <a:moveTo>
                  <a:pt x="61" y="179"/>
                </a:moveTo>
                <a:cubicBezTo>
                  <a:pt x="61" y="179"/>
                  <a:pt x="61" y="179"/>
                  <a:pt x="61" y="179"/>
                </a:cubicBezTo>
                <a:cubicBezTo>
                  <a:pt x="61" y="179"/>
                  <a:pt x="61" y="179"/>
                  <a:pt x="61" y="180"/>
                </a:cubicBezTo>
                <a:cubicBezTo>
                  <a:pt x="61" y="180"/>
                  <a:pt x="61" y="180"/>
                  <a:pt x="61" y="180"/>
                </a:cubicBezTo>
                <a:cubicBezTo>
                  <a:pt x="61" y="180"/>
                  <a:pt x="61" y="180"/>
                  <a:pt x="61" y="180"/>
                </a:cubicBezTo>
                <a:cubicBezTo>
                  <a:pt x="61" y="180"/>
                  <a:pt x="61" y="180"/>
                  <a:pt x="61" y="180"/>
                </a:cubicBezTo>
                <a:cubicBezTo>
                  <a:pt x="61" y="180"/>
                  <a:pt x="61" y="180"/>
                  <a:pt x="61" y="180"/>
                </a:cubicBezTo>
                <a:cubicBezTo>
                  <a:pt x="60" y="180"/>
                  <a:pt x="60" y="180"/>
                  <a:pt x="60" y="180"/>
                </a:cubicBezTo>
                <a:cubicBezTo>
                  <a:pt x="60" y="180"/>
                  <a:pt x="60" y="180"/>
                  <a:pt x="60" y="180"/>
                </a:cubicBezTo>
                <a:cubicBezTo>
                  <a:pt x="60" y="180"/>
                  <a:pt x="60" y="180"/>
                  <a:pt x="60" y="180"/>
                </a:cubicBezTo>
                <a:cubicBezTo>
                  <a:pt x="60" y="180"/>
                  <a:pt x="60" y="180"/>
                  <a:pt x="60" y="180"/>
                </a:cubicBezTo>
                <a:cubicBezTo>
                  <a:pt x="60" y="180"/>
                  <a:pt x="60" y="179"/>
                  <a:pt x="60" y="179"/>
                </a:cubicBezTo>
                <a:cubicBezTo>
                  <a:pt x="60" y="179"/>
                  <a:pt x="60" y="179"/>
                  <a:pt x="60" y="179"/>
                </a:cubicBezTo>
                <a:cubicBezTo>
                  <a:pt x="60" y="179"/>
                  <a:pt x="61" y="179"/>
                  <a:pt x="61" y="179"/>
                </a:cubicBezTo>
                <a:cubicBezTo>
                  <a:pt x="61" y="179"/>
                  <a:pt x="61" y="179"/>
                  <a:pt x="61" y="179"/>
                </a:cubicBezTo>
                <a:cubicBezTo>
                  <a:pt x="61" y="179"/>
                  <a:pt x="61" y="179"/>
                  <a:pt x="61" y="179"/>
                </a:cubicBezTo>
                <a:cubicBezTo>
                  <a:pt x="61" y="179"/>
                  <a:pt x="61" y="179"/>
                  <a:pt x="61" y="179"/>
                </a:cubicBezTo>
                <a:close/>
                <a:moveTo>
                  <a:pt x="66" y="170"/>
                </a:moveTo>
                <a:cubicBezTo>
                  <a:pt x="66" y="170"/>
                  <a:pt x="66" y="170"/>
                  <a:pt x="66" y="170"/>
                </a:cubicBezTo>
                <a:cubicBezTo>
                  <a:pt x="66" y="170"/>
                  <a:pt x="66" y="170"/>
                  <a:pt x="66" y="170"/>
                </a:cubicBezTo>
                <a:cubicBezTo>
                  <a:pt x="66" y="170"/>
                  <a:pt x="66" y="170"/>
                  <a:pt x="66" y="170"/>
                </a:cubicBezTo>
                <a:cubicBezTo>
                  <a:pt x="66" y="170"/>
                  <a:pt x="66"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6" y="170"/>
                  <a:pt x="66" y="170"/>
                </a:cubicBezTo>
                <a:cubicBezTo>
                  <a:pt x="66" y="170"/>
                  <a:pt x="66" y="170"/>
                  <a:pt x="66" y="170"/>
                </a:cubicBezTo>
                <a:cubicBezTo>
                  <a:pt x="66" y="170"/>
                  <a:pt x="66" y="170"/>
                  <a:pt x="66" y="170"/>
                </a:cubicBezTo>
                <a:close/>
                <a:moveTo>
                  <a:pt x="71" y="168"/>
                </a:moveTo>
                <a:cubicBezTo>
                  <a:pt x="71" y="168"/>
                  <a:pt x="71" y="168"/>
                  <a:pt x="71" y="169"/>
                </a:cubicBezTo>
                <a:cubicBezTo>
                  <a:pt x="71" y="169"/>
                  <a:pt x="71" y="169"/>
                  <a:pt x="71" y="169"/>
                </a:cubicBezTo>
                <a:cubicBezTo>
                  <a:pt x="71" y="169"/>
                  <a:pt x="71" y="169"/>
                  <a:pt x="71" y="170"/>
                </a:cubicBezTo>
                <a:cubicBezTo>
                  <a:pt x="70" y="170"/>
                  <a:pt x="70" y="170"/>
                  <a:pt x="70" y="170"/>
                </a:cubicBezTo>
                <a:cubicBezTo>
                  <a:pt x="70" y="169"/>
                  <a:pt x="70" y="169"/>
                  <a:pt x="70" y="169"/>
                </a:cubicBezTo>
                <a:cubicBezTo>
                  <a:pt x="69" y="168"/>
                  <a:pt x="69" y="168"/>
                  <a:pt x="68" y="168"/>
                </a:cubicBezTo>
                <a:cubicBezTo>
                  <a:pt x="68" y="168"/>
                  <a:pt x="68" y="168"/>
                  <a:pt x="68" y="168"/>
                </a:cubicBezTo>
                <a:cubicBezTo>
                  <a:pt x="67" y="168"/>
                  <a:pt x="67" y="167"/>
                  <a:pt x="67" y="167"/>
                </a:cubicBezTo>
                <a:cubicBezTo>
                  <a:pt x="67" y="167"/>
                  <a:pt x="66" y="167"/>
                  <a:pt x="66" y="167"/>
                </a:cubicBezTo>
                <a:cubicBezTo>
                  <a:pt x="66" y="167"/>
                  <a:pt x="66" y="166"/>
                  <a:pt x="65" y="166"/>
                </a:cubicBezTo>
                <a:cubicBezTo>
                  <a:pt x="65" y="166"/>
                  <a:pt x="65" y="166"/>
                  <a:pt x="65" y="166"/>
                </a:cubicBezTo>
                <a:cubicBezTo>
                  <a:pt x="65" y="166"/>
                  <a:pt x="64" y="166"/>
                  <a:pt x="64" y="166"/>
                </a:cubicBezTo>
                <a:cubicBezTo>
                  <a:pt x="64" y="165"/>
                  <a:pt x="64" y="165"/>
                  <a:pt x="64" y="165"/>
                </a:cubicBezTo>
                <a:cubicBezTo>
                  <a:pt x="63" y="165"/>
                  <a:pt x="63" y="165"/>
                  <a:pt x="63" y="165"/>
                </a:cubicBezTo>
                <a:cubicBezTo>
                  <a:pt x="62" y="164"/>
                  <a:pt x="62" y="164"/>
                  <a:pt x="61" y="164"/>
                </a:cubicBezTo>
                <a:cubicBezTo>
                  <a:pt x="61" y="164"/>
                  <a:pt x="61" y="163"/>
                  <a:pt x="60" y="163"/>
                </a:cubicBezTo>
                <a:cubicBezTo>
                  <a:pt x="60" y="163"/>
                  <a:pt x="60" y="163"/>
                  <a:pt x="60" y="162"/>
                </a:cubicBezTo>
                <a:cubicBezTo>
                  <a:pt x="59" y="162"/>
                  <a:pt x="60" y="162"/>
                  <a:pt x="60" y="162"/>
                </a:cubicBezTo>
                <a:cubicBezTo>
                  <a:pt x="60" y="162"/>
                  <a:pt x="60" y="162"/>
                  <a:pt x="60" y="162"/>
                </a:cubicBezTo>
                <a:cubicBezTo>
                  <a:pt x="60" y="162"/>
                  <a:pt x="60" y="162"/>
                  <a:pt x="60" y="162"/>
                </a:cubicBezTo>
                <a:cubicBezTo>
                  <a:pt x="60" y="162"/>
                  <a:pt x="61" y="162"/>
                  <a:pt x="61" y="163"/>
                </a:cubicBezTo>
                <a:cubicBezTo>
                  <a:pt x="61" y="163"/>
                  <a:pt x="62" y="163"/>
                  <a:pt x="62" y="163"/>
                </a:cubicBezTo>
                <a:cubicBezTo>
                  <a:pt x="63" y="163"/>
                  <a:pt x="63" y="164"/>
                  <a:pt x="64" y="164"/>
                </a:cubicBezTo>
                <a:cubicBezTo>
                  <a:pt x="65" y="164"/>
                  <a:pt x="66" y="165"/>
                  <a:pt x="68" y="166"/>
                </a:cubicBezTo>
                <a:cubicBezTo>
                  <a:pt x="68" y="166"/>
                  <a:pt x="68" y="166"/>
                  <a:pt x="69" y="167"/>
                </a:cubicBezTo>
                <a:cubicBezTo>
                  <a:pt x="69" y="167"/>
                  <a:pt x="69" y="167"/>
                  <a:pt x="69" y="167"/>
                </a:cubicBezTo>
                <a:cubicBezTo>
                  <a:pt x="70" y="168"/>
                  <a:pt x="70" y="168"/>
                  <a:pt x="71" y="168"/>
                </a:cubicBezTo>
                <a:close/>
                <a:moveTo>
                  <a:pt x="63" y="166"/>
                </a:moveTo>
                <a:cubicBezTo>
                  <a:pt x="63" y="166"/>
                  <a:pt x="63" y="166"/>
                  <a:pt x="63" y="166"/>
                </a:cubicBezTo>
                <a:cubicBezTo>
                  <a:pt x="63" y="166"/>
                  <a:pt x="63" y="166"/>
                  <a:pt x="63" y="166"/>
                </a:cubicBezTo>
                <a:cubicBezTo>
                  <a:pt x="63" y="166"/>
                  <a:pt x="63" y="166"/>
                  <a:pt x="63" y="166"/>
                </a:cubicBezTo>
                <a:cubicBezTo>
                  <a:pt x="63" y="167"/>
                  <a:pt x="63" y="167"/>
                  <a:pt x="63" y="166"/>
                </a:cubicBezTo>
                <a:cubicBezTo>
                  <a:pt x="63" y="166"/>
                  <a:pt x="62" y="166"/>
                  <a:pt x="62" y="166"/>
                </a:cubicBezTo>
                <a:cubicBezTo>
                  <a:pt x="62" y="166"/>
                  <a:pt x="62" y="166"/>
                  <a:pt x="62" y="166"/>
                </a:cubicBezTo>
                <a:cubicBezTo>
                  <a:pt x="62" y="166"/>
                  <a:pt x="61" y="165"/>
                  <a:pt x="61" y="165"/>
                </a:cubicBezTo>
                <a:cubicBezTo>
                  <a:pt x="61" y="165"/>
                  <a:pt x="61" y="165"/>
                  <a:pt x="61" y="165"/>
                </a:cubicBezTo>
                <a:cubicBezTo>
                  <a:pt x="61" y="165"/>
                  <a:pt x="61" y="165"/>
                  <a:pt x="61" y="165"/>
                </a:cubicBezTo>
                <a:cubicBezTo>
                  <a:pt x="61" y="165"/>
                  <a:pt x="61" y="165"/>
                  <a:pt x="61" y="165"/>
                </a:cubicBezTo>
                <a:cubicBezTo>
                  <a:pt x="61" y="165"/>
                  <a:pt x="61" y="165"/>
                  <a:pt x="61" y="165"/>
                </a:cubicBezTo>
                <a:cubicBezTo>
                  <a:pt x="62" y="165"/>
                  <a:pt x="62" y="165"/>
                  <a:pt x="62" y="165"/>
                </a:cubicBezTo>
                <a:cubicBezTo>
                  <a:pt x="62" y="165"/>
                  <a:pt x="62" y="165"/>
                  <a:pt x="62" y="165"/>
                </a:cubicBezTo>
                <a:cubicBezTo>
                  <a:pt x="62" y="165"/>
                  <a:pt x="62" y="165"/>
                  <a:pt x="62" y="165"/>
                </a:cubicBezTo>
                <a:cubicBezTo>
                  <a:pt x="62" y="165"/>
                  <a:pt x="62" y="165"/>
                  <a:pt x="62" y="165"/>
                </a:cubicBezTo>
                <a:cubicBezTo>
                  <a:pt x="62" y="165"/>
                  <a:pt x="62" y="165"/>
                  <a:pt x="62" y="165"/>
                </a:cubicBezTo>
                <a:cubicBezTo>
                  <a:pt x="62" y="165"/>
                  <a:pt x="62" y="165"/>
                  <a:pt x="62" y="165"/>
                </a:cubicBezTo>
                <a:cubicBezTo>
                  <a:pt x="62" y="165"/>
                  <a:pt x="63" y="166"/>
                  <a:pt x="63" y="166"/>
                </a:cubicBezTo>
                <a:cubicBezTo>
                  <a:pt x="63" y="166"/>
                  <a:pt x="63" y="166"/>
                  <a:pt x="63" y="166"/>
                </a:cubicBezTo>
                <a:cubicBezTo>
                  <a:pt x="63" y="166"/>
                  <a:pt x="63" y="166"/>
                  <a:pt x="63" y="166"/>
                </a:cubicBezTo>
                <a:close/>
                <a:moveTo>
                  <a:pt x="72" y="154"/>
                </a:moveTo>
                <a:cubicBezTo>
                  <a:pt x="72" y="154"/>
                  <a:pt x="72" y="154"/>
                  <a:pt x="71" y="154"/>
                </a:cubicBezTo>
                <a:cubicBezTo>
                  <a:pt x="71" y="154"/>
                  <a:pt x="71" y="154"/>
                  <a:pt x="71" y="154"/>
                </a:cubicBezTo>
                <a:cubicBezTo>
                  <a:pt x="71" y="154"/>
                  <a:pt x="71" y="154"/>
                  <a:pt x="71" y="153"/>
                </a:cubicBezTo>
                <a:cubicBezTo>
                  <a:pt x="71" y="153"/>
                  <a:pt x="71" y="153"/>
                  <a:pt x="71" y="153"/>
                </a:cubicBezTo>
                <a:cubicBezTo>
                  <a:pt x="71" y="153"/>
                  <a:pt x="71" y="153"/>
                  <a:pt x="71" y="153"/>
                </a:cubicBezTo>
                <a:cubicBezTo>
                  <a:pt x="70" y="153"/>
                  <a:pt x="70" y="153"/>
                  <a:pt x="69" y="153"/>
                </a:cubicBezTo>
                <a:cubicBezTo>
                  <a:pt x="69" y="153"/>
                  <a:pt x="69" y="153"/>
                  <a:pt x="69" y="153"/>
                </a:cubicBezTo>
                <a:cubicBezTo>
                  <a:pt x="69" y="153"/>
                  <a:pt x="69" y="153"/>
                  <a:pt x="69" y="153"/>
                </a:cubicBezTo>
                <a:cubicBezTo>
                  <a:pt x="69" y="153"/>
                  <a:pt x="69" y="153"/>
                  <a:pt x="68" y="153"/>
                </a:cubicBezTo>
                <a:cubicBezTo>
                  <a:pt x="68" y="153"/>
                  <a:pt x="68" y="152"/>
                  <a:pt x="68" y="152"/>
                </a:cubicBezTo>
                <a:cubicBezTo>
                  <a:pt x="68" y="152"/>
                  <a:pt x="69" y="152"/>
                  <a:pt x="69" y="152"/>
                </a:cubicBezTo>
                <a:cubicBezTo>
                  <a:pt x="69" y="152"/>
                  <a:pt x="69" y="152"/>
                  <a:pt x="69" y="152"/>
                </a:cubicBezTo>
                <a:cubicBezTo>
                  <a:pt x="69" y="152"/>
                  <a:pt x="69" y="152"/>
                  <a:pt x="70" y="152"/>
                </a:cubicBezTo>
                <a:cubicBezTo>
                  <a:pt x="70" y="152"/>
                  <a:pt x="70" y="152"/>
                  <a:pt x="70" y="152"/>
                </a:cubicBezTo>
                <a:cubicBezTo>
                  <a:pt x="70" y="152"/>
                  <a:pt x="70" y="152"/>
                  <a:pt x="70" y="152"/>
                </a:cubicBezTo>
                <a:cubicBezTo>
                  <a:pt x="70" y="152"/>
                  <a:pt x="70" y="152"/>
                  <a:pt x="70" y="152"/>
                </a:cubicBezTo>
                <a:cubicBezTo>
                  <a:pt x="70" y="152"/>
                  <a:pt x="70" y="152"/>
                  <a:pt x="71" y="152"/>
                </a:cubicBezTo>
                <a:cubicBezTo>
                  <a:pt x="71" y="152"/>
                  <a:pt x="71" y="152"/>
                  <a:pt x="71" y="153"/>
                </a:cubicBezTo>
                <a:cubicBezTo>
                  <a:pt x="71" y="153"/>
                  <a:pt x="71" y="153"/>
                  <a:pt x="71" y="153"/>
                </a:cubicBezTo>
                <a:cubicBezTo>
                  <a:pt x="71" y="153"/>
                  <a:pt x="72" y="153"/>
                  <a:pt x="72" y="153"/>
                </a:cubicBezTo>
                <a:cubicBezTo>
                  <a:pt x="72" y="153"/>
                  <a:pt x="72" y="153"/>
                  <a:pt x="72" y="153"/>
                </a:cubicBezTo>
                <a:cubicBezTo>
                  <a:pt x="72" y="153"/>
                  <a:pt x="72" y="153"/>
                  <a:pt x="72" y="153"/>
                </a:cubicBezTo>
                <a:cubicBezTo>
                  <a:pt x="72" y="154"/>
                  <a:pt x="72" y="154"/>
                  <a:pt x="72" y="154"/>
                </a:cubicBezTo>
                <a:close/>
                <a:moveTo>
                  <a:pt x="77" y="152"/>
                </a:moveTo>
                <a:cubicBezTo>
                  <a:pt x="77" y="152"/>
                  <a:pt x="77" y="152"/>
                  <a:pt x="77" y="152"/>
                </a:cubicBezTo>
                <a:cubicBezTo>
                  <a:pt x="77" y="151"/>
                  <a:pt x="77" y="151"/>
                  <a:pt x="77" y="151"/>
                </a:cubicBezTo>
                <a:cubicBezTo>
                  <a:pt x="76" y="151"/>
                  <a:pt x="76" y="151"/>
                  <a:pt x="76" y="151"/>
                </a:cubicBezTo>
                <a:cubicBezTo>
                  <a:pt x="76" y="151"/>
                  <a:pt x="76" y="151"/>
                  <a:pt x="76" y="151"/>
                </a:cubicBezTo>
                <a:cubicBezTo>
                  <a:pt x="76" y="151"/>
                  <a:pt x="76" y="152"/>
                  <a:pt x="76" y="152"/>
                </a:cubicBezTo>
                <a:cubicBezTo>
                  <a:pt x="76" y="152"/>
                  <a:pt x="76" y="152"/>
                  <a:pt x="76" y="153"/>
                </a:cubicBezTo>
                <a:cubicBezTo>
                  <a:pt x="76" y="153"/>
                  <a:pt x="75" y="153"/>
                  <a:pt x="74" y="153"/>
                </a:cubicBezTo>
                <a:cubicBezTo>
                  <a:pt x="74" y="153"/>
                  <a:pt x="73" y="153"/>
                  <a:pt x="73" y="153"/>
                </a:cubicBezTo>
                <a:cubicBezTo>
                  <a:pt x="72" y="152"/>
                  <a:pt x="72" y="152"/>
                  <a:pt x="72" y="152"/>
                </a:cubicBezTo>
                <a:cubicBezTo>
                  <a:pt x="71" y="152"/>
                  <a:pt x="71" y="152"/>
                  <a:pt x="71" y="151"/>
                </a:cubicBezTo>
                <a:cubicBezTo>
                  <a:pt x="70" y="151"/>
                  <a:pt x="70" y="151"/>
                  <a:pt x="69" y="151"/>
                </a:cubicBezTo>
                <a:cubicBezTo>
                  <a:pt x="69" y="151"/>
                  <a:pt x="69" y="151"/>
                  <a:pt x="69" y="151"/>
                </a:cubicBezTo>
                <a:cubicBezTo>
                  <a:pt x="69" y="151"/>
                  <a:pt x="69" y="151"/>
                  <a:pt x="69" y="151"/>
                </a:cubicBezTo>
                <a:cubicBezTo>
                  <a:pt x="68" y="151"/>
                  <a:pt x="68" y="151"/>
                  <a:pt x="68" y="151"/>
                </a:cubicBezTo>
                <a:cubicBezTo>
                  <a:pt x="68" y="151"/>
                  <a:pt x="67" y="151"/>
                  <a:pt x="67" y="151"/>
                </a:cubicBezTo>
                <a:cubicBezTo>
                  <a:pt x="67" y="151"/>
                  <a:pt x="66" y="151"/>
                  <a:pt x="66" y="151"/>
                </a:cubicBezTo>
                <a:cubicBezTo>
                  <a:pt x="66" y="151"/>
                  <a:pt x="66" y="151"/>
                  <a:pt x="66" y="151"/>
                </a:cubicBezTo>
                <a:cubicBezTo>
                  <a:pt x="66" y="151"/>
                  <a:pt x="66" y="151"/>
                  <a:pt x="66" y="151"/>
                </a:cubicBezTo>
                <a:cubicBezTo>
                  <a:pt x="66" y="151"/>
                  <a:pt x="66" y="150"/>
                  <a:pt x="66" y="150"/>
                </a:cubicBezTo>
                <a:cubicBezTo>
                  <a:pt x="66" y="150"/>
                  <a:pt x="66" y="150"/>
                  <a:pt x="66" y="149"/>
                </a:cubicBezTo>
                <a:cubicBezTo>
                  <a:pt x="65" y="149"/>
                  <a:pt x="65" y="149"/>
                  <a:pt x="65" y="149"/>
                </a:cubicBezTo>
                <a:cubicBezTo>
                  <a:pt x="65" y="149"/>
                  <a:pt x="65" y="149"/>
                  <a:pt x="65" y="149"/>
                </a:cubicBezTo>
                <a:cubicBezTo>
                  <a:pt x="64" y="149"/>
                  <a:pt x="64" y="149"/>
                  <a:pt x="64" y="149"/>
                </a:cubicBezTo>
                <a:cubicBezTo>
                  <a:pt x="64" y="149"/>
                  <a:pt x="64" y="149"/>
                  <a:pt x="64" y="149"/>
                </a:cubicBezTo>
                <a:cubicBezTo>
                  <a:pt x="64" y="149"/>
                  <a:pt x="64" y="149"/>
                  <a:pt x="64" y="149"/>
                </a:cubicBezTo>
                <a:cubicBezTo>
                  <a:pt x="64" y="148"/>
                  <a:pt x="64" y="148"/>
                  <a:pt x="64" y="148"/>
                </a:cubicBezTo>
                <a:cubicBezTo>
                  <a:pt x="64" y="148"/>
                  <a:pt x="63" y="148"/>
                  <a:pt x="63" y="147"/>
                </a:cubicBezTo>
                <a:cubicBezTo>
                  <a:pt x="63" y="147"/>
                  <a:pt x="63" y="147"/>
                  <a:pt x="63" y="147"/>
                </a:cubicBezTo>
                <a:cubicBezTo>
                  <a:pt x="63" y="147"/>
                  <a:pt x="63" y="147"/>
                  <a:pt x="63" y="147"/>
                </a:cubicBezTo>
                <a:cubicBezTo>
                  <a:pt x="63" y="147"/>
                  <a:pt x="62" y="148"/>
                  <a:pt x="62" y="148"/>
                </a:cubicBezTo>
                <a:cubicBezTo>
                  <a:pt x="62" y="148"/>
                  <a:pt x="62" y="148"/>
                  <a:pt x="62" y="148"/>
                </a:cubicBezTo>
                <a:cubicBezTo>
                  <a:pt x="61" y="148"/>
                  <a:pt x="61" y="148"/>
                  <a:pt x="61" y="149"/>
                </a:cubicBezTo>
                <a:cubicBezTo>
                  <a:pt x="61" y="149"/>
                  <a:pt x="62" y="149"/>
                  <a:pt x="62" y="149"/>
                </a:cubicBezTo>
                <a:cubicBezTo>
                  <a:pt x="62" y="149"/>
                  <a:pt x="62" y="148"/>
                  <a:pt x="62" y="148"/>
                </a:cubicBezTo>
                <a:cubicBezTo>
                  <a:pt x="63" y="148"/>
                  <a:pt x="63" y="148"/>
                  <a:pt x="63" y="148"/>
                </a:cubicBezTo>
                <a:cubicBezTo>
                  <a:pt x="63" y="148"/>
                  <a:pt x="63" y="149"/>
                  <a:pt x="63" y="149"/>
                </a:cubicBezTo>
                <a:cubicBezTo>
                  <a:pt x="63" y="149"/>
                  <a:pt x="63" y="149"/>
                  <a:pt x="63" y="149"/>
                </a:cubicBezTo>
                <a:cubicBezTo>
                  <a:pt x="63" y="149"/>
                  <a:pt x="63" y="149"/>
                  <a:pt x="63" y="149"/>
                </a:cubicBezTo>
                <a:cubicBezTo>
                  <a:pt x="63" y="149"/>
                  <a:pt x="63" y="149"/>
                  <a:pt x="63" y="150"/>
                </a:cubicBezTo>
                <a:cubicBezTo>
                  <a:pt x="63" y="150"/>
                  <a:pt x="64" y="150"/>
                  <a:pt x="64" y="150"/>
                </a:cubicBezTo>
                <a:cubicBezTo>
                  <a:pt x="64" y="150"/>
                  <a:pt x="64" y="150"/>
                  <a:pt x="64" y="150"/>
                </a:cubicBezTo>
                <a:cubicBezTo>
                  <a:pt x="64" y="150"/>
                  <a:pt x="64" y="150"/>
                  <a:pt x="64" y="150"/>
                </a:cubicBezTo>
                <a:cubicBezTo>
                  <a:pt x="64" y="150"/>
                  <a:pt x="64" y="150"/>
                  <a:pt x="65" y="150"/>
                </a:cubicBezTo>
                <a:cubicBezTo>
                  <a:pt x="65" y="150"/>
                  <a:pt x="65" y="150"/>
                  <a:pt x="65" y="150"/>
                </a:cubicBezTo>
                <a:cubicBezTo>
                  <a:pt x="65" y="150"/>
                  <a:pt x="65" y="150"/>
                  <a:pt x="65" y="150"/>
                </a:cubicBezTo>
                <a:cubicBezTo>
                  <a:pt x="65" y="150"/>
                  <a:pt x="65" y="150"/>
                  <a:pt x="65" y="150"/>
                </a:cubicBezTo>
                <a:cubicBezTo>
                  <a:pt x="65" y="150"/>
                  <a:pt x="65" y="150"/>
                  <a:pt x="66" y="150"/>
                </a:cubicBezTo>
                <a:cubicBezTo>
                  <a:pt x="66" y="150"/>
                  <a:pt x="66" y="151"/>
                  <a:pt x="66" y="151"/>
                </a:cubicBezTo>
                <a:cubicBezTo>
                  <a:pt x="66" y="151"/>
                  <a:pt x="66" y="151"/>
                  <a:pt x="66" y="152"/>
                </a:cubicBezTo>
                <a:cubicBezTo>
                  <a:pt x="66" y="152"/>
                  <a:pt x="67" y="152"/>
                  <a:pt x="67" y="152"/>
                </a:cubicBezTo>
                <a:cubicBezTo>
                  <a:pt x="67" y="152"/>
                  <a:pt x="67" y="152"/>
                  <a:pt x="67" y="152"/>
                </a:cubicBezTo>
                <a:cubicBezTo>
                  <a:pt x="68" y="152"/>
                  <a:pt x="68" y="153"/>
                  <a:pt x="69" y="154"/>
                </a:cubicBezTo>
                <a:cubicBezTo>
                  <a:pt x="68" y="154"/>
                  <a:pt x="68" y="154"/>
                  <a:pt x="68" y="154"/>
                </a:cubicBezTo>
                <a:cubicBezTo>
                  <a:pt x="68" y="154"/>
                  <a:pt x="68" y="154"/>
                  <a:pt x="68" y="154"/>
                </a:cubicBezTo>
                <a:cubicBezTo>
                  <a:pt x="68" y="154"/>
                  <a:pt x="68" y="154"/>
                  <a:pt x="68" y="155"/>
                </a:cubicBezTo>
                <a:cubicBezTo>
                  <a:pt x="69" y="155"/>
                  <a:pt x="69" y="155"/>
                  <a:pt x="70" y="156"/>
                </a:cubicBezTo>
                <a:cubicBezTo>
                  <a:pt x="70" y="156"/>
                  <a:pt x="70" y="156"/>
                  <a:pt x="70" y="156"/>
                </a:cubicBezTo>
                <a:cubicBezTo>
                  <a:pt x="70" y="156"/>
                  <a:pt x="70" y="156"/>
                  <a:pt x="70" y="156"/>
                </a:cubicBezTo>
                <a:cubicBezTo>
                  <a:pt x="71" y="156"/>
                  <a:pt x="71" y="156"/>
                  <a:pt x="71" y="156"/>
                </a:cubicBezTo>
                <a:cubicBezTo>
                  <a:pt x="71" y="156"/>
                  <a:pt x="72" y="156"/>
                  <a:pt x="72" y="156"/>
                </a:cubicBezTo>
                <a:cubicBezTo>
                  <a:pt x="72" y="156"/>
                  <a:pt x="72" y="156"/>
                  <a:pt x="72" y="156"/>
                </a:cubicBezTo>
                <a:cubicBezTo>
                  <a:pt x="72" y="157"/>
                  <a:pt x="72" y="157"/>
                  <a:pt x="72" y="157"/>
                </a:cubicBezTo>
                <a:cubicBezTo>
                  <a:pt x="72" y="157"/>
                  <a:pt x="72" y="157"/>
                  <a:pt x="72" y="157"/>
                </a:cubicBezTo>
                <a:cubicBezTo>
                  <a:pt x="72" y="157"/>
                  <a:pt x="72" y="157"/>
                  <a:pt x="72" y="157"/>
                </a:cubicBezTo>
                <a:cubicBezTo>
                  <a:pt x="72" y="157"/>
                  <a:pt x="71" y="157"/>
                  <a:pt x="71" y="157"/>
                </a:cubicBezTo>
                <a:cubicBezTo>
                  <a:pt x="71" y="157"/>
                  <a:pt x="71" y="157"/>
                  <a:pt x="71" y="157"/>
                </a:cubicBezTo>
                <a:cubicBezTo>
                  <a:pt x="71" y="157"/>
                  <a:pt x="70" y="158"/>
                  <a:pt x="70" y="158"/>
                </a:cubicBezTo>
                <a:cubicBezTo>
                  <a:pt x="70" y="157"/>
                  <a:pt x="70" y="157"/>
                  <a:pt x="70" y="157"/>
                </a:cubicBezTo>
                <a:cubicBezTo>
                  <a:pt x="70" y="157"/>
                  <a:pt x="70" y="157"/>
                  <a:pt x="70" y="157"/>
                </a:cubicBezTo>
                <a:cubicBezTo>
                  <a:pt x="70" y="158"/>
                  <a:pt x="69" y="158"/>
                  <a:pt x="69" y="158"/>
                </a:cubicBezTo>
                <a:cubicBezTo>
                  <a:pt x="68" y="158"/>
                  <a:pt x="67" y="158"/>
                  <a:pt x="66" y="157"/>
                </a:cubicBezTo>
                <a:cubicBezTo>
                  <a:pt x="65" y="157"/>
                  <a:pt x="65" y="157"/>
                  <a:pt x="65" y="157"/>
                </a:cubicBezTo>
                <a:cubicBezTo>
                  <a:pt x="65" y="158"/>
                  <a:pt x="65" y="158"/>
                  <a:pt x="64" y="158"/>
                </a:cubicBezTo>
                <a:cubicBezTo>
                  <a:pt x="64" y="158"/>
                  <a:pt x="64" y="158"/>
                  <a:pt x="63" y="158"/>
                </a:cubicBezTo>
                <a:cubicBezTo>
                  <a:pt x="63" y="158"/>
                  <a:pt x="63" y="158"/>
                  <a:pt x="62" y="158"/>
                </a:cubicBezTo>
                <a:cubicBezTo>
                  <a:pt x="62" y="158"/>
                  <a:pt x="61" y="158"/>
                  <a:pt x="61" y="158"/>
                </a:cubicBezTo>
                <a:cubicBezTo>
                  <a:pt x="61" y="158"/>
                  <a:pt x="61" y="158"/>
                  <a:pt x="60" y="158"/>
                </a:cubicBezTo>
                <a:cubicBezTo>
                  <a:pt x="60" y="158"/>
                  <a:pt x="60" y="159"/>
                  <a:pt x="60" y="159"/>
                </a:cubicBezTo>
                <a:cubicBezTo>
                  <a:pt x="59" y="159"/>
                  <a:pt x="59" y="159"/>
                  <a:pt x="58" y="159"/>
                </a:cubicBezTo>
                <a:cubicBezTo>
                  <a:pt x="58" y="159"/>
                  <a:pt x="57" y="159"/>
                  <a:pt x="57" y="159"/>
                </a:cubicBezTo>
                <a:cubicBezTo>
                  <a:pt x="56" y="159"/>
                  <a:pt x="55" y="160"/>
                  <a:pt x="54" y="160"/>
                </a:cubicBezTo>
                <a:cubicBezTo>
                  <a:pt x="53" y="160"/>
                  <a:pt x="53" y="160"/>
                  <a:pt x="52" y="160"/>
                </a:cubicBezTo>
                <a:cubicBezTo>
                  <a:pt x="52" y="159"/>
                  <a:pt x="51" y="160"/>
                  <a:pt x="51" y="160"/>
                </a:cubicBezTo>
                <a:cubicBezTo>
                  <a:pt x="51" y="160"/>
                  <a:pt x="51" y="159"/>
                  <a:pt x="51" y="159"/>
                </a:cubicBezTo>
                <a:cubicBezTo>
                  <a:pt x="49" y="159"/>
                  <a:pt x="48" y="158"/>
                  <a:pt x="47" y="158"/>
                </a:cubicBezTo>
                <a:cubicBezTo>
                  <a:pt x="46" y="158"/>
                  <a:pt x="46" y="158"/>
                  <a:pt x="46" y="158"/>
                </a:cubicBezTo>
                <a:cubicBezTo>
                  <a:pt x="45" y="158"/>
                  <a:pt x="45" y="159"/>
                  <a:pt x="45" y="159"/>
                </a:cubicBezTo>
                <a:cubicBezTo>
                  <a:pt x="44" y="159"/>
                  <a:pt x="43" y="160"/>
                  <a:pt x="43" y="160"/>
                </a:cubicBezTo>
                <a:cubicBezTo>
                  <a:pt x="42" y="160"/>
                  <a:pt x="41" y="160"/>
                  <a:pt x="41" y="159"/>
                </a:cubicBezTo>
                <a:cubicBezTo>
                  <a:pt x="40" y="159"/>
                  <a:pt x="40" y="158"/>
                  <a:pt x="40" y="158"/>
                </a:cubicBezTo>
                <a:cubicBezTo>
                  <a:pt x="40" y="157"/>
                  <a:pt x="40" y="156"/>
                  <a:pt x="39" y="156"/>
                </a:cubicBezTo>
                <a:cubicBezTo>
                  <a:pt x="39" y="155"/>
                  <a:pt x="38" y="155"/>
                  <a:pt x="37" y="155"/>
                </a:cubicBezTo>
                <a:cubicBezTo>
                  <a:pt x="37" y="155"/>
                  <a:pt x="37" y="156"/>
                  <a:pt x="37" y="156"/>
                </a:cubicBezTo>
                <a:cubicBezTo>
                  <a:pt x="36" y="156"/>
                  <a:pt x="36" y="155"/>
                  <a:pt x="36" y="155"/>
                </a:cubicBezTo>
                <a:cubicBezTo>
                  <a:pt x="35" y="155"/>
                  <a:pt x="34" y="157"/>
                  <a:pt x="33" y="157"/>
                </a:cubicBezTo>
                <a:cubicBezTo>
                  <a:pt x="32" y="157"/>
                  <a:pt x="32" y="156"/>
                  <a:pt x="31" y="156"/>
                </a:cubicBezTo>
                <a:cubicBezTo>
                  <a:pt x="32" y="157"/>
                  <a:pt x="33" y="158"/>
                  <a:pt x="34" y="157"/>
                </a:cubicBezTo>
                <a:cubicBezTo>
                  <a:pt x="34" y="157"/>
                  <a:pt x="35" y="157"/>
                  <a:pt x="35" y="157"/>
                </a:cubicBezTo>
                <a:cubicBezTo>
                  <a:pt x="36" y="156"/>
                  <a:pt x="36" y="156"/>
                  <a:pt x="37" y="156"/>
                </a:cubicBezTo>
                <a:cubicBezTo>
                  <a:pt x="37" y="156"/>
                  <a:pt x="38" y="156"/>
                  <a:pt x="39" y="157"/>
                </a:cubicBezTo>
                <a:cubicBezTo>
                  <a:pt x="40" y="158"/>
                  <a:pt x="39" y="159"/>
                  <a:pt x="40" y="160"/>
                </a:cubicBezTo>
                <a:cubicBezTo>
                  <a:pt x="41" y="161"/>
                  <a:pt x="42" y="161"/>
                  <a:pt x="43" y="161"/>
                </a:cubicBezTo>
                <a:cubicBezTo>
                  <a:pt x="44" y="160"/>
                  <a:pt x="45" y="160"/>
                  <a:pt x="46" y="159"/>
                </a:cubicBezTo>
                <a:cubicBezTo>
                  <a:pt x="46" y="159"/>
                  <a:pt x="46" y="159"/>
                  <a:pt x="47" y="159"/>
                </a:cubicBezTo>
                <a:cubicBezTo>
                  <a:pt x="47" y="159"/>
                  <a:pt x="47" y="160"/>
                  <a:pt x="48" y="160"/>
                </a:cubicBezTo>
                <a:cubicBezTo>
                  <a:pt x="48" y="160"/>
                  <a:pt x="48" y="159"/>
                  <a:pt x="48" y="159"/>
                </a:cubicBezTo>
                <a:cubicBezTo>
                  <a:pt x="48" y="160"/>
                  <a:pt x="49" y="160"/>
                  <a:pt x="49" y="160"/>
                </a:cubicBezTo>
                <a:cubicBezTo>
                  <a:pt x="50" y="160"/>
                  <a:pt x="51" y="161"/>
                  <a:pt x="52" y="162"/>
                </a:cubicBezTo>
                <a:cubicBezTo>
                  <a:pt x="53" y="162"/>
                  <a:pt x="55" y="163"/>
                  <a:pt x="56" y="163"/>
                </a:cubicBezTo>
                <a:cubicBezTo>
                  <a:pt x="57" y="163"/>
                  <a:pt x="57" y="163"/>
                  <a:pt x="58" y="163"/>
                </a:cubicBezTo>
                <a:cubicBezTo>
                  <a:pt x="58" y="163"/>
                  <a:pt x="58" y="164"/>
                  <a:pt x="58" y="164"/>
                </a:cubicBezTo>
                <a:cubicBezTo>
                  <a:pt x="58" y="164"/>
                  <a:pt x="59" y="165"/>
                  <a:pt x="59" y="165"/>
                </a:cubicBezTo>
                <a:cubicBezTo>
                  <a:pt x="60" y="165"/>
                  <a:pt x="60" y="165"/>
                  <a:pt x="60" y="165"/>
                </a:cubicBezTo>
                <a:cubicBezTo>
                  <a:pt x="61" y="166"/>
                  <a:pt x="61" y="166"/>
                  <a:pt x="61" y="166"/>
                </a:cubicBezTo>
                <a:cubicBezTo>
                  <a:pt x="61" y="166"/>
                  <a:pt x="61" y="166"/>
                  <a:pt x="61" y="167"/>
                </a:cubicBezTo>
                <a:cubicBezTo>
                  <a:pt x="61" y="167"/>
                  <a:pt x="62" y="167"/>
                  <a:pt x="62" y="167"/>
                </a:cubicBezTo>
                <a:cubicBezTo>
                  <a:pt x="62" y="167"/>
                  <a:pt x="62" y="167"/>
                  <a:pt x="62" y="167"/>
                </a:cubicBezTo>
                <a:cubicBezTo>
                  <a:pt x="62" y="168"/>
                  <a:pt x="62" y="168"/>
                  <a:pt x="62" y="168"/>
                </a:cubicBezTo>
                <a:cubicBezTo>
                  <a:pt x="63" y="168"/>
                  <a:pt x="63" y="168"/>
                  <a:pt x="63" y="168"/>
                </a:cubicBezTo>
                <a:cubicBezTo>
                  <a:pt x="63" y="169"/>
                  <a:pt x="64" y="169"/>
                  <a:pt x="64" y="169"/>
                </a:cubicBezTo>
                <a:cubicBezTo>
                  <a:pt x="64" y="170"/>
                  <a:pt x="65" y="171"/>
                  <a:pt x="65" y="173"/>
                </a:cubicBezTo>
                <a:cubicBezTo>
                  <a:pt x="65" y="173"/>
                  <a:pt x="65" y="173"/>
                  <a:pt x="65" y="174"/>
                </a:cubicBezTo>
                <a:cubicBezTo>
                  <a:pt x="65" y="174"/>
                  <a:pt x="65" y="174"/>
                  <a:pt x="65" y="174"/>
                </a:cubicBezTo>
                <a:cubicBezTo>
                  <a:pt x="65" y="174"/>
                  <a:pt x="65" y="175"/>
                  <a:pt x="65" y="175"/>
                </a:cubicBezTo>
                <a:cubicBezTo>
                  <a:pt x="65" y="175"/>
                  <a:pt x="65" y="176"/>
                  <a:pt x="65" y="176"/>
                </a:cubicBezTo>
                <a:cubicBezTo>
                  <a:pt x="65" y="176"/>
                  <a:pt x="66" y="176"/>
                  <a:pt x="66" y="176"/>
                </a:cubicBezTo>
                <a:cubicBezTo>
                  <a:pt x="66" y="176"/>
                  <a:pt x="66" y="176"/>
                  <a:pt x="66" y="176"/>
                </a:cubicBezTo>
                <a:cubicBezTo>
                  <a:pt x="66" y="177"/>
                  <a:pt x="66" y="177"/>
                  <a:pt x="66" y="177"/>
                </a:cubicBezTo>
                <a:cubicBezTo>
                  <a:pt x="65" y="177"/>
                  <a:pt x="65" y="177"/>
                  <a:pt x="65" y="178"/>
                </a:cubicBezTo>
                <a:cubicBezTo>
                  <a:pt x="65" y="178"/>
                  <a:pt x="65" y="178"/>
                  <a:pt x="64" y="178"/>
                </a:cubicBezTo>
                <a:cubicBezTo>
                  <a:pt x="64" y="177"/>
                  <a:pt x="64" y="177"/>
                  <a:pt x="64" y="177"/>
                </a:cubicBezTo>
                <a:cubicBezTo>
                  <a:pt x="64" y="177"/>
                  <a:pt x="64" y="177"/>
                  <a:pt x="64" y="177"/>
                </a:cubicBezTo>
                <a:cubicBezTo>
                  <a:pt x="63" y="177"/>
                  <a:pt x="62" y="177"/>
                  <a:pt x="62" y="177"/>
                </a:cubicBezTo>
                <a:cubicBezTo>
                  <a:pt x="61" y="177"/>
                  <a:pt x="61" y="178"/>
                  <a:pt x="60" y="178"/>
                </a:cubicBezTo>
                <a:cubicBezTo>
                  <a:pt x="60" y="178"/>
                  <a:pt x="59" y="177"/>
                  <a:pt x="59" y="178"/>
                </a:cubicBezTo>
                <a:cubicBezTo>
                  <a:pt x="59" y="178"/>
                  <a:pt x="58" y="178"/>
                  <a:pt x="58" y="179"/>
                </a:cubicBezTo>
                <a:cubicBezTo>
                  <a:pt x="58" y="179"/>
                  <a:pt x="57" y="179"/>
                  <a:pt x="57" y="179"/>
                </a:cubicBezTo>
                <a:cubicBezTo>
                  <a:pt x="56" y="179"/>
                  <a:pt x="55" y="180"/>
                  <a:pt x="53" y="180"/>
                </a:cubicBezTo>
                <a:cubicBezTo>
                  <a:pt x="53" y="180"/>
                  <a:pt x="53" y="180"/>
                  <a:pt x="53" y="181"/>
                </a:cubicBezTo>
                <a:cubicBezTo>
                  <a:pt x="53" y="181"/>
                  <a:pt x="53" y="181"/>
                  <a:pt x="53" y="181"/>
                </a:cubicBezTo>
                <a:cubicBezTo>
                  <a:pt x="53" y="181"/>
                  <a:pt x="53" y="181"/>
                  <a:pt x="53" y="181"/>
                </a:cubicBezTo>
                <a:cubicBezTo>
                  <a:pt x="51" y="182"/>
                  <a:pt x="50" y="183"/>
                  <a:pt x="49" y="183"/>
                </a:cubicBezTo>
                <a:cubicBezTo>
                  <a:pt x="48" y="184"/>
                  <a:pt x="48" y="184"/>
                  <a:pt x="48" y="184"/>
                </a:cubicBezTo>
                <a:cubicBezTo>
                  <a:pt x="48" y="184"/>
                  <a:pt x="47" y="184"/>
                  <a:pt x="47" y="184"/>
                </a:cubicBezTo>
                <a:cubicBezTo>
                  <a:pt x="47" y="185"/>
                  <a:pt x="46" y="185"/>
                  <a:pt x="45" y="185"/>
                </a:cubicBezTo>
                <a:cubicBezTo>
                  <a:pt x="45" y="185"/>
                  <a:pt x="45" y="185"/>
                  <a:pt x="45" y="185"/>
                </a:cubicBezTo>
                <a:cubicBezTo>
                  <a:pt x="45" y="185"/>
                  <a:pt x="44" y="185"/>
                  <a:pt x="44" y="185"/>
                </a:cubicBezTo>
                <a:cubicBezTo>
                  <a:pt x="44" y="185"/>
                  <a:pt x="43" y="185"/>
                  <a:pt x="43" y="184"/>
                </a:cubicBezTo>
                <a:cubicBezTo>
                  <a:pt x="42" y="184"/>
                  <a:pt x="41" y="183"/>
                  <a:pt x="41" y="183"/>
                </a:cubicBezTo>
                <a:cubicBezTo>
                  <a:pt x="40" y="183"/>
                  <a:pt x="40" y="182"/>
                  <a:pt x="40" y="182"/>
                </a:cubicBezTo>
                <a:cubicBezTo>
                  <a:pt x="39" y="182"/>
                  <a:pt x="39" y="182"/>
                  <a:pt x="39" y="182"/>
                </a:cubicBezTo>
                <a:cubicBezTo>
                  <a:pt x="38" y="182"/>
                  <a:pt x="37" y="182"/>
                  <a:pt x="37" y="181"/>
                </a:cubicBezTo>
                <a:cubicBezTo>
                  <a:pt x="36" y="181"/>
                  <a:pt x="36" y="181"/>
                  <a:pt x="36" y="181"/>
                </a:cubicBezTo>
                <a:cubicBezTo>
                  <a:pt x="35" y="181"/>
                  <a:pt x="35" y="180"/>
                  <a:pt x="34" y="180"/>
                </a:cubicBezTo>
                <a:cubicBezTo>
                  <a:pt x="34" y="180"/>
                  <a:pt x="33" y="181"/>
                  <a:pt x="33" y="181"/>
                </a:cubicBezTo>
                <a:cubicBezTo>
                  <a:pt x="32" y="181"/>
                  <a:pt x="31" y="181"/>
                  <a:pt x="30" y="181"/>
                </a:cubicBezTo>
                <a:cubicBezTo>
                  <a:pt x="30" y="181"/>
                  <a:pt x="30" y="181"/>
                  <a:pt x="30" y="182"/>
                </a:cubicBezTo>
                <a:cubicBezTo>
                  <a:pt x="30" y="182"/>
                  <a:pt x="29" y="182"/>
                  <a:pt x="29" y="182"/>
                </a:cubicBezTo>
                <a:cubicBezTo>
                  <a:pt x="29" y="182"/>
                  <a:pt x="29" y="181"/>
                  <a:pt x="29" y="181"/>
                </a:cubicBezTo>
                <a:cubicBezTo>
                  <a:pt x="29" y="181"/>
                  <a:pt x="29" y="181"/>
                  <a:pt x="29" y="181"/>
                </a:cubicBezTo>
                <a:cubicBezTo>
                  <a:pt x="28" y="181"/>
                  <a:pt x="28" y="182"/>
                  <a:pt x="28" y="182"/>
                </a:cubicBezTo>
                <a:cubicBezTo>
                  <a:pt x="27" y="182"/>
                  <a:pt x="27" y="182"/>
                  <a:pt x="26" y="182"/>
                </a:cubicBezTo>
                <a:cubicBezTo>
                  <a:pt x="26" y="182"/>
                  <a:pt x="26" y="182"/>
                  <a:pt x="26" y="182"/>
                </a:cubicBezTo>
                <a:cubicBezTo>
                  <a:pt x="26" y="182"/>
                  <a:pt x="25" y="182"/>
                  <a:pt x="25" y="182"/>
                </a:cubicBezTo>
                <a:cubicBezTo>
                  <a:pt x="25" y="182"/>
                  <a:pt x="24" y="181"/>
                  <a:pt x="24" y="181"/>
                </a:cubicBezTo>
                <a:cubicBezTo>
                  <a:pt x="24" y="181"/>
                  <a:pt x="24" y="181"/>
                  <a:pt x="23" y="182"/>
                </a:cubicBezTo>
                <a:cubicBezTo>
                  <a:pt x="23" y="182"/>
                  <a:pt x="23" y="182"/>
                  <a:pt x="23" y="182"/>
                </a:cubicBezTo>
                <a:cubicBezTo>
                  <a:pt x="22" y="182"/>
                  <a:pt x="22" y="182"/>
                  <a:pt x="21" y="182"/>
                </a:cubicBezTo>
                <a:cubicBezTo>
                  <a:pt x="21" y="182"/>
                  <a:pt x="20" y="182"/>
                  <a:pt x="20" y="182"/>
                </a:cubicBezTo>
                <a:cubicBezTo>
                  <a:pt x="20" y="182"/>
                  <a:pt x="20" y="182"/>
                  <a:pt x="20" y="182"/>
                </a:cubicBezTo>
                <a:cubicBezTo>
                  <a:pt x="19" y="181"/>
                  <a:pt x="18" y="182"/>
                  <a:pt x="17" y="182"/>
                </a:cubicBezTo>
                <a:cubicBezTo>
                  <a:pt x="17" y="181"/>
                  <a:pt x="17" y="181"/>
                  <a:pt x="16" y="181"/>
                </a:cubicBezTo>
                <a:cubicBezTo>
                  <a:pt x="16" y="180"/>
                  <a:pt x="15" y="180"/>
                  <a:pt x="14" y="180"/>
                </a:cubicBezTo>
                <a:cubicBezTo>
                  <a:pt x="14" y="180"/>
                  <a:pt x="13" y="180"/>
                  <a:pt x="12" y="180"/>
                </a:cubicBezTo>
                <a:cubicBezTo>
                  <a:pt x="12" y="181"/>
                  <a:pt x="12" y="181"/>
                  <a:pt x="12" y="181"/>
                </a:cubicBezTo>
                <a:cubicBezTo>
                  <a:pt x="11" y="182"/>
                  <a:pt x="10" y="182"/>
                  <a:pt x="9" y="183"/>
                </a:cubicBezTo>
                <a:cubicBezTo>
                  <a:pt x="9" y="183"/>
                  <a:pt x="8" y="183"/>
                  <a:pt x="7" y="182"/>
                </a:cubicBezTo>
                <a:cubicBezTo>
                  <a:pt x="7" y="182"/>
                  <a:pt x="7" y="182"/>
                  <a:pt x="7" y="182"/>
                </a:cubicBezTo>
                <a:cubicBezTo>
                  <a:pt x="6" y="181"/>
                  <a:pt x="6" y="181"/>
                  <a:pt x="5" y="181"/>
                </a:cubicBezTo>
                <a:cubicBezTo>
                  <a:pt x="5" y="180"/>
                  <a:pt x="5" y="180"/>
                  <a:pt x="5" y="180"/>
                </a:cubicBezTo>
                <a:cubicBezTo>
                  <a:pt x="5" y="123"/>
                  <a:pt x="5" y="123"/>
                  <a:pt x="5" y="123"/>
                </a:cubicBezTo>
                <a:cubicBezTo>
                  <a:pt x="5" y="123"/>
                  <a:pt x="4" y="123"/>
                  <a:pt x="4" y="123"/>
                </a:cubicBezTo>
                <a:cubicBezTo>
                  <a:pt x="4" y="123"/>
                  <a:pt x="4" y="123"/>
                  <a:pt x="4" y="123"/>
                </a:cubicBezTo>
                <a:cubicBezTo>
                  <a:pt x="4" y="123"/>
                  <a:pt x="4" y="124"/>
                  <a:pt x="4" y="124"/>
                </a:cubicBezTo>
                <a:cubicBezTo>
                  <a:pt x="4" y="124"/>
                  <a:pt x="4" y="124"/>
                  <a:pt x="4" y="124"/>
                </a:cubicBezTo>
                <a:cubicBezTo>
                  <a:pt x="4" y="124"/>
                  <a:pt x="4" y="124"/>
                  <a:pt x="4" y="124"/>
                </a:cubicBezTo>
                <a:cubicBezTo>
                  <a:pt x="4" y="124"/>
                  <a:pt x="4" y="124"/>
                  <a:pt x="4" y="124"/>
                </a:cubicBezTo>
                <a:cubicBezTo>
                  <a:pt x="4" y="123"/>
                  <a:pt x="4" y="123"/>
                  <a:pt x="3" y="123"/>
                </a:cubicBezTo>
                <a:cubicBezTo>
                  <a:pt x="3" y="123"/>
                  <a:pt x="3" y="124"/>
                  <a:pt x="3" y="124"/>
                </a:cubicBezTo>
                <a:cubicBezTo>
                  <a:pt x="3" y="124"/>
                  <a:pt x="3" y="124"/>
                  <a:pt x="3" y="124"/>
                </a:cubicBezTo>
                <a:cubicBezTo>
                  <a:pt x="3" y="124"/>
                  <a:pt x="3" y="124"/>
                  <a:pt x="3" y="124"/>
                </a:cubicBezTo>
                <a:cubicBezTo>
                  <a:pt x="3" y="123"/>
                  <a:pt x="3" y="123"/>
                  <a:pt x="3" y="123"/>
                </a:cubicBezTo>
                <a:cubicBezTo>
                  <a:pt x="3" y="123"/>
                  <a:pt x="3" y="123"/>
                  <a:pt x="3" y="123"/>
                </a:cubicBezTo>
                <a:cubicBezTo>
                  <a:pt x="3" y="123"/>
                  <a:pt x="3" y="123"/>
                  <a:pt x="3" y="123"/>
                </a:cubicBezTo>
                <a:cubicBezTo>
                  <a:pt x="3" y="123"/>
                  <a:pt x="3" y="123"/>
                  <a:pt x="3" y="123"/>
                </a:cubicBezTo>
                <a:cubicBezTo>
                  <a:pt x="3" y="123"/>
                  <a:pt x="3" y="123"/>
                  <a:pt x="3" y="123"/>
                </a:cubicBezTo>
                <a:cubicBezTo>
                  <a:pt x="3" y="123"/>
                  <a:pt x="3" y="123"/>
                  <a:pt x="3" y="123"/>
                </a:cubicBezTo>
                <a:cubicBezTo>
                  <a:pt x="3" y="123"/>
                  <a:pt x="3" y="123"/>
                  <a:pt x="3" y="123"/>
                </a:cubicBezTo>
                <a:cubicBezTo>
                  <a:pt x="2" y="123"/>
                  <a:pt x="2" y="123"/>
                  <a:pt x="2" y="123"/>
                </a:cubicBezTo>
                <a:cubicBezTo>
                  <a:pt x="2" y="123"/>
                  <a:pt x="2" y="123"/>
                  <a:pt x="2" y="123"/>
                </a:cubicBezTo>
                <a:cubicBezTo>
                  <a:pt x="2" y="123"/>
                  <a:pt x="2" y="122"/>
                  <a:pt x="2" y="122"/>
                </a:cubicBezTo>
                <a:cubicBezTo>
                  <a:pt x="2" y="122"/>
                  <a:pt x="2" y="122"/>
                  <a:pt x="2" y="122"/>
                </a:cubicBezTo>
                <a:cubicBezTo>
                  <a:pt x="2" y="122"/>
                  <a:pt x="2" y="122"/>
                  <a:pt x="2" y="122"/>
                </a:cubicBezTo>
                <a:cubicBezTo>
                  <a:pt x="2" y="121"/>
                  <a:pt x="2" y="121"/>
                  <a:pt x="2" y="121"/>
                </a:cubicBezTo>
                <a:cubicBezTo>
                  <a:pt x="2" y="121"/>
                  <a:pt x="2" y="121"/>
                  <a:pt x="1" y="121"/>
                </a:cubicBezTo>
                <a:cubicBezTo>
                  <a:pt x="1" y="121"/>
                  <a:pt x="1" y="121"/>
                  <a:pt x="1" y="121"/>
                </a:cubicBezTo>
                <a:cubicBezTo>
                  <a:pt x="1" y="121"/>
                  <a:pt x="1" y="121"/>
                  <a:pt x="1" y="121"/>
                </a:cubicBezTo>
                <a:cubicBezTo>
                  <a:pt x="1" y="121"/>
                  <a:pt x="1" y="121"/>
                  <a:pt x="1" y="121"/>
                </a:cubicBezTo>
                <a:cubicBezTo>
                  <a:pt x="1" y="120"/>
                  <a:pt x="2" y="120"/>
                  <a:pt x="2" y="120"/>
                </a:cubicBezTo>
                <a:cubicBezTo>
                  <a:pt x="2" y="120"/>
                  <a:pt x="2" y="120"/>
                  <a:pt x="2" y="120"/>
                </a:cubicBezTo>
                <a:cubicBezTo>
                  <a:pt x="2" y="120"/>
                  <a:pt x="2" y="120"/>
                  <a:pt x="2" y="120"/>
                </a:cubicBezTo>
                <a:cubicBezTo>
                  <a:pt x="1" y="120"/>
                  <a:pt x="1" y="119"/>
                  <a:pt x="0" y="119"/>
                </a:cubicBezTo>
                <a:cubicBezTo>
                  <a:pt x="0" y="119"/>
                  <a:pt x="0" y="118"/>
                  <a:pt x="0" y="118"/>
                </a:cubicBezTo>
                <a:cubicBezTo>
                  <a:pt x="0" y="118"/>
                  <a:pt x="0" y="118"/>
                  <a:pt x="0" y="118"/>
                </a:cubicBezTo>
                <a:cubicBezTo>
                  <a:pt x="0" y="118"/>
                  <a:pt x="0" y="118"/>
                  <a:pt x="1" y="118"/>
                </a:cubicBezTo>
                <a:cubicBezTo>
                  <a:pt x="1" y="118"/>
                  <a:pt x="1" y="118"/>
                  <a:pt x="1" y="118"/>
                </a:cubicBezTo>
                <a:cubicBezTo>
                  <a:pt x="1" y="118"/>
                  <a:pt x="1" y="118"/>
                  <a:pt x="1" y="118"/>
                </a:cubicBezTo>
                <a:cubicBezTo>
                  <a:pt x="1" y="118"/>
                  <a:pt x="1" y="118"/>
                  <a:pt x="1" y="118"/>
                </a:cubicBezTo>
                <a:cubicBezTo>
                  <a:pt x="1" y="118"/>
                  <a:pt x="1" y="118"/>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6"/>
                  <a:pt x="1" y="116"/>
                  <a:pt x="1" y="116"/>
                </a:cubicBezTo>
                <a:cubicBezTo>
                  <a:pt x="1" y="116"/>
                  <a:pt x="1" y="116"/>
                  <a:pt x="1" y="116"/>
                </a:cubicBezTo>
                <a:cubicBezTo>
                  <a:pt x="1" y="116"/>
                  <a:pt x="1" y="116"/>
                  <a:pt x="1" y="116"/>
                </a:cubicBezTo>
                <a:cubicBezTo>
                  <a:pt x="1" y="116"/>
                  <a:pt x="0" y="116"/>
                  <a:pt x="0" y="116"/>
                </a:cubicBezTo>
                <a:cubicBezTo>
                  <a:pt x="1" y="116"/>
                  <a:pt x="1" y="116"/>
                  <a:pt x="1" y="116"/>
                </a:cubicBezTo>
                <a:cubicBezTo>
                  <a:pt x="1" y="116"/>
                  <a:pt x="2" y="116"/>
                  <a:pt x="2" y="116"/>
                </a:cubicBezTo>
                <a:cubicBezTo>
                  <a:pt x="2" y="116"/>
                  <a:pt x="2" y="116"/>
                  <a:pt x="2" y="116"/>
                </a:cubicBezTo>
                <a:cubicBezTo>
                  <a:pt x="2" y="116"/>
                  <a:pt x="2" y="116"/>
                  <a:pt x="2" y="116"/>
                </a:cubicBezTo>
                <a:cubicBezTo>
                  <a:pt x="2" y="116"/>
                  <a:pt x="2" y="116"/>
                  <a:pt x="2" y="116"/>
                </a:cubicBezTo>
                <a:cubicBezTo>
                  <a:pt x="2" y="115"/>
                  <a:pt x="2" y="115"/>
                  <a:pt x="2" y="115"/>
                </a:cubicBezTo>
                <a:cubicBezTo>
                  <a:pt x="2" y="115"/>
                  <a:pt x="2" y="115"/>
                  <a:pt x="2" y="115"/>
                </a:cubicBezTo>
                <a:cubicBezTo>
                  <a:pt x="2" y="115"/>
                  <a:pt x="2" y="115"/>
                  <a:pt x="2" y="115"/>
                </a:cubicBezTo>
                <a:cubicBezTo>
                  <a:pt x="2" y="115"/>
                  <a:pt x="2" y="115"/>
                  <a:pt x="2" y="115"/>
                </a:cubicBezTo>
                <a:cubicBezTo>
                  <a:pt x="2" y="115"/>
                  <a:pt x="2" y="115"/>
                  <a:pt x="3" y="115"/>
                </a:cubicBezTo>
                <a:cubicBezTo>
                  <a:pt x="3" y="115"/>
                  <a:pt x="3" y="115"/>
                  <a:pt x="3" y="115"/>
                </a:cubicBezTo>
                <a:cubicBezTo>
                  <a:pt x="3" y="115"/>
                  <a:pt x="3" y="115"/>
                  <a:pt x="2" y="115"/>
                </a:cubicBezTo>
                <a:cubicBezTo>
                  <a:pt x="2" y="115"/>
                  <a:pt x="2" y="115"/>
                  <a:pt x="2" y="115"/>
                </a:cubicBezTo>
                <a:cubicBezTo>
                  <a:pt x="2" y="115"/>
                  <a:pt x="2" y="115"/>
                  <a:pt x="2" y="115"/>
                </a:cubicBezTo>
                <a:cubicBezTo>
                  <a:pt x="2" y="115"/>
                  <a:pt x="2" y="115"/>
                  <a:pt x="2" y="115"/>
                </a:cubicBezTo>
                <a:cubicBezTo>
                  <a:pt x="2" y="115"/>
                  <a:pt x="2" y="114"/>
                  <a:pt x="2" y="114"/>
                </a:cubicBezTo>
                <a:cubicBezTo>
                  <a:pt x="2" y="113"/>
                  <a:pt x="2" y="113"/>
                  <a:pt x="2" y="113"/>
                </a:cubicBezTo>
                <a:cubicBezTo>
                  <a:pt x="2" y="113"/>
                  <a:pt x="3" y="113"/>
                  <a:pt x="3" y="113"/>
                </a:cubicBezTo>
                <a:cubicBezTo>
                  <a:pt x="3" y="113"/>
                  <a:pt x="3" y="113"/>
                  <a:pt x="3" y="113"/>
                </a:cubicBezTo>
                <a:cubicBezTo>
                  <a:pt x="3" y="113"/>
                  <a:pt x="3" y="113"/>
                  <a:pt x="3" y="113"/>
                </a:cubicBezTo>
                <a:cubicBezTo>
                  <a:pt x="3" y="113"/>
                  <a:pt x="3" y="113"/>
                  <a:pt x="3" y="113"/>
                </a:cubicBezTo>
                <a:cubicBezTo>
                  <a:pt x="3" y="113"/>
                  <a:pt x="3" y="113"/>
                  <a:pt x="3" y="113"/>
                </a:cubicBezTo>
                <a:cubicBezTo>
                  <a:pt x="3" y="113"/>
                  <a:pt x="3" y="113"/>
                  <a:pt x="3" y="113"/>
                </a:cubicBezTo>
                <a:cubicBezTo>
                  <a:pt x="3" y="113"/>
                  <a:pt x="3" y="113"/>
                  <a:pt x="3" y="113"/>
                </a:cubicBezTo>
                <a:cubicBezTo>
                  <a:pt x="3" y="112"/>
                  <a:pt x="3" y="112"/>
                  <a:pt x="3" y="112"/>
                </a:cubicBezTo>
                <a:cubicBezTo>
                  <a:pt x="3" y="112"/>
                  <a:pt x="3" y="112"/>
                  <a:pt x="3" y="112"/>
                </a:cubicBezTo>
                <a:cubicBezTo>
                  <a:pt x="3" y="112"/>
                  <a:pt x="3" y="112"/>
                  <a:pt x="3" y="112"/>
                </a:cubicBezTo>
                <a:cubicBezTo>
                  <a:pt x="3" y="112"/>
                  <a:pt x="3" y="112"/>
                  <a:pt x="3" y="112"/>
                </a:cubicBezTo>
                <a:cubicBezTo>
                  <a:pt x="3" y="112"/>
                  <a:pt x="3" y="113"/>
                  <a:pt x="3" y="113"/>
                </a:cubicBezTo>
                <a:cubicBezTo>
                  <a:pt x="2" y="112"/>
                  <a:pt x="2" y="112"/>
                  <a:pt x="2" y="112"/>
                </a:cubicBezTo>
                <a:cubicBezTo>
                  <a:pt x="2" y="112"/>
                  <a:pt x="3" y="112"/>
                  <a:pt x="3" y="112"/>
                </a:cubicBezTo>
                <a:cubicBezTo>
                  <a:pt x="3" y="112"/>
                  <a:pt x="3" y="112"/>
                  <a:pt x="3" y="112"/>
                </a:cubicBezTo>
                <a:cubicBezTo>
                  <a:pt x="3" y="112"/>
                  <a:pt x="3" y="112"/>
                  <a:pt x="3" y="112"/>
                </a:cubicBezTo>
                <a:cubicBezTo>
                  <a:pt x="2" y="112"/>
                  <a:pt x="2" y="112"/>
                  <a:pt x="2" y="112"/>
                </a:cubicBezTo>
                <a:cubicBezTo>
                  <a:pt x="2" y="112"/>
                  <a:pt x="2" y="112"/>
                  <a:pt x="2" y="112"/>
                </a:cubicBezTo>
                <a:cubicBezTo>
                  <a:pt x="2" y="111"/>
                  <a:pt x="3" y="111"/>
                  <a:pt x="3" y="111"/>
                </a:cubicBezTo>
                <a:cubicBezTo>
                  <a:pt x="3" y="111"/>
                  <a:pt x="3" y="112"/>
                  <a:pt x="3" y="112"/>
                </a:cubicBezTo>
                <a:cubicBezTo>
                  <a:pt x="3" y="112"/>
                  <a:pt x="3" y="112"/>
                  <a:pt x="3" y="112"/>
                </a:cubicBezTo>
                <a:cubicBezTo>
                  <a:pt x="3" y="112"/>
                  <a:pt x="3" y="112"/>
                  <a:pt x="3" y="112"/>
                </a:cubicBezTo>
                <a:cubicBezTo>
                  <a:pt x="3" y="112"/>
                  <a:pt x="3" y="112"/>
                  <a:pt x="3" y="111"/>
                </a:cubicBezTo>
                <a:cubicBezTo>
                  <a:pt x="3" y="111"/>
                  <a:pt x="3" y="111"/>
                  <a:pt x="3" y="111"/>
                </a:cubicBezTo>
                <a:cubicBezTo>
                  <a:pt x="3" y="111"/>
                  <a:pt x="3" y="111"/>
                  <a:pt x="3" y="111"/>
                </a:cubicBezTo>
                <a:cubicBezTo>
                  <a:pt x="3" y="111"/>
                  <a:pt x="3" y="111"/>
                  <a:pt x="3" y="111"/>
                </a:cubicBezTo>
                <a:cubicBezTo>
                  <a:pt x="3" y="111"/>
                  <a:pt x="3" y="111"/>
                  <a:pt x="3" y="111"/>
                </a:cubicBezTo>
                <a:cubicBezTo>
                  <a:pt x="3" y="111"/>
                  <a:pt x="4" y="111"/>
                  <a:pt x="4" y="111"/>
                </a:cubicBezTo>
                <a:cubicBezTo>
                  <a:pt x="4" y="111"/>
                  <a:pt x="4" y="111"/>
                  <a:pt x="4" y="111"/>
                </a:cubicBezTo>
                <a:cubicBezTo>
                  <a:pt x="4" y="111"/>
                  <a:pt x="4" y="111"/>
                  <a:pt x="4" y="111"/>
                </a:cubicBezTo>
                <a:cubicBezTo>
                  <a:pt x="4" y="111"/>
                  <a:pt x="3" y="111"/>
                  <a:pt x="3" y="111"/>
                </a:cubicBezTo>
                <a:cubicBezTo>
                  <a:pt x="3" y="111"/>
                  <a:pt x="3" y="111"/>
                  <a:pt x="3" y="111"/>
                </a:cubicBezTo>
                <a:cubicBezTo>
                  <a:pt x="3" y="111"/>
                  <a:pt x="3" y="110"/>
                  <a:pt x="3" y="110"/>
                </a:cubicBezTo>
                <a:cubicBezTo>
                  <a:pt x="3" y="110"/>
                  <a:pt x="3" y="110"/>
                  <a:pt x="3" y="110"/>
                </a:cubicBezTo>
                <a:cubicBezTo>
                  <a:pt x="3" y="110"/>
                  <a:pt x="4" y="110"/>
                  <a:pt x="4" y="110"/>
                </a:cubicBezTo>
                <a:cubicBezTo>
                  <a:pt x="4" y="110"/>
                  <a:pt x="4" y="110"/>
                  <a:pt x="4" y="110"/>
                </a:cubicBezTo>
                <a:cubicBezTo>
                  <a:pt x="4" y="110"/>
                  <a:pt x="3" y="109"/>
                  <a:pt x="3" y="109"/>
                </a:cubicBezTo>
                <a:cubicBezTo>
                  <a:pt x="4" y="109"/>
                  <a:pt x="4" y="109"/>
                  <a:pt x="4" y="109"/>
                </a:cubicBezTo>
                <a:cubicBezTo>
                  <a:pt x="4" y="78"/>
                  <a:pt x="4" y="78"/>
                  <a:pt x="4" y="78"/>
                </a:cubicBezTo>
                <a:cubicBezTo>
                  <a:pt x="34" y="84"/>
                  <a:pt x="34" y="84"/>
                  <a:pt x="34" y="84"/>
                </a:cubicBezTo>
                <a:cubicBezTo>
                  <a:pt x="31" y="87"/>
                  <a:pt x="31" y="87"/>
                  <a:pt x="31" y="87"/>
                </a:cubicBezTo>
                <a:cubicBezTo>
                  <a:pt x="31" y="89"/>
                  <a:pt x="31" y="89"/>
                  <a:pt x="31" y="89"/>
                </a:cubicBezTo>
                <a:cubicBezTo>
                  <a:pt x="33" y="89"/>
                  <a:pt x="33" y="89"/>
                  <a:pt x="33" y="89"/>
                </a:cubicBezTo>
                <a:cubicBezTo>
                  <a:pt x="38" y="93"/>
                  <a:pt x="38" y="93"/>
                  <a:pt x="38" y="93"/>
                </a:cubicBezTo>
                <a:cubicBezTo>
                  <a:pt x="40" y="95"/>
                  <a:pt x="40" y="95"/>
                  <a:pt x="40" y="95"/>
                </a:cubicBezTo>
                <a:cubicBezTo>
                  <a:pt x="45" y="99"/>
                  <a:pt x="45" y="99"/>
                  <a:pt x="45" y="99"/>
                </a:cubicBezTo>
                <a:cubicBezTo>
                  <a:pt x="45" y="122"/>
                  <a:pt x="45" y="122"/>
                  <a:pt x="45" y="122"/>
                </a:cubicBezTo>
                <a:cubicBezTo>
                  <a:pt x="55" y="122"/>
                  <a:pt x="55" y="122"/>
                  <a:pt x="55" y="122"/>
                </a:cubicBezTo>
                <a:cubicBezTo>
                  <a:pt x="55" y="126"/>
                  <a:pt x="55" y="126"/>
                  <a:pt x="55" y="126"/>
                </a:cubicBezTo>
                <a:cubicBezTo>
                  <a:pt x="77" y="151"/>
                  <a:pt x="77" y="151"/>
                  <a:pt x="77" y="151"/>
                </a:cubicBezTo>
                <a:cubicBezTo>
                  <a:pt x="77" y="151"/>
                  <a:pt x="77" y="151"/>
                  <a:pt x="77" y="151"/>
                </a:cubicBezTo>
                <a:cubicBezTo>
                  <a:pt x="78" y="151"/>
                  <a:pt x="78" y="151"/>
                  <a:pt x="78" y="151"/>
                </a:cubicBezTo>
                <a:cubicBezTo>
                  <a:pt x="78" y="152"/>
                  <a:pt x="78" y="152"/>
                  <a:pt x="77" y="152"/>
                </a:cubicBezTo>
                <a:close/>
                <a:moveTo>
                  <a:pt x="69" y="154"/>
                </a:moveTo>
                <a:cubicBezTo>
                  <a:pt x="69" y="154"/>
                  <a:pt x="70" y="154"/>
                  <a:pt x="70" y="154"/>
                </a:cubicBezTo>
                <a:cubicBezTo>
                  <a:pt x="70" y="154"/>
                  <a:pt x="70" y="154"/>
                  <a:pt x="70" y="154"/>
                </a:cubicBezTo>
                <a:cubicBezTo>
                  <a:pt x="71" y="154"/>
                  <a:pt x="71" y="154"/>
                  <a:pt x="71" y="154"/>
                </a:cubicBezTo>
                <a:cubicBezTo>
                  <a:pt x="71" y="154"/>
                  <a:pt x="71" y="155"/>
                  <a:pt x="72" y="155"/>
                </a:cubicBezTo>
                <a:cubicBezTo>
                  <a:pt x="72" y="155"/>
                  <a:pt x="72" y="155"/>
                  <a:pt x="72" y="155"/>
                </a:cubicBezTo>
                <a:cubicBezTo>
                  <a:pt x="72" y="155"/>
                  <a:pt x="72" y="155"/>
                  <a:pt x="72" y="156"/>
                </a:cubicBezTo>
                <a:cubicBezTo>
                  <a:pt x="72" y="156"/>
                  <a:pt x="71" y="156"/>
                  <a:pt x="71" y="156"/>
                </a:cubicBezTo>
                <a:cubicBezTo>
                  <a:pt x="71" y="156"/>
                  <a:pt x="71" y="156"/>
                  <a:pt x="71" y="156"/>
                </a:cubicBezTo>
                <a:cubicBezTo>
                  <a:pt x="71" y="156"/>
                  <a:pt x="71" y="156"/>
                  <a:pt x="70" y="156"/>
                </a:cubicBezTo>
                <a:cubicBezTo>
                  <a:pt x="70" y="155"/>
                  <a:pt x="70" y="155"/>
                  <a:pt x="69" y="155"/>
                </a:cubicBezTo>
                <a:cubicBezTo>
                  <a:pt x="69" y="155"/>
                  <a:pt x="69" y="155"/>
                  <a:pt x="69" y="154"/>
                </a:cubicBezTo>
                <a:cubicBezTo>
                  <a:pt x="69" y="154"/>
                  <a:pt x="69" y="154"/>
                  <a:pt x="69" y="154"/>
                </a:cubicBezTo>
                <a:close/>
                <a:moveTo>
                  <a:pt x="56" y="160"/>
                </a:moveTo>
                <a:cubicBezTo>
                  <a:pt x="56" y="160"/>
                  <a:pt x="56" y="160"/>
                  <a:pt x="56" y="160"/>
                </a:cubicBezTo>
                <a:cubicBezTo>
                  <a:pt x="56" y="160"/>
                  <a:pt x="56" y="160"/>
                  <a:pt x="56" y="160"/>
                </a:cubicBezTo>
                <a:cubicBezTo>
                  <a:pt x="56" y="160"/>
                  <a:pt x="56" y="160"/>
                  <a:pt x="57" y="160"/>
                </a:cubicBezTo>
                <a:cubicBezTo>
                  <a:pt x="57" y="160"/>
                  <a:pt x="57" y="160"/>
                  <a:pt x="57" y="160"/>
                </a:cubicBezTo>
                <a:cubicBezTo>
                  <a:pt x="57" y="160"/>
                  <a:pt x="57" y="160"/>
                  <a:pt x="57" y="160"/>
                </a:cubicBezTo>
                <a:cubicBezTo>
                  <a:pt x="57" y="160"/>
                  <a:pt x="57" y="160"/>
                  <a:pt x="57" y="160"/>
                </a:cubicBezTo>
                <a:cubicBezTo>
                  <a:pt x="57" y="160"/>
                  <a:pt x="57" y="160"/>
                  <a:pt x="57" y="160"/>
                </a:cubicBezTo>
                <a:cubicBezTo>
                  <a:pt x="57" y="160"/>
                  <a:pt x="57" y="160"/>
                  <a:pt x="57" y="160"/>
                </a:cubicBezTo>
                <a:cubicBezTo>
                  <a:pt x="57" y="160"/>
                  <a:pt x="57" y="160"/>
                  <a:pt x="57" y="160"/>
                </a:cubicBezTo>
                <a:cubicBezTo>
                  <a:pt x="57" y="160"/>
                  <a:pt x="57" y="160"/>
                  <a:pt x="57" y="160"/>
                </a:cubicBezTo>
                <a:cubicBezTo>
                  <a:pt x="57" y="160"/>
                  <a:pt x="56" y="160"/>
                  <a:pt x="56" y="160"/>
                </a:cubicBezTo>
                <a:close/>
                <a:moveTo>
                  <a:pt x="56" y="161"/>
                </a:moveTo>
                <a:cubicBezTo>
                  <a:pt x="56" y="161"/>
                  <a:pt x="56" y="161"/>
                  <a:pt x="56" y="162"/>
                </a:cubicBezTo>
                <a:cubicBezTo>
                  <a:pt x="56" y="162"/>
                  <a:pt x="56" y="162"/>
                  <a:pt x="56" y="162"/>
                </a:cubicBezTo>
                <a:cubicBezTo>
                  <a:pt x="55" y="162"/>
                  <a:pt x="55" y="162"/>
                  <a:pt x="55" y="162"/>
                </a:cubicBezTo>
                <a:cubicBezTo>
                  <a:pt x="55" y="162"/>
                  <a:pt x="55" y="162"/>
                  <a:pt x="55" y="162"/>
                </a:cubicBezTo>
                <a:cubicBezTo>
                  <a:pt x="55" y="162"/>
                  <a:pt x="54" y="162"/>
                  <a:pt x="54" y="162"/>
                </a:cubicBezTo>
                <a:cubicBezTo>
                  <a:pt x="54" y="162"/>
                  <a:pt x="54" y="162"/>
                  <a:pt x="54" y="161"/>
                </a:cubicBezTo>
                <a:cubicBezTo>
                  <a:pt x="55" y="161"/>
                  <a:pt x="55" y="161"/>
                  <a:pt x="56" y="161"/>
                </a:cubicBezTo>
                <a:cubicBezTo>
                  <a:pt x="56" y="161"/>
                  <a:pt x="56" y="161"/>
                  <a:pt x="56" y="161"/>
                </a:cubicBezTo>
                <a:cubicBezTo>
                  <a:pt x="56" y="161"/>
                  <a:pt x="56" y="161"/>
                  <a:pt x="56" y="161"/>
                </a:cubicBezTo>
                <a:cubicBezTo>
                  <a:pt x="56" y="161"/>
                  <a:pt x="56" y="161"/>
                  <a:pt x="56" y="161"/>
                </a:cubicBezTo>
                <a:close/>
                <a:moveTo>
                  <a:pt x="74" y="163"/>
                </a:moveTo>
                <a:cubicBezTo>
                  <a:pt x="74" y="163"/>
                  <a:pt x="74" y="163"/>
                  <a:pt x="74" y="164"/>
                </a:cubicBezTo>
                <a:cubicBezTo>
                  <a:pt x="74" y="164"/>
                  <a:pt x="74" y="164"/>
                  <a:pt x="74" y="164"/>
                </a:cubicBezTo>
                <a:cubicBezTo>
                  <a:pt x="74" y="164"/>
                  <a:pt x="74" y="164"/>
                  <a:pt x="74" y="164"/>
                </a:cubicBezTo>
                <a:cubicBezTo>
                  <a:pt x="74" y="164"/>
                  <a:pt x="73" y="164"/>
                  <a:pt x="73" y="164"/>
                </a:cubicBezTo>
                <a:cubicBezTo>
                  <a:pt x="73" y="164"/>
                  <a:pt x="73" y="164"/>
                  <a:pt x="73" y="164"/>
                </a:cubicBezTo>
                <a:cubicBezTo>
                  <a:pt x="73" y="164"/>
                  <a:pt x="73" y="164"/>
                  <a:pt x="73" y="164"/>
                </a:cubicBezTo>
                <a:cubicBezTo>
                  <a:pt x="73" y="164"/>
                  <a:pt x="73" y="164"/>
                  <a:pt x="73" y="164"/>
                </a:cubicBezTo>
                <a:cubicBezTo>
                  <a:pt x="73" y="164"/>
                  <a:pt x="73" y="163"/>
                  <a:pt x="73" y="163"/>
                </a:cubicBezTo>
                <a:cubicBezTo>
                  <a:pt x="73" y="163"/>
                  <a:pt x="73" y="163"/>
                  <a:pt x="73" y="163"/>
                </a:cubicBezTo>
                <a:cubicBezTo>
                  <a:pt x="73" y="163"/>
                  <a:pt x="73" y="163"/>
                  <a:pt x="73" y="163"/>
                </a:cubicBezTo>
                <a:cubicBezTo>
                  <a:pt x="73" y="163"/>
                  <a:pt x="73" y="163"/>
                  <a:pt x="73" y="163"/>
                </a:cubicBezTo>
                <a:cubicBezTo>
                  <a:pt x="73" y="163"/>
                  <a:pt x="74" y="163"/>
                  <a:pt x="74" y="163"/>
                </a:cubicBezTo>
                <a:cubicBezTo>
                  <a:pt x="74" y="163"/>
                  <a:pt x="74" y="163"/>
                  <a:pt x="74" y="163"/>
                </a:cubicBezTo>
                <a:cubicBezTo>
                  <a:pt x="74" y="163"/>
                  <a:pt x="74" y="163"/>
                  <a:pt x="74" y="163"/>
                </a:cubicBezTo>
                <a:cubicBezTo>
                  <a:pt x="74" y="163"/>
                  <a:pt x="74" y="163"/>
                  <a:pt x="74" y="163"/>
                </a:cubicBezTo>
                <a:cubicBezTo>
                  <a:pt x="74" y="163"/>
                  <a:pt x="74" y="163"/>
                  <a:pt x="74" y="163"/>
                </a:cubicBezTo>
                <a:cubicBezTo>
                  <a:pt x="74" y="163"/>
                  <a:pt x="74" y="163"/>
                  <a:pt x="74" y="163"/>
                </a:cubicBezTo>
                <a:close/>
                <a:moveTo>
                  <a:pt x="72" y="162"/>
                </a:moveTo>
                <a:cubicBezTo>
                  <a:pt x="72" y="162"/>
                  <a:pt x="72" y="162"/>
                  <a:pt x="72" y="162"/>
                </a:cubicBezTo>
                <a:cubicBezTo>
                  <a:pt x="72" y="162"/>
                  <a:pt x="72" y="162"/>
                  <a:pt x="71" y="162"/>
                </a:cubicBezTo>
                <a:cubicBezTo>
                  <a:pt x="71" y="162"/>
                  <a:pt x="71" y="162"/>
                  <a:pt x="71" y="162"/>
                </a:cubicBezTo>
                <a:cubicBezTo>
                  <a:pt x="71" y="162"/>
                  <a:pt x="71" y="162"/>
                  <a:pt x="71" y="162"/>
                </a:cubicBezTo>
                <a:cubicBezTo>
                  <a:pt x="71" y="162"/>
                  <a:pt x="70" y="162"/>
                  <a:pt x="70" y="162"/>
                </a:cubicBezTo>
                <a:cubicBezTo>
                  <a:pt x="70" y="162"/>
                  <a:pt x="70" y="161"/>
                  <a:pt x="70" y="161"/>
                </a:cubicBezTo>
                <a:cubicBezTo>
                  <a:pt x="70" y="161"/>
                  <a:pt x="70" y="161"/>
                  <a:pt x="69" y="161"/>
                </a:cubicBezTo>
                <a:cubicBezTo>
                  <a:pt x="69" y="160"/>
                  <a:pt x="69" y="160"/>
                  <a:pt x="68" y="160"/>
                </a:cubicBezTo>
                <a:cubicBezTo>
                  <a:pt x="68" y="160"/>
                  <a:pt x="68" y="160"/>
                  <a:pt x="68" y="160"/>
                </a:cubicBezTo>
                <a:cubicBezTo>
                  <a:pt x="68" y="160"/>
                  <a:pt x="68" y="160"/>
                  <a:pt x="68" y="160"/>
                </a:cubicBezTo>
                <a:cubicBezTo>
                  <a:pt x="68" y="160"/>
                  <a:pt x="68" y="160"/>
                  <a:pt x="68" y="160"/>
                </a:cubicBezTo>
                <a:cubicBezTo>
                  <a:pt x="69" y="160"/>
                  <a:pt x="70" y="160"/>
                  <a:pt x="70" y="160"/>
                </a:cubicBezTo>
                <a:cubicBezTo>
                  <a:pt x="70" y="160"/>
                  <a:pt x="70" y="160"/>
                  <a:pt x="70" y="160"/>
                </a:cubicBezTo>
                <a:cubicBezTo>
                  <a:pt x="71" y="160"/>
                  <a:pt x="71" y="160"/>
                  <a:pt x="71" y="160"/>
                </a:cubicBezTo>
                <a:cubicBezTo>
                  <a:pt x="71" y="161"/>
                  <a:pt x="71" y="161"/>
                  <a:pt x="71" y="161"/>
                </a:cubicBezTo>
                <a:cubicBezTo>
                  <a:pt x="71" y="161"/>
                  <a:pt x="71" y="161"/>
                  <a:pt x="71" y="162"/>
                </a:cubicBezTo>
                <a:cubicBezTo>
                  <a:pt x="71" y="162"/>
                  <a:pt x="72" y="162"/>
                  <a:pt x="72" y="162"/>
                </a:cubicBezTo>
                <a:close/>
                <a:moveTo>
                  <a:pt x="67" y="159"/>
                </a:moveTo>
                <a:cubicBezTo>
                  <a:pt x="67" y="159"/>
                  <a:pt x="67" y="159"/>
                  <a:pt x="67" y="159"/>
                </a:cubicBezTo>
                <a:cubicBezTo>
                  <a:pt x="67" y="159"/>
                  <a:pt x="67" y="160"/>
                  <a:pt x="67" y="160"/>
                </a:cubicBezTo>
                <a:cubicBezTo>
                  <a:pt x="67" y="160"/>
                  <a:pt x="66" y="160"/>
                  <a:pt x="66" y="160"/>
                </a:cubicBezTo>
                <a:cubicBezTo>
                  <a:pt x="66" y="160"/>
                  <a:pt x="65" y="160"/>
                  <a:pt x="64" y="160"/>
                </a:cubicBezTo>
                <a:cubicBezTo>
                  <a:pt x="64" y="160"/>
                  <a:pt x="64" y="160"/>
                  <a:pt x="64" y="160"/>
                </a:cubicBezTo>
                <a:cubicBezTo>
                  <a:pt x="64" y="160"/>
                  <a:pt x="64" y="160"/>
                  <a:pt x="64" y="160"/>
                </a:cubicBezTo>
                <a:cubicBezTo>
                  <a:pt x="64" y="159"/>
                  <a:pt x="64" y="159"/>
                  <a:pt x="63" y="159"/>
                </a:cubicBezTo>
                <a:cubicBezTo>
                  <a:pt x="63" y="159"/>
                  <a:pt x="63" y="159"/>
                  <a:pt x="63" y="159"/>
                </a:cubicBezTo>
                <a:cubicBezTo>
                  <a:pt x="63" y="159"/>
                  <a:pt x="63" y="159"/>
                  <a:pt x="63" y="159"/>
                </a:cubicBezTo>
                <a:cubicBezTo>
                  <a:pt x="64" y="159"/>
                  <a:pt x="64" y="159"/>
                  <a:pt x="64" y="159"/>
                </a:cubicBezTo>
                <a:cubicBezTo>
                  <a:pt x="65" y="159"/>
                  <a:pt x="66" y="159"/>
                  <a:pt x="66" y="159"/>
                </a:cubicBezTo>
                <a:cubicBezTo>
                  <a:pt x="66" y="159"/>
                  <a:pt x="67" y="159"/>
                  <a:pt x="67" y="159"/>
                </a:cubicBezTo>
                <a:close/>
                <a:moveTo>
                  <a:pt x="75" y="165"/>
                </a:moveTo>
                <a:cubicBezTo>
                  <a:pt x="75" y="165"/>
                  <a:pt x="75" y="165"/>
                  <a:pt x="75" y="165"/>
                </a:cubicBezTo>
                <a:cubicBezTo>
                  <a:pt x="75" y="165"/>
                  <a:pt x="75" y="165"/>
                  <a:pt x="75" y="165"/>
                </a:cubicBezTo>
                <a:cubicBezTo>
                  <a:pt x="75" y="165"/>
                  <a:pt x="75" y="165"/>
                  <a:pt x="75" y="165"/>
                </a:cubicBezTo>
                <a:cubicBezTo>
                  <a:pt x="75" y="165"/>
                  <a:pt x="74" y="165"/>
                  <a:pt x="74" y="165"/>
                </a:cubicBezTo>
                <a:cubicBezTo>
                  <a:pt x="74" y="165"/>
                  <a:pt x="74" y="165"/>
                  <a:pt x="74" y="165"/>
                </a:cubicBezTo>
                <a:cubicBezTo>
                  <a:pt x="74" y="165"/>
                  <a:pt x="74" y="165"/>
                  <a:pt x="74" y="165"/>
                </a:cubicBezTo>
                <a:cubicBezTo>
                  <a:pt x="74" y="165"/>
                  <a:pt x="74" y="165"/>
                  <a:pt x="74" y="165"/>
                </a:cubicBezTo>
                <a:cubicBezTo>
                  <a:pt x="74" y="165"/>
                  <a:pt x="74" y="165"/>
                  <a:pt x="74" y="165"/>
                </a:cubicBezTo>
                <a:cubicBezTo>
                  <a:pt x="74" y="165"/>
                  <a:pt x="74" y="165"/>
                  <a:pt x="74" y="165"/>
                </a:cubicBezTo>
                <a:cubicBezTo>
                  <a:pt x="75" y="164"/>
                  <a:pt x="75" y="164"/>
                  <a:pt x="75" y="164"/>
                </a:cubicBezTo>
                <a:cubicBezTo>
                  <a:pt x="75" y="164"/>
                  <a:pt x="75" y="164"/>
                  <a:pt x="75" y="164"/>
                </a:cubicBezTo>
                <a:cubicBezTo>
                  <a:pt x="75" y="164"/>
                  <a:pt x="75" y="164"/>
                  <a:pt x="75" y="164"/>
                </a:cubicBezTo>
                <a:cubicBezTo>
                  <a:pt x="75" y="164"/>
                  <a:pt x="75" y="165"/>
                  <a:pt x="75" y="165"/>
                </a:cubicBezTo>
                <a:close/>
                <a:moveTo>
                  <a:pt x="207" y="73"/>
                </a:moveTo>
                <a:cubicBezTo>
                  <a:pt x="207" y="73"/>
                  <a:pt x="207" y="73"/>
                  <a:pt x="207" y="73"/>
                </a:cubicBezTo>
                <a:cubicBezTo>
                  <a:pt x="207" y="73"/>
                  <a:pt x="207" y="73"/>
                  <a:pt x="207" y="73"/>
                </a:cubicBezTo>
                <a:cubicBezTo>
                  <a:pt x="208" y="74"/>
                  <a:pt x="208" y="74"/>
                  <a:pt x="208" y="74"/>
                </a:cubicBezTo>
                <a:cubicBezTo>
                  <a:pt x="208" y="74"/>
                  <a:pt x="208" y="73"/>
                  <a:pt x="209" y="73"/>
                </a:cubicBezTo>
                <a:cubicBezTo>
                  <a:pt x="209" y="73"/>
                  <a:pt x="209" y="73"/>
                  <a:pt x="209" y="73"/>
                </a:cubicBezTo>
                <a:cubicBezTo>
                  <a:pt x="209" y="73"/>
                  <a:pt x="209" y="73"/>
                  <a:pt x="209" y="73"/>
                </a:cubicBezTo>
                <a:cubicBezTo>
                  <a:pt x="209" y="73"/>
                  <a:pt x="209" y="73"/>
                  <a:pt x="209" y="73"/>
                </a:cubicBezTo>
                <a:cubicBezTo>
                  <a:pt x="208" y="73"/>
                  <a:pt x="208" y="73"/>
                  <a:pt x="208" y="73"/>
                </a:cubicBezTo>
                <a:cubicBezTo>
                  <a:pt x="208" y="73"/>
                  <a:pt x="208" y="73"/>
                  <a:pt x="208" y="73"/>
                </a:cubicBezTo>
                <a:cubicBezTo>
                  <a:pt x="208" y="73"/>
                  <a:pt x="208" y="73"/>
                  <a:pt x="208" y="73"/>
                </a:cubicBezTo>
                <a:cubicBezTo>
                  <a:pt x="208" y="73"/>
                  <a:pt x="208" y="73"/>
                  <a:pt x="208" y="73"/>
                </a:cubicBezTo>
                <a:cubicBezTo>
                  <a:pt x="208" y="73"/>
                  <a:pt x="208" y="73"/>
                  <a:pt x="208" y="73"/>
                </a:cubicBezTo>
                <a:cubicBezTo>
                  <a:pt x="207" y="73"/>
                  <a:pt x="207" y="73"/>
                  <a:pt x="207" y="73"/>
                </a:cubicBezTo>
                <a:close/>
                <a:moveTo>
                  <a:pt x="216" y="67"/>
                </a:moveTo>
                <a:cubicBezTo>
                  <a:pt x="216" y="67"/>
                  <a:pt x="216" y="67"/>
                  <a:pt x="216" y="67"/>
                </a:cubicBezTo>
                <a:cubicBezTo>
                  <a:pt x="216" y="67"/>
                  <a:pt x="216" y="67"/>
                  <a:pt x="216" y="67"/>
                </a:cubicBezTo>
                <a:cubicBezTo>
                  <a:pt x="216" y="67"/>
                  <a:pt x="216" y="67"/>
                  <a:pt x="216" y="67"/>
                </a:cubicBezTo>
                <a:cubicBezTo>
                  <a:pt x="216" y="67"/>
                  <a:pt x="216" y="67"/>
                  <a:pt x="216" y="67"/>
                </a:cubicBezTo>
                <a:cubicBezTo>
                  <a:pt x="217" y="67"/>
                  <a:pt x="217" y="67"/>
                  <a:pt x="217" y="67"/>
                </a:cubicBezTo>
                <a:cubicBezTo>
                  <a:pt x="217" y="67"/>
                  <a:pt x="217" y="67"/>
                  <a:pt x="217" y="67"/>
                </a:cubicBezTo>
                <a:cubicBezTo>
                  <a:pt x="217" y="67"/>
                  <a:pt x="217" y="67"/>
                  <a:pt x="218" y="67"/>
                </a:cubicBezTo>
                <a:cubicBezTo>
                  <a:pt x="218" y="67"/>
                  <a:pt x="218" y="67"/>
                  <a:pt x="218" y="67"/>
                </a:cubicBezTo>
                <a:cubicBezTo>
                  <a:pt x="218" y="67"/>
                  <a:pt x="218" y="67"/>
                  <a:pt x="218" y="67"/>
                </a:cubicBezTo>
                <a:cubicBezTo>
                  <a:pt x="218" y="67"/>
                  <a:pt x="218" y="67"/>
                  <a:pt x="218" y="67"/>
                </a:cubicBezTo>
                <a:cubicBezTo>
                  <a:pt x="218" y="68"/>
                  <a:pt x="218" y="68"/>
                  <a:pt x="218" y="68"/>
                </a:cubicBezTo>
                <a:cubicBezTo>
                  <a:pt x="218" y="68"/>
                  <a:pt x="218" y="68"/>
                  <a:pt x="218" y="69"/>
                </a:cubicBezTo>
                <a:cubicBezTo>
                  <a:pt x="218" y="69"/>
                  <a:pt x="218" y="69"/>
                  <a:pt x="218" y="69"/>
                </a:cubicBezTo>
                <a:cubicBezTo>
                  <a:pt x="218" y="69"/>
                  <a:pt x="218" y="69"/>
                  <a:pt x="218" y="68"/>
                </a:cubicBezTo>
                <a:cubicBezTo>
                  <a:pt x="218" y="68"/>
                  <a:pt x="217" y="68"/>
                  <a:pt x="217" y="68"/>
                </a:cubicBezTo>
                <a:cubicBezTo>
                  <a:pt x="217" y="68"/>
                  <a:pt x="217" y="68"/>
                  <a:pt x="217" y="68"/>
                </a:cubicBezTo>
                <a:cubicBezTo>
                  <a:pt x="217" y="68"/>
                  <a:pt x="217" y="68"/>
                  <a:pt x="217" y="68"/>
                </a:cubicBezTo>
                <a:cubicBezTo>
                  <a:pt x="217" y="69"/>
                  <a:pt x="217" y="69"/>
                  <a:pt x="216" y="69"/>
                </a:cubicBezTo>
                <a:cubicBezTo>
                  <a:pt x="216" y="69"/>
                  <a:pt x="216" y="69"/>
                  <a:pt x="216" y="69"/>
                </a:cubicBezTo>
                <a:cubicBezTo>
                  <a:pt x="216" y="69"/>
                  <a:pt x="216" y="69"/>
                  <a:pt x="216" y="68"/>
                </a:cubicBezTo>
                <a:cubicBezTo>
                  <a:pt x="216" y="68"/>
                  <a:pt x="216" y="68"/>
                  <a:pt x="216" y="68"/>
                </a:cubicBezTo>
                <a:cubicBezTo>
                  <a:pt x="216" y="68"/>
                  <a:pt x="216" y="68"/>
                  <a:pt x="216" y="68"/>
                </a:cubicBezTo>
                <a:cubicBezTo>
                  <a:pt x="216" y="68"/>
                  <a:pt x="216" y="68"/>
                  <a:pt x="215" y="68"/>
                </a:cubicBezTo>
                <a:cubicBezTo>
                  <a:pt x="215" y="68"/>
                  <a:pt x="215" y="68"/>
                  <a:pt x="215" y="68"/>
                </a:cubicBezTo>
                <a:cubicBezTo>
                  <a:pt x="215" y="68"/>
                  <a:pt x="215" y="68"/>
                  <a:pt x="215" y="68"/>
                </a:cubicBezTo>
                <a:cubicBezTo>
                  <a:pt x="215" y="68"/>
                  <a:pt x="215" y="68"/>
                  <a:pt x="215" y="68"/>
                </a:cubicBezTo>
                <a:cubicBezTo>
                  <a:pt x="216" y="68"/>
                  <a:pt x="216" y="68"/>
                  <a:pt x="216" y="67"/>
                </a:cubicBezTo>
                <a:cubicBezTo>
                  <a:pt x="216" y="67"/>
                  <a:pt x="216" y="67"/>
                  <a:pt x="216" y="67"/>
                </a:cubicBezTo>
                <a:close/>
                <a:moveTo>
                  <a:pt x="260" y="74"/>
                </a:moveTo>
                <a:cubicBezTo>
                  <a:pt x="260" y="75"/>
                  <a:pt x="260" y="75"/>
                  <a:pt x="260" y="75"/>
                </a:cubicBezTo>
                <a:cubicBezTo>
                  <a:pt x="260" y="75"/>
                  <a:pt x="260" y="75"/>
                  <a:pt x="260" y="75"/>
                </a:cubicBezTo>
                <a:cubicBezTo>
                  <a:pt x="260" y="75"/>
                  <a:pt x="260" y="75"/>
                  <a:pt x="259" y="75"/>
                </a:cubicBezTo>
                <a:cubicBezTo>
                  <a:pt x="259" y="75"/>
                  <a:pt x="259" y="75"/>
                  <a:pt x="259" y="75"/>
                </a:cubicBezTo>
                <a:cubicBezTo>
                  <a:pt x="259" y="75"/>
                  <a:pt x="259" y="75"/>
                  <a:pt x="258" y="75"/>
                </a:cubicBezTo>
                <a:cubicBezTo>
                  <a:pt x="258" y="75"/>
                  <a:pt x="258" y="75"/>
                  <a:pt x="258" y="75"/>
                </a:cubicBezTo>
                <a:cubicBezTo>
                  <a:pt x="258" y="75"/>
                  <a:pt x="258" y="75"/>
                  <a:pt x="258" y="75"/>
                </a:cubicBezTo>
                <a:cubicBezTo>
                  <a:pt x="258" y="75"/>
                  <a:pt x="258" y="74"/>
                  <a:pt x="258" y="74"/>
                </a:cubicBezTo>
                <a:cubicBezTo>
                  <a:pt x="258" y="74"/>
                  <a:pt x="258" y="74"/>
                  <a:pt x="258" y="74"/>
                </a:cubicBezTo>
                <a:cubicBezTo>
                  <a:pt x="258" y="74"/>
                  <a:pt x="258" y="74"/>
                  <a:pt x="258" y="74"/>
                </a:cubicBezTo>
                <a:cubicBezTo>
                  <a:pt x="258" y="74"/>
                  <a:pt x="258" y="74"/>
                  <a:pt x="258" y="74"/>
                </a:cubicBezTo>
                <a:cubicBezTo>
                  <a:pt x="258" y="74"/>
                  <a:pt x="258" y="74"/>
                  <a:pt x="258" y="74"/>
                </a:cubicBezTo>
                <a:cubicBezTo>
                  <a:pt x="258" y="74"/>
                  <a:pt x="258" y="74"/>
                  <a:pt x="258" y="74"/>
                </a:cubicBezTo>
                <a:cubicBezTo>
                  <a:pt x="258" y="74"/>
                  <a:pt x="258" y="74"/>
                  <a:pt x="258" y="74"/>
                </a:cubicBezTo>
                <a:cubicBezTo>
                  <a:pt x="258" y="73"/>
                  <a:pt x="258" y="73"/>
                  <a:pt x="258" y="73"/>
                </a:cubicBezTo>
                <a:cubicBezTo>
                  <a:pt x="258" y="73"/>
                  <a:pt x="259" y="73"/>
                  <a:pt x="259" y="73"/>
                </a:cubicBezTo>
                <a:cubicBezTo>
                  <a:pt x="259" y="73"/>
                  <a:pt x="259" y="73"/>
                  <a:pt x="259" y="73"/>
                </a:cubicBezTo>
                <a:cubicBezTo>
                  <a:pt x="259" y="73"/>
                  <a:pt x="259" y="73"/>
                  <a:pt x="259" y="73"/>
                </a:cubicBezTo>
                <a:cubicBezTo>
                  <a:pt x="260" y="73"/>
                  <a:pt x="260" y="73"/>
                  <a:pt x="260" y="73"/>
                </a:cubicBezTo>
                <a:cubicBezTo>
                  <a:pt x="260" y="73"/>
                  <a:pt x="260" y="74"/>
                  <a:pt x="260" y="74"/>
                </a:cubicBezTo>
                <a:cubicBezTo>
                  <a:pt x="260" y="74"/>
                  <a:pt x="260" y="74"/>
                  <a:pt x="260" y="74"/>
                </a:cubicBezTo>
                <a:cubicBezTo>
                  <a:pt x="260" y="74"/>
                  <a:pt x="260" y="74"/>
                  <a:pt x="260" y="74"/>
                </a:cubicBezTo>
                <a:cubicBezTo>
                  <a:pt x="260" y="74"/>
                  <a:pt x="260" y="74"/>
                  <a:pt x="260" y="74"/>
                </a:cubicBezTo>
                <a:cubicBezTo>
                  <a:pt x="260" y="74"/>
                  <a:pt x="260" y="74"/>
                  <a:pt x="260" y="74"/>
                </a:cubicBezTo>
                <a:cubicBezTo>
                  <a:pt x="260" y="74"/>
                  <a:pt x="260" y="74"/>
                  <a:pt x="260" y="74"/>
                </a:cubicBezTo>
                <a:cubicBezTo>
                  <a:pt x="260" y="74"/>
                  <a:pt x="260" y="74"/>
                  <a:pt x="260" y="74"/>
                </a:cubicBezTo>
                <a:close/>
                <a:moveTo>
                  <a:pt x="245" y="99"/>
                </a:moveTo>
                <a:cubicBezTo>
                  <a:pt x="249" y="103"/>
                  <a:pt x="249" y="103"/>
                  <a:pt x="249" y="103"/>
                </a:cubicBezTo>
                <a:cubicBezTo>
                  <a:pt x="249" y="103"/>
                  <a:pt x="248" y="104"/>
                  <a:pt x="248" y="104"/>
                </a:cubicBezTo>
                <a:cubicBezTo>
                  <a:pt x="247" y="104"/>
                  <a:pt x="247" y="104"/>
                  <a:pt x="246" y="104"/>
                </a:cubicBezTo>
                <a:cubicBezTo>
                  <a:pt x="246" y="104"/>
                  <a:pt x="246" y="105"/>
                  <a:pt x="246" y="105"/>
                </a:cubicBezTo>
                <a:cubicBezTo>
                  <a:pt x="246" y="104"/>
                  <a:pt x="245" y="104"/>
                  <a:pt x="245" y="104"/>
                </a:cubicBezTo>
                <a:cubicBezTo>
                  <a:pt x="245" y="104"/>
                  <a:pt x="244" y="105"/>
                  <a:pt x="243" y="105"/>
                </a:cubicBezTo>
                <a:cubicBezTo>
                  <a:pt x="242" y="106"/>
                  <a:pt x="241" y="107"/>
                  <a:pt x="240" y="108"/>
                </a:cubicBezTo>
                <a:cubicBezTo>
                  <a:pt x="240" y="108"/>
                  <a:pt x="239" y="108"/>
                  <a:pt x="239" y="108"/>
                </a:cubicBezTo>
                <a:cubicBezTo>
                  <a:pt x="239" y="108"/>
                  <a:pt x="239" y="108"/>
                  <a:pt x="238" y="108"/>
                </a:cubicBezTo>
                <a:cubicBezTo>
                  <a:pt x="238" y="107"/>
                  <a:pt x="238" y="108"/>
                  <a:pt x="238" y="108"/>
                </a:cubicBezTo>
                <a:cubicBezTo>
                  <a:pt x="237" y="108"/>
                  <a:pt x="236" y="108"/>
                  <a:pt x="236" y="108"/>
                </a:cubicBezTo>
                <a:cubicBezTo>
                  <a:pt x="235" y="108"/>
                  <a:pt x="235" y="108"/>
                  <a:pt x="235" y="108"/>
                </a:cubicBezTo>
                <a:cubicBezTo>
                  <a:pt x="235" y="108"/>
                  <a:pt x="235" y="108"/>
                  <a:pt x="235" y="107"/>
                </a:cubicBezTo>
                <a:cubicBezTo>
                  <a:pt x="235" y="107"/>
                  <a:pt x="234" y="107"/>
                  <a:pt x="234" y="107"/>
                </a:cubicBezTo>
                <a:cubicBezTo>
                  <a:pt x="233" y="107"/>
                  <a:pt x="233" y="108"/>
                  <a:pt x="233" y="108"/>
                </a:cubicBezTo>
                <a:cubicBezTo>
                  <a:pt x="232" y="108"/>
                  <a:pt x="232" y="108"/>
                  <a:pt x="231" y="108"/>
                </a:cubicBezTo>
                <a:cubicBezTo>
                  <a:pt x="231" y="108"/>
                  <a:pt x="231" y="107"/>
                  <a:pt x="231" y="107"/>
                </a:cubicBezTo>
                <a:cubicBezTo>
                  <a:pt x="231" y="107"/>
                  <a:pt x="231" y="107"/>
                  <a:pt x="231" y="108"/>
                </a:cubicBezTo>
                <a:cubicBezTo>
                  <a:pt x="231" y="108"/>
                  <a:pt x="230" y="108"/>
                  <a:pt x="230" y="108"/>
                </a:cubicBezTo>
                <a:cubicBezTo>
                  <a:pt x="230" y="108"/>
                  <a:pt x="229" y="108"/>
                  <a:pt x="229" y="108"/>
                </a:cubicBezTo>
                <a:cubicBezTo>
                  <a:pt x="229" y="108"/>
                  <a:pt x="229" y="108"/>
                  <a:pt x="229" y="108"/>
                </a:cubicBezTo>
                <a:cubicBezTo>
                  <a:pt x="229" y="108"/>
                  <a:pt x="229" y="108"/>
                  <a:pt x="229" y="108"/>
                </a:cubicBezTo>
                <a:cubicBezTo>
                  <a:pt x="228" y="108"/>
                  <a:pt x="227" y="108"/>
                  <a:pt x="227" y="108"/>
                </a:cubicBezTo>
                <a:cubicBezTo>
                  <a:pt x="226" y="108"/>
                  <a:pt x="226" y="108"/>
                  <a:pt x="226" y="108"/>
                </a:cubicBezTo>
                <a:cubicBezTo>
                  <a:pt x="226" y="108"/>
                  <a:pt x="226" y="108"/>
                  <a:pt x="225" y="108"/>
                </a:cubicBezTo>
                <a:cubicBezTo>
                  <a:pt x="225" y="108"/>
                  <a:pt x="224" y="108"/>
                  <a:pt x="224" y="108"/>
                </a:cubicBezTo>
                <a:cubicBezTo>
                  <a:pt x="224" y="108"/>
                  <a:pt x="224" y="108"/>
                  <a:pt x="223" y="108"/>
                </a:cubicBezTo>
                <a:cubicBezTo>
                  <a:pt x="223" y="108"/>
                  <a:pt x="223" y="108"/>
                  <a:pt x="223" y="108"/>
                </a:cubicBezTo>
                <a:cubicBezTo>
                  <a:pt x="222" y="108"/>
                  <a:pt x="221" y="108"/>
                  <a:pt x="220" y="108"/>
                </a:cubicBezTo>
                <a:cubicBezTo>
                  <a:pt x="220" y="108"/>
                  <a:pt x="219" y="108"/>
                  <a:pt x="218" y="107"/>
                </a:cubicBezTo>
                <a:cubicBezTo>
                  <a:pt x="218" y="107"/>
                  <a:pt x="218" y="106"/>
                  <a:pt x="218" y="106"/>
                </a:cubicBezTo>
                <a:cubicBezTo>
                  <a:pt x="218" y="106"/>
                  <a:pt x="218" y="106"/>
                  <a:pt x="217" y="105"/>
                </a:cubicBezTo>
                <a:cubicBezTo>
                  <a:pt x="217" y="105"/>
                  <a:pt x="217" y="105"/>
                  <a:pt x="217" y="105"/>
                </a:cubicBezTo>
                <a:cubicBezTo>
                  <a:pt x="217" y="105"/>
                  <a:pt x="217" y="104"/>
                  <a:pt x="216" y="104"/>
                </a:cubicBezTo>
                <a:cubicBezTo>
                  <a:pt x="216" y="103"/>
                  <a:pt x="215" y="103"/>
                  <a:pt x="214" y="103"/>
                </a:cubicBezTo>
                <a:cubicBezTo>
                  <a:pt x="214" y="103"/>
                  <a:pt x="214" y="103"/>
                  <a:pt x="214" y="103"/>
                </a:cubicBezTo>
                <a:cubicBezTo>
                  <a:pt x="214" y="103"/>
                  <a:pt x="214" y="103"/>
                  <a:pt x="214" y="103"/>
                </a:cubicBezTo>
                <a:cubicBezTo>
                  <a:pt x="214" y="103"/>
                  <a:pt x="214" y="103"/>
                  <a:pt x="213" y="102"/>
                </a:cubicBezTo>
                <a:cubicBezTo>
                  <a:pt x="213" y="102"/>
                  <a:pt x="213" y="102"/>
                  <a:pt x="212" y="102"/>
                </a:cubicBezTo>
                <a:cubicBezTo>
                  <a:pt x="212" y="102"/>
                  <a:pt x="212" y="102"/>
                  <a:pt x="212" y="102"/>
                </a:cubicBezTo>
                <a:cubicBezTo>
                  <a:pt x="211" y="103"/>
                  <a:pt x="211" y="103"/>
                  <a:pt x="210" y="103"/>
                </a:cubicBezTo>
                <a:cubicBezTo>
                  <a:pt x="210" y="103"/>
                  <a:pt x="209" y="103"/>
                  <a:pt x="209" y="103"/>
                </a:cubicBezTo>
                <a:cubicBezTo>
                  <a:pt x="209" y="103"/>
                  <a:pt x="209" y="103"/>
                  <a:pt x="208" y="103"/>
                </a:cubicBezTo>
                <a:cubicBezTo>
                  <a:pt x="208" y="103"/>
                  <a:pt x="208" y="104"/>
                  <a:pt x="208" y="104"/>
                </a:cubicBezTo>
                <a:cubicBezTo>
                  <a:pt x="208" y="104"/>
                  <a:pt x="208" y="104"/>
                  <a:pt x="207" y="105"/>
                </a:cubicBezTo>
                <a:cubicBezTo>
                  <a:pt x="207" y="105"/>
                  <a:pt x="206" y="105"/>
                  <a:pt x="206" y="104"/>
                </a:cubicBezTo>
                <a:cubicBezTo>
                  <a:pt x="206" y="104"/>
                  <a:pt x="206" y="104"/>
                  <a:pt x="206" y="104"/>
                </a:cubicBezTo>
                <a:cubicBezTo>
                  <a:pt x="206" y="103"/>
                  <a:pt x="206" y="103"/>
                  <a:pt x="206" y="103"/>
                </a:cubicBezTo>
                <a:cubicBezTo>
                  <a:pt x="205" y="103"/>
                  <a:pt x="205" y="103"/>
                  <a:pt x="205" y="103"/>
                </a:cubicBezTo>
                <a:cubicBezTo>
                  <a:pt x="205" y="103"/>
                  <a:pt x="205" y="103"/>
                  <a:pt x="205" y="102"/>
                </a:cubicBezTo>
                <a:cubicBezTo>
                  <a:pt x="206" y="102"/>
                  <a:pt x="206" y="102"/>
                  <a:pt x="205" y="101"/>
                </a:cubicBezTo>
                <a:cubicBezTo>
                  <a:pt x="205" y="102"/>
                  <a:pt x="205" y="102"/>
                  <a:pt x="204" y="102"/>
                </a:cubicBezTo>
                <a:cubicBezTo>
                  <a:pt x="204" y="102"/>
                  <a:pt x="203" y="101"/>
                  <a:pt x="203" y="101"/>
                </a:cubicBezTo>
                <a:cubicBezTo>
                  <a:pt x="203" y="101"/>
                  <a:pt x="203" y="102"/>
                  <a:pt x="202" y="101"/>
                </a:cubicBezTo>
                <a:cubicBezTo>
                  <a:pt x="202" y="101"/>
                  <a:pt x="202" y="101"/>
                  <a:pt x="202" y="101"/>
                </a:cubicBezTo>
                <a:cubicBezTo>
                  <a:pt x="201" y="101"/>
                  <a:pt x="201" y="101"/>
                  <a:pt x="201" y="101"/>
                </a:cubicBezTo>
                <a:cubicBezTo>
                  <a:pt x="201" y="101"/>
                  <a:pt x="201" y="100"/>
                  <a:pt x="201" y="100"/>
                </a:cubicBezTo>
                <a:cubicBezTo>
                  <a:pt x="201" y="100"/>
                  <a:pt x="200" y="99"/>
                  <a:pt x="200" y="99"/>
                </a:cubicBezTo>
                <a:cubicBezTo>
                  <a:pt x="200" y="99"/>
                  <a:pt x="200" y="99"/>
                  <a:pt x="200" y="99"/>
                </a:cubicBezTo>
                <a:cubicBezTo>
                  <a:pt x="200" y="99"/>
                  <a:pt x="200" y="99"/>
                  <a:pt x="200" y="99"/>
                </a:cubicBezTo>
                <a:cubicBezTo>
                  <a:pt x="200" y="99"/>
                  <a:pt x="200" y="99"/>
                  <a:pt x="200" y="99"/>
                </a:cubicBezTo>
                <a:cubicBezTo>
                  <a:pt x="199" y="99"/>
                  <a:pt x="199" y="99"/>
                  <a:pt x="199" y="99"/>
                </a:cubicBezTo>
                <a:cubicBezTo>
                  <a:pt x="199" y="99"/>
                  <a:pt x="199" y="99"/>
                  <a:pt x="199" y="99"/>
                </a:cubicBezTo>
                <a:cubicBezTo>
                  <a:pt x="199" y="99"/>
                  <a:pt x="199" y="99"/>
                  <a:pt x="199" y="99"/>
                </a:cubicBezTo>
                <a:cubicBezTo>
                  <a:pt x="199" y="99"/>
                  <a:pt x="199" y="99"/>
                  <a:pt x="199" y="99"/>
                </a:cubicBezTo>
                <a:cubicBezTo>
                  <a:pt x="199" y="99"/>
                  <a:pt x="199" y="99"/>
                  <a:pt x="199" y="99"/>
                </a:cubicBezTo>
                <a:cubicBezTo>
                  <a:pt x="199" y="99"/>
                  <a:pt x="199" y="99"/>
                  <a:pt x="199" y="99"/>
                </a:cubicBezTo>
                <a:cubicBezTo>
                  <a:pt x="199" y="98"/>
                  <a:pt x="199" y="98"/>
                  <a:pt x="199" y="98"/>
                </a:cubicBezTo>
                <a:cubicBezTo>
                  <a:pt x="199" y="98"/>
                  <a:pt x="199" y="98"/>
                  <a:pt x="199" y="98"/>
                </a:cubicBezTo>
                <a:cubicBezTo>
                  <a:pt x="199" y="98"/>
                  <a:pt x="198" y="98"/>
                  <a:pt x="198" y="98"/>
                </a:cubicBezTo>
                <a:cubicBezTo>
                  <a:pt x="198" y="98"/>
                  <a:pt x="198" y="98"/>
                  <a:pt x="198" y="98"/>
                </a:cubicBezTo>
                <a:cubicBezTo>
                  <a:pt x="198" y="98"/>
                  <a:pt x="198" y="98"/>
                  <a:pt x="198" y="98"/>
                </a:cubicBezTo>
                <a:cubicBezTo>
                  <a:pt x="198" y="98"/>
                  <a:pt x="198" y="98"/>
                  <a:pt x="197" y="98"/>
                </a:cubicBezTo>
                <a:cubicBezTo>
                  <a:pt x="197" y="98"/>
                  <a:pt x="197" y="97"/>
                  <a:pt x="197" y="97"/>
                </a:cubicBezTo>
                <a:cubicBezTo>
                  <a:pt x="197" y="97"/>
                  <a:pt x="196" y="97"/>
                  <a:pt x="196" y="97"/>
                </a:cubicBezTo>
                <a:cubicBezTo>
                  <a:pt x="196" y="97"/>
                  <a:pt x="195" y="97"/>
                  <a:pt x="195" y="96"/>
                </a:cubicBezTo>
                <a:cubicBezTo>
                  <a:pt x="195" y="96"/>
                  <a:pt x="195" y="96"/>
                  <a:pt x="195" y="96"/>
                </a:cubicBezTo>
                <a:cubicBezTo>
                  <a:pt x="195" y="96"/>
                  <a:pt x="195" y="97"/>
                  <a:pt x="195" y="97"/>
                </a:cubicBezTo>
                <a:cubicBezTo>
                  <a:pt x="194" y="96"/>
                  <a:pt x="194" y="96"/>
                  <a:pt x="194" y="97"/>
                </a:cubicBezTo>
                <a:cubicBezTo>
                  <a:pt x="194" y="97"/>
                  <a:pt x="194" y="97"/>
                  <a:pt x="194" y="97"/>
                </a:cubicBezTo>
                <a:cubicBezTo>
                  <a:pt x="193" y="97"/>
                  <a:pt x="193" y="97"/>
                  <a:pt x="193" y="96"/>
                </a:cubicBezTo>
                <a:cubicBezTo>
                  <a:pt x="192" y="96"/>
                  <a:pt x="191" y="96"/>
                  <a:pt x="190" y="95"/>
                </a:cubicBezTo>
                <a:cubicBezTo>
                  <a:pt x="189" y="95"/>
                  <a:pt x="188" y="94"/>
                  <a:pt x="187" y="92"/>
                </a:cubicBezTo>
                <a:cubicBezTo>
                  <a:pt x="187" y="92"/>
                  <a:pt x="187" y="92"/>
                  <a:pt x="188" y="91"/>
                </a:cubicBezTo>
                <a:cubicBezTo>
                  <a:pt x="188" y="91"/>
                  <a:pt x="188" y="91"/>
                  <a:pt x="188" y="91"/>
                </a:cubicBezTo>
                <a:cubicBezTo>
                  <a:pt x="188" y="91"/>
                  <a:pt x="188" y="90"/>
                  <a:pt x="188" y="90"/>
                </a:cubicBezTo>
                <a:cubicBezTo>
                  <a:pt x="188" y="89"/>
                  <a:pt x="188" y="89"/>
                  <a:pt x="188" y="88"/>
                </a:cubicBezTo>
                <a:cubicBezTo>
                  <a:pt x="189" y="88"/>
                  <a:pt x="189" y="88"/>
                  <a:pt x="189" y="88"/>
                </a:cubicBezTo>
                <a:cubicBezTo>
                  <a:pt x="189" y="88"/>
                  <a:pt x="189" y="87"/>
                  <a:pt x="189" y="87"/>
                </a:cubicBezTo>
                <a:cubicBezTo>
                  <a:pt x="189" y="87"/>
                  <a:pt x="190" y="87"/>
                  <a:pt x="190" y="87"/>
                </a:cubicBezTo>
                <a:cubicBezTo>
                  <a:pt x="191" y="87"/>
                  <a:pt x="191" y="87"/>
                  <a:pt x="191" y="87"/>
                </a:cubicBezTo>
                <a:cubicBezTo>
                  <a:pt x="192" y="88"/>
                  <a:pt x="192" y="88"/>
                  <a:pt x="192" y="88"/>
                </a:cubicBezTo>
                <a:cubicBezTo>
                  <a:pt x="192" y="88"/>
                  <a:pt x="193" y="88"/>
                  <a:pt x="193" y="88"/>
                </a:cubicBezTo>
                <a:cubicBezTo>
                  <a:pt x="193" y="88"/>
                  <a:pt x="193" y="89"/>
                  <a:pt x="193" y="89"/>
                </a:cubicBezTo>
                <a:cubicBezTo>
                  <a:pt x="193" y="89"/>
                  <a:pt x="194" y="89"/>
                  <a:pt x="194" y="89"/>
                </a:cubicBezTo>
                <a:cubicBezTo>
                  <a:pt x="195" y="89"/>
                  <a:pt x="195" y="89"/>
                  <a:pt x="196" y="88"/>
                </a:cubicBezTo>
                <a:cubicBezTo>
                  <a:pt x="196" y="88"/>
                  <a:pt x="196" y="88"/>
                  <a:pt x="196" y="88"/>
                </a:cubicBezTo>
                <a:cubicBezTo>
                  <a:pt x="197" y="88"/>
                  <a:pt x="197" y="88"/>
                  <a:pt x="198" y="88"/>
                </a:cubicBezTo>
                <a:cubicBezTo>
                  <a:pt x="198" y="88"/>
                  <a:pt x="198" y="88"/>
                  <a:pt x="198" y="88"/>
                </a:cubicBezTo>
                <a:cubicBezTo>
                  <a:pt x="198" y="88"/>
                  <a:pt x="198" y="88"/>
                  <a:pt x="198" y="88"/>
                </a:cubicBezTo>
                <a:cubicBezTo>
                  <a:pt x="199" y="89"/>
                  <a:pt x="199" y="89"/>
                  <a:pt x="200" y="89"/>
                </a:cubicBezTo>
                <a:cubicBezTo>
                  <a:pt x="200" y="89"/>
                  <a:pt x="200" y="89"/>
                  <a:pt x="200" y="89"/>
                </a:cubicBezTo>
                <a:cubicBezTo>
                  <a:pt x="200" y="89"/>
                  <a:pt x="200" y="89"/>
                  <a:pt x="200" y="89"/>
                </a:cubicBezTo>
                <a:cubicBezTo>
                  <a:pt x="200" y="89"/>
                  <a:pt x="200" y="89"/>
                  <a:pt x="200" y="89"/>
                </a:cubicBezTo>
                <a:cubicBezTo>
                  <a:pt x="201" y="89"/>
                  <a:pt x="201" y="88"/>
                  <a:pt x="202" y="88"/>
                </a:cubicBezTo>
                <a:cubicBezTo>
                  <a:pt x="202" y="88"/>
                  <a:pt x="202" y="88"/>
                  <a:pt x="202" y="88"/>
                </a:cubicBezTo>
                <a:cubicBezTo>
                  <a:pt x="203" y="88"/>
                  <a:pt x="203" y="88"/>
                  <a:pt x="204" y="88"/>
                </a:cubicBezTo>
                <a:cubicBezTo>
                  <a:pt x="204" y="88"/>
                  <a:pt x="204" y="88"/>
                  <a:pt x="204" y="88"/>
                </a:cubicBezTo>
                <a:cubicBezTo>
                  <a:pt x="204" y="88"/>
                  <a:pt x="204" y="87"/>
                  <a:pt x="205" y="88"/>
                </a:cubicBezTo>
                <a:cubicBezTo>
                  <a:pt x="205" y="88"/>
                  <a:pt x="205" y="88"/>
                  <a:pt x="205" y="88"/>
                </a:cubicBezTo>
                <a:cubicBezTo>
                  <a:pt x="205" y="88"/>
                  <a:pt x="206" y="88"/>
                  <a:pt x="206" y="88"/>
                </a:cubicBezTo>
                <a:cubicBezTo>
                  <a:pt x="206" y="88"/>
                  <a:pt x="207" y="89"/>
                  <a:pt x="207" y="89"/>
                </a:cubicBezTo>
                <a:cubicBezTo>
                  <a:pt x="208" y="89"/>
                  <a:pt x="208" y="89"/>
                  <a:pt x="208" y="89"/>
                </a:cubicBezTo>
                <a:cubicBezTo>
                  <a:pt x="208" y="89"/>
                  <a:pt x="208" y="89"/>
                  <a:pt x="208" y="89"/>
                </a:cubicBezTo>
                <a:cubicBezTo>
                  <a:pt x="209" y="89"/>
                  <a:pt x="209" y="89"/>
                  <a:pt x="209" y="89"/>
                </a:cubicBezTo>
                <a:cubicBezTo>
                  <a:pt x="209" y="89"/>
                  <a:pt x="209" y="90"/>
                  <a:pt x="209" y="90"/>
                </a:cubicBezTo>
                <a:cubicBezTo>
                  <a:pt x="209" y="90"/>
                  <a:pt x="209" y="90"/>
                  <a:pt x="209" y="90"/>
                </a:cubicBezTo>
                <a:cubicBezTo>
                  <a:pt x="210" y="90"/>
                  <a:pt x="210" y="90"/>
                  <a:pt x="210" y="90"/>
                </a:cubicBezTo>
                <a:cubicBezTo>
                  <a:pt x="210" y="90"/>
                  <a:pt x="210" y="90"/>
                  <a:pt x="210" y="90"/>
                </a:cubicBezTo>
                <a:cubicBezTo>
                  <a:pt x="210" y="90"/>
                  <a:pt x="211" y="90"/>
                  <a:pt x="211" y="90"/>
                </a:cubicBezTo>
                <a:cubicBezTo>
                  <a:pt x="211" y="90"/>
                  <a:pt x="211" y="90"/>
                  <a:pt x="211" y="90"/>
                </a:cubicBezTo>
                <a:cubicBezTo>
                  <a:pt x="211" y="90"/>
                  <a:pt x="212" y="90"/>
                  <a:pt x="212" y="90"/>
                </a:cubicBezTo>
                <a:cubicBezTo>
                  <a:pt x="212" y="90"/>
                  <a:pt x="212" y="90"/>
                  <a:pt x="212" y="90"/>
                </a:cubicBezTo>
                <a:cubicBezTo>
                  <a:pt x="212" y="90"/>
                  <a:pt x="213" y="90"/>
                  <a:pt x="213" y="90"/>
                </a:cubicBezTo>
                <a:cubicBezTo>
                  <a:pt x="214" y="90"/>
                  <a:pt x="214" y="90"/>
                  <a:pt x="214" y="90"/>
                </a:cubicBezTo>
                <a:cubicBezTo>
                  <a:pt x="214" y="90"/>
                  <a:pt x="214" y="90"/>
                  <a:pt x="214" y="90"/>
                </a:cubicBezTo>
                <a:cubicBezTo>
                  <a:pt x="215" y="90"/>
                  <a:pt x="215" y="90"/>
                  <a:pt x="215" y="90"/>
                </a:cubicBezTo>
                <a:cubicBezTo>
                  <a:pt x="215" y="90"/>
                  <a:pt x="215" y="90"/>
                  <a:pt x="215" y="90"/>
                </a:cubicBezTo>
                <a:cubicBezTo>
                  <a:pt x="215" y="90"/>
                  <a:pt x="215" y="90"/>
                  <a:pt x="215" y="90"/>
                </a:cubicBezTo>
                <a:cubicBezTo>
                  <a:pt x="215" y="90"/>
                  <a:pt x="215" y="90"/>
                  <a:pt x="215" y="90"/>
                </a:cubicBezTo>
                <a:cubicBezTo>
                  <a:pt x="215" y="90"/>
                  <a:pt x="216" y="90"/>
                  <a:pt x="216" y="90"/>
                </a:cubicBezTo>
                <a:cubicBezTo>
                  <a:pt x="216" y="90"/>
                  <a:pt x="217" y="90"/>
                  <a:pt x="217" y="90"/>
                </a:cubicBezTo>
                <a:cubicBezTo>
                  <a:pt x="217" y="90"/>
                  <a:pt x="217" y="90"/>
                  <a:pt x="217" y="90"/>
                </a:cubicBezTo>
                <a:cubicBezTo>
                  <a:pt x="217" y="90"/>
                  <a:pt x="217" y="90"/>
                  <a:pt x="217" y="89"/>
                </a:cubicBezTo>
                <a:cubicBezTo>
                  <a:pt x="218" y="89"/>
                  <a:pt x="218" y="89"/>
                  <a:pt x="218" y="89"/>
                </a:cubicBezTo>
                <a:cubicBezTo>
                  <a:pt x="218" y="89"/>
                  <a:pt x="218" y="89"/>
                  <a:pt x="218" y="89"/>
                </a:cubicBezTo>
                <a:cubicBezTo>
                  <a:pt x="219" y="88"/>
                  <a:pt x="219" y="88"/>
                  <a:pt x="219" y="88"/>
                </a:cubicBezTo>
                <a:cubicBezTo>
                  <a:pt x="220" y="88"/>
                  <a:pt x="220" y="89"/>
                  <a:pt x="221" y="88"/>
                </a:cubicBezTo>
                <a:cubicBezTo>
                  <a:pt x="221" y="88"/>
                  <a:pt x="222" y="88"/>
                  <a:pt x="222" y="87"/>
                </a:cubicBezTo>
                <a:cubicBezTo>
                  <a:pt x="222" y="88"/>
                  <a:pt x="222" y="88"/>
                  <a:pt x="222" y="89"/>
                </a:cubicBezTo>
                <a:cubicBezTo>
                  <a:pt x="221" y="89"/>
                  <a:pt x="221" y="89"/>
                  <a:pt x="221" y="89"/>
                </a:cubicBezTo>
                <a:cubicBezTo>
                  <a:pt x="221" y="89"/>
                  <a:pt x="222" y="89"/>
                  <a:pt x="222" y="89"/>
                </a:cubicBezTo>
                <a:cubicBezTo>
                  <a:pt x="222" y="89"/>
                  <a:pt x="222" y="90"/>
                  <a:pt x="223" y="90"/>
                </a:cubicBezTo>
                <a:cubicBezTo>
                  <a:pt x="223" y="90"/>
                  <a:pt x="223" y="89"/>
                  <a:pt x="223" y="89"/>
                </a:cubicBezTo>
                <a:cubicBezTo>
                  <a:pt x="223" y="89"/>
                  <a:pt x="224" y="89"/>
                  <a:pt x="224" y="89"/>
                </a:cubicBezTo>
                <a:cubicBezTo>
                  <a:pt x="224" y="89"/>
                  <a:pt x="224" y="89"/>
                  <a:pt x="224" y="89"/>
                </a:cubicBezTo>
                <a:cubicBezTo>
                  <a:pt x="224" y="88"/>
                  <a:pt x="224" y="88"/>
                  <a:pt x="224" y="88"/>
                </a:cubicBezTo>
                <a:cubicBezTo>
                  <a:pt x="225" y="88"/>
                  <a:pt x="226" y="89"/>
                  <a:pt x="227" y="89"/>
                </a:cubicBezTo>
                <a:cubicBezTo>
                  <a:pt x="227" y="89"/>
                  <a:pt x="227" y="89"/>
                  <a:pt x="227" y="89"/>
                </a:cubicBezTo>
                <a:cubicBezTo>
                  <a:pt x="227" y="89"/>
                  <a:pt x="227" y="89"/>
                  <a:pt x="227" y="88"/>
                </a:cubicBezTo>
                <a:cubicBezTo>
                  <a:pt x="227" y="88"/>
                  <a:pt x="228" y="88"/>
                  <a:pt x="228" y="88"/>
                </a:cubicBezTo>
                <a:cubicBezTo>
                  <a:pt x="228" y="87"/>
                  <a:pt x="228" y="87"/>
                  <a:pt x="228" y="87"/>
                </a:cubicBezTo>
                <a:cubicBezTo>
                  <a:pt x="229" y="87"/>
                  <a:pt x="229" y="87"/>
                  <a:pt x="229" y="86"/>
                </a:cubicBezTo>
                <a:cubicBezTo>
                  <a:pt x="228" y="86"/>
                  <a:pt x="227" y="85"/>
                  <a:pt x="227" y="84"/>
                </a:cubicBezTo>
                <a:cubicBezTo>
                  <a:pt x="227" y="84"/>
                  <a:pt x="227" y="84"/>
                  <a:pt x="227" y="84"/>
                </a:cubicBezTo>
                <a:cubicBezTo>
                  <a:pt x="227" y="84"/>
                  <a:pt x="227" y="84"/>
                  <a:pt x="228" y="84"/>
                </a:cubicBezTo>
                <a:cubicBezTo>
                  <a:pt x="228" y="83"/>
                  <a:pt x="229" y="82"/>
                  <a:pt x="230" y="82"/>
                </a:cubicBezTo>
                <a:cubicBezTo>
                  <a:pt x="230" y="81"/>
                  <a:pt x="230" y="81"/>
                  <a:pt x="230" y="81"/>
                </a:cubicBezTo>
                <a:cubicBezTo>
                  <a:pt x="230" y="81"/>
                  <a:pt x="230" y="80"/>
                  <a:pt x="230" y="80"/>
                </a:cubicBezTo>
                <a:cubicBezTo>
                  <a:pt x="230" y="80"/>
                  <a:pt x="230" y="80"/>
                  <a:pt x="230" y="80"/>
                </a:cubicBezTo>
                <a:cubicBezTo>
                  <a:pt x="230" y="80"/>
                  <a:pt x="230" y="80"/>
                  <a:pt x="230" y="80"/>
                </a:cubicBezTo>
                <a:cubicBezTo>
                  <a:pt x="230" y="80"/>
                  <a:pt x="230" y="80"/>
                  <a:pt x="230" y="80"/>
                </a:cubicBezTo>
                <a:cubicBezTo>
                  <a:pt x="230" y="79"/>
                  <a:pt x="230" y="79"/>
                  <a:pt x="230" y="79"/>
                </a:cubicBezTo>
                <a:cubicBezTo>
                  <a:pt x="230" y="79"/>
                  <a:pt x="230" y="78"/>
                  <a:pt x="230" y="78"/>
                </a:cubicBezTo>
                <a:cubicBezTo>
                  <a:pt x="230" y="78"/>
                  <a:pt x="230" y="77"/>
                  <a:pt x="230" y="77"/>
                </a:cubicBezTo>
                <a:cubicBezTo>
                  <a:pt x="231" y="76"/>
                  <a:pt x="231" y="76"/>
                  <a:pt x="231" y="76"/>
                </a:cubicBezTo>
                <a:cubicBezTo>
                  <a:pt x="231" y="76"/>
                  <a:pt x="232" y="76"/>
                  <a:pt x="232" y="76"/>
                </a:cubicBezTo>
                <a:cubicBezTo>
                  <a:pt x="232" y="76"/>
                  <a:pt x="233" y="76"/>
                  <a:pt x="233" y="76"/>
                </a:cubicBezTo>
                <a:cubicBezTo>
                  <a:pt x="233" y="76"/>
                  <a:pt x="233" y="76"/>
                  <a:pt x="233" y="76"/>
                </a:cubicBezTo>
                <a:cubicBezTo>
                  <a:pt x="233" y="76"/>
                  <a:pt x="233" y="76"/>
                  <a:pt x="233" y="76"/>
                </a:cubicBezTo>
                <a:cubicBezTo>
                  <a:pt x="233" y="76"/>
                  <a:pt x="233" y="76"/>
                  <a:pt x="233" y="76"/>
                </a:cubicBezTo>
                <a:cubicBezTo>
                  <a:pt x="233" y="77"/>
                  <a:pt x="234" y="77"/>
                  <a:pt x="234" y="77"/>
                </a:cubicBezTo>
                <a:cubicBezTo>
                  <a:pt x="234" y="77"/>
                  <a:pt x="234" y="77"/>
                  <a:pt x="234" y="77"/>
                </a:cubicBezTo>
                <a:cubicBezTo>
                  <a:pt x="234" y="77"/>
                  <a:pt x="234" y="78"/>
                  <a:pt x="234" y="78"/>
                </a:cubicBezTo>
                <a:cubicBezTo>
                  <a:pt x="234" y="78"/>
                  <a:pt x="234" y="78"/>
                  <a:pt x="234" y="78"/>
                </a:cubicBezTo>
                <a:cubicBezTo>
                  <a:pt x="234" y="78"/>
                  <a:pt x="234" y="78"/>
                  <a:pt x="234" y="79"/>
                </a:cubicBezTo>
                <a:cubicBezTo>
                  <a:pt x="233" y="79"/>
                  <a:pt x="233" y="79"/>
                  <a:pt x="233" y="79"/>
                </a:cubicBezTo>
                <a:cubicBezTo>
                  <a:pt x="233" y="79"/>
                  <a:pt x="232" y="79"/>
                  <a:pt x="231" y="80"/>
                </a:cubicBezTo>
                <a:cubicBezTo>
                  <a:pt x="231" y="80"/>
                  <a:pt x="231" y="80"/>
                  <a:pt x="231" y="80"/>
                </a:cubicBezTo>
                <a:cubicBezTo>
                  <a:pt x="231" y="81"/>
                  <a:pt x="231" y="81"/>
                  <a:pt x="232" y="81"/>
                </a:cubicBezTo>
                <a:cubicBezTo>
                  <a:pt x="232" y="81"/>
                  <a:pt x="232" y="81"/>
                  <a:pt x="232" y="82"/>
                </a:cubicBezTo>
                <a:cubicBezTo>
                  <a:pt x="232" y="82"/>
                  <a:pt x="232" y="82"/>
                  <a:pt x="232" y="82"/>
                </a:cubicBezTo>
                <a:cubicBezTo>
                  <a:pt x="232" y="82"/>
                  <a:pt x="232" y="82"/>
                  <a:pt x="232" y="82"/>
                </a:cubicBezTo>
                <a:cubicBezTo>
                  <a:pt x="232" y="82"/>
                  <a:pt x="232" y="82"/>
                  <a:pt x="231" y="82"/>
                </a:cubicBezTo>
                <a:cubicBezTo>
                  <a:pt x="231" y="83"/>
                  <a:pt x="231" y="83"/>
                  <a:pt x="231" y="83"/>
                </a:cubicBezTo>
                <a:cubicBezTo>
                  <a:pt x="231" y="83"/>
                  <a:pt x="230" y="83"/>
                  <a:pt x="230" y="83"/>
                </a:cubicBezTo>
                <a:cubicBezTo>
                  <a:pt x="230" y="83"/>
                  <a:pt x="230" y="83"/>
                  <a:pt x="230" y="83"/>
                </a:cubicBezTo>
                <a:cubicBezTo>
                  <a:pt x="231" y="83"/>
                  <a:pt x="231" y="84"/>
                  <a:pt x="231" y="84"/>
                </a:cubicBezTo>
                <a:cubicBezTo>
                  <a:pt x="231" y="84"/>
                  <a:pt x="231" y="83"/>
                  <a:pt x="232" y="83"/>
                </a:cubicBezTo>
                <a:cubicBezTo>
                  <a:pt x="232" y="83"/>
                  <a:pt x="232" y="84"/>
                  <a:pt x="232" y="84"/>
                </a:cubicBezTo>
                <a:cubicBezTo>
                  <a:pt x="231" y="84"/>
                  <a:pt x="231" y="84"/>
                  <a:pt x="231" y="84"/>
                </a:cubicBezTo>
                <a:cubicBezTo>
                  <a:pt x="231" y="85"/>
                  <a:pt x="231" y="85"/>
                  <a:pt x="231" y="85"/>
                </a:cubicBezTo>
                <a:cubicBezTo>
                  <a:pt x="231" y="85"/>
                  <a:pt x="231" y="86"/>
                  <a:pt x="231" y="86"/>
                </a:cubicBezTo>
                <a:cubicBezTo>
                  <a:pt x="232" y="86"/>
                  <a:pt x="232" y="86"/>
                  <a:pt x="232" y="87"/>
                </a:cubicBezTo>
                <a:cubicBezTo>
                  <a:pt x="232" y="87"/>
                  <a:pt x="232" y="88"/>
                  <a:pt x="232" y="89"/>
                </a:cubicBezTo>
                <a:cubicBezTo>
                  <a:pt x="232" y="89"/>
                  <a:pt x="232" y="89"/>
                  <a:pt x="232" y="89"/>
                </a:cubicBezTo>
                <a:cubicBezTo>
                  <a:pt x="233" y="89"/>
                  <a:pt x="233" y="89"/>
                  <a:pt x="233" y="89"/>
                </a:cubicBezTo>
                <a:cubicBezTo>
                  <a:pt x="233" y="90"/>
                  <a:pt x="233" y="90"/>
                  <a:pt x="234" y="90"/>
                </a:cubicBezTo>
                <a:cubicBezTo>
                  <a:pt x="234" y="90"/>
                  <a:pt x="234" y="90"/>
                  <a:pt x="235" y="90"/>
                </a:cubicBezTo>
                <a:cubicBezTo>
                  <a:pt x="235" y="90"/>
                  <a:pt x="235" y="90"/>
                  <a:pt x="236" y="90"/>
                </a:cubicBezTo>
                <a:cubicBezTo>
                  <a:pt x="236" y="90"/>
                  <a:pt x="237" y="90"/>
                  <a:pt x="237" y="90"/>
                </a:cubicBezTo>
                <a:cubicBezTo>
                  <a:pt x="237" y="90"/>
                  <a:pt x="237" y="89"/>
                  <a:pt x="238" y="89"/>
                </a:cubicBezTo>
                <a:cubicBezTo>
                  <a:pt x="238" y="88"/>
                  <a:pt x="239" y="88"/>
                  <a:pt x="239" y="88"/>
                </a:cubicBezTo>
                <a:cubicBezTo>
                  <a:pt x="239" y="88"/>
                  <a:pt x="240" y="87"/>
                  <a:pt x="240" y="87"/>
                </a:cubicBezTo>
                <a:cubicBezTo>
                  <a:pt x="240" y="87"/>
                  <a:pt x="240" y="87"/>
                  <a:pt x="240" y="87"/>
                </a:cubicBezTo>
                <a:cubicBezTo>
                  <a:pt x="240" y="87"/>
                  <a:pt x="241" y="86"/>
                  <a:pt x="241" y="86"/>
                </a:cubicBezTo>
                <a:cubicBezTo>
                  <a:pt x="242" y="86"/>
                  <a:pt x="242" y="87"/>
                  <a:pt x="242" y="87"/>
                </a:cubicBezTo>
                <a:cubicBezTo>
                  <a:pt x="243" y="87"/>
                  <a:pt x="243" y="87"/>
                  <a:pt x="243" y="87"/>
                </a:cubicBezTo>
                <a:cubicBezTo>
                  <a:pt x="244" y="87"/>
                  <a:pt x="244" y="88"/>
                  <a:pt x="244" y="89"/>
                </a:cubicBezTo>
                <a:cubicBezTo>
                  <a:pt x="244" y="89"/>
                  <a:pt x="245" y="89"/>
                  <a:pt x="245" y="89"/>
                </a:cubicBezTo>
                <a:cubicBezTo>
                  <a:pt x="245" y="89"/>
                  <a:pt x="245" y="89"/>
                  <a:pt x="245" y="89"/>
                </a:cubicBezTo>
                <a:cubicBezTo>
                  <a:pt x="246" y="90"/>
                  <a:pt x="246" y="90"/>
                  <a:pt x="247" y="89"/>
                </a:cubicBezTo>
                <a:cubicBezTo>
                  <a:pt x="247" y="89"/>
                  <a:pt x="248" y="89"/>
                  <a:pt x="248" y="88"/>
                </a:cubicBezTo>
                <a:cubicBezTo>
                  <a:pt x="248" y="88"/>
                  <a:pt x="248" y="88"/>
                  <a:pt x="249" y="88"/>
                </a:cubicBezTo>
                <a:cubicBezTo>
                  <a:pt x="249" y="87"/>
                  <a:pt x="249" y="87"/>
                  <a:pt x="250" y="87"/>
                </a:cubicBezTo>
                <a:cubicBezTo>
                  <a:pt x="250" y="87"/>
                  <a:pt x="250" y="87"/>
                  <a:pt x="250" y="87"/>
                </a:cubicBezTo>
                <a:cubicBezTo>
                  <a:pt x="250" y="87"/>
                  <a:pt x="250" y="88"/>
                  <a:pt x="250" y="88"/>
                </a:cubicBezTo>
                <a:cubicBezTo>
                  <a:pt x="251" y="88"/>
                  <a:pt x="251" y="88"/>
                  <a:pt x="252" y="88"/>
                </a:cubicBezTo>
                <a:cubicBezTo>
                  <a:pt x="252" y="88"/>
                  <a:pt x="252" y="88"/>
                  <a:pt x="252" y="88"/>
                </a:cubicBezTo>
                <a:cubicBezTo>
                  <a:pt x="252" y="88"/>
                  <a:pt x="252" y="88"/>
                  <a:pt x="252" y="88"/>
                </a:cubicBezTo>
                <a:cubicBezTo>
                  <a:pt x="253" y="87"/>
                  <a:pt x="253" y="87"/>
                  <a:pt x="253" y="87"/>
                </a:cubicBezTo>
                <a:cubicBezTo>
                  <a:pt x="254" y="87"/>
                  <a:pt x="254" y="87"/>
                  <a:pt x="255" y="86"/>
                </a:cubicBezTo>
                <a:cubicBezTo>
                  <a:pt x="255" y="86"/>
                  <a:pt x="255" y="85"/>
                  <a:pt x="255" y="84"/>
                </a:cubicBezTo>
                <a:cubicBezTo>
                  <a:pt x="255" y="84"/>
                  <a:pt x="255" y="84"/>
                  <a:pt x="255" y="83"/>
                </a:cubicBezTo>
                <a:cubicBezTo>
                  <a:pt x="255" y="83"/>
                  <a:pt x="255" y="83"/>
                  <a:pt x="255" y="83"/>
                </a:cubicBezTo>
                <a:cubicBezTo>
                  <a:pt x="256" y="82"/>
                  <a:pt x="256" y="82"/>
                  <a:pt x="256" y="82"/>
                </a:cubicBezTo>
                <a:cubicBezTo>
                  <a:pt x="256" y="80"/>
                  <a:pt x="257" y="79"/>
                  <a:pt x="259" y="78"/>
                </a:cubicBezTo>
                <a:cubicBezTo>
                  <a:pt x="260" y="78"/>
                  <a:pt x="260" y="77"/>
                  <a:pt x="261" y="76"/>
                </a:cubicBezTo>
                <a:cubicBezTo>
                  <a:pt x="261" y="76"/>
                  <a:pt x="262" y="75"/>
                  <a:pt x="262" y="75"/>
                </a:cubicBezTo>
                <a:cubicBezTo>
                  <a:pt x="263" y="75"/>
                  <a:pt x="263" y="75"/>
                  <a:pt x="263" y="74"/>
                </a:cubicBezTo>
                <a:cubicBezTo>
                  <a:pt x="263" y="74"/>
                  <a:pt x="263" y="74"/>
                  <a:pt x="264" y="74"/>
                </a:cubicBezTo>
                <a:cubicBezTo>
                  <a:pt x="264" y="74"/>
                  <a:pt x="264" y="74"/>
                  <a:pt x="264" y="74"/>
                </a:cubicBezTo>
                <a:cubicBezTo>
                  <a:pt x="264" y="74"/>
                  <a:pt x="264" y="74"/>
                  <a:pt x="265" y="74"/>
                </a:cubicBezTo>
                <a:cubicBezTo>
                  <a:pt x="265" y="74"/>
                  <a:pt x="266" y="74"/>
                  <a:pt x="266" y="75"/>
                </a:cubicBezTo>
                <a:cubicBezTo>
                  <a:pt x="267" y="75"/>
                  <a:pt x="267" y="75"/>
                  <a:pt x="267" y="75"/>
                </a:cubicBezTo>
                <a:cubicBezTo>
                  <a:pt x="267" y="75"/>
                  <a:pt x="268" y="74"/>
                  <a:pt x="268" y="74"/>
                </a:cubicBezTo>
                <a:cubicBezTo>
                  <a:pt x="268" y="74"/>
                  <a:pt x="269" y="75"/>
                  <a:pt x="269" y="75"/>
                </a:cubicBezTo>
                <a:cubicBezTo>
                  <a:pt x="270" y="75"/>
                  <a:pt x="270" y="75"/>
                  <a:pt x="270" y="74"/>
                </a:cubicBezTo>
                <a:cubicBezTo>
                  <a:pt x="271" y="74"/>
                  <a:pt x="271" y="74"/>
                  <a:pt x="271" y="74"/>
                </a:cubicBezTo>
                <a:cubicBezTo>
                  <a:pt x="272" y="75"/>
                  <a:pt x="272" y="75"/>
                  <a:pt x="272" y="75"/>
                </a:cubicBezTo>
                <a:cubicBezTo>
                  <a:pt x="271" y="75"/>
                  <a:pt x="271" y="75"/>
                  <a:pt x="271" y="75"/>
                </a:cubicBezTo>
                <a:cubicBezTo>
                  <a:pt x="271" y="75"/>
                  <a:pt x="269" y="75"/>
                  <a:pt x="269" y="75"/>
                </a:cubicBezTo>
                <a:cubicBezTo>
                  <a:pt x="269" y="75"/>
                  <a:pt x="266" y="75"/>
                  <a:pt x="266" y="75"/>
                </a:cubicBezTo>
                <a:cubicBezTo>
                  <a:pt x="265" y="76"/>
                  <a:pt x="265" y="76"/>
                  <a:pt x="265" y="76"/>
                </a:cubicBezTo>
                <a:cubicBezTo>
                  <a:pt x="263" y="77"/>
                  <a:pt x="263" y="77"/>
                  <a:pt x="263" y="77"/>
                </a:cubicBezTo>
                <a:cubicBezTo>
                  <a:pt x="260" y="82"/>
                  <a:pt x="260" y="82"/>
                  <a:pt x="260" y="82"/>
                </a:cubicBezTo>
                <a:cubicBezTo>
                  <a:pt x="258" y="86"/>
                  <a:pt x="258" y="86"/>
                  <a:pt x="258" y="86"/>
                </a:cubicBezTo>
                <a:cubicBezTo>
                  <a:pt x="258" y="86"/>
                  <a:pt x="258" y="86"/>
                  <a:pt x="258" y="86"/>
                </a:cubicBezTo>
                <a:cubicBezTo>
                  <a:pt x="259" y="86"/>
                  <a:pt x="259" y="86"/>
                  <a:pt x="259" y="86"/>
                </a:cubicBezTo>
                <a:cubicBezTo>
                  <a:pt x="260" y="87"/>
                  <a:pt x="260" y="87"/>
                  <a:pt x="260" y="87"/>
                </a:cubicBezTo>
                <a:cubicBezTo>
                  <a:pt x="260" y="88"/>
                  <a:pt x="260" y="88"/>
                  <a:pt x="260" y="88"/>
                </a:cubicBezTo>
                <a:cubicBezTo>
                  <a:pt x="256" y="91"/>
                  <a:pt x="256" y="91"/>
                  <a:pt x="256" y="91"/>
                </a:cubicBezTo>
                <a:cubicBezTo>
                  <a:pt x="256" y="91"/>
                  <a:pt x="255" y="91"/>
                  <a:pt x="255" y="91"/>
                </a:cubicBezTo>
                <a:cubicBezTo>
                  <a:pt x="255" y="91"/>
                  <a:pt x="254" y="91"/>
                  <a:pt x="254" y="91"/>
                </a:cubicBezTo>
                <a:cubicBezTo>
                  <a:pt x="254" y="91"/>
                  <a:pt x="253" y="91"/>
                  <a:pt x="253" y="91"/>
                </a:cubicBezTo>
                <a:cubicBezTo>
                  <a:pt x="253" y="91"/>
                  <a:pt x="253" y="92"/>
                  <a:pt x="253" y="92"/>
                </a:cubicBezTo>
                <a:cubicBezTo>
                  <a:pt x="253" y="92"/>
                  <a:pt x="253" y="93"/>
                  <a:pt x="253" y="93"/>
                </a:cubicBezTo>
                <a:cubicBezTo>
                  <a:pt x="252" y="94"/>
                  <a:pt x="252" y="94"/>
                  <a:pt x="252" y="94"/>
                </a:cubicBezTo>
                <a:cubicBezTo>
                  <a:pt x="245" y="94"/>
                  <a:pt x="245" y="94"/>
                  <a:pt x="245" y="94"/>
                </a:cubicBezTo>
                <a:cubicBezTo>
                  <a:pt x="245" y="94"/>
                  <a:pt x="245" y="96"/>
                  <a:pt x="245" y="97"/>
                </a:cubicBezTo>
                <a:cubicBezTo>
                  <a:pt x="245" y="97"/>
                  <a:pt x="245" y="99"/>
                  <a:pt x="245" y="99"/>
                </a:cubicBezTo>
                <a:close/>
                <a:moveTo>
                  <a:pt x="83" y="84"/>
                </a:moveTo>
                <a:cubicBezTo>
                  <a:pt x="83" y="84"/>
                  <a:pt x="82" y="86"/>
                  <a:pt x="82" y="86"/>
                </a:cubicBezTo>
                <a:cubicBezTo>
                  <a:pt x="82" y="86"/>
                  <a:pt x="82" y="86"/>
                  <a:pt x="82" y="86"/>
                </a:cubicBezTo>
                <a:cubicBezTo>
                  <a:pt x="81" y="86"/>
                  <a:pt x="81" y="86"/>
                  <a:pt x="81" y="86"/>
                </a:cubicBezTo>
                <a:cubicBezTo>
                  <a:pt x="81" y="86"/>
                  <a:pt x="81" y="87"/>
                  <a:pt x="81" y="87"/>
                </a:cubicBezTo>
                <a:cubicBezTo>
                  <a:pt x="81" y="87"/>
                  <a:pt x="80" y="88"/>
                  <a:pt x="80" y="88"/>
                </a:cubicBezTo>
                <a:cubicBezTo>
                  <a:pt x="80" y="88"/>
                  <a:pt x="80" y="88"/>
                  <a:pt x="80" y="88"/>
                </a:cubicBezTo>
                <a:cubicBezTo>
                  <a:pt x="80" y="88"/>
                  <a:pt x="79" y="88"/>
                  <a:pt x="79" y="88"/>
                </a:cubicBezTo>
                <a:cubicBezTo>
                  <a:pt x="79" y="88"/>
                  <a:pt x="79" y="89"/>
                  <a:pt x="79" y="89"/>
                </a:cubicBezTo>
                <a:cubicBezTo>
                  <a:pt x="80" y="89"/>
                  <a:pt x="79" y="89"/>
                  <a:pt x="79" y="89"/>
                </a:cubicBezTo>
                <a:cubicBezTo>
                  <a:pt x="79" y="89"/>
                  <a:pt x="79" y="90"/>
                  <a:pt x="79" y="90"/>
                </a:cubicBezTo>
                <a:cubicBezTo>
                  <a:pt x="79" y="90"/>
                  <a:pt x="79" y="90"/>
                  <a:pt x="79" y="90"/>
                </a:cubicBezTo>
                <a:cubicBezTo>
                  <a:pt x="79" y="90"/>
                  <a:pt x="79" y="91"/>
                  <a:pt x="80" y="91"/>
                </a:cubicBezTo>
                <a:cubicBezTo>
                  <a:pt x="80" y="91"/>
                  <a:pt x="80" y="92"/>
                  <a:pt x="80" y="92"/>
                </a:cubicBezTo>
                <a:cubicBezTo>
                  <a:pt x="80" y="92"/>
                  <a:pt x="80" y="93"/>
                  <a:pt x="80" y="93"/>
                </a:cubicBezTo>
                <a:cubicBezTo>
                  <a:pt x="80" y="93"/>
                  <a:pt x="80" y="94"/>
                  <a:pt x="80" y="94"/>
                </a:cubicBezTo>
                <a:cubicBezTo>
                  <a:pt x="80" y="94"/>
                  <a:pt x="81" y="94"/>
                  <a:pt x="81" y="94"/>
                </a:cubicBezTo>
                <a:cubicBezTo>
                  <a:pt x="81" y="94"/>
                  <a:pt x="80" y="95"/>
                  <a:pt x="80" y="95"/>
                </a:cubicBezTo>
                <a:cubicBezTo>
                  <a:pt x="80" y="95"/>
                  <a:pt x="80" y="95"/>
                  <a:pt x="79" y="95"/>
                </a:cubicBezTo>
                <a:cubicBezTo>
                  <a:pt x="79" y="95"/>
                  <a:pt x="79" y="95"/>
                  <a:pt x="79" y="95"/>
                </a:cubicBezTo>
                <a:cubicBezTo>
                  <a:pt x="78" y="95"/>
                  <a:pt x="77" y="95"/>
                  <a:pt x="77" y="95"/>
                </a:cubicBezTo>
                <a:cubicBezTo>
                  <a:pt x="76" y="96"/>
                  <a:pt x="76" y="96"/>
                  <a:pt x="76" y="96"/>
                </a:cubicBezTo>
                <a:cubicBezTo>
                  <a:pt x="76" y="96"/>
                  <a:pt x="74" y="96"/>
                  <a:pt x="74" y="96"/>
                </a:cubicBezTo>
                <a:cubicBezTo>
                  <a:pt x="74" y="96"/>
                  <a:pt x="74" y="97"/>
                  <a:pt x="74" y="97"/>
                </a:cubicBezTo>
                <a:cubicBezTo>
                  <a:pt x="75" y="99"/>
                  <a:pt x="75" y="99"/>
                  <a:pt x="75" y="99"/>
                </a:cubicBezTo>
                <a:cubicBezTo>
                  <a:pt x="77" y="101"/>
                  <a:pt x="77" y="101"/>
                  <a:pt x="77" y="101"/>
                </a:cubicBezTo>
                <a:cubicBezTo>
                  <a:pt x="77" y="102"/>
                  <a:pt x="77" y="102"/>
                  <a:pt x="77" y="102"/>
                </a:cubicBezTo>
                <a:cubicBezTo>
                  <a:pt x="77" y="102"/>
                  <a:pt x="77" y="102"/>
                  <a:pt x="77" y="102"/>
                </a:cubicBezTo>
                <a:cubicBezTo>
                  <a:pt x="78" y="101"/>
                  <a:pt x="78" y="101"/>
                  <a:pt x="78" y="101"/>
                </a:cubicBezTo>
                <a:cubicBezTo>
                  <a:pt x="78" y="101"/>
                  <a:pt x="80" y="101"/>
                  <a:pt x="80" y="101"/>
                </a:cubicBezTo>
                <a:cubicBezTo>
                  <a:pt x="80" y="101"/>
                  <a:pt x="81" y="101"/>
                  <a:pt x="81" y="101"/>
                </a:cubicBezTo>
                <a:cubicBezTo>
                  <a:pt x="81" y="101"/>
                  <a:pt x="82" y="103"/>
                  <a:pt x="82" y="103"/>
                </a:cubicBezTo>
                <a:cubicBezTo>
                  <a:pt x="82" y="103"/>
                  <a:pt x="82" y="103"/>
                  <a:pt x="82" y="103"/>
                </a:cubicBezTo>
                <a:cubicBezTo>
                  <a:pt x="82" y="103"/>
                  <a:pt x="83" y="103"/>
                  <a:pt x="83" y="103"/>
                </a:cubicBezTo>
                <a:cubicBezTo>
                  <a:pt x="83" y="103"/>
                  <a:pt x="84" y="104"/>
                  <a:pt x="84" y="104"/>
                </a:cubicBezTo>
                <a:cubicBezTo>
                  <a:pt x="84" y="104"/>
                  <a:pt x="85" y="105"/>
                  <a:pt x="85" y="105"/>
                </a:cubicBezTo>
                <a:cubicBezTo>
                  <a:pt x="85" y="105"/>
                  <a:pt x="86" y="105"/>
                  <a:pt x="86" y="105"/>
                </a:cubicBezTo>
                <a:cubicBezTo>
                  <a:pt x="86" y="105"/>
                  <a:pt x="87" y="106"/>
                  <a:pt x="87" y="106"/>
                </a:cubicBezTo>
                <a:cubicBezTo>
                  <a:pt x="87" y="106"/>
                  <a:pt x="87" y="106"/>
                  <a:pt x="87" y="107"/>
                </a:cubicBezTo>
                <a:cubicBezTo>
                  <a:pt x="87" y="107"/>
                  <a:pt x="89" y="107"/>
                  <a:pt x="89" y="107"/>
                </a:cubicBezTo>
                <a:cubicBezTo>
                  <a:pt x="89" y="107"/>
                  <a:pt x="90" y="107"/>
                  <a:pt x="90" y="107"/>
                </a:cubicBezTo>
                <a:cubicBezTo>
                  <a:pt x="90" y="107"/>
                  <a:pt x="90" y="107"/>
                  <a:pt x="90" y="107"/>
                </a:cubicBezTo>
                <a:cubicBezTo>
                  <a:pt x="90" y="108"/>
                  <a:pt x="91" y="108"/>
                  <a:pt x="91" y="108"/>
                </a:cubicBezTo>
                <a:cubicBezTo>
                  <a:pt x="91" y="108"/>
                  <a:pt x="91" y="108"/>
                  <a:pt x="92" y="108"/>
                </a:cubicBezTo>
                <a:cubicBezTo>
                  <a:pt x="92" y="108"/>
                  <a:pt x="93" y="110"/>
                  <a:pt x="93" y="110"/>
                </a:cubicBezTo>
                <a:cubicBezTo>
                  <a:pt x="93" y="107"/>
                  <a:pt x="93" y="107"/>
                  <a:pt x="93" y="107"/>
                </a:cubicBezTo>
                <a:cubicBezTo>
                  <a:pt x="92" y="106"/>
                  <a:pt x="92" y="106"/>
                  <a:pt x="92" y="106"/>
                </a:cubicBezTo>
                <a:cubicBezTo>
                  <a:pt x="92" y="106"/>
                  <a:pt x="93" y="104"/>
                  <a:pt x="93" y="104"/>
                </a:cubicBezTo>
                <a:cubicBezTo>
                  <a:pt x="93" y="104"/>
                  <a:pt x="93" y="103"/>
                  <a:pt x="93" y="103"/>
                </a:cubicBezTo>
                <a:cubicBezTo>
                  <a:pt x="93" y="103"/>
                  <a:pt x="92" y="103"/>
                  <a:pt x="92" y="103"/>
                </a:cubicBezTo>
                <a:cubicBezTo>
                  <a:pt x="92" y="103"/>
                  <a:pt x="91" y="102"/>
                  <a:pt x="91" y="102"/>
                </a:cubicBezTo>
                <a:cubicBezTo>
                  <a:pt x="91" y="102"/>
                  <a:pt x="91" y="102"/>
                  <a:pt x="91" y="102"/>
                </a:cubicBezTo>
                <a:cubicBezTo>
                  <a:pt x="91" y="100"/>
                  <a:pt x="91" y="100"/>
                  <a:pt x="91" y="100"/>
                </a:cubicBezTo>
                <a:cubicBezTo>
                  <a:pt x="91" y="100"/>
                  <a:pt x="92" y="99"/>
                  <a:pt x="92" y="99"/>
                </a:cubicBezTo>
                <a:cubicBezTo>
                  <a:pt x="92" y="99"/>
                  <a:pt x="92" y="98"/>
                  <a:pt x="92" y="98"/>
                </a:cubicBezTo>
                <a:cubicBezTo>
                  <a:pt x="92" y="98"/>
                  <a:pt x="91" y="98"/>
                  <a:pt x="91" y="98"/>
                </a:cubicBezTo>
                <a:cubicBezTo>
                  <a:pt x="91" y="98"/>
                  <a:pt x="91" y="97"/>
                  <a:pt x="91" y="97"/>
                </a:cubicBezTo>
                <a:cubicBezTo>
                  <a:pt x="91" y="97"/>
                  <a:pt x="92" y="96"/>
                  <a:pt x="92" y="96"/>
                </a:cubicBezTo>
                <a:cubicBezTo>
                  <a:pt x="92" y="95"/>
                  <a:pt x="92" y="95"/>
                  <a:pt x="92" y="95"/>
                </a:cubicBezTo>
                <a:cubicBezTo>
                  <a:pt x="93" y="95"/>
                  <a:pt x="94" y="95"/>
                  <a:pt x="94" y="95"/>
                </a:cubicBezTo>
                <a:cubicBezTo>
                  <a:pt x="94" y="94"/>
                  <a:pt x="94" y="94"/>
                  <a:pt x="94" y="94"/>
                </a:cubicBezTo>
                <a:cubicBezTo>
                  <a:pt x="94" y="94"/>
                  <a:pt x="94" y="93"/>
                  <a:pt x="94" y="93"/>
                </a:cubicBezTo>
                <a:cubicBezTo>
                  <a:pt x="94" y="92"/>
                  <a:pt x="94" y="92"/>
                  <a:pt x="94" y="92"/>
                </a:cubicBezTo>
                <a:cubicBezTo>
                  <a:pt x="94" y="91"/>
                  <a:pt x="93" y="91"/>
                  <a:pt x="93" y="91"/>
                </a:cubicBezTo>
                <a:cubicBezTo>
                  <a:pt x="92" y="90"/>
                  <a:pt x="92" y="90"/>
                  <a:pt x="92" y="90"/>
                </a:cubicBezTo>
                <a:cubicBezTo>
                  <a:pt x="92" y="88"/>
                  <a:pt x="92" y="88"/>
                  <a:pt x="92" y="88"/>
                </a:cubicBezTo>
                <a:cubicBezTo>
                  <a:pt x="92" y="88"/>
                  <a:pt x="93" y="87"/>
                  <a:pt x="94" y="87"/>
                </a:cubicBezTo>
                <a:cubicBezTo>
                  <a:pt x="94" y="87"/>
                  <a:pt x="94" y="86"/>
                  <a:pt x="94" y="86"/>
                </a:cubicBezTo>
                <a:cubicBezTo>
                  <a:pt x="94" y="86"/>
                  <a:pt x="93" y="85"/>
                  <a:pt x="93" y="85"/>
                </a:cubicBezTo>
                <a:cubicBezTo>
                  <a:pt x="93" y="85"/>
                  <a:pt x="92" y="84"/>
                  <a:pt x="92" y="84"/>
                </a:cubicBezTo>
                <a:cubicBezTo>
                  <a:pt x="92" y="83"/>
                  <a:pt x="92" y="83"/>
                  <a:pt x="92" y="83"/>
                </a:cubicBezTo>
                <a:cubicBezTo>
                  <a:pt x="91" y="82"/>
                  <a:pt x="91" y="82"/>
                  <a:pt x="91" y="82"/>
                </a:cubicBezTo>
                <a:cubicBezTo>
                  <a:pt x="89" y="82"/>
                  <a:pt x="89" y="82"/>
                  <a:pt x="89" y="82"/>
                </a:cubicBezTo>
                <a:cubicBezTo>
                  <a:pt x="88" y="81"/>
                  <a:pt x="88" y="81"/>
                  <a:pt x="88" y="81"/>
                </a:cubicBezTo>
                <a:cubicBezTo>
                  <a:pt x="86" y="81"/>
                  <a:pt x="86" y="81"/>
                  <a:pt x="86" y="81"/>
                </a:cubicBezTo>
                <a:cubicBezTo>
                  <a:pt x="86" y="84"/>
                  <a:pt x="86" y="84"/>
                  <a:pt x="86" y="84"/>
                </a:cubicBezTo>
                <a:lnTo>
                  <a:pt x="83" y="84"/>
                </a:lnTo>
                <a:close/>
                <a:moveTo>
                  <a:pt x="96" y="118"/>
                </a:moveTo>
                <a:cubicBezTo>
                  <a:pt x="94" y="118"/>
                  <a:pt x="94" y="118"/>
                  <a:pt x="94" y="118"/>
                </a:cubicBezTo>
                <a:cubicBezTo>
                  <a:pt x="93" y="117"/>
                  <a:pt x="93" y="117"/>
                  <a:pt x="93" y="117"/>
                </a:cubicBezTo>
                <a:cubicBezTo>
                  <a:pt x="93" y="116"/>
                  <a:pt x="93" y="116"/>
                  <a:pt x="93" y="116"/>
                </a:cubicBezTo>
                <a:cubicBezTo>
                  <a:pt x="93" y="116"/>
                  <a:pt x="90" y="115"/>
                  <a:pt x="90" y="115"/>
                </a:cubicBezTo>
                <a:cubicBezTo>
                  <a:pt x="90" y="115"/>
                  <a:pt x="90" y="113"/>
                  <a:pt x="90" y="113"/>
                </a:cubicBezTo>
                <a:cubicBezTo>
                  <a:pt x="90" y="113"/>
                  <a:pt x="91" y="112"/>
                  <a:pt x="91" y="112"/>
                </a:cubicBezTo>
                <a:cubicBezTo>
                  <a:pt x="92" y="112"/>
                  <a:pt x="92" y="112"/>
                  <a:pt x="92" y="112"/>
                </a:cubicBezTo>
                <a:cubicBezTo>
                  <a:pt x="93" y="112"/>
                  <a:pt x="93" y="112"/>
                  <a:pt x="93" y="112"/>
                </a:cubicBezTo>
                <a:cubicBezTo>
                  <a:pt x="93" y="110"/>
                  <a:pt x="93" y="110"/>
                  <a:pt x="93" y="110"/>
                </a:cubicBezTo>
                <a:cubicBezTo>
                  <a:pt x="93" y="110"/>
                  <a:pt x="92" y="108"/>
                  <a:pt x="92" y="108"/>
                </a:cubicBezTo>
                <a:cubicBezTo>
                  <a:pt x="91" y="108"/>
                  <a:pt x="91" y="108"/>
                  <a:pt x="91" y="108"/>
                </a:cubicBezTo>
                <a:cubicBezTo>
                  <a:pt x="91" y="108"/>
                  <a:pt x="90" y="108"/>
                  <a:pt x="90" y="107"/>
                </a:cubicBezTo>
                <a:cubicBezTo>
                  <a:pt x="90" y="107"/>
                  <a:pt x="90" y="107"/>
                  <a:pt x="90" y="107"/>
                </a:cubicBezTo>
                <a:cubicBezTo>
                  <a:pt x="90" y="107"/>
                  <a:pt x="89" y="107"/>
                  <a:pt x="89" y="107"/>
                </a:cubicBezTo>
                <a:cubicBezTo>
                  <a:pt x="89" y="107"/>
                  <a:pt x="87" y="107"/>
                  <a:pt x="87" y="107"/>
                </a:cubicBezTo>
                <a:cubicBezTo>
                  <a:pt x="87" y="106"/>
                  <a:pt x="87" y="106"/>
                  <a:pt x="87" y="106"/>
                </a:cubicBezTo>
                <a:cubicBezTo>
                  <a:pt x="87" y="106"/>
                  <a:pt x="86" y="105"/>
                  <a:pt x="86" y="105"/>
                </a:cubicBezTo>
                <a:cubicBezTo>
                  <a:pt x="86" y="105"/>
                  <a:pt x="85" y="105"/>
                  <a:pt x="85" y="105"/>
                </a:cubicBezTo>
                <a:cubicBezTo>
                  <a:pt x="85" y="105"/>
                  <a:pt x="84" y="104"/>
                  <a:pt x="84" y="104"/>
                </a:cubicBezTo>
                <a:cubicBezTo>
                  <a:pt x="84" y="104"/>
                  <a:pt x="83" y="103"/>
                  <a:pt x="83" y="103"/>
                </a:cubicBezTo>
                <a:cubicBezTo>
                  <a:pt x="83" y="103"/>
                  <a:pt x="82" y="103"/>
                  <a:pt x="82" y="103"/>
                </a:cubicBezTo>
                <a:cubicBezTo>
                  <a:pt x="82" y="103"/>
                  <a:pt x="82" y="103"/>
                  <a:pt x="82" y="103"/>
                </a:cubicBezTo>
                <a:cubicBezTo>
                  <a:pt x="82" y="103"/>
                  <a:pt x="81" y="101"/>
                  <a:pt x="81" y="101"/>
                </a:cubicBezTo>
                <a:cubicBezTo>
                  <a:pt x="81" y="101"/>
                  <a:pt x="80" y="101"/>
                  <a:pt x="80" y="101"/>
                </a:cubicBezTo>
                <a:cubicBezTo>
                  <a:pt x="80" y="101"/>
                  <a:pt x="78" y="101"/>
                  <a:pt x="78" y="101"/>
                </a:cubicBezTo>
                <a:cubicBezTo>
                  <a:pt x="77" y="102"/>
                  <a:pt x="77" y="102"/>
                  <a:pt x="77" y="102"/>
                </a:cubicBezTo>
                <a:cubicBezTo>
                  <a:pt x="77" y="102"/>
                  <a:pt x="77" y="102"/>
                  <a:pt x="77" y="102"/>
                </a:cubicBezTo>
                <a:cubicBezTo>
                  <a:pt x="77" y="101"/>
                  <a:pt x="77" y="101"/>
                  <a:pt x="77" y="101"/>
                </a:cubicBezTo>
                <a:cubicBezTo>
                  <a:pt x="75" y="99"/>
                  <a:pt x="75" y="99"/>
                  <a:pt x="75" y="99"/>
                </a:cubicBezTo>
                <a:cubicBezTo>
                  <a:pt x="73" y="99"/>
                  <a:pt x="73" y="99"/>
                  <a:pt x="73" y="99"/>
                </a:cubicBezTo>
                <a:cubicBezTo>
                  <a:pt x="67" y="100"/>
                  <a:pt x="67" y="100"/>
                  <a:pt x="67" y="100"/>
                </a:cubicBezTo>
                <a:cubicBezTo>
                  <a:pt x="66" y="99"/>
                  <a:pt x="66" y="99"/>
                  <a:pt x="66" y="99"/>
                </a:cubicBezTo>
                <a:cubicBezTo>
                  <a:pt x="65" y="99"/>
                  <a:pt x="65" y="99"/>
                  <a:pt x="65" y="99"/>
                </a:cubicBezTo>
                <a:cubicBezTo>
                  <a:pt x="62" y="97"/>
                  <a:pt x="62" y="97"/>
                  <a:pt x="62" y="97"/>
                </a:cubicBezTo>
                <a:cubicBezTo>
                  <a:pt x="62" y="95"/>
                  <a:pt x="62" y="95"/>
                  <a:pt x="62" y="95"/>
                </a:cubicBezTo>
                <a:cubicBezTo>
                  <a:pt x="62" y="95"/>
                  <a:pt x="62" y="95"/>
                  <a:pt x="62" y="95"/>
                </a:cubicBezTo>
                <a:cubicBezTo>
                  <a:pt x="60" y="94"/>
                  <a:pt x="60" y="94"/>
                  <a:pt x="60" y="94"/>
                </a:cubicBezTo>
                <a:cubicBezTo>
                  <a:pt x="51" y="91"/>
                  <a:pt x="51" y="91"/>
                  <a:pt x="51" y="91"/>
                </a:cubicBezTo>
                <a:cubicBezTo>
                  <a:pt x="48" y="90"/>
                  <a:pt x="48" y="90"/>
                  <a:pt x="48" y="90"/>
                </a:cubicBezTo>
                <a:cubicBezTo>
                  <a:pt x="48" y="77"/>
                  <a:pt x="48" y="77"/>
                  <a:pt x="48" y="77"/>
                </a:cubicBezTo>
                <a:cubicBezTo>
                  <a:pt x="47" y="76"/>
                  <a:pt x="47" y="76"/>
                  <a:pt x="47" y="76"/>
                </a:cubicBezTo>
                <a:cubicBezTo>
                  <a:pt x="45" y="76"/>
                  <a:pt x="45" y="76"/>
                  <a:pt x="45" y="76"/>
                </a:cubicBezTo>
                <a:cubicBezTo>
                  <a:pt x="39" y="75"/>
                  <a:pt x="39" y="75"/>
                  <a:pt x="39" y="75"/>
                </a:cubicBezTo>
                <a:cubicBezTo>
                  <a:pt x="37" y="75"/>
                  <a:pt x="37" y="75"/>
                  <a:pt x="37" y="75"/>
                </a:cubicBezTo>
                <a:cubicBezTo>
                  <a:pt x="37" y="77"/>
                  <a:pt x="37" y="77"/>
                  <a:pt x="37" y="77"/>
                </a:cubicBezTo>
                <a:cubicBezTo>
                  <a:pt x="37" y="78"/>
                  <a:pt x="37" y="78"/>
                  <a:pt x="37" y="78"/>
                </a:cubicBezTo>
                <a:cubicBezTo>
                  <a:pt x="37" y="79"/>
                  <a:pt x="37" y="79"/>
                  <a:pt x="37" y="79"/>
                </a:cubicBezTo>
                <a:cubicBezTo>
                  <a:pt x="37" y="79"/>
                  <a:pt x="38" y="80"/>
                  <a:pt x="38" y="80"/>
                </a:cubicBezTo>
                <a:cubicBezTo>
                  <a:pt x="38" y="81"/>
                  <a:pt x="37" y="81"/>
                  <a:pt x="37" y="81"/>
                </a:cubicBezTo>
                <a:cubicBezTo>
                  <a:pt x="37" y="84"/>
                  <a:pt x="37" y="84"/>
                  <a:pt x="37" y="84"/>
                </a:cubicBezTo>
                <a:cubicBezTo>
                  <a:pt x="36" y="84"/>
                  <a:pt x="36" y="84"/>
                  <a:pt x="36" y="84"/>
                </a:cubicBezTo>
                <a:cubicBezTo>
                  <a:pt x="35" y="84"/>
                  <a:pt x="35" y="84"/>
                  <a:pt x="35" y="84"/>
                </a:cubicBezTo>
                <a:cubicBezTo>
                  <a:pt x="34" y="84"/>
                  <a:pt x="34" y="84"/>
                  <a:pt x="34" y="84"/>
                </a:cubicBezTo>
                <a:cubicBezTo>
                  <a:pt x="31" y="87"/>
                  <a:pt x="31" y="87"/>
                  <a:pt x="31" y="87"/>
                </a:cubicBezTo>
                <a:cubicBezTo>
                  <a:pt x="31" y="89"/>
                  <a:pt x="31" y="89"/>
                  <a:pt x="31" y="89"/>
                </a:cubicBezTo>
                <a:cubicBezTo>
                  <a:pt x="33" y="89"/>
                  <a:pt x="33" y="89"/>
                  <a:pt x="33" y="89"/>
                </a:cubicBezTo>
                <a:cubicBezTo>
                  <a:pt x="38" y="93"/>
                  <a:pt x="38" y="93"/>
                  <a:pt x="38" y="93"/>
                </a:cubicBezTo>
                <a:cubicBezTo>
                  <a:pt x="40" y="95"/>
                  <a:pt x="40" y="95"/>
                  <a:pt x="40" y="95"/>
                </a:cubicBezTo>
                <a:cubicBezTo>
                  <a:pt x="45" y="99"/>
                  <a:pt x="45" y="99"/>
                  <a:pt x="45" y="99"/>
                </a:cubicBezTo>
                <a:cubicBezTo>
                  <a:pt x="45" y="122"/>
                  <a:pt x="45" y="122"/>
                  <a:pt x="45" y="122"/>
                </a:cubicBezTo>
                <a:cubicBezTo>
                  <a:pt x="55" y="122"/>
                  <a:pt x="55" y="122"/>
                  <a:pt x="55" y="122"/>
                </a:cubicBezTo>
                <a:cubicBezTo>
                  <a:pt x="80" y="123"/>
                  <a:pt x="80" y="123"/>
                  <a:pt x="80" y="123"/>
                </a:cubicBezTo>
                <a:cubicBezTo>
                  <a:pt x="96" y="119"/>
                  <a:pt x="96" y="119"/>
                  <a:pt x="96" y="119"/>
                </a:cubicBezTo>
                <a:cubicBezTo>
                  <a:pt x="97" y="119"/>
                  <a:pt x="97" y="119"/>
                  <a:pt x="97" y="119"/>
                </a:cubicBezTo>
                <a:lnTo>
                  <a:pt x="96" y="118"/>
                </a:lnTo>
                <a:close/>
                <a:moveTo>
                  <a:pt x="335" y="62"/>
                </a:moveTo>
                <a:cubicBezTo>
                  <a:pt x="335" y="62"/>
                  <a:pt x="335" y="62"/>
                  <a:pt x="335" y="62"/>
                </a:cubicBezTo>
                <a:cubicBezTo>
                  <a:pt x="335" y="63"/>
                  <a:pt x="335" y="63"/>
                  <a:pt x="335" y="63"/>
                </a:cubicBezTo>
                <a:cubicBezTo>
                  <a:pt x="335" y="63"/>
                  <a:pt x="335" y="63"/>
                  <a:pt x="335" y="63"/>
                </a:cubicBezTo>
                <a:cubicBezTo>
                  <a:pt x="335" y="63"/>
                  <a:pt x="335" y="64"/>
                  <a:pt x="335" y="64"/>
                </a:cubicBezTo>
                <a:cubicBezTo>
                  <a:pt x="336" y="64"/>
                  <a:pt x="336" y="64"/>
                  <a:pt x="335" y="65"/>
                </a:cubicBezTo>
                <a:cubicBezTo>
                  <a:pt x="335" y="65"/>
                  <a:pt x="335" y="65"/>
                  <a:pt x="336" y="65"/>
                </a:cubicBezTo>
                <a:cubicBezTo>
                  <a:pt x="336" y="65"/>
                  <a:pt x="336" y="65"/>
                  <a:pt x="336" y="64"/>
                </a:cubicBezTo>
                <a:cubicBezTo>
                  <a:pt x="336" y="64"/>
                  <a:pt x="336" y="63"/>
                  <a:pt x="336" y="63"/>
                </a:cubicBezTo>
                <a:cubicBezTo>
                  <a:pt x="336" y="63"/>
                  <a:pt x="336" y="63"/>
                  <a:pt x="335" y="63"/>
                </a:cubicBezTo>
                <a:cubicBezTo>
                  <a:pt x="335" y="62"/>
                  <a:pt x="335" y="62"/>
                  <a:pt x="335" y="62"/>
                </a:cubicBezTo>
                <a:close/>
                <a:moveTo>
                  <a:pt x="349" y="90"/>
                </a:moveTo>
                <a:cubicBezTo>
                  <a:pt x="349" y="90"/>
                  <a:pt x="349" y="89"/>
                  <a:pt x="349" y="89"/>
                </a:cubicBezTo>
                <a:cubicBezTo>
                  <a:pt x="348" y="89"/>
                  <a:pt x="348" y="89"/>
                  <a:pt x="348" y="88"/>
                </a:cubicBezTo>
                <a:cubicBezTo>
                  <a:pt x="348" y="88"/>
                  <a:pt x="347" y="88"/>
                  <a:pt x="347" y="87"/>
                </a:cubicBezTo>
                <a:cubicBezTo>
                  <a:pt x="347" y="87"/>
                  <a:pt x="347" y="87"/>
                  <a:pt x="347" y="87"/>
                </a:cubicBezTo>
                <a:cubicBezTo>
                  <a:pt x="347" y="86"/>
                  <a:pt x="347" y="86"/>
                  <a:pt x="347" y="86"/>
                </a:cubicBezTo>
                <a:cubicBezTo>
                  <a:pt x="347" y="86"/>
                  <a:pt x="348" y="86"/>
                  <a:pt x="348" y="86"/>
                </a:cubicBezTo>
                <a:cubicBezTo>
                  <a:pt x="348" y="86"/>
                  <a:pt x="348" y="87"/>
                  <a:pt x="348" y="87"/>
                </a:cubicBezTo>
                <a:cubicBezTo>
                  <a:pt x="349" y="87"/>
                  <a:pt x="349" y="88"/>
                  <a:pt x="350" y="88"/>
                </a:cubicBezTo>
                <a:cubicBezTo>
                  <a:pt x="350" y="88"/>
                  <a:pt x="350" y="88"/>
                  <a:pt x="351" y="88"/>
                </a:cubicBezTo>
                <a:cubicBezTo>
                  <a:pt x="351" y="89"/>
                  <a:pt x="351" y="89"/>
                  <a:pt x="351" y="89"/>
                </a:cubicBezTo>
                <a:cubicBezTo>
                  <a:pt x="352" y="89"/>
                  <a:pt x="352" y="90"/>
                  <a:pt x="352" y="89"/>
                </a:cubicBezTo>
                <a:cubicBezTo>
                  <a:pt x="353" y="89"/>
                  <a:pt x="354" y="89"/>
                  <a:pt x="354" y="89"/>
                </a:cubicBezTo>
                <a:cubicBezTo>
                  <a:pt x="354" y="89"/>
                  <a:pt x="355" y="89"/>
                  <a:pt x="355" y="89"/>
                </a:cubicBezTo>
                <a:cubicBezTo>
                  <a:pt x="355" y="89"/>
                  <a:pt x="355" y="89"/>
                  <a:pt x="355" y="90"/>
                </a:cubicBezTo>
                <a:cubicBezTo>
                  <a:pt x="355" y="90"/>
                  <a:pt x="356" y="89"/>
                  <a:pt x="356" y="89"/>
                </a:cubicBezTo>
                <a:cubicBezTo>
                  <a:pt x="356" y="89"/>
                  <a:pt x="356" y="89"/>
                  <a:pt x="356" y="89"/>
                </a:cubicBezTo>
                <a:cubicBezTo>
                  <a:pt x="356" y="90"/>
                  <a:pt x="356" y="90"/>
                  <a:pt x="356" y="90"/>
                </a:cubicBezTo>
                <a:cubicBezTo>
                  <a:pt x="356" y="90"/>
                  <a:pt x="356" y="91"/>
                  <a:pt x="356" y="91"/>
                </a:cubicBezTo>
                <a:cubicBezTo>
                  <a:pt x="357" y="91"/>
                  <a:pt x="357" y="92"/>
                  <a:pt x="358" y="93"/>
                </a:cubicBezTo>
                <a:cubicBezTo>
                  <a:pt x="358" y="93"/>
                  <a:pt x="358" y="94"/>
                  <a:pt x="359" y="94"/>
                </a:cubicBezTo>
                <a:cubicBezTo>
                  <a:pt x="359" y="94"/>
                  <a:pt x="359" y="94"/>
                  <a:pt x="359" y="94"/>
                </a:cubicBezTo>
                <a:cubicBezTo>
                  <a:pt x="359" y="94"/>
                  <a:pt x="359" y="95"/>
                  <a:pt x="359" y="95"/>
                </a:cubicBezTo>
                <a:cubicBezTo>
                  <a:pt x="359" y="96"/>
                  <a:pt x="359" y="96"/>
                  <a:pt x="359" y="97"/>
                </a:cubicBezTo>
                <a:cubicBezTo>
                  <a:pt x="359" y="97"/>
                  <a:pt x="359" y="97"/>
                  <a:pt x="360" y="97"/>
                </a:cubicBezTo>
                <a:cubicBezTo>
                  <a:pt x="360" y="98"/>
                  <a:pt x="360" y="98"/>
                  <a:pt x="360" y="98"/>
                </a:cubicBezTo>
                <a:cubicBezTo>
                  <a:pt x="360" y="98"/>
                  <a:pt x="361" y="98"/>
                  <a:pt x="361" y="98"/>
                </a:cubicBezTo>
                <a:cubicBezTo>
                  <a:pt x="361" y="98"/>
                  <a:pt x="362" y="98"/>
                  <a:pt x="362" y="99"/>
                </a:cubicBezTo>
                <a:cubicBezTo>
                  <a:pt x="362" y="99"/>
                  <a:pt x="362" y="99"/>
                  <a:pt x="363" y="100"/>
                </a:cubicBezTo>
                <a:cubicBezTo>
                  <a:pt x="363" y="100"/>
                  <a:pt x="364" y="100"/>
                  <a:pt x="364" y="100"/>
                </a:cubicBezTo>
                <a:cubicBezTo>
                  <a:pt x="365" y="101"/>
                  <a:pt x="365" y="101"/>
                  <a:pt x="365" y="102"/>
                </a:cubicBezTo>
                <a:cubicBezTo>
                  <a:pt x="365" y="103"/>
                  <a:pt x="366" y="105"/>
                  <a:pt x="367" y="106"/>
                </a:cubicBezTo>
                <a:cubicBezTo>
                  <a:pt x="368" y="105"/>
                  <a:pt x="368" y="105"/>
                  <a:pt x="368" y="105"/>
                </a:cubicBezTo>
                <a:cubicBezTo>
                  <a:pt x="368" y="106"/>
                  <a:pt x="369" y="106"/>
                  <a:pt x="369" y="106"/>
                </a:cubicBezTo>
                <a:cubicBezTo>
                  <a:pt x="369" y="107"/>
                  <a:pt x="370" y="106"/>
                  <a:pt x="370" y="105"/>
                </a:cubicBezTo>
                <a:cubicBezTo>
                  <a:pt x="371" y="107"/>
                  <a:pt x="373" y="109"/>
                  <a:pt x="375" y="110"/>
                </a:cubicBezTo>
                <a:cubicBezTo>
                  <a:pt x="375" y="110"/>
                  <a:pt x="375" y="110"/>
                  <a:pt x="376" y="111"/>
                </a:cubicBezTo>
                <a:cubicBezTo>
                  <a:pt x="376" y="111"/>
                  <a:pt x="376" y="111"/>
                  <a:pt x="376" y="112"/>
                </a:cubicBezTo>
                <a:cubicBezTo>
                  <a:pt x="376" y="112"/>
                  <a:pt x="377" y="113"/>
                  <a:pt x="377" y="114"/>
                </a:cubicBezTo>
                <a:cubicBezTo>
                  <a:pt x="377" y="114"/>
                  <a:pt x="378" y="114"/>
                  <a:pt x="378" y="114"/>
                </a:cubicBezTo>
                <a:cubicBezTo>
                  <a:pt x="378" y="115"/>
                  <a:pt x="378" y="116"/>
                  <a:pt x="378" y="117"/>
                </a:cubicBezTo>
                <a:cubicBezTo>
                  <a:pt x="378" y="117"/>
                  <a:pt x="378" y="117"/>
                  <a:pt x="379" y="118"/>
                </a:cubicBezTo>
                <a:cubicBezTo>
                  <a:pt x="379" y="119"/>
                  <a:pt x="379" y="120"/>
                  <a:pt x="378" y="121"/>
                </a:cubicBezTo>
                <a:cubicBezTo>
                  <a:pt x="378" y="121"/>
                  <a:pt x="378" y="120"/>
                  <a:pt x="378" y="120"/>
                </a:cubicBezTo>
                <a:cubicBezTo>
                  <a:pt x="377" y="120"/>
                  <a:pt x="377" y="121"/>
                  <a:pt x="377" y="121"/>
                </a:cubicBezTo>
                <a:cubicBezTo>
                  <a:pt x="376" y="121"/>
                  <a:pt x="376" y="120"/>
                  <a:pt x="375" y="121"/>
                </a:cubicBezTo>
                <a:cubicBezTo>
                  <a:pt x="375" y="121"/>
                  <a:pt x="375" y="121"/>
                  <a:pt x="374" y="121"/>
                </a:cubicBezTo>
                <a:cubicBezTo>
                  <a:pt x="374" y="122"/>
                  <a:pt x="373" y="122"/>
                  <a:pt x="373" y="122"/>
                </a:cubicBezTo>
                <a:cubicBezTo>
                  <a:pt x="373" y="123"/>
                  <a:pt x="373" y="123"/>
                  <a:pt x="372" y="123"/>
                </a:cubicBezTo>
                <a:cubicBezTo>
                  <a:pt x="372" y="123"/>
                  <a:pt x="372" y="123"/>
                  <a:pt x="372" y="123"/>
                </a:cubicBezTo>
                <a:cubicBezTo>
                  <a:pt x="369" y="123"/>
                  <a:pt x="366" y="121"/>
                  <a:pt x="364" y="120"/>
                </a:cubicBezTo>
                <a:cubicBezTo>
                  <a:pt x="364" y="119"/>
                  <a:pt x="363" y="119"/>
                  <a:pt x="363" y="119"/>
                </a:cubicBezTo>
                <a:cubicBezTo>
                  <a:pt x="363" y="118"/>
                  <a:pt x="363" y="118"/>
                  <a:pt x="362" y="118"/>
                </a:cubicBezTo>
                <a:cubicBezTo>
                  <a:pt x="362" y="117"/>
                  <a:pt x="361" y="117"/>
                  <a:pt x="361" y="116"/>
                </a:cubicBezTo>
                <a:cubicBezTo>
                  <a:pt x="360" y="116"/>
                  <a:pt x="360" y="115"/>
                  <a:pt x="359" y="114"/>
                </a:cubicBezTo>
                <a:cubicBezTo>
                  <a:pt x="360" y="114"/>
                  <a:pt x="361" y="112"/>
                  <a:pt x="360" y="112"/>
                </a:cubicBezTo>
                <a:cubicBezTo>
                  <a:pt x="360" y="111"/>
                  <a:pt x="360" y="111"/>
                  <a:pt x="360" y="111"/>
                </a:cubicBezTo>
                <a:cubicBezTo>
                  <a:pt x="360" y="111"/>
                  <a:pt x="360" y="110"/>
                  <a:pt x="360" y="110"/>
                </a:cubicBezTo>
                <a:cubicBezTo>
                  <a:pt x="360" y="109"/>
                  <a:pt x="359" y="108"/>
                  <a:pt x="359" y="108"/>
                </a:cubicBezTo>
                <a:cubicBezTo>
                  <a:pt x="358" y="108"/>
                  <a:pt x="357" y="108"/>
                  <a:pt x="356" y="107"/>
                </a:cubicBezTo>
                <a:cubicBezTo>
                  <a:pt x="355" y="107"/>
                  <a:pt x="355" y="106"/>
                  <a:pt x="354" y="106"/>
                </a:cubicBezTo>
                <a:cubicBezTo>
                  <a:pt x="354" y="106"/>
                  <a:pt x="354" y="106"/>
                  <a:pt x="354" y="106"/>
                </a:cubicBezTo>
                <a:cubicBezTo>
                  <a:pt x="354" y="106"/>
                  <a:pt x="354" y="105"/>
                  <a:pt x="354" y="105"/>
                </a:cubicBezTo>
                <a:cubicBezTo>
                  <a:pt x="354" y="104"/>
                  <a:pt x="353" y="103"/>
                  <a:pt x="352" y="103"/>
                </a:cubicBezTo>
                <a:cubicBezTo>
                  <a:pt x="351" y="102"/>
                  <a:pt x="350" y="101"/>
                  <a:pt x="349" y="100"/>
                </a:cubicBezTo>
                <a:cubicBezTo>
                  <a:pt x="349" y="100"/>
                  <a:pt x="348" y="100"/>
                  <a:pt x="348" y="99"/>
                </a:cubicBezTo>
                <a:cubicBezTo>
                  <a:pt x="348" y="99"/>
                  <a:pt x="349" y="98"/>
                  <a:pt x="348" y="97"/>
                </a:cubicBezTo>
                <a:cubicBezTo>
                  <a:pt x="348" y="96"/>
                  <a:pt x="347" y="96"/>
                  <a:pt x="347" y="95"/>
                </a:cubicBezTo>
                <a:cubicBezTo>
                  <a:pt x="347" y="95"/>
                  <a:pt x="347" y="94"/>
                  <a:pt x="347" y="94"/>
                </a:cubicBezTo>
                <a:cubicBezTo>
                  <a:pt x="348" y="93"/>
                  <a:pt x="348" y="92"/>
                  <a:pt x="348" y="90"/>
                </a:cubicBezTo>
                <a:cubicBezTo>
                  <a:pt x="348" y="90"/>
                  <a:pt x="348" y="90"/>
                  <a:pt x="349" y="90"/>
                </a:cubicBezTo>
                <a:close/>
                <a:moveTo>
                  <a:pt x="346" y="90"/>
                </a:moveTo>
                <a:cubicBezTo>
                  <a:pt x="346" y="90"/>
                  <a:pt x="346" y="90"/>
                  <a:pt x="346" y="90"/>
                </a:cubicBezTo>
                <a:cubicBezTo>
                  <a:pt x="346" y="90"/>
                  <a:pt x="346" y="90"/>
                  <a:pt x="346" y="89"/>
                </a:cubicBezTo>
                <a:cubicBezTo>
                  <a:pt x="346" y="89"/>
                  <a:pt x="346" y="89"/>
                  <a:pt x="346" y="89"/>
                </a:cubicBezTo>
                <a:cubicBezTo>
                  <a:pt x="346" y="89"/>
                  <a:pt x="346" y="89"/>
                  <a:pt x="346" y="89"/>
                </a:cubicBezTo>
                <a:cubicBezTo>
                  <a:pt x="346" y="89"/>
                  <a:pt x="346" y="89"/>
                  <a:pt x="346" y="89"/>
                </a:cubicBezTo>
                <a:cubicBezTo>
                  <a:pt x="346" y="89"/>
                  <a:pt x="346" y="89"/>
                  <a:pt x="346" y="89"/>
                </a:cubicBezTo>
                <a:cubicBezTo>
                  <a:pt x="346" y="88"/>
                  <a:pt x="346" y="88"/>
                  <a:pt x="346" y="89"/>
                </a:cubicBezTo>
                <a:cubicBezTo>
                  <a:pt x="346" y="89"/>
                  <a:pt x="346" y="89"/>
                  <a:pt x="346" y="89"/>
                </a:cubicBezTo>
                <a:cubicBezTo>
                  <a:pt x="346" y="89"/>
                  <a:pt x="346" y="89"/>
                  <a:pt x="346" y="89"/>
                </a:cubicBezTo>
                <a:cubicBezTo>
                  <a:pt x="346" y="89"/>
                  <a:pt x="346" y="89"/>
                  <a:pt x="346" y="89"/>
                </a:cubicBezTo>
                <a:cubicBezTo>
                  <a:pt x="346" y="89"/>
                  <a:pt x="346" y="89"/>
                  <a:pt x="346" y="89"/>
                </a:cubicBezTo>
                <a:cubicBezTo>
                  <a:pt x="346" y="89"/>
                  <a:pt x="346" y="89"/>
                  <a:pt x="347" y="89"/>
                </a:cubicBezTo>
                <a:cubicBezTo>
                  <a:pt x="347" y="89"/>
                  <a:pt x="347" y="89"/>
                  <a:pt x="347" y="89"/>
                </a:cubicBezTo>
                <a:cubicBezTo>
                  <a:pt x="347" y="89"/>
                  <a:pt x="347" y="90"/>
                  <a:pt x="347" y="90"/>
                </a:cubicBezTo>
                <a:cubicBezTo>
                  <a:pt x="347" y="90"/>
                  <a:pt x="346" y="90"/>
                  <a:pt x="346" y="90"/>
                </a:cubicBezTo>
                <a:cubicBezTo>
                  <a:pt x="346" y="90"/>
                  <a:pt x="346" y="90"/>
                  <a:pt x="346" y="90"/>
                </a:cubicBezTo>
                <a:cubicBezTo>
                  <a:pt x="346" y="90"/>
                  <a:pt x="346" y="90"/>
                  <a:pt x="346" y="90"/>
                </a:cubicBezTo>
                <a:cubicBezTo>
                  <a:pt x="346" y="90"/>
                  <a:pt x="346" y="90"/>
                  <a:pt x="346" y="90"/>
                </a:cubicBezTo>
                <a:cubicBezTo>
                  <a:pt x="346" y="90"/>
                  <a:pt x="346" y="90"/>
                  <a:pt x="346" y="90"/>
                </a:cubicBezTo>
                <a:cubicBezTo>
                  <a:pt x="346" y="90"/>
                  <a:pt x="346" y="90"/>
                  <a:pt x="346" y="90"/>
                </a:cubicBezTo>
                <a:close/>
                <a:moveTo>
                  <a:pt x="346" y="86"/>
                </a:moveTo>
                <a:cubicBezTo>
                  <a:pt x="346" y="86"/>
                  <a:pt x="346" y="86"/>
                  <a:pt x="346" y="86"/>
                </a:cubicBezTo>
                <a:cubicBezTo>
                  <a:pt x="346" y="86"/>
                  <a:pt x="346" y="86"/>
                  <a:pt x="346" y="87"/>
                </a:cubicBezTo>
                <a:cubicBezTo>
                  <a:pt x="345" y="87"/>
                  <a:pt x="345" y="87"/>
                  <a:pt x="345" y="87"/>
                </a:cubicBezTo>
                <a:cubicBezTo>
                  <a:pt x="345" y="87"/>
                  <a:pt x="345" y="87"/>
                  <a:pt x="345" y="87"/>
                </a:cubicBezTo>
                <a:cubicBezTo>
                  <a:pt x="345" y="87"/>
                  <a:pt x="345" y="87"/>
                  <a:pt x="345" y="86"/>
                </a:cubicBezTo>
                <a:cubicBezTo>
                  <a:pt x="345" y="86"/>
                  <a:pt x="345" y="86"/>
                  <a:pt x="345" y="86"/>
                </a:cubicBezTo>
                <a:cubicBezTo>
                  <a:pt x="345" y="85"/>
                  <a:pt x="344" y="85"/>
                  <a:pt x="344" y="85"/>
                </a:cubicBezTo>
                <a:cubicBezTo>
                  <a:pt x="344" y="85"/>
                  <a:pt x="344" y="84"/>
                  <a:pt x="344" y="84"/>
                </a:cubicBezTo>
                <a:cubicBezTo>
                  <a:pt x="344" y="84"/>
                  <a:pt x="344" y="83"/>
                  <a:pt x="344" y="83"/>
                </a:cubicBezTo>
                <a:cubicBezTo>
                  <a:pt x="344" y="82"/>
                  <a:pt x="343" y="82"/>
                  <a:pt x="344" y="82"/>
                </a:cubicBezTo>
                <a:cubicBezTo>
                  <a:pt x="344" y="81"/>
                  <a:pt x="344" y="81"/>
                  <a:pt x="344" y="81"/>
                </a:cubicBezTo>
                <a:cubicBezTo>
                  <a:pt x="344" y="81"/>
                  <a:pt x="344" y="80"/>
                  <a:pt x="344" y="80"/>
                </a:cubicBezTo>
                <a:cubicBezTo>
                  <a:pt x="344" y="80"/>
                  <a:pt x="344" y="80"/>
                  <a:pt x="344" y="80"/>
                </a:cubicBezTo>
                <a:cubicBezTo>
                  <a:pt x="344" y="80"/>
                  <a:pt x="344" y="79"/>
                  <a:pt x="344" y="79"/>
                </a:cubicBezTo>
                <a:cubicBezTo>
                  <a:pt x="344" y="79"/>
                  <a:pt x="344" y="79"/>
                  <a:pt x="344" y="79"/>
                </a:cubicBezTo>
                <a:cubicBezTo>
                  <a:pt x="344" y="79"/>
                  <a:pt x="344" y="79"/>
                  <a:pt x="344" y="79"/>
                </a:cubicBezTo>
                <a:cubicBezTo>
                  <a:pt x="344" y="79"/>
                  <a:pt x="344" y="79"/>
                  <a:pt x="344" y="79"/>
                </a:cubicBezTo>
                <a:cubicBezTo>
                  <a:pt x="344" y="79"/>
                  <a:pt x="343" y="79"/>
                  <a:pt x="343" y="79"/>
                </a:cubicBezTo>
                <a:cubicBezTo>
                  <a:pt x="343" y="79"/>
                  <a:pt x="343" y="78"/>
                  <a:pt x="343" y="78"/>
                </a:cubicBezTo>
                <a:cubicBezTo>
                  <a:pt x="343" y="78"/>
                  <a:pt x="343" y="78"/>
                  <a:pt x="343" y="78"/>
                </a:cubicBezTo>
                <a:cubicBezTo>
                  <a:pt x="343" y="78"/>
                  <a:pt x="343" y="78"/>
                  <a:pt x="343" y="78"/>
                </a:cubicBezTo>
                <a:cubicBezTo>
                  <a:pt x="344" y="78"/>
                  <a:pt x="344" y="77"/>
                  <a:pt x="345" y="77"/>
                </a:cubicBezTo>
                <a:cubicBezTo>
                  <a:pt x="345" y="76"/>
                  <a:pt x="345" y="76"/>
                  <a:pt x="345" y="76"/>
                </a:cubicBezTo>
                <a:cubicBezTo>
                  <a:pt x="345" y="76"/>
                  <a:pt x="345" y="76"/>
                  <a:pt x="345" y="76"/>
                </a:cubicBezTo>
                <a:cubicBezTo>
                  <a:pt x="345" y="76"/>
                  <a:pt x="345" y="76"/>
                  <a:pt x="345" y="76"/>
                </a:cubicBezTo>
                <a:cubicBezTo>
                  <a:pt x="346" y="76"/>
                  <a:pt x="346" y="76"/>
                  <a:pt x="346" y="76"/>
                </a:cubicBezTo>
                <a:cubicBezTo>
                  <a:pt x="346" y="77"/>
                  <a:pt x="346" y="77"/>
                  <a:pt x="347" y="78"/>
                </a:cubicBezTo>
                <a:cubicBezTo>
                  <a:pt x="347" y="78"/>
                  <a:pt x="346" y="79"/>
                  <a:pt x="347" y="79"/>
                </a:cubicBezTo>
                <a:cubicBezTo>
                  <a:pt x="347" y="80"/>
                  <a:pt x="347" y="80"/>
                  <a:pt x="347" y="80"/>
                </a:cubicBezTo>
                <a:cubicBezTo>
                  <a:pt x="347" y="80"/>
                  <a:pt x="347" y="80"/>
                  <a:pt x="347" y="80"/>
                </a:cubicBezTo>
                <a:cubicBezTo>
                  <a:pt x="347" y="80"/>
                  <a:pt x="347" y="80"/>
                  <a:pt x="348" y="81"/>
                </a:cubicBezTo>
                <a:cubicBezTo>
                  <a:pt x="348" y="81"/>
                  <a:pt x="348" y="81"/>
                  <a:pt x="348" y="81"/>
                </a:cubicBezTo>
                <a:cubicBezTo>
                  <a:pt x="348" y="81"/>
                  <a:pt x="348" y="81"/>
                  <a:pt x="348" y="81"/>
                </a:cubicBezTo>
                <a:cubicBezTo>
                  <a:pt x="347" y="82"/>
                  <a:pt x="347" y="83"/>
                  <a:pt x="347" y="84"/>
                </a:cubicBezTo>
                <a:cubicBezTo>
                  <a:pt x="347" y="84"/>
                  <a:pt x="347" y="84"/>
                  <a:pt x="347" y="85"/>
                </a:cubicBezTo>
                <a:cubicBezTo>
                  <a:pt x="347" y="85"/>
                  <a:pt x="347" y="86"/>
                  <a:pt x="347" y="86"/>
                </a:cubicBezTo>
                <a:cubicBezTo>
                  <a:pt x="347" y="86"/>
                  <a:pt x="347" y="86"/>
                  <a:pt x="347" y="86"/>
                </a:cubicBezTo>
                <a:cubicBezTo>
                  <a:pt x="346" y="87"/>
                  <a:pt x="346" y="87"/>
                  <a:pt x="346" y="87"/>
                </a:cubicBezTo>
                <a:cubicBezTo>
                  <a:pt x="346" y="86"/>
                  <a:pt x="346" y="86"/>
                  <a:pt x="346" y="86"/>
                </a:cubicBezTo>
                <a:close/>
                <a:moveTo>
                  <a:pt x="160" y="152"/>
                </a:moveTo>
                <a:cubicBezTo>
                  <a:pt x="159" y="151"/>
                  <a:pt x="159" y="151"/>
                  <a:pt x="159" y="151"/>
                </a:cubicBezTo>
                <a:cubicBezTo>
                  <a:pt x="154" y="151"/>
                  <a:pt x="154" y="151"/>
                  <a:pt x="154" y="151"/>
                </a:cubicBezTo>
                <a:cubicBezTo>
                  <a:pt x="164" y="161"/>
                  <a:pt x="164" y="161"/>
                  <a:pt x="164" y="161"/>
                </a:cubicBezTo>
                <a:cubicBezTo>
                  <a:pt x="166" y="160"/>
                  <a:pt x="166" y="160"/>
                  <a:pt x="166" y="160"/>
                </a:cubicBezTo>
                <a:cubicBezTo>
                  <a:pt x="171" y="165"/>
                  <a:pt x="171" y="165"/>
                  <a:pt x="171" y="165"/>
                </a:cubicBezTo>
                <a:cubicBezTo>
                  <a:pt x="165" y="170"/>
                  <a:pt x="165" y="170"/>
                  <a:pt x="165" y="170"/>
                </a:cubicBezTo>
                <a:cubicBezTo>
                  <a:pt x="166" y="171"/>
                  <a:pt x="166" y="171"/>
                  <a:pt x="166" y="171"/>
                </a:cubicBezTo>
                <a:cubicBezTo>
                  <a:pt x="167" y="172"/>
                  <a:pt x="167" y="172"/>
                  <a:pt x="167" y="172"/>
                </a:cubicBezTo>
                <a:cubicBezTo>
                  <a:pt x="167" y="172"/>
                  <a:pt x="167" y="174"/>
                  <a:pt x="167" y="174"/>
                </a:cubicBezTo>
                <a:cubicBezTo>
                  <a:pt x="167" y="174"/>
                  <a:pt x="168" y="174"/>
                  <a:pt x="168" y="174"/>
                </a:cubicBezTo>
                <a:cubicBezTo>
                  <a:pt x="168" y="174"/>
                  <a:pt x="168" y="175"/>
                  <a:pt x="168" y="175"/>
                </a:cubicBezTo>
                <a:cubicBezTo>
                  <a:pt x="168" y="175"/>
                  <a:pt x="169" y="176"/>
                  <a:pt x="169" y="176"/>
                </a:cubicBezTo>
                <a:cubicBezTo>
                  <a:pt x="169" y="176"/>
                  <a:pt x="171" y="176"/>
                  <a:pt x="171" y="177"/>
                </a:cubicBezTo>
                <a:cubicBezTo>
                  <a:pt x="171" y="177"/>
                  <a:pt x="172" y="177"/>
                  <a:pt x="172" y="178"/>
                </a:cubicBezTo>
                <a:cubicBezTo>
                  <a:pt x="172" y="178"/>
                  <a:pt x="172" y="179"/>
                  <a:pt x="172" y="179"/>
                </a:cubicBezTo>
                <a:cubicBezTo>
                  <a:pt x="172" y="179"/>
                  <a:pt x="173" y="181"/>
                  <a:pt x="173" y="181"/>
                </a:cubicBezTo>
                <a:cubicBezTo>
                  <a:pt x="173" y="181"/>
                  <a:pt x="175" y="181"/>
                  <a:pt x="175" y="181"/>
                </a:cubicBezTo>
                <a:cubicBezTo>
                  <a:pt x="175" y="181"/>
                  <a:pt x="176" y="182"/>
                  <a:pt x="176" y="182"/>
                </a:cubicBezTo>
                <a:cubicBezTo>
                  <a:pt x="176" y="182"/>
                  <a:pt x="176" y="183"/>
                  <a:pt x="176" y="184"/>
                </a:cubicBezTo>
                <a:cubicBezTo>
                  <a:pt x="177" y="184"/>
                  <a:pt x="177" y="184"/>
                  <a:pt x="178" y="184"/>
                </a:cubicBezTo>
                <a:cubicBezTo>
                  <a:pt x="178" y="184"/>
                  <a:pt x="179" y="184"/>
                  <a:pt x="179" y="184"/>
                </a:cubicBezTo>
                <a:cubicBezTo>
                  <a:pt x="179" y="184"/>
                  <a:pt x="179" y="185"/>
                  <a:pt x="179" y="185"/>
                </a:cubicBezTo>
                <a:cubicBezTo>
                  <a:pt x="179" y="186"/>
                  <a:pt x="181" y="187"/>
                  <a:pt x="181" y="187"/>
                </a:cubicBezTo>
                <a:cubicBezTo>
                  <a:pt x="181" y="187"/>
                  <a:pt x="181" y="188"/>
                  <a:pt x="181" y="188"/>
                </a:cubicBezTo>
                <a:cubicBezTo>
                  <a:pt x="181" y="188"/>
                  <a:pt x="180" y="190"/>
                  <a:pt x="180" y="190"/>
                </a:cubicBezTo>
                <a:cubicBezTo>
                  <a:pt x="180" y="190"/>
                  <a:pt x="180" y="190"/>
                  <a:pt x="180" y="190"/>
                </a:cubicBezTo>
                <a:cubicBezTo>
                  <a:pt x="183" y="192"/>
                  <a:pt x="183" y="192"/>
                  <a:pt x="183" y="192"/>
                </a:cubicBezTo>
                <a:cubicBezTo>
                  <a:pt x="185" y="193"/>
                  <a:pt x="185" y="193"/>
                  <a:pt x="185" y="193"/>
                </a:cubicBezTo>
                <a:cubicBezTo>
                  <a:pt x="185" y="193"/>
                  <a:pt x="185" y="194"/>
                  <a:pt x="185" y="194"/>
                </a:cubicBezTo>
                <a:cubicBezTo>
                  <a:pt x="185" y="195"/>
                  <a:pt x="186" y="196"/>
                  <a:pt x="186" y="196"/>
                </a:cubicBezTo>
                <a:cubicBezTo>
                  <a:pt x="186" y="196"/>
                  <a:pt x="189" y="195"/>
                  <a:pt x="189" y="195"/>
                </a:cubicBezTo>
                <a:cubicBezTo>
                  <a:pt x="190" y="196"/>
                  <a:pt x="190" y="196"/>
                  <a:pt x="190" y="196"/>
                </a:cubicBezTo>
                <a:cubicBezTo>
                  <a:pt x="191" y="196"/>
                  <a:pt x="191" y="196"/>
                  <a:pt x="191" y="196"/>
                </a:cubicBezTo>
                <a:cubicBezTo>
                  <a:pt x="194" y="199"/>
                  <a:pt x="194" y="199"/>
                  <a:pt x="194" y="199"/>
                </a:cubicBezTo>
                <a:cubicBezTo>
                  <a:pt x="195" y="199"/>
                  <a:pt x="195" y="199"/>
                  <a:pt x="195" y="199"/>
                </a:cubicBezTo>
                <a:cubicBezTo>
                  <a:pt x="197" y="200"/>
                  <a:pt x="197" y="200"/>
                  <a:pt x="197" y="200"/>
                </a:cubicBezTo>
                <a:cubicBezTo>
                  <a:pt x="199" y="200"/>
                  <a:pt x="199" y="200"/>
                  <a:pt x="199" y="200"/>
                </a:cubicBezTo>
                <a:cubicBezTo>
                  <a:pt x="200" y="201"/>
                  <a:pt x="200" y="201"/>
                  <a:pt x="200" y="201"/>
                </a:cubicBezTo>
                <a:cubicBezTo>
                  <a:pt x="200" y="201"/>
                  <a:pt x="200" y="201"/>
                  <a:pt x="200" y="201"/>
                </a:cubicBezTo>
                <a:cubicBezTo>
                  <a:pt x="201" y="201"/>
                  <a:pt x="201" y="201"/>
                  <a:pt x="201" y="201"/>
                </a:cubicBezTo>
                <a:cubicBezTo>
                  <a:pt x="202" y="200"/>
                  <a:pt x="202" y="200"/>
                  <a:pt x="202" y="200"/>
                </a:cubicBezTo>
                <a:cubicBezTo>
                  <a:pt x="204" y="200"/>
                  <a:pt x="204" y="200"/>
                  <a:pt x="204" y="200"/>
                </a:cubicBezTo>
                <a:cubicBezTo>
                  <a:pt x="204" y="200"/>
                  <a:pt x="204" y="199"/>
                  <a:pt x="204" y="199"/>
                </a:cubicBezTo>
                <a:cubicBezTo>
                  <a:pt x="204" y="199"/>
                  <a:pt x="204" y="198"/>
                  <a:pt x="204" y="198"/>
                </a:cubicBezTo>
                <a:cubicBezTo>
                  <a:pt x="204" y="198"/>
                  <a:pt x="203" y="197"/>
                  <a:pt x="203" y="197"/>
                </a:cubicBezTo>
                <a:cubicBezTo>
                  <a:pt x="203" y="197"/>
                  <a:pt x="203" y="197"/>
                  <a:pt x="203" y="197"/>
                </a:cubicBezTo>
                <a:cubicBezTo>
                  <a:pt x="204" y="196"/>
                  <a:pt x="204" y="196"/>
                  <a:pt x="204" y="196"/>
                </a:cubicBezTo>
                <a:cubicBezTo>
                  <a:pt x="204" y="194"/>
                  <a:pt x="204" y="194"/>
                  <a:pt x="204" y="194"/>
                </a:cubicBezTo>
                <a:cubicBezTo>
                  <a:pt x="207" y="195"/>
                  <a:pt x="207" y="195"/>
                  <a:pt x="207" y="195"/>
                </a:cubicBezTo>
                <a:cubicBezTo>
                  <a:pt x="207" y="194"/>
                  <a:pt x="207" y="194"/>
                  <a:pt x="207" y="194"/>
                </a:cubicBezTo>
                <a:cubicBezTo>
                  <a:pt x="209" y="194"/>
                  <a:pt x="209" y="194"/>
                  <a:pt x="209" y="194"/>
                </a:cubicBezTo>
                <a:cubicBezTo>
                  <a:pt x="209" y="194"/>
                  <a:pt x="212" y="193"/>
                  <a:pt x="213" y="193"/>
                </a:cubicBezTo>
                <a:cubicBezTo>
                  <a:pt x="213" y="193"/>
                  <a:pt x="215" y="192"/>
                  <a:pt x="216" y="192"/>
                </a:cubicBezTo>
                <a:cubicBezTo>
                  <a:pt x="216" y="192"/>
                  <a:pt x="216" y="192"/>
                  <a:pt x="216" y="192"/>
                </a:cubicBezTo>
                <a:cubicBezTo>
                  <a:pt x="216" y="191"/>
                  <a:pt x="216" y="191"/>
                  <a:pt x="215" y="191"/>
                </a:cubicBezTo>
                <a:cubicBezTo>
                  <a:pt x="215" y="191"/>
                  <a:pt x="215" y="191"/>
                  <a:pt x="215" y="191"/>
                </a:cubicBezTo>
                <a:cubicBezTo>
                  <a:pt x="214" y="191"/>
                  <a:pt x="214" y="191"/>
                  <a:pt x="214" y="190"/>
                </a:cubicBezTo>
                <a:cubicBezTo>
                  <a:pt x="214" y="190"/>
                  <a:pt x="214" y="190"/>
                  <a:pt x="214" y="190"/>
                </a:cubicBezTo>
                <a:cubicBezTo>
                  <a:pt x="214" y="190"/>
                  <a:pt x="213" y="190"/>
                  <a:pt x="213" y="190"/>
                </a:cubicBezTo>
                <a:cubicBezTo>
                  <a:pt x="213" y="190"/>
                  <a:pt x="213" y="190"/>
                  <a:pt x="213" y="190"/>
                </a:cubicBezTo>
                <a:cubicBezTo>
                  <a:pt x="212" y="190"/>
                  <a:pt x="212" y="190"/>
                  <a:pt x="212" y="190"/>
                </a:cubicBezTo>
                <a:cubicBezTo>
                  <a:pt x="212" y="190"/>
                  <a:pt x="211" y="190"/>
                  <a:pt x="211" y="190"/>
                </a:cubicBezTo>
                <a:cubicBezTo>
                  <a:pt x="211" y="190"/>
                  <a:pt x="211" y="189"/>
                  <a:pt x="210" y="189"/>
                </a:cubicBezTo>
                <a:cubicBezTo>
                  <a:pt x="210" y="189"/>
                  <a:pt x="210" y="189"/>
                  <a:pt x="210" y="189"/>
                </a:cubicBezTo>
                <a:cubicBezTo>
                  <a:pt x="210" y="188"/>
                  <a:pt x="210" y="188"/>
                  <a:pt x="210" y="188"/>
                </a:cubicBezTo>
                <a:cubicBezTo>
                  <a:pt x="210" y="188"/>
                  <a:pt x="210" y="188"/>
                  <a:pt x="209" y="188"/>
                </a:cubicBezTo>
                <a:cubicBezTo>
                  <a:pt x="209" y="187"/>
                  <a:pt x="209" y="187"/>
                  <a:pt x="209" y="187"/>
                </a:cubicBezTo>
                <a:cubicBezTo>
                  <a:pt x="209" y="187"/>
                  <a:pt x="209" y="187"/>
                  <a:pt x="209" y="187"/>
                </a:cubicBezTo>
                <a:cubicBezTo>
                  <a:pt x="209" y="187"/>
                  <a:pt x="209" y="186"/>
                  <a:pt x="209" y="186"/>
                </a:cubicBezTo>
                <a:cubicBezTo>
                  <a:pt x="209" y="186"/>
                  <a:pt x="209" y="185"/>
                  <a:pt x="209" y="185"/>
                </a:cubicBezTo>
                <a:cubicBezTo>
                  <a:pt x="209" y="185"/>
                  <a:pt x="210" y="185"/>
                  <a:pt x="210" y="185"/>
                </a:cubicBezTo>
                <a:cubicBezTo>
                  <a:pt x="210" y="185"/>
                  <a:pt x="210" y="185"/>
                  <a:pt x="210" y="184"/>
                </a:cubicBezTo>
                <a:cubicBezTo>
                  <a:pt x="210" y="184"/>
                  <a:pt x="210" y="184"/>
                  <a:pt x="210" y="184"/>
                </a:cubicBezTo>
                <a:cubicBezTo>
                  <a:pt x="210" y="184"/>
                  <a:pt x="210" y="183"/>
                  <a:pt x="210" y="183"/>
                </a:cubicBezTo>
                <a:cubicBezTo>
                  <a:pt x="211" y="182"/>
                  <a:pt x="211" y="182"/>
                  <a:pt x="211" y="182"/>
                </a:cubicBezTo>
                <a:cubicBezTo>
                  <a:pt x="211" y="182"/>
                  <a:pt x="211" y="182"/>
                  <a:pt x="211" y="182"/>
                </a:cubicBezTo>
                <a:cubicBezTo>
                  <a:pt x="211" y="182"/>
                  <a:pt x="211" y="181"/>
                  <a:pt x="211" y="181"/>
                </a:cubicBezTo>
                <a:cubicBezTo>
                  <a:pt x="211" y="181"/>
                  <a:pt x="212" y="181"/>
                  <a:pt x="212" y="181"/>
                </a:cubicBezTo>
                <a:cubicBezTo>
                  <a:pt x="212" y="181"/>
                  <a:pt x="212" y="181"/>
                  <a:pt x="212" y="180"/>
                </a:cubicBezTo>
                <a:cubicBezTo>
                  <a:pt x="212" y="180"/>
                  <a:pt x="212" y="180"/>
                  <a:pt x="213" y="180"/>
                </a:cubicBezTo>
                <a:cubicBezTo>
                  <a:pt x="213" y="180"/>
                  <a:pt x="213" y="180"/>
                  <a:pt x="213" y="180"/>
                </a:cubicBezTo>
                <a:cubicBezTo>
                  <a:pt x="213" y="180"/>
                  <a:pt x="213" y="180"/>
                  <a:pt x="213" y="180"/>
                </a:cubicBezTo>
                <a:cubicBezTo>
                  <a:pt x="213" y="180"/>
                  <a:pt x="212" y="180"/>
                  <a:pt x="212" y="180"/>
                </a:cubicBezTo>
                <a:cubicBezTo>
                  <a:pt x="213" y="179"/>
                  <a:pt x="213" y="179"/>
                  <a:pt x="213" y="179"/>
                </a:cubicBezTo>
                <a:cubicBezTo>
                  <a:pt x="213" y="179"/>
                  <a:pt x="213" y="179"/>
                  <a:pt x="213" y="179"/>
                </a:cubicBezTo>
                <a:cubicBezTo>
                  <a:pt x="212" y="178"/>
                  <a:pt x="212" y="178"/>
                  <a:pt x="212" y="178"/>
                </a:cubicBezTo>
                <a:cubicBezTo>
                  <a:pt x="212" y="178"/>
                  <a:pt x="212" y="178"/>
                  <a:pt x="212" y="178"/>
                </a:cubicBezTo>
                <a:cubicBezTo>
                  <a:pt x="212" y="177"/>
                  <a:pt x="212" y="177"/>
                  <a:pt x="212" y="177"/>
                </a:cubicBezTo>
                <a:cubicBezTo>
                  <a:pt x="211" y="177"/>
                  <a:pt x="211" y="177"/>
                  <a:pt x="211" y="177"/>
                </a:cubicBezTo>
                <a:cubicBezTo>
                  <a:pt x="211" y="177"/>
                  <a:pt x="211" y="177"/>
                  <a:pt x="211" y="177"/>
                </a:cubicBezTo>
                <a:cubicBezTo>
                  <a:pt x="211" y="177"/>
                  <a:pt x="211" y="177"/>
                  <a:pt x="211" y="177"/>
                </a:cubicBezTo>
                <a:cubicBezTo>
                  <a:pt x="211" y="177"/>
                  <a:pt x="210" y="177"/>
                  <a:pt x="210" y="177"/>
                </a:cubicBezTo>
                <a:cubicBezTo>
                  <a:pt x="210" y="177"/>
                  <a:pt x="210" y="177"/>
                  <a:pt x="209" y="177"/>
                </a:cubicBezTo>
                <a:cubicBezTo>
                  <a:pt x="209" y="177"/>
                  <a:pt x="209" y="177"/>
                  <a:pt x="209" y="177"/>
                </a:cubicBezTo>
                <a:cubicBezTo>
                  <a:pt x="209" y="177"/>
                  <a:pt x="208" y="177"/>
                  <a:pt x="208" y="177"/>
                </a:cubicBezTo>
                <a:cubicBezTo>
                  <a:pt x="208" y="177"/>
                  <a:pt x="208" y="177"/>
                  <a:pt x="208" y="177"/>
                </a:cubicBezTo>
                <a:cubicBezTo>
                  <a:pt x="208" y="177"/>
                  <a:pt x="208" y="177"/>
                  <a:pt x="208" y="177"/>
                </a:cubicBezTo>
                <a:cubicBezTo>
                  <a:pt x="208" y="177"/>
                  <a:pt x="207" y="177"/>
                  <a:pt x="207" y="177"/>
                </a:cubicBezTo>
                <a:cubicBezTo>
                  <a:pt x="207" y="178"/>
                  <a:pt x="207" y="178"/>
                  <a:pt x="206" y="178"/>
                </a:cubicBezTo>
                <a:cubicBezTo>
                  <a:pt x="206" y="178"/>
                  <a:pt x="204" y="178"/>
                  <a:pt x="204" y="178"/>
                </a:cubicBezTo>
                <a:cubicBezTo>
                  <a:pt x="203" y="178"/>
                  <a:pt x="202" y="178"/>
                  <a:pt x="202" y="178"/>
                </a:cubicBezTo>
                <a:cubicBezTo>
                  <a:pt x="202" y="179"/>
                  <a:pt x="202" y="179"/>
                  <a:pt x="201" y="179"/>
                </a:cubicBezTo>
                <a:cubicBezTo>
                  <a:pt x="201" y="179"/>
                  <a:pt x="201" y="179"/>
                  <a:pt x="201" y="179"/>
                </a:cubicBezTo>
                <a:cubicBezTo>
                  <a:pt x="200" y="179"/>
                  <a:pt x="200" y="179"/>
                  <a:pt x="200" y="179"/>
                </a:cubicBezTo>
                <a:cubicBezTo>
                  <a:pt x="200" y="179"/>
                  <a:pt x="199" y="179"/>
                  <a:pt x="199" y="179"/>
                </a:cubicBezTo>
                <a:cubicBezTo>
                  <a:pt x="199" y="180"/>
                  <a:pt x="199" y="180"/>
                  <a:pt x="198" y="180"/>
                </a:cubicBezTo>
                <a:cubicBezTo>
                  <a:pt x="198" y="180"/>
                  <a:pt x="198" y="180"/>
                  <a:pt x="198" y="179"/>
                </a:cubicBezTo>
                <a:cubicBezTo>
                  <a:pt x="198" y="179"/>
                  <a:pt x="197" y="179"/>
                  <a:pt x="197" y="179"/>
                </a:cubicBezTo>
                <a:cubicBezTo>
                  <a:pt x="197" y="179"/>
                  <a:pt x="196" y="179"/>
                  <a:pt x="196" y="179"/>
                </a:cubicBezTo>
                <a:cubicBezTo>
                  <a:pt x="196" y="179"/>
                  <a:pt x="196" y="179"/>
                  <a:pt x="196" y="179"/>
                </a:cubicBezTo>
                <a:cubicBezTo>
                  <a:pt x="196" y="179"/>
                  <a:pt x="195" y="179"/>
                  <a:pt x="195" y="179"/>
                </a:cubicBezTo>
                <a:cubicBezTo>
                  <a:pt x="195" y="179"/>
                  <a:pt x="195" y="179"/>
                  <a:pt x="195" y="179"/>
                </a:cubicBezTo>
                <a:cubicBezTo>
                  <a:pt x="195" y="179"/>
                  <a:pt x="194" y="178"/>
                  <a:pt x="194" y="178"/>
                </a:cubicBezTo>
                <a:cubicBezTo>
                  <a:pt x="194" y="178"/>
                  <a:pt x="193" y="177"/>
                  <a:pt x="193" y="177"/>
                </a:cubicBezTo>
                <a:cubicBezTo>
                  <a:pt x="193" y="177"/>
                  <a:pt x="193" y="177"/>
                  <a:pt x="193" y="176"/>
                </a:cubicBezTo>
                <a:cubicBezTo>
                  <a:pt x="193" y="176"/>
                  <a:pt x="193" y="176"/>
                  <a:pt x="193" y="176"/>
                </a:cubicBezTo>
                <a:cubicBezTo>
                  <a:pt x="193" y="176"/>
                  <a:pt x="193" y="175"/>
                  <a:pt x="193" y="175"/>
                </a:cubicBezTo>
                <a:cubicBezTo>
                  <a:pt x="193" y="175"/>
                  <a:pt x="193" y="175"/>
                  <a:pt x="192" y="175"/>
                </a:cubicBezTo>
                <a:cubicBezTo>
                  <a:pt x="192" y="174"/>
                  <a:pt x="192" y="174"/>
                  <a:pt x="192" y="174"/>
                </a:cubicBezTo>
                <a:cubicBezTo>
                  <a:pt x="192" y="174"/>
                  <a:pt x="192" y="174"/>
                  <a:pt x="192" y="174"/>
                </a:cubicBezTo>
                <a:cubicBezTo>
                  <a:pt x="192" y="174"/>
                  <a:pt x="192" y="174"/>
                  <a:pt x="192" y="173"/>
                </a:cubicBezTo>
                <a:cubicBezTo>
                  <a:pt x="192" y="173"/>
                  <a:pt x="192" y="173"/>
                  <a:pt x="192" y="173"/>
                </a:cubicBezTo>
                <a:cubicBezTo>
                  <a:pt x="192" y="173"/>
                  <a:pt x="192" y="172"/>
                  <a:pt x="192" y="172"/>
                </a:cubicBezTo>
                <a:cubicBezTo>
                  <a:pt x="191" y="172"/>
                  <a:pt x="192" y="170"/>
                  <a:pt x="192" y="170"/>
                </a:cubicBezTo>
                <a:cubicBezTo>
                  <a:pt x="192" y="170"/>
                  <a:pt x="191" y="170"/>
                  <a:pt x="191" y="170"/>
                </a:cubicBezTo>
                <a:cubicBezTo>
                  <a:pt x="191" y="169"/>
                  <a:pt x="190" y="169"/>
                  <a:pt x="190" y="169"/>
                </a:cubicBezTo>
                <a:cubicBezTo>
                  <a:pt x="190" y="168"/>
                  <a:pt x="190" y="168"/>
                  <a:pt x="190" y="168"/>
                </a:cubicBezTo>
                <a:cubicBezTo>
                  <a:pt x="189" y="168"/>
                  <a:pt x="189" y="168"/>
                  <a:pt x="189" y="167"/>
                </a:cubicBezTo>
                <a:cubicBezTo>
                  <a:pt x="189" y="167"/>
                  <a:pt x="188" y="167"/>
                  <a:pt x="188" y="167"/>
                </a:cubicBezTo>
                <a:cubicBezTo>
                  <a:pt x="187" y="167"/>
                  <a:pt x="187" y="167"/>
                  <a:pt x="187" y="167"/>
                </a:cubicBezTo>
                <a:cubicBezTo>
                  <a:pt x="186" y="167"/>
                  <a:pt x="186" y="167"/>
                  <a:pt x="186" y="166"/>
                </a:cubicBezTo>
                <a:cubicBezTo>
                  <a:pt x="186" y="166"/>
                  <a:pt x="185" y="166"/>
                  <a:pt x="185" y="166"/>
                </a:cubicBezTo>
                <a:cubicBezTo>
                  <a:pt x="185" y="165"/>
                  <a:pt x="185" y="165"/>
                  <a:pt x="185" y="165"/>
                </a:cubicBezTo>
                <a:cubicBezTo>
                  <a:pt x="185" y="165"/>
                  <a:pt x="185" y="165"/>
                  <a:pt x="185" y="165"/>
                </a:cubicBezTo>
                <a:cubicBezTo>
                  <a:pt x="185" y="165"/>
                  <a:pt x="186" y="164"/>
                  <a:pt x="185" y="164"/>
                </a:cubicBezTo>
                <a:cubicBezTo>
                  <a:pt x="185" y="164"/>
                  <a:pt x="185" y="164"/>
                  <a:pt x="185" y="163"/>
                </a:cubicBezTo>
                <a:cubicBezTo>
                  <a:pt x="185" y="163"/>
                  <a:pt x="185" y="163"/>
                  <a:pt x="185" y="163"/>
                </a:cubicBezTo>
                <a:cubicBezTo>
                  <a:pt x="185" y="163"/>
                  <a:pt x="185" y="163"/>
                  <a:pt x="185" y="162"/>
                </a:cubicBezTo>
                <a:cubicBezTo>
                  <a:pt x="185" y="162"/>
                  <a:pt x="185" y="162"/>
                  <a:pt x="185" y="162"/>
                </a:cubicBezTo>
                <a:cubicBezTo>
                  <a:pt x="185" y="162"/>
                  <a:pt x="185" y="162"/>
                  <a:pt x="185" y="161"/>
                </a:cubicBezTo>
                <a:cubicBezTo>
                  <a:pt x="185" y="161"/>
                  <a:pt x="185" y="161"/>
                  <a:pt x="185" y="161"/>
                </a:cubicBezTo>
                <a:cubicBezTo>
                  <a:pt x="185" y="161"/>
                  <a:pt x="185" y="159"/>
                  <a:pt x="185" y="159"/>
                </a:cubicBezTo>
                <a:cubicBezTo>
                  <a:pt x="185" y="159"/>
                  <a:pt x="185" y="158"/>
                  <a:pt x="184" y="158"/>
                </a:cubicBezTo>
                <a:cubicBezTo>
                  <a:pt x="184" y="158"/>
                  <a:pt x="184" y="157"/>
                  <a:pt x="184" y="157"/>
                </a:cubicBezTo>
                <a:cubicBezTo>
                  <a:pt x="184" y="157"/>
                  <a:pt x="184" y="156"/>
                  <a:pt x="184" y="156"/>
                </a:cubicBezTo>
                <a:cubicBezTo>
                  <a:pt x="184" y="156"/>
                  <a:pt x="183" y="155"/>
                  <a:pt x="183" y="155"/>
                </a:cubicBezTo>
                <a:cubicBezTo>
                  <a:pt x="183" y="155"/>
                  <a:pt x="183" y="154"/>
                  <a:pt x="183" y="154"/>
                </a:cubicBezTo>
                <a:cubicBezTo>
                  <a:pt x="183" y="153"/>
                  <a:pt x="183" y="153"/>
                  <a:pt x="182" y="153"/>
                </a:cubicBezTo>
                <a:cubicBezTo>
                  <a:pt x="182" y="153"/>
                  <a:pt x="182" y="153"/>
                  <a:pt x="182" y="153"/>
                </a:cubicBezTo>
                <a:cubicBezTo>
                  <a:pt x="182" y="153"/>
                  <a:pt x="181" y="153"/>
                  <a:pt x="180" y="153"/>
                </a:cubicBezTo>
                <a:cubicBezTo>
                  <a:pt x="180" y="153"/>
                  <a:pt x="180" y="153"/>
                  <a:pt x="180" y="153"/>
                </a:cubicBezTo>
                <a:cubicBezTo>
                  <a:pt x="180" y="153"/>
                  <a:pt x="179" y="153"/>
                  <a:pt x="179" y="153"/>
                </a:cubicBezTo>
                <a:cubicBezTo>
                  <a:pt x="179" y="153"/>
                  <a:pt x="179" y="153"/>
                  <a:pt x="179" y="153"/>
                </a:cubicBezTo>
                <a:cubicBezTo>
                  <a:pt x="179" y="152"/>
                  <a:pt x="179" y="152"/>
                  <a:pt x="179" y="152"/>
                </a:cubicBezTo>
                <a:cubicBezTo>
                  <a:pt x="179" y="152"/>
                  <a:pt x="179" y="152"/>
                  <a:pt x="178" y="151"/>
                </a:cubicBezTo>
                <a:cubicBezTo>
                  <a:pt x="161" y="151"/>
                  <a:pt x="161" y="151"/>
                  <a:pt x="161" y="151"/>
                </a:cubicBezTo>
                <a:lnTo>
                  <a:pt x="160" y="152"/>
                </a:lnTo>
                <a:close/>
                <a:moveTo>
                  <a:pt x="238" y="17"/>
                </a:moveTo>
                <a:cubicBezTo>
                  <a:pt x="238" y="17"/>
                  <a:pt x="238" y="17"/>
                  <a:pt x="238" y="17"/>
                </a:cubicBezTo>
                <a:cubicBezTo>
                  <a:pt x="238" y="17"/>
                  <a:pt x="238" y="18"/>
                  <a:pt x="238" y="18"/>
                </a:cubicBezTo>
                <a:cubicBezTo>
                  <a:pt x="239" y="18"/>
                  <a:pt x="240" y="17"/>
                  <a:pt x="241" y="17"/>
                </a:cubicBezTo>
                <a:cubicBezTo>
                  <a:pt x="241" y="17"/>
                  <a:pt x="241" y="17"/>
                  <a:pt x="241" y="17"/>
                </a:cubicBezTo>
                <a:cubicBezTo>
                  <a:pt x="241" y="16"/>
                  <a:pt x="241" y="16"/>
                  <a:pt x="241" y="16"/>
                </a:cubicBezTo>
                <a:cubicBezTo>
                  <a:pt x="241" y="16"/>
                  <a:pt x="241" y="16"/>
                  <a:pt x="241" y="16"/>
                </a:cubicBezTo>
                <a:cubicBezTo>
                  <a:pt x="241" y="16"/>
                  <a:pt x="241" y="16"/>
                  <a:pt x="241" y="15"/>
                </a:cubicBezTo>
                <a:cubicBezTo>
                  <a:pt x="241" y="15"/>
                  <a:pt x="241" y="15"/>
                  <a:pt x="241" y="15"/>
                </a:cubicBezTo>
                <a:cubicBezTo>
                  <a:pt x="241" y="14"/>
                  <a:pt x="241" y="14"/>
                  <a:pt x="241" y="14"/>
                </a:cubicBezTo>
                <a:cubicBezTo>
                  <a:pt x="241" y="13"/>
                  <a:pt x="241" y="13"/>
                  <a:pt x="241" y="13"/>
                </a:cubicBezTo>
                <a:cubicBezTo>
                  <a:pt x="241" y="13"/>
                  <a:pt x="241" y="13"/>
                  <a:pt x="240" y="13"/>
                </a:cubicBezTo>
                <a:cubicBezTo>
                  <a:pt x="240" y="13"/>
                  <a:pt x="240" y="13"/>
                  <a:pt x="240" y="13"/>
                </a:cubicBezTo>
                <a:cubicBezTo>
                  <a:pt x="240" y="12"/>
                  <a:pt x="239" y="12"/>
                  <a:pt x="239" y="12"/>
                </a:cubicBezTo>
                <a:cubicBezTo>
                  <a:pt x="239" y="12"/>
                  <a:pt x="239" y="12"/>
                  <a:pt x="238" y="12"/>
                </a:cubicBezTo>
                <a:cubicBezTo>
                  <a:pt x="238" y="11"/>
                  <a:pt x="238" y="11"/>
                  <a:pt x="238" y="11"/>
                </a:cubicBezTo>
                <a:cubicBezTo>
                  <a:pt x="237" y="11"/>
                  <a:pt x="237" y="11"/>
                  <a:pt x="237" y="11"/>
                </a:cubicBezTo>
                <a:cubicBezTo>
                  <a:pt x="237" y="11"/>
                  <a:pt x="237" y="11"/>
                  <a:pt x="237" y="11"/>
                </a:cubicBezTo>
                <a:cubicBezTo>
                  <a:pt x="237" y="11"/>
                  <a:pt x="237" y="11"/>
                  <a:pt x="236" y="11"/>
                </a:cubicBezTo>
                <a:cubicBezTo>
                  <a:pt x="236" y="11"/>
                  <a:pt x="236" y="10"/>
                  <a:pt x="236" y="10"/>
                </a:cubicBezTo>
                <a:cubicBezTo>
                  <a:pt x="236" y="10"/>
                  <a:pt x="236" y="10"/>
                  <a:pt x="235" y="10"/>
                </a:cubicBezTo>
                <a:cubicBezTo>
                  <a:pt x="235" y="10"/>
                  <a:pt x="235" y="10"/>
                  <a:pt x="235" y="10"/>
                </a:cubicBezTo>
                <a:cubicBezTo>
                  <a:pt x="234" y="10"/>
                  <a:pt x="234" y="10"/>
                  <a:pt x="234" y="10"/>
                </a:cubicBezTo>
                <a:cubicBezTo>
                  <a:pt x="234" y="10"/>
                  <a:pt x="234" y="10"/>
                  <a:pt x="234" y="11"/>
                </a:cubicBezTo>
                <a:cubicBezTo>
                  <a:pt x="234" y="11"/>
                  <a:pt x="233" y="11"/>
                  <a:pt x="233" y="11"/>
                </a:cubicBezTo>
                <a:cubicBezTo>
                  <a:pt x="233" y="11"/>
                  <a:pt x="232" y="11"/>
                  <a:pt x="232" y="11"/>
                </a:cubicBezTo>
                <a:cubicBezTo>
                  <a:pt x="232" y="11"/>
                  <a:pt x="232" y="11"/>
                  <a:pt x="232" y="11"/>
                </a:cubicBezTo>
                <a:cubicBezTo>
                  <a:pt x="232" y="11"/>
                  <a:pt x="232" y="11"/>
                  <a:pt x="231" y="11"/>
                </a:cubicBezTo>
                <a:cubicBezTo>
                  <a:pt x="231" y="11"/>
                  <a:pt x="231" y="11"/>
                  <a:pt x="231" y="11"/>
                </a:cubicBezTo>
                <a:cubicBezTo>
                  <a:pt x="230" y="12"/>
                  <a:pt x="230" y="12"/>
                  <a:pt x="229" y="12"/>
                </a:cubicBezTo>
                <a:cubicBezTo>
                  <a:pt x="229" y="12"/>
                  <a:pt x="229" y="13"/>
                  <a:pt x="229" y="12"/>
                </a:cubicBezTo>
                <a:cubicBezTo>
                  <a:pt x="229" y="12"/>
                  <a:pt x="229" y="12"/>
                  <a:pt x="229" y="12"/>
                </a:cubicBezTo>
                <a:cubicBezTo>
                  <a:pt x="228" y="12"/>
                  <a:pt x="228" y="13"/>
                  <a:pt x="228" y="13"/>
                </a:cubicBezTo>
                <a:cubicBezTo>
                  <a:pt x="228" y="13"/>
                  <a:pt x="229" y="13"/>
                  <a:pt x="229" y="13"/>
                </a:cubicBezTo>
                <a:cubicBezTo>
                  <a:pt x="229" y="13"/>
                  <a:pt x="229" y="13"/>
                  <a:pt x="230" y="13"/>
                </a:cubicBezTo>
                <a:cubicBezTo>
                  <a:pt x="230" y="13"/>
                  <a:pt x="231" y="13"/>
                  <a:pt x="231" y="14"/>
                </a:cubicBezTo>
                <a:cubicBezTo>
                  <a:pt x="231" y="14"/>
                  <a:pt x="232" y="15"/>
                  <a:pt x="232" y="15"/>
                </a:cubicBezTo>
                <a:cubicBezTo>
                  <a:pt x="232" y="16"/>
                  <a:pt x="232" y="17"/>
                  <a:pt x="233" y="17"/>
                </a:cubicBezTo>
                <a:cubicBezTo>
                  <a:pt x="233" y="17"/>
                  <a:pt x="234" y="17"/>
                  <a:pt x="234" y="17"/>
                </a:cubicBezTo>
                <a:cubicBezTo>
                  <a:pt x="234" y="17"/>
                  <a:pt x="234" y="18"/>
                  <a:pt x="235" y="18"/>
                </a:cubicBezTo>
                <a:cubicBezTo>
                  <a:pt x="235" y="18"/>
                  <a:pt x="235" y="18"/>
                  <a:pt x="235" y="18"/>
                </a:cubicBezTo>
                <a:cubicBezTo>
                  <a:pt x="235" y="18"/>
                  <a:pt x="235" y="17"/>
                  <a:pt x="235" y="17"/>
                </a:cubicBezTo>
                <a:cubicBezTo>
                  <a:pt x="235" y="17"/>
                  <a:pt x="235" y="17"/>
                  <a:pt x="235" y="17"/>
                </a:cubicBezTo>
                <a:cubicBezTo>
                  <a:pt x="236" y="17"/>
                  <a:pt x="236" y="17"/>
                  <a:pt x="236" y="17"/>
                </a:cubicBezTo>
                <a:cubicBezTo>
                  <a:pt x="237" y="17"/>
                  <a:pt x="237" y="17"/>
                  <a:pt x="237" y="17"/>
                </a:cubicBezTo>
                <a:cubicBezTo>
                  <a:pt x="237" y="17"/>
                  <a:pt x="237" y="18"/>
                  <a:pt x="237" y="18"/>
                </a:cubicBezTo>
                <a:cubicBezTo>
                  <a:pt x="237" y="18"/>
                  <a:pt x="238" y="18"/>
                  <a:pt x="238" y="18"/>
                </a:cubicBezTo>
                <a:cubicBezTo>
                  <a:pt x="238" y="18"/>
                  <a:pt x="238" y="17"/>
                  <a:pt x="238" y="17"/>
                </a:cubicBezTo>
                <a:close/>
                <a:moveTo>
                  <a:pt x="244" y="17"/>
                </a:moveTo>
                <a:cubicBezTo>
                  <a:pt x="244" y="18"/>
                  <a:pt x="244" y="18"/>
                  <a:pt x="244" y="18"/>
                </a:cubicBezTo>
                <a:cubicBezTo>
                  <a:pt x="244" y="18"/>
                  <a:pt x="245" y="18"/>
                  <a:pt x="245" y="18"/>
                </a:cubicBezTo>
                <a:cubicBezTo>
                  <a:pt x="245" y="18"/>
                  <a:pt x="244" y="18"/>
                  <a:pt x="244" y="18"/>
                </a:cubicBezTo>
                <a:cubicBezTo>
                  <a:pt x="244" y="18"/>
                  <a:pt x="244" y="19"/>
                  <a:pt x="244" y="19"/>
                </a:cubicBezTo>
                <a:cubicBezTo>
                  <a:pt x="244" y="19"/>
                  <a:pt x="244" y="19"/>
                  <a:pt x="244" y="19"/>
                </a:cubicBezTo>
                <a:cubicBezTo>
                  <a:pt x="244" y="19"/>
                  <a:pt x="244" y="19"/>
                  <a:pt x="244" y="19"/>
                </a:cubicBezTo>
                <a:cubicBezTo>
                  <a:pt x="244" y="19"/>
                  <a:pt x="244" y="19"/>
                  <a:pt x="244" y="19"/>
                </a:cubicBezTo>
                <a:cubicBezTo>
                  <a:pt x="244" y="18"/>
                  <a:pt x="244" y="18"/>
                  <a:pt x="244" y="18"/>
                </a:cubicBezTo>
                <a:cubicBezTo>
                  <a:pt x="244" y="18"/>
                  <a:pt x="244" y="18"/>
                  <a:pt x="244" y="18"/>
                </a:cubicBezTo>
                <a:cubicBezTo>
                  <a:pt x="244" y="18"/>
                  <a:pt x="244" y="18"/>
                  <a:pt x="243" y="18"/>
                </a:cubicBezTo>
                <a:cubicBezTo>
                  <a:pt x="243" y="18"/>
                  <a:pt x="243" y="18"/>
                  <a:pt x="243" y="18"/>
                </a:cubicBezTo>
                <a:cubicBezTo>
                  <a:pt x="243" y="17"/>
                  <a:pt x="243" y="17"/>
                  <a:pt x="243" y="17"/>
                </a:cubicBezTo>
                <a:cubicBezTo>
                  <a:pt x="244" y="17"/>
                  <a:pt x="244" y="17"/>
                  <a:pt x="244" y="17"/>
                </a:cubicBezTo>
                <a:close/>
                <a:moveTo>
                  <a:pt x="244" y="16"/>
                </a:moveTo>
                <a:cubicBezTo>
                  <a:pt x="244" y="16"/>
                  <a:pt x="244" y="16"/>
                  <a:pt x="244" y="16"/>
                </a:cubicBezTo>
                <a:cubicBezTo>
                  <a:pt x="244" y="16"/>
                  <a:pt x="244" y="16"/>
                  <a:pt x="244" y="16"/>
                </a:cubicBezTo>
                <a:cubicBezTo>
                  <a:pt x="245" y="16"/>
                  <a:pt x="245" y="16"/>
                  <a:pt x="245" y="16"/>
                </a:cubicBezTo>
                <a:cubicBezTo>
                  <a:pt x="245" y="16"/>
                  <a:pt x="245" y="16"/>
                  <a:pt x="245" y="17"/>
                </a:cubicBezTo>
                <a:cubicBezTo>
                  <a:pt x="245" y="17"/>
                  <a:pt x="245" y="17"/>
                  <a:pt x="245" y="17"/>
                </a:cubicBezTo>
                <a:cubicBezTo>
                  <a:pt x="244" y="17"/>
                  <a:pt x="244" y="17"/>
                  <a:pt x="244" y="16"/>
                </a:cubicBezTo>
                <a:close/>
                <a:moveTo>
                  <a:pt x="247" y="19"/>
                </a:moveTo>
                <a:cubicBezTo>
                  <a:pt x="246" y="19"/>
                  <a:pt x="246" y="19"/>
                  <a:pt x="245" y="19"/>
                </a:cubicBezTo>
                <a:cubicBezTo>
                  <a:pt x="245" y="19"/>
                  <a:pt x="245" y="19"/>
                  <a:pt x="245" y="18"/>
                </a:cubicBezTo>
                <a:cubicBezTo>
                  <a:pt x="245" y="18"/>
                  <a:pt x="246" y="18"/>
                  <a:pt x="246" y="18"/>
                </a:cubicBezTo>
                <a:cubicBezTo>
                  <a:pt x="246" y="18"/>
                  <a:pt x="246" y="18"/>
                  <a:pt x="246" y="19"/>
                </a:cubicBezTo>
                <a:cubicBezTo>
                  <a:pt x="247" y="19"/>
                  <a:pt x="247" y="19"/>
                  <a:pt x="247" y="19"/>
                </a:cubicBezTo>
                <a:cubicBezTo>
                  <a:pt x="247" y="19"/>
                  <a:pt x="247" y="19"/>
                  <a:pt x="248" y="19"/>
                </a:cubicBezTo>
                <a:cubicBezTo>
                  <a:pt x="248" y="19"/>
                  <a:pt x="248" y="19"/>
                  <a:pt x="248" y="18"/>
                </a:cubicBezTo>
                <a:cubicBezTo>
                  <a:pt x="248" y="18"/>
                  <a:pt x="248" y="19"/>
                  <a:pt x="248" y="19"/>
                </a:cubicBezTo>
                <a:cubicBezTo>
                  <a:pt x="249" y="19"/>
                  <a:pt x="249" y="19"/>
                  <a:pt x="249" y="19"/>
                </a:cubicBezTo>
                <a:cubicBezTo>
                  <a:pt x="249" y="19"/>
                  <a:pt x="249" y="19"/>
                  <a:pt x="250" y="19"/>
                </a:cubicBezTo>
                <a:cubicBezTo>
                  <a:pt x="250" y="19"/>
                  <a:pt x="250" y="19"/>
                  <a:pt x="250" y="18"/>
                </a:cubicBezTo>
                <a:cubicBezTo>
                  <a:pt x="251" y="18"/>
                  <a:pt x="251" y="18"/>
                  <a:pt x="251" y="18"/>
                </a:cubicBezTo>
                <a:cubicBezTo>
                  <a:pt x="251" y="18"/>
                  <a:pt x="251" y="18"/>
                  <a:pt x="251" y="17"/>
                </a:cubicBezTo>
                <a:cubicBezTo>
                  <a:pt x="251" y="17"/>
                  <a:pt x="251" y="17"/>
                  <a:pt x="250" y="17"/>
                </a:cubicBezTo>
                <a:cubicBezTo>
                  <a:pt x="250" y="17"/>
                  <a:pt x="250" y="17"/>
                  <a:pt x="250" y="16"/>
                </a:cubicBezTo>
                <a:cubicBezTo>
                  <a:pt x="250" y="16"/>
                  <a:pt x="249" y="16"/>
                  <a:pt x="249" y="16"/>
                </a:cubicBezTo>
                <a:cubicBezTo>
                  <a:pt x="249" y="16"/>
                  <a:pt x="249" y="15"/>
                  <a:pt x="249" y="15"/>
                </a:cubicBezTo>
                <a:cubicBezTo>
                  <a:pt x="250" y="15"/>
                  <a:pt x="250" y="15"/>
                  <a:pt x="250" y="15"/>
                </a:cubicBezTo>
                <a:cubicBezTo>
                  <a:pt x="250" y="14"/>
                  <a:pt x="250" y="15"/>
                  <a:pt x="250" y="15"/>
                </a:cubicBezTo>
                <a:cubicBezTo>
                  <a:pt x="250" y="15"/>
                  <a:pt x="250" y="15"/>
                  <a:pt x="250" y="15"/>
                </a:cubicBezTo>
                <a:cubicBezTo>
                  <a:pt x="251" y="15"/>
                  <a:pt x="251" y="16"/>
                  <a:pt x="252" y="16"/>
                </a:cubicBezTo>
                <a:cubicBezTo>
                  <a:pt x="253" y="16"/>
                  <a:pt x="253" y="17"/>
                  <a:pt x="254" y="18"/>
                </a:cubicBezTo>
                <a:cubicBezTo>
                  <a:pt x="254" y="18"/>
                  <a:pt x="255" y="18"/>
                  <a:pt x="255" y="18"/>
                </a:cubicBezTo>
                <a:cubicBezTo>
                  <a:pt x="255" y="18"/>
                  <a:pt x="256" y="19"/>
                  <a:pt x="256" y="19"/>
                </a:cubicBezTo>
                <a:cubicBezTo>
                  <a:pt x="256" y="19"/>
                  <a:pt x="257" y="19"/>
                  <a:pt x="257" y="19"/>
                </a:cubicBezTo>
                <a:cubicBezTo>
                  <a:pt x="257" y="19"/>
                  <a:pt x="257" y="20"/>
                  <a:pt x="257" y="20"/>
                </a:cubicBezTo>
                <a:cubicBezTo>
                  <a:pt x="258" y="20"/>
                  <a:pt x="258" y="20"/>
                  <a:pt x="258" y="20"/>
                </a:cubicBezTo>
                <a:cubicBezTo>
                  <a:pt x="259" y="20"/>
                  <a:pt x="259" y="20"/>
                  <a:pt x="259" y="21"/>
                </a:cubicBezTo>
                <a:cubicBezTo>
                  <a:pt x="259" y="21"/>
                  <a:pt x="259" y="21"/>
                  <a:pt x="259" y="21"/>
                </a:cubicBezTo>
                <a:cubicBezTo>
                  <a:pt x="260" y="21"/>
                  <a:pt x="259" y="21"/>
                  <a:pt x="259" y="21"/>
                </a:cubicBezTo>
                <a:cubicBezTo>
                  <a:pt x="259" y="21"/>
                  <a:pt x="260" y="22"/>
                  <a:pt x="260" y="22"/>
                </a:cubicBezTo>
                <a:cubicBezTo>
                  <a:pt x="260" y="22"/>
                  <a:pt x="261" y="22"/>
                  <a:pt x="261" y="22"/>
                </a:cubicBezTo>
                <a:cubicBezTo>
                  <a:pt x="261" y="22"/>
                  <a:pt x="262" y="22"/>
                  <a:pt x="262" y="22"/>
                </a:cubicBezTo>
                <a:cubicBezTo>
                  <a:pt x="262" y="22"/>
                  <a:pt x="263" y="22"/>
                  <a:pt x="263" y="22"/>
                </a:cubicBezTo>
                <a:cubicBezTo>
                  <a:pt x="263" y="23"/>
                  <a:pt x="263" y="23"/>
                  <a:pt x="264" y="23"/>
                </a:cubicBezTo>
                <a:cubicBezTo>
                  <a:pt x="264" y="23"/>
                  <a:pt x="264" y="23"/>
                  <a:pt x="265" y="23"/>
                </a:cubicBezTo>
                <a:cubicBezTo>
                  <a:pt x="265" y="23"/>
                  <a:pt x="265" y="23"/>
                  <a:pt x="265" y="23"/>
                </a:cubicBezTo>
                <a:cubicBezTo>
                  <a:pt x="266" y="24"/>
                  <a:pt x="266" y="24"/>
                  <a:pt x="267" y="24"/>
                </a:cubicBezTo>
                <a:cubicBezTo>
                  <a:pt x="267" y="25"/>
                  <a:pt x="267" y="25"/>
                  <a:pt x="268" y="25"/>
                </a:cubicBezTo>
                <a:cubicBezTo>
                  <a:pt x="268" y="26"/>
                  <a:pt x="269" y="26"/>
                  <a:pt x="270" y="26"/>
                </a:cubicBezTo>
                <a:cubicBezTo>
                  <a:pt x="270" y="26"/>
                  <a:pt x="271" y="26"/>
                  <a:pt x="272" y="27"/>
                </a:cubicBezTo>
                <a:cubicBezTo>
                  <a:pt x="272" y="27"/>
                  <a:pt x="272" y="28"/>
                  <a:pt x="272" y="28"/>
                </a:cubicBezTo>
                <a:cubicBezTo>
                  <a:pt x="273" y="28"/>
                  <a:pt x="273" y="28"/>
                  <a:pt x="273" y="29"/>
                </a:cubicBezTo>
                <a:cubicBezTo>
                  <a:pt x="274" y="29"/>
                  <a:pt x="274" y="29"/>
                  <a:pt x="274" y="29"/>
                </a:cubicBezTo>
                <a:cubicBezTo>
                  <a:pt x="274" y="30"/>
                  <a:pt x="274" y="30"/>
                  <a:pt x="275" y="30"/>
                </a:cubicBezTo>
                <a:cubicBezTo>
                  <a:pt x="275" y="30"/>
                  <a:pt x="275" y="30"/>
                  <a:pt x="275" y="30"/>
                </a:cubicBezTo>
                <a:cubicBezTo>
                  <a:pt x="276" y="30"/>
                  <a:pt x="276" y="30"/>
                  <a:pt x="277" y="30"/>
                </a:cubicBezTo>
                <a:cubicBezTo>
                  <a:pt x="277" y="30"/>
                  <a:pt x="278" y="31"/>
                  <a:pt x="278" y="31"/>
                </a:cubicBezTo>
                <a:cubicBezTo>
                  <a:pt x="278" y="31"/>
                  <a:pt x="279" y="31"/>
                  <a:pt x="279" y="31"/>
                </a:cubicBezTo>
                <a:cubicBezTo>
                  <a:pt x="279" y="31"/>
                  <a:pt x="279" y="31"/>
                  <a:pt x="279" y="31"/>
                </a:cubicBezTo>
                <a:cubicBezTo>
                  <a:pt x="280" y="31"/>
                  <a:pt x="280" y="31"/>
                  <a:pt x="280" y="32"/>
                </a:cubicBezTo>
                <a:cubicBezTo>
                  <a:pt x="281" y="32"/>
                  <a:pt x="281" y="32"/>
                  <a:pt x="281" y="32"/>
                </a:cubicBezTo>
                <a:cubicBezTo>
                  <a:pt x="281" y="32"/>
                  <a:pt x="281" y="32"/>
                  <a:pt x="281" y="33"/>
                </a:cubicBezTo>
                <a:cubicBezTo>
                  <a:pt x="281" y="33"/>
                  <a:pt x="282" y="33"/>
                  <a:pt x="282" y="34"/>
                </a:cubicBezTo>
                <a:cubicBezTo>
                  <a:pt x="282" y="34"/>
                  <a:pt x="283" y="34"/>
                  <a:pt x="283" y="34"/>
                </a:cubicBezTo>
                <a:cubicBezTo>
                  <a:pt x="283" y="34"/>
                  <a:pt x="283" y="35"/>
                  <a:pt x="283" y="35"/>
                </a:cubicBezTo>
                <a:cubicBezTo>
                  <a:pt x="283" y="35"/>
                  <a:pt x="284" y="36"/>
                  <a:pt x="284" y="36"/>
                </a:cubicBezTo>
                <a:cubicBezTo>
                  <a:pt x="285" y="37"/>
                  <a:pt x="287" y="38"/>
                  <a:pt x="288" y="39"/>
                </a:cubicBezTo>
                <a:cubicBezTo>
                  <a:pt x="288" y="39"/>
                  <a:pt x="289" y="39"/>
                  <a:pt x="289" y="39"/>
                </a:cubicBezTo>
                <a:cubicBezTo>
                  <a:pt x="289" y="40"/>
                  <a:pt x="289" y="40"/>
                  <a:pt x="289" y="40"/>
                </a:cubicBezTo>
                <a:cubicBezTo>
                  <a:pt x="289" y="40"/>
                  <a:pt x="289" y="40"/>
                  <a:pt x="289" y="41"/>
                </a:cubicBezTo>
                <a:cubicBezTo>
                  <a:pt x="290" y="41"/>
                  <a:pt x="290" y="42"/>
                  <a:pt x="290" y="42"/>
                </a:cubicBezTo>
                <a:cubicBezTo>
                  <a:pt x="290" y="42"/>
                  <a:pt x="290" y="42"/>
                  <a:pt x="290" y="42"/>
                </a:cubicBezTo>
                <a:cubicBezTo>
                  <a:pt x="290" y="42"/>
                  <a:pt x="290" y="42"/>
                  <a:pt x="290" y="42"/>
                </a:cubicBezTo>
                <a:cubicBezTo>
                  <a:pt x="291" y="42"/>
                  <a:pt x="291" y="42"/>
                  <a:pt x="291" y="42"/>
                </a:cubicBezTo>
                <a:cubicBezTo>
                  <a:pt x="292" y="42"/>
                  <a:pt x="292" y="42"/>
                  <a:pt x="292" y="42"/>
                </a:cubicBezTo>
                <a:cubicBezTo>
                  <a:pt x="292" y="42"/>
                  <a:pt x="292" y="42"/>
                  <a:pt x="292" y="42"/>
                </a:cubicBezTo>
                <a:cubicBezTo>
                  <a:pt x="293" y="43"/>
                  <a:pt x="293" y="43"/>
                  <a:pt x="293" y="44"/>
                </a:cubicBezTo>
                <a:cubicBezTo>
                  <a:pt x="293" y="44"/>
                  <a:pt x="293" y="44"/>
                  <a:pt x="293" y="45"/>
                </a:cubicBezTo>
                <a:cubicBezTo>
                  <a:pt x="293" y="45"/>
                  <a:pt x="293" y="45"/>
                  <a:pt x="293" y="45"/>
                </a:cubicBezTo>
                <a:cubicBezTo>
                  <a:pt x="293" y="46"/>
                  <a:pt x="294" y="46"/>
                  <a:pt x="294" y="46"/>
                </a:cubicBezTo>
                <a:cubicBezTo>
                  <a:pt x="295" y="46"/>
                  <a:pt x="295" y="46"/>
                  <a:pt x="296" y="46"/>
                </a:cubicBezTo>
                <a:cubicBezTo>
                  <a:pt x="296" y="47"/>
                  <a:pt x="297" y="47"/>
                  <a:pt x="297" y="48"/>
                </a:cubicBezTo>
                <a:cubicBezTo>
                  <a:pt x="298" y="48"/>
                  <a:pt x="298" y="48"/>
                  <a:pt x="298" y="48"/>
                </a:cubicBezTo>
                <a:cubicBezTo>
                  <a:pt x="299" y="48"/>
                  <a:pt x="299" y="47"/>
                  <a:pt x="300" y="47"/>
                </a:cubicBezTo>
                <a:cubicBezTo>
                  <a:pt x="300" y="47"/>
                  <a:pt x="300" y="48"/>
                  <a:pt x="300" y="48"/>
                </a:cubicBezTo>
                <a:cubicBezTo>
                  <a:pt x="301" y="49"/>
                  <a:pt x="301" y="49"/>
                  <a:pt x="301" y="50"/>
                </a:cubicBezTo>
                <a:cubicBezTo>
                  <a:pt x="301" y="50"/>
                  <a:pt x="302" y="50"/>
                  <a:pt x="302" y="50"/>
                </a:cubicBezTo>
                <a:cubicBezTo>
                  <a:pt x="302" y="50"/>
                  <a:pt x="303" y="50"/>
                  <a:pt x="303" y="50"/>
                </a:cubicBezTo>
                <a:cubicBezTo>
                  <a:pt x="303" y="50"/>
                  <a:pt x="303" y="50"/>
                  <a:pt x="303" y="51"/>
                </a:cubicBezTo>
                <a:cubicBezTo>
                  <a:pt x="303" y="51"/>
                  <a:pt x="303" y="51"/>
                  <a:pt x="303" y="52"/>
                </a:cubicBezTo>
                <a:cubicBezTo>
                  <a:pt x="304" y="52"/>
                  <a:pt x="305" y="53"/>
                  <a:pt x="305" y="53"/>
                </a:cubicBezTo>
                <a:cubicBezTo>
                  <a:pt x="305" y="54"/>
                  <a:pt x="305" y="54"/>
                  <a:pt x="305" y="54"/>
                </a:cubicBezTo>
                <a:cubicBezTo>
                  <a:pt x="305" y="54"/>
                  <a:pt x="305" y="54"/>
                  <a:pt x="305" y="54"/>
                </a:cubicBezTo>
                <a:cubicBezTo>
                  <a:pt x="305" y="54"/>
                  <a:pt x="306" y="54"/>
                  <a:pt x="306" y="55"/>
                </a:cubicBezTo>
                <a:cubicBezTo>
                  <a:pt x="306" y="55"/>
                  <a:pt x="306" y="55"/>
                  <a:pt x="306" y="55"/>
                </a:cubicBezTo>
                <a:cubicBezTo>
                  <a:pt x="306" y="55"/>
                  <a:pt x="306" y="55"/>
                  <a:pt x="306" y="56"/>
                </a:cubicBezTo>
                <a:cubicBezTo>
                  <a:pt x="306" y="56"/>
                  <a:pt x="307" y="56"/>
                  <a:pt x="307" y="56"/>
                </a:cubicBezTo>
                <a:cubicBezTo>
                  <a:pt x="307" y="56"/>
                  <a:pt x="307" y="56"/>
                  <a:pt x="307" y="57"/>
                </a:cubicBezTo>
                <a:cubicBezTo>
                  <a:pt x="307" y="57"/>
                  <a:pt x="307" y="57"/>
                  <a:pt x="307" y="57"/>
                </a:cubicBezTo>
                <a:cubicBezTo>
                  <a:pt x="308" y="57"/>
                  <a:pt x="308" y="57"/>
                  <a:pt x="308" y="57"/>
                </a:cubicBezTo>
                <a:cubicBezTo>
                  <a:pt x="308" y="58"/>
                  <a:pt x="308" y="58"/>
                  <a:pt x="308" y="58"/>
                </a:cubicBezTo>
                <a:cubicBezTo>
                  <a:pt x="308" y="58"/>
                  <a:pt x="308" y="59"/>
                  <a:pt x="308" y="60"/>
                </a:cubicBezTo>
                <a:cubicBezTo>
                  <a:pt x="308" y="60"/>
                  <a:pt x="308" y="60"/>
                  <a:pt x="308" y="60"/>
                </a:cubicBezTo>
                <a:cubicBezTo>
                  <a:pt x="308" y="60"/>
                  <a:pt x="307" y="61"/>
                  <a:pt x="307" y="61"/>
                </a:cubicBezTo>
                <a:cubicBezTo>
                  <a:pt x="307" y="61"/>
                  <a:pt x="307" y="61"/>
                  <a:pt x="306" y="62"/>
                </a:cubicBezTo>
                <a:cubicBezTo>
                  <a:pt x="306" y="62"/>
                  <a:pt x="306" y="62"/>
                  <a:pt x="306" y="62"/>
                </a:cubicBezTo>
                <a:cubicBezTo>
                  <a:pt x="306" y="63"/>
                  <a:pt x="306" y="63"/>
                  <a:pt x="305" y="63"/>
                </a:cubicBezTo>
                <a:cubicBezTo>
                  <a:pt x="305" y="63"/>
                  <a:pt x="305" y="63"/>
                  <a:pt x="305" y="63"/>
                </a:cubicBezTo>
                <a:cubicBezTo>
                  <a:pt x="305" y="63"/>
                  <a:pt x="305" y="63"/>
                  <a:pt x="306" y="63"/>
                </a:cubicBezTo>
                <a:cubicBezTo>
                  <a:pt x="306" y="63"/>
                  <a:pt x="306" y="64"/>
                  <a:pt x="306" y="64"/>
                </a:cubicBezTo>
                <a:cubicBezTo>
                  <a:pt x="306" y="64"/>
                  <a:pt x="306" y="64"/>
                  <a:pt x="306" y="64"/>
                </a:cubicBezTo>
                <a:cubicBezTo>
                  <a:pt x="306" y="65"/>
                  <a:pt x="306" y="65"/>
                  <a:pt x="306" y="66"/>
                </a:cubicBezTo>
                <a:cubicBezTo>
                  <a:pt x="306" y="66"/>
                  <a:pt x="306" y="66"/>
                  <a:pt x="306" y="66"/>
                </a:cubicBezTo>
                <a:cubicBezTo>
                  <a:pt x="306" y="66"/>
                  <a:pt x="306" y="66"/>
                  <a:pt x="306" y="66"/>
                </a:cubicBezTo>
                <a:cubicBezTo>
                  <a:pt x="306" y="66"/>
                  <a:pt x="305" y="67"/>
                  <a:pt x="305" y="67"/>
                </a:cubicBezTo>
                <a:cubicBezTo>
                  <a:pt x="305" y="68"/>
                  <a:pt x="305" y="68"/>
                  <a:pt x="305" y="68"/>
                </a:cubicBezTo>
                <a:cubicBezTo>
                  <a:pt x="305" y="68"/>
                  <a:pt x="305" y="68"/>
                  <a:pt x="305" y="68"/>
                </a:cubicBezTo>
                <a:cubicBezTo>
                  <a:pt x="304" y="69"/>
                  <a:pt x="304" y="69"/>
                  <a:pt x="304" y="69"/>
                </a:cubicBezTo>
                <a:cubicBezTo>
                  <a:pt x="304" y="69"/>
                  <a:pt x="304" y="69"/>
                  <a:pt x="304" y="70"/>
                </a:cubicBezTo>
                <a:cubicBezTo>
                  <a:pt x="304" y="70"/>
                  <a:pt x="304" y="70"/>
                  <a:pt x="304" y="70"/>
                </a:cubicBezTo>
                <a:cubicBezTo>
                  <a:pt x="303" y="70"/>
                  <a:pt x="303" y="70"/>
                  <a:pt x="303" y="70"/>
                </a:cubicBezTo>
                <a:cubicBezTo>
                  <a:pt x="302" y="70"/>
                  <a:pt x="302" y="71"/>
                  <a:pt x="302" y="71"/>
                </a:cubicBezTo>
                <a:cubicBezTo>
                  <a:pt x="302" y="71"/>
                  <a:pt x="302" y="71"/>
                  <a:pt x="302" y="72"/>
                </a:cubicBezTo>
                <a:cubicBezTo>
                  <a:pt x="302" y="72"/>
                  <a:pt x="302" y="72"/>
                  <a:pt x="302" y="72"/>
                </a:cubicBezTo>
                <a:cubicBezTo>
                  <a:pt x="302" y="72"/>
                  <a:pt x="302" y="72"/>
                  <a:pt x="302" y="72"/>
                </a:cubicBezTo>
                <a:cubicBezTo>
                  <a:pt x="302" y="72"/>
                  <a:pt x="302" y="72"/>
                  <a:pt x="302" y="71"/>
                </a:cubicBezTo>
                <a:cubicBezTo>
                  <a:pt x="302" y="71"/>
                  <a:pt x="301" y="71"/>
                  <a:pt x="301" y="71"/>
                </a:cubicBezTo>
                <a:cubicBezTo>
                  <a:pt x="301" y="71"/>
                  <a:pt x="300" y="70"/>
                  <a:pt x="300" y="69"/>
                </a:cubicBezTo>
                <a:cubicBezTo>
                  <a:pt x="299" y="69"/>
                  <a:pt x="299" y="68"/>
                  <a:pt x="299" y="68"/>
                </a:cubicBezTo>
                <a:cubicBezTo>
                  <a:pt x="298" y="68"/>
                  <a:pt x="298" y="68"/>
                  <a:pt x="298" y="67"/>
                </a:cubicBezTo>
                <a:cubicBezTo>
                  <a:pt x="298" y="67"/>
                  <a:pt x="298" y="67"/>
                  <a:pt x="298" y="67"/>
                </a:cubicBezTo>
                <a:cubicBezTo>
                  <a:pt x="298" y="67"/>
                  <a:pt x="298" y="66"/>
                  <a:pt x="298" y="66"/>
                </a:cubicBezTo>
                <a:cubicBezTo>
                  <a:pt x="298" y="66"/>
                  <a:pt x="298" y="66"/>
                  <a:pt x="298" y="65"/>
                </a:cubicBezTo>
                <a:cubicBezTo>
                  <a:pt x="298" y="65"/>
                  <a:pt x="297" y="65"/>
                  <a:pt x="297" y="65"/>
                </a:cubicBezTo>
                <a:cubicBezTo>
                  <a:pt x="297" y="65"/>
                  <a:pt x="297" y="65"/>
                  <a:pt x="297" y="65"/>
                </a:cubicBezTo>
                <a:cubicBezTo>
                  <a:pt x="297" y="65"/>
                  <a:pt x="297" y="65"/>
                  <a:pt x="297" y="64"/>
                </a:cubicBezTo>
                <a:cubicBezTo>
                  <a:pt x="297" y="64"/>
                  <a:pt x="297" y="64"/>
                  <a:pt x="296" y="63"/>
                </a:cubicBezTo>
                <a:cubicBezTo>
                  <a:pt x="296" y="63"/>
                  <a:pt x="296" y="63"/>
                  <a:pt x="296" y="62"/>
                </a:cubicBezTo>
                <a:cubicBezTo>
                  <a:pt x="296" y="62"/>
                  <a:pt x="297" y="61"/>
                  <a:pt x="297" y="61"/>
                </a:cubicBezTo>
                <a:cubicBezTo>
                  <a:pt x="297" y="60"/>
                  <a:pt x="297" y="60"/>
                  <a:pt x="297" y="59"/>
                </a:cubicBezTo>
                <a:cubicBezTo>
                  <a:pt x="297" y="59"/>
                  <a:pt x="297" y="58"/>
                  <a:pt x="297" y="57"/>
                </a:cubicBezTo>
                <a:cubicBezTo>
                  <a:pt x="297" y="57"/>
                  <a:pt x="297" y="57"/>
                  <a:pt x="297" y="57"/>
                </a:cubicBezTo>
                <a:cubicBezTo>
                  <a:pt x="297" y="57"/>
                  <a:pt x="296" y="56"/>
                  <a:pt x="296" y="56"/>
                </a:cubicBezTo>
                <a:cubicBezTo>
                  <a:pt x="296" y="56"/>
                  <a:pt x="297" y="56"/>
                  <a:pt x="297" y="55"/>
                </a:cubicBezTo>
                <a:cubicBezTo>
                  <a:pt x="297" y="55"/>
                  <a:pt x="297" y="55"/>
                  <a:pt x="296" y="55"/>
                </a:cubicBezTo>
                <a:cubicBezTo>
                  <a:pt x="296" y="54"/>
                  <a:pt x="295" y="53"/>
                  <a:pt x="295" y="52"/>
                </a:cubicBezTo>
                <a:cubicBezTo>
                  <a:pt x="295" y="52"/>
                  <a:pt x="295" y="51"/>
                  <a:pt x="294" y="50"/>
                </a:cubicBezTo>
                <a:cubicBezTo>
                  <a:pt x="294" y="50"/>
                  <a:pt x="293" y="50"/>
                  <a:pt x="293" y="49"/>
                </a:cubicBezTo>
                <a:cubicBezTo>
                  <a:pt x="293" y="49"/>
                  <a:pt x="293" y="48"/>
                  <a:pt x="292" y="47"/>
                </a:cubicBezTo>
                <a:cubicBezTo>
                  <a:pt x="292" y="47"/>
                  <a:pt x="291" y="46"/>
                  <a:pt x="290" y="46"/>
                </a:cubicBezTo>
                <a:cubicBezTo>
                  <a:pt x="290" y="46"/>
                  <a:pt x="290" y="45"/>
                  <a:pt x="290" y="45"/>
                </a:cubicBezTo>
                <a:cubicBezTo>
                  <a:pt x="290" y="44"/>
                  <a:pt x="289" y="44"/>
                  <a:pt x="289" y="44"/>
                </a:cubicBezTo>
                <a:cubicBezTo>
                  <a:pt x="289" y="43"/>
                  <a:pt x="288" y="43"/>
                  <a:pt x="288" y="43"/>
                </a:cubicBezTo>
                <a:cubicBezTo>
                  <a:pt x="288" y="43"/>
                  <a:pt x="288" y="42"/>
                  <a:pt x="288" y="42"/>
                </a:cubicBezTo>
                <a:cubicBezTo>
                  <a:pt x="288" y="42"/>
                  <a:pt x="288" y="42"/>
                  <a:pt x="288" y="42"/>
                </a:cubicBezTo>
                <a:cubicBezTo>
                  <a:pt x="287" y="41"/>
                  <a:pt x="287" y="41"/>
                  <a:pt x="287" y="41"/>
                </a:cubicBezTo>
                <a:cubicBezTo>
                  <a:pt x="287" y="41"/>
                  <a:pt x="287" y="41"/>
                  <a:pt x="287" y="41"/>
                </a:cubicBezTo>
                <a:cubicBezTo>
                  <a:pt x="287" y="40"/>
                  <a:pt x="286" y="40"/>
                  <a:pt x="286" y="40"/>
                </a:cubicBezTo>
                <a:cubicBezTo>
                  <a:pt x="286" y="40"/>
                  <a:pt x="286" y="40"/>
                  <a:pt x="286" y="40"/>
                </a:cubicBezTo>
                <a:cubicBezTo>
                  <a:pt x="285" y="40"/>
                  <a:pt x="285" y="39"/>
                  <a:pt x="285" y="39"/>
                </a:cubicBezTo>
                <a:cubicBezTo>
                  <a:pt x="285" y="39"/>
                  <a:pt x="285" y="39"/>
                  <a:pt x="285" y="39"/>
                </a:cubicBezTo>
                <a:cubicBezTo>
                  <a:pt x="285" y="39"/>
                  <a:pt x="285" y="39"/>
                  <a:pt x="285" y="39"/>
                </a:cubicBezTo>
                <a:cubicBezTo>
                  <a:pt x="284" y="38"/>
                  <a:pt x="284" y="38"/>
                  <a:pt x="283" y="38"/>
                </a:cubicBezTo>
                <a:cubicBezTo>
                  <a:pt x="283" y="38"/>
                  <a:pt x="282" y="38"/>
                  <a:pt x="282" y="38"/>
                </a:cubicBezTo>
                <a:cubicBezTo>
                  <a:pt x="282" y="38"/>
                  <a:pt x="281" y="38"/>
                  <a:pt x="281" y="38"/>
                </a:cubicBezTo>
                <a:cubicBezTo>
                  <a:pt x="281" y="38"/>
                  <a:pt x="281" y="38"/>
                  <a:pt x="280" y="37"/>
                </a:cubicBezTo>
                <a:cubicBezTo>
                  <a:pt x="280" y="37"/>
                  <a:pt x="280" y="37"/>
                  <a:pt x="280" y="37"/>
                </a:cubicBezTo>
                <a:cubicBezTo>
                  <a:pt x="280" y="37"/>
                  <a:pt x="279" y="37"/>
                  <a:pt x="279" y="37"/>
                </a:cubicBezTo>
                <a:cubicBezTo>
                  <a:pt x="279" y="37"/>
                  <a:pt x="279" y="37"/>
                  <a:pt x="279" y="37"/>
                </a:cubicBezTo>
                <a:cubicBezTo>
                  <a:pt x="278" y="37"/>
                  <a:pt x="278" y="37"/>
                  <a:pt x="278" y="36"/>
                </a:cubicBezTo>
                <a:cubicBezTo>
                  <a:pt x="277" y="36"/>
                  <a:pt x="277" y="36"/>
                  <a:pt x="276" y="36"/>
                </a:cubicBezTo>
                <a:cubicBezTo>
                  <a:pt x="276" y="35"/>
                  <a:pt x="276" y="35"/>
                  <a:pt x="275" y="35"/>
                </a:cubicBezTo>
                <a:cubicBezTo>
                  <a:pt x="274" y="34"/>
                  <a:pt x="273" y="34"/>
                  <a:pt x="272" y="33"/>
                </a:cubicBezTo>
                <a:cubicBezTo>
                  <a:pt x="271" y="32"/>
                  <a:pt x="271" y="31"/>
                  <a:pt x="270" y="30"/>
                </a:cubicBezTo>
                <a:cubicBezTo>
                  <a:pt x="269" y="29"/>
                  <a:pt x="268" y="29"/>
                  <a:pt x="267" y="29"/>
                </a:cubicBezTo>
                <a:cubicBezTo>
                  <a:pt x="266" y="29"/>
                  <a:pt x="266" y="28"/>
                  <a:pt x="265" y="27"/>
                </a:cubicBezTo>
                <a:cubicBezTo>
                  <a:pt x="264" y="26"/>
                  <a:pt x="261" y="25"/>
                  <a:pt x="260" y="24"/>
                </a:cubicBezTo>
                <a:cubicBezTo>
                  <a:pt x="259" y="24"/>
                  <a:pt x="259" y="23"/>
                  <a:pt x="258" y="23"/>
                </a:cubicBezTo>
                <a:cubicBezTo>
                  <a:pt x="258" y="23"/>
                  <a:pt x="258" y="23"/>
                  <a:pt x="258" y="23"/>
                </a:cubicBezTo>
                <a:cubicBezTo>
                  <a:pt x="258" y="22"/>
                  <a:pt x="258" y="22"/>
                  <a:pt x="258" y="22"/>
                </a:cubicBezTo>
                <a:cubicBezTo>
                  <a:pt x="257" y="22"/>
                  <a:pt x="257" y="22"/>
                  <a:pt x="257" y="22"/>
                </a:cubicBezTo>
                <a:cubicBezTo>
                  <a:pt x="256" y="21"/>
                  <a:pt x="256" y="21"/>
                  <a:pt x="256" y="21"/>
                </a:cubicBezTo>
                <a:cubicBezTo>
                  <a:pt x="255" y="21"/>
                  <a:pt x="255" y="21"/>
                  <a:pt x="255" y="21"/>
                </a:cubicBezTo>
                <a:cubicBezTo>
                  <a:pt x="254" y="20"/>
                  <a:pt x="253" y="20"/>
                  <a:pt x="252" y="20"/>
                </a:cubicBezTo>
                <a:cubicBezTo>
                  <a:pt x="251" y="20"/>
                  <a:pt x="250" y="20"/>
                  <a:pt x="249" y="20"/>
                </a:cubicBezTo>
                <a:cubicBezTo>
                  <a:pt x="249" y="20"/>
                  <a:pt x="249" y="20"/>
                  <a:pt x="248" y="20"/>
                </a:cubicBezTo>
                <a:cubicBezTo>
                  <a:pt x="248" y="20"/>
                  <a:pt x="248" y="20"/>
                  <a:pt x="248" y="20"/>
                </a:cubicBezTo>
                <a:cubicBezTo>
                  <a:pt x="248" y="20"/>
                  <a:pt x="248" y="20"/>
                  <a:pt x="248" y="20"/>
                </a:cubicBezTo>
                <a:cubicBezTo>
                  <a:pt x="248" y="19"/>
                  <a:pt x="247" y="19"/>
                  <a:pt x="247" y="19"/>
                </a:cubicBezTo>
                <a:close/>
                <a:moveTo>
                  <a:pt x="254" y="25"/>
                </a:moveTo>
                <a:cubicBezTo>
                  <a:pt x="254" y="25"/>
                  <a:pt x="254" y="25"/>
                  <a:pt x="254" y="25"/>
                </a:cubicBezTo>
                <a:cubicBezTo>
                  <a:pt x="254" y="25"/>
                  <a:pt x="254" y="25"/>
                  <a:pt x="254" y="25"/>
                </a:cubicBezTo>
                <a:cubicBezTo>
                  <a:pt x="254" y="25"/>
                  <a:pt x="254" y="25"/>
                  <a:pt x="254" y="25"/>
                </a:cubicBezTo>
                <a:cubicBezTo>
                  <a:pt x="253" y="25"/>
                  <a:pt x="253" y="25"/>
                  <a:pt x="253" y="25"/>
                </a:cubicBezTo>
                <a:cubicBezTo>
                  <a:pt x="253" y="25"/>
                  <a:pt x="253" y="25"/>
                  <a:pt x="253" y="25"/>
                </a:cubicBezTo>
                <a:cubicBezTo>
                  <a:pt x="253" y="25"/>
                  <a:pt x="253" y="25"/>
                  <a:pt x="253" y="25"/>
                </a:cubicBezTo>
                <a:cubicBezTo>
                  <a:pt x="253" y="25"/>
                  <a:pt x="252" y="25"/>
                  <a:pt x="252" y="25"/>
                </a:cubicBezTo>
                <a:cubicBezTo>
                  <a:pt x="252" y="25"/>
                  <a:pt x="252" y="25"/>
                  <a:pt x="252" y="25"/>
                </a:cubicBezTo>
                <a:cubicBezTo>
                  <a:pt x="251" y="25"/>
                  <a:pt x="251" y="25"/>
                  <a:pt x="251" y="25"/>
                </a:cubicBezTo>
                <a:cubicBezTo>
                  <a:pt x="251" y="25"/>
                  <a:pt x="251" y="25"/>
                  <a:pt x="251" y="25"/>
                </a:cubicBezTo>
                <a:cubicBezTo>
                  <a:pt x="251" y="25"/>
                  <a:pt x="251" y="25"/>
                  <a:pt x="251" y="25"/>
                </a:cubicBezTo>
                <a:cubicBezTo>
                  <a:pt x="251" y="25"/>
                  <a:pt x="250" y="25"/>
                  <a:pt x="250" y="25"/>
                </a:cubicBezTo>
                <a:cubicBezTo>
                  <a:pt x="250" y="25"/>
                  <a:pt x="250" y="25"/>
                  <a:pt x="250" y="25"/>
                </a:cubicBezTo>
                <a:cubicBezTo>
                  <a:pt x="250" y="25"/>
                  <a:pt x="250" y="25"/>
                  <a:pt x="250" y="25"/>
                </a:cubicBezTo>
                <a:cubicBezTo>
                  <a:pt x="250" y="25"/>
                  <a:pt x="250" y="25"/>
                  <a:pt x="250" y="25"/>
                </a:cubicBezTo>
                <a:cubicBezTo>
                  <a:pt x="250" y="25"/>
                  <a:pt x="250" y="25"/>
                  <a:pt x="250" y="25"/>
                </a:cubicBezTo>
                <a:cubicBezTo>
                  <a:pt x="250" y="25"/>
                  <a:pt x="250" y="25"/>
                  <a:pt x="249" y="25"/>
                </a:cubicBezTo>
                <a:cubicBezTo>
                  <a:pt x="249" y="25"/>
                  <a:pt x="249" y="25"/>
                  <a:pt x="249" y="25"/>
                </a:cubicBezTo>
                <a:cubicBezTo>
                  <a:pt x="249" y="25"/>
                  <a:pt x="249" y="26"/>
                  <a:pt x="249" y="26"/>
                </a:cubicBezTo>
                <a:cubicBezTo>
                  <a:pt x="249" y="26"/>
                  <a:pt x="249" y="26"/>
                  <a:pt x="249" y="26"/>
                </a:cubicBezTo>
                <a:cubicBezTo>
                  <a:pt x="249" y="26"/>
                  <a:pt x="249" y="25"/>
                  <a:pt x="249" y="25"/>
                </a:cubicBezTo>
                <a:cubicBezTo>
                  <a:pt x="248" y="25"/>
                  <a:pt x="248" y="25"/>
                  <a:pt x="248" y="25"/>
                </a:cubicBezTo>
                <a:cubicBezTo>
                  <a:pt x="248" y="25"/>
                  <a:pt x="248" y="25"/>
                  <a:pt x="248" y="25"/>
                </a:cubicBezTo>
                <a:cubicBezTo>
                  <a:pt x="249" y="25"/>
                  <a:pt x="249" y="25"/>
                  <a:pt x="249" y="25"/>
                </a:cubicBezTo>
                <a:cubicBezTo>
                  <a:pt x="249" y="25"/>
                  <a:pt x="249" y="25"/>
                  <a:pt x="249" y="25"/>
                </a:cubicBezTo>
                <a:cubicBezTo>
                  <a:pt x="249" y="25"/>
                  <a:pt x="249" y="25"/>
                  <a:pt x="249" y="25"/>
                </a:cubicBezTo>
                <a:cubicBezTo>
                  <a:pt x="250" y="25"/>
                  <a:pt x="250" y="24"/>
                  <a:pt x="250" y="24"/>
                </a:cubicBezTo>
                <a:cubicBezTo>
                  <a:pt x="250" y="24"/>
                  <a:pt x="250" y="24"/>
                  <a:pt x="250" y="24"/>
                </a:cubicBezTo>
                <a:cubicBezTo>
                  <a:pt x="251" y="24"/>
                  <a:pt x="251" y="24"/>
                  <a:pt x="251" y="24"/>
                </a:cubicBezTo>
                <a:cubicBezTo>
                  <a:pt x="251" y="24"/>
                  <a:pt x="251" y="24"/>
                  <a:pt x="252" y="24"/>
                </a:cubicBezTo>
                <a:cubicBezTo>
                  <a:pt x="252" y="24"/>
                  <a:pt x="252" y="24"/>
                  <a:pt x="252" y="24"/>
                </a:cubicBezTo>
                <a:cubicBezTo>
                  <a:pt x="252" y="24"/>
                  <a:pt x="252" y="24"/>
                  <a:pt x="253" y="24"/>
                </a:cubicBezTo>
                <a:cubicBezTo>
                  <a:pt x="253" y="24"/>
                  <a:pt x="253" y="24"/>
                  <a:pt x="253" y="24"/>
                </a:cubicBezTo>
                <a:cubicBezTo>
                  <a:pt x="253" y="24"/>
                  <a:pt x="253" y="24"/>
                  <a:pt x="253" y="24"/>
                </a:cubicBezTo>
                <a:cubicBezTo>
                  <a:pt x="253" y="24"/>
                  <a:pt x="253" y="24"/>
                  <a:pt x="253" y="24"/>
                </a:cubicBezTo>
                <a:cubicBezTo>
                  <a:pt x="253" y="24"/>
                  <a:pt x="253" y="24"/>
                  <a:pt x="254" y="24"/>
                </a:cubicBezTo>
                <a:cubicBezTo>
                  <a:pt x="254" y="25"/>
                  <a:pt x="254" y="25"/>
                  <a:pt x="254" y="25"/>
                </a:cubicBezTo>
                <a:cubicBezTo>
                  <a:pt x="254" y="25"/>
                  <a:pt x="254" y="25"/>
                  <a:pt x="254" y="25"/>
                </a:cubicBezTo>
                <a:cubicBezTo>
                  <a:pt x="254" y="25"/>
                  <a:pt x="255" y="25"/>
                  <a:pt x="255" y="25"/>
                </a:cubicBezTo>
                <a:cubicBezTo>
                  <a:pt x="255" y="25"/>
                  <a:pt x="255" y="25"/>
                  <a:pt x="255" y="25"/>
                </a:cubicBezTo>
                <a:cubicBezTo>
                  <a:pt x="255" y="25"/>
                  <a:pt x="255" y="25"/>
                  <a:pt x="254" y="25"/>
                </a:cubicBezTo>
                <a:close/>
                <a:moveTo>
                  <a:pt x="279" y="19"/>
                </a:moveTo>
                <a:cubicBezTo>
                  <a:pt x="280" y="19"/>
                  <a:pt x="280" y="19"/>
                  <a:pt x="280" y="19"/>
                </a:cubicBezTo>
                <a:cubicBezTo>
                  <a:pt x="280" y="19"/>
                  <a:pt x="280" y="20"/>
                  <a:pt x="280" y="20"/>
                </a:cubicBezTo>
                <a:cubicBezTo>
                  <a:pt x="280" y="20"/>
                  <a:pt x="280" y="20"/>
                  <a:pt x="280" y="21"/>
                </a:cubicBezTo>
                <a:cubicBezTo>
                  <a:pt x="280" y="21"/>
                  <a:pt x="280" y="21"/>
                  <a:pt x="280" y="21"/>
                </a:cubicBezTo>
                <a:cubicBezTo>
                  <a:pt x="280" y="21"/>
                  <a:pt x="279" y="21"/>
                  <a:pt x="279" y="21"/>
                </a:cubicBezTo>
                <a:cubicBezTo>
                  <a:pt x="279" y="21"/>
                  <a:pt x="279" y="21"/>
                  <a:pt x="279" y="21"/>
                </a:cubicBezTo>
                <a:cubicBezTo>
                  <a:pt x="279" y="21"/>
                  <a:pt x="279" y="21"/>
                  <a:pt x="279" y="21"/>
                </a:cubicBezTo>
                <a:cubicBezTo>
                  <a:pt x="279" y="22"/>
                  <a:pt x="279" y="22"/>
                  <a:pt x="279" y="22"/>
                </a:cubicBezTo>
                <a:cubicBezTo>
                  <a:pt x="279" y="22"/>
                  <a:pt x="279" y="22"/>
                  <a:pt x="279" y="22"/>
                </a:cubicBezTo>
                <a:cubicBezTo>
                  <a:pt x="278" y="22"/>
                  <a:pt x="278" y="22"/>
                  <a:pt x="278" y="22"/>
                </a:cubicBezTo>
                <a:cubicBezTo>
                  <a:pt x="278" y="22"/>
                  <a:pt x="278" y="22"/>
                  <a:pt x="278" y="22"/>
                </a:cubicBezTo>
                <a:cubicBezTo>
                  <a:pt x="278" y="22"/>
                  <a:pt x="278" y="22"/>
                  <a:pt x="278" y="22"/>
                </a:cubicBezTo>
                <a:cubicBezTo>
                  <a:pt x="278" y="22"/>
                  <a:pt x="278" y="21"/>
                  <a:pt x="278" y="21"/>
                </a:cubicBezTo>
                <a:cubicBezTo>
                  <a:pt x="278" y="21"/>
                  <a:pt x="278" y="21"/>
                  <a:pt x="278" y="21"/>
                </a:cubicBezTo>
                <a:cubicBezTo>
                  <a:pt x="278" y="21"/>
                  <a:pt x="278" y="21"/>
                  <a:pt x="278" y="21"/>
                </a:cubicBezTo>
                <a:cubicBezTo>
                  <a:pt x="278" y="21"/>
                  <a:pt x="278" y="21"/>
                  <a:pt x="278" y="21"/>
                </a:cubicBezTo>
                <a:cubicBezTo>
                  <a:pt x="278" y="21"/>
                  <a:pt x="278" y="21"/>
                  <a:pt x="277" y="21"/>
                </a:cubicBezTo>
                <a:cubicBezTo>
                  <a:pt x="277" y="21"/>
                  <a:pt x="277" y="21"/>
                  <a:pt x="277" y="21"/>
                </a:cubicBezTo>
                <a:cubicBezTo>
                  <a:pt x="277" y="21"/>
                  <a:pt x="277" y="21"/>
                  <a:pt x="277" y="20"/>
                </a:cubicBezTo>
                <a:cubicBezTo>
                  <a:pt x="277" y="20"/>
                  <a:pt x="278" y="20"/>
                  <a:pt x="278" y="20"/>
                </a:cubicBezTo>
                <a:cubicBezTo>
                  <a:pt x="278" y="20"/>
                  <a:pt x="278" y="20"/>
                  <a:pt x="278" y="19"/>
                </a:cubicBezTo>
                <a:cubicBezTo>
                  <a:pt x="278" y="19"/>
                  <a:pt x="278" y="19"/>
                  <a:pt x="278" y="19"/>
                </a:cubicBezTo>
                <a:cubicBezTo>
                  <a:pt x="278" y="19"/>
                  <a:pt x="278" y="19"/>
                  <a:pt x="278" y="18"/>
                </a:cubicBezTo>
                <a:cubicBezTo>
                  <a:pt x="278" y="18"/>
                  <a:pt x="278" y="18"/>
                  <a:pt x="278" y="18"/>
                </a:cubicBezTo>
                <a:cubicBezTo>
                  <a:pt x="278" y="18"/>
                  <a:pt x="278" y="18"/>
                  <a:pt x="278" y="18"/>
                </a:cubicBezTo>
                <a:cubicBezTo>
                  <a:pt x="278" y="18"/>
                  <a:pt x="279" y="18"/>
                  <a:pt x="279" y="18"/>
                </a:cubicBezTo>
                <a:cubicBezTo>
                  <a:pt x="279" y="18"/>
                  <a:pt x="279" y="19"/>
                  <a:pt x="279" y="19"/>
                </a:cubicBezTo>
                <a:cubicBezTo>
                  <a:pt x="279" y="19"/>
                  <a:pt x="279" y="19"/>
                  <a:pt x="279" y="19"/>
                </a:cubicBezTo>
                <a:close/>
                <a:moveTo>
                  <a:pt x="281" y="25"/>
                </a:moveTo>
                <a:cubicBezTo>
                  <a:pt x="281" y="25"/>
                  <a:pt x="281" y="25"/>
                  <a:pt x="281" y="25"/>
                </a:cubicBezTo>
                <a:cubicBezTo>
                  <a:pt x="281" y="26"/>
                  <a:pt x="281" y="26"/>
                  <a:pt x="281" y="25"/>
                </a:cubicBezTo>
                <a:cubicBezTo>
                  <a:pt x="280" y="25"/>
                  <a:pt x="280" y="25"/>
                  <a:pt x="280" y="25"/>
                </a:cubicBezTo>
                <a:cubicBezTo>
                  <a:pt x="280" y="25"/>
                  <a:pt x="280" y="25"/>
                  <a:pt x="280" y="25"/>
                </a:cubicBezTo>
                <a:cubicBezTo>
                  <a:pt x="280" y="24"/>
                  <a:pt x="280" y="24"/>
                  <a:pt x="280" y="24"/>
                </a:cubicBezTo>
                <a:cubicBezTo>
                  <a:pt x="279" y="24"/>
                  <a:pt x="279" y="24"/>
                  <a:pt x="279" y="23"/>
                </a:cubicBezTo>
                <a:cubicBezTo>
                  <a:pt x="279" y="23"/>
                  <a:pt x="279" y="23"/>
                  <a:pt x="279" y="23"/>
                </a:cubicBezTo>
                <a:cubicBezTo>
                  <a:pt x="279" y="23"/>
                  <a:pt x="279" y="23"/>
                  <a:pt x="279" y="23"/>
                </a:cubicBezTo>
                <a:cubicBezTo>
                  <a:pt x="278" y="23"/>
                  <a:pt x="278" y="23"/>
                  <a:pt x="278" y="23"/>
                </a:cubicBezTo>
                <a:cubicBezTo>
                  <a:pt x="278" y="23"/>
                  <a:pt x="278" y="23"/>
                  <a:pt x="278" y="23"/>
                </a:cubicBezTo>
                <a:cubicBezTo>
                  <a:pt x="278" y="23"/>
                  <a:pt x="279" y="22"/>
                  <a:pt x="279" y="22"/>
                </a:cubicBezTo>
                <a:cubicBezTo>
                  <a:pt x="279" y="22"/>
                  <a:pt x="279" y="22"/>
                  <a:pt x="279" y="22"/>
                </a:cubicBezTo>
                <a:cubicBezTo>
                  <a:pt x="279" y="22"/>
                  <a:pt x="279" y="22"/>
                  <a:pt x="279" y="22"/>
                </a:cubicBezTo>
                <a:cubicBezTo>
                  <a:pt x="279" y="22"/>
                  <a:pt x="279" y="22"/>
                  <a:pt x="279" y="22"/>
                </a:cubicBezTo>
                <a:cubicBezTo>
                  <a:pt x="279" y="22"/>
                  <a:pt x="279" y="22"/>
                  <a:pt x="279" y="22"/>
                </a:cubicBezTo>
                <a:cubicBezTo>
                  <a:pt x="279" y="22"/>
                  <a:pt x="279" y="22"/>
                  <a:pt x="280" y="22"/>
                </a:cubicBezTo>
                <a:cubicBezTo>
                  <a:pt x="280" y="22"/>
                  <a:pt x="280" y="23"/>
                  <a:pt x="280" y="23"/>
                </a:cubicBezTo>
                <a:cubicBezTo>
                  <a:pt x="280" y="23"/>
                  <a:pt x="280" y="23"/>
                  <a:pt x="280" y="23"/>
                </a:cubicBezTo>
                <a:cubicBezTo>
                  <a:pt x="280" y="23"/>
                  <a:pt x="281" y="23"/>
                  <a:pt x="281" y="23"/>
                </a:cubicBezTo>
                <a:cubicBezTo>
                  <a:pt x="281" y="24"/>
                  <a:pt x="281" y="24"/>
                  <a:pt x="281" y="24"/>
                </a:cubicBezTo>
                <a:cubicBezTo>
                  <a:pt x="281" y="24"/>
                  <a:pt x="281" y="24"/>
                  <a:pt x="281" y="24"/>
                </a:cubicBezTo>
                <a:cubicBezTo>
                  <a:pt x="282" y="24"/>
                  <a:pt x="282" y="24"/>
                  <a:pt x="282" y="24"/>
                </a:cubicBezTo>
                <a:cubicBezTo>
                  <a:pt x="282" y="25"/>
                  <a:pt x="282" y="25"/>
                  <a:pt x="282" y="25"/>
                </a:cubicBezTo>
                <a:cubicBezTo>
                  <a:pt x="282" y="25"/>
                  <a:pt x="282" y="25"/>
                  <a:pt x="281" y="25"/>
                </a:cubicBezTo>
                <a:close/>
                <a:moveTo>
                  <a:pt x="280" y="16"/>
                </a:moveTo>
                <a:cubicBezTo>
                  <a:pt x="280" y="16"/>
                  <a:pt x="280" y="16"/>
                  <a:pt x="280" y="16"/>
                </a:cubicBezTo>
                <a:cubicBezTo>
                  <a:pt x="280" y="16"/>
                  <a:pt x="280" y="16"/>
                  <a:pt x="280" y="16"/>
                </a:cubicBezTo>
                <a:cubicBezTo>
                  <a:pt x="280" y="16"/>
                  <a:pt x="280" y="16"/>
                  <a:pt x="280" y="16"/>
                </a:cubicBezTo>
                <a:cubicBezTo>
                  <a:pt x="280" y="16"/>
                  <a:pt x="280" y="16"/>
                  <a:pt x="280" y="17"/>
                </a:cubicBezTo>
                <a:cubicBezTo>
                  <a:pt x="280" y="17"/>
                  <a:pt x="280" y="17"/>
                  <a:pt x="280" y="17"/>
                </a:cubicBezTo>
                <a:cubicBezTo>
                  <a:pt x="280" y="17"/>
                  <a:pt x="280" y="17"/>
                  <a:pt x="280" y="17"/>
                </a:cubicBezTo>
                <a:cubicBezTo>
                  <a:pt x="280" y="17"/>
                  <a:pt x="280" y="17"/>
                  <a:pt x="279" y="17"/>
                </a:cubicBezTo>
                <a:cubicBezTo>
                  <a:pt x="279" y="17"/>
                  <a:pt x="279" y="17"/>
                  <a:pt x="279" y="17"/>
                </a:cubicBezTo>
                <a:cubicBezTo>
                  <a:pt x="279" y="17"/>
                  <a:pt x="279" y="17"/>
                  <a:pt x="279" y="17"/>
                </a:cubicBezTo>
                <a:cubicBezTo>
                  <a:pt x="279" y="17"/>
                  <a:pt x="279" y="17"/>
                  <a:pt x="279" y="17"/>
                </a:cubicBezTo>
                <a:cubicBezTo>
                  <a:pt x="279" y="17"/>
                  <a:pt x="279" y="17"/>
                  <a:pt x="278" y="17"/>
                </a:cubicBezTo>
                <a:cubicBezTo>
                  <a:pt x="278" y="17"/>
                  <a:pt x="278" y="17"/>
                  <a:pt x="278" y="17"/>
                </a:cubicBezTo>
                <a:cubicBezTo>
                  <a:pt x="278" y="17"/>
                  <a:pt x="278" y="17"/>
                  <a:pt x="278" y="17"/>
                </a:cubicBezTo>
                <a:cubicBezTo>
                  <a:pt x="278" y="17"/>
                  <a:pt x="278" y="17"/>
                  <a:pt x="278" y="17"/>
                </a:cubicBezTo>
                <a:cubicBezTo>
                  <a:pt x="278" y="17"/>
                  <a:pt x="279" y="17"/>
                  <a:pt x="279" y="17"/>
                </a:cubicBezTo>
                <a:cubicBezTo>
                  <a:pt x="279" y="17"/>
                  <a:pt x="279" y="16"/>
                  <a:pt x="279" y="16"/>
                </a:cubicBezTo>
                <a:cubicBezTo>
                  <a:pt x="279" y="16"/>
                  <a:pt x="279" y="16"/>
                  <a:pt x="279" y="16"/>
                </a:cubicBezTo>
                <a:cubicBezTo>
                  <a:pt x="279" y="16"/>
                  <a:pt x="279" y="16"/>
                  <a:pt x="279" y="16"/>
                </a:cubicBezTo>
                <a:cubicBezTo>
                  <a:pt x="279" y="16"/>
                  <a:pt x="279" y="16"/>
                  <a:pt x="279" y="16"/>
                </a:cubicBezTo>
                <a:cubicBezTo>
                  <a:pt x="279" y="16"/>
                  <a:pt x="279" y="16"/>
                  <a:pt x="279" y="16"/>
                </a:cubicBezTo>
                <a:cubicBezTo>
                  <a:pt x="279" y="16"/>
                  <a:pt x="279" y="16"/>
                  <a:pt x="279" y="16"/>
                </a:cubicBezTo>
                <a:cubicBezTo>
                  <a:pt x="279" y="16"/>
                  <a:pt x="279" y="16"/>
                  <a:pt x="279" y="16"/>
                </a:cubicBezTo>
                <a:cubicBezTo>
                  <a:pt x="280" y="16"/>
                  <a:pt x="280" y="16"/>
                  <a:pt x="280" y="16"/>
                </a:cubicBezTo>
                <a:cubicBezTo>
                  <a:pt x="280" y="16"/>
                  <a:pt x="280" y="16"/>
                  <a:pt x="280" y="16"/>
                </a:cubicBezTo>
                <a:cubicBezTo>
                  <a:pt x="280" y="16"/>
                  <a:pt x="280" y="16"/>
                  <a:pt x="280" y="16"/>
                </a:cubicBezTo>
                <a:close/>
                <a:moveTo>
                  <a:pt x="296" y="27"/>
                </a:moveTo>
                <a:cubicBezTo>
                  <a:pt x="296" y="27"/>
                  <a:pt x="296" y="27"/>
                  <a:pt x="296" y="27"/>
                </a:cubicBezTo>
                <a:cubicBezTo>
                  <a:pt x="296" y="27"/>
                  <a:pt x="296" y="27"/>
                  <a:pt x="296" y="27"/>
                </a:cubicBezTo>
                <a:cubicBezTo>
                  <a:pt x="296" y="27"/>
                  <a:pt x="296" y="27"/>
                  <a:pt x="296" y="28"/>
                </a:cubicBezTo>
                <a:cubicBezTo>
                  <a:pt x="296" y="28"/>
                  <a:pt x="295" y="28"/>
                  <a:pt x="295" y="28"/>
                </a:cubicBezTo>
                <a:cubicBezTo>
                  <a:pt x="295" y="28"/>
                  <a:pt x="295" y="28"/>
                  <a:pt x="296" y="29"/>
                </a:cubicBezTo>
                <a:cubicBezTo>
                  <a:pt x="296" y="29"/>
                  <a:pt x="296" y="29"/>
                  <a:pt x="296" y="29"/>
                </a:cubicBezTo>
                <a:cubicBezTo>
                  <a:pt x="296" y="29"/>
                  <a:pt x="296" y="29"/>
                  <a:pt x="296" y="29"/>
                </a:cubicBezTo>
                <a:cubicBezTo>
                  <a:pt x="296" y="29"/>
                  <a:pt x="296" y="29"/>
                  <a:pt x="296" y="30"/>
                </a:cubicBezTo>
                <a:cubicBezTo>
                  <a:pt x="296" y="30"/>
                  <a:pt x="296" y="30"/>
                  <a:pt x="296" y="31"/>
                </a:cubicBezTo>
                <a:cubicBezTo>
                  <a:pt x="296" y="31"/>
                  <a:pt x="296" y="31"/>
                  <a:pt x="296" y="31"/>
                </a:cubicBezTo>
                <a:cubicBezTo>
                  <a:pt x="296" y="31"/>
                  <a:pt x="296" y="31"/>
                  <a:pt x="296" y="31"/>
                </a:cubicBezTo>
                <a:cubicBezTo>
                  <a:pt x="295" y="31"/>
                  <a:pt x="295" y="31"/>
                  <a:pt x="295" y="31"/>
                </a:cubicBezTo>
                <a:cubicBezTo>
                  <a:pt x="295" y="31"/>
                  <a:pt x="294" y="30"/>
                  <a:pt x="294" y="30"/>
                </a:cubicBezTo>
                <a:cubicBezTo>
                  <a:pt x="293" y="29"/>
                  <a:pt x="293" y="29"/>
                  <a:pt x="293" y="28"/>
                </a:cubicBezTo>
                <a:cubicBezTo>
                  <a:pt x="293" y="28"/>
                  <a:pt x="293" y="28"/>
                  <a:pt x="293" y="28"/>
                </a:cubicBezTo>
                <a:cubicBezTo>
                  <a:pt x="293" y="28"/>
                  <a:pt x="293" y="28"/>
                  <a:pt x="293" y="28"/>
                </a:cubicBezTo>
                <a:cubicBezTo>
                  <a:pt x="293" y="28"/>
                  <a:pt x="293" y="28"/>
                  <a:pt x="293" y="27"/>
                </a:cubicBezTo>
                <a:cubicBezTo>
                  <a:pt x="293" y="27"/>
                  <a:pt x="293" y="27"/>
                  <a:pt x="293" y="27"/>
                </a:cubicBezTo>
                <a:cubicBezTo>
                  <a:pt x="294" y="27"/>
                  <a:pt x="294" y="27"/>
                  <a:pt x="294" y="27"/>
                </a:cubicBezTo>
                <a:cubicBezTo>
                  <a:pt x="294" y="27"/>
                  <a:pt x="295" y="27"/>
                  <a:pt x="296" y="27"/>
                </a:cubicBezTo>
                <a:close/>
                <a:moveTo>
                  <a:pt x="310" y="37"/>
                </a:moveTo>
                <a:cubicBezTo>
                  <a:pt x="311" y="37"/>
                  <a:pt x="310" y="37"/>
                  <a:pt x="311" y="37"/>
                </a:cubicBezTo>
                <a:cubicBezTo>
                  <a:pt x="311" y="37"/>
                  <a:pt x="311" y="37"/>
                  <a:pt x="311" y="38"/>
                </a:cubicBezTo>
                <a:cubicBezTo>
                  <a:pt x="311" y="38"/>
                  <a:pt x="311" y="38"/>
                  <a:pt x="311" y="38"/>
                </a:cubicBezTo>
                <a:cubicBezTo>
                  <a:pt x="311" y="38"/>
                  <a:pt x="311" y="38"/>
                  <a:pt x="310" y="38"/>
                </a:cubicBezTo>
                <a:cubicBezTo>
                  <a:pt x="310" y="38"/>
                  <a:pt x="310" y="38"/>
                  <a:pt x="310" y="38"/>
                </a:cubicBezTo>
                <a:cubicBezTo>
                  <a:pt x="310" y="38"/>
                  <a:pt x="310" y="38"/>
                  <a:pt x="310" y="38"/>
                </a:cubicBezTo>
                <a:cubicBezTo>
                  <a:pt x="309" y="38"/>
                  <a:pt x="309" y="38"/>
                  <a:pt x="309" y="37"/>
                </a:cubicBezTo>
                <a:cubicBezTo>
                  <a:pt x="309" y="37"/>
                  <a:pt x="309" y="37"/>
                  <a:pt x="309" y="37"/>
                </a:cubicBezTo>
                <a:cubicBezTo>
                  <a:pt x="309" y="37"/>
                  <a:pt x="309" y="37"/>
                  <a:pt x="309" y="37"/>
                </a:cubicBezTo>
                <a:cubicBezTo>
                  <a:pt x="309" y="37"/>
                  <a:pt x="309" y="37"/>
                  <a:pt x="310" y="37"/>
                </a:cubicBezTo>
                <a:cubicBezTo>
                  <a:pt x="310" y="37"/>
                  <a:pt x="310" y="37"/>
                  <a:pt x="310" y="37"/>
                </a:cubicBezTo>
                <a:cubicBezTo>
                  <a:pt x="310" y="37"/>
                  <a:pt x="310" y="37"/>
                  <a:pt x="310" y="37"/>
                </a:cubicBezTo>
                <a:cubicBezTo>
                  <a:pt x="310" y="37"/>
                  <a:pt x="310" y="37"/>
                  <a:pt x="310" y="37"/>
                </a:cubicBezTo>
                <a:cubicBezTo>
                  <a:pt x="310" y="37"/>
                  <a:pt x="310" y="37"/>
                  <a:pt x="310" y="37"/>
                </a:cubicBezTo>
                <a:close/>
                <a:moveTo>
                  <a:pt x="311" y="35"/>
                </a:moveTo>
                <a:cubicBezTo>
                  <a:pt x="311" y="35"/>
                  <a:pt x="312" y="35"/>
                  <a:pt x="312" y="35"/>
                </a:cubicBezTo>
                <a:cubicBezTo>
                  <a:pt x="312" y="35"/>
                  <a:pt x="312" y="35"/>
                  <a:pt x="312" y="35"/>
                </a:cubicBezTo>
                <a:cubicBezTo>
                  <a:pt x="312" y="35"/>
                  <a:pt x="312" y="35"/>
                  <a:pt x="312" y="35"/>
                </a:cubicBezTo>
                <a:cubicBezTo>
                  <a:pt x="312" y="35"/>
                  <a:pt x="312" y="35"/>
                  <a:pt x="313" y="35"/>
                </a:cubicBezTo>
                <a:cubicBezTo>
                  <a:pt x="313" y="35"/>
                  <a:pt x="313" y="35"/>
                  <a:pt x="313" y="35"/>
                </a:cubicBezTo>
                <a:cubicBezTo>
                  <a:pt x="313" y="35"/>
                  <a:pt x="313" y="35"/>
                  <a:pt x="313" y="35"/>
                </a:cubicBezTo>
                <a:cubicBezTo>
                  <a:pt x="313" y="35"/>
                  <a:pt x="313" y="35"/>
                  <a:pt x="313" y="35"/>
                </a:cubicBezTo>
                <a:cubicBezTo>
                  <a:pt x="313" y="35"/>
                  <a:pt x="313" y="35"/>
                  <a:pt x="313" y="35"/>
                </a:cubicBezTo>
                <a:cubicBezTo>
                  <a:pt x="313" y="35"/>
                  <a:pt x="313" y="35"/>
                  <a:pt x="313" y="35"/>
                </a:cubicBezTo>
                <a:cubicBezTo>
                  <a:pt x="313" y="35"/>
                  <a:pt x="313" y="36"/>
                  <a:pt x="313" y="36"/>
                </a:cubicBezTo>
                <a:cubicBezTo>
                  <a:pt x="313" y="36"/>
                  <a:pt x="313" y="36"/>
                  <a:pt x="313" y="36"/>
                </a:cubicBezTo>
                <a:cubicBezTo>
                  <a:pt x="313" y="36"/>
                  <a:pt x="313" y="36"/>
                  <a:pt x="313" y="36"/>
                </a:cubicBezTo>
                <a:cubicBezTo>
                  <a:pt x="313" y="36"/>
                  <a:pt x="313" y="36"/>
                  <a:pt x="313" y="36"/>
                </a:cubicBezTo>
                <a:cubicBezTo>
                  <a:pt x="313" y="36"/>
                  <a:pt x="312" y="36"/>
                  <a:pt x="312" y="36"/>
                </a:cubicBezTo>
                <a:cubicBezTo>
                  <a:pt x="312" y="35"/>
                  <a:pt x="312" y="35"/>
                  <a:pt x="312" y="35"/>
                </a:cubicBezTo>
                <a:cubicBezTo>
                  <a:pt x="312" y="35"/>
                  <a:pt x="312" y="35"/>
                  <a:pt x="312" y="35"/>
                </a:cubicBezTo>
                <a:cubicBezTo>
                  <a:pt x="312" y="35"/>
                  <a:pt x="312" y="35"/>
                  <a:pt x="312" y="35"/>
                </a:cubicBezTo>
                <a:cubicBezTo>
                  <a:pt x="311" y="35"/>
                  <a:pt x="311" y="35"/>
                  <a:pt x="311" y="35"/>
                </a:cubicBezTo>
                <a:close/>
                <a:moveTo>
                  <a:pt x="319" y="54"/>
                </a:moveTo>
                <a:cubicBezTo>
                  <a:pt x="319" y="53"/>
                  <a:pt x="319" y="53"/>
                  <a:pt x="319" y="53"/>
                </a:cubicBezTo>
                <a:cubicBezTo>
                  <a:pt x="319" y="53"/>
                  <a:pt x="319" y="53"/>
                  <a:pt x="319" y="52"/>
                </a:cubicBezTo>
                <a:cubicBezTo>
                  <a:pt x="319" y="52"/>
                  <a:pt x="320" y="52"/>
                  <a:pt x="320" y="52"/>
                </a:cubicBezTo>
                <a:cubicBezTo>
                  <a:pt x="320" y="52"/>
                  <a:pt x="320" y="52"/>
                  <a:pt x="320" y="51"/>
                </a:cubicBezTo>
                <a:cubicBezTo>
                  <a:pt x="320" y="51"/>
                  <a:pt x="320" y="51"/>
                  <a:pt x="321" y="51"/>
                </a:cubicBezTo>
                <a:cubicBezTo>
                  <a:pt x="321" y="51"/>
                  <a:pt x="321" y="51"/>
                  <a:pt x="321" y="51"/>
                </a:cubicBezTo>
                <a:cubicBezTo>
                  <a:pt x="321" y="51"/>
                  <a:pt x="321" y="52"/>
                  <a:pt x="321" y="52"/>
                </a:cubicBezTo>
                <a:cubicBezTo>
                  <a:pt x="321" y="52"/>
                  <a:pt x="321" y="52"/>
                  <a:pt x="321" y="52"/>
                </a:cubicBezTo>
                <a:cubicBezTo>
                  <a:pt x="321" y="52"/>
                  <a:pt x="321" y="53"/>
                  <a:pt x="321" y="53"/>
                </a:cubicBezTo>
                <a:cubicBezTo>
                  <a:pt x="321" y="54"/>
                  <a:pt x="321" y="54"/>
                  <a:pt x="321" y="54"/>
                </a:cubicBezTo>
                <a:cubicBezTo>
                  <a:pt x="321" y="54"/>
                  <a:pt x="320" y="54"/>
                  <a:pt x="320" y="54"/>
                </a:cubicBezTo>
                <a:cubicBezTo>
                  <a:pt x="320" y="54"/>
                  <a:pt x="320" y="54"/>
                  <a:pt x="320" y="54"/>
                </a:cubicBezTo>
                <a:cubicBezTo>
                  <a:pt x="320" y="54"/>
                  <a:pt x="319" y="54"/>
                  <a:pt x="319" y="54"/>
                </a:cubicBezTo>
                <a:close/>
                <a:moveTo>
                  <a:pt x="323" y="52"/>
                </a:moveTo>
                <a:cubicBezTo>
                  <a:pt x="323" y="52"/>
                  <a:pt x="323" y="52"/>
                  <a:pt x="323" y="52"/>
                </a:cubicBezTo>
                <a:cubicBezTo>
                  <a:pt x="323" y="52"/>
                  <a:pt x="323" y="52"/>
                  <a:pt x="323" y="52"/>
                </a:cubicBezTo>
                <a:cubicBezTo>
                  <a:pt x="323" y="52"/>
                  <a:pt x="323" y="52"/>
                  <a:pt x="322" y="52"/>
                </a:cubicBezTo>
                <a:cubicBezTo>
                  <a:pt x="322" y="52"/>
                  <a:pt x="322" y="52"/>
                  <a:pt x="322" y="52"/>
                </a:cubicBezTo>
                <a:cubicBezTo>
                  <a:pt x="322" y="52"/>
                  <a:pt x="322" y="52"/>
                  <a:pt x="322" y="52"/>
                </a:cubicBezTo>
                <a:cubicBezTo>
                  <a:pt x="322" y="51"/>
                  <a:pt x="322" y="51"/>
                  <a:pt x="322" y="51"/>
                </a:cubicBezTo>
                <a:cubicBezTo>
                  <a:pt x="322" y="51"/>
                  <a:pt x="322" y="51"/>
                  <a:pt x="322" y="51"/>
                </a:cubicBezTo>
                <a:cubicBezTo>
                  <a:pt x="322" y="51"/>
                  <a:pt x="322" y="51"/>
                  <a:pt x="322" y="51"/>
                </a:cubicBezTo>
                <a:cubicBezTo>
                  <a:pt x="322" y="51"/>
                  <a:pt x="322" y="51"/>
                  <a:pt x="322" y="51"/>
                </a:cubicBezTo>
                <a:cubicBezTo>
                  <a:pt x="322" y="51"/>
                  <a:pt x="323" y="51"/>
                  <a:pt x="323" y="51"/>
                </a:cubicBezTo>
                <a:cubicBezTo>
                  <a:pt x="323" y="51"/>
                  <a:pt x="323" y="51"/>
                  <a:pt x="323" y="51"/>
                </a:cubicBezTo>
                <a:cubicBezTo>
                  <a:pt x="323" y="51"/>
                  <a:pt x="323" y="51"/>
                  <a:pt x="323" y="51"/>
                </a:cubicBezTo>
                <a:cubicBezTo>
                  <a:pt x="323" y="51"/>
                  <a:pt x="323" y="51"/>
                  <a:pt x="323" y="52"/>
                </a:cubicBezTo>
                <a:close/>
                <a:moveTo>
                  <a:pt x="169" y="84"/>
                </a:moveTo>
                <a:cubicBezTo>
                  <a:pt x="169" y="84"/>
                  <a:pt x="169" y="84"/>
                  <a:pt x="169"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3"/>
                  <a:pt x="170" y="83"/>
                </a:cubicBezTo>
                <a:cubicBezTo>
                  <a:pt x="170" y="83"/>
                  <a:pt x="170" y="83"/>
                  <a:pt x="170" y="83"/>
                </a:cubicBezTo>
                <a:cubicBezTo>
                  <a:pt x="170" y="83"/>
                  <a:pt x="170" y="83"/>
                  <a:pt x="170" y="83"/>
                </a:cubicBezTo>
                <a:cubicBezTo>
                  <a:pt x="170" y="83"/>
                  <a:pt x="170" y="83"/>
                  <a:pt x="170" y="83"/>
                </a:cubicBezTo>
                <a:cubicBezTo>
                  <a:pt x="170" y="83"/>
                  <a:pt x="170" y="83"/>
                  <a:pt x="169" y="83"/>
                </a:cubicBezTo>
                <a:cubicBezTo>
                  <a:pt x="169" y="83"/>
                  <a:pt x="169" y="83"/>
                  <a:pt x="169" y="83"/>
                </a:cubicBezTo>
                <a:cubicBezTo>
                  <a:pt x="169" y="83"/>
                  <a:pt x="169" y="83"/>
                  <a:pt x="169" y="83"/>
                </a:cubicBezTo>
                <a:cubicBezTo>
                  <a:pt x="169" y="83"/>
                  <a:pt x="169" y="83"/>
                  <a:pt x="169" y="83"/>
                </a:cubicBezTo>
                <a:cubicBezTo>
                  <a:pt x="168" y="83"/>
                  <a:pt x="168" y="84"/>
                  <a:pt x="168" y="84"/>
                </a:cubicBezTo>
                <a:cubicBezTo>
                  <a:pt x="168" y="84"/>
                  <a:pt x="168" y="84"/>
                  <a:pt x="168" y="84"/>
                </a:cubicBezTo>
                <a:cubicBezTo>
                  <a:pt x="168" y="84"/>
                  <a:pt x="168" y="84"/>
                  <a:pt x="168" y="84"/>
                </a:cubicBezTo>
                <a:cubicBezTo>
                  <a:pt x="168" y="84"/>
                  <a:pt x="168" y="84"/>
                  <a:pt x="169" y="84"/>
                </a:cubicBezTo>
                <a:cubicBezTo>
                  <a:pt x="169" y="84"/>
                  <a:pt x="169" y="84"/>
                  <a:pt x="169" y="84"/>
                </a:cubicBezTo>
                <a:close/>
                <a:moveTo>
                  <a:pt x="181" y="91"/>
                </a:moveTo>
                <a:cubicBezTo>
                  <a:pt x="181" y="91"/>
                  <a:pt x="181" y="91"/>
                  <a:pt x="181" y="91"/>
                </a:cubicBezTo>
                <a:cubicBezTo>
                  <a:pt x="181" y="91"/>
                  <a:pt x="182" y="92"/>
                  <a:pt x="182" y="92"/>
                </a:cubicBezTo>
                <a:cubicBezTo>
                  <a:pt x="182" y="92"/>
                  <a:pt x="182" y="92"/>
                  <a:pt x="182" y="93"/>
                </a:cubicBezTo>
                <a:cubicBezTo>
                  <a:pt x="182" y="93"/>
                  <a:pt x="182" y="93"/>
                  <a:pt x="181" y="93"/>
                </a:cubicBezTo>
                <a:cubicBezTo>
                  <a:pt x="181" y="94"/>
                  <a:pt x="181" y="94"/>
                  <a:pt x="181" y="95"/>
                </a:cubicBezTo>
                <a:cubicBezTo>
                  <a:pt x="181" y="96"/>
                  <a:pt x="180" y="96"/>
                  <a:pt x="180" y="97"/>
                </a:cubicBezTo>
                <a:cubicBezTo>
                  <a:pt x="180" y="97"/>
                  <a:pt x="179" y="97"/>
                  <a:pt x="179" y="97"/>
                </a:cubicBezTo>
                <a:cubicBezTo>
                  <a:pt x="179" y="97"/>
                  <a:pt x="179" y="96"/>
                  <a:pt x="179" y="96"/>
                </a:cubicBezTo>
                <a:cubicBezTo>
                  <a:pt x="179" y="96"/>
                  <a:pt x="179" y="96"/>
                  <a:pt x="178" y="96"/>
                </a:cubicBezTo>
                <a:cubicBezTo>
                  <a:pt x="177" y="95"/>
                  <a:pt x="177" y="95"/>
                  <a:pt x="176" y="94"/>
                </a:cubicBezTo>
                <a:cubicBezTo>
                  <a:pt x="176" y="94"/>
                  <a:pt x="176" y="94"/>
                  <a:pt x="176" y="94"/>
                </a:cubicBezTo>
                <a:cubicBezTo>
                  <a:pt x="176" y="94"/>
                  <a:pt x="176" y="94"/>
                  <a:pt x="176" y="94"/>
                </a:cubicBezTo>
                <a:cubicBezTo>
                  <a:pt x="176" y="93"/>
                  <a:pt x="176" y="93"/>
                  <a:pt x="176" y="93"/>
                </a:cubicBezTo>
                <a:cubicBezTo>
                  <a:pt x="175" y="93"/>
                  <a:pt x="175" y="93"/>
                  <a:pt x="175" y="93"/>
                </a:cubicBezTo>
                <a:cubicBezTo>
                  <a:pt x="175" y="93"/>
                  <a:pt x="174" y="92"/>
                  <a:pt x="174" y="92"/>
                </a:cubicBezTo>
                <a:cubicBezTo>
                  <a:pt x="174" y="92"/>
                  <a:pt x="174" y="91"/>
                  <a:pt x="174" y="91"/>
                </a:cubicBezTo>
                <a:cubicBezTo>
                  <a:pt x="173" y="90"/>
                  <a:pt x="173" y="90"/>
                  <a:pt x="173" y="90"/>
                </a:cubicBezTo>
                <a:cubicBezTo>
                  <a:pt x="173" y="89"/>
                  <a:pt x="173" y="89"/>
                  <a:pt x="174" y="88"/>
                </a:cubicBezTo>
                <a:cubicBezTo>
                  <a:pt x="174" y="88"/>
                  <a:pt x="174" y="88"/>
                  <a:pt x="174" y="88"/>
                </a:cubicBezTo>
                <a:cubicBezTo>
                  <a:pt x="174" y="88"/>
                  <a:pt x="174" y="88"/>
                  <a:pt x="174" y="88"/>
                </a:cubicBezTo>
                <a:cubicBezTo>
                  <a:pt x="175" y="88"/>
                  <a:pt x="175" y="88"/>
                  <a:pt x="175" y="88"/>
                </a:cubicBezTo>
                <a:cubicBezTo>
                  <a:pt x="175" y="88"/>
                  <a:pt x="176" y="88"/>
                  <a:pt x="176" y="88"/>
                </a:cubicBezTo>
                <a:cubicBezTo>
                  <a:pt x="176" y="88"/>
                  <a:pt x="176" y="88"/>
                  <a:pt x="176" y="88"/>
                </a:cubicBezTo>
                <a:cubicBezTo>
                  <a:pt x="177" y="89"/>
                  <a:pt x="178" y="89"/>
                  <a:pt x="179" y="89"/>
                </a:cubicBezTo>
                <a:cubicBezTo>
                  <a:pt x="179" y="90"/>
                  <a:pt x="180" y="90"/>
                  <a:pt x="181" y="91"/>
                </a:cubicBezTo>
                <a:close/>
                <a:moveTo>
                  <a:pt x="181" y="87"/>
                </a:moveTo>
                <a:cubicBezTo>
                  <a:pt x="181" y="87"/>
                  <a:pt x="181" y="87"/>
                  <a:pt x="181" y="87"/>
                </a:cubicBezTo>
                <a:cubicBezTo>
                  <a:pt x="181" y="87"/>
                  <a:pt x="181" y="87"/>
                  <a:pt x="181" y="87"/>
                </a:cubicBezTo>
                <a:cubicBezTo>
                  <a:pt x="181" y="86"/>
                  <a:pt x="181" y="86"/>
                  <a:pt x="181" y="86"/>
                </a:cubicBezTo>
                <a:cubicBezTo>
                  <a:pt x="181" y="86"/>
                  <a:pt x="181" y="86"/>
                  <a:pt x="181" y="86"/>
                </a:cubicBezTo>
                <a:cubicBezTo>
                  <a:pt x="181" y="86"/>
                  <a:pt x="181" y="86"/>
                  <a:pt x="181" y="86"/>
                </a:cubicBezTo>
                <a:cubicBezTo>
                  <a:pt x="181" y="85"/>
                  <a:pt x="181" y="85"/>
                  <a:pt x="181" y="85"/>
                </a:cubicBezTo>
                <a:cubicBezTo>
                  <a:pt x="181" y="85"/>
                  <a:pt x="181" y="85"/>
                  <a:pt x="181" y="85"/>
                </a:cubicBezTo>
                <a:cubicBezTo>
                  <a:pt x="181" y="85"/>
                  <a:pt x="181" y="85"/>
                  <a:pt x="182" y="85"/>
                </a:cubicBezTo>
                <a:cubicBezTo>
                  <a:pt x="182" y="85"/>
                  <a:pt x="182" y="85"/>
                  <a:pt x="182" y="85"/>
                </a:cubicBezTo>
                <a:cubicBezTo>
                  <a:pt x="182" y="85"/>
                  <a:pt x="182" y="85"/>
                  <a:pt x="182" y="85"/>
                </a:cubicBezTo>
                <a:cubicBezTo>
                  <a:pt x="182" y="85"/>
                  <a:pt x="182" y="85"/>
                  <a:pt x="182" y="85"/>
                </a:cubicBezTo>
                <a:cubicBezTo>
                  <a:pt x="182" y="85"/>
                  <a:pt x="182" y="85"/>
                  <a:pt x="182" y="86"/>
                </a:cubicBezTo>
                <a:cubicBezTo>
                  <a:pt x="182" y="86"/>
                  <a:pt x="182" y="86"/>
                  <a:pt x="182" y="86"/>
                </a:cubicBezTo>
                <a:cubicBezTo>
                  <a:pt x="182" y="86"/>
                  <a:pt x="182" y="86"/>
                  <a:pt x="182" y="86"/>
                </a:cubicBezTo>
                <a:cubicBezTo>
                  <a:pt x="182" y="86"/>
                  <a:pt x="183" y="86"/>
                  <a:pt x="182" y="86"/>
                </a:cubicBezTo>
                <a:cubicBezTo>
                  <a:pt x="182" y="86"/>
                  <a:pt x="182" y="86"/>
                  <a:pt x="182" y="86"/>
                </a:cubicBezTo>
                <a:cubicBezTo>
                  <a:pt x="182" y="87"/>
                  <a:pt x="182" y="87"/>
                  <a:pt x="182" y="87"/>
                </a:cubicBezTo>
                <a:cubicBezTo>
                  <a:pt x="182" y="87"/>
                  <a:pt x="182" y="87"/>
                  <a:pt x="182" y="87"/>
                </a:cubicBezTo>
                <a:cubicBezTo>
                  <a:pt x="182" y="87"/>
                  <a:pt x="182" y="87"/>
                  <a:pt x="182" y="87"/>
                </a:cubicBezTo>
                <a:cubicBezTo>
                  <a:pt x="182" y="87"/>
                  <a:pt x="182" y="87"/>
                  <a:pt x="182" y="87"/>
                </a:cubicBezTo>
                <a:cubicBezTo>
                  <a:pt x="182" y="87"/>
                  <a:pt x="181" y="87"/>
                  <a:pt x="181" y="87"/>
                </a:cubicBezTo>
                <a:close/>
                <a:moveTo>
                  <a:pt x="178" y="151"/>
                </a:moveTo>
                <a:cubicBezTo>
                  <a:pt x="161" y="151"/>
                  <a:pt x="161" y="151"/>
                  <a:pt x="161" y="151"/>
                </a:cubicBezTo>
                <a:cubicBezTo>
                  <a:pt x="160" y="152"/>
                  <a:pt x="160" y="152"/>
                  <a:pt x="160" y="152"/>
                </a:cubicBezTo>
                <a:cubicBezTo>
                  <a:pt x="159" y="151"/>
                  <a:pt x="159" y="151"/>
                  <a:pt x="159" y="151"/>
                </a:cubicBezTo>
                <a:cubicBezTo>
                  <a:pt x="154" y="151"/>
                  <a:pt x="154" y="151"/>
                  <a:pt x="154" y="151"/>
                </a:cubicBezTo>
                <a:cubicBezTo>
                  <a:pt x="154" y="151"/>
                  <a:pt x="153" y="151"/>
                  <a:pt x="153" y="151"/>
                </a:cubicBezTo>
                <a:cubicBezTo>
                  <a:pt x="153" y="151"/>
                  <a:pt x="152" y="151"/>
                  <a:pt x="152" y="151"/>
                </a:cubicBezTo>
                <a:cubicBezTo>
                  <a:pt x="152" y="151"/>
                  <a:pt x="151" y="151"/>
                  <a:pt x="150" y="151"/>
                </a:cubicBezTo>
                <a:cubicBezTo>
                  <a:pt x="150" y="152"/>
                  <a:pt x="150" y="151"/>
                  <a:pt x="150" y="151"/>
                </a:cubicBezTo>
                <a:cubicBezTo>
                  <a:pt x="150" y="150"/>
                  <a:pt x="149" y="150"/>
                  <a:pt x="149" y="150"/>
                </a:cubicBezTo>
                <a:cubicBezTo>
                  <a:pt x="149" y="150"/>
                  <a:pt x="148" y="150"/>
                  <a:pt x="148" y="150"/>
                </a:cubicBezTo>
                <a:cubicBezTo>
                  <a:pt x="148" y="150"/>
                  <a:pt x="148" y="149"/>
                  <a:pt x="148" y="149"/>
                </a:cubicBezTo>
                <a:cubicBezTo>
                  <a:pt x="148" y="149"/>
                  <a:pt x="148" y="148"/>
                  <a:pt x="148" y="148"/>
                </a:cubicBezTo>
                <a:cubicBezTo>
                  <a:pt x="148" y="148"/>
                  <a:pt x="147" y="147"/>
                  <a:pt x="147" y="147"/>
                </a:cubicBezTo>
                <a:cubicBezTo>
                  <a:pt x="146" y="146"/>
                  <a:pt x="146" y="146"/>
                  <a:pt x="146" y="146"/>
                </a:cubicBezTo>
                <a:cubicBezTo>
                  <a:pt x="141" y="142"/>
                  <a:pt x="141" y="142"/>
                  <a:pt x="141" y="142"/>
                </a:cubicBezTo>
                <a:cubicBezTo>
                  <a:pt x="139" y="141"/>
                  <a:pt x="139" y="141"/>
                  <a:pt x="139" y="141"/>
                </a:cubicBezTo>
                <a:cubicBezTo>
                  <a:pt x="135" y="140"/>
                  <a:pt x="135" y="140"/>
                  <a:pt x="135" y="140"/>
                </a:cubicBezTo>
                <a:cubicBezTo>
                  <a:pt x="133" y="140"/>
                  <a:pt x="133" y="140"/>
                  <a:pt x="133" y="140"/>
                </a:cubicBezTo>
                <a:cubicBezTo>
                  <a:pt x="132" y="139"/>
                  <a:pt x="132" y="139"/>
                  <a:pt x="132" y="139"/>
                </a:cubicBezTo>
                <a:cubicBezTo>
                  <a:pt x="131" y="136"/>
                  <a:pt x="131" y="136"/>
                  <a:pt x="131" y="136"/>
                </a:cubicBezTo>
                <a:cubicBezTo>
                  <a:pt x="123" y="130"/>
                  <a:pt x="123" y="130"/>
                  <a:pt x="123" y="130"/>
                </a:cubicBezTo>
                <a:cubicBezTo>
                  <a:pt x="124" y="129"/>
                  <a:pt x="124" y="129"/>
                  <a:pt x="124" y="129"/>
                </a:cubicBezTo>
                <a:cubicBezTo>
                  <a:pt x="125" y="128"/>
                  <a:pt x="125" y="128"/>
                  <a:pt x="125" y="128"/>
                </a:cubicBezTo>
                <a:cubicBezTo>
                  <a:pt x="125" y="128"/>
                  <a:pt x="125" y="128"/>
                  <a:pt x="125" y="128"/>
                </a:cubicBezTo>
                <a:cubicBezTo>
                  <a:pt x="126" y="128"/>
                  <a:pt x="126" y="129"/>
                  <a:pt x="126" y="129"/>
                </a:cubicBezTo>
                <a:cubicBezTo>
                  <a:pt x="126" y="129"/>
                  <a:pt x="127" y="128"/>
                  <a:pt x="127" y="128"/>
                </a:cubicBezTo>
                <a:cubicBezTo>
                  <a:pt x="127" y="128"/>
                  <a:pt x="127" y="128"/>
                  <a:pt x="127" y="128"/>
                </a:cubicBezTo>
                <a:cubicBezTo>
                  <a:pt x="128" y="126"/>
                  <a:pt x="128" y="126"/>
                  <a:pt x="128" y="126"/>
                </a:cubicBezTo>
                <a:cubicBezTo>
                  <a:pt x="129" y="124"/>
                  <a:pt x="129" y="124"/>
                  <a:pt x="129" y="124"/>
                </a:cubicBezTo>
                <a:cubicBezTo>
                  <a:pt x="130" y="122"/>
                  <a:pt x="130" y="122"/>
                  <a:pt x="130" y="122"/>
                </a:cubicBezTo>
                <a:cubicBezTo>
                  <a:pt x="130" y="122"/>
                  <a:pt x="129" y="120"/>
                  <a:pt x="129" y="120"/>
                </a:cubicBezTo>
                <a:cubicBezTo>
                  <a:pt x="129" y="120"/>
                  <a:pt x="130" y="118"/>
                  <a:pt x="130" y="118"/>
                </a:cubicBezTo>
                <a:cubicBezTo>
                  <a:pt x="133" y="107"/>
                  <a:pt x="133" y="107"/>
                  <a:pt x="133" y="107"/>
                </a:cubicBezTo>
                <a:cubicBezTo>
                  <a:pt x="133" y="106"/>
                  <a:pt x="133" y="106"/>
                  <a:pt x="133" y="106"/>
                </a:cubicBezTo>
                <a:cubicBezTo>
                  <a:pt x="132" y="105"/>
                  <a:pt x="132" y="105"/>
                  <a:pt x="132" y="105"/>
                </a:cubicBezTo>
                <a:cubicBezTo>
                  <a:pt x="130" y="104"/>
                  <a:pt x="130" y="104"/>
                  <a:pt x="130" y="104"/>
                </a:cubicBezTo>
                <a:cubicBezTo>
                  <a:pt x="130" y="104"/>
                  <a:pt x="129" y="104"/>
                  <a:pt x="129" y="104"/>
                </a:cubicBezTo>
                <a:cubicBezTo>
                  <a:pt x="129" y="104"/>
                  <a:pt x="128" y="103"/>
                  <a:pt x="128" y="103"/>
                </a:cubicBezTo>
                <a:cubicBezTo>
                  <a:pt x="128" y="103"/>
                  <a:pt x="128" y="103"/>
                  <a:pt x="128" y="103"/>
                </a:cubicBezTo>
                <a:cubicBezTo>
                  <a:pt x="127" y="102"/>
                  <a:pt x="127" y="102"/>
                  <a:pt x="127" y="102"/>
                </a:cubicBezTo>
                <a:cubicBezTo>
                  <a:pt x="127" y="101"/>
                  <a:pt x="127" y="101"/>
                  <a:pt x="127" y="101"/>
                </a:cubicBezTo>
                <a:cubicBezTo>
                  <a:pt x="129" y="102"/>
                  <a:pt x="129" y="102"/>
                  <a:pt x="129" y="102"/>
                </a:cubicBezTo>
                <a:cubicBezTo>
                  <a:pt x="131" y="101"/>
                  <a:pt x="131" y="101"/>
                  <a:pt x="131" y="101"/>
                </a:cubicBezTo>
                <a:cubicBezTo>
                  <a:pt x="142" y="101"/>
                  <a:pt x="142" y="101"/>
                  <a:pt x="142" y="101"/>
                </a:cubicBezTo>
                <a:cubicBezTo>
                  <a:pt x="149" y="97"/>
                  <a:pt x="149" y="97"/>
                  <a:pt x="149" y="97"/>
                </a:cubicBezTo>
                <a:cubicBezTo>
                  <a:pt x="149" y="97"/>
                  <a:pt x="150" y="97"/>
                  <a:pt x="150" y="97"/>
                </a:cubicBezTo>
                <a:cubicBezTo>
                  <a:pt x="150" y="97"/>
                  <a:pt x="150" y="97"/>
                  <a:pt x="150" y="97"/>
                </a:cubicBezTo>
                <a:cubicBezTo>
                  <a:pt x="151" y="97"/>
                  <a:pt x="151" y="97"/>
                  <a:pt x="151" y="97"/>
                </a:cubicBezTo>
                <a:cubicBezTo>
                  <a:pt x="151" y="97"/>
                  <a:pt x="151" y="97"/>
                  <a:pt x="152" y="97"/>
                </a:cubicBezTo>
                <a:cubicBezTo>
                  <a:pt x="152" y="97"/>
                  <a:pt x="152" y="97"/>
                  <a:pt x="152" y="97"/>
                </a:cubicBezTo>
                <a:cubicBezTo>
                  <a:pt x="152" y="98"/>
                  <a:pt x="152" y="98"/>
                  <a:pt x="153" y="98"/>
                </a:cubicBezTo>
                <a:cubicBezTo>
                  <a:pt x="153" y="98"/>
                  <a:pt x="154" y="99"/>
                  <a:pt x="154" y="99"/>
                </a:cubicBezTo>
                <a:cubicBezTo>
                  <a:pt x="154" y="99"/>
                  <a:pt x="155" y="99"/>
                  <a:pt x="155" y="99"/>
                </a:cubicBezTo>
                <a:cubicBezTo>
                  <a:pt x="155" y="99"/>
                  <a:pt x="155" y="99"/>
                  <a:pt x="155" y="99"/>
                </a:cubicBezTo>
                <a:cubicBezTo>
                  <a:pt x="156" y="99"/>
                  <a:pt x="156" y="99"/>
                  <a:pt x="156" y="99"/>
                </a:cubicBezTo>
                <a:cubicBezTo>
                  <a:pt x="156" y="99"/>
                  <a:pt x="157" y="100"/>
                  <a:pt x="157" y="100"/>
                </a:cubicBezTo>
                <a:cubicBezTo>
                  <a:pt x="157" y="100"/>
                  <a:pt x="157" y="100"/>
                  <a:pt x="158" y="100"/>
                </a:cubicBezTo>
                <a:cubicBezTo>
                  <a:pt x="158" y="100"/>
                  <a:pt x="158" y="100"/>
                  <a:pt x="158" y="100"/>
                </a:cubicBezTo>
                <a:cubicBezTo>
                  <a:pt x="158" y="100"/>
                  <a:pt x="159" y="100"/>
                  <a:pt x="159" y="100"/>
                </a:cubicBezTo>
                <a:cubicBezTo>
                  <a:pt x="159" y="100"/>
                  <a:pt x="160" y="100"/>
                  <a:pt x="160" y="100"/>
                </a:cubicBezTo>
                <a:cubicBezTo>
                  <a:pt x="160" y="100"/>
                  <a:pt x="160" y="100"/>
                  <a:pt x="161" y="99"/>
                </a:cubicBezTo>
                <a:cubicBezTo>
                  <a:pt x="161" y="99"/>
                  <a:pt x="162" y="99"/>
                  <a:pt x="162" y="99"/>
                </a:cubicBezTo>
                <a:cubicBezTo>
                  <a:pt x="162" y="99"/>
                  <a:pt x="162" y="100"/>
                  <a:pt x="162" y="99"/>
                </a:cubicBezTo>
                <a:cubicBezTo>
                  <a:pt x="163" y="99"/>
                  <a:pt x="163" y="99"/>
                  <a:pt x="163" y="99"/>
                </a:cubicBezTo>
                <a:cubicBezTo>
                  <a:pt x="163" y="99"/>
                  <a:pt x="164" y="100"/>
                  <a:pt x="164" y="100"/>
                </a:cubicBezTo>
                <a:cubicBezTo>
                  <a:pt x="164" y="100"/>
                  <a:pt x="164" y="100"/>
                  <a:pt x="164" y="100"/>
                </a:cubicBezTo>
                <a:cubicBezTo>
                  <a:pt x="165" y="100"/>
                  <a:pt x="165" y="100"/>
                  <a:pt x="166" y="100"/>
                </a:cubicBezTo>
                <a:cubicBezTo>
                  <a:pt x="166" y="100"/>
                  <a:pt x="167" y="101"/>
                  <a:pt x="167" y="101"/>
                </a:cubicBezTo>
                <a:cubicBezTo>
                  <a:pt x="167" y="101"/>
                  <a:pt x="167" y="101"/>
                  <a:pt x="167" y="102"/>
                </a:cubicBezTo>
                <a:cubicBezTo>
                  <a:pt x="167" y="102"/>
                  <a:pt x="168" y="102"/>
                  <a:pt x="168" y="102"/>
                </a:cubicBezTo>
                <a:cubicBezTo>
                  <a:pt x="168" y="102"/>
                  <a:pt x="170" y="104"/>
                  <a:pt x="170" y="104"/>
                </a:cubicBezTo>
                <a:cubicBezTo>
                  <a:pt x="170" y="104"/>
                  <a:pt x="171" y="104"/>
                  <a:pt x="171" y="105"/>
                </a:cubicBezTo>
                <a:cubicBezTo>
                  <a:pt x="171" y="105"/>
                  <a:pt x="171" y="105"/>
                  <a:pt x="171" y="106"/>
                </a:cubicBezTo>
                <a:cubicBezTo>
                  <a:pt x="171" y="106"/>
                  <a:pt x="171" y="107"/>
                  <a:pt x="172" y="107"/>
                </a:cubicBezTo>
                <a:cubicBezTo>
                  <a:pt x="172" y="107"/>
                  <a:pt x="172" y="108"/>
                  <a:pt x="173" y="108"/>
                </a:cubicBezTo>
                <a:cubicBezTo>
                  <a:pt x="173" y="108"/>
                  <a:pt x="173" y="108"/>
                  <a:pt x="174" y="108"/>
                </a:cubicBezTo>
                <a:cubicBezTo>
                  <a:pt x="174" y="108"/>
                  <a:pt x="174" y="109"/>
                  <a:pt x="175" y="109"/>
                </a:cubicBezTo>
                <a:cubicBezTo>
                  <a:pt x="175" y="109"/>
                  <a:pt x="175" y="109"/>
                  <a:pt x="175" y="109"/>
                </a:cubicBezTo>
                <a:cubicBezTo>
                  <a:pt x="175" y="110"/>
                  <a:pt x="175" y="110"/>
                  <a:pt x="175" y="110"/>
                </a:cubicBezTo>
                <a:cubicBezTo>
                  <a:pt x="175" y="110"/>
                  <a:pt x="175" y="110"/>
                  <a:pt x="175" y="111"/>
                </a:cubicBezTo>
                <a:cubicBezTo>
                  <a:pt x="175" y="111"/>
                  <a:pt x="176" y="111"/>
                  <a:pt x="176" y="111"/>
                </a:cubicBezTo>
                <a:cubicBezTo>
                  <a:pt x="176" y="111"/>
                  <a:pt x="176" y="113"/>
                  <a:pt x="176" y="113"/>
                </a:cubicBezTo>
                <a:cubicBezTo>
                  <a:pt x="176" y="113"/>
                  <a:pt x="176" y="113"/>
                  <a:pt x="176" y="114"/>
                </a:cubicBezTo>
                <a:cubicBezTo>
                  <a:pt x="176" y="114"/>
                  <a:pt x="175" y="115"/>
                  <a:pt x="176" y="115"/>
                </a:cubicBezTo>
                <a:cubicBezTo>
                  <a:pt x="176" y="115"/>
                  <a:pt x="176" y="115"/>
                  <a:pt x="176" y="115"/>
                </a:cubicBezTo>
                <a:cubicBezTo>
                  <a:pt x="176" y="116"/>
                  <a:pt x="176" y="116"/>
                  <a:pt x="175" y="116"/>
                </a:cubicBezTo>
                <a:cubicBezTo>
                  <a:pt x="175" y="116"/>
                  <a:pt x="175" y="116"/>
                  <a:pt x="175" y="116"/>
                </a:cubicBezTo>
                <a:cubicBezTo>
                  <a:pt x="176" y="116"/>
                  <a:pt x="176" y="116"/>
                  <a:pt x="176" y="116"/>
                </a:cubicBezTo>
                <a:cubicBezTo>
                  <a:pt x="176" y="116"/>
                  <a:pt x="176" y="117"/>
                  <a:pt x="176" y="118"/>
                </a:cubicBezTo>
                <a:cubicBezTo>
                  <a:pt x="176" y="118"/>
                  <a:pt x="175" y="118"/>
                  <a:pt x="175" y="118"/>
                </a:cubicBezTo>
                <a:cubicBezTo>
                  <a:pt x="175" y="119"/>
                  <a:pt x="175" y="119"/>
                  <a:pt x="174" y="119"/>
                </a:cubicBezTo>
                <a:cubicBezTo>
                  <a:pt x="174" y="119"/>
                  <a:pt x="171" y="119"/>
                  <a:pt x="171" y="119"/>
                </a:cubicBezTo>
                <a:cubicBezTo>
                  <a:pt x="170" y="119"/>
                  <a:pt x="170" y="119"/>
                  <a:pt x="169" y="119"/>
                </a:cubicBezTo>
                <a:cubicBezTo>
                  <a:pt x="169" y="119"/>
                  <a:pt x="169" y="119"/>
                  <a:pt x="169" y="119"/>
                </a:cubicBezTo>
                <a:cubicBezTo>
                  <a:pt x="169" y="120"/>
                  <a:pt x="169" y="120"/>
                  <a:pt x="168" y="120"/>
                </a:cubicBezTo>
                <a:cubicBezTo>
                  <a:pt x="168" y="120"/>
                  <a:pt x="167" y="120"/>
                  <a:pt x="167" y="120"/>
                </a:cubicBezTo>
                <a:cubicBezTo>
                  <a:pt x="167" y="120"/>
                  <a:pt x="166" y="120"/>
                  <a:pt x="166" y="119"/>
                </a:cubicBezTo>
                <a:cubicBezTo>
                  <a:pt x="166" y="119"/>
                  <a:pt x="165" y="119"/>
                  <a:pt x="165" y="119"/>
                </a:cubicBezTo>
                <a:cubicBezTo>
                  <a:pt x="165" y="119"/>
                  <a:pt x="164" y="119"/>
                  <a:pt x="164" y="119"/>
                </a:cubicBezTo>
                <a:cubicBezTo>
                  <a:pt x="164" y="119"/>
                  <a:pt x="163" y="120"/>
                  <a:pt x="163" y="120"/>
                </a:cubicBezTo>
                <a:cubicBezTo>
                  <a:pt x="163" y="120"/>
                  <a:pt x="162" y="120"/>
                  <a:pt x="162" y="120"/>
                </a:cubicBezTo>
                <a:cubicBezTo>
                  <a:pt x="162" y="120"/>
                  <a:pt x="162" y="120"/>
                  <a:pt x="162" y="120"/>
                </a:cubicBezTo>
                <a:cubicBezTo>
                  <a:pt x="161" y="120"/>
                  <a:pt x="160" y="120"/>
                  <a:pt x="159" y="119"/>
                </a:cubicBezTo>
                <a:cubicBezTo>
                  <a:pt x="159" y="119"/>
                  <a:pt x="159" y="119"/>
                  <a:pt x="159" y="119"/>
                </a:cubicBezTo>
                <a:cubicBezTo>
                  <a:pt x="159" y="119"/>
                  <a:pt x="159" y="119"/>
                  <a:pt x="158" y="119"/>
                </a:cubicBezTo>
                <a:cubicBezTo>
                  <a:pt x="158" y="119"/>
                  <a:pt x="157" y="119"/>
                  <a:pt x="157" y="119"/>
                </a:cubicBezTo>
                <a:cubicBezTo>
                  <a:pt x="157" y="119"/>
                  <a:pt x="156" y="119"/>
                  <a:pt x="156" y="119"/>
                </a:cubicBezTo>
                <a:cubicBezTo>
                  <a:pt x="156" y="119"/>
                  <a:pt x="156" y="120"/>
                  <a:pt x="155" y="120"/>
                </a:cubicBezTo>
                <a:cubicBezTo>
                  <a:pt x="155" y="120"/>
                  <a:pt x="154" y="120"/>
                  <a:pt x="154" y="120"/>
                </a:cubicBezTo>
                <a:cubicBezTo>
                  <a:pt x="154" y="120"/>
                  <a:pt x="154" y="120"/>
                  <a:pt x="154" y="120"/>
                </a:cubicBezTo>
                <a:cubicBezTo>
                  <a:pt x="154" y="120"/>
                  <a:pt x="154" y="121"/>
                  <a:pt x="154" y="121"/>
                </a:cubicBezTo>
                <a:cubicBezTo>
                  <a:pt x="154" y="121"/>
                  <a:pt x="153" y="122"/>
                  <a:pt x="153" y="122"/>
                </a:cubicBezTo>
                <a:cubicBezTo>
                  <a:pt x="153" y="122"/>
                  <a:pt x="153" y="123"/>
                  <a:pt x="153" y="123"/>
                </a:cubicBezTo>
                <a:cubicBezTo>
                  <a:pt x="153" y="124"/>
                  <a:pt x="153" y="125"/>
                  <a:pt x="153" y="125"/>
                </a:cubicBezTo>
                <a:cubicBezTo>
                  <a:pt x="153" y="125"/>
                  <a:pt x="153" y="125"/>
                  <a:pt x="154" y="126"/>
                </a:cubicBezTo>
                <a:cubicBezTo>
                  <a:pt x="154" y="126"/>
                  <a:pt x="154" y="126"/>
                  <a:pt x="154" y="126"/>
                </a:cubicBezTo>
                <a:cubicBezTo>
                  <a:pt x="154" y="126"/>
                  <a:pt x="155" y="127"/>
                  <a:pt x="155" y="127"/>
                </a:cubicBezTo>
                <a:cubicBezTo>
                  <a:pt x="155" y="127"/>
                  <a:pt x="155" y="127"/>
                  <a:pt x="155" y="127"/>
                </a:cubicBezTo>
                <a:cubicBezTo>
                  <a:pt x="156" y="127"/>
                  <a:pt x="156" y="128"/>
                  <a:pt x="156" y="128"/>
                </a:cubicBezTo>
                <a:cubicBezTo>
                  <a:pt x="156" y="128"/>
                  <a:pt x="156" y="128"/>
                  <a:pt x="156" y="128"/>
                </a:cubicBezTo>
                <a:cubicBezTo>
                  <a:pt x="156" y="129"/>
                  <a:pt x="156" y="129"/>
                  <a:pt x="156" y="129"/>
                </a:cubicBezTo>
                <a:cubicBezTo>
                  <a:pt x="156" y="129"/>
                  <a:pt x="156" y="130"/>
                  <a:pt x="156" y="130"/>
                </a:cubicBezTo>
                <a:cubicBezTo>
                  <a:pt x="156" y="130"/>
                  <a:pt x="156" y="130"/>
                  <a:pt x="157" y="130"/>
                </a:cubicBezTo>
                <a:cubicBezTo>
                  <a:pt x="157" y="130"/>
                  <a:pt x="157" y="131"/>
                  <a:pt x="158" y="131"/>
                </a:cubicBezTo>
                <a:cubicBezTo>
                  <a:pt x="158" y="131"/>
                  <a:pt x="158" y="132"/>
                  <a:pt x="158" y="132"/>
                </a:cubicBezTo>
                <a:cubicBezTo>
                  <a:pt x="158" y="132"/>
                  <a:pt x="158" y="133"/>
                  <a:pt x="158" y="133"/>
                </a:cubicBezTo>
                <a:cubicBezTo>
                  <a:pt x="158" y="133"/>
                  <a:pt x="158" y="134"/>
                  <a:pt x="158" y="134"/>
                </a:cubicBezTo>
                <a:cubicBezTo>
                  <a:pt x="158" y="134"/>
                  <a:pt x="158" y="134"/>
                  <a:pt x="158" y="134"/>
                </a:cubicBezTo>
                <a:cubicBezTo>
                  <a:pt x="158" y="134"/>
                  <a:pt x="158" y="135"/>
                  <a:pt x="158" y="135"/>
                </a:cubicBezTo>
                <a:cubicBezTo>
                  <a:pt x="158" y="135"/>
                  <a:pt x="158" y="135"/>
                  <a:pt x="158" y="135"/>
                </a:cubicBezTo>
                <a:cubicBezTo>
                  <a:pt x="158" y="135"/>
                  <a:pt x="158" y="135"/>
                  <a:pt x="158" y="135"/>
                </a:cubicBezTo>
                <a:cubicBezTo>
                  <a:pt x="158" y="136"/>
                  <a:pt x="158" y="136"/>
                  <a:pt x="159" y="136"/>
                </a:cubicBezTo>
                <a:cubicBezTo>
                  <a:pt x="159" y="136"/>
                  <a:pt x="159" y="136"/>
                  <a:pt x="159" y="136"/>
                </a:cubicBezTo>
                <a:cubicBezTo>
                  <a:pt x="159" y="136"/>
                  <a:pt x="159" y="137"/>
                  <a:pt x="159" y="137"/>
                </a:cubicBezTo>
                <a:cubicBezTo>
                  <a:pt x="159" y="137"/>
                  <a:pt x="159" y="137"/>
                  <a:pt x="159" y="137"/>
                </a:cubicBezTo>
                <a:cubicBezTo>
                  <a:pt x="160" y="138"/>
                  <a:pt x="159" y="138"/>
                  <a:pt x="159" y="138"/>
                </a:cubicBezTo>
                <a:cubicBezTo>
                  <a:pt x="159" y="138"/>
                  <a:pt x="160" y="138"/>
                  <a:pt x="160" y="138"/>
                </a:cubicBezTo>
                <a:cubicBezTo>
                  <a:pt x="160" y="138"/>
                  <a:pt x="161" y="138"/>
                  <a:pt x="161" y="138"/>
                </a:cubicBezTo>
                <a:cubicBezTo>
                  <a:pt x="161" y="138"/>
                  <a:pt x="161" y="138"/>
                  <a:pt x="161" y="138"/>
                </a:cubicBezTo>
                <a:cubicBezTo>
                  <a:pt x="161" y="138"/>
                  <a:pt x="161" y="138"/>
                  <a:pt x="161" y="139"/>
                </a:cubicBezTo>
                <a:cubicBezTo>
                  <a:pt x="161" y="139"/>
                  <a:pt x="162" y="139"/>
                  <a:pt x="162" y="139"/>
                </a:cubicBezTo>
                <a:cubicBezTo>
                  <a:pt x="162" y="139"/>
                  <a:pt x="163" y="139"/>
                  <a:pt x="163" y="139"/>
                </a:cubicBezTo>
                <a:cubicBezTo>
                  <a:pt x="164" y="139"/>
                  <a:pt x="164" y="139"/>
                  <a:pt x="164" y="139"/>
                </a:cubicBezTo>
                <a:cubicBezTo>
                  <a:pt x="164" y="139"/>
                  <a:pt x="164" y="140"/>
                  <a:pt x="164" y="140"/>
                </a:cubicBezTo>
                <a:cubicBezTo>
                  <a:pt x="165" y="140"/>
                  <a:pt x="165" y="141"/>
                  <a:pt x="165" y="141"/>
                </a:cubicBezTo>
                <a:cubicBezTo>
                  <a:pt x="166" y="141"/>
                  <a:pt x="166" y="141"/>
                  <a:pt x="166" y="141"/>
                </a:cubicBezTo>
                <a:cubicBezTo>
                  <a:pt x="166" y="142"/>
                  <a:pt x="167" y="142"/>
                  <a:pt x="167" y="142"/>
                </a:cubicBezTo>
                <a:cubicBezTo>
                  <a:pt x="167" y="142"/>
                  <a:pt x="167" y="143"/>
                  <a:pt x="167" y="143"/>
                </a:cubicBezTo>
                <a:cubicBezTo>
                  <a:pt x="167" y="143"/>
                  <a:pt x="167" y="144"/>
                  <a:pt x="167" y="144"/>
                </a:cubicBezTo>
                <a:cubicBezTo>
                  <a:pt x="167" y="144"/>
                  <a:pt x="168" y="144"/>
                  <a:pt x="168" y="144"/>
                </a:cubicBezTo>
                <a:cubicBezTo>
                  <a:pt x="168" y="144"/>
                  <a:pt x="169" y="144"/>
                  <a:pt x="169" y="144"/>
                </a:cubicBezTo>
                <a:cubicBezTo>
                  <a:pt x="169" y="144"/>
                  <a:pt x="169" y="144"/>
                  <a:pt x="169" y="144"/>
                </a:cubicBezTo>
                <a:cubicBezTo>
                  <a:pt x="169" y="144"/>
                  <a:pt x="169" y="145"/>
                  <a:pt x="169" y="145"/>
                </a:cubicBezTo>
                <a:cubicBezTo>
                  <a:pt x="169" y="145"/>
                  <a:pt x="169" y="145"/>
                  <a:pt x="169" y="145"/>
                </a:cubicBezTo>
                <a:cubicBezTo>
                  <a:pt x="169" y="145"/>
                  <a:pt x="169" y="145"/>
                  <a:pt x="169" y="145"/>
                </a:cubicBezTo>
                <a:cubicBezTo>
                  <a:pt x="169" y="145"/>
                  <a:pt x="169" y="146"/>
                  <a:pt x="169" y="146"/>
                </a:cubicBezTo>
                <a:cubicBezTo>
                  <a:pt x="169" y="146"/>
                  <a:pt x="169" y="146"/>
                  <a:pt x="170" y="146"/>
                </a:cubicBezTo>
                <a:cubicBezTo>
                  <a:pt x="170" y="146"/>
                  <a:pt x="171" y="146"/>
                  <a:pt x="171" y="146"/>
                </a:cubicBezTo>
                <a:cubicBezTo>
                  <a:pt x="171" y="146"/>
                  <a:pt x="171" y="147"/>
                  <a:pt x="172" y="147"/>
                </a:cubicBezTo>
                <a:cubicBezTo>
                  <a:pt x="172" y="147"/>
                  <a:pt x="172" y="147"/>
                  <a:pt x="172" y="147"/>
                </a:cubicBezTo>
                <a:cubicBezTo>
                  <a:pt x="172" y="147"/>
                  <a:pt x="172" y="148"/>
                  <a:pt x="172" y="148"/>
                </a:cubicBezTo>
                <a:cubicBezTo>
                  <a:pt x="172" y="148"/>
                  <a:pt x="172" y="148"/>
                  <a:pt x="172" y="148"/>
                </a:cubicBezTo>
                <a:cubicBezTo>
                  <a:pt x="172" y="149"/>
                  <a:pt x="172" y="149"/>
                  <a:pt x="172" y="150"/>
                </a:cubicBezTo>
                <a:cubicBezTo>
                  <a:pt x="172" y="150"/>
                  <a:pt x="173" y="150"/>
                  <a:pt x="173" y="150"/>
                </a:cubicBezTo>
                <a:cubicBezTo>
                  <a:pt x="173" y="150"/>
                  <a:pt x="173" y="150"/>
                  <a:pt x="173" y="150"/>
                </a:cubicBezTo>
                <a:cubicBezTo>
                  <a:pt x="173" y="150"/>
                  <a:pt x="173" y="150"/>
                  <a:pt x="174" y="150"/>
                </a:cubicBezTo>
                <a:cubicBezTo>
                  <a:pt x="174" y="150"/>
                  <a:pt x="174" y="150"/>
                  <a:pt x="174" y="150"/>
                </a:cubicBezTo>
                <a:cubicBezTo>
                  <a:pt x="174" y="150"/>
                  <a:pt x="174" y="150"/>
                  <a:pt x="174" y="150"/>
                </a:cubicBezTo>
                <a:cubicBezTo>
                  <a:pt x="175" y="150"/>
                  <a:pt x="175" y="150"/>
                  <a:pt x="175" y="150"/>
                </a:cubicBezTo>
                <a:cubicBezTo>
                  <a:pt x="175" y="150"/>
                  <a:pt x="175" y="150"/>
                  <a:pt x="175" y="150"/>
                </a:cubicBezTo>
                <a:cubicBezTo>
                  <a:pt x="175" y="150"/>
                  <a:pt x="176" y="150"/>
                  <a:pt x="176" y="150"/>
                </a:cubicBezTo>
                <a:cubicBezTo>
                  <a:pt x="176" y="150"/>
                  <a:pt x="176" y="150"/>
                  <a:pt x="177" y="150"/>
                </a:cubicBezTo>
                <a:cubicBezTo>
                  <a:pt x="177" y="150"/>
                  <a:pt x="177" y="151"/>
                  <a:pt x="178" y="151"/>
                </a:cubicBezTo>
                <a:cubicBezTo>
                  <a:pt x="178" y="151"/>
                  <a:pt x="178" y="151"/>
                  <a:pt x="178" y="151"/>
                </a:cubicBezTo>
                <a:cubicBezTo>
                  <a:pt x="178" y="151"/>
                  <a:pt x="178" y="151"/>
                  <a:pt x="178" y="151"/>
                </a:cubicBezTo>
                <a:close/>
                <a:moveTo>
                  <a:pt x="236" y="189"/>
                </a:moveTo>
                <a:cubicBezTo>
                  <a:pt x="236" y="189"/>
                  <a:pt x="236" y="189"/>
                  <a:pt x="236" y="189"/>
                </a:cubicBezTo>
                <a:cubicBezTo>
                  <a:pt x="237" y="189"/>
                  <a:pt x="237" y="190"/>
                  <a:pt x="237" y="190"/>
                </a:cubicBezTo>
                <a:cubicBezTo>
                  <a:pt x="238" y="190"/>
                  <a:pt x="238" y="190"/>
                  <a:pt x="238" y="190"/>
                </a:cubicBezTo>
                <a:cubicBezTo>
                  <a:pt x="238" y="190"/>
                  <a:pt x="238" y="190"/>
                  <a:pt x="238" y="190"/>
                </a:cubicBezTo>
                <a:cubicBezTo>
                  <a:pt x="238" y="189"/>
                  <a:pt x="239" y="189"/>
                  <a:pt x="239" y="189"/>
                </a:cubicBezTo>
                <a:cubicBezTo>
                  <a:pt x="239" y="189"/>
                  <a:pt x="239" y="189"/>
                  <a:pt x="239" y="189"/>
                </a:cubicBezTo>
                <a:cubicBezTo>
                  <a:pt x="239" y="188"/>
                  <a:pt x="239" y="188"/>
                  <a:pt x="239" y="188"/>
                </a:cubicBezTo>
                <a:cubicBezTo>
                  <a:pt x="238" y="188"/>
                  <a:pt x="238" y="188"/>
                  <a:pt x="239" y="188"/>
                </a:cubicBezTo>
                <a:cubicBezTo>
                  <a:pt x="239" y="187"/>
                  <a:pt x="239" y="187"/>
                  <a:pt x="239" y="187"/>
                </a:cubicBezTo>
                <a:cubicBezTo>
                  <a:pt x="239" y="187"/>
                  <a:pt x="239" y="187"/>
                  <a:pt x="239" y="187"/>
                </a:cubicBezTo>
                <a:cubicBezTo>
                  <a:pt x="239" y="187"/>
                  <a:pt x="239" y="187"/>
                  <a:pt x="239" y="187"/>
                </a:cubicBezTo>
                <a:cubicBezTo>
                  <a:pt x="239" y="186"/>
                  <a:pt x="238" y="185"/>
                  <a:pt x="238" y="184"/>
                </a:cubicBezTo>
                <a:cubicBezTo>
                  <a:pt x="238" y="184"/>
                  <a:pt x="238" y="183"/>
                  <a:pt x="238" y="183"/>
                </a:cubicBezTo>
                <a:cubicBezTo>
                  <a:pt x="238" y="183"/>
                  <a:pt x="237" y="183"/>
                  <a:pt x="237" y="183"/>
                </a:cubicBezTo>
                <a:cubicBezTo>
                  <a:pt x="237" y="183"/>
                  <a:pt x="237" y="182"/>
                  <a:pt x="237" y="182"/>
                </a:cubicBezTo>
                <a:cubicBezTo>
                  <a:pt x="237" y="182"/>
                  <a:pt x="236" y="182"/>
                  <a:pt x="236" y="183"/>
                </a:cubicBezTo>
                <a:cubicBezTo>
                  <a:pt x="236" y="183"/>
                  <a:pt x="236" y="183"/>
                  <a:pt x="236" y="183"/>
                </a:cubicBezTo>
                <a:cubicBezTo>
                  <a:pt x="236" y="183"/>
                  <a:pt x="236" y="183"/>
                  <a:pt x="236" y="183"/>
                </a:cubicBezTo>
                <a:cubicBezTo>
                  <a:pt x="236" y="182"/>
                  <a:pt x="236" y="182"/>
                  <a:pt x="235" y="182"/>
                </a:cubicBezTo>
                <a:cubicBezTo>
                  <a:pt x="235" y="182"/>
                  <a:pt x="235" y="182"/>
                  <a:pt x="235" y="182"/>
                </a:cubicBezTo>
                <a:cubicBezTo>
                  <a:pt x="235" y="182"/>
                  <a:pt x="235" y="182"/>
                  <a:pt x="234" y="182"/>
                </a:cubicBezTo>
                <a:cubicBezTo>
                  <a:pt x="234" y="182"/>
                  <a:pt x="234" y="182"/>
                  <a:pt x="234" y="182"/>
                </a:cubicBezTo>
                <a:cubicBezTo>
                  <a:pt x="233" y="183"/>
                  <a:pt x="233" y="183"/>
                  <a:pt x="233" y="183"/>
                </a:cubicBezTo>
                <a:cubicBezTo>
                  <a:pt x="233" y="183"/>
                  <a:pt x="232" y="184"/>
                  <a:pt x="232" y="185"/>
                </a:cubicBezTo>
                <a:cubicBezTo>
                  <a:pt x="232" y="185"/>
                  <a:pt x="232" y="186"/>
                  <a:pt x="232" y="186"/>
                </a:cubicBezTo>
                <a:cubicBezTo>
                  <a:pt x="233" y="187"/>
                  <a:pt x="234" y="187"/>
                  <a:pt x="234" y="188"/>
                </a:cubicBezTo>
                <a:cubicBezTo>
                  <a:pt x="234" y="188"/>
                  <a:pt x="234" y="188"/>
                  <a:pt x="234" y="188"/>
                </a:cubicBezTo>
                <a:cubicBezTo>
                  <a:pt x="235" y="188"/>
                  <a:pt x="235" y="188"/>
                  <a:pt x="235" y="188"/>
                </a:cubicBezTo>
                <a:cubicBezTo>
                  <a:pt x="236" y="188"/>
                  <a:pt x="236" y="188"/>
                  <a:pt x="236" y="189"/>
                </a:cubicBezTo>
                <a:cubicBezTo>
                  <a:pt x="236" y="189"/>
                  <a:pt x="236" y="189"/>
                  <a:pt x="236" y="189"/>
                </a:cubicBezTo>
                <a:close/>
                <a:moveTo>
                  <a:pt x="241" y="186"/>
                </a:moveTo>
                <a:cubicBezTo>
                  <a:pt x="241" y="186"/>
                  <a:pt x="241" y="186"/>
                  <a:pt x="241" y="186"/>
                </a:cubicBezTo>
                <a:cubicBezTo>
                  <a:pt x="242" y="185"/>
                  <a:pt x="242" y="185"/>
                  <a:pt x="242" y="185"/>
                </a:cubicBezTo>
                <a:cubicBezTo>
                  <a:pt x="242" y="185"/>
                  <a:pt x="242" y="185"/>
                  <a:pt x="242" y="185"/>
                </a:cubicBezTo>
                <a:cubicBezTo>
                  <a:pt x="243" y="185"/>
                  <a:pt x="243" y="186"/>
                  <a:pt x="243" y="186"/>
                </a:cubicBezTo>
                <a:cubicBezTo>
                  <a:pt x="243" y="186"/>
                  <a:pt x="243" y="186"/>
                  <a:pt x="244" y="186"/>
                </a:cubicBezTo>
                <a:cubicBezTo>
                  <a:pt x="244" y="186"/>
                  <a:pt x="244" y="186"/>
                  <a:pt x="244" y="186"/>
                </a:cubicBezTo>
                <a:cubicBezTo>
                  <a:pt x="244" y="186"/>
                  <a:pt x="245" y="186"/>
                  <a:pt x="245" y="186"/>
                </a:cubicBezTo>
                <a:cubicBezTo>
                  <a:pt x="245" y="187"/>
                  <a:pt x="246" y="187"/>
                  <a:pt x="246" y="187"/>
                </a:cubicBezTo>
                <a:cubicBezTo>
                  <a:pt x="246" y="188"/>
                  <a:pt x="247" y="188"/>
                  <a:pt x="247" y="188"/>
                </a:cubicBezTo>
                <a:cubicBezTo>
                  <a:pt x="247" y="188"/>
                  <a:pt x="247" y="188"/>
                  <a:pt x="248" y="188"/>
                </a:cubicBezTo>
                <a:cubicBezTo>
                  <a:pt x="248" y="188"/>
                  <a:pt x="248" y="188"/>
                  <a:pt x="248" y="187"/>
                </a:cubicBezTo>
                <a:cubicBezTo>
                  <a:pt x="249" y="187"/>
                  <a:pt x="249" y="187"/>
                  <a:pt x="249" y="187"/>
                </a:cubicBezTo>
                <a:cubicBezTo>
                  <a:pt x="250" y="187"/>
                  <a:pt x="250" y="188"/>
                  <a:pt x="250" y="188"/>
                </a:cubicBezTo>
                <a:cubicBezTo>
                  <a:pt x="250" y="188"/>
                  <a:pt x="251" y="189"/>
                  <a:pt x="251" y="189"/>
                </a:cubicBezTo>
                <a:cubicBezTo>
                  <a:pt x="251" y="189"/>
                  <a:pt x="252" y="190"/>
                  <a:pt x="252" y="190"/>
                </a:cubicBezTo>
                <a:cubicBezTo>
                  <a:pt x="252" y="190"/>
                  <a:pt x="252" y="190"/>
                  <a:pt x="252" y="191"/>
                </a:cubicBezTo>
                <a:cubicBezTo>
                  <a:pt x="252" y="191"/>
                  <a:pt x="252" y="191"/>
                  <a:pt x="252" y="192"/>
                </a:cubicBezTo>
                <a:cubicBezTo>
                  <a:pt x="252" y="192"/>
                  <a:pt x="252" y="192"/>
                  <a:pt x="252" y="192"/>
                </a:cubicBezTo>
                <a:cubicBezTo>
                  <a:pt x="252" y="192"/>
                  <a:pt x="252" y="192"/>
                  <a:pt x="252" y="192"/>
                </a:cubicBezTo>
                <a:cubicBezTo>
                  <a:pt x="252" y="193"/>
                  <a:pt x="253" y="193"/>
                  <a:pt x="253" y="193"/>
                </a:cubicBezTo>
                <a:cubicBezTo>
                  <a:pt x="253" y="194"/>
                  <a:pt x="253" y="194"/>
                  <a:pt x="253" y="194"/>
                </a:cubicBezTo>
                <a:cubicBezTo>
                  <a:pt x="253" y="194"/>
                  <a:pt x="253" y="194"/>
                  <a:pt x="252" y="194"/>
                </a:cubicBezTo>
                <a:cubicBezTo>
                  <a:pt x="252" y="194"/>
                  <a:pt x="252" y="194"/>
                  <a:pt x="252" y="194"/>
                </a:cubicBezTo>
                <a:cubicBezTo>
                  <a:pt x="252" y="194"/>
                  <a:pt x="252" y="194"/>
                  <a:pt x="252" y="194"/>
                </a:cubicBezTo>
                <a:cubicBezTo>
                  <a:pt x="252" y="194"/>
                  <a:pt x="252" y="194"/>
                  <a:pt x="252" y="194"/>
                </a:cubicBezTo>
                <a:cubicBezTo>
                  <a:pt x="251" y="194"/>
                  <a:pt x="251" y="194"/>
                  <a:pt x="251" y="194"/>
                </a:cubicBezTo>
                <a:cubicBezTo>
                  <a:pt x="251" y="194"/>
                  <a:pt x="251" y="194"/>
                  <a:pt x="251" y="194"/>
                </a:cubicBezTo>
                <a:cubicBezTo>
                  <a:pt x="251" y="194"/>
                  <a:pt x="250" y="194"/>
                  <a:pt x="250" y="194"/>
                </a:cubicBezTo>
                <a:cubicBezTo>
                  <a:pt x="250" y="194"/>
                  <a:pt x="250" y="194"/>
                  <a:pt x="250" y="194"/>
                </a:cubicBezTo>
                <a:cubicBezTo>
                  <a:pt x="250" y="194"/>
                  <a:pt x="250" y="194"/>
                  <a:pt x="250" y="194"/>
                </a:cubicBezTo>
                <a:cubicBezTo>
                  <a:pt x="250" y="194"/>
                  <a:pt x="250" y="194"/>
                  <a:pt x="249" y="194"/>
                </a:cubicBezTo>
                <a:cubicBezTo>
                  <a:pt x="249" y="194"/>
                  <a:pt x="249" y="194"/>
                  <a:pt x="249" y="194"/>
                </a:cubicBezTo>
                <a:cubicBezTo>
                  <a:pt x="249" y="193"/>
                  <a:pt x="248" y="193"/>
                  <a:pt x="248" y="194"/>
                </a:cubicBezTo>
                <a:cubicBezTo>
                  <a:pt x="247" y="194"/>
                  <a:pt x="247" y="194"/>
                  <a:pt x="247" y="194"/>
                </a:cubicBezTo>
                <a:cubicBezTo>
                  <a:pt x="247" y="194"/>
                  <a:pt x="247" y="194"/>
                  <a:pt x="246" y="194"/>
                </a:cubicBezTo>
                <a:cubicBezTo>
                  <a:pt x="246" y="194"/>
                  <a:pt x="246" y="194"/>
                  <a:pt x="246" y="194"/>
                </a:cubicBezTo>
                <a:cubicBezTo>
                  <a:pt x="246" y="194"/>
                  <a:pt x="245" y="193"/>
                  <a:pt x="245" y="193"/>
                </a:cubicBezTo>
                <a:cubicBezTo>
                  <a:pt x="245" y="193"/>
                  <a:pt x="245" y="193"/>
                  <a:pt x="244" y="193"/>
                </a:cubicBezTo>
                <a:cubicBezTo>
                  <a:pt x="244" y="193"/>
                  <a:pt x="243" y="193"/>
                  <a:pt x="243" y="193"/>
                </a:cubicBezTo>
                <a:cubicBezTo>
                  <a:pt x="243" y="193"/>
                  <a:pt x="242" y="193"/>
                  <a:pt x="242" y="193"/>
                </a:cubicBezTo>
                <a:cubicBezTo>
                  <a:pt x="242" y="193"/>
                  <a:pt x="242" y="193"/>
                  <a:pt x="242" y="193"/>
                </a:cubicBezTo>
                <a:cubicBezTo>
                  <a:pt x="242" y="193"/>
                  <a:pt x="241" y="193"/>
                  <a:pt x="241" y="193"/>
                </a:cubicBezTo>
                <a:cubicBezTo>
                  <a:pt x="241" y="193"/>
                  <a:pt x="241" y="192"/>
                  <a:pt x="241" y="192"/>
                </a:cubicBezTo>
                <a:cubicBezTo>
                  <a:pt x="241" y="192"/>
                  <a:pt x="241" y="192"/>
                  <a:pt x="241" y="191"/>
                </a:cubicBezTo>
                <a:cubicBezTo>
                  <a:pt x="242" y="191"/>
                  <a:pt x="242" y="191"/>
                  <a:pt x="243" y="191"/>
                </a:cubicBezTo>
                <a:cubicBezTo>
                  <a:pt x="243" y="191"/>
                  <a:pt x="243" y="190"/>
                  <a:pt x="243" y="190"/>
                </a:cubicBezTo>
                <a:cubicBezTo>
                  <a:pt x="242" y="190"/>
                  <a:pt x="242" y="190"/>
                  <a:pt x="242" y="189"/>
                </a:cubicBezTo>
                <a:cubicBezTo>
                  <a:pt x="241" y="189"/>
                  <a:pt x="240" y="188"/>
                  <a:pt x="240" y="187"/>
                </a:cubicBezTo>
                <a:cubicBezTo>
                  <a:pt x="240" y="187"/>
                  <a:pt x="240" y="186"/>
                  <a:pt x="241" y="186"/>
                </a:cubicBezTo>
                <a:close/>
                <a:moveTo>
                  <a:pt x="256" y="202"/>
                </a:moveTo>
                <a:cubicBezTo>
                  <a:pt x="256" y="203"/>
                  <a:pt x="257" y="203"/>
                  <a:pt x="257" y="203"/>
                </a:cubicBezTo>
                <a:cubicBezTo>
                  <a:pt x="258" y="203"/>
                  <a:pt x="258" y="203"/>
                  <a:pt x="258" y="203"/>
                </a:cubicBezTo>
                <a:cubicBezTo>
                  <a:pt x="258" y="203"/>
                  <a:pt x="258" y="203"/>
                  <a:pt x="258" y="202"/>
                </a:cubicBezTo>
                <a:cubicBezTo>
                  <a:pt x="258" y="202"/>
                  <a:pt x="259" y="201"/>
                  <a:pt x="260" y="201"/>
                </a:cubicBezTo>
                <a:cubicBezTo>
                  <a:pt x="260" y="200"/>
                  <a:pt x="260" y="200"/>
                  <a:pt x="261" y="200"/>
                </a:cubicBezTo>
                <a:cubicBezTo>
                  <a:pt x="261" y="200"/>
                  <a:pt x="261" y="200"/>
                  <a:pt x="261" y="200"/>
                </a:cubicBezTo>
                <a:cubicBezTo>
                  <a:pt x="261" y="200"/>
                  <a:pt x="262" y="200"/>
                  <a:pt x="262" y="201"/>
                </a:cubicBezTo>
                <a:cubicBezTo>
                  <a:pt x="262" y="201"/>
                  <a:pt x="262" y="201"/>
                  <a:pt x="262" y="201"/>
                </a:cubicBezTo>
                <a:cubicBezTo>
                  <a:pt x="262" y="202"/>
                  <a:pt x="262" y="203"/>
                  <a:pt x="261" y="204"/>
                </a:cubicBezTo>
                <a:cubicBezTo>
                  <a:pt x="261" y="204"/>
                  <a:pt x="261" y="204"/>
                  <a:pt x="261" y="205"/>
                </a:cubicBezTo>
                <a:cubicBezTo>
                  <a:pt x="261" y="205"/>
                  <a:pt x="261" y="205"/>
                  <a:pt x="261" y="205"/>
                </a:cubicBezTo>
                <a:cubicBezTo>
                  <a:pt x="261" y="206"/>
                  <a:pt x="260" y="206"/>
                  <a:pt x="260" y="207"/>
                </a:cubicBezTo>
                <a:cubicBezTo>
                  <a:pt x="260" y="207"/>
                  <a:pt x="259" y="206"/>
                  <a:pt x="259" y="206"/>
                </a:cubicBezTo>
                <a:cubicBezTo>
                  <a:pt x="258" y="206"/>
                  <a:pt x="258" y="206"/>
                  <a:pt x="257" y="206"/>
                </a:cubicBezTo>
                <a:cubicBezTo>
                  <a:pt x="257" y="206"/>
                  <a:pt x="257" y="205"/>
                  <a:pt x="257" y="205"/>
                </a:cubicBezTo>
                <a:cubicBezTo>
                  <a:pt x="256" y="205"/>
                  <a:pt x="256" y="205"/>
                  <a:pt x="255" y="205"/>
                </a:cubicBezTo>
                <a:cubicBezTo>
                  <a:pt x="255" y="205"/>
                  <a:pt x="254" y="205"/>
                  <a:pt x="254" y="204"/>
                </a:cubicBezTo>
                <a:cubicBezTo>
                  <a:pt x="254" y="204"/>
                  <a:pt x="254" y="203"/>
                  <a:pt x="254" y="203"/>
                </a:cubicBezTo>
                <a:cubicBezTo>
                  <a:pt x="254" y="203"/>
                  <a:pt x="253" y="203"/>
                  <a:pt x="254" y="202"/>
                </a:cubicBezTo>
                <a:cubicBezTo>
                  <a:pt x="254" y="202"/>
                  <a:pt x="254" y="203"/>
                  <a:pt x="254" y="202"/>
                </a:cubicBezTo>
                <a:cubicBezTo>
                  <a:pt x="254" y="202"/>
                  <a:pt x="254" y="202"/>
                  <a:pt x="254" y="202"/>
                </a:cubicBezTo>
                <a:cubicBezTo>
                  <a:pt x="254" y="202"/>
                  <a:pt x="254" y="202"/>
                  <a:pt x="254" y="202"/>
                </a:cubicBezTo>
                <a:cubicBezTo>
                  <a:pt x="254" y="202"/>
                  <a:pt x="254" y="202"/>
                  <a:pt x="254" y="202"/>
                </a:cubicBezTo>
                <a:cubicBezTo>
                  <a:pt x="253" y="202"/>
                  <a:pt x="253" y="202"/>
                  <a:pt x="252" y="202"/>
                </a:cubicBezTo>
                <a:cubicBezTo>
                  <a:pt x="252" y="202"/>
                  <a:pt x="252" y="201"/>
                  <a:pt x="252" y="201"/>
                </a:cubicBezTo>
                <a:cubicBezTo>
                  <a:pt x="252" y="201"/>
                  <a:pt x="252" y="200"/>
                  <a:pt x="252" y="200"/>
                </a:cubicBezTo>
                <a:cubicBezTo>
                  <a:pt x="252" y="199"/>
                  <a:pt x="251" y="199"/>
                  <a:pt x="251" y="199"/>
                </a:cubicBezTo>
                <a:cubicBezTo>
                  <a:pt x="251" y="198"/>
                  <a:pt x="251" y="198"/>
                  <a:pt x="250" y="198"/>
                </a:cubicBezTo>
                <a:cubicBezTo>
                  <a:pt x="250" y="197"/>
                  <a:pt x="250" y="197"/>
                  <a:pt x="249" y="197"/>
                </a:cubicBezTo>
                <a:cubicBezTo>
                  <a:pt x="249" y="197"/>
                  <a:pt x="249" y="197"/>
                  <a:pt x="249" y="197"/>
                </a:cubicBezTo>
                <a:cubicBezTo>
                  <a:pt x="249" y="197"/>
                  <a:pt x="249" y="196"/>
                  <a:pt x="249" y="196"/>
                </a:cubicBezTo>
                <a:cubicBezTo>
                  <a:pt x="249" y="195"/>
                  <a:pt x="249" y="195"/>
                  <a:pt x="249" y="195"/>
                </a:cubicBezTo>
                <a:cubicBezTo>
                  <a:pt x="249" y="195"/>
                  <a:pt x="249" y="195"/>
                  <a:pt x="249" y="195"/>
                </a:cubicBezTo>
                <a:cubicBezTo>
                  <a:pt x="250" y="195"/>
                  <a:pt x="250" y="195"/>
                  <a:pt x="250" y="196"/>
                </a:cubicBezTo>
                <a:cubicBezTo>
                  <a:pt x="250" y="196"/>
                  <a:pt x="250" y="196"/>
                  <a:pt x="250" y="196"/>
                </a:cubicBezTo>
                <a:cubicBezTo>
                  <a:pt x="251" y="196"/>
                  <a:pt x="251" y="197"/>
                  <a:pt x="251" y="197"/>
                </a:cubicBezTo>
                <a:cubicBezTo>
                  <a:pt x="252" y="197"/>
                  <a:pt x="253" y="198"/>
                  <a:pt x="253" y="199"/>
                </a:cubicBezTo>
                <a:cubicBezTo>
                  <a:pt x="254" y="199"/>
                  <a:pt x="254" y="200"/>
                  <a:pt x="255" y="200"/>
                </a:cubicBezTo>
                <a:cubicBezTo>
                  <a:pt x="255" y="200"/>
                  <a:pt x="255" y="200"/>
                  <a:pt x="255" y="200"/>
                </a:cubicBezTo>
                <a:cubicBezTo>
                  <a:pt x="256" y="200"/>
                  <a:pt x="256" y="201"/>
                  <a:pt x="256" y="201"/>
                </a:cubicBezTo>
                <a:cubicBezTo>
                  <a:pt x="256" y="201"/>
                  <a:pt x="256" y="202"/>
                  <a:pt x="256" y="202"/>
                </a:cubicBezTo>
                <a:close/>
                <a:moveTo>
                  <a:pt x="255" y="193"/>
                </a:moveTo>
                <a:cubicBezTo>
                  <a:pt x="255" y="193"/>
                  <a:pt x="255" y="193"/>
                  <a:pt x="254" y="193"/>
                </a:cubicBezTo>
                <a:cubicBezTo>
                  <a:pt x="254" y="193"/>
                  <a:pt x="254" y="193"/>
                  <a:pt x="254" y="193"/>
                </a:cubicBezTo>
                <a:cubicBezTo>
                  <a:pt x="254" y="192"/>
                  <a:pt x="254" y="192"/>
                  <a:pt x="254" y="192"/>
                </a:cubicBezTo>
                <a:cubicBezTo>
                  <a:pt x="254" y="192"/>
                  <a:pt x="254" y="192"/>
                  <a:pt x="254" y="192"/>
                </a:cubicBezTo>
                <a:cubicBezTo>
                  <a:pt x="254" y="192"/>
                  <a:pt x="254" y="192"/>
                  <a:pt x="254" y="192"/>
                </a:cubicBezTo>
                <a:cubicBezTo>
                  <a:pt x="254" y="192"/>
                  <a:pt x="254" y="192"/>
                  <a:pt x="254" y="192"/>
                </a:cubicBezTo>
                <a:cubicBezTo>
                  <a:pt x="254" y="192"/>
                  <a:pt x="255" y="191"/>
                  <a:pt x="255" y="191"/>
                </a:cubicBezTo>
                <a:cubicBezTo>
                  <a:pt x="255" y="191"/>
                  <a:pt x="255" y="192"/>
                  <a:pt x="255" y="192"/>
                </a:cubicBezTo>
                <a:cubicBezTo>
                  <a:pt x="255" y="192"/>
                  <a:pt x="255" y="192"/>
                  <a:pt x="255" y="192"/>
                </a:cubicBezTo>
                <a:cubicBezTo>
                  <a:pt x="255" y="192"/>
                  <a:pt x="256" y="192"/>
                  <a:pt x="256" y="192"/>
                </a:cubicBezTo>
                <a:cubicBezTo>
                  <a:pt x="256" y="192"/>
                  <a:pt x="255" y="192"/>
                  <a:pt x="255" y="192"/>
                </a:cubicBezTo>
                <a:cubicBezTo>
                  <a:pt x="255" y="192"/>
                  <a:pt x="255" y="193"/>
                  <a:pt x="255" y="193"/>
                </a:cubicBezTo>
                <a:cubicBezTo>
                  <a:pt x="255" y="193"/>
                  <a:pt x="255" y="193"/>
                  <a:pt x="255" y="193"/>
                </a:cubicBezTo>
                <a:cubicBezTo>
                  <a:pt x="255" y="193"/>
                  <a:pt x="255" y="193"/>
                  <a:pt x="255" y="193"/>
                </a:cubicBezTo>
                <a:close/>
                <a:moveTo>
                  <a:pt x="252" y="218"/>
                </a:moveTo>
                <a:cubicBezTo>
                  <a:pt x="252" y="218"/>
                  <a:pt x="252" y="218"/>
                  <a:pt x="251" y="218"/>
                </a:cubicBezTo>
                <a:cubicBezTo>
                  <a:pt x="251" y="218"/>
                  <a:pt x="251" y="218"/>
                  <a:pt x="251" y="218"/>
                </a:cubicBezTo>
                <a:cubicBezTo>
                  <a:pt x="251" y="218"/>
                  <a:pt x="251" y="218"/>
                  <a:pt x="251" y="217"/>
                </a:cubicBezTo>
                <a:cubicBezTo>
                  <a:pt x="251" y="217"/>
                  <a:pt x="251" y="217"/>
                  <a:pt x="251" y="217"/>
                </a:cubicBezTo>
                <a:cubicBezTo>
                  <a:pt x="251" y="217"/>
                  <a:pt x="251" y="217"/>
                  <a:pt x="251" y="217"/>
                </a:cubicBezTo>
                <a:cubicBezTo>
                  <a:pt x="251" y="217"/>
                  <a:pt x="251" y="217"/>
                  <a:pt x="250" y="217"/>
                </a:cubicBezTo>
                <a:cubicBezTo>
                  <a:pt x="250" y="217"/>
                  <a:pt x="250" y="217"/>
                  <a:pt x="250" y="217"/>
                </a:cubicBezTo>
                <a:cubicBezTo>
                  <a:pt x="250" y="217"/>
                  <a:pt x="250" y="217"/>
                  <a:pt x="250" y="217"/>
                </a:cubicBezTo>
                <a:cubicBezTo>
                  <a:pt x="250" y="216"/>
                  <a:pt x="250" y="216"/>
                  <a:pt x="250" y="216"/>
                </a:cubicBezTo>
                <a:cubicBezTo>
                  <a:pt x="250" y="216"/>
                  <a:pt x="250" y="216"/>
                  <a:pt x="251" y="216"/>
                </a:cubicBezTo>
                <a:cubicBezTo>
                  <a:pt x="251" y="216"/>
                  <a:pt x="251" y="216"/>
                  <a:pt x="251" y="216"/>
                </a:cubicBezTo>
                <a:cubicBezTo>
                  <a:pt x="251" y="216"/>
                  <a:pt x="252" y="216"/>
                  <a:pt x="252" y="216"/>
                </a:cubicBezTo>
                <a:cubicBezTo>
                  <a:pt x="252" y="216"/>
                  <a:pt x="252" y="217"/>
                  <a:pt x="252" y="217"/>
                </a:cubicBezTo>
                <a:cubicBezTo>
                  <a:pt x="252" y="217"/>
                  <a:pt x="252" y="217"/>
                  <a:pt x="252" y="217"/>
                </a:cubicBezTo>
                <a:cubicBezTo>
                  <a:pt x="252" y="217"/>
                  <a:pt x="252" y="217"/>
                  <a:pt x="252" y="218"/>
                </a:cubicBezTo>
                <a:cubicBezTo>
                  <a:pt x="252" y="218"/>
                  <a:pt x="252" y="218"/>
                  <a:pt x="252" y="218"/>
                </a:cubicBezTo>
                <a:cubicBezTo>
                  <a:pt x="252" y="218"/>
                  <a:pt x="252" y="218"/>
                  <a:pt x="252" y="218"/>
                </a:cubicBezTo>
                <a:cubicBezTo>
                  <a:pt x="252" y="218"/>
                  <a:pt x="252" y="218"/>
                  <a:pt x="252" y="218"/>
                </a:cubicBezTo>
                <a:cubicBezTo>
                  <a:pt x="252" y="218"/>
                  <a:pt x="252" y="218"/>
                  <a:pt x="252" y="219"/>
                </a:cubicBezTo>
                <a:cubicBezTo>
                  <a:pt x="252" y="219"/>
                  <a:pt x="252" y="219"/>
                  <a:pt x="252" y="219"/>
                </a:cubicBezTo>
                <a:cubicBezTo>
                  <a:pt x="252" y="219"/>
                  <a:pt x="252" y="219"/>
                  <a:pt x="252" y="219"/>
                </a:cubicBezTo>
                <a:cubicBezTo>
                  <a:pt x="251" y="219"/>
                  <a:pt x="251" y="219"/>
                  <a:pt x="251" y="219"/>
                </a:cubicBezTo>
                <a:cubicBezTo>
                  <a:pt x="251" y="218"/>
                  <a:pt x="251" y="218"/>
                  <a:pt x="252" y="218"/>
                </a:cubicBezTo>
                <a:close/>
                <a:moveTo>
                  <a:pt x="254" y="218"/>
                </a:moveTo>
                <a:cubicBezTo>
                  <a:pt x="254" y="218"/>
                  <a:pt x="254" y="218"/>
                  <a:pt x="254" y="218"/>
                </a:cubicBezTo>
                <a:cubicBezTo>
                  <a:pt x="254"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7"/>
                </a:cubicBezTo>
                <a:cubicBezTo>
                  <a:pt x="253" y="217"/>
                  <a:pt x="253" y="217"/>
                  <a:pt x="253" y="217"/>
                </a:cubicBezTo>
                <a:cubicBezTo>
                  <a:pt x="253" y="217"/>
                  <a:pt x="253" y="217"/>
                  <a:pt x="254" y="217"/>
                </a:cubicBezTo>
                <a:cubicBezTo>
                  <a:pt x="254" y="217"/>
                  <a:pt x="254" y="217"/>
                  <a:pt x="254" y="217"/>
                </a:cubicBezTo>
                <a:cubicBezTo>
                  <a:pt x="254" y="217"/>
                  <a:pt x="254" y="217"/>
                  <a:pt x="254" y="217"/>
                </a:cubicBezTo>
                <a:cubicBezTo>
                  <a:pt x="254" y="217"/>
                  <a:pt x="254" y="217"/>
                  <a:pt x="254" y="217"/>
                </a:cubicBezTo>
                <a:cubicBezTo>
                  <a:pt x="254" y="217"/>
                  <a:pt x="254" y="217"/>
                  <a:pt x="254" y="217"/>
                </a:cubicBezTo>
                <a:cubicBezTo>
                  <a:pt x="254" y="217"/>
                  <a:pt x="255" y="217"/>
                  <a:pt x="255" y="217"/>
                </a:cubicBezTo>
                <a:cubicBezTo>
                  <a:pt x="255" y="217"/>
                  <a:pt x="255" y="217"/>
                  <a:pt x="255" y="217"/>
                </a:cubicBezTo>
                <a:cubicBezTo>
                  <a:pt x="255" y="217"/>
                  <a:pt x="255" y="217"/>
                  <a:pt x="255" y="217"/>
                </a:cubicBezTo>
                <a:cubicBezTo>
                  <a:pt x="255" y="217"/>
                  <a:pt x="255" y="217"/>
                  <a:pt x="256" y="217"/>
                </a:cubicBezTo>
                <a:cubicBezTo>
                  <a:pt x="256" y="217"/>
                  <a:pt x="255" y="217"/>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9"/>
                </a:cubicBezTo>
                <a:cubicBezTo>
                  <a:pt x="256" y="219"/>
                  <a:pt x="256" y="219"/>
                  <a:pt x="256" y="219"/>
                </a:cubicBezTo>
                <a:cubicBezTo>
                  <a:pt x="256" y="219"/>
                  <a:pt x="256" y="219"/>
                  <a:pt x="256" y="219"/>
                </a:cubicBezTo>
                <a:cubicBezTo>
                  <a:pt x="256" y="219"/>
                  <a:pt x="256" y="219"/>
                  <a:pt x="255" y="219"/>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9"/>
                  <a:pt x="254" y="219"/>
                  <a:pt x="254" y="218"/>
                </a:cubicBezTo>
                <a:cubicBezTo>
                  <a:pt x="254" y="218"/>
                  <a:pt x="254" y="218"/>
                  <a:pt x="254" y="218"/>
                </a:cubicBezTo>
                <a:close/>
                <a:moveTo>
                  <a:pt x="290" y="220"/>
                </a:moveTo>
                <a:cubicBezTo>
                  <a:pt x="290" y="220"/>
                  <a:pt x="290" y="220"/>
                  <a:pt x="290" y="220"/>
                </a:cubicBezTo>
                <a:cubicBezTo>
                  <a:pt x="290" y="220"/>
                  <a:pt x="290" y="220"/>
                  <a:pt x="290" y="220"/>
                </a:cubicBezTo>
                <a:cubicBezTo>
                  <a:pt x="290" y="220"/>
                  <a:pt x="290" y="220"/>
                  <a:pt x="290" y="220"/>
                </a:cubicBezTo>
                <a:cubicBezTo>
                  <a:pt x="290" y="220"/>
                  <a:pt x="290" y="220"/>
                  <a:pt x="290" y="220"/>
                </a:cubicBezTo>
                <a:cubicBezTo>
                  <a:pt x="290" y="220"/>
                  <a:pt x="289" y="220"/>
                  <a:pt x="289" y="220"/>
                </a:cubicBezTo>
                <a:cubicBezTo>
                  <a:pt x="289" y="220"/>
                  <a:pt x="289" y="220"/>
                  <a:pt x="289" y="220"/>
                </a:cubicBezTo>
                <a:cubicBezTo>
                  <a:pt x="288" y="220"/>
                  <a:pt x="288" y="220"/>
                  <a:pt x="288" y="220"/>
                </a:cubicBezTo>
                <a:cubicBezTo>
                  <a:pt x="288" y="220"/>
                  <a:pt x="288" y="220"/>
                  <a:pt x="288" y="220"/>
                </a:cubicBezTo>
                <a:cubicBezTo>
                  <a:pt x="288" y="220"/>
                  <a:pt x="288" y="220"/>
                  <a:pt x="288" y="220"/>
                </a:cubicBezTo>
                <a:cubicBezTo>
                  <a:pt x="288" y="220"/>
                  <a:pt x="289" y="220"/>
                  <a:pt x="289" y="220"/>
                </a:cubicBezTo>
                <a:cubicBezTo>
                  <a:pt x="289" y="219"/>
                  <a:pt x="289" y="219"/>
                  <a:pt x="289" y="219"/>
                </a:cubicBezTo>
                <a:cubicBezTo>
                  <a:pt x="289" y="219"/>
                  <a:pt x="289" y="219"/>
                  <a:pt x="289" y="219"/>
                </a:cubicBezTo>
                <a:cubicBezTo>
                  <a:pt x="289" y="219"/>
                  <a:pt x="289" y="219"/>
                  <a:pt x="289" y="219"/>
                </a:cubicBezTo>
                <a:cubicBezTo>
                  <a:pt x="289" y="219"/>
                  <a:pt x="289" y="219"/>
                  <a:pt x="289" y="219"/>
                </a:cubicBezTo>
                <a:cubicBezTo>
                  <a:pt x="289" y="219"/>
                  <a:pt x="289" y="219"/>
                  <a:pt x="289" y="219"/>
                </a:cubicBezTo>
                <a:cubicBezTo>
                  <a:pt x="289" y="219"/>
                  <a:pt x="290" y="219"/>
                  <a:pt x="290" y="219"/>
                </a:cubicBezTo>
                <a:cubicBezTo>
                  <a:pt x="290" y="219"/>
                  <a:pt x="290" y="220"/>
                  <a:pt x="290" y="220"/>
                </a:cubicBezTo>
                <a:cubicBezTo>
                  <a:pt x="290" y="220"/>
                  <a:pt x="290" y="220"/>
                  <a:pt x="290" y="220"/>
                </a:cubicBezTo>
                <a:close/>
                <a:moveTo>
                  <a:pt x="294" y="218"/>
                </a:moveTo>
                <a:cubicBezTo>
                  <a:pt x="294" y="218"/>
                  <a:pt x="294" y="218"/>
                  <a:pt x="294" y="218"/>
                </a:cubicBezTo>
                <a:cubicBezTo>
                  <a:pt x="294" y="218"/>
                  <a:pt x="294" y="218"/>
                  <a:pt x="295" y="218"/>
                </a:cubicBezTo>
                <a:cubicBezTo>
                  <a:pt x="295" y="218"/>
                  <a:pt x="295" y="218"/>
                  <a:pt x="295" y="218"/>
                </a:cubicBezTo>
                <a:cubicBezTo>
                  <a:pt x="295" y="218"/>
                  <a:pt x="295" y="218"/>
                  <a:pt x="295" y="218"/>
                </a:cubicBezTo>
                <a:cubicBezTo>
                  <a:pt x="295" y="218"/>
                  <a:pt x="295" y="218"/>
                  <a:pt x="295" y="218"/>
                </a:cubicBezTo>
                <a:cubicBezTo>
                  <a:pt x="296" y="219"/>
                  <a:pt x="296" y="218"/>
                  <a:pt x="296" y="219"/>
                </a:cubicBezTo>
                <a:cubicBezTo>
                  <a:pt x="296" y="219"/>
                  <a:pt x="296" y="219"/>
                  <a:pt x="296" y="219"/>
                </a:cubicBezTo>
                <a:cubicBezTo>
                  <a:pt x="296" y="219"/>
                  <a:pt x="297" y="219"/>
                  <a:pt x="297" y="219"/>
                </a:cubicBezTo>
                <a:cubicBezTo>
                  <a:pt x="297" y="219"/>
                  <a:pt x="298" y="219"/>
                  <a:pt x="298" y="218"/>
                </a:cubicBezTo>
                <a:cubicBezTo>
                  <a:pt x="298" y="218"/>
                  <a:pt x="298" y="218"/>
                  <a:pt x="298" y="218"/>
                </a:cubicBezTo>
                <a:cubicBezTo>
                  <a:pt x="298" y="218"/>
                  <a:pt x="298" y="218"/>
                  <a:pt x="298" y="218"/>
                </a:cubicBezTo>
                <a:cubicBezTo>
                  <a:pt x="299" y="218"/>
                  <a:pt x="299" y="218"/>
                  <a:pt x="299" y="218"/>
                </a:cubicBezTo>
                <a:cubicBezTo>
                  <a:pt x="299" y="218"/>
                  <a:pt x="300" y="218"/>
                  <a:pt x="300" y="218"/>
                </a:cubicBezTo>
                <a:cubicBezTo>
                  <a:pt x="300" y="218"/>
                  <a:pt x="300" y="218"/>
                  <a:pt x="300" y="218"/>
                </a:cubicBezTo>
                <a:cubicBezTo>
                  <a:pt x="300" y="218"/>
                  <a:pt x="300" y="218"/>
                  <a:pt x="300" y="218"/>
                </a:cubicBezTo>
                <a:cubicBezTo>
                  <a:pt x="301" y="218"/>
                  <a:pt x="301" y="218"/>
                  <a:pt x="301" y="218"/>
                </a:cubicBezTo>
                <a:cubicBezTo>
                  <a:pt x="301" y="218"/>
                  <a:pt x="301" y="219"/>
                  <a:pt x="301" y="219"/>
                </a:cubicBezTo>
                <a:cubicBezTo>
                  <a:pt x="301" y="219"/>
                  <a:pt x="301" y="219"/>
                  <a:pt x="301" y="219"/>
                </a:cubicBezTo>
                <a:cubicBezTo>
                  <a:pt x="301" y="219"/>
                  <a:pt x="302" y="219"/>
                  <a:pt x="301" y="219"/>
                </a:cubicBezTo>
                <a:cubicBezTo>
                  <a:pt x="301" y="219"/>
                  <a:pt x="301" y="219"/>
                  <a:pt x="301" y="219"/>
                </a:cubicBezTo>
                <a:cubicBezTo>
                  <a:pt x="301" y="219"/>
                  <a:pt x="301" y="219"/>
                  <a:pt x="301" y="219"/>
                </a:cubicBezTo>
                <a:cubicBezTo>
                  <a:pt x="301" y="220"/>
                  <a:pt x="300" y="220"/>
                  <a:pt x="300" y="220"/>
                </a:cubicBezTo>
                <a:cubicBezTo>
                  <a:pt x="300" y="220"/>
                  <a:pt x="299" y="220"/>
                  <a:pt x="299" y="220"/>
                </a:cubicBezTo>
                <a:cubicBezTo>
                  <a:pt x="299" y="220"/>
                  <a:pt x="299" y="220"/>
                  <a:pt x="299" y="220"/>
                </a:cubicBezTo>
                <a:cubicBezTo>
                  <a:pt x="298" y="220"/>
                  <a:pt x="298" y="220"/>
                  <a:pt x="298" y="220"/>
                </a:cubicBezTo>
                <a:cubicBezTo>
                  <a:pt x="298" y="220"/>
                  <a:pt x="298" y="220"/>
                  <a:pt x="297" y="220"/>
                </a:cubicBezTo>
                <a:cubicBezTo>
                  <a:pt x="297" y="220"/>
                  <a:pt x="297" y="220"/>
                  <a:pt x="297" y="220"/>
                </a:cubicBezTo>
                <a:cubicBezTo>
                  <a:pt x="297" y="220"/>
                  <a:pt x="297" y="220"/>
                  <a:pt x="296" y="220"/>
                </a:cubicBezTo>
                <a:cubicBezTo>
                  <a:pt x="296" y="220"/>
                  <a:pt x="296" y="219"/>
                  <a:pt x="296" y="219"/>
                </a:cubicBezTo>
                <a:cubicBezTo>
                  <a:pt x="296" y="219"/>
                  <a:pt x="296" y="219"/>
                  <a:pt x="296" y="219"/>
                </a:cubicBezTo>
                <a:cubicBezTo>
                  <a:pt x="295" y="219"/>
                  <a:pt x="295" y="219"/>
                  <a:pt x="295" y="219"/>
                </a:cubicBezTo>
                <a:cubicBezTo>
                  <a:pt x="295" y="219"/>
                  <a:pt x="295" y="219"/>
                  <a:pt x="295" y="219"/>
                </a:cubicBezTo>
                <a:cubicBezTo>
                  <a:pt x="295" y="219"/>
                  <a:pt x="295" y="219"/>
                  <a:pt x="295" y="219"/>
                </a:cubicBezTo>
                <a:cubicBezTo>
                  <a:pt x="294" y="219"/>
                  <a:pt x="294" y="219"/>
                  <a:pt x="294" y="219"/>
                </a:cubicBezTo>
                <a:cubicBezTo>
                  <a:pt x="294" y="219"/>
                  <a:pt x="294" y="219"/>
                  <a:pt x="294" y="219"/>
                </a:cubicBezTo>
                <a:cubicBezTo>
                  <a:pt x="294" y="218"/>
                  <a:pt x="293" y="219"/>
                  <a:pt x="293" y="218"/>
                </a:cubicBezTo>
                <a:cubicBezTo>
                  <a:pt x="293" y="218"/>
                  <a:pt x="293" y="218"/>
                  <a:pt x="293" y="218"/>
                </a:cubicBezTo>
                <a:cubicBezTo>
                  <a:pt x="293" y="218"/>
                  <a:pt x="293" y="218"/>
                  <a:pt x="293" y="218"/>
                </a:cubicBezTo>
                <a:cubicBezTo>
                  <a:pt x="293" y="218"/>
                  <a:pt x="293" y="218"/>
                  <a:pt x="294" y="218"/>
                </a:cubicBezTo>
                <a:close/>
                <a:moveTo>
                  <a:pt x="306" y="232"/>
                </a:moveTo>
                <a:cubicBezTo>
                  <a:pt x="306" y="232"/>
                  <a:pt x="306" y="232"/>
                  <a:pt x="306" y="232"/>
                </a:cubicBezTo>
                <a:cubicBezTo>
                  <a:pt x="306" y="232"/>
                  <a:pt x="306" y="233"/>
                  <a:pt x="306" y="233"/>
                </a:cubicBezTo>
                <a:cubicBezTo>
                  <a:pt x="306" y="233"/>
                  <a:pt x="306" y="233"/>
                  <a:pt x="306" y="233"/>
                </a:cubicBezTo>
                <a:cubicBezTo>
                  <a:pt x="305" y="233"/>
                  <a:pt x="305" y="233"/>
                  <a:pt x="305" y="233"/>
                </a:cubicBezTo>
                <a:cubicBezTo>
                  <a:pt x="305" y="233"/>
                  <a:pt x="305" y="233"/>
                  <a:pt x="305" y="233"/>
                </a:cubicBezTo>
                <a:cubicBezTo>
                  <a:pt x="305" y="233"/>
                  <a:pt x="305" y="233"/>
                  <a:pt x="305" y="233"/>
                </a:cubicBezTo>
                <a:cubicBezTo>
                  <a:pt x="305" y="233"/>
                  <a:pt x="305" y="233"/>
                  <a:pt x="305" y="233"/>
                </a:cubicBezTo>
                <a:cubicBezTo>
                  <a:pt x="305" y="233"/>
                  <a:pt x="305" y="233"/>
                  <a:pt x="305" y="233"/>
                </a:cubicBezTo>
                <a:cubicBezTo>
                  <a:pt x="305" y="233"/>
                  <a:pt x="305" y="233"/>
                  <a:pt x="305" y="233"/>
                </a:cubicBezTo>
                <a:cubicBezTo>
                  <a:pt x="305" y="233"/>
                  <a:pt x="305" y="232"/>
                  <a:pt x="305" y="232"/>
                </a:cubicBezTo>
                <a:cubicBezTo>
                  <a:pt x="305" y="232"/>
                  <a:pt x="304" y="232"/>
                  <a:pt x="304" y="232"/>
                </a:cubicBezTo>
                <a:cubicBezTo>
                  <a:pt x="304" y="232"/>
                  <a:pt x="304" y="232"/>
                  <a:pt x="304" y="232"/>
                </a:cubicBezTo>
                <a:cubicBezTo>
                  <a:pt x="304" y="232"/>
                  <a:pt x="304" y="232"/>
                  <a:pt x="304" y="232"/>
                </a:cubicBezTo>
                <a:cubicBezTo>
                  <a:pt x="304" y="232"/>
                  <a:pt x="304" y="232"/>
                  <a:pt x="304" y="232"/>
                </a:cubicBezTo>
                <a:cubicBezTo>
                  <a:pt x="304" y="232"/>
                  <a:pt x="305" y="232"/>
                  <a:pt x="305" y="232"/>
                </a:cubicBezTo>
                <a:cubicBezTo>
                  <a:pt x="305" y="232"/>
                  <a:pt x="305" y="232"/>
                  <a:pt x="305" y="232"/>
                </a:cubicBezTo>
                <a:cubicBezTo>
                  <a:pt x="305" y="232"/>
                  <a:pt x="306" y="232"/>
                  <a:pt x="306" y="232"/>
                </a:cubicBezTo>
                <a:cubicBezTo>
                  <a:pt x="306" y="232"/>
                  <a:pt x="306" y="232"/>
                  <a:pt x="306" y="232"/>
                </a:cubicBezTo>
                <a:cubicBezTo>
                  <a:pt x="306" y="232"/>
                  <a:pt x="306" y="232"/>
                  <a:pt x="306" y="232"/>
                </a:cubicBezTo>
                <a:cubicBezTo>
                  <a:pt x="306" y="232"/>
                  <a:pt x="306" y="232"/>
                  <a:pt x="306" y="232"/>
                </a:cubicBezTo>
                <a:close/>
                <a:moveTo>
                  <a:pt x="311" y="234"/>
                </a:moveTo>
                <a:cubicBezTo>
                  <a:pt x="311" y="234"/>
                  <a:pt x="311" y="234"/>
                  <a:pt x="310" y="234"/>
                </a:cubicBezTo>
                <a:cubicBezTo>
                  <a:pt x="310" y="234"/>
                  <a:pt x="310" y="234"/>
                  <a:pt x="310" y="234"/>
                </a:cubicBezTo>
                <a:cubicBezTo>
                  <a:pt x="310" y="235"/>
                  <a:pt x="310" y="234"/>
                  <a:pt x="310" y="234"/>
                </a:cubicBezTo>
                <a:cubicBezTo>
                  <a:pt x="310" y="235"/>
                  <a:pt x="310" y="235"/>
                  <a:pt x="309" y="235"/>
                </a:cubicBezTo>
                <a:cubicBezTo>
                  <a:pt x="309" y="235"/>
                  <a:pt x="309" y="235"/>
                  <a:pt x="309" y="235"/>
                </a:cubicBezTo>
                <a:cubicBezTo>
                  <a:pt x="309" y="235"/>
                  <a:pt x="309" y="234"/>
                  <a:pt x="309" y="234"/>
                </a:cubicBezTo>
                <a:cubicBezTo>
                  <a:pt x="309" y="234"/>
                  <a:pt x="308" y="234"/>
                  <a:pt x="308" y="234"/>
                </a:cubicBezTo>
                <a:cubicBezTo>
                  <a:pt x="308" y="233"/>
                  <a:pt x="307" y="233"/>
                  <a:pt x="307" y="233"/>
                </a:cubicBezTo>
                <a:cubicBezTo>
                  <a:pt x="307" y="233"/>
                  <a:pt x="307" y="233"/>
                  <a:pt x="307" y="233"/>
                </a:cubicBezTo>
                <a:cubicBezTo>
                  <a:pt x="307" y="233"/>
                  <a:pt x="307" y="233"/>
                  <a:pt x="307" y="233"/>
                </a:cubicBezTo>
                <a:cubicBezTo>
                  <a:pt x="307" y="233"/>
                  <a:pt x="307" y="233"/>
                  <a:pt x="307" y="233"/>
                </a:cubicBezTo>
                <a:cubicBezTo>
                  <a:pt x="307" y="233"/>
                  <a:pt x="307" y="233"/>
                  <a:pt x="307" y="233"/>
                </a:cubicBezTo>
                <a:cubicBezTo>
                  <a:pt x="307" y="232"/>
                  <a:pt x="307" y="232"/>
                  <a:pt x="307" y="232"/>
                </a:cubicBezTo>
                <a:cubicBezTo>
                  <a:pt x="307" y="232"/>
                  <a:pt x="307" y="232"/>
                  <a:pt x="307" y="232"/>
                </a:cubicBezTo>
                <a:cubicBezTo>
                  <a:pt x="307" y="232"/>
                  <a:pt x="307" y="232"/>
                  <a:pt x="307" y="232"/>
                </a:cubicBezTo>
                <a:cubicBezTo>
                  <a:pt x="307" y="232"/>
                  <a:pt x="307" y="232"/>
                  <a:pt x="308" y="232"/>
                </a:cubicBezTo>
                <a:cubicBezTo>
                  <a:pt x="308" y="232"/>
                  <a:pt x="308" y="232"/>
                  <a:pt x="308" y="232"/>
                </a:cubicBezTo>
                <a:cubicBezTo>
                  <a:pt x="308" y="232"/>
                  <a:pt x="308" y="232"/>
                  <a:pt x="308" y="232"/>
                </a:cubicBezTo>
                <a:cubicBezTo>
                  <a:pt x="308" y="232"/>
                  <a:pt x="308" y="232"/>
                  <a:pt x="308" y="233"/>
                </a:cubicBezTo>
                <a:cubicBezTo>
                  <a:pt x="308" y="233"/>
                  <a:pt x="308" y="233"/>
                  <a:pt x="308" y="233"/>
                </a:cubicBezTo>
                <a:cubicBezTo>
                  <a:pt x="309" y="233"/>
                  <a:pt x="309" y="233"/>
                  <a:pt x="309" y="233"/>
                </a:cubicBezTo>
                <a:cubicBezTo>
                  <a:pt x="309" y="233"/>
                  <a:pt x="309" y="233"/>
                  <a:pt x="309" y="233"/>
                </a:cubicBezTo>
                <a:cubicBezTo>
                  <a:pt x="309" y="233"/>
                  <a:pt x="309" y="233"/>
                  <a:pt x="309" y="233"/>
                </a:cubicBezTo>
                <a:cubicBezTo>
                  <a:pt x="310" y="233"/>
                  <a:pt x="310" y="233"/>
                  <a:pt x="310" y="234"/>
                </a:cubicBezTo>
                <a:cubicBezTo>
                  <a:pt x="310" y="234"/>
                  <a:pt x="310" y="234"/>
                  <a:pt x="310" y="234"/>
                </a:cubicBezTo>
                <a:cubicBezTo>
                  <a:pt x="310" y="234"/>
                  <a:pt x="310" y="234"/>
                  <a:pt x="310" y="234"/>
                </a:cubicBezTo>
                <a:cubicBezTo>
                  <a:pt x="310" y="234"/>
                  <a:pt x="310" y="234"/>
                  <a:pt x="310" y="234"/>
                </a:cubicBezTo>
                <a:cubicBezTo>
                  <a:pt x="310" y="234"/>
                  <a:pt x="310" y="234"/>
                  <a:pt x="310" y="234"/>
                </a:cubicBezTo>
                <a:cubicBezTo>
                  <a:pt x="311" y="234"/>
                  <a:pt x="311" y="234"/>
                  <a:pt x="311" y="234"/>
                </a:cubicBezTo>
                <a:close/>
                <a:moveTo>
                  <a:pt x="309" y="237"/>
                </a:moveTo>
                <a:cubicBezTo>
                  <a:pt x="309" y="237"/>
                  <a:pt x="309" y="237"/>
                  <a:pt x="309" y="237"/>
                </a:cubicBezTo>
                <a:cubicBezTo>
                  <a:pt x="309" y="237"/>
                  <a:pt x="309" y="237"/>
                  <a:pt x="309" y="237"/>
                </a:cubicBezTo>
                <a:cubicBezTo>
                  <a:pt x="310" y="236"/>
                  <a:pt x="310" y="236"/>
                  <a:pt x="310" y="236"/>
                </a:cubicBezTo>
                <a:cubicBezTo>
                  <a:pt x="310" y="236"/>
                  <a:pt x="310" y="236"/>
                  <a:pt x="310" y="236"/>
                </a:cubicBezTo>
                <a:cubicBezTo>
                  <a:pt x="310" y="236"/>
                  <a:pt x="310" y="236"/>
                  <a:pt x="310" y="236"/>
                </a:cubicBezTo>
                <a:cubicBezTo>
                  <a:pt x="310" y="236"/>
                  <a:pt x="311" y="236"/>
                  <a:pt x="311" y="236"/>
                </a:cubicBezTo>
                <a:cubicBezTo>
                  <a:pt x="311" y="236"/>
                  <a:pt x="311" y="237"/>
                  <a:pt x="311" y="237"/>
                </a:cubicBezTo>
                <a:cubicBezTo>
                  <a:pt x="312" y="237"/>
                  <a:pt x="312" y="237"/>
                  <a:pt x="312" y="237"/>
                </a:cubicBezTo>
                <a:cubicBezTo>
                  <a:pt x="313" y="237"/>
                  <a:pt x="313" y="237"/>
                  <a:pt x="313" y="238"/>
                </a:cubicBezTo>
                <a:cubicBezTo>
                  <a:pt x="313" y="238"/>
                  <a:pt x="313" y="238"/>
                  <a:pt x="313" y="238"/>
                </a:cubicBezTo>
                <a:cubicBezTo>
                  <a:pt x="314" y="238"/>
                  <a:pt x="314" y="238"/>
                  <a:pt x="314" y="238"/>
                </a:cubicBezTo>
                <a:cubicBezTo>
                  <a:pt x="315" y="238"/>
                  <a:pt x="315" y="238"/>
                  <a:pt x="315" y="239"/>
                </a:cubicBezTo>
                <a:cubicBezTo>
                  <a:pt x="316" y="239"/>
                  <a:pt x="316" y="239"/>
                  <a:pt x="317" y="239"/>
                </a:cubicBezTo>
                <a:cubicBezTo>
                  <a:pt x="317" y="239"/>
                  <a:pt x="317" y="239"/>
                  <a:pt x="317" y="239"/>
                </a:cubicBezTo>
                <a:cubicBezTo>
                  <a:pt x="317" y="239"/>
                  <a:pt x="317" y="239"/>
                  <a:pt x="318" y="239"/>
                </a:cubicBezTo>
                <a:cubicBezTo>
                  <a:pt x="318" y="240"/>
                  <a:pt x="318" y="240"/>
                  <a:pt x="318" y="240"/>
                </a:cubicBezTo>
                <a:cubicBezTo>
                  <a:pt x="319" y="240"/>
                  <a:pt x="320" y="240"/>
                  <a:pt x="320" y="240"/>
                </a:cubicBezTo>
                <a:cubicBezTo>
                  <a:pt x="320" y="240"/>
                  <a:pt x="321" y="240"/>
                  <a:pt x="321" y="240"/>
                </a:cubicBezTo>
                <a:cubicBezTo>
                  <a:pt x="321" y="240"/>
                  <a:pt x="321" y="240"/>
                  <a:pt x="322" y="240"/>
                </a:cubicBezTo>
                <a:cubicBezTo>
                  <a:pt x="322" y="240"/>
                  <a:pt x="322" y="241"/>
                  <a:pt x="322" y="241"/>
                </a:cubicBezTo>
                <a:cubicBezTo>
                  <a:pt x="322" y="241"/>
                  <a:pt x="323" y="242"/>
                  <a:pt x="323" y="242"/>
                </a:cubicBezTo>
                <a:cubicBezTo>
                  <a:pt x="324" y="242"/>
                  <a:pt x="324" y="243"/>
                  <a:pt x="324" y="243"/>
                </a:cubicBezTo>
                <a:cubicBezTo>
                  <a:pt x="324" y="243"/>
                  <a:pt x="324" y="243"/>
                  <a:pt x="324" y="243"/>
                </a:cubicBezTo>
                <a:cubicBezTo>
                  <a:pt x="324" y="244"/>
                  <a:pt x="324" y="244"/>
                  <a:pt x="323" y="244"/>
                </a:cubicBezTo>
                <a:cubicBezTo>
                  <a:pt x="323" y="244"/>
                  <a:pt x="323" y="243"/>
                  <a:pt x="323" y="243"/>
                </a:cubicBezTo>
                <a:cubicBezTo>
                  <a:pt x="323" y="243"/>
                  <a:pt x="323" y="243"/>
                  <a:pt x="323" y="243"/>
                </a:cubicBezTo>
                <a:cubicBezTo>
                  <a:pt x="323" y="243"/>
                  <a:pt x="322" y="244"/>
                  <a:pt x="322" y="244"/>
                </a:cubicBezTo>
                <a:cubicBezTo>
                  <a:pt x="322" y="244"/>
                  <a:pt x="322" y="244"/>
                  <a:pt x="322" y="244"/>
                </a:cubicBezTo>
                <a:cubicBezTo>
                  <a:pt x="322" y="244"/>
                  <a:pt x="322" y="244"/>
                  <a:pt x="322" y="244"/>
                </a:cubicBezTo>
                <a:cubicBezTo>
                  <a:pt x="321" y="244"/>
                  <a:pt x="321" y="244"/>
                  <a:pt x="321" y="244"/>
                </a:cubicBezTo>
                <a:cubicBezTo>
                  <a:pt x="321" y="244"/>
                  <a:pt x="321" y="244"/>
                  <a:pt x="321" y="243"/>
                </a:cubicBezTo>
                <a:cubicBezTo>
                  <a:pt x="320" y="243"/>
                  <a:pt x="320" y="243"/>
                  <a:pt x="319" y="243"/>
                </a:cubicBezTo>
                <a:cubicBezTo>
                  <a:pt x="319" y="244"/>
                  <a:pt x="319" y="244"/>
                  <a:pt x="319" y="244"/>
                </a:cubicBezTo>
                <a:cubicBezTo>
                  <a:pt x="319" y="244"/>
                  <a:pt x="319" y="244"/>
                  <a:pt x="319" y="244"/>
                </a:cubicBezTo>
                <a:cubicBezTo>
                  <a:pt x="319" y="244"/>
                  <a:pt x="318" y="244"/>
                  <a:pt x="318" y="244"/>
                </a:cubicBezTo>
                <a:cubicBezTo>
                  <a:pt x="318" y="244"/>
                  <a:pt x="318" y="244"/>
                  <a:pt x="318" y="243"/>
                </a:cubicBezTo>
                <a:cubicBezTo>
                  <a:pt x="318" y="243"/>
                  <a:pt x="318" y="243"/>
                  <a:pt x="318" y="243"/>
                </a:cubicBezTo>
                <a:cubicBezTo>
                  <a:pt x="318" y="243"/>
                  <a:pt x="318" y="243"/>
                  <a:pt x="318" y="243"/>
                </a:cubicBezTo>
                <a:cubicBezTo>
                  <a:pt x="317" y="243"/>
                  <a:pt x="317" y="243"/>
                  <a:pt x="317" y="243"/>
                </a:cubicBezTo>
                <a:cubicBezTo>
                  <a:pt x="317" y="243"/>
                  <a:pt x="316" y="242"/>
                  <a:pt x="316" y="242"/>
                </a:cubicBezTo>
                <a:cubicBezTo>
                  <a:pt x="316" y="242"/>
                  <a:pt x="316" y="242"/>
                  <a:pt x="316" y="242"/>
                </a:cubicBezTo>
                <a:cubicBezTo>
                  <a:pt x="316" y="242"/>
                  <a:pt x="316" y="242"/>
                  <a:pt x="316" y="242"/>
                </a:cubicBezTo>
                <a:cubicBezTo>
                  <a:pt x="316" y="242"/>
                  <a:pt x="315" y="242"/>
                  <a:pt x="315" y="242"/>
                </a:cubicBezTo>
                <a:cubicBezTo>
                  <a:pt x="315" y="242"/>
                  <a:pt x="315" y="242"/>
                  <a:pt x="315" y="242"/>
                </a:cubicBezTo>
                <a:cubicBezTo>
                  <a:pt x="315" y="242"/>
                  <a:pt x="314" y="242"/>
                  <a:pt x="314" y="242"/>
                </a:cubicBezTo>
                <a:cubicBezTo>
                  <a:pt x="314" y="242"/>
                  <a:pt x="314" y="242"/>
                  <a:pt x="314" y="242"/>
                </a:cubicBezTo>
                <a:cubicBezTo>
                  <a:pt x="314" y="242"/>
                  <a:pt x="314" y="242"/>
                  <a:pt x="314" y="242"/>
                </a:cubicBezTo>
                <a:cubicBezTo>
                  <a:pt x="314" y="241"/>
                  <a:pt x="314" y="241"/>
                  <a:pt x="314" y="241"/>
                </a:cubicBezTo>
                <a:cubicBezTo>
                  <a:pt x="313" y="240"/>
                  <a:pt x="313" y="240"/>
                  <a:pt x="312" y="240"/>
                </a:cubicBezTo>
                <a:cubicBezTo>
                  <a:pt x="312" y="240"/>
                  <a:pt x="312" y="240"/>
                  <a:pt x="312" y="240"/>
                </a:cubicBezTo>
                <a:cubicBezTo>
                  <a:pt x="312" y="240"/>
                  <a:pt x="312" y="240"/>
                  <a:pt x="312" y="240"/>
                </a:cubicBezTo>
                <a:cubicBezTo>
                  <a:pt x="312" y="240"/>
                  <a:pt x="312" y="240"/>
                  <a:pt x="311" y="239"/>
                </a:cubicBezTo>
                <a:cubicBezTo>
                  <a:pt x="311" y="239"/>
                  <a:pt x="311" y="239"/>
                  <a:pt x="311" y="239"/>
                </a:cubicBezTo>
                <a:cubicBezTo>
                  <a:pt x="311" y="239"/>
                  <a:pt x="311" y="239"/>
                  <a:pt x="311" y="239"/>
                </a:cubicBezTo>
                <a:cubicBezTo>
                  <a:pt x="311" y="239"/>
                  <a:pt x="311" y="239"/>
                  <a:pt x="310" y="238"/>
                </a:cubicBezTo>
                <a:cubicBezTo>
                  <a:pt x="310" y="238"/>
                  <a:pt x="310" y="238"/>
                  <a:pt x="310" y="238"/>
                </a:cubicBezTo>
                <a:cubicBezTo>
                  <a:pt x="310" y="238"/>
                  <a:pt x="310" y="238"/>
                  <a:pt x="310" y="238"/>
                </a:cubicBezTo>
                <a:cubicBezTo>
                  <a:pt x="310" y="238"/>
                  <a:pt x="310" y="238"/>
                  <a:pt x="310" y="238"/>
                </a:cubicBezTo>
                <a:cubicBezTo>
                  <a:pt x="310" y="238"/>
                  <a:pt x="309" y="238"/>
                  <a:pt x="309" y="237"/>
                </a:cubicBezTo>
                <a:cubicBezTo>
                  <a:pt x="309" y="237"/>
                  <a:pt x="309" y="237"/>
                  <a:pt x="309" y="237"/>
                </a:cubicBezTo>
                <a:close/>
                <a:moveTo>
                  <a:pt x="332" y="238"/>
                </a:moveTo>
                <a:cubicBezTo>
                  <a:pt x="332" y="238"/>
                  <a:pt x="332" y="238"/>
                  <a:pt x="332" y="238"/>
                </a:cubicBezTo>
                <a:cubicBezTo>
                  <a:pt x="332" y="238"/>
                  <a:pt x="332" y="238"/>
                  <a:pt x="332" y="238"/>
                </a:cubicBezTo>
                <a:cubicBezTo>
                  <a:pt x="332" y="238"/>
                  <a:pt x="331" y="238"/>
                  <a:pt x="331" y="238"/>
                </a:cubicBezTo>
                <a:cubicBezTo>
                  <a:pt x="331" y="238"/>
                  <a:pt x="331" y="238"/>
                  <a:pt x="331" y="238"/>
                </a:cubicBezTo>
                <a:cubicBezTo>
                  <a:pt x="331" y="238"/>
                  <a:pt x="331" y="238"/>
                  <a:pt x="330" y="238"/>
                </a:cubicBezTo>
                <a:cubicBezTo>
                  <a:pt x="330" y="238"/>
                  <a:pt x="330" y="238"/>
                  <a:pt x="330" y="238"/>
                </a:cubicBezTo>
                <a:cubicBezTo>
                  <a:pt x="330" y="238"/>
                  <a:pt x="330" y="238"/>
                  <a:pt x="330" y="238"/>
                </a:cubicBezTo>
                <a:cubicBezTo>
                  <a:pt x="330" y="238"/>
                  <a:pt x="330" y="238"/>
                  <a:pt x="329" y="237"/>
                </a:cubicBezTo>
                <a:cubicBezTo>
                  <a:pt x="329" y="237"/>
                  <a:pt x="330" y="237"/>
                  <a:pt x="329" y="237"/>
                </a:cubicBezTo>
                <a:cubicBezTo>
                  <a:pt x="329" y="237"/>
                  <a:pt x="329" y="237"/>
                  <a:pt x="329" y="237"/>
                </a:cubicBezTo>
                <a:cubicBezTo>
                  <a:pt x="329" y="237"/>
                  <a:pt x="329" y="237"/>
                  <a:pt x="329" y="237"/>
                </a:cubicBezTo>
                <a:cubicBezTo>
                  <a:pt x="329" y="237"/>
                  <a:pt x="329" y="237"/>
                  <a:pt x="330" y="237"/>
                </a:cubicBezTo>
                <a:cubicBezTo>
                  <a:pt x="330" y="236"/>
                  <a:pt x="330" y="236"/>
                  <a:pt x="330" y="236"/>
                </a:cubicBezTo>
                <a:cubicBezTo>
                  <a:pt x="330" y="236"/>
                  <a:pt x="330" y="236"/>
                  <a:pt x="330" y="237"/>
                </a:cubicBezTo>
                <a:cubicBezTo>
                  <a:pt x="330" y="237"/>
                  <a:pt x="330" y="237"/>
                  <a:pt x="331" y="237"/>
                </a:cubicBezTo>
                <a:cubicBezTo>
                  <a:pt x="331" y="237"/>
                  <a:pt x="332" y="237"/>
                  <a:pt x="332" y="237"/>
                </a:cubicBezTo>
                <a:cubicBezTo>
                  <a:pt x="333" y="237"/>
                  <a:pt x="333" y="237"/>
                  <a:pt x="333" y="237"/>
                </a:cubicBezTo>
                <a:cubicBezTo>
                  <a:pt x="333" y="237"/>
                  <a:pt x="333" y="237"/>
                  <a:pt x="333" y="237"/>
                </a:cubicBezTo>
                <a:cubicBezTo>
                  <a:pt x="333" y="236"/>
                  <a:pt x="333" y="236"/>
                  <a:pt x="333" y="236"/>
                </a:cubicBezTo>
                <a:cubicBezTo>
                  <a:pt x="332" y="236"/>
                  <a:pt x="332" y="236"/>
                  <a:pt x="332" y="236"/>
                </a:cubicBezTo>
                <a:cubicBezTo>
                  <a:pt x="332" y="236"/>
                  <a:pt x="332" y="236"/>
                  <a:pt x="332" y="236"/>
                </a:cubicBezTo>
                <a:cubicBezTo>
                  <a:pt x="332" y="236"/>
                  <a:pt x="332" y="236"/>
                  <a:pt x="332" y="236"/>
                </a:cubicBezTo>
                <a:cubicBezTo>
                  <a:pt x="332" y="235"/>
                  <a:pt x="332" y="235"/>
                  <a:pt x="332" y="235"/>
                </a:cubicBezTo>
                <a:cubicBezTo>
                  <a:pt x="332" y="235"/>
                  <a:pt x="332" y="235"/>
                  <a:pt x="332" y="235"/>
                </a:cubicBezTo>
                <a:cubicBezTo>
                  <a:pt x="333" y="235"/>
                  <a:pt x="334" y="235"/>
                  <a:pt x="335" y="235"/>
                </a:cubicBezTo>
                <a:cubicBezTo>
                  <a:pt x="335" y="235"/>
                  <a:pt x="335" y="235"/>
                  <a:pt x="335" y="235"/>
                </a:cubicBezTo>
                <a:cubicBezTo>
                  <a:pt x="335" y="235"/>
                  <a:pt x="335" y="235"/>
                  <a:pt x="335" y="235"/>
                </a:cubicBezTo>
                <a:cubicBezTo>
                  <a:pt x="336" y="235"/>
                  <a:pt x="336" y="235"/>
                  <a:pt x="336" y="236"/>
                </a:cubicBezTo>
                <a:cubicBezTo>
                  <a:pt x="336" y="236"/>
                  <a:pt x="336" y="236"/>
                  <a:pt x="336" y="236"/>
                </a:cubicBezTo>
                <a:cubicBezTo>
                  <a:pt x="336" y="236"/>
                  <a:pt x="336" y="236"/>
                  <a:pt x="336" y="236"/>
                </a:cubicBezTo>
                <a:cubicBezTo>
                  <a:pt x="336" y="236"/>
                  <a:pt x="336" y="236"/>
                  <a:pt x="336" y="236"/>
                </a:cubicBezTo>
                <a:cubicBezTo>
                  <a:pt x="336" y="236"/>
                  <a:pt x="337" y="236"/>
                  <a:pt x="337" y="236"/>
                </a:cubicBezTo>
                <a:cubicBezTo>
                  <a:pt x="337" y="237"/>
                  <a:pt x="337" y="237"/>
                  <a:pt x="337" y="237"/>
                </a:cubicBezTo>
                <a:cubicBezTo>
                  <a:pt x="337" y="237"/>
                  <a:pt x="337" y="237"/>
                  <a:pt x="337" y="237"/>
                </a:cubicBezTo>
                <a:cubicBezTo>
                  <a:pt x="337" y="237"/>
                  <a:pt x="337" y="237"/>
                  <a:pt x="337" y="237"/>
                </a:cubicBezTo>
                <a:cubicBezTo>
                  <a:pt x="337" y="238"/>
                  <a:pt x="337" y="238"/>
                  <a:pt x="337" y="238"/>
                </a:cubicBezTo>
                <a:cubicBezTo>
                  <a:pt x="337" y="238"/>
                  <a:pt x="336" y="238"/>
                  <a:pt x="336" y="238"/>
                </a:cubicBezTo>
                <a:cubicBezTo>
                  <a:pt x="336" y="238"/>
                  <a:pt x="336" y="238"/>
                  <a:pt x="336" y="238"/>
                </a:cubicBezTo>
                <a:cubicBezTo>
                  <a:pt x="336" y="238"/>
                  <a:pt x="336" y="238"/>
                  <a:pt x="336" y="238"/>
                </a:cubicBezTo>
                <a:cubicBezTo>
                  <a:pt x="336" y="238"/>
                  <a:pt x="335" y="238"/>
                  <a:pt x="335" y="238"/>
                </a:cubicBezTo>
                <a:cubicBezTo>
                  <a:pt x="335" y="238"/>
                  <a:pt x="335" y="238"/>
                  <a:pt x="335" y="238"/>
                </a:cubicBezTo>
                <a:cubicBezTo>
                  <a:pt x="335" y="238"/>
                  <a:pt x="335" y="238"/>
                  <a:pt x="335" y="238"/>
                </a:cubicBezTo>
                <a:cubicBezTo>
                  <a:pt x="335" y="238"/>
                  <a:pt x="334" y="238"/>
                  <a:pt x="334" y="238"/>
                </a:cubicBezTo>
                <a:cubicBezTo>
                  <a:pt x="334" y="238"/>
                  <a:pt x="334" y="238"/>
                  <a:pt x="334" y="238"/>
                </a:cubicBezTo>
                <a:cubicBezTo>
                  <a:pt x="334" y="238"/>
                  <a:pt x="334" y="238"/>
                  <a:pt x="334" y="238"/>
                </a:cubicBezTo>
                <a:cubicBezTo>
                  <a:pt x="334" y="238"/>
                  <a:pt x="333" y="238"/>
                  <a:pt x="333" y="238"/>
                </a:cubicBezTo>
                <a:cubicBezTo>
                  <a:pt x="333" y="238"/>
                  <a:pt x="333" y="238"/>
                  <a:pt x="333" y="238"/>
                </a:cubicBezTo>
                <a:cubicBezTo>
                  <a:pt x="333" y="238"/>
                  <a:pt x="333" y="238"/>
                  <a:pt x="333" y="238"/>
                </a:cubicBezTo>
                <a:cubicBezTo>
                  <a:pt x="333" y="238"/>
                  <a:pt x="333" y="238"/>
                  <a:pt x="333" y="238"/>
                </a:cubicBezTo>
                <a:cubicBezTo>
                  <a:pt x="333" y="238"/>
                  <a:pt x="332" y="238"/>
                  <a:pt x="332" y="238"/>
                </a:cubicBezTo>
                <a:close/>
                <a:moveTo>
                  <a:pt x="302" y="183"/>
                </a:moveTo>
                <a:cubicBezTo>
                  <a:pt x="302" y="183"/>
                  <a:pt x="302" y="183"/>
                  <a:pt x="301" y="183"/>
                </a:cubicBezTo>
                <a:cubicBezTo>
                  <a:pt x="301" y="183"/>
                  <a:pt x="301" y="183"/>
                  <a:pt x="301" y="183"/>
                </a:cubicBezTo>
                <a:cubicBezTo>
                  <a:pt x="301" y="183"/>
                  <a:pt x="300" y="183"/>
                  <a:pt x="300" y="183"/>
                </a:cubicBezTo>
                <a:cubicBezTo>
                  <a:pt x="300" y="183"/>
                  <a:pt x="300" y="183"/>
                  <a:pt x="300" y="183"/>
                </a:cubicBezTo>
                <a:cubicBezTo>
                  <a:pt x="300" y="182"/>
                  <a:pt x="299" y="182"/>
                  <a:pt x="299" y="182"/>
                </a:cubicBezTo>
                <a:cubicBezTo>
                  <a:pt x="299" y="182"/>
                  <a:pt x="299" y="182"/>
                  <a:pt x="298" y="182"/>
                </a:cubicBezTo>
                <a:cubicBezTo>
                  <a:pt x="298" y="182"/>
                  <a:pt x="298" y="182"/>
                  <a:pt x="298" y="182"/>
                </a:cubicBezTo>
                <a:cubicBezTo>
                  <a:pt x="298" y="182"/>
                  <a:pt x="298" y="182"/>
                  <a:pt x="298" y="183"/>
                </a:cubicBezTo>
                <a:cubicBezTo>
                  <a:pt x="298" y="183"/>
                  <a:pt x="298" y="183"/>
                  <a:pt x="298" y="183"/>
                </a:cubicBezTo>
                <a:cubicBezTo>
                  <a:pt x="298" y="183"/>
                  <a:pt x="298" y="182"/>
                  <a:pt x="297" y="182"/>
                </a:cubicBezTo>
                <a:cubicBezTo>
                  <a:pt x="297" y="182"/>
                  <a:pt x="297" y="182"/>
                  <a:pt x="297" y="182"/>
                </a:cubicBezTo>
                <a:cubicBezTo>
                  <a:pt x="297" y="182"/>
                  <a:pt x="297" y="182"/>
                  <a:pt x="297" y="182"/>
                </a:cubicBezTo>
                <a:cubicBezTo>
                  <a:pt x="297" y="181"/>
                  <a:pt x="297" y="181"/>
                  <a:pt x="297" y="181"/>
                </a:cubicBezTo>
                <a:cubicBezTo>
                  <a:pt x="298" y="181"/>
                  <a:pt x="297" y="181"/>
                  <a:pt x="297" y="181"/>
                </a:cubicBezTo>
                <a:cubicBezTo>
                  <a:pt x="297" y="180"/>
                  <a:pt x="297" y="180"/>
                  <a:pt x="297" y="180"/>
                </a:cubicBezTo>
                <a:cubicBezTo>
                  <a:pt x="297" y="180"/>
                  <a:pt x="297" y="180"/>
                  <a:pt x="297" y="180"/>
                </a:cubicBezTo>
                <a:cubicBezTo>
                  <a:pt x="297" y="180"/>
                  <a:pt x="297" y="180"/>
                  <a:pt x="297" y="180"/>
                </a:cubicBezTo>
                <a:cubicBezTo>
                  <a:pt x="296" y="180"/>
                  <a:pt x="296" y="180"/>
                  <a:pt x="295" y="179"/>
                </a:cubicBezTo>
                <a:cubicBezTo>
                  <a:pt x="295" y="179"/>
                  <a:pt x="295" y="179"/>
                  <a:pt x="295" y="178"/>
                </a:cubicBezTo>
                <a:cubicBezTo>
                  <a:pt x="294" y="178"/>
                  <a:pt x="294" y="178"/>
                  <a:pt x="294" y="178"/>
                </a:cubicBezTo>
                <a:cubicBezTo>
                  <a:pt x="294" y="178"/>
                  <a:pt x="293" y="178"/>
                  <a:pt x="293" y="178"/>
                </a:cubicBezTo>
                <a:cubicBezTo>
                  <a:pt x="293" y="178"/>
                  <a:pt x="292" y="178"/>
                  <a:pt x="292" y="178"/>
                </a:cubicBezTo>
                <a:cubicBezTo>
                  <a:pt x="292" y="178"/>
                  <a:pt x="292" y="178"/>
                  <a:pt x="292" y="177"/>
                </a:cubicBezTo>
                <a:cubicBezTo>
                  <a:pt x="292" y="177"/>
                  <a:pt x="292" y="177"/>
                  <a:pt x="292" y="177"/>
                </a:cubicBezTo>
                <a:cubicBezTo>
                  <a:pt x="292" y="177"/>
                  <a:pt x="292" y="177"/>
                  <a:pt x="292" y="177"/>
                </a:cubicBezTo>
                <a:cubicBezTo>
                  <a:pt x="292" y="177"/>
                  <a:pt x="293" y="177"/>
                  <a:pt x="293" y="177"/>
                </a:cubicBezTo>
                <a:cubicBezTo>
                  <a:pt x="293" y="177"/>
                  <a:pt x="293" y="177"/>
                  <a:pt x="293" y="177"/>
                </a:cubicBezTo>
                <a:cubicBezTo>
                  <a:pt x="293" y="177"/>
                  <a:pt x="294" y="177"/>
                  <a:pt x="295" y="177"/>
                </a:cubicBezTo>
                <a:cubicBezTo>
                  <a:pt x="295" y="177"/>
                  <a:pt x="295" y="177"/>
                  <a:pt x="296" y="177"/>
                </a:cubicBezTo>
                <a:cubicBezTo>
                  <a:pt x="296" y="177"/>
                  <a:pt x="297" y="177"/>
                  <a:pt x="298" y="177"/>
                </a:cubicBezTo>
                <a:cubicBezTo>
                  <a:pt x="298" y="177"/>
                  <a:pt x="299" y="177"/>
                  <a:pt x="300" y="177"/>
                </a:cubicBezTo>
                <a:cubicBezTo>
                  <a:pt x="300" y="177"/>
                  <a:pt x="300" y="178"/>
                  <a:pt x="300" y="178"/>
                </a:cubicBezTo>
                <a:cubicBezTo>
                  <a:pt x="300" y="178"/>
                  <a:pt x="300" y="178"/>
                  <a:pt x="300" y="178"/>
                </a:cubicBezTo>
                <a:cubicBezTo>
                  <a:pt x="300" y="178"/>
                  <a:pt x="300" y="178"/>
                  <a:pt x="300" y="178"/>
                </a:cubicBezTo>
                <a:cubicBezTo>
                  <a:pt x="300" y="178"/>
                  <a:pt x="300" y="179"/>
                  <a:pt x="300" y="179"/>
                </a:cubicBezTo>
                <a:cubicBezTo>
                  <a:pt x="300" y="179"/>
                  <a:pt x="301" y="179"/>
                  <a:pt x="301" y="179"/>
                </a:cubicBezTo>
                <a:cubicBezTo>
                  <a:pt x="301" y="179"/>
                  <a:pt x="302" y="179"/>
                  <a:pt x="303" y="179"/>
                </a:cubicBezTo>
                <a:cubicBezTo>
                  <a:pt x="303" y="179"/>
                  <a:pt x="303" y="179"/>
                  <a:pt x="303" y="179"/>
                </a:cubicBezTo>
                <a:cubicBezTo>
                  <a:pt x="303" y="179"/>
                  <a:pt x="303" y="179"/>
                  <a:pt x="303" y="179"/>
                </a:cubicBezTo>
                <a:cubicBezTo>
                  <a:pt x="303" y="179"/>
                  <a:pt x="303" y="180"/>
                  <a:pt x="304" y="180"/>
                </a:cubicBezTo>
                <a:cubicBezTo>
                  <a:pt x="304" y="180"/>
                  <a:pt x="304" y="180"/>
                  <a:pt x="304" y="180"/>
                </a:cubicBezTo>
                <a:cubicBezTo>
                  <a:pt x="305" y="180"/>
                  <a:pt x="305" y="181"/>
                  <a:pt x="305" y="181"/>
                </a:cubicBezTo>
                <a:cubicBezTo>
                  <a:pt x="305" y="181"/>
                  <a:pt x="305" y="181"/>
                  <a:pt x="304" y="182"/>
                </a:cubicBezTo>
                <a:cubicBezTo>
                  <a:pt x="304" y="182"/>
                  <a:pt x="304" y="182"/>
                  <a:pt x="304" y="181"/>
                </a:cubicBezTo>
                <a:cubicBezTo>
                  <a:pt x="304" y="181"/>
                  <a:pt x="304" y="181"/>
                  <a:pt x="304" y="181"/>
                </a:cubicBezTo>
                <a:cubicBezTo>
                  <a:pt x="304" y="181"/>
                  <a:pt x="303" y="181"/>
                  <a:pt x="303" y="181"/>
                </a:cubicBezTo>
                <a:cubicBezTo>
                  <a:pt x="303" y="181"/>
                  <a:pt x="303" y="182"/>
                  <a:pt x="303" y="182"/>
                </a:cubicBezTo>
                <a:cubicBezTo>
                  <a:pt x="303" y="182"/>
                  <a:pt x="303" y="182"/>
                  <a:pt x="303" y="182"/>
                </a:cubicBezTo>
                <a:cubicBezTo>
                  <a:pt x="303" y="182"/>
                  <a:pt x="303" y="182"/>
                  <a:pt x="303" y="182"/>
                </a:cubicBezTo>
                <a:cubicBezTo>
                  <a:pt x="303" y="183"/>
                  <a:pt x="304" y="183"/>
                  <a:pt x="303" y="183"/>
                </a:cubicBezTo>
                <a:cubicBezTo>
                  <a:pt x="303" y="183"/>
                  <a:pt x="303" y="183"/>
                  <a:pt x="303" y="183"/>
                </a:cubicBezTo>
                <a:cubicBezTo>
                  <a:pt x="303" y="183"/>
                  <a:pt x="303" y="183"/>
                  <a:pt x="303" y="183"/>
                </a:cubicBezTo>
                <a:cubicBezTo>
                  <a:pt x="303" y="183"/>
                  <a:pt x="303" y="183"/>
                  <a:pt x="303" y="183"/>
                </a:cubicBezTo>
                <a:cubicBezTo>
                  <a:pt x="303" y="183"/>
                  <a:pt x="302" y="183"/>
                  <a:pt x="302" y="183"/>
                </a:cubicBezTo>
                <a:cubicBezTo>
                  <a:pt x="302" y="183"/>
                  <a:pt x="302" y="183"/>
                  <a:pt x="302" y="183"/>
                </a:cubicBezTo>
                <a:close/>
                <a:moveTo>
                  <a:pt x="290" y="177"/>
                </a:moveTo>
                <a:cubicBezTo>
                  <a:pt x="290" y="176"/>
                  <a:pt x="290" y="176"/>
                  <a:pt x="290" y="176"/>
                </a:cubicBezTo>
                <a:cubicBezTo>
                  <a:pt x="290" y="176"/>
                  <a:pt x="290" y="177"/>
                  <a:pt x="290" y="177"/>
                </a:cubicBezTo>
                <a:cubicBezTo>
                  <a:pt x="290" y="177"/>
                  <a:pt x="290" y="177"/>
                  <a:pt x="290" y="177"/>
                </a:cubicBezTo>
                <a:cubicBezTo>
                  <a:pt x="290" y="177"/>
                  <a:pt x="290" y="177"/>
                  <a:pt x="290" y="177"/>
                </a:cubicBezTo>
                <a:cubicBezTo>
                  <a:pt x="291" y="177"/>
                  <a:pt x="291" y="177"/>
                  <a:pt x="291" y="177"/>
                </a:cubicBezTo>
                <a:cubicBezTo>
                  <a:pt x="291" y="177"/>
                  <a:pt x="291" y="178"/>
                  <a:pt x="291" y="178"/>
                </a:cubicBezTo>
                <a:cubicBezTo>
                  <a:pt x="291" y="178"/>
                  <a:pt x="291" y="178"/>
                  <a:pt x="291" y="178"/>
                </a:cubicBezTo>
                <a:cubicBezTo>
                  <a:pt x="290" y="178"/>
                  <a:pt x="290" y="178"/>
                  <a:pt x="290" y="178"/>
                </a:cubicBezTo>
                <a:cubicBezTo>
                  <a:pt x="290" y="178"/>
                  <a:pt x="290" y="178"/>
                  <a:pt x="290" y="178"/>
                </a:cubicBezTo>
                <a:cubicBezTo>
                  <a:pt x="290" y="178"/>
                  <a:pt x="290" y="177"/>
                  <a:pt x="290" y="177"/>
                </a:cubicBezTo>
                <a:cubicBezTo>
                  <a:pt x="290" y="177"/>
                  <a:pt x="290" y="177"/>
                  <a:pt x="290" y="177"/>
                </a:cubicBezTo>
                <a:cubicBezTo>
                  <a:pt x="290" y="177"/>
                  <a:pt x="290" y="177"/>
                  <a:pt x="290" y="177"/>
                </a:cubicBezTo>
                <a:cubicBezTo>
                  <a:pt x="290" y="177"/>
                  <a:pt x="290" y="177"/>
                  <a:pt x="290" y="177"/>
                </a:cubicBezTo>
                <a:close/>
                <a:moveTo>
                  <a:pt x="292" y="176"/>
                </a:moveTo>
                <a:cubicBezTo>
                  <a:pt x="292" y="176"/>
                  <a:pt x="292" y="176"/>
                  <a:pt x="292" y="176"/>
                </a:cubicBezTo>
                <a:cubicBezTo>
                  <a:pt x="292" y="176"/>
                  <a:pt x="292" y="176"/>
                  <a:pt x="292" y="176"/>
                </a:cubicBezTo>
                <a:cubicBezTo>
                  <a:pt x="292" y="176"/>
                  <a:pt x="292" y="176"/>
                  <a:pt x="292" y="176"/>
                </a:cubicBezTo>
                <a:cubicBezTo>
                  <a:pt x="292" y="176"/>
                  <a:pt x="292" y="176"/>
                  <a:pt x="292" y="176"/>
                </a:cubicBezTo>
                <a:cubicBezTo>
                  <a:pt x="292" y="176"/>
                  <a:pt x="292" y="176"/>
                  <a:pt x="292" y="176"/>
                </a:cubicBezTo>
                <a:cubicBezTo>
                  <a:pt x="292" y="176"/>
                  <a:pt x="292" y="176"/>
                  <a:pt x="292" y="176"/>
                </a:cubicBezTo>
                <a:cubicBezTo>
                  <a:pt x="291" y="176"/>
                  <a:pt x="291" y="176"/>
                  <a:pt x="291" y="176"/>
                </a:cubicBezTo>
                <a:cubicBezTo>
                  <a:pt x="291" y="176"/>
                  <a:pt x="291" y="176"/>
                  <a:pt x="291" y="176"/>
                </a:cubicBezTo>
                <a:cubicBezTo>
                  <a:pt x="291" y="176"/>
                  <a:pt x="291" y="176"/>
                  <a:pt x="291" y="176"/>
                </a:cubicBezTo>
                <a:cubicBezTo>
                  <a:pt x="291" y="176"/>
                  <a:pt x="291" y="176"/>
                  <a:pt x="291" y="176"/>
                </a:cubicBezTo>
                <a:cubicBezTo>
                  <a:pt x="291" y="176"/>
                  <a:pt x="291" y="175"/>
                  <a:pt x="291" y="175"/>
                </a:cubicBezTo>
                <a:cubicBezTo>
                  <a:pt x="291" y="175"/>
                  <a:pt x="291" y="175"/>
                  <a:pt x="291" y="175"/>
                </a:cubicBezTo>
                <a:cubicBezTo>
                  <a:pt x="291" y="175"/>
                  <a:pt x="291" y="176"/>
                  <a:pt x="291" y="176"/>
                </a:cubicBezTo>
                <a:cubicBezTo>
                  <a:pt x="291" y="176"/>
                  <a:pt x="291" y="176"/>
                  <a:pt x="292" y="176"/>
                </a:cubicBezTo>
                <a:cubicBezTo>
                  <a:pt x="292" y="176"/>
                  <a:pt x="292" y="176"/>
                  <a:pt x="292" y="176"/>
                </a:cubicBezTo>
                <a:cubicBezTo>
                  <a:pt x="292" y="176"/>
                  <a:pt x="292" y="176"/>
                  <a:pt x="292" y="176"/>
                </a:cubicBezTo>
                <a:close/>
                <a:moveTo>
                  <a:pt x="254" y="164"/>
                </a:moveTo>
                <a:cubicBezTo>
                  <a:pt x="254" y="164"/>
                  <a:pt x="254" y="164"/>
                  <a:pt x="254" y="164"/>
                </a:cubicBezTo>
                <a:cubicBezTo>
                  <a:pt x="254" y="164"/>
                  <a:pt x="254" y="164"/>
                  <a:pt x="254" y="164"/>
                </a:cubicBezTo>
                <a:cubicBezTo>
                  <a:pt x="254" y="164"/>
                  <a:pt x="254" y="165"/>
                  <a:pt x="254" y="165"/>
                </a:cubicBezTo>
                <a:cubicBezTo>
                  <a:pt x="254" y="165"/>
                  <a:pt x="254" y="165"/>
                  <a:pt x="254" y="165"/>
                </a:cubicBezTo>
                <a:cubicBezTo>
                  <a:pt x="254" y="165"/>
                  <a:pt x="254" y="165"/>
                  <a:pt x="254" y="166"/>
                </a:cubicBezTo>
                <a:cubicBezTo>
                  <a:pt x="254" y="166"/>
                  <a:pt x="253" y="166"/>
                  <a:pt x="253" y="166"/>
                </a:cubicBezTo>
                <a:cubicBezTo>
                  <a:pt x="253" y="166"/>
                  <a:pt x="253" y="166"/>
                  <a:pt x="253" y="166"/>
                </a:cubicBezTo>
                <a:cubicBezTo>
                  <a:pt x="253" y="166"/>
                  <a:pt x="253" y="166"/>
                  <a:pt x="253" y="166"/>
                </a:cubicBezTo>
                <a:cubicBezTo>
                  <a:pt x="253" y="166"/>
                  <a:pt x="253" y="166"/>
                  <a:pt x="253" y="166"/>
                </a:cubicBezTo>
                <a:cubicBezTo>
                  <a:pt x="253" y="166"/>
                  <a:pt x="253" y="166"/>
                  <a:pt x="253" y="165"/>
                </a:cubicBezTo>
                <a:cubicBezTo>
                  <a:pt x="253" y="165"/>
                  <a:pt x="253" y="165"/>
                  <a:pt x="253" y="165"/>
                </a:cubicBezTo>
                <a:cubicBezTo>
                  <a:pt x="253" y="165"/>
                  <a:pt x="253" y="165"/>
                  <a:pt x="253" y="165"/>
                </a:cubicBezTo>
                <a:cubicBezTo>
                  <a:pt x="253" y="165"/>
                  <a:pt x="253" y="165"/>
                  <a:pt x="253" y="165"/>
                </a:cubicBezTo>
                <a:cubicBezTo>
                  <a:pt x="253" y="165"/>
                  <a:pt x="253" y="164"/>
                  <a:pt x="253" y="164"/>
                </a:cubicBezTo>
                <a:cubicBezTo>
                  <a:pt x="253" y="164"/>
                  <a:pt x="253" y="164"/>
                  <a:pt x="253" y="164"/>
                </a:cubicBezTo>
                <a:cubicBezTo>
                  <a:pt x="253" y="164"/>
                  <a:pt x="253" y="164"/>
                  <a:pt x="254" y="164"/>
                </a:cubicBezTo>
                <a:close/>
                <a:moveTo>
                  <a:pt x="255" y="164"/>
                </a:moveTo>
                <a:cubicBezTo>
                  <a:pt x="255" y="164"/>
                  <a:pt x="255" y="163"/>
                  <a:pt x="255" y="163"/>
                </a:cubicBezTo>
                <a:cubicBezTo>
                  <a:pt x="255" y="163"/>
                  <a:pt x="255" y="163"/>
                  <a:pt x="255" y="163"/>
                </a:cubicBezTo>
                <a:cubicBezTo>
                  <a:pt x="255" y="163"/>
                  <a:pt x="255" y="163"/>
                  <a:pt x="255" y="163"/>
                </a:cubicBezTo>
                <a:cubicBezTo>
                  <a:pt x="255" y="163"/>
                  <a:pt x="256" y="163"/>
                  <a:pt x="256" y="163"/>
                </a:cubicBezTo>
                <a:cubicBezTo>
                  <a:pt x="256" y="163"/>
                  <a:pt x="256" y="162"/>
                  <a:pt x="256" y="162"/>
                </a:cubicBezTo>
                <a:cubicBezTo>
                  <a:pt x="256" y="162"/>
                  <a:pt x="257" y="162"/>
                  <a:pt x="257" y="162"/>
                </a:cubicBezTo>
                <a:cubicBezTo>
                  <a:pt x="257" y="162"/>
                  <a:pt x="257" y="162"/>
                  <a:pt x="257" y="162"/>
                </a:cubicBezTo>
                <a:cubicBezTo>
                  <a:pt x="257" y="162"/>
                  <a:pt x="257" y="162"/>
                  <a:pt x="258" y="162"/>
                </a:cubicBezTo>
                <a:cubicBezTo>
                  <a:pt x="258" y="162"/>
                  <a:pt x="258" y="162"/>
                  <a:pt x="258" y="162"/>
                </a:cubicBezTo>
                <a:cubicBezTo>
                  <a:pt x="258" y="162"/>
                  <a:pt x="258" y="162"/>
                  <a:pt x="258" y="162"/>
                </a:cubicBezTo>
                <a:cubicBezTo>
                  <a:pt x="258" y="162"/>
                  <a:pt x="258" y="163"/>
                  <a:pt x="258" y="163"/>
                </a:cubicBezTo>
                <a:cubicBezTo>
                  <a:pt x="258" y="164"/>
                  <a:pt x="258" y="164"/>
                  <a:pt x="257" y="164"/>
                </a:cubicBezTo>
                <a:cubicBezTo>
                  <a:pt x="258" y="164"/>
                  <a:pt x="258" y="165"/>
                  <a:pt x="258" y="165"/>
                </a:cubicBezTo>
                <a:cubicBezTo>
                  <a:pt x="259" y="165"/>
                  <a:pt x="258" y="166"/>
                  <a:pt x="258" y="167"/>
                </a:cubicBezTo>
                <a:cubicBezTo>
                  <a:pt x="258" y="167"/>
                  <a:pt x="258" y="168"/>
                  <a:pt x="257" y="169"/>
                </a:cubicBezTo>
                <a:cubicBezTo>
                  <a:pt x="257" y="169"/>
                  <a:pt x="258" y="169"/>
                  <a:pt x="257" y="170"/>
                </a:cubicBezTo>
                <a:cubicBezTo>
                  <a:pt x="257" y="170"/>
                  <a:pt x="257" y="170"/>
                  <a:pt x="257" y="170"/>
                </a:cubicBezTo>
                <a:cubicBezTo>
                  <a:pt x="257" y="170"/>
                  <a:pt x="257" y="170"/>
                  <a:pt x="257" y="170"/>
                </a:cubicBezTo>
                <a:cubicBezTo>
                  <a:pt x="258" y="171"/>
                  <a:pt x="258" y="171"/>
                  <a:pt x="258" y="171"/>
                </a:cubicBezTo>
                <a:cubicBezTo>
                  <a:pt x="258" y="171"/>
                  <a:pt x="258" y="171"/>
                  <a:pt x="258" y="171"/>
                </a:cubicBezTo>
                <a:cubicBezTo>
                  <a:pt x="258" y="171"/>
                  <a:pt x="258" y="171"/>
                  <a:pt x="258" y="171"/>
                </a:cubicBezTo>
                <a:cubicBezTo>
                  <a:pt x="257" y="171"/>
                  <a:pt x="257" y="171"/>
                  <a:pt x="257" y="171"/>
                </a:cubicBezTo>
                <a:cubicBezTo>
                  <a:pt x="257" y="171"/>
                  <a:pt x="257" y="171"/>
                  <a:pt x="256" y="171"/>
                </a:cubicBezTo>
                <a:cubicBezTo>
                  <a:pt x="256" y="170"/>
                  <a:pt x="256" y="170"/>
                  <a:pt x="256" y="170"/>
                </a:cubicBezTo>
                <a:cubicBezTo>
                  <a:pt x="256" y="170"/>
                  <a:pt x="256" y="169"/>
                  <a:pt x="256" y="169"/>
                </a:cubicBezTo>
                <a:cubicBezTo>
                  <a:pt x="257" y="169"/>
                  <a:pt x="257" y="169"/>
                  <a:pt x="257" y="168"/>
                </a:cubicBezTo>
                <a:cubicBezTo>
                  <a:pt x="257" y="168"/>
                  <a:pt x="257" y="168"/>
                  <a:pt x="257" y="168"/>
                </a:cubicBezTo>
                <a:cubicBezTo>
                  <a:pt x="257" y="168"/>
                  <a:pt x="258" y="167"/>
                  <a:pt x="258" y="167"/>
                </a:cubicBezTo>
                <a:cubicBezTo>
                  <a:pt x="258" y="167"/>
                  <a:pt x="258" y="167"/>
                  <a:pt x="258" y="166"/>
                </a:cubicBezTo>
                <a:cubicBezTo>
                  <a:pt x="258" y="166"/>
                  <a:pt x="257" y="166"/>
                  <a:pt x="257" y="166"/>
                </a:cubicBezTo>
                <a:cubicBezTo>
                  <a:pt x="257" y="166"/>
                  <a:pt x="257" y="166"/>
                  <a:pt x="257" y="165"/>
                </a:cubicBezTo>
                <a:cubicBezTo>
                  <a:pt x="257" y="165"/>
                  <a:pt x="257" y="165"/>
                  <a:pt x="257" y="165"/>
                </a:cubicBezTo>
                <a:cubicBezTo>
                  <a:pt x="257" y="165"/>
                  <a:pt x="257" y="165"/>
                  <a:pt x="257" y="165"/>
                </a:cubicBezTo>
                <a:cubicBezTo>
                  <a:pt x="256" y="166"/>
                  <a:pt x="256" y="165"/>
                  <a:pt x="255" y="165"/>
                </a:cubicBezTo>
                <a:cubicBezTo>
                  <a:pt x="255" y="165"/>
                  <a:pt x="255" y="165"/>
                  <a:pt x="255" y="165"/>
                </a:cubicBezTo>
                <a:cubicBezTo>
                  <a:pt x="255" y="165"/>
                  <a:pt x="255" y="165"/>
                  <a:pt x="255" y="165"/>
                </a:cubicBezTo>
                <a:cubicBezTo>
                  <a:pt x="255" y="165"/>
                  <a:pt x="255" y="165"/>
                  <a:pt x="255" y="164"/>
                </a:cubicBezTo>
                <a:cubicBezTo>
                  <a:pt x="255" y="164"/>
                  <a:pt x="255" y="164"/>
                  <a:pt x="255" y="164"/>
                </a:cubicBezTo>
                <a:cubicBezTo>
                  <a:pt x="255" y="164"/>
                  <a:pt x="255" y="164"/>
                  <a:pt x="255" y="164"/>
                </a:cubicBezTo>
                <a:cubicBezTo>
                  <a:pt x="255" y="164"/>
                  <a:pt x="255" y="164"/>
                  <a:pt x="255" y="164"/>
                </a:cubicBezTo>
                <a:close/>
                <a:moveTo>
                  <a:pt x="251" y="209"/>
                </a:moveTo>
                <a:cubicBezTo>
                  <a:pt x="250" y="209"/>
                  <a:pt x="250" y="209"/>
                  <a:pt x="250" y="209"/>
                </a:cubicBezTo>
                <a:cubicBezTo>
                  <a:pt x="249" y="210"/>
                  <a:pt x="248" y="210"/>
                  <a:pt x="247" y="210"/>
                </a:cubicBezTo>
                <a:cubicBezTo>
                  <a:pt x="247" y="210"/>
                  <a:pt x="247" y="210"/>
                  <a:pt x="246" y="211"/>
                </a:cubicBezTo>
                <a:cubicBezTo>
                  <a:pt x="246" y="211"/>
                  <a:pt x="245" y="211"/>
                  <a:pt x="245" y="211"/>
                </a:cubicBezTo>
                <a:cubicBezTo>
                  <a:pt x="244" y="211"/>
                  <a:pt x="244" y="211"/>
                  <a:pt x="244" y="211"/>
                </a:cubicBezTo>
                <a:cubicBezTo>
                  <a:pt x="243" y="211"/>
                  <a:pt x="242" y="210"/>
                  <a:pt x="241" y="210"/>
                </a:cubicBezTo>
                <a:cubicBezTo>
                  <a:pt x="240" y="210"/>
                  <a:pt x="240" y="210"/>
                  <a:pt x="240" y="210"/>
                </a:cubicBezTo>
                <a:cubicBezTo>
                  <a:pt x="240" y="210"/>
                  <a:pt x="240" y="210"/>
                  <a:pt x="240" y="210"/>
                </a:cubicBezTo>
                <a:cubicBezTo>
                  <a:pt x="239" y="210"/>
                  <a:pt x="238" y="211"/>
                  <a:pt x="238" y="212"/>
                </a:cubicBezTo>
                <a:cubicBezTo>
                  <a:pt x="238" y="212"/>
                  <a:pt x="238" y="212"/>
                  <a:pt x="238" y="212"/>
                </a:cubicBezTo>
                <a:cubicBezTo>
                  <a:pt x="238" y="212"/>
                  <a:pt x="239" y="212"/>
                  <a:pt x="239" y="212"/>
                </a:cubicBezTo>
                <a:cubicBezTo>
                  <a:pt x="239" y="213"/>
                  <a:pt x="240" y="213"/>
                  <a:pt x="240" y="213"/>
                </a:cubicBezTo>
                <a:cubicBezTo>
                  <a:pt x="242" y="213"/>
                  <a:pt x="244" y="214"/>
                  <a:pt x="245" y="214"/>
                </a:cubicBezTo>
                <a:cubicBezTo>
                  <a:pt x="246" y="214"/>
                  <a:pt x="246" y="214"/>
                  <a:pt x="246" y="214"/>
                </a:cubicBezTo>
                <a:cubicBezTo>
                  <a:pt x="246" y="215"/>
                  <a:pt x="247" y="215"/>
                  <a:pt x="247" y="215"/>
                </a:cubicBezTo>
                <a:cubicBezTo>
                  <a:pt x="247" y="216"/>
                  <a:pt x="247" y="216"/>
                  <a:pt x="247" y="216"/>
                </a:cubicBezTo>
                <a:cubicBezTo>
                  <a:pt x="247" y="216"/>
                  <a:pt x="247" y="216"/>
                  <a:pt x="247" y="216"/>
                </a:cubicBezTo>
                <a:cubicBezTo>
                  <a:pt x="247" y="216"/>
                  <a:pt x="247" y="216"/>
                  <a:pt x="247" y="216"/>
                </a:cubicBezTo>
                <a:cubicBezTo>
                  <a:pt x="247" y="217"/>
                  <a:pt x="246" y="217"/>
                  <a:pt x="246" y="217"/>
                </a:cubicBezTo>
                <a:cubicBezTo>
                  <a:pt x="246" y="217"/>
                  <a:pt x="245" y="217"/>
                  <a:pt x="245" y="217"/>
                </a:cubicBezTo>
                <a:cubicBezTo>
                  <a:pt x="244" y="217"/>
                  <a:pt x="244" y="218"/>
                  <a:pt x="243" y="218"/>
                </a:cubicBezTo>
                <a:cubicBezTo>
                  <a:pt x="243" y="218"/>
                  <a:pt x="242" y="218"/>
                  <a:pt x="242" y="218"/>
                </a:cubicBezTo>
                <a:cubicBezTo>
                  <a:pt x="242" y="218"/>
                  <a:pt x="241" y="218"/>
                  <a:pt x="241" y="218"/>
                </a:cubicBezTo>
                <a:cubicBezTo>
                  <a:pt x="241" y="219"/>
                  <a:pt x="241" y="219"/>
                  <a:pt x="240" y="219"/>
                </a:cubicBezTo>
                <a:cubicBezTo>
                  <a:pt x="240" y="219"/>
                  <a:pt x="240" y="219"/>
                  <a:pt x="240" y="220"/>
                </a:cubicBezTo>
                <a:cubicBezTo>
                  <a:pt x="240" y="220"/>
                  <a:pt x="240" y="220"/>
                  <a:pt x="239" y="220"/>
                </a:cubicBezTo>
                <a:cubicBezTo>
                  <a:pt x="239" y="220"/>
                  <a:pt x="239" y="220"/>
                  <a:pt x="239" y="220"/>
                </a:cubicBezTo>
                <a:cubicBezTo>
                  <a:pt x="238" y="220"/>
                  <a:pt x="238" y="219"/>
                  <a:pt x="238" y="219"/>
                </a:cubicBezTo>
                <a:cubicBezTo>
                  <a:pt x="238" y="219"/>
                  <a:pt x="238" y="219"/>
                  <a:pt x="238" y="219"/>
                </a:cubicBezTo>
                <a:cubicBezTo>
                  <a:pt x="238" y="219"/>
                  <a:pt x="238" y="219"/>
                  <a:pt x="238" y="219"/>
                </a:cubicBezTo>
                <a:cubicBezTo>
                  <a:pt x="237" y="220"/>
                  <a:pt x="236" y="220"/>
                  <a:pt x="235" y="220"/>
                </a:cubicBezTo>
                <a:cubicBezTo>
                  <a:pt x="235" y="220"/>
                  <a:pt x="235" y="220"/>
                  <a:pt x="235" y="220"/>
                </a:cubicBezTo>
                <a:cubicBezTo>
                  <a:pt x="235" y="220"/>
                  <a:pt x="235" y="220"/>
                  <a:pt x="235" y="220"/>
                </a:cubicBezTo>
                <a:cubicBezTo>
                  <a:pt x="235" y="219"/>
                  <a:pt x="234" y="219"/>
                  <a:pt x="234" y="219"/>
                </a:cubicBezTo>
                <a:cubicBezTo>
                  <a:pt x="234" y="219"/>
                  <a:pt x="234" y="219"/>
                  <a:pt x="234" y="219"/>
                </a:cubicBezTo>
                <a:cubicBezTo>
                  <a:pt x="234" y="219"/>
                  <a:pt x="234" y="219"/>
                  <a:pt x="234" y="219"/>
                </a:cubicBezTo>
                <a:cubicBezTo>
                  <a:pt x="233" y="219"/>
                  <a:pt x="233" y="219"/>
                  <a:pt x="233" y="219"/>
                </a:cubicBezTo>
                <a:cubicBezTo>
                  <a:pt x="233" y="219"/>
                  <a:pt x="233" y="219"/>
                  <a:pt x="233" y="219"/>
                </a:cubicBezTo>
                <a:cubicBezTo>
                  <a:pt x="233" y="219"/>
                  <a:pt x="232" y="219"/>
                  <a:pt x="232" y="219"/>
                </a:cubicBezTo>
                <a:cubicBezTo>
                  <a:pt x="232" y="219"/>
                  <a:pt x="232" y="219"/>
                  <a:pt x="232" y="219"/>
                </a:cubicBezTo>
                <a:cubicBezTo>
                  <a:pt x="232" y="219"/>
                  <a:pt x="232" y="218"/>
                  <a:pt x="232" y="218"/>
                </a:cubicBezTo>
                <a:cubicBezTo>
                  <a:pt x="231" y="218"/>
                  <a:pt x="231" y="219"/>
                  <a:pt x="231" y="218"/>
                </a:cubicBezTo>
                <a:cubicBezTo>
                  <a:pt x="231" y="218"/>
                  <a:pt x="231" y="218"/>
                  <a:pt x="231" y="218"/>
                </a:cubicBezTo>
                <a:cubicBezTo>
                  <a:pt x="231" y="218"/>
                  <a:pt x="231" y="218"/>
                  <a:pt x="230" y="218"/>
                </a:cubicBezTo>
                <a:cubicBezTo>
                  <a:pt x="230" y="218"/>
                  <a:pt x="230" y="218"/>
                  <a:pt x="230" y="218"/>
                </a:cubicBezTo>
                <a:cubicBezTo>
                  <a:pt x="230" y="218"/>
                  <a:pt x="231" y="218"/>
                  <a:pt x="231" y="217"/>
                </a:cubicBezTo>
                <a:cubicBezTo>
                  <a:pt x="231" y="217"/>
                  <a:pt x="230" y="217"/>
                  <a:pt x="230" y="217"/>
                </a:cubicBezTo>
                <a:cubicBezTo>
                  <a:pt x="230" y="217"/>
                  <a:pt x="229" y="217"/>
                  <a:pt x="229" y="217"/>
                </a:cubicBezTo>
                <a:cubicBezTo>
                  <a:pt x="229" y="217"/>
                  <a:pt x="229" y="217"/>
                  <a:pt x="229" y="217"/>
                </a:cubicBezTo>
                <a:cubicBezTo>
                  <a:pt x="229" y="217"/>
                  <a:pt x="229" y="217"/>
                  <a:pt x="228" y="217"/>
                </a:cubicBezTo>
                <a:cubicBezTo>
                  <a:pt x="228" y="217"/>
                  <a:pt x="228" y="217"/>
                  <a:pt x="228" y="216"/>
                </a:cubicBezTo>
                <a:cubicBezTo>
                  <a:pt x="228" y="216"/>
                  <a:pt x="228" y="216"/>
                  <a:pt x="227" y="216"/>
                </a:cubicBezTo>
                <a:cubicBezTo>
                  <a:pt x="227" y="216"/>
                  <a:pt x="227" y="216"/>
                  <a:pt x="226" y="216"/>
                </a:cubicBezTo>
                <a:cubicBezTo>
                  <a:pt x="227" y="216"/>
                  <a:pt x="227" y="216"/>
                  <a:pt x="227" y="215"/>
                </a:cubicBezTo>
                <a:cubicBezTo>
                  <a:pt x="227" y="215"/>
                  <a:pt x="227" y="215"/>
                  <a:pt x="227" y="215"/>
                </a:cubicBezTo>
                <a:cubicBezTo>
                  <a:pt x="227" y="215"/>
                  <a:pt x="227" y="215"/>
                  <a:pt x="227" y="215"/>
                </a:cubicBezTo>
                <a:cubicBezTo>
                  <a:pt x="228" y="215"/>
                  <a:pt x="228" y="215"/>
                  <a:pt x="229" y="215"/>
                </a:cubicBezTo>
                <a:cubicBezTo>
                  <a:pt x="229" y="215"/>
                  <a:pt x="229" y="215"/>
                  <a:pt x="229" y="215"/>
                </a:cubicBezTo>
                <a:cubicBezTo>
                  <a:pt x="229" y="215"/>
                  <a:pt x="229" y="215"/>
                  <a:pt x="229" y="215"/>
                </a:cubicBezTo>
                <a:cubicBezTo>
                  <a:pt x="230" y="216"/>
                  <a:pt x="230" y="215"/>
                  <a:pt x="230" y="215"/>
                </a:cubicBezTo>
                <a:cubicBezTo>
                  <a:pt x="231" y="215"/>
                  <a:pt x="231" y="215"/>
                  <a:pt x="231" y="214"/>
                </a:cubicBezTo>
                <a:cubicBezTo>
                  <a:pt x="231" y="214"/>
                  <a:pt x="231" y="214"/>
                  <a:pt x="231" y="214"/>
                </a:cubicBezTo>
                <a:cubicBezTo>
                  <a:pt x="231" y="214"/>
                  <a:pt x="230" y="214"/>
                  <a:pt x="230" y="214"/>
                </a:cubicBezTo>
                <a:cubicBezTo>
                  <a:pt x="230" y="214"/>
                  <a:pt x="229" y="214"/>
                  <a:pt x="229" y="213"/>
                </a:cubicBezTo>
                <a:cubicBezTo>
                  <a:pt x="229" y="213"/>
                  <a:pt x="229" y="213"/>
                  <a:pt x="229" y="213"/>
                </a:cubicBezTo>
                <a:cubicBezTo>
                  <a:pt x="229" y="213"/>
                  <a:pt x="229" y="213"/>
                  <a:pt x="229" y="213"/>
                </a:cubicBezTo>
                <a:cubicBezTo>
                  <a:pt x="228" y="214"/>
                  <a:pt x="228" y="214"/>
                  <a:pt x="228" y="214"/>
                </a:cubicBezTo>
                <a:cubicBezTo>
                  <a:pt x="228" y="214"/>
                  <a:pt x="228" y="214"/>
                  <a:pt x="228" y="214"/>
                </a:cubicBezTo>
                <a:cubicBezTo>
                  <a:pt x="228" y="214"/>
                  <a:pt x="227" y="214"/>
                  <a:pt x="227" y="214"/>
                </a:cubicBezTo>
                <a:cubicBezTo>
                  <a:pt x="227" y="214"/>
                  <a:pt x="227" y="214"/>
                  <a:pt x="227" y="214"/>
                </a:cubicBezTo>
                <a:cubicBezTo>
                  <a:pt x="227" y="214"/>
                  <a:pt x="227" y="213"/>
                  <a:pt x="227" y="213"/>
                </a:cubicBezTo>
                <a:cubicBezTo>
                  <a:pt x="227" y="213"/>
                  <a:pt x="227" y="213"/>
                  <a:pt x="227" y="213"/>
                </a:cubicBezTo>
                <a:cubicBezTo>
                  <a:pt x="227" y="213"/>
                  <a:pt x="226" y="213"/>
                  <a:pt x="226" y="212"/>
                </a:cubicBezTo>
                <a:cubicBezTo>
                  <a:pt x="226" y="212"/>
                  <a:pt x="225" y="212"/>
                  <a:pt x="225" y="212"/>
                </a:cubicBezTo>
                <a:cubicBezTo>
                  <a:pt x="224" y="211"/>
                  <a:pt x="224" y="211"/>
                  <a:pt x="223" y="211"/>
                </a:cubicBezTo>
                <a:cubicBezTo>
                  <a:pt x="222" y="211"/>
                  <a:pt x="222" y="211"/>
                  <a:pt x="221" y="211"/>
                </a:cubicBezTo>
                <a:cubicBezTo>
                  <a:pt x="221" y="211"/>
                  <a:pt x="221" y="211"/>
                  <a:pt x="221" y="211"/>
                </a:cubicBezTo>
                <a:cubicBezTo>
                  <a:pt x="221" y="204"/>
                  <a:pt x="221" y="204"/>
                  <a:pt x="221" y="204"/>
                </a:cubicBezTo>
                <a:cubicBezTo>
                  <a:pt x="221" y="203"/>
                  <a:pt x="221" y="203"/>
                  <a:pt x="221" y="203"/>
                </a:cubicBezTo>
                <a:cubicBezTo>
                  <a:pt x="218" y="203"/>
                  <a:pt x="218" y="203"/>
                  <a:pt x="218" y="203"/>
                </a:cubicBezTo>
                <a:cubicBezTo>
                  <a:pt x="214" y="201"/>
                  <a:pt x="214" y="201"/>
                  <a:pt x="214" y="201"/>
                </a:cubicBezTo>
                <a:cubicBezTo>
                  <a:pt x="214" y="201"/>
                  <a:pt x="213" y="201"/>
                  <a:pt x="213" y="201"/>
                </a:cubicBezTo>
                <a:cubicBezTo>
                  <a:pt x="213" y="200"/>
                  <a:pt x="212" y="199"/>
                  <a:pt x="212" y="199"/>
                </a:cubicBezTo>
                <a:cubicBezTo>
                  <a:pt x="212" y="199"/>
                  <a:pt x="213" y="198"/>
                  <a:pt x="213" y="198"/>
                </a:cubicBezTo>
                <a:cubicBezTo>
                  <a:pt x="213" y="198"/>
                  <a:pt x="211" y="198"/>
                  <a:pt x="211" y="198"/>
                </a:cubicBezTo>
                <a:cubicBezTo>
                  <a:pt x="211" y="198"/>
                  <a:pt x="210" y="197"/>
                  <a:pt x="209" y="197"/>
                </a:cubicBezTo>
                <a:cubicBezTo>
                  <a:pt x="209" y="197"/>
                  <a:pt x="209" y="196"/>
                  <a:pt x="209" y="196"/>
                </a:cubicBezTo>
                <a:cubicBezTo>
                  <a:pt x="208" y="196"/>
                  <a:pt x="208" y="196"/>
                  <a:pt x="208" y="196"/>
                </a:cubicBezTo>
                <a:cubicBezTo>
                  <a:pt x="208" y="196"/>
                  <a:pt x="207" y="196"/>
                  <a:pt x="207" y="196"/>
                </a:cubicBezTo>
                <a:cubicBezTo>
                  <a:pt x="207" y="196"/>
                  <a:pt x="206" y="197"/>
                  <a:pt x="206" y="197"/>
                </a:cubicBezTo>
                <a:cubicBezTo>
                  <a:pt x="206" y="197"/>
                  <a:pt x="205" y="197"/>
                  <a:pt x="205" y="197"/>
                </a:cubicBezTo>
                <a:cubicBezTo>
                  <a:pt x="204" y="196"/>
                  <a:pt x="204" y="196"/>
                  <a:pt x="204" y="196"/>
                </a:cubicBezTo>
                <a:cubicBezTo>
                  <a:pt x="204" y="194"/>
                  <a:pt x="204" y="194"/>
                  <a:pt x="204" y="194"/>
                </a:cubicBezTo>
                <a:cubicBezTo>
                  <a:pt x="207" y="195"/>
                  <a:pt x="207" y="195"/>
                  <a:pt x="207" y="195"/>
                </a:cubicBezTo>
                <a:cubicBezTo>
                  <a:pt x="207" y="194"/>
                  <a:pt x="207" y="194"/>
                  <a:pt x="207" y="194"/>
                </a:cubicBezTo>
                <a:cubicBezTo>
                  <a:pt x="209" y="194"/>
                  <a:pt x="209" y="194"/>
                  <a:pt x="209" y="194"/>
                </a:cubicBezTo>
                <a:cubicBezTo>
                  <a:pt x="209" y="194"/>
                  <a:pt x="212" y="193"/>
                  <a:pt x="213" y="193"/>
                </a:cubicBezTo>
                <a:cubicBezTo>
                  <a:pt x="213" y="193"/>
                  <a:pt x="215" y="192"/>
                  <a:pt x="216" y="192"/>
                </a:cubicBezTo>
                <a:cubicBezTo>
                  <a:pt x="216" y="192"/>
                  <a:pt x="216" y="192"/>
                  <a:pt x="216" y="192"/>
                </a:cubicBezTo>
                <a:cubicBezTo>
                  <a:pt x="216" y="192"/>
                  <a:pt x="217" y="192"/>
                  <a:pt x="217" y="192"/>
                </a:cubicBezTo>
                <a:cubicBezTo>
                  <a:pt x="217" y="192"/>
                  <a:pt x="216" y="192"/>
                  <a:pt x="217" y="192"/>
                </a:cubicBezTo>
                <a:cubicBezTo>
                  <a:pt x="217" y="192"/>
                  <a:pt x="217" y="192"/>
                  <a:pt x="217" y="192"/>
                </a:cubicBezTo>
                <a:cubicBezTo>
                  <a:pt x="217" y="192"/>
                  <a:pt x="218" y="192"/>
                  <a:pt x="218" y="192"/>
                </a:cubicBezTo>
                <a:cubicBezTo>
                  <a:pt x="218" y="192"/>
                  <a:pt x="218" y="192"/>
                  <a:pt x="219" y="192"/>
                </a:cubicBezTo>
                <a:cubicBezTo>
                  <a:pt x="219" y="192"/>
                  <a:pt x="219" y="192"/>
                  <a:pt x="219" y="192"/>
                </a:cubicBezTo>
                <a:cubicBezTo>
                  <a:pt x="220" y="193"/>
                  <a:pt x="220" y="193"/>
                  <a:pt x="220" y="192"/>
                </a:cubicBezTo>
                <a:cubicBezTo>
                  <a:pt x="221" y="192"/>
                  <a:pt x="221" y="192"/>
                  <a:pt x="221" y="192"/>
                </a:cubicBezTo>
                <a:cubicBezTo>
                  <a:pt x="221" y="192"/>
                  <a:pt x="222" y="192"/>
                  <a:pt x="222" y="192"/>
                </a:cubicBezTo>
                <a:cubicBezTo>
                  <a:pt x="222" y="192"/>
                  <a:pt x="223" y="192"/>
                  <a:pt x="223" y="192"/>
                </a:cubicBezTo>
                <a:cubicBezTo>
                  <a:pt x="223" y="192"/>
                  <a:pt x="223" y="192"/>
                  <a:pt x="224" y="192"/>
                </a:cubicBezTo>
                <a:cubicBezTo>
                  <a:pt x="224" y="192"/>
                  <a:pt x="225" y="192"/>
                  <a:pt x="225" y="192"/>
                </a:cubicBezTo>
                <a:cubicBezTo>
                  <a:pt x="225" y="192"/>
                  <a:pt x="226" y="192"/>
                  <a:pt x="226" y="193"/>
                </a:cubicBezTo>
                <a:cubicBezTo>
                  <a:pt x="226" y="193"/>
                  <a:pt x="226" y="193"/>
                  <a:pt x="226" y="193"/>
                </a:cubicBezTo>
                <a:cubicBezTo>
                  <a:pt x="227" y="193"/>
                  <a:pt x="227" y="193"/>
                  <a:pt x="228" y="193"/>
                </a:cubicBezTo>
                <a:cubicBezTo>
                  <a:pt x="228" y="193"/>
                  <a:pt x="228" y="193"/>
                  <a:pt x="229" y="193"/>
                </a:cubicBezTo>
                <a:cubicBezTo>
                  <a:pt x="229" y="193"/>
                  <a:pt x="230" y="193"/>
                  <a:pt x="230" y="193"/>
                </a:cubicBezTo>
                <a:cubicBezTo>
                  <a:pt x="230" y="193"/>
                  <a:pt x="230" y="193"/>
                  <a:pt x="230" y="194"/>
                </a:cubicBezTo>
                <a:cubicBezTo>
                  <a:pt x="230" y="194"/>
                  <a:pt x="231" y="194"/>
                  <a:pt x="231" y="194"/>
                </a:cubicBezTo>
                <a:cubicBezTo>
                  <a:pt x="231" y="195"/>
                  <a:pt x="231" y="195"/>
                  <a:pt x="230" y="195"/>
                </a:cubicBezTo>
                <a:cubicBezTo>
                  <a:pt x="230" y="195"/>
                  <a:pt x="230" y="196"/>
                  <a:pt x="229" y="196"/>
                </a:cubicBezTo>
                <a:cubicBezTo>
                  <a:pt x="229" y="196"/>
                  <a:pt x="229" y="196"/>
                  <a:pt x="229" y="196"/>
                </a:cubicBezTo>
                <a:cubicBezTo>
                  <a:pt x="229" y="196"/>
                  <a:pt x="229" y="196"/>
                  <a:pt x="229" y="196"/>
                </a:cubicBezTo>
                <a:cubicBezTo>
                  <a:pt x="229" y="196"/>
                  <a:pt x="229" y="196"/>
                  <a:pt x="229" y="196"/>
                </a:cubicBezTo>
                <a:cubicBezTo>
                  <a:pt x="228" y="196"/>
                  <a:pt x="228" y="196"/>
                  <a:pt x="227" y="196"/>
                </a:cubicBezTo>
                <a:cubicBezTo>
                  <a:pt x="227" y="196"/>
                  <a:pt x="227" y="196"/>
                  <a:pt x="226" y="196"/>
                </a:cubicBezTo>
                <a:cubicBezTo>
                  <a:pt x="226" y="196"/>
                  <a:pt x="226" y="196"/>
                  <a:pt x="226" y="196"/>
                </a:cubicBezTo>
                <a:cubicBezTo>
                  <a:pt x="226" y="196"/>
                  <a:pt x="226" y="196"/>
                  <a:pt x="226" y="196"/>
                </a:cubicBezTo>
                <a:cubicBezTo>
                  <a:pt x="225" y="197"/>
                  <a:pt x="224" y="197"/>
                  <a:pt x="224" y="197"/>
                </a:cubicBezTo>
                <a:cubicBezTo>
                  <a:pt x="223" y="197"/>
                  <a:pt x="223" y="197"/>
                  <a:pt x="223" y="197"/>
                </a:cubicBezTo>
                <a:cubicBezTo>
                  <a:pt x="223" y="197"/>
                  <a:pt x="223" y="197"/>
                  <a:pt x="222" y="197"/>
                </a:cubicBezTo>
                <a:cubicBezTo>
                  <a:pt x="222" y="198"/>
                  <a:pt x="222" y="198"/>
                  <a:pt x="222" y="198"/>
                </a:cubicBezTo>
                <a:cubicBezTo>
                  <a:pt x="222" y="198"/>
                  <a:pt x="222" y="198"/>
                  <a:pt x="222" y="198"/>
                </a:cubicBezTo>
                <a:cubicBezTo>
                  <a:pt x="223" y="198"/>
                  <a:pt x="223" y="198"/>
                  <a:pt x="223" y="199"/>
                </a:cubicBezTo>
                <a:cubicBezTo>
                  <a:pt x="223" y="199"/>
                  <a:pt x="224" y="200"/>
                  <a:pt x="224" y="200"/>
                </a:cubicBezTo>
                <a:cubicBezTo>
                  <a:pt x="224" y="200"/>
                  <a:pt x="225" y="200"/>
                  <a:pt x="225" y="200"/>
                </a:cubicBezTo>
                <a:cubicBezTo>
                  <a:pt x="225" y="200"/>
                  <a:pt x="225" y="200"/>
                  <a:pt x="225" y="201"/>
                </a:cubicBezTo>
                <a:cubicBezTo>
                  <a:pt x="226" y="201"/>
                  <a:pt x="226" y="201"/>
                  <a:pt x="226" y="202"/>
                </a:cubicBezTo>
                <a:cubicBezTo>
                  <a:pt x="226" y="202"/>
                  <a:pt x="226" y="202"/>
                  <a:pt x="226" y="202"/>
                </a:cubicBezTo>
                <a:cubicBezTo>
                  <a:pt x="226" y="202"/>
                  <a:pt x="226" y="203"/>
                  <a:pt x="227" y="203"/>
                </a:cubicBezTo>
                <a:cubicBezTo>
                  <a:pt x="227" y="203"/>
                  <a:pt x="227" y="203"/>
                  <a:pt x="228" y="203"/>
                </a:cubicBezTo>
                <a:cubicBezTo>
                  <a:pt x="228" y="204"/>
                  <a:pt x="229" y="204"/>
                  <a:pt x="230" y="204"/>
                </a:cubicBezTo>
                <a:cubicBezTo>
                  <a:pt x="230" y="204"/>
                  <a:pt x="231" y="204"/>
                  <a:pt x="232" y="204"/>
                </a:cubicBezTo>
                <a:cubicBezTo>
                  <a:pt x="232" y="205"/>
                  <a:pt x="233" y="205"/>
                  <a:pt x="233" y="205"/>
                </a:cubicBezTo>
                <a:cubicBezTo>
                  <a:pt x="233" y="205"/>
                  <a:pt x="233" y="205"/>
                  <a:pt x="233" y="205"/>
                </a:cubicBezTo>
                <a:cubicBezTo>
                  <a:pt x="233" y="205"/>
                  <a:pt x="233" y="205"/>
                  <a:pt x="233" y="205"/>
                </a:cubicBezTo>
                <a:cubicBezTo>
                  <a:pt x="234" y="205"/>
                  <a:pt x="234" y="204"/>
                  <a:pt x="234" y="205"/>
                </a:cubicBezTo>
                <a:cubicBezTo>
                  <a:pt x="234" y="205"/>
                  <a:pt x="234" y="205"/>
                  <a:pt x="234" y="205"/>
                </a:cubicBezTo>
                <a:cubicBezTo>
                  <a:pt x="235" y="205"/>
                  <a:pt x="235" y="206"/>
                  <a:pt x="235" y="206"/>
                </a:cubicBezTo>
                <a:cubicBezTo>
                  <a:pt x="236" y="206"/>
                  <a:pt x="236" y="206"/>
                  <a:pt x="236" y="206"/>
                </a:cubicBezTo>
                <a:cubicBezTo>
                  <a:pt x="236" y="206"/>
                  <a:pt x="237" y="207"/>
                  <a:pt x="237" y="207"/>
                </a:cubicBezTo>
                <a:cubicBezTo>
                  <a:pt x="237" y="207"/>
                  <a:pt x="238" y="207"/>
                  <a:pt x="238" y="207"/>
                </a:cubicBezTo>
                <a:cubicBezTo>
                  <a:pt x="239" y="207"/>
                  <a:pt x="240" y="208"/>
                  <a:pt x="240" y="207"/>
                </a:cubicBezTo>
                <a:cubicBezTo>
                  <a:pt x="241" y="207"/>
                  <a:pt x="241" y="207"/>
                  <a:pt x="241" y="207"/>
                </a:cubicBezTo>
                <a:cubicBezTo>
                  <a:pt x="241" y="207"/>
                  <a:pt x="242" y="208"/>
                  <a:pt x="242" y="208"/>
                </a:cubicBezTo>
                <a:cubicBezTo>
                  <a:pt x="242" y="208"/>
                  <a:pt x="242" y="208"/>
                  <a:pt x="243" y="208"/>
                </a:cubicBezTo>
                <a:cubicBezTo>
                  <a:pt x="243" y="208"/>
                  <a:pt x="243" y="208"/>
                  <a:pt x="243" y="208"/>
                </a:cubicBezTo>
                <a:cubicBezTo>
                  <a:pt x="243" y="207"/>
                  <a:pt x="244" y="207"/>
                  <a:pt x="244" y="208"/>
                </a:cubicBezTo>
                <a:cubicBezTo>
                  <a:pt x="244" y="208"/>
                  <a:pt x="244" y="208"/>
                  <a:pt x="244" y="208"/>
                </a:cubicBezTo>
                <a:cubicBezTo>
                  <a:pt x="244" y="208"/>
                  <a:pt x="244" y="208"/>
                  <a:pt x="244" y="208"/>
                </a:cubicBezTo>
                <a:cubicBezTo>
                  <a:pt x="244" y="209"/>
                  <a:pt x="244" y="209"/>
                  <a:pt x="244" y="209"/>
                </a:cubicBezTo>
                <a:cubicBezTo>
                  <a:pt x="245" y="209"/>
                  <a:pt x="245" y="209"/>
                  <a:pt x="245" y="210"/>
                </a:cubicBezTo>
                <a:cubicBezTo>
                  <a:pt x="245" y="210"/>
                  <a:pt x="245" y="210"/>
                  <a:pt x="245" y="209"/>
                </a:cubicBezTo>
                <a:cubicBezTo>
                  <a:pt x="246" y="209"/>
                  <a:pt x="247" y="209"/>
                  <a:pt x="247" y="209"/>
                </a:cubicBezTo>
                <a:cubicBezTo>
                  <a:pt x="247" y="209"/>
                  <a:pt x="247" y="209"/>
                  <a:pt x="247" y="209"/>
                </a:cubicBezTo>
                <a:cubicBezTo>
                  <a:pt x="248" y="209"/>
                  <a:pt x="248" y="209"/>
                  <a:pt x="248" y="209"/>
                </a:cubicBezTo>
                <a:cubicBezTo>
                  <a:pt x="249" y="209"/>
                  <a:pt x="250" y="209"/>
                  <a:pt x="251" y="208"/>
                </a:cubicBezTo>
                <a:cubicBezTo>
                  <a:pt x="251" y="208"/>
                  <a:pt x="251" y="208"/>
                  <a:pt x="251" y="209"/>
                </a:cubicBezTo>
                <a:close/>
                <a:moveTo>
                  <a:pt x="144" y="1"/>
                </a:moveTo>
                <a:cubicBezTo>
                  <a:pt x="144" y="1"/>
                  <a:pt x="144" y="1"/>
                  <a:pt x="144" y="2"/>
                </a:cubicBezTo>
                <a:cubicBezTo>
                  <a:pt x="144" y="2"/>
                  <a:pt x="144" y="2"/>
                  <a:pt x="145" y="3"/>
                </a:cubicBezTo>
                <a:cubicBezTo>
                  <a:pt x="145" y="3"/>
                  <a:pt x="145" y="3"/>
                  <a:pt x="145" y="4"/>
                </a:cubicBezTo>
                <a:cubicBezTo>
                  <a:pt x="144" y="4"/>
                  <a:pt x="143" y="4"/>
                  <a:pt x="143" y="4"/>
                </a:cubicBezTo>
                <a:cubicBezTo>
                  <a:pt x="143" y="4"/>
                  <a:pt x="142" y="4"/>
                  <a:pt x="142" y="5"/>
                </a:cubicBezTo>
                <a:cubicBezTo>
                  <a:pt x="142" y="5"/>
                  <a:pt x="142" y="6"/>
                  <a:pt x="142" y="6"/>
                </a:cubicBezTo>
                <a:cubicBezTo>
                  <a:pt x="143" y="6"/>
                  <a:pt x="143" y="6"/>
                  <a:pt x="143" y="7"/>
                </a:cubicBezTo>
                <a:cubicBezTo>
                  <a:pt x="143" y="7"/>
                  <a:pt x="143" y="7"/>
                  <a:pt x="143" y="7"/>
                </a:cubicBezTo>
                <a:cubicBezTo>
                  <a:pt x="143" y="7"/>
                  <a:pt x="144" y="7"/>
                  <a:pt x="144" y="7"/>
                </a:cubicBezTo>
                <a:cubicBezTo>
                  <a:pt x="144" y="7"/>
                  <a:pt x="144" y="7"/>
                  <a:pt x="144" y="6"/>
                </a:cubicBezTo>
                <a:cubicBezTo>
                  <a:pt x="144" y="6"/>
                  <a:pt x="145" y="6"/>
                  <a:pt x="145" y="5"/>
                </a:cubicBezTo>
                <a:cubicBezTo>
                  <a:pt x="146" y="6"/>
                  <a:pt x="147" y="6"/>
                  <a:pt x="147" y="6"/>
                </a:cubicBezTo>
                <a:cubicBezTo>
                  <a:pt x="148" y="6"/>
                  <a:pt x="147" y="5"/>
                  <a:pt x="147" y="5"/>
                </a:cubicBezTo>
                <a:cubicBezTo>
                  <a:pt x="147" y="5"/>
                  <a:pt x="147" y="4"/>
                  <a:pt x="147" y="4"/>
                </a:cubicBezTo>
                <a:cubicBezTo>
                  <a:pt x="147" y="4"/>
                  <a:pt x="148" y="4"/>
                  <a:pt x="148" y="4"/>
                </a:cubicBezTo>
                <a:cubicBezTo>
                  <a:pt x="148" y="5"/>
                  <a:pt x="149" y="5"/>
                  <a:pt x="149" y="5"/>
                </a:cubicBezTo>
                <a:cubicBezTo>
                  <a:pt x="150" y="5"/>
                  <a:pt x="150" y="5"/>
                  <a:pt x="151" y="5"/>
                </a:cubicBezTo>
                <a:cubicBezTo>
                  <a:pt x="151" y="5"/>
                  <a:pt x="151" y="6"/>
                  <a:pt x="151" y="6"/>
                </a:cubicBezTo>
                <a:cubicBezTo>
                  <a:pt x="152" y="6"/>
                  <a:pt x="152" y="6"/>
                  <a:pt x="152" y="6"/>
                </a:cubicBezTo>
                <a:cubicBezTo>
                  <a:pt x="153" y="6"/>
                  <a:pt x="154" y="6"/>
                  <a:pt x="154" y="6"/>
                </a:cubicBezTo>
                <a:cubicBezTo>
                  <a:pt x="154" y="6"/>
                  <a:pt x="154" y="6"/>
                  <a:pt x="154" y="6"/>
                </a:cubicBezTo>
                <a:cubicBezTo>
                  <a:pt x="155" y="5"/>
                  <a:pt x="155" y="6"/>
                  <a:pt x="155" y="6"/>
                </a:cubicBezTo>
                <a:cubicBezTo>
                  <a:pt x="156" y="6"/>
                  <a:pt x="157" y="6"/>
                  <a:pt x="157" y="5"/>
                </a:cubicBezTo>
                <a:cubicBezTo>
                  <a:pt x="157" y="5"/>
                  <a:pt x="157" y="5"/>
                  <a:pt x="157" y="5"/>
                </a:cubicBezTo>
                <a:cubicBezTo>
                  <a:pt x="157" y="5"/>
                  <a:pt x="158" y="5"/>
                  <a:pt x="158" y="5"/>
                </a:cubicBezTo>
                <a:cubicBezTo>
                  <a:pt x="158" y="6"/>
                  <a:pt x="159" y="6"/>
                  <a:pt x="160" y="6"/>
                </a:cubicBezTo>
                <a:cubicBezTo>
                  <a:pt x="160" y="5"/>
                  <a:pt x="161" y="5"/>
                  <a:pt x="161" y="4"/>
                </a:cubicBezTo>
                <a:cubicBezTo>
                  <a:pt x="161" y="4"/>
                  <a:pt x="162" y="4"/>
                  <a:pt x="162" y="4"/>
                </a:cubicBezTo>
                <a:cubicBezTo>
                  <a:pt x="162" y="4"/>
                  <a:pt x="161" y="3"/>
                  <a:pt x="161" y="3"/>
                </a:cubicBezTo>
                <a:cubicBezTo>
                  <a:pt x="162" y="3"/>
                  <a:pt x="162" y="3"/>
                  <a:pt x="162" y="3"/>
                </a:cubicBezTo>
                <a:cubicBezTo>
                  <a:pt x="162" y="2"/>
                  <a:pt x="162" y="2"/>
                  <a:pt x="162" y="2"/>
                </a:cubicBezTo>
                <a:cubicBezTo>
                  <a:pt x="162" y="2"/>
                  <a:pt x="163" y="2"/>
                  <a:pt x="163" y="2"/>
                </a:cubicBezTo>
                <a:cubicBezTo>
                  <a:pt x="163" y="2"/>
                  <a:pt x="164" y="3"/>
                  <a:pt x="165" y="3"/>
                </a:cubicBezTo>
                <a:cubicBezTo>
                  <a:pt x="165" y="3"/>
                  <a:pt x="165" y="3"/>
                  <a:pt x="165" y="3"/>
                </a:cubicBezTo>
                <a:cubicBezTo>
                  <a:pt x="165" y="3"/>
                  <a:pt x="165" y="2"/>
                  <a:pt x="165" y="2"/>
                </a:cubicBezTo>
                <a:cubicBezTo>
                  <a:pt x="165" y="2"/>
                  <a:pt x="165" y="1"/>
                  <a:pt x="165" y="1"/>
                </a:cubicBezTo>
                <a:cubicBezTo>
                  <a:pt x="165" y="1"/>
                  <a:pt x="165" y="1"/>
                  <a:pt x="165" y="1"/>
                </a:cubicBezTo>
                <a:cubicBezTo>
                  <a:pt x="165" y="0"/>
                  <a:pt x="165" y="0"/>
                  <a:pt x="165" y="1"/>
                </a:cubicBezTo>
                <a:cubicBezTo>
                  <a:pt x="165" y="1"/>
                  <a:pt x="165" y="1"/>
                  <a:pt x="165" y="1"/>
                </a:cubicBezTo>
                <a:cubicBezTo>
                  <a:pt x="165" y="2"/>
                  <a:pt x="165" y="2"/>
                  <a:pt x="165" y="2"/>
                </a:cubicBezTo>
                <a:cubicBezTo>
                  <a:pt x="165" y="2"/>
                  <a:pt x="164" y="2"/>
                  <a:pt x="164" y="2"/>
                </a:cubicBezTo>
                <a:cubicBezTo>
                  <a:pt x="164" y="2"/>
                  <a:pt x="163" y="2"/>
                  <a:pt x="162" y="1"/>
                </a:cubicBezTo>
                <a:cubicBezTo>
                  <a:pt x="161" y="1"/>
                  <a:pt x="161" y="1"/>
                  <a:pt x="160" y="1"/>
                </a:cubicBezTo>
                <a:cubicBezTo>
                  <a:pt x="160" y="1"/>
                  <a:pt x="160" y="1"/>
                  <a:pt x="159" y="1"/>
                </a:cubicBezTo>
                <a:cubicBezTo>
                  <a:pt x="159" y="1"/>
                  <a:pt x="159" y="0"/>
                  <a:pt x="159" y="0"/>
                </a:cubicBezTo>
                <a:cubicBezTo>
                  <a:pt x="159" y="0"/>
                  <a:pt x="158" y="1"/>
                  <a:pt x="158" y="0"/>
                </a:cubicBezTo>
                <a:cubicBezTo>
                  <a:pt x="158" y="0"/>
                  <a:pt x="158" y="0"/>
                  <a:pt x="157" y="0"/>
                </a:cubicBezTo>
                <a:cubicBezTo>
                  <a:pt x="157" y="0"/>
                  <a:pt x="157" y="0"/>
                  <a:pt x="157" y="0"/>
                </a:cubicBezTo>
                <a:cubicBezTo>
                  <a:pt x="156" y="0"/>
                  <a:pt x="155" y="0"/>
                  <a:pt x="154" y="0"/>
                </a:cubicBezTo>
                <a:cubicBezTo>
                  <a:pt x="153" y="0"/>
                  <a:pt x="152" y="0"/>
                  <a:pt x="152" y="0"/>
                </a:cubicBezTo>
                <a:cubicBezTo>
                  <a:pt x="151" y="0"/>
                  <a:pt x="151" y="0"/>
                  <a:pt x="151" y="0"/>
                </a:cubicBezTo>
                <a:cubicBezTo>
                  <a:pt x="150" y="0"/>
                  <a:pt x="149" y="0"/>
                  <a:pt x="148" y="0"/>
                </a:cubicBezTo>
                <a:cubicBezTo>
                  <a:pt x="147" y="1"/>
                  <a:pt x="146" y="0"/>
                  <a:pt x="146" y="0"/>
                </a:cubicBezTo>
                <a:cubicBezTo>
                  <a:pt x="145" y="0"/>
                  <a:pt x="145" y="0"/>
                  <a:pt x="145" y="0"/>
                </a:cubicBezTo>
                <a:cubicBezTo>
                  <a:pt x="145" y="0"/>
                  <a:pt x="145" y="0"/>
                  <a:pt x="145" y="0"/>
                </a:cubicBezTo>
                <a:cubicBezTo>
                  <a:pt x="145" y="0"/>
                  <a:pt x="145" y="1"/>
                  <a:pt x="145" y="1"/>
                </a:cubicBezTo>
                <a:cubicBezTo>
                  <a:pt x="144" y="1"/>
                  <a:pt x="144" y="1"/>
                  <a:pt x="144" y="1"/>
                </a:cubicBezTo>
                <a:close/>
                <a:moveTo>
                  <a:pt x="173" y="9"/>
                </a:moveTo>
                <a:cubicBezTo>
                  <a:pt x="173" y="9"/>
                  <a:pt x="173" y="9"/>
                  <a:pt x="173" y="9"/>
                </a:cubicBezTo>
                <a:cubicBezTo>
                  <a:pt x="173" y="9"/>
                  <a:pt x="174" y="9"/>
                  <a:pt x="174" y="9"/>
                </a:cubicBezTo>
                <a:cubicBezTo>
                  <a:pt x="174" y="9"/>
                  <a:pt x="174" y="9"/>
                  <a:pt x="174" y="9"/>
                </a:cubicBezTo>
                <a:cubicBezTo>
                  <a:pt x="174" y="9"/>
                  <a:pt x="174" y="9"/>
                  <a:pt x="174" y="9"/>
                </a:cubicBezTo>
                <a:cubicBezTo>
                  <a:pt x="174" y="8"/>
                  <a:pt x="174" y="8"/>
                  <a:pt x="174" y="8"/>
                </a:cubicBezTo>
                <a:cubicBezTo>
                  <a:pt x="174" y="8"/>
                  <a:pt x="174" y="8"/>
                  <a:pt x="174" y="8"/>
                </a:cubicBezTo>
                <a:cubicBezTo>
                  <a:pt x="174" y="8"/>
                  <a:pt x="174" y="8"/>
                  <a:pt x="174" y="8"/>
                </a:cubicBezTo>
                <a:cubicBezTo>
                  <a:pt x="175" y="7"/>
                  <a:pt x="175" y="7"/>
                  <a:pt x="175" y="7"/>
                </a:cubicBezTo>
                <a:cubicBezTo>
                  <a:pt x="175" y="7"/>
                  <a:pt x="175" y="7"/>
                  <a:pt x="175" y="7"/>
                </a:cubicBezTo>
                <a:cubicBezTo>
                  <a:pt x="175" y="7"/>
                  <a:pt x="175" y="7"/>
                  <a:pt x="175" y="7"/>
                </a:cubicBezTo>
                <a:cubicBezTo>
                  <a:pt x="176" y="7"/>
                  <a:pt x="176" y="8"/>
                  <a:pt x="176" y="8"/>
                </a:cubicBezTo>
                <a:cubicBezTo>
                  <a:pt x="176" y="8"/>
                  <a:pt x="176" y="8"/>
                  <a:pt x="176" y="8"/>
                </a:cubicBezTo>
                <a:cubicBezTo>
                  <a:pt x="177" y="8"/>
                  <a:pt x="176" y="8"/>
                  <a:pt x="176" y="8"/>
                </a:cubicBezTo>
                <a:cubicBezTo>
                  <a:pt x="176" y="8"/>
                  <a:pt x="176" y="9"/>
                  <a:pt x="176" y="9"/>
                </a:cubicBezTo>
                <a:cubicBezTo>
                  <a:pt x="176" y="9"/>
                  <a:pt x="176" y="9"/>
                  <a:pt x="176" y="9"/>
                </a:cubicBezTo>
                <a:cubicBezTo>
                  <a:pt x="176" y="9"/>
                  <a:pt x="176" y="9"/>
                  <a:pt x="175" y="9"/>
                </a:cubicBezTo>
                <a:cubicBezTo>
                  <a:pt x="175" y="9"/>
                  <a:pt x="175" y="9"/>
                  <a:pt x="175" y="9"/>
                </a:cubicBezTo>
                <a:cubicBezTo>
                  <a:pt x="175" y="9"/>
                  <a:pt x="175" y="9"/>
                  <a:pt x="174" y="9"/>
                </a:cubicBezTo>
                <a:cubicBezTo>
                  <a:pt x="174" y="9"/>
                  <a:pt x="174" y="9"/>
                  <a:pt x="174" y="9"/>
                </a:cubicBezTo>
                <a:cubicBezTo>
                  <a:pt x="174" y="9"/>
                  <a:pt x="174" y="10"/>
                  <a:pt x="174" y="10"/>
                </a:cubicBezTo>
                <a:cubicBezTo>
                  <a:pt x="174" y="10"/>
                  <a:pt x="174" y="10"/>
                  <a:pt x="174" y="10"/>
                </a:cubicBezTo>
                <a:cubicBezTo>
                  <a:pt x="174" y="10"/>
                  <a:pt x="173" y="10"/>
                  <a:pt x="173" y="10"/>
                </a:cubicBezTo>
                <a:cubicBezTo>
                  <a:pt x="173" y="10"/>
                  <a:pt x="173" y="10"/>
                  <a:pt x="173" y="10"/>
                </a:cubicBezTo>
                <a:cubicBezTo>
                  <a:pt x="173" y="10"/>
                  <a:pt x="172" y="10"/>
                  <a:pt x="172" y="10"/>
                </a:cubicBezTo>
                <a:cubicBezTo>
                  <a:pt x="172" y="10"/>
                  <a:pt x="172" y="10"/>
                  <a:pt x="172" y="10"/>
                </a:cubicBezTo>
                <a:cubicBezTo>
                  <a:pt x="172" y="10"/>
                  <a:pt x="172" y="10"/>
                  <a:pt x="172" y="10"/>
                </a:cubicBezTo>
                <a:cubicBezTo>
                  <a:pt x="172" y="10"/>
                  <a:pt x="173" y="9"/>
                  <a:pt x="173" y="9"/>
                </a:cubicBezTo>
                <a:cubicBezTo>
                  <a:pt x="173" y="9"/>
                  <a:pt x="173" y="9"/>
                  <a:pt x="173" y="9"/>
                </a:cubicBezTo>
                <a:close/>
                <a:moveTo>
                  <a:pt x="93" y="83"/>
                </a:moveTo>
                <a:cubicBezTo>
                  <a:pt x="92" y="83"/>
                  <a:pt x="92" y="83"/>
                  <a:pt x="92" y="83"/>
                </a:cubicBezTo>
                <a:cubicBezTo>
                  <a:pt x="92" y="83"/>
                  <a:pt x="92" y="83"/>
                  <a:pt x="92" y="83"/>
                </a:cubicBezTo>
                <a:lnTo>
                  <a:pt x="93" y="83"/>
                </a:lnTo>
                <a:close/>
                <a:moveTo>
                  <a:pt x="149" y="97"/>
                </a:moveTo>
                <a:cubicBezTo>
                  <a:pt x="142" y="101"/>
                  <a:pt x="142" y="101"/>
                  <a:pt x="142" y="101"/>
                </a:cubicBezTo>
                <a:cubicBezTo>
                  <a:pt x="131" y="101"/>
                  <a:pt x="131" y="101"/>
                  <a:pt x="131" y="101"/>
                </a:cubicBezTo>
                <a:cubicBezTo>
                  <a:pt x="129" y="102"/>
                  <a:pt x="129" y="102"/>
                  <a:pt x="129" y="102"/>
                </a:cubicBezTo>
                <a:cubicBezTo>
                  <a:pt x="127" y="101"/>
                  <a:pt x="127" y="101"/>
                  <a:pt x="127" y="101"/>
                </a:cubicBezTo>
                <a:cubicBezTo>
                  <a:pt x="125" y="100"/>
                  <a:pt x="125" y="100"/>
                  <a:pt x="125" y="100"/>
                </a:cubicBezTo>
                <a:cubicBezTo>
                  <a:pt x="121" y="100"/>
                  <a:pt x="121" y="100"/>
                  <a:pt x="121" y="100"/>
                </a:cubicBezTo>
                <a:cubicBezTo>
                  <a:pt x="121" y="100"/>
                  <a:pt x="121" y="99"/>
                  <a:pt x="121" y="99"/>
                </a:cubicBezTo>
                <a:cubicBezTo>
                  <a:pt x="121" y="99"/>
                  <a:pt x="119" y="98"/>
                  <a:pt x="119" y="98"/>
                </a:cubicBezTo>
                <a:cubicBezTo>
                  <a:pt x="119" y="98"/>
                  <a:pt x="118" y="99"/>
                  <a:pt x="118" y="100"/>
                </a:cubicBezTo>
                <a:cubicBezTo>
                  <a:pt x="118" y="100"/>
                  <a:pt x="117" y="100"/>
                  <a:pt x="117" y="100"/>
                </a:cubicBezTo>
                <a:cubicBezTo>
                  <a:pt x="115" y="99"/>
                  <a:pt x="115" y="99"/>
                  <a:pt x="115" y="99"/>
                </a:cubicBezTo>
                <a:cubicBezTo>
                  <a:pt x="113" y="97"/>
                  <a:pt x="113" y="97"/>
                  <a:pt x="113" y="97"/>
                </a:cubicBezTo>
                <a:cubicBezTo>
                  <a:pt x="112" y="98"/>
                  <a:pt x="112" y="98"/>
                  <a:pt x="112" y="98"/>
                </a:cubicBezTo>
                <a:cubicBezTo>
                  <a:pt x="111" y="97"/>
                  <a:pt x="111" y="97"/>
                  <a:pt x="111" y="97"/>
                </a:cubicBezTo>
                <a:cubicBezTo>
                  <a:pt x="109" y="98"/>
                  <a:pt x="109" y="98"/>
                  <a:pt x="109" y="98"/>
                </a:cubicBezTo>
                <a:cubicBezTo>
                  <a:pt x="107" y="96"/>
                  <a:pt x="107" y="96"/>
                  <a:pt x="107" y="96"/>
                </a:cubicBezTo>
                <a:cubicBezTo>
                  <a:pt x="105" y="95"/>
                  <a:pt x="105" y="95"/>
                  <a:pt x="105" y="95"/>
                </a:cubicBezTo>
                <a:cubicBezTo>
                  <a:pt x="104" y="94"/>
                  <a:pt x="104" y="94"/>
                  <a:pt x="104" y="94"/>
                </a:cubicBezTo>
                <a:cubicBezTo>
                  <a:pt x="104" y="94"/>
                  <a:pt x="104" y="93"/>
                  <a:pt x="104" y="93"/>
                </a:cubicBezTo>
                <a:cubicBezTo>
                  <a:pt x="104" y="93"/>
                  <a:pt x="104" y="93"/>
                  <a:pt x="104" y="93"/>
                </a:cubicBezTo>
                <a:cubicBezTo>
                  <a:pt x="102" y="92"/>
                  <a:pt x="102" y="92"/>
                  <a:pt x="102" y="92"/>
                </a:cubicBezTo>
                <a:cubicBezTo>
                  <a:pt x="102" y="91"/>
                  <a:pt x="102" y="91"/>
                  <a:pt x="102" y="91"/>
                </a:cubicBezTo>
                <a:cubicBezTo>
                  <a:pt x="102" y="91"/>
                  <a:pt x="101" y="91"/>
                  <a:pt x="101" y="91"/>
                </a:cubicBezTo>
                <a:cubicBezTo>
                  <a:pt x="101" y="91"/>
                  <a:pt x="100" y="90"/>
                  <a:pt x="100" y="90"/>
                </a:cubicBezTo>
                <a:cubicBezTo>
                  <a:pt x="98" y="87"/>
                  <a:pt x="98" y="87"/>
                  <a:pt x="98" y="87"/>
                </a:cubicBezTo>
                <a:cubicBezTo>
                  <a:pt x="95" y="86"/>
                  <a:pt x="95" y="86"/>
                  <a:pt x="95" y="86"/>
                </a:cubicBezTo>
                <a:cubicBezTo>
                  <a:pt x="94" y="85"/>
                  <a:pt x="94" y="85"/>
                  <a:pt x="94" y="85"/>
                </a:cubicBezTo>
                <a:cubicBezTo>
                  <a:pt x="93" y="84"/>
                  <a:pt x="93" y="84"/>
                  <a:pt x="93" y="84"/>
                </a:cubicBezTo>
                <a:cubicBezTo>
                  <a:pt x="93" y="83"/>
                  <a:pt x="93" y="83"/>
                  <a:pt x="93" y="83"/>
                </a:cubicBezTo>
                <a:cubicBezTo>
                  <a:pt x="92" y="83"/>
                  <a:pt x="92" y="83"/>
                  <a:pt x="92" y="83"/>
                </a:cubicBezTo>
                <a:cubicBezTo>
                  <a:pt x="91" y="82"/>
                  <a:pt x="91" y="82"/>
                  <a:pt x="91" y="82"/>
                </a:cubicBezTo>
                <a:cubicBezTo>
                  <a:pt x="89" y="82"/>
                  <a:pt x="89" y="82"/>
                  <a:pt x="89" y="82"/>
                </a:cubicBezTo>
                <a:cubicBezTo>
                  <a:pt x="88" y="81"/>
                  <a:pt x="88" y="81"/>
                  <a:pt x="88" y="81"/>
                </a:cubicBezTo>
                <a:cubicBezTo>
                  <a:pt x="86" y="81"/>
                  <a:pt x="86" y="81"/>
                  <a:pt x="86" y="81"/>
                </a:cubicBezTo>
                <a:cubicBezTo>
                  <a:pt x="86" y="81"/>
                  <a:pt x="86" y="81"/>
                  <a:pt x="86" y="81"/>
                </a:cubicBezTo>
                <a:cubicBezTo>
                  <a:pt x="84" y="81"/>
                  <a:pt x="84" y="81"/>
                  <a:pt x="84" y="81"/>
                </a:cubicBezTo>
                <a:cubicBezTo>
                  <a:pt x="84" y="81"/>
                  <a:pt x="83" y="80"/>
                  <a:pt x="83" y="80"/>
                </a:cubicBezTo>
                <a:cubicBezTo>
                  <a:pt x="83" y="80"/>
                  <a:pt x="83" y="78"/>
                  <a:pt x="83" y="78"/>
                </a:cubicBezTo>
                <a:cubicBezTo>
                  <a:pt x="82" y="78"/>
                  <a:pt x="82" y="78"/>
                  <a:pt x="82" y="78"/>
                </a:cubicBezTo>
                <a:cubicBezTo>
                  <a:pt x="81" y="78"/>
                  <a:pt x="81" y="78"/>
                  <a:pt x="81" y="78"/>
                </a:cubicBezTo>
                <a:cubicBezTo>
                  <a:pt x="79" y="76"/>
                  <a:pt x="79" y="76"/>
                  <a:pt x="79" y="76"/>
                </a:cubicBezTo>
                <a:cubicBezTo>
                  <a:pt x="81" y="75"/>
                  <a:pt x="81" y="75"/>
                  <a:pt x="81" y="75"/>
                </a:cubicBezTo>
                <a:cubicBezTo>
                  <a:pt x="94" y="65"/>
                  <a:pt x="94" y="65"/>
                  <a:pt x="94" y="65"/>
                </a:cubicBezTo>
                <a:cubicBezTo>
                  <a:pt x="94" y="50"/>
                  <a:pt x="94" y="50"/>
                  <a:pt x="94" y="50"/>
                </a:cubicBezTo>
                <a:cubicBezTo>
                  <a:pt x="94" y="51"/>
                  <a:pt x="94" y="51"/>
                  <a:pt x="94" y="51"/>
                </a:cubicBezTo>
                <a:cubicBezTo>
                  <a:pt x="95" y="51"/>
                  <a:pt x="95" y="51"/>
                  <a:pt x="96" y="51"/>
                </a:cubicBezTo>
                <a:cubicBezTo>
                  <a:pt x="96" y="51"/>
                  <a:pt x="96" y="51"/>
                  <a:pt x="97" y="51"/>
                </a:cubicBezTo>
                <a:cubicBezTo>
                  <a:pt x="97" y="52"/>
                  <a:pt x="98" y="52"/>
                  <a:pt x="98" y="52"/>
                </a:cubicBezTo>
                <a:cubicBezTo>
                  <a:pt x="98" y="52"/>
                  <a:pt x="99" y="53"/>
                  <a:pt x="99" y="53"/>
                </a:cubicBezTo>
                <a:cubicBezTo>
                  <a:pt x="99" y="53"/>
                  <a:pt x="100" y="53"/>
                  <a:pt x="100" y="53"/>
                </a:cubicBezTo>
                <a:cubicBezTo>
                  <a:pt x="100" y="53"/>
                  <a:pt x="101" y="54"/>
                  <a:pt x="101" y="54"/>
                </a:cubicBezTo>
                <a:cubicBezTo>
                  <a:pt x="101" y="54"/>
                  <a:pt x="101" y="54"/>
                  <a:pt x="101" y="54"/>
                </a:cubicBezTo>
                <a:cubicBezTo>
                  <a:pt x="101" y="54"/>
                  <a:pt x="101" y="55"/>
                  <a:pt x="101" y="55"/>
                </a:cubicBezTo>
                <a:cubicBezTo>
                  <a:pt x="101" y="55"/>
                  <a:pt x="102" y="55"/>
                  <a:pt x="102" y="55"/>
                </a:cubicBezTo>
                <a:cubicBezTo>
                  <a:pt x="102" y="56"/>
                  <a:pt x="103" y="56"/>
                  <a:pt x="103" y="56"/>
                </a:cubicBezTo>
                <a:cubicBezTo>
                  <a:pt x="103" y="56"/>
                  <a:pt x="104" y="57"/>
                  <a:pt x="104" y="57"/>
                </a:cubicBezTo>
                <a:cubicBezTo>
                  <a:pt x="104" y="57"/>
                  <a:pt x="104" y="57"/>
                  <a:pt x="104" y="58"/>
                </a:cubicBezTo>
                <a:cubicBezTo>
                  <a:pt x="104" y="58"/>
                  <a:pt x="104" y="58"/>
                  <a:pt x="104" y="58"/>
                </a:cubicBezTo>
                <a:cubicBezTo>
                  <a:pt x="104" y="59"/>
                  <a:pt x="108" y="61"/>
                  <a:pt x="109" y="61"/>
                </a:cubicBezTo>
                <a:cubicBezTo>
                  <a:pt x="109" y="61"/>
                  <a:pt x="110" y="61"/>
                  <a:pt x="110" y="61"/>
                </a:cubicBezTo>
                <a:cubicBezTo>
                  <a:pt x="111" y="61"/>
                  <a:pt x="112" y="60"/>
                  <a:pt x="112" y="60"/>
                </a:cubicBezTo>
                <a:cubicBezTo>
                  <a:pt x="112" y="60"/>
                  <a:pt x="113" y="60"/>
                  <a:pt x="113" y="61"/>
                </a:cubicBezTo>
                <a:cubicBezTo>
                  <a:pt x="113" y="61"/>
                  <a:pt x="113" y="62"/>
                  <a:pt x="114" y="62"/>
                </a:cubicBezTo>
                <a:cubicBezTo>
                  <a:pt x="114" y="62"/>
                  <a:pt x="114" y="62"/>
                  <a:pt x="115" y="62"/>
                </a:cubicBezTo>
                <a:cubicBezTo>
                  <a:pt x="115" y="62"/>
                  <a:pt x="115" y="63"/>
                  <a:pt x="115" y="63"/>
                </a:cubicBezTo>
                <a:cubicBezTo>
                  <a:pt x="115" y="63"/>
                  <a:pt x="115" y="63"/>
                  <a:pt x="115" y="63"/>
                </a:cubicBezTo>
                <a:cubicBezTo>
                  <a:pt x="115" y="63"/>
                  <a:pt x="116" y="63"/>
                  <a:pt x="116" y="63"/>
                </a:cubicBezTo>
                <a:cubicBezTo>
                  <a:pt x="116" y="63"/>
                  <a:pt x="117" y="64"/>
                  <a:pt x="117" y="64"/>
                </a:cubicBezTo>
                <a:cubicBezTo>
                  <a:pt x="117" y="65"/>
                  <a:pt x="118" y="65"/>
                  <a:pt x="118" y="65"/>
                </a:cubicBezTo>
                <a:cubicBezTo>
                  <a:pt x="118" y="65"/>
                  <a:pt x="118" y="65"/>
                  <a:pt x="118" y="66"/>
                </a:cubicBezTo>
                <a:cubicBezTo>
                  <a:pt x="118" y="66"/>
                  <a:pt x="119" y="68"/>
                  <a:pt x="120" y="68"/>
                </a:cubicBezTo>
                <a:cubicBezTo>
                  <a:pt x="120" y="68"/>
                  <a:pt x="122" y="70"/>
                  <a:pt x="122" y="70"/>
                </a:cubicBezTo>
                <a:cubicBezTo>
                  <a:pt x="123" y="71"/>
                  <a:pt x="124" y="71"/>
                  <a:pt x="124" y="72"/>
                </a:cubicBezTo>
                <a:cubicBezTo>
                  <a:pt x="125" y="72"/>
                  <a:pt x="125" y="72"/>
                  <a:pt x="125" y="72"/>
                </a:cubicBezTo>
                <a:cubicBezTo>
                  <a:pt x="125" y="73"/>
                  <a:pt x="124" y="74"/>
                  <a:pt x="124" y="74"/>
                </a:cubicBezTo>
                <a:cubicBezTo>
                  <a:pt x="124" y="75"/>
                  <a:pt x="124" y="75"/>
                  <a:pt x="124" y="75"/>
                </a:cubicBezTo>
                <a:cubicBezTo>
                  <a:pt x="125" y="76"/>
                  <a:pt x="125" y="76"/>
                  <a:pt x="125" y="77"/>
                </a:cubicBezTo>
                <a:cubicBezTo>
                  <a:pt x="125" y="77"/>
                  <a:pt x="125" y="78"/>
                  <a:pt x="125" y="78"/>
                </a:cubicBezTo>
                <a:cubicBezTo>
                  <a:pt x="125" y="78"/>
                  <a:pt x="125" y="78"/>
                  <a:pt x="125" y="78"/>
                </a:cubicBezTo>
                <a:cubicBezTo>
                  <a:pt x="125" y="78"/>
                  <a:pt x="124" y="79"/>
                  <a:pt x="124" y="79"/>
                </a:cubicBezTo>
                <a:cubicBezTo>
                  <a:pt x="124" y="79"/>
                  <a:pt x="124" y="79"/>
                  <a:pt x="124" y="79"/>
                </a:cubicBezTo>
                <a:cubicBezTo>
                  <a:pt x="124" y="80"/>
                  <a:pt x="125" y="81"/>
                  <a:pt x="125" y="81"/>
                </a:cubicBezTo>
                <a:cubicBezTo>
                  <a:pt x="124" y="81"/>
                  <a:pt x="124" y="82"/>
                  <a:pt x="124" y="82"/>
                </a:cubicBezTo>
                <a:cubicBezTo>
                  <a:pt x="124" y="82"/>
                  <a:pt x="124" y="82"/>
                  <a:pt x="124" y="83"/>
                </a:cubicBezTo>
                <a:cubicBezTo>
                  <a:pt x="124" y="83"/>
                  <a:pt x="124" y="83"/>
                  <a:pt x="124" y="83"/>
                </a:cubicBezTo>
                <a:cubicBezTo>
                  <a:pt x="124" y="83"/>
                  <a:pt x="124" y="83"/>
                  <a:pt x="124" y="83"/>
                </a:cubicBezTo>
                <a:cubicBezTo>
                  <a:pt x="124" y="84"/>
                  <a:pt x="123" y="84"/>
                  <a:pt x="123" y="84"/>
                </a:cubicBezTo>
                <a:cubicBezTo>
                  <a:pt x="123" y="84"/>
                  <a:pt x="124" y="84"/>
                  <a:pt x="124" y="84"/>
                </a:cubicBezTo>
                <a:cubicBezTo>
                  <a:pt x="124" y="84"/>
                  <a:pt x="124" y="85"/>
                  <a:pt x="124" y="85"/>
                </a:cubicBezTo>
                <a:cubicBezTo>
                  <a:pt x="124" y="85"/>
                  <a:pt x="123" y="85"/>
                  <a:pt x="123" y="86"/>
                </a:cubicBezTo>
                <a:cubicBezTo>
                  <a:pt x="123" y="86"/>
                  <a:pt x="123" y="86"/>
                  <a:pt x="123" y="87"/>
                </a:cubicBezTo>
                <a:cubicBezTo>
                  <a:pt x="123" y="87"/>
                  <a:pt x="123" y="87"/>
                  <a:pt x="123" y="87"/>
                </a:cubicBezTo>
                <a:cubicBezTo>
                  <a:pt x="124" y="88"/>
                  <a:pt x="124" y="88"/>
                  <a:pt x="124" y="88"/>
                </a:cubicBezTo>
                <a:cubicBezTo>
                  <a:pt x="124" y="88"/>
                  <a:pt x="125" y="88"/>
                  <a:pt x="125" y="88"/>
                </a:cubicBezTo>
                <a:cubicBezTo>
                  <a:pt x="125" y="88"/>
                  <a:pt x="126" y="88"/>
                  <a:pt x="126" y="88"/>
                </a:cubicBezTo>
                <a:cubicBezTo>
                  <a:pt x="126" y="88"/>
                  <a:pt x="127" y="88"/>
                  <a:pt x="127" y="88"/>
                </a:cubicBezTo>
                <a:cubicBezTo>
                  <a:pt x="128" y="88"/>
                  <a:pt x="128" y="88"/>
                  <a:pt x="128" y="88"/>
                </a:cubicBezTo>
                <a:cubicBezTo>
                  <a:pt x="129" y="88"/>
                  <a:pt x="129" y="88"/>
                  <a:pt x="129" y="88"/>
                </a:cubicBezTo>
                <a:cubicBezTo>
                  <a:pt x="129" y="88"/>
                  <a:pt x="129" y="88"/>
                  <a:pt x="129" y="88"/>
                </a:cubicBezTo>
                <a:cubicBezTo>
                  <a:pt x="130" y="89"/>
                  <a:pt x="130" y="88"/>
                  <a:pt x="131" y="89"/>
                </a:cubicBezTo>
                <a:cubicBezTo>
                  <a:pt x="131" y="89"/>
                  <a:pt x="132" y="89"/>
                  <a:pt x="132" y="89"/>
                </a:cubicBezTo>
                <a:cubicBezTo>
                  <a:pt x="132" y="89"/>
                  <a:pt x="132" y="90"/>
                  <a:pt x="133" y="90"/>
                </a:cubicBezTo>
                <a:cubicBezTo>
                  <a:pt x="133" y="90"/>
                  <a:pt x="134" y="90"/>
                  <a:pt x="134" y="90"/>
                </a:cubicBezTo>
                <a:cubicBezTo>
                  <a:pt x="134" y="90"/>
                  <a:pt x="134" y="90"/>
                  <a:pt x="135" y="90"/>
                </a:cubicBezTo>
                <a:cubicBezTo>
                  <a:pt x="135" y="90"/>
                  <a:pt x="135" y="90"/>
                  <a:pt x="136" y="90"/>
                </a:cubicBezTo>
                <a:cubicBezTo>
                  <a:pt x="136" y="90"/>
                  <a:pt x="137" y="91"/>
                  <a:pt x="137" y="91"/>
                </a:cubicBezTo>
                <a:cubicBezTo>
                  <a:pt x="137" y="91"/>
                  <a:pt x="137" y="91"/>
                  <a:pt x="137" y="91"/>
                </a:cubicBezTo>
                <a:cubicBezTo>
                  <a:pt x="138" y="91"/>
                  <a:pt x="138" y="90"/>
                  <a:pt x="138" y="90"/>
                </a:cubicBezTo>
                <a:cubicBezTo>
                  <a:pt x="139" y="91"/>
                  <a:pt x="139" y="91"/>
                  <a:pt x="139" y="91"/>
                </a:cubicBezTo>
                <a:cubicBezTo>
                  <a:pt x="139" y="91"/>
                  <a:pt x="139" y="91"/>
                  <a:pt x="140" y="91"/>
                </a:cubicBezTo>
                <a:cubicBezTo>
                  <a:pt x="140" y="91"/>
                  <a:pt x="141" y="91"/>
                  <a:pt x="141" y="91"/>
                </a:cubicBezTo>
                <a:cubicBezTo>
                  <a:pt x="141" y="91"/>
                  <a:pt x="141" y="91"/>
                  <a:pt x="142" y="92"/>
                </a:cubicBezTo>
                <a:cubicBezTo>
                  <a:pt x="142" y="92"/>
                  <a:pt x="142" y="92"/>
                  <a:pt x="142" y="92"/>
                </a:cubicBezTo>
                <a:cubicBezTo>
                  <a:pt x="142" y="92"/>
                  <a:pt x="142" y="92"/>
                  <a:pt x="143" y="92"/>
                </a:cubicBezTo>
                <a:cubicBezTo>
                  <a:pt x="143" y="93"/>
                  <a:pt x="143" y="93"/>
                  <a:pt x="144" y="93"/>
                </a:cubicBezTo>
                <a:cubicBezTo>
                  <a:pt x="144" y="93"/>
                  <a:pt x="144" y="94"/>
                  <a:pt x="144" y="94"/>
                </a:cubicBezTo>
                <a:cubicBezTo>
                  <a:pt x="144" y="94"/>
                  <a:pt x="144" y="94"/>
                  <a:pt x="145" y="94"/>
                </a:cubicBezTo>
                <a:cubicBezTo>
                  <a:pt x="145" y="94"/>
                  <a:pt x="145" y="95"/>
                  <a:pt x="146" y="95"/>
                </a:cubicBezTo>
                <a:cubicBezTo>
                  <a:pt x="146" y="95"/>
                  <a:pt x="146" y="95"/>
                  <a:pt x="147" y="95"/>
                </a:cubicBezTo>
                <a:cubicBezTo>
                  <a:pt x="147" y="95"/>
                  <a:pt x="147" y="96"/>
                  <a:pt x="147" y="96"/>
                </a:cubicBezTo>
                <a:cubicBezTo>
                  <a:pt x="148" y="96"/>
                  <a:pt x="148" y="96"/>
                  <a:pt x="148" y="96"/>
                </a:cubicBezTo>
                <a:cubicBezTo>
                  <a:pt x="148" y="96"/>
                  <a:pt x="149" y="96"/>
                  <a:pt x="149" y="97"/>
                </a:cubicBezTo>
                <a:cubicBezTo>
                  <a:pt x="149" y="97"/>
                  <a:pt x="149" y="97"/>
                  <a:pt x="149" y="97"/>
                </a:cubicBezTo>
                <a:close/>
                <a:moveTo>
                  <a:pt x="159" y="85"/>
                </a:moveTo>
                <a:cubicBezTo>
                  <a:pt x="159" y="85"/>
                  <a:pt x="159" y="85"/>
                  <a:pt x="159" y="85"/>
                </a:cubicBezTo>
                <a:cubicBezTo>
                  <a:pt x="159" y="85"/>
                  <a:pt x="158" y="85"/>
                  <a:pt x="158" y="85"/>
                </a:cubicBezTo>
                <a:cubicBezTo>
                  <a:pt x="158" y="85"/>
                  <a:pt x="158" y="85"/>
                  <a:pt x="158" y="85"/>
                </a:cubicBezTo>
                <a:cubicBezTo>
                  <a:pt x="158" y="85"/>
                  <a:pt x="158" y="85"/>
                  <a:pt x="158" y="85"/>
                </a:cubicBezTo>
                <a:cubicBezTo>
                  <a:pt x="158" y="85"/>
                  <a:pt x="158" y="85"/>
                  <a:pt x="158" y="85"/>
                </a:cubicBezTo>
                <a:cubicBezTo>
                  <a:pt x="157" y="85"/>
                  <a:pt x="157" y="85"/>
                  <a:pt x="157" y="85"/>
                </a:cubicBezTo>
                <a:cubicBezTo>
                  <a:pt x="157" y="85"/>
                  <a:pt x="157" y="85"/>
                  <a:pt x="157" y="85"/>
                </a:cubicBezTo>
                <a:cubicBezTo>
                  <a:pt x="157" y="85"/>
                  <a:pt x="157" y="85"/>
                  <a:pt x="157" y="84"/>
                </a:cubicBezTo>
                <a:cubicBezTo>
                  <a:pt x="157" y="84"/>
                  <a:pt x="157" y="84"/>
                  <a:pt x="157" y="84"/>
                </a:cubicBezTo>
                <a:cubicBezTo>
                  <a:pt x="157" y="84"/>
                  <a:pt x="156" y="84"/>
                  <a:pt x="156" y="84"/>
                </a:cubicBezTo>
                <a:cubicBezTo>
                  <a:pt x="156" y="84"/>
                  <a:pt x="156" y="84"/>
                  <a:pt x="157" y="84"/>
                </a:cubicBezTo>
                <a:cubicBezTo>
                  <a:pt x="157" y="83"/>
                  <a:pt x="157" y="83"/>
                  <a:pt x="157" y="83"/>
                </a:cubicBezTo>
                <a:cubicBezTo>
                  <a:pt x="157" y="83"/>
                  <a:pt x="157" y="83"/>
                  <a:pt x="158" y="83"/>
                </a:cubicBezTo>
                <a:cubicBezTo>
                  <a:pt x="158" y="83"/>
                  <a:pt x="158" y="83"/>
                  <a:pt x="158" y="83"/>
                </a:cubicBezTo>
                <a:cubicBezTo>
                  <a:pt x="158" y="83"/>
                  <a:pt x="158" y="83"/>
                  <a:pt x="158" y="83"/>
                </a:cubicBezTo>
                <a:cubicBezTo>
                  <a:pt x="158" y="83"/>
                  <a:pt x="158" y="83"/>
                  <a:pt x="158" y="84"/>
                </a:cubicBezTo>
                <a:cubicBezTo>
                  <a:pt x="158" y="84"/>
                  <a:pt x="158" y="84"/>
                  <a:pt x="159" y="84"/>
                </a:cubicBezTo>
                <a:cubicBezTo>
                  <a:pt x="159" y="84"/>
                  <a:pt x="159" y="84"/>
                  <a:pt x="159" y="85"/>
                </a:cubicBezTo>
                <a:cubicBezTo>
                  <a:pt x="159" y="85"/>
                  <a:pt x="159" y="85"/>
                  <a:pt x="159" y="85"/>
                </a:cubicBezTo>
                <a:close/>
                <a:moveTo>
                  <a:pt x="160" y="85"/>
                </a:moveTo>
                <a:cubicBezTo>
                  <a:pt x="160" y="85"/>
                  <a:pt x="160" y="85"/>
                  <a:pt x="160" y="85"/>
                </a:cubicBezTo>
                <a:cubicBezTo>
                  <a:pt x="160" y="85"/>
                  <a:pt x="160" y="85"/>
                  <a:pt x="160" y="85"/>
                </a:cubicBezTo>
                <a:cubicBezTo>
                  <a:pt x="160" y="85"/>
                  <a:pt x="160" y="86"/>
                  <a:pt x="160" y="86"/>
                </a:cubicBezTo>
                <a:cubicBezTo>
                  <a:pt x="160" y="86"/>
                  <a:pt x="160" y="86"/>
                  <a:pt x="160" y="86"/>
                </a:cubicBezTo>
                <a:cubicBezTo>
                  <a:pt x="160" y="86"/>
                  <a:pt x="159" y="86"/>
                  <a:pt x="159" y="86"/>
                </a:cubicBezTo>
                <a:cubicBezTo>
                  <a:pt x="159" y="86"/>
                  <a:pt x="159" y="86"/>
                  <a:pt x="159" y="86"/>
                </a:cubicBezTo>
                <a:cubicBezTo>
                  <a:pt x="159" y="86"/>
                  <a:pt x="159" y="87"/>
                  <a:pt x="158" y="87"/>
                </a:cubicBezTo>
                <a:cubicBezTo>
                  <a:pt x="158" y="87"/>
                  <a:pt x="158" y="87"/>
                  <a:pt x="158" y="87"/>
                </a:cubicBezTo>
                <a:cubicBezTo>
                  <a:pt x="158" y="87"/>
                  <a:pt x="157" y="87"/>
                  <a:pt x="157" y="87"/>
                </a:cubicBezTo>
                <a:cubicBezTo>
                  <a:pt x="157" y="87"/>
                  <a:pt x="157" y="86"/>
                  <a:pt x="157" y="86"/>
                </a:cubicBezTo>
                <a:cubicBezTo>
                  <a:pt x="157" y="86"/>
                  <a:pt x="156" y="86"/>
                  <a:pt x="156" y="86"/>
                </a:cubicBezTo>
                <a:cubicBezTo>
                  <a:pt x="156" y="85"/>
                  <a:pt x="156" y="85"/>
                  <a:pt x="156" y="85"/>
                </a:cubicBezTo>
                <a:cubicBezTo>
                  <a:pt x="156" y="85"/>
                  <a:pt x="155" y="85"/>
                  <a:pt x="155" y="85"/>
                </a:cubicBezTo>
                <a:cubicBezTo>
                  <a:pt x="155" y="85"/>
                  <a:pt x="155" y="85"/>
                  <a:pt x="155" y="85"/>
                </a:cubicBezTo>
                <a:cubicBezTo>
                  <a:pt x="155" y="85"/>
                  <a:pt x="155" y="85"/>
                  <a:pt x="155" y="85"/>
                </a:cubicBezTo>
                <a:cubicBezTo>
                  <a:pt x="155" y="84"/>
                  <a:pt x="155" y="84"/>
                  <a:pt x="155" y="84"/>
                </a:cubicBezTo>
                <a:cubicBezTo>
                  <a:pt x="155" y="84"/>
                  <a:pt x="155" y="84"/>
                  <a:pt x="155" y="84"/>
                </a:cubicBezTo>
                <a:cubicBezTo>
                  <a:pt x="155" y="84"/>
                  <a:pt x="155" y="84"/>
                  <a:pt x="155" y="84"/>
                </a:cubicBezTo>
                <a:cubicBezTo>
                  <a:pt x="155" y="83"/>
                  <a:pt x="155" y="83"/>
                  <a:pt x="155" y="83"/>
                </a:cubicBezTo>
                <a:cubicBezTo>
                  <a:pt x="155" y="83"/>
                  <a:pt x="154" y="83"/>
                  <a:pt x="154" y="83"/>
                </a:cubicBezTo>
                <a:cubicBezTo>
                  <a:pt x="155" y="83"/>
                  <a:pt x="155" y="83"/>
                  <a:pt x="155" y="82"/>
                </a:cubicBezTo>
                <a:cubicBezTo>
                  <a:pt x="155" y="82"/>
                  <a:pt x="155" y="82"/>
                  <a:pt x="155" y="82"/>
                </a:cubicBezTo>
                <a:cubicBezTo>
                  <a:pt x="155" y="82"/>
                  <a:pt x="155" y="82"/>
                  <a:pt x="155" y="82"/>
                </a:cubicBezTo>
                <a:cubicBezTo>
                  <a:pt x="155" y="82"/>
                  <a:pt x="155" y="82"/>
                  <a:pt x="155" y="82"/>
                </a:cubicBezTo>
                <a:cubicBezTo>
                  <a:pt x="155" y="82"/>
                  <a:pt x="156" y="82"/>
                  <a:pt x="156" y="82"/>
                </a:cubicBezTo>
                <a:cubicBezTo>
                  <a:pt x="156" y="82"/>
                  <a:pt x="156" y="81"/>
                  <a:pt x="157" y="81"/>
                </a:cubicBezTo>
                <a:cubicBezTo>
                  <a:pt x="157" y="81"/>
                  <a:pt x="157" y="81"/>
                  <a:pt x="157" y="81"/>
                </a:cubicBezTo>
                <a:cubicBezTo>
                  <a:pt x="157" y="81"/>
                  <a:pt x="157" y="81"/>
                  <a:pt x="157" y="81"/>
                </a:cubicBezTo>
                <a:cubicBezTo>
                  <a:pt x="158" y="82"/>
                  <a:pt x="158" y="82"/>
                  <a:pt x="159" y="82"/>
                </a:cubicBezTo>
                <a:cubicBezTo>
                  <a:pt x="159" y="82"/>
                  <a:pt x="159" y="82"/>
                  <a:pt x="159" y="83"/>
                </a:cubicBezTo>
                <a:cubicBezTo>
                  <a:pt x="159" y="83"/>
                  <a:pt x="159" y="83"/>
                  <a:pt x="159" y="83"/>
                </a:cubicBezTo>
                <a:cubicBezTo>
                  <a:pt x="159" y="83"/>
                  <a:pt x="159" y="83"/>
                  <a:pt x="159" y="83"/>
                </a:cubicBezTo>
                <a:cubicBezTo>
                  <a:pt x="159" y="84"/>
                  <a:pt x="159" y="84"/>
                  <a:pt x="159" y="84"/>
                </a:cubicBezTo>
                <a:cubicBezTo>
                  <a:pt x="159" y="84"/>
                  <a:pt x="160" y="84"/>
                  <a:pt x="160" y="84"/>
                </a:cubicBezTo>
                <a:cubicBezTo>
                  <a:pt x="160" y="85"/>
                  <a:pt x="160" y="85"/>
                  <a:pt x="160" y="85"/>
                </a:cubicBezTo>
                <a:close/>
                <a:moveTo>
                  <a:pt x="154" y="79"/>
                </a:moveTo>
                <a:cubicBezTo>
                  <a:pt x="154" y="79"/>
                  <a:pt x="154" y="79"/>
                  <a:pt x="154" y="79"/>
                </a:cubicBezTo>
                <a:cubicBezTo>
                  <a:pt x="154" y="79"/>
                  <a:pt x="154" y="79"/>
                  <a:pt x="154" y="79"/>
                </a:cubicBezTo>
                <a:cubicBezTo>
                  <a:pt x="154" y="79"/>
                  <a:pt x="154" y="79"/>
                  <a:pt x="154" y="79"/>
                </a:cubicBezTo>
                <a:cubicBezTo>
                  <a:pt x="153" y="80"/>
                  <a:pt x="153" y="80"/>
                  <a:pt x="153" y="80"/>
                </a:cubicBezTo>
                <a:cubicBezTo>
                  <a:pt x="153" y="80"/>
                  <a:pt x="153" y="80"/>
                  <a:pt x="153" y="80"/>
                </a:cubicBezTo>
                <a:cubicBezTo>
                  <a:pt x="153" y="79"/>
                  <a:pt x="152" y="79"/>
                  <a:pt x="152" y="79"/>
                </a:cubicBezTo>
                <a:cubicBezTo>
                  <a:pt x="152" y="79"/>
                  <a:pt x="152" y="79"/>
                  <a:pt x="152" y="79"/>
                </a:cubicBezTo>
                <a:cubicBezTo>
                  <a:pt x="152" y="79"/>
                  <a:pt x="152" y="79"/>
                  <a:pt x="152" y="79"/>
                </a:cubicBezTo>
                <a:cubicBezTo>
                  <a:pt x="152" y="79"/>
                  <a:pt x="152" y="79"/>
                  <a:pt x="152" y="78"/>
                </a:cubicBezTo>
                <a:cubicBezTo>
                  <a:pt x="152" y="78"/>
                  <a:pt x="152" y="78"/>
                  <a:pt x="153" y="78"/>
                </a:cubicBezTo>
                <a:cubicBezTo>
                  <a:pt x="153" y="78"/>
                  <a:pt x="153" y="78"/>
                  <a:pt x="153" y="78"/>
                </a:cubicBezTo>
                <a:cubicBezTo>
                  <a:pt x="153" y="78"/>
                  <a:pt x="153" y="78"/>
                  <a:pt x="153" y="78"/>
                </a:cubicBezTo>
                <a:cubicBezTo>
                  <a:pt x="153" y="78"/>
                  <a:pt x="153" y="78"/>
                  <a:pt x="153" y="78"/>
                </a:cubicBezTo>
                <a:cubicBezTo>
                  <a:pt x="154" y="78"/>
                  <a:pt x="154" y="78"/>
                  <a:pt x="154" y="78"/>
                </a:cubicBezTo>
                <a:cubicBezTo>
                  <a:pt x="154" y="79"/>
                  <a:pt x="154" y="79"/>
                  <a:pt x="154" y="79"/>
                </a:cubicBezTo>
                <a:close/>
                <a:moveTo>
                  <a:pt x="136" y="70"/>
                </a:moveTo>
                <a:cubicBezTo>
                  <a:pt x="136" y="71"/>
                  <a:pt x="136" y="71"/>
                  <a:pt x="136" y="71"/>
                </a:cubicBezTo>
                <a:cubicBezTo>
                  <a:pt x="136" y="71"/>
                  <a:pt x="136" y="71"/>
                  <a:pt x="136" y="71"/>
                </a:cubicBezTo>
                <a:cubicBezTo>
                  <a:pt x="136" y="71"/>
                  <a:pt x="136" y="71"/>
                  <a:pt x="136" y="71"/>
                </a:cubicBezTo>
                <a:cubicBezTo>
                  <a:pt x="136" y="71"/>
                  <a:pt x="136" y="71"/>
                  <a:pt x="136" y="71"/>
                </a:cubicBezTo>
                <a:cubicBezTo>
                  <a:pt x="136" y="71"/>
                  <a:pt x="135" y="71"/>
                  <a:pt x="135" y="71"/>
                </a:cubicBezTo>
                <a:cubicBezTo>
                  <a:pt x="135" y="71"/>
                  <a:pt x="135" y="71"/>
                  <a:pt x="135" y="71"/>
                </a:cubicBezTo>
                <a:cubicBezTo>
                  <a:pt x="135" y="71"/>
                  <a:pt x="135" y="71"/>
                  <a:pt x="135" y="71"/>
                </a:cubicBezTo>
                <a:cubicBezTo>
                  <a:pt x="135" y="71"/>
                  <a:pt x="135" y="71"/>
                  <a:pt x="135" y="71"/>
                </a:cubicBezTo>
                <a:cubicBezTo>
                  <a:pt x="135" y="71"/>
                  <a:pt x="135" y="71"/>
                  <a:pt x="135" y="70"/>
                </a:cubicBezTo>
                <a:cubicBezTo>
                  <a:pt x="135" y="70"/>
                  <a:pt x="135" y="70"/>
                  <a:pt x="135" y="70"/>
                </a:cubicBezTo>
                <a:cubicBezTo>
                  <a:pt x="135" y="70"/>
                  <a:pt x="135" y="70"/>
                  <a:pt x="135" y="70"/>
                </a:cubicBezTo>
                <a:cubicBezTo>
                  <a:pt x="135" y="70"/>
                  <a:pt x="135" y="70"/>
                  <a:pt x="135" y="70"/>
                </a:cubicBezTo>
                <a:cubicBezTo>
                  <a:pt x="135" y="70"/>
                  <a:pt x="135" y="70"/>
                  <a:pt x="136" y="70"/>
                </a:cubicBezTo>
                <a:cubicBezTo>
                  <a:pt x="136" y="70"/>
                  <a:pt x="136" y="70"/>
                  <a:pt x="136" y="70"/>
                </a:cubicBezTo>
                <a:cubicBezTo>
                  <a:pt x="136" y="70"/>
                  <a:pt x="136" y="70"/>
                  <a:pt x="136" y="70"/>
                </a:cubicBezTo>
                <a:cubicBezTo>
                  <a:pt x="136" y="70"/>
                  <a:pt x="136" y="70"/>
                  <a:pt x="136" y="70"/>
                </a:cubicBezTo>
                <a:close/>
                <a:moveTo>
                  <a:pt x="131" y="68"/>
                </a:moveTo>
                <a:cubicBezTo>
                  <a:pt x="131" y="68"/>
                  <a:pt x="131" y="68"/>
                  <a:pt x="131" y="68"/>
                </a:cubicBezTo>
                <a:cubicBezTo>
                  <a:pt x="131" y="68"/>
                  <a:pt x="131" y="68"/>
                  <a:pt x="131" y="69"/>
                </a:cubicBezTo>
                <a:cubicBezTo>
                  <a:pt x="130" y="69"/>
                  <a:pt x="130" y="69"/>
                  <a:pt x="130" y="69"/>
                </a:cubicBezTo>
                <a:cubicBezTo>
                  <a:pt x="129" y="69"/>
                  <a:pt x="129" y="69"/>
                  <a:pt x="129" y="69"/>
                </a:cubicBezTo>
                <a:cubicBezTo>
                  <a:pt x="129" y="69"/>
                  <a:pt x="129" y="69"/>
                  <a:pt x="129" y="69"/>
                </a:cubicBezTo>
                <a:cubicBezTo>
                  <a:pt x="129" y="70"/>
                  <a:pt x="128" y="69"/>
                  <a:pt x="128" y="69"/>
                </a:cubicBezTo>
                <a:cubicBezTo>
                  <a:pt x="128" y="69"/>
                  <a:pt x="128" y="69"/>
                  <a:pt x="127" y="69"/>
                </a:cubicBezTo>
                <a:cubicBezTo>
                  <a:pt x="127" y="69"/>
                  <a:pt x="127" y="69"/>
                  <a:pt x="127" y="69"/>
                </a:cubicBezTo>
                <a:cubicBezTo>
                  <a:pt x="127" y="69"/>
                  <a:pt x="127" y="69"/>
                  <a:pt x="127" y="69"/>
                </a:cubicBezTo>
                <a:cubicBezTo>
                  <a:pt x="127" y="69"/>
                  <a:pt x="127" y="68"/>
                  <a:pt x="127" y="68"/>
                </a:cubicBezTo>
                <a:cubicBezTo>
                  <a:pt x="127" y="68"/>
                  <a:pt x="127" y="68"/>
                  <a:pt x="127" y="68"/>
                </a:cubicBezTo>
                <a:cubicBezTo>
                  <a:pt x="127" y="68"/>
                  <a:pt x="127" y="68"/>
                  <a:pt x="127" y="68"/>
                </a:cubicBezTo>
                <a:cubicBezTo>
                  <a:pt x="127" y="68"/>
                  <a:pt x="127" y="67"/>
                  <a:pt x="127" y="67"/>
                </a:cubicBezTo>
                <a:cubicBezTo>
                  <a:pt x="127" y="67"/>
                  <a:pt x="127" y="67"/>
                  <a:pt x="127" y="67"/>
                </a:cubicBezTo>
                <a:cubicBezTo>
                  <a:pt x="127" y="67"/>
                  <a:pt x="127" y="66"/>
                  <a:pt x="127" y="66"/>
                </a:cubicBezTo>
                <a:cubicBezTo>
                  <a:pt x="127" y="66"/>
                  <a:pt x="127" y="66"/>
                  <a:pt x="127" y="66"/>
                </a:cubicBezTo>
                <a:cubicBezTo>
                  <a:pt x="127" y="66"/>
                  <a:pt x="127" y="66"/>
                  <a:pt x="127" y="66"/>
                </a:cubicBezTo>
                <a:cubicBezTo>
                  <a:pt x="128" y="66"/>
                  <a:pt x="128" y="65"/>
                  <a:pt x="128" y="65"/>
                </a:cubicBezTo>
                <a:cubicBezTo>
                  <a:pt x="128" y="65"/>
                  <a:pt x="128" y="65"/>
                  <a:pt x="128" y="65"/>
                </a:cubicBezTo>
                <a:cubicBezTo>
                  <a:pt x="129" y="64"/>
                  <a:pt x="129" y="64"/>
                  <a:pt x="129" y="64"/>
                </a:cubicBezTo>
                <a:cubicBezTo>
                  <a:pt x="129" y="64"/>
                  <a:pt x="129" y="64"/>
                  <a:pt x="130" y="64"/>
                </a:cubicBezTo>
                <a:cubicBezTo>
                  <a:pt x="130" y="64"/>
                  <a:pt x="130" y="64"/>
                  <a:pt x="130" y="64"/>
                </a:cubicBezTo>
                <a:cubicBezTo>
                  <a:pt x="130" y="64"/>
                  <a:pt x="130" y="64"/>
                  <a:pt x="130" y="64"/>
                </a:cubicBezTo>
                <a:cubicBezTo>
                  <a:pt x="130" y="65"/>
                  <a:pt x="130" y="65"/>
                  <a:pt x="131" y="65"/>
                </a:cubicBezTo>
                <a:cubicBezTo>
                  <a:pt x="131" y="65"/>
                  <a:pt x="131" y="65"/>
                  <a:pt x="131" y="65"/>
                </a:cubicBezTo>
                <a:cubicBezTo>
                  <a:pt x="131" y="65"/>
                  <a:pt x="131" y="65"/>
                  <a:pt x="131" y="66"/>
                </a:cubicBezTo>
                <a:cubicBezTo>
                  <a:pt x="131" y="66"/>
                  <a:pt x="131" y="66"/>
                  <a:pt x="131" y="66"/>
                </a:cubicBezTo>
                <a:cubicBezTo>
                  <a:pt x="131" y="66"/>
                  <a:pt x="131" y="67"/>
                  <a:pt x="131" y="68"/>
                </a:cubicBezTo>
                <a:close/>
                <a:moveTo>
                  <a:pt x="106" y="53"/>
                </a:moveTo>
                <a:cubicBezTo>
                  <a:pt x="106" y="53"/>
                  <a:pt x="106" y="53"/>
                  <a:pt x="106" y="53"/>
                </a:cubicBezTo>
                <a:cubicBezTo>
                  <a:pt x="106" y="53"/>
                  <a:pt x="106" y="54"/>
                  <a:pt x="106" y="54"/>
                </a:cubicBezTo>
                <a:cubicBezTo>
                  <a:pt x="106" y="54"/>
                  <a:pt x="106" y="54"/>
                  <a:pt x="106" y="54"/>
                </a:cubicBezTo>
                <a:cubicBezTo>
                  <a:pt x="105" y="54"/>
                  <a:pt x="105" y="54"/>
                  <a:pt x="105" y="54"/>
                </a:cubicBezTo>
                <a:cubicBezTo>
                  <a:pt x="105" y="54"/>
                  <a:pt x="105" y="54"/>
                  <a:pt x="105" y="54"/>
                </a:cubicBezTo>
                <a:cubicBezTo>
                  <a:pt x="105" y="54"/>
                  <a:pt x="105" y="54"/>
                  <a:pt x="105" y="54"/>
                </a:cubicBezTo>
                <a:cubicBezTo>
                  <a:pt x="105" y="54"/>
                  <a:pt x="105" y="54"/>
                  <a:pt x="104" y="54"/>
                </a:cubicBezTo>
                <a:cubicBezTo>
                  <a:pt x="104" y="53"/>
                  <a:pt x="104" y="53"/>
                  <a:pt x="104" y="53"/>
                </a:cubicBezTo>
                <a:cubicBezTo>
                  <a:pt x="104" y="53"/>
                  <a:pt x="104" y="53"/>
                  <a:pt x="104" y="53"/>
                </a:cubicBezTo>
                <a:cubicBezTo>
                  <a:pt x="104" y="53"/>
                  <a:pt x="104" y="53"/>
                  <a:pt x="104" y="52"/>
                </a:cubicBezTo>
                <a:cubicBezTo>
                  <a:pt x="104" y="52"/>
                  <a:pt x="105" y="52"/>
                  <a:pt x="105" y="52"/>
                </a:cubicBezTo>
                <a:cubicBezTo>
                  <a:pt x="105" y="52"/>
                  <a:pt x="105" y="52"/>
                  <a:pt x="105" y="52"/>
                </a:cubicBezTo>
                <a:cubicBezTo>
                  <a:pt x="105" y="52"/>
                  <a:pt x="105" y="52"/>
                  <a:pt x="105" y="52"/>
                </a:cubicBezTo>
                <a:cubicBezTo>
                  <a:pt x="106" y="52"/>
                  <a:pt x="106" y="52"/>
                  <a:pt x="106" y="52"/>
                </a:cubicBezTo>
                <a:cubicBezTo>
                  <a:pt x="106" y="52"/>
                  <a:pt x="106" y="52"/>
                  <a:pt x="106" y="52"/>
                </a:cubicBezTo>
                <a:cubicBezTo>
                  <a:pt x="106" y="52"/>
                  <a:pt x="106" y="52"/>
                  <a:pt x="106" y="52"/>
                </a:cubicBezTo>
                <a:cubicBezTo>
                  <a:pt x="106" y="52"/>
                  <a:pt x="106" y="52"/>
                  <a:pt x="106" y="52"/>
                </a:cubicBezTo>
                <a:cubicBezTo>
                  <a:pt x="107" y="52"/>
                  <a:pt x="107" y="53"/>
                  <a:pt x="106" y="53"/>
                </a:cubicBezTo>
                <a:close/>
                <a:moveTo>
                  <a:pt x="105" y="95"/>
                </a:moveTo>
                <a:cubicBezTo>
                  <a:pt x="105" y="95"/>
                  <a:pt x="105" y="95"/>
                  <a:pt x="105" y="95"/>
                </a:cubicBezTo>
                <a:cubicBezTo>
                  <a:pt x="105" y="95"/>
                  <a:pt x="103" y="96"/>
                  <a:pt x="102" y="96"/>
                </a:cubicBezTo>
                <a:cubicBezTo>
                  <a:pt x="102" y="96"/>
                  <a:pt x="102" y="96"/>
                  <a:pt x="102" y="96"/>
                </a:cubicBezTo>
                <a:cubicBezTo>
                  <a:pt x="101" y="96"/>
                  <a:pt x="101" y="96"/>
                  <a:pt x="101" y="96"/>
                </a:cubicBezTo>
                <a:cubicBezTo>
                  <a:pt x="100" y="95"/>
                  <a:pt x="100" y="95"/>
                  <a:pt x="100" y="95"/>
                </a:cubicBezTo>
                <a:cubicBezTo>
                  <a:pt x="100" y="95"/>
                  <a:pt x="100" y="96"/>
                  <a:pt x="100" y="96"/>
                </a:cubicBezTo>
                <a:cubicBezTo>
                  <a:pt x="99" y="97"/>
                  <a:pt x="99" y="97"/>
                  <a:pt x="99" y="97"/>
                </a:cubicBezTo>
                <a:cubicBezTo>
                  <a:pt x="100" y="98"/>
                  <a:pt x="100" y="98"/>
                  <a:pt x="100" y="98"/>
                </a:cubicBezTo>
                <a:cubicBezTo>
                  <a:pt x="99" y="100"/>
                  <a:pt x="99" y="100"/>
                  <a:pt x="99" y="100"/>
                </a:cubicBezTo>
                <a:cubicBezTo>
                  <a:pt x="97" y="102"/>
                  <a:pt x="97" y="102"/>
                  <a:pt x="97" y="102"/>
                </a:cubicBezTo>
                <a:cubicBezTo>
                  <a:pt x="97" y="102"/>
                  <a:pt x="97" y="102"/>
                  <a:pt x="97" y="102"/>
                </a:cubicBezTo>
                <a:cubicBezTo>
                  <a:pt x="98" y="103"/>
                  <a:pt x="98" y="103"/>
                  <a:pt x="98" y="103"/>
                </a:cubicBezTo>
                <a:cubicBezTo>
                  <a:pt x="98" y="103"/>
                  <a:pt x="98" y="103"/>
                  <a:pt x="98" y="103"/>
                </a:cubicBezTo>
                <a:cubicBezTo>
                  <a:pt x="98" y="104"/>
                  <a:pt x="98" y="104"/>
                  <a:pt x="98" y="104"/>
                </a:cubicBezTo>
                <a:cubicBezTo>
                  <a:pt x="98" y="106"/>
                  <a:pt x="98" y="106"/>
                  <a:pt x="98" y="106"/>
                </a:cubicBezTo>
                <a:cubicBezTo>
                  <a:pt x="98" y="106"/>
                  <a:pt x="97" y="107"/>
                  <a:pt x="97" y="107"/>
                </a:cubicBezTo>
                <a:cubicBezTo>
                  <a:pt x="97" y="107"/>
                  <a:pt x="97" y="108"/>
                  <a:pt x="97" y="108"/>
                </a:cubicBezTo>
                <a:cubicBezTo>
                  <a:pt x="96" y="108"/>
                  <a:pt x="96" y="108"/>
                  <a:pt x="96" y="108"/>
                </a:cubicBezTo>
                <a:cubicBezTo>
                  <a:pt x="96" y="109"/>
                  <a:pt x="96" y="109"/>
                  <a:pt x="96" y="109"/>
                </a:cubicBezTo>
                <a:cubicBezTo>
                  <a:pt x="96" y="109"/>
                  <a:pt x="95" y="109"/>
                  <a:pt x="95" y="109"/>
                </a:cubicBezTo>
                <a:cubicBezTo>
                  <a:pt x="95" y="110"/>
                  <a:pt x="94" y="111"/>
                  <a:pt x="94" y="111"/>
                </a:cubicBezTo>
                <a:cubicBezTo>
                  <a:pt x="93" y="110"/>
                  <a:pt x="93" y="110"/>
                  <a:pt x="93" y="110"/>
                </a:cubicBezTo>
                <a:cubicBezTo>
                  <a:pt x="93" y="107"/>
                  <a:pt x="93" y="107"/>
                  <a:pt x="93" y="107"/>
                </a:cubicBezTo>
                <a:cubicBezTo>
                  <a:pt x="92" y="106"/>
                  <a:pt x="92" y="106"/>
                  <a:pt x="92" y="106"/>
                </a:cubicBezTo>
                <a:cubicBezTo>
                  <a:pt x="92" y="106"/>
                  <a:pt x="93" y="104"/>
                  <a:pt x="93" y="104"/>
                </a:cubicBezTo>
                <a:cubicBezTo>
                  <a:pt x="93" y="104"/>
                  <a:pt x="93" y="103"/>
                  <a:pt x="93" y="103"/>
                </a:cubicBezTo>
                <a:cubicBezTo>
                  <a:pt x="93" y="103"/>
                  <a:pt x="92" y="103"/>
                  <a:pt x="92" y="103"/>
                </a:cubicBezTo>
                <a:cubicBezTo>
                  <a:pt x="92" y="103"/>
                  <a:pt x="91" y="102"/>
                  <a:pt x="91" y="102"/>
                </a:cubicBezTo>
                <a:cubicBezTo>
                  <a:pt x="91" y="102"/>
                  <a:pt x="91" y="102"/>
                  <a:pt x="91" y="102"/>
                </a:cubicBezTo>
                <a:cubicBezTo>
                  <a:pt x="91" y="100"/>
                  <a:pt x="91" y="100"/>
                  <a:pt x="91" y="100"/>
                </a:cubicBezTo>
                <a:cubicBezTo>
                  <a:pt x="91" y="100"/>
                  <a:pt x="92" y="99"/>
                  <a:pt x="92" y="99"/>
                </a:cubicBezTo>
                <a:cubicBezTo>
                  <a:pt x="92" y="99"/>
                  <a:pt x="92" y="98"/>
                  <a:pt x="92" y="98"/>
                </a:cubicBezTo>
                <a:cubicBezTo>
                  <a:pt x="92" y="98"/>
                  <a:pt x="91" y="98"/>
                  <a:pt x="91" y="98"/>
                </a:cubicBezTo>
                <a:cubicBezTo>
                  <a:pt x="91" y="98"/>
                  <a:pt x="91" y="97"/>
                  <a:pt x="91" y="97"/>
                </a:cubicBezTo>
                <a:cubicBezTo>
                  <a:pt x="91" y="97"/>
                  <a:pt x="92" y="96"/>
                  <a:pt x="92" y="96"/>
                </a:cubicBezTo>
                <a:cubicBezTo>
                  <a:pt x="92" y="95"/>
                  <a:pt x="92" y="95"/>
                  <a:pt x="92" y="95"/>
                </a:cubicBezTo>
                <a:cubicBezTo>
                  <a:pt x="93" y="95"/>
                  <a:pt x="94" y="95"/>
                  <a:pt x="94" y="95"/>
                </a:cubicBezTo>
                <a:cubicBezTo>
                  <a:pt x="94" y="94"/>
                  <a:pt x="94" y="94"/>
                  <a:pt x="94" y="94"/>
                </a:cubicBezTo>
                <a:cubicBezTo>
                  <a:pt x="94" y="94"/>
                  <a:pt x="94" y="93"/>
                  <a:pt x="94" y="93"/>
                </a:cubicBezTo>
                <a:cubicBezTo>
                  <a:pt x="94" y="92"/>
                  <a:pt x="94" y="92"/>
                  <a:pt x="94" y="92"/>
                </a:cubicBezTo>
                <a:cubicBezTo>
                  <a:pt x="94" y="91"/>
                  <a:pt x="93" y="91"/>
                  <a:pt x="93" y="91"/>
                </a:cubicBezTo>
                <a:cubicBezTo>
                  <a:pt x="92" y="90"/>
                  <a:pt x="92" y="90"/>
                  <a:pt x="92" y="90"/>
                </a:cubicBezTo>
                <a:cubicBezTo>
                  <a:pt x="92" y="88"/>
                  <a:pt x="92" y="88"/>
                  <a:pt x="92" y="88"/>
                </a:cubicBezTo>
                <a:cubicBezTo>
                  <a:pt x="92" y="88"/>
                  <a:pt x="93" y="87"/>
                  <a:pt x="94" y="87"/>
                </a:cubicBezTo>
                <a:cubicBezTo>
                  <a:pt x="94" y="87"/>
                  <a:pt x="94" y="86"/>
                  <a:pt x="94" y="86"/>
                </a:cubicBezTo>
                <a:cubicBezTo>
                  <a:pt x="94" y="86"/>
                  <a:pt x="93" y="85"/>
                  <a:pt x="93" y="85"/>
                </a:cubicBezTo>
                <a:cubicBezTo>
                  <a:pt x="93" y="85"/>
                  <a:pt x="92" y="84"/>
                  <a:pt x="92" y="84"/>
                </a:cubicBezTo>
                <a:cubicBezTo>
                  <a:pt x="92" y="83"/>
                  <a:pt x="92" y="83"/>
                  <a:pt x="92" y="83"/>
                </a:cubicBezTo>
                <a:cubicBezTo>
                  <a:pt x="92" y="83"/>
                  <a:pt x="92" y="83"/>
                  <a:pt x="92" y="83"/>
                </a:cubicBezTo>
                <a:cubicBezTo>
                  <a:pt x="93" y="83"/>
                  <a:pt x="93" y="83"/>
                  <a:pt x="93" y="83"/>
                </a:cubicBezTo>
                <a:cubicBezTo>
                  <a:pt x="93" y="84"/>
                  <a:pt x="93" y="84"/>
                  <a:pt x="93" y="84"/>
                </a:cubicBezTo>
                <a:cubicBezTo>
                  <a:pt x="94" y="85"/>
                  <a:pt x="94" y="85"/>
                  <a:pt x="94" y="85"/>
                </a:cubicBezTo>
                <a:cubicBezTo>
                  <a:pt x="95" y="86"/>
                  <a:pt x="95" y="86"/>
                  <a:pt x="95" y="86"/>
                </a:cubicBezTo>
                <a:cubicBezTo>
                  <a:pt x="98" y="87"/>
                  <a:pt x="98" y="87"/>
                  <a:pt x="98" y="87"/>
                </a:cubicBezTo>
                <a:cubicBezTo>
                  <a:pt x="100" y="90"/>
                  <a:pt x="100" y="90"/>
                  <a:pt x="100" y="90"/>
                </a:cubicBezTo>
                <a:cubicBezTo>
                  <a:pt x="100" y="90"/>
                  <a:pt x="101" y="91"/>
                  <a:pt x="101" y="91"/>
                </a:cubicBezTo>
                <a:cubicBezTo>
                  <a:pt x="101" y="91"/>
                  <a:pt x="102" y="91"/>
                  <a:pt x="102" y="91"/>
                </a:cubicBezTo>
                <a:cubicBezTo>
                  <a:pt x="102" y="92"/>
                  <a:pt x="102" y="92"/>
                  <a:pt x="102" y="92"/>
                </a:cubicBezTo>
                <a:cubicBezTo>
                  <a:pt x="104" y="93"/>
                  <a:pt x="104" y="93"/>
                  <a:pt x="104" y="93"/>
                </a:cubicBezTo>
                <a:cubicBezTo>
                  <a:pt x="104" y="93"/>
                  <a:pt x="104" y="93"/>
                  <a:pt x="104" y="93"/>
                </a:cubicBezTo>
                <a:cubicBezTo>
                  <a:pt x="104" y="93"/>
                  <a:pt x="104" y="94"/>
                  <a:pt x="104" y="94"/>
                </a:cubicBezTo>
                <a:lnTo>
                  <a:pt x="105" y="95"/>
                </a:lnTo>
                <a:close/>
                <a:moveTo>
                  <a:pt x="93" y="83"/>
                </a:moveTo>
                <a:cubicBezTo>
                  <a:pt x="92" y="83"/>
                  <a:pt x="92" y="83"/>
                  <a:pt x="92" y="83"/>
                </a:cubicBezTo>
                <a:cubicBezTo>
                  <a:pt x="92" y="83"/>
                  <a:pt x="92" y="83"/>
                  <a:pt x="92" y="83"/>
                </a:cubicBezTo>
                <a:lnTo>
                  <a:pt x="93" y="83"/>
                </a:lnTo>
                <a:close/>
                <a:moveTo>
                  <a:pt x="77" y="148"/>
                </a:moveTo>
                <a:cubicBezTo>
                  <a:pt x="77" y="148"/>
                  <a:pt x="77" y="148"/>
                  <a:pt x="77" y="148"/>
                </a:cubicBezTo>
                <a:cubicBezTo>
                  <a:pt x="77" y="147"/>
                  <a:pt x="77" y="147"/>
                  <a:pt x="77" y="147"/>
                </a:cubicBezTo>
                <a:cubicBezTo>
                  <a:pt x="76" y="147"/>
                  <a:pt x="76" y="147"/>
                  <a:pt x="76" y="147"/>
                </a:cubicBezTo>
                <a:cubicBezTo>
                  <a:pt x="76" y="147"/>
                  <a:pt x="76" y="147"/>
                  <a:pt x="76" y="147"/>
                </a:cubicBezTo>
                <a:cubicBezTo>
                  <a:pt x="76" y="147"/>
                  <a:pt x="76" y="146"/>
                  <a:pt x="76" y="146"/>
                </a:cubicBezTo>
                <a:cubicBezTo>
                  <a:pt x="76" y="146"/>
                  <a:pt x="76" y="146"/>
                  <a:pt x="76" y="146"/>
                </a:cubicBezTo>
                <a:cubicBezTo>
                  <a:pt x="76" y="146"/>
                  <a:pt x="76" y="146"/>
                  <a:pt x="76" y="146"/>
                </a:cubicBezTo>
                <a:cubicBezTo>
                  <a:pt x="76" y="146"/>
                  <a:pt x="76" y="146"/>
                  <a:pt x="76" y="146"/>
                </a:cubicBezTo>
                <a:cubicBezTo>
                  <a:pt x="76" y="146"/>
                  <a:pt x="76" y="146"/>
                  <a:pt x="76" y="146"/>
                </a:cubicBezTo>
                <a:cubicBezTo>
                  <a:pt x="76" y="147"/>
                  <a:pt x="76" y="147"/>
                  <a:pt x="76" y="147"/>
                </a:cubicBezTo>
                <a:cubicBezTo>
                  <a:pt x="76" y="147"/>
                  <a:pt x="76" y="147"/>
                  <a:pt x="76" y="147"/>
                </a:cubicBezTo>
                <a:cubicBezTo>
                  <a:pt x="76" y="147"/>
                  <a:pt x="76" y="147"/>
                  <a:pt x="76" y="148"/>
                </a:cubicBezTo>
                <a:cubicBezTo>
                  <a:pt x="76" y="148"/>
                  <a:pt x="76" y="148"/>
                  <a:pt x="76" y="148"/>
                </a:cubicBezTo>
                <a:cubicBezTo>
                  <a:pt x="76" y="148"/>
                  <a:pt x="76" y="148"/>
                  <a:pt x="76" y="148"/>
                </a:cubicBezTo>
                <a:cubicBezTo>
                  <a:pt x="76" y="148"/>
                  <a:pt x="77" y="148"/>
                  <a:pt x="77" y="148"/>
                </a:cubicBezTo>
                <a:cubicBezTo>
                  <a:pt x="77" y="148"/>
                  <a:pt x="77" y="148"/>
                  <a:pt x="77" y="148"/>
                </a:cubicBezTo>
                <a:close/>
                <a:moveTo>
                  <a:pt x="78" y="147"/>
                </a:moveTo>
                <a:cubicBezTo>
                  <a:pt x="78" y="147"/>
                  <a:pt x="78" y="147"/>
                  <a:pt x="78" y="147"/>
                </a:cubicBezTo>
                <a:cubicBezTo>
                  <a:pt x="78" y="147"/>
                  <a:pt x="78" y="147"/>
                  <a:pt x="78" y="147"/>
                </a:cubicBezTo>
                <a:cubicBezTo>
                  <a:pt x="78" y="146"/>
                  <a:pt x="77" y="146"/>
                  <a:pt x="77" y="146"/>
                </a:cubicBezTo>
                <a:cubicBezTo>
                  <a:pt x="77" y="146"/>
                  <a:pt x="77" y="146"/>
                  <a:pt x="77" y="146"/>
                </a:cubicBezTo>
                <a:cubicBezTo>
                  <a:pt x="77" y="146"/>
                  <a:pt x="77" y="146"/>
                  <a:pt x="77" y="146"/>
                </a:cubicBezTo>
                <a:cubicBezTo>
                  <a:pt x="77" y="146"/>
                  <a:pt x="76" y="146"/>
                  <a:pt x="76" y="145"/>
                </a:cubicBezTo>
                <a:cubicBezTo>
                  <a:pt x="76" y="145"/>
                  <a:pt x="76" y="145"/>
                  <a:pt x="76" y="145"/>
                </a:cubicBezTo>
                <a:cubicBezTo>
                  <a:pt x="76" y="145"/>
                  <a:pt x="76" y="145"/>
                  <a:pt x="76" y="145"/>
                </a:cubicBezTo>
                <a:cubicBezTo>
                  <a:pt x="76" y="145"/>
                  <a:pt x="76" y="145"/>
                  <a:pt x="76" y="145"/>
                </a:cubicBezTo>
                <a:cubicBezTo>
                  <a:pt x="76" y="145"/>
                  <a:pt x="76" y="145"/>
                  <a:pt x="76" y="145"/>
                </a:cubicBezTo>
                <a:cubicBezTo>
                  <a:pt x="76" y="145"/>
                  <a:pt x="76" y="145"/>
                  <a:pt x="77" y="145"/>
                </a:cubicBezTo>
                <a:cubicBezTo>
                  <a:pt x="77" y="145"/>
                  <a:pt x="77" y="145"/>
                  <a:pt x="77" y="145"/>
                </a:cubicBezTo>
                <a:cubicBezTo>
                  <a:pt x="77" y="145"/>
                  <a:pt x="77" y="145"/>
                  <a:pt x="77" y="145"/>
                </a:cubicBezTo>
                <a:cubicBezTo>
                  <a:pt x="77" y="145"/>
                  <a:pt x="77" y="145"/>
                  <a:pt x="77" y="145"/>
                </a:cubicBezTo>
                <a:cubicBezTo>
                  <a:pt x="77" y="145"/>
                  <a:pt x="77" y="145"/>
                  <a:pt x="77" y="145"/>
                </a:cubicBezTo>
                <a:cubicBezTo>
                  <a:pt x="77" y="145"/>
                  <a:pt x="77" y="145"/>
                  <a:pt x="77" y="145"/>
                </a:cubicBezTo>
                <a:cubicBezTo>
                  <a:pt x="77" y="145"/>
                  <a:pt x="77" y="145"/>
                  <a:pt x="77" y="145"/>
                </a:cubicBezTo>
                <a:cubicBezTo>
                  <a:pt x="77" y="145"/>
                  <a:pt x="78" y="145"/>
                  <a:pt x="78" y="145"/>
                </a:cubicBezTo>
                <a:cubicBezTo>
                  <a:pt x="78" y="145"/>
                  <a:pt x="78" y="145"/>
                  <a:pt x="78" y="145"/>
                </a:cubicBezTo>
                <a:cubicBezTo>
                  <a:pt x="78" y="145"/>
                  <a:pt x="78" y="146"/>
                  <a:pt x="78" y="146"/>
                </a:cubicBezTo>
                <a:cubicBezTo>
                  <a:pt x="79" y="146"/>
                  <a:pt x="79" y="146"/>
                  <a:pt x="79" y="146"/>
                </a:cubicBezTo>
                <a:cubicBezTo>
                  <a:pt x="79" y="146"/>
                  <a:pt x="79" y="146"/>
                  <a:pt x="79" y="146"/>
                </a:cubicBezTo>
                <a:cubicBezTo>
                  <a:pt x="79" y="146"/>
                  <a:pt x="79" y="146"/>
                  <a:pt x="79" y="146"/>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8" y="147"/>
                </a:cubicBezTo>
                <a:cubicBezTo>
                  <a:pt x="78" y="147"/>
                  <a:pt x="78" y="147"/>
                  <a:pt x="78" y="147"/>
                </a:cubicBezTo>
                <a:cubicBezTo>
                  <a:pt x="78" y="147"/>
                  <a:pt x="78" y="147"/>
                  <a:pt x="78" y="147"/>
                </a:cubicBezTo>
                <a:close/>
                <a:moveTo>
                  <a:pt x="84" y="146"/>
                </a:moveTo>
                <a:cubicBezTo>
                  <a:pt x="84" y="146"/>
                  <a:pt x="84" y="146"/>
                  <a:pt x="84" y="146"/>
                </a:cubicBezTo>
                <a:cubicBezTo>
                  <a:pt x="84" y="146"/>
                  <a:pt x="84" y="145"/>
                  <a:pt x="84" y="145"/>
                </a:cubicBezTo>
                <a:cubicBezTo>
                  <a:pt x="84" y="145"/>
                  <a:pt x="85" y="145"/>
                  <a:pt x="85" y="145"/>
                </a:cubicBezTo>
                <a:cubicBezTo>
                  <a:pt x="85" y="145"/>
                  <a:pt x="85" y="145"/>
                  <a:pt x="85" y="145"/>
                </a:cubicBezTo>
                <a:cubicBezTo>
                  <a:pt x="85" y="145"/>
                  <a:pt x="85" y="145"/>
                  <a:pt x="85" y="145"/>
                </a:cubicBezTo>
                <a:cubicBezTo>
                  <a:pt x="86" y="145"/>
                  <a:pt x="86" y="145"/>
                  <a:pt x="86" y="145"/>
                </a:cubicBezTo>
                <a:cubicBezTo>
                  <a:pt x="86" y="145"/>
                  <a:pt x="86" y="145"/>
                  <a:pt x="86" y="145"/>
                </a:cubicBezTo>
                <a:cubicBezTo>
                  <a:pt x="86" y="146"/>
                  <a:pt x="86" y="146"/>
                  <a:pt x="86" y="146"/>
                </a:cubicBezTo>
                <a:cubicBezTo>
                  <a:pt x="86" y="146"/>
                  <a:pt x="86" y="146"/>
                  <a:pt x="86" y="146"/>
                </a:cubicBezTo>
                <a:cubicBezTo>
                  <a:pt x="86" y="146"/>
                  <a:pt x="86" y="146"/>
                  <a:pt x="86" y="146"/>
                </a:cubicBezTo>
                <a:cubicBezTo>
                  <a:pt x="86" y="146"/>
                  <a:pt x="86" y="146"/>
                  <a:pt x="86" y="146"/>
                </a:cubicBezTo>
                <a:cubicBezTo>
                  <a:pt x="86" y="146"/>
                  <a:pt x="86" y="146"/>
                  <a:pt x="86" y="146"/>
                </a:cubicBezTo>
                <a:cubicBezTo>
                  <a:pt x="86" y="146"/>
                  <a:pt x="86" y="146"/>
                  <a:pt x="86" y="146"/>
                </a:cubicBezTo>
                <a:cubicBezTo>
                  <a:pt x="86" y="146"/>
                  <a:pt x="85" y="146"/>
                  <a:pt x="85" y="146"/>
                </a:cubicBezTo>
                <a:cubicBezTo>
                  <a:pt x="85" y="146"/>
                  <a:pt x="85" y="146"/>
                  <a:pt x="85" y="146"/>
                </a:cubicBezTo>
                <a:cubicBezTo>
                  <a:pt x="85" y="146"/>
                  <a:pt x="85" y="146"/>
                  <a:pt x="85" y="146"/>
                </a:cubicBezTo>
                <a:cubicBezTo>
                  <a:pt x="85" y="146"/>
                  <a:pt x="85" y="146"/>
                  <a:pt x="85" y="146"/>
                </a:cubicBezTo>
                <a:cubicBezTo>
                  <a:pt x="85" y="146"/>
                  <a:pt x="84" y="146"/>
                  <a:pt x="84" y="146"/>
                </a:cubicBezTo>
                <a:cubicBezTo>
                  <a:pt x="84" y="146"/>
                  <a:pt x="84" y="146"/>
                  <a:pt x="84" y="146"/>
                </a:cubicBezTo>
                <a:cubicBezTo>
                  <a:pt x="84" y="146"/>
                  <a:pt x="84" y="146"/>
                  <a:pt x="84" y="146"/>
                </a:cubicBezTo>
                <a:close/>
                <a:moveTo>
                  <a:pt x="89" y="146"/>
                </a:moveTo>
                <a:cubicBezTo>
                  <a:pt x="89" y="146"/>
                  <a:pt x="89" y="146"/>
                  <a:pt x="89" y="146"/>
                </a:cubicBezTo>
                <a:cubicBezTo>
                  <a:pt x="89" y="146"/>
                  <a:pt x="89" y="146"/>
                  <a:pt x="89" y="146"/>
                </a:cubicBezTo>
                <a:cubicBezTo>
                  <a:pt x="89" y="145"/>
                  <a:pt x="89" y="145"/>
                  <a:pt x="89" y="145"/>
                </a:cubicBezTo>
                <a:cubicBezTo>
                  <a:pt x="89" y="145"/>
                  <a:pt x="89" y="145"/>
                  <a:pt x="89" y="145"/>
                </a:cubicBezTo>
                <a:cubicBezTo>
                  <a:pt x="89" y="145"/>
                  <a:pt x="89" y="145"/>
                  <a:pt x="89" y="145"/>
                </a:cubicBezTo>
                <a:cubicBezTo>
                  <a:pt x="89" y="145"/>
                  <a:pt x="89" y="145"/>
                  <a:pt x="89" y="145"/>
                </a:cubicBezTo>
                <a:cubicBezTo>
                  <a:pt x="89" y="145"/>
                  <a:pt x="89" y="145"/>
                  <a:pt x="89" y="145"/>
                </a:cubicBezTo>
                <a:cubicBezTo>
                  <a:pt x="89" y="145"/>
                  <a:pt x="89" y="145"/>
                  <a:pt x="89" y="145"/>
                </a:cubicBezTo>
                <a:cubicBezTo>
                  <a:pt x="89" y="145"/>
                  <a:pt x="89" y="146"/>
                  <a:pt x="89" y="146"/>
                </a:cubicBezTo>
                <a:cubicBezTo>
                  <a:pt x="89" y="146"/>
                  <a:pt x="89" y="146"/>
                  <a:pt x="89" y="146"/>
                </a:cubicBezTo>
                <a:cubicBezTo>
                  <a:pt x="89" y="146"/>
                  <a:pt x="89" y="146"/>
                  <a:pt x="89" y="146"/>
                </a:cubicBezTo>
                <a:close/>
                <a:moveTo>
                  <a:pt x="97" y="139"/>
                </a:moveTo>
                <a:cubicBezTo>
                  <a:pt x="97" y="139"/>
                  <a:pt x="97" y="139"/>
                  <a:pt x="97" y="139"/>
                </a:cubicBezTo>
                <a:cubicBezTo>
                  <a:pt x="97" y="139"/>
                  <a:pt x="97" y="139"/>
                  <a:pt x="97" y="139"/>
                </a:cubicBezTo>
                <a:cubicBezTo>
                  <a:pt x="97" y="139"/>
                  <a:pt x="97" y="139"/>
                  <a:pt x="97" y="139"/>
                </a:cubicBezTo>
                <a:cubicBezTo>
                  <a:pt x="97" y="139"/>
                  <a:pt x="97" y="139"/>
                  <a:pt x="96" y="139"/>
                </a:cubicBezTo>
                <a:cubicBezTo>
                  <a:pt x="96" y="139"/>
                  <a:pt x="96" y="139"/>
                  <a:pt x="96" y="139"/>
                </a:cubicBezTo>
                <a:cubicBezTo>
                  <a:pt x="96" y="139"/>
                  <a:pt x="96" y="139"/>
                  <a:pt x="96" y="139"/>
                </a:cubicBezTo>
                <a:cubicBezTo>
                  <a:pt x="96" y="139"/>
                  <a:pt x="96" y="139"/>
                  <a:pt x="96" y="139"/>
                </a:cubicBezTo>
                <a:cubicBezTo>
                  <a:pt x="97" y="139"/>
                  <a:pt x="97" y="139"/>
                  <a:pt x="97" y="139"/>
                </a:cubicBezTo>
                <a:cubicBezTo>
                  <a:pt x="97" y="139"/>
                  <a:pt x="97" y="139"/>
                  <a:pt x="97" y="139"/>
                </a:cubicBezTo>
                <a:cubicBezTo>
                  <a:pt x="97" y="139"/>
                  <a:pt x="97" y="139"/>
                  <a:pt x="97" y="139"/>
                </a:cubicBezTo>
                <a:close/>
                <a:moveTo>
                  <a:pt x="97" y="140"/>
                </a:moveTo>
                <a:cubicBezTo>
                  <a:pt x="97" y="140"/>
                  <a:pt x="97" y="140"/>
                  <a:pt x="97" y="140"/>
                </a:cubicBezTo>
                <a:cubicBezTo>
                  <a:pt x="97" y="140"/>
                  <a:pt x="97" y="140"/>
                  <a:pt x="97" y="140"/>
                </a:cubicBezTo>
                <a:cubicBezTo>
                  <a:pt x="97" y="140"/>
                  <a:pt x="97" y="140"/>
                  <a:pt x="97" y="140"/>
                </a:cubicBezTo>
                <a:cubicBezTo>
                  <a:pt x="97" y="140"/>
                  <a:pt x="97" y="140"/>
                  <a:pt x="97" y="140"/>
                </a:cubicBezTo>
                <a:cubicBezTo>
                  <a:pt x="97" y="140"/>
                  <a:pt x="97" y="140"/>
                  <a:pt x="96" y="140"/>
                </a:cubicBezTo>
                <a:cubicBezTo>
                  <a:pt x="96" y="139"/>
                  <a:pt x="96" y="139"/>
                  <a:pt x="96" y="139"/>
                </a:cubicBezTo>
                <a:cubicBezTo>
                  <a:pt x="96" y="140"/>
                  <a:pt x="96" y="140"/>
                  <a:pt x="96" y="140"/>
                </a:cubicBezTo>
                <a:cubicBezTo>
                  <a:pt x="96" y="140"/>
                  <a:pt x="96" y="140"/>
                  <a:pt x="96" y="140"/>
                </a:cubicBezTo>
                <a:cubicBezTo>
                  <a:pt x="96" y="140"/>
                  <a:pt x="96" y="140"/>
                  <a:pt x="96" y="140"/>
                </a:cubicBezTo>
                <a:cubicBezTo>
                  <a:pt x="97" y="140"/>
                  <a:pt x="97" y="140"/>
                  <a:pt x="97" y="140"/>
                </a:cubicBezTo>
                <a:cubicBezTo>
                  <a:pt x="97" y="140"/>
                  <a:pt x="97" y="140"/>
                  <a:pt x="97" y="140"/>
                </a:cubicBezTo>
                <a:cubicBezTo>
                  <a:pt x="97" y="140"/>
                  <a:pt x="97" y="140"/>
                  <a:pt x="97" y="140"/>
                </a:cubicBezTo>
                <a:close/>
                <a:moveTo>
                  <a:pt x="139" y="141"/>
                </a:moveTo>
                <a:cubicBezTo>
                  <a:pt x="135" y="140"/>
                  <a:pt x="135" y="140"/>
                  <a:pt x="135" y="140"/>
                </a:cubicBezTo>
                <a:cubicBezTo>
                  <a:pt x="133" y="140"/>
                  <a:pt x="133" y="140"/>
                  <a:pt x="133" y="140"/>
                </a:cubicBezTo>
                <a:cubicBezTo>
                  <a:pt x="132" y="139"/>
                  <a:pt x="132" y="139"/>
                  <a:pt x="132" y="139"/>
                </a:cubicBezTo>
                <a:cubicBezTo>
                  <a:pt x="131" y="136"/>
                  <a:pt x="131" y="136"/>
                  <a:pt x="131" y="136"/>
                </a:cubicBezTo>
                <a:cubicBezTo>
                  <a:pt x="123" y="130"/>
                  <a:pt x="123" y="130"/>
                  <a:pt x="123" y="130"/>
                </a:cubicBezTo>
                <a:cubicBezTo>
                  <a:pt x="123" y="130"/>
                  <a:pt x="123" y="130"/>
                  <a:pt x="123" y="130"/>
                </a:cubicBezTo>
                <a:cubicBezTo>
                  <a:pt x="122" y="130"/>
                  <a:pt x="122" y="130"/>
                  <a:pt x="122" y="130"/>
                </a:cubicBezTo>
                <a:cubicBezTo>
                  <a:pt x="121" y="129"/>
                  <a:pt x="121" y="129"/>
                  <a:pt x="121" y="129"/>
                </a:cubicBezTo>
                <a:cubicBezTo>
                  <a:pt x="120" y="129"/>
                  <a:pt x="120" y="129"/>
                  <a:pt x="120" y="129"/>
                </a:cubicBezTo>
                <a:cubicBezTo>
                  <a:pt x="120" y="129"/>
                  <a:pt x="120" y="128"/>
                  <a:pt x="120" y="128"/>
                </a:cubicBezTo>
                <a:cubicBezTo>
                  <a:pt x="120" y="128"/>
                  <a:pt x="119" y="129"/>
                  <a:pt x="119" y="129"/>
                </a:cubicBezTo>
                <a:cubicBezTo>
                  <a:pt x="119" y="129"/>
                  <a:pt x="119" y="129"/>
                  <a:pt x="119" y="129"/>
                </a:cubicBezTo>
                <a:cubicBezTo>
                  <a:pt x="119" y="128"/>
                  <a:pt x="119" y="128"/>
                  <a:pt x="119" y="128"/>
                </a:cubicBezTo>
                <a:cubicBezTo>
                  <a:pt x="113" y="124"/>
                  <a:pt x="113" y="124"/>
                  <a:pt x="113" y="124"/>
                </a:cubicBezTo>
                <a:cubicBezTo>
                  <a:pt x="112" y="123"/>
                  <a:pt x="112" y="123"/>
                  <a:pt x="112" y="123"/>
                </a:cubicBezTo>
                <a:cubicBezTo>
                  <a:pt x="111" y="123"/>
                  <a:pt x="111" y="123"/>
                  <a:pt x="111" y="123"/>
                </a:cubicBezTo>
                <a:cubicBezTo>
                  <a:pt x="111" y="123"/>
                  <a:pt x="110" y="123"/>
                  <a:pt x="110" y="123"/>
                </a:cubicBezTo>
                <a:cubicBezTo>
                  <a:pt x="110" y="123"/>
                  <a:pt x="110" y="122"/>
                  <a:pt x="110" y="122"/>
                </a:cubicBezTo>
                <a:cubicBezTo>
                  <a:pt x="109" y="123"/>
                  <a:pt x="109" y="123"/>
                  <a:pt x="109" y="123"/>
                </a:cubicBezTo>
                <a:cubicBezTo>
                  <a:pt x="109" y="123"/>
                  <a:pt x="109" y="122"/>
                  <a:pt x="108" y="122"/>
                </a:cubicBezTo>
                <a:cubicBezTo>
                  <a:pt x="108" y="122"/>
                  <a:pt x="108" y="122"/>
                  <a:pt x="108" y="122"/>
                </a:cubicBezTo>
                <a:cubicBezTo>
                  <a:pt x="108" y="122"/>
                  <a:pt x="107" y="122"/>
                  <a:pt x="107" y="122"/>
                </a:cubicBezTo>
                <a:cubicBezTo>
                  <a:pt x="107" y="121"/>
                  <a:pt x="107" y="121"/>
                  <a:pt x="107" y="121"/>
                </a:cubicBezTo>
                <a:cubicBezTo>
                  <a:pt x="104" y="121"/>
                  <a:pt x="104" y="121"/>
                  <a:pt x="104" y="121"/>
                </a:cubicBezTo>
                <a:cubicBezTo>
                  <a:pt x="104" y="121"/>
                  <a:pt x="104" y="121"/>
                  <a:pt x="103" y="120"/>
                </a:cubicBezTo>
                <a:cubicBezTo>
                  <a:pt x="103" y="120"/>
                  <a:pt x="103" y="120"/>
                  <a:pt x="103" y="120"/>
                </a:cubicBezTo>
                <a:cubicBezTo>
                  <a:pt x="103" y="120"/>
                  <a:pt x="103" y="119"/>
                  <a:pt x="103" y="119"/>
                </a:cubicBezTo>
                <a:cubicBezTo>
                  <a:pt x="103" y="119"/>
                  <a:pt x="102" y="119"/>
                  <a:pt x="102" y="119"/>
                </a:cubicBezTo>
                <a:cubicBezTo>
                  <a:pt x="102" y="119"/>
                  <a:pt x="102" y="119"/>
                  <a:pt x="102" y="119"/>
                </a:cubicBezTo>
                <a:cubicBezTo>
                  <a:pt x="101" y="119"/>
                  <a:pt x="101" y="120"/>
                  <a:pt x="101" y="120"/>
                </a:cubicBezTo>
                <a:cubicBezTo>
                  <a:pt x="101" y="120"/>
                  <a:pt x="101" y="119"/>
                  <a:pt x="100" y="119"/>
                </a:cubicBezTo>
                <a:cubicBezTo>
                  <a:pt x="100" y="119"/>
                  <a:pt x="99" y="119"/>
                  <a:pt x="99" y="119"/>
                </a:cubicBezTo>
                <a:cubicBezTo>
                  <a:pt x="99" y="119"/>
                  <a:pt x="99" y="119"/>
                  <a:pt x="99" y="119"/>
                </a:cubicBezTo>
                <a:cubicBezTo>
                  <a:pt x="99" y="119"/>
                  <a:pt x="98" y="119"/>
                  <a:pt x="98" y="119"/>
                </a:cubicBezTo>
                <a:cubicBezTo>
                  <a:pt x="97" y="119"/>
                  <a:pt x="97" y="119"/>
                  <a:pt x="97" y="119"/>
                </a:cubicBezTo>
                <a:cubicBezTo>
                  <a:pt x="96" y="119"/>
                  <a:pt x="96" y="119"/>
                  <a:pt x="96" y="119"/>
                </a:cubicBezTo>
                <a:cubicBezTo>
                  <a:pt x="80" y="123"/>
                  <a:pt x="80" y="123"/>
                  <a:pt x="80" y="123"/>
                </a:cubicBezTo>
                <a:cubicBezTo>
                  <a:pt x="55" y="122"/>
                  <a:pt x="55" y="122"/>
                  <a:pt x="55" y="122"/>
                </a:cubicBezTo>
                <a:cubicBezTo>
                  <a:pt x="55" y="126"/>
                  <a:pt x="55" y="126"/>
                  <a:pt x="55" y="126"/>
                </a:cubicBezTo>
                <a:cubicBezTo>
                  <a:pt x="77" y="151"/>
                  <a:pt x="77" y="151"/>
                  <a:pt x="77" y="151"/>
                </a:cubicBezTo>
                <a:cubicBezTo>
                  <a:pt x="77" y="151"/>
                  <a:pt x="77" y="151"/>
                  <a:pt x="77" y="151"/>
                </a:cubicBezTo>
                <a:cubicBezTo>
                  <a:pt x="77" y="150"/>
                  <a:pt x="77" y="150"/>
                  <a:pt x="77" y="150"/>
                </a:cubicBezTo>
                <a:cubicBezTo>
                  <a:pt x="77" y="149"/>
                  <a:pt x="77" y="149"/>
                  <a:pt x="76" y="149"/>
                </a:cubicBezTo>
                <a:cubicBezTo>
                  <a:pt x="76" y="149"/>
                  <a:pt x="76" y="149"/>
                  <a:pt x="76" y="149"/>
                </a:cubicBezTo>
                <a:cubicBezTo>
                  <a:pt x="76" y="148"/>
                  <a:pt x="76" y="148"/>
                  <a:pt x="76" y="148"/>
                </a:cubicBezTo>
                <a:cubicBezTo>
                  <a:pt x="76" y="148"/>
                  <a:pt x="76" y="147"/>
                  <a:pt x="76" y="147"/>
                </a:cubicBezTo>
                <a:cubicBezTo>
                  <a:pt x="76" y="147"/>
                  <a:pt x="76" y="147"/>
                  <a:pt x="75" y="147"/>
                </a:cubicBezTo>
                <a:cubicBezTo>
                  <a:pt x="75" y="147"/>
                  <a:pt x="75" y="146"/>
                  <a:pt x="75" y="146"/>
                </a:cubicBezTo>
                <a:cubicBezTo>
                  <a:pt x="75" y="146"/>
                  <a:pt x="75" y="146"/>
                  <a:pt x="75" y="146"/>
                </a:cubicBezTo>
                <a:cubicBezTo>
                  <a:pt x="75" y="144"/>
                  <a:pt x="74" y="143"/>
                  <a:pt x="74" y="142"/>
                </a:cubicBezTo>
                <a:cubicBezTo>
                  <a:pt x="73" y="142"/>
                  <a:pt x="73" y="141"/>
                  <a:pt x="73" y="141"/>
                </a:cubicBezTo>
                <a:cubicBezTo>
                  <a:pt x="74" y="141"/>
                  <a:pt x="74" y="141"/>
                  <a:pt x="74" y="142"/>
                </a:cubicBezTo>
                <a:cubicBezTo>
                  <a:pt x="74" y="142"/>
                  <a:pt x="74" y="142"/>
                  <a:pt x="74" y="142"/>
                </a:cubicBezTo>
                <a:cubicBezTo>
                  <a:pt x="74" y="141"/>
                  <a:pt x="74" y="141"/>
                  <a:pt x="73" y="140"/>
                </a:cubicBezTo>
                <a:cubicBezTo>
                  <a:pt x="73" y="140"/>
                  <a:pt x="73" y="140"/>
                  <a:pt x="73" y="140"/>
                </a:cubicBezTo>
                <a:cubicBezTo>
                  <a:pt x="73" y="140"/>
                  <a:pt x="73" y="140"/>
                  <a:pt x="73" y="140"/>
                </a:cubicBezTo>
                <a:cubicBezTo>
                  <a:pt x="73" y="140"/>
                  <a:pt x="73" y="140"/>
                  <a:pt x="73" y="140"/>
                </a:cubicBezTo>
                <a:cubicBezTo>
                  <a:pt x="72" y="140"/>
                  <a:pt x="71" y="139"/>
                  <a:pt x="71" y="139"/>
                </a:cubicBezTo>
                <a:cubicBezTo>
                  <a:pt x="71" y="139"/>
                  <a:pt x="70" y="138"/>
                  <a:pt x="70" y="137"/>
                </a:cubicBezTo>
                <a:cubicBezTo>
                  <a:pt x="70" y="137"/>
                  <a:pt x="70" y="137"/>
                  <a:pt x="71" y="137"/>
                </a:cubicBezTo>
                <a:cubicBezTo>
                  <a:pt x="71" y="137"/>
                  <a:pt x="71" y="137"/>
                  <a:pt x="71" y="137"/>
                </a:cubicBezTo>
                <a:cubicBezTo>
                  <a:pt x="72" y="137"/>
                  <a:pt x="72" y="137"/>
                  <a:pt x="72" y="137"/>
                </a:cubicBezTo>
                <a:cubicBezTo>
                  <a:pt x="72" y="136"/>
                  <a:pt x="71" y="136"/>
                  <a:pt x="71" y="136"/>
                </a:cubicBezTo>
                <a:cubicBezTo>
                  <a:pt x="71" y="136"/>
                  <a:pt x="71" y="135"/>
                  <a:pt x="71" y="135"/>
                </a:cubicBezTo>
                <a:cubicBezTo>
                  <a:pt x="71" y="135"/>
                  <a:pt x="70" y="135"/>
                  <a:pt x="70" y="135"/>
                </a:cubicBezTo>
                <a:cubicBezTo>
                  <a:pt x="70" y="135"/>
                  <a:pt x="70" y="134"/>
                  <a:pt x="70" y="134"/>
                </a:cubicBezTo>
                <a:cubicBezTo>
                  <a:pt x="70" y="134"/>
                  <a:pt x="69" y="133"/>
                  <a:pt x="69" y="133"/>
                </a:cubicBezTo>
                <a:cubicBezTo>
                  <a:pt x="70" y="133"/>
                  <a:pt x="70" y="134"/>
                  <a:pt x="71" y="134"/>
                </a:cubicBezTo>
                <a:cubicBezTo>
                  <a:pt x="71" y="135"/>
                  <a:pt x="71" y="135"/>
                  <a:pt x="71" y="135"/>
                </a:cubicBezTo>
                <a:cubicBezTo>
                  <a:pt x="71" y="135"/>
                  <a:pt x="72" y="135"/>
                  <a:pt x="72" y="136"/>
                </a:cubicBezTo>
                <a:cubicBezTo>
                  <a:pt x="72" y="136"/>
                  <a:pt x="72" y="136"/>
                  <a:pt x="72" y="136"/>
                </a:cubicBezTo>
                <a:cubicBezTo>
                  <a:pt x="72" y="136"/>
                  <a:pt x="72" y="137"/>
                  <a:pt x="72" y="137"/>
                </a:cubicBezTo>
                <a:cubicBezTo>
                  <a:pt x="72" y="137"/>
                  <a:pt x="72" y="137"/>
                  <a:pt x="72" y="137"/>
                </a:cubicBezTo>
                <a:cubicBezTo>
                  <a:pt x="71" y="138"/>
                  <a:pt x="71" y="137"/>
                  <a:pt x="71" y="138"/>
                </a:cubicBezTo>
                <a:cubicBezTo>
                  <a:pt x="71" y="138"/>
                  <a:pt x="71" y="138"/>
                  <a:pt x="71" y="138"/>
                </a:cubicBezTo>
                <a:cubicBezTo>
                  <a:pt x="71" y="138"/>
                  <a:pt x="71" y="138"/>
                  <a:pt x="71" y="138"/>
                </a:cubicBezTo>
                <a:cubicBezTo>
                  <a:pt x="71" y="138"/>
                  <a:pt x="71" y="139"/>
                  <a:pt x="72" y="139"/>
                </a:cubicBezTo>
                <a:cubicBezTo>
                  <a:pt x="72" y="139"/>
                  <a:pt x="72" y="139"/>
                  <a:pt x="73" y="139"/>
                </a:cubicBezTo>
                <a:cubicBezTo>
                  <a:pt x="73" y="139"/>
                  <a:pt x="73" y="139"/>
                  <a:pt x="73" y="139"/>
                </a:cubicBezTo>
                <a:cubicBezTo>
                  <a:pt x="73" y="139"/>
                  <a:pt x="73" y="139"/>
                  <a:pt x="73" y="139"/>
                </a:cubicBezTo>
                <a:cubicBezTo>
                  <a:pt x="74" y="140"/>
                  <a:pt x="74" y="140"/>
                  <a:pt x="74" y="141"/>
                </a:cubicBezTo>
                <a:cubicBezTo>
                  <a:pt x="74" y="142"/>
                  <a:pt x="75" y="142"/>
                  <a:pt x="75" y="142"/>
                </a:cubicBezTo>
                <a:cubicBezTo>
                  <a:pt x="76" y="143"/>
                  <a:pt x="76" y="143"/>
                  <a:pt x="77" y="144"/>
                </a:cubicBezTo>
                <a:cubicBezTo>
                  <a:pt x="77" y="144"/>
                  <a:pt x="77" y="144"/>
                  <a:pt x="78" y="144"/>
                </a:cubicBezTo>
                <a:cubicBezTo>
                  <a:pt x="78" y="144"/>
                  <a:pt x="79" y="144"/>
                  <a:pt x="79" y="144"/>
                </a:cubicBezTo>
                <a:cubicBezTo>
                  <a:pt x="79" y="144"/>
                  <a:pt x="79" y="144"/>
                  <a:pt x="79" y="145"/>
                </a:cubicBezTo>
                <a:cubicBezTo>
                  <a:pt x="79" y="145"/>
                  <a:pt x="79" y="145"/>
                  <a:pt x="80" y="145"/>
                </a:cubicBezTo>
                <a:cubicBezTo>
                  <a:pt x="80" y="145"/>
                  <a:pt x="80" y="145"/>
                  <a:pt x="80" y="145"/>
                </a:cubicBezTo>
                <a:cubicBezTo>
                  <a:pt x="80" y="145"/>
                  <a:pt x="80" y="145"/>
                  <a:pt x="80" y="145"/>
                </a:cubicBezTo>
                <a:cubicBezTo>
                  <a:pt x="80" y="145"/>
                  <a:pt x="80" y="145"/>
                  <a:pt x="80" y="145"/>
                </a:cubicBezTo>
                <a:cubicBezTo>
                  <a:pt x="80" y="145"/>
                  <a:pt x="81" y="145"/>
                  <a:pt x="81" y="145"/>
                </a:cubicBezTo>
                <a:cubicBezTo>
                  <a:pt x="81" y="145"/>
                  <a:pt x="81" y="145"/>
                  <a:pt x="81" y="145"/>
                </a:cubicBezTo>
                <a:cubicBezTo>
                  <a:pt x="81" y="145"/>
                  <a:pt x="81" y="145"/>
                  <a:pt x="81" y="145"/>
                </a:cubicBezTo>
                <a:cubicBezTo>
                  <a:pt x="82" y="145"/>
                  <a:pt x="82" y="145"/>
                  <a:pt x="82" y="145"/>
                </a:cubicBezTo>
                <a:cubicBezTo>
                  <a:pt x="82" y="145"/>
                  <a:pt x="81" y="145"/>
                  <a:pt x="82" y="145"/>
                </a:cubicBezTo>
                <a:cubicBezTo>
                  <a:pt x="82" y="145"/>
                  <a:pt x="82" y="145"/>
                  <a:pt x="82" y="145"/>
                </a:cubicBezTo>
                <a:cubicBezTo>
                  <a:pt x="82" y="145"/>
                  <a:pt x="82" y="145"/>
                  <a:pt x="82" y="146"/>
                </a:cubicBezTo>
                <a:cubicBezTo>
                  <a:pt x="82" y="146"/>
                  <a:pt x="83" y="146"/>
                  <a:pt x="83" y="146"/>
                </a:cubicBezTo>
                <a:cubicBezTo>
                  <a:pt x="83" y="146"/>
                  <a:pt x="83" y="146"/>
                  <a:pt x="83" y="146"/>
                </a:cubicBezTo>
                <a:cubicBezTo>
                  <a:pt x="83" y="146"/>
                  <a:pt x="83" y="146"/>
                  <a:pt x="83" y="146"/>
                </a:cubicBezTo>
                <a:cubicBezTo>
                  <a:pt x="83" y="146"/>
                  <a:pt x="84" y="146"/>
                  <a:pt x="84" y="146"/>
                </a:cubicBezTo>
                <a:cubicBezTo>
                  <a:pt x="84" y="146"/>
                  <a:pt x="84" y="146"/>
                  <a:pt x="84" y="146"/>
                </a:cubicBezTo>
                <a:cubicBezTo>
                  <a:pt x="84" y="145"/>
                  <a:pt x="84" y="145"/>
                  <a:pt x="84" y="145"/>
                </a:cubicBezTo>
                <a:cubicBezTo>
                  <a:pt x="84" y="145"/>
                  <a:pt x="84" y="145"/>
                  <a:pt x="84" y="145"/>
                </a:cubicBezTo>
                <a:cubicBezTo>
                  <a:pt x="84" y="145"/>
                  <a:pt x="84" y="145"/>
                  <a:pt x="84" y="144"/>
                </a:cubicBezTo>
                <a:cubicBezTo>
                  <a:pt x="84" y="144"/>
                  <a:pt x="83" y="144"/>
                  <a:pt x="83" y="144"/>
                </a:cubicBezTo>
                <a:cubicBezTo>
                  <a:pt x="83" y="143"/>
                  <a:pt x="83" y="143"/>
                  <a:pt x="83" y="143"/>
                </a:cubicBezTo>
                <a:cubicBezTo>
                  <a:pt x="83" y="143"/>
                  <a:pt x="83" y="143"/>
                  <a:pt x="83" y="142"/>
                </a:cubicBezTo>
                <a:cubicBezTo>
                  <a:pt x="83" y="142"/>
                  <a:pt x="82" y="142"/>
                  <a:pt x="82" y="142"/>
                </a:cubicBezTo>
                <a:cubicBezTo>
                  <a:pt x="82" y="142"/>
                  <a:pt x="83" y="142"/>
                  <a:pt x="82" y="142"/>
                </a:cubicBezTo>
                <a:cubicBezTo>
                  <a:pt x="82" y="141"/>
                  <a:pt x="82" y="141"/>
                  <a:pt x="82" y="141"/>
                </a:cubicBezTo>
                <a:cubicBezTo>
                  <a:pt x="82" y="141"/>
                  <a:pt x="82" y="141"/>
                  <a:pt x="81" y="141"/>
                </a:cubicBezTo>
                <a:cubicBezTo>
                  <a:pt x="81" y="141"/>
                  <a:pt x="81" y="141"/>
                  <a:pt x="81" y="141"/>
                </a:cubicBezTo>
                <a:cubicBezTo>
                  <a:pt x="80" y="141"/>
                  <a:pt x="80" y="140"/>
                  <a:pt x="80" y="140"/>
                </a:cubicBezTo>
                <a:cubicBezTo>
                  <a:pt x="80" y="140"/>
                  <a:pt x="80" y="140"/>
                  <a:pt x="80" y="140"/>
                </a:cubicBezTo>
                <a:cubicBezTo>
                  <a:pt x="80" y="140"/>
                  <a:pt x="80" y="140"/>
                  <a:pt x="80" y="140"/>
                </a:cubicBezTo>
                <a:cubicBezTo>
                  <a:pt x="80" y="140"/>
                  <a:pt x="80" y="140"/>
                  <a:pt x="81" y="140"/>
                </a:cubicBezTo>
                <a:cubicBezTo>
                  <a:pt x="81" y="140"/>
                  <a:pt x="81" y="140"/>
                  <a:pt x="81" y="140"/>
                </a:cubicBezTo>
                <a:cubicBezTo>
                  <a:pt x="81" y="141"/>
                  <a:pt x="81" y="140"/>
                  <a:pt x="81" y="140"/>
                </a:cubicBezTo>
                <a:cubicBezTo>
                  <a:pt x="81" y="140"/>
                  <a:pt x="82" y="140"/>
                  <a:pt x="82" y="140"/>
                </a:cubicBezTo>
                <a:cubicBezTo>
                  <a:pt x="82" y="140"/>
                  <a:pt x="82" y="141"/>
                  <a:pt x="83" y="141"/>
                </a:cubicBezTo>
                <a:cubicBezTo>
                  <a:pt x="83" y="141"/>
                  <a:pt x="83" y="141"/>
                  <a:pt x="83" y="142"/>
                </a:cubicBezTo>
                <a:cubicBezTo>
                  <a:pt x="83" y="142"/>
                  <a:pt x="83" y="142"/>
                  <a:pt x="83" y="143"/>
                </a:cubicBezTo>
                <a:cubicBezTo>
                  <a:pt x="83" y="143"/>
                  <a:pt x="84" y="144"/>
                  <a:pt x="84" y="144"/>
                </a:cubicBezTo>
                <a:cubicBezTo>
                  <a:pt x="84" y="144"/>
                  <a:pt x="84" y="144"/>
                  <a:pt x="84" y="145"/>
                </a:cubicBezTo>
                <a:cubicBezTo>
                  <a:pt x="84" y="145"/>
                  <a:pt x="84" y="145"/>
                  <a:pt x="84" y="145"/>
                </a:cubicBezTo>
                <a:cubicBezTo>
                  <a:pt x="84" y="145"/>
                  <a:pt x="85" y="145"/>
                  <a:pt x="85" y="145"/>
                </a:cubicBezTo>
                <a:cubicBezTo>
                  <a:pt x="85" y="145"/>
                  <a:pt x="85" y="145"/>
                  <a:pt x="85" y="145"/>
                </a:cubicBezTo>
                <a:cubicBezTo>
                  <a:pt x="85" y="145"/>
                  <a:pt x="85" y="145"/>
                  <a:pt x="85" y="145"/>
                </a:cubicBezTo>
                <a:cubicBezTo>
                  <a:pt x="86" y="145"/>
                  <a:pt x="86" y="145"/>
                  <a:pt x="86" y="144"/>
                </a:cubicBezTo>
                <a:cubicBezTo>
                  <a:pt x="86" y="144"/>
                  <a:pt x="86" y="144"/>
                  <a:pt x="86" y="144"/>
                </a:cubicBezTo>
                <a:cubicBezTo>
                  <a:pt x="86" y="144"/>
                  <a:pt x="86" y="144"/>
                  <a:pt x="86" y="144"/>
                </a:cubicBezTo>
                <a:cubicBezTo>
                  <a:pt x="85" y="144"/>
                  <a:pt x="85" y="144"/>
                  <a:pt x="85" y="143"/>
                </a:cubicBezTo>
                <a:cubicBezTo>
                  <a:pt x="85" y="143"/>
                  <a:pt x="85" y="143"/>
                  <a:pt x="85" y="143"/>
                </a:cubicBezTo>
                <a:cubicBezTo>
                  <a:pt x="84" y="143"/>
                  <a:pt x="84" y="143"/>
                  <a:pt x="84" y="143"/>
                </a:cubicBezTo>
                <a:cubicBezTo>
                  <a:pt x="84" y="143"/>
                  <a:pt x="84" y="143"/>
                  <a:pt x="84" y="143"/>
                </a:cubicBezTo>
                <a:cubicBezTo>
                  <a:pt x="84" y="143"/>
                  <a:pt x="85" y="142"/>
                  <a:pt x="85" y="142"/>
                </a:cubicBezTo>
                <a:cubicBezTo>
                  <a:pt x="85" y="142"/>
                  <a:pt x="85" y="142"/>
                  <a:pt x="85" y="142"/>
                </a:cubicBezTo>
                <a:cubicBezTo>
                  <a:pt x="85" y="142"/>
                  <a:pt x="85" y="142"/>
                  <a:pt x="85" y="142"/>
                </a:cubicBezTo>
                <a:cubicBezTo>
                  <a:pt x="85" y="142"/>
                  <a:pt x="85" y="142"/>
                  <a:pt x="85" y="142"/>
                </a:cubicBezTo>
                <a:cubicBezTo>
                  <a:pt x="85" y="142"/>
                  <a:pt x="85" y="142"/>
                  <a:pt x="85" y="142"/>
                </a:cubicBezTo>
                <a:cubicBezTo>
                  <a:pt x="85" y="142"/>
                  <a:pt x="85" y="142"/>
                  <a:pt x="85" y="143"/>
                </a:cubicBezTo>
                <a:cubicBezTo>
                  <a:pt x="85" y="143"/>
                  <a:pt x="85" y="143"/>
                  <a:pt x="85" y="143"/>
                </a:cubicBezTo>
                <a:cubicBezTo>
                  <a:pt x="85" y="143"/>
                  <a:pt x="85" y="143"/>
                  <a:pt x="85" y="143"/>
                </a:cubicBezTo>
                <a:cubicBezTo>
                  <a:pt x="86" y="143"/>
                  <a:pt x="86" y="143"/>
                  <a:pt x="86" y="143"/>
                </a:cubicBezTo>
                <a:cubicBezTo>
                  <a:pt x="86" y="143"/>
                  <a:pt x="86" y="143"/>
                  <a:pt x="86" y="143"/>
                </a:cubicBezTo>
                <a:cubicBezTo>
                  <a:pt x="86" y="143"/>
                  <a:pt x="87" y="142"/>
                  <a:pt x="87" y="142"/>
                </a:cubicBezTo>
                <a:cubicBezTo>
                  <a:pt x="87" y="142"/>
                  <a:pt x="87" y="143"/>
                  <a:pt x="87" y="143"/>
                </a:cubicBezTo>
                <a:cubicBezTo>
                  <a:pt x="87" y="143"/>
                  <a:pt x="87" y="143"/>
                  <a:pt x="87" y="143"/>
                </a:cubicBezTo>
                <a:cubicBezTo>
                  <a:pt x="87" y="143"/>
                  <a:pt x="87" y="144"/>
                  <a:pt x="87" y="144"/>
                </a:cubicBezTo>
                <a:cubicBezTo>
                  <a:pt x="87" y="144"/>
                  <a:pt x="87" y="144"/>
                  <a:pt x="87" y="144"/>
                </a:cubicBezTo>
                <a:cubicBezTo>
                  <a:pt x="87" y="144"/>
                  <a:pt x="87" y="144"/>
                  <a:pt x="87" y="144"/>
                </a:cubicBezTo>
                <a:cubicBezTo>
                  <a:pt x="87" y="144"/>
                  <a:pt x="88" y="144"/>
                  <a:pt x="88" y="144"/>
                </a:cubicBezTo>
                <a:cubicBezTo>
                  <a:pt x="88" y="144"/>
                  <a:pt x="88" y="144"/>
                  <a:pt x="88" y="144"/>
                </a:cubicBezTo>
                <a:cubicBezTo>
                  <a:pt x="88" y="144"/>
                  <a:pt x="88" y="144"/>
                  <a:pt x="88" y="144"/>
                </a:cubicBezTo>
                <a:cubicBezTo>
                  <a:pt x="88" y="144"/>
                  <a:pt x="88" y="143"/>
                  <a:pt x="88" y="143"/>
                </a:cubicBezTo>
                <a:cubicBezTo>
                  <a:pt x="87" y="143"/>
                  <a:pt x="87" y="143"/>
                  <a:pt x="87" y="143"/>
                </a:cubicBezTo>
                <a:cubicBezTo>
                  <a:pt x="87" y="143"/>
                  <a:pt x="87" y="143"/>
                  <a:pt x="87" y="143"/>
                </a:cubicBezTo>
                <a:cubicBezTo>
                  <a:pt x="87" y="142"/>
                  <a:pt x="87" y="142"/>
                  <a:pt x="87" y="142"/>
                </a:cubicBezTo>
                <a:cubicBezTo>
                  <a:pt x="87" y="142"/>
                  <a:pt x="87" y="142"/>
                  <a:pt x="87" y="142"/>
                </a:cubicBezTo>
                <a:cubicBezTo>
                  <a:pt x="88" y="142"/>
                  <a:pt x="88" y="142"/>
                  <a:pt x="88" y="142"/>
                </a:cubicBezTo>
                <a:cubicBezTo>
                  <a:pt x="88" y="142"/>
                  <a:pt x="88" y="142"/>
                  <a:pt x="88" y="142"/>
                </a:cubicBezTo>
                <a:cubicBezTo>
                  <a:pt x="88" y="143"/>
                  <a:pt x="88" y="143"/>
                  <a:pt x="88" y="143"/>
                </a:cubicBezTo>
                <a:cubicBezTo>
                  <a:pt x="88" y="143"/>
                  <a:pt x="88" y="143"/>
                  <a:pt x="88" y="143"/>
                </a:cubicBezTo>
                <a:cubicBezTo>
                  <a:pt x="88" y="143"/>
                  <a:pt x="88" y="143"/>
                  <a:pt x="88" y="143"/>
                </a:cubicBezTo>
                <a:cubicBezTo>
                  <a:pt x="89" y="143"/>
                  <a:pt x="89" y="143"/>
                  <a:pt x="89" y="143"/>
                </a:cubicBezTo>
                <a:cubicBezTo>
                  <a:pt x="89" y="143"/>
                  <a:pt x="89" y="143"/>
                  <a:pt x="89" y="143"/>
                </a:cubicBezTo>
                <a:cubicBezTo>
                  <a:pt x="89" y="143"/>
                  <a:pt x="89" y="143"/>
                  <a:pt x="89" y="143"/>
                </a:cubicBezTo>
                <a:cubicBezTo>
                  <a:pt x="89" y="143"/>
                  <a:pt x="89" y="143"/>
                  <a:pt x="89" y="143"/>
                </a:cubicBezTo>
                <a:cubicBezTo>
                  <a:pt x="89" y="143"/>
                  <a:pt x="89" y="143"/>
                  <a:pt x="89" y="143"/>
                </a:cubicBezTo>
                <a:cubicBezTo>
                  <a:pt x="89" y="143"/>
                  <a:pt x="89" y="143"/>
                  <a:pt x="89" y="143"/>
                </a:cubicBezTo>
                <a:cubicBezTo>
                  <a:pt x="89" y="144"/>
                  <a:pt x="89" y="144"/>
                  <a:pt x="89" y="144"/>
                </a:cubicBezTo>
                <a:cubicBezTo>
                  <a:pt x="89" y="144"/>
                  <a:pt x="89" y="145"/>
                  <a:pt x="89" y="145"/>
                </a:cubicBezTo>
                <a:cubicBezTo>
                  <a:pt x="89" y="145"/>
                  <a:pt x="89" y="145"/>
                  <a:pt x="89" y="145"/>
                </a:cubicBezTo>
                <a:cubicBezTo>
                  <a:pt x="89" y="145"/>
                  <a:pt x="89" y="145"/>
                  <a:pt x="89" y="145"/>
                </a:cubicBezTo>
                <a:cubicBezTo>
                  <a:pt x="90" y="145"/>
                  <a:pt x="90" y="145"/>
                  <a:pt x="90" y="145"/>
                </a:cubicBezTo>
                <a:cubicBezTo>
                  <a:pt x="90" y="145"/>
                  <a:pt x="91" y="145"/>
                  <a:pt x="91" y="145"/>
                </a:cubicBezTo>
                <a:cubicBezTo>
                  <a:pt x="91" y="145"/>
                  <a:pt x="91" y="146"/>
                  <a:pt x="91" y="146"/>
                </a:cubicBezTo>
                <a:cubicBezTo>
                  <a:pt x="91" y="146"/>
                  <a:pt x="91" y="146"/>
                  <a:pt x="91" y="146"/>
                </a:cubicBezTo>
                <a:cubicBezTo>
                  <a:pt x="91" y="146"/>
                  <a:pt x="92" y="146"/>
                  <a:pt x="92" y="146"/>
                </a:cubicBezTo>
                <a:cubicBezTo>
                  <a:pt x="92" y="147"/>
                  <a:pt x="92" y="146"/>
                  <a:pt x="93" y="146"/>
                </a:cubicBezTo>
                <a:cubicBezTo>
                  <a:pt x="92" y="146"/>
                  <a:pt x="92" y="146"/>
                  <a:pt x="92" y="146"/>
                </a:cubicBezTo>
                <a:cubicBezTo>
                  <a:pt x="92" y="146"/>
                  <a:pt x="92" y="146"/>
                  <a:pt x="92" y="146"/>
                </a:cubicBezTo>
                <a:cubicBezTo>
                  <a:pt x="91" y="145"/>
                  <a:pt x="91" y="145"/>
                  <a:pt x="91" y="145"/>
                </a:cubicBezTo>
                <a:cubicBezTo>
                  <a:pt x="91" y="144"/>
                  <a:pt x="91" y="144"/>
                  <a:pt x="91" y="144"/>
                </a:cubicBezTo>
                <a:cubicBezTo>
                  <a:pt x="91" y="144"/>
                  <a:pt x="91" y="144"/>
                  <a:pt x="91" y="144"/>
                </a:cubicBezTo>
                <a:cubicBezTo>
                  <a:pt x="90" y="144"/>
                  <a:pt x="90" y="144"/>
                  <a:pt x="90" y="144"/>
                </a:cubicBezTo>
                <a:cubicBezTo>
                  <a:pt x="90" y="144"/>
                  <a:pt x="90" y="144"/>
                  <a:pt x="91" y="144"/>
                </a:cubicBezTo>
                <a:cubicBezTo>
                  <a:pt x="91" y="143"/>
                  <a:pt x="91" y="144"/>
                  <a:pt x="91" y="144"/>
                </a:cubicBezTo>
                <a:cubicBezTo>
                  <a:pt x="91" y="144"/>
                  <a:pt x="91" y="144"/>
                  <a:pt x="91" y="143"/>
                </a:cubicBezTo>
                <a:cubicBezTo>
                  <a:pt x="91" y="143"/>
                  <a:pt x="91" y="143"/>
                  <a:pt x="91" y="143"/>
                </a:cubicBezTo>
                <a:cubicBezTo>
                  <a:pt x="91" y="143"/>
                  <a:pt x="91" y="143"/>
                  <a:pt x="91" y="143"/>
                </a:cubicBezTo>
                <a:cubicBezTo>
                  <a:pt x="91" y="143"/>
                  <a:pt x="91" y="143"/>
                  <a:pt x="91" y="143"/>
                </a:cubicBezTo>
                <a:cubicBezTo>
                  <a:pt x="91" y="142"/>
                  <a:pt x="91" y="142"/>
                  <a:pt x="91" y="142"/>
                </a:cubicBezTo>
                <a:cubicBezTo>
                  <a:pt x="91" y="142"/>
                  <a:pt x="91" y="142"/>
                  <a:pt x="91" y="142"/>
                </a:cubicBezTo>
                <a:cubicBezTo>
                  <a:pt x="91" y="142"/>
                  <a:pt x="91" y="142"/>
                  <a:pt x="91" y="142"/>
                </a:cubicBezTo>
                <a:cubicBezTo>
                  <a:pt x="91" y="142"/>
                  <a:pt x="91" y="142"/>
                  <a:pt x="91" y="142"/>
                </a:cubicBezTo>
                <a:cubicBezTo>
                  <a:pt x="90" y="142"/>
                  <a:pt x="90" y="142"/>
                  <a:pt x="90" y="142"/>
                </a:cubicBezTo>
                <a:cubicBezTo>
                  <a:pt x="90" y="141"/>
                  <a:pt x="90" y="142"/>
                  <a:pt x="90" y="142"/>
                </a:cubicBezTo>
                <a:cubicBezTo>
                  <a:pt x="90" y="142"/>
                  <a:pt x="90" y="142"/>
                  <a:pt x="90" y="142"/>
                </a:cubicBezTo>
                <a:cubicBezTo>
                  <a:pt x="90" y="142"/>
                  <a:pt x="90" y="142"/>
                  <a:pt x="90" y="142"/>
                </a:cubicBezTo>
                <a:cubicBezTo>
                  <a:pt x="90" y="142"/>
                  <a:pt x="90" y="142"/>
                  <a:pt x="90" y="142"/>
                </a:cubicBezTo>
                <a:cubicBezTo>
                  <a:pt x="90" y="142"/>
                  <a:pt x="90" y="142"/>
                  <a:pt x="90" y="142"/>
                </a:cubicBezTo>
                <a:cubicBezTo>
                  <a:pt x="90" y="142"/>
                  <a:pt x="90" y="142"/>
                  <a:pt x="90" y="142"/>
                </a:cubicBezTo>
                <a:cubicBezTo>
                  <a:pt x="90" y="142"/>
                  <a:pt x="90" y="142"/>
                  <a:pt x="90" y="142"/>
                </a:cubicBezTo>
                <a:cubicBezTo>
                  <a:pt x="90" y="142"/>
                  <a:pt x="90" y="142"/>
                  <a:pt x="90" y="142"/>
                </a:cubicBezTo>
                <a:cubicBezTo>
                  <a:pt x="90" y="142"/>
                  <a:pt x="90" y="142"/>
                  <a:pt x="90" y="141"/>
                </a:cubicBezTo>
                <a:cubicBezTo>
                  <a:pt x="90" y="141"/>
                  <a:pt x="90" y="141"/>
                  <a:pt x="90" y="141"/>
                </a:cubicBezTo>
                <a:cubicBezTo>
                  <a:pt x="90" y="141"/>
                  <a:pt x="90" y="141"/>
                  <a:pt x="90" y="141"/>
                </a:cubicBezTo>
                <a:cubicBezTo>
                  <a:pt x="90" y="141"/>
                  <a:pt x="90" y="141"/>
                  <a:pt x="90" y="141"/>
                </a:cubicBezTo>
                <a:cubicBezTo>
                  <a:pt x="90" y="141"/>
                  <a:pt x="90" y="141"/>
                  <a:pt x="90" y="141"/>
                </a:cubicBezTo>
                <a:cubicBezTo>
                  <a:pt x="90" y="141"/>
                  <a:pt x="90" y="141"/>
                  <a:pt x="90" y="141"/>
                </a:cubicBezTo>
                <a:cubicBezTo>
                  <a:pt x="90" y="141"/>
                  <a:pt x="90" y="141"/>
                  <a:pt x="90" y="141"/>
                </a:cubicBezTo>
                <a:cubicBezTo>
                  <a:pt x="90" y="141"/>
                  <a:pt x="90" y="141"/>
                  <a:pt x="90" y="141"/>
                </a:cubicBezTo>
                <a:cubicBezTo>
                  <a:pt x="90" y="141"/>
                  <a:pt x="90" y="140"/>
                  <a:pt x="90" y="140"/>
                </a:cubicBezTo>
                <a:cubicBezTo>
                  <a:pt x="90" y="140"/>
                  <a:pt x="90" y="140"/>
                  <a:pt x="90" y="140"/>
                </a:cubicBezTo>
                <a:cubicBezTo>
                  <a:pt x="90" y="140"/>
                  <a:pt x="90" y="140"/>
                  <a:pt x="90" y="139"/>
                </a:cubicBezTo>
                <a:cubicBezTo>
                  <a:pt x="90" y="139"/>
                  <a:pt x="90" y="139"/>
                  <a:pt x="90" y="139"/>
                </a:cubicBezTo>
                <a:cubicBezTo>
                  <a:pt x="90" y="139"/>
                  <a:pt x="90" y="139"/>
                  <a:pt x="89" y="139"/>
                </a:cubicBezTo>
                <a:cubicBezTo>
                  <a:pt x="89" y="139"/>
                  <a:pt x="89" y="138"/>
                  <a:pt x="90" y="138"/>
                </a:cubicBezTo>
                <a:cubicBezTo>
                  <a:pt x="90" y="138"/>
                  <a:pt x="90" y="138"/>
                  <a:pt x="90" y="139"/>
                </a:cubicBezTo>
                <a:cubicBezTo>
                  <a:pt x="90" y="139"/>
                  <a:pt x="90" y="139"/>
                  <a:pt x="90" y="139"/>
                </a:cubicBezTo>
                <a:cubicBezTo>
                  <a:pt x="90" y="139"/>
                  <a:pt x="90" y="139"/>
                  <a:pt x="91" y="139"/>
                </a:cubicBezTo>
                <a:cubicBezTo>
                  <a:pt x="90" y="140"/>
                  <a:pt x="91" y="140"/>
                  <a:pt x="91" y="141"/>
                </a:cubicBezTo>
                <a:cubicBezTo>
                  <a:pt x="91" y="141"/>
                  <a:pt x="92" y="142"/>
                  <a:pt x="92" y="142"/>
                </a:cubicBezTo>
                <a:cubicBezTo>
                  <a:pt x="92" y="142"/>
                  <a:pt x="92" y="143"/>
                  <a:pt x="92" y="143"/>
                </a:cubicBezTo>
                <a:cubicBezTo>
                  <a:pt x="92" y="143"/>
                  <a:pt x="92" y="143"/>
                  <a:pt x="92" y="143"/>
                </a:cubicBezTo>
                <a:cubicBezTo>
                  <a:pt x="93" y="143"/>
                  <a:pt x="93" y="143"/>
                  <a:pt x="93" y="143"/>
                </a:cubicBezTo>
                <a:cubicBezTo>
                  <a:pt x="93" y="144"/>
                  <a:pt x="93" y="144"/>
                  <a:pt x="93" y="144"/>
                </a:cubicBezTo>
                <a:cubicBezTo>
                  <a:pt x="93" y="143"/>
                  <a:pt x="93" y="143"/>
                  <a:pt x="93" y="143"/>
                </a:cubicBezTo>
                <a:cubicBezTo>
                  <a:pt x="93" y="143"/>
                  <a:pt x="93" y="143"/>
                  <a:pt x="93" y="143"/>
                </a:cubicBezTo>
                <a:cubicBezTo>
                  <a:pt x="93" y="143"/>
                  <a:pt x="93" y="143"/>
                  <a:pt x="93" y="143"/>
                </a:cubicBezTo>
                <a:cubicBezTo>
                  <a:pt x="92" y="142"/>
                  <a:pt x="93" y="142"/>
                  <a:pt x="92" y="142"/>
                </a:cubicBezTo>
                <a:cubicBezTo>
                  <a:pt x="92" y="142"/>
                  <a:pt x="92" y="142"/>
                  <a:pt x="92" y="142"/>
                </a:cubicBezTo>
                <a:cubicBezTo>
                  <a:pt x="92" y="142"/>
                  <a:pt x="92" y="142"/>
                  <a:pt x="92" y="142"/>
                </a:cubicBezTo>
                <a:cubicBezTo>
                  <a:pt x="92" y="142"/>
                  <a:pt x="92" y="142"/>
                  <a:pt x="93" y="141"/>
                </a:cubicBezTo>
                <a:cubicBezTo>
                  <a:pt x="93" y="141"/>
                  <a:pt x="93" y="141"/>
                  <a:pt x="93" y="141"/>
                </a:cubicBezTo>
                <a:cubicBezTo>
                  <a:pt x="93" y="141"/>
                  <a:pt x="93" y="141"/>
                  <a:pt x="93" y="141"/>
                </a:cubicBezTo>
                <a:cubicBezTo>
                  <a:pt x="93" y="141"/>
                  <a:pt x="93" y="140"/>
                  <a:pt x="93" y="140"/>
                </a:cubicBezTo>
                <a:cubicBezTo>
                  <a:pt x="93" y="140"/>
                  <a:pt x="93" y="140"/>
                  <a:pt x="93" y="140"/>
                </a:cubicBezTo>
                <a:cubicBezTo>
                  <a:pt x="93" y="140"/>
                  <a:pt x="92" y="140"/>
                  <a:pt x="92" y="140"/>
                </a:cubicBezTo>
                <a:cubicBezTo>
                  <a:pt x="92" y="139"/>
                  <a:pt x="92" y="139"/>
                  <a:pt x="92" y="139"/>
                </a:cubicBezTo>
                <a:cubicBezTo>
                  <a:pt x="92" y="139"/>
                  <a:pt x="92" y="139"/>
                  <a:pt x="92" y="139"/>
                </a:cubicBezTo>
                <a:cubicBezTo>
                  <a:pt x="93" y="139"/>
                  <a:pt x="93" y="139"/>
                  <a:pt x="93" y="139"/>
                </a:cubicBezTo>
                <a:cubicBezTo>
                  <a:pt x="93" y="139"/>
                  <a:pt x="93" y="139"/>
                  <a:pt x="93" y="138"/>
                </a:cubicBezTo>
                <a:cubicBezTo>
                  <a:pt x="93" y="138"/>
                  <a:pt x="93" y="138"/>
                  <a:pt x="93" y="138"/>
                </a:cubicBezTo>
                <a:cubicBezTo>
                  <a:pt x="93" y="138"/>
                  <a:pt x="93" y="138"/>
                  <a:pt x="93" y="138"/>
                </a:cubicBezTo>
                <a:cubicBezTo>
                  <a:pt x="93" y="138"/>
                  <a:pt x="93" y="138"/>
                  <a:pt x="93" y="137"/>
                </a:cubicBezTo>
                <a:cubicBezTo>
                  <a:pt x="93" y="137"/>
                  <a:pt x="93" y="137"/>
                  <a:pt x="93" y="137"/>
                </a:cubicBezTo>
                <a:cubicBezTo>
                  <a:pt x="93" y="137"/>
                  <a:pt x="93" y="137"/>
                  <a:pt x="93" y="137"/>
                </a:cubicBezTo>
                <a:cubicBezTo>
                  <a:pt x="93" y="138"/>
                  <a:pt x="93" y="138"/>
                  <a:pt x="94" y="138"/>
                </a:cubicBezTo>
                <a:cubicBezTo>
                  <a:pt x="94" y="138"/>
                  <a:pt x="94" y="138"/>
                  <a:pt x="94" y="138"/>
                </a:cubicBezTo>
                <a:cubicBezTo>
                  <a:pt x="93" y="139"/>
                  <a:pt x="93" y="139"/>
                  <a:pt x="93" y="139"/>
                </a:cubicBezTo>
                <a:cubicBezTo>
                  <a:pt x="93" y="139"/>
                  <a:pt x="93" y="139"/>
                  <a:pt x="93" y="139"/>
                </a:cubicBezTo>
                <a:cubicBezTo>
                  <a:pt x="93" y="139"/>
                  <a:pt x="93" y="139"/>
                  <a:pt x="93" y="139"/>
                </a:cubicBezTo>
                <a:cubicBezTo>
                  <a:pt x="93" y="139"/>
                  <a:pt x="93" y="139"/>
                  <a:pt x="93" y="139"/>
                </a:cubicBezTo>
                <a:cubicBezTo>
                  <a:pt x="93" y="140"/>
                  <a:pt x="94" y="139"/>
                  <a:pt x="94" y="140"/>
                </a:cubicBezTo>
                <a:cubicBezTo>
                  <a:pt x="94" y="140"/>
                  <a:pt x="94" y="140"/>
                  <a:pt x="93" y="140"/>
                </a:cubicBezTo>
                <a:cubicBezTo>
                  <a:pt x="93" y="140"/>
                  <a:pt x="93" y="140"/>
                  <a:pt x="93" y="140"/>
                </a:cubicBezTo>
                <a:cubicBezTo>
                  <a:pt x="93" y="140"/>
                  <a:pt x="93" y="140"/>
                  <a:pt x="93" y="140"/>
                </a:cubicBezTo>
                <a:cubicBezTo>
                  <a:pt x="93" y="141"/>
                  <a:pt x="94" y="141"/>
                  <a:pt x="94" y="141"/>
                </a:cubicBezTo>
                <a:cubicBezTo>
                  <a:pt x="94" y="141"/>
                  <a:pt x="94" y="141"/>
                  <a:pt x="94" y="141"/>
                </a:cubicBezTo>
                <a:cubicBezTo>
                  <a:pt x="94" y="142"/>
                  <a:pt x="94" y="142"/>
                  <a:pt x="94" y="142"/>
                </a:cubicBezTo>
                <a:cubicBezTo>
                  <a:pt x="94" y="142"/>
                  <a:pt x="94" y="142"/>
                  <a:pt x="94" y="142"/>
                </a:cubicBezTo>
                <a:cubicBezTo>
                  <a:pt x="94" y="142"/>
                  <a:pt x="94" y="142"/>
                  <a:pt x="94" y="142"/>
                </a:cubicBezTo>
                <a:cubicBezTo>
                  <a:pt x="95" y="143"/>
                  <a:pt x="96" y="143"/>
                  <a:pt x="96" y="143"/>
                </a:cubicBezTo>
                <a:cubicBezTo>
                  <a:pt x="96" y="143"/>
                  <a:pt x="96" y="143"/>
                  <a:pt x="96" y="143"/>
                </a:cubicBezTo>
                <a:cubicBezTo>
                  <a:pt x="96" y="143"/>
                  <a:pt x="96" y="142"/>
                  <a:pt x="96" y="142"/>
                </a:cubicBezTo>
                <a:cubicBezTo>
                  <a:pt x="96" y="142"/>
                  <a:pt x="96" y="142"/>
                  <a:pt x="96" y="142"/>
                </a:cubicBezTo>
                <a:cubicBezTo>
                  <a:pt x="96" y="142"/>
                  <a:pt x="96" y="141"/>
                  <a:pt x="96" y="141"/>
                </a:cubicBezTo>
                <a:cubicBezTo>
                  <a:pt x="96" y="141"/>
                  <a:pt x="96" y="141"/>
                  <a:pt x="96" y="141"/>
                </a:cubicBezTo>
                <a:cubicBezTo>
                  <a:pt x="96" y="141"/>
                  <a:pt x="96" y="141"/>
                  <a:pt x="96" y="141"/>
                </a:cubicBezTo>
                <a:cubicBezTo>
                  <a:pt x="96" y="140"/>
                  <a:pt x="96" y="140"/>
                  <a:pt x="96" y="140"/>
                </a:cubicBezTo>
                <a:cubicBezTo>
                  <a:pt x="96" y="140"/>
                  <a:pt x="96" y="139"/>
                  <a:pt x="96" y="139"/>
                </a:cubicBezTo>
                <a:cubicBezTo>
                  <a:pt x="96" y="139"/>
                  <a:pt x="96" y="139"/>
                  <a:pt x="96" y="139"/>
                </a:cubicBezTo>
                <a:cubicBezTo>
                  <a:pt x="96" y="139"/>
                  <a:pt x="96" y="139"/>
                  <a:pt x="96" y="139"/>
                </a:cubicBezTo>
                <a:cubicBezTo>
                  <a:pt x="96" y="139"/>
                  <a:pt x="96" y="139"/>
                  <a:pt x="96" y="139"/>
                </a:cubicBezTo>
                <a:cubicBezTo>
                  <a:pt x="96" y="139"/>
                  <a:pt x="96" y="139"/>
                  <a:pt x="96" y="139"/>
                </a:cubicBezTo>
                <a:cubicBezTo>
                  <a:pt x="96" y="139"/>
                  <a:pt x="95" y="138"/>
                  <a:pt x="96" y="138"/>
                </a:cubicBezTo>
                <a:cubicBezTo>
                  <a:pt x="96" y="138"/>
                  <a:pt x="96" y="138"/>
                  <a:pt x="96" y="138"/>
                </a:cubicBezTo>
                <a:cubicBezTo>
                  <a:pt x="96" y="139"/>
                  <a:pt x="97" y="138"/>
                  <a:pt x="97" y="138"/>
                </a:cubicBezTo>
                <a:cubicBezTo>
                  <a:pt x="97" y="138"/>
                  <a:pt x="97" y="138"/>
                  <a:pt x="97" y="139"/>
                </a:cubicBezTo>
                <a:cubicBezTo>
                  <a:pt x="97" y="139"/>
                  <a:pt x="97" y="139"/>
                  <a:pt x="97" y="139"/>
                </a:cubicBezTo>
                <a:cubicBezTo>
                  <a:pt x="97" y="140"/>
                  <a:pt x="97" y="140"/>
                  <a:pt x="97" y="141"/>
                </a:cubicBezTo>
                <a:cubicBezTo>
                  <a:pt x="97" y="141"/>
                  <a:pt x="97" y="141"/>
                  <a:pt x="97" y="141"/>
                </a:cubicBezTo>
                <a:cubicBezTo>
                  <a:pt x="97" y="141"/>
                  <a:pt x="97" y="141"/>
                  <a:pt x="97" y="141"/>
                </a:cubicBezTo>
                <a:cubicBezTo>
                  <a:pt x="97" y="141"/>
                  <a:pt x="97" y="141"/>
                  <a:pt x="97" y="142"/>
                </a:cubicBezTo>
                <a:cubicBezTo>
                  <a:pt x="98" y="142"/>
                  <a:pt x="98" y="142"/>
                  <a:pt x="98" y="142"/>
                </a:cubicBezTo>
                <a:cubicBezTo>
                  <a:pt x="98" y="142"/>
                  <a:pt x="98" y="142"/>
                  <a:pt x="98" y="142"/>
                </a:cubicBezTo>
                <a:cubicBezTo>
                  <a:pt x="98" y="142"/>
                  <a:pt x="98" y="142"/>
                  <a:pt x="98" y="142"/>
                </a:cubicBezTo>
                <a:cubicBezTo>
                  <a:pt x="98" y="142"/>
                  <a:pt x="98" y="142"/>
                  <a:pt x="98" y="142"/>
                </a:cubicBezTo>
                <a:cubicBezTo>
                  <a:pt x="99" y="142"/>
                  <a:pt x="99" y="141"/>
                  <a:pt x="98" y="141"/>
                </a:cubicBezTo>
                <a:cubicBezTo>
                  <a:pt x="98" y="141"/>
                  <a:pt x="98" y="141"/>
                  <a:pt x="99" y="141"/>
                </a:cubicBezTo>
                <a:cubicBezTo>
                  <a:pt x="99" y="141"/>
                  <a:pt x="99" y="141"/>
                  <a:pt x="99" y="141"/>
                </a:cubicBezTo>
                <a:cubicBezTo>
                  <a:pt x="99" y="141"/>
                  <a:pt x="99" y="142"/>
                  <a:pt x="99" y="142"/>
                </a:cubicBezTo>
                <a:cubicBezTo>
                  <a:pt x="99" y="142"/>
                  <a:pt x="99" y="143"/>
                  <a:pt x="99" y="143"/>
                </a:cubicBezTo>
                <a:cubicBezTo>
                  <a:pt x="99" y="143"/>
                  <a:pt x="99" y="143"/>
                  <a:pt x="99" y="143"/>
                </a:cubicBezTo>
                <a:cubicBezTo>
                  <a:pt x="99" y="143"/>
                  <a:pt x="99" y="143"/>
                  <a:pt x="99" y="143"/>
                </a:cubicBezTo>
                <a:cubicBezTo>
                  <a:pt x="99" y="143"/>
                  <a:pt x="99" y="143"/>
                  <a:pt x="99" y="143"/>
                </a:cubicBezTo>
                <a:cubicBezTo>
                  <a:pt x="99" y="143"/>
                  <a:pt x="100" y="143"/>
                  <a:pt x="100" y="143"/>
                </a:cubicBezTo>
                <a:cubicBezTo>
                  <a:pt x="100" y="143"/>
                  <a:pt x="100" y="143"/>
                  <a:pt x="100" y="143"/>
                </a:cubicBezTo>
                <a:cubicBezTo>
                  <a:pt x="100" y="143"/>
                  <a:pt x="100" y="143"/>
                  <a:pt x="100" y="143"/>
                </a:cubicBezTo>
                <a:cubicBezTo>
                  <a:pt x="100" y="143"/>
                  <a:pt x="100" y="143"/>
                  <a:pt x="100" y="143"/>
                </a:cubicBezTo>
                <a:cubicBezTo>
                  <a:pt x="100" y="142"/>
                  <a:pt x="100" y="142"/>
                  <a:pt x="100" y="142"/>
                </a:cubicBezTo>
                <a:cubicBezTo>
                  <a:pt x="100" y="142"/>
                  <a:pt x="100" y="142"/>
                  <a:pt x="100" y="142"/>
                </a:cubicBezTo>
                <a:cubicBezTo>
                  <a:pt x="100" y="142"/>
                  <a:pt x="100" y="142"/>
                  <a:pt x="100" y="141"/>
                </a:cubicBezTo>
                <a:cubicBezTo>
                  <a:pt x="100" y="141"/>
                  <a:pt x="100" y="141"/>
                  <a:pt x="100" y="141"/>
                </a:cubicBezTo>
                <a:cubicBezTo>
                  <a:pt x="100" y="141"/>
                  <a:pt x="100" y="141"/>
                  <a:pt x="100" y="141"/>
                </a:cubicBezTo>
                <a:cubicBezTo>
                  <a:pt x="100" y="141"/>
                  <a:pt x="100" y="141"/>
                  <a:pt x="100" y="141"/>
                </a:cubicBezTo>
                <a:cubicBezTo>
                  <a:pt x="100" y="140"/>
                  <a:pt x="100" y="140"/>
                  <a:pt x="100" y="140"/>
                </a:cubicBezTo>
                <a:cubicBezTo>
                  <a:pt x="100" y="140"/>
                  <a:pt x="101" y="141"/>
                  <a:pt x="101" y="141"/>
                </a:cubicBezTo>
                <a:cubicBezTo>
                  <a:pt x="101" y="141"/>
                  <a:pt x="101" y="141"/>
                  <a:pt x="101" y="141"/>
                </a:cubicBezTo>
                <a:cubicBezTo>
                  <a:pt x="101" y="141"/>
                  <a:pt x="101" y="141"/>
                  <a:pt x="101" y="141"/>
                </a:cubicBezTo>
                <a:cubicBezTo>
                  <a:pt x="101" y="141"/>
                  <a:pt x="101" y="141"/>
                  <a:pt x="101" y="141"/>
                </a:cubicBezTo>
                <a:cubicBezTo>
                  <a:pt x="101" y="141"/>
                  <a:pt x="101" y="142"/>
                  <a:pt x="101" y="142"/>
                </a:cubicBezTo>
                <a:cubicBezTo>
                  <a:pt x="101" y="142"/>
                  <a:pt x="101" y="142"/>
                  <a:pt x="101" y="142"/>
                </a:cubicBezTo>
                <a:cubicBezTo>
                  <a:pt x="101" y="142"/>
                  <a:pt x="101" y="142"/>
                  <a:pt x="101" y="143"/>
                </a:cubicBezTo>
                <a:cubicBezTo>
                  <a:pt x="101" y="143"/>
                  <a:pt x="101" y="144"/>
                  <a:pt x="101" y="144"/>
                </a:cubicBezTo>
                <a:cubicBezTo>
                  <a:pt x="101" y="144"/>
                  <a:pt x="101" y="144"/>
                  <a:pt x="101" y="144"/>
                </a:cubicBezTo>
                <a:cubicBezTo>
                  <a:pt x="101" y="144"/>
                  <a:pt x="101" y="144"/>
                  <a:pt x="101" y="144"/>
                </a:cubicBezTo>
                <a:cubicBezTo>
                  <a:pt x="101" y="144"/>
                  <a:pt x="101" y="144"/>
                  <a:pt x="101" y="144"/>
                </a:cubicBezTo>
                <a:cubicBezTo>
                  <a:pt x="101" y="145"/>
                  <a:pt x="101" y="145"/>
                  <a:pt x="101" y="145"/>
                </a:cubicBezTo>
                <a:cubicBezTo>
                  <a:pt x="101" y="145"/>
                  <a:pt x="101" y="145"/>
                  <a:pt x="101" y="145"/>
                </a:cubicBezTo>
                <a:cubicBezTo>
                  <a:pt x="101" y="145"/>
                  <a:pt x="101" y="145"/>
                  <a:pt x="101" y="145"/>
                </a:cubicBezTo>
                <a:cubicBezTo>
                  <a:pt x="101" y="145"/>
                  <a:pt x="101" y="145"/>
                  <a:pt x="101" y="145"/>
                </a:cubicBezTo>
                <a:cubicBezTo>
                  <a:pt x="101" y="145"/>
                  <a:pt x="101" y="145"/>
                  <a:pt x="101" y="145"/>
                </a:cubicBezTo>
                <a:cubicBezTo>
                  <a:pt x="101" y="145"/>
                  <a:pt x="100" y="145"/>
                  <a:pt x="101" y="145"/>
                </a:cubicBezTo>
                <a:cubicBezTo>
                  <a:pt x="101" y="145"/>
                  <a:pt x="101" y="145"/>
                  <a:pt x="101" y="145"/>
                </a:cubicBezTo>
                <a:cubicBezTo>
                  <a:pt x="101" y="145"/>
                  <a:pt x="101" y="146"/>
                  <a:pt x="101" y="146"/>
                </a:cubicBezTo>
                <a:cubicBezTo>
                  <a:pt x="101" y="146"/>
                  <a:pt x="101" y="146"/>
                  <a:pt x="101" y="146"/>
                </a:cubicBezTo>
                <a:cubicBezTo>
                  <a:pt x="101" y="146"/>
                  <a:pt x="101" y="146"/>
                  <a:pt x="102" y="146"/>
                </a:cubicBezTo>
                <a:cubicBezTo>
                  <a:pt x="102" y="146"/>
                  <a:pt x="102" y="146"/>
                  <a:pt x="102" y="146"/>
                </a:cubicBezTo>
                <a:cubicBezTo>
                  <a:pt x="102" y="146"/>
                  <a:pt x="102" y="146"/>
                  <a:pt x="102" y="146"/>
                </a:cubicBezTo>
                <a:cubicBezTo>
                  <a:pt x="102" y="146"/>
                  <a:pt x="102" y="146"/>
                  <a:pt x="102" y="146"/>
                </a:cubicBezTo>
                <a:cubicBezTo>
                  <a:pt x="102" y="146"/>
                  <a:pt x="103" y="146"/>
                  <a:pt x="103" y="146"/>
                </a:cubicBezTo>
                <a:cubicBezTo>
                  <a:pt x="103" y="146"/>
                  <a:pt x="103" y="146"/>
                  <a:pt x="103" y="146"/>
                </a:cubicBezTo>
                <a:cubicBezTo>
                  <a:pt x="103" y="146"/>
                  <a:pt x="103" y="146"/>
                  <a:pt x="103" y="146"/>
                </a:cubicBezTo>
                <a:cubicBezTo>
                  <a:pt x="103" y="146"/>
                  <a:pt x="103" y="146"/>
                  <a:pt x="103" y="146"/>
                </a:cubicBezTo>
                <a:cubicBezTo>
                  <a:pt x="103" y="146"/>
                  <a:pt x="103" y="145"/>
                  <a:pt x="103" y="145"/>
                </a:cubicBezTo>
                <a:cubicBezTo>
                  <a:pt x="103" y="145"/>
                  <a:pt x="103" y="145"/>
                  <a:pt x="104" y="145"/>
                </a:cubicBezTo>
                <a:cubicBezTo>
                  <a:pt x="104" y="146"/>
                  <a:pt x="104" y="146"/>
                  <a:pt x="104" y="146"/>
                </a:cubicBezTo>
                <a:cubicBezTo>
                  <a:pt x="104" y="146"/>
                  <a:pt x="104" y="146"/>
                  <a:pt x="104" y="146"/>
                </a:cubicBezTo>
                <a:cubicBezTo>
                  <a:pt x="104" y="146"/>
                  <a:pt x="104" y="146"/>
                  <a:pt x="104" y="146"/>
                </a:cubicBezTo>
                <a:cubicBezTo>
                  <a:pt x="104" y="146"/>
                  <a:pt x="104" y="146"/>
                  <a:pt x="104" y="146"/>
                </a:cubicBezTo>
                <a:cubicBezTo>
                  <a:pt x="104" y="146"/>
                  <a:pt x="104" y="147"/>
                  <a:pt x="104" y="147"/>
                </a:cubicBezTo>
                <a:cubicBezTo>
                  <a:pt x="104" y="146"/>
                  <a:pt x="104" y="146"/>
                  <a:pt x="104" y="146"/>
                </a:cubicBezTo>
                <a:cubicBezTo>
                  <a:pt x="104" y="146"/>
                  <a:pt x="104" y="146"/>
                  <a:pt x="104" y="147"/>
                </a:cubicBezTo>
                <a:cubicBezTo>
                  <a:pt x="104" y="147"/>
                  <a:pt x="104" y="147"/>
                  <a:pt x="104" y="147"/>
                </a:cubicBezTo>
                <a:cubicBezTo>
                  <a:pt x="104" y="147"/>
                  <a:pt x="104" y="147"/>
                  <a:pt x="105" y="147"/>
                </a:cubicBezTo>
                <a:cubicBezTo>
                  <a:pt x="105" y="147"/>
                  <a:pt x="105" y="147"/>
                  <a:pt x="105" y="147"/>
                </a:cubicBezTo>
                <a:cubicBezTo>
                  <a:pt x="105" y="147"/>
                  <a:pt x="105" y="147"/>
                  <a:pt x="105" y="147"/>
                </a:cubicBezTo>
                <a:cubicBezTo>
                  <a:pt x="105" y="147"/>
                  <a:pt x="105" y="146"/>
                  <a:pt x="105" y="146"/>
                </a:cubicBezTo>
                <a:cubicBezTo>
                  <a:pt x="105" y="146"/>
                  <a:pt x="105" y="146"/>
                  <a:pt x="105" y="146"/>
                </a:cubicBezTo>
                <a:cubicBezTo>
                  <a:pt x="105" y="146"/>
                  <a:pt x="105" y="146"/>
                  <a:pt x="105" y="146"/>
                </a:cubicBezTo>
                <a:cubicBezTo>
                  <a:pt x="105" y="146"/>
                  <a:pt x="105" y="146"/>
                  <a:pt x="105" y="146"/>
                </a:cubicBezTo>
                <a:cubicBezTo>
                  <a:pt x="105" y="146"/>
                  <a:pt x="105" y="147"/>
                  <a:pt x="105" y="147"/>
                </a:cubicBezTo>
                <a:cubicBezTo>
                  <a:pt x="105" y="147"/>
                  <a:pt x="105" y="147"/>
                  <a:pt x="105" y="147"/>
                </a:cubicBezTo>
                <a:cubicBezTo>
                  <a:pt x="105" y="147"/>
                  <a:pt x="105" y="147"/>
                  <a:pt x="105" y="147"/>
                </a:cubicBezTo>
                <a:cubicBezTo>
                  <a:pt x="105" y="147"/>
                  <a:pt x="105" y="147"/>
                  <a:pt x="105" y="147"/>
                </a:cubicBezTo>
                <a:cubicBezTo>
                  <a:pt x="105" y="147"/>
                  <a:pt x="105" y="147"/>
                  <a:pt x="105" y="147"/>
                </a:cubicBezTo>
                <a:cubicBezTo>
                  <a:pt x="105" y="148"/>
                  <a:pt x="105" y="148"/>
                  <a:pt x="105" y="148"/>
                </a:cubicBezTo>
                <a:cubicBezTo>
                  <a:pt x="106" y="147"/>
                  <a:pt x="106" y="147"/>
                  <a:pt x="106" y="147"/>
                </a:cubicBezTo>
                <a:cubicBezTo>
                  <a:pt x="106" y="147"/>
                  <a:pt x="106" y="147"/>
                  <a:pt x="106" y="147"/>
                </a:cubicBezTo>
                <a:cubicBezTo>
                  <a:pt x="106" y="147"/>
                  <a:pt x="106" y="147"/>
                  <a:pt x="107" y="147"/>
                </a:cubicBezTo>
                <a:cubicBezTo>
                  <a:pt x="107" y="147"/>
                  <a:pt x="107" y="147"/>
                  <a:pt x="107" y="147"/>
                </a:cubicBezTo>
                <a:cubicBezTo>
                  <a:pt x="107" y="147"/>
                  <a:pt x="107" y="147"/>
                  <a:pt x="107" y="146"/>
                </a:cubicBezTo>
                <a:cubicBezTo>
                  <a:pt x="107" y="146"/>
                  <a:pt x="107" y="146"/>
                  <a:pt x="107" y="146"/>
                </a:cubicBezTo>
                <a:cubicBezTo>
                  <a:pt x="107" y="146"/>
                  <a:pt x="107" y="146"/>
                  <a:pt x="107" y="146"/>
                </a:cubicBezTo>
                <a:cubicBezTo>
                  <a:pt x="107" y="146"/>
                  <a:pt x="107" y="146"/>
                  <a:pt x="107" y="146"/>
                </a:cubicBezTo>
                <a:cubicBezTo>
                  <a:pt x="107" y="147"/>
                  <a:pt x="107" y="147"/>
                  <a:pt x="108" y="147"/>
                </a:cubicBezTo>
                <a:cubicBezTo>
                  <a:pt x="108" y="147"/>
                  <a:pt x="108" y="147"/>
                  <a:pt x="108" y="147"/>
                </a:cubicBezTo>
                <a:cubicBezTo>
                  <a:pt x="108" y="147"/>
                  <a:pt x="108" y="147"/>
                  <a:pt x="108" y="147"/>
                </a:cubicBezTo>
                <a:cubicBezTo>
                  <a:pt x="108" y="147"/>
                  <a:pt x="108" y="147"/>
                  <a:pt x="108" y="147"/>
                </a:cubicBezTo>
                <a:cubicBezTo>
                  <a:pt x="108" y="147"/>
                  <a:pt x="108" y="147"/>
                  <a:pt x="108" y="148"/>
                </a:cubicBezTo>
                <a:cubicBezTo>
                  <a:pt x="108" y="148"/>
                  <a:pt x="109" y="148"/>
                  <a:pt x="109" y="148"/>
                </a:cubicBezTo>
                <a:cubicBezTo>
                  <a:pt x="109" y="148"/>
                  <a:pt x="109" y="147"/>
                  <a:pt x="109" y="147"/>
                </a:cubicBezTo>
                <a:cubicBezTo>
                  <a:pt x="109" y="147"/>
                  <a:pt x="109" y="148"/>
                  <a:pt x="109" y="148"/>
                </a:cubicBezTo>
                <a:cubicBezTo>
                  <a:pt x="109" y="148"/>
                  <a:pt x="110" y="148"/>
                  <a:pt x="110" y="148"/>
                </a:cubicBezTo>
                <a:cubicBezTo>
                  <a:pt x="110" y="148"/>
                  <a:pt x="110" y="147"/>
                  <a:pt x="110" y="147"/>
                </a:cubicBezTo>
                <a:cubicBezTo>
                  <a:pt x="110" y="147"/>
                  <a:pt x="110" y="147"/>
                  <a:pt x="110" y="148"/>
                </a:cubicBezTo>
                <a:cubicBezTo>
                  <a:pt x="110" y="148"/>
                  <a:pt x="110" y="148"/>
                  <a:pt x="110" y="148"/>
                </a:cubicBezTo>
                <a:cubicBezTo>
                  <a:pt x="110" y="148"/>
                  <a:pt x="110" y="148"/>
                  <a:pt x="111" y="148"/>
                </a:cubicBezTo>
                <a:cubicBezTo>
                  <a:pt x="111" y="148"/>
                  <a:pt x="112" y="148"/>
                  <a:pt x="112" y="148"/>
                </a:cubicBezTo>
                <a:cubicBezTo>
                  <a:pt x="113" y="148"/>
                  <a:pt x="113" y="148"/>
                  <a:pt x="113" y="148"/>
                </a:cubicBezTo>
                <a:cubicBezTo>
                  <a:pt x="113" y="148"/>
                  <a:pt x="113" y="148"/>
                  <a:pt x="113" y="148"/>
                </a:cubicBezTo>
                <a:cubicBezTo>
                  <a:pt x="113" y="148"/>
                  <a:pt x="113" y="148"/>
                  <a:pt x="114" y="148"/>
                </a:cubicBezTo>
                <a:cubicBezTo>
                  <a:pt x="114" y="149"/>
                  <a:pt x="114" y="149"/>
                  <a:pt x="114" y="149"/>
                </a:cubicBezTo>
                <a:cubicBezTo>
                  <a:pt x="114" y="149"/>
                  <a:pt x="114" y="149"/>
                  <a:pt x="114" y="149"/>
                </a:cubicBezTo>
                <a:cubicBezTo>
                  <a:pt x="114" y="150"/>
                  <a:pt x="114" y="150"/>
                  <a:pt x="114" y="150"/>
                </a:cubicBezTo>
                <a:cubicBezTo>
                  <a:pt x="114" y="150"/>
                  <a:pt x="115" y="150"/>
                  <a:pt x="115" y="150"/>
                </a:cubicBezTo>
                <a:cubicBezTo>
                  <a:pt x="115" y="150"/>
                  <a:pt x="115" y="150"/>
                  <a:pt x="115" y="150"/>
                </a:cubicBezTo>
                <a:cubicBezTo>
                  <a:pt x="115" y="150"/>
                  <a:pt x="115" y="150"/>
                  <a:pt x="115" y="150"/>
                </a:cubicBezTo>
                <a:cubicBezTo>
                  <a:pt x="115" y="150"/>
                  <a:pt x="116" y="150"/>
                  <a:pt x="116" y="150"/>
                </a:cubicBezTo>
                <a:cubicBezTo>
                  <a:pt x="117" y="150"/>
                  <a:pt x="117" y="150"/>
                  <a:pt x="118" y="150"/>
                </a:cubicBezTo>
                <a:cubicBezTo>
                  <a:pt x="119" y="150"/>
                  <a:pt x="119" y="150"/>
                  <a:pt x="119" y="150"/>
                </a:cubicBezTo>
                <a:cubicBezTo>
                  <a:pt x="120" y="150"/>
                  <a:pt x="120" y="150"/>
                  <a:pt x="120" y="150"/>
                </a:cubicBezTo>
                <a:cubicBezTo>
                  <a:pt x="120" y="150"/>
                  <a:pt x="120" y="150"/>
                  <a:pt x="121" y="150"/>
                </a:cubicBezTo>
                <a:cubicBezTo>
                  <a:pt x="121" y="150"/>
                  <a:pt x="121" y="150"/>
                  <a:pt x="121" y="150"/>
                </a:cubicBezTo>
                <a:cubicBezTo>
                  <a:pt x="122" y="150"/>
                  <a:pt x="122" y="150"/>
                  <a:pt x="123" y="150"/>
                </a:cubicBezTo>
                <a:cubicBezTo>
                  <a:pt x="123" y="150"/>
                  <a:pt x="123" y="150"/>
                  <a:pt x="123" y="150"/>
                </a:cubicBezTo>
                <a:cubicBezTo>
                  <a:pt x="123" y="150"/>
                  <a:pt x="124" y="150"/>
                  <a:pt x="124" y="150"/>
                </a:cubicBezTo>
                <a:cubicBezTo>
                  <a:pt x="124" y="150"/>
                  <a:pt x="124" y="150"/>
                  <a:pt x="124" y="150"/>
                </a:cubicBezTo>
                <a:cubicBezTo>
                  <a:pt x="124" y="150"/>
                  <a:pt x="124" y="150"/>
                  <a:pt x="124" y="150"/>
                </a:cubicBezTo>
                <a:cubicBezTo>
                  <a:pt x="124" y="150"/>
                  <a:pt x="124" y="150"/>
                  <a:pt x="124" y="150"/>
                </a:cubicBezTo>
                <a:cubicBezTo>
                  <a:pt x="124" y="150"/>
                  <a:pt x="124" y="150"/>
                  <a:pt x="124" y="150"/>
                </a:cubicBezTo>
                <a:cubicBezTo>
                  <a:pt x="124" y="150"/>
                  <a:pt x="124" y="151"/>
                  <a:pt x="124" y="151"/>
                </a:cubicBezTo>
                <a:cubicBezTo>
                  <a:pt x="124" y="151"/>
                  <a:pt x="124" y="151"/>
                  <a:pt x="125" y="152"/>
                </a:cubicBezTo>
                <a:cubicBezTo>
                  <a:pt x="125" y="152"/>
                  <a:pt x="125" y="152"/>
                  <a:pt x="125" y="152"/>
                </a:cubicBezTo>
                <a:cubicBezTo>
                  <a:pt x="125" y="152"/>
                  <a:pt x="125" y="152"/>
                  <a:pt x="125" y="152"/>
                </a:cubicBezTo>
                <a:cubicBezTo>
                  <a:pt x="126" y="152"/>
                  <a:pt x="126" y="152"/>
                  <a:pt x="126" y="152"/>
                </a:cubicBezTo>
                <a:cubicBezTo>
                  <a:pt x="126" y="152"/>
                  <a:pt x="127" y="152"/>
                  <a:pt x="127" y="152"/>
                </a:cubicBezTo>
                <a:cubicBezTo>
                  <a:pt x="128" y="153"/>
                  <a:pt x="128" y="153"/>
                  <a:pt x="128" y="153"/>
                </a:cubicBezTo>
                <a:cubicBezTo>
                  <a:pt x="128" y="153"/>
                  <a:pt x="128" y="153"/>
                  <a:pt x="128" y="153"/>
                </a:cubicBezTo>
                <a:cubicBezTo>
                  <a:pt x="129" y="153"/>
                  <a:pt x="129" y="153"/>
                  <a:pt x="129" y="153"/>
                </a:cubicBezTo>
                <a:cubicBezTo>
                  <a:pt x="130" y="153"/>
                  <a:pt x="130" y="153"/>
                  <a:pt x="130" y="153"/>
                </a:cubicBezTo>
                <a:cubicBezTo>
                  <a:pt x="131" y="153"/>
                  <a:pt x="131" y="153"/>
                  <a:pt x="131" y="153"/>
                </a:cubicBezTo>
                <a:cubicBezTo>
                  <a:pt x="131" y="154"/>
                  <a:pt x="131" y="154"/>
                  <a:pt x="131" y="154"/>
                </a:cubicBezTo>
                <a:cubicBezTo>
                  <a:pt x="131" y="154"/>
                  <a:pt x="131" y="154"/>
                  <a:pt x="131" y="154"/>
                </a:cubicBezTo>
                <a:cubicBezTo>
                  <a:pt x="131" y="154"/>
                  <a:pt x="131" y="154"/>
                  <a:pt x="131" y="154"/>
                </a:cubicBezTo>
                <a:cubicBezTo>
                  <a:pt x="131" y="154"/>
                  <a:pt x="131" y="154"/>
                  <a:pt x="131" y="155"/>
                </a:cubicBezTo>
                <a:cubicBezTo>
                  <a:pt x="132" y="155"/>
                  <a:pt x="132" y="155"/>
                  <a:pt x="132" y="155"/>
                </a:cubicBezTo>
                <a:cubicBezTo>
                  <a:pt x="132" y="155"/>
                  <a:pt x="132" y="155"/>
                  <a:pt x="132" y="155"/>
                </a:cubicBezTo>
                <a:cubicBezTo>
                  <a:pt x="132" y="155"/>
                  <a:pt x="132" y="155"/>
                  <a:pt x="132" y="155"/>
                </a:cubicBezTo>
                <a:cubicBezTo>
                  <a:pt x="132" y="155"/>
                  <a:pt x="132" y="156"/>
                  <a:pt x="132" y="156"/>
                </a:cubicBezTo>
                <a:cubicBezTo>
                  <a:pt x="132" y="156"/>
                  <a:pt x="132" y="156"/>
                  <a:pt x="132" y="156"/>
                </a:cubicBezTo>
                <a:cubicBezTo>
                  <a:pt x="132" y="156"/>
                  <a:pt x="132" y="156"/>
                  <a:pt x="133" y="156"/>
                </a:cubicBezTo>
                <a:cubicBezTo>
                  <a:pt x="133" y="157"/>
                  <a:pt x="133" y="157"/>
                  <a:pt x="133" y="157"/>
                </a:cubicBezTo>
                <a:cubicBezTo>
                  <a:pt x="134" y="157"/>
                  <a:pt x="135" y="158"/>
                  <a:pt x="136" y="159"/>
                </a:cubicBezTo>
                <a:cubicBezTo>
                  <a:pt x="136" y="159"/>
                  <a:pt x="136" y="159"/>
                  <a:pt x="136" y="159"/>
                </a:cubicBezTo>
                <a:cubicBezTo>
                  <a:pt x="136" y="159"/>
                  <a:pt x="136" y="159"/>
                  <a:pt x="136" y="159"/>
                </a:cubicBezTo>
                <a:cubicBezTo>
                  <a:pt x="136" y="159"/>
                  <a:pt x="136" y="160"/>
                  <a:pt x="136" y="160"/>
                </a:cubicBezTo>
                <a:cubicBezTo>
                  <a:pt x="136" y="160"/>
                  <a:pt x="136" y="160"/>
                  <a:pt x="136" y="160"/>
                </a:cubicBezTo>
                <a:cubicBezTo>
                  <a:pt x="136" y="160"/>
                  <a:pt x="136" y="160"/>
                  <a:pt x="136" y="160"/>
                </a:cubicBezTo>
                <a:cubicBezTo>
                  <a:pt x="136" y="160"/>
                  <a:pt x="137" y="161"/>
                  <a:pt x="136" y="161"/>
                </a:cubicBezTo>
                <a:cubicBezTo>
                  <a:pt x="136" y="161"/>
                  <a:pt x="136" y="161"/>
                  <a:pt x="136" y="161"/>
                </a:cubicBezTo>
                <a:cubicBezTo>
                  <a:pt x="136" y="161"/>
                  <a:pt x="136" y="161"/>
                  <a:pt x="136" y="162"/>
                </a:cubicBezTo>
                <a:cubicBezTo>
                  <a:pt x="136" y="162"/>
                  <a:pt x="136" y="162"/>
                  <a:pt x="136" y="162"/>
                </a:cubicBezTo>
                <a:cubicBezTo>
                  <a:pt x="137" y="162"/>
                  <a:pt x="137" y="162"/>
                  <a:pt x="137" y="163"/>
                </a:cubicBezTo>
                <a:cubicBezTo>
                  <a:pt x="137" y="163"/>
                  <a:pt x="137" y="163"/>
                  <a:pt x="137" y="163"/>
                </a:cubicBezTo>
                <a:cubicBezTo>
                  <a:pt x="137" y="164"/>
                  <a:pt x="137" y="164"/>
                  <a:pt x="137" y="164"/>
                </a:cubicBezTo>
                <a:cubicBezTo>
                  <a:pt x="137" y="164"/>
                  <a:pt x="137" y="164"/>
                  <a:pt x="137" y="164"/>
                </a:cubicBezTo>
                <a:cubicBezTo>
                  <a:pt x="138" y="164"/>
                  <a:pt x="138" y="164"/>
                  <a:pt x="138" y="164"/>
                </a:cubicBezTo>
                <a:cubicBezTo>
                  <a:pt x="138" y="164"/>
                  <a:pt x="138" y="165"/>
                  <a:pt x="138" y="165"/>
                </a:cubicBezTo>
                <a:cubicBezTo>
                  <a:pt x="138" y="165"/>
                  <a:pt x="138" y="165"/>
                  <a:pt x="138" y="165"/>
                </a:cubicBezTo>
                <a:cubicBezTo>
                  <a:pt x="138" y="165"/>
                  <a:pt x="138" y="165"/>
                  <a:pt x="138" y="165"/>
                </a:cubicBezTo>
                <a:cubicBezTo>
                  <a:pt x="138" y="166"/>
                  <a:pt x="139" y="166"/>
                  <a:pt x="139" y="166"/>
                </a:cubicBezTo>
                <a:cubicBezTo>
                  <a:pt x="139" y="166"/>
                  <a:pt x="139" y="166"/>
                  <a:pt x="139" y="166"/>
                </a:cubicBezTo>
                <a:cubicBezTo>
                  <a:pt x="139" y="149"/>
                  <a:pt x="139" y="149"/>
                  <a:pt x="139" y="149"/>
                </a:cubicBezTo>
                <a:cubicBezTo>
                  <a:pt x="142" y="149"/>
                  <a:pt x="142" y="149"/>
                  <a:pt x="142" y="149"/>
                </a:cubicBezTo>
                <a:cubicBezTo>
                  <a:pt x="142" y="149"/>
                  <a:pt x="142" y="149"/>
                  <a:pt x="142" y="149"/>
                </a:cubicBezTo>
                <a:cubicBezTo>
                  <a:pt x="143" y="148"/>
                  <a:pt x="143" y="148"/>
                  <a:pt x="143" y="148"/>
                </a:cubicBezTo>
                <a:cubicBezTo>
                  <a:pt x="143" y="147"/>
                  <a:pt x="143" y="147"/>
                  <a:pt x="143" y="147"/>
                </a:cubicBezTo>
                <a:cubicBezTo>
                  <a:pt x="144" y="146"/>
                  <a:pt x="144" y="146"/>
                  <a:pt x="144" y="146"/>
                </a:cubicBezTo>
                <a:cubicBezTo>
                  <a:pt x="145" y="146"/>
                  <a:pt x="145" y="146"/>
                  <a:pt x="145" y="146"/>
                </a:cubicBezTo>
                <a:cubicBezTo>
                  <a:pt x="146" y="146"/>
                  <a:pt x="146" y="146"/>
                  <a:pt x="146" y="146"/>
                </a:cubicBezTo>
                <a:cubicBezTo>
                  <a:pt x="141" y="142"/>
                  <a:pt x="141" y="142"/>
                  <a:pt x="141" y="142"/>
                </a:cubicBezTo>
                <a:lnTo>
                  <a:pt x="139" y="141"/>
                </a:lnTo>
                <a:close/>
                <a:moveTo>
                  <a:pt x="51" y="91"/>
                </a:moveTo>
                <a:cubicBezTo>
                  <a:pt x="60" y="94"/>
                  <a:pt x="60" y="94"/>
                  <a:pt x="60" y="94"/>
                </a:cubicBezTo>
                <a:cubicBezTo>
                  <a:pt x="62" y="95"/>
                  <a:pt x="62" y="95"/>
                  <a:pt x="62" y="95"/>
                </a:cubicBezTo>
                <a:cubicBezTo>
                  <a:pt x="62" y="95"/>
                  <a:pt x="62" y="95"/>
                  <a:pt x="62" y="95"/>
                </a:cubicBezTo>
                <a:cubicBezTo>
                  <a:pt x="62" y="97"/>
                  <a:pt x="62" y="97"/>
                  <a:pt x="62" y="97"/>
                </a:cubicBezTo>
                <a:cubicBezTo>
                  <a:pt x="65" y="99"/>
                  <a:pt x="65" y="99"/>
                  <a:pt x="65" y="99"/>
                </a:cubicBezTo>
                <a:cubicBezTo>
                  <a:pt x="66" y="99"/>
                  <a:pt x="66" y="99"/>
                  <a:pt x="66" y="99"/>
                </a:cubicBezTo>
                <a:cubicBezTo>
                  <a:pt x="67" y="100"/>
                  <a:pt x="67" y="100"/>
                  <a:pt x="67" y="100"/>
                </a:cubicBezTo>
                <a:cubicBezTo>
                  <a:pt x="73" y="99"/>
                  <a:pt x="73" y="99"/>
                  <a:pt x="73" y="99"/>
                </a:cubicBezTo>
                <a:cubicBezTo>
                  <a:pt x="75" y="99"/>
                  <a:pt x="75" y="99"/>
                  <a:pt x="75" y="99"/>
                </a:cubicBezTo>
                <a:cubicBezTo>
                  <a:pt x="75" y="99"/>
                  <a:pt x="75" y="99"/>
                  <a:pt x="75" y="99"/>
                </a:cubicBezTo>
                <a:cubicBezTo>
                  <a:pt x="74" y="97"/>
                  <a:pt x="74" y="97"/>
                  <a:pt x="74" y="97"/>
                </a:cubicBezTo>
                <a:cubicBezTo>
                  <a:pt x="74" y="97"/>
                  <a:pt x="74" y="96"/>
                  <a:pt x="74" y="96"/>
                </a:cubicBezTo>
                <a:cubicBezTo>
                  <a:pt x="74" y="96"/>
                  <a:pt x="76" y="96"/>
                  <a:pt x="76" y="96"/>
                </a:cubicBezTo>
                <a:cubicBezTo>
                  <a:pt x="77" y="95"/>
                  <a:pt x="77" y="95"/>
                  <a:pt x="77" y="95"/>
                </a:cubicBezTo>
                <a:cubicBezTo>
                  <a:pt x="77" y="95"/>
                  <a:pt x="78" y="95"/>
                  <a:pt x="79" y="95"/>
                </a:cubicBezTo>
                <a:cubicBezTo>
                  <a:pt x="79" y="95"/>
                  <a:pt x="79" y="95"/>
                  <a:pt x="79" y="95"/>
                </a:cubicBezTo>
                <a:cubicBezTo>
                  <a:pt x="80" y="95"/>
                  <a:pt x="80" y="95"/>
                  <a:pt x="80" y="95"/>
                </a:cubicBezTo>
                <a:cubicBezTo>
                  <a:pt x="80" y="95"/>
                  <a:pt x="81" y="94"/>
                  <a:pt x="81" y="94"/>
                </a:cubicBezTo>
                <a:cubicBezTo>
                  <a:pt x="81" y="94"/>
                  <a:pt x="80" y="94"/>
                  <a:pt x="80" y="94"/>
                </a:cubicBezTo>
                <a:cubicBezTo>
                  <a:pt x="80" y="94"/>
                  <a:pt x="80" y="93"/>
                  <a:pt x="80" y="93"/>
                </a:cubicBezTo>
                <a:cubicBezTo>
                  <a:pt x="80" y="93"/>
                  <a:pt x="80" y="92"/>
                  <a:pt x="80" y="92"/>
                </a:cubicBezTo>
                <a:cubicBezTo>
                  <a:pt x="80" y="92"/>
                  <a:pt x="80" y="91"/>
                  <a:pt x="80" y="91"/>
                </a:cubicBezTo>
                <a:cubicBezTo>
                  <a:pt x="79" y="91"/>
                  <a:pt x="79" y="90"/>
                  <a:pt x="79" y="90"/>
                </a:cubicBezTo>
                <a:cubicBezTo>
                  <a:pt x="79" y="90"/>
                  <a:pt x="79" y="90"/>
                  <a:pt x="79" y="90"/>
                </a:cubicBezTo>
                <a:cubicBezTo>
                  <a:pt x="79" y="90"/>
                  <a:pt x="79" y="89"/>
                  <a:pt x="79" y="89"/>
                </a:cubicBezTo>
                <a:cubicBezTo>
                  <a:pt x="79" y="89"/>
                  <a:pt x="80" y="89"/>
                  <a:pt x="79" y="89"/>
                </a:cubicBezTo>
                <a:cubicBezTo>
                  <a:pt x="79" y="89"/>
                  <a:pt x="79" y="88"/>
                  <a:pt x="79" y="88"/>
                </a:cubicBezTo>
                <a:cubicBezTo>
                  <a:pt x="79" y="88"/>
                  <a:pt x="80" y="88"/>
                  <a:pt x="80" y="88"/>
                </a:cubicBezTo>
                <a:cubicBezTo>
                  <a:pt x="80" y="88"/>
                  <a:pt x="80" y="88"/>
                  <a:pt x="80" y="88"/>
                </a:cubicBezTo>
                <a:cubicBezTo>
                  <a:pt x="80" y="88"/>
                  <a:pt x="81" y="87"/>
                  <a:pt x="81" y="87"/>
                </a:cubicBezTo>
                <a:cubicBezTo>
                  <a:pt x="81" y="87"/>
                  <a:pt x="81" y="86"/>
                  <a:pt x="81" y="86"/>
                </a:cubicBezTo>
                <a:cubicBezTo>
                  <a:pt x="81" y="86"/>
                  <a:pt x="81" y="86"/>
                  <a:pt x="82" y="86"/>
                </a:cubicBezTo>
                <a:cubicBezTo>
                  <a:pt x="82" y="86"/>
                  <a:pt x="82" y="86"/>
                  <a:pt x="82" y="86"/>
                </a:cubicBezTo>
                <a:cubicBezTo>
                  <a:pt x="82" y="86"/>
                  <a:pt x="83" y="84"/>
                  <a:pt x="83" y="84"/>
                </a:cubicBezTo>
                <a:cubicBezTo>
                  <a:pt x="86" y="84"/>
                  <a:pt x="86" y="84"/>
                  <a:pt x="86" y="84"/>
                </a:cubicBezTo>
                <a:cubicBezTo>
                  <a:pt x="86" y="81"/>
                  <a:pt x="86" y="81"/>
                  <a:pt x="86" y="81"/>
                </a:cubicBezTo>
                <a:cubicBezTo>
                  <a:pt x="86" y="81"/>
                  <a:pt x="86" y="81"/>
                  <a:pt x="86" y="81"/>
                </a:cubicBezTo>
                <a:cubicBezTo>
                  <a:pt x="84" y="81"/>
                  <a:pt x="84" y="81"/>
                  <a:pt x="84" y="81"/>
                </a:cubicBezTo>
                <a:cubicBezTo>
                  <a:pt x="84" y="81"/>
                  <a:pt x="83" y="80"/>
                  <a:pt x="83" y="80"/>
                </a:cubicBezTo>
                <a:cubicBezTo>
                  <a:pt x="83" y="80"/>
                  <a:pt x="83" y="78"/>
                  <a:pt x="83" y="78"/>
                </a:cubicBezTo>
                <a:cubicBezTo>
                  <a:pt x="82" y="78"/>
                  <a:pt x="82" y="78"/>
                  <a:pt x="82" y="78"/>
                </a:cubicBezTo>
                <a:cubicBezTo>
                  <a:pt x="81" y="78"/>
                  <a:pt x="81" y="78"/>
                  <a:pt x="81" y="78"/>
                </a:cubicBezTo>
                <a:cubicBezTo>
                  <a:pt x="79" y="76"/>
                  <a:pt x="79" y="76"/>
                  <a:pt x="79" y="76"/>
                </a:cubicBezTo>
                <a:cubicBezTo>
                  <a:pt x="72" y="78"/>
                  <a:pt x="72" y="78"/>
                  <a:pt x="72" y="78"/>
                </a:cubicBezTo>
                <a:cubicBezTo>
                  <a:pt x="71" y="78"/>
                  <a:pt x="71" y="78"/>
                  <a:pt x="71" y="78"/>
                </a:cubicBezTo>
                <a:cubicBezTo>
                  <a:pt x="68" y="78"/>
                  <a:pt x="68" y="78"/>
                  <a:pt x="68" y="78"/>
                </a:cubicBezTo>
                <a:cubicBezTo>
                  <a:pt x="68" y="78"/>
                  <a:pt x="67" y="79"/>
                  <a:pt x="67" y="79"/>
                </a:cubicBezTo>
                <a:cubicBezTo>
                  <a:pt x="67" y="79"/>
                  <a:pt x="66" y="79"/>
                  <a:pt x="66" y="79"/>
                </a:cubicBezTo>
                <a:cubicBezTo>
                  <a:pt x="65" y="79"/>
                  <a:pt x="65" y="79"/>
                  <a:pt x="65" y="79"/>
                </a:cubicBezTo>
                <a:cubicBezTo>
                  <a:pt x="64" y="79"/>
                  <a:pt x="64" y="79"/>
                  <a:pt x="64" y="79"/>
                </a:cubicBezTo>
                <a:cubicBezTo>
                  <a:pt x="62" y="79"/>
                  <a:pt x="62" y="79"/>
                  <a:pt x="62" y="79"/>
                </a:cubicBezTo>
                <a:cubicBezTo>
                  <a:pt x="60" y="78"/>
                  <a:pt x="60" y="78"/>
                  <a:pt x="60" y="78"/>
                </a:cubicBezTo>
                <a:cubicBezTo>
                  <a:pt x="55" y="78"/>
                  <a:pt x="55" y="78"/>
                  <a:pt x="55" y="78"/>
                </a:cubicBezTo>
                <a:cubicBezTo>
                  <a:pt x="54" y="79"/>
                  <a:pt x="54" y="79"/>
                  <a:pt x="54" y="79"/>
                </a:cubicBezTo>
                <a:cubicBezTo>
                  <a:pt x="51" y="77"/>
                  <a:pt x="51" y="77"/>
                  <a:pt x="51" y="77"/>
                </a:cubicBezTo>
                <a:cubicBezTo>
                  <a:pt x="48" y="77"/>
                  <a:pt x="48" y="77"/>
                  <a:pt x="48" y="77"/>
                </a:cubicBezTo>
                <a:cubicBezTo>
                  <a:pt x="48" y="90"/>
                  <a:pt x="48" y="90"/>
                  <a:pt x="48" y="90"/>
                </a:cubicBezTo>
                <a:lnTo>
                  <a:pt x="51" y="91"/>
                </a:lnTo>
                <a:close/>
                <a:moveTo>
                  <a:pt x="68" y="34"/>
                </a:moveTo>
                <a:cubicBezTo>
                  <a:pt x="68" y="34"/>
                  <a:pt x="68" y="34"/>
                  <a:pt x="68" y="34"/>
                </a:cubicBezTo>
                <a:cubicBezTo>
                  <a:pt x="68" y="34"/>
                  <a:pt x="67" y="34"/>
                  <a:pt x="67" y="34"/>
                </a:cubicBezTo>
                <a:cubicBezTo>
                  <a:pt x="67" y="34"/>
                  <a:pt x="67" y="34"/>
                  <a:pt x="67" y="34"/>
                </a:cubicBezTo>
                <a:cubicBezTo>
                  <a:pt x="67" y="35"/>
                  <a:pt x="67" y="35"/>
                  <a:pt x="67" y="35"/>
                </a:cubicBezTo>
                <a:cubicBezTo>
                  <a:pt x="67" y="35"/>
                  <a:pt x="68" y="35"/>
                  <a:pt x="68" y="35"/>
                </a:cubicBezTo>
                <a:cubicBezTo>
                  <a:pt x="68" y="35"/>
                  <a:pt x="68" y="35"/>
                  <a:pt x="68" y="35"/>
                </a:cubicBezTo>
                <a:cubicBezTo>
                  <a:pt x="68" y="35"/>
                  <a:pt x="68" y="35"/>
                  <a:pt x="68" y="35"/>
                </a:cubicBezTo>
                <a:cubicBezTo>
                  <a:pt x="68" y="35"/>
                  <a:pt x="69" y="35"/>
                  <a:pt x="69" y="35"/>
                </a:cubicBezTo>
                <a:cubicBezTo>
                  <a:pt x="69" y="35"/>
                  <a:pt x="69" y="35"/>
                  <a:pt x="69" y="35"/>
                </a:cubicBezTo>
                <a:cubicBezTo>
                  <a:pt x="69" y="35"/>
                  <a:pt x="69" y="35"/>
                  <a:pt x="69" y="35"/>
                </a:cubicBezTo>
                <a:cubicBezTo>
                  <a:pt x="70" y="35"/>
                  <a:pt x="70" y="35"/>
                  <a:pt x="70" y="35"/>
                </a:cubicBezTo>
                <a:cubicBezTo>
                  <a:pt x="70" y="35"/>
                  <a:pt x="70" y="35"/>
                  <a:pt x="70" y="35"/>
                </a:cubicBezTo>
                <a:cubicBezTo>
                  <a:pt x="70" y="35"/>
                  <a:pt x="70" y="35"/>
                  <a:pt x="70" y="35"/>
                </a:cubicBezTo>
                <a:cubicBezTo>
                  <a:pt x="70" y="35"/>
                  <a:pt x="69" y="35"/>
                  <a:pt x="69" y="34"/>
                </a:cubicBezTo>
                <a:cubicBezTo>
                  <a:pt x="69" y="34"/>
                  <a:pt x="69" y="34"/>
                  <a:pt x="69" y="34"/>
                </a:cubicBezTo>
                <a:cubicBezTo>
                  <a:pt x="69" y="34"/>
                  <a:pt x="69" y="34"/>
                  <a:pt x="69" y="34"/>
                </a:cubicBezTo>
                <a:cubicBezTo>
                  <a:pt x="69" y="34"/>
                  <a:pt x="69" y="34"/>
                  <a:pt x="68" y="34"/>
                </a:cubicBezTo>
                <a:cubicBezTo>
                  <a:pt x="68" y="34"/>
                  <a:pt x="68" y="34"/>
                  <a:pt x="68" y="34"/>
                </a:cubicBezTo>
                <a:cubicBezTo>
                  <a:pt x="68" y="33"/>
                  <a:pt x="68" y="33"/>
                  <a:pt x="68" y="33"/>
                </a:cubicBezTo>
                <a:cubicBezTo>
                  <a:pt x="68" y="34"/>
                  <a:pt x="68" y="34"/>
                  <a:pt x="68" y="34"/>
                </a:cubicBezTo>
                <a:close/>
                <a:moveTo>
                  <a:pt x="69" y="37"/>
                </a:moveTo>
                <a:cubicBezTo>
                  <a:pt x="69" y="37"/>
                  <a:pt x="69" y="37"/>
                  <a:pt x="69" y="37"/>
                </a:cubicBezTo>
                <a:cubicBezTo>
                  <a:pt x="68" y="37"/>
                  <a:pt x="68" y="37"/>
                  <a:pt x="68" y="36"/>
                </a:cubicBezTo>
                <a:cubicBezTo>
                  <a:pt x="69" y="36"/>
                  <a:pt x="69" y="36"/>
                  <a:pt x="68" y="36"/>
                </a:cubicBezTo>
                <a:cubicBezTo>
                  <a:pt x="68" y="36"/>
                  <a:pt x="68" y="36"/>
                  <a:pt x="68" y="36"/>
                </a:cubicBezTo>
                <a:cubicBezTo>
                  <a:pt x="68" y="36"/>
                  <a:pt x="68" y="36"/>
                  <a:pt x="68" y="36"/>
                </a:cubicBezTo>
                <a:cubicBezTo>
                  <a:pt x="68" y="36"/>
                  <a:pt x="68" y="36"/>
                  <a:pt x="68" y="35"/>
                </a:cubicBezTo>
                <a:cubicBezTo>
                  <a:pt x="69" y="35"/>
                  <a:pt x="69" y="35"/>
                  <a:pt x="69" y="36"/>
                </a:cubicBezTo>
                <a:cubicBezTo>
                  <a:pt x="69" y="36"/>
                  <a:pt x="69" y="36"/>
                  <a:pt x="69" y="36"/>
                </a:cubicBezTo>
                <a:cubicBezTo>
                  <a:pt x="69" y="36"/>
                  <a:pt x="69" y="36"/>
                  <a:pt x="69" y="36"/>
                </a:cubicBezTo>
                <a:cubicBezTo>
                  <a:pt x="69" y="36"/>
                  <a:pt x="69"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7"/>
                </a:cubicBezTo>
                <a:cubicBezTo>
                  <a:pt x="69" y="37"/>
                  <a:pt x="69" y="37"/>
                  <a:pt x="69" y="37"/>
                </a:cubicBezTo>
                <a:cubicBezTo>
                  <a:pt x="69" y="37"/>
                  <a:pt x="69" y="37"/>
                  <a:pt x="69" y="37"/>
                </a:cubicBezTo>
                <a:close/>
                <a:moveTo>
                  <a:pt x="82" y="31"/>
                </a:moveTo>
                <a:cubicBezTo>
                  <a:pt x="82" y="31"/>
                  <a:pt x="82" y="31"/>
                  <a:pt x="83" y="31"/>
                </a:cubicBezTo>
                <a:cubicBezTo>
                  <a:pt x="83" y="31"/>
                  <a:pt x="83" y="31"/>
                  <a:pt x="83" y="31"/>
                </a:cubicBezTo>
                <a:cubicBezTo>
                  <a:pt x="83" y="31"/>
                  <a:pt x="83" y="31"/>
                  <a:pt x="83" y="31"/>
                </a:cubicBezTo>
                <a:cubicBezTo>
                  <a:pt x="82" y="31"/>
                  <a:pt x="82" y="31"/>
                  <a:pt x="82" y="32"/>
                </a:cubicBezTo>
                <a:cubicBezTo>
                  <a:pt x="82" y="32"/>
                  <a:pt x="82" y="32"/>
                  <a:pt x="82" y="32"/>
                </a:cubicBezTo>
                <a:cubicBezTo>
                  <a:pt x="82" y="32"/>
                  <a:pt x="82" y="32"/>
                  <a:pt x="82" y="32"/>
                </a:cubicBezTo>
                <a:cubicBezTo>
                  <a:pt x="82" y="32"/>
                  <a:pt x="82" y="32"/>
                  <a:pt x="82" y="32"/>
                </a:cubicBezTo>
                <a:cubicBezTo>
                  <a:pt x="82" y="31"/>
                  <a:pt x="82" y="31"/>
                  <a:pt x="81" y="31"/>
                </a:cubicBezTo>
                <a:cubicBezTo>
                  <a:pt x="81" y="31"/>
                  <a:pt x="81" y="31"/>
                  <a:pt x="81" y="31"/>
                </a:cubicBezTo>
                <a:cubicBezTo>
                  <a:pt x="81" y="31"/>
                  <a:pt x="81" y="31"/>
                  <a:pt x="82" y="31"/>
                </a:cubicBezTo>
                <a:cubicBezTo>
                  <a:pt x="82" y="31"/>
                  <a:pt x="82" y="31"/>
                  <a:pt x="82" y="31"/>
                </a:cubicBezTo>
                <a:cubicBezTo>
                  <a:pt x="82" y="31"/>
                  <a:pt x="82" y="31"/>
                  <a:pt x="82" y="31"/>
                </a:cubicBezTo>
                <a:close/>
                <a:moveTo>
                  <a:pt x="39" y="75"/>
                </a:moveTo>
                <a:cubicBezTo>
                  <a:pt x="37" y="75"/>
                  <a:pt x="37" y="75"/>
                  <a:pt x="37" y="75"/>
                </a:cubicBezTo>
                <a:cubicBezTo>
                  <a:pt x="38" y="68"/>
                  <a:pt x="38" y="68"/>
                  <a:pt x="38" y="68"/>
                </a:cubicBezTo>
                <a:cubicBezTo>
                  <a:pt x="37" y="67"/>
                  <a:pt x="37" y="67"/>
                  <a:pt x="37" y="67"/>
                </a:cubicBezTo>
                <a:cubicBezTo>
                  <a:pt x="12" y="67"/>
                  <a:pt x="12" y="67"/>
                  <a:pt x="12" y="67"/>
                </a:cubicBezTo>
                <a:cubicBezTo>
                  <a:pt x="12" y="57"/>
                  <a:pt x="12" y="57"/>
                  <a:pt x="12" y="57"/>
                </a:cubicBezTo>
                <a:cubicBezTo>
                  <a:pt x="22" y="51"/>
                  <a:pt x="22" y="51"/>
                  <a:pt x="22" y="51"/>
                </a:cubicBezTo>
                <a:cubicBezTo>
                  <a:pt x="23" y="50"/>
                  <a:pt x="23" y="50"/>
                  <a:pt x="23" y="50"/>
                </a:cubicBezTo>
                <a:cubicBezTo>
                  <a:pt x="24" y="50"/>
                  <a:pt x="24" y="50"/>
                  <a:pt x="24" y="50"/>
                </a:cubicBezTo>
                <a:cubicBezTo>
                  <a:pt x="24" y="51"/>
                  <a:pt x="24" y="51"/>
                  <a:pt x="24" y="51"/>
                </a:cubicBezTo>
                <a:cubicBezTo>
                  <a:pt x="23" y="51"/>
                  <a:pt x="23" y="51"/>
                  <a:pt x="23" y="51"/>
                </a:cubicBezTo>
                <a:cubicBezTo>
                  <a:pt x="23" y="51"/>
                  <a:pt x="23" y="51"/>
                  <a:pt x="23" y="51"/>
                </a:cubicBezTo>
                <a:cubicBezTo>
                  <a:pt x="24" y="51"/>
                  <a:pt x="24" y="51"/>
                  <a:pt x="24" y="51"/>
                </a:cubicBezTo>
                <a:cubicBezTo>
                  <a:pt x="24" y="52"/>
                  <a:pt x="24" y="52"/>
                  <a:pt x="24" y="52"/>
                </a:cubicBezTo>
                <a:cubicBezTo>
                  <a:pt x="24" y="52"/>
                  <a:pt x="24" y="52"/>
                  <a:pt x="25" y="52"/>
                </a:cubicBezTo>
                <a:cubicBezTo>
                  <a:pt x="25" y="52"/>
                  <a:pt x="25" y="51"/>
                  <a:pt x="25" y="51"/>
                </a:cubicBezTo>
                <a:cubicBezTo>
                  <a:pt x="25" y="52"/>
                  <a:pt x="25" y="52"/>
                  <a:pt x="25" y="52"/>
                </a:cubicBezTo>
                <a:cubicBezTo>
                  <a:pt x="43" y="52"/>
                  <a:pt x="43" y="52"/>
                  <a:pt x="43" y="52"/>
                </a:cubicBezTo>
                <a:cubicBezTo>
                  <a:pt x="44" y="49"/>
                  <a:pt x="44" y="49"/>
                  <a:pt x="44" y="49"/>
                </a:cubicBezTo>
                <a:cubicBezTo>
                  <a:pt x="47" y="49"/>
                  <a:pt x="47" y="49"/>
                  <a:pt x="47" y="49"/>
                </a:cubicBezTo>
                <a:cubicBezTo>
                  <a:pt x="48" y="49"/>
                  <a:pt x="48" y="49"/>
                  <a:pt x="48" y="49"/>
                </a:cubicBezTo>
                <a:cubicBezTo>
                  <a:pt x="48" y="43"/>
                  <a:pt x="48" y="43"/>
                  <a:pt x="48" y="43"/>
                </a:cubicBezTo>
                <a:cubicBezTo>
                  <a:pt x="47" y="40"/>
                  <a:pt x="47" y="40"/>
                  <a:pt x="47" y="40"/>
                </a:cubicBezTo>
                <a:cubicBezTo>
                  <a:pt x="47" y="40"/>
                  <a:pt x="47" y="38"/>
                  <a:pt x="47" y="38"/>
                </a:cubicBezTo>
                <a:cubicBezTo>
                  <a:pt x="47" y="38"/>
                  <a:pt x="47" y="37"/>
                  <a:pt x="47" y="37"/>
                </a:cubicBezTo>
                <a:cubicBezTo>
                  <a:pt x="47" y="37"/>
                  <a:pt x="47" y="37"/>
                  <a:pt x="47" y="37"/>
                </a:cubicBezTo>
                <a:cubicBezTo>
                  <a:pt x="47" y="37"/>
                  <a:pt x="48" y="36"/>
                  <a:pt x="48" y="36"/>
                </a:cubicBezTo>
                <a:cubicBezTo>
                  <a:pt x="48" y="36"/>
                  <a:pt x="50" y="37"/>
                  <a:pt x="51" y="37"/>
                </a:cubicBezTo>
                <a:cubicBezTo>
                  <a:pt x="51" y="37"/>
                  <a:pt x="52" y="38"/>
                  <a:pt x="52" y="38"/>
                </a:cubicBezTo>
                <a:cubicBezTo>
                  <a:pt x="53" y="38"/>
                  <a:pt x="54" y="39"/>
                  <a:pt x="54" y="39"/>
                </a:cubicBezTo>
                <a:cubicBezTo>
                  <a:pt x="55" y="39"/>
                  <a:pt x="55" y="40"/>
                  <a:pt x="56" y="40"/>
                </a:cubicBezTo>
                <a:cubicBezTo>
                  <a:pt x="56" y="40"/>
                  <a:pt x="57" y="39"/>
                  <a:pt x="57" y="39"/>
                </a:cubicBezTo>
                <a:cubicBezTo>
                  <a:pt x="57" y="39"/>
                  <a:pt x="57" y="39"/>
                  <a:pt x="57" y="39"/>
                </a:cubicBezTo>
                <a:cubicBezTo>
                  <a:pt x="57" y="39"/>
                  <a:pt x="57" y="36"/>
                  <a:pt x="57" y="35"/>
                </a:cubicBezTo>
                <a:cubicBezTo>
                  <a:pt x="57" y="35"/>
                  <a:pt x="57" y="35"/>
                  <a:pt x="57" y="35"/>
                </a:cubicBezTo>
                <a:cubicBezTo>
                  <a:pt x="57" y="35"/>
                  <a:pt x="58" y="35"/>
                  <a:pt x="59" y="35"/>
                </a:cubicBezTo>
                <a:cubicBezTo>
                  <a:pt x="59" y="35"/>
                  <a:pt x="60" y="35"/>
                  <a:pt x="60" y="35"/>
                </a:cubicBezTo>
                <a:cubicBezTo>
                  <a:pt x="60" y="35"/>
                  <a:pt x="61" y="36"/>
                  <a:pt x="61" y="36"/>
                </a:cubicBezTo>
                <a:cubicBezTo>
                  <a:pt x="62" y="36"/>
                  <a:pt x="63" y="36"/>
                  <a:pt x="63" y="36"/>
                </a:cubicBezTo>
                <a:cubicBezTo>
                  <a:pt x="64" y="36"/>
                  <a:pt x="65" y="36"/>
                  <a:pt x="65" y="36"/>
                </a:cubicBezTo>
                <a:cubicBezTo>
                  <a:pt x="66" y="36"/>
                  <a:pt x="66" y="36"/>
                  <a:pt x="66" y="36"/>
                </a:cubicBezTo>
                <a:cubicBezTo>
                  <a:pt x="66" y="36"/>
                  <a:pt x="67" y="36"/>
                  <a:pt x="67" y="37"/>
                </a:cubicBezTo>
                <a:cubicBezTo>
                  <a:pt x="67" y="37"/>
                  <a:pt x="68" y="37"/>
                  <a:pt x="68" y="37"/>
                </a:cubicBezTo>
                <a:cubicBezTo>
                  <a:pt x="68" y="37"/>
                  <a:pt x="68" y="38"/>
                  <a:pt x="68" y="38"/>
                </a:cubicBezTo>
                <a:cubicBezTo>
                  <a:pt x="68" y="38"/>
                  <a:pt x="69" y="39"/>
                  <a:pt x="69" y="39"/>
                </a:cubicBezTo>
                <a:cubicBezTo>
                  <a:pt x="69" y="39"/>
                  <a:pt x="69" y="39"/>
                  <a:pt x="70" y="40"/>
                </a:cubicBezTo>
                <a:cubicBezTo>
                  <a:pt x="70" y="40"/>
                  <a:pt x="71" y="40"/>
                  <a:pt x="71" y="40"/>
                </a:cubicBezTo>
                <a:cubicBezTo>
                  <a:pt x="72" y="40"/>
                  <a:pt x="72" y="40"/>
                  <a:pt x="72" y="40"/>
                </a:cubicBezTo>
                <a:cubicBezTo>
                  <a:pt x="72" y="40"/>
                  <a:pt x="73" y="41"/>
                  <a:pt x="73" y="41"/>
                </a:cubicBezTo>
                <a:cubicBezTo>
                  <a:pt x="73" y="41"/>
                  <a:pt x="74" y="41"/>
                  <a:pt x="74" y="41"/>
                </a:cubicBezTo>
                <a:cubicBezTo>
                  <a:pt x="74" y="42"/>
                  <a:pt x="75" y="42"/>
                  <a:pt x="76" y="43"/>
                </a:cubicBezTo>
                <a:cubicBezTo>
                  <a:pt x="76" y="43"/>
                  <a:pt x="76" y="43"/>
                  <a:pt x="77" y="43"/>
                </a:cubicBezTo>
                <a:cubicBezTo>
                  <a:pt x="77" y="43"/>
                  <a:pt x="77" y="43"/>
                  <a:pt x="78" y="43"/>
                </a:cubicBezTo>
                <a:cubicBezTo>
                  <a:pt x="78" y="44"/>
                  <a:pt x="78" y="44"/>
                  <a:pt x="78" y="45"/>
                </a:cubicBezTo>
                <a:cubicBezTo>
                  <a:pt x="78" y="45"/>
                  <a:pt x="78" y="45"/>
                  <a:pt x="79" y="45"/>
                </a:cubicBezTo>
                <a:cubicBezTo>
                  <a:pt x="79" y="46"/>
                  <a:pt x="80" y="46"/>
                  <a:pt x="80" y="46"/>
                </a:cubicBezTo>
                <a:cubicBezTo>
                  <a:pt x="80" y="46"/>
                  <a:pt x="80" y="46"/>
                  <a:pt x="81" y="46"/>
                </a:cubicBezTo>
                <a:cubicBezTo>
                  <a:pt x="81" y="46"/>
                  <a:pt x="83" y="46"/>
                  <a:pt x="83" y="46"/>
                </a:cubicBezTo>
                <a:cubicBezTo>
                  <a:pt x="83" y="46"/>
                  <a:pt x="83" y="45"/>
                  <a:pt x="83" y="45"/>
                </a:cubicBezTo>
                <a:cubicBezTo>
                  <a:pt x="83" y="45"/>
                  <a:pt x="84" y="45"/>
                  <a:pt x="83" y="45"/>
                </a:cubicBezTo>
                <a:cubicBezTo>
                  <a:pt x="83" y="45"/>
                  <a:pt x="83" y="46"/>
                  <a:pt x="83" y="46"/>
                </a:cubicBezTo>
                <a:cubicBezTo>
                  <a:pt x="83" y="46"/>
                  <a:pt x="83" y="46"/>
                  <a:pt x="83" y="46"/>
                </a:cubicBezTo>
                <a:cubicBezTo>
                  <a:pt x="84" y="46"/>
                  <a:pt x="84" y="47"/>
                  <a:pt x="85" y="46"/>
                </a:cubicBezTo>
                <a:cubicBezTo>
                  <a:pt x="85" y="46"/>
                  <a:pt x="84" y="46"/>
                  <a:pt x="84" y="46"/>
                </a:cubicBezTo>
                <a:cubicBezTo>
                  <a:pt x="84" y="45"/>
                  <a:pt x="84" y="45"/>
                  <a:pt x="85" y="45"/>
                </a:cubicBezTo>
                <a:cubicBezTo>
                  <a:pt x="85" y="45"/>
                  <a:pt x="85" y="45"/>
                  <a:pt x="85" y="45"/>
                </a:cubicBezTo>
                <a:cubicBezTo>
                  <a:pt x="86" y="46"/>
                  <a:pt x="86" y="46"/>
                  <a:pt x="86" y="46"/>
                </a:cubicBezTo>
                <a:cubicBezTo>
                  <a:pt x="86" y="46"/>
                  <a:pt x="87" y="46"/>
                  <a:pt x="87" y="46"/>
                </a:cubicBezTo>
                <a:cubicBezTo>
                  <a:pt x="87" y="46"/>
                  <a:pt x="87" y="46"/>
                  <a:pt x="87" y="46"/>
                </a:cubicBezTo>
                <a:cubicBezTo>
                  <a:pt x="87" y="45"/>
                  <a:pt x="87" y="45"/>
                  <a:pt x="87" y="45"/>
                </a:cubicBezTo>
                <a:cubicBezTo>
                  <a:pt x="88" y="45"/>
                  <a:pt x="89" y="45"/>
                  <a:pt x="89" y="45"/>
                </a:cubicBezTo>
                <a:cubicBezTo>
                  <a:pt x="89" y="45"/>
                  <a:pt x="89" y="45"/>
                  <a:pt x="90" y="46"/>
                </a:cubicBezTo>
                <a:cubicBezTo>
                  <a:pt x="90" y="46"/>
                  <a:pt x="91" y="46"/>
                  <a:pt x="91" y="46"/>
                </a:cubicBezTo>
                <a:cubicBezTo>
                  <a:pt x="91" y="46"/>
                  <a:pt x="91" y="46"/>
                  <a:pt x="92" y="46"/>
                </a:cubicBezTo>
                <a:cubicBezTo>
                  <a:pt x="92" y="46"/>
                  <a:pt x="92" y="46"/>
                  <a:pt x="92" y="46"/>
                </a:cubicBezTo>
                <a:cubicBezTo>
                  <a:pt x="93" y="46"/>
                  <a:pt x="93" y="47"/>
                  <a:pt x="93" y="47"/>
                </a:cubicBezTo>
                <a:cubicBezTo>
                  <a:pt x="93" y="47"/>
                  <a:pt x="93" y="47"/>
                  <a:pt x="93" y="47"/>
                </a:cubicBezTo>
                <a:cubicBezTo>
                  <a:pt x="93" y="47"/>
                  <a:pt x="93" y="47"/>
                  <a:pt x="93" y="47"/>
                </a:cubicBezTo>
                <a:cubicBezTo>
                  <a:pt x="93" y="48"/>
                  <a:pt x="93" y="48"/>
                  <a:pt x="93" y="48"/>
                </a:cubicBezTo>
                <a:cubicBezTo>
                  <a:pt x="93" y="48"/>
                  <a:pt x="93" y="49"/>
                  <a:pt x="93" y="49"/>
                </a:cubicBezTo>
                <a:cubicBezTo>
                  <a:pt x="93" y="49"/>
                  <a:pt x="93" y="50"/>
                  <a:pt x="93" y="50"/>
                </a:cubicBezTo>
                <a:cubicBezTo>
                  <a:pt x="93" y="50"/>
                  <a:pt x="93" y="50"/>
                  <a:pt x="94" y="50"/>
                </a:cubicBezTo>
                <a:cubicBezTo>
                  <a:pt x="94" y="65"/>
                  <a:pt x="94" y="65"/>
                  <a:pt x="94" y="65"/>
                </a:cubicBezTo>
                <a:cubicBezTo>
                  <a:pt x="81" y="75"/>
                  <a:pt x="81" y="75"/>
                  <a:pt x="81" y="75"/>
                </a:cubicBezTo>
                <a:cubicBezTo>
                  <a:pt x="79" y="76"/>
                  <a:pt x="79" y="76"/>
                  <a:pt x="79" y="76"/>
                </a:cubicBezTo>
                <a:cubicBezTo>
                  <a:pt x="72" y="78"/>
                  <a:pt x="72" y="78"/>
                  <a:pt x="72" y="78"/>
                </a:cubicBezTo>
                <a:cubicBezTo>
                  <a:pt x="71" y="78"/>
                  <a:pt x="71" y="78"/>
                  <a:pt x="71" y="78"/>
                </a:cubicBezTo>
                <a:cubicBezTo>
                  <a:pt x="68" y="78"/>
                  <a:pt x="68" y="78"/>
                  <a:pt x="68" y="78"/>
                </a:cubicBezTo>
                <a:cubicBezTo>
                  <a:pt x="68" y="78"/>
                  <a:pt x="67" y="79"/>
                  <a:pt x="67" y="79"/>
                </a:cubicBezTo>
                <a:cubicBezTo>
                  <a:pt x="67" y="79"/>
                  <a:pt x="66" y="79"/>
                  <a:pt x="66" y="79"/>
                </a:cubicBezTo>
                <a:cubicBezTo>
                  <a:pt x="65" y="79"/>
                  <a:pt x="65" y="79"/>
                  <a:pt x="65" y="79"/>
                </a:cubicBezTo>
                <a:cubicBezTo>
                  <a:pt x="64" y="79"/>
                  <a:pt x="64" y="79"/>
                  <a:pt x="64" y="79"/>
                </a:cubicBezTo>
                <a:cubicBezTo>
                  <a:pt x="62" y="79"/>
                  <a:pt x="62" y="79"/>
                  <a:pt x="62" y="79"/>
                </a:cubicBezTo>
                <a:cubicBezTo>
                  <a:pt x="60" y="78"/>
                  <a:pt x="60" y="78"/>
                  <a:pt x="60" y="78"/>
                </a:cubicBezTo>
                <a:cubicBezTo>
                  <a:pt x="55" y="78"/>
                  <a:pt x="55" y="78"/>
                  <a:pt x="55" y="78"/>
                </a:cubicBezTo>
                <a:cubicBezTo>
                  <a:pt x="54" y="79"/>
                  <a:pt x="54" y="79"/>
                  <a:pt x="54" y="79"/>
                </a:cubicBezTo>
                <a:cubicBezTo>
                  <a:pt x="51" y="77"/>
                  <a:pt x="51" y="77"/>
                  <a:pt x="51" y="77"/>
                </a:cubicBezTo>
                <a:cubicBezTo>
                  <a:pt x="48" y="77"/>
                  <a:pt x="48" y="77"/>
                  <a:pt x="48" y="77"/>
                </a:cubicBezTo>
                <a:cubicBezTo>
                  <a:pt x="47" y="76"/>
                  <a:pt x="47" y="76"/>
                  <a:pt x="47" y="76"/>
                </a:cubicBezTo>
                <a:cubicBezTo>
                  <a:pt x="45" y="76"/>
                  <a:pt x="45" y="76"/>
                  <a:pt x="45" y="76"/>
                </a:cubicBezTo>
                <a:lnTo>
                  <a:pt x="39" y="75"/>
                </a:lnTo>
                <a:close/>
                <a:moveTo>
                  <a:pt x="290" y="55"/>
                </a:moveTo>
                <a:cubicBezTo>
                  <a:pt x="291" y="55"/>
                  <a:pt x="291" y="55"/>
                  <a:pt x="291" y="56"/>
                </a:cubicBezTo>
                <a:cubicBezTo>
                  <a:pt x="291" y="56"/>
                  <a:pt x="291" y="56"/>
                  <a:pt x="291" y="56"/>
                </a:cubicBezTo>
                <a:cubicBezTo>
                  <a:pt x="291" y="56"/>
                  <a:pt x="291" y="56"/>
                  <a:pt x="291" y="56"/>
                </a:cubicBezTo>
                <a:cubicBezTo>
                  <a:pt x="291" y="56"/>
                  <a:pt x="291" y="56"/>
                  <a:pt x="291" y="56"/>
                </a:cubicBezTo>
                <a:cubicBezTo>
                  <a:pt x="292" y="55"/>
                  <a:pt x="292" y="55"/>
                  <a:pt x="292" y="55"/>
                </a:cubicBezTo>
                <a:cubicBezTo>
                  <a:pt x="292" y="55"/>
                  <a:pt x="292" y="55"/>
                  <a:pt x="292" y="54"/>
                </a:cubicBezTo>
                <a:cubicBezTo>
                  <a:pt x="292" y="54"/>
                  <a:pt x="291" y="54"/>
                  <a:pt x="291" y="54"/>
                </a:cubicBezTo>
                <a:cubicBezTo>
                  <a:pt x="291" y="54"/>
                  <a:pt x="291" y="54"/>
                  <a:pt x="291" y="54"/>
                </a:cubicBezTo>
                <a:cubicBezTo>
                  <a:pt x="291" y="54"/>
                  <a:pt x="290" y="54"/>
                  <a:pt x="290" y="54"/>
                </a:cubicBezTo>
                <a:cubicBezTo>
                  <a:pt x="290" y="54"/>
                  <a:pt x="290" y="55"/>
                  <a:pt x="290" y="55"/>
                </a:cubicBezTo>
                <a:cubicBezTo>
                  <a:pt x="290" y="55"/>
                  <a:pt x="290" y="55"/>
                  <a:pt x="290" y="55"/>
                </a:cubicBezTo>
                <a:close/>
                <a:moveTo>
                  <a:pt x="289" y="60"/>
                </a:moveTo>
                <a:cubicBezTo>
                  <a:pt x="289" y="61"/>
                  <a:pt x="288" y="62"/>
                  <a:pt x="288" y="64"/>
                </a:cubicBezTo>
                <a:cubicBezTo>
                  <a:pt x="288" y="64"/>
                  <a:pt x="288" y="65"/>
                  <a:pt x="289" y="65"/>
                </a:cubicBezTo>
                <a:cubicBezTo>
                  <a:pt x="289" y="66"/>
                  <a:pt x="289" y="66"/>
                  <a:pt x="289" y="66"/>
                </a:cubicBezTo>
                <a:cubicBezTo>
                  <a:pt x="289" y="66"/>
                  <a:pt x="289" y="66"/>
                  <a:pt x="289" y="66"/>
                </a:cubicBezTo>
                <a:cubicBezTo>
                  <a:pt x="289" y="68"/>
                  <a:pt x="289" y="70"/>
                  <a:pt x="288" y="71"/>
                </a:cubicBezTo>
                <a:cubicBezTo>
                  <a:pt x="288" y="72"/>
                  <a:pt x="288" y="72"/>
                  <a:pt x="288" y="72"/>
                </a:cubicBezTo>
                <a:cubicBezTo>
                  <a:pt x="287" y="73"/>
                  <a:pt x="287" y="73"/>
                  <a:pt x="287" y="73"/>
                </a:cubicBezTo>
                <a:cubicBezTo>
                  <a:pt x="286" y="74"/>
                  <a:pt x="286" y="74"/>
                  <a:pt x="286" y="75"/>
                </a:cubicBezTo>
                <a:cubicBezTo>
                  <a:pt x="286" y="75"/>
                  <a:pt x="286" y="75"/>
                  <a:pt x="286" y="75"/>
                </a:cubicBezTo>
                <a:cubicBezTo>
                  <a:pt x="285" y="75"/>
                  <a:pt x="285" y="75"/>
                  <a:pt x="285" y="75"/>
                </a:cubicBezTo>
                <a:cubicBezTo>
                  <a:pt x="284" y="75"/>
                  <a:pt x="284" y="75"/>
                  <a:pt x="284" y="75"/>
                </a:cubicBezTo>
                <a:cubicBezTo>
                  <a:pt x="284" y="76"/>
                  <a:pt x="283" y="76"/>
                  <a:pt x="282" y="75"/>
                </a:cubicBezTo>
                <a:cubicBezTo>
                  <a:pt x="282" y="75"/>
                  <a:pt x="281" y="75"/>
                  <a:pt x="281" y="75"/>
                </a:cubicBezTo>
                <a:cubicBezTo>
                  <a:pt x="280" y="75"/>
                  <a:pt x="280" y="75"/>
                  <a:pt x="280" y="75"/>
                </a:cubicBezTo>
                <a:cubicBezTo>
                  <a:pt x="279" y="75"/>
                  <a:pt x="279" y="75"/>
                  <a:pt x="279" y="76"/>
                </a:cubicBezTo>
                <a:cubicBezTo>
                  <a:pt x="278" y="76"/>
                  <a:pt x="278" y="76"/>
                  <a:pt x="278" y="77"/>
                </a:cubicBezTo>
                <a:cubicBezTo>
                  <a:pt x="279" y="77"/>
                  <a:pt x="279" y="77"/>
                  <a:pt x="279" y="77"/>
                </a:cubicBezTo>
                <a:cubicBezTo>
                  <a:pt x="279" y="77"/>
                  <a:pt x="279" y="78"/>
                  <a:pt x="278" y="78"/>
                </a:cubicBezTo>
                <a:cubicBezTo>
                  <a:pt x="278" y="78"/>
                  <a:pt x="278" y="79"/>
                  <a:pt x="278" y="79"/>
                </a:cubicBezTo>
                <a:cubicBezTo>
                  <a:pt x="278" y="80"/>
                  <a:pt x="279" y="80"/>
                  <a:pt x="280" y="80"/>
                </a:cubicBezTo>
                <a:cubicBezTo>
                  <a:pt x="280" y="81"/>
                  <a:pt x="281" y="82"/>
                  <a:pt x="282" y="82"/>
                </a:cubicBezTo>
                <a:cubicBezTo>
                  <a:pt x="282" y="82"/>
                  <a:pt x="282" y="83"/>
                  <a:pt x="283" y="83"/>
                </a:cubicBezTo>
                <a:cubicBezTo>
                  <a:pt x="283" y="84"/>
                  <a:pt x="283" y="84"/>
                  <a:pt x="283" y="85"/>
                </a:cubicBezTo>
                <a:cubicBezTo>
                  <a:pt x="283" y="85"/>
                  <a:pt x="283" y="85"/>
                  <a:pt x="283" y="85"/>
                </a:cubicBezTo>
                <a:cubicBezTo>
                  <a:pt x="283" y="86"/>
                  <a:pt x="282" y="86"/>
                  <a:pt x="282" y="87"/>
                </a:cubicBezTo>
                <a:cubicBezTo>
                  <a:pt x="282" y="87"/>
                  <a:pt x="282" y="87"/>
                  <a:pt x="282" y="87"/>
                </a:cubicBezTo>
                <a:cubicBezTo>
                  <a:pt x="282" y="87"/>
                  <a:pt x="282" y="87"/>
                  <a:pt x="281" y="87"/>
                </a:cubicBezTo>
                <a:cubicBezTo>
                  <a:pt x="281" y="87"/>
                  <a:pt x="281" y="88"/>
                  <a:pt x="280" y="88"/>
                </a:cubicBezTo>
                <a:cubicBezTo>
                  <a:pt x="279" y="88"/>
                  <a:pt x="278" y="89"/>
                  <a:pt x="277" y="89"/>
                </a:cubicBezTo>
                <a:cubicBezTo>
                  <a:pt x="277" y="90"/>
                  <a:pt x="276" y="90"/>
                  <a:pt x="276" y="90"/>
                </a:cubicBezTo>
                <a:cubicBezTo>
                  <a:pt x="276" y="90"/>
                  <a:pt x="275" y="90"/>
                  <a:pt x="275" y="90"/>
                </a:cubicBezTo>
                <a:cubicBezTo>
                  <a:pt x="274" y="90"/>
                  <a:pt x="274" y="90"/>
                  <a:pt x="274" y="90"/>
                </a:cubicBezTo>
                <a:cubicBezTo>
                  <a:pt x="273" y="90"/>
                  <a:pt x="273" y="90"/>
                  <a:pt x="273" y="89"/>
                </a:cubicBezTo>
                <a:cubicBezTo>
                  <a:pt x="273" y="89"/>
                  <a:pt x="272" y="89"/>
                  <a:pt x="271" y="89"/>
                </a:cubicBezTo>
                <a:cubicBezTo>
                  <a:pt x="271" y="89"/>
                  <a:pt x="271" y="89"/>
                  <a:pt x="271" y="89"/>
                </a:cubicBezTo>
                <a:cubicBezTo>
                  <a:pt x="271" y="89"/>
                  <a:pt x="271" y="89"/>
                  <a:pt x="271" y="89"/>
                </a:cubicBezTo>
                <a:cubicBezTo>
                  <a:pt x="271" y="89"/>
                  <a:pt x="270" y="90"/>
                  <a:pt x="270" y="90"/>
                </a:cubicBezTo>
                <a:cubicBezTo>
                  <a:pt x="269" y="90"/>
                  <a:pt x="269" y="89"/>
                  <a:pt x="268" y="89"/>
                </a:cubicBezTo>
                <a:cubicBezTo>
                  <a:pt x="268" y="89"/>
                  <a:pt x="267" y="89"/>
                  <a:pt x="267" y="89"/>
                </a:cubicBezTo>
                <a:cubicBezTo>
                  <a:pt x="267" y="89"/>
                  <a:pt x="267" y="89"/>
                  <a:pt x="266" y="89"/>
                </a:cubicBezTo>
                <a:cubicBezTo>
                  <a:pt x="266" y="90"/>
                  <a:pt x="266" y="90"/>
                  <a:pt x="266" y="90"/>
                </a:cubicBezTo>
                <a:cubicBezTo>
                  <a:pt x="266" y="90"/>
                  <a:pt x="266" y="91"/>
                  <a:pt x="266" y="91"/>
                </a:cubicBezTo>
                <a:cubicBezTo>
                  <a:pt x="266" y="91"/>
                  <a:pt x="266" y="91"/>
                  <a:pt x="266" y="92"/>
                </a:cubicBezTo>
                <a:cubicBezTo>
                  <a:pt x="266" y="92"/>
                  <a:pt x="267" y="92"/>
                  <a:pt x="267" y="92"/>
                </a:cubicBezTo>
                <a:cubicBezTo>
                  <a:pt x="267" y="92"/>
                  <a:pt x="268" y="92"/>
                  <a:pt x="268" y="92"/>
                </a:cubicBezTo>
                <a:cubicBezTo>
                  <a:pt x="268" y="92"/>
                  <a:pt x="268" y="92"/>
                  <a:pt x="267" y="93"/>
                </a:cubicBezTo>
                <a:cubicBezTo>
                  <a:pt x="267" y="93"/>
                  <a:pt x="267" y="93"/>
                  <a:pt x="267" y="93"/>
                </a:cubicBezTo>
                <a:cubicBezTo>
                  <a:pt x="266" y="93"/>
                  <a:pt x="265" y="94"/>
                  <a:pt x="265" y="94"/>
                </a:cubicBezTo>
                <a:cubicBezTo>
                  <a:pt x="265" y="95"/>
                  <a:pt x="265" y="95"/>
                  <a:pt x="264" y="96"/>
                </a:cubicBezTo>
                <a:cubicBezTo>
                  <a:pt x="264" y="96"/>
                  <a:pt x="264" y="96"/>
                  <a:pt x="264" y="96"/>
                </a:cubicBezTo>
                <a:cubicBezTo>
                  <a:pt x="263" y="97"/>
                  <a:pt x="262" y="97"/>
                  <a:pt x="261" y="98"/>
                </a:cubicBezTo>
                <a:cubicBezTo>
                  <a:pt x="261" y="99"/>
                  <a:pt x="260" y="99"/>
                  <a:pt x="259" y="100"/>
                </a:cubicBezTo>
                <a:cubicBezTo>
                  <a:pt x="259" y="100"/>
                  <a:pt x="259" y="100"/>
                  <a:pt x="259" y="100"/>
                </a:cubicBezTo>
                <a:cubicBezTo>
                  <a:pt x="259" y="100"/>
                  <a:pt x="259" y="100"/>
                  <a:pt x="259" y="100"/>
                </a:cubicBezTo>
                <a:cubicBezTo>
                  <a:pt x="259" y="100"/>
                  <a:pt x="259" y="100"/>
                  <a:pt x="259" y="100"/>
                </a:cubicBezTo>
                <a:cubicBezTo>
                  <a:pt x="259" y="100"/>
                  <a:pt x="258" y="100"/>
                  <a:pt x="258" y="100"/>
                </a:cubicBezTo>
                <a:cubicBezTo>
                  <a:pt x="258" y="100"/>
                  <a:pt x="258" y="100"/>
                  <a:pt x="258" y="100"/>
                </a:cubicBezTo>
                <a:cubicBezTo>
                  <a:pt x="257" y="100"/>
                  <a:pt x="257" y="100"/>
                  <a:pt x="256" y="101"/>
                </a:cubicBezTo>
                <a:cubicBezTo>
                  <a:pt x="256" y="101"/>
                  <a:pt x="256" y="101"/>
                  <a:pt x="256" y="101"/>
                </a:cubicBezTo>
                <a:cubicBezTo>
                  <a:pt x="256" y="102"/>
                  <a:pt x="255" y="102"/>
                  <a:pt x="255" y="102"/>
                </a:cubicBezTo>
                <a:cubicBezTo>
                  <a:pt x="255" y="102"/>
                  <a:pt x="255" y="102"/>
                  <a:pt x="255" y="102"/>
                </a:cubicBezTo>
                <a:cubicBezTo>
                  <a:pt x="254" y="101"/>
                  <a:pt x="254" y="101"/>
                  <a:pt x="254" y="101"/>
                </a:cubicBezTo>
                <a:cubicBezTo>
                  <a:pt x="254" y="101"/>
                  <a:pt x="253" y="101"/>
                  <a:pt x="252" y="101"/>
                </a:cubicBezTo>
                <a:cubicBezTo>
                  <a:pt x="252" y="101"/>
                  <a:pt x="252" y="101"/>
                  <a:pt x="252" y="101"/>
                </a:cubicBezTo>
                <a:cubicBezTo>
                  <a:pt x="251" y="102"/>
                  <a:pt x="251" y="102"/>
                  <a:pt x="251" y="102"/>
                </a:cubicBezTo>
                <a:cubicBezTo>
                  <a:pt x="251" y="102"/>
                  <a:pt x="250" y="102"/>
                  <a:pt x="250" y="102"/>
                </a:cubicBezTo>
                <a:cubicBezTo>
                  <a:pt x="250" y="102"/>
                  <a:pt x="249" y="102"/>
                  <a:pt x="249" y="102"/>
                </a:cubicBezTo>
                <a:cubicBezTo>
                  <a:pt x="249" y="102"/>
                  <a:pt x="249" y="102"/>
                  <a:pt x="249" y="102"/>
                </a:cubicBezTo>
                <a:cubicBezTo>
                  <a:pt x="249" y="102"/>
                  <a:pt x="249" y="103"/>
                  <a:pt x="249" y="103"/>
                </a:cubicBezTo>
                <a:cubicBezTo>
                  <a:pt x="245" y="99"/>
                  <a:pt x="245" y="99"/>
                  <a:pt x="245" y="99"/>
                </a:cubicBezTo>
                <a:cubicBezTo>
                  <a:pt x="245" y="99"/>
                  <a:pt x="245" y="97"/>
                  <a:pt x="245" y="97"/>
                </a:cubicBezTo>
                <a:cubicBezTo>
                  <a:pt x="245" y="96"/>
                  <a:pt x="245" y="94"/>
                  <a:pt x="245" y="94"/>
                </a:cubicBezTo>
                <a:cubicBezTo>
                  <a:pt x="252" y="94"/>
                  <a:pt x="252" y="94"/>
                  <a:pt x="252" y="94"/>
                </a:cubicBezTo>
                <a:cubicBezTo>
                  <a:pt x="253" y="93"/>
                  <a:pt x="253" y="93"/>
                  <a:pt x="253" y="93"/>
                </a:cubicBezTo>
                <a:cubicBezTo>
                  <a:pt x="253" y="93"/>
                  <a:pt x="253" y="92"/>
                  <a:pt x="253" y="92"/>
                </a:cubicBezTo>
                <a:cubicBezTo>
                  <a:pt x="253" y="92"/>
                  <a:pt x="253" y="91"/>
                  <a:pt x="253" y="91"/>
                </a:cubicBezTo>
                <a:cubicBezTo>
                  <a:pt x="253" y="91"/>
                  <a:pt x="254" y="91"/>
                  <a:pt x="254" y="91"/>
                </a:cubicBezTo>
                <a:cubicBezTo>
                  <a:pt x="254" y="91"/>
                  <a:pt x="255" y="91"/>
                  <a:pt x="255" y="91"/>
                </a:cubicBezTo>
                <a:cubicBezTo>
                  <a:pt x="255" y="91"/>
                  <a:pt x="256" y="91"/>
                  <a:pt x="256" y="91"/>
                </a:cubicBezTo>
                <a:cubicBezTo>
                  <a:pt x="260" y="88"/>
                  <a:pt x="260" y="88"/>
                  <a:pt x="260" y="88"/>
                </a:cubicBezTo>
                <a:cubicBezTo>
                  <a:pt x="260" y="87"/>
                  <a:pt x="260" y="87"/>
                  <a:pt x="260" y="87"/>
                </a:cubicBezTo>
                <a:cubicBezTo>
                  <a:pt x="259" y="86"/>
                  <a:pt x="259" y="86"/>
                  <a:pt x="259" y="86"/>
                </a:cubicBezTo>
                <a:cubicBezTo>
                  <a:pt x="259" y="86"/>
                  <a:pt x="259" y="86"/>
                  <a:pt x="258" y="86"/>
                </a:cubicBezTo>
                <a:cubicBezTo>
                  <a:pt x="258" y="86"/>
                  <a:pt x="258" y="86"/>
                  <a:pt x="258" y="86"/>
                </a:cubicBezTo>
                <a:cubicBezTo>
                  <a:pt x="260" y="82"/>
                  <a:pt x="260" y="82"/>
                  <a:pt x="260" y="82"/>
                </a:cubicBezTo>
                <a:cubicBezTo>
                  <a:pt x="263" y="77"/>
                  <a:pt x="263" y="77"/>
                  <a:pt x="263" y="77"/>
                </a:cubicBezTo>
                <a:cubicBezTo>
                  <a:pt x="265" y="76"/>
                  <a:pt x="265" y="76"/>
                  <a:pt x="265" y="76"/>
                </a:cubicBezTo>
                <a:cubicBezTo>
                  <a:pt x="266" y="75"/>
                  <a:pt x="266" y="75"/>
                  <a:pt x="266" y="75"/>
                </a:cubicBezTo>
                <a:cubicBezTo>
                  <a:pt x="266" y="75"/>
                  <a:pt x="269" y="75"/>
                  <a:pt x="269" y="75"/>
                </a:cubicBezTo>
                <a:cubicBezTo>
                  <a:pt x="269" y="75"/>
                  <a:pt x="271" y="75"/>
                  <a:pt x="271" y="75"/>
                </a:cubicBezTo>
                <a:cubicBezTo>
                  <a:pt x="272" y="75"/>
                  <a:pt x="272" y="75"/>
                  <a:pt x="272" y="75"/>
                </a:cubicBezTo>
                <a:cubicBezTo>
                  <a:pt x="271" y="74"/>
                  <a:pt x="271" y="74"/>
                  <a:pt x="271" y="74"/>
                </a:cubicBezTo>
                <a:cubicBezTo>
                  <a:pt x="271" y="74"/>
                  <a:pt x="271" y="74"/>
                  <a:pt x="271" y="73"/>
                </a:cubicBezTo>
                <a:cubicBezTo>
                  <a:pt x="272" y="73"/>
                  <a:pt x="272" y="73"/>
                  <a:pt x="272" y="72"/>
                </a:cubicBezTo>
                <a:cubicBezTo>
                  <a:pt x="272" y="72"/>
                  <a:pt x="272" y="71"/>
                  <a:pt x="272" y="71"/>
                </a:cubicBezTo>
                <a:cubicBezTo>
                  <a:pt x="272" y="71"/>
                  <a:pt x="272" y="71"/>
                  <a:pt x="272" y="71"/>
                </a:cubicBezTo>
                <a:cubicBezTo>
                  <a:pt x="272" y="71"/>
                  <a:pt x="272" y="71"/>
                  <a:pt x="272" y="71"/>
                </a:cubicBezTo>
                <a:cubicBezTo>
                  <a:pt x="271" y="70"/>
                  <a:pt x="271" y="70"/>
                  <a:pt x="271" y="69"/>
                </a:cubicBezTo>
                <a:cubicBezTo>
                  <a:pt x="271" y="68"/>
                  <a:pt x="271" y="68"/>
                  <a:pt x="271" y="67"/>
                </a:cubicBezTo>
                <a:cubicBezTo>
                  <a:pt x="271" y="67"/>
                  <a:pt x="271" y="66"/>
                  <a:pt x="271" y="66"/>
                </a:cubicBezTo>
                <a:cubicBezTo>
                  <a:pt x="271" y="65"/>
                  <a:pt x="270" y="65"/>
                  <a:pt x="270" y="65"/>
                </a:cubicBezTo>
                <a:cubicBezTo>
                  <a:pt x="270" y="64"/>
                  <a:pt x="270" y="64"/>
                  <a:pt x="270" y="64"/>
                </a:cubicBezTo>
                <a:cubicBezTo>
                  <a:pt x="270" y="63"/>
                  <a:pt x="270" y="63"/>
                  <a:pt x="270" y="63"/>
                </a:cubicBezTo>
                <a:cubicBezTo>
                  <a:pt x="270" y="63"/>
                  <a:pt x="270" y="63"/>
                  <a:pt x="270" y="63"/>
                </a:cubicBezTo>
                <a:cubicBezTo>
                  <a:pt x="270" y="62"/>
                  <a:pt x="269" y="62"/>
                  <a:pt x="269" y="61"/>
                </a:cubicBezTo>
                <a:cubicBezTo>
                  <a:pt x="269" y="61"/>
                  <a:pt x="269" y="61"/>
                  <a:pt x="269" y="61"/>
                </a:cubicBezTo>
                <a:cubicBezTo>
                  <a:pt x="268" y="61"/>
                  <a:pt x="268" y="61"/>
                  <a:pt x="268" y="61"/>
                </a:cubicBezTo>
                <a:cubicBezTo>
                  <a:pt x="268" y="60"/>
                  <a:pt x="268" y="60"/>
                  <a:pt x="268" y="60"/>
                </a:cubicBezTo>
                <a:cubicBezTo>
                  <a:pt x="268" y="60"/>
                  <a:pt x="268" y="59"/>
                  <a:pt x="268" y="59"/>
                </a:cubicBezTo>
                <a:cubicBezTo>
                  <a:pt x="268" y="59"/>
                  <a:pt x="267" y="59"/>
                  <a:pt x="267" y="59"/>
                </a:cubicBezTo>
                <a:cubicBezTo>
                  <a:pt x="268" y="58"/>
                  <a:pt x="268" y="58"/>
                  <a:pt x="268" y="58"/>
                </a:cubicBezTo>
                <a:cubicBezTo>
                  <a:pt x="268" y="58"/>
                  <a:pt x="268" y="58"/>
                  <a:pt x="268" y="58"/>
                </a:cubicBezTo>
                <a:cubicBezTo>
                  <a:pt x="267" y="57"/>
                  <a:pt x="267" y="57"/>
                  <a:pt x="267" y="57"/>
                </a:cubicBezTo>
                <a:cubicBezTo>
                  <a:pt x="267" y="56"/>
                  <a:pt x="267" y="56"/>
                  <a:pt x="268" y="56"/>
                </a:cubicBezTo>
                <a:cubicBezTo>
                  <a:pt x="268" y="55"/>
                  <a:pt x="268" y="55"/>
                  <a:pt x="268" y="56"/>
                </a:cubicBezTo>
                <a:cubicBezTo>
                  <a:pt x="268" y="56"/>
                  <a:pt x="268" y="56"/>
                  <a:pt x="268" y="56"/>
                </a:cubicBezTo>
                <a:cubicBezTo>
                  <a:pt x="268" y="56"/>
                  <a:pt x="269" y="56"/>
                  <a:pt x="269" y="56"/>
                </a:cubicBezTo>
                <a:cubicBezTo>
                  <a:pt x="271" y="56"/>
                  <a:pt x="273" y="56"/>
                  <a:pt x="275" y="56"/>
                </a:cubicBezTo>
                <a:cubicBezTo>
                  <a:pt x="276" y="56"/>
                  <a:pt x="276" y="56"/>
                  <a:pt x="276" y="57"/>
                </a:cubicBezTo>
                <a:cubicBezTo>
                  <a:pt x="276" y="57"/>
                  <a:pt x="276" y="57"/>
                  <a:pt x="276" y="57"/>
                </a:cubicBezTo>
                <a:cubicBezTo>
                  <a:pt x="276" y="58"/>
                  <a:pt x="276" y="58"/>
                  <a:pt x="277" y="59"/>
                </a:cubicBezTo>
                <a:cubicBezTo>
                  <a:pt x="277" y="59"/>
                  <a:pt x="278" y="59"/>
                  <a:pt x="278" y="59"/>
                </a:cubicBezTo>
                <a:cubicBezTo>
                  <a:pt x="278" y="59"/>
                  <a:pt x="278" y="59"/>
                  <a:pt x="278" y="59"/>
                </a:cubicBezTo>
                <a:cubicBezTo>
                  <a:pt x="279" y="59"/>
                  <a:pt x="279" y="59"/>
                  <a:pt x="279" y="59"/>
                </a:cubicBezTo>
                <a:cubicBezTo>
                  <a:pt x="279" y="59"/>
                  <a:pt x="280" y="59"/>
                  <a:pt x="280" y="58"/>
                </a:cubicBezTo>
                <a:cubicBezTo>
                  <a:pt x="280" y="58"/>
                  <a:pt x="281" y="57"/>
                  <a:pt x="280" y="57"/>
                </a:cubicBezTo>
                <a:cubicBezTo>
                  <a:pt x="280" y="57"/>
                  <a:pt x="280" y="57"/>
                  <a:pt x="280" y="56"/>
                </a:cubicBezTo>
                <a:cubicBezTo>
                  <a:pt x="279" y="56"/>
                  <a:pt x="279" y="56"/>
                  <a:pt x="280" y="56"/>
                </a:cubicBezTo>
                <a:cubicBezTo>
                  <a:pt x="280" y="56"/>
                  <a:pt x="280" y="56"/>
                  <a:pt x="280" y="56"/>
                </a:cubicBezTo>
                <a:cubicBezTo>
                  <a:pt x="281" y="56"/>
                  <a:pt x="281" y="56"/>
                  <a:pt x="282" y="56"/>
                </a:cubicBezTo>
                <a:cubicBezTo>
                  <a:pt x="282" y="56"/>
                  <a:pt x="283" y="56"/>
                  <a:pt x="283" y="55"/>
                </a:cubicBezTo>
                <a:cubicBezTo>
                  <a:pt x="283" y="55"/>
                  <a:pt x="283" y="55"/>
                  <a:pt x="283" y="55"/>
                </a:cubicBezTo>
                <a:cubicBezTo>
                  <a:pt x="283" y="54"/>
                  <a:pt x="284" y="54"/>
                  <a:pt x="284" y="54"/>
                </a:cubicBezTo>
                <a:cubicBezTo>
                  <a:pt x="284" y="54"/>
                  <a:pt x="284" y="55"/>
                  <a:pt x="285" y="55"/>
                </a:cubicBezTo>
                <a:cubicBezTo>
                  <a:pt x="285" y="55"/>
                  <a:pt x="285" y="55"/>
                  <a:pt x="285" y="56"/>
                </a:cubicBezTo>
                <a:cubicBezTo>
                  <a:pt x="285" y="56"/>
                  <a:pt x="285" y="56"/>
                  <a:pt x="285" y="56"/>
                </a:cubicBezTo>
                <a:cubicBezTo>
                  <a:pt x="285" y="56"/>
                  <a:pt x="286" y="56"/>
                  <a:pt x="286" y="57"/>
                </a:cubicBezTo>
                <a:cubicBezTo>
                  <a:pt x="286" y="57"/>
                  <a:pt x="285" y="57"/>
                  <a:pt x="285" y="57"/>
                </a:cubicBezTo>
                <a:cubicBezTo>
                  <a:pt x="285" y="57"/>
                  <a:pt x="285" y="57"/>
                  <a:pt x="285" y="57"/>
                </a:cubicBezTo>
                <a:cubicBezTo>
                  <a:pt x="285" y="57"/>
                  <a:pt x="284" y="56"/>
                  <a:pt x="284" y="56"/>
                </a:cubicBezTo>
                <a:cubicBezTo>
                  <a:pt x="284" y="56"/>
                  <a:pt x="284" y="56"/>
                  <a:pt x="284" y="56"/>
                </a:cubicBezTo>
                <a:cubicBezTo>
                  <a:pt x="284" y="56"/>
                  <a:pt x="284" y="56"/>
                  <a:pt x="284" y="56"/>
                </a:cubicBezTo>
                <a:cubicBezTo>
                  <a:pt x="283" y="56"/>
                  <a:pt x="283" y="57"/>
                  <a:pt x="284" y="57"/>
                </a:cubicBezTo>
                <a:cubicBezTo>
                  <a:pt x="284" y="57"/>
                  <a:pt x="284" y="57"/>
                  <a:pt x="284" y="57"/>
                </a:cubicBezTo>
                <a:cubicBezTo>
                  <a:pt x="284" y="57"/>
                  <a:pt x="284" y="58"/>
                  <a:pt x="284" y="58"/>
                </a:cubicBezTo>
                <a:cubicBezTo>
                  <a:pt x="284" y="58"/>
                  <a:pt x="284" y="58"/>
                  <a:pt x="284" y="58"/>
                </a:cubicBezTo>
                <a:cubicBezTo>
                  <a:pt x="284" y="58"/>
                  <a:pt x="284" y="59"/>
                  <a:pt x="285" y="58"/>
                </a:cubicBezTo>
                <a:cubicBezTo>
                  <a:pt x="285" y="58"/>
                  <a:pt x="285" y="58"/>
                  <a:pt x="285" y="58"/>
                </a:cubicBezTo>
                <a:cubicBezTo>
                  <a:pt x="285" y="58"/>
                  <a:pt x="285" y="58"/>
                  <a:pt x="285" y="58"/>
                </a:cubicBezTo>
                <a:cubicBezTo>
                  <a:pt x="286" y="59"/>
                  <a:pt x="286" y="59"/>
                  <a:pt x="287" y="59"/>
                </a:cubicBezTo>
                <a:cubicBezTo>
                  <a:pt x="287" y="60"/>
                  <a:pt x="288" y="59"/>
                  <a:pt x="289" y="59"/>
                </a:cubicBezTo>
                <a:cubicBezTo>
                  <a:pt x="289" y="59"/>
                  <a:pt x="290" y="59"/>
                  <a:pt x="290" y="59"/>
                </a:cubicBezTo>
                <a:cubicBezTo>
                  <a:pt x="290" y="59"/>
                  <a:pt x="290" y="59"/>
                  <a:pt x="290" y="59"/>
                </a:cubicBezTo>
                <a:cubicBezTo>
                  <a:pt x="290" y="60"/>
                  <a:pt x="290" y="60"/>
                  <a:pt x="289" y="60"/>
                </a:cubicBezTo>
                <a:close/>
                <a:moveTo>
                  <a:pt x="121" y="100"/>
                </a:moveTo>
                <a:cubicBezTo>
                  <a:pt x="121" y="100"/>
                  <a:pt x="121" y="99"/>
                  <a:pt x="121" y="99"/>
                </a:cubicBezTo>
                <a:cubicBezTo>
                  <a:pt x="121" y="99"/>
                  <a:pt x="119" y="98"/>
                  <a:pt x="119" y="98"/>
                </a:cubicBezTo>
                <a:cubicBezTo>
                  <a:pt x="119" y="98"/>
                  <a:pt x="118" y="99"/>
                  <a:pt x="118" y="100"/>
                </a:cubicBezTo>
                <a:cubicBezTo>
                  <a:pt x="118" y="100"/>
                  <a:pt x="117" y="100"/>
                  <a:pt x="117" y="100"/>
                </a:cubicBezTo>
                <a:cubicBezTo>
                  <a:pt x="115" y="99"/>
                  <a:pt x="115" y="99"/>
                  <a:pt x="115" y="99"/>
                </a:cubicBezTo>
                <a:cubicBezTo>
                  <a:pt x="113" y="97"/>
                  <a:pt x="113" y="97"/>
                  <a:pt x="113" y="97"/>
                </a:cubicBezTo>
                <a:cubicBezTo>
                  <a:pt x="112" y="98"/>
                  <a:pt x="112" y="98"/>
                  <a:pt x="112" y="98"/>
                </a:cubicBezTo>
                <a:cubicBezTo>
                  <a:pt x="111" y="97"/>
                  <a:pt x="111" y="97"/>
                  <a:pt x="111" y="97"/>
                </a:cubicBezTo>
                <a:cubicBezTo>
                  <a:pt x="109" y="98"/>
                  <a:pt x="109" y="98"/>
                  <a:pt x="109" y="98"/>
                </a:cubicBezTo>
                <a:cubicBezTo>
                  <a:pt x="108" y="100"/>
                  <a:pt x="108" y="100"/>
                  <a:pt x="108" y="100"/>
                </a:cubicBezTo>
                <a:cubicBezTo>
                  <a:pt x="107" y="102"/>
                  <a:pt x="107" y="102"/>
                  <a:pt x="107" y="102"/>
                </a:cubicBezTo>
                <a:cubicBezTo>
                  <a:pt x="109" y="104"/>
                  <a:pt x="109" y="104"/>
                  <a:pt x="109" y="104"/>
                </a:cubicBezTo>
                <a:cubicBezTo>
                  <a:pt x="110" y="104"/>
                  <a:pt x="110" y="104"/>
                  <a:pt x="110" y="104"/>
                </a:cubicBezTo>
                <a:cubicBezTo>
                  <a:pt x="111" y="106"/>
                  <a:pt x="111" y="106"/>
                  <a:pt x="111" y="106"/>
                </a:cubicBezTo>
                <a:cubicBezTo>
                  <a:pt x="111" y="108"/>
                  <a:pt x="111" y="108"/>
                  <a:pt x="111" y="108"/>
                </a:cubicBezTo>
                <a:cubicBezTo>
                  <a:pt x="110" y="109"/>
                  <a:pt x="110" y="109"/>
                  <a:pt x="110" y="109"/>
                </a:cubicBezTo>
                <a:cubicBezTo>
                  <a:pt x="109" y="110"/>
                  <a:pt x="109" y="110"/>
                  <a:pt x="109" y="110"/>
                </a:cubicBezTo>
                <a:cubicBezTo>
                  <a:pt x="109" y="111"/>
                  <a:pt x="109" y="111"/>
                  <a:pt x="109" y="111"/>
                </a:cubicBezTo>
                <a:cubicBezTo>
                  <a:pt x="108" y="111"/>
                  <a:pt x="108" y="111"/>
                  <a:pt x="108" y="111"/>
                </a:cubicBezTo>
                <a:cubicBezTo>
                  <a:pt x="105" y="111"/>
                  <a:pt x="105" y="111"/>
                  <a:pt x="105" y="111"/>
                </a:cubicBezTo>
                <a:cubicBezTo>
                  <a:pt x="104" y="112"/>
                  <a:pt x="104" y="112"/>
                  <a:pt x="104" y="112"/>
                </a:cubicBezTo>
                <a:cubicBezTo>
                  <a:pt x="104" y="112"/>
                  <a:pt x="104" y="114"/>
                  <a:pt x="104" y="114"/>
                </a:cubicBezTo>
                <a:cubicBezTo>
                  <a:pt x="104" y="114"/>
                  <a:pt x="105" y="115"/>
                  <a:pt x="105" y="115"/>
                </a:cubicBezTo>
                <a:cubicBezTo>
                  <a:pt x="105" y="115"/>
                  <a:pt x="107" y="115"/>
                  <a:pt x="107" y="115"/>
                </a:cubicBezTo>
                <a:cubicBezTo>
                  <a:pt x="109" y="118"/>
                  <a:pt x="109" y="118"/>
                  <a:pt x="109" y="118"/>
                </a:cubicBezTo>
                <a:cubicBezTo>
                  <a:pt x="112" y="118"/>
                  <a:pt x="112" y="118"/>
                  <a:pt x="112" y="118"/>
                </a:cubicBezTo>
                <a:cubicBezTo>
                  <a:pt x="112" y="118"/>
                  <a:pt x="113" y="119"/>
                  <a:pt x="113" y="119"/>
                </a:cubicBezTo>
                <a:cubicBezTo>
                  <a:pt x="113" y="119"/>
                  <a:pt x="112" y="123"/>
                  <a:pt x="112" y="123"/>
                </a:cubicBezTo>
                <a:cubicBezTo>
                  <a:pt x="113" y="124"/>
                  <a:pt x="113" y="124"/>
                  <a:pt x="113" y="124"/>
                </a:cubicBezTo>
                <a:cubicBezTo>
                  <a:pt x="119" y="128"/>
                  <a:pt x="119" y="128"/>
                  <a:pt x="119" y="128"/>
                </a:cubicBezTo>
                <a:cubicBezTo>
                  <a:pt x="119" y="129"/>
                  <a:pt x="119" y="129"/>
                  <a:pt x="119" y="129"/>
                </a:cubicBezTo>
                <a:cubicBezTo>
                  <a:pt x="119" y="129"/>
                  <a:pt x="119" y="129"/>
                  <a:pt x="119" y="129"/>
                </a:cubicBezTo>
                <a:cubicBezTo>
                  <a:pt x="119" y="129"/>
                  <a:pt x="120" y="128"/>
                  <a:pt x="120" y="128"/>
                </a:cubicBezTo>
                <a:cubicBezTo>
                  <a:pt x="120" y="128"/>
                  <a:pt x="120" y="129"/>
                  <a:pt x="120" y="129"/>
                </a:cubicBezTo>
                <a:cubicBezTo>
                  <a:pt x="121" y="129"/>
                  <a:pt x="121" y="129"/>
                  <a:pt x="121" y="129"/>
                </a:cubicBezTo>
                <a:cubicBezTo>
                  <a:pt x="122" y="130"/>
                  <a:pt x="122" y="130"/>
                  <a:pt x="122" y="130"/>
                </a:cubicBezTo>
                <a:cubicBezTo>
                  <a:pt x="123" y="130"/>
                  <a:pt x="123" y="130"/>
                  <a:pt x="123" y="130"/>
                </a:cubicBezTo>
                <a:cubicBezTo>
                  <a:pt x="123" y="130"/>
                  <a:pt x="123" y="130"/>
                  <a:pt x="123" y="130"/>
                </a:cubicBezTo>
                <a:cubicBezTo>
                  <a:pt x="124" y="129"/>
                  <a:pt x="124" y="129"/>
                  <a:pt x="124" y="129"/>
                </a:cubicBezTo>
                <a:cubicBezTo>
                  <a:pt x="125" y="128"/>
                  <a:pt x="125" y="128"/>
                  <a:pt x="125" y="128"/>
                </a:cubicBezTo>
                <a:cubicBezTo>
                  <a:pt x="125" y="128"/>
                  <a:pt x="125" y="128"/>
                  <a:pt x="125" y="128"/>
                </a:cubicBezTo>
                <a:cubicBezTo>
                  <a:pt x="126" y="128"/>
                  <a:pt x="126" y="129"/>
                  <a:pt x="126" y="129"/>
                </a:cubicBezTo>
                <a:cubicBezTo>
                  <a:pt x="126" y="129"/>
                  <a:pt x="127" y="128"/>
                  <a:pt x="127" y="128"/>
                </a:cubicBezTo>
                <a:cubicBezTo>
                  <a:pt x="127" y="128"/>
                  <a:pt x="127" y="128"/>
                  <a:pt x="127" y="128"/>
                </a:cubicBezTo>
                <a:cubicBezTo>
                  <a:pt x="128" y="126"/>
                  <a:pt x="128" y="126"/>
                  <a:pt x="128" y="126"/>
                </a:cubicBezTo>
                <a:cubicBezTo>
                  <a:pt x="129" y="124"/>
                  <a:pt x="129" y="124"/>
                  <a:pt x="129" y="124"/>
                </a:cubicBezTo>
                <a:cubicBezTo>
                  <a:pt x="130" y="122"/>
                  <a:pt x="130" y="122"/>
                  <a:pt x="130" y="122"/>
                </a:cubicBezTo>
                <a:cubicBezTo>
                  <a:pt x="130" y="122"/>
                  <a:pt x="129" y="120"/>
                  <a:pt x="129" y="120"/>
                </a:cubicBezTo>
                <a:cubicBezTo>
                  <a:pt x="129" y="120"/>
                  <a:pt x="130" y="118"/>
                  <a:pt x="130" y="118"/>
                </a:cubicBezTo>
                <a:cubicBezTo>
                  <a:pt x="133" y="107"/>
                  <a:pt x="133" y="107"/>
                  <a:pt x="133" y="107"/>
                </a:cubicBezTo>
                <a:cubicBezTo>
                  <a:pt x="133" y="106"/>
                  <a:pt x="133" y="106"/>
                  <a:pt x="133" y="106"/>
                </a:cubicBezTo>
                <a:cubicBezTo>
                  <a:pt x="132" y="105"/>
                  <a:pt x="132" y="105"/>
                  <a:pt x="132" y="105"/>
                </a:cubicBezTo>
                <a:cubicBezTo>
                  <a:pt x="130" y="104"/>
                  <a:pt x="130" y="104"/>
                  <a:pt x="130" y="104"/>
                </a:cubicBezTo>
                <a:cubicBezTo>
                  <a:pt x="130" y="104"/>
                  <a:pt x="129" y="104"/>
                  <a:pt x="129" y="104"/>
                </a:cubicBezTo>
                <a:cubicBezTo>
                  <a:pt x="129" y="104"/>
                  <a:pt x="128" y="103"/>
                  <a:pt x="128" y="103"/>
                </a:cubicBezTo>
                <a:cubicBezTo>
                  <a:pt x="128" y="103"/>
                  <a:pt x="128" y="103"/>
                  <a:pt x="128" y="103"/>
                </a:cubicBezTo>
                <a:cubicBezTo>
                  <a:pt x="127" y="102"/>
                  <a:pt x="127" y="102"/>
                  <a:pt x="127" y="102"/>
                </a:cubicBezTo>
                <a:cubicBezTo>
                  <a:pt x="127" y="101"/>
                  <a:pt x="127" y="101"/>
                  <a:pt x="127" y="101"/>
                </a:cubicBezTo>
                <a:cubicBezTo>
                  <a:pt x="125" y="100"/>
                  <a:pt x="125" y="100"/>
                  <a:pt x="125" y="100"/>
                </a:cubicBezTo>
                <a:lnTo>
                  <a:pt x="121" y="100"/>
                </a:lnTo>
                <a:close/>
                <a:moveTo>
                  <a:pt x="105" y="95"/>
                </a:moveTo>
                <a:cubicBezTo>
                  <a:pt x="105" y="95"/>
                  <a:pt x="105" y="95"/>
                  <a:pt x="105" y="95"/>
                </a:cubicBezTo>
                <a:cubicBezTo>
                  <a:pt x="105" y="95"/>
                  <a:pt x="103" y="96"/>
                  <a:pt x="102" y="96"/>
                </a:cubicBezTo>
                <a:cubicBezTo>
                  <a:pt x="102" y="96"/>
                  <a:pt x="102" y="96"/>
                  <a:pt x="102" y="96"/>
                </a:cubicBezTo>
                <a:cubicBezTo>
                  <a:pt x="101" y="96"/>
                  <a:pt x="101" y="96"/>
                  <a:pt x="101" y="96"/>
                </a:cubicBezTo>
                <a:cubicBezTo>
                  <a:pt x="100" y="95"/>
                  <a:pt x="100" y="95"/>
                  <a:pt x="100" y="95"/>
                </a:cubicBezTo>
                <a:cubicBezTo>
                  <a:pt x="100" y="95"/>
                  <a:pt x="100" y="96"/>
                  <a:pt x="100" y="96"/>
                </a:cubicBezTo>
                <a:cubicBezTo>
                  <a:pt x="99" y="97"/>
                  <a:pt x="99" y="97"/>
                  <a:pt x="99" y="97"/>
                </a:cubicBezTo>
                <a:cubicBezTo>
                  <a:pt x="100" y="98"/>
                  <a:pt x="100" y="98"/>
                  <a:pt x="100" y="98"/>
                </a:cubicBezTo>
                <a:cubicBezTo>
                  <a:pt x="99" y="100"/>
                  <a:pt x="99" y="100"/>
                  <a:pt x="99" y="100"/>
                </a:cubicBezTo>
                <a:cubicBezTo>
                  <a:pt x="97" y="102"/>
                  <a:pt x="97" y="102"/>
                  <a:pt x="97" y="102"/>
                </a:cubicBezTo>
                <a:cubicBezTo>
                  <a:pt x="97" y="102"/>
                  <a:pt x="97" y="102"/>
                  <a:pt x="97" y="102"/>
                </a:cubicBezTo>
                <a:cubicBezTo>
                  <a:pt x="98" y="103"/>
                  <a:pt x="98" y="103"/>
                  <a:pt x="98" y="103"/>
                </a:cubicBezTo>
                <a:cubicBezTo>
                  <a:pt x="98" y="103"/>
                  <a:pt x="98" y="103"/>
                  <a:pt x="98" y="103"/>
                </a:cubicBezTo>
                <a:cubicBezTo>
                  <a:pt x="98" y="104"/>
                  <a:pt x="98" y="104"/>
                  <a:pt x="98" y="104"/>
                </a:cubicBezTo>
                <a:cubicBezTo>
                  <a:pt x="98" y="106"/>
                  <a:pt x="98" y="106"/>
                  <a:pt x="98" y="106"/>
                </a:cubicBezTo>
                <a:cubicBezTo>
                  <a:pt x="98" y="106"/>
                  <a:pt x="97" y="107"/>
                  <a:pt x="97" y="107"/>
                </a:cubicBezTo>
                <a:cubicBezTo>
                  <a:pt x="97" y="107"/>
                  <a:pt x="97" y="108"/>
                  <a:pt x="97" y="108"/>
                </a:cubicBezTo>
                <a:cubicBezTo>
                  <a:pt x="96" y="108"/>
                  <a:pt x="96" y="108"/>
                  <a:pt x="96" y="108"/>
                </a:cubicBezTo>
                <a:cubicBezTo>
                  <a:pt x="96" y="109"/>
                  <a:pt x="96" y="109"/>
                  <a:pt x="96" y="109"/>
                </a:cubicBezTo>
                <a:cubicBezTo>
                  <a:pt x="96" y="109"/>
                  <a:pt x="95" y="109"/>
                  <a:pt x="95" y="109"/>
                </a:cubicBezTo>
                <a:cubicBezTo>
                  <a:pt x="95" y="110"/>
                  <a:pt x="94" y="111"/>
                  <a:pt x="94" y="111"/>
                </a:cubicBezTo>
                <a:cubicBezTo>
                  <a:pt x="93" y="110"/>
                  <a:pt x="93" y="110"/>
                  <a:pt x="93" y="110"/>
                </a:cubicBezTo>
                <a:cubicBezTo>
                  <a:pt x="93" y="112"/>
                  <a:pt x="93" y="112"/>
                  <a:pt x="93" y="112"/>
                </a:cubicBezTo>
                <a:cubicBezTo>
                  <a:pt x="92" y="112"/>
                  <a:pt x="92" y="112"/>
                  <a:pt x="92" y="112"/>
                </a:cubicBezTo>
                <a:cubicBezTo>
                  <a:pt x="91" y="112"/>
                  <a:pt x="91" y="112"/>
                  <a:pt x="91" y="112"/>
                </a:cubicBezTo>
                <a:cubicBezTo>
                  <a:pt x="91" y="112"/>
                  <a:pt x="90" y="113"/>
                  <a:pt x="90" y="113"/>
                </a:cubicBezTo>
                <a:cubicBezTo>
                  <a:pt x="90" y="113"/>
                  <a:pt x="90" y="115"/>
                  <a:pt x="90" y="115"/>
                </a:cubicBezTo>
                <a:cubicBezTo>
                  <a:pt x="90" y="115"/>
                  <a:pt x="93" y="116"/>
                  <a:pt x="93" y="116"/>
                </a:cubicBezTo>
                <a:cubicBezTo>
                  <a:pt x="93" y="117"/>
                  <a:pt x="93" y="117"/>
                  <a:pt x="93" y="117"/>
                </a:cubicBezTo>
                <a:cubicBezTo>
                  <a:pt x="94" y="118"/>
                  <a:pt x="94" y="118"/>
                  <a:pt x="94" y="118"/>
                </a:cubicBezTo>
                <a:cubicBezTo>
                  <a:pt x="96" y="118"/>
                  <a:pt x="96" y="118"/>
                  <a:pt x="96" y="118"/>
                </a:cubicBezTo>
                <a:cubicBezTo>
                  <a:pt x="97" y="119"/>
                  <a:pt x="97" y="119"/>
                  <a:pt x="97" y="119"/>
                </a:cubicBezTo>
                <a:cubicBezTo>
                  <a:pt x="98" y="119"/>
                  <a:pt x="98" y="119"/>
                  <a:pt x="98" y="119"/>
                </a:cubicBezTo>
                <a:cubicBezTo>
                  <a:pt x="98" y="119"/>
                  <a:pt x="99" y="119"/>
                  <a:pt x="99" y="119"/>
                </a:cubicBezTo>
                <a:cubicBezTo>
                  <a:pt x="99" y="119"/>
                  <a:pt x="99" y="119"/>
                  <a:pt x="99" y="119"/>
                </a:cubicBezTo>
                <a:cubicBezTo>
                  <a:pt x="99" y="119"/>
                  <a:pt x="100" y="119"/>
                  <a:pt x="100" y="119"/>
                </a:cubicBezTo>
                <a:cubicBezTo>
                  <a:pt x="101" y="119"/>
                  <a:pt x="101" y="120"/>
                  <a:pt x="101" y="120"/>
                </a:cubicBezTo>
                <a:cubicBezTo>
                  <a:pt x="101" y="120"/>
                  <a:pt x="101" y="119"/>
                  <a:pt x="102" y="119"/>
                </a:cubicBezTo>
                <a:cubicBezTo>
                  <a:pt x="102" y="119"/>
                  <a:pt x="102" y="119"/>
                  <a:pt x="102" y="119"/>
                </a:cubicBezTo>
                <a:cubicBezTo>
                  <a:pt x="102" y="119"/>
                  <a:pt x="103" y="119"/>
                  <a:pt x="103" y="119"/>
                </a:cubicBezTo>
                <a:cubicBezTo>
                  <a:pt x="103" y="119"/>
                  <a:pt x="103" y="120"/>
                  <a:pt x="103" y="120"/>
                </a:cubicBezTo>
                <a:cubicBezTo>
                  <a:pt x="103" y="120"/>
                  <a:pt x="103" y="120"/>
                  <a:pt x="103" y="120"/>
                </a:cubicBezTo>
                <a:cubicBezTo>
                  <a:pt x="104" y="121"/>
                  <a:pt x="104" y="121"/>
                  <a:pt x="104" y="121"/>
                </a:cubicBezTo>
                <a:cubicBezTo>
                  <a:pt x="107" y="121"/>
                  <a:pt x="107" y="121"/>
                  <a:pt x="107" y="121"/>
                </a:cubicBezTo>
                <a:cubicBezTo>
                  <a:pt x="107" y="122"/>
                  <a:pt x="107" y="122"/>
                  <a:pt x="107" y="122"/>
                </a:cubicBezTo>
                <a:cubicBezTo>
                  <a:pt x="107" y="122"/>
                  <a:pt x="108" y="122"/>
                  <a:pt x="108" y="122"/>
                </a:cubicBezTo>
                <a:cubicBezTo>
                  <a:pt x="108" y="122"/>
                  <a:pt x="108" y="122"/>
                  <a:pt x="108" y="122"/>
                </a:cubicBezTo>
                <a:cubicBezTo>
                  <a:pt x="109" y="122"/>
                  <a:pt x="109" y="123"/>
                  <a:pt x="109" y="123"/>
                </a:cubicBezTo>
                <a:cubicBezTo>
                  <a:pt x="110" y="122"/>
                  <a:pt x="110" y="122"/>
                  <a:pt x="110" y="122"/>
                </a:cubicBezTo>
                <a:cubicBezTo>
                  <a:pt x="110" y="122"/>
                  <a:pt x="110" y="123"/>
                  <a:pt x="110" y="123"/>
                </a:cubicBezTo>
                <a:cubicBezTo>
                  <a:pt x="110" y="123"/>
                  <a:pt x="111" y="123"/>
                  <a:pt x="111" y="123"/>
                </a:cubicBezTo>
                <a:cubicBezTo>
                  <a:pt x="112" y="123"/>
                  <a:pt x="112" y="123"/>
                  <a:pt x="112" y="123"/>
                </a:cubicBezTo>
                <a:cubicBezTo>
                  <a:pt x="112" y="123"/>
                  <a:pt x="113" y="119"/>
                  <a:pt x="113" y="119"/>
                </a:cubicBezTo>
                <a:cubicBezTo>
                  <a:pt x="113" y="119"/>
                  <a:pt x="112" y="118"/>
                  <a:pt x="112" y="118"/>
                </a:cubicBezTo>
                <a:cubicBezTo>
                  <a:pt x="109" y="118"/>
                  <a:pt x="109" y="118"/>
                  <a:pt x="109" y="118"/>
                </a:cubicBezTo>
                <a:cubicBezTo>
                  <a:pt x="107" y="115"/>
                  <a:pt x="107" y="115"/>
                  <a:pt x="107" y="115"/>
                </a:cubicBezTo>
                <a:cubicBezTo>
                  <a:pt x="107" y="115"/>
                  <a:pt x="105" y="115"/>
                  <a:pt x="105" y="115"/>
                </a:cubicBezTo>
                <a:cubicBezTo>
                  <a:pt x="105" y="115"/>
                  <a:pt x="104" y="114"/>
                  <a:pt x="104" y="114"/>
                </a:cubicBezTo>
                <a:cubicBezTo>
                  <a:pt x="104" y="114"/>
                  <a:pt x="104" y="112"/>
                  <a:pt x="104" y="112"/>
                </a:cubicBezTo>
                <a:cubicBezTo>
                  <a:pt x="105" y="111"/>
                  <a:pt x="105" y="111"/>
                  <a:pt x="105" y="111"/>
                </a:cubicBezTo>
                <a:cubicBezTo>
                  <a:pt x="108" y="111"/>
                  <a:pt x="108" y="111"/>
                  <a:pt x="108" y="111"/>
                </a:cubicBezTo>
                <a:cubicBezTo>
                  <a:pt x="109" y="111"/>
                  <a:pt x="109" y="111"/>
                  <a:pt x="109" y="111"/>
                </a:cubicBezTo>
                <a:cubicBezTo>
                  <a:pt x="109" y="110"/>
                  <a:pt x="109" y="110"/>
                  <a:pt x="109" y="110"/>
                </a:cubicBezTo>
                <a:cubicBezTo>
                  <a:pt x="110" y="109"/>
                  <a:pt x="110" y="109"/>
                  <a:pt x="110" y="109"/>
                </a:cubicBezTo>
                <a:cubicBezTo>
                  <a:pt x="111" y="108"/>
                  <a:pt x="111" y="108"/>
                  <a:pt x="111" y="108"/>
                </a:cubicBezTo>
                <a:cubicBezTo>
                  <a:pt x="111" y="106"/>
                  <a:pt x="111" y="106"/>
                  <a:pt x="111" y="106"/>
                </a:cubicBezTo>
                <a:cubicBezTo>
                  <a:pt x="110" y="104"/>
                  <a:pt x="110" y="104"/>
                  <a:pt x="110" y="104"/>
                </a:cubicBezTo>
                <a:cubicBezTo>
                  <a:pt x="109" y="104"/>
                  <a:pt x="109" y="104"/>
                  <a:pt x="109" y="104"/>
                </a:cubicBezTo>
                <a:cubicBezTo>
                  <a:pt x="107" y="102"/>
                  <a:pt x="107" y="102"/>
                  <a:pt x="107" y="102"/>
                </a:cubicBezTo>
                <a:cubicBezTo>
                  <a:pt x="108" y="100"/>
                  <a:pt x="108" y="100"/>
                  <a:pt x="108" y="100"/>
                </a:cubicBezTo>
                <a:cubicBezTo>
                  <a:pt x="109" y="98"/>
                  <a:pt x="109" y="98"/>
                  <a:pt x="109" y="98"/>
                </a:cubicBezTo>
                <a:cubicBezTo>
                  <a:pt x="107" y="96"/>
                  <a:pt x="107" y="96"/>
                  <a:pt x="107" y="96"/>
                </a:cubicBezTo>
                <a:lnTo>
                  <a:pt x="105" y="95"/>
                </a:lnTo>
                <a:close/>
                <a:moveTo>
                  <a:pt x="221" y="203"/>
                </a:moveTo>
                <a:cubicBezTo>
                  <a:pt x="218" y="203"/>
                  <a:pt x="218" y="203"/>
                  <a:pt x="218" y="203"/>
                </a:cubicBezTo>
                <a:cubicBezTo>
                  <a:pt x="214" y="201"/>
                  <a:pt x="214" y="201"/>
                  <a:pt x="214" y="201"/>
                </a:cubicBezTo>
                <a:cubicBezTo>
                  <a:pt x="214" y="201"/>
                  <a:pt x="213" y="201"/>
                  <a:pt x="213" y="201"/>
                </a:cubicBezTo>
                <a:cubicBezTo>
                  <a:pt x="213" y="200"/>
                  <a:pt x="212" y="199"/>
                  <a:pt x="212" y="199"/>
                </a:cubicBezTo>
                <a:cubicBezTo>
                  <a:pt x="212" y="199"/>
                  <a:pt x="213" y="198"/>
                  <a:pt x="213" y="198"/>
                </a:cubicBezTo>
                <a:cubicBezTo>
                  <a:pt x="213" y="198"/>
                  <a:pt x="211" y="198"/>
                  <a:pt x="211" y="198"/>
                </a:cubicBezTo>
                <a:cubicBezTo>
                  <a:pt x="211" y="198"/>
                  <a:pt x="210" y="197"/>
                  <a:pt x="209" y="197"/>
                </a:cubicBezTo>
                <a:cubicBezTo>
                  <a:pt x="209" y="197"/>
                  <a:pt x="209" y="196"/>
                  <a:pt x="209" y="196"/>
                </a:cubicBezTo>
                <a:cubicBezTo>
                  <a:pt x="208" y="196"/>
                  <a:pt x="208" y="196"/>
                  <a:pt x="208" y="196"/>
                </a:cubicBezTo>
                <a:cubicBezTo>
                  <a:pt x="208" y="196"/>
                  <a:pt x="207" y="196"/>
                  <a:pt x="207" y="196"/>
                </a:cubicBezTo>
                <a:cubicBezTo>
                  <a:pt x="207" y="196"/>
                  <a:pt x="206" y="197"/>
                  <a:pt x="206" y="197"/>
                </a:cubicBezTo>
                <a:cubicBezTo>
                  <a:pt x="206" y="197"/>
                  <a:pt x="205" y="197"/>
                  <a:pt x="205" y="197"/>
                </a:cubicBezTo>
                <a:cubicBezTo>
                  <a:pt x="204" y="196"/>
                  <a:pt x="204" y="196"/>
                  <a:pt x="204" y="196"/>
                </a:cubicBezTo>
                <a:cubicBezTo>
                  <a:pt x="203" y="197"/>
                  <a:pt x="203" y="197"/>
                  <a:pt x="203" y="197"/>
                </a:cubicBezTo>
                <a:cubicBezTo>
                  <a:pt x="203" y="197"/>
                  <a:pt x="203" y="197"/>
                  <a:pt x="203" y="197"/>
                </a:cubicBezTo>
                <a:cubicBezTo>
                  <a:pt x="203" y="197"/>
                  <a:pt x="204" y="198"/>
                  <a:pt x="204" y="198"/>
                </a:cubicBezTo>
                <a:cubicBezTo>
                  <a:pt x="204" y="198"/>
                  <a:pt x="204" y="199"/>
                  <a:pt x="204" y="199"/>
                </a:cubicBezTo>
                <a:cubicBezTo>
                  <a:pt x="204" y="199"/>
                  <a:pt x="204" y="200"/>
                  <a:pt x="204" y="200"/>
                </a:cubicBezTo>
                <a:cubicBezTo>
                  <a:pt x="202" y="200"/>
                  <a:pt x="202" y="200"/>
                  <a:pt x="202" y="200"/>
                </a:cubicBezTo>
                <a:cubicBezTo>
                  <a:pt x="201" y="201"/>
                  <a:pt x="201" y="201"/>
                  <a:pt x="201" y="201"/>
                </a:cubicBezTo>
                <a:cubicBezTo>
                  <a:pt x="200" y="201"/>
                  <a:pt x="200" y="201"/>
                  <a:pt x="200" y="201"/>
                </a:cubicBezTo>
                <a:cubicBezTo>
                  <a:pt x="200" y="201"/>
                  <a:pt x="200" y="201"/>
                  <a:pt x="200" y="201"/>
                </a:cubicBezTo>
                <a:cubicBezTo>
                  <a:pt x="199" y="200"/>
                  <a:pt x="199" y="200"/>
                  <a:pt x="199" y="200"/>
                </a:cubicBezTo>
                <a:cubicBezTo>
                  <a:pt x="197" y="200"/>
                  <a:pt x="197" y="200"/>
                  <a:pt x="197" y="200"/>
                </a:cubicBezTo>
                <a:cubicBezTo>
                  <a:pt x="195" y="199"/>
                  <a:pt x="195" y="199"/>
                  <a:pt x="195" y="199"/>
                </a:cubicBezTo>
                <a:cubicBezTo>
                  <a:pt x="194" y="199"/>
                  <a:pt x="194" y="199"/>
                  <a:pt x="194" y="199"/>
                </a:cubicBezTo>
                <a:cubicBezTo>
                  <a:pt x="191" y="196"/>
                  <a:pt x="191" y="196"/>
                  <a:pt x="191" y="196"/>
                </a:cubicBezTo>
                <a:cubicBezTo>
                  <a:pt x="190" y="196"/>
                  <a:pt x="190" y="196"/>
                  <a:pt x="190" y="196"/>
                </a:cubicBezTo>
                <a:cubicBezTo>
                  <a:pt x="189" y="195"/>
                  <a:pt x="189" y="195"/>
                  <a:pt x="189" y="195"/>
                </a:cubicBezTo>
                <a:cubicBezTo>
                  <a:pt x="189" y="195"/>
                  <a:pt x="186" y="196"/>
                  <a:pt x="186" y="196"/>
                </a:cubicBezTo>
                <a:cubicBezTo>
                  <a:pt x="186" y="196"/>
                  <a:pt x="185" y="195"/>
                  <a:pt x="185" y="194"/>
                </a:cubicBezTo>
                <a:cubicBezTo>
                  <a:pt x="185" y="194"/>
                  <a:pt x="185" y="193"/>
                  <a:pt x="185" y="193"/>
                </a:cubicBezTo>
                <a:cubicBezTo>
                  <a:pt x="183" y="192"/>
                  <a:pt x="183" y="192"/>
                  <a:pt x="183" y="192"/>
                </a:cubicBezTo>
                <a:cubicBezTo>
                  <a:pt x="180" y="190"/>
                  <a:pt x="180" y="190"/>
                  <a:pt x="180" y="190"/>
                </a:cubicBezTo>
                <a:cubicBezTo>
                  <a:pt x="180" y="190"/>
                  <a:pt x="180" y="190"/>
                  <a:pt x="180" y="190"/>
                </a:cubicBezTo>
                <a:cubicBezTo>
                  <a:pt x="180" y="190"/>
                  <a:pt x="181" y="188"/>
                  <a:pt x="181" y="188"/>
                </a:cubicBezTo>
                <a:cubicBezTo>
                  <a:pt x="181" y="188"/>
                  <a:pt x="181" y="187"/>
                  <a:pt x="181" y="187"/>
                </a:cubicBezTo>
                <a:cubicBezTo>
                  <a:pt x="181" y="187"/>
                  <a:pt x="179" y="186"/>
                  <a:pt x="179" y="185"/>
                </a:cubicBezTo>
                <a:cubicBezTo>
                  <a:pt x="179" y="185"/>
                  <a:pt x="179" y="184"/>
                  <a:pt x="179" y="184"/>
                </a:cubicBezTo>
                <a:cubicBezTo>
                  <a:pt x="179" y="184"/>
                  <a:pt x="178" y="184"/>
                  <a:pt x="178" y="184"/>
                </a:cubicBezTo>
                <a:cubicBezTo>
                  <a:pt x="177" y="184"/>
                  <a:pt x="177" y="184"/>
                  <a:pt x="176" y="184"/>
                </a:cubicBezTo>
                <a:cubicBezTo>
                  <a:pt x="176" y="183"/>
                  <a:pt x="176" y="182"/>
                  <a:pt x="176" y="182"/>
                </a:cubicBezTo>
                <a:cubicBezTo>
                  <a:pt x="176" y="182"/>
                  <a:pt x="175" y="181"/>
                  <a:pt x="175" y="181"/>
                </a:cubicBezTo>
                <a:cubicBezTo>
                  <a:pt x="175" y="181"/>
                  <a:pt x="173" y="181"/>
                  <a:pt x="173" y="181"/>
                </a:cubicBezTo>
                <a:cubicBezTo>
                  <a:pt x="173" y="181"/>
                  <a:pt x="172" y="179"/>
                  <a:pt x="172" y="179"/>
                </a:cubicBezTo>
                <a:cubicBezTo>
                  <a:pt x="172" y="179"/>
                  <a:pt x="172" y="178"/>
                  <a:pt x="172" y="178"/>
                </a:cubicBezTo>
                <a:cubicBezTo>
                  <a:pt x="172" y="177"/>
                  <a:pt x="171" y="177"/>
                  <a:pt x="171" y="177"/>
                </a:cubicBezTo>
                <a:cubicBezTo>
                  <a:pt x="171" y="176"/>
                  <a:pt x="169" y="176"/>
                  <a:pt x="169" y="176"/>
                </a:cubicBezTo>
                <a:cubicBezTo>
                  <a:pt x="169" y="176"/>
                  <a:pt x="168" y="175"/>
                  <a:pt x="168" y="175"/>
                </a:cubicBezTo>
                <a:cubicBezTo>
                  <a:pt x="168" y="175"/>
                  <a:pt x="168" y="174"/>
                  <a:pt x="168" y="174"/>
                </a:cubicBezTo>
                <a:cubicBezTo>
                  <a:pt x="168" y="174"/>
                  <a:pt x="167" y="174"/>
                  <a:pt x="167" y="174"/>
                </a:cubicBezTo>
                <a:cubicBezTo>
                  <a:pt x="167" y="174"/>
                  <a:pt x="167" y="172"/>
                  <a:pt x="167" y="172"/>
                </a:cubicBezTo>
                <a:cubicBezTo>
                  <a:pt x="166" y="171"/>
                  <a:pt x="166" y="171"/>
                  <a:pt x="166" y="171"/>
                </a:cubicBezTo>
                <a:cubicBezTo>
                  <a:pt x="165" y="170"/>
                  <a:pt x="165" y="170"/>
                  <a:pt x="165" y="170"/>
                </a:cubicBezTo>
                <a:cubicBezTo>
                  <a:pt x="171" y="165"/>
                  <a:pt x="171" y="165"/>
                  <a:pt x="171" y="165"/>
                </a:cubicBezTo>
                <a:cubicBezTo>
                  <a:pt x="166" y="160"/>
                  <a:pt x="166" y="160"/>
                  <a:pt x="166" y="160"/>
                </a:cubicBezTo>
                <a:cubicBezTo>
                  <a:pt x="164" y="161"/>
                  <a:pt x="164" y="161"/>
                  <a:pt x="164" y="161"/>
                </a:cubicBezTo>
                <a:cubicBezTo>
                  <a:pt x="154" y="151"/>
                  <a:pt x="154" y="151"/>
                  <a:pt x="154" y="151"/>
                </a:cubicBezTo>
                <a:cubicBezTo>
                  <a:pt x="154" y="151"/>
                  <a:pt x="153" y="151"/>
                  <a:pt x="153" y="151"/>
                </a:cubicBezTo>
                <a:cubicBezTo>
                  <a:pt x="153" y="151"/>
                  <a:pt x="152" y="151"/>
                  <a:pt x="152" y="151"/>
                </a:cubicBezTo>
                <a:cubicBezTo>
                  <a:pt x="152" y="151"/>
                  <a:pt x="151" y="151"/>
                  <a:pt x="150" y="151"/>
                </a:cubicBezTo>
                <a:cubicBezTo>
                  <a:pt x="150" y="152"/>
                  <a:pt x="150" y="151"/>
                  <a:pt x="150" y="151"/>
                </a:cubicBezTo>
                <a:cubicBezTo>
                  <a:pt x="150" y="150"/>
                  <a:pt x="149" y="150"/>
                  <a:pt x="149" y="150"/>
                </a:cubicBezTo>
                <a:cubicBezTo>
                  <a:pt x="149" y="150"/>
                  <a:pt x="148" y="150"/>
                  <a:pt x="148" y="150"/>
                </a:cubicBezTo>
                <a:cubicBezTo>
                  <a:pt x="148" y="150"/>
                  <a:pt x="148" y="149"/>
                  <a:pt x="148" y="149"/>
                </a:cubicBezTo>
                <a:cubicBezTo>
                  <a:pt x="148" y="149"/>
                  <a:pt x="148" y="148"/>
                  <a:pt x="148" y="148"/>
                </a:cubicBezTo>
                <a:cubicBezTo>
                  <a:pt x="148" y="148"/>
                  <a:pt x="147" y="147"/>
                  <a:pt x="147" y="147"/>
                </a:cubicBezTo>
                <a:cubicBezTo>
                  <a:pt x="146" y="146"/>
                  <a:pt x="146" y="146"/>
                  <a:pt x="146" y="146"/>
                </a:cubicBezTo>
                <a:cubicBezTo>
                  <a:pt x="145" y="146"/>
                  <a:pt x="145" y="146"/>
                  <a:pt x="145" y="146"/>
                </a:cubicBezTo>
                <a:cubicBezTo>
                  <a:pt x="144" y="146"/>
                  <a:pt x="144" y="146"/>
                  <a:pt x="144" y="146"/>
                </a:cubicBezTo>
                <a:cubicBezTo>
                  <a:pt x="143" y="147"/>
                  <a:pt x="143" y="147"/>
                  <a:pt x="143" y="147"/>
                </a:cubicBezTo>
                <a:cubicBezTo>
                  <a:pt x="143" y="148"/>
                  <a:pt x="143" y="148"/>
                  <a:pt x="143" y="148"/>
                </a:cubicBezTo>
                <a:cubicBezTo>
                  <a:pt x="142" y="149"/>
                  <a:pt x="142" y="149"/>
                  <a:pt x="142" y="149"/>
                </a:cubicBezTo>
                <a:cubicBezTo>
                  <a:pt x="142" y="149"/>
                  <a:pt x="142" y="149"/>
                  <a:pt x="142" y="149"/>
                </a:cubicBezTo>
                <a:cubicBezTo>
                  <a:pt x="139" y="149"/>
                  <a:pt x="139" y="149"/>
                  <a:pt x="139" y="149"/>
                </a:cubicBezTo>
                <a:cubicBezTo>
                  <a:pt x="139" y="166"/>
                  <a:pt x="139" y="166"/>
                  <a:pt x="139" y="166"/>
                </a:cubicBezTo>
                <a:cubicBezTo>
                  <a:pt x="139" y="166"/>
                  <a:pt x="139" y="166"/>
                  <a:pt x="139" y="166"/>
                </a:cubicBezTo>
                <a:cubicBezTo>
                  <a:pt x="139" y="166"/>
                  <a:pt x="140" y="166"/>
                  <a:pt x="140" y="167"/>
                </a:cubicBezTo>
                <a:cubicBezTo>
                  <a:pt x="140" y="167"/>
                  <a:pt x="140" y="167"/>
                  <a:pt x="140" y="167"/>
                </a:cubicBezTo>
                <a:cubicBezTo>
                  <a:pt x="140" y="167"/>
                  <a:pt x="140" y="167"/>
                  <a:pt x="140" y="167"/>
                </a:cubicBezTo>
                <a:cubicBezTo>
                  <a:pt x="140" y="167"/>
                  <a:pt x="140" y="167"/>
                  <a:pt x="141" y="167"/>
                </a:cubicBezTo>
                <a:cubicBezTo>
                  <a:pt x="141" y="167"/>
                  <a:pt x="141" y="168"/>
                  <a:pt x="141" y="168"/>
                </a:cubicBezTo>
                <a:cubicBezTo>
                  <a:pt x="141" y="168"/>
                  <a:pt x="141" y="168"/>
                  <a:pt x="141" y="168"/>
                </a:cubicBezTo>
                <a:cubicBezTo>
                  <a:pt x="141" y="168"/>
                  <a:pt x="141" y="168"/>
                  <a:pt x="141" y="168"/>
                </a:cubicBezTo>
                <a:cubicBezTo>
                  <a:pt x="142" y="168"/>
                  <a:pt x="142" y="169"/>
                  <a:pt x="142" y="169"/>
                </a:cubicBezTo>
                <a:cubicBezTo>
                  <a:pt x="142" y="169"/>
                  <a:pt x="142" y="169"/>
                  <a:pt x="142" y="169"/>
                </a:cubicBezTo>
                <a:cubicBezTo>
                  <a:pt x="142" y="169"/>
                  <a:pt x="142" y="169"/>
                  <a:pt x="142" y="169"/>
                </a:cubicBezTo>
                <a:cubicBezTo>
                  <a:pt x="143" y="169"/>
                  <a:pt x="143" y="169"/>
                  <a:pt x="143" y="170"/>
                </a:cubicBezTo>
                <a:cubicBezTo>
                  <a:pt x="143" y="170"/>
                  <a:pt x="143" y="170"/>
                  <a:pt x="143" y="170"/>
                </a:cubicBezTo>
                <a:cubicBezTo>
                  <a:pt x="143" y="170"/>
                  <a:pt x="143" y="170"/>
                  <a:pt x="143" y="170"/>
                </a:cubicBezTo>
                <a:cubicBezTo>
                  <a:pt x="143" y="170"/>
                  <a:pt x="143" y="170"/>
                  <a:pt x="143" y="171"/>
                </a:cubicBezTo>
                <a:cubicBezTo>
                  <a:pt x="143" y="171"/>
                  <a:pt x="143" y="171"/>
                  <a:pt x="143" y="171"/>
                </a:cubicBezTo>
                <a:cubicBezTo>
                  <a:pt x="143" y="171"/>
                  <a:pt x="143" y="171"/>
                  <a:pt x="143" y="171"/>
                </a:cubicBezTo>
                <a:cubicBezTo>
                  <a:pt x="143" y="171"/>
                  <a:pt x="144" y="171"/>
                  <a:pt x="144" y="171"/>
                </a:cubicBezTo>
                <a:cubicBezTo>
                  <a:pt x="144" y="171"/>
                  <a:pt x="144" y="172"/>
                  <a:pt x="144" y="172"/>
                </a:cubicBezTo>
                <a:cubicBezTo>
                  <a:pt x="144" y="172"/>
                  <a:pt x="144" y="172"/>
                  <a:pt x="144" y="172"/>
                </a:cubicBezTo>
                <a:cubicBezTo>
                  <a:pt x="144" y="172"/>
                  <a:pt x="144" y="172"/>
                  <a:pt x="145" y="172"/>
                </a:cubicBezTo>
                <a:cubicBezTo>
                  <a:pt x="145" y="172"/>
                  <a:pt x="145" y="172"/>
                  <a:pt x="145" y="173"/>
                </a:cubicBezTo>
                <a:cubicBezTo>
                  <a:pt x="144" y="173"/>
                  <a:pt x="144" y="173"/>
                  <a:pt x="144" y="173"/>
                </a:cubicBezTo>
                <a:cubicBezTo>
                  <a:pt x="144" y="173"/>
                  <a:pt x="144" y="173"/>
                  <a:pt x="144" y="173"/>
                </a:cubicBezTo>
                <a:cubicBezTo>
                  <a:pt x="144" y="173"/>
                  <a:pt x="144" y="173"/>
                  <a:pt x="144" y="173"/>
                </a:cubicBezTo>
                <a:cubicBezTo>
                  <a:pt x="144" y="174"/>
                  <a:pt x="143" y="174"/>
                  <a:pt x="143" y="174"/>
                </a:cubicBezTo>
                <a:cubicBezTo>
                  <a:pt x="143" y="174"/>
                  <a:pt x="143" y="174"/>
                  <a:pt x="143" y="174"/>
                </a:cubicBezTo>
                <a:cubicBezTo>
                  <a:pt x="144" y="174"/>
                  <a:pt x="144" y="175"/>
                  <a:pt x="144" y="175"/>
                </a:cubicBezTo>
                <a:cubicBezTo>
                  <a:pt x="144" y="175"/>
                  <a:pt x="144" y="175"/>
                  <a:pt x="144" y="176"/>
                </a:cubicBezTo>
                <a:cubicBezTo>
                  <a:pt x="144" y="176"/>
                  <a:pt x="144" y="177"/>
                  <a:pt x="145" y="177"/>
                </a:cubicBezTo>
                <a:cubicBezTo>
                  <a:pt x="145" y="177"/>
                  <a:pt x="146" y="178"/>
                  <a:pt x="146" y="178"/>
                </a:cubicBezTo>
                <a:cubicBezTo>
                  <a:pt x="147" y="178"/>
                  <a:pt x="148" y="178"/>
                  <a:pt x="149" y="178"/>
                </a:cubicBezTo>
                <a:cubicBezTo>
                  <a:pt x="149" y="178"/>
                  <a:pt x="149" y="178"/>
                  <a:pt x="150" y="178"/>
                </a:cubicBezTo>
                <a:cubicBezTo>
                  <a:pt x="150" y="179"/>
                  <a:pt x="150" y="179"/>
                  <a:pt x="150" y="179"/>
                </a:cubicBezTo>
                <a:cubicBezTo>
                  <a:pt x="150" y="179"/>
                  <a:pt x="150" y="179"/>
                  <a:pt x="151" y="179"/>
                </a:cubicBezTo>
                <a:cubicBezTo>
                  <a:pt x="151" y="179"/>
                  <a:pt x="151" y="179"/>
                  <a:pt x="151" y="179"/>
                </a:cubicBezTo>
                <a:cubicBezTo>
                  <a:pt x="151" y="179"/>
                  <a:pt x="151" y="179"/>
                  <a:pt x="151" y="179"/>
                </a:cubicBezTo>
                <a:cubicBezTo>
                  <a:pt x="152" y="180"/>
                  <a:pt x="152" y="180"/>
                  <a:pt x="153" y="179"/>
                </a:cubicBezTo>
                <a:cubicBezTo>
                  <a:pt x="153" y="179"/>
                  <a:pt x="153" y="179"/>
                  <a:pt x="153" y="179"/>
                </a:cubicBezTo>
                <a:cubicBezTo>
                  <a:pt x="153" y="179"/>
                  <a:pt x="153" y="179"/>
                  <a:pt x="153" y="179"/>
                </a:cubicBezTo>
                <a:cubicBezTo>
                  <a:pt x="153" y="179"/>
                  <a:pt x="153" y="179"/>
                  <a:pt x="153" y="179"/>
                </a:cubicBezTo>
                <a:cubicBezTo>
                  <a:pt x="153" y="179"/>
                  <a:pt x="153" y="178"/>
                  <a:pt x="154" y="178"/>
                </a:cubicBezTo>
                <a:cubicBezTo>
                  <a:pt x="154" y="178"/>
                  <a:pt x="154" y="178"/>
                  <a:pt x="154" y="178"/>
                </a:cubicBezTo>
                <a:cubicBezTo>
                  <a:pt x="154" y="178"/>
                  <a:pt x="154" y="178"/>
                  <a:pt x="154" y="178"/>
                </a:cubicBezTo>
                <a:cubicBezTo>
                  <a:pt x="154" y="178"/>
                  <a:pt x="154" y="178"/>
                  <a:pt x="154" y="178"/>
                </a:cubicBezTo>
                <a:cubicBezTo>
                  <a:pt x="154" y="178"/>
                  <a:pt x="154" y="179"/>
                  <a:pt x="154" y="179"/>
                </a:cubicBezTo>
                <a:cubicBezTo>
                  <a:pt x="154" y="179"/>
                  <a:pt x="154" y="179"/>
                  <a:pt x="154" y="179"/>
                </a:cubicBezTo>
                <a:cubicBezTo>
                  <a:pt x="153" y="179"/>
                  <a:pt x="153" y="180"/>
                  <a:pt x="153" y="180"/>
                </a:cubicBezTo>
                <a:cubicBezTo>
                  <a:pt x="153" y="180"/>
                  <a:pt x="153" y="180"/>
                  <a:pt x="152" y="180"/>
                </a:cubicBezTo>
                <a:cubicBezTo>
                  <a:pt x="152" y="180"/>
                  <a:pt x="152" y="180"/>
                  <a:pt x="152" y="180"/>
                </a:cubicBezTo>
                <a:cubicBezTo>
                  <a:pt x="152" y="180"/>
                  <a:pt x="152" y="180"/>
                  <a:pt x="152" y="180"/>
                </a:cubicBezTo>
                <a:cubicBezTo>
                  <a:pt x="152" y="180"/>
                  <a:pt x="152" y="181"/>
                  <a:pt x="152" y="181"/>
                </a:cubicBezTo>
                <a:cubicBezTo>
                  <a:pt x="152" y="181"/>
                  <a:pt x="153" y="181"/>
                  <a:pt x="152" y="181"/>
                </a:cubicBezTo>
                <a:cubicBezTo>
                  <a:pt x="152" y="181"/>
                  <a:pt x="152" y="181"/>
                  <a:pt x="152" y="181"/>
                </a:cubicBezTo>
                <a:cubicBezTo>
                  <a:pt x="152" y="181"/>
                  <a:pt x="152" y="182"/>
                  <a:pt x="152" y="182"/>
                </a:cubicBezTo>
                <a:cubicBezTo>
                  <a:pt x="152" y="182"/>
                  <a:pt x="152" y="182"/>
                  <a:pt x="152" y="182"/>
                </a:cubicBezTo>
                <a:cubicBezTo>
                  <a:pt x="152" y="183"/>
                  <a:pt x="152" y="183"/>
                  <a:pt x="152" y="183"/>
                </a:cubicBezTo>
                <a:cubicBezTo>
                  <a:pt x="152" y="183"/>
                  <a:pt x="152" y="183"/>
                  <a:pt x="152" y="183"/>
                </a:cubicBezTo>
                <a:cubicBezTo>
                  <a:pt x="152" y="183"/>
                  <a:pt x="152" y="183"/>
                  <a:pt x="152" y="183"/>
                </a:cubicBezTo>
                <a:cubicBezTo>
                  <a:pt x="152" y="183"/>
                  <a:pt x="152" y="183"/>
                  <a:pt x="152" y="184"/>
                </a:cubicBezTo>
                <a:cubicBezTo>
                  <a:pt x="153" y="184"/>
                  <a:pt x="152" y="184"/>
                  <a:pt x="152" y="184"/>
                </a:cubicBezTo>
                <a:cubicBezTo>
                  <a:pt x="153" y="184"/>
                  <a:pt x="153" y="184"/>
                  <a:pt x="153" y="184"/>
                </a:cubicBezTo>
                <a:cubicBezTo>
                  <a:pt x="153" y="184"/>
                  <a:pt x="153" y="184"/>
                  <a:pt x="153" y="184"/>
                </a:cubicBezTo>
                <a:cubicBezTo>
                  <a:pt x="153" y="184"/>
                  <a:pt x="153" y="184"/>
                  <a:pt x="153" y="184"/>
                </a:cubicBezTo>
                <a:cubicBezTo>
                  <a:pt x="153" y="184"/>
                  <a:pt x="153" y="184"/>
                  <a:pt x="153" y="184"/>
                </a:cubicBezTo>
                <a:cubicBezTo>
                  <a:pt x="154" y="184"/>
                  <a:pt x="154" y="184"/>
                  <a:pt x="154" y="184"/>
                </a:cubicBezTo>
                <a:cubicBezTo>
                  <a:pt x="154" y="184"/>
                  <a:pt x="154" y="184"/>
                  <a:pt x="154" y="184"/>
                </a:cubicBezTo>
                <a:cubicBezTo>
                  <a:pt x="154" y="184"/>
                  <a:pt x="154" y="184"/>
                  <a:pt x="154" y="184"/>
                </a:cubicBezTo>
                <a:cubicBezTo>
                  <a:pt x="154" y="185"/>
                  <a:pt x="155" y="185"/>
                  <a:pt x="155" y="185"/>
                </a:cubicBezTo>
                <a:cubicBezTo>
                  <a:pt x="155" y="185"/>
                  <a:pt x="155" y="185"/>
                  <a:pt x="155" y="186"/>
                </a:cubicBezTo>
                <a:cubicBezTo>
                  <a:pt x="155" y="186"/>
                  <a:pt x="155" y="186"/>
                  <a:pt x="155" y="186"/>
                </a:cubicBezTo>
                <a:cubicBezTo>
                  <a:pt x="155" y="186"/>
                  <a:pt x="155" y="186"/>
                  <a:pt x="155" y="186"/>
                </a:cubicBezTo>
                <a:cubicBezTo>
                  <a:pt x="155" y="187"/>
                  <a:pt x="155" y="187"/>
                  <a:pt x="155" y="187"/>
                </a:cubicBezTo>
                <a:cubicBezTo>
                  <a:pt x="155" y="187"/>
                  <a:pt x="156" y="187"/>
                  <a:pt x="156" y="187"/>
                </a:cubicBezTo>
                <a:cubicBezTo>
                  <a:pt x="156" y="187"/>
                  <a:pt x="156" y="187"/>
                  <a:pt x="156" y="188"/>
                </a:cubicBezTo>
                <a:cubicBezTo>
                  <a:pt x="156" y="188"/>
                  <a:pt x="156" y="188"/>
                  <a:pt x="156" y="188"/>
                </a:cubicBezTo>
                <a:cubicBezTo>
                  <a:pt x="156" y="188"/>
                  <a:pt x="156" y="188"/>
                  <a:pt x="156" y="188"/>
                </a:cubicBezTo>
                <a:cubicBezTo>
                  <a:pt x="156" y="188"/>
                  <a:pt x="156" y="188"/>
                  <a:pt x="156" y="188"/>
                </a:cubicBezTo>
                <a:cubicBezTo>
                  <a:pt x="157" y="189"/>
                  <a:pt x="157" y="189"/>
                  <a:pt x="157" y="189"/>
                </a:cubicBezTo>
                <a:cubicBezTo>
                  <a:pt x="157" y="189"/>
                  <a:pt x="157" y="189"/>
                  <a:pt x="157" y="188"/>
                </a:cubicBezTo>
                <a:cubicBezTo>
                  <a:pt x="157" y="188"/>
                  <a:pt x="157" y="188"/>
                  <a:pt x="157" y="188"/>
                </a:cubicBezTo>
                <a:cubicBezTo>
                  <a:pt x="157" y="188"/>
                  <a:pt x="157" y="188"/>
                  <a:pt x="157" y="188"/>
                </a:cubicBezTo>
                <a:cubicBezTo>
                  <a:pt x="157" y="188"/>
                  <a:pt x="157" y="188"/>
                  <a:pt x="157" y="188"/>
                </a:cubicBezTo>
                <a:cubicBezTo>
                  <a:pt x="157" y="188"/>
                  <a:pt x="157" y="188"/>
                  <a:pt x="157" y="188"/>
                </a:cubicBezTo>
                <a:cubicBezTo>
                  <a:pt x="157" y="187"/>
                  <a:pt x="157" y="187"/>
                  <a:pt x="157" y="187"/>
                </a:cubicBezTo>
                <a:cubicBezTo>
                  <a:pt x="157" y="187"/>
                  <a:pt x="157" y="187"/>
                  <a:pt x="157" y="187"/>
                </a:cubicBezTo>
                <a:cubicBezTo>
                  <a:pt x="158" y="186"/>
                  <a:pt x="158" y="186"/>
                  <a:pt x="158" y="186"/>
                </a:cubicBezTo>
                <a:cubicBezTo>
                  <a:pt x="158" y="186"/>
                  <a:pt x="158" y="186"/>
                  <a:pt x="158" y="186"/>
                </a:cubicBezTo>
                <a:cubicBezTo>
                  <a:pt x="159" y="186"/>
                  <a:pt x="159" y="186"/>
                  <a:pt x="159" y="186"/>
                </a:cubicBezTo>
                <a:cubicBezTo>
                  <a:pt x="159" y="185"/>
                  <a:pt x="159" y="185"/>
                  <a:pt x="159" y="185"/>
                </a:cubicBezTo>
                <a:cubicBezTo>
                  <a:pt x="160" y="186"/>
                  <a:pt x="160" y="186"/>
                  <a:pt x="160" y="186"/>
                </a:cubicBezTo>
                <a:cubicBezTo>
                  <a:pt x="160" y="186"/>
                  <a:pt x="161" y="186"/>
                  <a:pt x="161" y="186"/>
                </a:cubicBezTo>
                <a:cubicBezTo>
                  <a:pt x="161" y="186"/>
                  <a:pt x="161" y="186"/>
                  <a:pt x="161" y="186"/>
                </a:cubicBezTo>
                <a:cubicBezTo>
                  <a:pt x="161" y="186"/>
                  <a:pt x="161" y="185"/>
                  <a:pt x="161" y="185"/>
                </a:cubicBezTo>
                <a:cubicBezTo>
                  <a:pt x="162" y="186"/>
                  <a:pt x="162" y="186"/>
                  <a:pt x="162" y="186"/>
                </a:cubicBezTo>
                <a:cubicBezTo>
                  <a:pt x="162" y="186"/>
                  <a:pt x="162" y="188"/>
                  <a:pt x="162" y="188"/>
                </a:cubicBezTo>
                <a:cubicBezTo>
                  <a:pt x="162" y="188"/>
                  <a:pt x="162" y="188"/>
                  <a:pt x="162" y="188"/>
                </a:cubicBezTo>
                <a:cubicBezTo>
                  <a:pt x="162" y="189"/>
                  <a:pt x="162" y="189"/>
                  <a:pt x="162" y="189"/>
                </a:cubicBezTo>
                <a:cubicBezTo>
                  <a:pt x="161" y="189"/>
                  <a:pt x="161" y="189"/>
                  <a:pt x="161" y="189"/>
                </a:cubicBezTo>
                <a:cubicBezTo>
                  <a:pt x="162" y="190"/>
                  <a:pt x="162" y="190"/>
                  <a:pt x="162" y="190"/>
                </a:cubicBezTo>
                <a:cubicBezTo>
                  <a:pt x="162" y="190"/>
                  <a:pt x="162" y="190"/>
                  <a:pt x="163" y="190"/>
                </a:cubicBezTo>
                <a:cubicBezTo>
                  <a:pt x="163" y="191"/>
                  <a:pt x="163" y="191"/>
                  <a:pt x="163" y="191"/>
                </a:cubicBezTo>
                <a:cubicBezTo>
                  <a:pt x="163" y="191"/>
                  <a:pt x="163" y="191"/>
                  <a:pt x="164" y="192"/>
                </a:cubicBezTo>
                <a:cubicBezTo>
                  <a:pt x="164" y="192"/>
                  <a:pt x="164" y="192"/>
                  <a:pt x="164" y="192"/>
                </a:cubicBezTo>
                <a:cubicBezTo>
                  <a:pt x="164" y="192"/>
                  <a:pt x="164" y="192"/>
                  <a:pt x="164" y="193"/>
                </a:cubicBezTo>
                <a:cubicBezTo>
                  <a:pt x="164" y="193"/>
                  <a:pt x="164" y="193"/>
                  <a:pt x="164" y="193"/>
                </a:cubicBezTo>
                <a:cubicBezTo>
                  <a:pt x="165" y="194"/>
                  <a:pt x="165" y="194"/>
                  <a:pt x="166" y="195"/>
                </a:cubicBezTo>
                <a:cubicBezTo>
                  <a:pt x="166" y="195"/>
                  <a:pt x="166" y="195"/>
                  <a:pt x="166" y="195"/>
                </a:cubicBezTo>
                <a:cubicBezTo>
                  <a:pt x="167" y="195"/>
                  <a:pt x="167" y="196"/>
                  <a:pt x="167" y="196"/>
                </a:cubicBezTo>
                <a:cubicBezTo>
                  <a:pt x="167" y="196"/>
                  <a:pt x="167" y="196"/>
                  <a:pt x="167" y="197"/>
                </a:cubicBezTo>
                <a:cubicBezTo>
                  <a:pt x="167" y="197"/>
                  <a:pt x="167" y="197"/>
                  <a:pt x="167" y="197"/>
                </a:cubicBezTo>
                <a:cubicBezTo>
                  <a:pt x="167" y="197"/>
                  <a:pt x="167" y="198"/>
                  <a:pt x="167" y="198"/>
                </a:cubicBezTo>
                <a:cubicBezTo>
                  <a:pt x="167" y="198"/>
                  <a:pt x="168" y="198"/>
                  <a:pt x="168" y="199"/>
                </a:cubicBezTo>
                <a:cubicBezTo>
                  <a:pt x="168" y="199"/>
                  <a:pt x="168" y="199"/>
                  <a:pt x="168" y="199"/>
                </a:cubicBezTo>
                <a:cubicBezTo>
                  <a:pt x="168" y="199"/>
                  <a:pt x="168" y="199"/>
                  <a:pt x="168" y="199"/>
                </a:cubicBezTo>
                <a:cubicBezTo>
                  <a:pt x="168" y="199"/>
                  <a:pt x="168" y="199"/>
                  <a:pt x="168" y="199"/>
                </a:cubicBezTo>
                <a:cubicBezTo>
                  <a:pt x="168" y="200"/>
                  <a:pt x="168" y="200"/>
                  <a:pt x="169" y="200"/>
                </a:cubicBezTo>
                <a:cubicBezTo>
                  <a:pt x="169" y="200"/>
                  <a:pt x="169" y="200"/>
                  <a:pt x="169" y="200"/>
                </a:cubicBezTo>
                <a:cubicBezTo>
                  <a:pt x="169" y="200"/>
                  <a:pt x="169" y="201"/>
                  <a:pt x="169" y="201"/>
                </a:cubicBezTo>
                <a:cubicBezTo>
                  <a:pt x="170" y="201"/>
                  <a:pt x="170" y="201"/>
                  <a:pt x="170" y="201"/>
                </a:cubicBezTo>
                <a:cubicBezTo>
                  <a:pt x="170" y="201"/>
                  <a:pt x="170" y="202"/>
                  <a:pt x="170" y="202"/>
                </a:cubicBezTo>
                <a:cubicBezTo>
                  <a:pt x="170" y="202"/>
                  <a:pt x="171" y="202"/>
                  <a:pt x="171" y="202"/>
                </a:cubicBezTo>
                <a:cubicBezTo>
                  <a:pt x="171" y="202"/>
                  <a:pt x="172" y="202"/>
                  <a:pt x="172" y="202"/>
                </a:cubicBezTo>
                <a:cubicBezTo>
                  <a:pt x="172" y="203"/>
                  <a:pt x="172" y="203"/>
                  <a:pt x="172" y="203"/>
                </a:cubicBezTo>
                <a:cubicBezTo>
                  <a:pt x="172" y="203"/>
                  <a:pt x="172" y="203"/>
                  <a:pt x="172" y="203"/>
                </a:cubicBezTo>
                <a:cubicBezTo>
                  <a:pt x="172" y="203"/>
                  <a:pt x="172" y="203"/>
                  <a:pt x="172" y="203"/>
                </a:cubicBezTo>
                <a:cubicBezTo>
                  <a:pt x="172" y="204"/>
                  <a:pt x="172" y="204"/>
                  <a:pt x="172" y="204"/>
                </a:cubicBezTo>
                <a:cubicBezTo>
                  <a:pt x="172" y="204"/>
                  <a:pt x="173" y="204"/>
                  <a:pt x="173" y="204"/>
                </a:cubicBezTo>
                <a:cubicBezTo>
                  <a:pt x="173" y="204"/>
                  <a:pt x="173" y="204"/>
                  <a:pt x="173" y="204"/>
                </a:cubicBezTo>
                <a:cubicBezTo>
                  <a:pt x="173" y="204"/>
                  <a:pt x="173" y="204"/>
                  <a:pt x="173" y="204"/>
                </a:cubicBezTo>
                <a:cubicBezTo>
                  <a:pt x="173" y="204"/>
                  <a:pt x="173" y="204"/>
                  <a:pt x="173" y="204"/>
                </a:cubicBezTo>
                <a:cubicBezTo>
                  <a:pt x="173" y="204"/>
                  <a:pt x="173" y="204"/>
                  <a:pt x="173" y="204"/>
                </a:cubicBezTo>
                <a:cubicBezTo>
                  <a:pt x="174" y="204"/>
                  <a:pt x="174" y="204"/>
                  <a:pt x="174" y="204"/>
                </a:cubicBezTo>
                <a:cubicBezTo>
                  <a:pt x="174" y="204"/>
                  <a:pt x="174" y="204"/>
                  <a:pt x="175" y="204"/>
                </a:cubicBezTo>
                <a:cubicBezTo>
                  <a:pt x="175" y="204"/>
                  <a:pt x="175" y="204"/>
                  <a:pt x="175" y="204"/>
                </a:cubicBezTo>
                <a:cubicBezTo>
                  <a:pt x="175" y="204"/>
                  <a:pt x="175" y="204"/>
                  <a:pt x="175" y="204"/>
                </a:cubicBezTo>
                <a:cubicBezTo>
                  <a:pt x="175" y="204"/>
                  <a:pt x="175" y="204"/>
                  <a:pt x="175" y="204"/>
                </a:cubicBezTo>
                <a:cubicBezTo>
                  <a:pt x="175" y="204"/>
                  <a:pt x="175" y="204"/>
                  <a:pt x="175" y="204"/>
                </a:cubicBezTo>
                <a:cubicBezTo>
                  <a:pt x="175" y="204"/>
                  <a:pt x="176" y="204"/>
                  <a:pt x="176" y="204"/>
                </a:cubicBezTo>
                <a:cubicBezTo>
                  <a:pt x="176" y="204"/>
                  <a:pt x="176" y="204"/>
                  <a:pt x="176" y="204"/>
                </a:cubicBezTo>
                <a:cubicBezTo>
                  <a:pt x="176" y="204"/>
                  <a:pt x="176" y="204"/>
                  <a:pt x="176" y="204"/>
                </a:cubicBezTo>
                <a:cubicBezTo>
                  <a:pt x="176" y="204"/>
                  <a:pt x="176" y="204"/>
                  <a:pt x="176" y="204"/>
                </a:cubicBezTo>
                <a:cubicBezTo>
                  <a:pt x="176" y="204"/>
                  <a:pt x="176" y="204"/>
                  <a:pt x="176" y="203"/>
                </a:cubicBezTo>
                <a:cubicBezTo>
                  <a:pt x="176" y="203"/>
                  <a:pt x="176" y="204"/>
                  <a:pt x="177" y="204"/>
                </a:cubicBezTo>
                <a:cubicBezTo>
                  <a:pt x="177" y="204"/>
                  <a:pt x="177" y="204"/>
                  <a:pt x="177" y="204"/>
                </a:cubicBezTo>
                <a:cubicBezTo>
                  <a:pt x="177" y="204"/>
                  <a:pt x="177" y="204"/>
                  <a:pt x="177" y="204"/>
                </a:cubicBezTo>
                <a:cubicBezTo>
                  <a:pt x="177" y="204"/>
                  <a:pt x="177" y="204"/>
                  <a:pt x="177" y="204"/>
                </a:cubicBezTo>
                <a:cubicBezTo>
                  <a:pt x="177" y="204"/>
                  <a:pt x="178" y="204"/>
                  <a:pt x="178" y="205"/>
                </a:cubicBezTo>
                <a:cubicBezTo>
                  <a:pt x="178" y="205"/>
                  <a:pt x="178" y="205"/>
                  <a:pt x="178" y="205"/>
                </a:cubicBezTo>
                <a:cubicBezTo>
                  <a:pt x="178" y="205"/>
                  <a:pt x="178" y="205"/>
                  <a:pt x="178" y="205"/>
                </a:cubicBezTo>
                <a:cubicBezTo>
                  <a:pt x="178" y="205"/>
                  <a:pt x="179" y="206"/>
                  <a:pt x="179" y="206"/>
                </a:cubicBezTo>
                <a:cubicBezTo>
                  <a:pt x="179" y="206"/>
                  <a:pt x="179" y="206"/>
                  <a:pt x="179" y="206"/>
                </a:cubicBezTo>
                <a:cubicBezTo>
                  <a:pt x="179" y="206"/>
                  <a:pt x="179" y="206"/>
                  <a:pt x="180" y="206"/>
                </a:cubicBezTo>
                <a:cubicBezTo>
                  <a:pt x="180" y="206"/>
                  <a:pt x="180" y="206"/>
                  <a:pt x="180" y="206"/>
                </a:cubicBezTo>
                <a:cubicBezTo>
                  <a:pt x="180" y="206"/>
                  <a:pt x="180" y="206"/>
                  <a:pt x="180" y="206"/>
                </a:cubicBezTo>
                <a:cubicBezTo>
                  <a:pt x="180" y="206"/>
                  <a:pt x="180" y="206"/>
                  <a:pt x="180" y="206"/>
                </a:cubicBezTo>
                <a:cubicBezTo>
                  <a:pt x="181" y="205"/>
                  <a:pt x="182" y="206"/>
                  <a:pt x="182" y="205"/>
                </a:cubicBezTo>
                <a:cubicBezTo>
                  <a:pt x="182" y="205"/>
                  <a:pt x="183" y="205"/>
                  <a:pt x="183" y="205"/>
                </a:cubicBezTo>
                <a:cubicBezTo>
                  <a:pt x="183" y="205"/>
                  <a:pt x="183" y="205"/>
                  <a:pt x="183" y="205"/>
                </a:cubicBezTo>
                <a:cubicBezTo>
                  <a:pt x="183" y="205"/>
                  <a:pt x="183" y="205"/>
                  <a:pt x="183" y="205"/>
                </a:cubicBezTo>
                <a:cubicBezTo>
                  <a:pt x="183" y="205"/>
                  <a:pt x="183" y="205"/>
                  <a:pt x="184" y="205"/>
                </a:cubicBezTo>
                <a:cubicBezTo>
                  <a:pt x="184" y="204"/>
                  <a:pt x="184" y="204"/>
                  <a:pt x="184" y="204"/>
                </a:cubicBezTo>
                <a:cubicBezTo>
                  <a:pt x="184" y="204"/>
                  <a:pt x="184" y="204"/>
                  <a:pt x="184" y="204"/>
                </a:cubicBezTo>
                <a:cubicBezTo>
                  <a:pt x="184" y="204"/>
                  <a:pt x="184" y="204"/>
                  <a:pt x="184" y="204"/>
                </a:cubicBezTo>
                <a:cubicBezTo>
                  <a:pt x="184" y="204"/>
                  <a:pt x="184" y="204"/>
                  <a:pt x="184" y="204"/>
                </a:cubicBezTo>
                <a:cubicBezTo>
                  <a:pt x="184" y="204"/>
                  <a:pt x="184" y="204"/>
                  <a:pt x="184" y="204"/>
                </a:cubicBezTo>
                <a:cubicBezTo>
                  <a:pt x="184" y="204"/>
                  <a:pt x="184" y="204"/>
                  <a:pt x="184" y="204"/>
                </a:cubicBezTo>
                <a:cubicBezTo>
                  <a:pt x="184" y="205"/>
                  <a:pt x="184" y="205"/>
                  <a:pt x="184" y="205"/>
                </a:cubicBezTo>
                <a:cubicBezTo>
                  <a:pt x="184" y="205"/>
                  <a:pt x="184" y="205"/>
                  <a:pt x="184" y="205"/>
                </a:cubicBezTo>
                <a:cubicBezTo>
                  <a:pt x="184" y="205"/>
                  <a:pt x="184" y="205"/>
                  <a:pt x="184" y="205"/>
                </a:cubicBezTo>
                <a:cubicBezTo>
                  <a:pt x="184" y="205"/>
                  <a:pt x="184" y="204"/>
                  <a:pt x="184" y="204"/>
                </a:cubicBezTo>
                <a:cubicBezTo>
                  <a:pt x="184" y="204"/>
                  <a:pt x="185" y="204"/>
                  <a:pt x="185" y="204"/>
                </a:cubicBezTo>
                <a:cubicBezTo>
                  <a:pt x="185" y="204"/>
                  <a:pt x="185" y="205"/>
                  <a:pt x="185" y="205"/>
                </a:cubicBezTo>
                <a:cubicBezTo>
                  <a:pt x="186" y="205"/>
                  <a:pt x="186" y="205"/>
                  <a:pt x="186" y="205"/>
                </a:cubicBezTo>
                <a:cubicBezTo>
                  <a:pt x="186" y="205"/>
                  <a:pt x="186" y="205"/>
                  <a:pt x="186" y="205"/>
                </a:cubicBezTo>
                <a:cubicBezTo>
                  <a:pt x="186" y="205"/>
                  <a:pt x="186" y="206"/>
                  <a:pt x="186" y="206"/>
                </a:cubicBezTo>
                <a:cubicBezTo>
                  <a:pt x="187" y="206"/>
                  <a:pt x="187" y="205"/>
                  <a:pt x="187" y="205"/>
                </a:cubicBezTo>
                <a:cubicBezTo>
                  <a:pt x="188" y="205"/>
                  <a:pt x="188" y="206"/>
                  <a:pt x="188" y="206"/>
                </a:cubicBezTo>
                <a:cubicBezTo>
                  <a:pt x="188" y="206"/>
                  <a:pt x="188" y="206"/>
                  <a:pt x="188" y="206"/>
                </a:cubicBezTo>
                <a:cubicBezTo>
                  <a:pt x="188" y="206"/>
                  <a:pt x="188" y="206"/>
                  <a:pt x="188" y="206"/>
                </a:cubicBezTo>
                <a:cubicBezTo>
                  <a:pt x="188" y="206"/>
                  <a:pt x="188" y="207"/>
                  <a:pt x="188" y="207"/>
                </a:cubicBezTo>
                <a:cubicBezTo>
                  <a:pt x="188" y="207"/>
                  <a:pt x="188" y="207"/>
                  <a:pt x="189" y="207"/>
                </a:cubicBezTo>
                <a:cubicBezTo>
                  <a:pt x="189" y="207"/>
                  <a:pt x="189" y="207"/>
                  <a:pt x="189" y="207"/>
                </a:cubicBezTo>
                <a:cubicBezTo>
                  <a:pt x="190" y="207"/>
                  <a:pt x="190" y="207"/>
                  <a:pt x="190" y="207"/>
                </a:cubicBezTo>
                <a:cubicBezTo>
                  <a:pt x="190" y="207"/>
                  <a:pt x="190" y="207"/>
                  <a:pt x="190" y="207"/>
                </a:cubicBezTo>
                <a:cubicBezTo>
                  <a:pt x="190" y="207"/>
                  <a:pt x="190" y="207"/>
                  <a:pt x="190" y="207"/>
                </a:cubicBezTo>
                <a:cubicBezTo>
                  <a:pt x="190" y="207"/>
                  <a:pt x="190" y="207"/>
                  <a:pt x="190" y="207"/>
                </a:cubicBezTo>
                <a:cubicBezTo>
                  <a:pt x="190" y="207"/>
                  <a:pt x="190" y="207"/>
                  <a:pt x="190" y="207"/>
                </a:cubicBezTo>
                <a:cubicBezTo>
                  <a:pt x="190" y="207"/>
                  <a:pt x="191" y="207"/>
                  <a:pt x="191" y="207"/>
                </a:cubicBezTo>
                <a:cubicBezTo>
                  <a:pt x="191" y="207"/>
                  <a:pt x="191" y="207"/>
                  <a:pt x="191" y="207"/>
                </a:cubicBezTo>
                <a:cubicBezTo>
                  <a:pt x="191" y="207"/>
                  <a:pt x="191" y="207"/>
                  <a:pt x="191" y="207"/>
                </a:cubicBezTo>
                <a:cubicBezTo>
                  <a:pt x="191" y="207"/>
                  <a:pt x="192" y="207"/>
                  <a:pt x="192" y="207"/>
                </a:cubicBezTo>
                <a:cubicBezTo>
                  <a:pt x="192" y="207"/>
                  <a:pt x="193" y="207"/>
                  <a:pt x="193" y="207"/>
                </a:cubicBezTo>
                <a:cubicBezTo>
                  <a:pt x="193" y="207"/>
                  <a:pt x="193" y="207"/>
                  <a:pt x="193" y="207"/>
                </a:cubicBezTo>
                <a:cubicBezTo>
                  <a:pt x="193" y="207"/>
                  <a:pt x="193" y="207"/>
                  <a:pt x="194" y="207"/>
                </a:cubicBezTo>
                <a:cubicBezTo>
                  <a:pt x="194" y="207"/>
                  <a:pt x="194" y="207"/>
                  <a:pt x="194" y="207"/>
                </a:cubicBezTo>
                <a:cubicBezTo>
                  <a:pt x="194" y="207"/>
                  <a:pt x="194" y="207"/>
                  <a:pt x="194" y="207"/>
                </a:cubicBezTo>
                <a:cubicBezTo>
                  <a:pt x="194" y="207"/>
                  <a:pt x="194" y="207"/>
                  <a:pt x="195" y="207"/>
                </a:cubicBezTo>
                <a:cubicBezTo>
                  <a:pt x="195" y="207"/>
                  <a:pt x="196" y="207"/>
                  <a:pt x="196" y="207"/>
                </a:cubicBezTo>
                <a:cubicBezTo>
                  <a:pt x="196" y="207"/>
                  <a:pt x="196" y="207"/>
                  <a:pt x="197" y="207"/>
                </a:cubicBezTo>
                <a:cubicBezTo>
                  <a:pt x="197" y="207"/>
                  <a:pt x="197" y="206"/>
                  <a:pt x="197" y="206"/>
                </a:cubicBezTo>
                <a:cubicBezTo>
                  <a:pt x="197" y="206"/>
                  <a:pt x="197" y="206"/>
                  <a:pt x="197" y="206"/>
                </a:cubicBezTo>
                <a:cubicBezTo>
                  <a:pt x="197" y="206"/>
                  <a:pt x="197" y="206"/>
                  <a:pt x="197" y="206"/>
                </a:cubicBezTo>
                <a:cubicBezTo>
                  <a:pt x="197" y="206"/>
                  <a:pt x="198" y="206"/>
                  <a:pt x="198" y="206"/>
                </a:cubicBezTo>
                <a:cubicBezTo>
                  <a:pt x="198" y="206"/>
                  <a:pt x="198" y="206"/>
                  <a:pt x="198" y="207"/>
                </a:cubicBezTo>
                <a:cubicBezTo>
                  <a:pt x="198" y="207"/>
                  <a:pt x="198" y="207"/>
                  <a:pt x="198" y="207"/>
                </a:cubicBezTo>
                <a:cubicBezTo>
                  <a:pt x="198" y="207"/>
                  <a:pt x="198" y="207"/>
                  <a:pt x="198" y="207"/>
                </a:cubicBezTo>
                <a:cubicBezTo>
                  <a:pt x="198" y="207"/>
                  <a:pt x="198" y="207"/>
                  <a:pt x="198" y="207"/>
                </a:cubicBezTo>
                <a:cubicBezTo>
                  <a:pt x="198" y="208"/>
                  <a:pt x="198" y="208"/>
                  <a:pt x="198" y="208"/>
                </a:cubicBezTo>
                <a:cubicBezTo>
                  <a:pt x="198" y="208"/>
                  <a:pt x="198" y="208"/>
                  <a:pt x="199" y="208"/>
                </a:cubicBezTo>
                <a:cubicBezTo>
                  <a:pt x="199" y="208"/>
                  <a:pt x="200" y="208"/>
                  <a:pt x="200" y="208"/>
                </a:cubicBezTo>
                <a:cubicBezTo>
                  <a:pt x="201" y="208"/>
                  <a:pt x="201" y="208"/>
                  <a:pt x="202" y="208"/>
                </a:cubicBezTo>
                <a:cubicBezTo>
                  <a:pt x="203" y="208"/>
                  <a:pt x="203" y="209"/>
                  <a:pt x="203" y="209"/>
                </a:cubicBezTo>
                <a:cubicBezTo>
                  <a:pt x="204" y="209"/>
                  <a:pt x="204" y="209"/>
                  <a:pt x="204" y="209"/>
                </a:cubicBezTo>
                <a:cubicBezTo>
                  <a:pt x="204" y="209"/>
                  <a:pt x="204" y="209"/>
                  <a:pt x="204" y="209"/>
                </a:cubicBezTo>
                <a:cubicBezTo>
                  <a:pt x="204" y="209"/>
                  <a:pt x="205" y="209"/>
                  <a:pt x="205" y="208"/>
                </a:cubicBezTo>
                <a:cubicBezTo>
                  <a:pt x="205" y="208"/>
                  <a:pt x="206" y="208"/>
                  <a:pt x="206" y="208"/>
                </a:cubicBezTo>
                <a:cubicBezTo>
                  <a:pt x="206" y="208"/>
                  <a:pt x="206" y="208"/>
                  <a:pt x="206" y="208"/>
                </a:cubicBezTo>
                <a:cubicBezTo>
                  <a:pt x="206" y="208"/>
                  <a:pt x="207" y="208"/>
                  <a:pt x="207" y="208"/>
                </a:cubicBezTo>
                <a:cubicBezTo>
                  <a:pt x="207" y="208"/>
                  <a:pt x="207" y="208"/>
                  <a:pt x="208" y="208"/>
                </a:cubicBezTo>
                <a:cubicBezTo>
                  <a:pt x="208" y="208"/>
                  <a:pt x="208" y="208"/>
                  <a:pt x="208" y="208"/>
                </a:cubicBezTo>
                <a:cubicBezTo>
                  <a:pt x="208" y="208"/>
                  <a:pt x="208" y="208"/>
                  <a:pt x="209" y="208"/>
                </a:cubicBezTo>
                <a:cubicBezTo>
                  <a:pt x="209" y="209"/>
                  <a:pt x="209" y="209"/>
                  <a:pt x="209" y="209"/>
                </a:cubicBezTo>
                <a:cubicBezTo>
                  <a:pt x="209" y="209"/>
                  <a:pt x="209" y="209"/>
                  <a:pt x="210" y="209"/>
                </a:cubicBezTo>
                <a:cubicBezTo>
                  <a:pt x="210" y="209"/>
                  <a:pt x="210" y="209"/>
                  <a:pt x="211" y="209"/>
                </a:cubicBezTo>
                <a:cubicBezTo>
                  <a:pt x="211" y="210"/>
                  <a:pt x="212" y="210"/>
                  <a:pt x="212" y="210"/>
                </a:cubicBezTo>
                <a:cubicBezTo>
                  <a:pt x="212" y="210"/>
                  <a:pt x="213" y="210"/>
                  <a:pt x="213" y="210"/>
                </a:cubicBezTo>
                <a:cubicBezTo>
                  <a:pt x="213" y="210"/>
                  <a:pt x="213" y="210"/>
                  <a:pt x="213" y="210"/>
                </a:cubicBezTo>
                <a:cubicBezTo>
                  <a:pt x="214" y="209"/>
                  <a:pt x="214" y="209"/>
                  <a:pt x="214" y="209"/>
                </a:cubicBezTo>
                <a:cubicBezTo>
                  <a:pt x="214" y="209"/>
                  <a:pt x="214" y="209"/>
                  <a:pt x="214" y="210"/>
                </a:cubicBezTo>
                <a:cubicBezTo>
                  <a:pt x="215" y="210"/>
                  <a:pt x="215" y="210"/>
                  <a:pt x="215" y="210"/>
                </a:cubicBezTo>
                <a:cubicBezTo>
                  <a:pt x="215" y="210"/>
                  <a:pt x="215" y="211"/>
                  <a:pt x="216" y="211"/>
                </a:cubicBezTo>
                <a:cubicBezTo>
                  <a:pt x="216" y="211"/>
                  <a:pt x="216" y="211"/>
                  <a:pt x="216" y="211"/>
                </a:cubicBezTo>
                <a:cubicBezTo>
                  <a:pt x="216" y="211"/>
                  <a:pt x="216" y="211"/>
                  <a:pt x="216" y="211"/>
                </a:cubicBezTo>
                <a:cubicBezTo>
                  <a:pt x="216" y="211"/>
                  <a:pt x="217" y="211"/>
                  <a:pt x="217" y="211"/>
                </a:cubicBezTo>
                <a:cubicBezTo>
                  <a:pt x="217" y="211"/>
                  <a:pt x="217" y="211"/>
                  <a:pt x="217" y="211"/>
                </a:cubicBezTo>
                <a:cubicBezTo>
                  <a:pt x="217" y="211"/>
                  <a:pt x="217" y="211"/>
                  <a:pt x="218" y="211"/>
                </a:cubicBezTo>
                <a:cubicBezTo>
                  <a:pt x="218" y="211"/>
                  <a:pt x="218" y="211"/>
                  <a:pt x="218" y="211"/>
                </a:cubicBezTo>
                <a:cubicBezTo>
                  <a:pt x="218" y="211"/>
                  <a:pt x="219" y="211"/>
                  <a:pt x="219" y="211"/>
                </a:cubicBezTo>
                <a:cubicBezTo>
                  <a:pt x="219" y="211"/>
                  <a:pt x="219" y="211"/>
                  <a:pt x="219" y="211"/>
                </a:cubicBezTo>
                <a:cubicBezTo>
                  <a:pt x="220" y="211"/>
                  <a:pt x="220" y="211"/>
                  <a:pt x="221" y="211"/>
                </a:cubicBezTo>
                <a:cubicBezTo>
                  <a:pt x="221" y="204"/>
                  <a:pt x="221" y="204"/>
                  <a:pt x="221" y="204"/>
                </a:cubicBezTo>
                <a:lnTo>
                  <a:pt x="221" y="203"/>
                </a:lnTo>
                <a:close/>
              </a:path>
            </a:pathLst>
          </a:custGeom>
          <a:solidFill>
            <a:schemeClr val="accent4"/>
          </a:solidFill>
          <a:ln w="9525">
            <a:no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41" name="Freeform 40"/>
          <p:cNvSpPr>
            <a:spLocks noEditPoints="1"/>
          </p:cNvSpPr>
          <p:nvPr/>
        </p:nvSpPr>
        <p:spPr bwMode="auto">
          <a:xfrm>
            <a:off x="6872288" y="1406525"/>
            <a:ext cx="1073150" cy="873125"/>
          </a:xfrm>
          <a:custGeom>
            <a:avLst/>
            <a:gdLst>
              <a:gd name="T0" fmla="*/ 16 w 282"/>
              <a:gd name="T1" fmla="*/ 48 h 229"/>
              <a:gd name="T2" fmla="*/ 25 w 282"/>
              <a:gd name="T3" fmla="*/ 10 h 229"/>
              <a:gd name="T4" fmla="*/ 39 w 282"/>
              <a:gd name="T5" fmla="*/ 5 h 229"/>
              <a:gd name="T6" fmla="*/ 15 w 282"/>
              <a:gd name="T7" fmla="*/ 4 h 229"/>
              <a:gd name="T8" fmla="*/ 25 w 282"/>
              <a:gd name="T9" fmla="*/ 22 h 229"/>
              <a:gd name="T10" fmla="*/ 18 w 282"/>
              <a:gd name="T11" fmla="*/ 22 h 229"/>
              <a:gd name="T12" fmla="*/ 24 w 282"/>
              <a:gd name="T13" fmla="*/ 27 h 229"/>
              <a:gd name="T14" fmla="*/ 95 w 282"/>
              <a:gd name="T15" fmla="*/ 106 h 229"/>
              <a:gd name="T16" fmla="*/ 116 w 282"/>
              <a:gd name="T17" fmla="*/ 67 h 229"/>
              <a:gd name="T18" fmla="*/ 112 w 282"/>
              <a:gd name="T19" fmla="*/ 34 h 229"/>
              <a:gd name="T20" fmla="*/ 88 w 282"/>
              <a:gd name="T21" fmla="*/ 16 h 229"/>
              <a:gd name="T22" fmla="*/ 51 w 282"/>
              <a:gd name="T23" fmla="*/ 18 h 229"/>
              <a:gd name="T24" fmla="*/ 35 w 282"/>
              <a:gd name="T25" fmla="*/ 36 h 229"/>
              <a:gd name="T26" fmla="*/ 47 w 282"/>
              <a:gd name="T27" fmla="*/ 36 h 229"/>
              <a:gd name="T28" fmla="*/ 54 w 282"/>
              <a:gd name="T29" fmla="*/ 40 h 229"/>
              <a:gd name="T30" fmla="*/ 58 w 282"/>
              <a:gd name="T31" fmla="*/ 48 h 229"/>
              <a:gd name="T32" fmla="*/ 81 w 282"/>
              <a:gd name="T33" fmla="*/ 57 h 229"/>
              <a:gd name="T34" fmla="*/ 102 w 282"/>
              <a:gd name="T35" fmla="*/ 53 h 229"/>
              <a:gd name="T36" fmla="*/ 100 w 282"/>
              <a:gd name="T37" fmla="*/ 61 h 229"/>
              <a:gd name="T38" fmla="*/ 98 w 282"/>
              <a:gd name="T39" fmla="*/ 64 h 229"/>
              <a:gd name="T40" fmla="*/ 93 w 282"/>
              <a:gd name="T41" fmla="*/ 63 h 229"/>
              <a:gd name="T42" fmla="*/ 68 w 282"/>
              <a:gd name="T43" fmla="*/ 67 h 229"/>
              <a:gd name="T44" fmla="*/ 59 w 282"/>
              <a:gd name="T45" fmla="*/ 73 h 229"/>
              <a:gd name="T46" fmla="*/ 77 w 282"/>
              <a:gd name="T47" fmla="*/ 83 h 229"/>
              <a:gd name="T48" fmla="*/ 81 w 282"/>
              <a:gd name="T49" fmla="*/ 102 h 229"/>
              <a:gd name="T50" fmla="*/ 91 w 282"/>
              <a:gd name="T51" fmla="*/ 90 h 229"/>
              <a:gd name="T52" fmla="*/ 97 w 282"/>
              <a:gd name="T53" fmla="*/ 85 h 229"/>
              <a:gd name="T54" fmla="*/ 99 w 282"/>
              <a:gd name="T55" fmla="*/ 80 h 229"/>
              <a:gd name="T56" fmla="*/ 106 w 282"/>
              <a:gd name="T57" fmla="*/ 96 h 229"/>
              <a:gd name="T58" fmla="*/ 115 w 282"/>
              <a:gd name="T59" fmla="*/ 98 h 229"/>
              <a:gd name="T60" fmla="*/ 125 w 282"/>
              <a:gd name="T61" fmla="*/ 98 h 229"/>
              <a:gd name="T62" fmla="*/ 225 w 282"/>
              <a:gd name="T63" fmla="*/ 210 h 229"/>
              <a:gd name="T64" fmla="*/ 198 w 282"/>
              <a:gd name="T65" fmla="*/ 211 h 229"/>
              <a:gd name="T66" fmla="*/ 160 w 282"/>
              <a:gd name="T67" fmla="*/ 24 h 229"/>
              <a:gd name="T68" fmla="*/ 150 w 282"/>
              <a:gd name="T69" fmla="*/ 20 h 229"/>
              <a:gd name="T70" fmla="*/ 152 w 282"/>
              <a:gd name="T71" fmla="*/ 43 h 229"/>
              <a:gd name="T72" fmla="*/ 130 w 282"/>
              <a:gd name="T73" fmla="*/ 26 h 229"/>
              <a:gd name="T74" fmla="*/ 226 w 282"/>
              <a:gd name="T75" fmla="*/ 170 h 229"/>
              <a:gd name="T76" fmla="*/ 225 w 282"/>
              <a:gd name="T77" fmla="*/ 169 h 229"/>
              <a:gd name="T78" fmla="*/ 279 w 282"/>
              <a:gd name="T79" fmla="*/ 171 h 229"/>
              <a:gd name="T80" fmla="*/ 278 w 282"/>
              <a:gd name="T81" fmla="*/ 165 h 229"/>
              <a:gd name="T82" fmla="*/ 279 w 282"/>
              <a:gd name="T83" fmla="*/ 161 h 229"/>
              <a:gd name="T84" fmla="*/ 281 w 282"/>
              <a:gd name="T85" fmla="*/ 158 h 229"/>
              <a:gd name="T86" fmla="*/ 249 w 282"/>
              <a:gd name="T87" fmla="*/ 58 h 229"/>
              <a:gd name="T88" fmla="*/ 202 w 282"/>
              <a:gd name="T89" fmla="*/ 37 h 229"/>
              <a:gd name="T90" fmla="*/ 171 w 282"/>
              <a:gd name="T91" fmla="*/ 55 h 229"/>
              <a:gd name="T92" fmla="*/ 131 w 282"/>
              <a:gd name="T93" fmla="*/ 82 h 229"/>
              <a:gd name="T94" fmla="*/ 125 w 282"/>
              <a:gd name="T95" fmla="*/ 83 h 229"/>
              <a:gd name="T96" fmla="*/ 158 w 282"/>
              <a:gd name="T97" fmla="*/ 114 h 229"/>
              <a:gd name="T98" fmla="*/ 177 w 282"/>
              <a:gd name="T99" fmla="*/ 122 h 229"/>
              <a:gd name="T100" fmla="*/ 185 w 282"/>
              <a:gd name="T101" fmla="*/ 124 h 229"/>
              <a:gd name="T102" fmla="*/ 191 w 282"/>
              <a:gd name="T103" fmla="*/ 127 h 229"/>
              <a:gd name="T104" fmla="*/ 196 w 282"/>
              <a:gd name="T105" fmla="*/ 129 h 229"/>
              <a:gd name="T106" fmla="*/ 204 w 282"/>
              <a:gd name="T107" fmla="*/ 134 h 229"/>
              <a:gd name="T108" fmla="*/ 214 w 282"/>
              <a:gd name="T109" fmla="*/ 134 h 229"/>
              <a:gd name="T110" fmla="*/ 212 w 282"/>
              <a:gd name="T111" fmla="*/ 142 h 229"/>
              <a:gd name="T112" fmla="*/ 217 w 282"/>
              <a:gd name="T113" fmla="*/ 144 h 229"/>
              <a:gd name="T114" fmla="*/ 237 w 282"/>
              <a:gd name="T115" fmla="*/ 175 h 229"/>
              <a:gd name="T116" fmla="*/ 243 w 282"/>
              <a:gd name="T117" fmla="*/ 179 h 229"/>
              <a:gd name="T118" fmla="*/ 234 w 282"/>
              <a:gd name="T119" fmla="*/ 189 h 229"/>
              <a:gd name="T120" fmla="*/ 237 w 282"/>
              <a:gd name="T121" fmla="*/ 201 h 229"/>
              <a:gd name="T122" fmla="*/ 256 w 282"/>
              <a:gd name="T123" fmla="*/ 203 h 229"/>
              <a:gd name="T124" fmla="*/ 282 w 282"/>
              <a:gd name="T125" fmla="*/ 172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 h="229">
                <a:moveTo>
                  <a:pt x="15" y="49"/>
                </a:moveTo>
                <a:cubicBezTo>
                  <a:pt x="15" y="49"/>
                  <a:pt x="14" y="50"/>
                  <a:pt x="14" y="50"/>
                </a:cubicBezTo>
                <a:cubicBezTo>
                  <a:pt x="14" y="50"/>
                  <a:pt x="14" y="50"/>
                  <a:pt x="14" y="50"/>
                </a:cubicBezTo>
                <a:cubicBezTo>
                  <a:pt x="13" y="51"/>
                  <a:pt x="13" y="51"/>
                  <a:pt x="12" y="51"/>
                </a:cubicBezTo>
                <a:cubicBezTo>
                  <a:pt x="12" y="51"/>
                  <a:pt x="12" y="51"/>
                  <a:pt x="11" y="51"/>
                </a:cubicBezTo>
                <a:cubicBezTo>
                  <a:pt x="11" y="51"/>
                  <a:pt x="10" y="51"/>
                  <a:pt x="9" y="50"/>
                </a:cubicBezTo>
                <a:cubicBezTo>
                  <a:pt x="9" y="50"/>
                  <a:pt x="8" y="50"/>
                  <a:pt x="8" y="50"/>
                </a:cubicBezTo>
                <a:cubicBezTo>
                  <a:pt x="7" y="50"/>
                  <a:pt x="7" y="50"/>
                  <a:pt x="6" y="50"/>
                </a:cubicBezTo>
                <a:cubicBezTo>
                  <a:pt x="5" y="49"/>
                  <a:pt x="5" y="49"/>
                  <a:pt x="4" y="49"/>
                </a:cubicBezTo>
                <a:cubicBezTo>
                  <a:pt x="4" y="49"/>
                  <a:pt x="3" y="48"/>
                  <a:pt x="3" y="48"/>
                </a:cubicBezTo>
                <a:cubicBezTo>
                  <a:pt x="2" y="48"/>
                  <a:pt x="2" y="48"/>
                  <a:pt x="1" y="48"/>
                </a:cubicBezTo>
                <a:cubicBezTo>
                  <a:pt x="1" y="47"/>
                  <a:pt x="0" y="47"/>
                  <a:pt x="0" y="46"/>
                </a:cubicBezTo>
                <a:cubicBezTo>
                  <a:pt x="0" y="46"/>
                  <a:pt x="1" y="46"/>
                  <a:pt x="1" y="46"/>
                </a:cubicBezTo>
                <a:cubicBezTo>
                  <a:pt x="2" y="46"/>
                  <a:pt x="2" y="45"/>
                  <a:pt x="3" y="45"/>
                </a:cubicBezTo>
                <a:cubicBezTo>
                  <a:pt x="4" y="45"/>
                  <a:pt x="4" y="44"/>
                  <a:pt x="5" y="44"/>
                </a:cubicBezTo>
                <a:cubicBezTo>
                  <a:pt x="5" y="44"/>
                  <a:pt x="6" y="44"/>
                  <a:pt x="6" y="44"/>
                </a:cubicBezTo>
                <a:cubicBezTo>
                  <a:pt x="6" y="44"/>
                  <a:pt x="7" y="43"/>
                  <a:pt x="7" y="43"/>
                </a:cubicBezTo>
                <a:cubicBezTo>
                  <a:pt x="7" y="43"/>
                  <a:pt x="8" y="43"/>
                  <a:pt x="8" y="43"/>
                </a:cubicBezTo>
                <a:cubicBezTo>
                  <a:pt x="9" y="43"/>
                  <a:pt x="9" y="43"/>
                  <a:pt x="9" y="43"/>
                </a:cubicBezTo>
                <a:cubicBezTo>
                  <a:pt x="10" y="43"/>
                  <a:pt x="10" y="42"/>
                  <a:pt x="11" y="42"/>
                </a:cubicBezTo>
                <a:cubicBezTo>
                  <a:pt x="11" y="42"/>
                  <a:pt x="12" y="42"/>
                  <a:pt x="12" y="42"/>
                </a:cubicBezTo>
                <a:cubicBezTo>
                  <a:pt x="13" y="42"/>
                  <a:pt x="14" y="42"/>
                  <a:pt x="15" y="41"/>
                </a:cubicBezTo>
                <a:cubicBezTo>
                  <a:pt x="15" y="41"/>
                  <a:pt x="15" y="41"/>
                  <a:pt x="16" y="41"/>
                </a:cubicBezTo>
                <a:cubicBezTo>
                  <a:pt x="16" y="42"/>
                  <a:pt x="16" y="42"/>
                  <a:pt x="16" y="42"/>
                </a:cubicBezTo>
                <a:cubicBezTo>
                  <a:pt x="16" y="42"/>
                  <a:pt x="16" y="42"/>
                  <a:pt x="16" y="43"/>
                </a:cubicBezTo>
                <a:cubicBezTo>
                  <a:pt x="16" y="43"/>
                  <a:pt x="16" y="43"/>
                  <a:pt x="17" y="43"/>
                </a:cubicBezTo>
                <a:cubicBezTo>
                  <a:pt x="17" y="43"/>
                  <a:pt x="17" y="44"/>
                  <a:pt x="17" y="44"/>
                </a:cubicBezTo>
                <a:cubicBezTo>
                  <a:pt x="18" y="45"/>
                  <a:pt x="18" y="46"/>
                  <a:pt x="17" y="46"/>
                </a:cubicBezTo>
                <a:cubicBezTo>
                  <a:pt x="17" y="46"/>
                  <a:pt x="16" y="47"/>
                  <a:pt x="16" y="47"/>
                </a:cubicBezTo>
                <a:cubicBezTo>
                  <a:pt x="15" y="48"/>
                  <a:pt x="16" y="48"/>
                  <a:pt x="16" y="48"/>
                </a:cubicBezTo>
                <a:cubicBezTo>
                  <a:pt x="16" y="48"/>
                  <a:pt x="16" y="48"/>
                  <a:pt x="17" y="48"/>
                </a:cubicBezTo>
                <a:cubicBezTo>
                  <a:pt x="17" y="48"/>
                  <a:pt x="17" y="48"/>
                  <a:pt x="17" y="48"/>
                </a:cubicBezTo>
                <a:cubicBezTo>
                  <a:pt x="18" y="48"/>
                  <a:pt x="18" y="49"/>
                  <a:pt x="18" y="49"/>
                </a:cubicBezTo>
                <a:cubicBezTo>
                  <a:pt x="18" y="49"/>
                  <a:pt x="18" y="50"/>
                  <a:pt x="18" y="50"/>
                </a:cubicBezTo>
                <a:cubicBezTo>
                  <a:pt x="17" y="51"/>
                  <a:pt x="17" y="50"/>
                  <a:pt x="16" y="50"/>
                </a:cubicBezTo>
                <a:cubicBezTo>
                  <a:pt x="16" y="50"/>
                  <a:pt x="16" y="49"/>
                  <a:pt x="15" y="49"/>
                </a:cubicBezTo>
                <a:close/>
                <a:moveTo>
                  <a:pt x="18" y="11"/>
                </a:moveTo>
                <a:cubicBezTo>
                  <a:pt x="18" y="11"/>
                  <a:pt x="19" y="12"/>
                  <a:pt x="19" y="12"/>
                </a:cubicBezTo>
                <a:cubicBezTo>
                  <a:pt x="19" y="12"/>
                  <a:pt x="19" y="12"/>
                  <a:pt x="19" y="12"/>
                </a:cubicBezTo>
                <a:cubicBezTo>
                  <a:pt x="19" y="13"/>
                  <a:pt x="19" y="12"/>
                  <a:pt x="20" y="12"/>
                </a:cubicBezTo>
                <a:cubicBezTo>
                  <a:pt x="20" y="12"/>
                  <a:pt x="20" y="12"/>
                  <a:pt x="21" y="12"/>
                </a:cubicBezTo>
                <a:cubicBezTo>
                  <a:pt x="21" y="12"/>
                  <a:pt x="21" y="11"/>
                  <a:pt x="21" y="11"/>
                </a:cubicBezTo>
                <a:cubicBezTo>
                  <a:pt x="21" y="11"/>
                  <a:pt x="22" y="12"/>
                  <a:pt x="22" y="12"/>
                </a:cubicBezTo>
                <a:cubicBezTo>
                  <a:pt x="22" y="12"/>
                  <a:pt x="21" y="13"/>
                  <a:pt x="21" y="13"/>
                </a:cubicBezTo>
                <a:cubicBezTo>
                  <a:pt x="21" y="13"/>
                  <a:pt x="22" y="13"/>
                  <a:pt x="22" y="13"/>
                </a:cubicBezTo>
                <a:cubicBezTo>
                  <a:pt x="22" y="13"/>
                  <a:pt x="23" y="12"/>
                  <a:pt x="23" y="12"/>
                </a:cubicBezTo>
                <a:cubicBezTo>
                  <a:pt x="23" y="12"/>
                  <a:pt x="24" y="11"/>
                  <a:pt x="24" y="11"/>
                </a:cubicBezTo>
                <a:cubicBezTo>
                  <a:pt x="24" y="11"/>
                  <a:pt x="23" y="11"/>
                  <a:pt x="23" y="10"/>
                </a:cubicBezTo>
                <a:cubicBezTo>
                  <a:pt x="23" y="10"/>
                  <a:pt x="23" y="10"/>
                  <a:pt x="23" y="10"/>
                </a:cubicBezTo>
                <a:cubicBezTo>
                  <a:pt x="23" y="10"/>
                  <a:pt x="22" y="10"/>
                  <a:pt x="22" y="10"/>
                </a:cubicBezTo>
                <a:cubicBezTo>
                  <a:pt x="22" y="10"/>
                  <a:pt x="22" y="10"/>
                  <a:pt x="22" y="10"/>
                </a:cubicBezTo>
                <a:cubicBezTo>
                  <a:pt x="22" y="10"/>
                  <a:pt x="21" y="10"/>
                  <a:pt x="21" y="10"/>
                </a:cubicBezTo>
                <a:cubicBezTo>
                  <a:pt x="21" y="10"/>
                  <a:pt x="21" y="9"/>
                  <a:pt x="21" y="9"/>
                </a:cubicBezTo>
                <a:cubicBezTo>
                  <a:pt x="21" y="9"/>
                  <a:pt x="21" y="9"/>
                  <a:pt x="21" y="8"/>
                </a:cubicBezTo>
                <a:cubicBezTo>
                  <a:pt x="21" y="8"/>
                  <a:pt x="22" y="8"/>
                  <a:pt x="22" y="8"/>
                </a:cubicBezTo>
                <a:cubicBezTo>
                  <a:pt x="23" y="8"/>
                  <a:pt x="23" y="7"/>
                  <a:pt x="24" y="7"/>
                </a:cubicBezTo>
                <a:cubicBezTo>
                  <a:pt x="24" y="8"/>
                  <a:pt x="24" y="8"/>
                  <a:pt x="24" y="8"/>
                </a:cubicBezTo>
                <a:cubicBezTo>
                  <a:pt x="24" y="8"/>
                  <a:pt x="24" y="9"/>
                  <a:pt x="24" y="9"/>
                </a:cubicBezTo>
                <a:cubicBezTo>
                  <a:pt x="24" y="9"/>
                  <a:pt x="24" y="9"/>
                  <a:pt x="24" y="9"/>
                </a:cubicBezTo>
                <a:cubicBezTo>
                  <a:pt x="24" y="10"/>
                  <a:pt x="24" y="10"/>
                  <a:pt x="25" y="10"/>
                </a:cubicBezTo>
                <a:cubicBezTo>
                  <a:pt x="25" y="11"/>
                  <a:pt x="26" y="11"/>
                  <a:pt x="26" y="10"/>
                </a:cubicBezTo>
                <a:cubicBezTo>
                  <a:pt x="27" y="10"/>
                  <a:pt x="27" y="11"/>
                  <a:pt x="28" y="10"/>
                </a:cubicBezTo>
                <a:cubicBezTo>
                  <a:pt x="28" y="10"/>
                  <a:pt x="29" y="10"/>
                  <a:pt x="29" y="9"/>
                </a:cubicBezTo>
                <a:cubicBezTo>
                  <a:pt x="29" y="9"/>
                  <a:pt x="30" y="9"/>
                  <a:pt x="30" y="9"/>
                </a:cubicBezTo>
                <a:cubicBezTo>
                  <a:pt x="30" y="8"/>
                  <a:pt x="30" y="8"/>
                  <a:pt x="29" y="8"/>
                </a:cubicBezTo>
                <a:cubicBezTo>
                  <a:pt x="29" y="8"/>
                  <a:pt x="28" y="7"/>
                  <a:pt x="27" y="7"/>
                </a:cubicBezTo>
                <a:cubicBezTo>
                  <a:pt x="27" y="7"/>
                  <a:pt x="27" y="7"/>
                  <a:pt x="26" y="7"/>
                </a:cubicBezTo>
                <a:cubicBezTo>
                  <a:pt x="26" y="7"/>
                  <a:pt x="26" y="7"/>
                  <a:pt x="25" y="7"/>
                </a:cubicBezTo>
                <a:cubicBezTo>
                  <a:pt x="25" y="7"/>
                  <a:pt x="25" y="6"/>
                  <a:pt x="24" y="6"/>
                </a:cubicBezTo>
                <a:cubicBezTo>
                  <a:pt x="24" y="5"/>
                  <a:pt x="24" y="4"/>
                  <a:pt x="23" y="4"/>
                </a:cubicBezTo>
                <a:cubicBezTo>
                  <a:pt x="23" y="3"/>
                  <a:pt x="23" y="4"/>
                  <a:pt x="23" y="3"/>
                </a:cubicBezTo>
                <a:cubicBezTo>
                  <a:pt x="23" y="3"/>
                  <a:pt x="23" y="3"/>
                  <a:pt x="23" y="3"/>
                </a:cubicBezTo>
                <a:cubicBezTo>
                  <a:pt x="23" y="3"/>
                  <a:pt x="23" y="3"/>
                  <a:pt x="23" y="2"/>
                </a:cubicBezTo>
                <a:cubicBezTo>
                  <a:pt x="23" y="2"/>
                  <a:pt x="24" y="2"/>
                  <a:pt x="24" y="2"/>
                </a:cubicBezTo>
                <a:cubicBezTo>
                  <a:pt x="25" y="2"/>
                  <a:pt x="25" y="3"/>
                  <a:pt x="25" y="3"/>
                </a:cubicBezTo>
                <a:cubicBezTo>
                  <a:pt x="25" y="3"/>
                  <a:pt x="25" y="3"/>
                  <a:pt x="26" y="4"/>
                </a:cubicBezTo>
                <a:cubicBezTo>
                  <a:pt x="26" y="4"/>
                  <a:pt x="26" y="4"/>
                  <a:pt x="26" y="4"/>
                </a:cubicBezTo>
                <a:cubicBezTo>
                  <a:pt x="27" y="4"/>
                  <a:pt x="26" y="5"/>
                  <a:pt x="27" y="5"/>
                </a:cubicBezTo>
                <a:cubicBezTo>
                  <a:pt x="27" y="6"/>
                  <a:pt x="27" y="6"/>
                  <a:pt x="28" y="6"/>
                </a:cubicBezTo>
                <a:cubicBezTo>
                  <a:pt x="28" y="6"/>
                  <a:pt x="28" y="5"/>
                  <a:pt x="29" y="6"/>
                </a:cubicBezTo>
                <a:cubicBezTo>
                  <a:pt x="29" y="6"/>
                  <a:pt x="29" y="7"/>
                  <a:pt x="29" y="7"/>
                </a:cubicBezTo>
                <a:cubicBezTo>
                  <a:pt x="29" y="7"/>
                  <a:pt x="29" y="7"/>
                  <a:pt x="30" y="7"/>
                </a:cubicBezTo>
                <a:cubicBezTo>
                  <a:pt x="30" y="7"/>
                  <a:pt x="30" y="8"/>
                  <a:pt x="30" y="8"/>
                </a:cubicBezTo>
                <a:cubicBezTo>
                  <a:pt x="31" y="8"/>
                  <a:pt x="31" y="8"/>
                  <a:pt x="31" y="8"/>
                </a:cubicBezTo>
                <a:cubicBezTo>
                  <a:pt x="32" y="9"/>
                  <a:pt x="33" y="8"/>
                  <a:pt x="34" y="8"/>
                </a:cubicBezTo>
                <a:cubicBezTo>
                  <a:pt x="34" y="7"/>
                  <a:pt x="35" y="8"/>
                  <a:pt x="35" y="8"/>
                </a:cubicBezTo>
                <a:cubicBezTo>
                  <a:pt x="36" y="8"/>
                  <a:pt x="37" y="8"/>
                  <a:pt x="37" y="9"/>
                </a:cubicBezTo>
                <a:cubicBezTo>
                  <a:pt x="38" y="9"/>
                  <a:pt x="38" y="9"/>
                  <a:pt x="38" y="8"/>
                </a:cubicBezTo>
                <a:cubicBezTo>
                  <a:pt x="39" y="8"/>
                  <a:pt x="40" y="8"/>
                  <a:pt x="40" y="7"/>
                </a:cubicBezTo>
                <a:cubicBezTo>
                  <a:pt x="39" y="7"/>
                  <a:pt x="39" y="6"/>
                  <a:pt x="39" y="5"/>
                </a:cubicBezTo>
                <a:cubicBezTo>
                  <a:pt x="39" y="5"/>
                  <a:pt x="39" y="4"/>
                  <a:pt x="39" y="3"/>
                </a:cubicBezTo>
                <a:cubicBezTo>
                  <a:pt x="38" y="3"/>
                  <a:pt x="37" y="3"/>
                  <a:pt x="36" y="3"/>
                </a:cubicBezTo>
                <a:cubicBezTo>
                  <a:pt x="36" y="2"/>
                  <a:pt x="36" y="2"/>
                  <a:pt x="36" y="2"/>
                </a:cubicBezTo>
                <a:cubicBezTo>
                  <a:pt x="36" y="2"/>
                  <a:pt x="35" y="1"/>
                  <a:pt x="35" y="1"/>
                </a:cubicBezTo>
                <a:cubicBezTo>
                  <a:pt x="34" y="1"/>
                  <a:pt x="33" y="1"/>
                  <a:pt x="33" y="1"/>
                </a:cubicBezTo>
                <a:cubicBezTo>
                  <a:pt x="33" y="1"/>
                  <a:pt x="33" y="0"/>
                  <a:pt x="33" y="0"/>
                </a:cubicBezTo>
                <a:cubicBezTo>
                  <a:pt x="32" y="0"/>
                  <a:pt x="32" y="1"/>
                  <a:pt x="32" y="1"/>
                </a:cubicBezTo>
                <a:cubicBezTo>
                  <a:pt x="31" y="1"/>
                  <a:pt x="31" y="1"/>
                  <a:pt x="31" y="1"/>
                </a:cubicBezTo>
                <a:cubicBezTo>
                  <a:pt x="31" y="1"/>
                  <a:pt x="31" y="1"/>
                  <a:pt x="31" y="1"/>
                </a:cubicBezTo>
                <a:cubicBezTo>
                  <a:pt x="30" y="1"/>
                  <a:pt x="31" y="1"/>
                  <a:pt x="30" y="0"/>
                </a:cubicBezTo>
                <a:cubicBezTo>
                  <a:pt x="30" y="0"/>
                  <a:pt x="29" y="0"/>
                  <a:pt x="29" y="0"/>
                </a:cubicBezTo>
                <a:cubicBezTo>
                  <a:pt x="28" y="0"/>
                  <a:pt x="28" y="0"/>
                  <a:pt x="27" y="0"/>
                </a:cubicBezTo>
                <a:cubicBezTo>
                  <a:pt x="27" y="0"/>
                  <a:pt x="26" y="0"/>
                  <a:pt x="26" y="0"/>
                </a:cubicBezTo>
                <a:cubicBezTo>
                  <a:pt x="26" y="1"/>
                  <a:pt x="26" y="1"/>
                  <a:pt x="26" y="1"/>
                </a:cubicBezTo>
                <a:cubicBezTo>
                  <a:pt x="25" y="1"/>
                  <a:pt x="24" y="1"/>
                  <a:pt x="25" y="0"/>
                </a:cubicBezTo>
                <a:cubicBezTo>
                  <a:pt x="24" y="0"/>
                  <a:pt x="24" y="1"/>
                  <a:pt x="23" y="1"/>
                </a:cubicBezTo>
                <a:cubicBezTo>
                  <a:pt x="23" y="1"/>
                  <a:pt x="23" y="1"/>
                  <a:pt x="23" y="1"/>
                </a:cubicBezTo>
                <a:cubicBezTo>
                  <a:pt x="22" y="1"/>
                  <a:pt x="23" y="1"/>
                  <a:pt x="22" y="1"/>
                </a:cubicBezTo>
                <a:cubicBezTo>
                  <a:pt x="22" y="1"/>
                  <a:pt x="22" y="1"/>
                  <a:pt x="21" y="1"/>
                </a:cubicBezTo>
                <a:cubicBezTo>
                  <a:pt x="21" y="2"/>
                  <a:pt x="20" y="1"/>
                  <a:pt x="20" y="1"/>
                </a:cubicBezTo>
                <a:cubicBezTo>
                  <a:pt x="20" y="1"/>
                  <a:pt x="20" y="1"/>
                  <a:pt x="19" y="1"/>
                </a:cubicBezTo>
                <a:cubicBezTo>
                  <a:pt x="19" y="2"/>
                  <a:pt x="19" y="2"/>
                  <a:pt x="18" y="2"/>
                </a:cubicBezTo>
                <a:cubicBezTo>
                  <a:pt x="18" y="2"/>
                  <a:pt x="17" y="3"/>
                  <a:pt x="17" y="2"/>
                </a:cubicBezTo>
                <a:cubicBezTo>
                  <a:pt x="17" y="2"/>
                  <a:pt x="17" y="2"/>
                  <a:pt x="16" y="2"/>
                </a:cubicBezTo>
                <a:cubicBezTo>
                  <a:pt x="16" y="2"/>
                  <a:pt x="16" y="2"/>
                  <a:pt x="16" y="2"/>
                </a:cubicBezTo>
                <a:cubicBezTo>
                  <a:pt x="16" y="2"/>
                  <a:pt x="16" y="3"/>
                  <a:pt x="16" y="3"/>
                </a:cubicBezTo>
                <a:cubicBezTo>
                  <a:pt x="15" y="3"/>
                  <a:pt x="15" y="2"/>
                  <a:pt x="15" y="2"/>
                </a:cubicBezTo>
                <a:cubicBezTo>
                  <a:pt x="15" y="2"/>
                  <a:pt x="14" y="2"/>
                  <a:pt x="14" y="3"/>
                </a:cubicBezTo>
                <a:cubicBezTo>
                  <a:pt x="14" y="3"/>
                  <a:pt x="14" y="4"/>
                  <a:pt x="14" y="4"/>
                </a:cubicBezTo>
                <a:cubicBezTo>
                  <a:pt x="14" y="4"/>
                  <a:pt x="15" y="4"/>
                  <a:pt x="15" y="4"/>
                </a:cubicBezTo>
                <a:cubicBezTo>
                  <a:pt x="15" y="4"/>
                  <a:pt x="15" y="3"/>
                  <a:pt x="15" y="3"/>
                </a:cubicBezTo>
                <a:cubicBezTo>
                  <a:pt x="16" y="3"/>
                  <a:pt x="16" y="3"/>
                  <a:pt x="16" y="4"/>
                </a:cubicBezTo>
                <a:cubicBezTo>
                  <a:pt x="17" y="4"/>
                  <a:pt x="17" y="4"/>
                  <a:pt x="17" y="4"/>
                </a:cubicBezTo>
                <a:cubicBezTo>
                  <a:pt x="17" y="3"/>
                  <a:pt x="17" y="3"/>
                  <a:pt x="17" y="3"/>
                </a:cubicBezTo>
                <a:cubicBezTo>
                  <a:pt x="17" y="3"/>
                  <a:pt x="17" y="3"/>
                  <a:pt x="17" y="4"/>
                </a:cubicBezTo>
                <a:cubicBezTo>
                  <a:pt x="17" y="4"/>
                  <a:pt x="17" y="4"/>
                  <a:pt x="18" y="4"/>
                </a:cubicBezTo>
                <a:cubicBezTo>
                  <a:pt x="18" y="4"/>
                  <a:pt x="18" y="4"/>
                  <a:pt x="18" y="5"/>
                </a:cubicBezTo>
                <a:cubicBezTo>
                  <a:pt x="18" y="5"/>
                  <a:pt x="17" y="5"/>
                  <a:pt x="17" y="5"/>
                </a:cubicBezTo>
                <a:cubicBezTo>
                  <a:pt x="17" y="5"/>
                  <a:pt x="17" y="5"/>
                  <a:pt x="17" y="5"/>
                </a:cubicBezTo>
                <a:cubicBezTo>
                  <a:pt x="16" y="6"/>
                  <a:pt x="16" y="5"/>
                  <a:pt x="16" y="5"/>
                </a:cubicBezTo>
                <a:cubicBezTo>
                  <a:pt x="15" y="5"/>
                  <a:pt x="15" y="5"/>
                  <a:pt x="15" y="5"/>
                </a:cubicBezTo>
                <a:cubicBezTo>
                  <a:pt x="14" y="5"/>
                  <a:pt x="14" y="5"/>
                  <a:pt x="14" y="5"/>
                </a:cubicBezTo>
                <a:cubicBezTo>
                  <a:pt x="13" y="5"/>
                  <a:pt x="13" y="5"/>
                  <a:pt x="13" y="5"/>
                </a:cubicBezTo>
                <a:cubicBezTo>
                  <a:pt x="13" y="6"/>
                  <a:pt x="13" y="5"/>
                  <a:pt x="14" y="6"/>
                </a:cubicBezTo>
                <a:cubicBezTo>
                  <a:pt x="14" y="6"/>
                  <a:pt x="14" y="6"/>
                  <a:pt x="14" y="6"/>
                </a:cubicBezTo>
                <a:cubicBezTo>
                  <a:pt x="15" y="6"/>
                  <a:pt x="15" y="6"/>
                  <a:pt x="16" y="6"/>
                </a:cubicBezTo>
                <a:cubicBezTo>
                  <a:pt x="16" y="6"/>
                  <a:pt x="16" y="6"/>
                  <a:pt x="17" y="6"/>
                </a:cubicBezTo>
                <a:cubicBezTo>
                  <a:pt x="17" y="6"/>
                  <a:pt x="17" y="7"/>
                  <a:pt x="18" y="7"/>
                </a:cubicBezTo>
                <a:cubicBezTo>
                  <a:pt x="18" y="7"/>
                  <a:pt x="18" y="7"/>
                  <a:pt x="18" y="6"/>
                </a:cubicBezTo>
                <a:cubicBezTo>
                  <a:pt x="19" y="6"/>
                  <a:pt x="19" y="6"/>
                  <a:pt x="19" y="6"/>
                </a:cubicBezTo>
                <a:cubicBezTo>
                  <a:pt x="20" y="6"/>
                  <a:pt x="20" y="6"/>
                  <a:pt x="20" y="6"/>
                </a:cubicBezTo>
                <a:cubicBezTo>
                  <a:pt x="20" y="6"/>
                  <a:pt x="20" y="7"/>
                  <a:pt x="20" y="7"/>
                </a:cubicBezTo>
                <a:cubicBezTo>
                  <a:pt x="20" y="7"/>
                  <a:pt x="20" y="7"/>
                  <a:pt x="20" y="7"/>
                </a:cubicBezTo>
                <a:cubicBezTo>
                  <a:pt x="21" y="8"/>
                  <a:pt x="20" y="8"/>
                  <a:pt x="20" y="8"/>
                </a:cubicBezTo>
                <a:cubicBezTo>
                  <a:pt x="20" y="9"/>
                  <a:pt x="20" y="10"/>
                  <a:pt x="20" y="10"/>
                </a:cubicBezTo>
                <a:cubicBezTo>
                  <a:pt x="20" y="11"/>
                  <a:pt x="19" y="10"/>
                  <a:pt x="18" y="11"/>
                </a:cubicBezTo>
                <a:close/>
                <a:moveTo>
                  <a:pt x="18" y="22"/>
                </a:moveTo>
                <a:cubicBezTo>
                  <a:pt x="19" y="22"/>
                  <a:pt x="19" y="22"/>
                  <a:pt x="19" y="22"/>
                </a:cubicBezTo>
                <a:cubicBezTo>
                  <a:pt x="20" y="22"/>
                  <a:pt x="21" y="22"/>
                  <a:pt x="22" y="22"/>
                </a:cubicBezTo>
                <a:cubicBezTo>
                  <a:pt x="23" y="22"/>
                  <a:pt x="24" y="22"/>
                  <a:pt x="25" y="22"/>
                </a:cubicBezTo>
                <a:cubicBezTo>
                  <a:pt x="26" y="21"/>
                  <a:pt x="26" y="21"/>
                  <a:pt x="27" y="21"/>
                </a:cubicBezTo>
                <a:cubicBezTo>
                  <a:pt x="27" y="21"/>
                  <a:pt x="27" y="21"/>
                  <a:pt x="28" y="21"/>
                </a:cubicBezTo>
                <a:cubicBezTo>
                  <a:pt x="28" y="21"/>
                  <a:pt x="29" y="21"/>
                  <a:pt x="29" y="20"/>
                </a:cubicBezTo>
                <a:cubicBezTo>
                  <a:pt x="29" y="20"/>
                  <a:pt x="28" y="20"/>
                  <a:pt x="29" y="20"/>
                </a:cubicBezTo>
                <a:cubicBezTo>
                  <a:pt x="29" y="20"/>
                  <a:pt x="29" y="20"/>
                  <a:pt x="29" y="19"/>
                </a:cubicBezTo>
                <a:cubicBezTo>
                  <a:pt x="29" y="19"/>
                  <a:pt x="29" y="19"/>
                  <a:pt x="29" y="19"/>
                </a:cubicBezTo>
                <a:cubicBezTo>
                  <a:pt x="29" y="19"/>
                  <a:pt x="28" y="19"/>
                  <a:pt x="27" y="19"/>
                </a:cubicBezTo>
                <a:cubicBezTo>
                  <a:pt x="27" y="19"/>
                  <a:pt x="27" y="19"/>
                  <a:pt x="27" y="20"/>
                </a:cubicBezTo>
                <a:cubicBezTo>
                  <a:pt x="27" y="20"/>
                  <a:pt x="27" y="20"/>
                  <a:pt x="27" y="20"/>
                </a:cubicBezTo>
                <a:cubicBezTo>
                  <a:pt x="27" y="20"/>
                  <a:pt x="26" y="20"/>
                  <a:pt x="26" y="20"/>
                </a:cubicBezTo>
                <a:cubicBezTo>
                  <a:pt x="26" y="20"/>
                  <a:pt x="26" y="20"/>
                  <a:pt x="26" y="20"/>
                </a:cubicBezTo>
                <a:cubicBezTo>
                  <a:pt x="26" y="20"/>
                  <a:pt x="26" y="20"/>
                  <a:pt x="25" y="20"/>
                </a:cubicBezTo>
                <a:cubicBezTo>
                  <a:pt x="25" y="20"/>
                  <a:pt x="25" y="20"/>
                  <a:pt x="25" y="20"/>
                </a:cubicBezTo>
                <a:cubicBezTo>
                  <a:pt x="25" y="20"/>
                  <a:pt x="25" y="20"/>
                  <a:pt x="25" y="20"/>
                </a:cubicBezTo>
                <a:cubicBezTo>
                  <a:pt x="24" y="20"/>
                  <a:pt x="24" y="20"/>
                  <a:pt x="24" y="20"/>
                </a:cubicBezTo>
                <a:cubicBezTo>
                  <a:pt x="24" y="20"/>
                  <a:pt x="23" y="20"/>
                  <a:pt x="23" y="20"/>
                </a:cubicBezTo>
                <a:cubicBezTo>
                  <a:pt x="23" y="20"/>
                  <a:pt x="23" y="20"/>
                  <a:pt x="22" y="20"/>
                </a:cubicBezTo>
                <a:cubicBezTo>
                  <a:pt x="22" y="20"/>
                  <a:pt x="22" y="20"/>
                  <a:pt x="22" y="20"/>
                </a:cubicBezTo>
                <a:cubicBezTo>
                  <a:pt x="22" y="20"/>
                  <a:pt x="21" y="20"/>
                  <a:pt x="21" y="20"/>
                </a:cubicBezTo>
                <a:cubicBezTo>
                  <a:pt x="21" y="20"/>
                  <a:pt x="21" y="20"/>
                  <a:pt x="21" y="20"/>
                </a:cubicBezTo>
                <a:cubicBezTo>
                  <a:pt x="21" y="20"/>
                  <a:pt x="21" y="20"/>
                  <a:pt x="20" y="20"/>
                </a:cubicBezTo>
                <a:cubicBezTo>
                  <a:pt x="20" y="20"/>
                  <a:pt x="20" y="20"/>
                  <a:pt x="20" y="20"/>
                </a:cubicBezTo>
                <a:cubicBezTo>
                  <a:pt x="20" y="20"/>
                  <a:pt x="20" y="20"/>
                  <a:pt x="20" y="20"/>
                </a:cubicBezTo>
                <a:cubicBezTo>
                  <a:pt x="19" y="20"/>
                  <a:pt x="19" y="20"/>
                  <a:pt x="19" y="20"/>
                </a:cubicBezTo>
                <a:cubicBezTo>
                  <a:pt x="19" y="20"/>
                  <a:pt x="19" y="20"/>
                  <a:pt x="19" y="20"/>
                </a:cubicBezTo>
                <a:cubicBezTo>
                  <a:pt x="19" y="20"/>
                  <a:pt x="18" y="20"/>
                  <a:pt x="18" y="20"/>
                </a:cubicBezTo>
                <a:cubicBezTo>
                  <a:pt x="18" y="20"/>
                  <a:pt x="18" y="20"/>
                  <a:pt x="18" y="20"/>
                </a:cubicBezTo>
                <a:cubicBezTo>
                  <a:pt x="18" y="21"/>
                  <a:pt x="18" y="21"/>
                  <a:pt x="18" y="21"/>
                </a:cubicBezTo>
                <a:cubicBezTo>
                  <a:pt x="18" y="21"/>
                  <a:pt x="18" y="22"/>
                  <a:pt x="18" y="22"/>
                </a:cubicBezTo>
                <a:cubicBezTo>
                  <a:pt x="18" y="22"/>
                  <a:pt x="18" y="22"/>
                  <a:pt x="18" y="22"/>
                </a:cubicBezTo>
                <a:close/>
                <a:moveTo>
                  <a:pt x="25" y="28"/>
                </a:moveTo>
                <a:cubicBezTo>
                  <a:pt x="25" y="29"/>
                  <a:pt x="25" y="29"/>
                  <a:pt x="25" y="30"/>
                </a:cubicBezTo>
                <a:cubicBezTo>
                  <a:pt x="25" y="30"/>
                  <a:pt x="25" y="31"/>
                  <a:pt x="26" y="31"/>
                </a:cubicBezTo>
                <a:cubicBezTo>
                  <a:pt x="26" y="31"/>
                  <a:pt x="27" y="31"/>
                  <a:pt x="27" y="32"/>
                </a:cubicBezTo>
                <a:cubicBezTo>
                  <a:pt x="28" y="32"/>
                  <a:pt x="28" y="33"/>
                  <a:pt x="28" y="33"/>
                </a:cubicBezTo>
                <a:cubicBezTo>
                  <a:pt x="28" y="33"/>
                  <a:pt x="28" y="33"/>
                  <a:pt x="29" y="33"/>
                </a:cubicBezTo>
                <a:cubicBezTo>
                  <a:pt x="29" y="33"/>
                  <a:pt x="29" y="33"/>
                  <a:pt x="30" y="33"/>
                </a:cubicBezTo>
                <a:cubicBezTo>
                  <a:pt x="30" y="33"/>
                  <a:pt x="30" y="33"/>
                  <a:pt x="30" y="33"/>
                </a:cubicBezTo>
                <a:cubicBezTo>
                  <a:pt x="30" y="33"/>
                  <a:pt x="30" y="33"/>
                  <a:pt x="30" y="33"/>
                </a:cubicBezTo>
                <a:cubicBezTo>
                  <a:pt x="31" y="33"/>
                  <a:pt x="31" y="33"/>
                  <a:pt x="31" y="33"/>
                </a:cubicBezTo>
                <a:cubicBezTo>
                  <a:pt x="32" y="33"/>
                  <a:pt x="32" y="32"/>
                  <a:pt x="32" y="32"/>
                </a:cubicBezTo>
                <a:cubicBezTo>
                  <a:pt x="32" y="32"/>
                  <a:pt x="32" y="31"/>
                  <a:pt x="32" y="31"/>
                </a:cubicBezTo>
                <a:cubicBezTo>
                  <a:pt x="32" y="31"/>
                  <a:pt x="33" y="31"/>
                  <a:pt x="33" y="30"/>
                </a:cubicBezTo>
                <a:cubicBezTo>
                  <a:pt x="33" y="30"/>
                  <a:pt x="33" y="29"/>
                  <a:pt x="33" y="28"/>
                </a:cubicBezTo>
                <a:cubicBezTo>
                  <a:pt x="33" y="27"/>
                  <a:pt x="33" y="26"/>
                  <a:pt x="33" y="26"/>
                </a:cubicBezTo>
                <a:cubicBezTo>
                  <a:pt x="33" y="25"/>
                  <a:pt x="34" y="24"/>
                  <a:pt x="33" y="23"/>
                </a:cubicBezTo>
                <a:cubicBezTo>
                  <a:pt x="33" y="23"/>
                  <a:pt x="33" y="22"/>
                  <a:pt x="32" y="22"/>
                </a:cubicBezTo>
                <a:cubicBezTo>
                  <a:pt x="32" y="22"/>
                  <a:pt x="32" y="22"/>
                  <a:pt x="31" y="23"/>
                </a:cubicBezTo>
                <a:cubicBezTo>
                  <a:pt x="31" y="23"/>
                  <a:pt x="30" y="23"/>
                  <a:pt x="30" y="23"/>
                </a:cubicBezTo>
                <a:cubicBezTo>
                  <a:pt x="30" y="22"/>
                  <a:pt x="30" y="22"/>
                  <a:pt x="30" y="22"/>
                </a:cubicBezTo>
                <a:cubicBezTo>
                  <a:pt x="30" y="22"/>
                  <a:pt x="29" y="22"/>
                  <a:pt x="29" y="22"/>
                </a:cubicBezTo>
                <a:cubicBezTo>
                  <a:pt x="29" y="22"/>
                  <a:pt x="28" y="22"/>
                  <a:pt x="28" y="22"/>
                </a:cubicBezTo>
                <a:cubicBezTo>
                  <a:pt x="27" y="22"/>
                  <a:pt x="27" y="22"/>
                  <a:pt x="27" y="22"/>
                </a:cubicBezTo>
                <a:cubicBezTo>
                  <a:pt x="26" y="23"/>
                  <a:pt x="26" y="23"/>
                  <a:pt x="26" y="23"/>
                </a:cubicBezTo>
                <a:cubicBezTo>
                  <a:pt x="25" y="23"/>
                  <a:pt x="25" y="23"/>
                  <a:pt x="24" y="23"/>
                </a:cubicBezTo>
                <a:cubicBezTo>
                  <a:pt x="24" y="23"/>
                  <a:pt x="23" y="23"/>
                  <a:pt x="23" y="24"/>
                </a:cubicBezTo>
                <a:cubicBezTo>
                  <a:pt x="23" y="24"/>
                  <a:pt x="23" y="24"/>
                  <a:pt x="23" y="24"/>
                </a:cubicBezTo>
                <a:cubicBezTo>
                  <a:pt x="24" y="25"/>
                  <a:pt x="24" y="25"/>
                  <a:pt x="24" y="26"/>
                </a:cubicBezTo>
                <a:cubicBezTo>
                  <a:pt x="24" y="26"/>
                  <a:pt x="24" y="26"/>
                  <a:pt x="24" y="27"/>
                </a:cubicBezTo>
                <a:cubicBezTo>
                  <a:pt x="24" y="27"/>
                  <a:pt x="24" y="27"/>
                  <a:pt x="24" y="27"/>
                </a:cubicBezTo>
                <a:cubicBezTo>
                  <a:pt x="24" y="28"/>
                  <a:pt x="24" y="28"/>
                  <a:pt x="25" y="28"/>
                </a:cubicBezTo>
                <a:close/>
                <a:moveTo>
                  <a:pt x="94" y="61"/>
                </a:moveTo>
                <a:cubicBezTo>
                  <a:pt x="94" y="61"/>
                  <a:pt x="95" y="62"/>
                  <a:pt x="95" y="62"/>
                </a:cubicBezTo>
                <a:cubicBezTo>
                  <a:pt x="95" y="62"/>
                  <a:pt x="95" y="62"/>
                  <a:pt x="96" y="62"/>
                </a:cubicBezTo>
                <a:cubicBezTo>
                  <a:pt x="96" y="62"/>
                  <a:pt x="96" y="63"/>
                  <a:pt x="96" y="63"/>
                </a:cubicBezTo>
                <a:cubicBezTo>
                  <a:pt x="96" y="63"/>
                  <a:pt x="97" y="63"/>
                  <a:pt x="97" y="62"/>
                </a:cubicBezTo>
                <a:cubicBezTo>
                  <a:pt x="97" y="62"/>
                  <a:pt x="97" y="61"/>
                  <a:pt x="97" y="61"/>
                </a:cubicBezTo>
                <a:cubicBezTo>
                  <a:pt x="96" y="61"/>
                  <a:pt x="96" y="61"/>
                  <a:pt x="96" y="61"/>
                </a:cubicBezTo>
                <a:cubicBezTo>
                  <a:pt x="96" y="61"/>
                  <a:pt x="95" y="61"/>
                  <a:pt x="95" y="61"/>
                </a:cubicBezTo>
                <a:cubicBezTo>
                  <a:pt x="95" y="61"/>
                  <a:pt x="95" y="61"/>
                  <a:pt x="94" y="60"/>
                </a:cubicBezTo>
                <a:cubicBezTo>
                  <a:pt x="94" y="60"/>
                  <a:pt x="94" y="60"/>
                  <a:pt x="94" y="61"/>
                </a:cubicBezTo>
                <a:cubicBezTo>
                  <a:pt x="94" y="61"/>
                  <a:pt x="94" y="61"/>
                  <a:pt x="94" y="61"/>
                </a:cubicBezTo>
                <a:close/>
                <a:moveTo>
                  <a:pt x="102" y="55"/>
                </a:moveTo>
                <a:cubicBezTo>
                  <a:pt x="102" y="55"/>
                  <a:pt x="102" y="55"/>
                  <a:pt x="101" y="55"/>
                </a:cubicBezTo>
                <a:cubicBezTo>
                  <a:pt x="101" y="55"/>
                  <a:pt x="101" y="55"/>
                  <a:pt x="101" y="56"/>
                </a:cubicBezTo>
                <a:cubicBezTo>
                  <a:pt x="101" y="56"/>
                  <a:pt x="101" y="56"/>
                  <a:pt x="101" y="56"/>
                </a:cubicBezTo>
                <a:cubicBezTo>
                  <a:pt x="102" y="56"/>
                  <a:pt x="102" y="56"/>
                  <a:pt x="102" y="57"/>
                </a:cubicBezTo>
                <a:cubicBezTo>
                  <a:pt x="103" y="57"/>
                  <a:pt x="103" y="56"/>
                  <a:pt x="104" y="56"/>
                </a:cubicBezTo>
                <a:cubicBezTo>
                  <a:pt x="104" y="56"/>
                  <a:pt x="104" y="56"/>
                  <a:pt x="104" y="56"/>
                </a:cubicBezTo>
                <a:cubicBezTo>
                  <a:pt x="105" y="56"/>
                  <a:pt x="105" y="56"/>
                  <a:pt x="105" y="55"/>
                </a:cubicBezTo>
                <a:cubicBezTo>
                  <a:pt x="105" y="55"/>
                  <a:pt x="104" y="55"/>
                  <a:pt x="104" y="55"/>
                </a:cubicBezTo>
                <a:cubicBezTo>
                  <a:pt x="104" y="55"/>
                  <a:pt x="104" y="55"/>
                  <a:pt x="103" y="55"/>
                </a:cubicBezTo>
                <a:cubicBezTo>
                  <a:pt x="103" y="55"/>
                  <a:pt x="103" y="55"/>
                  <a:pt x="103" y="55"/>
                </a:cubicBezTo>
                <a:cubicBezTo>
                  <a:pt x="103" y="55"/>
                  <a:pt x="103" y="55"/>
                  <a:pt x="102" y="55"/>
                </a:cubicBezTo>
                <a:close/>
                <a:moveTo>
                  <a:pt x="90" y="103"/>
                </a:moveTo>
                <a:cubicBezTo>
                  <a:pt x="89" y="103"/>
                  <a:pt x="90" y="103"/>
                  <a:pt x="90" y="104"/>
                </a:cubicBezTo>
                <a:cubicBezTo>
                  <a:pt x="90" y="104"/>
                  <a:pt x="91" y="105"/>
                  <a:pt x="92" y="105"/>
                </a:cubicBezTo>
                <a:cubicBezTo>
                  <a:pt x="92" y="105"/>
                  <a:pt x="92" y="105"/>
                  <a:pt x="93" y="106"/>
                </a:cubicBezTo>
                <a:cubicBezTo>
                  <a:pt x="93" y="106"/>
                  <a:pt x="93" y="106"/>
                  <a:pt x="94" y="106"/>
                </a:cubicBezTo>
                <a:cubicBezTo>
                  <a:pt x="94" y="106"/>
                  <a:pt x="95" y="106"/>
                  <a:pt x="95" y="106"/>
                </a:cubicBezTo>
                <a:cubicBezTo>
                  <a:pt x="95" y="106"/>
                  <a:pt x="95" y="106"/>
                  <a:pt x="96" y="106"/>
                </a:cubicBezTo>
                <a:cubicBezTo>
                  <a:pt x="96" y="106"/>
                  <a:pt x="96" y="107"/>
                  <a:pt x="97" y="107"/>
                </a:cubicBezTo>
                <a:cubicBezTo>
                  <a:pt x="97" y="106"/>
                  <a:pt x="97" y="106"/>
                  <a:pt x="96" y="106"/>
                </a:cubicBezTo>
                <a:cubicBezTo>
                  <a:pt x="96" y="105"/>
                  <a:pt x="95" y="105"/>
                  <a:pt x="95" y="105"/>
                </a:cubicBezTo>
                <a:cubicBezTo>
                  <a:pt x="94" y="105"/>
                  <a:pt x="94" y="104"/>
                  <a:pt x="93" y="104"/>
                </a:cubicBezTo>
                <a:cubicBezTo>
                  <a:pt x="93" y="104"/>
                  <a:pt x="92" y="104"/>
                  <a:pt x="92" y="104"/>
                </a:cubicBezTo>
                <a:cubicBezTo>
                  <a:pt x="92" y="104"/>
                  <a:pt x="92" y="103"/>
                  <a:pt x="91" y="103"/>
                </a:cubicBezTo>
                <a:cubicBezTo>
                  <a:pt x="91" y="103"/>
                  <a:pt x="91" y="103"/>
                  <a:pt x="91" y="102"/>
                </a:cubicBezTo>
                <a:cubicBezTo>
                  <a:pt x="90" y="102"/>
                  <a:pt x="90" y="102"/>
                  <a:pt x="90" y="103"/>
                </a:cubicBezTo>
                <a:close/>
                <a:moveTo>
                  <a:pt x="138" y="93"/>
                </a:moveTo>
                <a:cubicBezTo>
                  <a:pt x="130" y="91"/>
                  <a:pt x="130" y="91"/>
                  <a:pt x="130" y="91"/>
                </a:cubicBezTo>
                <a:cubicBezTo>
                  <a:pt x="123" y="88"/>
                  <a:pt x="123" y="88"/>
                  <a:pt x="123" y="88"/>
                </a:cubicBezTo>
                <a:cubicBezTo>
                  <a:pt x="123" y="88"/>
                  <a:pt x="123" y="88"/>
                  <a:pt x="123" y="88"/>
                </a:cubicBezTo>
                <a:cubicBezTo>
                  <a:pt x="125" y="85"/>
                  <a:pt x="125" y="85"/>
                  <a:pt x="125" y="85"/>
                </a:cubicBezTo>
                <a:cubicBezTo>
                  <a:pt x="125" y="83"/>
                  <a:pt x="125" y="83"/>
                  <a:pt x="125" y="83"/>
                </a:cubicBezTo>
                <a:cubicBezTo>
                  <a:pt x="124" y="82"/>
                  <a:pt x="124" y="82"/>
                  <a:pt x="124" y="82"/>
                </a:cubicBezTo>
                <a:cubicBezTo>
                  <a:pt x="122" y="62"/>
                  <a:pt x="122" y="62"/>
                  <a:pt x="122" y="62"/>
                </a:cubicBezTo>
                <a:cubicBezTo>
                  <a:pt x="121" y="62"/>
                  <a:pt x="121" y="62"/>
                  <a:pt x="121" y="62"/>
                </a:cubicBezTo>
                <a:cubicBezTo>
                  <a:pt x="121" y="62"/>
                  <a:pt x="121" y="62"/>
                  <a:pt x="120" y="62"/>
                </a:cubicBezTo>
                <a:cubicBezTo>
                  <a:pt x="120" y="62"/>
                  <a:pt x="120" y="62"/>
                  <a:pt x="119" y="62"/>
                </a:cubicBezTo>
                <a:cubicBezTo>
                  <a:pt x="119" y="63"/>
                  <a:pt x="119" y="63"/>
                  <a:pt x="119" y="63"/>
                </a:cubicBezTo>
                <a:cubicBezTo>
                  <a:pt x="119" y="63"/>
                  <a:pt x="118" y="63"/>
                  <a:pt x="118" y="64"/>
                </a:cubicBezTo>
                <a:cubicBezTo>
                  <a:pt x="118" y="64"/>
                  <a:pt x="118" y="65"/>
                  <a:pt x="119" y="65"/>
                </a:cubicBezTo>
                <a:cubicBezTo>
                  <a:pt x="119" y="66"/>
                  <a:pt x="119" y="66"/>
                  <a:pt x="119" y="67"/>
                </a:cubicBezTo>
                <a:cubicBezTo>
                  <a:pt x="119" y="68"/>
                  <a:pt x="120" y="69"/>
                  <a:pt x="120" y="70"/>
                </a:cubicBezTo>
                <a:cubicBezTo>
                  <a:pt x="120" y="70"/>
                  <a:pt x="120" y="71"/>
                  <a:pt x="119" y="71"/>
                </a:cubicBezTo>
                <a:cubicBezTo>
                  <a:pt x="119" y="71"/>
                  <a:pt x="118" y="71"/>
                  <a:pt x="118" y="71"/>
                </a:cubicBezTo>
                <a:cubicBezTo>
                  <a:pt x="118" y="71"/>
                  <a:pt x="118" y="70"/>
                  <a:pt x="118" y="70"/>
                </a:cubicBezTo>
                <a:cubicBezTo>
                  <a:pt x="117" y="69"/>
                  <a:pt x="117" y="69"/>
                  <a:pt x="117" y="68"/>
                </a:cubicBezTo>
                <a:cubicBezTo>
                  <a:pt x="116" y="67"/>
                  <a:pt x="117" y="67"/>
                  <a:pt x="116" y="67"/>
                </a:cubicBezTo>
                <a:cubicBezTo>
                  <a:pt x="115" y="67"/>
                  <a:pt x="115" y="66"/>
                  <a:pt x="115" y="65"/>
                </a:cubicBezTo>
                <a:cubicBezTo>
                  <a:pt x="115" y="65"/>
                  <a:pt x="115" y="65"/>
                  <a:pt x="115" y="64"/>
                </a:cubicBezTo>
                <a:cubicBezTo>
                  <a:pt x="115" y="64"/>
                  <a:pt x="115" y="64"/>
                  <a:pt x="114" y="64"/>
                </a:cubicBezTo>
                <a:cubicBezTo>
                  <a:pt x="114" y="64"/>
                  <a:pt x="114" y="63"/>
                  <a:pt x="114" y="63"/>
                </a:cubicBezTo>
                <a:cubicBezTo>
                  <a:pt x="114" y="62"/>
                  <a:pt x="113" y="62"/>
                  <a:pt x="113" y="62"/>
                </a:cubicBezTo>
                <a:cubicBezTo>
                  <a:pt x="113" y="62"/>
                  <a:pt x="113" y="62"/>
                  <a:pt x="113" y="61"/>
                </a:cubicBezTo>
                <a:cubicBezTo>
                  <a:pt x="113" y="61"/>
                  <a:pt x="113" y="60"/>
                  <a:pt x="112" y="60"/>
                </a:cubicBezTo>
                <a:cubicBezTo>
                  <a:pt x="112" y="60"/>
                  <a:pt x="111" y="60"/>
                  <a:pt x="111" y="59"/>
                </a:cubicBezTo>
                <a:cubicBezTo>
                  <a:pt x="111" y="59"/>
                  <a:pt x="110" y="58"/>
                  <a:pt x="110" y="58"/>
                </a:cubicBezTo>
                <a:cubicBezTo>
                  <a:pt x="110" y="57"/>
                  <a:pt x="110" y="57"/>
                  <a:pt x="110" y="56"/>
                </a:cubicBezTo>
                <a:cubicBezTo>
                  <a:pt x="110" y="56"/>
                  <a:pt x="110" y="55"/>
                  <a:pt x="110" y="54"/>
                </a:cubicBezTo>
                <a:cubicBezTo>
                  <a:pt x="109" y="54"/>
                  <a:pt x="109" y="53"/>
                  <a:pt x="109" y="53"/>
                </a:cubicBezTo>
                <a:cubicBezTo>
                  <a:pt x="109" y="52"/>
                  <a:pt x="109" y="52"/>
                  <a:pt x="109" y="52"/>
                </a:cubicBezTo>
                <a:cubicBezTo>
                  <a:pt x="109" y="51"/>
                  <a:pt x="109" y="50"/>
                  <a:pt x="109" y="49"/>
                </a:cubicBezTo>
                <a:cubicBezTo>
                  <a:pt x="109" y="48"/>
                  <a:pt x="109" y="47"/>
                  <a:pt x="109" y="47"/>
                </a:cubicBezTo>
                <a:cubicBezTo>
                  <a:pt x="109" y="46"/>
                  <a:pt x="109" y="46"/>
                  <a:pt x="109" y="45"/>
                </a:cubicBezTo>
                <a:cubicBezTo>
                  <a:pt x="109" y="45"/>
                  <a:pt x="109" y="44"/>
                  <a:pt x="109" y="44"/>
                </a:cubicBezTo>
                <a:cubicBezTo>
                  <a:pt x="109" y="44"/>
                  <a:pt x="109" y="43"/>
                  <a:pt x="108" y="43"/>
                </a:cubicBezTo>
                <a:cubicBezTo>
                  <a:pt x="108" y="43"/>
                  <a:pt x="108" y="42"/>
                  <a:pt x="108" y="42"/>
                </a:cubicBezTo>
                <a:cubicBezTo>
                  <a:pt x="108" y="41"/>
                  <a:pt x="108" y="41"/>
                  <a:pt x="108" y="41"/>
                </a:cubicBezTo>
                <a:cubicBezTo>
                  <a:pt x="108" y="41"/>
                  <a:pt x="108" y="41"/>
                  <a:pt x="109" y="41"/>
                </a:cubicBezTo>
                <a:cubicBezTo>
                  <a:pt x="109" y="40"/>
                  <a:pt x="109" y="40"/>
                  <a:pt x="109" y="40"/>
                </a:cubicBezTo>
                <a:cubicBezTo>
                  <a:pt x="109" y="40"/>
                  <a:pt x="109" y="40"/>
                  <a:pt x="110" y="40"/>
                </a:cubicBezTo>
                <a:cubicBezTo>
                  <a:pt x="110" y="40"/>
                  <a:pt x="110" y="40"/>
                  <a:pt x="110" y="39"/>
                </a:cubicBezTo>
                <a:cubicBezTo>
                  <a:pt x="110" y="39"/>
                  <a:pt x="110" y="39"/>
                  <a:pt x="110" y="39"/>
                </a:cubicBezTo>
                <a:cubicBezTo>
                  <a:pt x="111" y="39"/>
                  <a:pt x="111" y="38"/>
                  <a:pt x="111" y="38"/>
                </a:cubicBezTo>
                <a:cubicBezTo>
                  <a:pt x="111" y="38"/>
                  <a:pt x="111" y="37"/>
                  <a:pt x="111" y="37"/>
                </a:cubicBezTo>
                <a:cubicBezTo>
                  <a:pt x="111" y="37"/>
                  <a:pt x="111" y="36"/>
                  <a:pt x="111" y="36"/>
                </a:cubicBezTo>
                <a:cubicBezTo>
                  <a:pt x="111" y="35"/>
                  <a:pt x="111" y="35"/>
                  <a:pt x="111" y="35"/>
                </a:cubicBezTo>
                <a:cubicBezTo>
                  <a:pt x="112" y="34"/>
                  <a:pt x="112" y="34"/>
                  <a:pt x="112" y="34"/>
                </a:cubicBezTo>
                <a:cubicBezTo>
                  <a:pt x="112" y="33"/>
                  <a:pt x="113" y="33"/>
                  <a:pt x="113" y="33"/>
                </a:cubicBezTo>
                <a:cubicBezTo>
                  <a:pt x="113" y="33"/>
                  <a:pt x="112" y="33"/>
                  <a:pt x="112" y="32"/>
                </a:cubicBezTo>
                <a:cubicBezTo>
                  <a:pt x="112" y="32"/>
                  <a:pt x="112" y="32"/>
                  <a:pt x="112" y="31"/>
                </a:cubicBezTo>
                <a:cubicBezTo>
                  <a:pt x="112" y="31"/>
                  <a:pt x="111" y="31"/>
                  <a:pt x="111" y="31"/>
                </a:cubicBezTo>
                <a:cubicBezTo>
                  <a:pt x="111" y="30"/>
                  <a:pt x="111" y="30"/>
                  <a:pt x="110" y="29"/>
                </a:cubicBezTo>
                <a:cubicBezTo>
                  <a:pt x="110" y="29"/>
                  <a:pt x="110" y="28"/>
                  <a:pt x="109" y="28"/>
                </a:cubicBezTo>
                <a:cubicBezTo>
                  <a:pt x="109" y="28"/>
                  <a:pt x="109" y="28"/>
                  <a:pt x="109" y="28"/>
                </a:cubicBezTo>
                <a:cubicBezTo>
                  <a:pt x="108" y="27"/>
                  <a:pt x="108" y="27"/>
                  <a:pt x="108" y="26"/>
                </a:cubicBezTo>
                <a:cubicBezTo>
                  <a:pt x="108" y="26"/>
                  <a:pt x="108" y="25"/>
                  <a:pt x="108" y="25"/>
                </a:cubicBezTo>
                <a:cubicBezTo>
                  <a:pt x="108" y="25"/>
                  <a:pt x="107" y="24"/>
                  <a:pt x="107" y="24"/>
                </a:cubicBezTo>
                <a:cubicBezTo>
                  <a:pt x="107" y="24"/>
                  <a:pt x="107" y="23"/>
                  <a:pt x="107" y="23"/>
                </a:cubicBezTo>
                <a:cubicBezTo>
                  <a:pt x="107" y="23"/>
                  <a:pt x="107" y="23"/>
                  <a:pt x="107" y="22"/>
                </a:cubicBezTo>
                <a:cubicBezTo>
                  <a:pt x="108" y="22"/>
                  <a:pt x="108" y="21"/>
                  <a:pt x="108" y="21"/>
                </a:cubicBezTo>
                <a:cubicBezTo>
                  <a:pt x="108" y="21"/>
                  <a:pt x="108" y="21"/>
                  <a:pt x="108" y="21"/>
                </a:cubicBezTo>
                <a:cubicBezTo>
                  <a:pt x="109" y="21"/>
                  <a:pt x="109" y="21"/>
                  <a:pt x="109" y="21"/>
                </a:cubicBezTo>
                <a:cubicBezTo>
                  <a:pt x="109" y="21"/>
                  <a:pt x="109" y="20"/>
                  <a:pt x="108" y="20"/>
                </a:cubicBezTo>
                <a:cubicBezTo>
                  <a:pt x="107" y="20"/>
                  <a:pt x="106" y="19"/>
                  <a:pt x="106" y="19"/>
                </a:cubicBezTo>
                <a:cubicBezTo>
                  <a:pt x="106" y="18"/>
                  <a:pt x="106" y="18"/>
                  <a:pt x="106" y="18"/>
                </a:cubicBezTo>
                <a:cubicBezTo>
                  <a:pt x="105" y="18"/>
                  <a:pt x="106" y="18"/>
                  <a:pt x="105" y="18"/>
                </a:cubicBezTo>
                <a:cubicBezTo>
                  <a:pt x="105" y="18"/>
                  <a:pt x="104" y="17"/>
                  <a:pt x="104" y="17"/>
                </a:cubicBezTo>
                <a:cubicBezTo>
                  <a:pt x="103" y="17"/>
                  <a:pt x="102" y="18"/>
                  <a:pt x="102" y="18"/>
                </a:cubicBezTo>
                <a:cubicBezTo>
                  <a:pt x="101" y="18"/>
                  <a:pt x="101" y="18"/>
                  <a:pt x="101" y="18"/>
                </a:cubicBezTo>
                <a:cubicBezTo>
                  <a:pt x="101" y="18"/>
                  <a:pt x="100" y="18"/>
                  <a:pt x="100" y="18"/>
                </a:cubicBezTo>
                <a:cubicBezTo>
                  <a:pt x="99" y="18"/>
                  <a:pt x="98" y="18"/>
                  <a:pt x="97" y="18"/>
                </a:cubicBezTo>
                <a:cubicBezTo>
                  <a:pt x="97" y="18"/>
                  <a:pt x="96" y="18"/>
                  <a:pt x="96" y="18"/>
                </a:cubicBezTo>
                <a:cubicBezTo>
                  <a:pt x="96" y="18"/>
                  <a:pt x="96" y="18"/>
                  <a:pt x="96" y="18"/>
                </a:cubicBezTo>
                <a:cubicBezTo>
                  <a:pt x="95" y="18"/>
                  <a:pt x="95" y="18"/>
                  <a:pt x="95" y="18"/>
                </a:cubicBezTo>
                <a:cubicBezTo>
                  <a:pt x="95" y="18"/>
                  <a:pt x="94" y="18"/>
                  <a:pt x="94" y="18"/>
                </a:cubicBezTo>
                <a:cubicBezTo>
                  <a:pt x="93" y="18"/>
                  <a:pt x="92" y="18"/>
                  <a:pt x="91" y="18"/>
                </a:cubicBezTo>
                <a:cubicBezTo>
                  <a:pt x="90" y="17"/>
                  <a:pt x="89" y="17"/>
                  <a:pt x="88" y="16"/>
                </a:cubicBezTo>
                <a:cubicBezTo>
                  <a:pt x="88" y="16"/>
                  <a:pt x="88" y="15"/>
                  <a:pt x="88" y="15"/>
                </a:cubicBezTo>
                <a:cubicBezTo>
                  <a:pt x="87" y="15"/>
                  <a:pt x="87" y="15"/>
                  <a:pt x="87" y="15"/>
                </a:cubicBezTo>
                <a:cubicBezTo>
                  <a:pt x="86" y="14"/>
                  <a:pt x="86" y="14"/>
                  <a:pt x="86" y="14"/>
                </a:cubicBezTo>
                <a:cubicBezTo>
                  <a:pt x="85" y="14"/>
                  <a:pt x="85" y="14"/>
                  <a:pt x="85" y="13"/>
                </a:cubicBezTo>
                <a:cubicBezTo>
                  <a:pt x="85" y="13"/>
                  <a:pt x="85" y="13"/>
                  <a:pt x="85" y="13"/>
                </a:cubicBezTo>
                <a:cubicBezTo>
                  <a:pt x="84" y="13"/>
                  <a:pt x="84" y="13"/>
                  <a:pt x="84" y="13"/>
                </a:cubicBezTo>
                <a:cubicBezTo>
                  <a:pt x="84" y="13"/>
                  <a:pt x="84" y="13"/>
                  <a:pt x="84" y="13"/>
                </a:cubicBezTo>
                <a:cubicBezTo>
                  <a:pt x="83" y="13"/>
                  <a:pt x="83" y="13"/>
                  <a:pt x="83" y="13"/>
                </a:cubicBezTo>
                <a:cubicBezTo>
                  <a:pt x="83" y="13"/>
                  <a:pt x="82" y="13"/>
                  <a:pt x="82" y="12"/>
                </a:cubicBezTo>
                <a:cubicBezTo>
                  <a:pt x="82" y="12"/>
                  <a:pt x="82" y="12"/>
                  <a:pt x="82" y="12"/>
                </a:cubicBezTo>
                <a:cubicBezTo>
                  <a:pt x="81" y="12"/>
                  <a:pt x="81" y="12"/>
                  <a:pt x="81" y="12"/>
                </a:cubicBezTo>
                <a:cubicBezTo>
                  <a:pt x="80" y="12"/>
                  <a:pt x="80" y="11"/>
                  <a:pt x="80" y="11"/>
                </a:cubicBezTo>
                <a:cubicBezTo>
                  <a:pt x="80" y="11"/>
                  <a:pt x="80" y="11"/>
                  <a:pt x="79" y="11"/>
                </a:cubicBezTo>
                <a:cubicBezTo>
                  <a:pt x="79" y="11"/>
                  <a:pt x="78" y="11"/>
                  <a:pt x="77" y="11"/>
                </a:cubicBezTo>
                <a:cubicBezTo>
                  <a:pt x="77" y="11"/>
                  <a:pt x="76" y="10"/>
                  <a:pt x="75" y="10"/>
                </a:cubicBezTo>
                <a:cubicBezTo>
                  <a:pt x="75" y="9"/>
                  <a:pt x="75" y="9"/>
                  <a:pt x="74" y="9"/>
                </a:cubicBezTo>
                <a:cubicBezTo>
                  <a:pt x="73" y="9"/>
                  <a:pt x="73" y="9"/>
                  <a:pt x="72" y="9"/>
                </a:cubicBezTo>
                <a:cubicBezTo>
                  <a:pt x="72" y="9"/>
                  <a:pt x="71" y="9"/>
                  <a:pt x="71" y="9"/>
                </a:cubicBezTo>
                <a:cubicBezTo>
                  <a:pt x="70" y="9"/>
                  <a:pt x="70" y="9"/>
                  <a:pt x="69" y="9"/>
                </a:cubicBezTo>
                <a:cubicBezTo>
                  <a:pt x="69" y="9"/>
                  <a:pt x="68" y="9"/>
                  <a:pt x="68" y="8"/>
                </a:cubicBezTo>
                <a:cubicBezTo>
                  <a:pt x="67" y="8"/>
                  <a:pt x="66" y="9"/>
                  <a:pt x="66" y="9"/>
                </a:cubicBezTo>
                <a:cubicBezTo>
                  <a:pt x="65" y="9"/>
                  <a:pt x="64" y="9"/>
                  <a:pt x="63" y="9"/>
                </a:cubicBezTo>
                <a:cubicBezTo>
                  <a:pt x="63" y="9"/>
                  <a:pt x="63" y="10"/>
                  <a:pt x="62" y="10"/>
                </a:cubicBezTo>
                <a:cubicBezTo>
                  <a:pt x="62" y="10"/>
                  <a:pt x="62" y="10"/>
                  <a:pt x="61" y="10"/>
                </a:cubicBezTo>
                <a:cubicBezTo>
                  <a:pt x="61" y="10"/>
                  <a:pt x="60" y="11"/>
                  <a:pt x="60" y="11"/>
                </a:cubicBezTo>
                <a:cubicBezTo>
                  <a:pt x="59" y="11"/>
                  <a:pt x="59" y="12"/>
                  <a:pt x="59" y="12"/>
                </a:cubicBezTo>
                <a:cubicBezTo>
                  <a:pt x="58" y="13"/>
                  <a:pt x="58" y="13"/>
                  <a:pt x="58" y="13"/>
                </a:cubicBezTo>
                <a:cubicBezTo>
                  <a:pt x="57" y="13"/>
                  <a:pt x="56" y="14"/>
                  <a:pt x="56" y="14"/>
                </a:cubicBezTo>
                <a:cubicBezTo>
                  <a:pt x="55" y="15"/>
                  <a:pt x="54" y="16"/>
                  <a:pt x="53" y="17"/>
                </a:cubicBezTo>
                <a:cubicBezTo>
                  <a:pt x="53" y="17"/>
                  <a:pt x="52" y="17"/>
                  <a:pt x="51" y="18"/>
                </a:cubicBezTo>
                <a:cubicBezTo>
                  <a:pt x="50" y="18"/>
                  <a:pt x="50" y="18"/>
                  <a:pt x="49" y="18"/>
                </a:cubicBezTo>
                <a:cubicBezTo>
                  <a:pt x="48" y="18"/>
                  <a:pt x="48" y="18"/>
                  <a:pt x="47" y="18"/>
                </a:cubicBezTo>
                <a:cubicBezTo>
                  <a:pt x="47" y="18"/>
                  <a:pt x="46" y="19"/>
                  <a:pt x="46" y="19"/>
                </a:cubicBezTo>
                <a:cubicBezTo>
                  <a:pt x="46" y="19"/>
                  <a:pt x="45" y="19"/>
                  <a:pt x="45" y="19"/>
                </a:cubicBezTo>
                <a:cubicBezTo>
                  <a:pt x="45" y="18"/>
                  <a:pt x="45" y="18"/>
                  <a:pt x="45" y="18"/>
                </a:cubicBezTo>
                <a:cubicBezTo>
                  <a:pt x="45" y="18"/>
                  <a:pt x="44" y="18"/>
                  <a:pt x="43" y="18"/>
                </a:cubicBezTo>
                <a:cubicBezTo>
                  <a:pt x="43" y="19"/>
                  <a:pt x="42" y="19"/>
                  <a:pt x="41" y="19"/>
                </a:cubicBezTo>
                <a:cubicBezTo>
                  <a:pt x="41" y="19"/>
                  <a:pt x="40" y="19"/>
                  <a:pt x="39" y="20"/>
                </a:cubicBezTo>
                <a:cubicBezTo>
                  <a:pt x="39" y="20"/>
                  <a:pt x="38" y="20"/>
                  <a:pt x="37" y="20"/>
                </a:cubicBezTo>
                <a:cubicBezTo>
                  <a:pt x="37" y="20"/>
                  <a:pt x="37" y="21"/>
                  <a:pt x="38" y="21"/>
                </a:cubicBezTo>
                <a:cubicBezTo>
                  <a:pt x="38" y="22"/>
                  <a:pt x="39" y="22"/>
                  <a:pt x="39" y="22"/>
                </a:cubicBezTo>
                <a:cubicBezTo>
                  <a:pt x="38" y="23"/>
                  <a:pt x="38" y="23"/>
                  <a:pt x="38" y="24"/>
                </a:cubicBezTo>
                <a:cubicBezTo>
                  <a:pt x="38" y="24"/>
                  <a:pt x="38" y="24"/>
                  <a:pt x="38" y="25"/>
                </a:cubicBezTo>
                <a:cubicBezTo>
                  <a:pt x="38" y="25"/>
                  <a:pt x="38" y="26"/>
                  <a:pt x="38" y="26"/>
                </a:cubicBezTo>
                <a:cubicBezTo>
                  <a:pt x="38" y="27"/>
                  <a:pt x="37" y="28"/>
                  <a:pt x="37" y="28"/>
                </a:cubicBezTo>
                <a:cubicBezTo>
                  <a:pt x="37" y="29"/>
                  <a:pt x="36" y="29"/>
                  <a:pt x="36" y="29"/>
                </a:cubicBezTo>
                <a:cubicBezTo>
                  <a:pt x="36" y="29"/>
                  <a:pt x="36" y="30"/>
                  <a:pt x="36" y="30"/>
                </a:cubicBezTo>
                <a:cubicBezTo>
                  <a:pt x="36" y="30"/>
                  <a:pt x="36" y="30"/>
                  <a:pt x="36" y="30"/>
                </a:cubicBezTo>
                <a:cubicBezTo>
                  <a:pt x="36" y="30"/>
                  <a:pt x="35" y="31"/>
                  <a:pt x="35" y="31"/>
                </a:cubicBezTo>
                <a:cubicBezTo>
                  <a:pt x="34" y="31"/>
                  <a:pt x="34" y="31"/>
                  <a:pt x="33" y="31"/>
                </a:cubicBezTo>
                <a:cubicBezTo>
                  <a:pt x="33" y="31"/>
                  <a:pt x="33" y="31"/>
                  <a:pt x="33" y="32"/>
                </a:cubicBezTo>
                <a:cubicBezTo>
                  <a:pt x="32" y="32"/>
                  <a:pt x="32" y="32"/>
                  <a:pt x="32" y="33"/>
                </a:cubicBezTo>
                <a:cubicBezTo>
                  <a:pt x="32" y="33"/>
                  <a:pt x="32" y="33"/>
                  <a:pt x="32" y="34"/>
                </a:cubicBezTo>
                <a:cubicBezTo>
                  <a:pt x="31" y="34"/>
                  <a:pt x="31" y="34"/>
                  <a:pt x="31" y="35"/>
                </a:cubicBezTo>
                <a:cubicBezTo>
                  <a:pt x="31" y="35"/>
                  <a:pt x="30" y="35"/>
                  <a:pt x="30" y="35"/>
                </a:cubicBezTo>
                <a:cubicBezTo>
                  <a:pt x="30" y="35"/>
                  <a:pt x="30" y="35"/>
                  <a:pt x="30" y="36"/>
                </a:cubicBezTo>
                <a:cubicBezTo>
                  <a:pt x="30" y="36"/>
                  <a:pt x="30" y="36"/>
                  <a:pt x="31" y="36"/>
                </a:cubicBezTo>
                <a:cubicBezTo>
                  <a:pt x="31" y="36"/>
                  <a:pt x="31" y="36"/>
                  <a:pt x="31" y="36"/>
                </a:cubicBezTo>
                <a:cubicBezTo>
                  <a:pt x="32" y="36"/>
                  <a:pt x="33" y="36"/>
                  <a:pt x="34" y="36"/>
                </a:cubicBezTo>
                <a:cubicBezTo>
                  <a:pt x="34" y="36"/>
                  <a:pt x="35" y="36"/>
                  <a:pt x="35" y="36"/>
                </a:cubicBezTo>
                <a:cubicBezTo>
                  <a:pt x="36" y="36"/>
                  <a:pt x="36" y="37"/>
                  <a:pt x="36" y="37"/>
                </a:cubicBezTo>
                <a:cubicBezTo>
                  <a:pt x="37" y="38"/>
                  <a:pt x="37" y="38"/>
                  <a:pt x="38" y="38"/>
                </a:cubicBezTo>
                <a:cubicBezTo>
                  <a:pt x="38" y="37"/>
                  <a:pt x="39" y="37"/>
                  <a:pt x="39" y="37"/>
                </a:cubicBezTo>
                <a:cubicBezTo>
                  <a:pt x="40" y="37"/>
                  <a:pt x="40" y="37"/>
                  <a:pt x="40" y="36"/>
                </a:cubicBezTo>
                <a:cubicBezTo>
                  <a:pt x="40" y="36"/>
                  <a:pt x="40" y="35"/>
                  <a:pt x="40" y="35"/>
                </a:cubicBezTo>
                <a:cubicBezTo>
                  <a:pt x="40" y="35"/>
                  <a:pt x="40" y="35"/>
                  <a:pt x="40" y="35"/>
                </a:cubicBezTo>
                <a:cubicBezTo>
                  <a:pt x="41" y="35"/>
                  <a:pt x="41" y="34"/>
                  <a:pt x="41" y="34"/>
                </a:cubicBezTo>
                <a:cubicBezTo>
                  <a:pt x="41" y="34"/>
                  <a:pt x="41" y="34"/>
                  <a:pt x="41" y="34"/>
                </a:cubicBezTo>
                <a:cubicBezTo>
                  <a:pt x="41" y="35"/>
                  <a:pt x="41" y="35"/>
                  <a:pt x="41" y="35"/>
                </a:cubicBezTo>
                <a:cubicBezTo>
                  <a:pt x="41" y="35"/>
                  <a:pt x="42" y="35"/>
                  <a:pt x="42" y="35"/>
                </a:cubicBezTo>
                <a:cubicBezTo>
                  <a:pt x="42" y="36"/>
                  <a:pt x="42" y="36"/>
                  <a:pt x="42" y="36"/>
                </a:cubicBezTo>
                <a:cubicBezTo>
                  <a:pt x="41" y="36"/>
                  <a:pt x="41" y="36"/>
                  <a:pt x="42" y="36"/>
                </a:cubicBezTo>
                <a:cubicBezTo>
                  <a:pt x="42" y="37"/>
                  <a:pt x="42" y="37"/>
                  <a:pt x="42" y="37"/>
                </a:cubicBezTo>
                <a:cubicBezTo>
                  <a:pt x="43" y="37"/>
                  <a:pt x="43" y="37"/>
                  <a:pt x="43" y="37"/>
                </a:cubicBezTo>
                <a:cubicBezTo>
                  <a:pt x="43" y="37"/>
                  <a:pt x="44" y="37"/>
                  <a:pt x="44" y="37"/>
                </a:cubicBezTo>
                <a:cubicBezTo>
                  <a:pt x="44" y="37"/>
                  <a:pt x="45" y="37"/>
                  <a:pt x="45" y="36"/>
                </a:cubicBezTo>
                <a:cubicBezTo>
                  <a:pt x="45" y="36"/>
                  <a:pt x="45" y="35"/>
                  <a:pt x="45" y="35"/>
                </a:cubicBezTo>
                <a:cubicBezTo>
                  <a:pt x="45" y="34"/>
                  <a:pt x="45" y="34"/>
                  <a:pt x="45" y="34"/>
                </a:cubicBezTo>
                <a:cubicBezTo>
                  <a:pt x="45" y="34"/>
                  <a:pt x="45" y="35"/>
                  <a:pt x="45" y="35"/>
                </a:cubicBezTo>
                <a:cubicBezTo>
                  <a:pt x="45" y="35"/>
                  <a:pt x="45" y="35"/>
                  <a:pt x="45" y="35"/>
                </a:cubicBezTo>
                <a:cubicBezTo>
                  <a:pt x="45" y="36"/>
                  <a:pt x="45" y="36"/>
                  <a:pt x="45" y="36"/>
                </a:cubicBezTo>
                <a:cubicBezTo>
                  <a:pt x="45" y="36"/>
                  <a:pt x="45" y="37"/>
                  <a:pt x="45" y="37"/>
                </a:cubicBezTo>
                <a:cubicBezTo>
                  <a:pt x="45" y="37"/>
                  <a:pt x="45" y="37"/>
                  <a:pt x="45" y="37"/>
                </a:cubicBezTo>
                <a:cubicBezTo>
                  <a:pt x="46" y="37"/>
                  <a:pt x="46" y="36"/>
                  <a:pt x="46" y="36"/>
                </a:cubicBezTo>
                <a:cubicBezTo>
                  <a:pt x="47" y="36"/>
                  <a:pt x="47" y="36"/>
                  <a:pt x="47" y="36"/>
                </a:cubicBezTo>
                <a:cubicBezTo>
                  <a:pt x="47" y="35"/>
                  <a:pt x="47" y="35"/>
                  <a:pt x="48" y="35"/>
                </a:cubicBezTo>
                <a:cubicBezTo>
                  <a:pt x="48" y="35"/>
                  <a:pt x="48" y="36"/>
                  <a:pt x="48" y="36"/>
                </a:cubicBezTo>
                <a:cubicBezTo>
                  <a:pt x="48" y="36"/>
                  <a:pt x="48" y="36"/>
                  <a:pt x="48" y="36"/>
                </a:cubicBezTo>
                <a:cubicBezTo>
                  <a:pt x="48" y="36"/>
                  <a:pt x="48" y="36"/>
                  <a:pt x="48" y="36"/>
                </a:cubicBezTo>
                <a:cubicBezTo>
                  <a:pt x="48" y="36"/>
                  <a:pt x="47" y="36"/>
                  <a:pt x="47" y="36"/>
                </a:cubicBezTo>
                <a:cubicBezTo>
                  <a:pt x="46" y="37"/>
                  <a:pt x="46" y="37"/>
                  <a:pt x="47" y="37"/>
                </a:cubicBezTo>
                <a:cubicBezTo>
                  <a:pt x="47" y="38"/>
                  <a:pt x="48" y="38"/>
                  <a:pt x="49" y="38"/>
                </a:cubicBezTo>
                <a:cubicBezTo>
                  <a:pt x="49" y="38"/>
                  <a:pt x="49" y="38"/>
                  <a:pt x="49" y="38"/>
                </a:cubicBezTo>
                <a:cubicBezTo>
                  <a:pt x="49" y="38"/>
                  <a:pt x="49" y="38"/>
                  <a:pt x="50" y="38"/>
                </a:cubicBezTo>
                <a:cubicBezTo>
                  <a:pt x="50" y="38"/>
                  <a:pt x="50" y="37"/>
                  <a:pt x="50" y="37"/>
                </a:cubicBezTo>
                <a:cubicBezTo>
                  <a:pt x="50" y="37"/>
                  <a:pt x="50" y="36"/>
                  <a:pt x="50" y="36"/>
                </a:cubicBezTo>
                <a:cubicBezTo>
                  <a:pt x="50" y="36"/>
                  <a:pt x="50" y="36"/>
                  <a:pt x="50" y="36"/>
                </a:cubicBezTo>
                <a:cubicBezTo>
                  <a:pt x="50" y="37"/>
                  <a:pt x="50" y="37"/>
                  <a:pt x="50" y="37"/>
                </a:cubicBezTo>
                <a:cubicBezTo>
                  <a:pt x="50" y="38"/>
                  <a:pt x="50" y="38"/>
                  <a:pt x="50" y="38"/>
                </a:cubicBezTo>
                <a:cubicBezTo>
                  <a:pt x="49" y="38"/>
                  <a:pt x="49" y="38"/>
                  <a:pt x="49" y="39"/>
                </a:cubicBezTo>
                <a:cubicBezTo>
                  <a:pt x="49" y="39"/>
                  <a:pt x="49" y="39"/>
                  <a:pt x="50" y="39"/>
                </a:cubicBezTo>
                <a:cubicBezTo>
                  <a:pt x="50" y="39"/>
                  <a:pt x="51" y="39"/>
                  <a:pt x="51" y="39"/>
                </a:cubicBezTo>
                <a:cubicBezTo>
                  <a:pt x="51" y="39"/>
                  <a:pt x="51" y="39"/>
                  <a:pt x="52" y="39"/>
                </a:cubicBezTo>
                <a:cubicBezTo>
                  <a:pt x="52" y="39"/>
                  <a:pt x="51" y="40"/>
                  <a:pt x="52" y="40"/>
                </a:cubicBezTo>
                <a:cubicBezTo>
                  <a:pt x="52" y="40"/>
                  <a:pt x="53" y="39"/>
                  <a:pt x="53" y="39"/>
                </a:cubicBezTo>
                <a:cubicBezTo>
                  <a:pt x="53" y="39"/>
                  <a:pt x="53" y="39"/>
                  <a:pt x="53" y="39"/>
                </a:cubicBezTo>
                <a:cubicBezTo>
                  <a:pt x="53" y="39"/>
                  <a:pt x="53" y="39"/>
                  <a:pt x="53" y="39"/>
                </a:cubicBezTo>
                <a:cubicBezTo>
                  <a:pt x="54" y="39"/>
                  <a:pt x="54" y="39"/>
                  <a:pt x="54" y="39"/>
                </a:cubicBezTo>
                <a:cubicBezTo>
                  <a:pt x="54" y="39"/>
                  <a:pt x="54" y="39"/>
                  <a:pt x="55" y="39"/>
                </a:cubicBezTo>
                <a:cubicBezTo>
                  <a:pt x="55" y="39"/>
                  <a:pt x="55" y="39"/>
                  <a:pt x="55" y="39"/>
                </a:cubicBezTo>
                <a:cubicBezTo>
                  <a:pt x="56" y="39"/>
                  <a:pt x="56" y="38"/>
                  <a:pt x="56" y="38"/>
                </a:cubicBezTo>
                <a:cubicBezTo>
                  <a:pt x="56" y="38"/>
                  <a:pt x="56" y="37"/>
                  <a:pt x="56" y="37"/>
                </a:cubicBezTo>
                <a:cubicBezTo>
                  <a:pt x="56" y="37"/>
                  <a:pt x="56" y="37"/>
                  <a:pt x="56" y="37"/>
                </a:cubicBezTo>
                <a:cubicBezTo>
                  <a:pt x="56" y="36"/>
                  <a:pt x="56" y="36"/>
                  <a:pt x="56" y="36"/>
                </a:cubicBezTo>
                <a:cubicBezTo>
                  <a:pt x="56" y="36"/>
                  <a:pt x="56" y="37"/>
                  <a:pt x="56" y="37"/>
                </a:cubicBezTo>
                <a:cubicBezTo>
                  <a:pt x="56" y="37"/>
                  <a:pt x="56" y="37"/>
                  <a:pt x="56" y="37"/>
                </a:cubicBezTo>
                <a:cubicBezTo>
                  <a:pt x="56" y="37"/>
                  <a:pt x="57" y="38"/>
                  <a:pt x="56" y="38"/>
                </a:cubicBezTo>
                <a:cubicBezTo>
                  <a:pt x="56" y="38"/>
                  <a:pt x="56" y="38"/>
                  <a:pt x="56" y="39"/>
                </a:cubicBezTo>
                <a:cubicBezTo>
                  <a:pt x="56" y="39"/>
                  <a:pt x="55" y="39"/>
                  <a:pt x="55" y="40"/>
                </a:cubicBezTo>
                <a:cubicBezTo>
                  <a:pt x="55" y="40"/>
                  <a:pt x="54" y="40"/>
                  <a:pt x="54" y="40"/>
                </a:cubicBezTo>
                <a:cubicBezTo>
                  <a:pt x="54" y="41"/>
                  <a:pt x="54" y="41"/>
                  <a:pt x="54" y="41"/>
                </a:cubicBezTo>
                <a:cubicBezTo>
                  <a:pt x="54" y="41"/>
                  <a:pt x="54" y="42"/>
                  <a:pt x="54" y="42"/>
                </a:cubicBezTo>
                <a:cubicBezTo>
                  <a:pt x="54" y="42"/>
                  <a:pt x="54" y="43"/>
                  <a:pt x="55" y="43"/>
                </a:cubicBezTo>
                <a:cubicBezTo>
                  <a:pt x="55" y="43"/>
                  <a:pt x="56" y="43"/>
                  <a:pt x="56" y="42"/>
                </a:cubicBezTo>
                <a:cubicBezTo>
                  <a:pt x="56" y="42"/>
                  <a:pt x="56" y="42"/>
                  <a:pt x="57" y="42"/>
                </a:cubicBezTo>
                <a:cubicBezTo>
                  <a:pt x="57" y="42"/>
                  <a:pt x="57" y="42"/>
                  <a:pt x="57" y="42"/>
                </a:cubicBezTo>
                <a:cubicBezTo>
                  <a:pt x="57" y="42"/>
                  <a:pt x="58" y="42"/>
                  <a:pt x="58" y="41"/>
                </a:cubicBezTo>
                <a:cubicBezTo>
                  <a:pt x="58" y="41"/>
                  <a:pt x="58" y="41"/>
                  <a:pt x="58" y="41"/>
                </a:cubicBezTo>
                <a:cubicBezTo>
                  <a:pt x="58" y="41"/>
                  <a:pt x="58" y="40"/>
                  <a:pt x="58" y="40"/>
                </a:cubicBezTo>
                <a:cubicBezTo>
                  <a:pt x="59" y="40"/>
                  <a:pt x="59" y="40"/>
                  <a:pt x="58" y="40"/>
                </a:cubicBezTo>
                <a:cubicBezTo>
                  <a:pt x="58" y="41"/>
                  <a:pt x="58" y="41"/>
                  <a:pt x="58" y="41"/>
                </a:cubicBezTo>
                <a:cubicBezTo>
                  <a:pt x="58" y="41"/>
                  <a:pt x="58" y="41"/>
                  <a:pt x="58" y="42"/>
                </a:cubicBezTo>
                <a:cubicBezTo>
                  <a:pt x="58" y="42"/>
                  <a:pt x="58" y="42"/>
                  <a:pt x="58" y="42"/>
                </a:cubicBezTo>
                <a:cubicBezTo>
                  <a:pt x="57" y="42"/>
                  <a:pt x="57" y="42"/>
                  <a:pt x="57" y="42"/>
                </a:cubicBezTo>
                <a:cubicBezTo>
                  <a:pt x="57" y="42"/>
                  <a:pt x="58" y="42"/>
                  <a:pt x="58" y="43"/>
                </a:cubicBezTo>
                <a:cubicBezTo>
                  <a:pt x="58" y="43"/>
                  <a:pt x="57" y="43"/>
                  <a:pt x="57" y="43"/>
                </a:cubicBezTo>
                <a:cubicBezTo>
                  <a:pt x="57" y="43"/>
                  <a:pt x="57" y="43"/>
                  <a:pt x="56" y="44"/>
                </a:cubicBezTo>
                <a:cubicBezTo>
                  <a:pt x="56" y="44"/>
                  <a:pt x="56" y="44"/>
                  <a:pt x="55" y="45"/>
                </a:cubicBezTo>
                <a:cubicBezTo>
                  <a:pt x="55" y="45"/>
                  <a:pt x="55" y="45"/>
                  <a:pt x="55" y="45"/>
                </a:cubicBezTo>
                <a:cubicBezTo>
                  <a:pt x="55" y="45"/>
                  <a:pt x="55" y="45"/>
                  <a:pt x="55" y="45"/>
                </a:cubicBezTo>
                <a:cubicBezTo>
                  <a:pt x="55" y="46"/>
                  <a:pt x="55" y="46"/>
                  <a:pt x="55" y="46"/>
                </a:cubicBezTo>
                <a:cubicBezTo>
                  <a:pt x="55" y="46"/>
                  <a:pt x="55" y="46"/>
                  <a:pt x="55" y="46"/>
                </a:cubicBezTo>
                <a:cubicBezTo>
                  <a:pt x="54" y="47"/>
                  <a:pt x="55" y="48"/>
                  <a:pt x="56" y="48"/>
                </a:cubicBezTo>
                <a:cubicBezTo>
                  <a:pt x="56" y="48"/>
                  <a:pt x="56" y="48"/>
                  <a:pt x="56" y="48"/>
                </a:cubicBezTo>
                <a:cubicBezTo>
                  <a:pt x="56" y="49"/>
                  <a:pt x="56" y="49"/>
                  <a:pt x="56" y="49"/>
                </a:cubicBezTo>
                <a:cubicBezTo>
                  <a:pt x="56" y="49"/>
                  <a:pt x="57" y="49"/>
                  <a:pt x="57" y="50"/>
                </a:cubicBezTo>
                <a:cubicBezTo>
                  <a:pt x="57" y="50"/>
                  <a:pt x="57" y="50"/>
                  <a:pt x="58" y="50"/>
                </a:cubicBezTo>
                <a:cubicBezTo>
                  <a:pt x="58" y="50"/>
                  <a:pt x="58" y="50"/>
                  <a:pt x="58" y="49"/>
                </a:cubicBezTo>
                <a:cubicBezTo>
                  <a:pt x="58" y="49"/>
                  <a:pt x="58" y="49"/>
                  <a:pt x="58" y="48"/>
                </a:cubicBezTo>
                <a:cubicBezTo>
                  <a:pt x="58" y="48"/>
                  <a:pt x="58" y="48"/>
                  <a:pt x="58" y="48"/>
                </a:cubicBezTo>
                <a:cubicBezTo>
                  <a:pt x="59" y="48"/>
                  <a:pt x="59" y="48"/>
                  <a:pt x="59" y="49"/>
                </a:cubicBezTo>
                <a:cubicBezTo>
                  <a:pt x="58" y="49"/>
                  <a:pt x="58" y="49"/>
                  <a:pt x="58" y="50"/>
                </a:cubicBezTo>
                <a:cubicBezTo>
                  <a:pt x="58" y="50"/>
                  <a:pt x="59" y="50"/>
                  <a:pt x="59" y="50"/>
                </a:cubicBezTo>
                <a:cubicBezTo>
                  <a:pt x="59" y="50"/>
                  <a:pt x="59" y="50"/>
                  <a:pt x="59" y="51"/>
                </a:cubicBezTo>
                <a:cubicBezTo>
                  <a:pt x="58" y="51"/>
                  <a:pt x="58" y="51"/>
                  <a:pt x="58" y="52"/>
                </a:cubicBezTo>
                <a:cubicBezTo>
                  <a:pt x="58" y="52"/>
                  <a:pt x="58" y="52"/>
                  <a:pt x="58" y="52"/>
                </a:cubicBezTo>
                <a:cubicBezTo>
                  <a:pt x="59" y="53"/>
                  <a:pt x="59" y="53"/>
                  <a:pt x="60" y="53"/>
                </a:cubicBezTo>
                <a:cubicBezTo>
                  <a:pt x="60" y="53"/>
                  <a:pt x="60" y="53"/>
                  <a:pt x="61" y="53"/>
                </a:cubicBezTo>
                <a:cubicBezTo>
                  <a:pt x="61" y="54"/>
                  <a:pt x="61" y="54"/>
                  <a:pt x="62" y="54"/>
                </a:cubicBezTo>
                <a:cubicBezTo>
                  <a:pt x="62" y="54"/>
                  <a:pt x="62" y="54"/>
                  <a:pt x="62" y="55"/>
                </a:cubicBezTo>
                <a:cubicBezTo>
                  <a:pt x="63" y="55"/>
                  <a:pt x="63" y="55"/>
                  <a:pt x="63" y="55"/>
                </a:cubicBezTo>
                <a:cubicBezTo>
                  <a:pt x="64" y="56"/>
                  <a:pt x="64" y="56"/>
                  <a:pt x="64" y="57"/>
                </a:cubicBezTo>
                <a:cubicBezTo>
                  <a:pt x="64" y="57"/>
                  <a:pt x="65" y="57"/>
                  <a:pt x="65" y="57"/>
                </a:cubicBezTo>
                <a:cubicBezTo>
                  <a:pt x="66" y="57"/>
                  <a:pt x="66" y="56"/>
                  <a:pt x="66" y="56"/>
                </a:cubicBezTo>
                <a:cubicBezTo>
                  <a:pt x="67" y="56"/>
                  <a:pt x="67" y="56"/>
                  <a:pt x="67" y="56"/>
                </a:cubicBezTo>
                <a:cubicBezTo>
                  <a:pt x="68" y="55"/>
                  <a:pt x="68" y="55"/>
                  <a:pt x="69" y="55"/>
                </a:cubicBezTo>
                <a:cubicBezTo>
                  <a:pt x="70" y="55"/>
                  <a:pt x="70" y="55"/>
                  <a:pt x="71" y="55"/>
                </a:cubicBezTo>
                <a:cubicBezTo>
                  <a:pt x="71" y="55"/>
                  <a:pt x="71" y="55"/>
                  <a:pt x="72" y="55"/>
                </a:cubicBezTo>
                <a:cubicBezTo>
                  <a:pt x="72" y="55"/>
                  <a:pt x="72" y="55"/>
                  <a:pt x="72" y="55"/>
                </a:cubicBezTo>
                <a:cubicBezTo>
                  <a:pt x="72" y="56"/>
                  <a:pt x="72" y="56"/>
                  <a:pt x="73" y="57"/>
                </a:cubicBezTo>
                <a:cubicBezTo>
                  <a:pt x="73" y="57"/>
                  <a:pt x="73" y="57"/>
                  <a:pt x="73" y="57"/>
                </a:cubicBezTo>
                <a:cubicBezTo>
                  <a:pt x="74" y="57"/>
                  <a:pt x="74" y="57"/>
                  <a:pt x="74" y="57"/>
                </a:cubicBezTo>
                <a:cubicBezTo>
                  <a:pt x="74" y="57"/>
                  <a:pt x="74" y="57"/>
                  <a:pt x="75" y="57"/>
                </a:cubicBezTo>
                <a:cubicBezTo>
                  <a:pt x="75" y="57"/>
                  <a:pt x="75" y="57"/>
                  <a:pt x="75" y="57"/>
                </a:cubicBezTo>
                <a:cubicBezTo>
                  <a:pt x="75" y="56"/>
                  <a:pt x="76" y="56"/>
                  <a:pt x="77" y="56"/>
                </a:cubicBezTo>
                <a:cubicBezTo>
                  <a:pt x="77" y="56"/>
                  <a:pt x="78" y="56"/>
                  <a:pt x="79" y="56"/>
                </a:cubicBezTo>
                <a:cubicBezTo>
                  <a:pt x="79" y="57"/>
                  <a:pt x="79" y="57"/>
                  <a:pt x="80" y="57"/>
                </a:cubicBezTo>
                <a:cubicBezTo>
                  <a:pt x="80" y="57"/>
                  <a:pt x="80" y="57"/>
                  <a:pt x="80" y="57"/>
                </a:cubicBezTo>
                <a:cubicBezTo>
                  <a:pt x="80" y="57"/>
                  <a:pt x="80" y="57"/>
                  <a:pt x="80" y="57"/>
                </a:cubicBezTo>
                <a:cubicBezTo>
                  <a:pt x="81" y="57"/>
                  <a:pt x="81" y="57"/>
                  <a:pt x="81" y="57"/>
                </a:cubicBezTo>
                <a:cubicBezTo>
                  <a:pt x="81" y="56"/>
                  <a:pt x="82" y="56"/>
                  <a:pt x="82" y="56"/>
                </a:cubicBezTo>
                <a:cubicBezTo>
                  <a:pt x="83" y="56"/>
                  <a:pt x="83" y="56"/>
                  <a:pt x="84" y="56"/>
                </a:cubicBezTo>
                <a:cubicBezTo>
                  <a:pt x="84" y="56"/>
                  <a:pt x="84" y="55"/>
                  <a:pt x="84" y="55"/>
                </a:cubicBezTo>
                <a:cubicBezTo>
                  <a:pt x="85" y="55"/>
                  <a:pt x="85" y="55"/>
                  <a:pt x="86" y="55"/>
                </a:cubicBezTo>
                <a:cubicBezTo>
                  <a:pt x="86" y="55"/>
                  <a:pt x="86" y="55"/>
                  <a:pt x="86" y="55"/>
                </a:cubicBezTo>
                <a:cubicBezTo>
                  <a:pt x="87" y="55"/>
                  <a:pt x="87" y="55"/>
                  <a:pt x="87" y="55"/>
                </a:cubicBezTo>
                <a:cubicBezTo>
                  <a:pt x="87" y="55"/>
                  <a:pt x="87" y="55"/>
                  <a:pt x="87" y="55"/>
                </a:cubicBezTo>
                <a:cubicBezTo>
                  <a:pt x="88" y="55"/>
                  <a:pt x="88" y="55"/>
                  <a:pt x="89" y="55"/>
                </a:cubicBezTo>
                <a:cubicBezTo>
                  <a:pt x="89" y="55"/>
                  <a:pt x="89" y="55"/>
                  <a:pt x="90" y="55"/>
                </a:cubicBezTo>
                <a:cubicBezTo>
                  <a:pt x="90" y="55"/>
                  <a:pt x="91" y="55"/>
                  <a:pt x="91" y="55"/>
                </a:cubicBezTo>
                <a:cubicBezTo>
                  <a:pt x="91" y="55"/>
                  <a:pt x="92" y="55"/>
                  <a:pt x="92" y="55"/>
                </a:cubicBezTo>
                <a:cubicBezTo>
                  <a:pt x="92" y="55"/>
                  <a:pt x="92" y="55"/>
                  <a:pt x="92" y="56"/>
                </a:cubicBezTo>
                <a:cubicBezTo>
                  <a:pt x="93" y="56"/>
                  <a:pt x="93" y="56"/>
                  <a:pt x="94" y="55"/>
                </a:cubicBezTo>
                <a:cubicBezTo>
                  <a:pt x="94" y="55"/>
                  <a:pt x="95" y="56"/>
                  <a:pt x="96" y="55"/>
                </a:cubicBezTo>
                <a:cubicBezTo>
                  <a:pt x="96" y="55"/>
                  <a:pt x="96" y="54"/>
                  <a:pt x="96" y="54"/>
                </a:cubicBezTo>
                <a:cubicBezTo>
                  <a:pt x="96" y="54"/>
                  <a:pt x="97" y="54"/>
                  <a:pt x="97" y="54"/>
                </a:cubicBezTo>
                <a:cubicBezTo>
                  <a:pt x="97" y="54"/>
                  <a:pt x="97" y="54"/>
                  <a:pt x="97" y="54"/>
                </a:cubicBezTo>
                <a:cubicBezTo>
                  <a:pt x="96" y="54"/>
                  <a:pt x="96" y="55"/>
                  <a:pt x="96" y="55"/>
                </a:cubicBezTo>
                <a:cubicBezTo>
                  <a:pt x="96" y="55"/>
                  <a:pt x="96" y="55"/>
                  <a:pt x="97" y="55"/>
                </a:cubicBezTo>
                <a:cubicBezTo>
                  <a:pt x="97" y="55"/>
                  <a:pt x="98" y="55"/>
                  <a:pt x="98" y="55"/>
                </a:cubicBezTo>
                <a:cubicBezTo>
                  <a:pt x="98" y="55"/>
                  <a:pt x="99" y="55"/>
                  <a:pt x="99" y="55"/>
                </a:cubicBezTo>
                <a:cubicBezTo>
                  <a:pt x="99" y="54"/>
                  <a:pt x="99" y="54"/>
                  <a:pt x="99" y="54"/>
                </a:cubicBezTo>
                <a:cubicBezTo>
                  <a:pt x="99" y="54"/>
                  <a:pt x="99" y="54"/>
                  <a:pt x="100" y="54"/>
                </a:cubicBezTo>
                <a:cubicBezTo>
                  <a:pt x="100" y="54"/>
                  <a:pt x="100" y="54"/>
                  <a:pt x="100" y="54"/>
                </a:cubicBezTo>
                <a:cubicBezTo>
                  <a:pt x="100" y="54"/>
                  <a:pt x="100" y="54"/>
                  <a:pt x="100" y="54"/>
                </a:cubicBezTo>
                <a:cubicBezTo>
                  <a:pt x="100" y="54"/>
                  <a:pt x="101" y="54"/>
                  <a:pt x="101" y="54"/>
                </a:cubicBezTo>
                <a:cubicBezTo>
                  <a:pt x="101" y="54"/>
                  <a:pt x="101" y="53"/>
                  <a:pt x="101" y="53"/>
                </a:cubicBezTo>
                <a:cubicBezTo>
                  <a:pt x="101" y="53"/>
                  <a:pt x="101" y="53"/>
                  <a:pt x="102" y="53"/>
                </a:cubicBezTo>
                <a:cubicBezTo>
                  <a:pt x="102" y="53"/>
                  <a:pt x="102" y="53"/>
                  <a:pt x="102" y="53"/>
                </a:cubicBezTo>
                <a:cubicBezTo>
                  <a:pt x="102" y="53"/>
                  <a:pt x="102" y="53"/>
                  <a:pt x="102" y="53"/>
                </a:cubicBezTo>
                <a:cubicBezTo>
                  <a:pt x="103" y="53"/>
                  <a:pt x="103" y="53"/>
                  <a:pt x="103" y="53"/>
                </a:cubicBezTo>
                <a:cubicBezTo>
                  <a:pt x="104" y="53"/>
                  <a:pt x="104" y="53"/>
                  <a:pt x="104" y="53"/>
                </a:cubicBezTo>
                <a:cubicBezTo>
                  <a:pt x="104" y="53"/>
                  <a:pt x="104" y="53"/>
                  <a:pt x="104" y="53"/>
                </a:cubicBezTo>
                <a:cubicBezTo>
                  <a:pt x="103" y="54"/>
                  <a:pt x="103" y="54"/>
                  <a:pt x="104" y="54"/>
                </a:cubicBezTo>
                <a:cubicBezTo>
                  <a:pt x="104" y="54"/>
                  <a:pt x="104" y="54"/>
                  <a:pt x="105" y="54"/>
                </a:cubicBezTo>
                <a:cubicBezTo>
                  <a:pt x="105" y="54"/>
                  <a:pt x="105" y="54"/>
                  <a:pt x="105" y="54"/>
                </a:cubicBezTo>
                <a:cubicBezTo>
                  <a:pt x="105" y="54"/>
                  <a:pt x="105" y="54"/>
                  <a:pt x="105" y="54"/>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7"/>
                  <a:pt x="105" y="57"/>
                  <a:pt x="105" y="57"/>
                </a:cubicBezTo>
                <a:cubicBezTo>
                  <a:pt x="104" y="57"/>
                  <a:pt x="104" y="57"/>
                  <a:pt x="103" y="58"/>
                </a:cubicBezTo>
                <a:cubicBezTo>
                  <a:pt x="103" y="58"/>
                  <a:pt x="102" y="58"/>
                  <a:pt x="103" y="58"/>
                </a:cubicBezTo>
                <a:cubicBezTo>
                  <a:pt x="103" y="58"/>
                  <a:pt x="103" y="58"/>
                  <a:pt x="103" y="58"/>
                </a:cubicBezTo>
                <a:cubicBezTo>
                  <a:pt x="104" y="58"/>
                  <a:pt x="104" y="58"/>
                  <a:pt x="104" y="58"/>
                </a:cubicBezTo>
                <a:cubicBezTo>
                  <a:pt x="104" y="58"/>
                  <a:pt x="105" y="58"/>
                  <a:pt x="105" y="58"/>
                </a:cubicBezTo>
                <a:cubicBezTo>
                  <a:pt x="105" y="58"/>
                  <a:pt x="106" y="57"/>
                  <a:pt x="106" y="58"/>
                </a:cubicBezTo>
                <a:cubicBezTo>
                  <a:pt x="106" y="58"/>
                  <a:pt x="105" y="58"/>
                  <a:pt x="105" y="58"/>
                </a:cubicBezTo>
                <a:cubicBezTo>
                  <a:pt x="105" y="58"/>
                  <a:pt x="105" y="58"/>
                  <a:pt x="105" y="58"/>
                </a:cubicBezTo>
                <a:cubicBezTo>
                  <a:pt x="104" y="58"/>
                  <a:pt x="103" y="58"/>
                  <a:pt x="103" y="59"/>
                </a:cubicBezTo>
                <a:cubicBezTo>
                  <a:pt x="103" y="59"/>
                  <a:pt x="104" y="59"/>
                  <a:pt x="105" y="59"/>
                </a:cubicBezTo>
                <a:cubicBezTo>
                  <a:pt x="105" y="59"/>
                  <a:pt x="106" y="59"/>
                  <a:pt x="106" y="60"/>
                </a:cubicBezTo>
                <a:cubicBezTo>
                  <a:pt x="106" y="60"/>
                  <a:pt x="105" y="60"/>
                  <a:pt x="105" y="60"/>
                </a:cubicBezTo>
                <a:cubicBezTo>
                  <a:pt x="105" y="61"/>
                  <a:pt x="106" y="60"/>
                  <a:pt x="106" y="61"/>
                </a:cubicBezTo>
                <a:cubicBezTo>
                  <a:pt x="107" y="61"/>
                  <a:pt x="105" y="62"/>
                  <a:pt x="104" y="62"/>
                </a:cubicBezTo>
                <a:cubicBezTo>
                  <a:pt x="104" y="61"/>
                  <a:pt x="103" y="61"/>
                  <a:pt x="103" y="60"/>
                </a:cubicBezTo>
                <a:cubicBezTo>
                  <a:pt x="103" y="60"/>
                  <a:pt x="102" y="60"/>
                  <a:pt x="102" y="60"/>
                </a:cubicBezTo>
                <a:cubicBezTo>
                  <a:pt x="102" y="60"/>
                  <a:pt x="101" y="60"/>
                  <a:pt x="101" y="60"/>
                </a:cubicBezTo>
                <a:cubicBezTo>
                  <a:pt x="101" y="60"/>
                  <a:pt x="100" y="61"/>
                  <a:pt x="100" y="61"/>
                </a:cubicBezTo>
                <a:cubicBezTo>
                  <a:pt x="100" y="61"/>
                  <a:pt x="100" y="61"/>
                  <a:pt x="100" y="61"/>
                </a:cubicBezTo>
                <a:cubicBezTo>
                  <a:pt x="101" y="61"/>
                  <a:pt x="101" y="61"/>
                  <a:pt x="101" y="62"/>
                </a:cubicBezTo>
                <a:cubicBezTo>
                  <a:pt x="101" y="62"/>
                  <a:pt x="101" y="62"/>
                  <a:pt x="102" y="61"/>
                </a:cubicBezTo>
                <a:cubicBezTo>
                  <a:pt x="102" y="61"/>
                  <a:pt x="102" y="61"/>
                  <a:pt x="102" y="62"/>
                </a:cubicBezTo>
                <a:cubicBezTo>
                  <a:pt x="102" y="62"/>
                  <a:pt x="101" y="62"/>
                  <a:pt x="101" y="62"/>
                </a:cubicBezTo>
                <a:cubicBezTo>
                  <a:pt x="101" y="62"/>
                  <a:pt x="102" y="63"/>
                  <a:pt x="102" y="63"/>
                </a:cubicBezTo>
                <a:cubicBezTo>
                  <a:pt x="102" y="63"/>
                  <a:pt x="102" y="64"/>
                  <a:pt x="102" y="65"/>
                </a:cubicBezTo>
                <a:cubicBezTo>
                  <a:pt x="102" y="65"/>
                  <a:pt x="102" y="64"/>
                  <a:pt x="102" y="64"/>
                </a:cubicBezTo>
                <a:cubicBezTo>
                  <a:pt x="102" y="63"/>
                  <a:pt x="101" y="63"/>
                  <a:pt x="101" y="62"/>
                </a:cubicBezTo>
                <a:cubicBezTo>
                  <a:pt x="101" y="63"/>
                  <a:pt x="101" y="63"/>
                  <a:pt x="101" y="63"/>
                </a:cubicBezTo>
                <a:cubicBezTo>
                  <a:pt x="101" y="64"/>
                  <a:pt x="101" y="64"/>
                  <a:pt x="101" y="65"/>
                </a:cubicBezTo>
                <a:cubicBezTo>
                  <a:pt x="102" y="65"/>
                  <a:pt x="102" y="66"/>
                  <a:pt x="102" y="66"/>
                </a:cubicBezTo>
                <a:cubicBezTo>
                  <a:pt x="102" y="66"/>
                  <a:pt x="102" y="66"/>
                  <a:pt x="102" y="66"/>
                </a:cubicBezTo>
                <a:cubicBezTo>
                  <a:pt x="103" y="66"/>
                  <a:pt x="103" y="66"/>
                  <a:pt x="103" y="66"/>
                </a:cubicBezTo>
                <a:cubicBezTo>
                  <a:pt x="103" y="66"/>
                  <a:pt x="102" y="66"/>
                  <a:pt x="102" y="66"/>
                </a:cubicBezTo>
                <a:cubicBezTo>
                  <a:pt x="102" y="66"/>
                  <a:pt x="102" y="66"/>
                  <a:pt x="102" y="66"/>
                </a:cubicBezTo>
                <a:cubicBezTo>
                  <a:pt x="101" y="65"/>
                  <a:pt x="101" y="65"/>
                  <a:pt x="101" y="65"/>
                </a:cubicBezTo>
                <a:cubicBezTo>
                  <a:pt x="101" y="64"/>
                  <a:pt x="100" y="64"/>
                  <a:pt x="100" y="63"/>
                </a:cubicBezTo>
                <a:cubicBezTo>
                  <a:pt x="100" y="63"/>
                  <a:pt x="100" y="63"/>
                  <a:pt x="100" y="62"/>
                </a:cubicBezTo>
                <a:cubicBezTo>
                  <a:pt x="100" y="62"/>
                  <a:pt x="99" y="62"/>
                  <a:pt x="99" y="63"/>
                </a:cubicBezTo>
                <a:cubicBezTo>
                  <a:pt x="99" y="63"/>
                  <a:pt x="99" y="63"/>
                  <a:pt x="99" y="63"/>
                </a:cubicBezTo>
                <a:cubicBezTo>
                  <a:pt x="99" y="63"/>
                  <a:pt x="99" y="64"/>
                  <a:pt x="99" y="64"/>
                </a:cubicBezTo>
                <a:cubicBezTo>
                  <a:pt x="99" y="65"/>
                  <a:pt x="99" y="65"/>
                  <a:pt x="99" y="65"/>
                </a:cubicBezTo>
                <a:cubicBezTo>
                  <a:pt x="99" y="66"/>
                  <a:pt x="99" y="66"/>
                  <a:pt x="99" y="66"/>
                </a:cubicBezTo>
                <a:cubicBezTo>
                  <a:pt x="99" y="67"/>
                  <a:pt x="99" y="67"/>
                  <a:pt x="99" y="67"/>
                </a:cubicBezTo>
                <a:cubicBezTo>
                  <a:pt x="98" y="68"/>
                  <a:pt x="98" y="68"/>
                  <a:pt x="98" y="68"/>
                </a:cubicBezTo>
                <a:cubicBezTo>
                  <a:pt x="98" y="68"/>
                  <a:pt x="98" y="68"/>
                  <a:pt x="98" y="67"/>
                </a:cubicBezTo>
                <a:cubicBezTo>
                  <a:pt x="98" y="67"/>
                  <a:pt x="98" y="67"/>
                  <a:pt x="98" y="67"/>
                </a:cubicBezTo>
                <a:cubicBezTo>
                  <a:pt x="98" y="66"/>
                  <a:pt x="98" y="66"/>
                  <a:pt x="98" y="65"/>
                </a:cubicBezTo>
                <a:cubicBezTo>
                  <a:pt x="98" y="65"/>
                  <a:pt x="98" y="64"/>
                  <a:pt x="98" y="64"/>
                </a:cubicBezTo>
                <a:cubicBezTo>
                  <a:pt x="98" y="64"/>
                  <a:pt x="98" y="63"/>
                  <a:pt x="97" y="63"/>
                </a:cubicBezTo>
                <a:cubicBezTo>
                  <a:pt x="97" y="63"/>
                  <a:pt x="97" y="63"/>
                  <a:pt x="97" y="63"/>
                </a:cubicBezTo>
                <a:cubicBezTo>
                  <a:pt x="96" y="63"/>
                  <a:pt x="96" y="63"/>
                  <a:pt x="96" y="64"/>
                </a:cubicBezTo>
                <a:cubicBezTo>
                  <a:pt x="96" y="64"/>
                  <a:pt x="96" y="64"/>
                  <a:pt x="96" y="64"/>
                </a:cubicBezTo>
                <a:cubicBezTo>
                  <a:pt x="96" y="64"/>
                  <a:pt x="96" y="65"/>
                  <a:pt x="96" y="65"/>
                </a:cubicBezTo>
                <a:cubicBezTo>
                  <a:pt x="96" y="65"/>
                  <a:pt x="96" y="65"/>
                  <a:pt x="96" y="64"/>
                </a:cubicBezTo>
                <a:cubicBezTo>
                  <a:pt x="96" y="64"/>
                  <a:pt x="96" y="64"/>
                  <a:pt x="96" y="64"/>
                </a:cubicBezTo>
                <a:cubicBezTo>
                  <a:pt x="96" y="64"/>
                  <a:pt x="96" y="64"/>
                  <a:pt x="96" y="64"/>
                </a:cubicBezTo>
                <a:cubicBezTo>
                  <a:pt x="96" y="64"/>
                  <a:pt x="95" y="64"/>
                  <a:pt x="95" y="64"/>
                </a:cubicBezTo>
                <a:cubicBezTo>
                  <a:pt x="95" y="63"/>
                  <a:pt x="95" y="63"/>
                  <a:pt x="95" y="64"/>
                </a:cubicBezTo>
                <a:cubicBezTo>
                  <a:pt x="95" y="64"/>
                  <a:pt x="95" y="64"/>
                  <a:pt x="95" y="64"/>
                </a:cubicBezTo>
                <a:cubicBezTo>
                  <a:pt x="95" y="64"/>
                  <a:pt x="95" y="64"/>
                  <a:pt x="95" y="64"/>
                </a:cubicBezTo>
                <a:cubicBezTo>
                  <a:pt x="95" y="65"/>
                  <a:pt x="95" y="65"/>
                  <a:pt x="95" y="65"/>
                </a:cubicBezTo>
                <a:cubicBezTo>
                  <a:pt x="95" y="65"/>
                  <a:pt x="95" y="65"/>
                  <a:pt x="95" y="65"/>
                </a:cubicBezTo>
                <a:cubicBezTo>
                  <a:pt x="95" y="65"/>
                  <a:pt x="95" y="65"/>
                  <a:pt x="95" y="65"/>
                </a:cubicBezTo>
                <a:cubicBezTo>
                  <a:pt x="95" y="65"/>
                  <a:pt x="94" y="65"/>
                  <a:pt x="94" y="65"/>
                </a:cubicBezTo>
                <a:cubicBezTo>
                  <a:pt x="94" y="65"/>
                  <a:pt x="94" y="65"/>
                  <a:pt x="94" y="64"/>
                </a:cubicBezTo>
                <a:cubicBezTo>
                  <a:pt x="94" y="64"/>
                  <a:pt x="94" y="64"/>
                  <a:pt x="94" y="64"/>
                </a:cubicBezTo>
                <a:cubicBezTo>
                  <a:pt x="94" y="64"/>
                  <a:pt x="94" y="64"/>
                  <a:pt x="94" y="63"/>
                </a:cubicBezTo>
                <a:cubicBezTo>
                  <a:pt x="94" y="63"/>
                  <a:pt x="94" y="63"/>
                  <a:pt x="94" y="63"/>
                </a:cubicBezTo>
                <a:cubicBezTo>
                  <a:pt x="93" y="62"/>
                  <a:pt x="93" y="63"/>
                  <a:pt x="93" y="63"/>
                </a:cubicBezTo>
                <a:cubicBezTo>
                  <a:pt x="93" y="64"/>
                  <a:pt x="93" y="64"/>
                  <a:pt x="93" y="65"/>
                </a:cubicBezTo>
                <a:cubicBezTo>
                  <a:pt x="93" y="65"/>
                  <a:pt x="93" y="65"/>
                  <a:pt x="93" y="65"/>
                </a:cubicBezTo>
                <a:cubicBezTo>
                  <a:pt x="94" y="65"/>
                  <a:pt x="94" y="65"/>
                  <a:pt x="94" y="66"/>
                </a:cubicBezTo>
                <a:cubicBezTo>
                  <a:pt x="94" y="66"/>
                  <a:pt x="94" y="66"/>
                  <a:pt x="93" y="66"/>
                </a:cubicBezTo>
                <a:cubicBezTo>
                  <a:pt x="93" y="66"/>
                  <a:pt x="93" y="66"/>
                  <a:pt x="93" y="66"/>
                </a:cubicBezTo>
                <a:cubicBezTo>
                  <a:pt x="93" y="66"/>
                  <a:pt x="93" y="66"/>
                  <a:pt x="93" y="66"/>
                </a:cubicBezTo>
                <a:cubicBezTo>
                  <a:pt x="93" y="65"/>
                  <a:pt x="93" y="65"/>
                  <a:pt x="93" y="65"/>
                </a:cubicBezTo>
                <a:cubicBezTo>
                  <a:pt x="93" y="64"/>
                  <a:pt x="93" y="64"/>
                  <a:pt x="93" y="63"/>
                </a:cubicBezTo>
                <a:cubicBezTo>
                  <a:pt x="93" y="63"/>
                  <a:pt x="93" y="63"/>
                  <a:pt x="93" y="63"/>
                </a:cubicBezTo>
                <a:cubicBezTo>
                  <a:pt x="93" y="63"/>
                  <a:pt x="93" y="62"/>
                  <a:pt x="93" y="62"/>
                </a:cubicBezTo>
                <a:cubicBezTo>
                  <a:pt x="92" y="62"/>
                  <a:pt x="92" y="63"/>
                  <a:pt x="92" y="63"/>
                </a:cubicBezTo>
                <a:cubicBezTo>
                  <a:pt x="92" y="64"/>
                  <a:pt x="92" y="64"/>
                  <a:pt x="92" y="64"/>
                </a:cubicBezTo>
                <a:cubicBezTo>
                  <a:pt x="92" y="64"/>
                  <a:pt x="92" y="64"/>
                  <a:pt x="92" y="64"/>
                </a:cubicBezTo>
                <a:cubicBezTo>
                  <a:pt x="91" y="65"/>
                  <a:pt x="91" y="65"/>
                  <a:pt x="92" y="66"/>
                </a:cubicBezTo>
                <a:cubicBezTo>
                  <a:pt x="92" y="66"/>
                  <a:pt x="91" y="67"/>
                  <a:pt x="91" y="67"/>
                </a:cubicBezTo>
                <a:cubicBezTo>
                  <a:pt x="91" y="67"/>
                  <a:pt x="91" y="66"/>
                  <a:pt x="91" y="66"/>
                </a:cubicBezTo>
                <a:cubicBezTo>
                  <a:pt x="91" y="66"/>
                  <a:pt x="91" y="65"/>
                  <a:pt x="91" y="65"/>
                </a:cubicBezTo>
                <a:cubicBezTo>
                  <a:pt x="91" y="64"/>
                  <a:pt x="91" y="63"/>
                  <a:pt x="91" y="63"/>
                </a:cubicBezTo>
                <a:cubicBezTo>
                  <a:pt x="91" y="62"/>
                  <a:pt x="90" y="62"/>
                  <a:pt x="90" y="62"/>
                </a:cubicBezTo>
                <a:cubicBezTo>
                  <a:pt x="90" y="62"/>
                  <a:pt x="90" y="62"/>
                  <a:pt x="89" y="62"/>
                </a:cubicBezTo>
                <a:cubicBezTo>
                  <a:pt x="89" y="62"/>
                  <a:pt x="89" y="61"/>
                  <a:pt x="89" y="61"/>
                </a:cubicBezTo>
                <a:cubicBezTo>
                  <a:pt x="89" y="61"/>
                  <a:pt x="89" y="61"/>
                  <a:pt x="88" y="60"/>
                </a:cubicBezTo>
                <a:cubicBezTo>
                  <a:pt x="88" y="60"/>
                  <a:pt x="88" y="60"/>
                  <a:pt x="87" y="60"/>
                </a:cubicBezTo>
                <a:cubicBezTo>
                  <a:pt x="87" y="60"/>
                  <a:pt x="86" y="60"/>
                  <a:pt x="86" y="60"/>
                </a:cubicBezTo>
                <a:cubicBezTo>
                  <a:pt x="85" y="61"/>
                  <a:pt x="84" y="61"/>
                  <a:pt x="83" y="62"/>
                </a:cubicBezTo>
                <a:cubicBezTo>
                  <a:pt x="83" y="62"/>
                  <a:pt x="82" y="63"/>
                  <a:pt x="82" y="63"/>
                </a:cubicBezTo>
                <a:cubicBezTo>
                  <a:pt x="82" y="64"/>
                  <a:pt x="81" y="64"/>
                  <a:pt x="81" y="65"/>
                </a:cubicBezTo>
                <a:cubicBezTo>
                  <a:pt x="81" y="65"/>
                  <a:pt x="80" y="66"/>
                  <a:pt x="80" y="66"/>
                </a:cubicBezTo>
                <a:cubicBezTo>
                  <a:pt x="79" y="67"/>
                  <a:pt x="79" y="67"/>
                  <a:pt x="78" y="68"/>
                </a:cubicBezTo>
                <a:cubicBezTo>
                  <a:pt x="78" y="68"/>
                  <a:pt x="77" y="68"/>
                  <a:pt x="77" y="69"/>
                </a:cubicBezTo>
                <a:cubicBezTo>
                  <a:pt x="77" y="69"/>
                  <a:pt x="76" y="69"/>
                  <a:pt x="76" y="69"/>
                </a:cubicBezTo>
                <a:cubicBezTo>
                  <a:pt x="76" y="69"/>
                  <a:pt x="75" y="70"/>
                  <a:pt x="75" y="70"/>
                </a:cubicBezTo>
                <a:cubicBezTo>
                  <a:pt x="75" y="70"/>
                  <a:pt x="74" y="69"/>
                  <a:pt x="74" y="69"/>
                </a:cubicBezTo>
                <a:cubicBezTo>
                  <a:pt x="73" y="68"/>
                  <a:pt x="73" y="68"/>
                  <a:pt x="72" y="67"/>
                </a:cubicBezTo>
                <a:cubicBezTo>
                  <a:pt x="71" y="67"/>
                  <a:pt x="71" y="67"/>
                  <a:pt x="70" y="67"/>
                </a:cubicBezTo>
                <a:cubicBezTo>
                  <a:pt x="70" y="67"/>
                  <a:pt x="69" y="67"/>
                  <a:pt x="69" y="67"/>
                </a:cubicBezTo>
                <a:cubicBezTo>
                  <a:pt x="69" y="67"/>
                  <a:pt x="69" y="67"/>
                  <a:pt x="68" y="67"/>
                </a:cubicBezTo>
                <a:cubicBezTo>
                  <a:pt x="68" y="68"/>
                  <a:pt x="68" y="68"/>
                  <a:pt x="68" y="68"/>
                </a:cubicBezTo>
                <a:cubicBezTo>
                  <a:pt x="67" y="68"/>
                  <a:pt x="68" y="67"/>
                  <a:pt x="68" y="67"/>
                </a:cubicBezTo>
                <a:cubicBezTo>
                  <a:pt x="68" y="67"/>
                  <a:pt x="68" y="67"/>
                  <a:pt x="68" y="67"/>
                </a:cubicBezTo>
                <a:cubicBezTo>
                  <a:pt x="67" y="67"/>
                  <a:pt x="67" y="67"/>
                  <a:pt x="67" y="67"/>
                </a:cubicBezTo>
                <a:cubicBezTo>
                  <a:pt x="67" y="67"/>
                  <a:pt x="67" y="67"/>
                  <a:pt x="67" y="67"/>
                </a:cubicBezTo>
                <a:cubicBezTo>
                  <a:pt x="66" y="67"/>
                  <a:pt x="66" y="67"/>
                  <a:pt x="65" y="67"/>
                </a:cubicBezTo>
                <a:cubicBezTo>
                  <a:pt x="65" y="66"/>
                  <a:pt x="64" y="66"/>
                  <a:pt x="63" y="66"/>
                </a:cubicBezTo>
                <a:cubicBezTo>
                  <a:pt x="63" y="66"/>
                  <a:pt x="62" y="66"/>
                  <a:pt x="61" y="66"/>
                </a:cubicBezTo>
                <a:cubicBezTo>
                  <a:pt x="61" y="66"/>
                  <a:pt x="60" y="66"/>
                  <a:pt x="60" y="67"/>
                </a:cubicBezTo>
                <a:cubicBezTo>
                  <a:pt x="60" y="67"/>
                  <a:pt x="60" y="67"/>
                  <a:pt x="60" y="67"/>
                </a:cubicBezTo>
                <a:cubicBezTo>
                  <a:pt x="61" y="67"/>
                  <a:pt x="61" y="67"/>
                  <a:pt x="61" y="67"/>
                </a:cubicBezTo>
                <a:cubicBezTo>
                  <a:pt x="61" y="67"/>
                  <a:pt x="61" y="67"/>
                  <a:pt x="61" y="67"/>
                </a:cubicBezTo>
                <a:cubicBezTo>
                  <a:pt x="61" y="67"/>
                  <a:pt x="61" y="67"/>
                  <a:pt x="60" y="68"/>
                </a:cubicBezTo>
                <a:cubicBezTo>
                  <a:pt x="60" y="68"/>
                  <a:pt x="60" y="68"/>
                  <a:pt x="59" y="68"/>
                </a:cubicBezTo>
                <a:cubicBezTo>
                  <a:pt x="59" y="68"/>
                  <a:pt x="59" y="68"/>
                  <a:pt x="59" y="68"/>
                </a:cubicBezTo>
                <a:cubicBezTo>
                  <a:pt x="59" y="68"/>
                  <a:pt x="59" y="68"/>
                  <a:pt x="58" y="68"/>
                </a:cubicBezTo>
                <a:cubicBezTo>
                  <a:pt x="58" y="68"/>
                  <a:pt x="57" y="68"/>
                  <a:pt x="57" y="68"/>
                </a:cubicBezTo>
                <a:cubicBezTo>
                  <a:pt x="56" y="69"/>
                  <a:pt x="56" y="69"/>
                  <a:pt x="56" y="69"/>
                </a:cubicBezTo>
                <a:cubicBezTo>
                  <a:pt x="56" y="69"/>
                  <a:pt x="56" y="69"/>
                  <a:pt x="56" y="69"/>
                </a:cubicBezTo>
                <a:cubicBezTo>
                  <a:pt x="57" y="69"/>
                  <a:pt x="57" y="69"/>
                  <a:pt x="58" y="69"/>
                </a:cubicBezTo>
                <a:cubicBezTo>
                  <a:pt x="58" y="70"/>
                  <a:pt x="58" y="70"/>
                  <a:pt x="57" y="70"/>
                </a:cubicBezTo>
                <a:cubicBezTo>
                  <a:pt x="57" y="70"/>
                  <a:pt x="57" y="70"/>
                  <a:pt x="57" y="70"/>
                </a:cubicBezTo>
                <a:cubicBezTo>
                  <a:pt x="57" y="71"/>
                  <a:pt x="57" y="70"/>
                  <a:pt x="57" y="71"/>
                </a:cubicBezTo>
                <a:cubicBezTo>
                  <a:pt x="58" y="71"/>
                  <a:pt x="57" y="71"/>
                  <a:pt x="57" y="71"/>
                </a:cubicBezTo>
                <a:cubicBezTo>
                  <a:pt x="57" y="71"/>
                  <a:pt x="57" y="72"/>
                  <a:pt x="57" y="72"/>
                </a:cubicBezTo>
                <a:cubicBezTo>
                  <a:pt x="57" y="72"/>
                  <a:pt x="56" y="72"/>
                  <a:pt x="56" y="72"/>
                </a:cubicBezTo>
                <a:cubicBezTo>
                  <a:pt x="56" y="72"/>
                  <a:pt x="56" y="72"/>
                  <a:pt x="56" y="72"/>
                </a:cubicBezTo>
                <a:cubicBezTo>
                  <a:pt x="57" y="72"/>
                  <a:pt x="57" y="72"/>
                  <a:pt x="57" y="72"/>
                </a:cubicBezTo>
                <a:cubicBezTo>
                  <a:pt x="57" y="72"/>
                  <a:pt x="57" y="72"/>
                  <a:pt x="57" y="72"/>
                </a:cubicBezTo>
                <a:cubicBezTo>
                  <a:pt x="57" y="72"/>
                  <a:pt x="57" y="73"/>
                  <a:pt x="57" y="73"/>
                </a:cubicBezTo>
                <a:cubicBezTo>
                  <a:pt x="58" y="73"/>
                  <a:pt x="58" y="72"/>
                  <a:pt x="58" y="72"/>
                </a:cubicBezTo>
                <a:cubicBezTo>
                  <a:pt x="59" y="72"/>
                  <a:pt x="59" y="73"/>
                  <a:pt x="59" y="73"/>
                </a:cubicBezTo>
                <a:cubicBezTo>
                  <a:pt x="59" y="73"/>
                  <a:pt x="59" y="73"/>
                  <a:pt x="59" y="74"/>
                </a:cubicBezTo>
                <a:cubicBezTo>
                  <a:pt x="59" y="74"/>
                  <a:pt x="59" y="73"/>
                  <a:pt x="59" y="73"/>
                </a:cubicBezTo>
                <a:cubicBezTo>
                  <a:pt x="59" y="73"/>
                  <a:pt x="59" y="73"/>
                  <a:pt x="60" y="73"/>
                </a:cubicBezTo>
                <a:cubicBezTo>
                  <a:pt x="60" y="73"/>
                  <a:pt x="60" y="73"/>
                  <a:pt x="61" y="73"/>
                </a:cubicBezTo>
                <a:cubicBezTo>
                  <a:pt x="61" y="73"/>
                  <a:pt x="61" y="73"/>
                  <a:pt x="62" y="73"/>
                </a:cubicBezTo>
                <a:cubicBezTo>
                  <a:pt x="63" y="73"/>
                  <a:pt x="64" y="73"/>
                  <a:pt x="64" y="73"/>
                </a:cubicBezTo>
                <a:cubicBezTo>
                  <a:pt x="65" y="73"/>
                  <a:pt x="65" y="73"/>
                  <a:pt x="65" y="73"/>
                </a:cubicBezTo>
                <a:cubicBezTo>
                  <a:pt x="65" y="73"/>
                  <a:pt x="65" y="73"/>
                  <a:pt x="65" y="73"/>
                </a:cubicBezTo>
                <a:cubicBezTo>
                  <a:pt x="65" y="73"/>
                  <a:pt x="65" y="74"/>
                  <a:pt x="65" y="74"/>
                </a:cubicBezTo>
                <a:cubicBezTo>
                  <a:pt x="65" y="74"/>
                  <a:pt x="66" y="74"/>
                  <a:pt x="66" y="74"/>
                </a:cubicBezTo>
                <a:cubicBezTo>
                  <a:pt x="66" y="74"/>
                  <a:pt x="66" y="74"/>
                  <a:pt x="66" y="74"/>
                </a:cubicBezTo>
                <a:cubicBezTo>
                  <a:pt x="67" y="74"/>
                  <a:pt x="68" y="75"/>
                  <a:pt x="68" y="75"/>
                </a:cubicBezTo>
                <a:cubicBezTo>
                  <a:pt x="69" y="75"/>
                  <a:pt x="69" y="76"/>
                  <a:pt x="70" y="77"/>
                </a:cubicBezTo>
                <a:cubicBezTo>
                  <a:pt x="71" y="77"/>
                  <a:pt x="71" y="78"/>
                  <a:pt x="71" y="79"/>
                </a:cubicBezTo>
                <a:cubicBezTo>
                  <a:pt x="72" y="79"/>
                  <a:pt x="72" y="79"/>
                  <a:pt x="72" y="79"/>
                </a:cubicBezTo>
                <a:cubicBezTo>
                  <a:pt x="72" y="79"/>
                  <a:pt x="73" y="80"/>
                  <a:pt x="73" y="80"/>
                </a:cubicBezTo>
                <a:cubicBezTo>
                  <a:pt x="73" y="80"/>
                  <a:pt x="72" y="80"/>
                  <a:pt x="72" y="80"/>
                </a:cubicBezTo>
                <a:cubicBezTo>
                  <a:pt x="72" y="80"/>
                  <a:pt x="72" y="80"/>
                  <a:pt x="71" y="80"/>
                </a:cubicBezTo>
                <a:cubicBezTo>
                  <a:pt x="71" y="80"/>
                  <a:pt x="72" y="81"/>
                  <a:pt x="72" y="81"/>
                </a:cubicBezTo>
                <a:cubicBezTo>
                  <a:pt x="72" y="81"/>
                  <a:pt x="73" y="81"/>
                  <a:pt x="73" y="82"/>
                </a:cubicBezTo>
                <a:cubicBezTo>
                  <a:pt x="73" y="82"/>
                  <a:pt x="73" y="82"/>
                  <a:pt x="73" y="83"/>
                </a:cubicBezTo>
                <a:cubicBezTo>
                  <a:pt x="73" y="83"/>
                  <a:pt x="74" y="83"/>
                  <a:pt x="74" y="83"/>
                </a:cubicBezTo>
                <a:cubicBezTo>
                  <a:pt x="74" y="83"/>
                  <a:pt x="74" y="83"/>
                  <a:pt x="75" y="83"/>
                </a:cubicBezTo>
                <a:cubicBezTo>
                  <a:pt x="75" y="83"/>
                  <a:pt x="75" y="83"/>
                  <a:pt x="75" y="83"/>
                </a:cubicBezTo>
                <a:cubicBezTo>
                  <a:pt x="75" y="82"/>
                  <a:pt x="75" y="82"/>
                  <a:pt x="75" y="82"/>
                </a:cubicBezTo>
                <a:cubicBezTo>
                  <a:pt x="75" y="82"/>
                  <a:pt x="76" y="82"/>
                  <a:pt x="76" y="81"/>
                </a:cubicBezTo>
                <a:cubicBezTo>
                  <a:pt x="76" y="81"/>
                  <a:pt x="76" y="81"/>
                  <a:pt x="77" y="81"/>
                </a:cubicBezTo>
                <a:cubicBezTo>
                  <a:pt x="77" y="81"/>
                  <a:pt x="77" y="82"/>
                  <a:pt x="77" y="82"/>
                </a:cubicBezTo>
                <a:cubicBezTo>
                  <a:pt x="77" y="82"/>
                  <a:pt x="77" y="82"/>
                  <a:pt x="77" y="83"/>
                </a:cubicBezTo>
                <a:cubicBezTo>
                  <a:pt x="77" y="83"/>
                  <a:pt x="77" y="83"/>
                  <a:pt x="77" y="83"/>
                </a:cubicBezTo>
                <a:cubicBezTo>
                  <a:pt x="77" y="83"/>
                  <a:pt x="77" y="84"/>
                  <a:pt x="77" y="84"/>
                </a:cubicBezTo>
                <a:cubicBezTo>
                  <a:pt x="77" y="84"/>
                  <a:pt x="77" y="84"/>
                  <a:pt x="77" y="84"/>
                </a:cubicBezTo>
                <a:cubicBezTo>
                  <a:pt x="77" y="85"/>
                  <a:pt x="77" y="85"/>
                  <a:pt x="77" y="85"/>
                </a:cubicBezTo>
                <a:cubicBezTo>
                  <a:pt x="77" y="85"/>
                  <a:pt x="77" y="85"/>
                  <a:pt x="77" y="86"/>
                </a:cubicBezTo>
                <a:cubicBezTo>
                  <a:pt x="77" y="86"/>
                  <a:pt x="77" y="86"/>
                  <a:pt x="77" y="86"/>
                </a:cubicBezTo>
                <a:cubicBezTo>
                  <a:pt x="78" y="86"/>
                  <a:pt x="77" y="86"/>
                  <a:pt x="78" y="86"/>
                </a:cubicBezTo>
                <a:cubicBezTo>
                  <a:pt x="78" y="87"/>
                  <a:pt x="78" y="86"/>
                  <a:pt x="79" y="87"/>
                </a:cubicBezTo>
                <a:cubicBezTo>
                  <a:pt x="79" y="87"/>
                  <a:pt x="79" y="88"/>
                  <a:pt x="79" y="88"/>
                </a:cubicBezTo>
                <a:cubicBezTo>
                  <a:pt x="79" y="88"/>
                  <a:pt x="80" y="89"/>
                  <a:pt x="80" y="89"/>
                </a:cubicBezTo>
                <a:cubicBezTo>
                  <a:pt x="80" y="89"/>
                  <a:pt x="80" y="89"/>
                  <a:pt x="79" y="89"/>
                </a:cubicBezTo>
                <a:cubicBezTo>
                  <a:pt x="79" y="90"/>
                  <a:pt x="79" y="90"/>
                  <a:pt x="79" y="90"/>
                </a:cubicBezTo>
                <a:cubicBezTo>
                  <a:pt x="79" y="90"/>
                  <a:pt x="79" y="91"/>
                  <a:pt x="79" y="91"/>
                </a:cubicBezTo>
                <a:cubicBezTo>
                  <a:pt x="79" y="91"/>
                  <a:pt x="78" y="91"/>
                  <a:pt x="78" y="91"/>
                </a:cubicBezTo>
                <a:cubicBezTo>
                  <a:pt x="78" y="91"/>
                  <a:pt x="77" y="91"/>
                  <a:pt x="77" y="91"/>
                </a:cubicBezTo>
                <a:cubicBezTo>
                  <a:pt x="77" y="91"/>
                  <a:pt x="76" y="91"/>
                  <a:pt x="76" y="91"/>
                </a:cubicBezTo>
                <a:cubicBezTo>
                  <a:pt x="76" y="90"/>
                  <a:pt x="75" y="90"/>
                  <a:pt x="75" y="91"/>
                </a:cubicBezTo>
                <a:cubicBezTo>
                  <a:pt x="75" y="91"/>
                  <a:pt x="75" y="92"/>
                  <a:pt x="75" y="92"/>
                </a:cubicBezTo>
                <a:cubicBezTo>
                  <a:pt x="75" y="93"/>
                  <a:pt x="76" y="93"/>
                  <a:pt x="76" y="94"/>
                </a:cubicBezTo>
                <a:cubicBezTo>
                  <a:pt x="76" y="94"/>
                  <a:pt x="76" y="95"/>
                  <a:pt x="76" y="95"/>
                </a:cubicBezTo>
                <a:cubicBezTo>
                  <a:pt x="76" y="95"/>
                  <a:pt x="76" y="96"/>
                  <a:pt x="77" y="96"/>
                </a:cubicBezTo>
                <a:cubicBezTo>
                  <a:pt x="77" y="96"/>
                  <a:pt x="77" y="96"/>
                  <a:pt x="77" y="97"/>
                </a:cubicBezTo>
                <a:cubicBezTo>
                  <a:pt x="77" y="97"/>
                  <a:pt x="78" y="97"/>
                  <a:pt x="77" y="98"/>
                </a:cubicBezTo>
                <a:cubicBezTo>
                  <a:pt x="77" y="98"/>
                  <a:pt x="77" y="98"/>
                  <a:pt x="77" y="98"/>
                </a:cubicBezTo>
                <a:cubicBezTo>
                  <a:pt x="77" y="98"/>
                  <a:pt x="77" y="98"/>
                  <a:pt x="77" y="98"/>
                </a:cubicBezTo>
                <a:cubicBezTo>
                  <a:pt x="77" y="99"/>
                  <a:pt x="77" y="99"/>
                  <a:pt x="77" y="99"/>
                </a:cubicBezTo>
                <a:cubicBezTo>
                  <a:pt x="77" y="99"/>
                  <a:pt x="77" y="99"/>
                  <a:pt x="78" y="99"/>
                </a:cubicBezTo>
                <a:cubicBezTo>
                  <a:pt x="78" y="100"/>
                  <a:pt x="78" y="100"/>
                  <a:pt x="78" y="100"/>
                </a:cubicBezTo>
                <a:cubicBezTo>
                  <a:pt x="78" y="100"/>
                  <a:pt x="79" y="100"/>
                  <a:pt x="79" y="101"/>
                </a:cubicBezTo>
                <a:cubicBezTo>
                  <a:pt x="79" y="101"/>
                  <a:pt x="79" y="102"/>
                  <a:pt x="80" y="102"/>
                </a:cubicBezTo>
                <a:cubicBezTo>
                  <a:pt x="80" y="102"/>
                  <a:pt x="80" y="102"/>
                  <a:pt x="81" y="102"/>
                </a:cubicBezTo>
                <a:cubicBezTo>
                  <a:pt x="81" y="102"/>
                  <a:pt x="81" y="103"/>
                  <a:pt x="81" y="103"/>
                </a:cubicBezTo>
                <a:cubicBezTo>
                  <a:pt x="81" y="103"/>
                  <a:pt x="82" y="102"/>
                  <a:pt x="82" y="102"/>
                </a:cubicBezTo>
                <a:cubicBezTo>
                  <a:pt x="82" y="102"/>
                  <a:pt x="83" y="101"/>
                  <a:pt x="83" y="101"/>
                </a:cubicBezTo>
                <a:cubicBezTo>
                  <a:pt x="84" y="101"/>
                  <a:pt x="84" y="101"/>
                  <a:pt x="84" y="101"/>
                </a:cubicBezTo>
                <a:cubicBezTo>
                  <a:pt x="85" y="101"/>
                  <a:pt x="85" y="102"/>
                  <a:pt x="86" y="102"/>
                </a:cubicBezTo>
                <a:cubicBezTo>
                  <a:pt x="86" y="102"/>
                  <a:pt x="86" y="102"/>
                  <a:pt x="86" y="102"/>
                </a:cubicBezTo>
                <a:cubicBezTo>
                  <a:pt x="87" y="102"/>
                  <a:pt x="87" y="102"/>
                  <a:pt x="87" y="102"/>
                </a:cubicBezTo>
                <a:cubicBezTo>
                  <a:pt x="88" y="102"/>
                  <a:pt x="88" y="101"/>
                  <a:pt x="88" y="101"/>
                </a:cubicBezTo>
                <a:cubicBezTo>
                  <a:pt x="89" y="100"/>
                  <a:pt x="89" y="100"/>
                  <a:pt x="89" y="100"/>
                </a:cubicBezTo>
                <a:cubicBezTo>
                  <a:pt x="90" y="100"/>
                  <a:pt x="90" y="99"/>
                  <a:pt x="90" y="99"/>
                </a:cubicBezTo>
                <a:cubicBezTo>
                  <a:pt x="90" y="99"/>
                  <a:pt x="90" y="99"/>
                  <a:pt x="90" y="99"/>
                </a:cubicBezTo>
                <a:cubicBezTo>
                  <a:pt x="91" y="98"/>
                  <a:pt x="91" y="98"/>
                  <a:pt x="91" y="98"/>
                </a:cubicBezTo>
                <a:cubicBezTo>
                  <a:pt x="91" y="98"/>
                  <a:pt x="91" y="98"/>
                  <a:pt x="91" y="98"/>
                </a:cubicBezTo>
                <a:cubicBezTo>
                  <a:pt x="91" y="97"/>
                  <a:pt x="91" y="97"/>
                  <a:pt x="91" y="97"/>
                </a:cubicBezTo>
                <a:cubicBezTo>
                  <a:pt x="91" y="97"/>
                  <a:pt x="91" y="97"/>
                  <a:pt x="91" y="97"/>
                </a:cubicBezTo>
                <a:cubicBezTo>
                  <a:pt x="90" y="97"/>
                  <a:pt x="90" y="97"/>
                  <a:pt x="90" y="97"/>
                </a:cubicBezTo>
                <a:cubicBezTo>
                  <a:pt x="89" y="97"/>
                  <a:pt x="89" y="96"/>
                  <a:pt x="90" y="96"/>
                </a:cubicBezTo>
                <a:cubicBezTo>
                  <a:pt x="90" y="96"/>
                  <a:pt x="90" y="97"/>
                  <a:pt x="91" y="97"/>
                </a:cubicBezTo>
                <a:cubicBezTo>
                  <a:pt x="91" y="97"/>
                  <a:pt x="91" y="97"/>
                  <a:pt x="91" y="97"/>
                </a:cubicBezTo>
                <a:cubicBezTo>
                  <a:pt x="91" y="97"/>
                  <a:pt x="91" y="97"/>
                  <a:pt x="91" y="97"/>
                </a:cubicBezTo>
                <a:cubicBezTo>
                  <a:pt x="91" y="97"/>
                  <a:pt x="91" y="97"/>
                  <a:pt x="91" y="97"/>
                </a:cubicBezTo>
                <a:cubicBezTo>
                  <a:pt x="92" y="97"/>
                  <a:pt x="92" y="97"/>
                  <a:pt x="92" y="97"/>
                </a:cubicBezTo>
                <a:cubicBezTo>
                  <a:pt x="93" y="96"/>
                  <a:pt x="93" y="96"/>
                  <a:pt x="93" y="96"/>
                </a:cubicBezTo>
                <a:cubicBezTo>
                  <a:pt x="93" y="95"/>
                  <a:pt x="93" y="95"/>
                  <a:pt x="93" y="95"/>
                </a:cubicBezTo>
                <a:cubicBezTo>
                  <a:pt x="92" y="95"/>
                  <a:pt x="92" y="95"/>
                  <a:pt x="92" y="95"/>
                </a:cubicBezTo>
                <a:cubicBezTo>
                  <a:pt x="92" y="95"/>
                  <a:pt x="92" y="94"/>
                  <a:pt x="92" y="94"/>
                </a:cubicBezTo>
                <a:cubicBezTo>
                  <a:pt x="92" y="94"/>
                  <a:pt x="92" y="94"/>
                  <a:pt x="92" y="93"/>
                </a:cubicBezTo>
                <a:cubicBezTo>
                  <a:pt x="91" y="93"/>
                  <a:pt x="91" y="93"/>
                  <a:pt x="91" y="92"/>
                </a:cubicBezTo>
                <a:cubicBezTo>
                  <a:pt x="91" y="92"/>
                  <a:pt x="92" y="91"/>
                  <a:pt x="91" y="90"/>
                </a:cubicBezTo>
                <a:cubicBezTo>
                  <a:pt x="91" y="90"/>
                  <a:pt x="91" y="90"/>
                  <a:pt x="91" y="90"/>
                </a:cubicBezTo>
                <a:cubicBezTo>
                  <a:pt x="91" y="90"/>
                  <a:pt x="90" y="89"/>
                  <a:pt x="90" y="89"/>
                </a:cubicBezTo>
                <a:cubicBezTo>
                  <a:pt x="90" y="89"/>
                  <a:pt x="90" y="89"/>
                  <a:pt x="91" y="89"/>
                </a:cubicBezTo>
                <a:cubicBezTo>
                  <a:pt x="91" y="89"/>
                  <a:pt x="91" y="90"/>
                  <a:pt x="92" y="90"/>
                </a:cubicBezTo>
                <a:cubicBezTo>
                  <a:pt x="92" y="90"/>
                  <a:pt x="92" y="89"/>
                  <a:pt x="92" y="89"/>
                </a:cubicBezTo>
                <a:cubicBezTo>
                  <a:pt x="93" y="89"/>
                  <a:pt x="93" y="89"/>
                  <a:pt x="93" y="89"/>
                </a:cubicBezTo>
                <a:cubicBezTo>
                  <a:pt x="93" y="89"/>
                  <a:pt x="92" y="90"/>
                  <a:pt x="92" y="90"/>
                </a:cubicBezTo>
                <a:cubicBezTo>
                  <a:pt x="92" y="90"/>
                  <a:pt x="92" y="91"/>
                  <a:pt x="92" y="91"/>
                </a:cubicBezTo>
                <a:cubicBezTo>
                  <a:pt x="92" y="91"/>
                  <a:pt x="92" y="91"/>
                  <a:pt x="92" y="91"/>
                </a:cubicBezTo>
                <a:cubicBezTo>
                  <a:pt x="92" y="92"/>
                  <a:pt x="92" y="92"/>
                  <a:pt x="93" y="92"/>
                </a:cubicBezTo>
                <a:cubicBezTo>
                  <a:pt x="93" y="91"/>
                  <a:pt x="94" y="90"/>
                  <a:pt x="95" y="90"/>
                </a:cubicBezTo>
                <a:cubicBezTo>
                  <a:pt x="95" y="90"/>
                  <a:pt x="95" y="89"/>
                  <a:pt x="96" y="89"/>
                </a:cubicBezTo>
                <a:cubicBezTo>
                  <a:pt x="96" y="89"/>
                  <a:pt x="96" y="89"/>
                  <a:pt x="96" y="89"/>
                </a:cubicBezTo>
                <a:cubicBezTo>
                  <a:pt x="97" y="88"/>
                  <a:pt x="96" y="88"/>
                  <a:pt x="96" y="88"/>
                </a:cubicBezTo>
                <a:cubicBezTo>
                  <a:pt x="96" y="87"/>
                  <a:pt x="96" y="87"/>
                  <a:pt x="95" y="86"/>
                </a:cubicBezTo>
                <a:cubicBezTo>
                  <a:pt x="95" y="86"/>
                  <a:pt x="94" y="86"/>
                  <a:pt x="94" y="86"/>
                </a:cubicBezTo>
                <a:cubicBezTo>
                  <a:pt x="93" y="86"/>
                  <a:pt x="93" y="86"/>
                  <a:pt x="93" y="86"/>
                </a:cubicBezTo>
                <a:cubicBezTo>
                  <a:pt x="92" y="85"/>
                  <a:pt x="92" y="85"/>
                  <a:pt x="92" y="85"/>
                </a:cubicBezTo>
                <a:cubicBezTo>
                  <a:pt x="92" y="85"/>
                  <a:pt x="92" y="84"/>
                  <a:pt x="92" y="84"/>
                </a:cubicBezTo>
                <a:cubicBezTo>
                  <a:pt x="92" y="84"/>
                  <a:pt x="91" y="84"/>
                  <a:pt x="92" y="84"/>
                </a:cubicBezTo>
                <a:cubicBezTo>
                  <a:pt x="92" y="83"/>
                  <a:pt x="92" y="83"/>
                  <a:pt x="92" y="83"/>
                </a:cubicBezTo>
                <a:cubicBezTo>
                  <a:pt x="92" y="83"/>
                  <a:pt x="92" y="84"/>
                  <a:pt x="92" y="84"/>
                </a:cubicBezTo>
                <a:cubicBezTo>
                  <a:pt x="92" y="85"/>
                  <a:pt x="93" y="85"/>
                  <a:pt x="94" y="86"/>
                </a:cubicBezTo>
                <a:cubicBezTo>
                  <a:pt x="94" y="86"/>
                  <a:pt x="94" y="86"/>
                  <a:pt x="94" y="85"/>
                </a:cubicBezTo>
                <a:cubicBezTo>
                  <a:pt x="94" y="85"/>
                  <a:pt x="94" y="85"/>
                  <a:pt x="94" y="84"/>
                </a:cubicBezTo>
                <a:cubicBezTo>
                  <a:pt x="94" y="84"/>
                  <a:pt x="94" y="84"/>
                  <a:pt x="94" y="84"/>
                </a:cubicBezTo>
                <a:cubicBezTo>
                  <a:pt x="94" y="83"/>
                  <a:pt x="95" y="83"/>
                  <a:pt x="95" y="84"/>
                </a:cubicBezTo>
                <a:cubicBezTo>
                  <a:pt x="95" y="84"/>
                  <a:pt x="95" y="84"/>
                  <a:pt x="95" y="84"/>
                </a:cubicBezTo>
                <a:cubicBezTo>
                  <a:pt x="95" y="84"/>
                  <a:pt x="95" y="85"/>
                  <a:pt x="95" y="85"/>
                </a:cubicBezTo>
                <a:cubicBezTo>
                  <a:pt x="95" y="85"/>
                  <a:pt x="96" y="85"/>
                  <a:pt x="96" y="85"/>
                </a:cubicBezTo>
                <a:cubicBezTo>
                  <a:pt x="97" y="85"/>
                  <a:pt x="97" y="85"/>
                  <a:pt x="97" y="85"/>
                </a:cubicBezTo>
                <a:cubicBezTo>
                  <a:pt x="98" y="85"/>
                  <a:pt x="98" y="85"/>
                  <a:pt x="98" y="84"/>
                </a:cubicBezTo>
                <a:cubicBezTo>
                  <a:pt x="98" y="84"/>
                  <a:pt x="98" y="83"/>
                  <a:pt x="98" y="83"/>
                </a:cubicBezTo>
                <a:cubicBezTo>
                  <a:pt x="98" y="83"/>
                  <a:pt x="98" y="82"/>
                  <a:pt x="98" y="82"/>
                </a:cubicBezTo>
                <a:cubicBezTo>
                  <a:pt x="98" y="81"/>
                  <a:pt x="98" y="81"/>
                  <a:pt x="98" y="81"/>
                </a:cubicBezTo>
                <a:cubicBezTo>
                  <a:pt x="98" y="80"/>
                  <a:pt x="98" y="80"/>
                  <a:pt x="98" y="80"/>
                </a:cubicBezTo>
                <a:cubicBezTo>
                  <a:pt x="98" y="80"/>
                  <a:pt x="98" y="79"/>
                  <a:pt x="98" y="79"/>
                </a:cubicBezTo>
                <a:cubicBezTo>
                  <a:pt x="98" y="79"/>
                  <a:pt x="98" y="78"/>
                  <a:pt x="98" y="78"/>
                </a:cubicBezTo>
                <a:cubicBezTo>
                  <a:pt x="98" y="78"/>
                  <a:pt x="98" y="78"/>
                  <a:pt x="99" y="77"/>
                </a:cubicBezTo>
                <a:cubicBezTo>
                  <a:pt x="99" y="77"/>
                  <a:pt x="99" y="77"/>
                  <a:pt x="99" y="76"/>
                </a:cubicBezTo>
                <a:cubicBezTo>
                  <a:pt x="100" y="76"/>
                  <a:pt x="100" y="76"/>
                  <a:pt x="100" y="76"/>
                </a:cubicBezTo>
                <a:cubicBezTo>
                  <a:pt x="100" y="75"/>
                  <a:pt x="101" y="76"/>
                  <a:pt x="101" y="75"/>
                </a:cubicBezTo>
                <a:cubicBezTo>
                  <a:pt x="101" y="75"/>
                  <a:pt x="101" y="75"/>
                  <a:pt x="102" y="75"/>
                </a:cubicBezTo>
                <a:cubicBezTo>
                  <a:pt x="102" y="75"/>
                  <a:pt x="102" y="75"/>
                  <a:pt x="102" y="75"/>
                </a:cubicBezTo>
                <a:cubicBezTo>
                  <a:pt x="102" y="75"/>
                  <a:pt x="102" y="75"/>
                  <a:pt x="102" y="74"/>
                </a:cubicBezTo>
                <a:cubicBezTo>
                  <a:pt x="102" y="74"/>
                  <a:pt x="102" y="73"/>
                  <a:pt x="102" y="73"/>
                </a:cubicBezTo>
                <a:cubicBezTo>
                  <a:pt x="103" y="73"/>
                  <a:pt x="103" y="73"/>
                  <a:pt x="103" y="74"/>
                </a:cubicBezTo>
                <a:cubicBezTo>
                  <a:pt x="103" y="74"/>
                  <a:pt x="103" y="74"/>
                  <a:pt x="103" y="75"/>
                </a:cubicBezTo>
                <a:cubicBezTo>
                  <a:pt x="103" y="75"/>
                  <a:pt x="103" y="75"/>
                  <a:pt x="103" y="76"/>
                </a:cubicBezTo>
                <a:cubicBezTo>
                  <a:pt x="104" y="76"/>
                  <a:pt x="104" y="77"/>
                  <a:pt x="104" y="77"/>
                </a:cubicBezTo>
                <a:cubicBezTo>
                  <a:pt x="104" y="77"/>
                  <a:pt x="104" y="77"/>
                  <a:pt x="104" y="77"/>
                </a:cubicBezTo>
                <a:cubicBezTo>
                  <a:pt x="104" y="77"/>
                  <a:pt x="104" y="77"/>
                  <a:pt x="104" y="77"/>
                </a:cubicBezTo>
                <a:cubicBezTo>
                  <a:pt x="104" y="76"/>
                  <a:pt x="103" y="76"/>
                  <a:pt x="103" y="76"/>
                </a:cubicBezTo>
                <a:cubicBezTo>
                  <a:pt x="103" y="76"/>
                  <a:pt x="103" y="76"/>
                  <a:pt x="103" y="76"/>
                </a:cubicBezTo>
                <a:cubicBezTo>
                  <a:pt x="103" y="75"/>
                  <a:pt x="102" y="75"/>
                  <a:pt x="102" y="76"/>
                </a:cubicBezTo>
                <a:cubicBezTo>
                  <a:pt x="102" y="76"/>
                  <a:pt x="102" y="77"/>
                  <a:pt x="102" y="77"/>
                </a:cubicBezTo>
                <a:cubicBezTo>
                  <a:pt x="102" y="77"/>
                  <a:pt x="102" y="77"/>
                  <a:pt x="102" y="78"/>
                </a:cubicBezTo>
                <a:cubicBezTo>
                  <a:pt x="101" y="78"/>
                  <a:pt x="101" y="77"/>
                  <a:pt x="101" y="78"/>
                </a:cubicBezTo>
                <a:cubicBezTo>
                  <a:pt x="101" y="78"/>
                  <a:pt x="101" y="79"/>
                  <a:pt x="101" y="79"/>
                </a:cubicBezTo>
                <a:cubicBezTo>
                  <a:pt x="100" y="79"/>
                  <a:pt x="100" y="79"/>
                  <a:pt x="99" y="79"/>
                </a:cubicBezTo>
                <a:cubicBezTo>
                  <a:pt x="99" y="79"/>
                  <a:pt x="99" y="79"/>
                  <a:pt x="99" y="80"/>
                </a:cubicBezTo>
                <a:cubicBezTo>
                  <a:pt x="99" y="80"/>
                  <a:pt x="99" y="80"/>
                  <a:pt x="99" y="80"/>
                </a:cubicBezTo>
                <a:cubicBezTo>
                  <a:pt x="99" y="80"/>
                  <a:pt x="99" y="80"/>
                  <a:pt x="99" y="80"/>
                </a:cubicBezTo>
                <a:cubicBezTo>
                  <a:pt x="98" y="81"/>
                  <a:pt x="99" y="81"/>
                  <a:pt x="99" y="81"/>
                </a:cubicBezTo>
                <a:cubicBezTo>
                  <a:pt x="99" y="81"/>
                  <a:pt x="99" y="82"/>
                  <a:pt x="99" y="82"/>
                </a:cubicBezTo>
                <a:cubicBezTo>
                  <a:pt x="98" y="83"/>
                  <a:pt x="99" y="83"/>
                  <a:pt x="99" y="84"/>
                </a:cubicBezTo>
                <a:cubicBezTo>
                  <a:pt x="99" y="84"/>
                  <a:pt x="99" y="84"/>
                  <a:pt x="99" y="85"/>
                </a:cubicBezTo>
                <a:cubicBezTo>
                  <a:pt x="99" y="85"/>
                  <a:pt x="99" y="85"/>
                  <a:pt x="99" y="86"/>
                </a:cubicBezTo>
                <a:cubicBezTo>
                  <a:pt x="98" y="86"/>
                  <a:pt x="98" y="86"/>
                  <a:pt x="98" y="86"/>
                </a:cubicBezTo>
                <a:cubicBezTo>
                  <a:pt x="98" y="86"/>
                  <a:pt x="98" y="86"/>
                  <a:pt x="97" y="86"/>
                </a:cubicBezTo>
                <a:cubicBezTo>
                  <a:pt x="97" y="87"/>
                  <a:pt x="97" y="87"/>
                  <a:pt x="97" y="87"/>
                </a:cubicBezTo>
                <a:cubicBezTo>
                  <a:pt x="97" y="87"/>
                  <a:pt x="98" y="87"/>
                  <a:pt x="98" y="87"/>
                </a:cubicBezTo>
                <a:cubicBezTo>
                  <a:pt x="98" y="88"/>
                  <a:pt x="99" y="89"/>
                  <a:pt x="99" y="90"/>
                </a:cubicBezTo>
                <a:cubicBezTo>
                  <a:pt x="99" y="90"/>
                  <a:pt x="99" y="90"/>
                  <a:pt x="99" y="91"/>
                </a:cubicBezTo>
                <a:cubicBezTo>
                  <a:pt x="99" y="91"/>
                  <a:pt x="99" y="91"/>
                  <a:pt x="99" y="92"/>
                </a:cubicBezTo>
                <a:cubicBezTo>
                  <a:pt x="99" y="92"/>
                  <a:pt x="100" y="91"/>
                  <a:pt x="100" y="91"/>
                </a:cubicBezTo>
                <a:cubicBezTo>
                  <a:pt x="100" y="91"/>
                  <a:pt x="101" y="91"/>
                  <a:pt x="101" y="91"/>
                </a:cubicBezTo>
                <a:cubicBezTo>
                  <a:pt x="101" y="91"/>
                  <a:pt x="101" y="92"/>
                  <a:pt x="101" y="92"/>
                </a:cubicBezTo>
                <a:cubicBezTo>
                  <a:pt x="102" y="93"/>
                  <a:pt x="102" y="93"/>
                  <a:pt x="102" y="93"/>
                </a:cubicBezTo>
                <a:cubicBezTo>
                  <a:pt x="102" y="92"/>
                  <a:pt x="102" y="92"/>
                  <a:pt x="102" y="91"/>
                </a:cubicBezTo>
                <a:cubicBezTo>
                  <a:pt x="101" y="91"/>
                  <a:pt x="101" y="91"/>
                  <a:pt x="101" y="90"/>
                </a:cubicBezTo>
                <a:cubicBezTo>
                  <a:pt x="101" y="90"/>
                  <a:pt x="102" y="89"/>
                  <a:pt x="102" y="89"/>
                </a:cubicBezTo>
                <a:cubicBezTo>
                  <a:pt x="103" y="89"/>
                  <a:pt x="102" y="90"/>
                  <a:pt x="103" y="90"/>
                </a:cubicBezTo>
                <a:cubicBezTo>
                  <a:pt x="103" y="90"/>
                  <a:pt x="103" y="91"/>
                  <a:pt x="103" y="91"/>
                </a:cubicBezTo>
                <a:cubicBezTo>
                  <a:pt x="103" y="91"/>
                  <a:pt x="103" y="91"/>
                  <a:pt x="104" y="92"/>
                </a:cubicBezTo>
                <a:cubicBezTo>
                  <a:pt x="104" y="92"/>
                  <a:pt x="104" y="92"/>
                  <a:pt x="104" y="93"/>
                </a:cubicBezTo>
                <a:cubicBezTo>
                  <a:pt x="105" y="93"/>
                  <a:pt x="105" y="93"/>
                  <a:pt x="105" y="94"/>
                </a:cubicBezTo>
                <a:cubicBezTo>
                  <a:pt x="105" y="94"/>
                  <a:pt x="105" y="94"/>
                  <a:pt x="105" y="94"/>
                </a:cubicBezTo>
                <a:cubicBezTo>
                  <a:pt x="105" y="94"/>
                  <a:pt x="105" y="94"/>
                  <a:pt x="105" y="95"/>
                </a:cubicBezTo>
                <a:cubicBezTo>
                  <a:pt x="105" y="95"/>
                  <a:pt x="105" y="95"/>
                  <a:pt x="105" y="96"/>
                </a:cubicBezTo>
                <a:cubicBezTo>
                  <a:pt x="105" y="96"/>
                  <a:pt x="106" y="96"/>
                  <a:pt x="106" y="96"/>
                </a:cubicBezTo>
                <a:cubicBezTo>
                  <a:pt x="106" y="96"/>
                  <a:pt x="106" y="96"/>
                  <a:pt x="106" y="96"/>
                </a:cubicBezTo>
                <a:cubicBezTo>
                  <a:pt x="106" y="96"/>
                  <a:pt x="106" y="96"/>
                  <a:pt x="106" y="96"/>
                </a:cubicBezTo>
                <a:cubicBezTo>
                  <a:pt x="106" y="96"/>
                  <a:pt x="107" y="96"/>
                  <a:pt x="107" y="96"/>
                </a:cubicBezTo>
                <a:cubicBezTo>
                  <a:pt x="107" y="96"/>
                  <a:pt x="107" y="96"/>
                  <a:pt x="107" y="95"/>
                </a:cubicBezTo>
                <a:cubicBezTo>
                  <a:pt x="107" y="95"/>
                  <a:pt x="107" y="95"/>
                  <a:pt x="107" y="95"/>
                </a:cubicBezTo>
                <a:cubicBezTo>
                  <a:pt x="106" y="95"/>
                  <a:pt x="107" y="94"/>
                  <a:pt x="108" y="95"/>
                </a:cubicBezTo>
                <a:cubicBezTo>
                  <a:pt x="108" y="95"/>
                  <a:pt x="108" y="95"/>
                  <a:pt x="108" y="95"/>
                </a:cubicBezTo>
                <a:cubicBezTo>
                  <a:pt x="108" y="95"/>
                  <a:pt x="108" y="95"/>
                  <a:pt x="109" y="95"/>
                </a:cubicBezTo>
                <a:cubicBezTo>
                  <a:pt x="109" y="95"/>
                  <a:pt x="109" y="95"/>
                  <a:pt x="109" y="94"/>
                </a:cubicBezTo>
                <a:cubicBezTo>
                  <a:pt x="109" y="94"/>
                  <a:pt x="109" y="94"/>
                  <a:pt x="109" y="94"/>
                </a:cubicBezTo>
                <a:cubicBezTo>
                  <a:pt x="110" y="94"/>
                  <a:pt x="110" y="93"/>
                  <a:pt x="110" y="94"/>
                </a:cubicBezTo>
                <a:cubicBezTo>
                  <a:pt x="110" y="94"/>
                  <a:pt x="111" y="94"/>
                  <a:pt x="111" y="94"/>
                </a:cubicBezTo>
                <a:cubicBezTo>
                  <a:pt x="111" y="95"/>
                  <a:pt x="111" y="95"/>
                  <a:pt x="111" y="95"/>
                </a:cubicBezTo>
                <a:cubicBezTo>
                  <a:pt x="111" y="96"/>
                  <a:pt x="111" y="96"/>
                  <a:pt x="110" y="96"/>
                </a:cubicBezTo>
                <a:cubicBezTo>
                  <a:pt x="110" y="96"/>
                  <a:pt x="109" y="97"/>
                  <a:pt x="109" y="97"/>
                </a:cubicBezTo>
                <a:cubicBezTo>
                  <a:pt x="109" y="97"/>
                  <a:pt x="110" y="97"/>
                  <a:pt x="110" y="97"/>
                </a:cubicBezTo>
                <a:cubicBezTo>
                  <a:pt x="110" y="97"/>
                  <a:pt x="110" y="97"/>
                  <a:pt x="111" y="97"/>
                </a:cubicBezTo>
                <a:cubicBezTo>
                  <a:pt x="111" y="98"/>
                  <a:pt x="111" y="98"/>
                  <a:pt x="111" y="98"/>
                </a:cubicBezTo>
                <a:cubicBezTo>
                  <a:pt x="111" y="98"/>
                  <a:pt x="111" y="99"/>
                  <a:pt x="112" y="99"/>
                </a:cubicBezTo>
                <a:cubicBezTo>
                  <a:pt x="112" y="99"/>
                  <a:pt x="112" y="99"/>
                  <a:pt x="113" y="99"/>
                </a:cubicBezTo>
                <a:cubicBezTo>
                  <a:pt x="113" y="99"/>
                  <a:pt x="113" y="100"/>
                  <a:pt x="113" y="100"/>
                </a:cubicBezTo>
                <a:cubicBezTo>
                  <a:pt x="114" y="100"/>
                  <a:pt x="114" y="101"/>
                  <a:pt x="114" y="101"/>
                </a:cubicBezTo>
                <a:cubicBezTo>
                  <a:pt x="114" y="101"/>
                  <a:pt x="115" y="101"/>
                  <a:pt x="115" y="100"/>
                </a:cubicBezTo>
                <a:cubicBezTo>
                  <a:pt x="115" y="100"/>
                  <a:pt x="115" y="100"/>
                  <a:pt x="115" y="100"/>
                </a:cubicBezTo>
                <a:cubicBezTo>
                  <a:pt x="115" y="99"/>
                  <a:pt x="115" y="99"/>
                  <a:pt x="114" y="99"/>
                </a:cubicBezTo>
                <a:cubicBezTo>
                  <a:pt x="114" y="99"/>
                  <a:pt x="114" y="99"/>
                  <a:pt x="114" y="99"/>
                </a:cubicBezTo>
                <a:cubicBezTo>
                  <a:pt x="114" y="99"/>
                  <a:pt x="114" y="98"/>
                  <a:pt x="114" y="98"/>
                </a:cubicBezTo>
                <a:cubicBezTo>
                  <a:pt x="115" y="99"/>
                  <a:pt x="115" y="99"/>
                  <a:pt x="115" y="99"/>
                </a:cubicBezTo>
                <a:cubicBezTo>
                  <a:pt x="115" y="99"/>
                  <a:pt x="115" y="99"/>
                  <a:pt x="115" y="99"/>
                </a:cubicBezTo>
                <a:cubicBezTo>
                  <a:pt x="115" y="98"/>
                  <a:pt x="115" y="98"/>
                  <a:pt x="115" y="98"/>
                </a:cubicBezTo>
                <a:cubicBezTo>
                  <a:pt x="115" y="98"/>
                  <a:pt x="115" y="98"/>
                  <a:pt x="115" y="98"/>
                </a:cubicBezTo>
                <a:cubicBezTo>
                  <a:pt x="115" y="98"/>
                  <a:pt x="115" y="97"/>
                  <a:pt x="115" y="97"/>
                </a:cubicBezTo>
                <a:cubicBezTo>
                  <a:pt x="115" y="97"/>
                  <a:pt x="115" y="97"/>
                  <a:pt x="116" y="97"/>
                </a:cubicBezTo>
                <a:cubicBezTo>
                  <a:pt x="116" y="98"/>
                  <a:pt x="116" y="98"/>
                  <a:pt x="117" y="98"/>
                </a:cubicBezTo>
                <a:cubicBezTo>
                  <a:pt x="117" y="98"/>
                  <a:pt x="117" y="98"/>
                  <a:pt x="118" y="98"/>
                </a:cubicBezTo>
                <a:cubicBezTo>
                  <a:pt x="118" y="98"/>
                  <a:pt x="118" y="99"/>
                  <a:pt x="118" y="99"/>
                </a:cubicBezTo>
                <a:cubicBezTo>
                  <a:pt x="118" y="99"/>
                  <a:pt x="118" y="99"/>
                  <a:pt x="118" y="99"/>
                </a:cubicBezTo>
                <a:cubicBezTo>
                  <a:pt x="118" y="100"/>
                  <a:pt x="118" y="100"/>
                  <a:pt x="118" y="100"/>
                </a:cubicBezTo>
                <a:cubicBezTo>
                  <a:pt x="119" y="100"/>
                  <a:pt x="119" y="100"/>
                  <a:pt x="119" y="101"/>
                </a:cubicBezTo>
                <a:cubicBezTo>
                  <a:pt x="119" y="101"/>
                  <a:pt x="119" y="101"/>
                  <a:pt x="120" y="101"/>
                </a:cubicBezTo>
                <a:cubicBezTo>
                  <a:pt x="120" y="101"/>
                  <a:pt x="120" y="100"/>
                  <a:pt x="121" y="100"/>
                </a:cubicBezTo>
                <a:cubicBezTo>
                  <a:pt x="121" y="100"/>
                  <a:pt x="122" y="100"/>
                  <a:pt x="122" y="100"/>
                </a:cubicBezTo>
                <a:cubicBezTo>
                  <a:pt x="122" y="99"/>
                  <a:pt x="122" y="99"/>
                  <a:pt x="122" y="99"/>
                </a:cubicBezTo>
                <a:cubicBezTo>
                  <a:pt x="122" y="99"/>
                  <a:pt x="122" y="99"/>
                  <a:pt x="122" y="99"/>
                </a:cubicBezTo>
                <a:cubicBezTo>
                  <a:pt x="123" y="99"/>
                  <a:pt x="123" y="98"/>
                  <a:pt x="124" y="98"/>
                </a:cubicBezTo>
                <a:cubicBezTo>
                  <a:pt x="124" y="98"/>
                  <a:pt x="124" y="98"/>
                  <a:pt x="125" y="98"/>
                </a:cubicBezTo>
                <a:cubicBezTo>
                  <a:pt x="125" y="98"/>
                  <a:pt x="125" y="98"/>
                  <a:pt x="125" y="98"/>
                </a:cubicBezTo>
                <a:cubicBezTo>
                  <a:pt x="125" y="98"/>
                  <a:pt x="125" y="98"/>
                  <a:pt x="126" y="98"/>
                </a:cubicBezTo>
                <a:cubicBezTo>
                  <a:pt x="126" y="98"/>
                  <a:pt x="127" y="98"/>
                  <a:pt x="128" y="98"/>
                </a:cubicBezTo>
                <a:cubicBezTo>
                  <a:pt x="128" y="98"/>
                  <a:pt x="129" y="98"/>
                  <a:pt x="129" y="98"/>
                </a:cubicBezTo>
                <a:cubicBezTo>
                  <a:pt x="129" y="98"/>
                  <a:pt x="129" y="98"/>
                  <a:pt x="130" y="98"/>
                </a:cubicBezTo>
                <a:cubicBezTo>
                  <a:pt x="130" y="98"/>
                  <a:pt x="129" y="98"/>
                  <a:pt x="129" y="99"/>
                </a:cubicBezTo>
                <a:cubicBezTo>
                  <a:pt x="129" y="99"/>
                  <a:pt x="129" y="99"/>
                  <a:pt x="129" y="99"/>
                </a:cubicBezTo>
                <a:cubicBezTo>
                  <a:pt x="130" y="99"/>
                  <a:pt x="130" y="99"/>
                  <a:pt x="131" y="99"/>
                </a:cubicBezTo>
                <a:cubicBezTo>
                  <a:pt x="130" y="99"/>
                  <a:pt x="129" y="99"/>
                  <a:pt x="128" y="99"/>
                </a:cubicBezTo>
                <a:cubicBezTo>
                  <a:pt x="128" y="99"/>
                  <a:pt x="128" y="99"/>
                  <a:pt x="128" y="99"/>
                </a:cubicBezTo>
                <a:cubicBezTo>
                  <a:pt x="128" y="99"/>
                  <a:pt x="128" y="99"/>
                  <a:pt x="128" y="99"/>
                </a:cubicBezTo>
                <a:cubicBezTo>
                  <a:pt x="128" y="99"/>
                  <a:pt x="127" y="99"/>
                  <a:pt x="127" y="99"/>
                </a:cubicBezTo>
                <a:cubicBezTo>
                  <a:pt x="127" y="99"/>
                  <a:pt x="127" y="98"/>
                  <a:pt x="127" y="98"/>
                </a:cubicBezTo>
                <a:cubicBezTo>
                  <a:pt x="126" y="98"/>
                  <a:pt x="126" y="98"/>
                  <a:pt x="125" y="98"/>
                </a:cubicBezTo>
                <a:cubicBezTo>
                  <a:pt x="125" y="98"/>
                  <a:pt x="124" y="98"/>
                  <a:pt x="124" y="99"/>
                </a:cubicBezTo>
                <a:cubicBezTo>
                  <a:pt x="124" y="99"/>
                  <a:pt x="124" y="99"/>
                  <a:pt x="124" y="99"/>
                </a:cubicBezTo>
                <a:cubicBezTo>
                  <a:pt x="124" y="99"/>
                  <a:pt x="124" y="99"/>
                  <a:pt x="124" y="99"/>
                </a:cubicBezTo>
                <a:cubicBezTo>
                  <a:pt x="124" y="99"/>
                  <a:pt x="123" y="99"/>
                  <a:pt x="123" y="99"/>
                </a:cubicBezTo>
                <a:cubicBezTo>
                  <a:pt x="123" y="100"/>
                  <a:pt x="123" y="100"/>
                  <a:pt x="123" y="100"/>
                </a:cubicBezTo>
                <a:cubicBezTo>
                  <a:pt x="123" y="100"/>
                  <a:pt x="123" y="100"/>
                  <a:pt x="123" y="100"/>
                </a:cubicBezTo>
                <a:cubicBezTo>
                  <a:pt x="123" y="101"/>
                  <a:pt x="124" y="101"/>
                  <a:pt x="124" y="101"/>
                </a:cubicBezTo>
                <a:cubicBezTo>
                  <a:pt x="124" y="101"/>
                  <a:pt x="124" y="101"/>
                  <a:pt x="124" y="101"/>
                </a:cubicBezTo>
                <a:cubicBezTo>
                  <a:pt x="124" y="101"/>
                  <a:pt x="124" y="102"/>
                  <a:pt x="124" y="102"/>
                </a:cubicBezTo>
                <a:cubicBezTo>
                  <a:pt x="123" y="102"/>
                  <a:pt x="123" y="102"/>
                  <a:pt x="123" y="102"/>
                </a:cubicBezTo>
                <a:cubicBezTo>
                  <a:pt x="123" y="102"/>
                  <a:pt x="123" y="102"/>
                  <a:pt x="123" y="102"/>
                </a:cubicBezTo>
                <a:cubicBezTo>
                  <a:pt x="123" y="102"/>
                  <a:pt x="123" y="103"/>
                  <a:pt x="123" y="103"/>
                </a:cubicBezTo>
                <a:cubicBezTo>
                  <a:pt x="123" y="103"/>
                  <a:pt x="123" y="103"/>
                  <a:pt x="123" y="103"/>
                </a:cubicBezTo>
                <a:cubicBezTo>
                  <a:pt x="123" y="103"/>
                  <a:pt x="123" y="103"/>
                  <a:pt x="123" y="103"/>
                </a:cubicBezTo>
                <a:cubicBezTo>
                  <a:pt x="124" y="103"/>
                  <a:pt x="124" y="103"/>
                  <a:pt x="124" y="103"/>
                </a:cubicBezTo>
                <a:cubicBezTo>
                  <a:pt x="124" y="104"/>
                  <a:pt x="125" y="104"/>
                  <a:pt x="124" y="104"/>
                </a:cubicBezTo>
                <a:cubicBezTo>
                  <a:pt x="124" y="105"/>
                  <a:pt x="125" y="105"/>
                  <a:pt x="125" y="105"/>
                </a:cubicBezTo>
                <a:cubicBezTo>
                  <a:pt x="125" y="105"/>
                  <a:pt x="126" y="105"/>
                  <a:pt x="126" y="105"/>
                </a:cubicBezTo>
                <a:cubicBezTo>
                  <a:pt x="126" y="106"/>
                  <a:pt x="127" y="106"/>
                  <a:pt x="128" y="106"/>
                </a:cubicBezTo>
                <a:cubicBezTo>
                  <a:pt x="128" y="106"/>
                  <a:pt x="128" y="106"/>
                  <a:pt x="128" y="106"/>
                </a:cubicBezTo>
                <a:cubicBezTo>
                  <a:pt x="131" y="104"/>
                  <a:pt x="131" y="104"/>
                  <a:pt x="131" y="104"/>
                </a:cubicBezTo>
                <a:lnTo>
                  <a:pt x="138" y="93"/>
                </a:lnTo>
                <a:close/>
                <a:moveTo>
                  <a:pt x="226" y="204"/>
                </a:moveTo>
                <a:cubicBezTo>
                  <a:pt x="226" y="204"/>
                  <a:pt x="226" y="204"/>
                  <a:pt x="225" y="204"/>
                </a:cubicBezTo>
                <a:cubicBezTo>
                  <a:pt x="225" y="204"/>
                  <a:pt x="224" y="204"/>
                  <a:pt x="224" y="204"/>
                </a:cubicBezTo>
                <a:cubicBezTo>
                  <a:pt x="223" y="205"/>
                  <a:pt x="223" y="206"/>
                  <a:pt x="223" y="207"/>
                </a:cubicBezTo>
                <a:cubicBezTo>
                  <a:pt x="222" y="207"/>
                  <a:pt x="222" y="207"/>
                  <a:pt x="221" y="207"/>
                </a:cubicBezTo>
                <a:cubicBezTo>
                  <a:pt x="221" y="207"/>
                  <a:pt x="221" y="208"/>
                  <a:pt x="220" y="208"/>
                </a:cubicBezTo>
                <a:cubicBezTo>
                  <a:pt x="220" y="209"/>
                  <a:pt x="221" y="210"/>
                  <a:pt x="222" y="210"/>
                </a:cubicBezTo>
                <a:cubicBezTo>
                  <a:pt x="223" y="210"/>
                  <a:pt x="224" y="209"/>
                  <a:pt x="225" y="210"/>
                </a:cubicBezTo>
                <a:cubicBezTo>
                  <a:pt x="226" y="210"/>
                  <a:pt x="229" y="211"/>
                  <a:pt x="229" y="209"/>
                </a:cubicBezTo>
                <a:cubicBezTo>
                  <a:pt x="229" y="209"/>
                  <a:pt x="229" y="208"/>
                  <a:pt x="229" y="208"/>
                </a:cubicBezTo>
                <a:cubicBezTo>
                  <a:pt x="228" y="207"/>
                  <a:pt x="228" y="207"/>
                  <a:pt x="228" y="206"/>
                </a:cubicBezTo>
                <a:cubicBezTo>
                  <a:pt x="227" y="206"/>
                  <a:pt x="227" y="205"/>
                  <a:pt x="226" y="204"/>
                </a:cubicBezTo>
                <a:close/>
                <a:moveTo>
                  <a:pt x="229" y="202"/>
                </a:moveTo>
                <a:cubicBezTo>
                  <a:pt x="229" y="201"/>
                  <a:pt x="228" y="201"/>
                  <a:pt x="228" y="201"/>
                </a:cubicBezTo>
                <a:cubicBezTo>
                  <a:pt x="228" y="200"/>
                  <a:pt x="229" y="200"/>
                  <a:pt x="229" y="199"/>
                </a:cubicBezTo>
                <a:cubicBezTo>
                  <a:pt x="229" y="198"/>
                  <a:pt x="229" y="198"/>
                  <a:pt x="230" y="197"/>
                </a:cubicBezTo>
                <a:cubicBezTo>
                  <a:pt x="231" y="197"/>
                  <a:pt x="231" y="197"/>
                  <a:pt x="231" y="196"/>
                </a:cubicBezTo>
                <a:cubicBezTo>
                  <a:pt x="231" y="196"/>
                  <a:pt x="231" y="195"/>
                  <a:pt x="231" y="195"/>
                </a:cubicBezTo>
                <a:cubicBezTo>
                  <a:pt x="231" y="194"/>
                  <a:pt x="231" y="194"/>
                  <a:pt x="232" y="193"/>
                </a:cubicBezTo>
                <a:cubicBezTo>
                  <a:pt x="232" y="192"/>
                  <a:pt x="232" y="192"/>
                  <a:pt x="232" y="192"/>
                </a:cubicBezTo>
                <a:cubicBezTo>
                  <a:pt x="232" y="192"/>
                  <a:pt x="232" y="191"/>
                  <a:pt x="233" y="191"/>
                </a:cubicBezTo>
                <a:cubicBezTo>
                  <a:pt x="233" y="190"/>
                  <a:pt x="234" y="190"/>
                  <a:pt x="233" y="189"/>
                </a:cubicBezTo>
                <a:cubicBezTo>
                  <a:pt x="233" y="189"/>
                  <a:pt x="232" y="189"/>
                  <a:pt x="232" y="189"/>
                </a:cubicBezTo>
                <a:cubicBezTo>
                  <a:pt x="232" y="189"/>
                  <a:pt x="231" y="189"/>
                  <a:pt x="231" y="189"/>
                </a:cubicBezTo>
                <a:cubicBezTo>
                  <a:pt x="230" y="189"/>
                  <a:pt x="230" y="188"/>
                  <a:pt x="230" y="188"/>
                </a:cubicBezTo>
                <a:cubicBezTo>
                  <a:pt x="229" y="188"/>
                  <a:pt x="229" y="187"/>
                  <a:pt x="229" y="187"/>
                </a:cubicBezTo>
                <a:cubicBezTo>
                  <a:pt x="228" y="186"/>
                  <a:pt x="227" y="186"/>
                  <a:pt x="226" y="185"/>
                </a:cubicBezTo>
                <a:cubicBezTo>
                  <a:pt x="225" y="184"/>
                  <a:pt x="224" y="184"/>
                  <a:pt x="222" y="185"/>
                </a:cubicBezTo>
                <a:cubicBezTo>
                  <a:pt x="220" y="185"/>
                  <a:pt x="218" y="185"/>
                  <a:pt x="216" y="186"/>
                </a:cubicBezTo>
                <a:cubicBezTo>
                  <a:pt x="214" y="186"/>
                  <a:pt x="213" y="187"/>
                  <a:pt x="211" y="188"/>
                </a:cubicBezTo>
                <a:cubicBezTo>
                  <a:pt x="210" y="189"/>
                  <a:pt x="209" y="189"/>
                  <a:pt x="208" y="191"/>
                </a:cubicBezTo>
                <a:cubicBezTo>
                  <a:pt x="207" y="191"/>
                  <a:pt x="206" y="192"/>
                  <a:pt x="206" y="193"/>
                </a:cubicBezTo>
                <a:cubicBezTo>
                  <a:pt x="204" y="195"/>
                  <a:pt x="203" y="197"/>
                  <a:pt x="202" y="199"/>
                </a:cubicBezTo>
                <a:cubicBezTo>
                  <a:pt x="202" y="200"/>
                  <a:pt x="202" y="201"/>
                  <a:pt x="201" y="202"/>
                </a:cubicBezTo>
                <a:cubicBezTo>
                  <a:pt x="201" y="202"/>
                  <a:pt x="200" y="203"/>
                  <a:pt x="200" y="203"/>
                </a:cubicBezTo>
                <a:cubicBezTo>
                  <a:pt x="199" y="204"/>
                  <a:pt x="199" y="205"/>
                  <a:pt x="199" y="206"/>
                </a:cubicBezTo>
                <a:cubicBezTo>
                  <a:pt x="198" y="207"/>
                  <a:pt x="198" y="207"/>
                  <a:pt x="198" y="208"/>
                </a:cubicBezTo>
                <a:cubicBezTo>
                  <a:pt x="198" y="209"/>
                  <a:pt x="197" y="210"/>
                  <a:pt x="198" y="211"/>
                </a:cubicBezTo>
                <a:cubicBezTo>
                  <a:pt x="198" y="212"/>
                  <a:pt x="199" y="211"/>
                  <a:pt x="199" y="211"/>
                </a:cubicBezTo>
                <a:cubicBezTo>
                  <a:pt x="200" y="210"/>
                  <a:pt x="201" y="210"/>
                  <a:pt x="202" y="210"/>
                </a:cubicBezTo>
                <a:cubicBezTo>
                  <a:pt x="203" y="210"/>
                  <a:pt x="204" y="210"/>
                  <a:pt x="205" y="210"/>
                </a:cubicBezTo>
                <a:cubicBezTo>
                  <a:pt x="207" y="210"/>
                  <a:pt x="210" y="210"/>
                  <a:pt x="212" y="210"/>
                </a:cubicBezTo>
                <a:cubicBezTo>
                  <a:pt x="213" y="210"/>
                  <a:pt x="215" y="210"/>
                  <a:pt x="216" y="210"/>
                </a:cubicBezTo>
                <a:cubicBezTo>
                  <a:pt x="217" y="209"/>
                  <a:pt x="218" y="209"/>
                  <a:pt x="219" y="208"/>
                </a:cubicBezTo>
                <a:cubicBezTo>
                  <a:pt x="220" y="208"/>
                  <a:pt x="220" y="207"/>
                  <a:pt x="221" y="207"/>
                </a:cubicBezTo>
                <a:cubicBezTo>
                  <a:pt x="222" y="206"/>
                  <a:pt x="222" y="206"/>
                  <a:pt x="222" y="205"/>
                </a:cubicBezTo>
                <a:cubicBezTo>
                  <a:pt x="223" y="204"/>
                  <a:pt x="223" y="204"/>
                  <a:pt x="224" y="204"/>
                </a:cubicBezTo>
                <a:cubicBezTo>
                  <a:pt x="225" y="204"/>
                  <a:pt x="226" y="204"/>
                  <a:pt x="226" y="203"/>
                </a:cubicBezTo>
                <a:cubicBezTo>
                  <a:pt x="227" y="203"/>
                  <a:pt x="227" y="202"/>
                  <a:pt x="228" y="202"/>
                </a:cubicBezTo>
                <a:cubicBezTo>
                  <a:pt x="228" y="202"/>
                  <a:pt x="229" y="202"/>
                  <a:pt x="229" y="202"/>
                </a:cubicBezTo>
                <a:close/>
                <a:moveTo>
                  <a:pt x="150" y="20"/>
                </a:moveTo>
                <a:cubicBezTo>
                  <a:pt x="150" y="20"/>
                  <a:pt x="150" y="20"/>
                  <a:pt x="150" y="20"/>
                </a:cubicBezTo>
                <a:cubicBezTo>
                  <a:pt x="150" y="21"/>
                  <a:pt x="151" y="21"/>
                  <a:pt x="151" y="22"/>
                </a:cubicBezTo>
                <a:cubicBezTo>
                  <a:pt x="151" y="23"/>
                  <a:pt x="151" y="24"/>
                  <a:pt x="151" y="24"/>
                </a:cubicBezTo>
                <a:cubicBezTo>
                  <a:pt x="152" y="25"/>
                  <a:pt x="152" y="26"/>
                  <a:pt x="152" y="27"/>
                </a:cubicBezTo>
                <a:cubicBezTo>
                  <a:pt x="152" y="27"/>
                  <a:pt x="152" y="28"/>
                  <a:pt x="152" y="29"/>
                </a:cubicBezTo>
                <a:cubicBezTo>
                  <a:pt x="153" y="29"/>
                  <a:pt x="154" y="29"/>
                  <a:pt x="155" y="29"/>
                </a:cubicBezTo>
                <a:cubicBezTo>
                  <a:pt x="155" y="28"/>
                  <a:pt x="157" y="28"/>
                  <a:pt x="157" y="29"/>
                </a:cubicBezTo>
                <a:cubicBezTo>
                  <a:pt x="158" y="29"/>
                  <a:pt x="159" y="30"/>
                  <a:pt x="160" y="30"/>
                </a:cubicBezTo>
                <a:cubicBezTo>
                  <a:pt x="160" y="30"/>
                  <a:pt x="161" y="30"/>
                  <a:pt x="161" y="29"/>
                </a:cubicBezTo>
                <a:cubicBezTo>
                  <a:pt x="162" y="29"/>
                  <a:pt x="162" y="29"/>
                  <a:pt x="163" y="29"/>
                </a:cubicBezTo>
                <a:cubicBezTo>
                  <a:pt x="163" y="29"/>
                  <a:pt x="164" y="29"/>
                  <a:pt x="164" y="28"/>
                </a:cubicBezTo>
                <a:cubicBezTo>
                  <a:pt x="165" y="28"/>
                  <a:pt x="165" y="28"/>
                  <a:pt x="166" y="28"/>
                </a:cubicBezTo>
                <a:cubicBezTo>
                  <a:pt x="167" y="26"/>
                  <a:pt x="164" y="27"/>
                  <a:pt x="164" y="26"/>
                </a:cubicBezTo>
                <a:cubicBezTo>
                  <a:pt x="164" y="26"/>
                  <a:pt x="164" y="25"/>
                  <a:pt x="163" y="25"/>
                </a:cubicBezTo>
                <a:cubicBezTo>
                  <a:pt x="163" y="25"/>
                  <a:pt x="162" y="25"/>
                  <a:pt x="162" y="25"/>
                </a:cubicBezTo>
                <a:cubicBezTo>
                  <a:pt x="161" y="26"/>
                  <a:pt x="160" y="26"/>
                  <a:pt x="160" y="25"/>
                </a:cubicBezTo>
                <a:cubicBezTo>
                  <a:pt x="160" y="25"/>
                  <a:pt x="160" y="24"/>
                  <a:pt x="160" y="24"/>
                </a:cubicBezTo>
                <a:cubicBezTo>
                  <a:pt x="159" y="24"/>
                  <a:pt x="159" y="24"/>
                  <a:pt x="159" y="24"/>
                </a:cubicBezTo>
                <a:cubicBezTo>
                  <a:pt x="158" y="23"/>
                  <a:pt x="159" y="23"/>
                  <a:pt x="158" y="22"/>
                </a:cubicBezTo>
                <a:cubicBezTo>
                  <a:pt x="158" y="22"/>
                  <a:pt x="158" y="22"/>
                  <a:pt x="157" y="22"/>
                </a:cubicBezTo>
                <a:cubicBezTo>
                  <a:pt x="157" y="22"/>
                  <a:pt x="158" y="21"/>
                  <a:pt x="157" y="21"/>
                </a:cubicBezTo>
                <a:cubicBezTo>
                  <a:pt x="157" y="21"/>
                  <a:pt x="156" y="20"/>
                  <a:pt x="156" y="20"/>
                </a:cubicBezTo>
                <a:cubicBezTo>
                  <a:pt x="155" y="20"/>
                  <a:pt x="155" y="20"/>
                  <a:pt x="154" y="19"/>
                </a:cubicBezTo>
                <a:cubicBezTo>
                  <a:pt x="154" y="19"/>
                  <a:pt x="154" y="18"/>
                  <a:pt x="154" y="18"/>
                </a:cubicBezTo>
                <a:cubicBezTo>
                  <a:pt x="154" y="18"/>
                  <a:pt x="153" y="18"/>
                  <a:pt x="153" y="18"/>
                </a:cubicBezTo>
                <a:cubicBezTo>
                  <a:pt x="152" y="17"/>
                  <a:pt x="152" y="17"/>
                  <a:pt x="151" y="17"/>
                </a:cubicBezTo>
                <a:cubicBezTo>
                  <a:pt x="151" y="18"/>
                  <a:pt x="151" y="18"/>
                  <a:pt x="150" y="18"/>
                </a:cubicBezTo>
                <a:cubicBezTo>
                  <a:pt x="150" y="18"/>
                  <a:pt x="150" y="18"/>
                  <a:pt x="150" y="18"/>
                </a:cubicBezTo>
                <a:cubicBezTo>
                  <a:pt x="149" y="18"/>
                  <a:pt x="149" y="18"/>
                  <a:pt x="149" y="18"/>
                </a:cubicBezTo>
                <a:cubicBezTo>
                  <a:pt x="148" y="17"/>
                  <a:pt x="148" y="17"/>
                  <a:pt x="148" y="17"/>
                </a:cubicBezTo>
                <a:cubicBezTo>
                  <a:pt x="148" y="17"/>
                  <a:pt x="148" y="17"/>
                  <a:pt x="148" y="17"/>
                </a:cubicBezTo>
                <a:cubicBezTo>
                  <a:pt x="147" y="16"/>
                  <a:pt x="147" y="17"/>
                  <a:pt x="147" y="17"/>
                </a:cubicBezTo>
                <a:cubicBezTo>
                  <a:pt x="146" y="17"/>
                  <a:pt x="146" y="17"/>
                  <a:pt x="146" y="17"/>
                </a:cubicBezTo>
                <a:cubicBezTo>
                  <a:pt x="146" y="16"/>
                  <a:pt x="146" y="17"/>
                  <a:pt x="145" y="17"/>
                </a:cubicBezTo>
                <a:cubicBezTo>
                  <a:pt x="144" y="16"/>
                  <a:pt x="144" y="16"/>
                  <a:pt x="143" y="16"/>
                </a:cubicBezTo>
                <a:cubicBezTo>
                  <a:pt x="142" y="16"/>
                  <a:pt x="142" y="16"/>
                  <a:pt x="141" y="15"/>
                </a:cubicBezTo>
                <a:cubicBezTo>
                  <a:pt x="141" y="15"/>
                  <a:pt x="140" y="15"/>
                  <a:pt x="140" y="16"/>
                </a:cubicBezTo>
                <a:cubicBezTo>
                  <a:pt x="140" y="16"/>
                  <a:pt x="141" y="16"/>
                  <a:pt x="141" y="16"/>
                </a:cubicBezTo>
                <a:cubicBezTo>
                  <a:pt x="141" y="17"/>
                  <a:pt x="141" y="17"/>
                  <a:pt x="141" y="17"/>
                </a:cubicBezTo>
                <a:cubicBezTo>
                  <a:pt x="141" y="18"/>
                  <a:pt x="143" y="19"/>
                  <a:pt x="143" y="19"/>
                </a:cubicBezTo>
                <a:cubicBezTo>
                  <a:pt x="143" y="20"/>
                  <a:pt x="144" y="20"/>
                  <a:pt x="144" y="21"/>
                </a:cubicBezTo>
                <a:cubicBezTo>
                  <a:pt x="144" y="21"/>
                  <a:pt x="145" y="21"/>
                  <a:pt x="145" y="22"/>
                </a:cubicBezTo>
                <a:cubicBezTo>
                  <a:pt x="145" y="21"/>
                  <a:pt x="145" y="21"/>
                  <a:pt x="145" y="20"/>
                </a:cubicBezTo>
                <a:cubicBezTo>
                  <a:pt x="144" y="20"/>
                  <a:pt x="144" y="19"/>
                  <a:pt x="144" y="19"/>
                </a:cubicBezTo>
                <a:cubicBezTo>
                  <a:pt x="145" y="19"/>
                  <a:pt x="146" y="20"/>
                  <a:pt x="146" y="21"/>
                </a:cubicBezTo>
                <a:cubicBezTo>
                  <a:pt x="147" y="21"/>
                  <a:pt x="147" y="22"/>
                  <a:pt x="148" y="21"/>
                </a:cubicBezTo>
                <a:cubicBezTo>
                  <a:pt x="149" y="21"/>
                  <a:pt x="149" y="20"/>
                  <a:pt x="150" y="20"/>
                </a:cubicBezTo>
                <a:close/>
                <a:moveTo>
                  <a:pt x="176" y="45"/>
                </a:moveTo>
                <a:cubicBezTo>
                  <a:pt x="177" y="45"/>
                  <a:pt x="179" y="45"/>
                  <a:pt x="179" y="45"/>
                </a:cubicBezTo>
                <a:cubicBezTo>
                  <a:pt x="179" y="44"/>
                  <a:pt x="178" y="44"/>
                  <a:pt x="177" y="44"/>
                </a:cubicBezTo>
                <a:cubicBezTo>
                  <a:pt x="177" y="44"/>
                  <a:pt x="177" y="43"/>
                  <a:pt x="177" y="43"/>
                </a:cubicBezTo>
                <a:cubicBezTo>
                  <a:pt x="176" y="43"/>
                  <a:pt x="176" y="43"/>
                  <a:pt x="175" y="43"/>
                </a:cubicBezTo>
                <a:cubicBezTo>
                  <a:pt x="174" y="43"/>
                  <a:pt x="174" y="43"/>
                  <a:pt x="173" y="43"/>
                </a:cubicBezTo>
                <a:cubicBezTo>
                  <a:pt x="172" y="43"/>
                  <a:pt x="171" y="43"/>
                  <a:pt x="170" y="43"/>
                </a:cubicBezTo>
                <a:cubicBezTo>
                  <a:pt x="170" y="43"/>
                  <a:pt x="169" y="42"/>
                  <a:pt x="169" y="42"/>
                </a:cubicBezTo>
                <a:cubicBezTo>
                  <a:pt x="168" y="42"/>
                  <a:pt x="168" y="42"/>
                  <a:pt x="168" y="42"/>
                </a:cubicBezTo>
                <a:cubicBezTo>
                  <a:pt x="167" y="42"/>
                  <a:pt x="167" y="42"/>
                  <a:pt x="166" y="42"/>
                </a:cubicBezTo>
                <a:cubicBezTo>
                  <a:pt x="166" y="43"/>
                  <a:pt x="165" y="42"/>
                  <a:pt x="164" y="42"/>
                </a:cubicBezTo>
                <a:cubicBezTo>
                  <a:pt x="164" y="42"/>
                  <a:pt x="164" y="42"/>
                  <a:pt x="163" y="42"/>
                </a:cubicBezTo>
                <a:cubicBezTo>
                  <a:pt x="162" y="41"/>
                  <a:pt x="162" y="41"/>
                  <a:pt x="161" y="41"/>
                </a:cubicBezTo>
                <a:cubicBezTo>
                  <a:pt x="161" y="41"/>
                  <a:pt x="160" y="41"/>
                  <a:pt x="160" y="41"/>
                </a:cubicBezTo>
                <a:cubicBezTo>
                  <a:pt x="159" y="41"/>
                  <a:pt x="158" y="41"/>
                  <a:pt x="158" y="41"/>
                </a:cubicBezTo>
                <a:cubicBezTo>
                  <a:pt x="156" y="41"/>
                  <a:pt x="154" y="41"/>
                  <a:pt x="153" y="41"/>
                </a:cubicBezTo>
                <a:cubicBezTo>
                  <a:pt x="152" y="41"/>
                  <a:pt x="151" y="41"/>
                  <a:pt x="151" y="41"/>
                </a:cubicBezTo>
                <a:cubicBezTo>
                  <a:pt x="150" y="41"/>
                  <a:pt x="149" y="40"/>
                  <a:pt x="149" y="40"/>
                </a:cubicBezTo>
                <a:cubicBezTo>
                  <a:pt x="148" y="40"/>
                  <a:pt x="147" y="40"/>
                  <a:pt x="147" y="40"/>
                </a:cubicBezTo>
                <a:cubicBezTo>
                  <a:pt x="146" y="40"/>
                  <a:pt x="146" y="40"/>
                  <a:pt x="145" y="40"/>
                </a:cubicBezTo>
                <a:cubicBezTo>
                  <a:pt x="145" y="40"/>
                  <a:pt x="144" y="40"/>
                  <a:pt x="144" y="40"/>
                </a:cubicBezTo>
                <a:cubicBezTo>
                  <a:pt x="143" y="40"/>
                  <a:pt x="143" y="39"/>
                  <a:pt x="142" y="40"/>
                </a:cubicBezTo>
                <a:cubicBezTo>
                  <a:pt x="143" y="40"/>
                  <a:pt x="143" y="41"/>
                  <a:pt x="144" y="42"/>
                </a:cubicBezTo>
                <a:cubicBezTo>
                  <a:pt x="144" y="42"/>
                  <a:pt x="144" y="42"/>
                  <a:pt x="145" y="42"/>
                </a:cubicBezTo>
                <a:cubicBezTo>
                  <a:pt x="145" y="42"/>
                  <a:pt x="145" y="42"/>
                  <a:pt x="145" y="41"/>
                </a:cubicBezTo>
                <a:cubicBezTo>
                  <a:pt x="146" y="41"/>
                  <a:pt x="147" y="42"/>
                  <a:pt x="148" y="42"/>
                </a:cubicBezTo>
                <a:cubicBezTo>
                  <a:pt x="148" y="42"/>
                  <a:pt x="148" y="42"/>
                  <a:pt x="148" y="42"/>
                </a:cubicBezTo>
                <a:cubicBezTo>
                  <a:pt x="149" y="42"/>
                  <a:pt x="149" y="42"/>
                  <a:pt x="149" y="42"/>
                </a:cubicBezTo>
                <a:cubicBezTo>
                  <a:pt x="150" y="42"/>
                  <a:pt x="150" y="42"/>
                  <a:pt x="151" y="43"/>
                </a:cubicBezTo>
                <a:cubicBezTo>
                  <a:pt x="151" y="43"/>
                  <a:pt x="151" y="43"/>
                  <a:pt x="152" y="43"/>
                </a:cubicBezTo>
                <a:cubicBezTo>
                  <a:pt x="152" y="44"/>
                  <a:pt x="153" y="43"/>
                  <a:pt x="153" y="43"/>
                </a:cubicBezTo>
                <a:cubicBezTo>
                  <a:pt x="153" y="44"/>
                  <a:pt x="153" y="44"/>
                  <a:pt x="154" y="44"/>
                </a:cubicBezTo>
                <a:cubicBezTo>
                  <a:pt x="154" y="44"/>
                  <a:pt x="154" y="44"/>
                  <a:pt x="154" y="44"/>
                </a:cubicBezTo>
                <a:cubicBezTo>
                  <a:pt x="155" y="44"/>
                  <a:pt x="155" y="44"/>
                  <a:pt x="155" y="44"/>
                </a:cubicBezTo>
                <a:cubicBezTo>
                  <a:pt x="156" y="45"/>
                  <a:pt x="156" y="45"/>
                  <a:pt x="157" y="45"/>
                </a:cubicBezTo>
                <a:cubicBezTo>
                  <a:pt x="158" y="46"/>
                  <a:pt x="159" y="46"/>
                  <a:pt x="160" y="46"/>
                </a:cubicBezTo>
                <a:cubicBezTo>
                  <a:pt x="161" y="46"/>
                  <a:pt x="161" y="46"/>
                  <a:pt x="161" y="46"/>
                </a:cubicBezTo>
                <a:cubicBezTo>
                  <a:pt x="162" y="47"/>
                  <a:pt x="162" y="47"/>
                  <a:pt x="162" y="47"/>
                </a:cubicBezTo>
                <a:cubicBezTo>
                  <a:pt x="163" y="47"/>
                  <a:pt x="163" y="47"/>
                  <a:pt x="164" y="47"/>
                </a:cubicBezTo>
                <a:cubicBezTo>
                  <a:pt x="164" y="46"/>
                  <a:pt x="165" y="46"/>
                  <a:pt x="165" y="46"/>
                </a:cubicBezTo>
                <a:cubicBezTo>
                  <a:pt x="165" y="46"/>
                  <a:pt x="166" y="46"/>
                  <a:pt x="166" y="46"/>
                </a:cubicBezTo>
                <a:cubicBezTo>
                  <a:pt x="167" y="47"/>
                  <a:pt x="167" y="47"/>
                  <a:pt x="168" y="47"/>
                </a:cubicBezTo>
                <a:cubicBezTo>
                  <a:pt x="168" y="47"/>
                  <a:pt x="169" y="47"/>
                  <a:pt x="170" y="47"/>
                </a:cubicBezTo>
                <a:cubicBezTo>
                  <a:pt x="170" y="47"/>
                  <a:pt x="170" y="47"/>
                  <a:pt x="169" y="46"/>
                </a:cubicBezTo>
                <a:cubicBezTo>
                  <a:pt x="170" y="46"/>
                  <a:pt x="170" y="46"/>
                  <a:pt x="171" y="46"/>
                </a:cubicBezTo>
                <a:cubicBezTo>
                  <a:pt x="171" y="46"/>
                  <a:pt x="171" y="46"/>
                  <a:pt x="172" y="46"/>
                </a:cubicBezTo>
                <a:cubicBezTo>
                  <a:pt x="172" y="46"/>
                  <a:pt x="172" y="46"/>
                  <a:pt x="172" y="46"/>
                </a:cubicBezTo>
                <a:cubicBezTo>
                  <a:pt x="173" y="46"/>
                  <a:pt x="173" y="45"/>
                  <a:pt x="174" y="45"/>
                </a:cubicBezTo>
                <a:cubicBezTo>
                  <a:pt x="175" y="45"/>
                  <a:pt x="176" y="45"/>
                  <a:pt x="176" y="45"/>
                </a:cubicBezTo>
                <a:close/>
                <a:moveTo>
                  <a:pt x="129" y="24"/>
                </a:moveTo>
                <a:cubicBezTo>
                  <a:pt x="129" y="23"/>
                  <a:pt x="129" y="23"/>
                  <a:pt x="128" y="23"/>
                </a:cubicBezTo>
                <a:cubicBezTo>
                  <a:pt x="128" y="23"/>
                  <a:pt x="128" y="23"/>
                  <a:pt x="127" y="23"/>
                </a:cubicBezTo>
                <a:cubicBezTo>
                  <a:pt x="127" y="24"/>
                  <a:pt x="127" y="24"/>
                  <a:pt x="127" y="24"/>
                </a:cubicBezTo>
                <a:cubicBezTo>
                  <a:pt x="127" y="24"/>
                  <a:pt x="126" y="24"/>
                  <a:pt x="127" y="25"/>
                </a:cubicBezTo>
                <a:cubicBezTo>
                  <a:pt x="127" y="26"/>
                  <a:pt x="127" y="26"/>
                  <a:pt x="127" y="26"/>
                </a:cubicBezTo>
                <a:cubicBezTo>
                  <a:pt x="128" y="27"/>
                  <a:pt x="128" y="27"/>
                  <a:pt x="128" y="28"/>
                </a:cubicBezTo>
                <a:cubicBezTo>
                  <a:pt x="129" y="28"/>
                  <a:pt x="129" y="28"/>
                  <a:pt x="130" y="28"/>
                </a:cubicBezTo>
                <a:cubicBezTo>
                  <a:pt x="130" y="28"/>
                  <a:pt x="131" y="27"/>
                  <a:pt x="131" y="27"/>
                </a:cubicBezTo>
                <a:cubicBezTo>
                  <a:pt x="131" y="27"/>
                  <a:pt x="131" y="26"/>
                  <a:pt x="131" y="25"/>
                </a:cubicBezTo>
                <a:cubicBezTo>
                  <a:pt x="130" y="25"/>
                  <a:pt x="130" y="28"/>
                  <a:pt x="130" y="26"/>
                </a:cubicBezTo>
                <a:cubicBezTo>
                  <a:pt x="130" y="24"/>
                  <a:pt x="130" y="24"/>
                  <a:pt x="129" y="24"/>
                </a:cubicBezTo>
                <a:close/>
                <a:moveTo>
                  <a:pt x="225" y="172"/>
                </a:moveTo>
                <a:cubicBezTo>
                  <a:pt x="224" y="173"/>
                  <a:pt x="224" y="172"/>
                  <a:pt x="224" y="172"/>
                </a:cubicBezTo>
                <a:cubicBezTo>
                  <a:pt x="223" y="172"/>
                  <a:pt x="223" y="172"/>
                  <a:pt x="223" y="172"/>
                </a:cubicBezTo>
                <a:cubicBezTo>
                  <a:pt x="222" y="172"/>
                  <a:pt x="222" y="172"/>
                  <a:pt x="221" y="172"/>
                </a:cubicBezTo>
                <a:cubicBezTo>
                  <a:pt x="221" y="173"/>
                  <a:pt x="221" y="173"/>
                  <a:pt x="221" y="174"/>
                </a:cubicBezTo>
                <a:cubicBezTo>
                  <a:pt x="221" y="174"/>
                  <a:pt x="221" y="174"/>
                  <a:pt x="222" y="175"/>
                </a:cubicBezTo>
                <a:cubicBezTo>
                  <a:pt x="222" y="175"/>
                  <a:pt x="223" y="176"/>
                  <a:pt x="223" y="176"/>
                </a:cubicBezTo>
                <a:cubicBezTo>
                  <a:pt x="225" y="177"/>
                  <a:pt x="226" y="178"/>
                  <a:pt x="227" y="179"/>
                </a:cubicBezTo>
                <a:cubicBezTo>
                  <a:pt x="228" y="179"/>
                  <a:pt x="229" y="179"/>
                  <a:pt x="230" y="179"/>
                </a:cubicBezTo>
                <a:cubicBezTo>
                  <a:pt x="230" y="179"/>
                  <a:pt x="231" y="179"/>
                  <a:pt x="232" y="179"/>
                </a:cubicBezTo>
                <a:cubicBezTo>
                  <a:pt x="233" y="180"/>
                  <a:pt x="235" y="181"/>
                  <a:pt x="236" y="180"/>
                </a:cubicBezTo>
                <a:cubicBezTo>
                  <a:pt x="236" y="179"/>
                  <a:pt x="237" y="179"/>
                  <a:pt x="237" y="179"/>
                </a:cubicBezTo>
                <a:cubicBezTo>
                  <a:pt x="238" y="179"/>
                  <a:pt x="238" y="179"/>
                  <a:pt x="239" y="180"/>
                </a:cubicBezTo>
                <a:cubicBezTo>
                  <a:pt x="239" y="180"/>
                  <a:pt x="239" y="180"/>
                  <a:pt x="239" y="180"/>
                </a:cubicBezTo>
                <a:cubicBezTo>
                  <a:pt x="239" y="180"/>
                  <a:pt x="240" y="180"/>
                  <a:pt x="240" y="180"/>
                </a:cubicBezTo>
                <a:cubicBezTo>
                  <a:pt x="240" y="181"/>
                  <a:pt x="240" y="180"/>
                  <a:pt x="240" y="180"/>
                </a:cubicBezTo>
                <a:cubicBezTo>
                  <a:pt x="240" y="179"/>
                  <a:pt x="240" y="179"/>
                  <a:pt x="240" y="179"/>
                </a:cubicBezTo>
                <a:cubicBezTo>
                  <a:pt x="240" y="178"/>
                  <a:pt x="240" y="178"/>
                  <a:pt x="240" y="178"/>
                </a:cubicBezTo>
                <a:cubicBezTo>
                  <a:pt x="240" y="177"/>
                  <a:pt x="240" y="177"/>
                  <a:pt x="239" y="177"/>
                </a:cubicBezTo>
                <a:cubicBezTo>
                  <a:pt x="239" y="176"/>
                  <a:pt x="238" y="176"/>
                  <a:pt x="238" y="176"/>
                </a:cubicBezTo>
                <a:cubicBezTo>
                  <a:pt x="237" y="175"/>
                  <a:pt x="237" y="175"/>
                  <a:pt x="236" y="175"/>
                </a:cubicBezTo>
                <a:cubicBezTo>
                  <a:pt x="236" y="175"/>
                  <a:pt x="235" y="175"/>
                  <a:pt x="235" y="174"/>
                </a:cubicBezTo>
                <a:cubicBezTo>
                  <a:pt x="235" y="174"/>
                  <a:pt x="234" y="174"/>
                  <a:pt x="234" y="174"/>
                </a:cubicBezTo>
                <a:cubicBezTo>
                  <a:pt x="233" y="174"/>
                  <a:pt x="233" y="173"/>
                  <a:pt x="232" y="173"/>
                </a:cubicBezTo>
                <a:cubicBezTo>
                  <a:pt x="231" y="172"/>
                  <a:pt x="231" y="171"/>
                  <a:pt x="230" y="171"/>
                </a:cubicBezTo>
                <a:cubicBezTo>
                  <a:pt x="228" y="171"/>
                  <a:pt x="227" y="171"/>
                  <a:pt x="226" y="171"/>
                </a:cubicBezTo>
                <a:cubicBezTo>
                  <a:pt x="226" y="171"/>
                  <a:pt x="225" y="172"/>
                  <a:pt x="225" y="172"/>
                </a:cubicBezTo>
                <a:close/>
                <a:moveTo>
                  <a:pt x="226" y="170"/>
                </a:moveTo>
                <a:cubicBezTo>
                  <a:pt x="226" y="170"/>
                  <a:pt x="226" y="170"/>
                  <a:pt x="226" y="170"/>
                </a:cubicBezTo>
                <a:cubicBezTo>
                  <a:pt x="226" y="170"/>
                  <a:pt x="225" y="170"/>
                  <a:pt x="225" y="169"/>
                </a:cubicBezTo>
                <a:cubicBezTo>
                  <a:pt x="225" y="169"/>
                  <a:pt x="225" y="169"/>
                  <a:pt x="225" y="169"/>
                </a:cubicBezTo>
                <a:cubicBezTo>
                  <a:pt x="224" y="169"/>
                  <a:pt x="224" y="169"/>
                  <a:pt x="224" y="169"/>
                </a:cubicBezTo>
                <a:cubicBezTo>
                  <a:pt x="224" y="169"/>
                  <a:pt x="223" y="169"/>
                  <a:pt x="223" y="169"/>
                </a:cubicBezTo>
                <a:cubicBezTo>
                  <a:pt x="223" y="169"/>
                  <a:pt x="223" y="168"/>
                  <a:pt x="222" y="168"/>
                </a:cubicBezTo>
                <a:cubicBezTo>
                  <a:pt x="222" y="168"/>
                  <a:pt x="222" y="169"/>
                  <a:pt x="222" y="169"/>
                </a:cubicBezTo>
                <a:cubicBezTo>
                  <a:pt x="222" y="170"/>
                  <a:pt x="222" y="170"/>
                  <a:pt x="222" y="170"/>
                </a:cubicBezTo>
                <a:cubicBezTo>
                  <a:pt x="223" y="170"/>
                  <a:pt x="223" y="170"/>
                  <a:pt x="223" y="171"/>
                </a:cubicBezTo>
                <a:cubicBezTo>
                  <a:pt x="223" y="171"/>
                  <a:pt x="223" y="171"/>
                  <a:pt x="223" y="171"/>
                </a:cubicBezTo>
                <a:cubicBezTo>
                  <a:pt x="223" y="171"/>
                  <a:pt x="223" y="171"/>
                  <a:pt x="223" y="172"/>
                </a:cubicBezTo>
                <a:cubicBezTo>
                  <a:pt x="224" y="172"/>
                  <a:pt x="224" y="172"/>
                  <a:pt x="224" y="172"/>
                </a:cubicBezTo>
                <a:cubicBezTo>
                  <a:pt x="225" y="172"/>
                  <a:pt x="225" y="172"/>
                  <a:pt x="225" y="172"/>
                </a:cubicBezTo>
                <a:cubicBezTo>
                  <a:pt x="225" y="172"/>
                  <a:pt x="225" y="171"/>
                  <a:pt x="226" y="171"/>
                </a:cubicBezTo>
                <a:cubicBezTo>
                  <a:pt x="226" y="171"/>
                  <a:pt x="226" y="171"/>
                  <a:pt x="226" y="171"/>
                </a:cubicBezTo>
                <a:cubicBezTo>
                  <a:pt x="226" y="171"/>
                  <a:pt x="226" y="170"/>
                  <a:pt x="226" y="170"/>
                </a:cubicBezTo>
                <a:close/>
                <a:moveTo>
                  <a:pt x="228" y="171"/>
                </a:moveTo>
                <a:cubicBezTo>
                  <a:pt x="228" y="171"/>
                  <a:pt x="228" y="171"/>
                  <a:pt x="229" y="171"/>
                </a:cubicBezTo>
                <a:cubicBezTo>
                  <a:pt x="229" y="171"/>
                  <a:pt x="229" y="170"/>
                  <a:pt x="229" y="170"/>
                </a:cubicBezTo>
                <a:cubicBezTo>
                  <a:pt x="229" y="170"/>
                  <a:pt x="228" y="170"/>
                  <a:pt x="228" y="170"/>
                </a:cubicBezTo>
                <a:cubicBezTo>
                  <a:pt x="228" y="170"/>
                  <a:pt x="227" y="170"/>
                  <a:pt x="227" y="169"/>
                </a:cubicBezTo>
                <a:cubicBezTo>
                  <a:pt x="227" y="169"/>
                  <a:pt x="227" y="169"/>
                  <a:pt x="227" y="168"/>
                </a:cubicBezTo>
                <a:cubicBezTo>
                  <a:pt x="227" y="168"/>
                  <a:pt x="227" y="168"/>
                  <a:pt x="227" y="168"/>
                </a:cubicBezTo>
                <a:cubicBezTo>
                  <a:pt x="227" y="167"/>
                  <a:pt x="226" y="167"/>
                  <a:pt x="226" y="167"/>
                </a:cubicBezTo>
                <a:cubicBezTo>
                  <a:pt x="226" y="167"/>
                  <a:pt x="225" y="167"/>
                  <a:pt x="225" y="166"/>
                </a:cubicBezTo>
                <a:cubicBezTo>
                  <a:pt x="224" y="166"/>
                  <a:pt x="224" y="166"/>
                  <a:pt x="224" y="166"/>
                </a:cubicBezTo>
                <a:cubicBezTo>
                  <a:pt x="224" y="166"/>
                  <a:pt x="224" y="166"/>
                  <a:pt x="223" y="166"/>
                </a:cubicBezTo>
                <a:cubicBezTo>
                  <a:pt x="223" y="166"/>
                  <a:pt x="223" y="167"/>
                  <a:pt x="223" y="167"/>
                </a:cubicBezTo>
                <a:cubicBezTo>
                  <a:pt x="223" y="167"/>
                  <a:pt x="223" y="168"/>
                  <a:pt x="223" y="168"/>
                </a:cubicBezTo>
                <a:cubicBezTo>
                  <a:pt x="223" y="168"/>
                  <a:pt x="224" y="168"/>
                  <a:pt x="224" y="168"/>
                </a:cubicBezTo>
                <a:cubicBezTo>
                  <a:pt x="224" y="168"/>
                  <a:pt x="225" y="168"/>
                  <a:pt x="225" y="169"/>
                </a:cubicBezTo>
                <a:cubicBezTo>
                  <a:pt x="226" y="169"/>
                  <a:pt x="226" y="169"/>
                  <a:pt x="226" y="170"/>
                </a:cubicBezTo>
                <a:cubicBezTo>
                  <a:pt x="226" y="170"/>
                  <a:pt x="226" y="170"/>
                  <a:pt x="227" y="170"/>
                </a:cubicBezTo>
                <a:cubicBezTo>
                  <a:pt x="227" y="170"/>
                  <a:pt x="227" y="170"/>
                  <a:pt x="227" y="170"/>
                </a:cubicBezTo>
                <a:cubicBezTo>
                  <a:pt x="227" y="170"/>
                  <a:pt x="227" y="171"/>
                  <a:pt x="228" y="171"/>
                </a:cubicBezTo>
                <a:close/>
                <a:moveTo>
                  <a:pt x="196" y="39"/>
                </a:moveTo>
                <a:cubicBezTo>
                  <a:pt x="196" y="39"/>
                  <a:pt x="196" y="39"/>
                  <a:pt x="196" y="39"/>
                </a:cubicBezTo>
                <a:cubicBezTo>
                  <a:pt x="196" y="39"/>
                  <a:pt x="196" y="39"/>
                  <a:pt x="196" y="39"/>
                </a:cubicBezTo>
                <a:cubicBezTo>
                  <a:pt x="196" y="39"/>
                  <a:pt x="196" y="39"/>
                  <a:pt x="196" y="39"/>
                </a:cubicBezTo>
                <a:cubicBezTo>
                  <a:pt x="196" y="39"/>
                  <a:pt x="196" y="39"/>
                  <a:pt x="196" y="39"/>
                </a:cubicBezTo>
                <a:close/>
                <a:moveTo>
                  <a:pt x="282" y="172"/>
                </a:moveTo>
                <a:cubicBezTo>
                  <a:pt x="282" y="173"/>
                  <a:pt x="282" y="173"/>
                  <a:pt x="282" y="173"/>
                </a:cubicBezTo>
                <a:cubicBezTo>
                  <a:pt x="281" y="173"/>
                  <a:pt x="281" y="173"/>
                  <a:pt x="281" y="173"/>
                </a:cubicBezTo>
                <a:cubicBezTo>
                  <a:pt x="281" y="173"/>
                  <a:pt x="281" y="173"/>
                  <a:pt x="281" y="173"/>
                </a:cubicBezTo>
                <a:cubicBezTo>
                  <a:pt x="281" y="173"/>
                  <a:pt x="281" y="173"/>
                  <a:pt x="281" y="173"/>
                </a:cubicBezTo>
                <a:cubicBezTo>
                  <a:pt x="281" y="173"/>
                  <a:pt x="281" y="173"/>
                  <a:pt x="281" y="173"/>
                </a:cubicBezTo>
                <a:cubicBezTo>
                  <a:pt x="281" y="172"/>
                  <a:pt x="281" y="172"/>
                  <a:pt x="281" y="172"/>
                </a:cubicBezTo>
                <a:cubicBezTo>
                  <a:pt x="281" y="172"/>
                  <a:pt x="280" y="172"/>
                  <a:pt x="280" y="172"/>
                </a:cubicBezTo>
                <a:cubicBezTo>
                  <a:pt x="280" y="172"/>
                  <a:pt x="280" y="172"/>
                  <a:pt x="280" y="172"/>
                </a:cubicBezTo>
                <a:cubicBezTo>
                  <a:pt x="280" y="172"/>
                  <a:pt x="280" y="173"/>
                  <a:pt x="280" y="173"/>
                </a:cubicBezTo>
                <a:cubicBezTo>
                  <a:pt x="280" y="173"/>
                  <a:pt x="280" y="173"/>
                  <a:pt x="280" y="173"/>
                </a:cubicBezTo>
                <a:cubicBezTo>
                  <a:pt x="280" y="173"/>
                  <a:pt x="280" y="173"/>
                  <a:pt x="280" y="173"/>
                </a:cubicBezTo>
                <a:cubicBezTo>
                  <a:pt x="280" y="172"/>
                  <a:pt x="280" y="172"/>
                  <a:pt x="280" y="172"/>
                </a:cubicBezTo>
                <a:cubicBezTo>
                  <a:pt x="280" y="172"/>
                  <a:pt x="280" y="172"/>
                  <a:pt x="280" y="172"/>
                </a:cubicBezTo>
                <a:cubicBezTo>
                  <a:pt x="280" y="172"/>
                  <a:pt x="280" y="172"/>
                  <a:pt x="280" y="172"/>
                </a:cubicBezTo>
                <a:cubicBezTo>
                  <a:pt x="280" y="172"/>
                  <a:pt x="280" y="172"/>
                  <a:pt x="280" y="172"/>
                </a:cubicBezTo>
                <a:cubicBezTo>
                  <a:pt x="279" y="172"/>
                  <a:pt x="279" y="172"/>
                  <a:pt x="279" y="172"/>
                </a:cubicBezTo>
                <a:cubicBezTo>
                  <a:pt x="279" y="172"/>
                  <a:pt x="279" y="172"/>
                  <a:pt x="279" y="172"/>
                </a:cubicBezTo>
                <a:cubicBezTo>
                  <a:pt x="279" y="172"/>
                  <a:pt x="279" y="171"/>
                  <a:pt x="279" y="171"/>
                </a:cubicBezTo>
                <a:cubicBezTo>
                  <a:pt x="279" y="171"/>
                  <a:pt x="279" y="171"/>
                  <a:pt x="279" y="171"/>
                </a:cubicBezTo>
                <a:cubicBezTo>
                  <a:pt x="279" y="171"/>
                  <a:pt x="279" y="171"/>
                  <a:pt x="279" y="171"/>
                </a:cubicBezTo>
                <a:cubicBezTo>
                  <a:pt x="279" y="171"/>
                  <a:pt x="279" y="171"/>
                  <a:pt x="279" y="171"/>
                </a:cubicBezTo>
                <a:cubicBezTo>
                  <a:pt x="279" y="171"/>
                  <a:pt x="279" y="171"/>
                  <a:pt x="279" y="171"/>
                </a:cubicBezTo>
                <a:cubicBezTo>
                  <a:pt x="279" y="171"/>
                  <a:pt x="279" y="171"/>
                  <a:pt x="279" y="170"/>
                </a:cubicBezTo>
                <a:cubicBezTo>
                  <a:pt x="279" y="170"/>
                  <a:pt x="279" y="170"/>
                  <a:pt x="279" y="170"/>
                </a:cubicBezTo>
                <a:cubicBezTo>
                  <a:pt x="279" y="170"/>
                  <a:pt x="279" y="170"/>
                  <a:pt x="278" y="170"/>
                </a:cubicBezTo>
                <a:cubicBezTo>
                  <a:pt x="278" y="170"/>
                  <a:pt x="278" y="170"/>
                  <a:pt x="278" y="170"/>
                </a:cubicBezTo>
                <a:cubicBezTo>
                  <a:pt x="278" y="170"/>
                  <a:pt x="278" y="170"/>
                  <a:pt x="278" y="170"/>
                </a:cubicBezTo>
                <a:cubicBezTo>
                  <a:pt x="278" y="170"/>
                  <a:pt x="278" y="170"/>
                  <a:pt x="278" y="170"/>
                </a:cubicBezTo>
                <a:cubicBezTo>
                  <a:pt x="278" y="170"/>
                  <a:pt x="279" y="169"/>
                  <a:pt x="279" y="169"/>
                </a:cubicBezTo>
                <a:cubicBezTo>
                  <a:pt x="279" y="169"/>
                  <a:pt x="279" y="169"/>
                  <a:pt x="279" y="169"/>
                </a:cubicBezTo>
                <a:cubicBezTo>
                  <a:pt x="278" y="169"/>
                  <a:pt x="278" y="168"/>
                  <a:pt x="277" y="168"/>
                </a:cubicBezTo>
                <a:cubicBezTo>
                  <a:pt x="277" y="168"/>
                  <a:pt x="277" y="167"/>
                  <a:pt x="277" y="167"/>
                </a:cubicBezTo>
                <a:cubicBezTo>
                  <a:pt x="277" y="167"/>
                  <a:pt x="277" y="167"/>
                  <a:pt x="277" y="167"/>
                </a:cubicBezTo>
                <a:cubicBezTo>
                  <a:pt x="277" y="167"/>
                  <a:pt x="277" y="167"/>
                  <a:pt x="278" y="167"/>
                </a:cubicBezTo>
                <a:cubicBezTo>
                  <a:pt x="278" y="167"/>
                  <a:pt x="278" y="167"/>
                  <a:pt x="278" y="167"/>
                </a:cubicBezTo>
                <a:cubicBezTo>
                  <a:pt x="278" y="167"/>
                  <a:pt x="278" y="167"/>
                  <a:pt x="278" y="167"/>
                </a:cubicBezTo>
                <a:cubicBezTo>
                  <a:pt x="278" y="167"/>
                  <a:pt x="278" y="167"/>
                  <a:pt x="278" y="167"/>
                </a:cubicBezTo>
                <a:cubicBezTo>
                  <a:pt x="278" y="167"/>
                  <a:pt x="278" y="167"/>
                  <a:pt x="278" y="167"/>
                </a:cubicBezTo>
                <a:cubicBezTo>
                  <a:pt x="278" y="167"/>
                  <a:pt x="278" y="167"/>
                  <a:pt x="278" y="166"/>
                </a:cubicBezTo>
                <a:cubicBezTo>
                  <a:pt x="278" y="166"/>
                  <a:pt x="278" y="166"/>
                  <a:pt x="278" y="166"/>
                </a:cubicBezTo>
                <a:cubicBezTo>
                  <a:pt x="278" y="166"/>
                  <a:pt x="278" y="166"/>
                  <a:pt x="278" y="166"/>
                </a:cubicBezTo>
                <a:cubicBezTo>
                  <a:pt x="278" y="166"/>
                  <a:pt x="278" y="166"/>
                  <a:pt x="278" y="166"/>
                </a:cubicBezTo>
                <a:cubicBezTo>
                  <a:pt x="278" y="166"/>
                  <a:pt x="278" y="166"/>
                  <a:pt x="278" y="166"/>
                </a:cubicBezTo>
                <a:cubicBezTo>
                  <a:pt x="278" y="166"/>
                  <a:pt x="278" y="166"/>
                  <a:pt x="278" y="166"/>
                </a:cubicBezTo>
                <a:cubicBezTo>
                  <a:pt x="278" y="165"/>
                  <a:pt x="278" y="166"/>
                  <a:pt x="278" y="166"/>
                </a:cubicBezTo>
                <a:cubicBezTo>
                  <a:pt x="278" y="165"/>
                  <a:pt x="278" y="165"/>
                  <a:pt x="278" y="165"/>
                </a:cubicBezTo>
                <a:cubicBezTo>
                  <a:pt x="278" y="165"/>
                  <a:pt x="278" y="165"/>
                  <a:pt x="278" y="165"/>
                </a:cubicBezTo>
                <a:cubicBezTo>
                  <a:pt x="278" y="165"/>
                  <a:pt x="278" y="165"/>
                  <a:pt x="278" y="165"/>
                </a:cubicBezTo>
                <a:cubicBezTo>
                  <a:pt x="278" y="165"/>
                  <a:pt x="277" y="165"/>
                  <a:pt x="277" y="165"/>
                </a:cubicBezTo>
                <a:cubicBezTo>
                  <a:pt x="278" y="165"/>
                  <a:pt x="278" y="165"/>
                  <a:pt x="278" y="165"/>
                </a:cubicBezTo>
                <a:cubicBezTo>
                  <a:pt x="278" y="165"/>
                  <a:pt x="278" y="165"/>
                  <a:pt x="278" y="165"/>
                </a:cubicBezTo>
                <a:cubicBezTo>
                  <a:pt x="278" y="165"/>
                  <a:pt x="278" y="165"/>
                  <a:pt x="279" y="165"/>
                </a:cubicBezTo>
                <a:cubicBezTo>
                  <a:pt x="279" y="165"/>
                  <a:pt x="279" y="165"/>
                  <a:pt x="279" y="165"/>
                </a:cubicBezTo>
                <a:cubicBezTo>
                  <a:pt x="279" y="165"/>
                  <a:pt x="279" y="165"/>
                  <a:pt x="279" y="165"/>
                </a:cubicBezTo>
                <a:cubicBezTo>
                  <a:pt x="279" y="165"/>
                  <a:pt x="279" y="165"/>
                  <a:pt x="279" y="165"/>
                </a:cubicBezTo>
                <a:cubicBezTo>
                  <a:pt x="279" y="164"/>
                  <a:pt x="279" y="164"/>
                  <a:pt x="279" y="164"/>
                </a:cubicBezTo>
                <a:cubicBezTo>
                  <a:pt x="279" y="164"/>
                  <a:pt x="279" y="164"/>
                  <a:pt x="279" y="164"/>
                </a:cubicBezTo>
                <a:cubicBezTo>
                  <a:pt x="279" y="164"/>
                  <a:pt x="279" y="164"/>
                  <a:pt x="279" y="164"/>
                </a:cubicBezTo>
                <a:cubicBezTo>
                  <a:pt x="279" y="164"/>
                  <a:pt x="279" y="164"/>
                  <a:pt x="279" y="164"/>
                </a:cubicBezTo>
                <a:cubicBezTo>
                  <a:pt x="279" y="164"/>
                  <a:pt x="279" y="164"/>
                  <a:pt x="279" y="164"/>
                </a:cubicBezTo>
                <a:cubicBezTo>
                  <a:pt x="279" y="164"/>
                  <a:pt x="279" y="164"/>
                  <a:pt x="279" y="164"/>
                </a:cubicBezTo>
                <a:cubicBezTo>
                  <a:pt x="279" y="164"/>
                  <a:pt x="279" y="164"/>
                  <a:pt x="279" y="164"/>
                </a:cubicBezTo>
                <a:cubicBezTo>
                  <a:pt x="279" y="164"/>
                  <a:pt x="279" y="164"/>
                  <a:pt x="279" y="164"/>
                </a:cubicBezTo>
                <a:cubicBezTo>
                  <a:pt x="279" y="164"/>
                  <a:pt x="279" y="163"/>
                  <a:pt x="279" y="163"/>
                </a:cubicBezTo>
                <a:cubicBezTo>
                  <a:pt x="279" y="162"/>
                  <a:pt x="279" y="162"/>
                  <a:pt x="279" y="162"/>
                </a:cubicBezTo>
                <a:cubicBezTo>
                  <a:pt x="279" y="162"/>
                  <a:pt x="279" y="162"/>
                  <a:pt x="280" y="162"/>
                </a:cubicBezTo>
                <a:cubicBezTo>
                  <a:pt x="280" y="162"/>
                  <a:pt x="280" y="162"/>
                  <a:pt x="280" y="162"/>
                </a:cubicBezTo>
                <a:cubicBezTo>
                  <a:pt x="280" y="162"/>
                  <a:pt x="280" y="162"/>
                  <a:pt x="280" y="162"/>
                </a:cubicBezTo>
                <a:cubicBezTo>
                  <a:pt x="280" y="162"/>
                  <a:pt x="280" y="162"/>
                  <a:pt x="280" y="162"/>
                </a:cubicBezTo>
                <a:cubicBezTo>
                  <a:pt x="280" y="162"/>
                  <a:pt x="280" y="162"/>
                  <a:pt x="280" y="162"/>
                </a:cubicBezTo>
                <a:cubicBezTo>
                  <a:pt x="280" y="162"/>
                  <a:pt x="280" y="162"/>
                  <a:pt x="280" y="162"/>
                </a:cubicBezTo>
                <a:cubicBezTo>
                  <a:pt x="280" y="162"/>
                  <a:pt x="280" y="161"/>
                  <a:pt x="280" y="161"/>
                </a:cubicBezTo>
                <a:cubicBezTo>
                  <a:pt x="280" y="161"/>
                  <a:pt x="280" y="161"/>
                  <a:pt x="280" y="161"/>
                </a:cubicBezTo>
                <a:cubicBezTo>
                  <a:pt x="280" y="161"/>
                  <a:pt x="280" y="162"/>
                  <a:pt x="280" y="162"/>
                </a:cubicBezTo>
                <a:cubicBezTo>
                  <a:pt x="279" y="161"/>
                  <a:pt x="279" y="161"/>
                  <a:pt x="279" y="161"/>
                </a:cubicBezTo>
                <a:cubicBezTo>
                  <a:pt x="279" y="161"/>
                  <a:pt x="280" y="161"/>
                  <a:pt x="280" y="161"/>
                </a:cubicBezTo>
                <a:cubicBezTo>
                  <a:pt x="280" y="161"/>
                  <a:pt x="280" y="161"/>
                  <a:pt x="280" y="161"/>
                </a:cubicBezTo>
                <a:cubicBezTo>
                  <a:pt x="280" y="161"/>
                  <a:pt x="280" y="161"/>
                  <a:pt x="280" y="161"/>
                </a:cubicBezTo>
                <a:cubicBezTo>
                  <a:pt x="280" y="161"/>
                  <a:pt x="280" y="161"/>
                  <a:pt x="279" y="161"/>
                </a:cubicBezTo>
                <a:cubicBezTo>
                  <a:pt x="279" y="161"/>
                  <a:pt x="279" y="161"/>
                  <a:pt x="279" y="161"/>
                </a:cubicBezTo>
                <a:cubicBezTo>
                  <a:pt x="279" y="161"/>
                  <a:pt x="279" y="161"/>
                  <a:pt x="279" y="161"/>
                </a:cubicBezTo>
                <a:cubicBezTo>
                  <a:pt x="279" y="161"/>
                  <a:pt x="279" y="160"/>
                  <a:pt x="280" y="160"/>
                </a:cubicBezTo>
                <a:cubicBezTo>
                  <a:pt x="280" y="160"/>
                  <a:pt x="280" y="160"/>
                  <a:pt x="280" y="160"/>
                </a:cubicBezTo>
                <a:cubicBezTo>
                  <a:pt x="280" y="160"/>
                  <a:pt x="280" y="160"/>
                  <a:pt x="280" y="161"/>
                </a:cubicBezTo>
                <a:cubicBezTo>
                  <a:pt x="280" y="161"/>
                  <a:pt x="280" y="161"/>
                  <a:pt x="280" y="161"/>
                </a:cubicBezTo>
                <a:cubicBezTo>
                  <a:pt x="280" y="161"/>
                  <a:pt x="280" y="161"/>
                  <a:pt x="280" y="160"/>
                </a:cubicBezTo>
                <a:cubicBezTo>
                  <a:pt x="280" y="160"/>
                  <a:pt x="280" y="160"/>
                  <a:pt x="280" y="160"/>
                </a:cubicBezTo>
                <a:cubicBezTo>
                  <a:pt x="280" y="160"/>
                  <a:pt x="280" y="160"/>
                  <a:pt x="280" y="160"/>
                </a:cubicBezTo>
                <a:cubicBezTo>
                  <a:pt x="280" y="160"/>
                  <a:pt x="280" y="160"/>
                  <a:pt x="280" y="160"/>
                </a:cubicBezTo>
                <a:cubicBezTo>
                  <a:pt x="280" y="160"/>
                  <a:pt x="280" y="160"/>
                  <a:pt x="280" y="160"/>
                </a:cubicBezTo>
                <a:cubicBezTo>
                  <a:pt x="280" y="160"/>
                  <a:pt x="280" y="160"/>
                  <a:pt x="280" y="160"/>
                </a:cubicBezTo>
                <a:cubicBezTo>
                  <a:pt x="280" y="160"/>
                  <a:pt x="280" y="160"/>
                  <a:pt x="280" y="160"/>
                </a:cubicBezTo>
                <a:cubicBezTo>
                  <a:pt x="281" y="160"/>
                  <a:pt x="281" y="160"/>
                  <a:pt x="281" y="160"/>
                </a:cubicBezTo>
                <a:cubicBezTo>
                  <a:pt x="281" y="160"/>
                  <a:pt x="281" y="160"/>
                  <a:pt x="281" y="160"/>
                </a:cubicBezTo>
                <a:cubicBezTo>
                  <a:pt x="281" y="160"/>
                  <a:pt x="281" y="160"/>
                  <a:pt x="281" y="160"/>
                </a:cubicBezTo>
                <a:cubicBezTo>
                  <a:pt x="281" y="160"/>
                  <a:pt x="280" y="160"/>
                  <a:pt x="280" y="160"/>
                </a:cubicBezTo>
                <a:cubicBezTo>
                  <a:pt x="280" y="160"/>
                  <a:pt x="280" y="160"/>
                  <a:pt x="280" y="160"/>
                </a:cubicBezTo>
                <a:cubicBezTo>
                  <a:pt x="280" y="160"/>
                  <a:pt x="280" y="159"/>
                  <a:pt x="280" y="159"/>
                </a:cubicBezTo>
                <a:cubicBezTo>
                  <a:pt x="280" y="159"/>
                  <a:pt x="280" y="159"/>
                  <a:pt x="280" y="159"/>
                </a:cubicBezTo>
                <a:cubicBezTo>
                  <a:pt x="280" y="159"/>
                  <a:pt x="280" y="159"/>
                  <a:pt x="280" y="159"/>
                </a:cubicBezTo>
                <a:cubicBezTo>
                  <a:pt x="281" y="159"/>
                  <a:pt x="281" y="159"/>
                  <a:pt x="281" y="159"/>
                </a:cubicBezTo>
                <a:cubicBezTo>
                  <a:pt x="281" y="159"/>
                  <a:pt x="281" y="159"/>
                  <a:pt x="281" y="159"/>
                </a:cubicBezTo>
                <a:cubicBezTo>
                  <a:pt x="281" y="159"/>
                  <a:pt x="281" y="159"/>
                  <a:pt x="281" y="159"/>
                </a:cubicBezTo>
                <a:cubicBezTo>
                  <a:pt x="281" y="159"/>
                  <a:pt x="281" y="158"/>
                  <a:pt x="280" y="158"/>
                </a:cubicBezTo>
                <a:cubicBezTo>
                  <a:pt x="280" y="158"/>
                  <a:pt x="280" y="158"/>
                  <a:pt x="280" y="158"/>
                </a:cubicBezTo>
                <a:cubicBezTo>
                  <a:pt x="280" y="158"/>
                  <a:pt x="280" y="158"/>
                  <a:pt x="280" y="158"/>
                </a:cubicBezTo>
                <a:cubicBezTo>
                  <a:pt x="280" y="158"/>
                  <a:pt x="280" y="158"/>
                  <a:pt x="280" y="158"/>
                </a:cubicBezTo>
                <a:cubicBezTo>
                  <a:pt x="280" y="158"/>
                  <a:pt x="280" y="158"/>
                  <a:pt x="280" y="158"/>
                </a:cubicBezTo>
                <a:cubicBezTo>
                  <a:pt x="280" y="158"/>
                  <a:pt x="280" y="158"/>
                  <a:pt x="280" y="158"/>
                </a:cubicBezTo>
                <a:cubicBezTo>
                  <a:pt x="281" y="158"/>
                  <a:pt x="281" y="158"/>
                  <a:pt x="281" y="158"/>
                </a:cubicBezTo>
                <a:cubicBezTo>
                  <a:pt x="281" y="125"/>
                  <a:pt x="281" y="125"/>
                  <a:pt x="281" y="125"/>
                </a:cubicBezTo>
                <a:cubicBezTo>
                  <a:pt x="281" y="65"/>
                  <a:pt x="281" y="65"/>
                  <a:pt x="281" y="65"/>
                </a:cubicBezTo>
                <a:cubicBezTo>
                  <a:pt x="281" y="65"/>
                  <a:pt x="281" y="65"/>
                  <a:pt x="280" y="65"/>
                </a:cubicBezTo>
                <a:cubicBezTo>
                  <a:pt x="280" y="65"/>
                  <a:pt x="279" y="65"/>
                  <a:pt x="279" y="65"/>
                </a:cubicBezTo>
                <a:cubicBezTo>
                  <a:pt x="278" y="65"/>
                  <a:pt x="278" y="65"/>
                  <a:pt x="277" y="65"/>
                </a:cubicBezTo>
                <a:cubicBezTo>
                  <a:pt x="277" y="65"/>
                  <a:pt x="277" y="65"/>
                  <a:pt x="276" y="65"/>
                </a:cubicBezTo>
                <a:cubicBezTo>
                  <a:pt x="276" y="65"/>
                  <a:pt x="275" y="65"/>
                  <a:pt x="275" y="65"/>
                </a:cubicBezTo>
                <a:cubicBezTo>
                  <a:pt x="274" y="65"/>
                  <a:pt x="274" y="65"/>
                  <a:pt x="274" y="65"/>
                </a:cubicBezTo>
                <a:cubicBezTo>
                  <a:pt x="274" y="65"/>
                  <a:pt x="274" y="64"/>
                  <a:pt x="274" y="64"/>
                </a:cubicBezTo>
                <a:cubicBezTo>
                  <a:pt x="274" y="63"/>
                  <a:pt x="275" y="63"/>
                  <a:pt x="275" y="62"/>
                </a:cubicBezTo>
                <a:cubicBezTo>
                  <a:pt x="274" y="62"/>
                  <a:pt x="274" y="62"/>
                  <a:pt x="273" y="62"/>
                </a:cubicBezTo>
                <a:cubicBezTo>
                  <a:pt x="273" y="62"/>
                  <a:pt x="273" y="62"/>
                  <a:pt x="272" y="61"/>
                </a:cubicBezTo>
                <a:cubicBezTo>
                  <a:pt x="272" y="61"/>
                  <a:pt x="272" y="61"/>
                  <a:pt x="272" y="61"/>
                </a:cubicBezTo>
                <a:cubicBezTo>
                  <a:pt x="272" y="61"/>
                  <a:pt x="271" y="61"/>
                  <a:pt x="271" y="61"/>
                </a:cubicBezTo>
                <a:cubicBezTo>
                  <a:pt x="270" y="61"/>
                  <a:pt x="269" y="61"/>
                  <a:pt x="269" y="61"/>
                </a:cubicBezTo>
                <a:cubicBezTo>
                  <a:pt x="269" y="61"/>
                  <a:pt x="268" y="61"/>
                  <a:pt x="268" y="60"/>
                </a:cubicBezTo>
                <a:cubicBezTo>
                  <a:pt x="267" y="60"/>
                  <a:pt x="267" y="60"/>
                  <a:pt x="266" y="60"/>
                </a:cubicBezTo>
                <a:cubicBezTo>
                  <a:pt x="266" y="60"/>
                  <a:pt x="266" y="60"/>
                  <a:pt x="265" y="60"/>
                </a:cubicBezTo>
                <a:cubicBezTo>
                  <a:pt x="265" y="60"/>
                  <a:pt x="265" y="60"/>
                  <a:pt x="266" y="61"/>
                </a:cubicBezTo>
                <a:cubicBezTo>
                  <a:pt x="266" y="61"/>
                  <a:pt x="266" y="61"/>
                  <a:pt x="266" y="61"/>
                </a:cubicBezTo>
                <a:cubicBezTo>
                  <a:pt x="265" y="61"/>
                  <a:pt x="265" y="61"/>
                  <a:pt x="264" y="61"/>
                </a:cubicBezTo>
                <a:cubicBezTo>
                  <a:pt x="264" y="61"/>
                  <a:pt x="264" y="60"/>
                  <a:pt x="263" y="60"/>
                </a:cubicBezTo>
                <a:cubicBezTo>
                  <a:pt x="263" y="60"/>
                  <a:pt x="263" y="60"/>
                  <a:pt x="262" y="60"/>
                </a:cubicBezTo>
                <a:cubicBezTo>
                  <a:pt x="262" y="60"/>
                  <a:pt x="262" y="60"/>
                  <a:pt x="262" y="59"/>
                </a:cubicBezTo>
                <a:cubicBezTo>
                  <a:pt x="261" y="59"/>
                  <a:pt x="261" y="59"/>
                  <a:pt x="261" y="59"/>
                </a:cubicBezTo>
                <a:cubicBezTo>
                  <a:pt x="261" y="58"/>
                  <a:pt x="260" y="58"/>
                  <a:pt x="259" y="58"/>
                </a:cubicBezTo>
                <a:cubicBezTo>
                  <a:pt x="259" y="58"/>
                  <a:pt x="258" y="59"/>
                  <a:pt x="257" y="59"/>
                </a:cubicBezTo>
                <a:cubicBezTo>
                  <a:pt x="256" y="59"/>
                  <a:pt x="255" y="59"/>
                  <a:pt x="254" y="59"/>
                </a:cubicBezTo>
                <a:cubicBezTo>
                  <a:pt x="253" y="59"/>
                  <a:pt x="252" y="59"/>
                  <a:pt x="251" y="59"/>
                </a:cubicBezTo>
                <a:cubicBezTo>
                  <a:pt x="250" y="59"/>
                  <a:pt x="250" y="58"/>
                  <a:pt x="249" y="58"/>
                </a:cubicBezTo>
                <a:cubicBezTo>
                  <a:pt x="249" y="58"/>
                  <a:pt x="248" y="57"/>
                  <a:pt x="248" y="57"/>
                </a:cubicBezTo>
                <a:cubicBezTo>
                  <a:pt x="247" y="57"/>
                  <a:pt x="246" y="57"/>
                  <a:pt x="246" y="56"/>
                </a:cubicBezTo>
                <a:cubicBezTo>
                  <a:pt x="245" y="56"/>
                  <a:pt x="245" y="56"/>
                  <a:pt x="245" y="56"/>
                </a:cubicBezTo>
                <a:cubicBezTo>
                  <a:pt x="244" y="55"/>
                  <a:pt x="244" y="55"/>
                  <a:pt x="243" y="55"/>
                </a:cubicBezTo>
                <a:cubicBezTo>
                  <a:pt x="242" y="54"/>
                  <a:pt x="240" y="53"/>
                  <a:pt x="239" y="53"/>
                </a:cubicBezTo>
                <a:cubicBezTo>
                  <a:pt x="237" y="52"/>
                  <a:pt x="236" y="51"/>
                  <a:pt x="234" y="51"/>
                </a:cubicBezTo>
                <a:cubicBezTo>
                  <a:pt x="234" y="50"/>
                  <a:pt x="233" y="50"/>
                  <a:pt x="233" y="50"/>
                </a:cubicBezTo>
                <a:cubicBezTo>
                  <a:pt x="232" y="50"/>
                  <a:pt x="232" y="49"/>
                  <a:pt x="232" y="49"/>
                </a:cubicBezTo>
                <a:cubicBezTo>
                  <a:pt x="232" y="49"/>
                  <a:pt x="231" y="49"/>
                  <a:pt x="231" y="49"/>
                </a:cubicBezTo>
                <a:cubicBezTo>
                  <a:pt x="231" y="49"/>
                  <a:pt x="230" y="48"/>
                  <a:pt x="229" y="49"/>
                </a:cubicBezTo>
                <a:cubicBezTo>
                  <a:pt x="229" y="49"/>
                  <a:pt x="229" y="49"/>
                  <a:pt x="228" y="49"/>
                </a:cubicBezTo>
                <a:cubicBezTo>
                  <a:pt x="227" y="49"/>
                  <a:pt x="227" y="48"/>
                  <a:pt x="226" y="48"/>
                </a:cubicBezTo>
                <a:cubicBezTo>
                  <a:pt x="226" y="47"/>
                  <a:pt x="226" y="47"/>
                  <a:pt x="226" y="46"/>
                </a:cubicBezTo>
                <a:cubicBezTo>
                  <a:pt x="225" y="46"/>
                  <a:pt x="225" y="46"/>
                  <a:pt x="225" y="46"/>
                </a:cubicBezTo>
                <a:cubicBezTo>
                  <a:pt x="225" y="46"/>
                  <a:pt x="224" y="45"/>
                  <a:pt x="224" y="45"/>
                </a:cubicBezTo>
                <a:cubicBezTo>
                  <a:pt x="223" y="45"/>
                  <a:pt x="223" y="45"/>
                  <a:pt x="222" y="45"/>
                </a:cubicBezTo>
                <a:cubicBezTo>
                  <a:pt x="222" y="44"/>
                  <a:pt x="221" y="44"/>
                  <a:pt x="221" y="44"/>
                </a:cubicBezTo>
                <a:cubicBezTo>
                  <a:pt x="220" y="44"/>
                  <a:pt x="219" y="44"/>
                  <a:pt x="219" y="44"/>
                </a:cubicBezTo>
                <a:cubicBezTo>
                  <a:pt x="217" y="43"/>
                  <a:pt x="216" y="43"/>
                  <a:pt x="215" y="42"/>
                </a:cubicBezTo>
                <a:cubicBezTo>
                  <a:pt x="214" y="42"/>
                  <a:pt x="213" y="41"/>
                  <a:pt x="213" y="41"/>
                </a:cubicBezTo>
                <a:cubicBezTo>
                  <a:pt x="213" y="41"/>
                  <a:pt x="212" y="41"/>
                  <a:pt x="212" y="41"/>
                </a:cubicBezTo>
                <a:cubicBezTo>
                  <a:pt x="211" y="41"/>
                  <a:pt x="210" y="40"/>
                  <a:pt x="209" y="40"/>
                </a:cubicBezTo>
                <a:cubicBezTo>
                  <a:pt x="208" y="40"/>
                  <a:pt x="208" y="39"/>
                  <a:pt x="207" y="39"/>
                </a:cubicBezTo>
                <a:cubicBezTo>
                  <a:pt x="207" y="39"/>
                  <a:pt x="207" y="39"/>
                  <a:pt x="207" y="38"/>
                </a:cubicBezTo>
                <a:cubicBezTo>
                  <a:pt x="206" y="38"/>
                  <a:pt x="206" y="39"/>
                  <a:pt x="206" y="39"/>
                </a:cubicBezTo>
                <a:cubicBezTo>
                  <a:pt x="206" y="38"/>
                  <a:pt x="206" y="38"/>
                  <a:pt x="206" y="38"/>
                </a:cubicBezTo>
                <a:cubicBezTo>
                  <a:pt x="205" y="37"/>
                  <a:pt x="205" y="37"/>
                  <a:pt x="204" y="36"/>
                </a:cubicBezTo>
                <a:cubicBezTo>
                  <a:pt x="204" y="37"/>
                  <a:pt x="204" y="37"/>
                  <a:pt x="204" y="37"/>
                </a:cubicBezTo>
                <a:cubicBezTo>
                  <a:pt x="204" y="37"/>
                  <a:pt x="204" y="37"/>
                  <a:pt x="204" y="36"/>
                </a:cubicBezTo>
                <a:cubicBezTo>
                  <a:pt x="203" y="36"/>
                  <a:pt x="202" y="37"/>
                  <a:pt x="202" y="37"/>
                </a:cubicBezTo>
                <a:cubicBezTo>
                  <a:pt x="201" y="37"/>
                  <a:pt x="200" y="37"/>
                  <a:pt x="199" y="37"/>
                </a:cubicBezTo>
                <a:cubicBezTo>
                  <a:pt x="198" y="38"/>
                  <a:pt x="197" y="38"/>
                  <a:pt x="196" y="39"/>
                </a:cubicBezTo>
                <a:cubicBezTo>
                  <a:pt x="196" y="39"/>
                  <a:pt x="195" y="40"/>
                  <a:pt x="194" y="40"/>
                </a:cubicBezTo>
                <a:cubicBezTo>
                  <a:pt x="194" y="40"/>
                  <a:pt x="193" y="40"/>
                  <a:pt x="192" y="41"/>
                </a:cubicBezTo>
                <a:cubicBezTo>
                  <a:pt x="191" y="41"/>
                  <a:pt x="190" y="42"/>
                  <a:pt x="189" y="42"/>
                </a:cubicBezTo>
                <a:cubicBezTo>
                  <a:pt x="188" y="43"/>
                  <a:pt x="188" y="43"/>
                  <a:pt x="188" y="44"/>
                </a:cubicBezTo>
                <a:cubicBezTo>
                  <a:pt x="189" y="44"/>
                  <a:pt x="190" y="44"/>
                  <a:pt x="190" y="45"/>
                </a:cubicBezTo>
                <a:cubicBezTo>
                  <a:pt x="190" y="45"/>
                  <a:pt x="189" y="45"/>
                  <a:pt x="188" y="45"/>
                </a:cubicBezTo>
                <a:cubicBezTo>
                  <a:pt x="188" y="44"/>
                  <a:pt x="188" y="43"/>
                  <a:pt x="187" y="43"/>
                </a:cubicBezTo>
                <a:cubicBezTo>
                  <a:pt x="186" y="43"/>
                  <a:pt x="186" y="44"/>
                  <a:pt x="186" y="44"/>
                </a:cubicBezTo>
                <a:cubicBezTo>
                  <a:pt x="186" y="44"/>
                  <a:pt x="186" y="45"/>
                  <a:pt x="186" y="45"/>
                </a:cubicBezTo>
                <a:cubicBezTo>
                  <a:pt x="186" y="45"/>
                  <a:pt x="186" y="46"/>
                  <a:pt x="185" y="46"/>
                </a:cubicBezTo>
                <a:cubicBezTo>
                  <a:pt x="185" y="46"/>
                  <a:pt x="185" y="45"/>
                  <a:pt x="185" y="45"/>
                </a:cubicBezTo>
                <a:cubicBezTo>
                  <a:pt x="185" y="44"/>
                  <a:pt x="185" y="44"/>
                  <a:pt x="184" y="44"/>
                </a:cubicBezTo>
                <a:cubicBezTo>
                  <a:pt x="184" y="44"/>
                  <a:pt x="184" y="46"/>
                  <a:pt x="183" y="47"/>
                </a:cubicBezTo>
                <a:cubicBezTo>
                  <a:pt x="184" y="47"/>
                  <a:pt x="184" y="47"/>
                  <a:pt x="184" y="47"/>
                </a:cubicBezTo>
                <a:cubicBezTo>
                  <a:pt x="184" y="47"/>
                  <a:pt x="185" y="47"/>
                  <a:pt x="185" y="47"/>
                </a:cubicBezTo>
                <a:cubicBezTo>
                  <a:pt x="185" y="47"/>
                  <a:pt x="186" y="48"/>
                  <a:pt x="186" y="48"/>
                </a:cubicBezTo>
                <a:cubicBezTo>
                  <a:pt x="186" y="48"/>
                  <a:pt x="187" y="49"/>
                  <a:pt x="187" y="50"/>
                </a:cubicBezTo>
                <a:cubicBezTo>
                  <a:pt x="187" y="50"/>
                  <a:pt x="187" y="51"/>
                  <a:pt x="187" y="52"/>
                </a:cubicBezTo>
                <a:cubicBezTo>
                  <a:pt x="187" y="52"/>
                  <a:pt x="186" y="52"/>
                  <a:pt x="186" y="52"/>
                </a:cubicBezTo>
                <a:cubicBezTo>
                  <a:pt x="185" y="52"/>
                  <a:pt x="185" y="52"/>
                  <a:pt x="184" y="52"/>
                </a:cubicBezTo>
                <a:cubicBezTo>
                  <a:pt x="184" y="53"/>
                  <a:pt x="183" y="52"/>
                  <a:pt x="182" y="52"/>
                </a:cubicBezTo>
                <a:cubicBezTo>
                  <a:pt x="180" y="53"/>
                  <a:pt x="180" y="54"/>
                  <a:pt x="179" y="54"/>
                </a:cubicBezTo>
                <a:cubicBezTo>
                  <a:pt x="178" y="54"/>
                  <a:pt x="177" y="54"/>
                  <a:pt x="177" y="55"/>
                </a:cubicBezTo>
                <a:cubicBezTo>
                  <a:pt x="177" y="55"/>
                  <a:pt x="177" y="55"/>
                  <a:pt x="176" y="55"/>
                </a:cubicBezTo>
                <a:cubicBezTo>
                  <a:pt x="176" y="55"/>
                  <a:pt x="176" y="56"/>
                  <a:pt x="175" y="56"/>
                </a:cubicBezTo>
                <a:cubicBezTo>
                  <a:pt x="175" y="55"/>
                  <a:pt x="174" y="56"/>
                  <a:pt x="174" y="56"/>
                </a:cubicBezTo>
                <a:cubicBezTo>
                  <a:pt x="173" y="56"/>
                  <a:pt x="173" y="56"/>
                  <a:pt x="173" y="56"/>
                </a:cubicBezTo>
                <a:cubicBezTo>
                  <a:pt x="172" y="56"/>
                  <a:pt x="172" y="56"/>
                  <a:pt x="171" y="55"/>
                </a:cubicBezTo>
                <a:cubicBezTo>
                  <a:pt x="171" y="55"/>
                  <a:pt x="171" y="55"/>
                  <a:pt x="170" y="55"/>
                </a:cubicBezTo>
                <a:cubicBezTo>
                  <a:pt x="170" y="55"/>
                  <a:pt x="169" y="55"/>
                  <a:pt x="169" y="55"/>
                </a:cubicBezTo>
                <a:cubicBezTo>
                  <a:pt x="168" y="55"/>
                  <a:pt x="167" y="55"/>
                  <a:pt x="166" y="55"/>
                </a:cubicBezTo>
                <a:cubicBezTo>
                  <a:pt x="166" y="55"/>
                  <a:pt x="165" y="56"/>
                  <a:pt x="165" y="57"/>
                </a:cubicBezTo>
                <a:cubicBezTo>
                  <a:pt x="165" y="58"/>
                  <a:pt x="165" y="58"/>
                  <a:pt x="165" y="59"/>
                </a:cubicBezTo>
                <a:cubicBezTo>
                  <a:pt x="164" y="60"/>
                  <a:pt x="164" y="60"/>
                  <a:pt x="164" y="61"/>
                </a:cubicBezTo>
                <a:cubicBezTo>
                  <a:pt x="164" y="63"/>
                  <a:pt x="163" y="64"/>
                  <a:pt x="162" y="65"/>
                </a:cubicBezTo>
                <a:cubicBezTo>
                  <a:pt x="160" y="66"/>
                  <a:pt x="158" y="66"/>
                  <a:pt x="157" y="67"/>
                </a:cubicBezTo>
                <a:cubicBezTo>
                  <a:pt x="157" y="68"/>
                  <a:pt x="157" y="68"/>
                  <a:pt x="156" y="68"/>
                </a:cubicBezTo>
                <a:cubicBezTo>
                  <a:pt x="156" y="69"/>
                  <a:pt x="155" y="69"/>
                  <a:pt x="155" y="69"/>
                </a:cubicBezTo>
                <a:cubicBezTo>
                  <a:pt x="155" y="70"/>
                  <a:pt x="155" y="70"/>
                  <a:pt x="155" y="70"/>
                </a:cubicBezTo>
                <a:cubicBezTo>
                  <a:pt x="155" y="71"/>
                  <a:pt x="155" y="71"/>
                  <a:pt x="154" y="71"/>
                </a:cubicBezTo>
                <a:cubicBezTo>
                  <a:pt x="154" y="72"/>
                  <a:pt x="155" y="72"/>
                  <a:pt x="155" y="73"/>
                </a:cubicBezTo>
                <a:cubicBezTo>
                  <a:pt x="155" y="73"/>
                  <a:pt x="154" y="74"/>
                  <a:pt x="154" y="74"/>
                </a:cubicBezTo>
                <a:cubicBezTo>
                  <a:pt x="153" y="75"/>
                  <a:pt x="153" y="75"/>
                  <a:pt x="152" y="75"/>
                </a:cubicBezTo>
                <a:cubicBezTo>
                  <a:pt x="151" y="75"/>
                  <a:pt x="150" y="76"/>
                  <a:pt x="150" y="77"/>
                </a:cubicBezTo>
                <a:cubicBezTo>
                  <a:pt x="150" y="77"/>
                  <a:pt x="150" y="77"/>
                  <a:pt x="150" y="77"/>
                </a:cubicBezTo>
                <a:cubicBezTo>
                  <a:pt x="150" y="77"/>
                  <a:pt x="150" y="78"/>
                  <a:pt x="150" y="78"/>
                </a:cubicBezTo>
                <a:cubicBezTo>
                  <a:pt x="150" y="79"/>
                  <a:pt x="148" y="79"/>
                  <a:pt x="147" y="80"/>
                </a:cubicBezTo>
                <a:cubicBezTo>
                  <a:pt x="146" y="80"/>
                  <a:pt x="146" y="81"/>
                  <a:pt x="145" y="82"/>
                </a:cubicBezTo>
                <a:cubicBezTo>
                  <a:pt x="145" y="83"/>
                  <a:pt x="144" y="83"/>
                  <a:pt x="143" y="84"/>
                </a:cubicBezTo>
                <a:cubicBezTo>
                  <a:pt x="143" y="84"/>
                  <a:pt x="143" y="84"/>
                  <a:pt x="142" y="84"/>
                </a:cubicBezTo>
                <a:cubicBezTo>
                  <a:pt x="142" y="84"/>
                  <a:pt x="142" y="84"/>
                  <a:pt x="141" y="84"/>
                </a:cubicBezTo>
                <a:cubicBezTo>
                  <a:pt x="141" y="85"/>
                  <a:pt x="140" y="85"/>
                  <a:pt x="139" y="84"/>
                </a:cubicBezTo>
                <a:cubicBezTo>
                  <a:pt x="139" y="84"/>
                  <a:pt x="138" y="84"/>
                  <a:pt x="137" y="84"/>
                </a:cubicBezTo>
                <a:cubicBezTo>
                  <a:pt x="137" y="84"/>
                  <a:pt x="136" y="84"/>
                  <a:pt x="136" y="84"/>
                </a:cubicBezTo>
                <a:cubicBezTo>
                  <a:pt x="135" y="84"/>
                  <a:pt x="135" y="84"/>
                  <a:pt x="135" y="84"/>
                </a:cubicBezTo>
                <a:cubicBezTo>
                  <a:pt x="134" y="84"/>
                  <a:pt x="134" y="84"/>
                  <a:pt x="133" y="83"/>
                </a:cubicBezTo>
                <a:cubicBezTo>
                  <a:pt x="133" y="83"/>
                  <a:pt x="132" y="83"/>
                  <a:pt x="132" y="83"/>
                </a:cubicBezTo>
                <a:cubicBezTo>
                  <a:pt x="131" y="83"/>
                  <a:pt x="131" y="83"/>
                  <a:pt x="131" y="82"/>
                </a:cubicBezTo>
                <a:cubicBezTo>
                  <a:pt x="131" y="82"/>
                  <a:pt x="130" y="82"/>
                  <a:pt x="130" y="82"/>
                </a:cubicBezTo>
                <a:cubicBezTo>
                  <a:pt x="130" y="82"/>
                  <a:pt x="130" y="81"/>
                  <a:pt x="130" y="81"/>
                </a:cubicBezTo>
                <a:cubicBezTo>
                  <a:pt x="130" y="81"/>
                  <a:pt x="130" y="81"/>
                  <a:pt x="129" y="81"/>
                </a:cubicBezTo>
                <a:cubicBezTo>
                  <a:pt x="129" y="81"/>
                  <a:pt x="129" y="81"/>
                  <a:pt x="129" y="81"/>
                </a:cubicBezTo>
                <a:cubicBezTo>
                  <a:pt x="128" y="81"/>
                  <a:pt x="129" y="81"/>
                  <a:pt x="128" y="80"/>
                </a:cubicBezTo>
                <a:cubicBezTo>
                  <a:pt x="128" y="80"/>
                  <a:pt x="128" y="80"/>
                  <a:pt x="128" y="80"/>
                </a:cubicBezTo>
                <a:cubicBezTo>
                  <a:pt x="128" y="80"/>
                  <a:pt x="128" y="80"/>
                  <a:pt x="128" y="79"/>
                </a:cubicBezTo>
                <a:cubicBezTo>
                  <a:pt x="128" y="79"/>
                  <a:pt x="128" y="79"/>
                  <a:pt x="128" y="79"/>
                </a:cubicBezTo>
                <a:cubicBezTo>
                  <a:pt x="128" y="78"/>
                  <a:pt x="127" y="78"/>
                  <a:pt x="127" y="78"/>
                </a:cubicBezTo>
                <a:cubicBezTo>
                  <a:pt x="127" y="78"/>
                  <a:pt x="127" y="77"/>
                  <a:pt x="127" y="77"/>
                </a:cubicBezTo>
                <a:cubicBezTo>
                  <a:pt x="127" y="77"/>
                  <a:pt x="127" y="76"/>
                  <a:pt x="127" y="76"/>
                </a:cubicBezTo>
                <a:cubicBezTo>
                  <a:pt x="127" y="75"/>
                  <a:pt x="127" y="75"/>
                  <a:pt x="128" y="75"/>
                </a:cubicBezTo>
                <a:cubicBezTo>
                  <a:pt x="128" y="75"/>
                  <a:pt x="128" y="74"/>
                  <a:pt x="127" y="74"/>
                </a:cubicBezTo>
                <a:cubicBezTo>
                  <a:pt x="127" y="74"/>
                  <a:pt x="128" y="73"/>
                  <a:pt x="128" y="73"/>
                </a:cubicBezTo>
                <a:cubicBezTo>
                  <a:pt x="128" y="73"/>
                  <a:pt x="128" y="72"/>
                  <a:pt x="127" y="72"/>
                </a:cubicBezTo>
                <a:cubicBezTo>
                  <a:pt x="127" y="72"/>
                  <a:pt x="127" y="73"/>
                  <a:pt x="127" y="73"/>
                </a:cubicBezTo>
                <a:cubicBezTo>
                  <a:pt x="127" y="73"/>
                  <a:pt x="127" y="73"/>
                  <a:pt x="127" y="73"/>
                </a:cubicBezTo>
                <a:cubicBezTo>
                  <a:pt x="127" y="73"/>
                  <a:pt x="126" y="73"/>
                  <a:pt x="126" y="73"/>
                </a:cubicBezTo>
                <a:cubicBezTo>
                  <a:pt x="126" y="74"/>
                  <a:pt x="126" y="74"/>
                  <a:pt x="126" y="75"/>
                </a:cubicBezTo>
                <a:cubicBezTo>
                  <a:pt x="125" y="75"/>
                  <a:pt x="125" y="74"/>
                  <a:pt x="124" y="74"/>
                </a:cubicBezTo>
                <a:cubicBezTo>
                  <a:pt x="124" y="74"/>
                  <a:pt x="124" y="73"/>
                  <a:pt x="124" y="73"/>
                </a:cubicBezTo>
                <a:cubicBezTo>
                  <a:pt x="123" y="73"/>
                  <a:pt x="124" y="73"/>
                  <a:pt x="124" y="72"/>
                </a:cubicBezTo>
                <a:cubicBezTo>
                  <a:pt x="124" y="72"/>
                  <a:pt x="123" y="72"/>
                  <a:pt x="123" y="71"/>
                </a:cubicBezTo>
                <a:cubicBezTo>
                  <a:pt x="123" y="71"/>
                  <a:pt x="123" y="70"/>
                  <a:pt x="123" y="70"/>
                </a:cubicBezTo>
                <a:cubicBezTo>
                  <a:pt x="123" y="69"/>
                  <a:pt x="123" y="68"/>
                  <a:pt x="123" y="67"/>
                </a:cubicBezTo>
                <a:cubicBezTo>
                  <a:pt x="123" y="66"/>
                  <a:pt x="123" y="65"/>
                  <a:pt x="123" y="65"/>
                </a:cubicBezTo>
                <a:cubicBezTo>
                  <a:pt x="123" y="64"/>
                  <a:pt x="123" y="63"/>
                  <a:pt x="123" y="62"/>
                </a:cubicBezTo>
                <a:cubicBezTo>
                  <a:pt x="123" y="62"/>
                  <a:pt x="122" y="62"/>
                  <a:pt x="122" y="62"/>
                </a:cubicBezTo>
                <a:cubicBezTo>
                  <a:pt x="124" y="82"/>
                  <a:pt x="124" y="82"/>
                  <a:pt x="124" y="82"/>
                </a:cubicBezTo>
                <a:cubicBezTo>
                  <a:pt x="125" y="83"/>
                  <a:pt x="125" y="83"/>
                  <a:pt x="125" y="83"/>
                </a:cubicBezTo>
                <a:cubicBezTo>
                  <a:pt x="125" y="85"/>
                  <a:pt x="125" y="85"/>
                  <a:pt x="125" y="85"/>
                </a:cubicBezTo>
                <a:cubicBezTo>
                  <a:pt x="123" y="88"/>
                  <a:pt x="123" y="88"/>
                  <a:pt x="123" y="88"/>
                </a:cubicBezTo>
                <a:cubicBezTo>
                  <a:pt x="123" y="88"/>
                  <a:pt x="123" y="88"/>
                  <a:pt x="123" y="88"/>
                </a:cubicBezTo>
                <a:cubicBezTo>
                  <a:pt x="130" y="91"/>
                  <a:pt x="130" y="91"/>
                  <a:pt x="130" y="91"/>
                </a:cubicBezTo>
                <a:cubicBezTo>
                  <a:pt x="138" y="93"/>
                  <a:pt x="138" y="93"/>
                  <a:pt x="138" y="93"/>
                </a:cubicBezTo>
                <a:cubicBezTo>
                  <a:pt x="131" y="104"/>
                  <a:pt x="131" y="104"/>
                  <a:pt x="131" y="104"/>
                </a:cubicBezTo>
                <a:cubicBezTo>
                  <a:pt x="128" y="106"/>
                  <a:pt x="128" y="106"/>
                  <a:pt x="128" y="106"/>
                </a:cubicBezTo>
                <a:cubicBezTo>
                  <a:pt x="128" y="106"/>
                  <a:pt x="128" y="106"/>
                  <a:pt x="128" y="106"/>
                </a:cubicBezTo>
                <a:cubicBezTo>
                  <a:pt x="129" y="106"/>
                  <a:pt x="129" y="106"/>
                  <a:pt x="129" y="107"/>
                </a:cubicBezTo>
                <a:cubicBezTo>
                  <a:pt x="129" y="107"/>
                  <a:pt x="130" y="107"/>
                  <a:pt x="130" y="107"/>
                </a:cubicBezTo>
                <a:cubicBezTo>
                  <a:pt x="130" y="107"/>
                  <a:pt x="131" y="107"/>
                  <a:pt x="131" y="108"/>
                </a:cubicBezTo>
                <a:cubicBezTo>
                  <a:pt x="131" y="108"/>
                  <a:pt x="131" y="108"/>
                  <a:pt x="132" y="108"/>
                </a:cubicBezTo>
                <a:cubicBezTo>
                  <a:pt x="132" y="108"/>
                  <a:pt x="132" y="109"/>
                  <a:pt x="132" y="109"/>
                </a:cubicBezTo>
                <a:cubicBezTo>
                  <a:pt x="133" y="109"/>
                  <a:pt x="133" y="110"/>
                  <a:pt x="134" y="110"/>
                </a:cubicBezTo>
                <a:cubicBezTo>
                  <a:pt x="135" y="110"/>
                  <a:pt x="135" y="110"/>
                  <a:pt x="135" y="111"/>
                </a:cubicBezTo>
                <a:cubicBezTo>
                  <a:pt x="136" y="111"/>
                  <a:pt x="136" y="111"/>
                  <a:pt x="137" y="111"/>
                </a:cubicBezTo>
                <a:cubicBezTo>
                  <a:pt x="137" y="111"/>
                  <a:pt x="138" y="111"/>
                  <a:pt x="139" y="111"/>
                </a:cubicBezTo>
                <a:cubicBezTo>
                  <a:pt x="141" y="110"/>
                  <a:pt x="143" y="111"/>
                  <a:pt x="145" y="111"/>
                </a:cubicBezTo>
                <a:cubicBezTo>
                  <a:pt x="145" y="111"/>
                  <a:pt x="146" y="111"/>
                  <a:pt x="147" y="111"/>
                </a:cubicBezTo>
                <a:cubicBezTo>
                  <a:pt x="148" y="112"/>
                  <a:pt x="149" y="112"/>
                  <a:pt x="149" y="112"/>
                </a:cubicBezTo>
                <a:cubicBezTo>
                  <a:pt x="150" y="112"/>
                  <a:pt x="151" y="112"/>
                  <a:pt x="151" y="112"/>
                </a:cubicBezTo>
                <a:cubicBezTo>
                  <a:pt x="152" y="112"/>
                  <a:pt x="152" y="112"/>
                  <a:pt x="153" y="112"/>
                </a:cubicBezTo>
                <a:cubicBezTo>
                  <a:pt x="153" y="112"/>
                  <a:pt x="154" y="112"/>
                  <a:pt x="154" y="112"/>
                </a:cubicBezTo>
                <a:cubicBezTo>
                  <a:pt x="155" y="112"/>
                  <a:pt x="155" y="113"/>
                  <a:pt x="155" y="113"/>
                </a:cubicBezTo>
                <a:cubicBezTo>
                  <a:pt x="155" y="113"/>
                  <a:pt x="156" y="113"/>
                  <a:pt x="156" y="113"/>
                </a:cubicBezTo>
                <a:cubicBezTo>
                  <a:pt x="156" y="113"/>
                  <a:pt x="156" y="113"/>
                  <a:pt x="156" y="113"/>
                </a:cubicBezTo>
                <a:cubicBezTo>
                  <a:pt x="156" y="113"/>
                  <a:pt x="156" y="113"/>
                  <a:pt x="156" y="113"/>
                </a:cubicBezTo>
                <a:cubicBezTo>
                  <a:pt x="156" y="113"/>
                  <a:pt x="156" y="113"/>
                  <a:pt x="156" y="113"/>
                </a:cubicBezTo>
                <a:cubicBezTo>
                  <a:pt x="156" y="113"/>
                  <a:pt x="156" y="113"/>
                  <a:pt x="156" y="113"/>
                </a:cubicBezTo>
                <a:cubicBezTo>
                  <a:pt x="157" y="114"/>
                  <a:pt x="157" y="114"/>
                  <a:pt x="158" y="114"/>
                </a:cubicBezTo>
                <a:cubicBezTo>
                  <a:pt x="158" y="114"/>
                  <a:pt x="158" y="114"/>
                  <a:pt x="158" y="115"/>
                </a:cubicBezTo>
                <a:cubicBezTo>
                  <a:pt x="159" y="115"/>
                  <a:pt x="159" y="115"/>
                  <a:pt x="159" y="115"/>
                </a:cubicBezTo>
                <a:cubicBezTo>
                  <a:pt x="159" y="115"/>
                  <a:pt x="160" y="115"/>
                  <a:pt x="160" y="115"/>
                </a:cubicBezTo>
                <a:cubicBezTo>
                  <a:pt x="160" y="115"/>
                  <a:pt x="160" y="115"/>
                  <a:pt x="160" y="115"/>
                </a:cubicBezTo>
                <a:cubicBezTo>
                  <a:pt x="160" y="116"/>
                  <a:pt x="161" y="116"/>
                  <a:pt x="161" y="116"/>
                </a:cubicBezTo>
                <a:cubicBezTo>
                  <a:pt x="162" y="116"/>
                  <a:pt x="163" y="116"/>
                  <a:pt x="163" y="116"/>
                </a:cubicBezTo>
                <a:cubicBezTo>
                  <a:pt x="164" y="117"/>
                  <a:pt x="165" y="117"/>
                  <a:pt x="166" y="117"/>
                </a:cubicBezTo>
                <a:cubicBezTo>
                  <a:pt x="166" y="117"/>
                  <a:pt x="166" y="117"/>
                  <a:pt x="166" y="117"/>
                </a:cubicBezTo>
                <a:cubicBezTo>
                  <a:pt x="166" y="117"/>
                  <a:pt x="166" y="117"/>
                  <a:pt x="167" y="117"/>
                </a:cubicBezTo>
                <a:cubicBezTo>
                  <a:pt x="167" y="118"/>
                  <a:pt x="167" y="118"/>
                  <a:pt x="167" y="118"/>
                </a:cubicBezTo>
                <a:cubicBezTo>
                  <a:pt x="167" y="118"/>
                  <a:pt x="168" y="118"/>
                  <a:pt x="168" y="118"/>
                </a:cubicBezTo>
                <a:cubicBezTo>
                  <a:pt x="168" y="118"/>
                  <a:pt x="169" y="118"/>
                  <a:pt x="169" y="118"/>
                </a:cubicBezTo>
                <a:cubicBezTo>
                  <a:pt x="169" y="119"/>
                  <a:pt x="169" y="119"/>
                  <a:pt x="170" y="119"/>
                </a:cubicBezTo>
                <a:cubicBezTo>
                  <a:pt x="170" y="119"/>
                  <a:pt x="170" y="119"/>
                  <a:pt x="170" y="119"/>
                </a:cubicBezTo>
                <a:cubicBezTo>
                  <a:pt x="171" y="119"/>
                  <a:pt x="171" y="120"/>
                  <a:pt x="171" y="120"/>
                </a:cubicBezTo>
                <a:cubicBezTo>
                  <a:pt x="172" y="120"/>
                  <a:pt x="172" y="120"/>
                  <a:pt x="173" y="120"/>
                </a:cubicBezTo>
                <a:cubicBezTo>
                  <a:pt x="174" y="120"/>
                  <a:pt x="174" y="121"/>
                  <a:pt x="174" y="121"/>
                </a:cubicBezTo>
                <a:cubicBezTo>
                  <a:pt x="174" y="121"/>
                  <a:pt x="175" y="121"/>
                  <a:pt x="175" y="121"/>
                </a:cubicBezTo>
                <a:cubicBezTo>
                  <a:pt x="175" y="121"/>
                  <a:pt x="175" y="122"/>
                  <a:pt x="176" y="122"/>
                </a:cubicBezTo>
                <a:cubicBezTo>
                  <a:pt x="176" y="121"/>
                  <a:pt x="176" y="121"/>
                  <a:pt x="175" y="121"/>
                </a:cubicBezTo>
                <a:cubicBezTo>
                  <a:pt x="175" y="121"/>
                  <a:pt x="175" y="121"/>
                  <a:pt x="175" y="121"/>
                </a:cubicBezTo>
                <a:cubicBezTo>
                  <a:pt x="175" y="121"/>
                  <a:pt x="176" y="121"/>
                  <a:pt x="176" y="120"/>
                </a:cubicBezTo>
                <a:cubicBezTo>
                  <a:pt x="176" y="120"/>
                  <a:pt x="175" y="120"/>
                  <a:pt x="176" y="120"/>
                </a:cubicBezTo>
                <a:cubicBezTo>
                  <a:pt x="176" y="120"/>
                  <a:pt x="176" y="120"/>
                  <a:pt x="176" y="120"/>
                </a:cubicBezTo>
                <a:cubicBezTo>
                  <a:pt x="176" y="120"/>
                  <a:pt x="176" y="120"/>
                  <a:pt x="176" y="120"/>
                </a:cubicBezTo>
                <a:cubicBezTo>
                  <a:pt x="177" y="121"/>
                  <a:pt x="177" y="121"/>
                  <a:pt x="177" y="120"/>
                </a:cubicBezTo>
                <a:cubicBezTo>
                  <a:pt x="178" y="120"/>
                  <a:pt x="178" y="120"/>
                  <a:pt x="178" y="120"/>
                </a:cubicBezTo>
                <a:cubicBezTo>
                  <a:pt x="178" y="121"/>
                  <a:pt x="177" y="121"/>
                  <a:pt x="177" y="121"/>
                </a:cubicBezTo>
                <a:cubicBezTo>
                  <a:pt x="177" y="121"/>
                  <a:pt x="177" y="121"/>
                  <a:pt x="176" y="121"/>
                </a:cubicBezTo>
                <a:cubicBezTo>
                  <a:pt x="176" y="122"/>
                  <a:pt x="176" y="122"/>
                  <a:pt x="177" y="122"/>
                </a:cubicBezTo>
                <a:cubicBezTo>
                  <a:pt x="177" y="122"/>
                  <a:pt x="177" y="122"/>
                  <a:pt x="177" y="122"/>
                </a:cubicBezTo>
                <a:cubicBezTo>
                  <a:pt x="177" y="122"/>
                  <a:pt x="177" y="123"/>
                  <a:pt x="177" y="123"/>
                </a:cubicBezTo>
                <a:cubicBezTo>
                  <a:pt x="178" y="123"/>
                  <a:pt x="178" y="123"/>
                  <a:pt x="178" y="122"/>
                </a:cubicBezTo>
                <a:cubicBezTo>
                  <a:pt x="178" y="122"/>
                  <a:pt x="179" y="122"/>
                  <a:pt x="179" y="122"/>
                </a:cubicBezTo>
                <a:cubicBezTo>
                  <a:pt x="179" y="122"/>
                  <a:pt x="179" y="121"/>
                  <a:pt x="179" y="121"/>
                </a:cubicBezTo>
                <a:cubicBezTo>
                  <a:pt x="180" y="121"/>
                  <a:pt x="180" y="121"/>
                  <a:pt x="180" y="121"/>
                </a:cubicBezTo>
                <a:cubicBezTo>
                  <a:pt x="180" y="121"/>
                  <a:pt x="181" y="121"/>
                  <a:pt x="181" y="121"/>
                </a:cubicBezTo>
                <a:cubicBezTo>
                  <a:pt x="181" y="121"/>
                  <a:pt x="181" y="121"/>
                  <a:pt x="181" y="121"/>
                </a:cubicBezTo>
                <a:cubicBezTo>
                  <a:pt x="181" y="121"/>
                  <a:pt x="181" y="122"/>
                  <a:pt x="181" y="122"/>
                </a:cubicBezTo>
                <a:cubicBezTo>
                  <a:pt x="181" y="122"/>
                  <a:pt x="181" y="122"/>
                  <a:pt x="181" y="122"/>
                </a:cubicBezTo>
                <a:cubicBezTo>
                  <a:pt x="181" y="122"/>
                  <a:pt x="181" y="122"/>
                  <a:pt x="181" y="122"/>
                </a:cubicBezTo>
                <a:cubicBezTo>
                  <a:pt x="181" y="122"/>
                  <a:pt x="181" y="122"/>
                  <a:pt x="181" y="122"/>
                </a:cubicBezTo>
                <a:cubicBezTo>
                  <a:pt x="181" y="122"/>
                  <a:pt x="180" y="122"/>
                  <a:pt x="180" y="122"/>
                </a:cubicBezTo>
                <a:cubicBezTo>
                  <a:pt x="180" y="122"/>
                  <a:pt x="180" y="122"/>
                  <a:pt x="180" y="123"/>
                </a:cubicBezTo>
                <a:cubicBezTo>
                  <a:pt x="181" y="123"/>
                  <a:pt x="181" y="123"/>
                  <a:pt x="181" y="123"/>
                </a:cubicBezTo>
                <a:cubicBezTo>
                  <a:pt x="182" y="123"/>
                  <a:pt x="182" y="123"/>
                  <a:pt x="183" y="123"/>
                </a:cubicBezTo>
                <a:cubicBezTo>
                  <a:pt x="183" y="123"/>
                  <a:pt x="183" y="122"/>
                  <a:pt x="183" y="121"/>
                </a:cubicBezTo>
                <a:cubicBezTo>
                  <a:pt x="184" y="121"/>
                  <a:pt x="184" y="121"/>
                  <a:pt x="184" y="121"/>
                </a:cubicBezTo>
                <a:cubicBezTo>
                  <a:pt x="184" y="121"/>
                  <a:pt x="184" y="121"/>
                  <a:pt x="184" y="121"/>
                </a:cubicBezTo>
                <a:cubicBezTo>
                  <a:pt x="184" y="122"/>
                  <a:pt x="184" y="122"/>
                  <a:pt x="184" y="122"/>
                </a:cubicBezTo>
                <a:cubicBezTo>
                  <a:pt x="183" y="123"/>
                  <a:pt x="183" y="123"/>
                  <a:pt x="183" y="124"/>
                </a:cubicBezTo>
                <a:cubicBezTo>
                  <a:pt x="183" y="124"/>
                  <a:pt x="184" y="124"/>
                  <a:pt x="184" y="124"/>
                </a:cubicBezTo>
                <a:cubicBezTo>
                  <a:pt x="185" y="124"/>
                  <a:pt x="185" y="124"/>
                  <a:pt x="185" y="123"/>
                </a:cubicBezTo>
                <a:cubicBezTo>
                  <a:pt x="185" y="123"/>
                  <a:pt x="185" y="122"/>
                  <a:pt x="185" y="122"/>
                </a:cubicBezTo>
                <a:cubicBezTo>
                  <a:pt x="185" y="122"/>
                  <a:pt x="185" y="121"/>
                  <a:pt x="185" y="121"/>
                </a:cubicBezTo>
                <a:cubicBezTo>
                  <a:pt x="185" y="121"/>
                  <a:pt x="185" y="121"/>
                  <a:pt x="185" y="122"/>
                </a:cubicBezTo>
                <a:cubicBezTo>
                  <a:pt x="185" y="122"/>
                  <a:pt x="185" y="122"/>
                  <a:pt x="185" y="122"/>
                </a:cubicBezTo>
                <a:cubicBezTo>
                  <a:pt x="185" y="122"/>
                  <a:pt x="185" y="122"/>
                  <a:pt x="185" y="123"/>
                </a:cubicBezTo>
                <a:cubicBezTo>
                  <a:pt x="185" y="123"/>
                  <a:pt x="185" y="123"/>
                  <a:pt x="185" y="123"/>
                </a:cubicBezTo>
                <a:cubicBezTo>
                  <a:pt x="185" y="123"/>
                  <a:pt x="185" y="124"/>
                  <a:pt x="185" y="124"/>
                </a:cubicBezTo>
                <a:cubicBezTo>
                  <a:pt x="185" y="124"/>
                  <a:pt x="185" y="124"/>
                  <a:pt x="185" y="124"/>
                </a:cubicBezTo>
                <a:cubicBezTo>
                  <a:pt x="185" y="124"/>
                  <a:pt x="185" y="124"/>
                  <a:pt x="185" y="124"/>
                </a:cubicBezTo>
                <a:cubicBezTo>
                  <a:pt x="185" y="124"/>
                  <a:pt x="185" y="124"/>
                  <a:pt x="185" y="124"/>
                </a:cubicBezTo>
                <a:cubicBezTo>
                  <a:pt x="185" y="124"/>
                  <a:pt x="186" y="125"/>
                  <a:pt x="186" y="125"/>
                </a:cubicBezTo>
                <a:cubicBezTo>
                  <a:pt x="186" y="125"/>
                  <a:pt x="186" y="125"/>
                  <a:pt x="186" y="125"/>
                </a:cubicBezTo>
                <a:cubicBezTo>
                  <a:pt x="187" y="125"/>
                  <a:pt x="187" y="124"/>
                  <a:pt x="187" y="124"/>
                </a:cubicBezTo>
                <a:cubicBezTo>
                  <a:pt x="187" y="124"/>
                  <a:pt x="187" y="124"/>
                  <a:pt x="187" y="124"/>
                </a:cubicBezTo>
                <a:cubicBezTo>
                  <a:pt x="188" y="124"/>
                  <a:pt x="188" y="123"/>
                  <a:pt x="188" y="123"/>
                </a:cubicBezTo>
                <a:cubicBezTo>
                  <a:pt x="188" y="123"/>
                  <a:pt x="188" y="123"/>
                  <a:pt x="188" y="123"/>
                </a:cubicBezTo>
                <a:cubicBezTo>
                  <a:pt x="188" y="122"/>
                  <a:pt x="189" y="122"/>
                  <a:pt x="189" y="122"/>
                </a:cubicBezTo>
                <a:cubicBezTo>
                  <a:pt x="189" y="123"/>
                  <a:pt x="189" y="123"/>
                  <a:pt x="188" y="123"/>
                </a:cubicBezTo>
                <a:cubicBezTo>
                  <a:pt x="188" y="123"/>
                  <a:pt x="188" y="123"/>
                  <a:pt x="188" y="124"/>
                </a:cubicBezTo>
                <a:cubicBezTo>
                  <a:pt x="188" y="124"/>
                  <a:pt x="188" y="124"/>
                  <a:pt x="188" y="124"/>
                </a:cubicBezTo>
                <a:cubicBezTo>
                  <a:pt x="188" y="124"/>
                  <a:pt x="187" y="125"/>
                  <a:pt x="188" y="125"/>
                </a:cubicBezTo>
                <a:cubicBezTo>
                  <a:pt x="188" y="125"/>
                  <a:pt x="188" y="125"/>
                  <a:pt x="188" y="125"/>
                </a:cubicBezTo>
                <a:cubicBezTo>
                  <a:pt x="189" y="125"/>
                  <a:pt x="189" y="125"/>
                  <a:pt x="189" y="125"/>
                </a:cubicBezTo>
                <a:cubicBezTo>
                  <a:pt x="189" y="125"/>
                  <a:pt x="189" y="124"/>
                  <a:pt x="189" y="124"/>
                </a:cubicBezTo>
                <a:cubicBezTo>
                  <a:pt x="189" y="124"/>
                  <a:pt x="189" y="124"/>
                  <a:pt x="189" y="124"/>
                </a:cubicBezTo>
                <a:cubicBezTo>
                  <a:pt x="189" y="124"/>
                  <a:pt x="190" y="124"/>
                  <a:pt x="190" y="124"/>
                </a:cubicBezTo>
                <a:cubicBezTo>
                  <a:pt x="190" y="124"/>
                  <a:pt x="190" y="124"/>
                  <a:pt x="190" y="124"/>
                </a:cubicBezTo>
                <a:cubicBezTo>
                  <a:pt x="190" y="124"/>
                  <a:pt x="189" y="124"/>
                  <a:pt x="189" y="125"/>
                </a:cubicBezTo>
                <a:cubicBezTo>
                  <a:pt x="189" y="125"/>
                  <a:pt x="189" y="125"/>
                  <a:pt x="189" y="125"/>
                </a:cubicBezTo>
                <a:cubicBezTo>
                  <a:pt x="190" y="125"/>
                  <a:pt x="190" y="126"/>
                  <a:pt x="190" y="125"/>
                </a:cubicBezTo>
                <a:cubicBezTo>
                  <a:pt x="190" y="125"/>
                  <a:pt x="190" y="125"/>
                  <a:pt x="190" y="125"/>
                </a:cubicBezTo>
                <a:cubicBezTo>
                  <a:pt x="191" y="124"/>
                  <a:pt x="191" y="124"/>
                  <a:pt x="191" y="124"/>
                </a:cubicBezTo>
                <a:cubicBezTo>
                  <a:pt x="192" y="124"/>
                  <a:pt x="191" y="125"/>
                  <a:pt x="191" y="125"/>
                </a:cubicBezTo>
                <a:cubicBezTo>
                  <a:pt x="191" y="125"/>
                  <a:pt x="190" y="125"/>
                  <a:pt x="190" y="126"/>
                </a:cubicBezTo>
                <a:cubicBezTo>
                  <a:pt x="190" y="126"/>
                  <a:pt x="190" y="126"/>
                  <a:pt x="190" y="126"/>
                </a:cubicBezTo>
                <a:cubicBezTo>
                  <a:pt x="191" y="127"/>
                  <a:pt x="191" y="127"/>
                  <a:pt x="191" y="127"/>
                </a:cubicBezTo>
                <a:cubicBezTo>
                  <a:pt x="191" y="127"/>
                  <a:pt x="191" y="127"/>
                  <a:pt x="191" y="127"/>
                </a:cubicBezTo>
                <a:cubicBezTo>
                  <a:pt x="191" y="127"/>
                  <a:pt x="191" y="127"/>
                  <a:pt x="192" y="127"/>
                </a:cubicBezTo>
                <a:cubicBezTo>
                  <a:pt x="192" y="127"/>
                  <a:pt x="192" y="128"/>
                  <a:pt x="192" y="128"/>
                </a:cubicBezTo>
                <a:cubicBezTo>
                  <a:pt x="193" y="128"/>
                  <a:pt x="193" y="127"/>
                  <a:pt x="193" y="127"/>
                </a:cubicBezTo>
                <a:cubicBezTo>
                  <a:pt x="193" y="126"/>
                  <a:pt x="193" y="125"/>
                  <a:pt x="194" y="125"/>
                </a:cubicBezTo>
                <a:cubicBezTo>
                  <a:pt x="194" y="126"/>
                  <a:pt x="194" y="126"/>
                  <a:pt x="194" y="126"/>
                </a:cubicBezTo>
                <a:cubicBezTo>
                  <a:pt x="194" y="126"/>
                  <a:pt x="194" y="126"/>
                  <a:pt x="194" y="126"/>
                </a:cubicBezTo>
                <a:cubicBezTo>
                  <a:pt x="193" y="126"/>
                  <a:pt x="193" y="126"/>
                  <a:pt x="193" y="126"/>
                </a:cubicBezTo>
                <a:cubicBezTo>
                  <a:pt x="193" y="127"/>
                  <a:pt x="193" y="127"/>
                  <a:pt x="193" y="127"/>
                </a:cubicBezTo>
                <a:cubicBezTo>
                  <a:pt x="193" y="127"/>
                  <a:pt x="193" y="128"/>
                  <a:pt x="193" y="128"/>
                </a:cubicBezTo>
                <a:cubicBezTo>
                  <a:pt x="194" y="128"/>
                  <a:pt x="194" y="128"/>
                  <a:pt x="194" y="128"/>
                </a:cubicBezTo>
                <a:cubicBezTo>
                  <a:pt x="194" y="128"/>
                  <a:pt x="194" y="128"/>
                  <a:pt x="195" y="128"/>
                </a:cubicBezTo>
                <a:cubicBezTo>
                  <a:pt x="195" y="128"/>
                  <a:pt x="195" y="128"/>
                  <a:pt x="195" y="127"/>
                </a:cubicBezTo>
                <a:cubicBezTo>
                  <a:pt x="195" y="127"/>
                  <a:pt x="195" y="127"/>
                  <a:pt x="195" y="126"/>
                </a:cubicBezTo>
                <a:cubicBezTo>
                  <a:pt x="195" y="126"/>
                  <a:pt x="196" y="125"/>
                  <a:pt x="196" y="125"/>
                </a:cubicBezTo>
                <a:cubicBezTo>
                  <a:pt x="196" y="125"/>
                  <a:pt x="196" y="125"/>
                  <a:pt x="197" y="125"/>
                </a:cubicBezTo>
                <a:cubicBezTo>
                  <a:pt x="197" y="125"/>
                  <a:pt x="197" y="125"/>
                  <a:pt x="197" y="125"/>
                </a:cubicBezTo>
                <a:cubicBezTo>
                  <a:pt x="197" y="125"/>
                  <a:pt x="197" y="124"/>
                  <a:pt x="197" y="125"/>
                </a:cubicBezTo>
                <a:cubicBezTo>
                  <a:pt x="197" y="125"/>
                  <a:pt x="197" y="125"/>
                  <a:pt x="197" y="125"/>
                </a:cubicBezTo>
                <a:cubicBezTo>
                  <a:pt x="197" y="126"/>
                  <a:pt x="197" y="126"/>
                  <a:pt x="196" y="126"/>
                </a:cubicBezTo>
                <a:cubicBezTo>
                  <a:pt x="196" y="126"/>
                  <a:pt x="196" y="126"/>
                  <a:pt x="196" y="127"/>
                </a:cubicBezTo>
                <a:cubicBezTo>
                  <a:pt x="196" y="127"/>
                  <a:pt x="196" y="127"/>
                  <a:pt x="196" y="128"/>
                </a:cubicBezTo>
                <a:cubicBezTo>
                  <a:pt x="196" y="128"/>
                  <a:pt x="195" y="128"/>
                  <a:pt x="196" y="129"/>
                </a:cubicBezTo>
                <a:cubicBezTo>
                  <a:pt x="196" y="129"/>
                  <a:pt x="197" y="128"/>
                  <a:pt x="197" y="128"/>
                </a:cubicBezTo>
                <a:cubicBezTo>
                  <a:pt x="197" y="127"/>
                  <a:pt x="197" y="127"/>
                  <a:pt x="197" y="127"/>
                </a:cubicBezTo>
                <a:cubicBezTo>
                  <a:pt x="197" y="127"/>
                  <a:pt x="197" y="127"/>
                  <a:pt x="197" y="126"/>
                </a:cubicBezTo>
                <a:cubicBezTo>
                  <a:pt x="197" y="126"/>
                  <a:pt x="198" y="126"/>
                  <a:pt x="198" y="126"/>
                </a:cubicBezTo>
                <a:cubicBezTo>
                  <a:pt x="198" y="127"/>
                  <a:pt x="197" y="127"/>
                  <a:pt x="197" y="127"/>
                </a:cubicBezTo>
                <a:cubicBezTo>
                  <a:pt x="197" y="127"/>
                  <a:pt x="197" y="127"/>
                  <a:pt x="197" y="128"/>
                </a:cubicBezTo>
                <a:cubicBezTo>
                  <a:pt x="197" y="128"/>
                  <a:pt x="197" y="128"/>
                  <a:pt x="197" y="128"/>
                </a:cubicBezTo>
                <a:cubicBezTo>
                  <a:pt x="196" y="128"/>
                  <a:pt x="196" y="128"/>
                  <a:pt x="196" y="129"/>
                </a:cubicBezTo>
                <a:cubicBezTo>
                  <a:pt x="195" y="130"/>
                  <a:pt x="198" y="130"/>
                  <a:pt x="198" y="130"/>
                </a:cubicBezTo>
                <a:cubicBezTo>
                  <a:pt x="198" y="130"/>
                  <a:pt x="199" y="130"/>
                  <a:pt x="199" y="129"/>
                </a:cubicBezTo>
                <a:cubicBezTo>
                  <a:pt x="199" y="129"/>
                  <a:pt x="199" y="128"/>
                  <a:pt x="200" y="128"/>
                </a:cubicBezTo>
                <a:cubicBezTo>
                  <a:pt x="200" y="128"/>
                  <a:pt x="199" y="129"/>
                  <a:pt x="199" y="129"/>
                </a:cubicBezTo>
                <a:cubicBezTo>
                  <a:pt x="199" y="129"/>
                  <a:pt x="199" y="129"/>
                  <a:pt x="199" y="130"/>
                </a:cubicBezTo>
                <a:cubicBezTo>
                  <a:pt x="199" y="130"/>
                  <a:pt x="199" y="130"/>
                  <a:pt x="199" y="130"/>
                </a:cubicBezTo>
                <a:cubicBezTo>
                  <a:pt x="199" y="131"/>
                  <a:pt x="199" y="131"/>
                  <a:pt x="199" y="131"/>
                </a:cubicBezTo>
                <a:cubicBezTo>
                  <a:pt x="199" y="132"/>
                  <a:pt x="200" y="132"/>
                  <a:pt x="200" y="132"/>
                </a:cubicBezTo>
                <a:cubicBezTo>
                  <a:pt x="200" y="132"/>
                  <a:pt x="200" y="132"/>
                  <a:pt x="200" y="132"/>
                </a:cubicBezTo>
                <a:cubicBezTo>
                  <a:pt x="201" y="132"/>
                  <a:pt x="201" y="132"/>
                  <a:pt x="201" y="132"/>
                </a:cubicBezTo>
                <a:cubicBezTo>
                  <a:pt x="200" y="132"/>
                  <a:pt x="200" y="133"/>
                  <a:pt x="200" y="133"/>
                </a:cubicBezTo>
                <a:cubicBezTo>
                  <a:pt x="200" y="133"/>
                  <a:pt x="199" y="134"/>
                  <a:pt x="200" y="134"/>
                </a:cubicBezTo>
                <a:cubicBezTo>
                  <a:pt x="200" y="134"/>
                  <a:pt x="200" y="134"/>
                  <a:pt x="200" y="134"/>
                </a:cubicBezTo>
                <a:cubicBezTo>
                  <a:pt x="200" y="134"/>
                  <a:pt x="200" y="134"/>
                  <a:pt x="200" y="134"/>
                </a:cubicBezTo>
                <a:cubicBezTo>
                  <a:pt x="201" y="133"/>
                  <a:pt x="201" y="133"/>
                  <a:pt x="201" y="133"/>
                </a:cubicBezTo>
                <a:cubicBezTo>
                  <a:pt x="201" y="133"/>
                  <a:pt x="202" y="132"/>
                  <a:pt x="202" y="133"/>
                </a:cubicBezTo>
                <a:cubicBezTo>
                  <a:pt x="202" y="133"/>
                  <a:pt x="201" y="133"/>
                  <a:pt x="201" y="134"/>
                </a:cubicBezTo>
                <a:cubicBezTo>
                  <a:pt x="201" y="134"/>
                  <a:pt x="201" y="134"/>
                  <a:pt x="202" y="134"/>
                </a:cubicBezTo>
                <a:cubicBezTo>
                  <a:pt x="202" y="134"/>
                  <a:pt x="203" y="134"/>
                  <a:pt x="203" y="134"/>
                </a:cubicBezTo>
                <a:cubicBezTo>
                  <a:pt x="203" y="134"/>
                  <a:pt x="203" y="133"/>
                  <a:pt x="204" y="133"/>
                </a:cubicBezTo>
                <a:cubicBezTo>
                  <a:pt x="204" y="133"/>
                  <a:pt x="204" y="133"/>
                  <a:pt x="204" y="132"/>
                </a:cubicBezTo>
                <a:cubicBezTo>
                  <a:pt x="205" y="132"/>
                  <a:pt x="205" y="132"/>
                  <a:pt x="205" y="132"/>
                </a:cubicBezTo>
                <a:cubicBezTo>
                  <a:pt x="205" y="132"/>
                  <a:pt x="206" y="132"/>
                  <a:pt x="206" y="132"/>
                </a:cubicBezTo>
                <a:cubicBezTo>
                  <a:pt x="206" y="131"/>
                  <a:pt x="207" y="131"/>
                  <a:pt x="208" y="131"/>
                </a:cubicBezTo>
                <a:cubicBezTo>
                  <a:pt x="207" y="131"/>
                  <a:pt x="207" y="131"/>
                  <a:pt x="207" y="131"/>
                </a:cubicBezTo>
                <a:cubicBezTo>
                  <a:pt x="206" y="132"/>
                  <a:pt x="206" y="132"/>
                  <a:pt x="206" y="132"/>
                </a:cubicBezTo>
                <a:cubicBezTo>
                  <a:pt x="205" y="132"/>
                  <a:pt x="205" y="132"/>
                  <a:pt x="205" y="132"/>
                </a:cubicBezTo>
                <a:cubicBezTo>
                  <a:pt x="205" y="133"/>
                  <a:pt x="205" y="133"/>
                  <a:pt x="205" y="133"/>
                </a:cubicBezTo>
                <a:cubicBezTo>
                  <a:pt x="204" y="133"/>
                  <a:pt x="204" y="133"/>
                  <a:pt x="204" y="134"/>
                </a:cubicBezTo>
                <a:cubicBezTo>
                  <a:pt x="203" y="134"/>
                  <a:pt x="204" y="134"/>
                  <a:pt x="204" y="134"/>
                </a:cubicBezTo>
                <a:cubicBezTo>
                  <a:pt x="204" y="135"/>
                  <a:pt x="205" y="135"/>
                  <a:pt x="205" y="136"/>
                </a:cubicBezTo>
                <a:cubicBezTo>
                  <a:pt x="206" y="136"/>
                  <a:pt x="206" y="136"/>
                  <a:pt x="206" y="136"/>
                </a:cubicBezTo>
                <a:cubicBezTo>
                  <a:pt x="206" y="136"/>
                  <a:pt x="206" y="136"/>
                  <a:pt x="206" y="137"/>
                </a:cubicBezTo>
                <a:cubicBezTo>
                  <a:pt x="207" y="137"/>
                  <a:pt x="207" y="137"/>
                  <a:pt x="207" y="137"/>
                </a:cubicBezTo>
                <a:cubicBezTo>
                  <a:pt x="207" y="137"/>
                  <a:pt x="207" y="136"/>
                  <a:pt x="207" y="136"/>
                </a:cubicBezTo>
                <a:cubicBezTo>
                  <a:pt x="207" y="136"/>
                  <a:pt x="207" y="136"/>
                  <a:pt x="206" y="135"/>
                </a:cubicBezTo>
                <a:cubicBezTo>
                  <a:pt x="206" y="135"/>
                  <a:pt x="206" y="135"/>
                  <a:pt x="206" y="135"/>
                </a:cubicBezTo>
                <a:cubicBezTo>
                  <a:pt x="207" y="134"/>
                  <a:pt x="207" y="135"/>
                  <a:pt x="207" y="135"/>
                </a:cubicBezTo>
                <a:cubicBezTo>
                  <a:pt x="207" y="135"/>
                  <a:pt x="207" y="135"/>
                  <a:pt x="207" y="135"/>
                </a:cubicBezTo>
                <a:cubicBezTo>
                  <a:pt x="207" y="135"/>
                  <a:pt x="208" y="135"/>
                  <a:pt x="208" y="135"/>
                </a:cubicBezTo>
                <a:cubicBezTo>
                  <a:pt x="208" y="135"/>
                  <a:pt x="208" y="135"/>
                  <a:pt x="208" y="135"/>
                </a:cubicBezTo>
                <a:cubicBezTo>
                  <a:pt x="208" y="135"/>
                  <a:pt x="208" y="134"/>
                  <a:pt x="208" y="134"/>
                </a:cubicBezTo>
                <a:cubicBezTo>
                  <a:pt x="208" y="134"/>
                  <a:pt x="208" y="134"/>
                  <a:pt x="208" y="134"/>
                </a:cubicBezTo>
                <a:cubicBezTo>
                  <a:pt x="209" y="134"/>
                  <a:pt x="209" y="134"/>
                  <a:pt x="209" y="134"/>
                </a:cubicBezTo>
                <a:cubicBezTo>
                  <a:pt x="209" y="133"/>
                  <a:pt x="210" y="134"/>
                  <a:pt x="210" y="134"/>
                </a:cubicBezTo>
                <a:cubicBezTo>
                  <a:pt x="210" y="134"/>
                  <a:pt x="211" y="133"/>
                  <a:pt x="211" y="133"/>
                </a:cubicBezTo>
                <a:cubicBezTo>
                  <a:pt x="211" y="133"/>
                  <a:pt x="211" y="133"/>
                  <a:pt x="211" y="134"/>
                </a:cubicBezTo>
                <a:cubicBezTo>
                  <a:pt x="211" y="134"/>
                  <a:pt x="211" y="134"/>
                  <a:pt x="211" y="134"/>
                </a:cubicBezTo>
                <a:cubicBezTo>
                  <a:pt x="211" y="134"/>
                  <a:pt x="211" y="134"/>
                  <a:pt x="211" y="134"/>
                </a:cubicBezTo>
                <a:cubicBezTo>
                  <a:pt x="210" y="135"/>
                  <a:pt x="209" y="135"/>
                  <a:pt x="209" y="135"/>
                </a:cubicBezTo>
                <a:cubicBezTo>
                  <a:pt x="208" y="135"/>
                  <a:pt x="208" y="135"/>
                  <a:pt x="208" y="136"/>
                </a:cubicBezTo>
                <a:cubicBezTo>
                  <a:pt x="208" y="136"/>
                  <a:pt x="208" y="136"/>
                  <a:pt x="208" y="137"/>
                </a:cubicBezTo>
                <a:cubicBezTo>
                  <a:pt x="208" y="137"/>
                  <a:pt x="208" y="138"/>
                  <a:pt x="208" y="138"/>
                </a:cubicBezTo>
                <a:cubicBezTo>
                  <a:pt x="208" y="138"/>
                  <a:pt x="209" y="138"/>
                  <a:pt x="209" y="138"/>
                </a:cubicBezTo>
                <a:cubicBezTo>
                  <a:pt x="209" y="138"/>
                  <a:pt x="209" y="138"/>
                  <a:pt x="210" y="138"/>
                </a:cubicBezTo>
                <a:cubicBezTo>
                  <a:pt x="210" y="137"/>
                  <a:pt x="210" y="137"/>
                  <a:pt x="210" y="136"/>
                </a:cubicBezTo>
                <a:cubicBezTo>
                  <a:pt x="210" y="136"/>
                  <a:pt x="211" y="136"/>
                  <a:pt x="211" y="136"/>
                </a:cubicBezTo>
                <a:cubicBezTo>
                  <a:pt x="211" y="136"/>
                  <a:pt x="211" y="136"/>
                  <a:pt x="212" y="136"/>
                </a:cubicBezTo>
                <a:cubicBezTo>
                  <a:pt x="212" y="136"/>
                  <a:pt x="213" y="136"/>
                  <a:pt x="213" y="135"/>
                </a:cubicBezTo>
                <a:cubicBezTo>
                  <a:pt x="213" y="135"/>
                  <a:pt x="213" y="134"/>
                  <a:pt x="214" y="134"/>
                </a:cubicBezTo>
                <a:cubicBezTo>
                  <a:pt x="214" y="134"/>
                  <a:pt x="214" y="134"/>
                  <a:pt x="215" y="135"/>
                </a:cubicBezTo>
                <a:cubicBezTo>
                  <a:pt x="215" y="135"/>
                  <a:pt x="215" y="135"/>
                  <a:pt x="215" y="135"/>
                </a:cubicBezTo>
                <a:cubicBezTo>
                  <a:pt x="215" y="135"/>
                  <a:pt x="215" y="135"/>
                  <a:pt x="215" y="135"/>
                </a:cubicBezTo>
                <a:cubicBezTo>
                  <a:pt x="215" y="135"/>
                  <a:pt x="215" y="135"/>
                  <a:pt x="215" y="135"/>
                </a:cubicBezTo>
                <a:cubicBezTo>
                  <a:pt x="215" y="135"/>
                  <a:pt x="214" y="135"/>
                  <a:pt x="214" y="135"/>
                </a:cubicBezTo>
                <a:cubicBezTo>
                  <a:pt x="214" y="135"/>
                  <a:pt x="214" y="135"/>
                  <a:pt x="214" y="135"/>
                </a:cubicBezTo>
                <a:cubicBezTo>
                  <a:pt x="214" y="135"/>
                  <a:pt x="213" y="135"/>
                  <a:pt x="213" y="136"/>
                </a:cubicBezTo>
                <a:cubicBezTo>
                  <a:pt x="213" y="136"/>
                  <a:pt x="213" y="136"/>
                  <a:pt x="213" y="136"/>
                </a:cubicBezTo>
                <a:cubicBezTo>
                  <a:pt x="213" y="136"/>
                  <a:pt x="213" y="136"/>
                  <a:pt x="213" y="136"/>
                </a:cubicBezTo>
                <a:cubicBezTo>
                  <a:pt x="213" y="137"/>
                  <a:pt x="213" y="137"/>
                  <a:pt x="213" y="137"/>
                </a:cubicBezTo>
                <a:cubicBezTo>
                  <a:pt x="214" y="137"/>
                  <a:pt x="214" y="137"/>
                  <a:pt x="214" y="137"/>
                </a:cubicBezTo>
                <a:cubicBezTo>
                  <a:pt x="213" y="137"/>
                  <a:pt x="213" y="137"/>
                  <a:pt x="213" y="137"/>
                </a:cubicBezTo>
                <a:cubicBezTo>
                  <a:pt x="213" y="137"/>
                  <a:pt x="213" y="137"/>
                  <a:pt x="212" y="137"/>
                </a:cubicBezTo>
                <a:cubicBezTo>
                  <a:pt x="212" y="137"/>
                  <a:pt x="212" y="137"/>
                  <a:pt x="212" y="137"/>
                </a:cubicBezTo>
                <a:cubicBezTo>
                  <a:pt x="212" y="137"/>
                  <a:pt x="212" y="137"/>
                  <a:pt x="212" y="137"/>
                </a:cubicBezTo>
                <a:cubicBezTo>
                  <a:pt x="211" y="137"/>
                  <a:pt x="211" y="137"/>
                  <a:pt x="211" y="137"/>
                </a:cubicBezTo>
                <a:cubicBezTo>
                  <a:pt x="210" y="136"/>
                  <a:pt x="210" y="137"/>
                  <a:pt x="210" y="137"/>
                </a:cubicBezTo>
                <a:cubicBezTo>
                  <a:pt x="210" y="138"/>
                  <a:pt x="210" y="138"/>
                  <a:pt x="210" y="138"/>
                </a:cubicBezTo>
                <a:cubicBezTo>
                  <a:pt x="209" y="139"/>
                  <a:pt x="209" y="139"/>
                  <a:pt x="209" y="139"/>
                </a:cubicBezTo>
                <a:cubicBezTo>
                  <a:pt x="208" y="139"/>
                  <a:pt x="208" y="139"/>
                  <a:pt x="208" y="140"/>
                </a:cubicBezTo>
                <a:cubicBezTo>
                  <a:pt x="208" y="141"/>
                  <a:pt x="208" y="141"/>
                  <a:pt x="208" y="142"/>
                </a:cubicBezTo>
                <a:cubicBezTo>
                  <a:pt x="208" y="142"/>
                  <a:pt x="208" y="143"/>
                  <a:pt x="208" y="143"/>
                </a:cubicBezTo>
                <a:cubicBezTo>
                  <a:pt x="209" y="143"/>
                  <a:pt x="209" y="143"/>
                  <a:pt x="210" y="143"/>
                </a:cubicBezTo>
                <a:cubicBezTo>
                  <a:pt x="210" y="143"/>
                  <a:pt x="210" y="143"/>
                  <a:pt x="211" y="143"/>
                </a:cubicBezTo>
                <a:cubicBezTo>
                  <a:pt x="211" y="143"/>
                  <a:pt x="211" y="143"/>
                  <a:pt x="211" y="143"/>
                </a:cubicBezTo>
                <a:cubicBezTo>
                  <a:pt x="211" y="142"/>
                  <a:pt x="212" y="142"/>
                  <a:pt x="212" y="142"/>
                </a:cubicBezTo>
                <a:cubicBezTo>
                  <a:pt x="212" y="142"/>
                  <a:pt x="212" y="141"/>
                  <a:pt x="212" y="141"/>
                </a:cubicBezTo>
                <a:cubicBezTo>
                  <a:pt x="212" y="141"/>
                  <a:pt x="213" y="141"/>
                  <a:pt x="213" y="141"/>
                </a:cubicBezTo>
                <a:cubicBezTo>
                  <a:pt x="213" y="141"/>
                  <a:pt x="212" y="142"/>
                  <a:pt x="212" y="142"/>
                </a:cubicBezTo>
                <a:cubicBezTo>
                  <a:pt x="212" y="142"/>
                  <a:pt x="212" y="142"/>
                  <a:pt x="212" y="142"/>
                </a:cubicBezTo>
                <a:cubicBezTo>
                  <a:pt x="213" y="142"/>
                  <a:pt x="213" y="142"/>
                  <a:pt x="214" y="142"/>
                </a:cubicBezTo>
                <a:cubicBezTo>
                  <a:pt x="215" y="142"/>
                  <a:pt x="217" y="142"/>
                  <a:pt x="218" y="141"/>
                </a:cubicBezTo>
                <a:cubicBezTo>
                  <a:pt x="218" y="140"/>
                  <a:pt x="218" y="140"/>
                  <a:pt x="218" y="140"/>
                </a:cubicBezTo>
                <a:cubicBezTo>
                  <a:pt x="218" y="139"/>
                  <a:pt x="219" y="139"/>
                  <a:pt x="219" y="139"/>
                </a:cubicBezTo>
                <a:cubicBezTo>
                  <a:pt x="220" y="140"/>
                  <a:pt x="221" y="140"/>
                  <a:pt x="222" y="140"/>
                </a:cubicBezTo>
                <a:cubicBezTo>
                  <a:pt x="222" y="140"/>
                  <a:pt x="221" y="140"/>
                  <a:pt x="221" y="140"/>
                </a:cubicBezTo>
                <a:cubicBezTo>
                  <a:pt x="221" y="140"/>
                  <a:pt x="220" y="140"/>
                  <a:pt x="220" y="140"/>
                </a:cubicBezTo>
                <a:cubicBezTo>
                  <a:pt x="219" y="140"/>
                  <a:pt x="219" y="140"/>
                  <a:pt x="219" y="140"/>
                </a:cubicBezTo>
                <a:cubicBezTo>
                  <a:pt x="218" y="140"/>
                  <a:pt x="218" y="140"/>
                  <a:pt x="218" y="140"/>
                </a:cubicBezTo>
                <a:cubicBezTo>
                  <a:pt x="218" y="141"/>
                  <a:pt x="217" y="141"/>
                  <a:pt x="217" y="142"/>
                </a:cubicBezTo>
                <a:cubicBezTo>
                  <a:pt x="216" y="142"/>
                  <a:pt x="215" y="142"/>
                  <a:pt x="215" y="142"/>
                </a:cubicBezTo>
                <a:cubicBezTo>
                  <a:pt x="214" y="142"/>
                  <a:pt x="214" y="142"/>
                  <a:pt x="213" y="142"/>
                </a:cubicBezTo>
                <a:cubicBezTo>
                  <a:pt x="213" y="142"/>
                  <a:pt x="212" y="143"/>
                  <a:pt x="212" y="143"/>
                </a:cubicBezTo>
                <a:cubicBezTo>
                  <a:pt x="211" y="143"/>
                  <a:pt x="211" y="143"/>
                  <a:pt x="211" y="144"/>
                </a:cubicBezTo>
                <a:cubicBezTo>
                  <a:pt x="211" y="144"/>
                  <a:pt x="210" y="144"/>
                  <a:pt x="211" y="145"/>
                </a:cubicBezTo>
                <a:cubicBezTo>
                  <a:pt x="211" y="146"/>
                  <a:pt x="213" y="145"/>
                  <a:pt x="213" y="146"/>
                </a:cubicBezTo>
                <a:cubicBezTo>
                  <a:pt x="214" y="146"/>
                  <a:pt x="216" y="146"/>
                  <a:pt x="216" y="145"/>
                </a:cubicBezTo>
                <a:cubicBezTo>
                  <a:pt x="216" y="145"/>
                  <a:pt x="216" y="144"/>
                  <a:pt x="216" y="144"/>
                </a:cubicBezTo>
                <a:cubicBezTo>
                  <a:pt x="216" y="144"/>
                  <a:pt x="216" y="144"/>
                  <a:pt x="216" y="143"/>
                </a:cubicBezTo>
                <a:cubicBezTo>
                  <a:pt x="216" y="143"/>
                  <a:pt x="216" y="143"/>
                  <a:pt x="216" y="143"/>
                </a:cubicBezTo>
                <a:cubicBezTo>
                  <a:pt x="216" y="142"/>
                  <a:pt x="217" y="142"/>
                  <a:pt x="217" y="142"/>
                </a:cubicBezTo>
                <a:cubicBezTo>
                  <a:pt x="217" y="142"/>
                  <a:pt x="218" y="142"/>
                  <a:pt x="218" y="142"/>
                </a:cubicBezTo>
                <a:cubicBezTo>
                  <a:pt x="218" y="142"/>
                  <a:pt x="219" y="141"/>
                  <a:pt x="219" y="141"/>
                </a:cubicBezTo>
                <a:cubicBezTo>
                  <a:pt x="219" y="141"/>
                  <a:pt x="220" y="141"/>
                  <a:pt x="221" y="141"/>
                </a:cubicBezTo>
                <a:cubicBezTo>
                  <a:pt x="220" y="141"/>
                  <a:pt x="220" y="141"/>
                  <a:pt x="220" y="141"/>
                </a:cubicBezTo>
                <a:cubicBezTo>
                  <a:pt x="219" y="142"/>
                  <a:pt x="219" y="142"/>
                  <a:pt x="218" y="142"/>
                </a:cubicBezTo>
                <a:cubicBezTo>
                  <a:pt x="218" y="142"/>
                  <a:pt x="218" y="142"/>
                  <a:pt x="218" y="142"/>
                </a:cubicBezTo>
                <a:cubicBezTo>
                  <a:pt x="217" y="143"/>
                  <a:pt x="217" y="143"/>
                  <a:pt x="216" y="143"/>
                </a:cubicBezTo>
                <a:cubicBezTo>
                  <a:pt x="216" y="143"/>
                  <a:pt x="217" y="143"/>
                  <a:pt x="217" y="143"/>
                </a:cubicBezTo>
                <a:cubicBezTo>
                  <a:pt x="217" y="144"/>
                  <a:pt x="217" y="144"/>
                  <a:pt x="217" y="144"/>
                </a:cubicBezTo>
                <a:cubicBezTo>
                  <a:pt x="217" y="144"/>
                  <a:pt x="217" y="145"/>
                  <a:pt x="217" y="145"/>
                </a:cubicBezTo>
                <a:cubicBezTo>
                  <a:pt x="217" y="146"/>
                  <a:pt x="216" y="146"/>
                  <a:pt x="215" y="146"/>
                </a:cubicBezTo>
                <a:cubicBezTo>
                  <a:pt x="215" y="146"/>
                  <a:pt x="215" y="146"/>
                  <a:pt x="214" y="146"/>
                </a:cubicBezTo>
                <a:cubicBezTo>
                  <a:pt x="214" y="146"/>
                  <a:pt x="213" y="146"/>
                  <a:pt x="213" y="147"/>
                </a:cubicBezTo>
                <a:cubicBezTo>
                  <a:pt x="213" y="147"/>
                  <a:pt x="213" y="147"/>
                  <a:pt x="213" y="148"/>
                </a:cubicBezTo>
                <a:cubicBezTo>
                  <a:pt x="213" y="148"/>
                  <a:pt x="213" y="149"/>
                  <a:pt x="214" y="150"/>
                </a:cubicBezTo>
                <a:cubicBezTo>
                  <a:pt x="214" y="150"/>
                  <a:pt x="215" y="150"/>
                  <a:pt x="215" y="151"/>
                </a:cubicBezTo>
                <a:cubicBezTo>
                  <a:pt x="215" y="151"/>
                  <a:pt x="215" y="151"/>
                  <a:pt x="215" y="152"/>
                </a:cubicBezTo>
                <a:cubicBezTo>
                  <a:pt x="216" y="152"/>
                  <a:pt x="216" y="153"/>
                  <a:pt x="216" y="153"/>
                </a:cubicBezTo>
                <a:cubicBezTo>
                  <a:pt x="216" y="154"/>
                  <a:pt x="216" y="154"/>
                  <a:pt x="216" y="154"/>
                </a:cubicBezTo>
                <a:cubicBezTo>
                  <a:pt x="216" y="155"/>
                  <a:pt x="216" y="155"/>
                  <a:pt x="216" y="155"/>
                </a:cubicBezTo>
                <a:cubicBezTo>
                  <a:pt x="216" y="156"/>
                  <a:pt x="216" y="156"/>
                  <a:pt x="216" y="156"/>
                </a:cubicBezTo>
                <a:cubicBezTo>
                  <a:pt x="217" y="157"/>
                  <a:pt x="217" y="157"/>
                  <a:pt x="217" y="158"/>
                </a:cubicBezTo>
                <a:cubicBezTo>
                  <a:pt x="217" y="158"/>
                  <a:pt x="217" y="158"/>
                  <a:pt x="217" y="159"/>
                </a:cubicBezTo>
                <a:cubicBezTo>
                  <a:pt x="217" y="159"/>
                  <a:pt x="217" y="160"/>
                  <a:pt x="218" y="160"/>
                </a:cubicBezTo>
                <a:cubicBezTo>
                  <a:pt x="219" y="160"/>
                  <a:pt x="220" y="161"/>
                  <a:pt x="220" y="162"/>
                </a:cubicBezTo>
                <a:cubicBezTo>
                  <a:pt x="221" y="162"/>
                  <a:pt x="222" y="163"/>
                  <a:pt x="222" y="164"/>
                </a:cubicBezTo>
                <a:cubicBezTo>
                  <a:pt x="223" y="164"/>
                  <a:pt x="224" y="165"/>
                  <a:pt x="224" y="165"/>
                </a:cubicBezTo>
                <a:cubicBezTo>
                  <a:pt x="225" y="166"/>
                  <a:pt x="226" y="166"/>
                  <a:pt x="226" y="167"/>
                </a:cubicBezTo>
                <a:cubicBezTo>
                  <a:pt x="227" y="167"/>
                  <a:pt x="227" y="168"/>
                  <a:pt x="227" y="168"/>
                </a:cubicBezTo>
                <a:cubicBezTo>
                  <a:pt x="227" y="169"/>
                  <a:pt x="227" y="169"/>
                  <a:pt x="227" y="169"/>
                </a:cubicBezTo>
                <a:cubicBezTo>
                  <a:pt x="228" y="169"/>
                  <a:pt x="228" y="169"/>
                  <a:pt x="228" y="170"/>
                </a:cubicBezTo>
                <a:cubicBezTo>
                  <a:pt x="228" y="170"/>
                  <a:pt x="229" y="170"/>
                  <a:pt x="229" y="170"/>
                </a:cubicBezTo>
                <a:cubicBezTo>
                  <a:pt x="230" y="170"/>
                  <a:pt x="230" y="170"/>
                  <a:pt x="230" y="170"/>
                </a:cubicBezTo>
                <a:cubicBezTo>
                  <a:pt x="231" y="170"/>
                  <a:pt x="231" y="171"/>
                  <a:pt x="231" y="171"/>
                </a:cubicBezTo>
                <a:cubicBezTo>
                  <a:pt x="231" y="171"/>
                  <a:pt x="232" y="171"/>
                  <a:pt x="232" y="171"/>
                </a:cubicBezTo>
                <a:cubicBezTo>
                  <a:pt x="233" y="172"/>
                  <a:pt x="233" y="172"/>
                  <a:pt x="233" y="173"/>
                </a:cubicBezTo>
                <a:cubicBezTo>
                  <a:pt x="234" y="173"/>
                  <a:pt x="234" y="173"/>
                  <a:pt x="234" y="174"/>
                </a:cubicBezTo>
                <a:cubicBezTo>
                  <a:pt x="235" y="174"/>
                  <a:pt x="235" y="174"/>
                  <a:pt x="236" y="174"/>
                </a:cubicBezTo>
                <a:cubicBezTo>
                  <a:pt x="236" y="174"/>
                  <a:pt x="237" y="175"/>
                  <a:pt x="237" y="175"/>
                </a:cubicBezTo>
                <a:cubicBezTo>
                  <a:pt x="238" y="175"/>
                  <a:pt x="238" y="175"/>
                  <a:pt x="239" y="176"/>
                </a:cubicBezTo>
                <a:cubicBezTo>
                  <a:pt x="239" y="176"/>
                  <a:pt x="240" y="177"/>
                  <a:pt x="241" y="177"/>
                </a:cubicBezTo>
                <a:cubicBezTo>
                  <a:pt x="241" y="178"/>
                  <a:pt x="242" y="178"/>
                  <a:pt x="242" y="178"/>
                </a:cubicBezTo>
                <a:cubicBezTo>
                  <a:pt x="242" y="178"/>
                  <a:pt x="243" y="178"/>
                  <a:pt x="243" y="179"/>
                </a:cubicBezTo>
                <a:cubicBezTo>
                  <a:pt x="243" y="179"/>
                  <a:pt x="244" y="179"/>
                  <a:pt x="244" y="179"/>
                </a:cubicBezTo>
                <a:cubicBezTo>
                  <a:pt x="244" y="180"/>
                  <a:pt x="244" y="180"/>
                  <a:pt x="244" y="181"/>
                </a:cubicBezTo>
                <a:cubicBezTo>
                  <a:pt x="244" y="181"/>
                  <a:pt x="244" y="181"/>
                  <a:pt x="244" y="181"/>
                </a:cubicBezTo>
                <a:cubicBezTo>
                  <a:pt x="245" y="181"/>
                  <a:pt x="245" y="181"/>
                  <a:pt x="245" y="181"/>
                </a:cubicBezTo>
                <a:cubicBezTo>
                  <a:pt x="246" y="181"/>
                  <a:pt x="245" y="180"/>
                  <a:pt x="246" y="179"/>
                </a:cubicBezTo>
                <a:cubicBezTo>
                  <a:pt x="247" y="179"/>
                  <a:pt x="247" y="179"/>
                  <a:pt x="248" y="180"/>
                </a:cubicBezTo>
                <a:cubicBezTo>
                  <a:pt x="248" y="180"/>
                  <a:pt x="248" y="182"/>
                  <a:pt x="249" y="181"/>
                </a:cubicBezTo>
                <a:cubicBezTo>
                  <a:pt x="249" y="181"/>
                  <a:pt x="250" y="180"/>
                  <a:pt x="250" y="180"/>
                </a:cubicBezTo>
                <a:cubicBezTo>
                  <a:pt x="250" y="180"/>
                  <a:pt x="250" y="179"/>
                  <a:pt x="250" y="179"/>
                </a:cubicBezTo>
                <a:cubicBezTo>
                  <a:pt x="251" y="179"/>
                  <a:pt x="251" y="178"/>
                  <a:pt x="251" y="178"/>
                </a:cubicBezTo>
                <a:cubicBezTo>
                  <a:pt x="251" y="178"/>
                  <a:pt x="251" y="177"/>
                  <a:pt x="252" y="177"/>
                </a:cubicBezTo>
                <a:cubicBezTo>
                  <a:pt x="252" y="177"/>
                  <a:pt x="252" y="177"/>
                  <a:pt x="252" y="177"/>
                </a:cubicBezTo>
                <a:cubicBezTo>
                  <a:pt x="253" y="178"/>
                  <a:pt x="252" y="178"/>
                  <a:pt x="251" y="178"/>
                </a:cubicBezTo>
                <a:cubicBezTo>
                  <a:pt x="251" y="178"/>
                  <a:pt x="251" y="179"/>
                  <a:pt x="251" y="180"/>
                </a:cubicBezTo>
                <a:cubicBezTo>
                  <a:pt x="250" y="180"/>
                  <a:pt x="250" y="181"/>
                  <a:pt x="250" y="181"/>
                </a:cubicBezTo>
                <a:cubicBezTo>
                  <a:pt x="250" y="181"/>
                  <a:pt x="249" y="182"/>
                  <a:pt x="249" y="182"/>
                </a:cubicBezTo>
                <a:cubicBezTo>
                  <a:pt x="249" y="182"/>
                  <a:pt x="249" y="183"/>
                  <a:pt x="248" y="183"/>
                </a:cubicBezTo>
                <a:cubicBezTo>
                  <a:pt x="248" y="182"/>
                  <a:pt x="248" y="182"/>
                  <a:pt x="248" y="182"/>
                </a:cubicBezTo>
                <a:cubicBezTo>
                  <a:pt x="247" y="181"/>
                  <a:pt x="247" y="181"/>
                  <a:pt x="247" y="181"/>
                </a:cubicBezTo>
                <a:cubicBezTo>
                  <a:pt x="247" y="180"/>
                  <a:pt x="247" y="180"/>
                  <a:pt x="247" y="180"/>
                </a:cubicBezTo>
                <a:cubicBezTo>
                  <a:pt x="246" y="180"/>
                  <a:pt x="246" y="181"/>
                  <a:pt x="246" y="181"/>
                </a:cubicBezTo>
                <a:cubicBezTo>
                  <a:pt x="246" y="182"/>
                  <a:pt x="246" y="182"/>
                  <a:pt x="245" y="182"/>
                </a:cubicBezTo>
                <a:cubicBezTo>
                  <a:pt x="245" y="182"/>
                  <a:pt x="245" y="182"/>
                  <a:pt x="245" y="182"/>
                </a:cubicBezTo>
                <a:cubicBezTo>
                  <a:pt x="244" y="182"/>
                  <a:pt x="244" y="182"/>
                  <a:pt x="243" y="181"/>
                </a:cubicBezTo>
                <a:cubicBezTo>
                  <a:pt x="243" y="181"/>
                  <a:pt x="243" y="180"/>
                  <a:pt x="243" y="180"/>
                </a:cubicBezTo>
                <a:cubicBezTo>
                  <a:pt x="243" y="180"/>
                  <a:pt x="243" y="179"/>
                  <a:pt x="243" y="179"/>
                </a:cubicBezTo>
                <a:cubicBezTo>
                  <a:pt x="242" y="178"/>
                  <a:pt x="241" y="178"/>
                  <a:pt x="241" y="179"/>
                </a:cubicBezTo>
                <a:cubicBezTo>
                  <a:pt x="240" y="180"/>
                  <a:pt x="242" y="180"/>
                  <a:pt x="242" y="180"/>
                </a:cubicBezTo>
                <a:cubicBezTo>
                  <a:pt x="242" y="180"/>
                  <a:pt x="243" y="180"/>
                  <a:pt x="243" y="181"/>
                </a:cubicBezTo>
                <a:cubicBezTo>
                  <a:pt x="243" y="181"/>
                  <a:pt x="242" y="181"/>
                  <a:pt x="242" y="181"/>
                </a:cubicBezTo>
                <a:cubicBezTo>
                  <a:pt x="242" y="181"/>
                  <a:pt x="241" y="181"/>
                  <a:pt x="241" y="181"/>
                </a:cubicBezTo>
                <a:cubicBezTo>
                  <a:pt x="240" y="181"/>
                  <a:pt x="239" y="181"/>
                  <a:pt x="239" y="181"/>
                </a:cubicBezTo>
                <a:cubicBezTo>
                  <a:pt x="238" y="181"/>
                  <a:pt x="238" y="181"/>
                  <a:pt x="238" y="180"/>
                </a:cubicBezTo>
                <a:cubicBezTo>
                  <a:pt x="238" y="180"/>
                  <a:pt x="238" y="180"/>
                  <a:pt x="238" y="180"/>
                </a:cubicBezTo>
                <a:cubicBezTo>
                  <a:pt x="238" y="180"/>
                  <a:pt x="238" y="179"/>
                  <a:pt x="238" y="179"/>
                </a:cubicBezTo>
                <a:cubicBezTo>
                  <a:pt x="237" y="179"/>
                  <a:pt x="237" y="180"/>
                  <a:pt x="237" y="180"/>
                </a:cubicBezTo>
                <a:cubicBezTo>
                  <a:pt x="236" y="181"/>
                  <a:pt x="236" y="181"/>
                  <a:pt x="235" y="181"/>
                </a:cubicBezTo>
                <a:cubicBezTo>
                  <a:pt x="234" y="181"/>
                  <a:pt x="233" y="181"/>
                  <a:pt x="232" y="181"/>
                </a:cubicBezTo>
                <a:cubicBezTo>
                  <a:pt x="232" y="181"/>
                  <a:pt x="231" y="181"/>
                  <a:pt x="231" y="181"/>
                </a:cubicBezTo>
                <a:cubicBezTo>
                  <a:pt x="231" y="181"/>
                  <a:pt x="231" y="180"/>
                  <a:pt x="230" y="180"/>
                </a:cubicBezTo>
                <a:cubicBezTo>
                  <a:pt x="230" y="180"/>
                  <a:pt x="230" y="180"/>
                  <a:pt x="230" y="180"/>
                </a:cubicBezTo>
                <a:cubicBezTo>
                  <a:pt x="229" y="180"/>
                  <a:pt x="229" y="180"/>
                  <a:pt x="228" y="180"/>
                </a:cubicBezTo>
                <a:cubicBezTo>
                  <a:pt x="228" y="180"/>
                  <a:pt x="227" y="180"/>
                  <a:pt x="227" y="180"/>
                </a:cubicBezTo>
                <a:cubicBezTo>
                  <a:pt x="226" y="180"/>
                  <a:pt x="226" y="180"/>
                  <a:pt x="226" y="180"/>
                </a:cubicBezTo>
                <a:cubicBezTo>
                  <a:pt x="226" y="180"/>
                  <a:pt x="225" y="180"/>
                  <a:pt x="225" y="180"/>
                </a:cubicBezTo>
                <a:cubicBezTo>
                  <a:pt x="225" y="180"/>
                  <a:pt x="224" y="180"/>
                  <a:pt x="224" y="180"/>
                </a:cubicBezTo>
                <a:cubicBezTo>
                  <a:pt x="224" y="180"/>
                  <a:pt x="223" y="180"/>
                  <a:pt x="223" y="180"/>
                </a:cubicBezTo>
                <a:cubicBezTo>
                  <a:pt x="223" y="180"/>
                  <a:pt x="223" y="181"/>
                  <a:pt x="224" y="181"/>
                </a:cubicBezTo>
                <a:cubicBezTo>
                  <a:pt x="224" y="181"/>
                  <a:pt x="224" y="181"/>
                  <a:pt x="225" y="181"/>
                </a:cubicBezTo>
                <a:cubicBezTo>
                  <a:pt x="226" y="181"/>
                  <a:pt x="226" y="182"/>
                  <a:pt x="226" y="182"/>
                </a:cubicBezTo>
                <a:cubicBezTo>
                  <a:pt x="227" y="183"/>
                  <a:pt x="227" y="183"/>
                  <a:pt x="228" y="183"/>
                </a:cubicBezTo>
                <a:cubicBezTo>
                  <a:pt x="228" y="183"/>
                  <a:pt x="228" y="184"/>
                  <a:pt x="229" y="184"/>
                </a:cubicBezTo>
                <a:cubicBezTo>
                  <a:pt x="229" y="185"/>
                  <a:pt x="230" y="186"/>
                  <a:pt x="231" y="188"/>
                </a:cubicBezTo>
                <a:cubicBezTo>
                  <a:pt x="231" y="188"/>
                  <a:pt x="231" y="188"/>
                  <a:pt x="231" y="188"/>
                </a:cubicBezTo>
                <a:cubicBezTo>
                  <a:pt x="232" y="188"/>
                  <a:pt x="232" y="188"/>
                  <a:pt x="233" y="188"/>
                </a:cubicBezTo>
                <a:cubicBezTo>
                  <a:pt x="233" y="188"/>
                  <a:pt x="234" y="188"/>
                  <a:pt x="234" y="189"/>
                </a:cubicBezTo>
                <a:cubicBezTo>
                  <a:pt x="234" y="189"/>
                  <a:pt x="234" y="189"/>
                  <a:pt x="234" y="190"/>
                </a:cubicBezTo>
                <a:cubicBezTo>
                  <a:pt x="234" y="190"/>
                  <a:pt x="234" y="191"/>
                  <a:pt x="233" y="191"/>
                </a:cubicBezTo>
                <a:cubicBezTo>
                  <a:pt x="233" y="191"/>
                  <a:pt x="233" y="192"/>
                  <a:pt x="233" y="192"/>
                </a:cubicBezTo>
                <a:cubicBezTo>
                  <a:pt x="233" y="193"/>
                  <a:pt x="233" y="193"/>
                  <a:pt x="232" y="193"/>
                </a:cubicBezTo>
                <a:cubicBezTo>
                  <a:pt x="232" y="193"/>
                  <a:pt x="232" y="194"/>
                  <a:pt x="232" y="195"/>
                </a:cubicBezTo>
                <a:cubicBezTo>
                  <a:pt x="232" y="195"/>
                  <a:pt x="232" y="196"/>
                  <a:pt x="232" y="196"/>
                </a:cubicBezTo>
                <a:cubicBezTo>
                  <a:pt x="231" y="197"/>
                  <a:pt x="231" y="197"/>
                  <a:pt x="230" y="197"/>
                </a:cubicBezTo>
                <a:cubicBezTo>
                  <a:pt x="230" y="198"/>
                  <a:pt x="229" y="198"/>
                  <a:pt x="229" y="199"/>
                </a:cubicBezTo>
                <a:cubicBezTo>
                  <a:pt x="229" y="199"/>
                  <a:pt x="230" y="199"/>
                  <a:pt x="230" y="199"/>
                </a:cubicBezTo>
                <a:cubicBezTo>
                  <a:pt x="230" y="200"/>
                  <a:pt x="230" y="200"/>
                  <a:pt x="230" y="200"/>
                </a:cubicBezTo>
                <a:cubicBezTo>
                  <a:pt x="229" y="200"/>
                  <a:pt x="229" y="201"/>
                  <a:pt x="229" y="201"/>
                </a:cubicBezTo>
                <a:cubicBezTo>
                  <a:pt x="229" y="201"/>
                  <a:pt x="229" y="201"/>
                  <a:pt x="230" y="201"/>
                </a:cubicBezTo>
                <a:cubicBezTo>
                  <a:pt x="230" y="202"/>
                  <a:pt x="230" y="202"/>
                  <a:pt x="229" y="202"/>
                </a:cubicBezTo>
                <a:cubicBezTo>
                  <a:pt x="229" y="203"/>
                  <a:pt x="228" y="202"/>
                  <a:pt x="227" y="203"/>
                </a:cubicBezTo>
                <a:cubicBezTo>
                  <a:pt x="227" y="204"/>
                  <a:pt x="227" y="205"/>
                  <a:pt x="228" y="205"/>
                </a:cubicBezTo>
                <a:cubicBezTo>
                  <a:pt x="228" y="206"/>
                  <a:pt x="229" y="206"/>
                  <a:pt x="229" y="207"/>
                </a:cubicBezTo>
                <a:cubicBezTo>
                  <a:pt x="230" y="207"/>
                  <a:pt x="230" y="209"/>
                  <a:pt x="231" y="208"/>
                </a:cubicBezTo>
                <a:cubicBezTo>
                  <a:pt x="231" y="208"/>
                  <a:pt x="231" y="208"/>
                  <a:pt x="231" y="207"/>
                </a:cubicBezTo>
                <a:cubicBezTo>
                  <a:pt x="231" y="207"/>
                  <a:pt x="232" y="207"/>
                  <a:pt x="231" y="207"/>
                </a:cubicBezTo>
                <a:cubicBezTo>
                  <a:pt x="231" y="207"/>
                  <a:pt x="231" y="207"/>
                  <a:pt x="231" y="206"/>
                </a:cubicBezTo>
                <a:cubicBezTo>
                  <a:pt x="231" y="206"/>
                  <a:pt x="231" y="206"/>
                  <a:pt x="231" y="206"/>
                </a:cubicBezTo>
                <a:cubicBezTo>
                  <a:pt x="231" y="206"/>
                  <a:pt x="231" y="206"/>
                  <a:pt x="231" y="205"/>
                </a:cubicBezTo>
                <a:cubicBezTo>
                  <a:pt x="231" y="205"/>
                  <a:pt x="231" y="205"/>
                  <a:pt x="232" y="205"/>
                </a:cubicBezTo>
                <a:cubicBezTo>
                  <a:pt x="232" y="205"/>
                  <a:pt x="232" y="205"/>
                  <a:pt x="232" y="204"/>
                </a:cubicBezTo>
                <a:cubicBezTo>
                  <a:pt x="233" y="204"/>
                  <a:pt x="233" y="204"/>
                  <a:pt x="233" y="204"/>
                </a:cubicBezTo>
                <a:cubicBezTo>
                  <a:pt x="233" y="204"/>
                  <a:pt x="233" y="204"/>
                  <a:pt x="233" y="204"/>
                </a:cubicBezTo>
                <a:cubicBezTo>
                  <a:pt x="234" y="204"/>
                  <a:pt x="235" y="203"/>
                  <a:pt x="235" y="203"/>
                </a:cubicBezTo>
                <a:cubicBezTo>
                  <a:pt x="236" y="203"/>
                  <a:pt x="236" y="203"/>
                  <a:pt x="237" y="203"/>
                </a:cubicBezTo>
                <a:cubicBezTo>
                  <a:pt x="237" y="203"/>
                  <a:pt x="237" y="202"/>
                  <a:pt x="237" y="202"/>
                </a:cubicBezTo>
                <a:cubicBezTo>
                  <a:pt x="237" y="202"/>
                  <a:pt x="237" y="201"/>
                  <a:pt x="237" y="201"/>
                </a:cubicBezTo>
                <a:cubicBezTo>
                  <a:pt x="237" y="201"/>
                  <a:pt x="237" y="201"/>
                  <a:pt x="237" y="201"/>
                </a:cubicBezTo>
                <a:cubicBezTo>
                  <a:pt x="238" y="201"/>
                  <a:pt x="237" y="201"/>
                  <a:pt x="237" y="201"/>
                </a:cubicBezTo>
                <a:cubicBezTo>
                  <a:pt x="237" y="202"/>
                  <a:pt x="237" y="202"/>
                  <a:pt x="237" y="202"/>
                </a:cubicBezTo>
                <a:cubicBezTo>
                  <a:pt x="237" y="203"/>
                  <a:pt x="237" y="203"/>
                  <a:pt x="237" y="203"/>
                </a:cubicBezTo>
                <a:cubicBezTo>
                  <a:pt x="237" y="204"/>
                  <a:pt x="238" y="204"/>
                  <a:pt x="238" y="204"/>
                </a:cubicBezTo>
                <a:cubicBezTo>
                  <a:pt x="238" y="205"/>
                  <a:pt x="239" y="205"/>
                  <a:pt x="239" y="205"/>
                </a:cubicBezTo>
                <a:cubicBezTo>
                  <a:pt x="239" y="205"/>
                  <a:pt x="239" y="205"/>
                  <a:pt x="240" y="205"/>
                </a:cubicBezTo>
                <a:cubicBezTo>
                  <a:pt x="240" y="205"/>
                  <a:pt x="240" y="205"/>
                  <a:pt x="240" y="205"/>
                </a:cubicBezTo>
                <a:cubicBezTo>
                  <a:pt x="241" y="205"/>
                  <a:pt x="242" y="205"/>
                  <a:pt x="243" y="205"/>
                </a:cubicBezTo>
                <a:cubicBezTo>
                  <a:pt x="243" y="205"/>
                  <a:pt x="243" y="205"/>
                  <a:pt x="244" y="204"/>
                </a:cubicBezTo>
                <a:cubicBezTo>
                  <a:pt x="244" y="204"/>
                  <a:pt x="245" y="204"/>
                  <a:pt x="245" y="204"/>
                </a:cubicBezTo>
                <a:cubicBezTo>
                  <a:pt x="246" y="204"/>
                  <a:pt x="246" y="204"/>
                  <a:pt x="246" y="203"/>
                </a:cubicBezTo>
                <a:cubicBezTo>
                  <a:pt x="247" y="203"/>
                  <a:pt x="248" y="203"/>
                  <a:pt x="248" y="203"/>
                </a:cubicBezTo>
                <a:cubicBezTo>
                  <a:pt x="249" y="203"/>
                  <a:pt x="251" y="203"/>
                  <a:pt x="252" y="203"/>
                </a:cubicBezTo>
                <a:cubicBezTo>
                  <a:pt x="253" y="203"/>
                  <a:pt x="253" y="203"/>
                  <a:pt x="254" y="203"/>
                </a:cubicBezTo>
                <a:cubicBezTo>
                  <a:pt x="254" y="203"/>
                  <a:pt x="255" y="203"/>
                  <a:pt x="255" y="203"/>
                </a:cubicBezTo>
                <a:cubicBezTo>
                  <a:pt x="256" y="203"/>
                  <a:pt x="256" y="203"/>
                  <a:pt x="256" y="202"/>
                </a:cubicBezTo>
                <a:cubicBezTo>
                  <a:pt x="256" y="202"/>
                  <a:pt x="257" y="202"/>
                  <a:pt x="257" y="202"/>
                </a:cubicBezTo>
                <a:cubicBezTo>
                  <a:pt x="258" y="202"/>
                  <a:pt x="258" y="202"/>
                  <a:pt x="258" y="201"/>
                </a:cubicBezTo>
                <a:cubicBezTo>
                  <a:pt x="258" y="201"/>
                  <a:pt x="258" y="201"/>
                  <a:pt x="258" y="200"/>
                </a:cubicBezTo>
                <a:cubicBezTo>
                  <a:pt x="258" y="200"/>
                  <a:pt x="258" y="200"/>
                  <a:pt x="258" y="199"/>
                </a:cubicBezTo>
                <a:cubicBezTo>
                  <a:pt x="258" y="199"/>
                  <a:pt x="258" y="199"/>
                  <a:pt x="258" y="199"/>
                </a:cubicBezTo>
                <a:cubicBezTo>
                  <a:pt x="258" y="199"/>
                  <a:pt x="258" y="199"/>
                  <a:pt x="258" y="199"/>
                </a:cubicBezTo>
                <a:cubicBezTo>
                  <a:pt x="258" y="199"/>
                  <a:pt x="258" y="200"/>
                  <a:pt x="258" y="200"/>
                </a:cubicBezTo>
                <a:cubicBezTo>
                  <a:pt x="258" y="200"/>
                  <a:pt x="258" y="200"/>
                  <a:pt x="258" y="201"/>
                </a:cubicBezTo>
                <a:cubicBezTo>
                  <a:pt x="258" y="201"/>
                  <a:pt x="258" y="201"/>
                  <a:pt x="258" y="201"/>
                </a:cubicBezTo>
                <a:cubicBezTo>
                  <a:pt x="258" y="202"/>
                  <a:pt x="258" y="202"/>
                  <a:pt x="258" y="202"/>
                </a:cubicBezTo>
                <a:cubicBezTo>
                  <a:pt x="258" y="202"/>
                  <a:pt x="258" y="202"/>
                  <a:pt x="257" y="202"/>
                </a:cubicBezTo>
                <a:cubicBezTo>
                  <a:pt x="257" y="202"/>
                  <a:pt x="257" y="202"/>
                  <a:pt x="257" y="202"/>
                </a:cubicBezTo>
                <a:cubicBezTo>
                  <a:pt x="257" y="202"/>
                  <a:pt x="256" y="203"/>
                  <a:pt x="256" y="203"/>
                </a:cubicBezTo>
                <a:cubicBezTo>
                  <a:pt x="256" y="203"/>
                  <a:pt x="256" y="203"/>
                  <a:pt x="256" y="203"/>
                </a:cubicBezTo>
                <a:cubicBezTo>
                  <a:pt x="256" y="203"/>
                  <a:pt x="256" y="203"/>
                  <a:pt x="255" y="203"/>
                </a:cubicBezTo>
                <a:cubicBezTo>
                  <a:pt x="255" y="204"/>
                  <a:pt x="256" y="204"/>
                  <a:pt x="256" y="204"/>
                </a:cubicBezTo>
                <a:cubicBezTo>
                  <a:pt x="256" y="204"/>
                  <a:pt x="256" y="205"/>
                  <a:pt x="257" y="205"/>
                </a:cubicBezTo>
                <a:cubicBezTo>
                  <a:pt x="257" y="206"/>
                  <a:pt x="258" y="206"/>
                  <a:pt x="258" y="207"/>
                </a:cubicBezTo>
                <a:cubicBezTo>
                  <a:pt x="259" y="207"/>
                  <a:pt x="259" y="207"/>
                  <a:pt x="260" y="208"/>
                </a:cubicBezTo>
                <a:cubicBezTo>
                  <a:pt x="260" y="208"/>
                  <a:pt x="260" y="208"/>
                  <a:pt x="261" y="209"/>
                </a:cubicBezTo>
                <a:cubicBezTo>
                  <a:pt x="261" y="209"/>
                  <a:pt x="261" y="209"/>
                  <a:pt x="261" y="209"/>
                </a:cubicBezTo>
                <a:cubicBezTo>
                  <a:pt x="261" y="209"/>
                  <a:pt x="262" y="209"/>
                  <a:pt x="262" y="209"/>
                </a:cubicBezTo>
                <a:cubicBezTo>
                  <a:pt x="262" y="209"/>
                  <a:pt x="262" y="209"/>
                  <a:pt x="262" y="210"/>
                </a:cubicBezTo>
                <a:cubicBezTo>
                  <a:pt x="262" y="210"/>
                  <a:pt x="263" y="210"/>
                  <a:pt x="263" y="210"/>
                </a:cubicBezTo>
                <a:cubicBezTo>
                  <a:pt x="263" y="211"/>
                  <a:pt x="263" y="211"/>
                  <a:pt x="264" y="211"/>
                </a:cubicBezTo>
                <a:cubicBezTo>
                  <a:pt x="264" y="212"/>
                  <a:pt x="264" y="212"/>
                  <a:pt x="265" y="212"/>
                </a:cubicBezTo>
                <a:cubicBezTo>
                  <a:pt x="265" y="212"/>
                  <a:pt x="265" y="212"/>
                  <a:pt x="266" y="212"/>
                </a:cubicBezTo>
                <a:cubicBezTo>
                  <a:pt x="266" y="211"/>
                  <a:pt x="266" y="212"/>
                  <a:pt x="267" y="212"/>
                </a:cubicBezTo>
                <a:cubicBezTo>
                  <a:pt x="267" y="212"/>
                  <a:pt x="267" y="212"/>
                  <a:pt x="267" y="212"/>
                </a:cubicBezTo>
                <a:cubicBezTo>
                  <a:pt x="268" y="212"/>
                  <a:pt x="268" y="212"/>
                  <a:pt x="268" y="212"/>
                </a:cubicBezTo>
                <a:cubicBezTo>
                  <a:pt x="268" y="212"/>
                  <a:pt x="268" y="212"/>
                  <a:pt x="268" y="212"/>
                </a:cubicBezTo>
                <a:cubicBezTo>
                  <a:pt x="267" y="212"/>
                  <a:pt x="267" y="212"/>
                  <a:pt x="266" y="212"/>
                </a:cubicBezTo>
                <a:cubicBezTo>
                  <a:pt x="266" y="212"/>
                  <a:pt x="265" y="212"/>
                  <a:pt x="266" y="213"/>
                </a:cubicBezTo>
                <a:cubicBezTo>
                  <a:pt x="266" y="213"/>
                  <a:pt x="267" y="214"/>
                  <a:pt x="267" y="214"/>
                </a:cubicBezTo>
                <a:cubicBezTo>
                  <a:pt x="268" y="215"/>
                  <a:pt x="269" y="216"/>
                  <a:pt x="269" y="217"/>
                </a:cubicBezTo>
                <a:cubicBezTo>
                  <a:pt x="270" y="218"/>
                  <a:pt x="270" y="218"/>
                  <a:pt x="271" y="219"/>
                </a:cubicBezTo>
                <a:cubicBezTo>
                  <a:pt x="271" y="219"/>
                  <a:pt x="272" y="220"/>
                  <a:pt x="272" y="221"/>
                </a:cubicBezTo>
                <a:cubicBezTo>
                  <a:pt x="273" y="222"/>
                  <a:pt x="274" y="222"/>
                  <a:pt x="274" y="223"/>
                </a:cubicBezTo>
                <a:cubicBezTo>
                  <a:pt x="275" y="224"/>
                  <a:pt x="276" y="224"/>
                  <a:pt x="276" y="225"/>
                </a:cubicBezTo>
                <a:cubicBezTo>
                  <a:pt x="277" y="226"/>
                  <a:pt x="277" y="226"/>
                  <a:pt x="278" y="227"/>
                </a:cubicBezTo>
                <a:cubicBezTo>
                  <a:pt x="278" y="227"/>
                  <a:pt x="279" y="227"/>
                  <a:pt x="279" y="228"/>
                </a:cubicBezTo>
                <a:cubicBezTo>
                  <a:pt x="280" y="228"/>
                  <a:pt x="281" y="228"/>
                  <a:pt x="282" y="229"/>
                </a:cubicBezTo>
                <a:lnTo>
                  <a:pt x="282" y="172"/>
                </a:lnTo>
                <a:close/>
              </a:path>
            </a:pathLst>
          </a:custGeom>
          <a:solidFill>
            <a:schemeClr val="accent3"/>
          </a:solid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42" name="Freeform 41"/>
          <p:cNvSpPr>
            <a:spLocks noEditPoints="1"/>
          </p:cNvSpPr>
          <p:nvPr/>
        </p:nvSpPr>
        <p:spPr bwMode="auto">
          <a:xfrm>
            <a:off x="9331325" y="2035175"/>
            <a:ext cx="1092200" cy="506412"/>
          </a:xfrm>
          <a:custGeom>
            <a:avLst/>
            <a:gdLst>
              <a:gd name="T0" fmla="*/ 113 w 287"/>
              <a:gd name="T1" fmla="*/ 71 h 133"/>
              <a:gd name="T2" fmla="*/ 106 w 287"/>
              <a:gd name="T3" fmla="*/ 79 h 133"/>
              <a:gd name="T4" fmla="*/ 129 w 287"/>
              <a:gd name="T5" fmla="*/ 83 h 133"/>
              <a:gd name="T6" fmla="*/ 134 w 287"/>
              <a:gd name="T7" fmla="*/ 65 h 133"/>
              <a:gd name="T8" fmla="*/ 127 w 287"/>
              <a:gd name="T9" fmla="*/ 46 h 133"/>
              <a:gd name="T10" fmla="*/ 136 w 287"/>
              <a:gd name="T11" fmla="*/ 52 h 133"/>
              <a:gd name="T12" fmla="*/ 141 w 287"/>
              <a:gd name="T13" fmla="*/ 62 h 133"/>
              <a:gd name="T14" fmla="*/ 146 w 287"/>
              <a:gd name="T15" fmla="*/ 72 h 133"/>
              <a:gd name="T16" fmla="*/ 150 w 287"/>
              <a:gd name="T17" fmla="*/ 76 h 133"/>
              <a:gd name="T18" fmla="*/ 91 w 287"/>
              <a:gd name="T19" fmla="*/ 39 h 133"/>
              <a:gd name="T20" fmla="*/ 78 w 287"/>
              <a:gd name="T21" fmla="*/ 30 h 133"/>
              <a:gd name="T22" fmla="*/ 71 w 287"/>
              <a:gd name="T23" fmla="*/ 25 h 133"/>
              <a:gd name="T24" fmla="*/ 70 w 287"/>
              <a:gd name="T25" fmla="*/ 22 h 133"/>
              <a:gd name="T26" fmla="*/ 80 w 287"/>
              <a:gd name="T27" fmla="*/ 25 h 133"/>
              <a:gd name="T28" fmla="*/ 91 w 287"/>
              <a:gd name="T29" fmla="*/ 33 h 133"/>
              <a:gd name="T30" fmla="*/ 105 w 287"/>
              <a:gd name="T31" fmla="*/ 45 h 133"/>
              <a:gd name="T32" fmla="*/ 100 w 287"/>
              <a:gd name="T33" fmla="*/ 44 h 133"/>
              <a:gd name="T34" fmla="*/ 24 w 287"/>
              <a:gd name="T35" fmla="*/ 0 h 133"/>
              <a:gd name="T36" fmla="*/ 42 w 287"/>
              <a:gd name="T37" fmla="*/ 15 h 133"/>
              <a:gd name="T38" fmla="*/ 53 w 287"/>
              <a:gd name="T39" fmla="*/ 21 h 133"/>
              <a:gd name="T40" fmla="*/ 43 w 287"/>
              <a:gd name="T41" fmla="*/ 19 h 133"/>
              <a:gd name="T42" fmla="*/ 168 w 287"/>
              <a:gd name="T43" fmla="*/ 103 h 133"/>
              <a:gd name="T44" fmla="*/ 150 w 287"/>
              <a:gd name="T45" fmla="*/ 93 h 133"/>
              <a:gd name="T46" fmla="*/ 149 w 287"/>
              <a:gd name="T47" fmla="*/ 98 h 133"/>
              <a:gd name="T48" fmla="*/ 157 w 287"/>
              <a:gd name="T49" fmla="*/ 105 h 133"/>
              <a:gd name="T50" fmla="*/ 59 w 287"/>
              <a:gd name="T51" fmla="*/ 50 h 133"/>
              <a:gd name="T52" fmla="*/ 49 w 287"/>
              <a:gd name="T53" fmla="*/ 42 h 133"/>
              <a:gd name="T54" fmla="*/ 42 w 287"/>
              <a:gd name="T55" fmla="*/ 40 h 133"/>
              <a:gd name="T56" fmla="*/ 52 w 287"/>
              <a:gd name="T57" fmla="*/ 39 h 133"/>
              <a:gd name="T58" fmla="*/ 30 w 287"/>
              <a:gd name="T59" fmla="*/ 34 h 133"/>
              <a:gd name="T60" fmla="*/ 29 w 287"/>
              <a:gd name="T61" fmla="*/ 27 h 133"/>
              <a:gd name="T62" fmla="*/ 63 w 287"/>
              <a:gd name="T63" fmla="*/ 51 h 133"/>
              <a:gd name="T64" fmla="*/ 62 w 287"/>
              <a:gd name="T65" fmla="*/ 48 h 133"/>
              <a:gd name="T66" fmla="*/ 44 w 287"/>
              <a:gd name="T67" fmla="*/ 51 h 133"/>
              <a:gd name="T68" fmla="*/ 6 w 287"/>
              <a:gd name="T69" fmla="*/ 9 h 133"/>
              <a:gd name="T70" fmla="*/ 117 w 287"/>
              <a:gd name="T71" fmla="*/ 61 h 133"/>
              <a:gd name="T72" fmla="*/ 104 w 287"/>
              <a:gd name="T73" fmla="*/ 48 h 133"/>
              <a:gd name="T74" fmla="*/ 50 w 287"/>
              <a:gd name="T75" fmla="*/ 54 h 133"/>
              <a:gd name="T76" fmla="*/ 120 w 287"/>
              <a:gd name="T77" fmla="*/ 62 h 133"/>
              <a:gd name="T78" fmla="*/ 0 w 287"/>
              <a:gd name="T79" fmla="*/ 20 h 133"/>
              <a:gd name="T80" fmla="*/ 13 w 287"/>
              <a:gd name="T81" fmla="*/ 9 h 133"/>
              <a:gd name="T82" fmla="*/ 40 w 287"/>
              <a:gd name="T83" fmla="*/ 41 h 133"/>
              <a:gd name="T84" fmla="*/ 88 w 287"/>
              <a:gd name="T85" fmla="*/ 62 h 133"/>
              <a:gd name="T86" fmla="*/ 154 w 287"/>
              <a:gd name="T87" fmla="*/ 91 h 133"/>
              <a:gd name="T88" fmla="*/ 114 w 287"/>
              <a:gd name="T89" fmla="*/ 60 h 133"/>
              <a:gd name="T90" fmla="*/ 111 w 287"/>
              <a:gd name="T91" fmla="*/ 58 h 133"/>
              <a:gd name="T92" fmla="*/ 49 w 287"/>
              <a:gd name="T93" fmla="*/ 43 h 133"/>
              <a:gd name="T94" fmla="*/ 9 w 287"/>
              <a:gd name="T95" fmla="*/ 13 h 133"/>
              <a:gd name="T96" fmla="*/ 133 w 287"/>
              <a:gd name="T97" fmla="*/ 81 h 133"/>
              <a:gd name="T98" fmla="*/ 79 w 287"/>
              <a:gd name="T99" fmla="*/ 23 h 133"/>
              <a:gd name="T100" fmla="*/ 48 w 287"/>
              <a:gd name="T101" fmla="*/ 43 h 133"/>
              <a:gd name="T102" fmla="*/ 101 w 287"/>
              <a:gd name="T103" fmla="*/ 38 h 133"/>
              <a:gd name="T104" fmla="*/ 81 w 287"/>
              <a:gd name="T105" fmla="*/ 25 h 133"/>
              <a:gd name="T106" fmla="*/ 113 w 287"/>
              <a:gd name="T107" fmla="*/ 59 h 133"/>
              <a:gd name="T108" fmla="*/ 90 w 287"/>
              <a:gd name="T109" fmla="*/ 60 h 133"/>
              <a:gd name="T110" fmla="*/ 159 w 287"/>
              <a:gd name="T111" fmla="*/ 89 h 133"/>
              <a:gd name="T112" fmla="*/ 46 w 287"/>
              <a:gd name="T113" fmla="*/ 43 h 133"/>
              <a:gd name="T114" fmla="*/ 112 w 287"/>
              <a:gd name="T115" fmla="*/ 126 h 133"/>
              <a:gd name="T116" fmla="*/ 126 w 287"/>
              <a:gd name="T117" fmla="*/ 133 h 133"/>
              <a:gd name="T118" fmla="*/ 258 w 287"/>
              <a:gd name="T119" fmla="*/ 106 h 133"/>
              <a:gd name="T120" fmla="*/ 284 w 287"/>
              <a:gd name="T121" fmla="*/ 130 h 133"/>
              <a:gd name="T122" fmla="*/ 257 w 287"/>
              <a:gd name="T123" fmla="*/ 9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 h="133">
                <a:moveTo>
                  <a:pt x="132" y="80"/>
                </a:moveTo>
                <a:cubicBezTo>
                  <a:pt x="131" y="80"/>
                  <a:pt x="132" y="81"/>
                  <a:pt x="132" y="81"/>
                </a:cubicBezTo>
                <a:cubicBezTo>
                  <a:pt x="132" y="81"/>
                  <a:pt x="131" y="81"/>
                  <a:pt x="132" y="80"/>
                </a:cubicBezTo>
                <a:cubicBezTo>
                  <a:pt x="132" y="80"/>
                  <a:pt x="132" y="80"/>
                  <a:pt x="131" y="80"/>
                </a:cubicBezTo>
                <a:cubicBezTo>
                  <a:pt x="131" y="80"/>
                  <a:pt x="131" y="80"/>
                  <a:pt x="131" y="80"/>
                </a:cubicBezTo>
                <a:cubicBezTo>
                  <a:pt x="131" y="79"/>
                  <a:pt x="131" y="79"/>
                  <a:pt x="130" y="79"/>
                </a:cubicBezTo>
                <a:cubicBezTo>
                  <a:pt x="130" y="78"/>
                  <a:pt x="129" y="78"/>
                  <a:pt x="128" y="78"/>
                </a:cubicBezTo>
                <a:cubicBezTo>
                  <a:pt x="128" y="78"/>
                  <a:pt x="128" y="78"/>
                  <a:pt x="128" y="78"/>
                </a:cubicBezTo>
                <a:cubicBezTo>
                  <a:pt x="128" y="77"/>
                  <a:pt x="128" y="77"/>
                  <a:pt x="128" y="77"/>
                </a:cubicBezTo>
                <a:cubicBezTo>
                  <a:pt x="128" y="76"/>
                  <a:pt x="128" y="76"/>
                  <a:pt x="128" y="76"/>
                </a:cubicBezTo>
                <a:cubicBezTo>
                  <a:pt x="127" y="76"/>
                  <a:pt x="127" y="75"/>
                  <a:pt x="127" y="75"/>
                </a:cubicBezTo>
                <a:cubicBezTo>
                  <a:pt x="126" y="75"/>
                  <a:pt x="126" y="74"/>
                  <a:pt x="125" y="74"/>
                </a:cubicBezTo>
                <a:cubicBezTo>
                  <a:pt x="124" y="74"/>
                  <a:pt x="124" y="74"/>
                  <a:pt x="123" y="73"/>
                </a:cubicBezTo>
                <a:cubicBezTo>
                  <a:pt x="123" y="73"/>
                  <a:pt x="123" y="72"/>
                  <a:pt x="122" y="72"/>
                </a:cubicBezTo>
                <a:cubicBezTo>
                  <a:pt x="122" y="72"/>
                  <a:pt x="122" y="72"/>
                  <a:pt x="121" y="72"/>
                </a:cubicBezTo>
                <a:cubicBezTo>
                  <a:pt x="121" y="71"/>
                  <a:pt x="120" y="71"/>
                  <a:pt x="120" y="71"/>
                </a:cubicBezTo>
                <a:cubicBezTo>
                  <a:pt x="119" y="71"/>
                  <a:pt x="119" y="71"/>
                  <a:pt x="119" y="71"/>
                </a:cubicBezTo>
                <a:cubicBezTo>
                  <a:pt x="119" y="71"/>
                  <a:pt x="118" y="71"/>
                  <a:pt x="118" y="71"/>
                </a:cubicBezTo>
                <a:cubicBezTo>
                  <a:pt x="118" y="71"/>
                  <a:pt x="117" y="71"/>
                  <a:pt x="117" y="71"/>
                </a:cubicBezTo>
                <a:cubicBezTo>
                  <a:pt x="117" y="71"/>
                  <a:pt x="117" y="71"/>
                  <a:pt x="117" y="71"/>
                </a:cubicBezTo>
                <a:cubicBezTo>
                  <a:pt x="117" y="71"/>
                  <a:pt x="116" y="71"/>
                  <a:pt x="116" y="71"/>
                </a:cubicBezTo>
                <a:cubicBezTo>
                  <a:pt x="115" y="71"/>
                  <a:pt x="115" y="71"/>
                  <a:pt x="115" y="71"/>
                </a:cubicBezTo>
                <a:cubicBezTo>
                  <a:pt x="114" y="71"/>
                  <a:pt x="114" y="71"/>
                  <a:pt x="113" y="71"/>
                </a:cubicBezTo>
                <a:cubicBezTo>
                  <a:pt x="113" y="71"/>
                  <a:pt x="112" y="71"/>
                  <a:pt x="112" y="71"/>
                </a:cubicBezTo>
                <a:cubicBezTo>
                  <a:pt x="112" y="71"/>
                  <a:pt x="111" y="71"/>
                  <a:pt x="111" y="71"/>
                </a:cubicBezTo>
                <a:cubicBezTo>
                  <a:pt x="111" y="71"/>
                  <a:pt x="110" y="71"/>
                  <a:pt x="110" y="71"/>
                </a:cubicBezTo>
                <a:cubicBezTo>
                  <a:pt x="109" y="71"/>
                  <a:pt x="109" y="71"/>
                  <a:pt x="109" y="70"/>
                </a:cubicBezTo>
                <a:cubicBezTo>
                  <a:pt x="108" y="70"/>
                  <a:pt x="108" y="70"/>
                  <a:pt x="108" y="69"/>
                </a:cubicBezTo>
                <a:cubicBezTo>
                  <a:pt x="107" y="69"/>
                  <a:pt x="107" y="69"/>
                  <a:pt x="106" y="68"/>
                </a:cubicBezTo>
                <a:cubicBezTo>
                  <a:pt x="106" y="68"/>
                  <a:pt x="106" y="68"/>
                  <a:pt x="106" y="68"/>
                </a:cubicBezTo>
                <a:cubicBezTo>
                  <a:pt x="106" y="68"/>
                  <a:pt x="105" y="67"/>
                  <a:pt x="105" y="67"/>
                </a:cubicBezTo>
                <a:cubicBezTo>
                  <a:pt x="104" y="67"/>
                  <a:pt x="104" y="67"/>
                  <a:pt x="103" y="67"/>
                </a:cubicBezTo>
                <a:cubicBezTo>
                  <a:pt x="103" y="67"/>
                  <a:pt x="103" y="67"/>
                  <a:pt x="102" y="68"/>
                </a:cubicBezTo>
                <a:cubicBezTo>
                  <a:pt x="102" y="68"/>
                  <a:pt x="102" y="68"/>
                  <a:pt x="102" y="69"/>
                </a:cubicBezTo>
                <a:cubicBezTo>
                  <a:pt x="101" y="69"/>
                  <a:pt x="101" y="70"/>
                  <a:pt x="102" y="70"/>
                </a:cubicBezTo>
                <a:cubicBezTo>
                  <a:pt x="102" y="70"/>
                  <a:pt x="102" y="71"/>
                  <a:pt x="102" y="71"/>
                </a:cubicBezTo>
                <a:cubicBezTo>
                  <a:pt x="102" y="72"/>
                  <a:pt x="102" y="72"/>
                  <a:pt x="102" y="72"/>
                </a:cubicBezTo>
                <a:cubicBezTo>
                  <a:pt x="102" y="72"/>
                  <a:pt x="102" y="73"/>
                  <a:pt x="102" y="73"/>
                </a:cubicBezTo>
                <a:cubicBezTo>
                  <a:pt x="102" y="73"/>
                  <a:pt x="101" y="73"/>
                  <a:pt x="102" y="74"/>
                </a:cubicBezTo>
                <a:cubicBezTo>
                  <a:pt x="102" y="74"/>
                  <a:pt x="103" y="75"/>
                  <a:pt x="103" y="75"/>
                </a:cubicBezTo>
                <a:cubicBezTo>
                  <a:pt x="103" y="76"/>
                  <a:pt x="104" y="76"/>
                  <a:pt x="103" y="76"/>
                </a:cubicBezTo>
                <a:cubicBezTo>
                  <a:pt x="103" y="76"/>
                  <a:pt x="103" y="76"/>
                  <a:pt x="103" y="77"/>
                </a:cubicBezTo>
                <a:cubicBezTo>
                  <a:pt x="103" y="77"/>
                  <a:pt x="103" y="77"/>
                  <a:pt x="104" y="77"/>
                </a:cubicBezTo>
                <a:cubicBezTo>
                  <a:pt x="104" y="77"/>
                  <a:pt x="105" y="78"/>
                  <a:pt x="104" y="78"/>
                </a:cubicBezTo>
                <a:cubicBezTo>
                  <a:pt x="104" y="78"/>
                  <a:pt x="104" y="78"/>
                  <a:pt x="105" y="78"/>
                </a:cubicBezTo>
                <a:cubicBezTo>
                  <a:pt x="105" y="78"/>
                  <a:pt x="106" y="79"/>
                  <a:pt x="106" y="79"/>
                </a:cubicBezTo>
                <a:cubicBezTo>
                  <a:pt x="106" y="79"/>
                  <a:pt x="106" y="80"/>
                  <a:pt x="106" y="80"/>
                </a:cubicBezTo>
                <a:cubicBezTo>
                  <a:pt x="107" y="80"/>
                  <a:pt x="107" y="81"/>
                  <a:pt x="108" y="80"/>
                </a:cubicBezTo>
                <a:cubicBezTo>
                  <a:pt x="108" y="80"/>
                  <a:pt x="109" y="80"/>
                  <a:pt x="109" y="80"/>
                </a:cubicBezTo>
                <a:cubicBezTo>
                  <a:pt x="110" y="80"/>
                  <a:pt x="110" y="80"/>
                  <a:pt x="110" y="80"/>
                </a:cubicBezTo>
                <a:cubicBezTo>
                  <a:pt x="110" y="81"/>
                  <a:pt x="110" y="81"/>
                  <a:pt x="110" y="81"/>
                </a:cubicBezTo>
                <a:cubicBezTo>
                  <a:pt x="111" y="81"/>
                  <a:pt x="112" y="81"/>
                  <a:pt x="112" y="81"/>
                </a:cubicBezTo>
                <a:cubicBezTo>
                  <a:pt x="113" y="81"/>
                  <a:pt x="113" y="81"/>
                  <a:pt x="113" y="81"/>
                </a:cubicBezTo>
                <a:cubicBezTo>
                  <a:pt x="113" y="81"/>
                  <a:pt x="113" y="81"/>
                  <a:pt x="113" y="81"/>
                </a:cubicBezTo>
                <a:cubicBezTo>
                  <a:pt x="114" y="81"/>
                  <a:pt x="115" y="81"/>
                  <a:pt x="116" y="81"/>
                </a:cubicBezTo>
                <a:cubicBezTo>
                  <a:pt x="116" y="81"/>
                  <a:pt x="116" y="81"/>
                  <a:pt x="117" y="81"/>
                </a:cubicBezTo>
                <a:cubicBezTo>
                  <a:pt x="117" y="81"/>
                  <a:pt x="118" y="81"/>
                  <a:pt x="119" y="81"/>
                </a:cubicBezTo>
                <a:cubicBezTo>
                  <a:pt x="119" y="81"/>
                  <a:pt x="119" y="81"/>
                  <a:pt x="119" y="81"/>
                </a:cubicBezTo>
                <a:cubicBezTo>
                  <a:pt x="120" y="81"/>
                  <a:pt x="120" y="81"/>
                  <a:pt x="120" y="81"/>
                </a:cubicBezTo>
                <a:cubicBezTo>
                  <a:pt x="121" y="82"/>
                  <a:pt x="122" y="82"/>
                  <a:pt x="122" y="83"/>
                </a:cubicBezTo>
                <a:cubicBezTo>
                  <a:pt x="122" y="83"/>
                  <a:pt x="122" y="83"/>
                  <a:pt x="122" y="83"/>
                </a:cubicBezTo>
                <a:cubicBezTo>
                  <a:pt x="122" y="82"/>
                  <a:pt x="123" y="83"/>
                  <a:pt x="123" y="83"/>
                </a:cubicBezTo>
                <a:cubicBezTo>
                  <a:pt x="123" y="83"/>
                  <a:pt x="123" y="83"/>
                  <a:pt x="124" y="83"/>
                </a:cubicBezTo>
                <a:cubicBezTo>
                  <a:pt x="124" y="83"/>
                  <a:pt x="124" y="83"/>
                  <a:pt x="125" y="83"/>
                </a:cubicBezTo>
                <a:cubicBezTo>
                  <a:pt x="125" y="83"/>
                  <a:pt x="125" y="84"/>
                  <a:pt x="126" y="84"/>
                </a:cubicBezTo>
                <a:cubicBezTo>
                  <a:pt x="126" y="84"/>
                  <a:pt x="126" y="84"/>
                  <a:pt x="126" y="84"/>
                </a:cubicBezTo>
                <a:cubicBezTo>
                  <a:pt x="127" y="84"/>
                  <a:pt x="127" y="84"/>
                  <a:pt x="127" y="84"/>
                </a:cubicBezTo>
                <a:cubicBezTo>
                  <a:pt x="127" y="84"/>
                  <a:pt x="127" y="84"/>
                  <a:pt x="127" y="84"/>
                </a:cubicBezTo>
                <a:cubicBezTo>
                  <a:pt x="128" y="84"/>
                  <a:pt x="128" y="83"/>
                  <a:pt x="129" y="83"/>
                </a:cubicBezTo>
                <a:cubicBezTo>
                  <a:pt x="129" y="83"/>
                  <a:pt x="130" y="83"/>
                  <a:pt x="130" y="83"/>
                </a:cubicBezTo>
                <a:cubicBezTo>
                  <a:pt x="130" y="83"/>
                  <a:pt x="130" y="83"/>
                  <a:pt x="131" y="83"/>
                </a:cubicBezTo>
                <a:cubicBezTo>
                  <a:pt x="131" y="83"/>
                  <a:pt x="132" y="83"/>
                  <a:pt x="132" y="82"/>
                </a:cubicBezTo>
                <a:cubicBezTo>
                  <a:pt x="132" y="82"/>
                  <a:pt x="132" y="82"/>
                  <a:pt x="132" y="82"/>
                </a:cubicBezTo>
                <a:cubicBezTo>
                  <a:pt x="132" y="82"/>
                  <a:pt x="132" y="82"/>
                  <a:pt x="132" y="81"/>
                </a:cubicBezTo>
                <a:cubicBezTo>
                  <a:pt x="132" y="81"/>
                  <a:pt x="132" y="81"/>
                  <a:pt x="132" y="80"/>
                </a:cubicBezTo>
                <a:close/>
                <a:moveTo>
                  <a:pt x="143" y="73"/>
                </a:moveTo>
                <a:cubicBezTo>
                  <a:pt x="143" y="73"/>
                  <a:pt x="143" y="73"/>
                  <a:pt x="143" y="73"/>
                </a:cubicBezTo>
                <a:cubicBezTo>
                  <a:pt x="143" y="72"/>
                  <a:pt x="143" y="72"/>
                  <a:pt x="142" y="72"/>
                </a:cubicBezTo>
                <a:cubicBezTo>
                  <a:pt x="142" y="71"/>
                  <a:pt x="142" y="71"/>
                  <a:pt x="142" y="71"/>
                </a:cubicBezTo>
                <a:cubicBezTo>
                  <a:pt x="141" y="70"/>
                  <a:pt x="141" y="70"/>
                  <a:pt x="141" y="70"/>
                </a:cubicBezTo>
                <a:cubicBezTo>
                  <a:pt x="140" y="70"/>
                  <a:pt x="140" y="70"/>
                  <a:pt x="140" y="69"/>
                </a:cubicBezTo>
                <a:cubicBezTo>
                  <a:pt x="140" y="69"/>
                  <a:pt x="140" y="69"/>
                  <a:pt x="139" y="69"/>
                </a:cubicBezTo>
                <a:cubicBezTo>
                  <a:pt x="139" y="69"/>
                  <a:pt x="139" y="69"/>
                  <a:pt x="139" y="68"/>
                </a:cubicBezTo>
                <a:cubicBezTo>
                  <a:pt x="139" y="68"/>
                  <a:pt x="139" y="68"/>
                  <a:pt x="139" y="68"/>
                </a:cubicBezTo>
                <a:cubicBezTo>
                  <a:pt x="138" y="68"/>
                  <a:pt x="138" y="68"/>
                  <a:pt x="138" y="68"/>
                </a:cubicBezTo>
                <a:cubicBezTo>
                  <a:pt x="138" y="68"/>
                  <a:pt x="138" y="68"/>
                  <a:pt x="138" y="68"/>
                </a:cubicBezTo>
                <a:cubicBezTo>
                  <a:pt x="138" y="68"/>
                  <a:pt x="137" y="68"/>
                  <a:pt x="137" y="68"/>
                </a:cubicBezTo>
                <a:cubicBezTo>
                  <a:pt x="137" y="68"/>
                  <a:pt x="137" y="68"/>
                  <a:pt x="137" y="68"/>
                </a:cubicBezTo>
                <a:cubicBezTo>
                  <a:pt x="137" y="67"/>
                  <a:pt x="137" y="67"/>
                  <a:pt x="136" y="67"/>
                </a:cubicBezTo>
                <a:cubicBezTo>
                  <a:pt x="136" y="67"/>
                  <a:pt x="136" y="66"/>
                  <a:pt x="136" y="66"/>
                </a:cubicBezTo>
                <a:cubicBezTo>
                  <a:pt x="136" y="66"/>
                  <a:pt x="135" y="65"/>
                  <a:pt x="135" y="65"/>
                </a:cubicBezTo>
                <a:cubicBezTo>
                  <a:pt x="135" y="65"/>
                  <a:pt x="135" y="65"/>
                  <a:pt x="134" y="65"/>
                </a:cubicBezTo>
                <a:cubicBezTo>
                  <a:pt x="134" y="65"/>
                  <a:pt x="134" y="65"/>
                  <a:pt x="133" y="65"/>
                </a:cubicBezTo>
                <a:cubicBezTo>
                  <a:pt x="133" y="64"/>
                  <a:pt x="132" y="63"/>
                  <a:pt x="132" y="62"/>
                </a:cubicBezTo>
                <a:cubicBezTo>
                  <a:pt x="131" y="62"/>
                  <a:pt x="131" y="62"/>
                  <a:pt x="131" y="62"/>
                </a:cubicBezTo>
                <a:cubicBezTo>
                  <a:pt x="131" y="61"/>
                  <a:pt x="131" y="61"/>
                  <a:pt x="131" y="61"/>
                </a:cubicBezTo>
                <a:cubicBezTo>
                  <a:pt x="131" y="61"/>
                  <a:pt x="131" y="61"/>
                  <a:pt x="131" y="60"/>
                </a:cubicBezTo>
                <a:cubicBezTo>
                  <a:pt x="131" y="60"/>
                  <a:pt x="131" y="60"/>
                  <a:pt x="131" y="60"/>
                </a:cubicBezTo>
                <a:cubicBezTo>
                  <a:pt x="130" y="60"/>
                  <a:pt x="130" y="60"/>
                  <a:pt x="130" y="59"/>
                </a:cubicBezTo>
                <a:cubicBezTo>
                  <a:pt x="130" y="59"/>
                  <a:pt x="130" y="59"/>
                  <a:pt x="130" y="58"/>
                </a:cubicBezTo>
                <a:cubicBezTo>
                  <a:pt x="131" y="58"/>
                  <a:pt x="130" y="58"/>
                  <a:pt x="130" y="58"/>
                </a:cubicBezTo>
                <a:cubicBezTo>
                  <a:pt x="130" y="57"/>
                  <a:pt x="130" y="57"/>
                  <a:pt x="130" y="57"/>
                </a:cubicBezTo>
                <a:cubicBezTo>
                  <a:pt x="130" y="56"/>
                  <a:pt x="130" y="56"/>
                  <a:pt x="129" y="55"/>
                </a:cubicBezTo>
                <a:cubicBezTo>
                  <a:pt x="129" y="55"/>
                  <a:pt x="129" y="55"/>
                  <a:pt x="128" y="54"/>
                </a:cubicBezTo>
                <a:cubicBezTo>
                  <a:pt x="128" y="54"/>
                  <a:pt x="128" y="54"/>
                  <a:pt x="128" y="54"/>
                </a:cubicBezTo>
                <a:cubicBezTo>
                  <a:pt x="129" y="53"/>
                  <a:pt x="128" y="53"/>
                  <a:pt x="129" y="52"/>
                </a:cubicBezTo>
                <a:cubicBezTo>
                  <a:pt x="128" y="52"/>
                  <a:pt x="128" y="52"/>
                  <a:pt x="128" y="52"/>
                </a:cubicBezTo>
                <a:cubicBezTo>
                  <a:pt x="128" y="51"/>
                  <a:pt x="128" y="51"/>
                  <a:pt x="128" y="51"/>
                </a:cubicBezTo>
                <a:cubicBezTo>
                  <a:pt x="128" y="51"/>
                  <a:pt x="128" y="51"/>
                  <a:pt x="128" y="51"/>
                </a:cubicBezTo>
                <a:cubicBezTo>
                  <a:pt x="128" y="50"/>
                  <a:pt x="128" y="50"/>
                  <a:pt x="129" y="50"/>
                </a:cubicBezTo>
                <a:cubicBezTo>
                  <a:pt x="129" y="50"/>
                  <a:pt x="129" y="50"/>
                  <a:pt x="129" y="50"/>
                </a:cubicBezTo>
                <a:cubicBezTo>
                  <a:pt x="129" y="50"/>
                  <a:pt x="129" y="50"/>
                  <a:pt x="129" y="50"/>
                </a:cubicBezTo>
                <a:cubicBezTo>
                  <a:pt x="130" y="49"/>
                  <a:pt x="130" y="49"/>
                  <a:pt x="129" y="49"/>
                </a:cubicBezTo>
                <a:cubicBezTo>
                  <a:pt x="129" y="48"/>
                  <a:pt x="129" y="48"/>
                  <a:pt x="128" y="48"/>
                </a:cubicBezTo>
                <a:cubicBezTo>
                  <a:pt x="128" y="47"/>
                  <a:pt x="128" y="47"/>
                  <a:pt x="127" y="46"/>
                </a:cubicBezTo>
                <a:cubicBezTo>
                  <a:pt x="127" y="46"/>
                  <a:pt x="127" y="46"/>
                  <a:pt x="126" y="46"/>
                </a:cubicBezTo>
                <a:cubicBezTo>
                  <a:pt x="126" y="46"/>
                  <a:pt x="126" y="46"/>
                  <a:pt x="126" y="45"/>
                </a:cubicBezTo>
                <a:cubicBezTo>
                  <a:pt x="126" y="45"/>
                  <a:pt x="125" y="44"/>
                  <a:pt x="126" y="44"/>
                </a:cubicBezTo>
                <a:cubicBezTo>
                  <a:pt x="126" y="44"/>
                  <a:pt x="126" y="44"/>
                  <a:pt x="127" y="44"/>
                </a:cubicBezTo>
                <a:cubicBezTo>
                  <a:pt x="127" y="44"/>
                  <a:pt x="128" y="44"/>
                  <a:pt x="129" y="45"/>
                </a:cubicBezTo>
                <a:cubicBezTo>
                  <a:pt x="129" y="45"/>
                  <a:pt x="129" y="45"/>
                  <a:pt x="129" y="45"/>
                </a:cubicBezTo>
                <a:cubicBezTo>
                  <a:pt x="129" y="44"/>
                  <a:pt x="129" y="44"/>
                  <a:pt x="129" y="44"/>
                </a:cubicBezTo>
                <a:cubicBezTo>
                  <a:pt x="129" y="44"/>
                  <a:pt x="129" y="44"/>
                  <a:pt x="129" y="44"/>
                </a:cubicBezTo>
                <a:cubicBezTo>
                  <a:pt x="129" y="44"/>
                  <a:pt x="129" y="44"/>
                  <a:pt x="129" y="44"/>
                </a:cubicBezTo>
                <a:cubicBezTo>
                  <a:pt x="129" y="43"/>
                  <a:pt x="129" y="43"/>
                  <a:pt x="129" y="43"/>
                </a:cubicBezTo>
                <a:cubicBezTo>
                  <a:pt x="129" y="43"/>
                  <a:pt x="129" y="43"/>
                  <a:pt x="130" y="43"/>
                </a:cubicBezTo>
                <a:cubicBezTo>
                  <a:pt x="130" y="43"/>
                  <a:pt x="130" y="43"/>
                  <a:pt x="130" y="43"/>
                </a:cubicBezTo>
                <a:cubicBezTo>
                  <a:pt x="130" y="44"/>
                  <a:pt x="131" y="44"/>
                  <a:pt x="131" y="44"/>
                </a:cubicBezTo>
                <a:cubicBezTo>
                  <a:pt x="131" y="45"/>
                  <a:pt x="132" y="45"/>
                  <a:pt x="132" y="45"/>
                </a:cubicBezTo>
                <a:cubicBezTo>
                  <a:pt x="132" y="45"/>
                  <a:pt x="132" y="46"/>
                  <a:pt x="132" y="46"/>
                </a:cubicBezTo>
                <a:cubicBezTo>
                  <a:pt x="132" y="46"/>
                  <a:pt x="132" y="46"/>
                  <a:pt x="133" y="47"/>
                </a:cubicBezTo>
                <a:cubicBezTo>
                  <a:pt x="133" y="47"/>
                  <a:pt x="133" y="47"/>
                  <a:pt x="133" y="47"/>
                </a:cubicBezTo>
                <a:cubicBezTo>
                  <a:pt x="132" y="47"/>
                  <a:pt x="133" y="47"/>
                  <a:pt x="133" y="48"/>
                </a:cubicBezTo>
                <a:cubicBezTo>
                  <a:pt x="134" y="48"/>
                  <a:pt x="134" y="48"/>
                  <a:pt x="134" y="48"/>
                </a:cubicBezTo>
                <a:cubicBezTo>
                  <a:pt x="134" y="49"/>
                  <a:pt x="134" y="49"/>
                  <a:pt x="135" y="50"/>
                </a:cubicBezTo>
                <a:cubicBezTo>
                  <a:pt x="135" y="50"/>
                  <a:pt x="136" y="50"/>
                  <a:pt x="136" y="51"/>
                </a:cubicBezTo>
                <a:cubicBezTo>
                  <a:pt x="136" y="51"/>
                  <a:pt x="136" y="51"/>
                  <a:pt x="136" y="51"/>
                </a:cubicBezTo>
                <a:cubicBezTo>
                  <a:pt x="137" y="52"/>
                  <a:pt x="137" y="52"/>
                  <a:pt x="136" y="52"/>
                </a:cubicBezTo>
                <a:cubicBezTo>
                  <a:pt x="136" y="52"/>
                  <a:pt x="136" y="53"/>
                  <a:pt x="135" y="53"/>
                </a:cubicBezTo>
                <a:cubicBezTo>
                  <a:pt x="135" y="53"/>
                  <a:pt x="135" y="53"/>
                  <a:pt x="135" y="53"/>
                </a:cubicBezTo>
                <a:cubicBezTo>
                  <a:pt x="135" y="54"/>
                  <a:pt x="135" y="54"/>
                  <a:pt x="135" y="54"/>
                </a:cubicBezTo>
                <a:cubicBezTo>
                  <a:pt x="135" y="54"/>
                  <a:pt x="135" y="54"/>
                  <a:pt x="135" y="54"/>
                </a:cubicBezTo>
                <a:cubicBezTo>
                  <a:pt x="135" y="55"/>
                  <a:pt x="135" y="55"/>
                  <a:pt x="135" y="56"/>
                </a:cubicBezTo>
                <a:cubicBezTo>
                  <a:pt x="135" y="56"/>
                  <a:pt x="135" y="56"/>
                  <a:pt x="135" y="56"/>
                </a:cubicBezTo>
                <a:cubicBezTo>
                  <a:pt x="135" y="56"/>
                  <a:pt x="136" y="56"/>
                  <a:pt x="136" y="57"/>
                </a:cubicBezTo>
                <a:cubicBezTo>
                  <a:pt x="136" y="57"/>
                  <a:pt x="136" y="57"/>
                  <a:pt x="136" y="57"/>
                </a:cubicBezTo>
                <a:cubicBezTo>
                  <a:pt x="137" y="57"/>
                  <a:pt x="137" y="57"/>
                  <a:pt x="137" y="57"/>
                </a:cubicBezTo>
                <a:cubicBezTo>
                  <a:pt x="137" y="57"/>
                  <a:pt x="137" y="57"/>
                  <a:pt x="138" y="57"/>
                </a:cubicBezTo>
                <a:cubicBezTo>
                  <a:pt x="138" y="57"/>
                  <a:pt x="138" y="57"/>
                  <a:pt x="138" y="57"/>
                </a:cubicBezTo>
                <a:cubicBezTo>
                  <a:pt x="138" y="58"/>
                  <a:pt x="138" y="58"/>
                  <a:pt x="137" y="58"/>
                </a:cubicBezTo>
                <a:cubicBezTo>
                  <a:pt x="138" y="58"/>
                  <a:pt x="138" y="58"/>
                  <a:pt x="138" y="58"/>
                </a:cubicBezTo>
                <a:cubicBezTo>
                  <a:pt x="138" y="58"/>
                  <a:pt x="138" y="58"/>
                  <a:pt x="138" y="58"/>
                </a:cubicBezTo>
                <a:cubicBezTo>
                  <a:pt x="138" y="58"/>
                  <a:pt x="138" y="58"/>
                  <a:pt x="138" y="58"/>
                </a:cubicBezTo>
                <a:cubicBezTo>
                  <a:pt x="138" y="58"/>
                  <a:pt x="138" y="58"/>
                  <a:pt x="138" y="58"/>
                </a:cubicBezTo>
                <a:cubicBezTo>
                  <a:pt x="138" y="58"/>
                  <a:pt x="138" y="58"/>
                  <a:pt x="138" y="58"/>
                </a:cubicBezTo>
                <a:cubicBezTo>
                  <a:pt x="138" y="58"/>
                  <a:pt x="139" y="58"/>
                  <a:pt x="139" y="58"/>
                </a:cubicBezTo>
                <a:cubicBezTo>
                  <a:pt x="139" y="59"/>
                  <a:pt x="140" y="59"/>
                  <a:pt x="140" y="60"/>
                </a:cubicBezTo>
                <a:cubicBezTo>
                  <a:pt x="140" y="60"/>
                  <a:pt x="140" y="60"/>
                  <a:pt x="140" y="60"/>
                </a:cubicBezTo>
                <a:cubicBezTo>
                  <a:pt x="140" y="60"/>
                  <a:pt x="140" y="60"/>
                  <a:pt x="140" y="61"/>
                </a:cubicBezTo>
                <a:cubicBezTo>
                  <a:pt x="141" y="61"/>
                  <a:pt x="141" y="61"/>
                  <a:pt x="141" y="62"/>
                </a:cubicBezTo>
                <a:cubicBezTo>
                  <a:pt x="141" y="62"/>
                  <a:pt x="141" y="62"/>
                  <a:pt x="141" y="62"/>
                </a:cubicBezTo>
                <a:cubicBezTo>
                  <a:pt x="141" y="62"/>
                  <a:pt x="141" y="62"/>
                  <a:pt x="141" y="63"/>
                </a:cubicBezTo>
                <a:cubicBezTo>
                  <a:pt x="141" y="63"/>
                  <a:pt x="141" y="63"/>
                  <a:pt x="141" y="63"/>
                </a:cubicBezTo>
                <a:cubicBezTo>
                  <a:pt x="141" y="63"/>
                  <a:pt x="141" y="63"/>
                  <a:pt x="141" y="63"/>
                </a:cubicBezTo>
                <a:cubicBezTo>
                  <a:pt x="141" y="63"/>
                  <a:pt x="142" y="63"/>
                  <a:pt x="142" y="63"/>
                </a:cubicBezTo>
                <a:cubicBezTo>
                  <a:pt x="142" y="63"/>
                  <a:pt x="142" y="63"/>
                  <a:pt x="142" y="64"/>
                </a:cubicBezTo>
                <a:cubicBezTo>
                  <a:pt x="142" y="64"/>
                  <a:pt x="142" y="64"/>
                  <a:pt x="142" y="64"/>
                </a:cubicBezTo>
                <a:cubicBezTo>
                  <a:pt x="142" y="64"/>
                  <a:pt x="142" y="65"/>
                  <a:pt x="143" y="65"/>
                </a:cubicBezTo>
                <a:cubicBezTo>
                  <a:pt x="143" y="65"/>
                  <a:pt x="143" y="65"/>
                  <a:pt x="143" y="65"/>
                </a:cubicBezTo>
                <a:cubicBezTo>
                  <a:pt x="142" y="65"/>
                  <a:pt x="143" y="65"/>
                  <a:pt x="143" y="65"/>
                </a:cubicBezTo>
                <a:cubicBezTo>
                  <a:pt x="143" y="66"/>
                  <a:pt x="142" y="65"/>
                  <a:pt x="142" y="66"/>
                </a:cubicBezTo>
                <a:cubicBezTo>
                  <a:pt x="142" y="66"/>
                  <a:pt x="142" y="66"/>
                  <a:pt x="142" y="66"/>
                </a:cubicBezTo>
                <a:cubicBezTo>
                  <a:pt x="143" y="67"/>
                  <a:pt x="143" y="67"/>
                  <a:pt x="143" y="68"/>
                </a:cubicBezTo>
                <a:cubicBezTo>
                  <a:pt x="143" y="68"/>
                  <a:pt x="143" y="68"/>
                  <a:pt x="143" y="68"/>
                </a:cubicBezTo>
                <a:cubicBezTo>
                  <a:pt x="142" y="68"/>
                  <a:pt x="142" y="68"/>
                  <a:pt x="142" y="68"/>
                </a:cubicBezTo>
                <a:cubicBezTo>
                  <a:pt x="142" y="68"/>
                  <a:pt x="142" y="67"/>
                  <a:pt x="142" y="67"/>
                </a:cubicBezTo>
                <a:cubicBezTo>
                  <a:pt x="142" y="68"/>
                  <a:pt x="142" y="68"/>
                  <a:pt x="142" y="68"/>
                </a:cubicBezTo>
                <a:cubicBezTo>
                  <a:pt x="142" y="68"/>
                  <a:pt x="142" y="68"/>
                  <a:pt x="143" y="69"/>
                </a:cubicBezTo>
                <a:cubicBezTo>
                  <a:pt x="143" y="69"/>
                  <a:pt x="144" y="70"/>
                  <a:pt x="144" y="70"/>
                </a:cubicBezTo>
                <a:cubicBezTo>
                  <a:pt x="144" y="70"/>
                  <a:pt x="144" y="71"/>
                  <a:pt x="144" y="71"/>
                </a:cubicBezTo>
                <a:cubicBezTo>
                  <a:pt x="144" y="71"/>
                  <a:pt x="145" y="71"/>
                  <a:pt x="145" y="71"/>
                </a:cubicBezTo>
                <a:cubicBezTo>
                  <a:pt x="145" y="71"/>
                  <a:pt x="145" y="72"/>
                  <a:pt x="145" y="72"/>
                </a:cubicBezTo>
                <a:cubicBezTo>
                  <a:pt x="146" y="72"/>
                  <a:pt x="146" y="72"/>
                  <a:pt x="146" y="73"/>
                </a:cubicBezTo>
                <a:cubicBezTo>
                  <a:pt x="146" y="72"/>
                  <a:pt x="146" y="72"/>
                  <a:pt x="146" y="72"/>
                </a:cubicBezTo>
                <a:cubicBezTo>
                  <a:pt x="146" y="72"/>
                  <a:pt x="146" y="72"/>
                  <a:pt x="146" y="72"/>
                </a:cubicBezTo>
                <a:cubicBezTo>
                  <a:pt x="146" y="72"/>
                  <a:pt x="146" y="72"/>
                  <a:pt x="146" y="71"/>
                </a:cubicBezTo>
                <a:cubicBezTo>
                  <a:pt x="146" y="71"/>
                  <a:pt x="146" y="71"/>
                  <a:pt x="146" y="71"/>
                </a:cubicBezTo>
                <a:cubicBezTo>
                  <a:pt x="146" y="71"/>
                  <a:pt x="146" y="71"/>
                  <a:pt x="146" y="72"/>
                </a:cubicBezTo>
                <a:cubicBezTo>
                  <a:pt x="146" y="72"/>
                  <a:pt x="146" y="72"/>
                  <a:pt x="146" y="72"/>
                </a:cubicBezTo>
                <a:cubicBezTo>
                  <a:pt x="147" y="71"/>
                  <a:pt x="146" y="71"/>
                  <a:pt x="146" y="71"/>
                </a:cubicBezTo>
                <a:cubicBezTo>
                  <a:pt x="146" y="71"/>
                  <a:pt x="146" y="71"/>
                  <a:pt x="146" y="71"/>
                </a:cubicBezTo>
                <a:cubicBezTo>
                  <a:pt x="146" y="71"/>
                  <a:pt x="146" y="71"/>
                  <a:pt x="146" y="71"/>
                </a:cubicBezTo>
                <a:cubicBezTo>
                  <a:pt x="146" y="71"/>
                  <a:pt x="146" y="71"/>
                  <a:pt x="146" y="70"/>
                </a:cubicBezTo>
                <a:cubicBezTo>
                  <a:pt x="146" y="70"/>
                  <a:pt x="146" y="70"/>
                  <a:pt x="146" y="70"/>
                </a:cubicBezTo>
                <a:cubicBezTo>
                  <a:pt x="146" y="70"/>
                  <a:pt x="145" y="70"/>
                  <a:pt x="145" y="70"/>
                </a:cubicBezTo>
                <a:cubicBezTo>
                  <a:pt x="145" y="70"/>
                  <a:pt x="145" y="70"/>
                  <a:pt x="145" y="69"/>
                </a:cubicBezTo>
                <a:cubicBezTo>
                  <a:pt x="145" y="69"/>
                  <a:pt x="145" y="69"/>
                  <a:pt x="145" y="69"/>
                </a:cubicBezTo>
                <a:cubicBezTo>
                  <a:pt x="145" y="69"/>
                  <a:pt x="145" y="69"/>
                  <a:pt x="145" y="69"/>
                </a:cubicBezTo>
                <a:cubicBezTo>
                  <a:pt x="145" y="69"/>
                  <a:pt x="145" y="69"/>
                  <a:pt x="145" y="69"/>
                </a:cubicBezTo>
                <a:cubicBezTo>
                  <a:pt x="146" y="69"/>
                  <a:pt x="146" y="69"/>
                  <a:pt x="146" y="69"/>
                </a:cubicBezTo>
                <a:cubicBezTo>
                  <a:pt x="146" y="70"/>
                  <a:pt x="147" y="71"/>
                  <a:pt x="148" y="71"/>
                </a:cubicBezTo>
                <a:cubicBezTo>
                  <a:pt x="148" y="72"/>
                  <a:pt x="148" y="72"/>
                  <a:pt x="148" y="72"/>
                </a:cubicBezTo>
                <a:cubicBezTo>
                  <a:pt x="148" y="72"/>
                  <a:pt x="148" y="72"/>
                  <a:pt x="148" y="72"/>
                </a:cubicBezTo>
                <a:cubicBezTo>
                  <a:pt x="148" y="72"/>
                  <a:pt x="148" y="72"/>
                  <a:pt x="148" y="73"/>
                </a:cubicBezTo>
                <a:cubicBezTo>
                  <a:pt x="149" y="73"/>
                  <a:pt x="149" y="73"/>
                  <a:pt x="150" y="74"/>
                </a:cubicBezTo>
                <a:cubicBezTo>
                  <a:pt x="150" y="74"/>
                  <a:pt x="150" y="75"/>
                  <a:pt x="150" y="75"/>
                </a:cubicBezTo>
                <a:cubicBezTo>
                  <a:pt x="150" y="75"/>
                  <a:pt x="150" y="75"/>
                  <a:pt x="150" y="76"/>
                </a:cubicBezTo>
                <a:cubicBezTo>
                  <a:pt x="150" y="76"/>
                  <a:pt x="151" y="77"/>
                  <a:pt x="151" y="77"/>
                </a:cubicBezTo>
                <a:cubicBezTo>
                  <a:pt x="151" y="78"/>
                  <a:pt x="151" y="78"/>
                  <a:pt x="151" y="79"/>
                </a:cubicBezTo>
                <a:cubicBezTo>
                  <a:pt x="150" y="79"/>
                  <a:pt x="150" y="79"/>
                  <a:pt x="150" y="79"/>
                </a:cubicBezTo>
                <a:cubicBezTo>
                  <a:pt x="150" y="78"/>
                  <a:pt x="149" y="77"/>
                  <a:pt x="149" y="77"/>
                </a:cubicBezTo>
                <a:cubicBezTo>
                  <a:pt x="149" y="77"/>
                  <a:pt x="149" y="76"/>
                  <a:pt x="148" y="76"/>
                </a:cubicBezTo>
                <a:cubicBezTo>
                  <a:pt x="148" y="77"/>
                  <a:pt x="148" y="77"/>
                  <a:pt x="148" y="78"/>
                </a:cubicBezTo>
                <a:cubicBezTo>
                  <a:pt x="147" y="77"/>
                  <a:pt x="147" y="76"/>
                  <a:pt x="146" y="76"/>
                </a:cubicBezTo>
                <a:cubicBezTo>
                  <a:pt x="146" y="76"/>
                  <a:pt x="146" y="76"/>
                  <a:pt x="146" y="76"/>
                </a:cubicBezTo>
                <a:cubicBezTo>
                  <a:pt x="146" y="75"/>
                  <a:pt x="146" y="75"/>
                  <a:pt x="146" y="75"/>
                </a:cubicBezTo>
                <a:cubicBezTo>
                  <a:pt x="146" y="76"/>
                  <a:pt x="146" y="76"/>
                  <a:pt x="146" y="75"/>
                </a:cubicBezTo>
                <a:cubicBezTo>
                  <a:pt x="145" y="75"/>
                  <a:pt x="145" y="75"/>
                  <a:pt x="144" y="74"/>
                </a:cubicBezTo>
                <a:cubicBezTo>
                  <a:pt x="144" y="74"/>
                  <a:pt x="144" y="74"/>
                  <a:pt x="144" y="73"/>
                </a:cubicBezTo>
                <a:cubicBezTo>
                  <a:pt x="143" y="73"/>
                  <a:pt x="143" y="73"/>
                  <a:pt x="143" y="73"/>
                </a:cubicBezTo>
                <a:close/>
                <a:moveTo>
                  <a:pt x="100" y="44"/>
                </a:moveTo>
                <a:cubicBezTo>
                  <a:pt x="100" y="44"/>
                  <a:pt x="99" y="44"/>
                  <a:pt x="99" y="44"/>
                </a:cubicBezTo>
                <a:cubicBezTo>
                  <a:pt x="99" y="43"/>
                  <a:pt x="98" y="43"/>
                  <a:pt x="98" y="43"/>
                </a:cubicBezTo>
                <a:cubicBezTo>
                  <a:pt x="97" y="43"/>
                  <a:pt x="96" y="42"/>
                  <a:pt x="96" y="42"/>
                </a:cubicBezTo>
                <a:cubicBezTo>
                  <a:pt x="95" y="42"/>
                  <a:pt x="95" y="41"/>
                  <a:pt x="94" y="41"/>
                </a:cubicBezTo>
                <a:cubicBezTo>
                  <a:pt x="94" y="41"/>
                  <a:pt x="94" y="41"/>
                  <a:pt x="94" y="41"/>
                </a:cubicBezTo>
                <a:cubicBezTo>
                  <a:pt x="93" y="41"/>
                  <a:pt x="93" y="41"/>
                  <a:pt x="93" y="41"/>
                </a:cubicBezTo>
                <a:cubicBezTo>
                  <a:pt x="93" y="41"/>
                  <a:pt x="93" y="40"/>
                  <a:pt x="93" y="40"/>
                </a:cubicBezTo>
                <a:cubicBezTo>
                  <a:pt x="93" y="41"/>
                  <a:pt x="92" y="40"/>
                  <a:pt x="92" y="40"/>
                </a:cubicBezTo>
                <a:cubicBezTo>
                  <a:pt x="92" y="40"/>
                  <a:pt x="91" y="40"/>
                  <a:pt x="91" y="39"/>
                </a:cubicBezTo>
                <a:cubicBezTo>
                  <a:pt x="91" y="39"/>
                  <a:pt x="91" y="39"/>
                  <a:pt x="91" y="39"/>
                </a:cubicBezTo>
                <a:cubicBezTo>
                  <a:pt x="91" y="39"/>
                  <a:pt x="90" y="39"/>
                  <a:pt x="90" y="38"/>
                </a:cubicBezTo>
                <a:cubicBezTo>
                  <a:pt x="90" y="38"/>
                  <a:pt x="90" y="38"/>
                  <a:pt x="89" y="38"/>
                </a:cubicBezTo>
                <a:cubicBezTo>
                  <a:pt x="89" y="38"/>
                  <a:pt x="89" y="38"/>
                  <a:pt x="89" y="38"/>
                </a:cubicBezTo>
                <a:cubicBezTo>
                  <a:pt x="88" y="38"/>
                  <a:pt x="88" y="38"/>
                  <a:pt x="87" y="37"/>
                </a:cubicBezTo>
                <a:cubicBezTo>
                  <a:pt x="87" y="37"/>
                  <a:pt x="86" y="37"/>
                  <a:pt x="86" y="36"/>
                </a:cubicBezTo>
                <a:cubicBezTo>
                  <a:pt x="86" y="36"/>
                  <a:pt x="86" y="36"/>
                  <a:pt x="86" y="36"/>
                </a:cubicBezTo>
                <a:cubicBezTo>
                  <a:pt x="86" y="36"/>
                  <a:pt x="86" y="36"/>
                  <a:pt x="86" y="36"/>
                </a:cubicBezTo>
                <a:cubicBezTo>
                  <a:pt x="86" y="36"/>
                  <a:pt x="85" y="36"/>
                  <a:pt x="85" y="35"/>
                </a:cubicBezTo>
                <a:cubicBezTo>
                  <a:pt x="84" y="35"/>
                  <a:pt x="84" y="35"/>
                  <a:pt x="83" y="35"/>
                </a:cubicBezTo>
                <a:cubicBezTo>
                  <a:pt x="83" y="35"/>
                  <a:pt x="83" y="34"/>
                  <a:pt x="83" y="34"/>
                </a:cubicBezTo>
                <a:cubicBezTo>
                  <a:pt x="83" y="34"/>
                  <a:pt x="83" y="34"/>
                  <a:pt x="83" y="34"/>
                </a:cubicBezTo>
                <a:cubicBezTo>
                  <a:pt x="82" y="34"/>
                  <a:pt x="82" y="34"/>
                  <a:pt x="82" y="34"/>
                </a:cubicBezTo>
                <a:cubicBezTo>
                  <a:pt x="82" y="34"/>
                  <a:pt x="82" y="33"/>
                  <a:pt x="82" y="33"/>
                </a:cubicBezTo>
                <a:cubicBezTo>
                  <a:pt x="82" y="33"/>
                  <a:pt x="82" y="33"/>
                  <a:pt x="82" y="33"/>
                </a:cubicBezTo>
                <a:cubicBezTo>
                  <a:pt x="81" y="33"/>
                  <a:pt x="81" y="33"/>
                  <a:pt x="81" y="33"/>
                </a:cubicBezTo>
                <a:cubicBezTo>
                  <a:pt x="81" y="32"/>
                  <a:pt x="81" y="32"/>
                  <a:pt x="81" y="32"/>
                </a:cubicBezTo>
                <a:cubicBezTo>
                  <a:pt x="81" y="32"/>
                  <a:pt x="81" y="32"/>
                  <a:pt x="81" y="32"/>
                </a:cubicBezTo>
                <a:cubicBezTo>
                  <a:pt x="80" y="32"/>
                  <a:pt x="80" y="32"/>
                  <a:pt x="80" y="31"/>
                </a:cubicBezTo>
                <a:cubicBezTo>
                  <a:pt x="80" y="31"/>
                  <a:pt x="80" y="31"/>
                  <a:pt x="80" y="31"/>
                </a:cubicBezTo>
                <a:cubicBezTo>
                  <a:pt x="80" y="31"/>
                  <a:pt x="79" y="31"/>
                  <a:pt x="79" y="30"/>
                </a:cubicBezTo>
                <a:cubicBezTo>
                  <a:pt x="79" y="30"/>
                  <a:pt x="79" y="30"/>
                  <a:pt x="79" y="30"/>
                </a:cubicBezTo>
                <a:cubicBezTo>
                  <a:pt x="78" y="30"/>
                  <a:pt x="78" y="30"/>
                  <a:pt x="78" y="30"/>
                </a:cubicBezTo>
                <a:cubicBezTo>
                  <a:pt x="78" y="30"/>
                  <a:pt x="78" y="30"/>
                  <a:pt x="78" y="30"/>
                </a:cubicBezTo>
                <a:cubicBezTo>
                  <a:pt x="77" y="30"/>
                  <a:pt x="77" y="30"/>
                  <a:pt x="77" y="29"/>
                </a:cubicBezTo>
                <a:cubicBezTo>
                  <a:pt x="77" y="29"/>
                  <a:pt x="77" y="29"/>
                  <a:pt x="77" y="29"/>
                </a:cubicBezTo>
                <a:cubicBezTo>
                  <a:pt x="76" y="29"/>
                  <a:pt x="76" y="29"/>
                  <a:pt x="77" y="28"/>
                </a:cubicBezTo>
                <a:cubicBezTo>
                  <a:pt x="77" y="28"/>
                  <a:pt x="77" y="28"/>
                  <a:pt x="77" y="28"/>
                </a:cubicBezTo>
                <a:cubicBezTo>
                  <a:pt x="76" y="28"/>
                  <a:pt x="76" y="28"/>
                  <a:pt x="76" y="27"/>
                </a:cubicBezTo>
                <a:cubicBezTo>
                  <a:pt x="76" y="27"/>
                  <a:pt x="76" y="28"/>
                  <a:pt x="76" y="28"/>
                </a:cubicBezTo>
                <a:cubicBezTo>
                  <a:pt x="76" y="27"/>
                  <a:pt x="75" y="27"/>
                  <a:pt x="75" y="27"/>
                </a:cubicBezTo>
                <a:cubicBezTo>
                  <a:pt x="75" y="26"/>
                  <a:pt x="76" y="27"/>
                  <a:pt x="76" y="27"/>
                </a:cubicBezTo>
                <a:cubicBezTo>
                  <a:pt x="76" y="26"/>
                  <a:pt x="76" y="26"/>
                  <a:pt x="75" y="26"/>
                </a:cubicBezTo>
                <a:cubicBezTo>
                  <a:pt x="75" y="26"/>
                  <a:pt x="75" y="26"/>
                  <a:pt x="74" y="25"/>
                </a:cubicBezTo>
                <a:cubicBezTo>
                  <a:pt x="74" y="25"/>
                  <a:pt x="74" y="25"/>
                  <a:pt x="74" y="25"/>
                </a:cubicBezTo>
                <a:cubicBezTo>
                  <a:pt x="74" y="26"/>
                  <a:pt x="74" y="26"/>
                  <a:pt x="74" y="26"/>
                </a:cubicBezTo>
                <a:cubicBezTo>
                  <a:pt x="74" y="26"/>
                  <a:pt x="74" y="26"/>
                  <a:pt x="75" y="26"/>
                </a:cubicBezTo>
                <a:cubicBezTo>
                  <a:pt x="75" y="26"/>
                  <a:pt x="75" y="26"/>
                  <a:pt x="75" y="27"/>
                </a:cubicBezTo>
                <a:cubicBezTo>
                  <a:pt x="75" y="27"/>
                  <a:pt x="75" y="27"/>
                  <a:pt x="74" y="27"/>
                </a:cubicBezTo>
                <a:cubicBezTo>
                  <a:pt x="74" y="26"/>
                  <a:pt x="74" y="26"/>
                  <a:pt x="74" y="26"/>
                </a:cubicBezTo>
                <a:cubicBezTo>
                  <a:pt x="74" y="26"/>
                  <a:pt x="73" y="26"/>
                  <a:pt x="73" y="26"/>
                </a:cubicBezTo>
                <a:cubicBezTo>
                  <a:pt x="73" y="26"/>
                  <a:pt x="73" y="26"/>
                  <a:pt x="73" y="26"/>
                </a:cubicBezTo>
                <a:cubicBezTo>
                  <a:pt x="72" y="26"/>
                  <a:pt x="72" y="26"/>
                  <a:pt x="72" y="26"/>
                </a:cubicBezTo>
                <a:cubicBezTo>
                  <a:pt x="72" y="26"/>
                  <a:pt x="72" y="26"/>
                  <a:pt x="72" y="26"/>
                </a:cubicBezTo>
                <a:cubicBezTo>
                  <a:pt x="72" y="26"/>
                  <a:pt x="71" y="27"/>
                  <a:pt x="71" y="26"/>
                </a:cubicBezTo>
                <a:cubicBezTo>
                  <a:pt x="71" y="26"/>
                  <a:pt x="71" y="25"/>
                  <a:pt x="71" y="25"/>
                </a:cubicBezTo>
                <a:cubicBezTo>
                  <a:pt x="70" y="25"/>
                  <a:pt x="70" y="25"/>
                  <a:pt x="70" y="25"/>
                </a:cubicBezTo>
                <a:cubicBezTo>
                  <a:pt x="70" y="25"/>
                  <a:pt x="70" y="25"/>
                  <a:pt x="71" y="25"/>
                </a:cubicBezTo>
                <a:cubicBezTo>
                  <a:pt x="71" y="25"/>
                  <a:pt x="71" y="25"/>
                  <a:pt x="71" y="25"/>
                </a:cubicBezTo>
                <a:cubicBezTo>
                  <a:pt x="71" y="25"/>
                  <a:pt x="71" y="24"/>
                  <a:pt x="71" y="24"/>
                </a:cubicBezTo>
                <a:cubicBezTo>
                  <a:pt x="70" y="23"/>
                  <a:pt x="70" y="23"/>
                  <a:pt x="69" y="23"/>
                </a:cubicBezTo>
                <a:cubicBezTo>
                  <a:pt x="68" y="23"/>
                  <a:pt x="68" y="22"/>
                  <a:pt x="67" y="21"/>
                </a:cubicBezTo>
                <a:cubicBezTo>
                  <a:pt x="67" y="21"/>
                  <a:pt x="67" y="21"/>
                  <a:pt x="67" y="21"/>
                </a:cubicBezTo>
                <a:cubicBezTo>
                  <a:pt x="67" y="21"/>
                  <a:pt x="67" y="21"/>
                  <a:pt x="67" y="21"/>
                </a:cubicBezTo>
                <a:cubicBezTo>
                  <a:pt x="67" y="21"/>
                  <a:pt x="67" y="20"/>
                  <a:pt x="67" y="20"/>
                </a:cubicBezTo>
                <a:cubicBezTo>
                  <a:pt x="67" y="20"/>
                  <a:pt x="67" y="20"/>
                  <a:pt x="67" y="20"/>
                </a:cubicBezTo>
                <a:cubicBezTo>
                  <a:pt x="67" y="20"/>
                  <a:pt x="67" y="20"/>
                  <a:pt x="67" y="20"/>
                </a:cubicBezTo>
                <a:cubicBezTo>
                  <a:pt x="67" y="20"/>
                  <a:pt x="67" y="20"/>
                  <a:pt x="68" y="20"/>
                </a:cubicBezTo>
                <a:cubicBezTo>
                  <a:pt x="68" y="20"/>
                  <a:pt x="68" y="21"/>
                  <a:pt x="68" y="20"/>
                </a:cubicBezTo>
                <a:cubicBezTo>
                  <a:pt x="68" y="20"/>
                  <a:pt x="68" y="20"/>
                  <a:pt x="68" y="20"/>
                </a:cubicBezTo>
                <a:cubicBezTo>
                  <a:pt x="68" y="20"/>
                  <a:pt x="68" y="20"/>
                  <a:pt x="68" y="20"/>
                </a:cubicBezTo>
                <a:cubicBezTo>
                  <a:pt x="68" y="20"/>
                  <a:pt x="68" y="20"/>
                  <a:pt x="68" y="20"/>
                </a:cubicBezTo>
                <a:cubicBezTo>
                  <a:pt x="69" y="20"/>
                  <a:pt x="69" y="21"/>
                  <a:pt x="69" y="21"/>
                </a:cubicBezTo>
                <a:cubicBezTo>
                  <a:pt x="69" y="21"/>
                  <a:pt x="69" y="20"/>
                  <a:pt x="69" y="21"/>
                </a:cubicBezTo>
                <a:cubicBezTo>
                  <a:pt x="69" y="21"/>
                  <a:pt x="69" y="21"/>
                  <a:pt x="69" y="21"/>
                </a:cubicBezTo>
                <a:cubicBezTo>
                  <a:pt x="69" y="21"/>
                  <a:pt x="69" y="21"/>
                  <a:pt x="69" y="21"/>
                </a:cubicBezTo>
                <a:cubicBezTo>
                  <a:pt x="69" y="21"/>
                  <a:pt x="69" y="21"/>
                  <a:pt x="69" y="21"/>
                </a:cubicBezTo>
                <a:cubicBezTo>
                  <a:pt x="70" y="21"/>
                  <a:pt x="69" y="22"/>
                  <a:pt x="70" y="22"/>
                </a:cubicBezTo>
                <a:cubicBezTo>
                  <a:pt x="70" y="21"/>
                  <a:pt x="70" y="22"/>
                  <a:pt x="70" y="22"/>
                </a:cubicBezTo>
                <a:cubicBezTo>
                  <a:pt x="70" y="22"/>
                  <a:pt x="70" y="22"/>
                  <a:pt x="70" y="22"/>
                </a:cubicBezTo>
                <a:cubicBezTo>
                  <a:pt x="69" y="22"/>
                  <a:pt x="69" y="22"/>
                  <a:pt x="69" y="21"/>
                </a:cubicBezTo>
                <a:cubicBezTo>
                  <a:pt x="69" y="21"/>
                  <a:pt x="69" y="21"/>
                  <a:pt x="69" y="21"/>
                </a:cubicBezTo>
                <a:cubicBezTo>
                  <a:pt x="69" y="22"/>
                  <a:pt x="69" y="22"/>
                  <a:pt x="70" y="22"/>
                </a:cubicBezTo>
                <a:cubicBezTo>
                  <a:pt x="70" y="23"/>
                  <a:pt x="70" y="23"/>
                  <a:pt x="70" y="23"/>
                </a:cubicBezTo>
                <a:cubicBezTo>
                  <a:pt x="70" y="23"/>
                  <a:pt x="71" y="23"/>
                  <a:pt x="71" y="23"/>
                </a:cubicBezTo>
                <a:cubicBezTo>
                  <a:pt x="71" y="23"/>
                  <a:pt x="71" y="23"/>
                  <a:pt x="71" y="23"/>
                </a:cubicBezTo>
                <a:cubicBezTo>
                  <a:pt x="71" y="23"/>
                  <a:pt x="71" y="23"/>
                  <a:pt x="71" y="23"/>
                </a:cubicBezTo>
                <a:cubicBezTo>
                  <a:pt x="71" y="23"/>
                  <a:pt x="71" y="23"/>
                  <a:pt x="71" y="23"/>
                </a:cubicBezTo>
                <a:cubicBezTo>
                  <a:pt x="71" y="23"/>
                  <a:pt x="71" y="23"/>
                  <a:pt x="71" y="23"/>
                </a:cubicBezTo>
                <a:cubicBezTo>
                  <a:pt x="72" y="23"/>
                  <a:pt x="72" y="23"/>
                  <a:pt x="72" y="23"/>
                </a:cubicBezTo>
                <a:cubicBezTo>
                  <a:pt x="73" y="23"/>
                  <a:pt x="72" y="23"/>
                  <a:pt x="72" y="24"/>
                </a:cubicBezTo>
                <a:cubicBezTo>
                  <a:pt x="73" y="24"/>
                  <a:pt x="72" y="24"/>
                  <a:pt x="73" y="24"/>
                </a:cubicBezTo>
                <a:cubicBezTo>
                  <a:pt x="73" y="24"/>
                  <a:pt x="73" y="24"/>
                  <a:pt x="73" y="24"/>
                </a:cubicBezTo>
                <a:cubicBezTo>
                  <a:pt x="73" y="24"/>
                  <a:pt x="72" y="23"/>
                  <a:pt x="73" y="23"/>
                </a:cubicBezTo>
                <a:cubicBezTo>
                  <a:pt x="73" y="23"/>
                  <a:pt x="73" y="23"/>
                  <a:pt x="74" y="24"/>
                </a:cubicBezTo>
                <a:cubicBezTo>
                  <a:pt x="74" y="24"/>
                  <a:pt x="74" y="24"/>
                  <a:pt x="74" y="24"/>
                </a:cubicBezTo>
                <a:cubicBezTo>
                  <a:pt x="74" y="24"/>
                  <a:pt x="75" y="24"/>
                  <a:pt x="75" y="24"/>
                </a:cubicBezTo>
                <a:cubicBezTo>
                  <a:pt x="76" y="25"/>
                  <a:pt x="76" y="25"/>
                  <a:pt x="76" y="25"/>
                </a:cubicBezTo>
                <a:cubicBezTo>
                  <a:pt x="76" y="25"/>
                  <a:pt x="76" y="25"/>
                  <a:pt x="77" y="25"/>
                </a:cubicBezTo>
                <a:cubicBezTo>
                  <a:pt x="77" y="24"/>
                  <a:pt x="77" y="24"/>
                  <a:pt x="77" y="24"/>
                </a:cubicBezTo>
                <a:cubicBezTo>
                  <a:pt x="78" y="25"/>
                  <a:pt x="78" y="25"/>
                  <a:pt x="79" y="25"/>
                </a:cubicBezTo>
                <a:cubicBezTo>
                  <a:pt x="79" y="25"/>
                  <a:pt x="79" y="25"/>
                  <a:pt x="80" y="25"/>
                </a:cubicBezTo>
                <a:cubicBezTo>
                  <a:pt x="80" y="25"/>
                  <a:pt x="80" y="25"/>
                  <a:pt x="80" y="25"/>
                </a:cubicBezTo>
                <a:cubicBezTo>
                  <a:pt x="80" y="25"/>
                  <a:pt x="80" y="25"/>
                  <a:pt x="80" y="25"/>
                </a:cubicBezTo>
                <a:cubicBezTo>
                  <a:pt x="80" y="25"/>
                  <a:pt x="80" y="25"/>
                  <a:pt x="80" y="25"/>
                </a:cubicBezTo>
                <a:cubicBezTo>
                  <a:pt x="81" y="26"/>
                  <a:pt x="81" y="26"/>
                  <a:pt x="82" y="27"/>
                </a:cubicBezTo>
                <a:cubicBezTo>
                  <a:pt x="82" y="27"/>
                  <a:pt x="82" y="27"/>
                  <a:pt x="83" y="28"/>
                </a:cubicBezTo>
                <a:cubicBezTo>
                  <a:pt x="83" y="29"/>
                  <a:pt x="84" y="29"/>
                  <a:pt x="84" y="29"/>
                </a:cubicBezTo>
                <a:cubicBezTo>
                  <a:pt x="85" y="29"/>
                  <a:pt x="85" y="29"/>
                  <a:pt x="85" y="29"/>
                </a:cubicBezTo>
                <a:cubicBezTo>
                  <a:pt x="85" y="29"/>
                  <a:pt x="86" y="29"/>
                  <a:pt x="86" y="29"/>
                </a:cubicBezTo>
                <a:cubicBezTo>
                  <a:pt x="86" y="30"/>
                  <a:pt x="86" y="30"/>
                  <a:pt x="86" y="30"/>
                </a:cubicBezTo>
                <a:cubicBezTo>
                  <a:pt x="87" y="30"/>
                  <a:pt x="86" y="30"/>
                  <a:pt x="86" y="30"/>
                </a:cubicBezTo>
                <a:cubicBezTo>
                  <a:pt x="86" y="31"/>
                  <a:pt x="86" y="31"/>
                  <a:pt x="86" y="31"/>
                </a:cubicBezTo>
                <a:cubicBezTo>
                  <a:pt x="87" y="31"/>
                  <a:pt x="87" y="31"/>
                  <a:pt x="87" y="31"/>
                </a:cubicBezTo>
                <a:cubicBezTo>
                  <a:pt x="87" y="32"/>
                  <a:pt x="87" y="32"/>
                  <a:pt x="87" y="32"/>
                </a:cubicBezTo>
                <a:cubicBezTo>
                  <a:pt x="88" y="31"/>
                  <a:pt x="88" y="32"/>
                  <a:pt x="88" y="32"/>
                </a:cubicBezTo>
                <a:cubicBezTo>
                  <a:pt x="88" y="32"/>
                  <a:pt x="88" y="32"/>
                  <a:pt x="88" y="32"/>
                </a:cubicBezTo>
                <a:cubicBezTo>
                  <a:pt x="89" y="32"/>
                  <a:pt x="89" y="32"/>
                  <a:pt x="89" y="33"/>
                </a:cubicBezTo>
                <a:cubicBezTo>
                  <a:pt x="89" y="33"/>
                  <a:pt x="89" y="33"/>
                  <a:pt x="89" y="33"/>
                </a:cubicBezTo>
                <a:cubicBezTo>
                  <a:pt x="89" y="33"/>
                  <a:pt x="89" y="33"/>
                  <a:pt x="90" y="33"/>
                </a:cubicBezTo>
                <a:cubicBezTo>
                  <a:pt x="90" y="33"/>
                  <a:pt x="90" y="33"/>
                  <a:pt x="90" y="33"/>
                </a:cubicBezTo>
                <a:cubicBezTo>
                  <a:pt x="91" y="33"/>
                  <a:pt x="91" y="33"/>
                  <a:pt x="91" y="33"/>
                </a:cubicBezTo>
                <a:cubicBezTo>
                  <a:pt x="91" y="33"/>
                  <a:pt x="92" y="33"/>
                  <a:pt x="92" y="33"/>
                </a:cubicBezTo>
                <a:cubicBezTo>
                  <a:pt x="92" y="34"/>
                  <a:pt x="91" y="34"/>
                  <a:pt x="91" y="33"/>
                </a:cubicBezTo>
                <a:cubicBezTo>
                  <a:pt x="91" y="33"/>
                  <a:pt x="91" y="33"/>
                  <a:pt x="91" y="33"/>
                </a:cubicBezTo>
                <a:cubicBezTo>
                  <a:pt x="91" y="34"/>
                  <a:pt x="91" y="34"/>
                  <a:pt x="92" y="34"/>
                </a:cubicBezTo>
                <a:cubicBezTo>
                  <a:pt x="92" y="34"/>
                  <a:pt x="92" y="34"/>
                  <a:pt x="92" y="34"/>
                </a:cubicBezTo>
                <a:cubicBezTo>
                  <a:pt x="92" y="34"/>
                  <a:pt x="93" y="34"/>
                  <a:pt x="93" y="35"/>
                </a:cubicBezTo>
                <a:cubicBezTo>
                  <a:pt x="93" y="35"/>
                  <a:pt x="94" y="35"/>
                  <a:pt x="94" y="35"/>
                </a:cubicBezTo>
                <a:cubicBezTo>
                  <a:pt x="94" y="35"/>
                  <a:pt x="94" y="35"/>
                  <a:pt x="94" y="35"/>
                </a:cubicBezTo>
                <a:cubicBezTo>
                  <a:pt x="94" y="35"/>
                  <a:pt x="95" y="35"/>
                  <a:pt x="95" y="35"/>
                </a:cubicBezTo>
                <a:cubicBezTo>
                  <a:pt x="95" y="35"/>
                  <a:pt x="95" y="35"/>
                  <a:pt x="95" y="35"/>
                </a:cubicBezTo>
                <a:cubicBezTo>
                  <a:pt x="96" y="35"/>
                  <a:pt x="96" y="35"/>
                  <a:pt x="96" y="35"/>
                </a:cubicBezTo>
                <a:cubicBezTo>
                  <a:pt x="96" y="35"/>
                  <a:pt x="96" y="35"/>
                  <a:pt x="96" y="35"/>
                </a:cubicBezTo>
                <a:cubicBezTo>
                  <a:pt x="97" y="36"/>
                  <a:pt x="98" y="36"/>
                  <a:pt x="98" y="36"/>
                </a:cubicBezTo>
                <a:cubicBezTo>
                  <a:pt x="98" y="37"/>
                  <a:pt x="98" y="37"/>
                  <a:pt x="98" y="37"/>
                </a:cubicBezTo>
                <a:cubicBezTo>
                  <a:pt x="98" y="37"/>
                  <a:pt x="99" y="37"/>
                  <a:pt x="99" y="37"/>
                </a:cubicBezTo>
                <a:cubicBezTo>
                  <a:pt x="100" y="38"/>
                  <a:pt x="100" y="38"/>
                  <a:pt x="100" y="38"/>
                </a:cubicBezTo>
                <a:cubicBezTo>
                  <a:pt x="100" y="39"/>
                  <a:pt x="101" y="39"/>
                  <a:pt x="101" y="39"/>
                </a:cubicBezTo>
                <a:cubicBezTo>
                  <a:pt x="102" y="39"/>
                  <a:pt x="103" y="39"/>
                  <a:pt x="103" y="40"/>
                </a:cubicBezTo>
                <a:cubicBezTo>
                  <a:pt x="103" y="41"/>
                  <a:pt x="104" y="41"/>
                  <a:pt x="104" y="41"/>
                </a:cubicBezTo>
                <a:cubicBezTo>
                  <a:pt x="105" y="41"/>
                  <a:pt x="105" y="42"/>
                  <a:pt x="105" y="42"/>
                </a:cubicBezTo>
                <a:cubicBezTo>
                  <a:pt x="106" y="43"/>
                  <a:pt x="106" y="43"/>
                  <a:pt x="107" y="43"/>
                </a:cubicBezTo>
                <a:cubicBezTo>
                  <a:pt x="107" y="43"/>
                  <a:pt x="107" y="44"/>
                  <a:pt x="108" y="44"/>
                </a:cubicBezTo>
                <a:cubicBezTo>
                  <a:pt x="108" y="44"/>
                  <a:pt x="108" y="45"/>
                  <a:pt x="107" y="45"/>
                </a:cubicBezTo>
                <a:cubicBezTo>
                  <a:pt x="107" y="45"/>
                  <a:pt x="107" y="45"/>
                  <a:pt x="107" y="45"/>
                </a:cubicBezTo>
                <a:cubicBezTo>
                  <a:pt x="107" y="45"/>
                  <a:pt x="106" y="46"/>
                  <a:pt x="106" y="45"/>
                </a:cubicBezTo>
                <a:cubicBezTo>
                  <a:pt x="106" y="45"/>
                  <a:pt x="106" y="45"/>
                  <a:pt x="105" y="45"/>
                </a:cubicBezTo>
                <a:cubicBezTo>
                  <a:pt x="106" y="46"/>
                  <a:pt x="106" y="46"/>
                  <a:pt x="106" y="46"/>
                </a:cubicBezTo>
                <a:cubicBezTo>
                  <a:pt x="106" y="46"/>
                  <a:pt x="106" y="46"/>
                  <a:pt x="106" y="46"/>
                </a:cubicBezTo>
                <a:cubicBezTo>
                  <a:pt x="107" y="46"/>
                  <a:pt x="107" y="46"/>
                  <a:pt x="107" y="46"/>
                </a:cubicBezTo>
                <a:cubicBezTo>
                  <a:pt x="107" y="46"/>
                  <a:pt x="107" y="46"/>
                  <a:pt x="107" y="47"/>
                </a:cubicBezTo>
                <a:cubicBezTo>
                  <a:pt x="107" y="47"/>
                  <a:pt x="107" y="47"/>
                  <a:pt x="107" y="47"/>
                </a:cubicBezTo>
                <a:cubicBezTo>
                  <a:pt x="107" y="47"/>
                  <a:pt x="107" y="47"/>
                  <a:pt x="108" y="47"/>
                </a:cubicBezTo>
                <a:cubicBezTo>
                  <a:pt x="108" y="47"/>
                  <a:pt x="108" y="47"/>
                  <a:pt x="108" y="47"/>
                </a:cubicBezTo>
                <a:cubicBezTo>
                  <a:pt x="108" y="47"/>
                  <a:pt x="108" y="48"/>
                  <a:pt x="108" y="48"/>
                </a:cubicBezTo>
                <a:cubicBezTo>
                  <a:pt x="109" y="48"/>
                  <a:pt x="109" y="49"/>
                  <a:pt x="109" y="49"/>
                </a:cubicBezTo>
                <a:cubicBezTo>
                  <a:pt x="109" y="49"/>
                  <a:pt x="109" y="49"/>
                  <a:pt x="109" y="49"/>
                </a:cubicBezTo>
                <a:cubicBezTo>
                  <a:pt x="109" y="50"/>
                  <a:pt x="108" y="50"/>
                  <a:pt x="108" y="49"/>
                </a:cubicBezTo>
                <a:cubicBezTo>
                  <a:pt x="107" y="49"/>
                  <a:pt x="107" y="49"/>
                  <a:pt x="107" y="49"/>
                </a:cubicBezTo>
                <a:cubicBezTo>
                  <a:pt x="107" y="49"/>
                  <a:pt x="107" y="49"/>
                  <a:pt x="107" y="49"/>
                </a:cubicBezTo>
                <a:cubicBezTo>
                  <a:pt x="106" y="48"/>
                  <a:pt x="106" y="48"/>
                  <a:pt x="106" y="48"/>
                </a:cubicBezTo>
                <a:cubicBezTo>
                  <a:pt x="106" y="48"/>
                  <a:pt x="106" y="48"/>
                  <a:pt x="105" y="48"/>
                </a:cubicBezTo>
                <a:cubicBezTo>
                  <a:pt x="105" y="47"/>
                  <a:pt x="105" y="47"/>
                  <a:pt x="105" y="47"/>
                </a:cubicBezTo>
                <a:cubicBezTo>
                  <a:pt x="104" y="47"/>
                  <a:pt x="104" y="47"/>
                  <a:pt x="104" y="47"/>
                </a:cubicBezTo>
                <a:cubicBezTo>
                  <a:pt x="104" y="46"/>
                  <a:pt x="104" y="46"/>
                  <a:pt x="104" y="46"/>
                </a:cubicBezTo>
                <a:cubicBezTo>
                  <a:pt x="103" y="46"/>
                  <a:pt x="103" y="45"/>
                  <a:pt x="102" y="45"/>
                </a:cubicBezTo>
                <a:cubicBezTo>
                  <a:pt x="102" y="45"/>
                  <a:pt x="102" y="44"/>
                  <a:pt x="101" y="45"/>
                </a:cubicBezTo>
                <a:cubicBezTo>
                  <a:pt x="101" y="45"/>
                  <a:pt x="101" y="45"/>
                  <a:pt x="101" y="45"/>
                </a:cubicBezTo>
                <a:cubicBezTo>
                  <a:pt x="101" y="45"/>
                  <a:pt x="100" y="45"/>
                  <a:pt x="100" y="44"/>
                </a:cubicBezTo>
                <a:cubicBezTo>
                  <a:pt x="100" y="44"/>
                  <a:pt x="100" y="44"/>
                  <a:pt x="100" y="44"/>
                </a:cubicBezTo>
                <a:close/>
                <a:moveTo>
                  <a:pt x="36" y="16"/>
                </a:moveTo>
                <a:cubicBezTo>
                  <a:pt x="36" y="16"/>
                  <a:pt x="35" y="16"/>
                  <a:pt x="35" y="15"/>
                </a:cubicBezTo>
                <a:cubicBezTo>
                  <a:pt x="35" y="15"/>
                  <a:pt x="35" y="15"/>
                  <a:pt x="34" y="15"/>
                </a:cubicBezTo>
                <a:cubicBezTo>
                  <a:pt x="34" y="15"/>
                  <a:pt x="34" y="15"/>
                  <a:pt x="34" y="14"/>
                </a:cubicBezTo>
                <a:cubicBezTo>
                  <a:pt x="34" y="14"/>
                  <a:pt x="33" y="14"/>
                  <a:pt x="33" y="13"/>
                </a:cubicBezTo>
                <a:cubicBezTo>
                  <a:pt x="33" y="13"/>
                  <a:pt x="33" y="13"/>
                  <a:pt x="33" y="13"/>
                </a:cubicBezTo>
                <a:cubicBezTo>
                  <a:pt x="32" y="13"/>
                  <a:pt x="32" y="13"/>
                  <a:pt x="32" y="12"/>
                </a:cubicBezTo>
                <a:cubicBezTo>
                  <a:pt x="32" y="12"/>
                  <a:pt x="31" y="12"/>
                  <a:pt x="31" y="11"/>
                </a:cubicBezTo>
                <a:cubicBezTo>
                  <a:pt x="31" y="10"/>
                  <a:pt x="30" y="10"/>
                  <a:pt x="30" y="9"/>
                </a:cubicBezTo>
                <a:cubicBezTo>
                  <a:pt x="30" y="9"/>
                  <a:pt x="29" y="9"/>
                  <a:pt x="29" y="9"/>
                </a:cubicBezTo>
                <a:cubicBezTo>
                  <a:pt x="29" y="8"/>
                  <a:pt x="28" y="7"/>
                  <a:pt x="27" y="7"/>
                </a:cubicBezTo>
                <a:cubicBezTo>
                  <a:pt x="27" y="7"/>
                  <a:pt x="27" y="7"/>
                  <a:pt x="27" y="7"/>
                </a:cubicBezTo>
                <a:cubicBezTo>
                  <a:pt x="26" y="7"/>
                  <a:pt x="26" y="7"/>
                  <a:pt x="26" y="7"/>
                </a:cubicBezTo>
                <a:cubicBezTo>
                  <a:pt x="26" y="6"/>
                  <a:pt x="25" y="6"/>
                  <a:pt x="25" y="6"/>
                </a:cubicBezTo>
                <a:cubicBezTo>
                  <a:pt x="25" y="5"/>
                  <a:pt x="25" y="5"/>
                  <a:pt x="24" y="5"/>
                </a:cubicBezTo>
                <a:cubicBezTo>
                  <a:pt x="24" y="5"/>
                  <a:pt x="24" y="5"/>
                  <a:pt x="23" y="4"/>
                </a:cubicBezTo>
                <a:cubicBezTo>
                  <a:pt x="23" y="4"/>
                  <a:pt x="23" y="4"/>
                  <a:pt x="23" y="4"/>
                </a:cubicBezTo>
                <a:cubicBezTo>
                  <a:pt x="23" y="4"/>
                  <a:pt x="23" y="4"/>
                  <a:pt x="23" y="4"/>
                </a:cubicBezTo>
                <a:cubicBezTo>
                  <a:pt x="23" y="3"/>
                  <a:pt x="23" y="3"/>
                  <a:pt x="23" y="3"/>
                </a:cubicBezTo>
                <a:cubicBezTo>
                  <a:pt x="23" y="3"/>
                  <a:pt x="23" y="2"/>
                  <a:pt x="22" y="2"/>
                </a:cubicBezTo>
                <a:cubicBezTo>
                  <a:pt x="22" y="2"/>
                  <a:pt x="22" y="1"/>
                  <a:pt x="22" y="1"/>
                </a:cubicBezTo>
                <a:cubicBezTo>
                  <a:pt x="23" y="1"/>
                  <a:pt x="23" y="1"/>
                  <a:pt x="23" y="1"/>
                </a:cubicBezTo>
                <a:cubicBezTo>
                  <a:pt x="23" y="0"/>
                  <a:pt x="24" y="0"/>
                  <a:pt x="24" y="0"/>
                </a:cubicBezTo>
                <a:cubicBezTo>
                  <a:pt x="24" y="0"/>
                  <a:pt x="24" y="0"/>
                  <a:pt x="25" y="0"/>
                </a:cubicBezTo>
                <a:cubicBezTo>
                  <a:pt x="25" y="0"/>
                  <a:pt x="25" y="0"/>
                  <a:pt x="25" y="0"/>
                </a:cubicBezTo>
                <a:cubicBezTo>
                  <a:pt x="25" y="0"/>
                  <a:pt x="25" y="0"/>
                  <a:pt x="25" y="1"/>
                </a:cubicBezTo>
                <a:cubicBezTo>
                  <a:pt x="26" y="1"/>
                  <a:pt x="26" y="1"/>
                  <a:pt x="27" y="2"/>
                </a:cubicBezTo>
                <a:cubicBezTo>
                  <a:pt x="27" y="2"/>
                  <a:pt x="27" y="2"/>
                  <a:pt x="27" y="2"/>
                </a:cubicBezTo>
                <a:cubicBezTo>
                  <a:pt x="28" y="2"/>
                  <a:pt x="28" y="2"/>
                  <a:pt x="29" y="3"/>
                </a:cubicBezTo>
                <a:cubicBezTo>
                  <a:pt x="29" y="3"/>
                  <a:pt x="29" y="4"/>
                  <a:pt x="30" y="4"/>
                </a:cubicBezTo>
                <a:cubicBezTo>
                  <a:pt x="30" y="4"/>
                  <a:pt x="30" y="4"/>
                  <a:pt x="30" y="4"/>
                </a:cubicBezTo>
                <a:cubicBezTo>
                  <a:pt x="31" y="4"/>
                  <a:pt x="31" y="5"/>
                  <a:pt x="31" y="4"/>
                </a:cubicBezTo>
                <a:cubicBezTo>
                  <a:pt x="31" y="4"/>
                  <a:pt x="32" y="5"/>
                  <a:pt x="32" y="5"/>
                </a:cubicBezTo>
                <a:cubicBezTo>
                  <a:pt x="32" y="5"/>
                  <a:pt x="32" y="5"/>
                  <a:pt x="33" y="5"/>
                </a:cubicBezTo>
                <a:cubicBezTo>
                  <a:pt x="33" y="6"/>
                  <a:pt x="34" y="6"/>
                  <a:pt x="35" y="7"/>
                </a:cubicBezTo>
                <a:cubicBezTo>
                  <a:pt x="35" y="7"/>
                  <a:pt x="35" y="6"/>
                  <a:pt x="36" y="7"/>
                </a:cubicBezTo>
                <a:cubicBezTo>
                  <a:pt x="36" y="7"/>
                  <a:pt x="37" y="7"/>
                  <a:pt x="37" y="8"/>
                </a:cubicBezTo>
                <a:cubicBezTo>
                  <a:pt x="37" y="8"/>
                  <a:pt x="37" y="8"/>
                  <a:pt x="37" y="8"/>
                </a:cubicBezTo>
                <a:cubicBezTo>
                  <a:pt x="38" y="8"/>
                  <a:pt x="38" y="8"/>
                  <a:pt x="38" y="8"/>
                </a:cubicBezTo>
                <a:cubicBezTo>
                  <a:pt x="38" y="8"/>
                  <a:pt x="38" y="8"/>
                  <a:pt x="38" y="8"/>
                </a:cubicBezTo>
                <a:cubicBezTo>
                  <a:pt x="38" y="9"/>
                  <a:pt x="39" y="9"/>
                  <a:pt x="39" y="9"/>
                </a:cubicBezTo>
                <a:cubicBezTo>
                  <a:pt x="40" y="9"/>
                  <a:pt x="40" y="10"/>
                  <a:pt x="40" y="11"/>
                </a:cubicBezTo>
                <a:cubicBezTo>
                  <a:pt x="40" y="11"/>
                  <a:pt x="40" y="12"/>
                  <a:pt x="41" y="13"/>
                </a:cubicBezTo>
                <a:cubicBezTo>
                  <a:pt x="41" y="13"/>
                  <a:pt x="41" y="14"/>
                  <a:pt x="41" y="14"/>
                </a:cubicBezTo>
                <a:cubicBezTo>
                  <a:pt x="42" y="14"/>
                  <a:pt x="42" y="14"/>
                  <a:pt x="41" y="14"/>
                </a:cubicBezTo>
                <a:cubicBezTo>
                  <a:pt x="41" y="14"/>
                  <a:pt x="41" y="14"/>
                  <a:pt x="42" y="15"/>
                </a:cubicBezTo>
                <a:cubicBezTo>
                  <a:pt x="42" y="15"/>
                  <a:pt x="42" y="15"/>
                  <a:pt x="42" y="15"/>
                </a:cubicBezTo>
                <a:cubicBezTo>
                  <a:pt x="42" y="14"/>
                  <a:pt x="42" y="15"/>
                  <a:pt x="42" y="15"/>
                </a:cubicBezTo>
                <a:cubicBezTo>
                  <a:pt x="42" y="15"/>
                  <a:pt x="43" y="15"/>
                  <a:pt x="43" y="15"/>
                </a:cubicBezTo>
                <a:cubicBezTo>
                  <a:pt x="43" y="15"/>
                  <a:pt x="43" y="15"/>
                  <a:pt x="44" y="15"/>
                </a:cubicBezTo>
                <a:cubicBezTo>
                  <a:pt x="44" y="15"/>
                  <a:pt x="44" y="16"/>
                  <a:pt x="45" y="16"/>
                </a:cubicBezTo>
                <a:cubicBezTo>
                  <a:pt x="45" y="16"/>
                  <a:pt x="45" y="17"/>
                  <a:pt x="45" y="17"/>
                </a:cubicBezTo>
                <a:cubicBezTo>
                  <a:pt x="46" y="17"/>
                  <a:pt x="46" y="17"/>
                  <a:pt x="46" y="17"/>
                </a:cubicBezTo>
                <a:cubicBezTo>
                  <a:pt x="46" y="17"/>
                  <a:pt x="46" y="18"/>
                  <a:pt x="46" y="17"/>
                </a:cubicBezTo>
                <a:cubicBezTo>
                  <a:pt x="47" y="17"/>
                  <a:pt x="47" y="18"/>
                  <a:pt x="47" y="18"/>
                </a:cubicBezTo>
                <a:cubicBezTo>
                  <a:pt x="47" y="18"/>
                  <a:pt x="47" y="18"/>
                  <a:pt x="47" y="18"/>
                </a:cubicBezTo>
                <a:cubicBezTo>
                  <a:pt x="47" y="18"/>
                  <a:pt x="48" y="18"/>
                  <a:pt x="48" y="18"/>
                </a:cubicBezTo>
                <a:cubicBezTo>
                  <a:pt x="47" y="18"/>
                  <a:pt x="47" y="18"/>
                  <a:pt x="47" y="18"/>
                </a:cubicBezTo>
                <a:cubicBezTo>
                  <a:pt x="48" y="18"/>
                  <a:pt x="48" y="18"/>
                  <a:pt x="48" y="18"/>
                </a:cubicBezTo>
                <a:cubicBezTo>
                  <a:pt x="48" y="18"/>
                  <a:pt x="49" y="18"/>
                  <a:pt x="49" y="18"/>
                </a:cubicBezTo>
                <a:cubicBezTo>
                  <a:pt x="49" y="18"/>
                  <a:pt x="50" y="18"/>
                  <a:pt x="50" y="18"/>
                </a:cubicBezTo>
                <a:cubicBezTo>
                  <a:pt x="50" y="17"/>
                  <a:pt x="51" y="18"/>
                  <a:pt x="51" y="18"/>
                </a:cubicBezTo>
                <a:cubicBezTo>
                  <a:pt x="51" y="18"/>
                  <a:pt x="51" y="18"/>
                  <a:pt x="51" y="19"/>
                </a:cubicBezTo>
                <a:cubicBezTo>
                  <a:pt x="51" y="19"/>
                  <a:pt x="51" y="19"/>
                  <a:pt x="51" y="20"/>
                </a:cubicBezTo>
                <a:cubicBezTo>
                  <a:pt x="51" y="20"/>
                  <a:pt x="51" y="20"/>
                  <a:pt x="52" y="20"/>
                </a:cubicBezTo>
                <a:cubicBezTo>
                  <a:pt x="51" y="20"/>
                  <a:pt x="51" y="20"/>
                  <a:pt x="51" y="20"/>
                </a:cubicBezTo>
                <a:cubicBezTo>
                  <a:pt x="51" y="20"/>
                  <a:pt x="51" y="21"/>
                  <a:pt x="52" y="20"/>
                </a:cubicBezTo>
                <a:cubicBezTo>
                  <a:pt x="52" y="20"/>
                  <a:pt x="53" y="20"/>
                  <a:pt x="53" y="21"/>
                </a:cubicBezTo>
                <a:cubicBezTo>
                  <a:pt x="53" y="21"/>
                  <a:pt x="53" y="21"/>
                  <a:pt x="53" y="21"/>
                </a:cubicBezTo>
                <a:cubicBezTo>
                  <a:pt x="53" y="21"/>
                  <a:pt x="53" y="22"/>
                  <a:pt x="53" y="22"/>
                </a:cubicBezTo>
                <a:cubicBezTo>
                  <a:pt x="53" y="22"/>
                  <a:pt x="53" y="22"/>
                  <a:pt x="53" y="21"/>
                </a:cubicBezTo>
                <a:cubicBezTo>
                  <a:pt x="53" y="21"/>
                  <a:pt x="53" y="21"/>
                  <a:pt x="53" y="21"/>
                </a:cubicBezTo>
                <a:cubicBezTo>
                  <a:pt x="52" y="22"/>
                  <a:pt x="52" y="21"/>
                  <a:pt x="52" y="22"/>
                </a:cubicBezTo>
                <a:cubicBezTo>
                  <a:pt x="52" y="22"/>
                  <a:pt x="52" y="22"/>
                  <a:pt x="51" y="22"/>
                </a:cubicBezTo>
                <a:cubicBezTo>
                  <a:pt x="51" y="21"/>
                  <a:pt x="51" y="21"/>
                  <a:pt x="52" y="21"/>
                </a:cubicBezTo>
                <a:cubicBezTo>
                  <a:pt x="52" y="21"/>
                  <a:pt x="52" y="21"/>
                  <a:pt x="51" y="21"/>
                </a:cubicBezTo>
                <a:cubicBezTo>
                  <a:pt x="51" y="21"/>
                  <a:pt x="50" y="21"/>
                  <a:pt x="50" y="21"/>
                </a:cubicBezTo>
                <a:cubicBezTo>
                  <a:pt x="50" y="21"/>
                  <a:pt x="50" y="21"/>
                  <a:pt x="50" y="20"/>
                </a:cubicBezTo>
                <a:cubicBezTo>
                  <a:pt x="50" y="20"/>
                  <a:pt x="50" y="20"/>
                  <a:pt x="50" y="20"/>
                </a:cubicBezTo>
                <a:cubicBezTo>
                  <a:pt x="50" y="20"/>
                  <a:pt x="49" y="20"/>
                  <a:pt x="49" y="20"/>
                </a:cubicBezTo>
                <a:cubicBezTo>
                  <a:pt x="49" y="21"/>
                  <a:pt x="49" y="21"/>
                  <a:pt x="49" y="21"/>
                </a:cubicBezTo>
                <a:cubicBezTo>
                  <a:pt x="48" y="21"/>
                  <a:pt x="48" y="21"/>
                  <a:pt x="48" y="21"/>
                </a:cubicBezTo>
                <a:cubicBezTo>
                  <a:pt x="48" y="21"/>
                  <a:pt x="48" y="21"/>
                  <a:pt x="48" y="21"/>
                </a:cubicBezTo>
                <a:cubicBezTo>
                  <a:pt x="48" y="21"/>
                  <a:pt x="47" y="21"/>
                  <a:pt x="47" y="21"/>
                </a:cubicBezTo>
                <a:cubicBezTo>
                  <a:pt x="47" y="20"/>
                  <a:pt x="47" y="20"/>
                  <a:pt x="47" y="20"/>
                </a:cubicBezTo>
                <a:cubicBezTo>
                  <a:pt x="47" y="20"/>
                  <a:pt x="46" y="20"/>
                  <a:pt x="46" y="20"/>
                </a:cubicBezTo>
                <a:cubicBezTo>
                  <a:pt x="45" y="20"/>
                  <a:pt x="45" y="20"/>
                  <a:pt x="45" y="19"/>
                </a:cubicBezTo>
                <a:cubicBezTo>
                  <a:pt x="45" y="19"/>
                  <a:pt x="45" y="19"/>
                  <a:pt x="45" y="19"/>
                </a:cubicBezTo>
                <a:cubicBezTo>
                  <a:pt x="45" y="19"/>
                  <a:pt x="45" y="19"/>
                  <a:pt x="45" y="19"/>
                </a:cubicBezTo>
                <a:cubicBezTo>
                  <a:pt x="45" y="19"/>
                  <a:pt x="45" y="19"/>
                  <a:pt x="45" y="19"/>
                </a:cubicBezTo>
                <a:cubicBezTo>
                  <a:pt x="44" y="19"/>
                  <a:pt x="44" y="19"/>
                  <a:pt x="43" y="19"/>
                </a:cubicBezTo>
                <a:cubicBezTo>
                  <a:pt x="43" y="19"/>
                  <a:pt x="43" y="19"/>
                  <a:pt x="43" y="19"/>
                </a:cubicBezTo>
                <a:cubicBezTo>
                  <a:pt x="43" y="19"/>
                  <a:pt x="42" y="19"/>
                  <a:pt x="42" y="19"/>
                </a:cubicBezTo>
                <a:cubicBezTo>
                  <a:pt x="42" y="19"/>
                  <a:pt x="41" y="19"/>
                  <a:pt x="41" y="19"/>
                </a:cubicBezTo>
                <a:cubicBezTo>
                  <a:pt x="41" y="19"/>
                  <a:pt x="41" y="19"/>
                  <a:pt x="40" y="19"/>
                </a:cubicBezTo>
                <a:cubicBezTo>
                  <a:pt x="40" y="19"/>
                  <a:pt x="40" y="19"/>
                  <a:pt x="40" y="19"/>
                </a:cubicBezTo>
                <a:cubicBezTo>
                  <a:pt x="40" y="19"/>
                  <a:pt x="39" y="19"/>
                  <a:pt x="40" y="19"/>
                </a:cubicBezTo>
                <a:cubicBezTo>
                  <a:pt x="40" y="18"/>
                  <a:pt x="40" y="18"/>
                  <a:pt x="39" y="18"/>
                </a:cubicBezTo>
                <a:cubicBezTo>
                  <a:pt x="39" y="17"/>
                  <a:pt x="39" y="17"/>
                  <a:pt x="39" y="17"/>
                </a:cubicBezTo>
                <a:cubicBezTo>
                  <a:pt x="38" y="17"/>
                  <a:pt x="38" y="17"/>
                  <a:pt x="38" y="17"/>
                </a:cubicBezTo>
                <a:cubicBezTo>
                  <a:pt x="38" y="18"/>
                  <a:pt x="38" y="18"/>
                  <a:pt x="38" y="18"/>
                </a:cubicBezTo>
                <a:cubicBezTo>
                  <a:pt x="38" y="18"/>
                  <a:pt x="38" y="18"/>
                  <a:pt x="38" y="18"/>
                </a:cubicBezTo>
                <a:cubicBezTo>
                  <a:pt x="38" y="17"/>
                  <a:pt x="37" y="17"/>
                  <a:pt x="37" y="17"/>
                </a:cubicBezTo>
                <a:cubicBezTo>
                  <a:pt x="37" y="17"/>
                  <a:pt x="38" y="17"/>
                  <a:pt x="37" y="17"/>
                </a:cubicBezTo>
                <a:cubicBezTo>
                  <a:pt x="37" y="17"/>
                  <a:pt x="37" y="16"/>
                  <a:pt x="37" y="16"/>
                </a:cubicBezTo>
                <a:cubicBezTo>
                  <a:pt x="37" y="16"/>
                  <a:pt x="36" y="16"/>
                  <a:pt x="36" y="16"/>
                </a:cubicBezTo>
                <a:close/>
                <a:moveTo>
                  <a:pt x="170" y="106"/>
                </a:moveTo>
                <a:cubicBezTo>
                  <a:pt x="169" y="106"/>
                  <a:pt x="169" y="106"/>
                  <a:pt x="169" y="106"/>
                </a:cubicBezTo>
                <a:cubicBezTo>
                  <a:pt x="168" y="106"/>
                  <a:pt x="168" y="106"/>
                  <a:pt x="168" y="106"/>
                </a:cubicBezTo>
                <a:cubicBezTo>
                  <a:pt x="168" y="106"/>
                  <a:pt x="168" y="107"/>
                  <a:pt x="168" y="106"/>
                </a:cubicBezTo>
                <a:cubicBezTo>
                  <a:pt x="168" y="106"/>
                  <a:pt x="167" y="106"/>
                  <a:pt x="167" y="106"/>
                </a:cubicBezTo>
                <a:cubicBezTo>
                  <a:pt x="167" y="106"/>
                  <a:pt x="167" y="106"/>
                  <a:pt x="167" y="106"/>
                </a:cubicBezTo>
                <a:cubicBezTo>
                  <a:pt x="168" y="106"/>
                  <a:pt x="168" y="105"/>
                  <a:pt x="168" y="105"/>
                </a:cubicBezTo>
                <a:cubicBezTo>
                  <a:pt x="168" y="105"/>
                  <a:pt x="168" y="105"/>
                  <a:pt x="168" y="104"/>
                </a:cubicBezTo>
                <a:cubicBezTo>
                  <a:pt x="168" y="104"/>
                  <a:pt x="168" y="104"/>
                  <a:pt x="168" y="103"/>
                </a:cubicBezTo>
                <a:cubicBezTo>
                  <a:pt x="168" y="103"/>
                  <a:pt x="168" y="103"/>
                  <a:pt x="167" y="103"/>
                </a:cubicBezTo>
                <a:cubicBezTo>
                  <a:pt x="167" y="103"/>
                  <a:pt x="166" y="103"/>
                  <a:pt x="166" y="102"/>
                </a:cubicBezTo>
                <a:cubicBezTo>
                  <a:pt x="166" y="101"/>
                  <a:pt x="166" y="101"/>
                  <a:pt x="165" y="101"/>
                </a:cubicBezTo>
                <a:cubicBezTo>
                  <a:pt x="165" y="101"/>
                  <a:pt x="165" y="101"/>
                  <a:pt x="165" y="101"/>
                </a:cubicBezTo>
                <a:cubicBezTo>
                  <a:pt x="165" y="100"/>
                  <a:pt x="165" y="99"/>
                  <a:pt x="164" y="99"/>
                </a:cubicBezTo>
                <a:cubicBezTo>
                  <a:pt x="164" y="98"/>
                  <a:pt x="164" y="98"/>
                  <a:pt x="163" y="98"/>
                </a:cubicBezTo>
                <a:cubicBezTo>
                  <a:pt x="163" y="98"/>
                  <a:pt x="163" y="98"/>
                  <a:pt x="163" y="98"/>
                </a:cubicBezTo>
                <a:cubicBezTo>
                  <a:pt x="163" y="97"/>
                  <a:pt x="162" y="98"/>
                  <a:pt x="162" y="98"/>
                </a:cubicBezTo>
                <a:cubicBezTo>
                  <a:pt x="162" y="98"/>
                  <a:pt x="162" y="98"/>
                  <a:pt x="162" y="98"/>
                </a:cubicBezTo>
                <a:cubicBezTo>
                  <a:pt x="162" y="98"/>
                  <a:pt x="161" y="98"/>
                  <a:pt x="161" y="98"/>
                </a:cubicBezTo>
                <a:cubicBezTo>
                  <a:pt x="161" y="98"/>
                  <a:pt x="160" y="98"/>
                  <a:pt x="160" y="97"/>
                </a:cubicBezTo>
                <a:cubicBezTo>
                  <a:pt x="160" y="97"/>
                  <a:pt x="160" y="97"/>
                  <a:pt x="160" y="97"/>
                </a:cubicBezTo>
                <a:cubicBezTo>
                  <a:pt x="159" y="97"/>
                  <a:pt x="159" y="97"/>
                  <a:pt x="159" y="97"/>
                </a:cubicBezTo>
                <a:cubicBezTo>
                  <a:pt x="159" y="97"/>
                  <a:pt x="158" y="97"/>
                  <a:pt x="158" y="97"/>
                </a:cubicBezTo>
                <a:cubicBezTo>
                  <a:pt x="158" y="97"/>
                  <a:pt x="157" y="97"/>
                  <a:pt x="156" y="96"/>
                </a:cubicBezTo>
                <a:cubicBezTo>
                  <a:pt x="156" y="96"/>
                  <a:pt x="156" y="96"/>
                  <a:pt x="156" y="96"/>
                </a:cubicBezTo>
                <a:cubicBezTo>
                  <a:pt x="155" y="96"/>
                  <a:pt x="154" y="96"/>
                  <a:pt x="154" y="96"/>
                </a:cubicBezTo>
                <a:cubicBezTo>
                  <a:pt x="154" y="95"/>
                  <a:pt x="154" y="95"/>
                  <a:pt x="153" y="95"/>
                </a:cubicBezTo>
                <a:cubicBezTo>
                  <a:pt x="153" y="95"/>
                  <a:pt x="153" y="95"/>
                  <a:pt x="153" y="95"/>
                </a:cubicBezTo>
                <a:cubicBezTo>
                  <a:pt x="152" y="94"/>
                  <a:pt x="152" y="94"/>
                  <a:pt x="151" y="94"/>
                </a:cubicBezTo>
                <a:cubicBezTo>
                  <a:pt x="151" y="94"/>
                  <a:pt x="151" y="94"/>
                  <a:pt x="151" y="94"/>
                </a:cubicBezTo>
                <a:cubicBezTo>
                  <a:pt x="151" y="93"/>
                  <a:pt x="151" y="93"/>
                  <a:pt x="150" y="93"/>
                </a:cubicBezTo>
                <a:cubicBezTo>
                  <a:pt x="150" y="93"/>
                  <a:pt x="150" y="93"/>
                  <a:pt x="150" y="93"/>
                </a:cubicBezTo>
                <a:cubicBezTo>
                  <a:pt x="150" y="93"/>
                  <a:pt x="150" y="93"/>
                  <a:pt x="150" y="92"/>
                </a:cubicBezTo>
                <a:cubicBezTo>
                  <a:pt x="150" y="92"/>
                  <a:pt x="149" y="92"/>
                  <a:pt x="149" y="92"/>
                </a:cubicBezTo>
                <a:cubicBezTo>
                  <a:pt x="148" y="92"/>
                  <a:pt x="147" y="91"/>
                  <a:pt x="146" y="91"/>
                </a:cubicBezTo>
                <a:cubicBezTo>
                  <a:pt x="146" y="91"/>
                  <a:pt x="145" y="90"/>
                  <a:pt x="144" y="91"/>
                </a:cubicBezTo>
                <a:cubicBezTo>
                  <a:pt x="144" y="91"/>
                  <a:pt x="144" y="91"/>
                  <a:pt x="144" y="91"/>
                </a:cubicBezTo>
                <a:cubicBezTo>
                  <a:pt x="143" y="91"/>
                  <a:pt x="143" y="91"/>
                  <a:pt x="143" y="91"/>
                </a:cubicBezTo>
                <a:cubicBezTo>
                  <a:pt x="143" y="92"/>
                  <a:pt x="143" y="92"/>
                  <a:pt x="143" y="93"/>
                </a:cubicBezTo>
                <a:cubicBezTo>
                  <a:pt x="143" y="93"/>
                  <a:pt x="143" y="94"/>
                  <a:pt x="143" y="94"/>
                </a:cubicBezTo>
                <a:cubicBezTo>
                  <a:pt x="143" y="94"/>
                  <a:pt x="143" y="94"/>
                  <a:pt x="143" y="94"/>
                </a:cubicBezTo>
                <a:cubicBezTo>
                  <a:pt x="144" y="94"/>
                  <a:pt x="144" y="94"/>
                  <a:pt x="144" y="94"/>
                </a:cubicBezTo>
                <a:cubicBezTo>
                  <a:pt x="145" y="94"/>
                  <a:pt x="145" y="95"/>
                  <a:pt x="145" y="94"/>
                </a:cubicBezTo>
                <a:cubicBezTo>
                  <a:pt x="145" y="94"/>
                  <a:pt x="145" y="94"/>
                  <a:pt x="145" y="94"/>
                </a:cubicBezTo>
                <a:cubicBezTo>
                  <a:pt x="146" y="94"/>
                  <a:pt x="146" y="94"/>
                  <a:pt x="146" y="95"/>
                </a:cubicBezTo>
                <a:cubicBezTo>
                  <a:pt x="146" y="95"/>
                  <a:pt x="147" y="95"/>
                  <a:pt x="147" y="95"/>
                </a:cubicBezTo>
                <a:cubicBezTo>
                  <a:pt x="147" y="94"/>
                  <a:pt x="147" y="94"/>
                  <a:pt x="147" y="95"/>
                </a:cubicBezTo>
                <a:cubicBezTo>
                  <a:pt x="148" y="95"/>
                  <a:pt x="148" y="95"/>
                  <a:pt x="148" y="95"/>
                </a:cubicBezTo>
                <a:cubicBezTo>
                  <a:pt x="149" y="95"/>
                  <a:pt x="149" y="95"/>
                  <a:pt x="148" y="96"/>
                </a:cubicBezTo>
                <a:cubicBezTo>
                  <a:pt x="148" y="96"/>
                  <a:pt x="148" y="96"/>
                  <a:pt x="149" y="96"/>
                </a:cubicBezTo>
                <a:cubicBezTo>
                  <a:pt x="149" y="96"/>
                  <a:pt x="149" y="96"/>
                  <a:pt x="149" y="97"/>
                </a:cubicBezTo>
                <a:cubicBezTo>
                  <a:pt x="148" y="97"/>
                  <a:pt x="148" y="97"/>
                  <a:pt x="149" y="97"/>
                </a:cubicBezTo>
                <a:cubicBezTo>
                  <a:pt x="149" y="98"/>
                  <a:pt x="149" y="97"/>
                  <a:pt x="149" y="97"/>
                </a:cubicBezTo>
                <a:cubicBezTo>
                  <a:pt x="149" y="97"/>
                  <a:pt x="149" y="97"/>
                  <a:pt x="149" y="97"/>
                </a:cubicBezTo>
                <a:cubicBezTo>
                  <a:pt x="149" y="98"/>
                  <a:pt x="149" y="98"/>
                  <a:pt x="149" y="98"/>
                </a:cubicBezTo>
                <a:cubicBezTo>
                  <a:pt x="149" y="98"/>
                  <a:pt x="149" y="98"/>
                  <a:pt x="149" y="98"/>
                </a:cubicBezTo>
                <a:cubicBezTo>
                  <a:pt x="149" y="98"/>
                  <a:pt x="149" y="99"/>
                  <a:pt x="149" y="99"/>
                </a:cubicBezTo>
                <a:cubicBezTo>
                  <a:pt x="149" y="99"/>
                  <a:pt x="149" y="99"/>
                  <a:pt x="149" y="99"/>
                </a:cubicBezTo>
                <a:cubicBezTo>
                  <a:pt x="149" y="99"/>
                  <a:pt x="149" y="99"/>
                  <a:pt x="149" y="100"/>
                </a:cubicBezTo>
                <a:cubicBezTo>
                  <a:pt x="149" y="100"/>
                  <a:pt x="150" y="100"/>
                  <a:pt x="150" y="100"/>
                </a:cubicBezTo>
                <a:cubicBezTo>
                  <a:pt x="150" y="100"/>
                  <a:pt x="150" y="100"/>
                  <a:pt x="151" y="100"/>
                </a:cubicBezTo>
                <a:cubicBezTo>
                  <a:pt x="151" y="100"/>
                  <a:pt x="151" y="100"/>
                  <a:pt x="151" y="101"/>
                </a:cubicBezTo>
                <a:cubicBezTo>
                  <a:pt x="151" y="101"/>
                  <a:pt x="151" y="101"/>
                  <a:pt x="152" y="101"/>
                </a:cubicBezTo>
                <a:cubicBezTo>
                  <a:pt x="152" y="101"/>
                  <a:pt x="152" y="101"/>
                  <a:pt x="152" y="102"/>
                </a:cubicBezTo>
                <a:cubicBezTo>
                  <a:pt x="152" y="102"/>
                  <a:pt x="152" y="102"/>
                  <a:pt x="152" y="102"/>
                </a:cubicBezTo>
                <a:cubicBezTo>
                  <a:pt x="152" y="102"/>
                  <a:pt x="152" y="102"/>
                  <a:pt x="152" y="102"/>
                </a:cubicBezTo>
                <a:cubicBezTo>
                  <a:pt x="152" y="101"/>
                  <a:pt x="152" y="101"/>
                  <a:pt x="153" y="101"/>
                </a:cubicBezTo>
                <a:cubicBezTo>
                  <a:pt x="153" y="101"/>
                  <a:pt x="153" y="102"/>
                  <a:pt x="153" y="102"/>
                </a:cubicBezTo>
                <a:cubicBezTo>
                  <a:pt x="153" y="102"/>
                  <a:pt x="153" y="102"/>
                  <a:pt x="154" y="102"/>
                </a:cubicBezTo>
                <a:cubicBezTo>
                  <a:pt x="154" y="103"/>
                  <a:pt x="154" y="103"/>
                  <a:pt x="153" y="103"/>
                </a:cubicBezTo>
                <a:cubicBezTo>
                  <a:pt x="154" y="103"/>
                  <a:pt x="154" y="103"/>
                  <a:pt x="154" y="103"/>
                </a:cubicBezTo>
                <a:cubicBezTo>
                  <a:pt x="155" y="103"/>
                  <a:pt x="154" y="103"/>
                  <a:pt x="154" y="103"/>
                </a:cubicBezTo>
                <a:cubicBezTo>
                  <a:pt x="155" y="103"/>
                  <a:pt x="155" y="103"/>
                  <a:pt x="155" y="103"/>
                </a:cubicBezTo>
                <a:cubicBezTo>
                  <a:pt x="155" y="104"/>
                  <a:pt x="155" y="104"/>
                  <a:pt x="155" y="104"/>
                </a:cubicBezTo>
                <a:cubicBezTo>
                  <a:pt x="155" y="104"/>
                  <a:pt x="156" y="104"/>
                  <a:pt x="156" y="104"/>
                </a:cubicBezTo>
                <a:cubicBezTo>
                  <a:pt x="156" y="104"/>
                  <a:pt x="156" y="104"/>
                  <a:pt x="155" y="104"/>
                </a:cubicBezTo>
                <a:cubicBezTo>
                  <a:pt x="156" y="104"/>
                  <a:pt x="157" y="104"/>
                  <a:pt x="157" y="105"/>
                </a:cubicBezTo>
                <a:cubicBezTo>
                  <a:pt x="157" y="105"/>
                  <a:pt x="157" y="105"/>
                  <a:pt x="157" y="105"/>
                </a:cubicBezTo>
                <a:cubicBezTo>
                  <a:pt x="157" y="104"/>
                  <a:pt x="158" y="105"/>
                  <a:pt x="158" y="105"/>
                </a:cubicBezTo>
                <a:cubicBezTo>
                  <a:pt x="158" y="105"/>
                  <a:pt x="158" y="105"/>
                  <a:pt x="158" y="105"/>
                </a:cubicBezTo>
                <a:cubicBezTo>
                  <a:pt x="159" y="105"/>
                  <a:pt x="159" y="105"/>
                  <a:pt x="160" y="106"/>
                </a:cubicBezTo>
                <a:cubicBezTo>
                  <a:pt x="160" y="106"/>
                  <a:pt x="160" y="106"/>
                  <a:pt x="160" y="106"/>
                </a:cubicBezTo>
                <a:cubicBezTo>
                  <a:pt x="160" y="105"/>
                  <a:pt x="160" y="105"/>
                  <a:pt x="161" y="105"/>
                </a:cubicBezTo>
                <a:cubicBezTo>
                  <a:pt x="161" y="106"/>
                  <a:pt x="162" y="106"/>
                  <a:pt x="162" y="106"/>
                </a:cubicBezTo>
                <a:cubicBezTo>
                  <a:pt x="162" y="106"/>
                  <a:pt x="163" y="107"/>
                  <a:pt x="163" y="107"/>
                </a:cubicBezTo>
                <a:cubicBezTo>
                  <a:pt x="163" y="106"/>
                  <a:pt x="163" y="106"/>
                  <a:pt x="164" y="107"/>
                </a:cubicBezTo>
                <a:cubicBezTo>
                  <a:pt x="164" y="107"/>
                  <a:pt x="165" y="107"/>
                  <a:pt x="165" y="107"/>
                </a:cubicBezTo>
                <a:cubicBezTo>
                  <a:pt x="166" y="106"/>
                  <a:pt x="166" y="106"/>
                  <a:pt x="167" y="106"/>
                </a:cubicBezTo>
                <a:cubicBezTo>
                  <a:pt x="167" y="107"/>
                  <a:pt x="168" y="107"/>
                  <a:pt x="168" y="107"/>
                </a:cubicBezTo>
                <a:cubicBezTo>
                  <a:pt x="168" y="107"/>
                  <a:pt x="169" y="107"/>
                  <a:pt x="169" y="107"/>
                </a:cubicBezTo>
                <a:cubicBezTo>
                  <a:pt x="169" y="107"/>
                  <a:pt x="169" y="107"/>
                  <a:pt x="170" y="107"/>
                </a:cubicBezTo>
                <a:cubicBezTo>
                  <a:pt x="170" y="107"/>
                  <a:pt x="171" y="107"/>
                  <a:pt x="171" y="107"/>
                </a:cubicBezTo>
                <a:cubicBezTo>
                  <a:pt x="170" y="106"/>
                  <a:pt x="170" y="106"/>
                  <a:pt x="170" y="106"/>
                </a:cubicBezTo>
                <a:close/>
                <a:moveTo>
                  <a:pt x="159" y="97"/>
                </a:moveTo>
                <a:cubicBezTo>
                  <a:pt x="159" y="97"/>
                  <a:pt x="159" y="97"/>
                  <a:pt x="159" y="97"/>
                </a:cubicBezTo>
                <a:cubicBezTo>
                  <a:pt x="159" y="97"/>
                  <a:pt x="159" y="97"/>
                  <a:pt x="159" y="97"/>
                </a:cubicBezTo>
                <a:cubicBezTo>
                  <a:pt x="159" y="97"/>
                  <a:pt x="159" y="97"/>
                  <a:pt x="159" y="97"/>
                </a:cubicBezTo>
                <a:close/>
                <a:moveTo>
                  <a:pt x="158" y="97"/>
                </a:moveTo>
                <a:cubicBezTo>
                  <a:pt x="158" y="97"/>
                  <a:pt x="158" y="97"/>
                  <a:pt x="158" y="97"/>
                </a:cubicBezTo>
                <a:cubicBezTo>
                  <a:pt x="158" y="97"/>
                  <a:pt x="158" y="97"/>
                  <a:pt x="158" y="97"/>
                </a:cubicBezTo>
                <a:close/>
                <a:moveTo>
                  <a:pt x="59" y="50"/>
                </a:moveTo>
                <a:cubicBezTo>
                  <a:pt x="58" y="50"/>
                  <a:pt x="58" y="49"/>
                  <a:pt x="58" y="50"/>
                </a:cubicBezTo>
                <a:cubicBezTo>
                  <a:pt x="57" y="50"/>
                  <a:pt x="57" y="49"/>
                  <a:pt x="57" y="49"/>
                </a:cubicBezTo>
                <a:cubicBezTo>
                  <a:pt x="57" y="49"/>
                  <a:pt x="57" y="50"/>
                  <a:pt x="57" y="50"/>
                </a:cubicBezTo>
                <a:cubicBezTo>
                  <a:pt x="57" y="50"/>
                  <a:pt x="57" y="50"/>
                  <a:pt x="57" y="50"/>
                </a:cubicBezTo>
                <a:cubicBezTo>
                  <a:pt x="57" y="50"/>
                  <a:pt x="57" y="50"/>
                  <a:pt x="56" y="49"/>
                </a:cubicBezTo>
                <a:cubicBezTo>
                  <a:pt x="56" y="49"/>
                  <a:pt x="56" y="49"/>
                  <a:pt x="56" y="48"/>
                </a:cubicBezTo>
                <a:cubicBezTo>
                  <a:pt x="55" y="48"/>
                  <a:pt x="56" y="48"/>
                  <a:pt x="55" y="48"/>
                </a:cubicBezTo>
                <a:cubicBezTo>
                  <a:pt x="55" y="48"/>
                  <a:pt x="55" y="48"/>
                  <a:pt x="54" y="48"/>
                </a:cubicBezTo>
                <a:cubicBezTo>
                  <a:pt x="54" y="48"/>
                  <a:pt x="54" y="48"/>
                  <a:pt x="53" y="48"/>
                </a:cubicBezTo>
                <a:cubicBezTo>
                  <a:pt x="53" y="48"/>
                  <a:pt x="53" y="48"/>
                  <a:pt x="53" y="47"/>
                </a:cubicBezTo>
                <a:cubicBezTo>
                  <a:pt x="52" y="47"/>
                  <a:pt x="52" y="47"/>
                  <a:pt x="52" y="47"/>
                </a:cubicBezTo>
                <a:cubicBezTo>
                  <a:pt x="52" y="46"/>
                  <a:pt x="52" y="46"/>
                  <a:pt x="52" y="46"/>
                </a:cubicBezTo>
                <a:cubicBezTo>
                  <a:pt x="51" y="46"/>
                  <a:pt x="51" y="45"/>
                  <a:pt x="51" y="44"/>
                </a:cubicBezTo>
                <a:cubicBezTo>
                  <a:pt x="51" y="45"/>
                  <a:pt x="52" y="45"/>
                  <a:pt x="52" y="45"/>
                </a:cubicBezTo>
                <a:cubicBezTo>
                  <a:pt x="53" y="45"/>
                  <a:pt x="53" y="45"/>
                  <a:pt x="53" y="45"/>
                </a:cubicBezTo>
                <a:cubicBezTo>
                  <a:pt x="53" y="45"/>
                  <a:pt x="52" y="45"/>
                  <a:pt x="52" y="45"/>
                </a:cubicBezTo>
                <a:cubicBezTo>
                  <a:pt x="52" y="45"/>
                  <a:pt x="52" y="44"/>
                  <a:pt x="52" y="44"/>
                </a:cubicBezTo>
                <a:cubicBezTo>
                  <a:pt x="52" y="44"/>
                  <a:pt x="52" y="44"/>
                  <a:pt x="52" y="44"/>
                </a:cubicBezTo>
                <a:cubicBezTo>
                  <a:pt x="51" y="44"/>
                  <a:pt x="51" y="43"/>
                  <a:pt x="51" y="43"/>
                </a:cubicBezTo>
                <a:cubicBezTo>
                  <a:pt x="51" y="43"/>
                  <a:pt x="51" y="42"/>
                  <a:pt x="51" y="42"/>
                </a:cubicBezTo>
                <a:cubicBezTo>
                  <a:pt x="50" y="42"/>
                  <a:pt x="50" y="42"/>
                  <a:pt x="50" y="42"/>
                </a:cubicBezTo>
                <a:cubicBezTo>
                  <a:pt x="50" y="42"/>
                  <a:pt x="50" y="42"/>
                  <a:pt x="49" y="42"/>
                </a:cubicBezTo>
                <a:cubicBezTo>
                  <a:pt x="49" y="42"/>
                  <a:pt x="49" y="42"/>
                  <a:pt x="49" y="42"/>
                </a:cubicBezTo>
                <a:cubicBezTo>
                  <a:pt x="49" y="42"/>
                  <a:pt x="48" y="42"/>
                  <a:pt x="47" y="42"/>
                </a:cubicBezTo>
                <a:cubicBezTo>
                  <a:pt x="47" y="43"/>
                  <a:pt x="47" y="42"/>
                  <a:pt x="46" y="42"/>
                </a:cubicBezTo>
                <a:cubicBezTo>
                  <a:pt x="46" y="43"/>
                  <a:pt x="46" y="43"/>
                  <a:pt x="46" y="42"/>
                </a:cubicBezTo>
                <a:cubicBezTo>
                  <a:pt x="46" y="42"/>
                  <a:pt x="46" y="42"/>
                  <a:pt x="46" y="42"/>
                </a:cubicBezTo>
                <a:cubicBezTo>
                  <a:pt x="46" y="42"/>
                  <a:pt x="46" y="42"/>
                  <a:pt x="46" y="42"/>
                </a:cubicBezTo>
                <a:cubicBezTo>
                  <a:pt x="46" y="42"/>
                  <a:pt x="46" y="43"/>
                  <a:pt x="45" y="43"/>
                </a:cubicBezTo>
                <a:cubicBezTo>
                  <a:pt x="45" y="43"/>
                  <a:pt x="45" y="43"/>
                  <a:pt x="45" y="43"/>
                </a:cubicBezTo>
                <a:cubicBezTo>
                  <a:pt x="45" y="43"/>
                  <a:pt x="45" y="43"/>
                  <a:pt x="45" y="44"/>
                </a:cubicBezTo>
                <a:cubicBezTo>
                  <a:pt x="44" y="44"/>
                  <a:pt x="44" y="44"/>
                  <a:pt x="44" y="44"/>
                </a:cubicBezTo>
                <a:cubicBezTo>
                  <a:pt x="44" y="44"/>
                  <a:pt x="44" y="44"/>
                  <a:pt x="43" y="44"/>
                </a:cubicBezTo>
                <a:cubicBezTo>
                  <a:pt x="43" y="43"/>
                  <a:pt x="43" y="43"/>
                  <a:pt x="43" y="43"/>
                </a:cubicBezTo>
                <a:cubicBezTo>
                  <a:pt x="43" y="43"/>
                  <a:pt x="43" y="43"/>
                  <a:pt x="43" y="43"/>
                </a:cubicBezTo>
                <a:cubicBezTo>
                  <a:pt x="43" y="43"/>
                  <a:pt x="43" y="43"/>
                  <a:pt x="43" y="43"/>
                </a:cubicBezTo>
                <a:cubicBezTo>
                  <a:pt x="42" y="43"/>
                  <a:pt x="42" y="43"/>
                  <a:pt x="42" y="42"/>
                </a:cubicBezTo>
                <a:cubicBezTo>
                  <a:pt x="42" y="42"/>
                  <a:pt x="42" y="42"/>
                  <a:pt x="42" y="42"/>
                </a:cubicBezTo>
                <a:cubicBezTo>
                  <a:pt x="42" y="42"/>
                  <a:pt x="41" y="42"/>
                  <a:pt x="41" y="42"/>
                </a:cubicBezTo>
                <a:cubicBezTo>
                  <a:pt x="41" y="42"/>
                  <a:pt x="40" y="42"/>
                  <a:pt x="41" y="41"/>
                </a:cubicBezTo>
                <a:cubicBezTo>
                  <a:pt x="41" y="41"/>
                  <a:pt x="41" y="41"/>
                  <a:pt x="41" y="41"/>
                </a:cubicBezTo>
                <a:cubicBezTo>
                  <a:pt x="40" y="41"/>
                  <a:pt x="40" y="41"/>
                  <a:pt x="40" y="40"/>
                </a:cubicBezTo>
                <a:cubicBezTo>
                  <a:pt x="39" y="40"/>
                  <a:pt x="39" y="40"/>
                  <a:pt x="39" y="40"/>
                </a:cubicBezTo>
                <a:cubicBezTo>
                  <a:pt x="40" y="39"/>
                  <a:pt x="40" y="39"/>
                  <a:pt x="40" y="39"/>
                </a:cubicBezTo>
                <a:cubicBezTo>
                  <a:pt x="40" y="39"/>
                  <a:pt x="40" y="39"/>
                  <a:pt x="41" y="39"/>
                </a:cubicBezTo>
                <a:cubicBezTo>
                  <a:pt x="41" y="39"/>
                  <a:pt x="41" y="40"/>
                  <a:pt x="42" y="40"/>
                </a:cubicBezTo>
                <a:cubicBezTo>
                  <a:pt x="42" y="40"/>
                  <a:pt x="42" y="40"/>
                  <a:pt x="42" y="41"/>
                </a:cubicBezTo>
                <a:cubicBezTo>
                  <a:pt x="42" y="41"/>
                  <a:pt x="42" y="41"/>
                  <a:pt x="42" y="41"/>
                </a:cubicBezTo>
                <a:cubicBezTo>
                  <a:pt x="42" y="41"/>
                  <a:pt x="42" y="42"/>
                  <a:pt x="42" y="42"/>
                </a:cubicBezTo>
                <a:cubicBezTo>
                  <a:pt x="42" y="42"/>
                  <a:pt x="42" y="41"/>
                  <a:pt x="42" y="41"/>
                </a:cubicBezTo>
                <a:cubicBezTo>
                  <a:pt x="42" y="41"/>
                  <a:pt x="43" y="41"/>
                  <a:pt x="43" y="41"/>
                </a:cubicBezTo>
                <a:cubicBezTo>
                  <a:pt x="43" y="40"/>
                  <a:pt x="43" y="40"/>
                  <a:pt x="43" y="40"/>
                </a:cubicBezTo>
                <a:cubicBezTo>
                  <a:pt x="43" y="40"/>
                  <a:pt x="43" y="40"/>
                  <a:pt x="44" y="40"/>
                </a:cubicBezTo>
                <a:cubicBezTo>
                  <a:pt x="44" y="40"/>
                  <a:pt x="44" y="40"/>
                  <a:pt x="44" y="40"/>
                </a:cubicBezTo>
                <a:cubicBezTo>
                  <a:pt x="44" y="40"/>
                  <a:pt x="44" y="40"/>
                  <a:pt x="44" y="40"/>
                </a:cubicBezTo>
                <a:cubicBezTo>
                  <a:pt x="45" y="40"/>
                  <a:pt x="45" y="39"/>
                  <a:pt x="45" y="39"/>
                </a:cubicBezTo>
                <a:cubicBezTo>
                  <a:pt x="45" y="39"/>
                  <a:pt x="45" y="38"/>
                  <a:pt x="45" y="38"/>
                </a:cubicBezTo>
                <a:cubicBezTo>
                  <a:pt x="46" y="38"/>
                  <a:pt x="46" y="38"/>
                  <a:pt x="46" y="38"/>
                </a:cubicBezTo>
                <a:cubicBezTo>
                  <a:pt x="46" y="37"/>
                  <a:pt x="46" y="36"/>
                  <a:pt x="47" y="36"/>
                </a:cubicBezTo>
                <a:cubicBezTo>
                  <a:pt x="47" y="36"/>
                  <a:pt x="47" y="36"/>
                  <a:pt x="47" y="35"/>
                </a:cubicBezTo>
                <a:cubicBezTo>
                  <a:pt x="47" y="35"/>
                  <a:pt x="47" y="35"/>
                  <a:pt x="48" y="35"/>
                </a:cubicBezTo>
                <a:cubicBezTo>
                  <a:pt x="48" y="35"/>
                  <a:pt x="48" y="35"/>
                  <a:pt x="49" y="35"/>
                </a:cubicBezTo>
                <a:cubicBezTo>
                  <a:pt x="49" y="34"/>
                  <a:pt x="49" y="34"/>
                  <a:pt x="50" y="35"/>
                </a:cubicBezTo>
                <a:cubicBezTo>
                  <a:pt x="50" y="35"/>
                  <a:pt x="50" y="35"/>
                  <a:pt x="50" y="35"/>
                </a:cubicBezTo>
                <a:cubicBezTo>
                  <a:pt x="51" y="35"/>
                  <a:pt x="52" y="36"/>
                  <a:pt x="52" y="36"/>
                </a:cubicBezTo>
                <a:cubicBezTo>
                  <a:pt x="52" y="37"/>
                  <a:pt x="52" y="37"/>
                  <a:pt x="52" y="38"/>
                </a:cubicBezTo>
                <a:cubicBezTo>
                  <a:pt x="52" y="38"/>
                  <a:pt x="52" y="38"/>
                  <a:pt x="52" y="38"/>
                </a:cubicBezTo>
                <a:cubicBezTo>
                  <a:pt x="52" y="39"/>
                  <a:pt x="52" y="39"/>
                  <a:pt x="53" y="39"/>
                </a:cubicBezTo>
                <a:cubicBezTo>
                  <a:pt x="53" y="39"/>
                  <a:pt x="53" y="39"/>
                  <a:pt x="52" y="39"/>
                </a:cubicBezTo>
                <a:cubicBezTo>
                  <a:pt x="52" y="39"/>
                  <a:pt x="52" y="39"/>
                  <a:pt x="52" y="40"/>
                </a:cubicBezTo>
                <a:cubicBezTo>
                  <a:pt x="53" y="40"/>
                  <a:pt x="53" y="40"/>
                  <a:pt x="53" y="41"/>
                </a:cubicBezTo>
                <a:cubicBezTo>
                  <a:pt x="53" y="41"/>
                  <a:pt x="53" y="41"/>
                  <a:pt x="53" y="41"/>
                </a:cubicBezTo>
                <a:cubicBezTo>
                  <a:pt x="53" y="41"/>
                  <a:pt x="53" y="41"/>
                  <a:pt x="53" y="41"/>
                </a:cubicBezTo>
                <a:cubicBezTo>
                  <a:pt x="54" y="41"/>
                  <a:pt x="54" y="41"/>
                  <a:pt x="54" y="41"/>
                </a:cubicBezTo>
                <a:cubicBezTo>
                  <a:pt x="54" y="41"/>
                  <a:pt x="54" y="41"/>
                  <a:pt x="54" y="41"/>
                </a:cubicBezTo>
                <a:cubicBezTo>
                  <a:pt x="55" y="41"/>
                  <a:pt x="55" y="40"/>
                  <a:pt x="55" y="41"/>
                </a:cubicBezTo>
                <a:cubicBezTo>
                  <a:pt x="56" y="41"/>
                  <a:pt x="56" y="41"/>
                  <a:pt x="56" y="41"/>
                </a:cubicBezTo>
                <a:cubicBezTo>
                  <a:pt x="56" y="41"/>
                  <a:pt x="57" y="42"/>
                  <a:pt x="56" y="42"/>
                </a:cubicBezTo>
                <a:cubicBezTo>
                  <a:pt x="56" y="42"/>
                  <a:pt x="56" y="42"/>
                  <a:pt x="57" y="43"/>
                </a:cubicBezTo>
                <a:cubicBezTo>
                  <a:pt x="57" y="43"/>
                  <a:pt x="57" y="43"/>
                  <a:pt x="58" y="43"/>
                </a:cubicBezTo>
                <a:cubicBezTo>
                  <a:pt x="58" y="44"/>
                  <a:pt x="58" y="44"/>
                  <a:pt x="58" y="44"/>
                </a:cubicBezTo>
                <a:cubicBezTo>
                  <a:pt x="58" y="44"/>
                  <a:pt x="58" y="45"/>
                  <a:pt x="58" y="45"/>
                </a:cubicBezTo>
                <a:cubicBezTo>
                  <a:pt x="59" y="45"/>
                  <a:pt x="59" y="46"/>
                  <a:pt x="59" y="47"/>
                </a:cubicBezTo>
                <a:cubicBezTo>
                  <a:pt x="59" y="47"/>
                  <a:pt x="59" y="47"/>
                  <a:pt x="59" y="47"/>
                </a:cubicBezTo>
                <a:cubicBezTo>
                  <a:pt x="59" y="47"/>
                  <a:pt x="60" y="47"/>
                  <a:pt x="60" y="48"/>
                </a:cubicBezTo>
                <a:cubicBezTo>
                  <a:pt x="60" y="48"/>
                  <a:pt x="59" y="48"/>
                  <a:pt x="59" y="48"/>
                </a:cubicBezTo>
                <a:cubicBezTo>
                  <a:pt x="59" y="49"/>
                  <a:pt x="59" y="49"/>
                  <a:pt x="59" y="49"/>
                </a:cubicBezTo>
                <a:cubicBezTo>
                  <a:pt x="59" y="50"/>
                  <a:pt x="59" y="50"/>
                  <a:pt x="59" y="50"/>
                </a:cubicBezTo>
                <a:close/>
                <a:moveTo>
                  <a:pt x="30" y="31"/>
                </a:moveTo>
                <a:cubicBezTo>
                  <a:pt x="30" y="32"/>
                  <a:pt x="30" y="32"/>
                  <a:pt x="30" y="33"/>
                </a:cubicBezTo>
                <a:cubicBezTo>
                  <a:pt x="30" y="33"/>
                  <a:pt x="30" y="34"/>
                  <a:pt x="30" y="34"/>
                </a:cubicBezTo>
                <a:cubicBezTo>
                  <a:pt x="30" y="34"/>
                  <a:pt x="30" y="34"/>
                  <a:pt x="30" y="34"/>
                </a:cubicBezTo>
                <a:cubicBezTo>
                  <a:pt x="30" y="34"/>
                  <a:pt x="30" y="34"/>
                  <a:pt x="30" y="34"/>
                </a:cubicBezTo>
                <a:cubicBezTo>
                  <a:pt x="29" y="34"/>
                  <a:pt x="29" y="34"/>
                  <a:pt x="29" y="34"/>
                </a:cubicBezTo>
                <a:cubicBezTo>
                  <a:pt x="29" y="34"/>
                  <a:pt x="28" y="34"/>
                  <a:pt x="28" y="34"/>
                </a:cubicBezTo>
                <a:cubicBezTo>
                  <a:pt x="28" y="34"/>
                  <a:pt x="28" y="33"/>
                  <a:pt x="29" y="33"/>
                </a:cubicBezTo>
                <a:cubicBezTo>
                  <a:pt x="29" y="33"/>
                  <a:pt x="28" y="32"/>
                  <a:pt x="28" y="32"/>
                </a:cubicBezTo>
                <a:cubicBezTo>
                  <a:pt x="28" y="32"/>
                  <a:pt x="27" y="32"/>
                  <a:pt x="27" y="32"/>
                </a:cubicBezTo>
                <a:cubicBezTo>
                  <a:pt x="27" y="32"/>
                  <a:pt x="27" y="32"/>
                  <a:pt x="27" y="31"/>
                </a:cubicBezTo>
                <a:cubicBezTo>
                  <a:pt x="27" y="31"/>
                  <a:pt x="27" y="31"/>
                  <a:pt x="27" y="31"/>
                </a:cubicBezTo>
                <a:cubicBezTo>
                  <a:pt x="27" y="31"/>
                  <a:pt x="27" y="31"/>
                  <a:pt x="27" y="30"/>
                </a:cubicBezTo>
                <a:cubicBezTo>
                  <a:pt x="28" y="30"/>
                  <a:pt x="27" y="30"/>
                  <a:pt x="27" y="30"/>
                </a:cubicBezTo>
                <a:cubicBezTo>
                  <a:pt x="27" y="30"/>
                  <a:pt x="27" y="30"/>
                  <a:pt x="27" y="29"/>
                </a:cubicBezTo>
                <a:cubicBezTo>
                  <a:pt x="27" y="29"/>
                  <a:pt x="27" y="29"/>
                  <a:pt x="27" y="29"/>
                </a:cubicBezTo>
                <a:cubicBezTo>
                  <a:pt x="26" y="29"/>
                  <a:pt x="26" y="29"/>
                  <a:pt x="26" y="29"/>
                </a:cubicBezTo>
                <a:cubicBezTo>
                  <a:pt x="26" y="29"/>
                  <a:pt x="26" y="29"/>
                  <a:pt x="26" y="29"/>
                </a:cubicBezTo>
                <a:cubicBezTo>
                  <a:pt x="26" y="29"/>
                  <a:pt x="26" y="28"/>
                  <a:pt x="26" y="28"/>
                </a:cubicBezTo>
                <a:cubicBezTo>
                  <a:pt x="25" y="28"/>
                  <a:pt x="25" y="28"/>
                  <a:pt x="25" y="28"/>
                </a:cubicBezTo>
                <a:cubicBezTo>
                  <a:pt x="25" y="28"/>
                  <a:pt x="25" y="27"/>
                  <a:pt x="25" y="27"/>
                </a:cubicBezTo>
                <a:cubicBezTo>
                  <a:pt x="25" y="26"/>
                  <a:pt x="25" y="25"/>
                  <a:pt x="26" y="25"/>
                </a:cubicBezTo>
                <a:cubicBezTo>
                  <a:pt x="26" y="25"/>
                  <a:pt x="27" y="24"/>
                  <a:pt x="27" y="25"/>
                </a:cubicBezTo>
                <a:cubicBezTo>
                  <a:pt x="28" y="25"/>
                  <a:pt x="28" y="25"/>
                  <a:pt x="28" y="25"/>
                </a:cubicBezTo>
                <a:cubicBezTo>
                  <a:pt x="28" y="25"/>
                  <a:pt x="28" y="26"/>
                  <a:pt x="29" y="26"/>
                </a:cubicBezTo>
                <a:cubicBezTo>
                  <a:pt x="29" y="26"/>
                  <a:pt x="29" y="27"/>
                  <a:pt x="29" y="27"/>
                </a:cubicBezTo>
                <a:cubicBezTo>
                  <a:pt x="29" y="27"/>
                  <a:pt x="29" y="27"/>
                  <a:pt x="29" y="27"/>
                </a:cubicBezTo>
                <a:cubicBezTo>
                  <a:pt x="30" y="28"/>
                  <a:pt x="30" y="28"/>
                  <a:pt x="30" y="28"/>
                </a:cubicBezTo>
                <a:cubicBezTo>
                  <a:pt x="30" y="28"/>
                  <a:pt x="31" y="28"/>
                  <a:pt x="31" y="28"/>
                </a:cubicBezTo>
                <a:cubicBezTo>
                  <a:pt x="31" y="28"/>
                  <a:pt x="31" y="28"/>
                  <a:pt x="31" y="28"/>
                </a:cubicBezTo>
                <a:cubicBezTo>
                  <a:pt x="31" y="28"/>
                  <a:pt x="32" y="28"/>
                  <a:pt x="32" y="29"/>
                </a:cubicBezTo>
                <a:cubicBezTo>
                  <a:pt x="32" y="29"/>
                  <a:pt x="32" y="29"/>
                  <a:pt x="32" y="30"/>
                </a:cubicBezTo>
                <a:cubicBezTo>
                  <a:pt x="31" y="30"/>
                  <a:pt x="31" y="31"/>
                  <a:pt x="30" y="31"/>
                </a:cubicBezTo>
                <a:close/>
                <a:moveTo>
                  <a:pt x="39" y="38"/>
                </a:moveTo>
                <a:cubicBezTo>
                  <a:pt x="37" y="38"/>
                  <a:pt x="37" y="37"/>
                  <a:pt x="36" y="36"/>
                </a:cubicBezTo>
                <a:cubicBezTo>
                  <a:pt x="36" y="36"/>
                  <a:pt x="36" y="35"/>
                  <a:pt x="36" y="34"/>
                </a:cubicBezTo>
                <a:cubicBezTo>
                  <a:pt x="36" y="34"/>
                  <a:pt x="36" y="33"/>
                  <a:pt x="37" y="33"/>
                </a:cubicBezTo>
                <a:cubicBezTo>
                  <a:pt x="37" y="32"/>
                  <a:pt x="38" y="32"/>
                  <a:pt x="39" y="31"/>
                </a:cubicBezTo>
                <a:cubicBezTo>
                  <a:pt x="40" y="31"/>
                  <a:pt x="40" y="32"/>
                  <a:pt x="41" y="32"/>
                </a:cubicBezTo>
                <a:cubicBezTo>
                  <a:pt x="42" y="33"/>
                  <a:pt x="42" y="34"/>
                  <a:pt x="42" y="35"/>
                </a:cubicBezTo>
                <a:cubicBezTo>
                  <a:pt x="42" y="36"/>
                  <a:pt x="42" y="36"/>
                  <a:pt x="42" y="37"/>
                </a:cubicBezTo>
                <a:cubicBezTo>
                  <a:pt x="42" y="37"/>
                  <a:pt x="42" y="38"/>
                  <a:pt x="41" y="39"/>
                </a:cubicBezTo>
                <a:cubicBezTo>
                  <a:pt x="41" y="39"/>
                  <a:pt x="40" y="39"/>
                  <a:pt x="40" y="39"/>
                </a:cubicBezTo>
                <a:cubicBezTo>
                  <a:pt x="40" y="38"/>
                  <a:pt x="40" y="38"/>
                  <a:pt x="40" y="38"/>
                </a:cubicBezTo>
                <a:cubicBezTo>
                  <a:pt x="40" y="38"/>
                  <a:pt x="40" y="39"/>
                  <a:pt x="40" y="39"/>
                </a:cubicBezTo>
                <a:cubicBezTo>
                  <a:pt x="40" y="38"/>
                  <a:pt x="39" y="38"/>
                  <a:pt x="39" y="38"/>
                </a:cubicBezTo>
                <a:close/>
                <a:moveTo>
                  <a:pt x="65" y="50"/>
                </a:moveTo>
                <a:cubicBezTo>
                  <a:pt x="65" y="50"/>
                  <a:pt x="64" y="51"/>
                  <a:pt x="64" y="51"/>
                </a:cubicBezTo>
                <a:cubicBezTo>
                  <a:pt x="64" y="50"/>
                  <a:pt x="64" y="51"/>
                  <a:pt x="63" y="51"/>
                </a:cubicBezTo>
                <a:cubicBezTo>
                  <a:pt x="63" y="51"/>
                  <a:pt x="63" y="51"/>
                  <a:pt x="63" y="51"/>
                </a:cubicBezTo>
                <a:cubicBezTo>
                  <a:pt x="64" y="51"/>
                  <a:pt x="64" y="51"/>
                  <a:pt x="64" y="51"/>
                </a:cubicBezTo>
                <a:cubicBezTo>
                  <a:pt x="64" y="51"/>
                  <a:pt x="64" y="52"/>
                  <a:pt x="65" y="52"/>
                </a:cubicBezTo>
                <a:cubicBezTo>
                  <a:pt x="65" y="52"/>
                  <a:pt x="65" y="53"/>
                  <a:pt x="64" y="53"/>
                </a:cubicBezTo>
                <a:cubicBezTo>
                  <a:pt x="64" y="53"/>
                  <a:pt x="64" y="53"/>
                  <a:pt x="64" y="53"/>
                </a:cubicBezTo>
                <a:cubicBezTo>
                  <a:pt x="64" y="53"/>
                  <a:pt x="64" y="54"/>
                  <a:pt x="63" y="54"/>
                </a:cubicBezTo>
                <a:cubicBezTo>
                  <a:pt x="63" y="54"/>
                  <a:pt x="63" y="54"/>
                  <a:pt x="63" y="54"/>
                </a:cubicBezTo>
                <a:cubicBezTo>
                  <a:pt x="63" y="55"/>
                  <a:pt x="62" y="55"/>
                  <a:pt x="62" y="55"/>
                </a:cubicBezTo>
                <a:cubicBezTo>
                  <a:pt x="62" y="55"/>
                  <a:pt x="62" y="54"/>
                  <a:pt x="62" y="54"/>
                </a:cubicBezTo>
                <a:cubicBezTo>
                  <a:pt x="61" y="55"/>
                  <a:pt x="61" y="54"/>
                  <a:pt x="60" y="54"/>
                </a:cubicBezTo>
                <a:cubicBezTo>
                  <a:pt x="60" y="54"/>
                  <a:pt x="60" y="54"/>
                  <a:pt x="60" y="54"/>
                </a:cubicBezTo>
                <a:cubicBezTo>
                  <a:pt x="60" y="53"/>
                  <a:pt x="60" y="53"/>
                  <a:pt x="60" y="53"/>
                </a:cubicBezTo>
                <a:cubicBezTo>
                  <a:pt x="59" y="53"/>
                  <a:pt x="59" y="53"/>
                  <a:pt x="59" y="53"/>
                </a:cubicBezTo>
                <a:cubicBezTo>
                  <a:pt x="59" y="52"/>
                  <a:pt x="59" y="52"/>
                  <a:pt x="59" y="52"/>
                </a:cubicBezTo>
                <a:cubicBezTo>
                  <a:pt x="59" y="52"/>
                  <a:pt x="59" y="51"/>
                  <a:pt x="59" y="51"/>
                </a:cubicBezTo>
                <a:cubicBezTo>
                  <a:pt x="59" y="51"/>
                  <a:pt x="59" y="51"/>
                  <a:pt x="59" y="50"/>
                </a:cubicBezTo>
                <a:cubicBezTo>
                  <a:pt x="60" y="50"/>
                  <a:pt x="59" y="50"/>
                  <a:pt x="59" y="50"/>
                </a:cubicBezTo>
                <a:cubicBezTo>
                  <a:pt x="60" y="50"/>
                  <a:pt x="60" y="50"/>
                  <a:pt x="60" y="50"/>
                </a:cubicBezTo>
                <a:cubicBezTo>
                  <a:pt x="60" y="50"/>
                  <a:pt x="60" y="50"/>
                  <a:pt x="60" y="50"/>
                </a:cubicBezTo>
                <a:cubicBezTo>
                  <a:pt x="60" y="50"/>
                  <a:pt x="60" y="50"/>
                  <a:pt x="61" y="49"/>
                </a:cubicBezTo>
                <a:cubicBezTo>
                  <a:pt x="61" y="49"/>
                  <a:pt x="61" y="49"/>
                  <a:pt x="61" y="50"/>
                </a:cubicBezTo>
                <a:cubicBezTo>
                  <a:pt x="61" y="49"/>
                  <a:pt x="61" y="49"/>
                  <a:pt x="60" y="49"/>
                </a:cubicBezTo>
                <a:cubicBezTo>
                  <a:pt x="61" y="49"/>
                  <a:pt x="61"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49"/>
                  <a:pt x="63" y="49"/>
                  <a:pt x="63" y="49"/>
                </a:cubicBezTo>
                <a:cubicBezTo>
                  <a:pt x="64" y="49"/>
                  <a:pt x="64" y="49"/>
                  <a:pt x="64" y="49"/>
                </a:cubicBezTo>
                <a:cubicBezTo>
                  <a:pt x="65" y="49"/>
                  <a:pt x="65" y="49"/>
                  <a:pt x="65" y="49"/>
                </a:cubicBezTo>
                <a:cubicBezTo>
                  <a:pt x="65" y="50"/>
                  <a:pt x="65" y="50"/>
                  <a:pt x="65" y="50"/>
                </a:cubicBezTo>
                <a:close/>
                <a:moveTo>
                  <a:pt x="47" y="49"/>
                </a:moveTo>
                <a:cubicBezTo>
                  <a:pt x="47" y="49"/>
                  <a:pt x="47" y="49"/>
                  <a:pt x="47" y="49"/>
                </a:cubicBezTo>
                <a:cubicBezTo>
                  <a:pt x="47" y="50"/>
                  <a:pt x="47" y="50"/>
                  <a:pt x="47" y="50"/>
                </a:cubicBezTo>
                <a:cubicBezTo>
                  <a:pt x="46" y="50"/>
                  <a:pt x="46" y="50"/>
                  <a:pt x="46" y="50"/>
                </a:cubicBezTo>
                <a:cubicBezTo>
                  <a:pt x="46" y="49"/>
                  <a:pt x="46" y="50"/>
                  <a:pt x="46" y="50"/>
                </a:cubicBezTo>
                <a:cubicBezTo>
                  <a:pt x="46" y="50"/>
                  <a:pt x="46" y="50"/>
                  <a:pt x="46" y="50"/>
                </a:cubicBezTo>
                <a:cubicBezTo>
                  <a:pt x="46" y="50"/>
                  <a:pt x="46" y="51"/>
                  <a:pt x="45" y="51"/>
                </a:cubicBezTo>
                <a:cubicBezTo>
                  <a:pt x="45" y="52"/>
                  <a:pt x="46" y="52"/>
                  <a:pt x="46" y="52"/>
                </a:cubicBezTo>
                <a:cubicBezTo>
                  <a:pt x="46" y="53"/>
                  <a:pt x="46" y="53"/>
                  <a:pt x="46" y="53"/>
                </a:cubicBezTo>
                <a:cubicBezTo>
                  <a:pt x="47" y="53"/>
                  <a:pt x="47" y="53"/>
                  <a:pt x="47" y="53"/>
                </a:cubicBezTo>
                <a:cubicBezTo>
                  <a:pt x="47" y="53"/>
                  <a:pt x="47" y="53"/>
                  <a:pt x="47" y="54"/>
                </a:cubicBezTo>
                <a:cubicBezTo>
                  <a:pt x="47" y="54"/>
                  <a:pt x="47" y="54"/>
                  <a:pt x="47" y="54"/>
                </a:cubicBezTo>
                <a:cubicBezTo>
                  <a:pt x="47" y="54"/>
                  <a:pt x="47" y="54"/>
                  <a:pt x="47" y="54"/>
                </a:cubicBezTo>
                <a:cubicBezTo>
                  <a:pt x="46" y="53"/>
                  <a:pt x="45" y="53"/>
                  <a:pt x="45" y="52"/>
                </a:cubicBezTo>
                <a:cubicBezTo>
                  <a:pt x="45" y="52"/>
                  <a:pt x="45" y="52"/>
                  <a:pt x="45" y="52"/>
                </a:cubicBezTo>
                <a:cubicBezTo>
                  <a:pt x="45" y="52"/>
                  <a:pt x="44" y="51"/>
                  <a:pt x="44" y="51"/>
                </a:cubicBezTo>
                <a:cubicBezTo>
                  <a:pt x="43" y="51"/>
                  <a:pt x="43" y="50"/>
                  <a:pt x="42" y="50"/>
                </a:cubicBezTo>
                <a:cubicBezTo>
                  <a:pt x="42" y="50"/>
                  <a:pt x="42" y="50"/>
                  <a:pt x="42" y="49"/>
                </a:cubicBezTo>
                <a:cubicBezTo>
                  <a:pt x="42" y="49"/>
                  <a:pt x="43" y="49"/>
                  <a:pt x="43" y="48"/>
                </a:cubicBezTo>
                <a:cubicBezTo>
                  <a:pt x="43" y="48"/>
                  <a:pt x="43" y="48"/>
                  <a:pt x="44" y="48"/>
                </a:cubicBezTo>
                <a:cubicBezTo>
                  <a:pt x="44" y="48"/>
                  <a:pt x="44" y="48"/>
                  <a:pt x="44" y="47"/>
                </a:cubicBezTo>
                <a:cubicBezTo>
                  <a:pt x="44" y="47"/>
                  <a:pt x="45" y="46"/>
                  <a:pt x="45" y="46"/>
                </a:cubicBezTo>
                <a:cubicBezTo>
                  <a:pt x="46" y="46"/>
                  <a:pt x="46" y="46"/>
                  <a:pt x="46" y="46"/>
                </a:cubicBezTo>
                <a:cubicBezTo>
                  <a:pt x="46" y="46"/>
                  <a:pt x="47" y="46"/>
                  <a:pt x="47" y="47"/>
                </a:cubicBezTo>
                <a:cubicBezTo>
                  <a:pt x="48" y="48"/>
                  <a:pt x="47" y="48"/>
                  <a:pt x="47" y="49"/>
                </a:cubicBezTo>
                <a:close/>
                <a:moveTo>
                  <a:pt x="8" y="13"/>
                </a:moveTo>
                <a:cubicBezTo>
                  <a:pt x="8" y="13"/>
                  <a:pt x="8" y="13"/>
                  <a:pt x="8" y="13"/>
                </a:cubicBezTo>
                <a:cubicBezTo>
                  <a:pt x="8" y="13"/>
                  <a:pt x="9" y="13"/>
                  <a:pt x="9" y="13"/>
                </a:cubicBezTo>
                <a:cubicBezTo>
                  <a:pt x="9" y="14"/>
                  <a:pt x="8" y="13"/>
                  <a:pt x="8" y="13"/>
                </a:cubicBezTo>
                <a:cubicBezTo>
                  <a:pt x="8" y="13"/>
                  <a:pt x="7" y="13"/>
                  <a:pt x="8" y="13"/>
                </a:cubicBezTo>
                <a:cubicBezTo>
                  <a:pt x="8" y="13"/>
                  <a:pt x="7" y="13"/>
                  <a:pt x="7" y="13"/>
                </a:cubicBezTo>
                <a:cubicBezTo>
                  <a:pt x="7" y="13"/>
                  <a:pt x="6" y="13"/>
                  <a:pt x="6" y="13"/>
                </a:cubicBezTo>
                <a:cubicBezTo>
                  <a:pt x="5" y="13"/>
                  <a:pt x="5" y="13"/>
                  <a:pt x="4" y="12"/>
                </a:cubicBezTo>
                <a:cubicBezTo>
                  <a:pt x="4" y="12"/>
                  <a:pt x="4" y="12"/>
                  <a:pt x="4" y="12"/>
                </a:cubicBezTo>
                <a:cubicBezTo>
                  <a:pt x="5" y="12"/>
                  <a:pt x="5" y="11"/>
                  <a:pt x="4" y="11"/>
                </a:cubicBezTo>
                <a:cubicBezTo>
                  <a:pt x="4" y="11"/>
                  <a:pt x="5" y="11"/>
                  <a:pt x="5" y="11"/>
                </a:cubicBezTo>
                <a:cubicBezTo>
                  <a:pt x="5" y="11"/>
                  <a:pt x="5" y="11"/>
                  <a:pt x="5" y="10"/>
                </a:cubicBezTo>
                <a:cubicBezTo>
                  <a:pt x="5" y="10"/>
                  <a:pt x="5" y="10"/>
                  <a:pt x="6" y="10"/>
                </a:cubicBezTo>
                <a:cubicBezTo>
                  <a:pt x="6" y="10"/>
                  <a:pt x="5" y="10"/>
                  <a:pt x="6" y="9"/>
                </a:cubicBezTo>
                <a:cubicBezTo>
                  <a:pt x="6" y="9"/>
                  <a:pt x="6" y="9"/>
                  <a:pt x="6" y="10"/>
                </a:cubicBezTo>
                <a:cubicBezTo>
                  <a:pt x="6" y="10"/>
                  <a:pt x="7" y="10"/>
                  <a:pt x="7" y="11"/>
                </a:cubicBezTo>
                <a:cubicBezTo>
                  <a:pt x="8" y="11"/>
                  <a:pt x="8" y="11"/>
                  <a:pt x="8" y="11"/>
                </a:cubicBezTo>
                <a:cubicBezTo>
                  <a:pt x="9" y="11"/>
                  <a:pt x="9" y="11"/>
                  <a:pt x="9" y="12"/>
                </a:cubicBezTo>
                <a:cubicBezTo>
                  <a:pt x="9" y="12"/>
                  <a:pt x="9" y="12"/>
                  <a:pt x="9" y="12"/>
                </a:cubicBezTo>
                <a:cubicBezTo>
                  <a:pt x="9" y="13"/>
                  <a:pt x="9" y="13"/>
                  <a:pt x="8" y="13"/>
                </a:cubicBezTo>
                <a:cubicBezTo>
                  <a:pt x="8" y="13"/>
                  <a:pt x="8" y="13"/>
                  <a:pt x="8" y="13"/>
                </a:cubicBezTo>
                <a:close/>
                <a:moveTo>
                  <a:pt x="115" y="63"/>
                </a:moveTo>
                <a:cubicBezTo>
                  <a:pt x="115" y="62"/>
                  <a:pt x="115" y="63"/>
                  <a:pt x="115" y="63"/>
                </a:cubicBezTo>
                <a:cubicBezTo>
                  <a:pt x="115" y="63"/>
                  <a:pt x="114" y="63"/>
                  <a:pt x="114" y="63"/>
                </a:cubicBezTo>
                <a:cubicBezTo>
                  <a:pt x="114" y="63"/>
                  <a:pt x="114" y="62"/>
                  <a:pt x="114" y="62"/>
                </a:cubicBezTo>
                <a:cubicBezTo>
                  <a:pt x="114" y="62"/>
                  <a:pt x="114" y="62"/>
                  <a:pt x="113" y="62"/>
                </a:cubicBezTo>
                <a:cubicBezTo>
                  <a:pt x="113" y="62"/>
                  <a:pt x="113" y="62"/>
                  <a:pt x="113" y="62"/>
                </a:cubicBezTo>
                <a:cubicBezTo>
                  <a:pt x="113" y="62"/>
                  <a:pt x="113" y="61"/>
                  <a:pt x="114" y="61"/>
                </a:cubicBezTo>
                <a:cubicBezTo>
                  <a:pt x="114" y="61"/>
                  <a:pt x="114" y="61"/>
                  <a:pt x="114" y="61"/>
                </a:cubicBezTo>
                <a:cubicBezTo>
                  <a:pt x="114" y="62"/>
                  <a:pt x="114" y="61"/>
                  <a:pt x="115" y="61"/>
                </a:cubicBezTo>
                <a:cubicBezTo>
                  <a:pt x="115" y="61"/>
                  <a:pt x="115" y="61"/>
                  <a:pt x="115" y="61"/>
                </a:cubicBezTo>
                <a:cubicBezTo>
                  <a:pt x="115" y="61"/>
                  <a:pt x="115" y="61"/>
                  <a:pt x="115" y="61"/>
                </a:cubicBezTo>
                <a:cubicBezTo>
                  <a:pt x="115" y="61"/>
                  <a:pt x="115" y="60"/>
                  <a:pt x="115" y="60"/>
                </a:cubicBezTo>
                <a:cubicBezTo>
                  <a:pt x="115" y="60"/>
                  <a:pt x="115" y="60"/>
                  <a:pt x="115" y="61"/>
                </a:cubicBezTo>
                <a:cubicBezTo>
                  <a:pt x="115" y="61"/>
                  <a:pt x="116" y="61"/>
                  <a:pt x="116" y="61"/>
                </a:cubicBezTo>
                <a:cubicBezTo>
                  <a:pt x="116" y="61"/>
                  <a:pt x="117" y="61"/>
                  <a:pt x="117" y="61"/>
                </a:cubicBezTo>
                <a:cubicBezTo>
                  <a:pt x="117" y="61"/>
                  <a:pt x="117" y="61"/>
                  <a:pt x="117" y="61"/>
                </a:cubicBezTo>
                <a:cubicBezTo>
                  <a:pt x="117" y="61"/>
                  <a:pt x="118" y="61"/>
                  <a:pt x="118" y="61"/>
                </a:cubicBezTo>
                <a:cubicBezTo>
                  <a:pt x="118" y="61"/>
                  <a:pt x="118" y="61"/>
                  <a:pt x="119" y="62"/>
                </a:cubicBezTo>
                <a:cubicBezTo>
                  <a:pt x="119" y="62"/>
                  <a:pt x="119" y="62"/>
                  <a:pt x="119" y="62"/>
                </a:cubicBezTo>
                <a:cubicBezTo>
                  <a:pt x="119" y="63"/>
                  <a:pt x="119" y="63"/>
                  <a:pt x="119" y="63"/>
                </a:cubicBezTo>
                <a:cubicBezTo>
                  <a:pt x="119" y="63"/>
                  <a:pt x="119" y="63"/>
                  <a:pt x="119" y="63"/>
                </a:cubicBezTo>
                <a:cubicBezTo>
                  <a:pt x="118" y="64"/>
                  <a:pt x="118" y="64"/>
                  <a:pt x="118" y="64"/>
                </a:cubicBezTo>
                <a:cubicBezTo>
                  <a:pt x="118" y="64"/>
                  <a:pt x="118" y="64"/>
                  <a:pt x="117" y="64"/>
                </a:cubicBezTo>
                <a:cubicBezTo>
                  <a:pt x="117" y="64"/>
                  <a:pt x="117" y="63"/>
                  <a:pt x="117" y="63"/>
                </a:cubicBezTo>
                <a:cubicBezTo>
                  <a:pt x="117" y="63"/>
                  <a:pt x="117" y="63"/>
                  <a:pt x="117" y="63"/>
                </a:cubicBezTo>
                <a:cubicBezTo>
                  <a:pt x="117" y="63"/>
                  <a:pt x="117" y="63"/>
                  <a:pt x="117" y="63"/>
                </a:cubicBezTo>
                <a:cubicBezTo>
                  <a:pt x="117" y="63"/>
                  <a:pt x="117" y="63"/>
                  <a:pt x="117" y="63"/>
                </a:cubicBezTo>
                <a:cubicBezTo>
                  <a:pt x="116" y="63"/>
                  <a:pt x="116" y="63"/>
                  <a:pt x="116" y="63"/>
                </a:cubicBezTo>
                <a:cubicBezTo>
                  <a:pt x="116" y="63"/>
                  <a:pt x="115" y="63"/>
                  <a:pt x="115" y="63"/>
                </a:cubicBezTo>
                <a:close/>
                <a:moveTo>
                  <a:pt x="101" y="48"/>
                </a:moveTo>
                <a:cubicBezTo>
                  <a:pt x="100" y="48"/>
                  <a:pt x="100" y="47"/>
                  <a:pt x="100" y="46"/>
                </a:cubicBezTo>
                <a:cubicBezTo>
                  <a:pt x="100" y="46"/>
                  <a:pt x="100" y="46"/>
                  <a:pt x="100" y="45"/>
                </a:cubicBezTo>
                <a:cubicBezTo>
                  <a:pt x="101" y="45"/>
                  <a:pt x="101" y="45"/>
                  <a:pt x="102" y="45"/>
                </a:cubicBezTo>
                <a:cubicBezTo>
                  <a:pt x="102" y="45"/>
                  <a:pt x="103" y="45"/>
                  <a:pt x="103" y="46"/>
                </a:cubicBezTo>
                <a:cubicBezTo>
                  <a:pt x="103" y="46"/>
                  <a:pt x="103" y="46"/>
                  <a:pt x="103" y="46"/>
                </a:cubicBezTo>
                <a:cubicBezTo>
                  <a:pt x="103" y="47"/>
                  <a:pt x="103" y="47"/>
                  <a:pt x="102" y="47"/>
                </a:cubicBezTo>
                <a:cubicBezTo>
                  <a:pt x="102" y="47"/>
                  <a:pt x="103" y="47"/>
                  <a:pt x="103" y="48"/>
                </a:cubicBezTo>
                <a:cubicBezTo>
                  <a:pt x="103" y="48"/>
                  <a:pt x="103" y="48"/>
                  <a:pt x="103" y="48"/>
                </a:cubicBezTo>
                <a:cubicBezTo>
                  <a:pt x="103" y="48"/>
                  <a:pt x="104" y="48"/>
                  <a:pt x="104" y="48"/>
                </a:cubicBezTo>
                <a:cubicBezTo>
                  <a:pt x="104" y="48"/>
                  <a:pt x="104" y="48"/>
                  <a:pt x="104" y="48"/>
                </a:cubicBezTo>
                <a:cubicBezTo>
                  <a:pt x="104" y="48"/>
                  <a:pt x="104" y="48"/>
                  <a:pt x="104" y="49"/>
                </a:cubicBezTo>
                <a:cubicBezTo>
                  <a:pt x="104" y="49"/>
                  <a:pt x="104" y="49"/>
                  <a:pt x="104" y="49"/>
                </a:cubicBezTo>
                <a:cubicBezTo>
                  <a:pt x="104" y="49"/>
                  <a:pt x="104" y="49"/>
                  <a:pt x="104" y="49"/>
                </a:cubicBezTo>
                <a:cubicBezTo>
                  <a:pt x="103" y="49"/>
                  <a:pt x="102" y="49"/>
                  <a:pt x="102" y="48"/>
                </a:cubicBezTo>
                <a:cubicBezTo>
                  <a:pt x="102" y="48"/>
                  <a:pt x="102" y="48"/>
                  <a:pt x="101" y="48"/>
                </a:cubicBezTo>
                <a:close/>
                <a:moveTo>
                  <a:pt x="28" y="39"/>
                </a:moveTo>
                <a:cubicBezTo>
                  <a:pt x="28" y="40"/>
                  <a:pt x="27" y="40"/>
                  <a:pt x="27" y="40"/>
                </a:cubicBezTo>
                <a:cubicBezTo>
                  <a:pt x="27" y="40"/>
                  <a:pt x="27" y="40"/>
                  <a:pt x="27" y="40"/>
                </a:cubicBezTo>
                <a:cubicBezTo>
                  <a:pt x="27" y="39"/>
                  <a:pt x="26" y="38"/>
                  <a:pt x="26" y="38"/>
                </a:cubicBezTo>
                <a:cubicBezTo>
                  <a:pt x="26" y="38"/>
                  <a:pt x="26" y="37"/>
                  <a:pt x="26" y="37"/>
                </a:cubicBezTo>
                <a:cubicBezTo>
                  <a:pt x="26" y="37"/>
                  <a:pt x="26" y="36"/>
                  <a:pt x="26" y="36"/>
                </a:cubicBezTo>
                <a:cubicBezTo>
                  <a:pt x="26" y="36"/>
                  <a:pt x="26" y="35"/>
                  <a:pt x="25" y="34"/>
                </a:cubicBezTo>
                <a:cubicBezTo>
                  <a:pt x="25" y="34"/>
                  <a:pt x="25" y="34"/>
                  <a:pt x="25" y="34"/>
                </a:cubicBezTo>
                <a:cubicBezTo>
                  <a:pt x="25" y="34"/>
                  <a:pt x="26" y="34"/>
                  <a:pt x="26" y="34"/>
                </a:cubicBezTo>
                <a:cubicBezTo>
                  <a:pt x="26" y="34"/>
                  <a:pt x="26" y="34"/>
                  <a:pt x="26" y="34"/>
                </a:cubicBezTo>
                <a:cubicBezTo>
                  <a:pt x="26" y="34"/>
                  <a:pt x="26" y="34"/>
                  <a:pt x="26" y="34"/>
                </a:cubicBezTo>
                <a:cubicBezTo>
                  <a:pt x="27" y="35"/>
                  <a:pt x="27" y="36"/>
                  <a:pt x="27" y="37"/>
                </a:cubicBezTo>
                <a:cubicBezTo>
                  <a:pt x="27" y="38"/>
                  <a:pt x="28" y="38"/>
                  <a:pt x="28" y="39"/>
                </a:cubicBezTo>
                <a:close/>
                <a:moveTo>
                  <a:pt x="53" y="55"/>
                </a:moveTo>
                <a:cubicBezTo>
                  <a:pt x="53" y="55"/>
                  <a:pt x="53" y="55"/>
                  <a:pt x="53" y="55"/>
                </a:cubicBezTo>
                <a:cubicBezTo>
                  <a:pt x="52" y="55"/>
                  <a:pt x="52" y="55"/>
                  <a:pt x="52" y="55"/>
                </a:cubicBezTo>
                <a:cubicBezTo>
                  <a:pt x="51" y="55"/>
                  <a:pt x="51" y="55"/>
                  <a:pt x="50" y="54"/>
                </a:cubicBezTo>
                <a:cubicBezTo>
                  <a:pt x="50" y="54"/>
                  <a:pt x="49" y="54"/>
                  <a:pt x="48" y="54"/>
                </a:cubicBezTo>
                <a:cubicBezTo>
                  <a:pt x="48" y="53"/>
                  <a:pt x="48" y="53"/>
                  <a:pt x="48" y="53"/>
                </a:cubicBezTo>
                <a:cubicBezTo>
                  <a:pt x="49" y="53"/>
                  <a:pt x="49" y="53"/>
                  <a:pt x="49" y="53"/>
                </a:cubicBezTo>
                <a:cubicBezTo>
                  <a:pt x="50" y="53"/>
                  <a:pt x="50" y="53"/>
                  <a:pt x="51" y="53"/>
                </a:cubicBezTo>
                <a:cubicBezTo>
                  <a:pt x="51" y="53"/>
                  <a:pt x="51" y="53"/>
                  <a:pt x="51" y="53"/>
                </a:cubicBezTo>
                <a:cubicBezTo>
                  <a:pt x="51" y="53"/>
                  <a:pt x="52" y="53"/>
                  <a:pt x="53" y="54"/>
                </a:cubicBezTo>
                <a:cubicBezTo>
                  <a:pt x="53" y="54"/>
                  <a:pt x="53" y="55"/>
                  <a:pt x="53" y="55"/>
                </a:cubicBezTo>
                <a:cubicBezTo>
                  <a:pt x="54" y="55"/>
                  <a:pt x="54" y="55"/>
                  <a:pt x="53" y="55"/>
                </a:cubicBezTo>
                <a:close/>
                <a:moveTo>
                  <a:pt x="119" y="65"/>
                </a:moveTo>
                <a:cubicBezTo>
                  <a:pt x="119" y="65"/>
                  <a:pt x="119" y="65"/>
                  <a:pt x="118" y="65"/>
                </a:cubicBezTo>
                <a:cubicBezTo>
                  <a:pt x="118" y="65"/>
                  <a:pt x="118" y="65"/>
                  <a:pt x="118" y="65"/>
                </a:cubicBezTo>
                <a:cubicBezTo>
                  <a:pt x="117" y="65"/>
                  <a:pt x="117" y="65"/>
                  <a:pt x="117" y="65"/>
                </a:cubicBezTo>
                <a:cubicBezTo>
                  <a:pt x="117" y="65"/>
                  <a:pt x="117" y="65"/>
                  <a:pt x="117" y="65"/>
                </a:cubicBezTo>
                <a:cubicBezTo>
                  <a:pt x="117" y="65"/>
                  <a:pt x="117" y="65"/>
                  <a:pt x="117" y="65"/>
                </a:cubicBezTo>
                <a:cubicBezTo>
                  <a:pt x="117" y="65"/>
                  <a:pt x="117" y="64"/>
                  <a:pt x="117" y="64"/>
                </a:cubicBezTo>
                <a:cubicBezTo>
                  <a:pt x="117" y="64"/>
                  <a:pt x="117" y="64"/>
                  <a:pt x="117" y="65"/>
                </a:cubicBezTo>
                <a:cubicBezTo>
                  <a:pt x="117" y="65"/>
                  <a:pt x="118" y="65"/>
                  <a:pt x="118" y="64"/>
                </a:cubicBezTo>
                <a:cubicBezTo>
                  <a:pt x="118" y="64"/>
                  <a:pt x="118" y="64"/>
                  <a:pt x="118" y="64"/>
                </a:cubicBezTo>
                <a:cubicBezTo>
                  <a:pt x="119" y="64"/>
                  <a:pt x="119" y="64"/>
                  <a:pt x="119" y="63"/>
                </a:cubicBezTo>
                <a:cubicBezTo>
                  <a:pt x="119" y="63"/>
                  <a:pt x="119" y="63"/>
                  <a:pt x="119" y="63"/>
                </a:cubicBezTo>
                <a:cubicBezTo>
                  <a:pt x="119" y="63"/>
                  <a:pt x="119" y="63"/>
                  <a:pt x="119" y="62"/>
                </a:cubicBezTo>
                <a:cubicBezTo>
                  <a:pt x="119" y="62"/>
                  <a:pt x="119" y="62"/>
                  <a:pt x="120" y="62"/>
                </a:cubicBezTo>
                <a:cubicBezTo>
                  <a:pt x="120" y="62"/>
                  <a:pt x="120" y="62"/>
                  <a:pt x="120" y="62"/>
                </a:cubicBezTo>
                <a:cubicBezTo>
                  <a:pt x="120" y="62"/>
                  <a:pt x="120" y="63"/>
                  <a:pt x="120" y="63"/>
                </a:cubicBezTo>
                <a:cubicBezTo>
                  <a:pt x="120" y="63"/>
                  <a:pt x="121" y="63"/>
                  <a:pt x="121" y="63"/>
                </a:cubicBezTo>
                <a:cubicBezTo>
                  <a:pt x="121" y="63"/>
                  <a:pt x="121" y="63"/>
                  <a:pt x="121" y="63"/>
                </a:cubicBezTo>
                <a:cubicBezTo>
                  <a:pt x="122" y="64"/>
                  <a:pt x="122" y="64"/>
                  <a:pt x="121" y="64"/>
                </a:cubicBezTo>
                <a:cubicBezTo>
                  <a:pt x="121" y="64"/>
                  <a:pt x="121" y="64"/>
                  <a:pt x="121" y="65"/>
                </a:cubicBezTo>
                <a:cubicBezTo>
                  <a:pt x="121" y="65"/>
                  <a:pt x="120" y="65"/>
                  <a:pt x="120" y="65"/>
                </a:cubicBezTo>
                <a:cubicBezTo>
                  <a:pt x="120" y="65"/>
                  <a:pt x="120" y="65"/>
                  <a:pt x="120" y="65"/>
                </a:cubicBezTo>
                <a:cubicBezTo>
                  <a:pt x="119" y="65"/>
                  <a:pt x="119" y="64"/>
                  <a:pt x="119" y="65"/>
                </a:cubicBezTo>
                <a:close/>
                <a:moveTo>
                  <a:pt x="68" y="56"/>
                </a:moveTo>
                <a:cubicBezTo>
                  <a:pt x="68" y="56"/>
                  <a:pt x="68" y="56"/>
                  <a:pt x="68" y="56"/>
                </a:cubicBezTo>
                <a:cubicBezTo>
                  <a:pt x="67" y="56"/>
                  <a:pt x="67" y="56"/>
                  <a:pt x="67" y="56"/>
                </a:cubicBezTo>
                <a:cubicBezTo>
                  <a:pt x="67" y="56"/>
                  <a:pt x="67" y="56"/>
                  <a:pt x="66" y="56"/>
                </a:cubicBezTo>
                <a:cubicBezTo>
                  <a:pt x="66" y="56"/>
                  <a:pt x="66" y="56"/>
                  <a:pt x="66" y="56"/>
                </a:cubicBezTo>
                <a:cubicBezTo>
                  <a:pt x="65" y="55"/>
                  <a:pt x="65" y="55"/>
                  <a:pt x="65" y="54"/>
                </a:cubicBezTo>
                <a:cubicBezTo>
                  <a:pt x="66" y="54"/>
                  <a:pt x="67" y="54"/>
                  <a:pt x="67" y="53"/>
                </a:cubicBezTo>
                <a:cubicBezTo>
                  <a:pt x="67" y="53"/>
                  <a:pt x="67" y="54"/>
                  <a:pt x="67" y="54"/>
                </a:cubicBezTo>
                <a:cubicBezTo>
                  <a:pt x="67" y="54"/>
                  <a:pt x="67" y="54"/>
                  <a:pt x="67" y="54"/>
                </a:cubicBezTo>
                <a:cubicBezTo>
                  <a:pt x="67" y="55"/>
                  <a:pt x="67" y="55"/>
                  <a:pt x="68" y="55"/>
                </a:cubicBezTo>
                <a:cubicBezTo>
                  <a:pt x="68" y="55"/>
                  <a:pt x="68" y="55"/>
                  <a:pt x="68" y="56"/>
                </a:cubicBezTo>
                <a:close/>
                <a:moveTo>
                  <a:pt x="3" y="19"/>
                </a:moveTo>
                <a:cubicBezTo>
                  <a:pt x="3" y="19"/>
                  <a:pt x="3" y="20"/>
                  <a:pt x="3" y="20"/>
                </a:cubicBezTo>
                <a:cubicBezTo>
                  <a:pt x="2" y="20"/>
                  <a:pt x="1" y="20"/>
                  <a:pt x="1" y="20"/>
                </a:cubicBezTo>
                <a:cubicBezTo>
                  <a:pt x="0" y="20"/>
                  <a:pt x="0" y="20"/>
                  <a:pt x="0" y="20"/>
                </a:cubicBezTo>
                <a:cubicBezTo>
                  <a:pt x="0" y="20"/>
                  <a:pt x="0" y="20"/>
                  <a:pt x="0" y="19"/>
                </a:cubicBezTo>
                <a:cubicBezTo>
                  <a:pt x="0" y="19"/>
                  <a:pt x="0" y="19"/>
                  <a:pt x="0" y="19"/>
                </a:cubicBezTo>
                <a:cubicBezTo>
                  <a:pt x="1" y="19"/>
                  <a:pt x="1" y="19"/>
                  <a:pt x="1" y="19"/>
                </a:cubicBezTo>
                <a:cubicBezTo>
                  <a:pt x="1" y="18"/>
                  <a:pt x="2" y="19"/>
                  <a:pt x="2" y="19"/>
                </a:cubicBezTo>
                <a:cubicBezTo>
                  <a:pt x="2" y="19"/>
                  <a:pt x="2" y="19"/>
                  <a:pt x="2" y="19"/>
                </a:cubicBezTo>
                <a:cubicBezTo>
                  <a:pt x="2" y="19"/>
                  <a:pt x="3" y="19"/>
                  <a:pt x="3" y="19"/>
                </a:cubicBezTo>
                <a:close/>
                <a:moveTo>
                  <a:pt x="57" y="22"/>
                </a:moveTo>
                <a:cubicBezTo>
                  <a:pt x="56" y="23"/>
                  <a:pt x="56" y="22"/>
                  <a:pt x="55" y="22"/>
                </a:cubicBezTo>
                <a:cubicBezTo>
                  <a:pt x="55" y="21"/>
                  <a:pt x="55" y="21"/>
                  <a:pt x="55" y="21"/>
                </a:cubicBezTo>
                <a:cubicBezTo>
                  <a:pt x="55" y="21"/>
                  <a:pt x="56" y="20"/>
                  <a:pt x="56" y="20"/>
                </a:cubicBezTo>
                <a:cubicBezTo>
                  <a:pt x="56" y="20"/>
                  <a:pt x="57" y="20"/>
                  <a:pt x="57" y="21"/>
                </a:cubicBezTo>
                <a:cubicBezTo>
                  <a:pt x="57" y="21"/>
                  <a:pt x="57" y="21"/>
                  <a:pt x="57" y="21"/>
                </a:cubicBezTo>
                <a:cubicBezTo>
                  <a:pt x="58" y="21"/>
                  <a:pt x="57" y="22"/>
                  <a:pt x="58" y="22"/>
                </a:cubicBezTo>
                <a:cubicBezTo>
                  <a:pt x="58" y="22"/>
                  <a:pt x="58" y="22"/>
                  <a:pt x="57" y="22"/>
                </a:cubicBezTo>
                <a:close/>
                <a:moveTo>
                  <a:pt x="16" y="9"/>
                </a:moveTo>
                <a:cubicBezTo>
                  <a:pt x="15" y="8"/>
                  <a:pt x="15" y="9"/>
                  <a:pt x="15" y="9"/>
                </a:cubicBezTo>
                <a:cubicBezTo>
                  <a:pt x="15" y="9"/>
                  <a:pt x="15" y="9"/>
                  <a:pt x="15" y="10"/>
                </a:cubicBezTo>
                <a:cubicBezTo>
                  <a:pt x="15" y="10"/>
                  <a:pt x="14" y="10"/>
                  <a:pt x="14" y="10"/>
                </a:cubicBezTo>
                <a:cubicBezTo>
                  <a:pt x="14" y="10"/>
                  <a:pt x="14" y="10"/>
                  <a:pt x="14" y="10"/>
                </a:cubicBezTo>
                <a:cubicBezTo>
                  <a:pt x="14" y="10"/>
                  <a:pt x="14" y="9"/>
                  <a:pt x="14" y="9"/>
                </a:cubicBezTo>
                <a:cubicBezTo>
                  <a:pt x="14" y="10"/>
                  <a:pt x="14" y="10"/>
                  <a:pt x="14" y="10"/>
                </a:cubicBezTo>
                <a:cubicBezTo>
                  <a:pt x="13" y="10"/>
                  <a:pt x="13" y="10"/>
                  <a:pt x="13" y="10"/>
                </a:cubicBezTo>
                <a:cubicBezTo>
                  <a:pt x="13" y="10"/>
                  <a:pt x="13" y="10"/>
                  <a:pt x="13" y="9"/>
                </a:cubicBezTo>
                <a:cubicBezTo>
                  <a:pt x="13" y="9"/>
                  <a:pt x="13" y="9"/>
                  <a:pt x="13" y="9"/>
                </a:cubicBezTo>
                <a:cubicBezTo>
                  <a:pt x="14" y="9"/>
                  <a:pt x="14" y="9"/>
                  <a:pt x="14" y="8"/>
                </a:cubicBezTo>
                <a:cubicBezTo>
                  <a:pt x="14" y="8"/>
                  <a:pt x="14" y="8"/>
                  <a:pt x="14" y="8"/>
                </a:cubicBezTo>
                <a:cubicBezTo>
                  <a:pt x="14" y="8"/>
                  <a:pt x="14" y="7"/>
                  <a:pt x="14" y="7"/>
                </a:cubicBezTo>
                <a:cubicBezTo>
                  <a:pt x="14" y="7"/>
                  <a:pt x="14" y="7"/>
                  <a:pt x="14" y="7"/>
                </a:cubicBezTo>
                <a:cubicBezTo>
                  <a:pt x="13" y="6"/>
                  <a:pt x="13" y="6"/>
                  <a:pt x="14" y="6"/>
                </a:cubicBezTo>
                <a:cubicBezTo>
                  <a:pt x="14" y="5"/>
                  <a:pt x="14" y="5"/>
                  <a:pt x="15" y="6"/>
                </a:cubicBezTo>
                <a:cubicBezTo>
                  <a:pt x="14" y="6"/>
                  <a:pt x="14" y="6"/>
                  <a:pt x="14" y="6"/>
                </a:cubicBezTo>
                <a:cubicBezTo>
                  <a:pt x="14" y="6"/>
                  <a:pt x="14" y="6"/>
                  <a:pt x="14" y="6"/>
                </a:cubicBezTo>
                <a:cubicBezTo>
                  <a:pt x="14" y="7"/>
                  <a:pt x="14" y="7"/>
                  <a:pt x="14" y="7"/>
                </a:cubicBezTo>
                <a:cubicBezTo>
                  <a:pt x="14" y="7"/>
                  <a:pt x="14" y="7"/>
                  <a:pt x="14" y="7"/>
                </a:cubicBezTo>
                <a:cubicBezTo>
                  <a:pt x="15" y="8"/>
                  <a:pt x="15" y="8"/>
                  <a:pt x="16" y="8"/>
                </a:cubicBezTo>
                <a:cubicBezTo>
                  <a:pt x="16" y="8"/>
                  <a:pt x="16" y="8"/>
                  <a:pt x="16" y="9"/>
                </a:cubicBezTo>
                <a:close/>
                <a:moveTo>
                  <a:pt x="41" y="44"/>
                </a:moveTo>
                <a:cubicBezTo>
                  <a:pt x="40" y="44"/>
                  <a:pt x="40" y="44"/>
                  <a:pt x="40" y="44"/>
                </a:cubicBezTo>
                <a:cubicBezTo>
                  <a:pt x="40" y="44"/>
                  <a:pt x="40" y="43"/>
                  <a:pt x="40" y="43"/>
                </a:cubicBezTo>
                <a:cubicBezTo>
                  <a:pt x="40" y="42"/>
                  <a:pt x="39" y="42"/>
                  <a:pt x="38" y="41"/>
                </a:cubicBezTo>
                <a:cubicBezTo>
                  <a:pt x="38" y="41"/>
                  <a:pt x="38" y="41"/>
                  <a:pt x="38" y="41"/>
                </a:cubicBezTo>
                <a:cubicBezTo>
                  <a:pt x="38" y="41"/>
                  <a:pt x="38" y="41"/>
                  <a:pt x="39" y="41"/>
                </a:cubicBezTo>
                <a:cubicBezTo>
                  <a:pt x="38" y="41"/>
                  <a:pt x="38" y="41"/>
                  <a:pt x="38" y="40"/>
                </a:cubicBezTo>
                <a:cubicBezTo>
                  <a:pt x="37" y="40"/>
                  <a:pt x="37" y="40"/>
                  <a:pt x="38" y="40"/>
                </a:cubicBezTo>
                <a:cubicBezTo>
                  <a:pt x="38" y="40"/>
                  <a:pt x="38" y="40"/>
                  <a:pt x="38" y="40"/>
                </a:cubicBezTo>
                <a:cubicBezTo>
                  <a:pt x="38" y="40"/>
                  <a:pt x="39" y="40"/>
                  <a:pt x="40" y="41"/>
                </a:cubicBezTo>
                <a:cubicBezTo>
                  <a:pt x="40" y="41"/>
                  <a:pt x="40" y="41"/>
                  <a:pt x="40" y="42"/>
                </a:cubicBezTo>
                <a:cubicBezTo>
                  <a:pt x="40" y="42"/>
                  <a:pt x="40" y="43"/>
                  <a:pt x="40" y="43"/>
                </a:cubicBezTo>
                <a:cubicBezTo>
                  <a:pt x="41" y="43"/>
                  <a:pt x="41" y="44"/>
                  <a:pt x="41" y="44"/>
                </a:cubicBezTo>
                <a:close/>
                <a:moveTo>
                  <a:pt x="161" y="80"/>
                </a:moveTo>
                <a:cubicBezTo>
                  <a:pt x="161" y="80"/>
                  <a:pt x="161" y="81"/>
                  <a:pt x="161" y="82"/>
                </a:cubicBezTo>
                <a:cubicBezTo>
                  <a:pt x="161" y="82"/>
                  <a:pt x="161" y="82"/>
                  <a:pt x="161" y="82"/>
                </a:cubicBezTo>
                <a:cubicBezTo>
                  <a:pt x="161" y="82"/>
                  <a:pt x="161" y="82"/>
                  <a:pt x="161" y="82"/>
                </a:cubicBezTo>
                <a:cubicBezTo>
                  <a:pt x="160" y="81"/>
                  <a:pt x="160" y="80"/>
                  <a:pt x="160" y="79"/>
                </a:cubicBezTo>
                <a:cubicBezTo>
                  <a:pt x="160" y="79"/>
                  <a:pt x="160" y="78"/>
                  <a:pt x="161" y="79"/>
                </a:cubicBezTo>
                <a:cubicBezTo>
                  <a:pt x="161" y="79"/>
                  <a:pt x="161" y="79"/>
                  <a:pt x="161" y="79"/>
                </a:cubicBezTo>
                <a:cubicBezTo>
                  <a:pt x="161" y="78"/>
                  <a:pt x="161" y="78"/>
                  <a:pt x="161" y="79"/>
                </a:cubicBezTo>
                <a:cubicBezTo>
                  <a:pt x="161" y="79"/>
                  <a:pt x="161" y="79"/>
                  <a:pt x="161" y="79"/>
                </a:cubicBezTo>
                <a:cubicBezTo>
                  <a:pt x="161" y="79"/>
                  <a:pt x="161" y="79"/>
                  <a:pt x="161" y="80"/>
                </a:cubicBezTo>
                <a:close/>
                <a:moveTo>
                  <a:pt x="92" y="63"/>
                </a:moveTo>
                <a:cubicBezTo>
                  <a:pt x="93" y="63"/>
                  <a:pt x="92" y="64"/>
                  <a:pt x="92" y="64"/>
                </a:cubicBezTo>
                <a:cubicBezTo>
                  <a:pt x="92" y="64"/>
                  <a:pt x="91" y="64"/>
                  <a:pt x="91" y="64"/>
                </a:cubicBezTo>
                <a:cubicBezTo>
                  <a:pt x="91" y="64"/>
                  <a:pt x="91" y="64"/>
                  <a:pt x="91" y="63"/>
                </a:cubicBezTo>
                <a:cubicBezTo>
                  <a:pt x="91" y="63"/>
                  <a:pt x="91" y="63"/>
                  <a:pt x="91" y="63"/>
                </a:cubicBezTo>
                <a:cubicBezTo>
                  <a:pt x="91" y="63"/>
                  <a:pt x="90" y="63"/>
                  <a:pt x="90" y="63"/>
                </a:cubicBezTo>
                <a:cubicBezTo>
                  <a:pt x="90" y="63"/>
                  <a:pt x="89" y="63"/>
                  <a:pt x="89" y="63"/>
                </a:cubicBezTo>
                <a:cubicBezTo>
                  <a:pt x="89" y="63"/>
                  <a:pt x="89" y="63"/>
                  <a:pt x="88" y="63"/>
                </a:cubicBezTo>
                <a:cubicBezTo>
                  <a:pt x="88" y="63"/>
                  <a:pt x="88" y="63"/>
                  <a:pt x="88" y="62"/>
                </a:cubicBezTo>
                <a:cubicBezTo>
                  <a:pt x="88" y="62"/>
                  <a:pt x="88" y="62"/>
                  <a:pt x="88" y="62"/>
                </a:cubicBezTo>
                <a:cubicBezTo>
                  <a:pt x="88" y="62"/>
                  <a:pt x="88" y="62"/>
                  <a:pt x="88" y="62"/>
                </a:cubicBezTo>
                <a:cubicBezTo>
                  <a:pt x="88" y="62"/>
                  <a:pt x="88" y="62"/>
                  <a:pt x="89" y="62"/>
                </a:cubicBezTo>
                <a:cubicBezTo>
                  <a:pt x="89" y="61"/>
                  <a:pt x="89" y="61"/>
                  <a:pt x="89" y="61"/>
                </a:cubicBezTo>
                <a:cubicBezTo>
                  <a:pt x="89" y="61"/>
                  <a:pt x="89" y="61"/>
                  <a:pt x="89" y="61"/>
                </a:cubicBezTo>
                <a:cubicBezTo>
                  <a:pt x="89" y="61"/>
                  <a:pt x="89" y="61"/>
                  <a:pt x="89" y="61"/>
                </a:cubicBezTo>
                <a:cubicBezTo>
                  <a:pt x="89" y="60"/>
                  <a:pt x="89" y="60"/>
                  <a:pt x="89" y="60"/>
                </a:cubicBezTo>
                <a:cubicBezTo>
                  <a:pt x="89" y="60"/>
                  <a:pt x="89" y="60"/>
                  <a:pt x="89" y="60"/>
                </a:cubicBezTo>
                <a:cubicBezTo>
                  <a:pt x="89" y="60"/>
                  <a:pt x="89" y="60"/>
                  <a:pt x="89" y="60"/>
                </a:cubicBezTo>
                <a:cubicBezTo>
                  <a:pt x="89" y="60"/>
                  <a:pt x="89" y="60"/>
                  <a:pt x="89" y="60"/>
                </a:cubicBezTo>
                <a:cubicBezTo>
                  <a:pt x="89" y="60"/>
                  <a:pt x="89" y="60"/>
                  <a:pt x="89" y="60"/>
                </a:cubicBezTo>
                <a:cubicBezTo>
                  <a:pt x="89" y="60"/>
                  <a:pt x="89" y="61"/>
                  <a:pt x="90" y="61"/>
                </a:cubicBezTo>
                <a:cubicBezTo>
                  <a:pt x="90" y="61"/>
                  <a:pt x="90" y="61"/>
                  <a:pt x="90" y="61"/>
                </a:cubicBezTo>
                <a:cubicBezTo>
                  <a:pt x="90" y="61"/>
                  <a:pt x="91" y="62"/>
                  <a:pt x="91" y="61"/>
                </a:cubicBezTo>
                <a:cubicBezTo>
                  <a:pt x="91" y="61"/>
                  <a:pt x="91" y="61"/>
                  <a:pt x="92" y="61"/>
                </a:cubicBezTo>
                <a:cubicBezTo>
                  <a:pt x="91" y="62"/>
                  <a:pt x="91" y="62"/>
                  <a:pt x="91" y="62"/>
                </a:cubicBezTo>
                <a:cubicBezTo>
                  <a:pt x="92" y="62"/>
                  <a:pt x="92" y="62"/>
                  <a:pt x="92" y="62"/>
                </a:cubicBezTo>
                <a:cubicBezTo>
                  <a:pt x="92" y="62"/>
                  <a:pt x="92" y="61"/>
                  <a:pt x="92" y="61"/>
                </a:cubicBezTo>
                <a:cubicBezTo>
                  <a:pt x="92" y="61"/>
                  <a:pt x="92" y="62"/>
                  <a:pt x="92" y="62"/>
                </a:cubicBezTo>
                <a:cubicBezTo>
                  <a:pt x="92" y="62"/>
                  <a:pt x="92" y="62"/>
                  <a:pt x="92" y="63"/>
                </a:cubicBezTo>
                <a:close/>
                <a:moveTo>
                  <a:pt x="154" y="93"/>
                </a:moveTo>
                <a:cubicBezTo>
                  <a:pt x="154" y="92"/>
                  <a:pt x="155" y="92"/>
                  <a:pt x="154" y="92"/>
                </a:cubicBezTo>
                <a:cubicBezTo>
                  <a:pt x="154" y="92"/>
                  <a:pt x="154" y="91"/>
                  <a:pt x="154" y="91"/>
                </a:cubicBezTo>
                <a:cubicBezTo>
                  <a:pt x="154" y="91"/>
                  <a:pt x="154" y="91"/>
                  <a:pt x="154" y="91"/>
                </a:cubicBezTo>
                <a:cubicBezTo>
                  <a:pt x="155" y="91"/>
                  <a:pt x="155" y="92"/>
                  <a:pt x="155" y="92"/>
                </a:cubicBezTo>
                <a:cubicBezTo>
                  <a:pt x="155" y="93"/>
                  <a:pt x="155" y="93"/>
                  <a:pt x="155" y="93"/>
                </a:cubicBezTo>
                <a:cubicBezTo>
                  <a:pt x="155" y="93"/>
                  <a:pt x="155" y="93"/>
                  <a:pt x="154" y="93"/>
                </a:cubicBezTo>
                <a:cubicBezTo>
                  <a:pt x="154" y="93"/>
                  <a:pt x="154" y="93"/>
                  <a:pt x="154" y="93"/>
                </a:cubicBezTo>
                <a:close/>
                <a:moveTo>
                  <a:pt x="33" y="37"/>
                </a:moveTo>
                <a:cubicBezTo>
                  <a:pt x="33" y="37"/>
                  <a:pt x="33" y="38"/>
                  <a:pt x="33" y="38"/>
                </a:cubicBezTo>
                <a:cubicBezTo>
                  <a:pt x="33" y="38"/>
                  <a:pt x="33" y="38"/>
                  <a:pt x="33" y="38"/>
                </a:cubicBezTo>
                <a:cubicBezTo>
                  <a:pt x="32" y="38"/>
                  <a:pt x="32" y="38"/>
                  <a:pt x="32" y="37"/>
                </a:cubicBezTo>
                <a:cubicBezTo>
                  <a:pt x="31" y="37"/>
                  <a:pt x="31" y="37"/>
                  <a:pt x="31" y="37"/>
                </a:cubicBezTo>
                <a:cubicBezTo>
                  <a:pt x="31" y="37"/>
                  <a:pt x="32" y="37"/>
                  <a:pt x="32" y="36"/>
                </a:cubicBezTo>
                <a:cubicBezTo>
                  <a:pt x="32" y="36"/>
                  <a:pt x="33" y="37"/>
                  <a:pt x="33" y="37"/>
                </a:cubicBezTo>
                <a:close/>
                <a:moveTo>
                  <a:pt x="108" y="64"/>
                </a:moveTo>
                <a:cubicBezTo>
                  <a:pt x="108" y="64"/>
                  <a:pt x="107" y="65"/>
                  <a:pt x="107" y="65"/>
                </a:cubicBezTo>
                <a:cubicBezTo>
                  <a:pt x="107" y="65"/>
                  <a:pt x="106" y="64"/>
                  <a:pt x="106" y="64"/>
                </a:cubicBezTo>
                <a:cubicBezTo>
                  <a:pt x="106" y="63"/>
                  <a:pt x="107" y="63"/>
                  <a:pt x="107" y="63"/>
                </a:cubicBezTo>
                <a:cubicBezTo>
                  <a:pt x="107" y="63"/>
                  <a:pt x="108" y="63"/>
                  <a:pt x="108" y="64"/>
                </a:cubicBezTo>
                <a:close/>
                <a:moveTo>
                  <a:pt x="26" y="31"/>
                </a:moveTo>
                <a:cubicBezTo>
                  <a:pt x="26" y="32"/>
                  <a:pt x="26" y="32"/>
                  <a:pt x="25" y="31"/>
                </a:cubicBezTo>
                <a:cubicBezTo>
                  <a:pt x="25" y="31"/>
                  <a:pt x="25" y="31"/>
                  <a:pt x="25" y="30"/>
                </a:cubicBezTo>
                <a:cubicBezTo>
                  <a:pt x="26" y="30"/>
                  <a:pt x="26" y="30"/>
                  <a:pt x="26" y="30"/>
                </a:cubicBezTo>
                <a:cubicBezTo>
                  <a:pt x="26" y="31"/>
                  <a:pt x="27" y="31"/>
                  <a:pt x="26" y="31"/>
                </a:cubicBezTo>
                <a:close/>
                <a:moveTo>
                  <a:pt x="114" y="60"/>
                </a:moveTo>
                <a:cubicBezTo>
                  <a:pt x="114" y="60"/>
                  <a:pt x="114" y="60"/>
                  <a:pt x="114" y="60"/>
                </a:cubicBezTo>
                <a:cubicBezTo>
                  <a:pt x="113" y="59"/>
                  <a:pt x="113" y="59"/>
                  <a:pt x="113" y="59"/>
                </a:cubicBezTo>
                <a:cubicBezTo>
                  <a:pt x="113" y="59"/>
                  <a:pt x="114" y="59"/>
                  <a:pt x="114" y="59"/>
                </a:cubicBezTo>
                <a:cubicBezTo>
                  <a:pt x="114" y="59"/>
                  <a:pt x="114" y="60"/>
                  <a:pt x="114" y="60"/>
                </a:cubicBezTo>
                <a:cubicBezTo>
                  <a:pt x="114" y="60"/>
                  <a:pt x="114" y="60"/>
                  <a:pt x="114" y="60"/>
                </a:cubicBezTo>
                <a:cubicBezTo>
                  <a:pt x="114" y="60"/>
                  <a:pt x="113" y="60"/>
                  <a:pt x="113" y="61"/>
                </a:cubicBezTo>
                <a:cubicBezTo>
                  <a:pt x="113" y="61"/>
                  <a:pt x="113" y="61"/>
                  <a:pt x="113" y="61"/>
                </a:cubicBezTo>
                <a:cubicBezTo>
                  <a:pt x="113" y="61"/>
                  <a:pt x="113" y="61"/>
                  <a:pt x="113" y="60"/>
                </a:cubicBezTo>
                <a:cubicBezTo>
                  <a:pt x="113" y="60"/>
                  <a:pt x="113" y="60"/>
                  <a:pt x="114" y="60"/>
                </a:cubicBezTo>
                <a:close/>
                <a:moveTo>
                  <a:pt x="13" y="6"/>
                </a:moveTo>
                <a:cubicBezTo>
                  <a:pt x="12" y="6"/>
                  <a:pt x="12" y="5"/>
                  <a:pt x="12" y="5"/>
                </a:cubicBezTo>
                <a:cubicBezTo>
                  <a:pt x="12" y="5"/>
                  <a:pt x="13" y="5"/>
                  <a:pt x="13" y="5"/>
                </a:cubicBezTo>
                <a:cubicBezTo>
                  <a:pt x="13" y="5"/>
                  <a:pt x="13" y="5"/>
                  <a:pt x="13" y="5"/>
                </a:cubicBezTo>
                <a:cubicBezTo>
                  <a:pt x="13" y="5"/>
                  <a:pt x="13" y="6"/>
                  <a:pt x="13" y="6"/>
                </a:cubicBezTo>
                <a:close/>
                <a:moveTo>
                  <a:pt x="131" y="43"/>
                </a:moveTo>
                <a:cubicBezTo>
                  <a:pt x="131" y="43"/>
                  <a:pt x="132" y="43"/>
                  <a:pt x="132" y="44"/>
                </a:cubicBezTo>
                <a:cubicBezTo>
                  <a:pt x="132" y="44"/>
                  <a:pt x="132" y="44"/>
                  <a:pt x="131" y="44"/>
                </a:cubicBezTo>
                <a:cubicBezTo>
                  <a:pt x="131" y="43"/>
                  <a:pt x="131" y="43"/>
                  <a:pt x="131" y="43"/>
                </a:cubicBezTo>
                <a:cubicBezTo>
                  <a:pt x="130" y="43"/>
                  <a:pt x="130" y="43"/>
                  <a:pt x="131" y="43"/>
                </a:cubicBezTo>
                <a:cubicBezTo>
                  <a:pt x="131" y="43"/>
                  <a:pt x="131" y="43"/>
                  <a:pt x="131" y="43"/>
                </a:cubicBezTo>
                <a:close/>
                <a:moveTo>
                  <a:pt x="112" y="58"/>
                </a:moveTo>
                <a:cubicBezTo>
                  <a:pt x="112" y="58"/>
                  <a:pt x="113" y="58"/>
                  <a:pt x="113" y="58"/>
                </a:cubicBezTo>
                <a:cubicBezTo>
                  <a:pt x="112" y="58"/>
                  <a:pt x="112" y="58"/>
                  <a:pt x="112" y="58"/>
                </a:cubicBezTo>
                <a:cubicBezTo>
                  <a:pt x="112" y="58"/>
                  <a:pt x="112" y="58"/>
                  <a:pt x="111" y="58"/>
                </a:cubicBezTo>
                <a:cubicBezTo>
                  <a:pt x="111" y="58"/>
                  <a:pt x="111" y="58"/>
                  <a:pt x="111" y="58"/>
                </a:cubicBezTo>
                <a:cubicBezTo>
                  <a:pt x="111" y="58"/>
                  <a:pt x="111" y="58"/>
                  <a:pt x="111" y="58"/>
                </a:cubicBezTo>
                <a:cubicBezTo>
                  <a:pt x="111" y="57"/>
                  <a:pt x="111" y="57"/>
                  <a:pt x="112" y="58"/>
                </a:cubicBezTo>
                <a:cubicBezTo>
                  <a:pt x="112" y="58"/>
                  <a:pt x="112" y="58"/>
                  <a:pt x="112" y="58"/>
                </a:cubicBezTo>
                <a:cubicBezTo>
                  <a:pt x="112" y="57"/>
                  <a:pt x="112" y="57"/>
                  <a:pt x="112" y="58"/>
                </a:cubicBezTo>
                <a:close/>
                <a:moveTo>
                  <a:pt x="107" y="119"/>
                </a:moveTo>
                <a:cubicBezTo>
                  <a:pt x="107" y="119"/>
                  <a:pt x="106" y="119"/>
                  <a:pt x="106" y="118"/>
                </a:cubicBezTo>
                <a:cubicBezTo>
                  <a:pt x="106" y="118"/>
                  <a:pt x="107" y="118"/>
                  <a:pt x="107" y="119"/>
                </a:cubicBezTo>
                <a:close/>
                <a:moveTo>
                  <a:pt x="127" y="32"/>
                </a:moveTo>
                <a:cubicBezTo>
                  <a:pt x="127" y="33"/>
                  <a:pt x="127" y="33"/>
                  <a:pt x="127" y="33"/>
                </a:cubicBezTo>
                <a:cubicBezTo>
                  <a:pt x="128" y="33"/>
                  <a:pt x="127" y="33"/>
                  <a:pt x="127" y="34"/>
                </a:cubicBezTo>
                <a:cubicBezTo>
                  <a:pt x="127" y="34"/>
                  <a:pt x="127" y="34"/>
                  <a:pt x="127" y="33"/>
                </a:cubicBezTo>
                <a:cubicBezTo>
                  <a:pt x="127" y="33"/>
                  <a:pt x="127" y="33"/>
                  <a:pt x="127" y="33"/>
                </a:cubicBezTo>
                <a:cubicBezTo>
                  <a:pt x="127" y="33"/>
                  <a:pt x="127" y="32"/>
                  <a:pt x="127" y="32"/>
                </a:cubicBezTo>
                <a:cubicBezTo>
                  <a:pt x="127" y="32"/>
                  <a:pt x="127" y="32"/>
                  <a:pt x="127" y="32"/>
                </a:cubicBezTo>
                <a:close/>
                <a:moveTo>
                  <a:pt x="173" y="107"/>
                </a:moveTo>
                <a:cubicBezTo>
                  <a:pt x="173" y="107"/>
                  <a:pt x="173" y="107"/>
                  <a:pt x="173" y="107"/>
                </a:cubicBezTo>
                <a:cubicBezTo>
                  <a:pt x="172" y="107"/>
                  <a:pt x="172" y="107"/>
                  <a:pt x="172" y="107"/>
                </a:cubicBezTo>
                <a:cubicBezTo>
                  <a:pt x="172" y="106"/>
                  <a:pt x="172" y="106"/>
                  <a:pt x="173" y="106"/>
                </a:cubicBezTo>
                <a:cubicBezTo>
                  <a:pt x="173" y="106"/>
                  <a:pt x="173" y="106"/>
                  <a:pt x="173" y="107"/>
                </a:cubicBezTo>
                <a:close/>
                <a:moveTo>
                  <a:pt x="49" y="44"/>
                </a:moveTo>
                <a:cubicBezTo>
                  <a:pt x="49" y="43"/>
                  <a:pt x="49" y="43"/>
                  <a:pt x="49" y="43"/>
                </a:cubicBezTo>
                <a:cubicBezTo>
                  <a:pt x="49" y="43"/>
                  <a:pt x="49" y="43"/>
                  <a:pt x="49" y="43"/>
                </a:cubicBezTo>
                <a:cubicBezTo>
                  <a:pt x="49" y="43"/>
                  <a:pt x="49" y="43"/>
                  <a:pt x="49" y="43"/>
                </a:cubicBezTo>
                <a:cubicBezTo>
                  <a:pt x="49" y="43"/>
                  <a:pt x="49" y="43"/>
                  <a:pt x="49" y="43"/>
                </a:cubicBezTo>
                <a:cubicBezTo>
                  <a:pt x="49" y="43"/>
                  <a:pt x="49" y="43"/>
                  <a:pt x="49" y="43"/>
                </a:cubicBezTo>
                <a:cubicBezTo>
                  <a:pt x="49" y="43"/>
                  <a:pt x="49" y="43"/>
                  <a:pt x="49" y="43"/>
                </a:cubicBezTo>
                <a:cubicBezTo>
                  <a:pt x="49" y="43"/>
                  <a:pt x="50" y="43"/>
                  <a:pt x="50" y="43"/>
                </a:cubicBezTo>
                <a:cubicBezTo>
                  <a:pt x="50" y="43"/>
                  <a:pt x="50" y="43"/>
                  <a:pt x="50" y="43"/>
                </a:cubicBezTo>
                <a:cubicBezTo>
                  <a:pt x="50" y="43"/>
                  <a:pt x="50" y="44"/>
                  <a:pt x="49" y="44"/>
                </a:cubicBezTo>
                <a:close/>
                <a:moveTo>
                  <a:pt x="26" y="42"/>
                </a:moveTo>
                <a:cubicBezTo>
                  <a:pt x="26" y="43"/>
                  <a:pt x="26" y="43"/>
                  <a:pt x="26" y="43"/>
                </a:cubicBezTo>
                <a:cubicBezTo>
                  <a:pt x="26" y="43"/>
                  <a:pt x="25" y="43"/>
                  <a:pt x="25" y="43"/>
                </a:cubicBezTo>
                <a:cubicBezTo>
                  <a:pt x="25" y="43"/>
                  <a:pt x="25" y="43"/>
                  <a:pt x="25" y="43"/>
                </a:cubicBezTo>
                <a:cubicBezTo>
                  <a:pt x="25" y="43"/>
                  <a:pt x="25" y="42"/>
                  <a:pt x="25" y="42"/>
                </a:cubicBezTo>
                <a:cubicBezTo>
                  <a:pt x="25" y="42"/>
                  <a:pt x="26" y="42"/>
                  <a:pt x="26" y="42"/>
                </a:cubicBezTo>
                <a:cubicBezTo>
                  <a:pt x="26" y="42"/>
                  <a:pt x="26" y="42"/>
                  <a:pt x="26" y="42"/>
                </a:cubicBezTo>
                <a:close/>
                <a:moveTo>
                  <a:pt x="80" y="24"/>
                </a:moveTo>
                <a:cubicBezTo>
                  <a:pt x="80" y="24"/>
                  <a:pt x="81" y="24"/>
                  <a:pt x="81" y="25"/>
                </a:cubicBezTo>
                <a:cubicBezTo>
                  <a:pt x="80" y="25"/>
                  <a:pt x="80" y="25"/>
                  <a:pt x="80" y="24"/>
                </a:cubicBezTo>
                <a:cubicBezTo>
                  <a:pt x="80" y="24"/>
                  <a:pt x="80" y="24"/>
                  <a:pt x="80" y="24"/>
                </a:cubicBezTo>
                <a:cubicBezTo>
                  <a:pt x="80" y="24"/>
                  <a:pt x="80" y="24"/>
                  <a:pt x="80" y="24"/>
                </a:cubicBezTo>
                <a:close/>
                <a:moveTo>
                  <a:pt x="10" y="13"/>
                </a:moveTo>
                <a:cubicBezTo>
                  <a:pt x="10" y="13"/>
                  <a:pt x="10" y="13"/>
                  <a:pt x="10" y="13"/>
                </a:cubicBezTo>
                <a:cubicBezTo>
                  <a:pt x="9" y="13"/>
                  <a:pt x="9" y="13"/>
                  <a:pt x="9" y="13"/>
                </a:cubicBezTo>
                <a:cubicBezTo>
                  <a:pt x="9" y="13"/>
                  <a:pt x="9" y="13"/>
                  <a:pt x="9" y="13"/>
                </a:cubicBezTo>
                <a:cubicBezTo>
                  <a:pt x="9" y="13"/>
                  <a:pt x="9" y="12"/>
                  <a:pt x="9" y="13"/>
                </a:cubicBezTo>
                <a:cubicBezTo>
                  <a:pt x="10" y="13"/>
                  <a:pt x="10" y="13"/>
                  <a:pt x="10" y="13"/>
                </a:cubicBezTo>
                <a:close/>
                <a:moveTo>
                  <a:pt x="1" y="21"/>
                </a:moveTo>
                <a:cubicBezTo>
                  <a:pt x="2" y="21"/>
                  <a:pt x="2" y="21"/>
                  <a:pt x="2" y="20"/>
                </a:cubicBezTo>
                <a:cubicBezTo>
                  <a:pt x="2" y="21"/>
                  <a:pt x="2" y="21"/>
                  <a:pt x="1" y="21"/>
                </a:cubicBezTo>
                <a:cubicBezTo>
                  <a:pt x="1" y="21"/>
                  <a:pt x="1" y="21"/>
                  <a:pt x="1" y="21"/>
                </a:cubicBezTo>
                <a:cubicBezTo>
                  <a:pt x="1" y="21"/>
                  <a:pt x="1" y="21"/>
                  <a:pt x="1" y="21"/>
                </a:cubicBezTo>
                <a:close/>
                <a:moveTo>
                  <a:pt x="50" y="45"/>
                </a:moveTo>
                <a:cubicBezTo>
                  <a:pt x="50" y="45"/>
                  <a:pt x="50" y="45"/>
                  <a:pt x="51" y="45"/>
                </a:cubicBezTo>
                <a:cubicBezTo>
                  <a:pt x="51" y="45"/>
                  <a:pt x="51" y="45"/>
                  <a:pt x="51" y="46"/>
                </a:cubicBezTo>
                <a:cubicBezTo>
                  <a:pt x="50" y="46"/>
                  <a:pt x="50" y="45"/>
                  <a:pt x="50" y="45"/>
                </a:cubicBezTo>
                <a:cubicBezTo>
                  <a:pt x="50" y="45"/>
                  <a:pt x="50" y="45"/>
                  <a:pt x="50" y="45"/>
                </a:cubicBezTo>
                <a:close/>
                <a:moveTo>
                  <a:pt x="69" y="55"/>
                </a:moveTo>
                <a:cubicBezTo>
                  <a:pt x="69" y="55"/>
                  <a:pt x="69" y="55"/>
                  <a:pt x="69" y="55"/>
                </a:cubicBezTo>
                <a:cubicBezTo>
                  <a:pt x="69" y="55"/>
                  <a:pt x="69" y="55"/>
                  <a:pt x="69" y="55"/>
                </a:cubicBezTo>
                <a:cubicBezTo>
                  <a:pt x="69" y="54"/>
                  <a:pt x="69" y="54"/>
                  <a:pt x="69" y="54"/>
                </a:cubicBezTo>
                <a:cubicBezTo>
                  <a:pt x="69" y="54"/>
                  <a:pt x="69" y="54"/>
                  <a:pt x="69" y="55"/>
                </a:cubicBezTo>
                <a:close/>
                <a:moveTo>
                  <a:pt x="133" y="81"/>
                </a:moveTo>
                <a:cubicBezTo>
                  <a:pt x="133" y="81"/>
                  <a:pt x="133" y="81"/>
                  <a:pt x="133" y="81"/>
                </a:cubicBezTo>
                <a:cubicBezTo>
                  <a:pt x="133" y="81"/>
                  <a:pt x="133" y="81"/>
                  <a:pt x="133" y="81"/>
                </a:cubicBezTo>
                <a:cubicBezTo>
                  <a:pt x="133" y="81"/>
                  <a:pt x="133" y="81"/>
                  <a:pt x="133" y="81"/>
                </a:cubicBezTo>
                <a:cubicBezTo>
                  <a:pt x="133" y="80"/>
                  <a:pt x="133" y="80"/>
                  <a:pt x="133" y="80"/>
                </a:cubicBezTo>
                <a:cubicBezTo>
                  <a:pt x="133" y="80"/>
                  <a:pt x="133" y="81"/>
                  <a:pt x="133" y="81"/>
                </a:cubicBezTo>
                <a:close/>
                <a:moveTo>
                  <a:pt x="161" y="92"/>
                </a:moveTo>
                <a:cubicBezTo>
                  <a:pt x="161" y="92"/>
                  <a:pt x="161" y="92"/>
                  <a:pt x="161" y="92"/>
                </a:cubicBezTo>
                <a:cubicBezTo>
                  <a:pt x="160" y="92"/>
                  <a:pt x="160" y="92"/>
                  <a:pt x="160" y="92"/>
                </a:cubicBezTo>
                <a:cubicBezTo>
                  <a:pt x="160" y="92"/>
                  <a:pt x="160" y="91"/>
                  <a:pt x="160" y="91"/>
                </a:cubicBezTo>
                <a:cubicBezTo>
                  <a:pt x="160" y="91"/>
                  <a:pt x="161" y="92"/>
                  <a:pt x="161" y="92"/>
                </a:cubicBezTo>
                <a:close/>
                <a:moveTo>
                  <a:pt x="90" y="64"/>
                </a:moveTo>
                <a:cubicBezTo>
                  <a:pt x="90" y="64"/>
                  <a:pt x="90" y="65"/>
                  <a:pt x="90" y="64"/>
                </a:cubicBezTo>
                <a:cubicBezTo>
                  <a:pt x="90" y="64"/>
                  <a:pt x="90" y="64"/>
                  <a:pt x="90" y="64"/>
                </a:cubicBezTo>
                <a:cubicBezTo>
                  <a:pt x="90" y="64"/>
                  <a:pt x="90" y="64"/>
                  <a:pt x="90" y="64"/>
                </a:cubicBezTo>
                <a:cubicBezTo>
                  <a:pt x="90" y="64"/>
                  <a:pt x="90" y="64"/>
                  <a:pt x="90" y="64"/>
                </a:cubicBezTo>
                <a:close/>
                <a:moveTo>
                  <a:pt x="62" y="21"/>
                </a:moveTo>
                <a:cubicBezTo>
                  <a:pt x="62" y="21"/>
                  <a:pt x="62" y="22"/>
                  <a:pt x="62" y="22"/>
                </a:cubicBezTo>
                <a:cubicBezTo>
                  <a:pt x="62" y="22"/>
                  <a:pt x="61" y="22"/>
                  <a:pt x="61" y="22"/>
                </a:cubicBezTo>
                <a:cubicBezTo>
                  <a:pt x="61" y="22"/>
                  <a:pt x="61" y="21"/>
                  <a:pt x="61" y="21"/>
                </a:cubicBezTo>
                <a:cubicBezTo>
                  <a:pt x="61" y="21"/>
                  <a:pt x="61" y="21"/>
                  <a:pt x="62" y="21"/>
                </a:cubicBezTo>
                <a:close/>
                <a:moveTo>
                  <a:pt x="65" y="20"/>
                </a:moveTo>
                <a:cubicBezTo>
                  <a:pt x="66" y="20"/>
                  <a:pt x="66" y="20"/>
                  <a:pt x="66" y="20"/>
                </a:cubicBezTo>
                <a:cubicBezTo>
                  <a:pt x="66" y="20"/>
                  <a:pt x="66" y="21"/>
                  <a:pt x="65" y="20"/>
                </a:cubicBezTo>
                <a:cubicBezTo>
                  <a:pt x="65" y="20"/>
                  <a:pt x="65" y="20"/>
                  <a:pt x="65" y="20"/>
                </a:cubicBezTo>
                <a:close/>
                <a:moveTo>
                  <a:pt x="79" y="23"/>
                </a:moveTo>
                <a:cubicBezTo>
                  <a:pt x="79" y="23"/>
                  <a:pt x="79" y="24"/>
                  <a:pt x="79" y="24"/>
                </a:cubicBezTo>
                <a:cubicBezTo>
                  <a:pt x="79" y="24"/>
                  <a:pt x="79" y="24"/>
                  <a:pt x="79" y="23"/>
                </a:cubicBezTo>
                <a:cubicBezTo>
                  <a:pt x="79" y="23"/>
                  <a:pt x="79" y="23"/>
                  <a:pt x="79" y="23"/>
                </a:cubicBezTo>
                <a:close/>
                <a:moveTo>
                  <a:pt x="10" y="10"/>
                </a:moveTo>
                <a:cubicBezTo>
                  <a:pt x="10" y="10"/>
                  <a:pt x="10" y="10"/>
                  <a:pt x="9" y="10"/>
                </a:cubicBezTo>
                <a:cubicBezTo>
                  <a:pt x="10" y="10"/>
                  <a:pt x="10" y="10"/>
                  <a:pt x="10" y="10"/>
                </a:cubicBezTo>
                <a:cubicBezTo>
                  <a:pt x="10" y="10"/>
                  <a:pt x="10" y="10"/>
                  <a:pt x="10" y="10"/>
                </a:cubicBezTo>
                <a:close/>
                <a:moveTo>
                  <a:pt x="45" y="44"/>
                </a:moveTo>
                <a:cubicBezTo>
                  <a:pt x="45" y="44"/>
                  <a:pt x="45" y="44"/>
                  <a:pt x="45" y="44"/>
                </a:cubicBezTo>
                <a:cubicBezTo>
                  <a:pt x="45" y="44"/>
                  <a:pt x="46" y="44"/>
                  <a:pt x="46" y="44"/>
                </a:cubicBezTo>
                <a:cubicBezTo>
                  <a:pt x="46" y="44"/>
                  <a:pt x="46" y="44"/>
                  <a:pt x="45" y="44"/>
                </a:cubicBezTo>
                <a:cubicBezTo>
                  <a:pt x="45" y="44"/>
                  <a:pt x="45" y="44"/>
                  <a:pt x="45" y="44"/>
                </a:cubicBezTo>
                <a:close/>
                <a:moveTo>
                  <a:pt x="74" y="27"/>
                </a:moveTo>
                <a:cubicBezTo>
                  <a:pt x="74" y="27"/>
                  <a:pt x="74" y="27"/>
                  <a:pt x="74" y="27"/>
                </a:cubicBezTo>
                <a:cubicBezTo>
                  <a:pt x="74" y="27"/>
                  <a:pt x="73" y="27"/>
                  <a:pt x="73" y="27"/>
                </a:cubicBezTo>
                <a:cubicBezTo>
                  <a:pt x="73" y="27"/>
                  <a:pt x="73" y="27"/>
                  <a:pt x="73" y="27"/>
                </a:cubicBezTo>
                <a:cubicBezTo>
                  <a:pt x="74" y="27"/>
                  <a:pt x="74" y="27"/>
                  <a:pt x="74" y="27"/>
                </a:cubicBezTo>
                <a:close/>
                <a:moveTo>
                  <a:pt x="93" y="63"/>
                </a:moveTo>
                <a:cubicBezTo>
                  <a:pt x="93" y="64"/>
                  <a:pt x="93" y="64"/>
                  <a:pt x="93" y="64"/>
                </a:cubicBezTo>
                <a:cubicBezTo>
                  <a:pt x="93" y="64"/>
                  <a:pt x="93" y="64"/>
                  <a:pt x="93" y="63"/>
                </a:cubicBezTo>
                <a:cubicBezTo>
                  <a:pt x="93" y="63"/>
                  <a:pt x="93" y="63"/>
                  <a:pt x="93" y="63"/>
                </a:cubicBezTo>
                <a:cubicBezTo>
                  <a:pt x="93" y="63"/>
                  <a:pt x="93" y="63"/>
                  <a:pt x="93" y="63"/>
                </a:cubicBezTo>
                <a:close/>
                <a:moveTo>
                  <a:pt x="47" y="43"/>
                </a:moveTo>
                <a:cubicBezTo>
                  <a:pt x="47" y="43"/>
                  <a:pt x="47" y="43"/>
                  <a:pt x="46" y="43"/>
                </a:cubicBezTo>
                <a:cubicBezTo>
                  <a:pt x="47" y="43"/>
                  <a:pt x="47" y="43"/>
                  <a:pt x="47" y="43"/>
                </a:cubicBezTo>
                <a:close/>
                <a:moveTo>
                  <a:pt x="48" y="43"/>
                </a:moveTo>
                <a:cubicBezTo>
                  <a:pt x="48" y="43"/>
                  <a:pt x="48" y="43"/>
                  <a:pt x="48" y="43"/>
                </a:cubicBezTo>
                <a:cubicBezTo>
                  <a:pt x="48" y="43"/>
                  <a:pt x="48" y="43"/>
                  <a:pt x="48" y="43"/>
                </a:cubicBezTo>
                <a:cubicBezTo>
                  <a:pt x="48" y="43"/>
                  <a:pt x="48" y="43"/>
                  <a:pt x="48" y="43"/>
                </a:cubicBezTo>
                <a:cubicBezTo>
                  <a:pt x="48" y="43"/>
                  <a:pt x="48" y="43"/>
                  <a:pt x="48" y="43"/>
                </a:cubicBezTo>
                <a:close/>
                <a:moveTo>
                  <a:pt x="149" y="99"/>
                </a:moveTo>
                <a:cubicBezTo>
                  <a:pt x="149" y="99"/>
                  <a:pt x="149" y="99"/>
                  <a:pt x="149" y="99"/>
                </a:cubicBezTo>
                <a:cubicBezTo>
                  <a:pt x="149" y="99"/>
                  <a:pt x="149" y="99"/>
                  <a:pt x="149" y="99"/>
                </a:cubicBezTo>
                <a:cubicBezTo>
                  <a:pt x="149" y="99"/>
                  <a:pt x="149" y="99"/>
                  <a:pt x="149" y="99"/>
                </a:cubicBezTo>
                <a:cubicBezTo>
                  <a:pt x="149" y="99"/>
                  <a:pt x="149" y="99"/>
                  <a:pt x="149" y="99"/>
                </a:cubicBezTo>
                <a:close/>
                <a:moveTo>
                  <a:pt x="173" y="108"/>
                </a:moveTo>
                <a:cubicBezTo>
                  <a:pt x="172" y="108"/>
                  <a:pt x="172" y="108"/>
                  <a:pt x="172" y="108"/>
                </a:cubicBezTo>
                <a:cubicBezTo>
                  <a:pt x="172" y="108"/>
                  <a:pt x="172" y="108"/>
                  <a:pt x="172" y="108"/>
                </a:cubicBezTo>
                <a:cubicBezTo>
                  <a:pt x="173" y="108"/>
                  <a:pt x="172" y="108"/>
                  <a:pt x="173" y="108"/>
                </a:cubicBezTo>
                <a:close/>
                <a:moveTo>
                  <a:pt x="153" y="90"/>
                </a:moveTo>
                <a:cubicBezTo>
                  <a:pt x="153" y="90"/>
                  <a:pt x="154" y="90"/>
                  <a:pt x="154" y="90"/>
                </a:cubicBezTo>
                <a:cubicBezTo>
                  <a:pt x="154" y="90"/>
                  <a:pt x="153" y="90"/>
                  <a:pt x="153" y="90"/>
                </a:cubicBezTo>
                <a:cubicBezTo>
                  <a:pt x="153" y="90"/>
                  <a:pt x="153" y="90"/>
                  <a:pt x="153" y="90"/>
                </a:cubicBezTo>
                <a:close/>
                <a:moveTo>
                  <a:pt x="101" y="38"/>
                </a:moveTo>
                <a:cubicBezTo>
                  <a:pt x="102" y="38"/>
                  <a:pt x="102" y="38"/>
                  <a:pt x="102" y="38"/>
                </a:cubicBezTo>
                <a:cubicBezTo>
                  <a:pt x="102" y="39"/>
                  <a:pt x="102" y="38"/>
                  <a:pt x="101" y="38"/>
                </a:cubicBezTo>
                <a:cubicBezTo>
                  <a:pt x="101" y="38"/>
                  <a:pt x="101" y="38"/>
                  <a:pt x="101" y="38"/>
                </a:cubicBezTo>
                <a:cubicBezTo>
                  <a:pt x="101" y="38"/>
                  <a:pt x="101" y="38"/>
                  <a:pt x="101" y="38"/>
                </a:cubicBezTo>
                <a:cubicBezTo>
                  <a:pt x="101" y="38"/>
                  <a:pt x="101" y="38"/>
                  <a:pt x="101" y="38"/>
                </a:cubicBezTo>
                <a:close/>
                <a:moveTo>
                  <a:pt x="160" y="90"/>
                </a:moveTo>
                <a:cubicBezTo>
                  <a:pt x="160" y="90"/>
                  <a:pt x="160" y="90"/>
                  <a:pt x="160" y="90"/>
                </a:cubicBezTo>
                <a:cubicBezTo>
                  <a:pt x="160" y="90"/>
                  <a:pt x="160" y="91"/>
                  <a:pt x="160" y="91"/>
                </a:cubicBezTo>
                <a:cubicBezTo>
                  <a:pt x="160" y="91"/>
                  <a:pt x="160" y="90"/>
                  <a:pt x="160" y="90"/>
                </a:cubicBezTo>
                <a:cubicBezTo>
                  <a:pt x="160" y="90"/>
                  <a:pt x="160" y="90"/>
                  <a:pt x="160" y="90"/>
                </a:cubicBezTo>
                <a:close/>
                <a:moveTo>
                  <a:pt x="57" y="43"/>
                </a:moveTo>
                <a:cubicBezTo>
                  <a:pt x="57" y="42"/>
                  <a:pt x="57" y="42"/>
                  <a:pt x="58" y="42"/>
                </a:cubicBezTo>
                <a:cubicBezTo>
                  <a:pt x="57" y="42"/>
                  <a:pt x="57" y="42"/>
                  <a:pt x="57" y="43"/>
                </a:cubicBezTo>
                <a:close/>
                <a:moveTo>
                  <a:pt x="67" y="52"/>
                </a:moveTo>
                <a:cubicBezTo>
                  <a:pt x="67" y="52"/>
                  <a:pt x="67" y="52"/>
                  <a:pt x="67" y="52"/>
                </a:cubicBezTo>
                <a:cubicBezTo>
                  <a:pt x="67" y="52"/>
                  <a:pt x="67" y="52"/>
                  <a:pt x="67" y="52"/>
                </a:cubicBezTo>
                <a:cubicBezTo>
                  <a:pt x="67" y="52"/>
                  <a:pt x="67" y="52"/>
                  <a:pt x="67" y="53"/>
                </a:cubicBezTo>
                <a:cubicBezTo>
                  <a:pt x="67" y="53"/>
                  <a:pt x="67" y="52"/>
                  <a:pt x="67" y="52"/>
                </a:cubicBezTo>
                <a:close/>
                <a:moveTo>
                  <a:pt x="109" y="48"/>
                </a:moveTo>
                <a:cubicBezTo>
                  <a:pt x="110" y="48"/>
                  <a:pt x="110" y="48"/>
                  <a:pt x="110" y="48"/>
                </a:cubicBezTo>
                <a:cubicBezTo>
                  <a:pt x="110" y="48"/>
                  <a:pt x="110" y="48"/>
                  <a:pt x="110" y="48"/>
                </a:cubicBezTo>
                <a:cubicBezTo>
                  <a:pt x="109" y="48"/>
                  <a:pt x="109" y="48"/>
                  <a:pt x="109" y="48"/>
                </a:cubicBezTo>
                <a:cubicBezTo>
                  <a:pt x="109" y="48"/>
                  <a:pt x="109" y="48"/>
                  <a:pt x="109" y="48"/>
                </a:cubicBezTo>
                <a:close/>
                <a:moveTo>
                  <a:pt x="81" y="25"/>
                </a:moveTo>
                <a:cubicBezTo>
                  <a:pt x="81" y="25"/>
                  <a:pt x="81" y="25"/>
                  <a:pt x="81" y="25"/>
                </a:cubicBezTo>
                <a:cubicBezTo>
                  <a:pt x="81" y="25"/>
                  <a:pt x="81" y="25"/>
                  <a:pt x="81" y="25"/>
                </a:cubicBezTo>
                <a:cubicBezTo>
                  <a:pt x="81" y="25"/>
                  <a:pt x="81" y="25"/>
                  <a:pt x="81" y="25"/>
                </a:cubicBezTo>
                <a:cubicBezTo>
                  <a:pt x="81" y="25"/>
                  <a:pt x="81" y="25"/>
                  <a:pt x="81" y="25"/>
                </a:cubicBezTo>
                <a:close/>
                <a:moveTo>
                  <a:pt x="100" y="38"/>
                </a:moveTo>
                <a:cubicBezTo>
                  <a:pt x="100" y="38"/>
                  <a:pt x="100" y="38"/>
                  <a:pt x="100" y="37"/>
                </a:cubicBezTo>
                <a:cubicBezTo>
                  <a:pt x="100" y="37"/>
                  <a:pt x="100" y="37"/>
                  <a:pt x="100" y="37"/>
                </a:cubicBezTo>
                <a:cubicBezTo>
                  <a:pt x="100" y="37"/>
                  <a:pt x="100" y="37"/>
                  <a:pt x="100" y="38"/>
                </a:cubicBezTo>
                <a:close/>
                <a:moveTo>
                  <a:pt x="59" y="23"/>
                </a:moveTo>
                <a:cubicBezTo>
                  <a:pt x="59" y="23"/>
                  <a:pt x="59" y="23"/>
                  <a:pt x="59" y="23"/>
                </a:cubicBezTo>
                <a:cubicBezTo>
                  <a:pt x="59" y="22"/>
                  <a:pt x="59" y="22"/>
                  <a:pt x="59" y="22"/>
                </a:cubicBezTo>
                <a:cubicBezTo>
                  <a:pt x="59" y="22"/>
                  <a:pt x="59" y="22"/>
                  <a:pt x="59" y="23"/>
                </a:cubicBezTo>
                <a:close/>
                <a:moveTo>
                  <a:pt x="16" y="7"/>
                </a:moveTo>
                <a:cubicBezTo>
                  <a:pt x="16" y="7"/>
                  <a:pt x="16" y="7"/>
                  <a:pt x="16" y="7"/>
                </a:cubicBezTo>
                <a:cubicBezTo>
                  <a:pt x="16" y="7"/>
                  <a:pt x="16" y="7"/>
                  <a:pt x="16" y="7"/>
                </a:cubicBezTo>
                <a:cubicBezTo>
                  <a:pt x="16" y="7"/>
                  <a:pt x="16" y="7"/>
                  <a:pt x="16" y="7"/>
                </a:cubicBezTo>
                <a:cubicBezTo>
                  <a:pt x="16" y="7"/>
                  <a:pt x="16" y="7"/>
                  <a:pt x="16" y="7"/>
                </a:cubicBezTo>
                <a:close/>
                <a:moveTo>
                  <a:pt x="53" y="39"/>
                </a:moveTo>
                <a:cubicBezTo>
                  <a:pt x="53" y="39"/>
                  <a:pt x="53" y="39"/>
                  <a:pt x="53" y="39"/>
                </a:cubicBezTo>
                <a:cubicBezTo>
                  <a:pt x="53" y="39"/>
                  <a:pt x="53" y="39"/>
                  <a:pt x="53" y="39"/>
                </a:cubicBezTo>
                <a:close/>
                <a:moveTo>
                  <a:pt x="96" y="63"/>
                </a:moveTo>
                <a:cubicBezTo>
                  <a:pt x="96" y="64"/>
                  <a:pt x="96" y="64"/>
                  <a:pt x="96" y="64"/>
                </a:cubicBezTo>
                <a:cubicBezTo>
                  <a:pt x="96" y="64"/>
                  <a:pt x="96" y="64"/>
                  <a:pt x="96" y="64"/>
                </a:cubicBezTo>
                <a:cubicBezTo>
                  <a:pt x="96" y="63"/>
                  <a:pt x="96" y="63"/>
                  <a:pt x="96" y="63"/>
                </a:cubicBezTo>
                <a:cubicBezTo>
                  <a:pt x="96" y="63"/>
                  <a:pt x="96" y="63"/>
                  <a:pt x="96" y="63"/>
                </a:cubicBezTo>
                <a:close/>
                <a:moveTo>
                  <a:pt x="113" y="59"/>
                </a:moveTo>
                <a:cubicBezTo>
                  <a:pt x="113" y="59"/>
                  <a:pt x="113" y="59"/>
                  <a:pt x="113" y="59"/>
                </a:cubicBezTo>
                <a:cubicBezTo>
                  <a:pt x="113" y="59"/>
                  <a:pt x="113" y="59"/>
                  <a:pt x="113" y="59"/>
                </a:cubicBezTo>
                <a:cubicBezTo>
                  <a:pt x="113" y="59"/>
                  <a:pt x="113" y="59"/>
                  <a:pt x="113" y="59"/>
                </a:cubicBezTo>
                <a:cubicBezTo>
                  <a:pt x="113" y="59"/>
                  <a:pt x="113" y="59"/>
                  <a:pt x="113" y="59"/>
                </a:cubicBezTo>
                <a:close/>
                <a:moveTo>
                  <a:pt x="88" y="61"/>
                </a:moveTo>
                <a:cubicBezTo>
                  <a:pt x="88" y="61"/>
                  <a:pt x="88" y="61"/>
                  <a:pt x="88" y="61"/>
                </a:cubicBezTo>
                <a:cubicBezTo>
                  <a:pt x="88" y="61"/>
                  <a:pt x="88" y="61"/>
                  <a:pt x="88" y="61"/>
                </a:cubicBezTo>
                <a:cubicBezTo>
                  <a:pt x="88" y="61"/>
                  <a:pt x="88" y="61"/>
                  <a:pt x="88" y="61"/>
                </a:cubicBezTo>
                <a:close/>
                <a:moveTo>
                  <a:pt x="76" y="28"/>
                </a:moveTo>
                <a:cubicBezTo>
                  <a:pt x="76" y="28"/>
                  <a:pt x="76" y="29"/>
                  <a:pt x="76" y="29"/>
                </a:cubicBezTo>
                <a:cubicBezTo>
                  <a:pt x="76" y="29"/>
                  <a:pt x="76" y="29"/>
                  <a:pt x="76" y="29"/>
                </a:cubicBezTo>
                <a:cubicBezTo>
                  <a:pt x="76" y="28"/>
                  <a:pt x="76" y="28"/>
                  <a:pt x="76" y="28"/>
                </a:cubicBezTo>
                <a:close/>
                <a:moveTo>
                  <a:pt x="57" y="43"/>
                </a:moveTo>
                <a:cubicBezTo>
                  <a:pt x="57" y="43"/>
                  <a:pt x="58" y="43"/>
                  <a:pt x="58" y="43"/>
                </a:cubicBezTo>
                <a:cubicBezTo>
                  <a:pt x="57" y="43"/>
                  <a:pt x="57" y="43"/>
                  <a:pt x="57" y="43"/>
                </a:cubicBezTo>
                <a:close/>
                <a:moveTo>
                  <a:pt x="88" y="60"/>
                </a:moveTo>
                <a:cubicBezTo>
                  <a:pt x="88" y="60"/>
                  <a:pt x="88" y="60"/>
                  <a:pt x="88" y="60"/>
                </a:cubicBezTo>
                <a:cubicBezTo>
                  <a:pt x="88" y="60"/>
                  <a:pt x="88" y="60"/>
                  <a:pt x="88" y="60"/>
                </a:cubicBezTo>
                <a:cubicBezTo>
                  <a:pt x="88" y="60"/>
                  <a:pt x="88" y="61"/>
                  <a:pt x="88" y="61"/>
                </a:cubicBezTo>
                <a:cubicBezTo>
                  <a:pt x="88" y="61"/>
                  <a:pt x="88" y="60"/>
                  <a:pt x="88" y="60"/>
                </a:cubicBezTo>
                <a:close/>
                <a:moveTo>
                  <a:pt x="90" y="60"/>
                </a:moveTo>
                <a:cubicBezTo>
                  <a:pt x="90" y="60"/>
                  <a:pt x="90" y="60"/>
                  <a:pt x="90" y="60"/>
                </a:cubicBezTo>
                <a:cubicBezTo>
                  <a:pt x="90" y="60"/>
                  <a:pt x="90" y="60"/>
                  <a:pt x="90" y="60"/>
                </a:cubicBezTo>
                <a:cubicBezTo>
                  <a:pt x="90" y="60"/>
                  <a:pt x="90" y="60"/>
                  <a:pt x="90" y="60"/>
                </a:cubicBezTo>
                <a:cubicBezTo>
                  <a:pt x="90" y="60"/>
                  <a:pt x="90" y="60"/>
                  <a:pt x="90" y="60"/>
                </a:cubicBezTo>
                <a:close/>
                <a:moveTo>
                  <a:pt x="68" y="20"/>
                </a:moveTo>
                <a:cubicBezTo>
                  <a:pt x="68" y="20"/>
                  <a:pt x="68" y="20"/>
                  <a:pt x="68" y="20"/>
                </a:cubicBezTo>
                <a:cubicBezTo>
                  <a:pt x="68" y="20"/>
                  <a:pt x="68" y="20"/>
                  <a:pt x="67" y="20"/>
                </a:cubicBezTo>
                <a:cubicBezTo>
                  <a:pt x="67" y="20"/>
                  <a:pt x="67" y="19"/>
                  <a:pt x="67" y="19"/>
                </a:cubicBezTo>
                <a:cubicBezTo>
                  <a:pt x="68" y="19"/>
                  <a:pt x="68" y="20"/>
                  <a:pt x="68" y="20"/>
                </a:cubicBezTo>
                <a:close/>
                <a:moveTo>
                  <a:pt x="126" y="43"/>
                </a:moveTo>
                <a:cubicBezTo>
                  <a:pt x="126" y="43"/>
                  <a:pt x="126" y="43"/>
                  <a:pt x="126" y="43"/>
                </a:cubicBezTo>
                <a:cubicBezTo>
                  <a:pt x="126" y="43"/>
                  <a:pt x="126" y="43"/>
                  <a:pt x="126" y="43"/>
                </a:cubicBezTo>
                <a:cubicBezTo>
                  <a:pt x="126" y="43"/>
                  <a:pt x="126" y="43"/>
                  <a:pt x="126" y="43"/>
                </a:cubicBezTo>
                <a:cubicBezTo>
                  <a:pt x="126" y="43"/>
                  <a:pt x="126" y="43"/>
                  <a:pt x="126" y="43"/>
                </a:cubicBezTo>
                <a:close/>
                <a:moveTo>
                  <a:pt x="115" y="63"/>
                </a:moveTo>
                <a:cubicBezTo>
                  <a:pt x="115" y="63"/>
                  <a:pt x="115" y="63"/>
                  <a:pt x="115" y="63"/>
                </a:cubicBezTo>
                <a:cubicBezTo>
                  <a:pt x="115" y="63"/>
                  <a:pt x="115" y="63"/>
                  <a:pt x="115" y="63"/>
                </a:cubicBezTo>
                <a:cubicBezTo>
                  <a:pt x="115" y="63"/>
                  <a:pt x="115" y="63"/>
                  <a:pt x="115" y="63"/>
                </a:cubicBezTo>
                <a:cubicBezTo>
                  <a:pt x="115" y="63"/>
                  <a:pt x="115" y="63"/>
                  <a:pt x="115" y="63"/>
                </a:cubicBezTo>
                <a:close/>
                <a:moveTo>
                  <a:pt x="142" y="72"/>
                </a:moveTo>
                <a:cubicBezTo>
                  <a:pt x="142" y="73"/>
                  <a:pt x="142" y="72"/>
                  <a:pt x="142" y="72"/>
                </a:cubicBezTo>
                <a:cubicBezTo>
                  <a:pt x="142" y="72"/>
                  <a:pt x="142" y="72"/>
                  <a:pt x="142" y="72"/>
                </a:cubicBezTo>
                <a:cubicBezTo>
                  <a:pt x="142" y="72"/>
                  <a:pt x="143" y="72"/>
                  <a:pt x="142" y="72"/>
                </a:cubicBezTo>
                <a:close/>
                <a:moveTo>
                  <a:pt x="159" y="89"/>
                </a:moveTo>
                <a:cubicBezTo>
                  <a:pt x="159" y="89"/>
                  <a:pt x="159" y="89"/>
                  <a:pt x="159" y="89"/>
                </a:cubicBezTo>
                <a:cubicBezTo>
                  <a:pt x="159" y="89"/>
                  <a:pt x="159" y="89"/>
                  <a:pt x="159" y="89"/>
                </a:cubicBezTo>
                <a:cubicBezTo>
                  <a:pt x="159" y="89"/>
                  <a:pt x="159" y="89"/>
                  <a:pt x="159" y="89"/>
                </a:cubicBezTo>
                <a:cubicBezTo>
                  <a:pt x="159" y="89"/>
                  <a:pt x="159" y="89"/>
                  <a:pt x="159" y="89"/>
                </a:cubicBezTo>
                <a:close/>
                <a:moveTo>
                  <a:pt x="51" y="43"/>
                </a:moveTo>
                <a:cubicBezTo>
                  <a:pt x="51" y="43"/>
                  <a:pt x="51" y="43"/>
                  <a:pt x="51" y="43"/>
                </a:cubicBezTo>
                <a:cubicBezTo>
                  <a:pt x="51" y="43"/>
                  <a:pt x="50" y="43"/>
                  <a:pt x="50" y="43"/>
                </a:cubicBezTo>
                <a:cubicBezTo>
                  <a:pt x="50" y="43"/>
                  <a:pt x="51" y="43"/>
                  <a:pt x="51" y="43"/>
                </a:cubicBezTo>
                <a:cubicBezTo>
                  <a:pt x="51" y="43"/>
                  <a:pt x="51" y="43"/>
                  <a:pt x="51" y="43"/>
                </a:cubicBezTo>
                <a:cubicBezTo>
                  <a:pt x="51" y="43"/>
                  <a:pt x="51" y="43"/>
                  <a:pt x="51" y="43"/>
                </a:cubicBezTo>
                <a:close/>
                <a:moveTo>
                  <a:pt x="67" y="53"/>
                </a:moveTo>
                <a:cubicBezTo>
                  <a:pt x="67" y="53"/>
                  <a:pt x="67" y="53"/>
                  <a:pt x="67" y="53"/>
                </a:cubicBezTo>
                <a:cubicBezTo>
                  <a:pt x="67" y="53"/>
                  <a:pt x="67" y="53"/>
                  <a:pt x="67" y="53"/>
                </a:cubicBezTo>
                <a:cubicBezTo>
                  <a:pt x="68" y="53"/>
                  <a:pt x="68" y="53"/>
                  <a:pt x="68" y="53"/>
                </a:cubicBezTo>
                <a:cubicBezTo>
                  <a:pt x="68" y="53"/>
                  <a:pt x="68" y="53"/>
                  <a:pt x="67" y="53"/>
                </a:cubicBezTo>
                <a:close/>
                <a:moveTo>
                  <a:pt x="51" y="44"/>
                </a:moveTo>
                <a:cubicBezTo>
                  <a:pt x="51" y="44"/>
                  <a:pt x="51" y="44"/>
                  <a:pt x="51" y="44"/>
                </a:cubicBezTo>
                <a:cubicBezTo>
                  <a:pt x="51" y="44"/>
                  <a:pt x="51" y="44"/>
                  <a:pt x="51" y="44"/>
                </a:cubicBezTo>
                <a:cubicBezTo>
                  <a:pt x="51" y="44"/>
                  <a:pt x="51" y="44"/>
                  <a:pt x="51" y="44"/>
                </a:cubicBezTo>
                <a:close/>
                <a:moveTo>
                  <a:pt x="13" y="7"/>
                </a:moveTo>
                <a:cubicBezTo>
                  <a:pt x="13" y="7"/>
                  <a:pt x="13" y="7"/>
                  <a:pt x="13" y="7"/>
                </a:cubicBezTo>
                <a:cubicBezTo>
                  <a:pt x="13" y="7"/>
                  <a:pt x="13" y="7"/>
                  <a:pt x="13" y="7"/>
                </a:cubicBezTo>
                <a:cubicBezTo>
                  <a:pt x="13" y="7"/>
                  <a:pt x="13" y="7"/>
                  <a:pt x="13" y="7"/>
                </a:cubicBezTo>
                <a:close/>
                <a:moveTo>
                  <a:pt x="46" y="43"/>
                </a:moveTo>
                <a:cubicBezTo>
                  <a:pt x="46" y="43"/>
                  <a:pt x="46" y="43"/>
                  <a:pt x="46" y="43"/>
                </a:cubicBezTo>
                <a:cubicBezTo>
                  <a:pt x="46" y="43"/>
                  <a:pt x="46" y="43"/>
                  <a:pt x="46" y="43"/>
                </a:cubicBezTo>
                <a:cubicBezTo>
                  <a:pt x="46" y="43"/>
                  <a:pt x="46" y="44"/>
                  <a:pt x="46" y="44"/>
                </a:cubicBezTo>
                <a:cubicBezTo>
                  <a:pt x="46" y="44"/>
                  <a:pt x="46" y="43"/>
                  <a:pt x="46" y="43"/>
                </a:cubicBezTo>
                <a:close/>
                <a:moveTo>
                  <a:pt x="55" y="40"/>
                </a:moveTo>
                <a:cubicBezTo>
                  <a:pt x="55" y="40"/>
                  <a:pt x="55" y="40"/>
                  <a:pt x="55" y="40"/>
                </a:cubicBezTo>
                <a:cubicBezTo>
                  <a:pt x="55" y="40"/>
                  <a:pt x="55" y="40"/>
                  <a:pt x="55" y="40"/>
                </a:cubicBezTo>
                <a:cubicBezTo>
                  <a:pt x="54" y="40"/>
                  <a:pt x="55" y="40"/>
                  <a:pt x="55" y="40"/>
                </a:cubicBezTo>
                <a:cubicBezTo>
                  <a:pt x="55" y="40"/>
                  <a:pt x="55" y="40"/>
                  <a:pt x="55" y="40"/>
                </a:cubicBezTo>
                <a:close/>
                <a:moveTo>
                  <a:pt x="128" y="132"/>
                </a:moveTo>
                <a:cubicBezTo>
                  <a:pt x="127" y="131"/>
                  <a:pt x="127" y="131"/>
                  <a:pt x="127" y="131"/>
                </a:cubicBezTo>
                <a:cubicBezTo>
                  <a:pt x="126" y="131"/>
                  <a:pt x="125" y="130"/>
                  <a:pt x="124" y="129"/>
                </a:cubicBezTo>
                <a:cubicBezTo>
                  <a:pt x="124" y="129"/>
                  <a:pt x="123" y="128"/>
                  <a:pt x="123" y="128"/>
                </a:cubicBezTo>
                <a:cubicBezTo>
                  <a:pt x="123" y="128"/>
                  <a:pt x="122" y="128"/>
                  <a:pt x="122" y="128"/>
                </a:cubicBezTo>
                <a:cubicBezTo>
                  <a:pt x="122" y="128"/>
                  <a:pt x="121" y="128"/>
                  <a:pt x="121" y="128"/>
                </a:cubicBezTo>
                <a:cubicBezTo>
                  <a:pt x="121" y="128"/>
                  <a:pt x="121" y="128"/>
                  <a:pt x="120" y="128"/>
                </a:cubicBezTo>
                <a:cubicBezTo>
                  <a:pt x="119" y="127"/>
                  <a:pt x="118" y="126"/>
                  <a:pt x="117" y="126"/>
                </a:cubicBezTo>
                <a:cubicBezTo>
                  <a:pt x="117" y="125"/>
                  <a:pt x="117" y="125"/>
                  <a:pt x="116" y="125"/>
                </a:cubicBezTo>
                <a:cubicBezTo>
                  <a:pt x="116" y="125"/>
                  <a:pt x="115" y="125"/>
                  <a:pt x="115" y="124"/>
                </a:cubicBezTo>
                <a:cubicBezTo>
                  <a:pt x="115" y="124"/>
                  <a:pt x="114" y="123"/>
                  <a:pt x="113" y="123"/>
                </a:cubicBezTo>
                <a:cubicBezTo>
                  <a:pt x="113" y="123"/>
                  <a:pt x="113" y="123"/>
                  <a:pt x="112" y="123"/>
                </a:cubicBezTo>
                <a:cubicBezTo>
                  <a:pt x="112" y="122"/>
                  <a:pt x="111" y="123"/>
                  <a:pt x="111" y="123"/>
                </a:cubicBezTo>
                <a:cubicBezTo>
                  <a:pt x="111" y="123"/>
                  <a:pt x="110" y="124"/>
                  <a:pt x="110" y="124"/>
                </a:cubicBezTo>
                <a:cubicBezTo>
                  <a:pt x="111" y="125"/>
                  <a:pt x="111" y="125"/>
                  <a:pt x="112" y="126"/>
                </a:cubicBezTo>
                <a:cubicBezTo>
                  <a:pt x="112" y="126"/>
                  <a:pt x="112" y="126"/>
                  <a:pt x="112" y="126"/>
                </a:cubicBezTo>
                <a:cubicBezTo>
                  <a:pt x="112" y="126"/>
                  <a:pt x="112" y="126"/>
                  <a:pt x="113" y="126"/>
                </a:cubicBezTo>
                <a:cubicBezTo>
                  <a:pt x="113" y="126"/>
                  <a:pt x="114" y="126"/>
                  <a:pt x="114" y="127"/>
                </a:cubicBezTo>
                <a:cubicBezTo>
                  <a:pt x="114" y="127"/>
                  <a:pt x="114" y="127"/>
                  <a:pt x="114" y="127"/>
                </a:cubicBezTo>
                <a:cubicBezTo>
                  <a:pt x="115" y="127"/>
                  <a:pt x="115" y="128"/>
                  <a:pt x="115" y="128"/>
                </a:cubicBezTo>
                <a:cubicBezTo>
                  <a:pt x="116" y="128"/>
                  <a:pt x="116" y="128"/>
                  <a:pt x="116" y="128"/>
                </a:cubicBezTo>
                <a:cubicBezTo>
                  <a:pt x="116" y="128"/>
                  <a:pt x="116" y="128"/>
                  <a:pt x="117" y="128"/>
                </a:cubicBezTo>
                <a:cubicBezTo>
                  <a:pt x="117" y="128"/>
                  <a:pt x="117" y="128"/>
                  <a:pt x="117" y="128"/>
                </a:cubicBezTo>
                <a:cubicBezTo>
                  <a:pt x="118" y="128"/>
                  <a:pt x="118" y="128"/>
                  <a:pt x="118" y="128"/>
                </a:cubicBezTo>
                <a:cubicBezTo>
                  <a:pt x="118" y="127"/>
                  <a:pt x="118" y="127"/>
                  <a:pt x="119" y="128"/>
                </a:cubicBezTo>
                <a:cubicBezTo>
                  <a:pt x="119" y="128"/>
                  <a:pt x="119" y="128"/>
                  <a:pt x="120" y="128"/>
                </a:cubicBezTo>
                <a:cubicBezTo>
                  <a:pt x="120" y="129"/>
                  <a:pt x="119" y="129"/>
                  <a:pt x="119" y="129"/>
                </a:cubicBezTo>
                <a:cubicBezTo>
                  <a:pt x="119" y="129"/>
                  <a:pt x="119" y="129"/>
                  <a:pt x="119" y="129"/>
                </a:cubicBezTo>
                <a:cubicBezTo>
                  <a:pt x="119" y="129"/>
                  <a:pt x="119" y="129"/>
                  <a:pt x="119" y="129"/>
                </a:cubicBezTo>
                <a:cubicBezTo>
                  <a:pt x="120" y="129"/>
                  <a:pt x="120" y="129"/>
                  <a:pt x="120" y="129"/>
                </a:cubicBezTo>
                <a:cubicBezTo>
                  <a:pt x="121" y="129"/>
                  <a:pt x="121" y="129"/>
                  <a:pt x="122" y="130"/>
                </a:cubicBezTo>
                <a:cubicBezTo>
                  <a:pt x="122" y="130"/>
                  <a:pt x="122" y="130"/>
                  <a:pt x="122" y="130"/>
                </a:cubicBezTo>
                <a:cubicBezTo>
                  <a:pt x="122" y="131"/>
                  <a:pt x="122" y="131"/>
                  <a:pt x="122" y="131"/>
                </a:cubicBezTo>
                <a:cubicBezTo>
                  <a:pt x="123" y="132"/>
                  <a:pt x="123" y="132"/>
                  <a:pt x="124" y="132"/>
                </a:cubicBezTo>
                <a:cubicBezTo>
                  <a:pt x="125" y="132"/>
                  <a:pt x="125" y="132"/>
                  <a:pt x="125" y="133"/>
                </a:cubicBezTo>
                <a:cubicBezTo>
                  <a:pt x="125" y="133"/>
                  <a:pt x="125" y="133"/>
                  <a:pt x="125" y="133"/>
                </a:cubicBezTo>
                <a:cubicBezTo>
                  <a:pt x="125" y="133"/>
                  <a:pt x="125" y="133"/>
                  <a:pt x="126" y="133"/>
                </a:cubicBezTo>
                <a:cubicBezTo>
                  <a:pt x="126" y="133"/>
                  <a:pt x="126" y="133"/>
                  <a:pt x="126" y="133"/>
                </a:cubicBezTo>
                <a:cubicBezTo>
                  <a:pt x="126" y="132"/>
                  <a:pt x="126" y="131"/>
                  <a:pt x="127" y="132"/>
                </a:cubicBezTo>
                <a:cubicBezTo>
                  <a:pt x="127" y="132"/>
                  <a:pt x="127" y="132"/>
                  <a:pt x="127" y="132"/>
                </a:cubicBezTo>
                <a:cubicBezTo>
                  <a:pt x="127" y="132"/>
                  <a:pt x="128" y="132"/>
                  <a:pt x="128" y="132"/>
                </a:cubicBezTo>
                <a:cubicBezTo>
                  <a:pt x="128" y="132"/>
                  <a:pt x="128" y="132"/>
                  <a:pt x="128" y="132"/>
                </a:cubicBezTo>
                <a:close/>
                <a:moveTo>
                  <a:pt x="126" y="132"/>
                </a:moveTo>
                <a:cubicBezTo>
                  <a:pt x="126" y="131"/>
                  <a:pt x="126" y="131"/>
                  <a:pt x="126" y="132"/>
                </a:cubicBezTo>
                <a:cubicBezTo>
                  <a:pt x="126" y="132"/>
                  <a:pt x="126" y="132"/>
                  <a:pt x="126" y="132"/>
                </a:cubicBezTo>
                <a:cubicBezTo>
                  <a:pt x="125" y="133"/>
                  <a:pt x="125" y="133"/>
                  <a:pt x="125" y="132"/>
                </a:cubicBezTo>
                <a:cubicBezTo>
                  <a:pt x="125" y="132"/>
                  <a:pt x="124" y="132"/>
                  <a:pt x="124" y="132"/>
                </a:cubicBezTo>
                <a:cubicBezTo>
                  <a:pt x="124" y="132"/>
                  <a:pt x="123" y="132"/>
                  <a:pt x="123" y="131"/>
                </a:cubicBezTo>
                <a:cubicBezTo>
                  <a:pt x="123" y="131"/>
                  <a:pt x="123" y="131"/>
                  <a:pt x="123" y="131"/>
                </a:cubicBezTo>
                <a:cubicBezTo>
                  <a:pt x="123" y="130"/>
                  <a:pt x="122" y="130"/>
                  <a:pt x="122" y="130"/>
                </a:cubicBezTo>
                <a:cubicBezTo>
                  <a:pt x="123" y="129"/>
                  <a:pt x="122" y="129"/>
                  <a:pt x="122" y="129"/>
                </a:cubicBezTo>
                <a:cubicBezTo>
                  <a:pt x="122" y="128"/>
                  <a:pt x="122" y="129"/>
                  <a:pt x="123" y="129"/>
                </a:cubicBezTo>
                <a:cubicBezTo>
                  <a:pt x="123" y="129"/>
                  <a:pt x="123" y="129"/>
                  <a:pt x="123" y="129"/>
                </a:cubicBezTo>
                <a:cubicBezTo>
                  <a:pt x="124" y="129"/>
                  <a:pt x="124" y="129"/>
                  <a:pt x="124" y="129"/>
                </a:cubicBezTo>
                <a:cubicBezTo>
                  <a:pt x="124" y="130"/>
                  <a:pt x="125" y="130"/>
                  <a:pt x="125" y="130"/>
                </a:cubicBezTo>
                <a:cubicBezTo>
                  <a:pt x="126" y="131"/>
                  <a:pt x="126" y="131"/>
                  <a:pt x="127" y="132"/>
                </a:cubicBezTo>
                <a:cubicBezTo>
                  <a:pt x="127" y="132"/>
                  <a:pt x="127" y="132"/>
                  <a:pt x="126" y="132"/>
                </a:cubicBezTo>
                <a:close/>
                <a:moveTo>
                  <a:pt x="256" y="106"/>
                </a:moveTo>
                <a:cubicBezTo>
                  <a:pt x="257" y="106"/>
                  <a:pt x="257" y="105"/>
                  <a:pt x="257" y="105"/>
                </a:cubicBezTo>
                <a:cubicBezTo>
                  <a:pt x="257" y="105"/>
                  <a:pt x="257" y="105"/>
                  <a:pt x="257" y="105"/>
                </a:cubicBezTo>
                <a:cubicBezTo>
                  <a:pt x="258" y="105"/>
                  <a:pt x="258" y="106"/>
                  <a:pt x="258" y="106"/>
                </a:cubicBezTo>
                <a:cubicBezTo>
                  <a:pt x="258" y="105"/>
                  <a:pt x="258" y="105"/>
                  <a:pt x="258" y="105"/>
                </a:cubicBezTo>
                <a:cubicBezTo>
                  <a:pt x="258" y="104"/>
                  <a:pt x="259" y="104"/>
                  <a:pt x="259" y="103"/>
                </a:cubicBezTo>
                <a:cubicBezTo>
                  <a:pt x="260" y="103"/>
                  <a:pt x="261" y="103"/>
                  <a:pt x="262" y="103"/>
                </a:cubicBezTo>
                <a:cubicBezTo>
                  <a:pt x="262" y="103"/>
                  <a:pt x="262" y="103"/>
                  <a:pt x="262" y="103"/>
                </a:cubicBezTo>
                <a:cubicBezTo>
                  <a:pt x="263" y="103"/>
                  <a:pt x="264" y="103"/>
                  <a:pt x="265" y="103"/>
                </a:cubicBezTo>
                <a:cubicBezTo>
                  <a:pt x="265" y="103"/>
                  <a:pt x="266" y="103"/>
                  <a:pt x="266" y="103"/>
                </a:cubicBezTo>
                <a:cubicBezTo>
                  <a:pt x="265" y="105"/>
                  <a:pt x="264" y="106"/>
                  <a:pt x="263" y="106"/>
                </a:cubicBezTo>
                <a:cubicBezTo>
                  <a:pt x="263" y="107"/>
                  <a:pt x="262" y="106"/>
                  <a:pt x="262" y="106"/>
                </a:cubicBezTo>
                <a:cubicBezTo>
                  <a:pt x="261" y="106"/>
                  <a:pt x="261" y="105"/>
                  <a:pt x="261" y="106"/>
                </a:cubicBezTo>
                <a:cubicBezTo>
                  <a:pt x="260" y="107"/>
                  <a:pt x="260" y="107"/>
                  <a:pt x="260" y="107"/>
                </a:cubicBezTo>
                <a:cubicBezTo>
                  <a:pt x="259" y="108"/>
                  <a:pt x="259" y="108"/>
                  <a:pt x="258" y="107"/>
                </a:cubicBezTo>
                <a:cubicBezTo>
                  <a:pt x="258" y="108"/>
                  <a:pt x="258" y="108"/>
                  <a:pt x="257" y="108"/>
                </a:cubicBezTo>
                <a:cubicBezTo>
                  <a:pt x="257" y="108"/>
                  <a:pt x="257" y="107"/>
                  <a:pt x="256" y="107"/>
                </a:cubicBezTo>
                <a:cubicBezTo>
                  <a:pt x="256" y="107"/>
                  <a:pt x="256" y="106"/>
                  <a:pt x="256" y="106"/>
                </a:cubicBezTo>
                <a:close/>
                <a:moveTo>
                  <a:pt x="283" y="128"/>
                </a:moveTo>
                <a:cubicBezTo>
                  <a:pt x="282" y="127"/>
                  <a:pt x="283" y="127"/>
                  <a:pt x="283" y="127"/>
                </a:cubicBezTo>
                <a:cubicBezTo>
                  <a:pt x="284" y="127"/>
                  <a:pt x="285" y="127"/>
                  <a:pt x="286" y="128"/>
                </a:cubicBezTo>
                <a:cubicBezTo>
                  <a:pt x="286" y="128"/>
                  <a:pt x="286" y="128"/>
                  <a:pt x="287" y="128"/>
                </a:cubicBezTo>
                <a:cubicBezTo>
                  <a:pt x="287" y="128"/>
                  <a:pt x="287" y="128"/>
                  <a:pt x="287" y="128"/>
                </a:cubicBezTo>
                <a:cubicBezTo>
                  <a:pt x="287" y="128"/>
                  <a:pt x="287" y="128"/>
                  <a:pt x="287" y="128"/>
                </a:cubicBezTo>
                <a:cubicBezTo>
                  <a:pt x="286" y="129"/>
                  <a:pt x="287" y="129"/>
                  <a:pt x="287" y="130"/>
                </a:cubicBezTo>
                <a:cubicBezTo>
                  <a:pt x="286" y="130"/>
                  <a:pt x="286" y="130"/>
                  <a:pt x="285" y="130"/>
                </a:cubicBezTo>
                <a:cubicBezTo>
                  <a:pt x="285" y="130"/>
                  <a:pt x="284" y="130"/>
                  <a:pt x="284" y="130"/>
                </a:cubicBezTo>
                <a:cubicBezTo>
                  <a:pt x="283" y="130"/>
                  <a:pt x="283" y="129"/>
                  <a:pt x="283" y="128"/>
                </a:cubicBezTo>
                <a:close/>
                <a:moveTo>
                  <a:pt x="274" y="118"/>
                </a:moveTo>
                <a:cubicBezTo>
                  <a:pt x="274" y="118"/>
                  <a:pt x="275" y="117"/>
                  <a:pt x="275" y="117"/>
                </a:cubicBezTo>
                <a:cubicBezTo>
                  <a:pt x="276" y="117"/>
                  <a:pt x="276" y="118"/>
                  <a:pt x="277" y="119"/>
                </a:cubicBezTo>
                <a:cubicBezTo>
                  <a:pt x="277" y="119"/>
                  <a:pt x="276" y="120"/>
                  <a:pt x="276" y="120"/>
                </a:cubicBezTo>
                <a:cubicBezTo>
                  <a:pt x="275" y="120"/>
                  <a:pt x="275" y="119"/>
                  <a:pt x="274" y="118"/>
                </a:cubicBezTo>
                <a:close/>
                <a:moveTo>
                  <a:pt x="270" y="94"/>
                </a:moveTo>
                <a:cubicBezTo>
                  <a:pt x="270" y="93"/>
                  <a:pt x="270" y="93"/>
                  <a:pt x="271" y="93"/>
                </a:cubicBezTo>
                <a:cubicBezTo>
                  <a:pt x="271" y="93"/>
                  <a:pt x="271" y="93"/>
                  <a:pt x="271" y="93"/>
                </a:cubicBezTo>
                <a:cubicBezTo>
                  <a:pt x="271" y="94"/>
                  <a:pt x="271" y="94"/>
                  <a:pt x="270" y="94"/>
                </a:cubicBezTo>
                <a:cubicBezTo>
                  <a:pt x="270" y="94"/>
                  <a:pt x="270" y="94"/>
                  <a:pt x="270" y="94"/>
                </a:cubicBezTo>
                <a:close/>
                <a:moveTo>
                  <a:pt x="263" y="107"/>
                </a:moveTo>
                <a:cubicBezTo>
                  <a:pt x="264" y="107"/>
                  <a:pt x="264" y="107"/>
                  <a:pt x="265" y="106"/>
                </a:cubicBezTo>
                <a:cubicBezTo>
                  <a:pt x="264" y="107"/>
                  <a:pt x="264" y="107"/>
                  <a:pt x="263" y="107"/>
                </a:cubicBezTo>
                <a:close/>
                <a:moveTo>
                  <a:pt x="257" y="104"/>
                </a:moveTo>
                <a:cubicBezTo>
                  <a:pt x="257" y="104"/>
                  <a:pt x="257" y="103"/>
                  <a:pt x="257" y="103"/>
                </a:cubicBezTo>
                <a:cubicBezTo>
                  <a:pt x="258" y="103"/>
                  <a:pt x="258" y="104"/>
                  <a:pt x="258" y="104"/>
                </a:cubicBezTo>
                <a:cubicBezTo>
                  <a:pt x="258" y="104"/>
                  <a:pt x="258" y="104"/>
                  <a:pt x="257" y="104"/>
                </a:cubicBezTo>
                <a:cubicBezTo>
                  <a:pt x="257" y="104"/>
                  <a:pt x="257" y="104"/>
                  <a:pt x="257" y="104"/>
                </a:cubicBezTo>
                <a:close/>
                <a:moveTo>
                  <a:pt x="257" y="96"/>
                </a:moveTo>
                <a:cubicBezTo>
                  <a:pt x="257" y="96"/>
                  <a:pt x="257" y="96"/>
                  <a:pt x="257" y="96"/>
                </a:cubicBezTo>
                <a:cubicBezTo>
                  <a:pt x="258" y="96"/>
                  <a:pt x="258" y="96"/>
                  <a:pt x="258" y="96"/>
                </a:cubicBezTo>
                <a:cubicBezTo>
                  <a:pt x="258" y="96"/>
                  <a:pt x="258" y="96"/>
                  <a:pt x="257" y="96"/>
                </a:cubicBezTo>
                <a:cubicBezTo>
                  <a:pt x="257" y="96"/>
                  <a:pt x="257" y="96"/>
                  <a:pt x="257" y="96"/>
                </a:cubicBezTo>
                <a:close/>
              </a:path>
            </a:pathLst>
          </a:custGeom>
          <a:solidFill>
            <a:schemeClr val="accent3"/>
          </a:solid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43" name="Freeform 42"/>
          <p:cNvSpPr>
            <a:spLocks noEditPoints="1"/>
          </p:cNvSpPr>
          <p:nvPr/>
        </p:nvSpPr>
        <p:spPr bwMode="auto">
          <a:xfrm>
            <a:off x="10099675" y="3311525"/>
            <a:ext cx="433388" cy="320675"/>
          </a:xfrm>
          <a:custGeom>
            <a:avLst/>
            <a:gdLst>
              <a:gd name="T0" fmla="*/ 88 w 114"/>
              <a:gd name="T1" fmla="*/ 39 h 84"/>
              <a:gd name="T2" fmla="*/ 89 w 114"/>
              <a:gd name="T3" fmla="*/ 33 h 84"/>
              <a:gd name="T4" fmla="*/ 87 w 114"/>
              <a:gd name="T5" fmla="*/ 32 h 84"/>
              <a:gd name="T6" fmla="*/ 93 w 114"/>
              <a:gd name="T7" fmla="*/ 31 h 84"/>
              <a:gd name="T8" fmla="*/ 95 w 114"/>
              <a:gd name="T9" fmla="*/ 38 h 84"/>
              <a:gd name="T10" fmla="*/ 97 w 114"/>
              <a:gd name="T11" fmla="*/ 81 h 84"/>
              <a:gd name="T12" fmla="*/ 98 w 114"/>
              <a:gd name="T13" fmla="*/ 81 h 84"/>
              <a:gd name="T14" fmla="*/ 75 w 114"/>
              <a:gd name="T15" fmla="*/ 28 h 84"/>
              <a:gd name="T16" fmla="*/ 24 w 114"/>
              <a:gd name="T17" fmla="*/ 37 h 84"/>
              <a:gd name="T18" fmla="*/ 25 w 114"/>
              <a:gd name="T19" fmla="*/ 37 h 84"/>
              <a:gd name="T20" fmla="*/ 61 w 114"/>
              <a:gd name="T21" fmla="*/ 68 h 84"/>
              <a:gd name="T22" fmla="*/ 2 w 114"/>
              <a:gd name="T23" fmla="*/ 5 h 84"/>
              <a:gd name="T24" fmla="*/ 53 w 114"/>
              <a:gd name="T25" fmla="*/ 61 h 84"/>
              <a:gd name="T26" fmla="*/ 80 w 114"/>
              <a:gd name="T27" fmla="*/ 78 h 84"/>
              <a:gd name="T28" fmla="*/ 16 w 114"/>
              <a:gd name="T29" fmla="*/ 15 h 84"/>
              <a:gd name="T30" fmla="*/ 15 w 114"/>
              <a:gd name="T31" fmla="*/ 16 h 84"/>
              <a:gd name="T32" fmla="*/ 29 w 114"/>
              <a:gd name="T33" fmla="*/ 42 h 84"/>
              <a:gd name="T34" fmla="*/ 38 w 114"/>
              <a:gd name="T35" fmla="*/ 51 h 84"/>
              <a:gd name="T36" fmla="*/ 9 w 114"/>
              <a:gd name="T37" fmla="*/ 12 h 84"/>
              <a:gd name="T38" fmla="*/ 82 w 114"/>
              <a:gd name="T39" fmla="*/ 74 h 84"/>
              <a:gd name="T40" fmla="*/ 78 w 114"/>
              <a:gd name="T41" fmla="*/ 74 h 84"/>
              <a:gd name="T42" fmla="*/ 74 w 114"/>
              <a:gd name="T43" fmla="*/ 72 h 84"/>
              <a:gd name="T44" fmla="*/ 72 w 114"/>
              <a:gd name="T45" fmla="*/ 73 h 84"/>
              <a:gd name="T46" fmla="*/ 70 w 114"/>
              <a:gd name="T47" fmla="*/ 71 h 84"/>
              <a:gd name="T48" fmla="*/ 65 w 114"/>
              <a:gd name="T49" fmla="*/ 67 h 84"/>
              <a:gd name="T50" fmla="*/ 61 w 114"/>
              <a:gd name="T51" fmla="*/ 64 h 84"/>
              <a:gd name="T52" fmla="*/ 53 w 114"/>
              <a:gd name="T53" fmla="*/ 59 h 84"/>
              <a:gd name="T54" fmla="*/ 50 w 114"/>
              <a:gd name="T55" fmla="*/ 60 h 84"/>
              <a:gd name="T56" fmla="*/ 44 w 114"/>
              <a:gd name="T57" fmla="*/ 55 h 84"/>
              <a:gd name="T58" fmla="*/ 36 w 114"/>
              <a:gd name="T59" fmla="*/ 47 h 84"/>
              <a:gd name="T60" fmla="*/ 34 w 114"/>
              <a:gd name="T61" fmla="*/ 47 h 84"/>
              <a:gd name="T62" fmla="*/ 27 w 114"/>
              <a:gd name="T63" fmla="*/ 39 h 84"/>
              <a:gd name="T64" fmla="*/ 26 w 114"/>
              <a:gd name="T65" fmla="*/ 37 h 84"/>
              <a:gd name="T66" fmla="*/ 21 w 114"/>
              <a:gd name="T67" fmla="*/ 32 h 84"/>
              <a:gd name="T68" fmla="*/ 14 w 114"/>
              <a:gd name="T69" fmla="*/ 24 h 84"/>
              <a:gd name="T70" fmla="*/ 12 w 114"/>
              <a:gd name="T71" fmla="*/ 19 h 84"/>
              <a:gd name="T72" fmla="*/ 12 w 114"/>
              <a:gd name="T73" fmla="*/ 16 h 84"/>
              <a:gd name="T74" fmla="*/ 14 w 114"/>
              <a:gd name="T75" fmla="*/ 17 h 84"/>
              <a:gd name="T76" fmla="*/ 18 w 114"/>
              <a:gd name="T77" fmla="*/ 20 h 84"/>
              <a:gd name="T78" fmla="*/ 27 w 114"/>
              <a:gd name="T79" fmla="*/ 23 h 84"/>
              <a:gd name="T80" fmla="*/ 42 w 114"/>
              <a:gd name="T81" fmla="*/ 34 h 84"/>
              <a:gd name="T82" fmla="*/ 50 w 114"/>
              <a:gd name="T83" fmla="*/ 43 h 84"/>
              <a:gd name="T84" fmla="*/ 56 w 114"/>
              <a:gd name="T85" fmla="*/ 49 h 84"/>
              <a:gd name="T86" fmla="*/ 60 w 114"/>
              <a:gd name="T87" fmla="*/ 50 h 84"/>
              <a:gd name="T88" fmla="*/ 66 w 114"/>
              <a:gd name="T89" fmla="*/ 55 h 84"/>
              <a:gd name="T90" fmla="*/ 75 w 114"/>
              <a:gd name="T91" fmla="*/ 63 h 84"/>
              <a:gd name="T92" fmla="*/ 84 w 114"/>
              <a:gd name="T93" fmla="*/ 69 h 84"/>
              <a:gd name="T94" fmla="*/ 5 w 114"/>
              <a:gd name="T95" fmla="*/ 13 h 84"/>
              <a:gd name="T96" fmla="*/ 0 w 114"/>
              <a:gd name="T97" fmla="*/ 0 h 84"/>
              <a:gd name="T98" fmla="*/ 114 w 114"/>
              <a:gd name="T99" fmla="*/ 51 h 84"/>
              <a:gd name="T100" fmla="*/ 106 w 114"/>
              <a:gd name="T101" fmla="*/ 49 h 84"/>
              <a:gd name="T102" fmla="*/ 113 w 114"/>
              <a:gd name="T103" fmla="*/ 56 h 84"/>
              <a:gd name="T104" fmla="*/ 76 w 114"/>
              <a:gd name="T105" fmla="*/ 25 h 84"/>
              <a:gd name="T106" fmla="*/ 75 w 114"/>
              <a:gd name="T107" fmla="*/ 25 h 84"/>
              <a:gd name="T108" fmla="*/ 61 w 114"/>
              <a:gd name="T109" fmla="*/ 66 h 84"/>
              <a:gd name="T110" fmla="*/ 62 w 114"/>
              <a:gd name="T111" fmla="*/ 67 h 84"/>
              <a:gd name="T112" fmla="*/ 59 w 114"/>
              <a:gd name="T11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84">
                <a:moveTo>
                  <a:pt x="96" y="42"/>
                </a:moveTo>
                <a:cubicBezTo>
                  <a:pt x="96" y="43"/>
                  <a:pt x="96" y="43"/>
                  <a:pt x="95" y="43"/>
                </a:cubicBezTo>
                <a:cubicBezTo>
                  <a:pt x="95" y="44"/>
                  <a:pt x="94" y="44"/>
                  <a:pt x="94" y="43"/>
                </a:cubicBezTo>
                <a:cubicBezTo>
                  <a:pt x="93" y="42"/>
                  <a:pt x="91" y="41"/>
                  <a:pt x="90" y="41"/>
                </a:cubicBezTo>
                <a:cubicBezTo>
                  <a:pt x="89" y="41"/>
                  <a:pt x="88" y="40"/>
                  <a:pt x="88" y="39"/>
                </a:cubicBezTo>
                <a:cubicBezTo>
                  <a:pt x="87" y="38"/>
                  <a:pt x="87" y="37"/>
                  <a:pt x="86" y="37"/>
                </a:cubicBezTo>
                <a:cubicBezTo>
                  <a:pt x="87" y="37"/>
                  <a:pt x="87" y="37"/>
                  <a:pt x="87" y="37"/>
                </a:cubicBezTo>
                <a:cubicBezTo>
                  <a:pt x="87" y="37"/>
                  <a:pt x="87" y="37"/>
                  <a:pt x="88" y="36"/>
                </a:cubicBezTo>
                <a:cubicBezTo>
                  <a:pt x="89" y="36"/>
                  <a:pt x="89" y="35"/>
                  <a:pt x="90" y="34"/>
                </a:cubicBezTo>
                <a:cubicBezTo>
                  <a:pt x="90" y="34"/>
                  <a:pt x="90" y="33"/>
                  <a:pt x="89" y="33"/>
                </a:cubicBezTo>
                <a:cubicBezTo>
                  <a:pt x="89" y="33"/>
                  <a:pt x="89" y="33"/>
                  <a:pt x="89" y="33"/>
                </a:cubicBezTo>
                <a:cubicBezTo>
                  <a:pt x="89" y="33"/>
                  <a:pt x="89" y="33"/>
                  <a:pt x="89" y="33"/>
                </a:cubicBezTo>
                <a:cubicBezTo>
                  <a:pt x="89" y="33"/>
                  <a:pt x="89" y="33"/>
                  <a:pt x="89" y="33"/>
                </a:cubicBezTo>
                <a:cubicBezTo>
                  <a:pt x="88" y="33"/>
                  <a:pt x="87" y="33"/>
                  <a:pt x="87" y="32"/>
                </a:cubicBezTo>
                <a:cubicBezTo>
                  <a:pt x="86" y="32"/>
                  <a:pt x="86" y="32"/>
                  <a:pt x="87" y="32"/>
                </a:cubicBezTo>
                <a:cubicBezTo>
                  <a:pt x="87" y="31"/>
                  <a:pt x="87" y="31"/>
                  <a:pt x="88" y="31"/>
                </a:cubicBezTo>
                <a:cubicBezTo>
                  <a:pt x="88" y="31"/>
                  <a:pt x="89" y="31"/>
                  <a:pt x="89" y="31"/>
                </a:cubicBezTo>
                <a:cubicBezTo>
                  <a:pt x="89" y="31"/>
                  <a:pt x="89" y="31"/>
                  <a:pt x="90" y="30"/>
                </a:cubicBezTo>
                <a:cubicBezTo>
                  <a:pt x="90" y="29"/>
                  <a:pt x="91" y="30"/>
                  <a:pt x="92" y="30"/>
                </a:cubicBezTo>
                <a:cubicBezTo>
                  <a:pt x="92" y="31"/>
                  <a:pt x="92" y="31"/>
                  <a:pt x="93" y="31"/>
                </a:cubicBezTo>
                <a:cubicBezTo>
                  <a:pt x="93" y="32"/>
                  <a:pt x="93" y="32"/>
                  <a:pt x="93" y="32"/>
                </a:cubicBezTo>
                <a:cubicBezTo>
                  <a:pt x="92" y="33"/>
                  <a:pt x="92" y="34"/>
                  <a:pt x="93" y="34"/>
                </a:cubicBezTo>
                <a:cubicBezTo>
                  <a:pt x="93" y="35"/>
                  <a:pt x="93" y="35"/>
                  <a:pt x="92" y="36"/>
                </a:cubicBezTo>
                <a:cubicBezTo>
                  <a:pt x="93" y="36"/>
                  <a:pt x="93" y="36"/>
                  <a:pt x="93" y="36"/>
                </a:cubicBezTo>
                <a:cubicBezTo>
                  <a:pt x="94" y="37"/>
                  <a:pt x="95" y="37"/>
                  <a:pt x="95" y="38"/>
                </a:cubicBezTo>
                <a:cubicBezTo>
                  <a:pt x="95" y="39"/>
                  <a:pt x="95" y="39"/>
                  <a:pt x="96" y="39"/>
                </a:cubicBezTo>
                <a:cubicBezTo>
                  <a:pt x="97" y="40"/>
                  <a:pt x="97" y="40"/>
                  <a:pt x="96" y="41"/>
                </a:cubicBezTo>
                <a:cubicBezTo>
                  <a:pt x="96" y="42"/>
                  <a:pt x="96" y="42"/>
                  <a:pt x="96" y="42"/>
                </a:cubicBezTo>
                <a:close/>
                <a:moveTo>
                  <a:pt x="98" y="81"/>
                </a:moveTo>
                <a:cubicBezTo>
                  <a:pt x="97" y="81"/>
                  <a:pt x="97" y="80"/>
                  <a:pt x="97" y="81"/>
                </a:cubicBezTo>
                <a:cubicBezTo>
                  <a:pt x="96" y="81"/>
                  <a:pt x="96" y="81"/>
                  <a:pt x="96" y="81"/>
                </a:cubicBezTo>
                <a:cubicBezTo>
                  <a:pt x="96" y="81"/>
                  <a:pt x="96" y="81"/>
                  <a:pt x="96" y="82"/>
                </a:cubicBezTo>
                <a:cubicBezTo>
                  <a:pt x="96" y="84"/>
                  <a:pt x="96" y="84"/>
                  <a:pt x="98" y="84"/>
                </a:cubicBezTo>
                <a:cubicBezTo>
                  <a:pt x="98" y="84"/>
                  <a:pt x="99" y="84"/>
                  <a:pt x="99" y="84"/>
                </a:cubicBezTo>
                <a:cubicBezTo>
                  <a:pt x="100" y="82"/>
                  <a:pt x="99" y="81"/>
                  <a:pt x="98" y="81"/>
                </a:cubicBezTo>
                <a:close/>
                <a:moveTo>
                  <a:pt x="73" y="30"/>
                </a:moveTo>
                <a:cubicBezTo>
                  <a:pt x="73" y="30"/>
                  <a:pt x="73" y="30"/>
                  <a:pt x="73" y="31"/>
                </a:cubicBezTo>
                <a:cubicBezTo>
                  <a:pt x="72" y="31"/>
                  <a:pt x="73" y="31"/>
                  <a:pt x="73" y="31"/>
                </a:cubicBezTo>
                <a:cubicBezTo>
                  <a:pt x="73" y="31"/>
                  <a:pt x="74" y="31"/>
                  <a:pt x="74" y="30"/>
                </a:cubicBezTo>
                <a:cubicBezTo>
                  <a:pt x="75" y="29"/>
                  <a:pt x="76" y="29"/>
                  <a:pt x="75" y="28"/>
                </a:cubicBezTo>
                <a:cubicBezTo>
                  <a:pt x="75" y="27"/>
                  <a:pt x="75" y="27"/>
                  <a:pt x="75" y="27"/>
                </a:cubicBezTo>
                <a:cubicBezTo>
                  <a:pt x="75" y="26"/>
                  <a:pt x="75" y="26"/>
                  <a:pt x="75" y="26"/>
                </a:cubicBezTo>
                <a:cubicBezTo>
                  <a:pt x="75" y="28"/>
                  <a:pt x="74" y="29"/>
                  <a:pt x="73" y="30"/>
                </a:cubicBezTo>
                <a:close/>
                <a:moveTo>
                  <a:pt x="25" y="37"/>
                </a:moveTo>
                <a:cubicBezTo>
                  <a:pt x="24" y="37"/>
                  <a:pt x="24" y="37"/>
                  <a:pt x="24" y="37"/>
                </a:cubicBezTo>
                <a:cubicBezTo>
                  <a:pt x="23" y="39"/>
                  <a:pt x="22" y="39"/>
                  <a:pt x="21" y="38"/>
                </a:cubicBezTo>
                <a:cubicBezTo>
                  <a:pt x="22" y="39"/>
                  <a:pt x="22" y="39"/>
                  <a:pt x="23" y="39"/>
                </a:cubicBezTo>
                <a:cubicBezTo>
                  <a:pt x="24" y="38"/>
                  <a:pt x="24" y="38"/>
                  <a:pt x="24" y="38"/>
                </a:cubicBezTo>
                <a:cubicBezTo>
                  <a:pt x="25" y="39"/>
                  <a:pt x="25" y="39"/>
                  <a:pt x="25" y="38"/>
                </a:cubicBezTo>
                <a:cubicBezTo>
                  <a:pt x="25" y="38"/>
                  <a:pt x="25" y="38"/>
                  <a:pt x="25" y="37"/>
                </a:cubicBezTo>
                <a:close/>
                <a:moveTo>
                  <a:pt x="61" y="68"/>
                </a:moveTo>
                <a:cubicBezTo>
                  <a:pt x="61" y="68"/>
                  <a:pt x="61" y="68"/>
                  <a:pt x="61" y="68"/>
                </a:cubicBezTo>
                <a:cubicBezTo>
                  <a:pt x="60" y="68"/>
                  <a:pt x="60" y="68"/>
                  <a:pt x="60" y="67"/>
                </a:cubicBezTo>
                <a:cubicBezTo>
                  <a:pt x="60" y="69"/>
                  <a:pt x="62" y="69"/>
                  <a:pt x="63" y="70"/>
                </a:cubicBezTo>
                <a:cubicBezTo>
                  <a:pt x="63" y="68"/>
                  <a:pt x="62" y="68"/>
                  <a:pt x="61" y="68"/>
                </a:cubicBezTo>
                <a:close/>
                <a:moveTo>
                  <a:pt x="2" y="3"/>
                </a:moveTo>
                <a:cubicBezTo>
                  <a:pt x="2" y="3"/>
                  <a:pt x="1" y="3"/>
                  <a:pt x="1" y="3"/>
                </a:cubicBezTo>
                <a:cubicBezTo>
                  <a:pt x="1" y="3"/>
                  <a:pt x="1" y="3"/>
                  <a:pt x="1" y="4"/>
                </a:cubicBezTo>
                <a:cubicBezTo>
                  <a:pt x="1" y="4"/>
                  <a:pt x="2" y="5"/>
                  <a:pt x="2" y="5"/>
                </a:cubicBezTo>
                <a:cubicBezTo>
                  <a:pt x="2" y="6"/>
                  <a:pt x="3" y="5"/>
                  <a:pt x="2" y="5"/>
                </a:cubicBezTo>
                <a:cubicBezTo>
                  <a:pt x="2" y="5"/>
                  <a:pt x="2" y="4"/>
                  <a:pt x="2" y="3"/>
                </a:cubicBezTo>
                <a:close/>
                <a:moveTo>
                  <a:pt x="53" y="60"/>
                </a:moveTo>
                <a:cubicBezTo>
                  <a:pt x="53" y="59"/>
                  <a:pt x="52" y="59"/>
                  <a:pt x="52" y="59"/>
                </a:cubicBezTo>
                <a:cubicBezTo>
                  <a:pt x="52" y="59"/>
                  <a:pt x="52" y="59"/>
                  <a:pt x="52" y="59"/>
                </a:cubicBezTo>
                <a:cubicBezTo>
                  <a:pt x="52" y="60"/>
                  <a:pt x="53" y="60"/>
                  <a:pt x="53" y="61"/>
                </a:cubicBezTo>
                <a:cubicBezTo>
                  <a:pt x="53" y="61"/>
                  <a:pt x="54" y="61"/>
                  <a:pt x="54" y="61"/>
                </a:cubicBezTo>
                <a:cubicBezTo>
                  <a:pt x="54" y="60"/>
                  <a:pt x="53" y="60"/>
                  <a:pt x="53" y="60"/>
                </a:cubicBezTo>
                <a:close/>
                <a:moveTo>
                  <a:pt x="81" y="76"/>
                </a:moveTo>
                <a:cubicBezTo>
                  <a:pt x="80" y="77"/>
                  <a:pt x="80" y="77"/>
                  <a:pt x="80" y="77"/>
                </a:cubicBezTo>
                <a:cubicBezTo>
                  <a:pt x="80" y="78"/>
                  <a:pt x="80" y="78"/>
                  <a:pt x="80" y="78"/>
                </a:cubicBezTo>
                <a:cubicBezTo>
                  <a:pt x="81" y="78"/>
                  <a:pt x="81" y="77"/>
                  <a:pt x="81" y="77"/>
                </a:cubicBezTo>
                <a:cubicBezTo>
                  <a:pt x="81" y="77"/>
                  <a:pt x="81" y="76"/>
                  <a:pt x="81" y="76"/>
                </a:cubicBezTo>
                <a:close/>
                <a:moveTo>
                  <a:pt x="15" y="16"/>
                </a:moveTo>
                <a:cubicBezTo>
                  <a:pt x="15" y="17"/>
                  <a:pt x="16" y="17"/>
                  <a:pt x="17" y="17"/>
                </a:cubicBezTo>
                <a:cubicBezTo>
                  <a:pt x="16" y="16"/>
                  <a:pt x="16" y="16"/>
                  <a:pt x="16" y="15"/>
                </a:cubicBezTo>
                <a:cubicBezTo>
                  <a:pt x="15" y="15"/>
                  <a:pt x="15" y="14"/>
                  <a:pt x="14" y="13"/>
                </a:cubicBezTo>
                <a:cubicBezTo>
                  <a:pt x="14" y="14"/>
                  <a:pt x="15" y="15"/>
                  <a:pt x="15" y="16"/>
                </a:cubicBezTo>
                <a:cubicBezTo>
                  <a:pt x="15" y="16"/>
                  <a:pt x="15" y="16"/>
                  <a:pt x="15" y="16"/>
                </a:cubicBezTo>
                <a:cubicBezTo>
                  <a:pt x="14" y="16"/>
                  <a:pt x="14" y="15"/>
                  <a:pt x="13" y="15"/>
                </a:cubicBezTo>
                <a:cubicBezTo>
                  <a:pt x="14" y="15"/>
                  <a:pt x="14" y="16"/>
                  <a:pt x="15" y="16"/>
                </a:cubicBezTo>
                <a:close/>
                <a:moveTo>
                  <a:pt x="29" y="42"/>
                </a:moveTo>
                <a:cubicBezTo>
                  <a:pt x="29" y="42"/>
                  <a:pt x="29" y="42"/>
                  <a:pt x="29" y="42"/>
                </a:cubicBezTo>
                <a:cubicBezTo>
                  <a:pt x="29" y="43"/>
                  <a:pt x="29" y="43"/>
                  <a:pt x="29" y="44"/>
                </a:cubicBezTo>
                <a:cubicBezTo>
                  <a:pt x="30" y="44"/>
                  <a:pt x="30" y="43"/>
                  <a:pt x="30" y="43"/>
                </a:cubicBezTo>
                <a:cubicBezTo>
                  <a:pt x="30" y="42"/>
                  <a:pt x="30" y="42"/>
                  <a:pt x="29" y="42"/>
                </a:cubicBezTo>
                <a:close/>
                <a:moveTo>
                  <a:pt x="38" y="51"/>
                </a:moveTo>
                <a:cubicBezTo>
                  <a:pt x="38" y="51"/>
                  <a:pt x="38" y="51"/>
                  <a:pt x="38" y="51"/>
                </a:cubicBezTo>
                <a:cubicBezTo>
                  <a:pt x="38" y="51"/>
                  <a:pt x="37" y="51"/>
                  <a:pt x="38" y="51"/>
                </a:cubicBezTo>
                <a:cubicBezTo>
                  <a:pt x="39" y="51"/>
                  <a:pt x="39" y="53"/>
                  <a:pt x="40" y="53"/>
                </a:cubicBezTo>
                <a:cubicBezTo>
                  <a:pt x="39" y="52"/>
                  <a:pt x="39" y="52"/>
                  <a:pt x="38" y="51"/>
                </a:cubicBezTo>
                <a:close/>
                <a:moveTo>
                  <a:pt x="9" y="12"/>
                </a:moveTo>
                <a:cubicBezTo>
                  <a:pt x="9" y="12"/>
                  <a:pt x="9" y="13"/>
                  <a:pt x="9" y="13"/>
                </a:cubicBezTo>
                <a:cubicBezTo>
                  <a:pt x="9" y="13"/>
                  <a:pt x="9" y="14"/>
                  <a:pt x="9" y="14"/>
                </a:cubicBezTo>
                <a:cubicBezTo>
                  <a:pt x="10" y="14"/>
                  <a:pt x="10" y="13"/>
                  <a:pt x="10" y="13"/>
                </a:cubicBezTo>
                <a:cubicBezTo>
                  <a:pt x="10" y="13"/>
                  <a:pt x="10" y="12"/>
                  <a:pt x="9" y="12"/>
                </a:cubicBezTo>
                <a:close/>
                <a:moveTo>
                  <a:pt x="86" y="74"/>
                </a:moveTo>
                <a:cubicBezTo>
                  <a:pt x="86" y="75"/>
                  <a:pt x="85" y="75"/>
                  <a:pt x="85" y="75"/>
                </a:cubicBezTo>
                <a:cubicBezTo>
                  <a:pt x="84" y="75"/>
                  <a:pt x="84" y="75"/>
                  <a:pt x="84" y="76"/>
                </a:cubicBezTo>
                <a:cubicBezTo>
                  <a:pt x="84" y="76"/>
                  <a:pt x="83" y="76"/>
                  <a:pt x="83" y="76"/>
                </a:cubicBezTo>
                <a:cubicBezTo>
                  <a:pt x="83" y="75"/>
                  <a:pt x="82" y="75"/>
                  <a:pt x="82" y="74"/>
                </a:cubicBezTo>
                <a:cubicBezTo>
                  <a:pt x="82" y="74"/>
                  <a:pt x="82" y="74"/>
                  <a:pt x="81" y="74"/>
                </a:cubicBezTo>
                <a:cubicBezTo>
                  <a:pt x="81" y="75"/>
                  <a:pt x="81" y="75"/>
                  <a:pt x="81" y="75"/>
                </a:cubicBezTo>
                <a:cubicBezTo>
                  <a:pt x="81" y="76"/>
                  <a:pt x="81" y="76"/>
                  <a:pt x="80" y="76"/>
                </a:cubicBezTo>
                <a:cubicBezTo>
                  <a:pt x="80" y="76"/>
                  <a:pt x="79" y="76"/>
                  <a:pt x="79" y="75"/>
                </a:cubicBezTo>
                <a:cubicBezTo>
                  <a:pt x="79" y="75"/>
                  <a:pt x="79" y="74"/>
                  <a:pt x="78" y="74"/>
                </a:cubicBezTo>
                <a:cubicBezTo>
                  <a:pt x="77" y="74"/>
                  <a:pt x="77" y="74"/>
                  <a:pt x="77" y="74"/>
                </a:cubicBezTo>
                <a:cubicBezTo>
                  <a:pt x="77" y="74"/>
                  <a:pt x="77" y="73"/>
                  <a:pt x="76" y="73"/>
                </a:cubicBezTo>
                <a:cubicBezTo>
                  <a:pt x="76" y="73"/>
                  <a:pt x="76" y="73"/>
                  <a:pt x="76" y="73"/>
                </a:cubicBezTo>
                <a:cubicBezTo>
                  <a:pt x="75" y="74"/>
                  <a:pt x="74" y="73"/>
                  <a:pt x="74" y="72"/>
                </a:cubicBezTo>
                <a:cubicBezTo>
                  <a:pt x="74" y="72"/>
                  <a:pt x="74" y="72"/>
                  <a:pt x="74" y="72"/>
                </a:cubicBezTo>
                <a:cubicBezTo>
                  <a:pt x="74" y="72"/>
                  <a:pt x="74" y="73"/>
                  <a:pt x="73" y="73"/>
                </a:cubicBezTo>
                <a:cubicBezTo>
                  <a:pt x="73" y="73"/>
                  <a:pt x="73" y="72"/>
                  <a:pt x="73" y="72"/>
                </a:cubicBezTo>
                <a:cubicBezTo>
                  <a:pt x="73" y="72"/>
                  <a:pt x="72" y="72"/>
                  <a:pt x="72" y="73"/>
                </a:cubicBezTo>
                <a:cubicBezTo>
                  <a:pt x="72" y="73"/>
                  <a:pt x="72" y="74"/>
                  <a:pt x="72" y="74"/>
                </a:cubicBezTo>
                <a:cubicBezTo>
                  <a:pt x="72" y="74"/>
                  <a:pt x="72" y="73"/>
                  <a:pt x="72" y="73"/>
                </a:cubicBezTo>
                <a:cubicBezTo>
                  <a:pt x="71" y="73"/>
                  <a:pt x="71" y="73"/>
                  <a:pt x="71" y="73"/>
                </a:cubicBezTo>
                <a:cubicBezTo>
                  <a:pt x="71" y="73"/>
                  <a:pt x="70" y="73"/>
                  <a:pt x="70" y="73"/>
                </a:cubicBezTo>
                <a:cubicBezTo>
                  <a:pt x="71" y="72"/>
                  <a:pt x="71" y="72"/>
                  <a:pt x="72" y="72"/>
                </a:cubicBezTo>
                <a:cubicBezTo>
                  <a:pt x="72" y="71"/>
                  <a:pt x="71" y="71"/>
                  <a:pt x="70" y="70"/>
                </a:cubicBezTo>
                <a:cubicBezTo>
                  <a:pt x="70" y="70"/>
                  <a:pt x="70" y="70"/>
                  <a:pt x="70" y="71"/>
                </a:cubicBezTo>
                <a:cubicBezTo>
                  <a:pt x="69" y="71"/>
                  <a:pt x="69" y="71"/>
                  <a:pt x="69" y="71"/>
                </a:cubicBezTo>
                <a:cubicBezTo>
                  <a:pt x="69" y="70"/>
                  <a:pt x="67" y="71"/>
                  <a:pt x="67" y="70"/>
                </a:cubicBezTo>
                <a:cubicBezTo>
                  <a:pt x="66" y="69"/>
                  <a:pt x="65" y="69"/>
                  <a:pt x="65" y="68"/>
                </a:cubicBezTo>
                <a:cubicBezTo>
                  <a:pt x="65" y="68"/>
                  <a:pt x="64" y="68"/>
                  <a:pt x="63" y="68"/>
                </a:cubicBezTo>
                <a:cubicBezTo>
                  <a:pt x="64" y="67"/>
                  <a:pt x="64" y="68"/>
                  <a:pt x="65" y="67"/>
                </a:cubicBezTo>
                <a:cubicBezTo>
                  <a:pt x="65" y="67"/>
                  <a:pt x="65" y="66"/>
                  <a:pt x="64" y="66"/>
                </a:cubicBezTo>
                <a:cubicBezTo>
                  <a:pt x="64" y="66"/>
                  <a:pt x="64" y="65"/>
                  <a:pt x="64" y="64"/>
                </a:cubicBezTo>
                <a:cubicBezTo>
                  <a:pt x="64" y="64"/>
                  <a:pt x="64" y="64"/>
                  <a:pt x="63" y="64"/>
                </a:cubicBezTo>
                <a:cubicBezTo>
                  <a:pt x="63" y="64"/>
                  <a:pt x="63" y="64"/>
                  <a:pt x="63" y="64"/>
                </a:cubicBezTo>
                <a:cubicBezTo>
                  <a:pt x="62" y="64"/>
                  <a:pt x="61" y="64"/>
                  <a:pt x="61" y="64"/>
                </a:cubicBezTo>
                <a:cubicBezTo>
                  <a:pt x="60" y="65"/>
                  <a:pt x="59" y="64"/>
                  <a:pt x="59" y="63"/>
                </a:cubicBezTo>
                <a:cubicBezTo>
                  <a:pt x="58" y="62"/>
                  <a:pt x="58" y="62"/>
                  <a:pt x="56" y="62"/>
                </a:cubicBezTo>
                <a:cubicBezTo>
                  <a:pt x="56" y="62"/>
                  <a:pt x="56" y="62"/>
                  <a:pt x="56" y="62"/>
                </a:cubicBezTo>
                <a:cubicBezTo>
                  <a:pt x="57" y="60"/>
                  <a:pt x="54" y="61"/>
                  <a:pt x="54" y="59"/>
                </a:cubicBezTo>
                <a:cubicBezTo>
                  <a:pt x="55" y="59"/>
                  <a:pt x="54" y="59"/>
                  <a:pt x="53" y="59"/>
                </a:cubicBezTo>
                <a:cubicBezTo>
                  <a:pt x="53" y="59"/>
                  <a:pt x="53" y="59"/>
                  <a:pt x="53" y="59"/>
                </a:cubicBezTo>
                <a:cubicBezTo>
                  <a:pt x="52" y="58"/>
                  <a:pt x="52" y="58"/>
                  <a:pt x="51" y="58"/>
                </a:cubicBezTo>
                <a:cubicBezTo>
                  <a:pt x="50" y="58"/>
                  <a:pt x="51" y="58"/>
                  <a:pt x="51" y="59"/>
                </a:cubicBezTo>
                <a:cubicBezTo>
                  <a:pt x="51" y="59"/>
                  <a:pt x="51" y="59"/>
                  <a:pt x="51" y="60"/>
                </a:cubicBezTo>
                <a:cubicBezTo>
                  <a:pt x="51" y="60"/>
                  <a:pt x="50" y="60"/>
                  <a:pt x="50" y="60"/>
                </a:cubicBezTo>
                <a:cubicBezTo>
                  <a:pt x="50" y="59"/>
                  <a:pt x="49" y="59"/>
                  <a:pt x="49" y="59"/>
                </a:cubicBezTo>
                <a:cubicBezTo>
                  <a:pt x="48" y="59"/>
                  <a:pt x="47" y="58"/>
                  <a:pt x="47" y="57"/>
                </a:cubicBezTo>
                <a:cubicBezTo>
                  <a:pt x="47" y="57"/>
                  <a:pt x="47" y="56"/>
                  <a:pt x="47" y="56"/>
                </a:cubicBezTo>
                <a:cubicBezTo>
                  <a:pt x="48" y="55"/>
                  <a:pt x="47" y="55"/>
                  <a:pt x="47" y="55"/>
                </a:cubicBezTo>
                <a:cubicBezTo>
                  <a:pt x="46" y="55"/>
                  <a:pt x="45" y="55"/>
                  <a:pt x="44" y="55"/>
                </a:cubicBezTo>
                <a:cubicBezTo>
                  <a:pt x="43" y="55"/>
                  <a:pt x="42" y="55"/>
                  <a:pt x="42" y="54"/>
                </a:cubicBezTo>
                <a:cubicBezTo>
                  <a:pt x="41" y="54"/>
                  <a:pt x="42" y="54"/>
                  <a:pt x="42" y="53"/>
                </a:cubicBezTo>
                <a:cubicBezTo>
                  <a:pt x="42" y="53"/>
                  <a:pt x="41" y="52"/>
                  <a:pt x="40" y="52"/>
                </a:cubicBezTo>
                <a:cubicBezTo>
                  <a:pt x="40" y="52"/>
                  <a:pt x="40" y="52"/>
                  <a:pt x="40" y="51"/>
                </a:cubicBezTo>
                <a:cubicBezTo>
                  <a:pt x="39" y="50"/>
                  <a:pt x="37" y="49"/>
                  <a:pt x="36" y="47"/>
                </a:cubicBezTo>
                <a:cubicBezTo>
                  <a:pt x="36" y="47"/>
                  <a:pt x="35" y="47"/>
                  <a:pt x="34" y="48"/>
                </a:cubicBezTo>
                <a:cubicBezTo>
                  <a:pt x="34" y="48"/>
                  <a:pt x="35" y="49"/>
                  <a:pt x="34" y="49"/>
                </a:cubicBezTo>
                <a:cubicBezTo>
                  <a:pt x="33" y="49"/>
                  <a:pt x="33" y="49"/>
                  <a:pt x="32" y="48"/>
                </a:cubicBezTo>
                <a:cubicBezTo>
                  <a:pt x="32" y="48"/>
                  <a:pt x="32" y="48"/>
                  <a:pt x="33" y="48"/>
                </a:cubicBezTo>
                <a:cubicBezTo>
                  <a:pt x="33" y="48"/>
                  <a:pt x="33" y="47"/>
                  <a:pt x="34" y="47"/>
                </a:cubicBezTo>
                <a:cubicBezTo>
                  <a:pt x="34" y="47"/>
                  <a:pt x="34" y="47"/>
                  <a:pt x="33" y="46"/>
                </a:cubicBezTo>
                <a:cubicBezTo>
                  <a:pt x="33" y="45"/>
                  <a:pt x="31" y="44"/>
                  <a:pt x="31" y="42"/>
                </a:cubicBezTo>
                <a:cubicBezTo>
                  <a:pt x="31" y="41"/>
                  <a:pt x="30" y="41"/>
                  <a:pt x="30" y="41"/>
                </a:cubicBezTo>
                <a:cubicBezTo>
                  <a:pt x="30" y="40"/>
                  <a:pt x="29" y="40"/>
                  <a:pt x="29" y="40"/>
                </a:cubicBezTo>
                <a:cubicBezTo>
                  <a:pt x="28" y="40"/>
                  <a:pt x="28" y="40"/>
                  <a:pt x="27" y="39"/>
                </a:cubicBezTo>
                <a:cubicBezTo>
                  <a:pt x="27" y="39"/>
                  <a:pt x="28" y="39"/>
                  <a:pt x="28" y="39"/>
                </a:cubicBezTo>
                <a:cubicBezTo>
                  <a:pt x="28" y="38"/>
                  <a:pt x="28" y="38"/>
                  <a:pt x="28" y="38"/>
                </a:cubicBezTo>
                <a:cubicBezTo>
                  <a:pt x="28" y="38"/>
                  <a:pt x="27" y="38"/>
                  <a:pt x="27" y="38"/>
                </a:cubicBezTo>
                <a:cubicBezTo>
                  <a:pt x="27" y="38"/>
                  <a:pt x="27" y="38"/>
                  <a:pt x="27" y="37"/>
                </a:cubicBezTo>
                <a:cubicBezTo>
                  <a:pt x="27" y="37"/>
                  <a:pt x="26" y="37"/>
                  <a:pt x="26" y="37"/>
                </a:cubicBezTo>
                <a:cubicBezTo>
                  <a:pt x="26" y="36"/>
                  <a:pt x="26" y="36"/>
                  <a:pt x="26" y="36"/>
                </a:cubicBezTo>
                <a:cubicBezTo>
                  <a:pt x="25" y="37"/>
                  <a:pt x="25" y="36"/>
                  <a:pt x="25" y="36"/>
                </a:cubicBezTo>
                <a:cubicBezTo>
                  <a:pt x="23" y="36"/>
                  <a:pt x="23" y="35"/>
                  <a:pt x="22" y="34"/>
                </a:cubicBezTo>
                <a:cubicBezTo>
                  <a:pt x="21" y="34"/>
                  <a:pt x="21" y="33"/>
                  <a:pt x="20" y="32"/>
                </a:cubicBezTo>
                <a:cubicBezTo>
                  <a:pt x="20" y="32"/>
                  <a:pt x="21" y="32"/>
                  <a:pt x="21" y="32"/>
                </a:cubicBezTo>
                <a:cubicBezTo>
                  <a:pt x="21" y="31"/>
                  <a:pt x="21" y="31"/>
                  <a:pt x="20" y="31"/>
                </a:cubicBezTo>
                <a:cubicBezTo>
                  <a:pt x="19" y="30"/>
                  <a:pt x="18" y="29"/>
                  <a:pt x="18" y="28"/>
                </a:cubicBezTo>
                <a:cubicBezTo>
                  <a:pt x="18" y="28"/>
                  <a:pt x="17" y="27"/>
                  <a:pt x="17" y="27"/>
                </a:cubicBezTo>
                <a:cubicBezTo>
                  <a:pt x="16" y="26"/>
                  <a:pt x="15" y="25"/>
                  <a:pt x="15" y="24"/>
                </a:cubicBezTo>
                <a:cubicBezTo>
                  <a:pt x="15" y="24"/>
                  <a:pt x="15" y="24"/>
                  <a:pt x="14" y="24"/>
                </a:cubicBezTo>
                <a:cubicBezTo>
                  <a:pt x="13" y="23"/>
                  <a:pt x="14" y="22"/>
                  <a:pt x="15" y="22"/>
                </a:cubicBezTo>
                <a:cubicBezTo>
                  <a:pt x="15" y="21"/>
                  <a:pt x="14" y="21"/>
                  <a:pt x="14" y="20"/>
                </a:cubicBezTo>
                <a:cubicBezTo>
                  <a:pt x="14" y="20"/>
                  <a:pt x="14" y="20"/>
                  <a:pt x="14" y="20"/>
                </a:cubicBezTo>
                <a:cubicBezTo>
                  <a:pt x="13" y="20"/>
                  <a:pt x="13" y="20"/>
                  <a:pt x="13" y="20"/>
                </a:cubicBezTo>
                <a:cubicBezTo>
                  <a:pt x="13" y="20"/>
                  <a:pt x="12" y="20"/>
                  <a:pt x="12" y="19"/>
                </a:cubicBezTo>
                <a:cubicBezTo>
                  <a:pt x="12" y="19"/>
                  <a:pt x="12" y="19"/>
                  <a:pt x="12" y="19"/>
                </a:cubicBezTo>
                <a:cubicBezTo>
                  <a:pt x="11" y="20"/>
                  <a:pt x="11" y="20"/>
                  <a:pt x="10" y="19"/>
                </a:cubicBezTo>
                <a:cubicBezTo>
                  <a:pt x="10" y="18"/>
                  <a:pt x="10" y="18"/>
                  <a:pt x="11" y="18"/>
                </a:cubicBezTo>
                <a:cubicBezTo>
                  <a:pt x="11" y="18"/>
                  <a:pt x="11" y="18"/>
                  <a:pt x="11" y="18"/>
                </a:cubicBezTo>
                <a:cubicBezTo>
                  <a:pt x="12" y="17"/>
                  <a:pt x="12" y="17"/>
                  <a:pt x="12" y="16"/>
                </a:cubicBezTo>
                <a:cubicBezTo>
                  <a:pt x="12" y="16"/>
                  <a:pt x="12" y="16"/>
                  <a:pt x="12" y="16"/>
                </a:cubicBezTo>
                <a:cubicBezTo>
                  <a:pt x="11" y="16"/>
                  <a:pt x="11" y="15"/>
                  <a:pt x="11" y="15"/>
                </a:cubicBezTo>
                <a:cubicBezTo>
                  <a:pt x="11" y="15"/>
                  <a:pt x="10" y="14"/>
                  <a:pt x="11" y="14"/>
                </a:cubicBezTo>
                <a:cubicBezTo>
                  <a:pt x="11" y="14"/>
                  <a:pt x="11" y="14"/>
                  <a:pt x="11" y="14"/>
                </a:cubicBezTo>
                <a:cubicBezTo>
                  <a:pt x="12" y="15"/>
                  <a:pt x="13" y="16"/>
                  <a:pt x="14" y="17"/>
                </a:cubicBezTo>
                <a:cubicBezTo>
                  <a:pt x="14" y="17"/>
                  <a:pt x="14" y="17"/>
                  <a:pt x="14" y="17"/>
                </a:cubicBezTo>
                <a:cubicBezTo>
                  <a:pt x="14" y="17"/>
                  <a:pt x="14" y="18"/>
                  <a:pt x="14" y="18"/>
                </a:cubicBezTo>
                <a:cubicBezTo>
                  <a:pt x="15" y="18"/>
                  <a:pt x="15" y="18"/>
                  <a:pt x="16" y="19"/>
                </a:cubicBezTo>
                <a:cubicBezTo>
                  <a:pt x="16" y="19"/>
                  <a:pt x="17" y="20"/>
                  <a:pt x="18" y="20"/>
                </a:cubicBezTo>
                <a:cubicBezTo>
                  <a:pt x="18" y="20"/>
                  <a:pt x="18" y="20"/>
                  <a:pt x="18" y="20"/>
                </a:cubicBezTo>
                <a:cubicBezTo>
                  <a:pt x="18" y="19"/>
                  <a:pt x="17" y="19"/>
                  <a:pt x="18" y="18"/>
                </a:cubicBezTo>
                <a:cubicBezTo>
                  <a:pt x="18" y="18"/>
                  <a:pt x="19" y="18"/>
                  <a:pt x="20" y="18"/>
                </a:cubicBezTo>
                <a:cubicBezTo>
                  <a:pt x="20" y="19"/>
                  <a:pt x="20" y="19"/>
                  <a:pt x="20" y="19"/>
                </a:cubicBezTo>
                <a:cubicBezTo>
                  <a:pt x="22" y="19"/>
                  <a:pt x="23" y="20"/>
                  <a:pt x="24" y="21"/>
                </a:cubicBezTo>
                <a:cubicBezTo>
                  <a:pt x="24" y="22"/>
                  <a:pt x="25" y="23"/>
                  <a:pt x="27" y="23"/>
                </a:cubicBezTo>
                <a:cubicBezTo>
                  <a:pt x="29" y="24"/>
                  <a:pt x="30" y="26"/>
                  <a:pt x="31" y="28"/>
                </a:cubicBezTo>
                <a:cubicBezTo>
                  <a:pt x="31" y="28"/>
                  <a:pt x="31" y="28"/>
                  <a:pt x="32" y="28"/>
                </a:cubicBezTo>
                <a:cubicBezTo>
                  <a:pt x="34" y="29"/>
                  <a:pt x="35" y="30"/>
                  <a:pt x="37" y="32"/>
                </a:cubicBezTo>
                <a:cubicBezTo>
                  <a:pt x="38" y="32"/>
                  <a:pt x="39" y="32"/>
                  <a:pt x="40" y="32"/>
                </a:cubicBezTo>
                <a:cubicBezTo>
                  <a:pt x="41" y="32"/>
                  <a:pt x="42" y="32"/>
                  <a:pt x="42" y="34"/>
                </a:cubicBezTo>
                <a:cubicBezTo>
                  <a:pt x="42" y="35"/>
                  <a:pt x="43" y="37"/>
                  <a:pt x="44" y="37"/>
                </a:cubicBezTo>
                <a:cubicBezTo>
                  <a:pt x="46" y="37"/>
                  <a:pt x="46" y="37"/>
                  <a:pt x="45" y="39"/>
                </a:cubicBezTo>
                <a:cubicBezTo>
                  <a:pt x="45" y="40"/>
                  <a:pt x="46" y="41"/>
                  <a:pt x="47" y="41"/>
                </a:cubicBezTo>
                <a:cubicBezTo>
                  <a:pt x="47" y="41"/>
                  <a:pt x="48" y="41"/>
                  <a:pt x="48" y="42"/>
                </a:cubicBezTo>
                <a:cubicBezTo>
                  <a:pt x="49" y="42"/>
                  <a:pt x="50" y="43"/>
                  <a:pt x="50" y="43"/>
                </a:cubicBezTo>
                <a:cubicBezTo>
                  <a:pt x="51" y="44"/>
                  <a:pt x="50" y="44"/>
                  <a:pt x="50" y="44"/>
                </a:cubicBezTo>
                <a:cubicBezTo>
                  <a:pt x="50" y="45"/>
                  <a:pt x="51" y="45"/>
                  <a:pt x="51" y="45"/>
                </a:cubicBezTo>
                <a:cubicBezTo>
                  <a:pt x="51" y="46"/>
                  <a:pt x="51" y="46"/>
                  <a:pt x="51" y="46"/>
                </a:cubicBezTo>
                <a:cubicBezTo>
                  <a:pt x="52" y="46"/>
                  <a:pt x="53" y="46"/>
                  <a:pt x="54" y="47"/>
                </a:cubicBezTo>
                <a:cubicBezTo>
                  <a:pt x="55" y="47"/>
                  <a:pt x="55" y="48"/>
                  <a:pt x="56" y="49"/>
                </a:cubicBezTo>
                <a:cubicBezTo>
                  <a:pt x="56" y="49"/>
                  <a:pt x="56" y="49"/>
                  <a:pt x="57" y="49"/>
                </a:cubicBezTo>
                <a:cubicBezTo>
                  <a:pt x="58" y="49"/>
                  <a:pt x="59" y="50"/>
                  <a:pt x="59" y="51"/>
                </a:cubicBezTo>
                <a:cubicBezTo>
                  <a:pt x="60" y="51"/>
                  <a:pt x="60" y="52"/>
                  <a:pt x="60" y="52"/>
                </a:cubicBezTo>
                <a:cubicBezTo>
                  <a:pt x="60" y="51"/>
                  <a:pt x="60" y="51"/>
                  <a:pt x="60" y="51"/>
                </a:cubicBezTo>
                <a:cubicBezTo>
                  <a:pt x="59" y="51"/>
                  <a:pt x="59" y="50"/>
                  <a:pt x="60" y="50"/>
                </a:cubicBezTo>
                <a:cubicBezTo>
                  <a:pt x="60" y="50"/>
                  <a:pt x="60" y="50"/>
                  <a:pt x="60" y="50"/>
                </a:cubicBezTo>
                <a:cubicBezTo>
                  <a:pt x="61" y="51"/>
                  <a:pt x="62" y="51"/>
                  <a:pt x="62" y="53"/>
                </a:cubicBezTo>
                <a:cubicBezTo>
                  <a:pt x="62" y="53"/>
                  <a:pt x="62" y="53"/>
                  <a:pt x="62" y="53"/>
                </a:cubicBezTo>
                <a:cubicBezTo>
                  <a:pt x="64" y="52"/>
                  <a:pt x="65" y="53"/>
                  <a:pt x="65" y="54"/>
                </a:cubicBezTo>
                <a:cubicBezTo>
                  <a:pt x="66" y="55"/>
                  <a:pt x="66" y="55"/>
                  <a:pt x="66" y="55"/>
                </a:cubicBezTo>
                <a:cubicBezTo>
                  <a:pt x="67" y="55"/>
                  <a:pt x="67" y="56"/>
                  <a:pt x="68" y="56"/>
                </a:cubicBezTo>
                <a:cubicBezTo>
                  <a:pt x="68" y="56"/>
                  <a:pt x="68" y="56"/>
                  <a:pt x="68" y="56"/>
                </a:cubicBezTo>
                <a:cubicBezTo>
                  <a:pt x="68" y="56"/>
                  <a:pt x="69" y="56"/>
                  <a:pt x="69" y="56"/>
                </a:cubicBezTo>
                <a:cubicBezTo>
                  <a:pt x="69" y="58"/>
                  <a:pt x="70" y="57"/>
                  <a:pt x="71" y="58"/>
                </a:cubicBezTo>
                <a:cubicBezTo>
                  <a:pt x="72" y="60"/>
                  <a:pt x="74" y="61"/>
                  <a:pt x="75" y="63"/>
                </a:cubicBezTo>
                <a:cubicBezTo>
                  <a:pt x="75" y="63"/>
                  <a:pt x="76" y="63"/>
                  <a:pt x="76" y="63"/>
                </a:cubicBezTo>
                <a:cubicBezTo>
                  <a:pt x="76" y="63"/>
                  <a:pt x="77" y="64"/>
                  <a:pt x="78" y="64"/>
                </a:cubicBezTo>
                <a:cubicBezTo>
                  <a:pt x="78" y="64"/>
                  <a:pt x="78" y="64"/>
                  <a:pt x="78" y="65"/>
                </a:cubicBezTo>
                <a:cubicBezTo>
                  <a:pt x="79" y="65"/>
                  <a:pt x="80" y="66"/>
                  <a:pt x="82" y="66"/>
                </a:cubicBezTo>
                <a:cubicBezTo>
                  <a:pt x="83" y="66"/>
                  <a:pt x="84" y="68"/>
                  <a:pt x="84" y="69"/>
                </a:cubicBezTo>
                <a:cubicBezTo>
                  <a:pt x="85" y="69"/>
                  <a:pt x="84" y="69"/>
                  <a:pt x="84" y="70"/>
                </a:cubicBezTo>
                <a:cubicBezTo>
                  <a:pt x="84" y="70"/>
                  <a:pt x="84" y="70"/>
                  <a:pt x="84" y="70"/>
                </a:cubicBezTo>
                <a:cubicBezTo>
                  <a:pt x="85" y="71"/>
                  <a:pt x="86" y="72"/>
                  <a:pt x="86" y="73"/>
                </a:cubicBezTo>
                <a:cubicBezTo>
                  <a:pt x="86" y="73"/>
                  <a:pt x="86" y="74"/>
                  <a:pt x="86" y="74"/>
                </a:cubicBezTo>
                <a:close/>
                <a:moveTo>
                  <a:pt x="5" y="13"/>
                </a:moveTo>
                <a:cubicBezTo>
                  <a:pt x="5" y="13"/>
                  <a:pt x="5" y="13"/>
                  <a:pt x="5" y="13"/>
                </a:cubicBezTo>
                <a:cubicBezTo>
                  <a:pt x="5" y="13"/>
                  <a:pt x="5" y="13"/>
                  <a:pt x="5" y="14"/>
                </a:cubicBezTo>
                <a:cubicBezTo>
                  <a:pt x="6" y="14"/>
                  <a:pt x="6" y="14"/>
                  <a:pt x="6" y="13"/>
                </a:cubicBezTo>
                <a:cubicBezTo>
                  <a:pt x="6" y="13"/>
                  <a:pt x="6" y="13"/>
                  <a:pt x="5" y="13"/>
                </a:cubicBezTo>
                <a:close/>
                <a:moveTo>
                  <a:pt x="0" y="0"/>
                </a:moveTo>
                <a:cubicBezTo>
                  <a:pt x="0" y="0"/>
                  <a:pt x="0" y="0"/>
                  <a:pt x="0" y="1"/>
                </a:cubicBezTo>
                <a:cubicBezTo>
                  <a:pt x="0" y="1"/>
                  <a:pt x="0" y="1"/>
                  <a:pt x="0" y="1"/>
                </a:cubicBezTo>
                <a:cubicBezTo>
                  <a:pt x="0" y="1"/>
                  <a:pt x="0" y="1"/>
                  <a:pt x="0" y="1"/>
                </a:cubicBezTo>
                <a:cubicBezTo>
                  <a:pt x="0" y="1"/>
                  <a:pt x="0" y="0"/>
                  <a:pt x="0" y="0"/>
                </a:cubicBezTo>
                <a:close/>
                <a:moveTo>
                  <a:pt x="114" y="51"/>
                </a:moveTo>
                <a:cubicBezTo>
                  <a:pt x="113" y="51"/>
                  <a:pt x="113" y="51"/>
                  <a:pt x="112" y="51"/>
                </a:cubicBezTo>
                <a:cubicBezTo>
                  <a:pt x="111" y="51"/>
                  <a:pt x="110" y="50"/>
                  <a:pt x="110" y="49"/>
                </a:cubicBezTo>
                <a:cubicBezTo>
                  <a:pt x="110" y="48"/>
                  <a:pt x="109" y="49"/>
                  <a:pt x="109" y="49"/>
                </a:cubicBezTo>
                <a:cubicBezTo>
                  <a:pt x="108" y="49"/>
                  <a:pt x="107" y="50"/>
                  <a:pt x="107" y="49"/>
                </a:cubicBezTo>
                <a:cubicBezTo>
                  <a:pt x="106" y="49"/>
                  <a:pt x="105" y="49"/>
                  <a:pt x="106" y="49"/>
                </a:cubicBezTo>
                <a:cubicBezTo>
                  <a:pt x="107" y="51"/>
                  <a:pt x="106" y="52"/>
                  <a:pt x="107" y="53"/>
                </a:cubicBezTo>
                <a:cubicBezTo>
                  <a:pt x="107" y="55"/>
                  <a:pt x="107" y="55"/>
                  <a:pt x="108" y="55"/>
                </a:cubicBezTo>
                <a:cubicBezTo>
                  <a:pt x="109" y="55"/>
                  <a:pt x="109" y="55"/>
                  <a:pt x="110" y="55"/>
                </a:cubicBezTo>
                <a:cubicBezTo>
                  <a:pt x="109" y="56"/>
                  <a:pt x="110" y="56"/>
                  <a:pt x="111" y="56"/>
                </a:cubicBezTo>
                <a:cubicBezTo>
                  <a:pt x="112" y="57"/>
                  <a:pt x="112" y="56"/>
                  <a:pt x="113" y="56"/>
                </a:cubicBezTo>
                <a:cubicBezTo>
                  <a:pt x="114" y="56"/>
                  <a:pt x="114" y="55"/>
                  <a:pt x="113" y="55"/>
                </a:cubicBezTo>
                <a:cubicBezTo>
                  <a:pt x="114" y="55"/>
                  <a:pt x="113" y="54"/>
                  <a:pt x="113" y="54"/>
                </a:cubicBezTo>
                <a:cubicBezTo>
                  <a:pt x="113" y="54"/>
                  <a:pt x="113" y="53"/>
                  <a:pt x="114" y="52"/>
                </a:cubicBezTo>
                <a:cubicBezTo>
                  <a:pt x="114" y="52"/>
                  <a:pt x="114" y="51"/>
                  <a:pt x="114" y="51"/>
                </a:cubicBezTo>
                <a:close/>
                <a:moveTo>
                  <a:pt x="76" y="25"/>
                </a:moveTo>
                <a:cubicBezTo>
                  <a:pt x="77" y="24"/>
                  <a:pt x="77" y="24"/>
                  <a:pt x="76" y="23"/>
                </a:cubicBezTo>
                <a:cubicBezTo>
                  <a:pt x="76" y="23"/>
                  <a:pt x="76" y="23"/>
                  <a:pt x="76" y="23"/>
                </a:cubicBezTo>
                <a:cubicBezTo>
                  <a:pt x="76" y="22"/>
                  <a:pt x="75" y="22"/>
                  <a:pt x="75" y="23"/>
                </a:cubicBezTo>
                <a:cubicBezTo>
                  <a:pt x="74" y="23"/>
                  <a:pt x="75" y="23"/>
                  <a:pt x="75" y="23"/>
                </a:cubicBezTo>
                <a:cubicBezTo>
                  <a:pt x="75" y="24"/>
                  <a:pt x="75" y="24"/>
                  <a:pt x="75" y="25"/>
                </a:cubicBezTo>
                <a:cubicBezTo>
                  <a:pt x="75" y="25"/>
                  <a:pt x="75" y="25"/>
                  <a:pt x="75" y="25"/>
                </a:cubicBezTo>
                <a:cubicBezTo>
                  <a:pt x="76" y="25"/>
                  <a:pt x="76" y="25"/>
                  <a:pt x="76" y="25"/>
                </a:cubicBezTo>
                <a:close/>
                <a:moveTo>
                  <a:pt x="61" y="65"/>
                </a:moveTo>
                <a:cubicBezTo>
                  <a:pt x="61" y="66"/>
                  <a:pt x="61" y="66"/>
                  <a:pt x="61" y="66"/>
                </a:cubicBezTo>
                <a:cubicBezTo>
                  <a:pt x="61" y="66"/>
                  <a:pt x="61" y="66"/>
                  <a:pt x="61" y="66"/>
                </a:cubicBezTo>
                <a:cubicBezTo>
                  <a:pt x="61" y="66"/>
                  <a:pt x="62" y="66"/>
                  <a:pt x="62" y="66"/>
                </a:cubicBezTo>
                <a:cubicBezTo>
                  <a:pt x="62" y="66"/>
                  <a:pt x="62" y="66"/>
                  <a:pt x="61" y="65"/>
                </a:cubicBezTo>
                <a:close/>
                <a:moveTo>
                  <a:pt x="61" y="67"/>
                </a:moveTo>
                <a:cubicBezTo>
                  <a:pt x="61" y="67"/>
                  <a:pt x="61" y="67"/>
                  <a:pt x="62" y="67"/>
                </a:cubicBezTo>
                <a:cubicBezTo>
                  <a:pt x="62" y="67"/>
                  <a:pt x="62" y="67"/>
                  <a:pt x="62" y="67"/>
                </a:cubicBezTo>
                <a:cubicBezTo>
                  <a:pt x="62" y="67"/>
                  <a:pt x="62" y="67"/>
                  <a:pt x="62" y="67"/>
                </a:cubicBezTo>
                <a:cubicBezTo>
                  <a:pt x="61" y="67"/>
                  <a:pt x="61" y="67"/>
                  <a:pt x="61" y="67"/>
                </a:cubicBezTo>
                <a:close/>
                <a:moveTo>
                  <a:pt x="60" y="65"/>
                </a:moveTo>
                <a:cubicBezTo>
                  <a:pt x="60" y="65"/>
                  <a:pt x="60" y="65"/>
                  <a:pt x="59" y="65"/>
                </a:cubicBezTo>
                <a:cubicBezTo>
                  <a:pt x="59" y="65"/>
                  <a:pt x="59" y="65"/>
                  <a:pt x="59" y="65"/>
                </a:cubicBezTo>
                <a:cubicBezTo>
                  <a:pt x="60" y="65"/>
                  <a:pt x="60" y="65"/>
                  <a:pt x="60" y="65"/>
                </a:cubicBezTo>
                <a:cubicBezTo>
                  <a:pt x="60" y="65"/>
                  <a:pt x="60" y="65"/>
                  <a:pt x="60" y="65"/>
                </a:cubicBezTo>
                <a:close/>
              </a:path>
            </a:pathLst>
          </a:custGeom>
          <a:solidFill>
            <a:schemeClr val="accent3"/>
          </a:solid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44" name="Freeform 43"/>
          <p:cNvSpPr>
            <a:spLocks noEditPoints="1"/>
          </p:cNvSpPr>
          <p:nvPr/>
        </p:nvSpPr>
        <p:spPr bwMode="auto">
          <a:xfrm>
            <a:off x="10382250" y="2663825"/>
            <a:ext cx="319088" cy="720725"/>
          </a:xfrm>
          <a:custGeom>
            <a:avLst/>
            <a:gdLst>
              <a:gd name="T0" fmla="*/ 9 w 84"/>
              <a:gd name="T1" fmla="*/ 54 h 189"/>
              <a:gd name="T2" fmla="*/ 13 w 84"/>
              <a:gd name="T3" fmla="*/ 49 h 189"/>
              <a:gd name="T4" fmla="*/ 16 w 84"/>
              <a:gd name="T5" fmla="*/ 58 h 189"/>
              <a:gd name="T6" fmla="*/ 15 w 84"/>
              <a:gd name="T7" fmla="*/ 65 h 189"/>
              <a:gd name="T8" fmla="*/ 5 w 84"/>
              <a:gd name="T9" fmla="*/ 64 h 189"/>
              <a:gd name="T10" fmla="*/ 2 w 84"/>
              <a:gd name="T11" fmla="*/ 51 h 189"/>
              <a:gd name="T12" fmla="*/ 2 w 84"/>
              <a:gd name="T13" fmla="*/ 41 h 189"/>
              <a:gd name="T14" fmla="*/ 31 w 84"/>
              <a:gd name="T15" fmla="*/ 87 h 189"/>
              <a:gd name="T16" fmla="*/ 25 w 84"/>
              <a:gd name="T17" fmla="*/ 81 h 189"/>
              <a:gd name="T18" fmla="*/ 20 w 84"/>
              <a:gd name="T19" fmla="*/ 74 h 189"/>
              <a:gd name="T20" fmla="*/ 19 w 84"/>
              <a:gd name="T21" fmla="*/ 79 h 189"/>
              <a:gd name="T22" fmla="*/ 22 w 84"/>
              <a:gd name="T23" fmla="*/ 87 h 189"/>
              <a:gd name="T24" fmla="*/ 27 w 84"/>
              <a:gd name="T25" fmla="*/ 89 h 189"/>
              <a:gd name="T26" fmla="*/ 49 w 84"/>
              <a:gd name="T27" fmla="*/ 118 h 189"/>
              <a:gd name="T28" fmla="*/ 41 w 84"/>
              <a:gd name="T29" fmla="*/ 120 h 189"/>
              <a:gd name="T30" fmla="*/ 44 w 84"/>
              <a:gd name="T31" fmla="*/ 122 h 189"/>
              <a:gd name="T32" fmla="*/ 51 w 84"/>
              <a:gd name="T33" fmla="*/ 121 h 189"/>
              <a:gd name="T34" fmla="*/ 67 w 84"/>
              <a:gd name="T35" fmla="*/ 149 h 189"/>
              <a:gd name="T36" fmla="*/ 62 w 84"/>
              <a:gd name="T37" fmla="*/ 147 h 189"/>
              <a:gd name="T38" fmla="*/ 67 w 84"/>
              <a:gd name="T39" fmla="*/ 154 h 189"/>
              <a:gd name="T40" fmla="*/ 35 w 84"/>
              <a:gd name="T41" fmla="*/ 83 h 189"/>
              <a:gd name="T42" fmla="*/ 42 w 84"/>
              <a:gd name="T43" fmla="*/ 81 h 189"/>
              <a:gd name="T44" fmla="*/ 74 w 84"/>
              <a:gd name="T45" fmla="*/ 169 h 189"/>
              <a:gd name="T46" fmla="*/ 68 w 84"/>
              <a:gd name="T47" fmla="*/ 166 h 189"/>
              <a:gd name="T48" fmla="*/ 74 w 84"/>
              <a:gd name="T49" fmla="*/ 169 h 189"/>
              <a:gd name="T50" fmla="*/ 40 w 84"/>
              <a:gd name="T51" fmla="*/ 69 h 189"/>
              <a:gd name="T52" fmla="*/ 42 w 84"/>
              <a:gd name="T53" fmla="*/ 76 h 189"/>
              <a:gd name="T54" fmla="*/ 42 w 84"/>
              <a:gd name="T55" fmla="*/ 68 h 189"/>
              <a:gd name="T56" fmla="*/ 44 w 84"/>
              <a:gd name="T57" fmla="*/ 97 h 189"/>
              <a:gd name="T58" fmla="*/ 45 w 84"/>
              <a:gd name="T59" fmla="*/ 95 h 189"/>
              <a:gd name="T60" fmla="*/ 40 w 84"/>
              <a:gd name="T61" fmla="*/ 93 h 189"/>
              <a:gd name="T62" fmla="*/ 23 w 84"/>
              <a:gd name="T63" fmla="*/ 23 h 189"/>
              <a:gd name="T64" fmla="*/ 22 w 84"/>
              <a:gd name="T65" fmla="*/ 17 h 189"/>
              <a:gd name="T66" fmla="*/ 33 w 84"/>
              <a:gd name="T67" fmla="*/ 62 h 189"/>
              <a:gd name="T68" fmla="*/ 29 w 84"/>
              <a:gd name="T69" fmla="*/ 62 h 189"/>
              <a:gd name="T70" fmla="*/ 39 w 84"/>
              <a:gd name="T71" fmla="*/ 53 h 189"/>
              <a:gd name="T72" fmla="*/ 41 w 84"/>
              <a:gd name="T73" fmla="*/ 60 h 189"/>
              <a:gd name="T74" fmla="*/ 38 w 84"/>
              <a:gd name="T75" fmla="*/ 47 h 189"/>
              <a:gd name="T76" fmla="*/ 27 w 84"/>
              <a:gd name="T77" fmla="*/ 30 h 189"/>
              <a:gd name="T78" fmla="*/ 84 w 84"/>
              <a:gd name="T79" fmla="*/ 187 h 189"/>
              <a:gd name="T80" fmla="*/ 16 w 84"/>
              <a:gd name="T81" fmla="*/ 67 h 189"/>
              <a:gd name="T82" fmla="*/ 15 w 84"/>
              <a:gd name="T83" fmla="*/ 65 h 189"/>
              <a:gd name="T84" fmla="*/ 19 w 84"/>
              <a:gd name="T85" fmla="*/ 12 h 189"/>
              <a:gd name="T86" fmla="*/ 47 w 84"/>
              <a:gd name="T87" fmla="*/ 104 h 189"/>
              <a:gd name="T88" fmla="*/ 43 w 84"/>
              <a:gd name="T89" fmla="*/ 88 h 189"/>
              <a:gd name="T90" fmla="*/ 28 w 84"/>
              <a:gd name="T91" fmla="*/ 16 h 189"/>
              <a:gd name="T92" fmla="*/ 2 w 84"/>
              <a:gd name="T93" fmla="*/ 4 h 189"/>
              <a:gd name="T94" fmla="*/ 45 w 84"/>
              <a:gd name="T95" fmla="*/ 113 h 189"/>
              <a:gd name="T96" fmla="*/ 50 w 84"/>
              <a:gd name="T97" fmla="*/ 99 h 189"/>
              <a:gd name="T98" fmla="*/ 45 w 84"/>
              <a:gd name="T99" fmla="*/ 90 h 189"/>
              <a:gd name="T100" fmla="*/ 38 w 84"/>
              <a:gd name="T101" fmla="*/ 36 h 189"/>
              <a:gd name="T102" fmla="*/ 4 w 84"/>
              <a:gd name="T103" fmla="*/ 10 h 189"/>
              <a:gd name="T104" fmla="*/ 25 w 84"/>
              <a:gd name="T105" fmla="*/ 14 h 189"/>
              <a:gd name="T106" fmla="*/ 0 w 84"/>
              <a:gd name="T107" fmla="*/ 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 h="189">
                <a:moveTo>
                  <a:pt x="4" y="44"/>
                </a:moveTo>
                <a:cubicBezTo>
                  <a:pt x="4" y="45"/>
                  <a:pt x="5" y="45"/>
                  <a:pt x="6" y="47"/>
                </a:cubicBezTo>
                <a:cubicBezTo>
                  <a:pt x="6" y="48"/>
                  <a:pt x="6" y="49"/>
                  <a:pt x="7" y="51"/>
                </a:cubicBezTo>
                <a:cubicBezTo>
                  <a:pt x="7" y="51"/>
                  <a:pt x="7" y="52"/>
                  <a:pt x="7" y="53"/>
                </a:cubicBezTo>
                <a:cubicBezTo>
                  <a:pt x="7" y="54"/>
                  <a:pt x="8" y="55"/>
                  <a:pt x="9" y="54"/>
                </a:cubicBezTo>
                <a:cubicBezTo>
                  <a:pt x="10" y="54"/>
                  <a:pt x="11" y="53"/>
                  <a:pt x="11" y="52"/>
                </a:cubicBezTo>
                <a:cubicBezTo>
                  <a:pt x="11" y="51"/>
                  <a:pt x="11" y="50"/>
                  <a:pt x="11" y="49"/>
                </a:cubicBezTo>
                <a:cubicBezTo>
                  <a:pt x="11" y="49"/>
                  <a:pt x="11" y="49"/>
                  <a:pt x="12" y="48"/>
                </a:cubicBezTo>
                <a:cubicBezTo>
                  <a:pt x="12" y="48"/>
                  <a:pt x="13" y="48"/>
                  <a:pt x="13" y="49"/>
                </a:cubicBezTo>
                <a:cubicBezTo>
                  <a:pt x="13" y="49"/>
                  <a:pt x="13" y="49"/>
                  <a:pt x="13" y="49"/>
                </a:cubicBezTo>
                <a:cubicBezTo>
                  <a:pt x="13" y="50"/>
                  <a:pt x="14" y="52"/>
                  <a:pt x="14" y="53"/>
                </a:cubicBezTo>
                <a:cubicBezTo>
                  <a:pt x="14" y="53"/>
                  <a:pt x="14" y="54"/>
                  <a:pt x="15" y="54"/>
                </a:cubicBezTo>
                <a:cubicBezTo>
                  <a:pt x="15" y="53"/>
                  <a:pt x="15" y="54"/>
                  <a:pt x="16" y="54"/>
                </a:cubicBezTo>
                <a:cubicBezTo>
                  <a:pt x="16" y="55"/>
                  <a:pt x="16" y="55"/>
                  <a:pt x="16" y="56"/>
                </a:cubicBezTo>
                <a:cubicBezTo>
                  <a:pt x="16" y="57"/>
                  <a:pt x="16" y="57"/>
                  <a:pt x="16" y="58"/>
                </a:cubicBezTo>
                <a:cubicBezTo>
                  <a:pt x="17" y="58"/>
                  <a:pt x="17" y="58"/>
                  <a:pt x="17" y="58"/>
                </a:cubicBezTo>
                <a:cubicBezTo>
                  <a:pt x="16" y="60"/>
                  <a:pt x="17" y="62"/>
                  <a:pt x="18" y="63"/>
                </a:cubicBezTo>
                <a:cubicBezTo>
                  <a:pt x="18" y="63"/>
                  <a:pt x="18" y="63"/>
                  <a:pt x="18" y="64"/>
                </a:cubicBezTo>
                <a:cubicBezTo>
                  <a:pt x="18" y="64"/>
                  <a:pt x="17" y="64"/>
                  <a:pt x="17" y="64"/>
                </a:cubicBezTo>
                <a:cubicBezTo>
                  <a:pt x="16" y="63"/>
                  <a:pt x="15" y="64"/>
                  <a:pt x="15" y="65"/>
                </a:cubicBezTo>
                <a:cubicBezTo>
                  <a:pt x="14" y="66"/>
                  <a:pt x="14" y="66"/>
                  <a:pt x="13" y="66"/>
                </a:cubicBezTo>
                <a:cubicBezTo>
                  <a:pt x="11" y="65"/>
                  <a:pt x="9" y="65"/>
                  <a:pt x="8" y="67"/>
                </a:cubicBezTo>
                <a:cubicBezTo>
                  <a:pt x="7" y="68"/>
                  <a:pt x="7" y="68"/>
                  <a:pt x="7" y="67"/>
                </a:cubicBezTo>
                <a:cubicBezTo>
                  <a:pt x="6" y="67"/>
                  <a:pt x="6" y="67"/>
                  <a:pt x="6" y="67"/>
                </a:cubicBezTo>
                <a:cubicBezTo>
                  <a:pt x="6" y="65"/>
                  <a:pt x="5" y="65"/>
                  <a:pt x="5" y="64"/>
                </a:cubicBezTo>
                <a:cubicBezTo>
                  <a:pt x="4" y="63"/>
                  <a:pt x="3" y="62"/>
                  <a:pt x="3" y="60"/>
                </a:cubicBezTo>
                <a:cubicBezTo>
                  <a:pt x="2" y="60"/>
                  <a:pt x="3" y="60"/>
                  <a:pt x="3" y="59"/>
                </a:cubicBezTo>
                <a:cubicBezTo>
                  <a:pt x="3" y="58"/>
                  <a:pt x="3" y="57"/>
                  <a:pt x="3" y="56"/>
                </a:cubicBezTo>
                <a:cubicBezTo>
                  <a:pt x="2" y="55"/>
                  <a:pt x="3" y="53"/>
                  <a:pt x="2" y="52"/>
                </a:cubicBezTo>
                <a:cubicBezTo>
                  <a:pt x="1" y="52"/>
                  <a:pt x="2" y="51"/>
                  <a:pt x="2" y="51"/>
                </a:cubicBezTo>
                <a:cubicBezTo>
                  <a:pt x="1" y="49"/>
                  <a:pt x="0" y="48"/>
                  <a:pt x="0" y="46"/>
                </a:cubicBezTo>
                <a:cubicBezTo>
                  <a:pt x="0" y="45"/>
                  <a:pt x="0" y="44"/>
                  <a:pt x="0" y="44"/>
                </a:cubicBezTo>
                <a:cubicBezTo>
                  <a:pt x="0" y="43"/>
                  <a:pt x="0" y="43"/>
                  <a:pt x="1" y="42"/>
                </a:cubicBezTo>
                <a:cubicBezTo>
                  <a:pt x="0" y="42"/>
                  <a:pt x="1" y="41"/>
                  <a:pt x="2" y="41"/>
                </a:cubicBezTo>
                <a:cubicBezTo>
                  <a:pt x="2" y="41"/>
                  <a:pt x="2" y="41"/>
                  <a:pt x="2" y="41"/>
                </a:cubicBezTo>
                <a:cubicBezTo>
                  <a:pt x="3" y="42"/>
                  <a:pt x="3" y="43"/>
                  <a:pt x="4" y="44"/>
                </a:cubicBezTo>
                <a:close/>
                <a:moveTo>
                  <a:pt x="32" y="88"/>
                </a:moveTo>
                <a:cubicBezTo>
                  <a:pt x="32" y="88"/>
                  <a:pt x="32" y="88"/>
                  <a:pt x="32" y="88"/>
                </a:cubicBezTo>
                <a:cubicBezTo>
                  <a:pt x="32" y="87"/>
                  <a:pt x="31" y="88"/>
                  <a:pt x="31" y="88"/>
                </a:cubicBezTo>
                <a:cubicBezTo>
                  <a:pt x="31" y="88"/>
                  <a:pt x="31" y="88"/>
                  <a:pt x="31" y="87"/>
                </a:cubicBezTo>
                <a:cubicBezTo>
                  <a:pt x="32" y="86"/>
                  <a:pt x="32" y="86"/>
                  <a:pt x="30" y="85"/>
                </a:cubicBezTo>
                <a:cubicBezTo>
                  <a:pt x="29" y="84"/>
                  <a:pt x="29" y="83"/>
                  <a:pt x="28" y="83"/>
                </a:cubicBezTo>
                <a:cubicBezTo>
                  <a:pt x="27" y="83"/>
                  <a:pt x="27" y="83"/>
                  <a:pt x="27" y="83"/>
                </a:cubicBezTo>
                <a:cubicBezTo>
                  <a:pt x="27" y="82"/>
                  <a:pt x="27" y="82"/>
                  <a:pt x="26" y="82"/>
                </a:cubicBezTo>
                <a:cubicBezTo>
                  <a:pt x="26" y="82"/>
                  <a:pt x="26" y="81"/>
                  <a:pt x="25" y="81"/>
                </a:cubicBezTo>
                <a:cubicBezTo>
                  <a:pt x="25" y="80"/>
                  <a:pt x="24" y="80"/>
                  <a:pt x="24" y="79"/>
                </a:cubicBezTo>
                <a:cubicBezTo>
                  <a:pt x="24" y="79"/>
                  <a:pt x="23" y="79"/>
                  <a:pt x="23" y="79"/>
                </a:cubicBezTo>
                <a:cubicBezTo>
                  <a:pt x="23" y="80"/>
                  <a:pt x="23" y="79"/>
                  <a:pt x="22" y="79"/>
                </a:cubicBezTo>
                <a:cubicBezTo>
                  <a:pt x="22" y="79"/>
                  <a:pt x="22" y="78"/>
                  <a:pt x="22" y="78"/>
                </a:cubicBezTo>
                <a:cubicBezTo>
                  <a:pt x="22" y="76"/>
                  <a:pt x="21" y="75"/>
                  <a:pt x="20" y="74"/>
                </a:cubicBezTo>
                <a:cubicBezTo>
                  <a:pt x="19" y="73"/>
                  <a:pt x="18" y="73"/>
                  <a:pt x="17" y="73"/>
                </a:cubicBezTo>
                <a:cubicBezTo>
                  <a:pt x="16" y="73"/>
                  <a:pt x="16" y="74"/>
                  <a:pt x="16" y="74"/>
                </a:cubicBezTo>
                <a:cubicBezTo>
                  <a:pt x="16" y="75"/>
                  <a:pt x="16" y="76"/>
                  <a:pt x="16" y="77"/>
                </a:cubicBezTo>
                <a:cubicBezTo>
                  <a:pt x="15" y="78"/>
                  <a:pt x="16" y="79"/>
                  <a:pt x="16" y="80"/>
                </a:cubicBezTo>
                <a:cubicBezTo>
                  <a:pt x="17" y="81"/>
                  <a:pt x="18" y="80"/>
                  <a:pt x="19" y="79"/>
                </a:cubicBezTo>
                <a:cubicBezTo>
                  <a:pt x="20" y="79"/>
                  <a:pt x="20" y="79"/>
                  <a:pt x="20" y="80"/>
                </a:cubicBezTo>
                <a:cubicBezTo>
                  <a:pt x="20" y="80"/>
                  <a:pt x="21" y="81"/>
                  <a:pt x="21" y="81"/>
                </a:cubicBezTo>
                <a:cubicBezTo>
                  <a:pt x="21" y="82"/>
                  <a:pt x="21" y="82"/>
                  <a:pt x="21" y="82"/>
                </a:cubicBezTo>
                <a:cubicBezTo>
                  <a:pt x="21" y="83"/>
                  <a:pt x="22" y="83"/>
                  <a:pt x="21" y="83"/>
                </a:cubicBezTo>
                <a:cubicBezTo>
                  <a:pt x="21" y="84"/>
                  <a:pt x="22" y="86"/>
                  <a:pt x="22" y="87"/>
                </a:cubicBezTo>
                <a:cubicBezTo>
                  <a:pt x="22" y="87"/>
                  <a:pt x="22" y="88"/>
                  <a:pt x="22" y="88"/>
                </a:cubicBezTo>
                <a:cubicBezTo>
                  <a:pt x="22" y="88"/>
                  <a:pt x="22" y="89"/>
                  <a:pt x="22" y="89"/>
                </a:cubicBezTo>
                <a:cubicBezTo>
                  <a:pt x="22" y="90"/>
                  <a:pt x="22" y="90"/>
                  <a:pt x="23" y="91"/>
                </a:cubicBezTo>
                <a:cubicBezTo>
                  <a:pt x="25" y="92"/>
                  <a:pt x="25" y="91"/>
                  <a:pt x="26" y="90"/>
                </a:cubicBezTo>
                <a:cubicBezTo>
                  <a:pt x="26" y="90"/>
                  <a:pt x="26" y="89"/>
                  <a:pt x="27" y="89"/>
                </a:cubicBezTo>
                <a:cubicBezTo>
                  <a:pt x="28" y="89"/>
                  <a:pt x="29" y="89"/>
                  <a:pt x="30" y="90"/>
                </a:cubicBezTo>
                <a:cubicBezTo>
                  <a:pt x="31" y="91"/>
                  <a:pt x="31" y="89"/>
                  <a:pt x="32" y="89"/>
                </a:cubicBezTo>
                <a:cubicBezTo>
                  <a:pt x="32" y="88"/>
                  <a:pt x="32" y="88"/>
                  <a:pt x="32" y="88"/>
                </a:cubicBezTo>
                <a:close/>
                <a:moveTo>
                  <a:pt x="51" y="120"/>
                </a:moveTo>
                <a:cubicBezTo>
                  <a:pt x="50" y="120"/>
                  <a:pt x="49" y="119"/>
                  <a:pt x="49" y="118"/>
                </a:cubicBezTo>
                <a:cubicBezTo>
                  <a:pt x="49" y="117"/>
                  <a:pt x="47" y="116"/>
                  <a:pt x="46" y="116"/>
                </a:cubicBezTo>
                <a:cubicBezTo>
                  <a:pt x="46" y="117"/>
                  <a:pt x="45" y="116"/>
                  <a:pt x="44" y="116"/>
                </a:cubicBezTo>
                <a:cubicBezTo>
                  <a:pt x="43" y="115"/>
                  <a:pt x="43" y="116"/>
                  <a:pt x="42" y="117"/>
                </a:cubicBezTo>
                <a:cubicBezTo>
                  <a:pt x="42" y="117"/>
                  <a:pt x="42" y="118"/>
                  <a:pt x="42" y="119"/>
                </a:cubicBezTo>
                <a:cubicBezTo>
                  <a:pt x="41" y="119"/>
                  <a:pt x="41" y="120"/>
                  <a:pt x="41" y="120"/>
                </a:cubicBezTo>
                <a:cubicBezTo>
                  <a:pt x="40" y="121"/>
                  <a:pt x="41" y="121"/>
                  <a:pt x="41" y="122"/>
                </a:cubicBezTo>
                <a:cubicBezTo>
                  <a:pt x="42" y="122"/>
                  <a:pt x="42" y="121"/>
                  <a:pt x="42" y="121"/>
                </a:cubicBezTo>
                <a:cubicBezTo>
                  <a:pt x="42" y="121"/>
                  <a:pt x="42" y="121"/>
                  <a:pt x="42" y="121"/>
                </a:cubicBezTo>
                <a:cubicBezTo>
                  <a:pt x="43" y="120"/>
                  <a:pt x="44" y="121"/>
                  <a:pt x="44" y="121"/>
                </a:cubicBezTo>
                <a:cubicBezTo>
                  <a:pt x="45" y="122"/>
                  <a:pt x="44" y="122"/>
                  <a:pt x="44" y="122"/>
                </a:cubicBezTo>
                <a:cubicBezTo>
                  <a:pt x="44" y="122"/>
                  <a:pt x="44" y="123"/>
                  <a:pt x="44" y="123"/>
                </a:cubicBezTo>
                <a:cubicBezTo>
                  <a:pt x="44" y="123"/>
                  <a:pt x="44" y="122"/>
                  <a:pt x="45" y="123"/>
                </a:cubicBezTo>
                <a:cubicBezTo>
                  <a:pt x="46" y="123"/>
                  <a:pt x="47" y="125"/>
                  <a:pt x="48" y="124"/>
                </a:cubicBezTo>
                <a:cubicBezTo>
                  <a:pt x="48" y="124"/>
                  <a:pt x="48" y="124"/>
                  <a:pt x="48" y="124"/>
                </a:cubicBezTo>
                <a:cubicBezTo>
                  <a:pt x="50" y="124"/>
                  <a:pt x="51" y="122"/>
                  <a:pt x="51" y="121"/>
                </a:cubicBezTo>
                <a:cubicBezTo>
                  <a:pt x="51" y="120"/>
                  <a:pt x="51" y="120"/>
                  <a:pt x="51" y="120"/>
                </a:cubicBezTo>
                <a:close/>
                <a:moveTo>
                  <a:pt x="70" y="154"/>
                </a:moveTo>
                <a:cubicBezTo>
                  <a:pt x="70" y="154"/>
                  <a:pt x="71" y="153"/>
                  <a:pt x="70" y="153"/>
                </a:cubicBezTo>
                <a:cubicBezTo>
                  <a:pt x="70" y="152"/>
                  <a:pt x="69" y="152"/>
                  <a:pt x="69" y="151"/>
                </a:cubicBezTo>
                <a:cubicBezTo>
                  <a:pt x="68" y="151"/>
                  <a:pt x="67" y="150"/>
                  <a:pt x="67" y="149"/>
                </a:cubicBezTo>
                <a:cubicBezTo>
                  <a:pt x="68" y="149"/>
                  <a:pt x="68" y="150"/>
                  <a:pt x="69" y="149"/>
                </a:cubicBezTo>
                <a:cubicBezTo>
                  <a:pt x="68" y="149"/>
                  <a:pt x="68" y="148"/>
                  <a:pt x="68" y="148"/>
                </a:cubicBezTo>
                <a:cubicBezTo>
                  <a:pt x="67" y="148"/>
                  <a:pt x="66" y="148"/>
                  <a:pt x="66" y="147"/>
                </a:cubicBezTo>
                <a:cubicBezTo>
                  <a:pt x="65" y="145"/>
                  <a:pt x="64" y="144"/>
                  <a:pt x="62" y="146"/>
                </a:cubicBezTo>
                <a:cubicBezTo>
                  <a:pt x="62" y="146"/>
                  <a:pt x="62" y="146"/>
                  <a:pt x="62" y="147"/>
                </a:cubicBezTo>
                <a:cubicBezTo>
                  <a:pt x="61" y="147"/>
                  <a:pt x="62" y="147"/>
                  <a:pt x="62" y="148"/>
                </a:cubicBezTo>
                <a:cubicBezTo>
                  <a:pt x="61" y="148"/>
                  <a:pt x="61" y="149"/>
                  <a:pt x="62" y="149"/>
                </a:cubicBezTo>
                <a:cubicBezTo>
                  <a:pt x="62" y="150"/>
                  <a:pt x="62" y="150"/>
                  <a:pt x="62" y="150"/>
                </a:cubicBezTo>
                <a:cubicBezTo>
                  <a:pt x="61" y="151"/>
                  <a:pt x="61" y="152"/>
                  <a:pt x="62" y="152"/>
                </a:cubicBezTo>
                <a:cubicBezTo>
                  <a:pt x="64" y="153"/>
                  <a:pt x="65" y="154"/>
                  <a:pt x="67" y="154"/>
                </a:cubicBezTo>
                <a:cubicBezTo>
                  <a:pt x="67" y="154"/>
                  <a:pt x="68" y="154"/>
                  <a:pt x="68" y="155"/>
                </a:cubicBezTo>
                <a:cubicBezTo>
                  <a:pt x="69" y="155"/>
                  <a:pt x="69" y="155"/>
                  <a:pt x="70" y="154"/>
                </a:cubicBezTo>
                <a:close/>
                <a:moveTo>
                  <a:pt x="36" y="81"/>
                </a:moveTo>
                <a:cubicBezTo>
                  <a:pt x="36" y="81"/>
                  <a:pt x="36" y="82"/>
                  <a:pt x="35" y="82"/>
                </a:cubicBezTo>
                <a:cubicBezTo>
                  <a:pt x="35" y="82"/>
                  <a:pt x="34" y="83"/>
                  <a:pt x="35" y="83"/>
                </a:cubicBezTo>
                <a:cubicBezTo>
                  <a:pt x="36" y="84"/>
                  <a:pt x="38" y="85"/>
                  <a:pt x="39" y="86"/>
                </a:cubicBezTo>
                <a:cubicBezTo>
                  <a:pt x="40" y="86"/>
                  <a:pt x="42" y="85"/>
                  <a:pt x="43" y="86"/>
                </a:cubicBezTo>
                <a:cubicBezTo>
                  <a:pt x="43" y="86"/>
                  <a:pt x="44" y="85"/>
                  <a:pt x="44" y="85"/>
                </a:cubicBezTo>
                <a:cubicBezTo>
                  <a:pt x="45" y="84"/>
                  <a:pt x="44" y="83"/>
                  <a:pt x="43" y="83"/>
                </a:cubicBezTo>
                <a:cubicBezTo>
                  <a:pt x="42" y="83"/>
                  <a:pt x="42" y="82"/>
                  <a:pt x="42" y="81"/>
                </a:cubicBezTo>
                <a:cubicBezTo>
                  <a:pt x="42" y="80"/>
                  <a:pt x="42" y="80"/>
                  <a:pt x="41" y="79"/>
                </a:cubicBezTo>
                <a:cubicBezTo>
                  <a:pt x="41" y="79"/>
                  <a:pt x="40" y="79"/>
                  <a:pt x="40" y="79"/>
                </a:cubicBezTo>
                <a:cubicBezTo>
                  <a:pt x="39" y="80"/>
                  <a:pt x="39" y="81"/>
                  <a:pt x="38" y="81"/>
                </a:cubicBezTo>
                <a:cubicBezTo>
                  <a:pt x="37" y="81"/>
                  <a:pt x="37" y="81"/>
                  <a:pt x="36" y="81"/>
                </a:cubicBezTo>
                <a:close/>
                <a:moveTo>
                  <a:pt x="74" y="169"/>
                </a:moveTo>
                <a:cubicBezTo>
                  <a:pt x="73" y="169"/>
                  <a:pt x="73" y="168"/>
                  <a:pt x="72" y="168"/>
                </a:cubicBezTo>
                <a:cubicBezTo>
                  <a:pt x="71" y="167"/>
                  <a:pt x="70" y="167"/>
                  <a:pt x="71" y="165"/>
                </a:cubicBezTo>
                <a:cubicBezTo>
                  <a:pt x="71" y="165"/>
                  <a:pt x="71" y="164"/>
                  <a:pt x="70" y="164"/>
                </a:cubicBezTo>
                <a:cubicBezTo>
                  <a:pt x="69" y="164"/>
                  <a:pt x="68" y="164"/>
                  <a:pt x="68" y="165"/>
                </a:cubicBezTo>
                <a:cubicBezTo>
                  <a:pt x="68" y="165"/>
                  <a:pt x="68" y="166"/>
                  <a:pt x="68" y="166"/>
                </a:cubicBezTo>
                <a:cubicBezTo>
                  <a:pt x="67" y="167"/>
                  <a:pt x="67" y="167"/>
                  <a:pt x="68" y="168"/>
                </a:cubicBezTo>
                <a:cubicBezTo>
                  <a:pt x="68" y="170"/>
                  <a:pt x="69" y="171"/>
                  <a:pt x="71" y="172"/>
                </a:cubicBezTo>
                <a:cubicBezTo>
                  <a:pt x="73" y="173"/>
                  <a:pt x="73" y="173"/>
                  <a:pt x="74" y="171"/>
                </a:cubicBezTo>
                <a:cubicBezTo>
                  <a:pt x="74" y="171"/>
                  <a:pt x="74" y="170"/>
                  <a:pt x="74" y="170"/>
                </a:cubicBezTo>
                <a:cubicBezTo>
                  <a:pt x="74" y="170"/>
                  <a:pt x="75" y="169"/>
                  <a:pt x="74" y="169"/>
                </a:cubicBezTo>
                <a:close/>
                <a:moveTo>
                  <a:pt x="41" y="62"/>
                </a:moveTo>
                <a:cubicBezTo>
                  <a:pt x="40" y="62"/>
                  <a:pt x="40" y="63"/>
                  <a:pt x="40" y="63"/>
                </a:cubicBezTo>
                <a:cubicBezTo>
                  <a:pt x="40" y="64"/>
                  <a:pt x="40" y="64"/>
                  <a:pt x="40" y="65"/>
                </a:cubicBezTo>
                <a:cubicBezTo>
                  <a:pt x="40" y="65"/>
                  <a:pt x="40" y="66"/>
                  <a:pt x="40" y="66"/>
                </a:cubicBezTo>
                <a:cubicBezTo>
                  <a:pt x="39" y="67"/>
                  <a:pt x="39" y="68"/>
                  <a:pt x="40" y="69"/>
                </a:cubicBezTo>
                <a:cubicBezTo>
                  <a:pt x="40" y="70"/>
                  <a:pt x="40" y="70"/>
                  <a:pt x="41" y="71"/>
                </a:cubicBezTo>
                <a:cubicBezTo>
                  <a:pt x="41" y="72"/>
                  <a:pt x="41" y="72"/>
                  <a:pt x="41" y="73"/>
                </a:cubicBezTo>
                <a:cubicBezTo>
                  <a:pt x="41" y="73"/>
                  <a:pt x="41" y="74"/>
                  <a:pt x="41" y="74"/>
                </a:cubicBezTo>
                <a:cubicBezTo>
                  <a:pt x="41" y="74"/>
                  <a:pt x="41" y="75"/>
                  <a:pt x="41" y="75"/>
                </a:cubicBezTo>
                <a:cubicBezTo>
                  <a:pt x="41" y="76"/>
                  <a:pt x="41" y="76"/>
                  <a:pt x="42" y="76"/>
                </a:cubicBezTo>
                <a:cubicBezTo>
                  <a:pt x="42" y="77"/>
                  <a:pt x="43" y="76"/>
                  <a:pt x="43" y="76"/>
                </a:cubicBezTo>
                <a:cubicBezTo>
                  <a:pt x="43" y="76"/>
                  <a:pt x="43" y="76"/>
                  <a:pt x="43" y="76"/>
                </a:cubicBezTo>
                <a:cubicBezTo>
                  <a:pt x="44" y="75"/>
                  <a:pt x="44" y="74"/>
                  <a:pt x="43" y="73"/>
                </a:cubicBezTo>
                <a:cubicBezTo>
                  <a:pt x="43" y="72"/>
                  <a:pt x="43" y="70"/>
                  <a:pt x="43" y="70"/>
                </a:cubicBezTo>
                <a:cubicBezTo>
                  <a:pt x="42" y="69"/>
                  <a:pt x="43" y="69"/>
                  <a:pt x="42" y="68"/>
                </a:cubicBezTo>
                <a:cubicBezTo>
                  <a:pt x="42" y="67"/>
                  <a:pt x="41" y="66"/>
                  <a:pt x="42" y="65"/>
                </a:cubicBezTo>
                <a:cubicBezTo>
                  <a:pt x="42" y="64"/>
                  <a:pt x="42" y="64"/>
                  <a:pt x="41" y="63"/>
                </a:cubicBezTo>
                <a:cubicBezTo>
                  <a:pt x="41" y="63"/>
                  <a:pt x="41" y="62"/>
                  <a:pt x="41" y="62"/>
                </a:cubicBezTo>
                <a:close/>
                <a:moveTo>
                  <a:pt x="43" y="97"/>
                </a:moveTo>
                <a:cubicBezTo>
                  <a:pt x="44" y="97"/>
                  <a:pt x="44" y="97"/>
                  <a:pt x="44" y="97"/>
                </a:cubicBezTo>
                <a:cubicBezTo>
                  <a:pt x="45" y="97"/>
                  <a:pt x="45" y="97"/>
                  <a:pt x="46" y="97"/>
                </a:cubicBezTo>
                <a:cubicBezTo>
                  <a:pt x="46" y="97"/>
                  <a:pt x="47" y="98"/>
                  <a:pt x="48" y="98"/>
                </a:cubicBezTo>
                <a:cubicBezTo>
                  <a:pt x="48" y="98"/>
                  <a:pt x="49" y="98"/>
                  <a:pt x="49" y="98"/>
                </a:cubicBezTo>
                <a:cubicBezTo>
                  <a:pt x="49" y="97"/>
                  <a:pt x="48" y="96"/>
                  <a:pt x="48" y="96"/>
                </a:cubicBezTo>
                <a:cubicBezTo>
                  <a:pt x="46" y="97"/>
                  <a:pt x="46" y="96"/>
                  <a:pt x="45" y="95"/>
                </a:cubicBezTo>
                <a:cubicBezTo>
                  <a:pt x="44" y="94"/>
                  <a:pt x="44" y="94"/>
                  <a:pt x="43" y="94"/>
                </a:cubicBezTo>
                <a:cubicBezTo>
                  <a:pt x="43" y="94"/>
                  <a:pt x="43" y="94"/>
                  <a:pt x="43" y="94"/>
                </a:cubicBezTo>
                <a:cubicBezTo>
                  <a:pt x="42" y="93"/>
                  <a:pt x="42" y="92"/>
                  <a:pt x="41" y="91"/>
                </a:cubicBezTo>
                <a:cubicBezTo>
                  <a:pt x="41" y="91"/>
                  <a:pt x="40" y="91"/>
                  <a:pt x="41" y="91"/>
                </a:cubicBezTo>
                <a:cubicBezTo>
                  <a:pt x="41" y="92"/>
                  <a:pt x="40" y="92"/>
                  <a:pt x="40" y="93"/>
                </a:cubicBezTo>
                <a:cubicBezTo>
                  <a:pt x="40" y="94"/>
                  <a:pt x="40" y="94"/>
                  <a:pt x="40" y="95"/>
                </a:cubicBezTo>
                <a:cubicBezTo>
                  <a:pt x="40" y="95"/>
                  <a:pt x="40" y="95"/>
                  <a:pt x="40" y="96"/>
                </a:cubicBezTo>
                <a:cubicBezTo>
                  <a:pt x="41" y="97"/>
                  <a:pt x="41" y="98"/>
                  <a:pt x="43" y="97"/>
                </a:cubicBezTo>
                <a:close/>
                <a:moveTo>
                  <a:pt x="23" y="23"/>
                </a:moveTo>
                <a:cubicBezTo>
                  <a:pt x="23" y="23"/>
                  <a:pt x="23" y="23"/>
                  <a:pt x="23" y="23"/>
                </a:cubicBezTo>
                <a:cubicBezTo>
                  <a:pt x="24" y="22"/>
                  <a:pt x="24" y="22"/>
                  <a:pt x="25" y="21"/>
                </a:cubicBezTo>
                <a:cubicBezTo>
                  <a:pt x="26" y="21"/>
                  <a:pt x="26" y="21"/>
                  <a:pt x="25" y="21"/>
                </a:cubicBezTo>
                <a:cubicBezTo>
                  <a:pt x="25" y="21"/>
                  <a:pt x="25" y="20"/>
                  <a:pt x="25" y="20"/>
                </a:cubicBezTo>
                <a:cubicBezTo>
                  <a:pt x="26" y="19"/>
                  <a:pt x="25" y="18"/>
                  <a:pt x="25" y="18"/>
                </a:cubicBezTo>
                <a:cubicBezTo>
                  <a:pt x="24" y="17"/>
                  <a:pt x="23" y="16"/>
                  <a:pt x="22" y="17"/>
                </a:cubicBezTo>
                <a:cubicBezTo>
                  <a:pt x="21" y="18"/>
                  <a:pt x="21" y="19"/>
                  <a:pt x="21" y="20"/>
                </a:cubicBezTo>
                <a:cubicBezTo>
                  <a:pt x="21" y="20"/>
                  <a:pt x="21" y="21"/>
                  <a:pt x="21" y="21"/>
                </a:cubicBezTo>
                <a:cubicBezTo>
                  <a:pt x="22" y="22"/>
                  <a:pt x="23" y="22"/>
                  <a:pt x="23" y="23"/>
                </a:cubicBezTo>
                <a:close/>
                <a:moveTo>
                  <a:pt x="29" y="62"/>
                </a:moveTo>
                <a:cubicBezTo>
                  <a:pt x="30" y="63"/>
                  <a:pt x="33" y="62"/>
                  <a:pt x="33" y="62"/>
                </a:cubicBezTo>
                <a:cubicBezTo>
                  <a:pt x="35" y="61"/>
                  <a:pt x="35" y="59"/>
                  <a:pt x="36" y="58"/>
                </a:cubicBezTo>
                <a:cubicBezTo>
                  <a:pt x="37" y="57"/>
                  <a:pt x="36" y="57"/>
                  <a:pt x="35" y="57"/>
                </a:cubicBezTo>
                <a:cubicBezTo>
                  <a:pt x="35" y="57"/>
                  <a:pt x="35" y="57"/>
                  <a:pt x="35" y="57"/>
                </a:cubicBezTo>
                <a:cubicBezTo>
                  <a:pt x="33" y="58"/>
                  <a:pt x="31" y="59"/>
                  <a:pt x="29" y="60"/>
                </a:cubicBezTo>
                <a:cubicBezTo>
                  <a:pt x="29" y="61"/>
                  <a:pt x="28" y="61"/>
                  <a:pt x="29" y="62"/>
                </a:cubicBezTo>
                <a:close/>
                <a:moveTo>
                  <a:pt x="38" y="48"/>
                </a:moveTo>
                <a:cubicBezTo>
                  <a:pt x="38" y="49"/>
                  <a:pt x="38" y="49"/>
                  <a:pt x="38" y="49"/>
                </a:cubicBezTo>
                <a:cubicBezTo>
                  <a:pt x="38" y="50"/>
                  <a:pt x="38" y="50"/>
                  <a:pt x="38" y="51"/>
                </a:cubicBezTo>
                <a:cubicBezTo>
                  <a:pt x="38" y="51"/>
                  <a:pt x="38" y="51"/>
                  <a:pt x="38" y="51"/>
                </a:cubicBezTo>
                <a:cubicBezTo>
                  <a:pt x="38" y="52"/>
                  <a:pt x="38" y="52"/>
                  <a:pt x="39" y="53"/>
                </a:cubicBezTo>
                <a:cubicBezTo>
                  <a:pt x="39" y="54"/>
                  <a:pt x="39" y="54"/>
                  <a:pt x="40" y="55"/>
                </a:cubicBezTo>
                <a:cubicBezTo>
                  <a:pt x="40" y="56"/>
                  <a:pt x="39" y="58"/>
                  <a:pt x="40" y="59"/>
                </a:cubicBezTo>
                <a:cubicBezTo>
                  <a:pt x="40" y="59"/>
                  <a:pt x="40" y="59"/>
                  <a:pt x="40" y="59"/>
                </a:cubicBezTo>
                <a:cubicBezTo>
                  <a:pt x="40" y="59"/>
                  <a:pt x="40" y="60"/>
                  <a:pt x="40" y="60"/>
                </a:cubicBezTo>
                <a:cubicBezTo>
                  <a:pt x="40" y="60"/>
                  <a:pt x="41" y="60"/>
                  <a:pt x="41" y="60"/>
                </a:cubicBezTo>
                <a:cubicBezTo>
                  <a:pt x="41" y="60"/>
                  <a:pt x="41" y="59"/>
                  <a:pt x="41" y="58"/>
                </a:cubicBezTo>
                <a:cubicBezTo>
                  <a:pt x="41" y="57"/>
                  <a:pt x="41" y="55"/>
                  <a:pt x="40" y="53"/>
                </a:cubicBezTo>
                <a:cubicBezTo>
                  <a:pt x="40" y="53"/>
                  <a:pt x="40" y="53"/>
                  <a:pt x="40" y="53"/>
                </a:cubicBezTo>
                <a:cubicBezTo>
                  <a:pt x="40" y="51"/>
                  <a:pt x="39" y="50"/>
                  <a:pt x="39" y="48"/>
                </a:cubicBezTo>
                <a:cubicBezTo>
                  <a:pt x="39" y="48"/>
                  <a:pt x="38" y="47"/>
                  <a:pt x="38" y="47"/>
                </a:cubicBezTo>
                <a:cubicBezTo>
                  <a:pt x="37" y="48"/>
                  <a:pt x="38" y="48"/>
                  <a:pt x="38" y="48"/>
                </a:cubicBezTo>
                <a:close/>
                <a:moveTo>
                  <a:pt x="22" y="30"/>
                </a:moveTo>
                <a:cubicBezTo>
                  <a:pt x="22" y="31"/>
                  <a:pt x="22" y="32"/>
                  <a:pt x="22" y="33"/>
                </a:cubicBezTo>
                <a:cubicBezTo>
                  <a:pt x="23" y="34"/>
                  <a:pt x="24" y="34"/>
                  <a:pt x="25" y="34"/>
                </a:cubicBezTo>
                <a:cubicBezTo>
                  <a:pt x="26" y="34"/>
                  <a:pt x="27" y="32"/>
                  <a:pt x="27" y="30"/>
                </a:cubicBezTo>
                <a:cubicBezTo>
                  <a:pt x="26" y="29"/>
                  <a:pt x="24" y="29"/>
                  <a:pt x="22" y="30"/>
                </a:cubicBezTo>
                <a:close/>
                <a:moveTo>
                  <a:pt x="82" y="185"/>
                </a:moveTo>
                <a:cubicBezTo>
                  <a:pt x="81" y="185"/>
                  <a:pt x="81" y="186"/>
                  <a:pt x="81" y="187"/>
                </a:cubicBezTo>
                <a:cubicBezTo>
                  <a:pt x="81" y="188"/>
                  <a:pt x="81" y="188"/>
                  <a:pt x="83" y="188"/>
                </a:cubicBezTo>
                <a:cubicBezTo>
                  <a:pt x="84" y="189"/>
                  <a:pt x="84" y="188"/>
                  <a:pt x="84" y="187"/>
                </a:cubicBezTo>
                <a:cubicBezTo>
                  <a:pt x="84" y="186"/>
                  <a:pt x="83" y="185"/>
                  <a:pt x="82" y="185"/>
                </a:cubicBezTo>
                <a:close/>
                <a:moveTo>
                  <a:pt x="14" y="67"/>
                </a:moveTo>
                <a:cubicBezTo>
                  <a:pt x="14" y="68"/>
                  <a:pt x="16" y="70"/>
                  <a:pt x="17" y="70"/>
                </a:cubicBezTo>
                <a:cubicBezTo>
                  <a:pt x="18" y="70"/>
                  <a:pt x="18" y="69"/>
                  <a:pt x="17" y="68"/>
                </a:cubicBezTo>
                <a:cubicBezTo>
                  <a:pt x="17" y="67"/>
                  <a:pt x="17" y="67"/>
                  <a:pt x="16" y="67"/>
                </a:cubicBezTo>
                <a:cubicBezTo>
                  <a:pt x="15" y="66"/>
                  <a:pt x="14" y="66"/>
                  <a:pt x="14" y="67"/>
                </a:cubicBezTo>
                <a:close/>
                <a:moveTo>
                  <a:pt x="16" y="66"/>
                </a:moveTo>
                <a:cubicBezTo>
                  <a:pt x="16" y="66"/>
                  <a:pt x="17" y="66"/>
                  <a:pt x="17" y="65"/>
                </a:cubicBezTo>
                <a:cubicBezTo>
                  <a:pt x="17" y="65"/>
                  <a:pt x="17" y="64"/>
                  <a:pt x="16" y="64"/>
                </a:cubicBezTo>
                <a:cubicBezTo>
                  <a:pt x="16" y="64"/>
                  <a:pt x="15" y="65"/>
                  <a:pt x="15" y="65"/>
                </a:cubicBezTo>
                <a:cubicBezTo>
                  <a:pt x="15" y="66"/>
                  <a:pt x="16" y="66"/>
                  <a:pt x="16" y="66"/>
                </a:cubicBezTo>
                <a:close/>
                <a:moveTo>
                  <a:pt x="20" y="13"/>
                </a:moveTo>
                <a:cubicBezTo>
                  <a:pt x="20" y="13"/>
                  <a:pt x="20" y="12"/>
                  <a:pt x="21" y="12"/>
                </a:cubicBezTo>
                <a:cubicBezTo>
                  <a:pt x="20" y="11"/>
                  <a:pt x="20" y="11"/>
                  <a:pt x="19" y="11"/>
                </a:cubicBezTo>
                <a:cubicBezTo>
                  <a:pt x="19" y="11"/>
                  <a:pt x="19" y="12"/>
                  <a:pt x="19" y="12"/>
                </a:cubicBezTo>
                <a:cubicBezTo>
                  <a:pt x="19" y="12"/>
                  <a:pt x="19" y="13"/>
                  <a:pt x="20" y="13"/>
                </a:cubicBezTo>
                <a:close/>
                <a:moveTo>
                  <a:pt x="45" y="104"/>
                </a:moveTo>
                <a:cubicBezTo>
                  <a:pt x="45" y="104"/>
                  <a:pt x="45" y="104"/>
                  <a:pt x="45" y="105"/>
                </a:cubicBezTo>
                <a:cubicBezTo>
                  <a:pt x="45" y="105"/>
                  <a:pt x="46" y="105"/>
                  <a:pt x="46" y="105"/>
                </a:cubicBezTo>
                <a:cubicBezTo>
                  <a:pt x="46" y="104"/>
                  <a:pt x="47" y="104"/>
                  <a:pt x="47" y="104"/>
                </a:cubicBezTo>
                <a:cubicBezTo>
                  <a:pt x="47" y="103"/>
                  <a:pt x="46" y="103"/>
                  <a:pt x="45" y="104"/>
                </a:cubicBezTo>
                <a:close/>
                <a:moveTo>
                  <a:pt x="43" y="88"/>
                </a:moveTo>
                <a:cubicBezTo>
                  <a:pt x="42" y="88"/>
                  <a:pt x="42" y="89"/>
                  <a:pt x="42" y="89"/>
                </a:cubicBezTo>
                <a:cubicBezTo>
                  <a:pt x="42" y="89"/>
                  <a:pt x="42" y="90"/>
                  <a:pt x="42" y="89"/>
                </a:cubicBezTo>
                <a:cubicBezTo>
                  <a:pt x="43" y="89"/>
                  <a:pt x="43" y="89"/>
                  <a:pt x="43" y="88"/>
                </a:cubicBezTo>
                <a:cubicBezTo>
                  <a:pt x="43" y="88"/>
                  <a:pt x="43" y="87"/>
                  <a:pt x="43" y="88"/>
                </a:cubicBezTo>
                <a:close/>
                <a:moveTo>
                  <a:pt x="28" y="16"/>
                </a:moveTo>
                <a:cubicBezTo>
                  <a:pt x="29" y="16"/>
                  <a:pt x="29" y="16"/>
                  <a:pt x="29" y="16"/>
                </a:cubicBezTo>
                <a:cubicBezTo>
                  <a:pt x="29" y="15"/>
                  <a:pt x="29" y="15"/>
                  <a:pt x="29" y="15"/>
                </a:cubicBezTo>
                <a:cubicBezTo>
                  <a:pt x="28" y="15"/>
                  <a:pt x="28" y="15"/>
                  <a:pt x="28" y="16"/>
                </a:cubicBezTo>
                <a:cubicBezTo>
                  <a:pt x="28" y="16"/>
                  <a:pt x="28" y="16"/>
                  <a:pt x="28" y="16"/>
                </a:cubicBezTo>
                <a:close/>
                <a:moveTo>
                  <a:pt x="2" y="5"/>
                </a:moveTo>
                <a:cubicBezTo>
                  <a:pt x="2" y="6"/>
                  <a:pt x="3" y="5"/>
                  <a:pt x="3" y="5"/>
                </a:cubicBezTo>
                <a:cubicBezTo>
                  <a:pt x="3" y="5"/>
                  <a:pt x="3" y="4"/>
                  <a:pt x="3" y="4"/>
                </a:cubicBezTo>
                <a:cubicBezTo>
                  <a:pt x="2" y="4"/>
                  <a:pt x="2" y="4"/>
                  <a:pt x="2" y="4"/>
                </a:cubicBezTo>
                <a:cubicBezTo>
                  <a:pt x="1" y="5"/>
                  <a:pt x="2" y="5"/>
                  <a:pt x="2" y="5"/>
                </a:cubicBezTo>
                <a:close/>
                <a:moveTo>
                  <a:pt x="45" y="113"/>
                </a:moveTo>
                <a:cubicBezTo>
                  <a:pt x="45" y="113"/>
                  <a:pt x="45" y="113"/>
                  <a:pt x="45" y="114"/>
                </a:cubicBezTo>
                <a:cubicBezTo>
                  <a:pt x="45" y="114"/>
                  <a:pt x="45" y="115"/>
                  <a:pt x="46" y="115"/>
                </a:cubicBezTo>
                <a:cubicBezTo>
                  <a:pt x="46" y="114"/>
                  <a:pt x="46" y="114"/>
                  <a:pt x="45" y="113"/>
                </a:cubicBezTo>
                <a:close/>
                <a:moveTo>
                  <a:pt x="50" y="99"/>
                </a:moveTo>
                <a:cubicBezTo>
                  <a:pt x="50" y="100"/>
                  <a:pt x="50" y="100"/>
                  <a:pt x="50" y="100"/>
                </a:cubicBezTo>
                <a:cubicBezTo>
                  <a:pt x="50" y="100"/>
                  <a:pt x="50" y="101"/>
                  <a:pt x="50" y="100"/>
                </a:cubicBezTo>
                <a:cubicBezTo>
                  <a:pt x="51" y="100"/>
                  <a:pt x="52" y="100"/>
                  <a:pt x="51" y="99"/>
                </a:cubicBezTo>
                <a:cubicBezTo>
                  <a:pt x="51" y="99"/>
                  <a:pt x="51" y="99"/>
                  <a:pt x="50" y="99"/>
                </a:cubicBezTo>
                <a:close/>
                <a:moveTo>
                  <a:pt x="45" y="90"/>
                </a:moveTo>
                <a:cubicBezTo>
                  <a:pt x="45" y="90"/>
                  <a:pt x="46" y="90"/>
                  <a:pt x="46" y="89"/>
                </a:cubicBezTo>
                <a:cubicBezTo>
                  <a:pt x="46" y="89"/>
                  <a:pt x="46" y="89"/>
                  <a:pt x="45" y="89"/>
                </a:cubicBezTo>
                <a:cubicBezTo>
                  <a:pt x="45" y="89"/>
                  <a:pt x="45" y="89"/>
                  <a:pt x="45" y="89"/>
                </a:cubicBezTo>
                <a:cubicBezTo>
                  <a:pt x="45" y="90"/>
                  <a:pt x="45" y="90"/>
                  <a:pt x="45" y="90"/>
                </a:cubicBezTo>
                <a:close/>
                <a:moveTo>
                  <a:pt x="38" y="36"/>
                </a:moveTo>
                <a:cubicBezTo>
                  <a:pt x="38" y="36"/>
                  <a:pt x="38" y="36"/>
                  <a:pt x="38" y="36"/>
                </a:cubicBezTo>
                <a:cubicBezTo>
                  <a:pt x="38" y="36"/>
                  <a:pt x="38" y="35"/>
                  <a:pt x="38" y="36"/>
                </a:cubicBezTo>
                <a:cubicBezTo>
                  <a:pt x="37" y="36"/>
                  <a:pt x="37" y="36"/>
                  <a:pt x="37" y="36"/>
                </a:cubicBezTo>
                <a:cubicBezTo>
                  <a:pt x="37" y="36"/>
                  <a:pt x="37" y="36"/>
                  <a:pt x="38" y="36"/>
                </a:cubicBezTo>
                <a:close/>
                <a:moveTo>
                  <a:pt x="4" y="10"/>
                </a:moveTo>
                <a:cubicBezTo>
                  <a:pt x="4" y="10"/>
                  <a:pt x="4" y="9"/>
                  <a:pt x="4" y="9"/>
                </a:cubicBezTo>
                <a:cubicBezTo>
                  <a:pt x="4" y="9"/>
                  <a:pt x="4" y="9"/>
                  <a:pt x="4" y="9"/>
                </a:cubicBezTo>
                <a:cubicBezTo>
                  <a:pt x="3" y="9"/>
                  <a:pt x="3" y="9"/>
                  <a:pt x="3" y="9"/>
                </a:cubicBezTo>
                <a:cubicBezTo>
                  <a:pt x="3" y="9"/>
                  <a:pt x="3" y="10"/>
                  <a:pt x="4" y="10"/>
                </a:cubicBezTo>
                <a:close/>
                <a:moveTo>
                  <a:pt x="3" y="8"/>
                </a:moveTo>
                <a:cubicBezTo>
                  <a:pt x="3" y="8"/>
                  <a:pt x="3" y="8"/>
                  <a:pt x="3" y="7"/>
                </a:cubicBezTo>
                <a:cubicBezTo>
                  <a:pt x="3" y="7"/>
                  <a:pt x="2" y="7"/>
                  <a:pt x="2" y="7"/>
                </a:cubicBezTo>
                <a:cubicBezTo>
                  <a:pt x="2" y="7"/>
                  <a:pt x="2" y="8"/>
                  <a:pt x="3" y="8"/>
                </a:cubicBezTo>
                <a:close/>
                <a:moveTo>
                  <a:pt x="25" y="14"/>
                </a:moveTo>
                <a:cubicBezTo>
                  <a:pt x="25" y="14"/>
                  <a:pt x="25" y="14"/>
                  <a:pt x="25" y="14"/>
                </a:cubicBezTo>
                <a:cubicBezTo>
                  <a:pt x="25" y="14"/>
                  <a:pt x="25" y="13"/>
                  <a:pt x="25" y="13"/>
                </a:cubicBezTo>
                <a:cubicBezTo>
                  <a:pt x="25" y="13"/>
                  <a:pt x="25" y="14"/>
                  <a:pt x="25" y="14"/>
                </a:cubicBezTo>
                <a:cubicBezTo>
                  <a:pt x="25" y="14"/>
                  <a:pt x="25" y="14"/>
                  <a:pt x="25" y="14"/>
                </a:cubicBezTo>
                <a:close/>
                <a:moveTo>
                  <a:pt x="0" y="2"/>
                </a:moveTo>
                <a:cubicBezTo>
                  <a:pt x="0" y="2"/>
                  <a:pt x="0" y="3"/>
                  <a:pt x="0" y="3"/>
                </a:cubicBezTo>
                <a:cubicBezTo>
                  <a:pt x="1" y="3"/>
                  <a:pt x="1" y="3"/>
                  <a:pt x="1" y="3"/>
                </a:cubicBezTo>
                <a:cubicBezTo>
                  <a:pt x="1" y="3"/>
                  <a:pt x="1" y="1"/>
                  <a:pt x="1" y="0"/>
                </a:cubicBezTo>
                <a:cubicBezTo>
                  <a:pt x="0" y="1"/>
                  <a:pt x="0" y="1"/>
                  <a:pt x="0" y="2"/>
                </a:cubicBezTo>
                <a:close/>
              </a:path>
            </a:pathLst>
          </a:custGeom>
          <a:solidFill>
            <a:schemeClr val="accent3"/>
          </a:solid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ru-RU"/>
          </a:p>
        </p:txBody>
      </p:sp>
      <p:sp>
        <p:nvSpPr>
          <p:cNvPr id="45" name="Freeform 44"/>
          <p:cNvSpPr>
            <a:spLocks noEditPoints="1"/>
          </p:cNvSpPr>
          <p:nvPr/>
        </p:nvSpPr>
        <p:spPr bwMode="auto">
          <a:xfrm>
            <a:off x="11371263" y="2965450"/>
            <a:ext cx="441325" cy="307975"/>
          </a:xfrm>
          <a:custGeom>
            <a:avLst/>
            <a:gdLst>
              <a:gd name="T0" fmla="*/ 34 w 116"/>
              <a:gd name="T1" fmla="*/ 75 h 81"/>
              <a:gd name="T2" fmla="*/ 27 w 116"/>
              <a:gd name="T3" fmla="*/ 79 h 81"/>
              <a:gd name="T4" fmla="*/ 34 w 116"/>
              <a:gd name="T5" fmla="*/ 75 h 81"/>
              <a:gd name="T6" fmla="*/ 42 w 116"/>
              <a:gd name="T7" fmla="*/ 53 h 81"/>
              <a:gd name="T8" fmla="*/ 34 w 116"/>
              <a:gd name="T9" fmla="*/ 53 h 81"/>
              <a:gd name="T10" fmla="*/ 23 w 116"/>
              <a:gd name="T11" fmla="*/ 56 h 81"/>
              <a:gd name="T12" fmla="*/ 10 w 116"/>
              <a:gd name="T13" fmla="*/ 50 h 81"/>
              <a:gd name="T14" fmla="*/ 12 w 116"/>
              <a:gd name="T15" fmla="*/ 41 h 81"/>
              <a:gd name="T16" fmla="*/ 19 w 116"/>
              <a:gd name="T17" fmla="*/ 35 h 81"/>
              <a:gd name="T18" fmla="*/ 29 w 116"/>
              <a:gd name="T19" fmla="*/ 33 h 81"/>
              <a:gd name="T20" fmla="*/ 35 w 116"/>
              <a:gd name="T21" fmla="*/ 35 h 81"/>
              <a:gd name="T22" fmla="*/ 42 w 116"/>
              <a:gd name="T23" fmla="*/ 45 h 81"/>
              <a:gd name="T24" fmla="*/ 58 w 116"/>
              <a:gd name="T25" fmla="*/ 48 h 81"/>
              <a:gd name="T26" fmla="*/ 67 w 116"/>
              <a:gd name="T27" fmla="*/ 18 h 81"/>
              <a:gd name="T28" fmla="*/ 60 w 116"/>
              <a:gd name="T29" fmla="*/ 16 h 81"/>
              <a:gd name="T30" fmla="*/ 52 w 116"/>
              <a:gd name="T31" fmla="*/ 22 h 81"/>
              <a:gd name="T32" fmla="*/ 45 w 116"/>
              <a:gd name="T33" fmla="*/ 24 h 81"/>
              <a:gd name="T34" fmla="*/ 40 w 116"/>
              <a:gd name="T35" fmla="*/ 16 h 81"/>
              <a:gd name="T36" fmla="*/ 45 w 116"/>
              <a:gd name="T37" fmla="*/ 14 h 81"/>
              <a:gd name="T38" fmla="*/ 53 w 116"/>
              <a:gd name="T39" fmla="*/ 9 h 81"/>
              <a:gd name="T40" fmla="*/ 63 w 116"/>
              <a:gd name="T41" fmla="*/ 5 h 81"/>
              <a:gd name="T42" fmla="*/ 66 w 116"/>
              <a:gd name="T43" fmla="*/ 3 h 81"/>
              <a:gd name="T44" fmla="*/ 72 w 116"/>
              <a:gd name="T45" fmla="*/ 3 h 81"/>
              <a:gd name="T46" fmla="*/ 72 w 116"/>
              <a:gd name="T47" fmla="*/ 6 h 81"/>
              <a:gd name="T48" fmla="*/ 64 w 116"/>
              <a:gd name="T49" fmla="*/ 16 h 81"/>
              <a:gd name="T50" fmla="*/ 74 w 116"/>
              <a:gd name="T51" fmla="*/ 10 h 81"/>
              <a:gd name="T52" fmla="*/ 74 w 116"/>
              <a:gd name="T53" fmla="*/ 17 h 81"/>
              <a:gd name="T54" fmla="*/ 102 w 116"/>
              <a:gd name="T55" fmla="*/ 28 h 81"/>
              <a:gd name="T56" fmla="*/ 78 w 116"/>
              <a:gd name="T57" fmla="*/ 9 h 81"/>
              <a:gd name="T58" fmla="*/ 72 w 116"/>
              <a:gd name="T59" fmla="*/ 65 h 81"/>
              <a:gd name="T60" fmla="*/ 81 w 116"/>
              <a:gd name="T61" fmla="*/ 18 h 81"/>
              <a:gd name="T62" fmla="*/ 29 w 116"/>
              <a:gd name="T63" fmla="*/ 60 h 81"/>
              <a:gd name="T64" fmla="*/ 82 w 116"/>
              <a:gd name="T65" fmla="*/ 18 h 81"/>
              <a:gd name="T66" fmla="*/ 8 w 116"/>
              <a:gd name="T67" fmla="*/ 27 h 81"/>
              <a:gd name="T68" fmla="*/ 93 w 116"/>
              <a:gd name="T69" fmla="*/ 43 h 81"/>
              <a:gd name="T70" fmla="*/ 13 w 116"/>
              <a:gd name="T71" fmla="*/ 19 h 81"/>
              <a:gd name="T72" fmla="*/ 40 w 116"/>
              <a:gd name="T73" fmla="*/ 73 h 81"/>
              <a:gd name="T74" fmla="*/ 4 w 116"/>
              <a:gd name="T75" fmla="*/ 43 h 81"/>
              <a:gd name="T76" fmla="*/ 98 w 116"/>
              <a:gd name="T77" fmla="*/ 35 h 81"/>
              <a:gd name="T78" fmla="*/ 62 w 116"/>
              <a:gd name="T79" fmla="*/ 45 h 81"/>
              <a:gd name="T80" fmla="*/ 100 w 116"/>
              <a:gd name="T81" fmla="*/ 49 h 81"/>
              <a:gd name="T82" fmla="*/ 106 w 116"/>
              <a:gd name="T83" fmla="*/ 41 h 81"/>
              <a:gd name="T84" fmla="*/ 47 w 116"/>
              <a:gd name="T85" fmla="*/ 11 h 81"/>
              <a:gd name="T86" fmla="*/ 52 w 116"/>
              <a:gd name="T87" fmla="*/ 39 h 81"/>
              <a:gd name="T88" fmla="*/ 7 w 116"/>
              <a:gd name="T89" fmla="*/ 42 h 81"/>
              <a:gd name="T90" fmla="*/ 61 w 116"/>
              <a:gd name="T91" fmla="*/ 6 h 81"/>
              <a:gd name="T92" fmla="*/ 11 w 116"/>
              <a:gd name="T93" fmla="*/ 23 h 81"/>
              <a:gd name="T94" fmla="*/ 6 w 116"/>
              <a:gd name="T95" fmla="*/ 32 h 81"/>
              <a:gd name="T96" fmla="*/ 45 w 116"/>
              <a:gd name="T97" fmla="*/ 12 h 81"/>
              <a:gd name="T98" fmla="*/ 1 w 116"/>
              <a:gd name="T99" fmla="*/ 26 h 81"/>
              <a:gd name="T100" fmla="*/ 16 w 116"/>
              <a:gd name="T101" fmla="*/ 36 h 81"/>
              <a:gd name="T102" fmla="*/ 48 w 116"/>
              <a:gd name="T103" fmla="*/ 10 h 81"/>
              <a:gd name="T104" fmla="*/ 44 w 116"/>
              <a:gd name="T105" fmla="*/ 38 h 81"/>
              <a:gd name="T106" fmla="*/ 104 w 116"/>
              <a:gd name="T107" fmla="*/ 28 h 81"/>
              <a:gd name="T108" fmla="*/ 114 w 116"/>
              <a:gd name="T109" fmla="*/ 75 h 81"/>
              <a:gd name="T110" fmla="*/ 47 w 116"/>
              <a:gd name="T111" fmla="*/ 43 h 81"/>
              <a:gd name="T112" fmla="*/ 56 w 116"/>
              <a:gd name="T113" fmla="*/ 8 h 81"/>
              <a:gd name="T114" fmla="*/ 5 w 116"/>
              <a:gd name="T115" fmla="*/ 41 h 81"/>
              <a:gd name="T116" fmla="*/ 66 w 116"/>
              <a:gd name="T117" fmla="*/ 2 h 81"/>
              <a:gd name="T118" fmla="*/ 34 w 116"/>
              <a:gd name="T119" fmla="*/ 54 h 81"/>
              <a:gd name="T120" fmla="*/ 4 w 116"/>
              <a:gd name="T121" fmla="*/ 3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 h="81">
                <a:moveTo>
                  <a:pt x="39" y="75"/>
                </a:moveTo>
                <a:cubicBezTo>
                  <a:pt x="39" y="75"/>
                  <a:pt x="39" y="75"/>
                  <a:pt x="39" y="75"/>
                </a:cubicBezTo>
                <a:cubicBezTo>
                  <a:pt x="39" y="75"/>
                  <a:pt x="39" y="75"/>
                  <a:pt x="39" y="76"/>
                </a:cubicBezTo>
                <a:cubicBezTo>
                  <a:pt x="39" y="76"/>
                  <a:pt x="39" y="76"/>
                  <a:pt x="38" y="76"/>
                </a:cubicBezTo>
                <a:cubicBezTo>
                  <a:pt x="38" y="76"/>
                  <a:pt x="38" y="76"/>
                  <a:pt x="38" y="76"/>
                </a:cubicBezTo>
                <a:cubicBezTo>
                  <a:pt x="38" y="76"/>
                  <a:pt x="38" y="76"/>
                  <a:pt x="38" y="76"/>
                </a:cubicBezTo>
                <a:cubicBezTo>
                  <a:pt x="38" y="76"/>
                  <a:pt x="38" y="76"/>
                  <a:pt x="38" y="76"/>
                </a:cubicBezTo>
                <a:cubicBezTo>
                  <a:pt x="38" y="76"/>
                  <a:pt x="39" y="76"/>
                  <a:pt x="38" y="76"/>
                </a:cubicBezTo>
                <a:cubicBezTo>
                  <a:pt x="38" y="76"/>
                  <a:pt x="38" y="76"/>
                  <a:pt x="38" y="76"/>
                </a:cubicBezTo>
                <a:cubicBezTo>
                  <a:pt x="38" y="76"/>
                  <a:pt x="37" y="76"/>
                  <a:pt x="37" y="76"/>
                </a:cubicBezTo>
                <a:cubicBezTo>
                  <a:pt x="37" y="76"/>
                  <a:pt x="37" y="76"/>
                  <a:pt x="37" y="76"/>
                </a:cubicBezTo>
                <a:cubicBezTo>
                  <a:pt x="37" y="76"/>
                  <a:pt x="37" y="76"/>
                  <a:pt x="37" y="76"/>
                </a:cubicBezTo>
                <a:cubicBezTo>
                  <a:pt x="37" y="76"/>
                  <a:pt x="37" y="76"/>
                  <a:pt x="36" y="77"/>
                </a:cubicBezTo>
                <a:cubicBezTo>
                  <a:pt x="36" y="77"/>
                  <a:pt x="36" y="77"/>
                  <a:pt x="36" y="77"/>
                </a:cubicBezTo>
                <a:cubicBezTo>
                  <a:pt x="36" y="76"/>
                  <a:pt x="36" y="76"/>
                  <a:pt x="35" y="77"/>
                </a:cubicBezTo>
                <a:cubicBezTo>
                  <a:pt x="35" y="77"/>
                  <a:pt x="35" y="77"/>
                  <a:pt x="35" y="77"/>
                </a:cubicBezTo>
                <a:cubicBezTo>
                  <a:pt x="35" y="77"/>
                  <a:pt x="35" y="76"/>
                  <a:pt x="35" y="76"/>
                </a:cubicBezTo>
                <a:cubicBezTo>
                  <a:pt x="35" y="76"/>
                  <a:pt x="36" y="76"/>
                  <a:pt x="35" y="76"/>
                </a:cubicBezTo>
                <a:cubicBezTo>
                  <a:pt x="35" y="76"/>
                  <a:pt x="35" y="76"/>
                  <a:pt x="35" y="76"/>
                </a:cubicBezTo>
                <a:cubicBezTo>
                  <a:pt x="35" y="76"/>
                  <a:pt x="35" y="76"/>
                  <a:pt x="35" y="76"/>
                </a:cubicBezTo>
                <a:cubicBezTo>
                  <a:pt x="35" y="76"/>
                  <a:pt x="35" y="76"/>
                  <a:pt x="35" y="76"/>
                </a:cubicBezTo>
                <a:cubicBezTo>
                  <a:pt x="35" y="76"/>
                  <a:pt x="35" y="76"/>
                  <a:pt x="35" y="76"/>
                </a:cubicBezTo>
                <a:cubicBezTo>
                  <a:pt x="35" y="75"/>
                  <a:pt x="35" y="75"/>
                  <a:pt x="34" y="75"/>
                </a:cubicBezTo>
                <a:cubicBezTo>
                  <a:pt x="34" y="75"/>
                  <a:pt x="34" y="75"/>
                  <a:pt x="34" y="75"/>
                </a:cubicBezTo>
                <a:cubicBezTo>
                  <a:pt x="34" y="75"/>
                  <a:pt x="34" y="75"/>
                  <a:pt x="34" y="75"/>
                </a:cubicBezTo>
                <a:cubicBezTo>
                  <a:pt x="34" y="76"/>
                  <a:pt x="34" y="76"/>
                  <a:pt x="33" y="76"/>
                </a:cubicBezTo>
                <a:cubicBezTo>
                  <a:pt x="33" y="76"/>
                  <a:pt x="33" y="76"/>
                  <a:pt x="33" y="76"/>
                </a:cubicBezTo>
                <a:cubicBezTo>
                  <a:pt x="33" y="76"/>
                  <a:pt x="33" y="76"/>
                  <a:pt x="33" y="76"/>
                </a:cubicBezTo>
                <a:cubicBezTo>
                  <a:pt x="33" y="76"/>
                  <a:pt x="33" y="76"/>
                  <a:pt x="33" y="76"/>
                </a:cubicBezTo>
                <a:cubicBezTo>
                  <a:pt x="33" y="77"/>
                  <a:pt x="32" y="77"/>
                  <a:pt x="32" y="77"/>
                </a:cubicBezTo>
                <a:cubicBezTo>
                  <a:pt x="32" y="76"/>
                  <a:pt x="32" y="77"/>
                  <a:pt x="31" y="77"/>
                </a:cubicBezTo>
                <a:cubicBezTo>
                  <a:pt x="32" y="77"/>
                  <a:pt x="32" y="77"/>
                  <a:pt x="31" y="77"/>
                </a:cubicBezTo>
                <a:cubicBezTo>
                  <a:pt x="31" y="77"/>
                  <a:pt x="31" y="77"/>
                  <a:pt x="31" y="77"/>
                </a:cubicBezTo>
                <a:cubicBezTo>
                  <a:pt x="31" y="77"/>
                  <a:pt x="31" y="78"/>
                  <a:pt x="31" y="78"/>
                </a:cubicBezTo>
                <a:cubicBezTo>
                  <a:pt x="31" y="78"/>
                  <a:pt x="31" y="78"/>
                  <a:pt x="32" y="78"/>
                </a:cubicBezTo>
                <a:cubicBezTo>
                  <a:pt x="32" y="78"/>
                  <a:pt x="32" y="78"/>
                  <a:pt x="32" y="78"/>
                </a:cubicBezTo>
                <a:cubicBezTo>
                  <a:pt x="32" y="79"/>
                  <a:pt x="32" y="79"/>
                  <a:pt x="32" y="79"/>
                </a:cubicBezTo>
                <a:cubicBezTo>
                  <a:pt x="32" y="79"/>
                  <a:pt x="31" y="79"/>
                  <a:pt x="31" y="79"/>
                </a:cubicBezTo>
                <a:cubicBezTo>
                  <a:pt x="31" y="79"/>
                  <a:pt x="31" y="79"/>
                  <a:pt x="31" y="79"/>
                </a:cubicBezTo>
                <a:cubicBezTo>
                  <a:pt x="31" y="79"/>
                  <a:pt x="31" y="79"/>
                  <a:pt x="31" y="79"/>
                </a:cubicBezTo>
                <a:cubicBezTo>
                  <a:pt x="31" y="78"/>
                  <a:pt x="31" y="78"/>
                  <a:pt x="31" y="79"/>
                </a:cubicBezTo>
                <a:cubicBezTo>
                  <a:pt x="31" y="79"/>
                  <a:pt x="30" y="79"/>
                  <a:pt x="30" y="79"/>
                </a:cubicBezTo>
                <a:cubicBezTo>
                  <a:pt x="30" y="79"/>
                  <a:pt x="30" y="79"/>
                  <a:pt x="30" y="79"/>
                </a:cubicBezTo>
                <a:cubicBezTo>
                  <a:pt x="30" y="79"/>
                  <a:pt x="30" y="79"/>
                  <a:pt x="29" y="79"/>
                </a:cubicBezTo>
                <a:cubicBezTo>
                  <a:pt x="29" y="79"/>
                  <a:pt x="29" y="80"/>
                  <a:pt x="28" y="79"/>
                </a:cubicBezTo>
                <a:cubicBezTo>
                  <a:pt x="28" y="79"/>
                  <a:pt x="28" y="79"/>
                  <a:pt x="28" y="79"/>
                </a:cubicBezTo>
                <a:cubicBezTo>
                  <a:pt x="28" y="79"/>
                  <a:pt x="28" y="79"/>
                  <a:pt x="27" y="79"/>
                </a:cubicBezTo>
                <a:cubicBezTo>
                  <a:pt x="27" y="79"/>
                  <a:pt x="27" y="79"/>
                  <a:pt x="27" y="79"/>
                </a:cubicBezTo>
                <a:cubicBezTo>
                  <a:pt x="27" y="79"/>
                  <a:pt x="27" y="79"/>
                  <a:pt x="27" y="79"/>
                </a:cubicBezTo>
                <a:cubicBezTo>
                  <a:pt x="28" y="79"/>
                  <a:pt x="28" y="79"/>
                  <a:pt x="28" y="79"/>
                </a:cubicBezTo>
                <a:cubicBezTo>
                  <a:pt x="28" y="79"/>
                  <a:pt x="28" y="79"/>
                  <a:pt x="28" y="79"/>
                </a:cubicBezTo>
                <a:cubicBezTo>
                  <a:pt x="27" y="79"/>
                  <a:pt x="27" y="79"/>
                  <a:pt x="27" y="79"/>
                </a:cubicBezTo>
                <a:cubicBezTo>
                  <a:pt x="27" y="79"/>
                  <a:pt x="27" y="79"/>
                  <a:pt x="27" y="79"/>
                </a:cubicBezTo>
                <a:cubicBezTo>
                  <a:pt x="27" y="79"/>
                  <a:pt x="27" y="79"/>
                  <a:pt x="27" y="79"/>
                </a:cubicBezTo>
                <a:cubicBezTo>
                  <a:pt x="26" y="79"/>
                  <a:pt x="26" y="79"/>
                  <a:pt x="26" y="79"/>
                </a:cubicBezTo>
                <a:cubicBezTo>
                  <a:pt x="26" y="79"/>
                  <a:pt x="26" y="79"/>
                  <a:pt x="26" y="79"/>
                </a:cubicBezTo>
                <a:cubicBezTo>
                  <a:pt x="26" y="78"/>
                  <a:pt x="26" y="78"/>
                  <a:pt x="26" y="78"/>
                </a:cubicBezTo>
                <a:cubicBezTo>
                  <a:pt x="27" y="78"/>
                  <a:pt x="27" y="78"/>
                  <a:pt x="27" y="78"/>
                </a:cubicBezTo>
                <a:cubicBezTo>
                  <a:pt x="28" y="78"/>
                  <a:pt x="28" y="78"/>
                  <a:pt x="28" y="78"/>
                </a:cubicBezTo>
                <a:cubicBezTo>
                  <a:pt x="28" y="77"/>
                  <a:pt x="28" y="77"/>
                  <a:pt x="29" y="77"/>
                </a:cubicBezTo>
                <a:cubicBezTo>
                  <a:pt x="29" y="77"/>
                  <a:pt x="29" y="77"/>
                  <a:pt x="29" y="77"/>
                </a:cubicBezTo>
                <a:cubicBezTo>
                  <a:pt x="29" y="77"/>
                  <a:pt x="29" y="77"/>
                  <a:pt x="30" y="77"/>
                </a:cubicBezTo>
                <a:cubicBezTo>
                  <a:pt x="30" y="77"/>
                  <a:pt x="30" y="77"/>
                  <a:pt x="30" y="77"/>
                </a:cubicBezTo>
                <a:cubicBezTo>
                  <a:pt x="30" y="77"/>
                  <a:pt x="30" y="77"/>
                  <a:pt x="30" y="77"/>
                </a:cubicBezTo>
                <a:cubicBezTo>
                  <a:pt x="30" y="77"/>
                  <a:pt x="30" y="76"/>
                  <a:pt x="31" y="77"/>
                </a:cubicBezTo>
                <a:cubicBezTo>
                  <a:pt x="31" y="77"/>
                  <a:pt x="31" y="77"/>
                  <a:pt x="31" y="76"/>
                </a:cubicBezTo>
                <a:cubicBezTo>
                  <a:pt x="31" y="76"/>
                  <a:pt x="31" y="76"/>
                  <a:pt x="31" y="75"/>
                </a:cubicBezTo>
                <a:cubicBezTo>
                  <a:pt x="31" y="75"/>
                  <a:pt x="31" y="75"/>
                  <a:pt x="32" y="75"/>
                </a:cubicBezTo>
                <a:cubicBezTo>
                  <a:pt x="32" y="75"/>
                  <a:pt x="32" y="75"/>
                  <a:pt x="33" y="74"/>
                </a:cubicBezTo>
                <a:cubicBezTo>
                  <a:pt x="33" y="74"/>
                  <a:pt x="33" y="74"/>
                  <a:pt x="33" y="74"/>
                </a:cubicBezTo>
                <a:cubicBezTo>
                  <a:pt x="33" y="74"/>
                  <a:pt x="33" y="74"/>
                  <a:pt x="33" y="74"/>
                </a:cubicBezTo>
                <a:cubicBezTo>
                  <a:pt x="34" y="74"/>
                  <a:pt x="33" y="75"/>
                  <a:pt x="34" y="75"/>
                </a:cubicBezTo>
                <a:cubicBezTo>
                  <a:pt x="34" y="75"/>
                  <a:pt x="34" y="74"/>
                  <a:pt x="34" y="74"/>
                </a:cubicBezTo>
                <a:cubicBezTo>
                  <a:pt x="34" y="74"/>
                  <a:pt x="34" y="74"/>
                  <a:pt x="34" y="74"/>
                </a:cubicBezTo>
                <a:cubicBezTo>
                  <a:pt x="35" y="74"/>
                  <a:pt x="35" y="74"/>
                  <a:pt x="35" y="74"/>
                </a:cubicBezTo>
                <a:cubicBezTo>
                  <a:pt x="35" y="73"/>
                  <a:pt x="35" y="73"/>
                  <a:pt x="35" y="74"/>
                </a:cubicBezTo>
                <a:cubicBezTo>
                  <a:pt x="36" y="74"/>
                  <a:pt x="36" y="74"/>
                  <a:pt x="36" y="74"/>
                </a:cubicBezTo>
                <a:cubicBezTo>
                  <a:pt x="36" y="74"/>
                  <a:pt x="36" y="74"/>
                  <a:pt x="36" y="74"/>
                </a:cubicBezTo>
                <a:cubicBezTo>
                  <a:pt x="36" y="74"/>
                  <a:pt x="37" y="74"/>
                  <a:pt x="37" y="74"/>
                </a:cubicBezTo>
                <a:cubicBezTo>
                  <a:pt x="37" y="74"/>
                  <a:pt x="37" y="74"/>
                  <a:pt x="37" y="74"/>
                </a:cubicBezTo>
                <a:cubicBezTo>
                  <a:pt x="37" y="74"/>
                  <a:pt x="38" y="74"/>
                  <a:pt x="37" y="74"/>
                </a:cubicBezTo>
                <a:cubicBezTo>
                  <a:pt x="37" y="75"/>
                  <a:pt x="37" y="75"/>
                  <a:pt x="37" y="75"/>
                </a:cubicBezTo>
                <a:cubicBezTo>
                  <a:pt x="37" y="75"/>
                  <a:pt x="38" y="75"/>
                  <a:pt x="38" y="75"/>
                </a:cubicBezTo>
                <a:cubicBezTo>
                  <a:pt x="38" y="75"/>
                  <a:pt x="38" y="75"/>
                  <a:pt x="38" y="75"/>
                </a:cubicBezTo>
                <a:cubicBezTo>
                  <a:pt x="38" y="74"/>
                  <a:pt x="38" y="74"/>
                  <a:pt x="38" y="74"/>
                </a:cubicBezTo>
                <a:cubicBezTo>
                  <a:pt x="38" y="74"/>
                  <a:pt x="38" y="74"/>
                  <a:pt x="38" y="74"/>
                </a:cubicBezTo>
                <a:cubicBezTo>
                  <a:pt x="39" y="75"/>
                  <a:pt x="39" y="75"/>
                  <a:pt x="39" y="75"/>
                </a:cubicBezTo>
                <a:close/>
                <a:moveTo>
                  <a:pt x="44" y="50"/>
                </a:moveTo>
                <a:cubicBezTo>
                  <a:pt x="44" y="50"/>
                  <a:pt x="44" y="50"/>
                  <a:pt x="44" y="50"/>
                </a:cubicBezTo>
                <a:cubicBezTo>
                  <a:pt x="44" y="50"/>
                  <a:pt x="44" y="51"/>
                  <a:pt x="44" y="51"/>
                </a:cubicBezTo>
                <a:cubicBezTo>
                  <a:pt x="44" y="51"/>
                  <a:pt x="44" y="51"/>
                  <a:pt x="44" y="51"/>
                </a:cubicBezTo>
                <a:cubicBezTo>
                  <a:pt x="44" y="52"/>
                  <a:pt x="43" y="52"/>
                  <a:pt x="43" y="52"/>
                </a:cubicBezTo>
                <a:cubicBezTo>
                  <a:pt x="43" y="52"/>
                  <a:pt x="43" y="52"/>
                  <a:pt x="43" y="52"/>
                </a:cubicBezTo>
                <a:cubicBezTo>
                  <a:pt x="42" y="52"/>
                  <a:pt x="42" y="52"/>
                  <a:pt x="42" y="52"/>
                </a:cubicBezTo>
                <a:cubicBezTo>
                  <a:pt x="42" y="52"/>
                  <a:pt x="42" y="52"/>
                  <a:pt x="42" y="52"/>
                </a:cubicBezTo>
                <a:cubicBezTo>
                  <a:pt x="42" y="52"/>
                  <a:pt x="42" y="53"/>
                  <a:pt x="42" y="53"/>
                </a:cubicBezTo>
                <a:cubicBezTo>
                  <a:pt x="41" y="53"/>
                  <a:pt x="41" y="53"/>
                  <a:pt x="41" y="53"/>
                </a:cubicBezTo>
                <a:cubicBezTo>
                  <a:pt x="41" y="53"/>
                  <a:pt x="41" y="53"/>
                  <a:pt x="41" y="53"/>
                </a:cubicBezTo>
                <a:cubicBezTo>
                  <a:pt x="41" y="53"/>
                  <a:pt x="41" y="53"/>
                  <a:pt x="41" y="53"/>
                </a:cubicBezTo>
                <a:cubicBezTo>
                  <a:pt x="41" y="53"/>
                  <a:pt x="40" y="53"/>
                  <a:pt x="40" y="53"/>
                </a:cubicBezTo>
                <a:cubicBezTo>
                  <a:pt x="40" y="53"/>
                  <a:pt x="40" y="53"/>
                  <a:pt x="40" y="53"/>
                </a:cubicBezTo>
                <a:cubicBezTo>
                  <a:pt x="40" y="52"/>
                  <a:pt x="41" y="52"/>
                  <a:pt x="41" y="52"/>
                </a:cubicBezTo>
                <a:cubicBezTo>
                  <a:pt x="40" y="52"/>
                  <a:pt x="40" y="52"/>
                  <a:pt x="40" y="52"/>
                </a:cubicBezTo>
                <a:cubicBezTo>
                  <a:pt x="40" y="52"/>
                  <a:pt x="40" y="52"/>
                  <a:pt x="40" y="52"/>
                </a:cubicBezTo>
                <a:cubicBezTo>
                  <a:pt x="40" y="52"/>
                  <a:pt x="39" y="52"/>
                  <a:pt x="39" y="52"/>
                </a:cubicBezTo>
                <a:cubicBezTo>
                  <a:pt x="39" y="53"/>
                  <a:pt x="39" y="53"/>
                  <a:pt x="38" y="53"/>
                </a:cubicBezTo>
                <a:cubicBezTo>
                  <a:pt x="38" y="53"/>
                  <a:pt x="38" y="54"/>
                  <a:pt x="38" y="53"/>
                </a:cubicBezTo>
                <a:cubicBezTo>
                  <a:pt x="38" y="53"/>
                  <a:pt x="38" y="53"/>
                  <a:pt x="38" y="53"/>
                </a:cubicBezTo>
                <a:cubicBezTo>
                  <a:pt x="38" y="53"/>
                  <a:pt x="38" y="52"/>
                  <a:pt x="38" y="52"/>
                </a:cubicBezTo>
                <a:cubicBezTo>
                  <a:pt x="38" y="52"/>
                  <a:pt x="38" y="52"/>
                  <a:pt x="38" y="52"/>
                </a:cubicBezTo>
                <a:cubicBezTo>
                  <a:pt x="38" y="52"/>
                  <a:pt x="38" y="52"/>
                  <a:pt x="38" y="52"/>
                </a:cubicBezTo>
                <a:cubicBezTo>
                  <a:pt x="38" y="52"/>
                  <a:pt x="37" y="52"/>
                  <a:pt x="37" y="52"/>
                </a:cubicBezTo>
                <a:cubicBezTo>
                  <a:pt x="37" y="52"/>
                  <a:pt x="37" y="52"/>
                  <a:pt x="37" y="52"/>
                </a:cubicBezTo>
                <a:cubicBezTo>
                  <a:pt x="37" y="52"/>
                  <a:pt x="37" y="52"/>
                  <a:pt x="37" y="52"/>
                </a:cubicBezTo>
                <a:cubicBezTo>
                  <a:pt x="37" y="52"/>
                  <a:pt x="37" y="52"/>
                  <a:pt x="36" y="53"/>
                </a:cubicBezTo>
                <a:cubicBezTo>
                  <a:pt x="36" y="53"/>
                  <a:pt x="36" y="53"/>
                  <a:pt x="36" y="52"/>
                </a:cubicBezTo>
                <a:cubicBezTo>
                  <a:pt x="36" y="52"/>
                  <a:pt x="35" y="52"/>
                  <a:pt x="35" y="52"/>
                </a:cubicBezTo>
                <a:cubicBezTo>
                  <a:pt x="35" y="52"/>
                  <a:pt x="35" y="53"/>
                  <a:pt x="35" y="53"/>
                </a:cubicBezTo>
                <a:cubicBezTo>
                  <a:pt x="35" y="53"/>
                  <a:pt x="35" y="53"/>
                  <a:pt x="35" y="53"/>
                </a:cubicBezTo>
                <a:cubicBezTo>
                  <a:pt x="34" y="53"/>
                  <a:pt x="34" y="53"/>
                  <a:pt x="34" y="53"/>
                </a:cubicBezTo>
                <a:cubicBezTo>
                  <a:pt x="34" y="53"/>
                  <a:pt x="35" y="53"/>
                  <a:pt x="34" y="53"/>
                </a:cubicBezTo>
                <a:cubicBezTo>
                  <a:pt x="34" y="54"/>
                  <a:pt x="34" y="54"/>
                  <a:pt x="34" y="53"/>
                </a:cubicBezTo>
                <a:cubicBezTo>
                  <a:pt x="34" y="53"/>
                  <a:pt x="34" y="53"/>
                  <a:pt x="34" y="54"/>
                </a:cubicBezTo>
                <a:cubicBezTo>
                  <a:pt x="33" y="54"/>
                  <a:pt x="33" y="54"/>
                  <a:pt x="33" y="54"/>
                </a:cubicBezTo>
                <a:cubicBezTo>
                  <a:pt x="33" y="54"/>
                  <a:pt x="33" y="54"/>
                  <a:pt x="32" y="54"/>
                </a:cubicBezTo>
                <a:cubicBezTo>
                  <a:pt x="32" y="54"/>
                  <a:pt x="32" y="54"/>
                  <a:pt x="32" y="55"/>
                </a:cubicBezTo>
                <a:cubicBezTo>
                  <a:pt x="32" y="55"/>
                  <a:pt x="32" y="55"/>
                  <a:pt x="32" y="55"/>
                </a:cubicBezTo>
                <a:cubicBezTo>
                  <a:pt x="32" y="55"/>
                  <a:pt x="31" y="56"/>
                  <a:pt x="31" y="56"/>
                </a:cubicBezTo>
                <a:cubicBezTo>
                  <a:pt x="31" y="56"/>
                  <a:pt x="30" y="56"/>
                  <a:pt x="30" y="56"/>
                </a:cubicBezTo>
                <a:cubicBezTo>
                  <a:pt x="30" y="56"/>
                  <a:pt x="30" y="56"/>
                  <a:pt x="29" y="56"/>
                </a:cubicBezTo>
                <a:cubicBezTo>
                  <a:pt x="29" y="56"/>
                  <a:pt x="28" y="56"/>
                  <a:pt x="28" y="56"/>
                </a:cubicBezTo>
                <a:cubicBezTo>
                  <a:pt x="28" y="56"/>
                  <a:pt x="27" y="56"/>
                  <a:pt x="27" y="56"/>
                </a:cubicBezTo>
                <a:cubicBezTo>
                  <a:pt x="27" y="56"/>
                  <a:pt x="27" y="56"/>
                  <a:pt x="27" y="56"/>
                </a:cubicBezTo>
                <a:cubicBezTo>
                  <a:pt x="27" y="56"/>
                  <a:pt x="27" y="56"/>
                  <a:pt x="26" y="56"/>
                </a:cubicBezTo>
                <a:cubicBezTo>
                  <a:pt x="26" y="56"/>
                  <a:pt x="26" y="56"/>
                  <a:pt x="26" y="56"/>
                </a:cubicBezTo>
                <a:cubicBezTo>
                  <a:pt x="26" y="56"/>
                  <a:pt x="26" y="56"/>
                  <a:pt x="26" y="56"/>
                </a:cubicBezTo>
                <a:cubicBezTo>
                  <a:pt x="26" y="56"/>
                  <a:pt x="26" y="56"/>
                  <a:pt x="26" y="56"/>
                </a:cubicBezTo>
                <a:cubicBezTo>
                  <a:pt x="26" y="56"/>
                  <a:pt x="25" y="56"/>
                  <a:pt x="25" y="56"/>
                </a:cubicBezTo>
                <a:cubicBezTo>
                  <a:pt x="25" y="56"/>
                  <a:pt x="25" y="56"/>
                  <a:pt x="25" y="56"/>
                </a:cubicBezTo>
                <a:cubicBezTo>
                  <a:pt x="24" y="56"/>
                  <a:pt x="24" y="56"/>
                  <a:pt x="24" y="56"/>
                </a:cubicBezTo>
                <a:cubicBezTo>
                  <a:pt x="24" y="56"/>
                  <a:pt x="24" y="56"/>
                  <a:pt x="24" y="56"/>
                </a:cubicBezTo>
                <a:cubicBezTo>
                  <a:pt x="24" y="56"/>
                  <a:pt x="24" y="56"/>
                  <a:pt x="24" y="56"/>
                </a:cubicBezTo>
                <a:cubicBezTo>
                  <a:pt x="24" y="56"/>
                  <a:pt x="24" y="56"/>
                  <a:pt x="23" y="56"/>
                </a:cubicBezTo>
                <a:cubicBezTo>
                  <a:pt x="23" y="56"/>
                  <a:pt x="23" y="56"/>
                  <a:pt x="23" y="56"/>
                </a:cubicBezTo>
                <a:cubicBezTo>
                  <a:pt x="23" y="56"/>
                  <a:pt x="23" y="55"/>
                  <a:pt x="23" y="55"/>
                </a:cubicBezTo>
                <a:cubicBezTo>
                  <a:pt x="23" y="55"/>
                  <a:pt x="23" y="55"/>
                  <a:pt x="23" y="55"/>
                </a:cubicBezTo>
                <a:cubicBezTo>
                  <a:pt x="23" y="56"/>
                  <a:pt x="22" y="56"/>
                  <a:pt x="22" y="55"/>
                </a:cubicBezTo>
                <a:cubicBezTo>
                  <a:pt x="22" y="55"/>
                  <a:pt x="22" y="55"/>
                  <a:pt x="22" y="55"/>
                </a:cubicBezTo>
                <a:cubicBezTo>
                  <a:pt x="22" y="55"/>
                  <a:pt x="22" y="55"/>
                  <a:pt x="22" y="55"/>
                </a:cubicBezTo>
                <a:cubicBezTo>
                  <a:pt x="21" y="55"/>
                  <a:pt x="21" y="55"/>
                  <a:pt x="21" y="55"/>
                </a:cubicBezTo>
                <a:cubicBezTo>
                  <a:pt x="20" y="55"/>
                  <a:pt x="20" y="55"/>
                  <a:pt x="20" y="55"/>
                </a:cubicBezTo>
                <a:cubicBezTo>
                  <a:pt x="20" y="54"/>
                  <a:pt x="20" y="55"/>
                  <a:pt x="20" y="55"/>
                </a:cubicBezTo>
                <a:cubicBezTo>
                  <a:pt x="19" y="55"/>
                  <a:pt x="19" y="55"/>
                  <a:pt x="19" y="54"/>
                </a:cubicBezTo>
                <a:cubicBezTo>
                  <a:pt x="19" y="54"/>
                  <a:pt x="19" y="54"/>
                  <a:pt x="19" y="54"/>
                </a:cubicBezTo>
                <a:cubicBezTo>
                  <a:pt x="18" y="54"/>
                  <a:pt x="18" y="54"/>
                  <a:pt x="18" y="54"/>
                </a:cubicBezTo>
                <a:cubicBezTo>
                  <a:pt x="17" y="54"/>
                  <a:pt x="17" y="54"/>
                  <a:pt x="17" y="54"/>
                </a:cubicBezTo>
                <a:cubicBezTo>
                  <a:pt x="16" y="54"/>
                  <a:pt x="16" y="54"/>
                  <a:pt x="15" y="53"/>
                </a:cubicBezTo>
                <a:cubicBezTo>
                  <a:pt x="15" y="53"/>
                  <a:pt x="15" y="54"/>
                  <a:pt x="15" y="54"/>
                </a:cubicBezTo>
                <a:cubicBezTo>
                  <a:pt x="15" y="54"/>
                  <a:pt x="15" y="53"/>
                  <a:pt x="14" y="54"/>
                </a:cubicBezTo>
                <a:cubicBezTo>
                  <a:pt x="14" y="54"/>
                  <a:pt x="13" y="53"/>
                  <a:pt x="13" y="53"/>
                </a:cubicBezTo>
                <a:cubicBezTo>
                  <a:pt x="13" y="53"/>
                  <a:pt x="12" y="53"/>
                  <a:pt x="12" y="53"/>
                </a:cubicBezTo>
                <a:cubicBezTo>
                  <a:pt x="12" y="53"/>
                  <a:pt x="12" y="53"/>
                  <a:pt x="12" y="53"/>
                </a:cubicBezTo>
                <a:cubicBezTo>
                  <a:pt x="12" y="52"/>
                  <a:pt x="12" y="52"/>
                  <a:pt x="11" y="52"/>
                </a:cubicBezTo>
                <a:cubicBezTo>
                  <a:pt x="11" y="52"/>
                  <a:pt x="11" y="52"/>
                  <a:pt x="10" y="52"/>
                </a:cubicBezTo>
                <a:cubicBezTo>
                  <a:pt x="10" y="52"/>
                  <a:pt x="10" y="52"/>
                  <a:pt x="10" y="52"/>
                </a:cubicBezTo>
                <a:cubicBezTo>
                  <a:pt x="10" y="52"/>
                  <a:pt x="10" y="51"/>
                  <a:pt x="10" y="51"/>
                </a:cubicBezTo>
                <a:cubicBezTo>
                  <a:pt x="10" y="50"/>
                  <a:pt x="10" y="50"/>
                  <a:pt x="10" y="50"/>
                </a:cubicBezTo>
                <a:cubicBezTo>
                  <a:pt x="10" y="50"/>
                  <a:pt x="10" y="50"/>
                  <a:pt x="10" y="50"/>
                </a:cubicBezTo>
                <a:cubicBezTo>
                  <a:pt x="10" y="50"/>
                  <a:pt x="9" y="50"/>
                  <a:pt x="9" y="49"/>
                </a:cubicBezTo>
                <a:cubicBezTo>
                  <a:pt x="9" y="49"/>
                  <a:pt x="9" y="49"/>
                  <a:pt x="9" y="49"/>
                </a:cubicBezTo>
                <a:cubicBezTo>
                  <a:pt x="9" y="49"/>
                  <a:pt x="9" y="49"/>
                  <a:pt x="9" y="49"/>
                </a:cubicBezTo>
                <a:cubicBezTo>
                  <a:pt x="9" y="48"/>
                  <a:pt x="9" y="48"/>
                  <a:pt x="9" y="48"/>
                </a:cubicBezTo>
                <a:cubicBezTo>
                  <a:pt x="9" y="48"/>
                  <a:pt x="9" y="48"/>
                  <a:pt x="9" y="48"/>
                </a:cubicBezTo>
                <a:cubicBezTo>
                  <a:pt x="9" y="47"/>
                  <a:pt x="9" y="47"/>
                  <a:pt x="9" y="47"/>
                </a:cubicBezTo>
                <a:cubicBezTo>
                  <a:pt x="9" y="47"/>
                  <a:pt x="9" y="47"/>
                  <a:pt x="9" y="47"/>
                </a:cubicBezTo>
                <a:cubicBezTo>
                  <a:pt x="9" y="47"/>
                  <a:pt x="9" y="46"/>
                  <a:pt x="9" y="46"/>
                </a:cubicBezTo>
                <a:cubicBezTo>
                  <a:pt x="9" y="46"/>
                  <a:pt x="9" y="46"/>
                  <a:pt x="9" y="46"/>
                </a:cubicBezTo>
                <a:cubicBezTo>
                  <a:pt x="9" y="46"/>
                  <a:pt x="9" y="46"/>
                  <a:pt x="9" y="46"/>
                </a:cubicBezTo>
                <a:cubicBezTo>
                  <a:pt x="9" y="45"/>
                  <a:pt x="10" y="45"/>
                  <a:pt x="10" y="45"/>
                </a:cubicBezTo>
                <a:cubicBezTo>
                  <a:pt x="10" y="46"/>
                  <a:pt x="10" y="46"/>
                  <a:pt x="11" y="45"/>
                </a:cubicBezTo>
                <a:cubicBezTo>
                  <a:pt x="11" y="45"/>
                  <a:pt x="11" y="45"/>
                  <a:pt x="11" y="45"/>
                </a:cubicBezTo>
                <a:cubicBezTo>
                  <a:pt x="11" y="45"/>
                  <a:pt x="11" y="45"/>
                  <a:pt x="11" y="45"/>
                </a:cubicBezTo>
                <a:cubicBezTo>
                  <a:pt x="11" y="45"/>
                  <a:pt x="11" y="45"/>
                  <a:pt x="11" y="45"/>
                </a:cubicBezTo>
                <a:cubicBezTo>
                  <a:pt x="12" y="45"/>
                  <a:pt x="12" y="44"/>
                  <a:pt x="12" y="44"/>
                </a:cubicBezTo>
                <a:cubicBezTo>
                  <a:pt x="12" y="44"/>
                  <a:pt x="12" y="44"/>
                  <a:pt x="11" y="43"/>
                </a:cubicBezTo>
                <a:cubicBezTo>
                  <a:pt x="11" y="43"/>
                  <a:pt x="12" y="43"/>
                  <a:pt x="12" y="43"/>
                </a:cubicBezTo>
                <a:cubicBezTo>
                  <a:pt x="12" y="43"/>
                  <a:pt x="13" y="43"/>
                  <a:pt x="13" y="43"/>
                </a:cubicBezTo>
                <a:cubicBezTo>
                  <a:pt x="13" y="43"/>
                  <a:pt x="13" y="43"/>
                  <a:pt x="13" y="43"/>
                </a:cubicBezTo>
                <a:cubicBezTo>
                  <a:pt x="13" y="42"/>
                  <a:pt x="13" y="42"/>
                  <a:pt x="13" y="42"/>
                </a:cubicBezTo>
                <a:cubicBezTo>
                  <a:pt x="13" y="42"/>
                  <a:pt x="13" y="42"/>
                  <a:pt x="13" y="41"/>
                </a:cubicBezTo>
                <a:cubicBezTo>
                  <a:pt x="13" y="41"/>
                  <a:pt x="13" y="41"/>
                  <a:pt x="13" y="41"/>
                </a:cubicBezTo>
                <a:cubicBezTo>
                  <a:pt x="13" y="41"/>
                  <a:pt x="12" y="41"/>
                  <a:pt x="12" y="41"/>
                </a:cubicBezTo>
                <a:cubicBezTo>
                  <a:pt x="12" y="41"/>
                  <a:pt x="12" y="41"/>
                  <a:pt x="12" y="40"/>
                </a:cubicBezTo>
                <a:cubicBezTo>
                  <a:pt x="12" y="40"/>
                  <a:pt x="12" y="40"/>
                  <a:pt x="12" y="40"/>
                </a:cubicBezTo>
                <a:cubicBezTo>
                  <a:pt x="12" y="40"/>
                  <a:pt x="12" y="40"/>
                  <a:pt x="12" y="40"/>
                </a:cubicBezTo>
                <a:cubicBezTo>
                  <a:pt x="12" y="40"/>
                  <a:pt x="12" y="40"/>
                  <a:pt x="12" y="40"/>
                </a:cubicBezTo>
                <a:cubicBezTo>
                  <a:pt x="13" y="40"/>
                  <a:pt x="13" y="39"/>
                  <a:pt x="13" y="39"/>
                </a:cubicBezTo>
                <a:cubicBezTo>
                  <a:pt x="13" y="39"/>
                  <a:pt x="13" y="39"/>
                  <a:pt x="13" y="39"/>
                </a:cubicBezTo>
                <a:cubicBezTo>
                  <a:pt x="14" y="39"/>
                  <a:pt x="14" y="39"/>
                  <a:pt x="14" y="38"/>
                </a:cubicBezTo>
                <a:cubicBezTo>
                  <a:pt x="14" y="38"/>
                  <a:pt x="14" y="38"/>
                  <a:pt x="14" y="38"/>
                </a:cubicBezTo>
                <a:cubicBezTo>
                  <a:pt x="14" y="38"/>
                  <a:pt x="14" y="38"/>
                  <a:pt x="14" y="38"/>
                </a:cubicBezTo>
                <a:cubicBezTo>
                  <a:pt x="14" y="38"/>
                  <a:pt x="14" y="38"/>
                  <a:pt x="14" y="38"/>
                </a:cubicBezTo>
                <a:cubicBezTo>
                  <a:pt x="14" y="38"/>
                  <a:pt x="15" y="38"/>
                  <a:pt x="15" y="38"/>
                </a:cubicBezTo>
                <a:cubicBezTo>
                  <a:pt x="15" y="38"/>
                  <a:pt x="15" y="38"/>
                  <a:pt x="15" y="38"/>
                </a:cubicBezTo>
                <a:cubicBezTo>
                  <a:pt x="15" y="38"/>
                  <a:pt x="15" y="38"/>
                  <a:pt x="15" y="37"/>
                </a:cubicBezTo>
                <a:cubicBezTo>
                  <a:pt x="15" y="37"/>
                  <a:pt x="15" y="37"/>
                  <a:pt x="15" y="37"/>
                </a:cubicBezTo>
                <a:cubicBezTo>
                  <a:pt x="15" y="37"/>
                  <a:pt x="15" y="36"/>
                  <a:pt x="15" y="36"/>
                </a:cubicBezTo>
                <a:cubicBezTo>
                  <a:pt x="15" y="36"/>
                  <a:pt x="15" y="37"/>
                  <a:pt x="15" y="37"/>
                </a:cubicBezTo>
                <a:cubicBezTo>
                  <a:pt x="15" y="37"/>
                  <a:pt x="15" y="37"/>
                  <a:pt x="16" y="37"/>
                </a:cubicBezTo>
                <a:cubicBezTo>
                  <a:pt x="16" y="36"/>
                  <a:pt x="16" y="36"/>
                  <a:pt x="17" y="36"/>
                </a:cubicBezTo>
                <a:cubicBezTo>
                  <a:pt x="17" y="36"/>
                  <a:pt x="17" y="36"/>
                  <a:pt x="17" y="36"/>
                </a:cubicBezTo>
                <a:cubicBezTo>
                  <a:pt x="17" y="36"/>
                  <a:pt x="18" y="35"/>
                  <a:pt x="18" y="35"/>
                </a:cubicBezTo>
                <a:cubicBezTo>
                  <a:pt x="18" y="35"/>
                  <a:pt x="18" y="35"/>
                  <a:pt x="18" y="35"/>
                </a:cubicBezTo>
                <a:cubicBezTo>
                  <a:pt x="18" y="35"/>
                  <a:pt x="18" y="35"/>
                  <a:pt x="18" y="35"/>
                </a:cubicBezTo>
                <a:cubicBezTo>
                  <a:pt x="18" y="35"/>
                  <a:pt x="18" y="35"/>
                  <a:pt x="19" y="35"/>
                </a:cubicBezTo>
                <a:cubicBezTo>
                  <a:pt x="19" y="35"/>
                  <a:pt x="19" y="35"/>
                  <a:pt x="19" y="35"/>
                </a:cubicBezTo>
                <a:cubicBezTo>
                  <a:pt x="19" y="35"/>
                  <a:pt x="19" y="35"/>
                  <a:pt x="19" y="35"/>
                </a:cubicBezTo>
                <a:cubicBezTo>
                  <a:pt x="20" y="34"/>
                  <a:pt x="20" y="34"/>
                  <a:pt x="20" y="35"/>
                </a:cubicBezTo>
                <a:cubicBezTo>
                  <a:pt x="20" y="35"/>
                  <a:pt x="21" y="35"/>
                  <a:pt x="21" y="35"/>
                </a:cubicBezTo>
                <a:cubicBezTo>
                  <a:pt x="21" y="35"/>
                  <a:pt x="21" y="35"/>
                  <a:pt x="21" y="34"/>
                </a:cubicBezTo>
                <a:cubicBezTo>
                  <a:pt x="21" y="34"/>
                  <a:pt x="21" y="33"/>
                  <a:pt x="22" y="33"/>
                </a:cubicBezTo>
                <a:cubicBezTo>
                  <a:pt x="22" y="33"/>
                  <a:pt x="22" y="33"/>
                  <a:pt x="22" y="33"/>
                </a:cubicBezTo>
                <a:cubicBezTo>
                  <a:pt x="22" y="34"/>
                  <a:pt x="22" y="34"/>
                  <a:pt x="22" y="34"/>
                </a:cubicBezTo>
                <a:cubicBezTo>
                  <a:pt x="22" y="34"/>
                  <a:pt x="22" y="33"/>
                  <a:pt x="22" y="33"/>
                </a:cubicBezTo>
                <a:cubicBezTo>
                  <a:pt x="22" y="33"/>
                  <a:pt x="23" y="33"/>
                  <a:pt x="23" y="33"/>
                </a:cubicBezTo>
                <a:cubicBezTo>
                  <a:pt x="23" y="33"/>
                  <a:pt x="23" y="33"/>
                  <a:pt x="23" y="33"/>
                </a:cubicBezTo>
                <a:cubicBezTo>
                  <a:pt x="23" y="33"/>
                  <a:pt x="23" y="34"/>
                  <a:pt x="23" y="34"/>
                </a:cubicBezTo>
                <a:cubicBezTo>
                  <a:pt x="23" y="34"/>
                  <a:pt x="23" y="34"/>
                  <a:pt x="23" y="34"/>
                </a:cubicBezTo>
                <a:cubicBezTo>
                  <a:pt x="22" y="34"/>
                  <a:pt x="23" y="34"/>
                  <a:pt x="23" y="34"/>
                </a:cubicBezTo>
                <a:cubicBezTo>
                  <a:pt x="23" y="35"/>
                  <a:pt x="23" y="35"/>
                  <a:pt x="23" y="35"/>
                </a:cubicBezTo>
                <a:cubicBezTo>
                  <a:pt x="23" y="34"/>
                  <a:pt x="23" y="34"/>
                  <a:pt x="24" y="34"/>
                </a:cubicBezTo>
                <a:cubicBezTo>
                  <a:pt x="24" y="34"/>
                  <a:pt x="24" y="34"/>
                  <a:pt x="24" y="34"/>
                </a:cubicBezTo>
                <a:cubicBezTo>
                  <a:pt x="24" y="34"/>
                  <a:pt x="24" y="34"/>
                  <a:pt x="25" y="34"/>
                </a:cubicBezTo>
                <a:cubicBezTo>
                  <a:pt x="25" y="34"/>
                  <a:pt x="25" y="34"/>
                  <a:pt x="26" y="34"/>
                </a:cubicBezTo>
                <a:cubicBezTo>
                  <a:pt x="26" y="34"/>
                  <a:pt x="26" y="34"/>
                  <a:pt x="26" y="34"/>
                </a:cubicBezTo>
                <a:cubicBezTo>
                  <a:pt x="26" y="34"/>
                  <a:pt x="26" y="34"/>
                  <a:pt x="26" y="34"/>
                </a:cubicBezTo>
                <a:cubicBezTo>
                  <a:pt x="26" y="34"/>
                  <a:pt x="27" y="34"/>
                  <a:pt x="27" y="34"/>
                </a:cubicBezTo>
                <a:cubicBezTo>
                  <a:pt x="27" y="34"/>
                  <a:pt x="27" y="34"/>
                  <a:pt x="27" y="33"/>
                </a:cubicBezTo>
                <a:cubicBezTo>
                  <a:pt x="27" y="33"/>
                  <a:pt x="28" y="33"/>
                  <a:pt x="28" y="33"/>
                </a:cubicBezTo>
                <a:cubicBezTo>
                  <a:pt x="28" y="33"/>
                  <a:pt x="28" y="33"/>
                  <a:pt x="29" y="33"/>
                </a:cubicBezTo>
                <a:cubicBezTo>
                  <a:pt x="29" y="33"/>
                  <a:pt x="29" y="33"/>
                  <a:pt x="29" y="33"/>
                </a:cubicBezTo>
                <a:cubicBezTo>
                  <a:pt x="29" y="33"/>
                  <a:pt x="30" y="33"/>
                  <a:pt x="30" y="33"/>
                </a:cubicBezTo>
                <a:cubicBezTo>
                  <a:pt x="30" y="32"/>
                  <a:pt x="31" y="32"/>
                  <a:pt x="31" y="32"/>
                </a:cubicBezTo>
                <a:cubicBezTo>
                  <a:pt x="31" y="32"/>
                  <a:pt x="31" y="32"/>
                  <a:pt x="32" y="32"/>
                </a:cubicBezTo>
                <a:cubicBezTo>
                  <a:pt x="32" y="32"/>
                  <a:pt x="32" y="31"/>
                  <a:pt x="32" y="31"/>
                </a:cubicBezTo>
                <a:cubicBezTo>
                  <a:pt x="32" y="31"/>
                  <a:pt x="32" y="32"/>
                  <a:pt x="32" y="32"/>
                </a:cubicBezTo>
                <a:cubicBezTo>
                  <a:pt x="32" y="32"/>
                  <a:pt x="32" y="32"/>
                  <a:pt x="32" y="32"/>
                </a:cubicBezTo>
                <a:cubicBezTo>
                  <a:pt x="32" y="32"/>
                  <a:pt x="32" y="32"/>
                  <a:pt x="32" y="32"/>
                </a:cubicBezTo>
                <a:cubicBezTo>
                  <a:pt x="32" y="32"/>
                  <a:pt x="32" y="32"/>
                  <a:pt x="33" y="32"/>
                </a:cubicBezTo>
                <a:cubicBezTo>
                  <a:pt x="33" y="32"/>
                  <a:pt x="33" y="32"/>
                  <a:pt x="33" y="32"/>
                </a:cubicBezTo>
                <a:cubicBezTo>
                  <a:pt x="33" y="32"/>
                  <a:pt x="33" y="32"/>
                  <a:pt x="33" y="32"/>
                </a:cubicBezTo>
                <a:cubicBezTo>
                  <a:pt x="33" y="32"/>
                  <a:pt x="33" y="32"/>
                  <a:pt x="33" y="33"/>
                </a:cubicBezTo>
                <a:cubicBezTo>
                  <a:pt x="33" y="33"/>
                  <a:pt x="34" y="33"/>
                  <a:pt x="34" y="33"/>
                </a:cubicBezTo>
                <a:cubicBezTo>
                  <a:pt x="34" y="34"/>
                  <a:pt x="33" y="34"/>
                  <a:pt x="33" y="34"/>
                </a:cubicBezTo>
                <a:cubicBezTo>
                  <a:pt x="33" y="34"/>
                  <a:pt x="33" y="34"/>
                  <a:pt x="33" y="34"/>
                </a:cubicBezTo>
                <a:cubicBezTo>
                  <a:pt x="33" y="34"/>
                  <a:pt x="33" y="35"/>
                  <a:pt x="33" y="35"/>
                </a:cubicBezTo>
                <a:cubicBezTo>
                  <a:pt x="33" y="35"/>
                  <a:pt x="33" y="35"/>
                  <a:pt x="33" y="35"/>
                </a:cubicBezTo>
                <a:cubicBezTo>
                  <a:pt x="33" y="35"/>
                  <a:pt x="33" y="35"/>
                  <a:pt x="33" y="35"/>
                </a:cubicBezTo>
                <a:cubicBezTo>
                  <a:pt x="33" y="35"/>
                  <a:pt x="33" y="35"/>
                  <a:pt x="33" y="35"/>
                </a:cubicBezTo>
                <a:cubicBezTo>
                  <a:pt x="33" y="35"/>
                  <a:pt x="33" y="35"/>
                  <a:pt x="33" y="35"/>
                </a:cubicBezTo>
                <a:cubicBezTo>
                  <a:pt x="34" y="35"/>
                  <a:pt x="34" y="35"/>
                  <a:pt x="34" y="35"/>
                </a:cubicBezTo>
                <a:cubicBezTo>
                  <a:pt x="34" y="35"/>
                  <a:pt x="34" y="35"/>
                  <a:pt x="34" y="35"/>
                </a:cubicBezTo>
                <a:cubicBezTo>
                  <a:pt x="35" y="35"/>
                  <a:pt x="35" y="35"/>
                  <a:pt x="35" y="35"/>
                </a:cubicBezTo>
                <a:cubicBezTo>
                  <a:pt x="35" y="35"/>
                  <a:pt x="35" y="35"/>
                  <a:pt x="35" y="35"/>
                </a:cubicBezTo>
                <a:cubicBezTo>
                  <a:pt x="36" y="35"/>
                  <a:pt x="35" y="35"/>
                  <a:pt x="35" y="35"/>
                </a:cubicBezTo>
                <a:cubicBezTo>
                  <a:pt x="35" y="36"/>
                  <a:pt x="36" y="36"/>
                  <a:pt x="36" y="36"/>
                </a:cubicBezTo>
                <a:cubicBezTo>
                  <a:pt x="36" y="36"/>
                  <a:pt x="36" y="36"/>
                  <a:pt x="36" y="36"/>
                </a:cubicBezTo>
                <a:cubicBezTo>
                  <a:pt x="36" y="36"/>
                  <a:pt x="36" y="36"/>
                  <a:pt x="36" y="36"/>
                </a:cubicBezTo>
                <a:cubicBezTo>
                  <a:pt x="36" y="36"/>
                  <a:pt x="36" y="36"/>
                  <a:pt x="36" y="36"/>
                </a:cubicBezTo>
                <a:cubicBezTo>
                  <a:pt x="36" y="37"/>
                  <a:pt x="37" y="37"/>
                  <a:pt x="36" y="37"/>
                </a:cubicBezTo>
                <a:cubicBezTo>
                  <a:pt x="37" y="37"/>
                  <a:pt x="37" y="37"/>
                  <a:pt x="37" y="37"/>
                </a:cubicBezTo>
                <a:cubicBezTo>
                  <a:pt x="37" y="37"/>
                  <a:pt x="37" y="37"/>
                  <a:pt x="37" y="37"/>
                </a:cubicBezTo>
                <a:cubicBezTo>
                  <a:pt x="38" y="38"/>
                  <a:pt x="38" y="38"/>
                  <a:pt x="38" y="38"/>
                </a:cubicBezTo>
                <a:cubicBezTo>
                  <a:pt x="39" y="38"/>
                  <a:pt x="39" y="38"/>
                  <a:pt x="39" y="39"/>
                </a:cubicBezTo>
                <a:cubicBezTo>
                  <a:pt x="39" y="39"/>
                  <a:pt x="39" y="39"/>
                  <a:pt x="39" y="39"/>
                </a:cubicBezTo>
                <a:cubicBezTo>
                  <a:pt x="40" y="39"/>
                  <a:pt x="40" y="39"/>
                  <a:pt x="40" y="39"/>
                </a:cubicBezTo>
                <a:cubicBezTo>
                  <a:pt x="41" y="39"/>
                  <a:pt x="41" y="40"/>
                  <a:pt x="41" y="40"/>
                </a:cubicBezTo>
                <a:cubicBezTo>
                  <a:pt x="42" y="40"/>
                  <a:pt x="42" y="40"/>
                  <a:pt x="42" y="41"/>
                </a:cubicBezTo>
                <a:cubicBezTo>
                  <a:pt x="42" y="41"/>
                  <a:pt x="42" y="41"/>
                  <a:pt x="42" y="41"/>
                </a:cubicBezTo>
                <a:cubicBezTo>
                  <a:pt x="42" y="41"/>
                  <a:pt x="42" y="41"/>
                  <a:pt x="42" y="41"/>
                </a:cubicBezTo>
                <a:cubicBezTo>
                  <a:pt x="41" y="41"/>
                  <a:pt x="41" y="42"/>
                  <a:pt x="41" y="42"/>
                </a:cubicBezTo>
                <a:cubicBezTo>
                  <a:pt x="41" y="42"/>
                  <a:pt x="41" y="43"/>
                  <a:pt x="41" y="43"/>
                </a:cubicBezTo>
                <a:cubicBezTo>
                  <a:pt x="41" y="43"/>
                  <a:pt x="41" y="43"/>
                  <a:pt x="41" y="43"/>
                </a:cubicBezTo>
                <a:cubicBezTo>
                  <a:pt x="41" y="43"/>
                  <a:pt x="42" y="44"/>
                  <a:pt x="42" y="43"/>
                </a:cubicBezTo>
                <a:cubicBezTo>
                  <a:pt x="42" y="43"/>
                  <a:pt x="42" y="44"/>
                  <a:pt x="42" y="44"/>
                </a:cubicBezTo>
                <a:cubicBezTo>
                  <a:pt x="42" y="44"/>
                  <a:pt x="42" y="44"/>
                  <a:pt x="42" y="45"/>
                </a:cubicBezTo>
                <a:cubicBezTo>
                  <a:pt x="42" y="45"/>
                  <a:pt x="42" y="45"/>
                  <a:pt x="42" y="45"/>
                </a:cubicBezTo>
                <a:cubicBezTo>
                  <a:pt x="42" y="45"/>
                  <a:pt x="42" y="45"/>
                  <a:pt x="42" y="45"/>
                </a:cubicBezTo>
                <a:cubicBezTo>
                  <a:pt x="42" y="45"/>
                  <a:pt x="42" y="45"/>
                  <a:pt x="42" y="45"/>
                </a:cubicBezTo>
                <a:cubicBezTo>
                  <a:pt x="43" y="45"/>
                  <a:pt x="43" y="45"/>
                  <a:pt x="43" y="45"/>
                </a:cubicBezTo>
                <a:cubicBezTo>
                  <a:pt x="43" y="45"/>
                  <a:pt x="43" y="45"/>
                  <a:pt x="43" y="45"/>
                </a:cubicBezTo>
                <a:cubicBezTo>
                  <a:pt x="42" y="45"/>
                  <a:pt x="43" y="46"/>
                  <a:pt x="42" y="46"/>
                </a:cubicBezTo>
                <a:cubicBezTo>
                  <a:pt x="42" y="46"/>
                  <a:pt x="42" y="46"/>
                  <a:pt x="42" y="46"/>
                </a:cubicBezTo>
                <a:cubicBezTo>
                  <a:pt x="42" y="46"/>
                  <a:pt x="42" y="46"/>
                  <a:pt x="42" y="47"/>
                </a:cubicBezTo>
                <a:cubicBezTo>
                  <a:pt x="42" y="47"/>
                  <a:pt x="42" y="46"/>
                  <a:pt x="42" y="47"/>
                </a:cubicBezTo>
                <a:cubicBezTo>
                  <a:pt x="41" y="47"/>
                  <a:pt x="42" y="47"/>
                  <a:pt x="42" y="47"/>
                </a:cubicBezTo>
                <a:cubicBezTo>
                  <a:pt x="42" y="48"/>
                  <a:pt x="42" y="48"/>
                  <a:pt x="42" y="48"/>
                </a:cubicBezTo>
                <a:cubicBezTo>
                  <a:pt x="42" y="48"/>
                  <a:pt x="42" y="48"/>
                  <a:pt x="42" y="48"/>
                </a:cubicBezTo>
                <a:cubicBezTo>
                  <a:pt x="42" y="49"/>
                  <a:pt x="42" y="49"/>
                  <a:pt x="42" y="49"/>
                </a:cubicBezTo>
                <a:cubicBezTo>
                  <a:pt x="43" y="49"/>
                  <a:pt x="43" y="49"/>
                  <a:pt x="43" y="50"/>
                </a:cubicBezTo>
                <a:cubicBezTo>
                  <a:pt x="43" y="50"/>
                  <a:pt x="43" y="50"/>
                  <a:pt x="43" y="50"/>
                </a:cubicBezTo>
                <a:cubicBezTo>
                  <a:pt x="44" y="50"/>
                  <a:pt x="44" y="50"/>
                  <a:pt x="44" y="50"/>
                </a:cubicBezTo>
                <a:cubicBezTo>
                  <a:pt x="44" y="50"/>
                  <a:pt x="44" y="49"/>
                  <a:pt x="44" y="49"/>
                </a:cubicBezTo>
                <a:cubicBezTo>
                  <a:pt x="44" y="49"/>
                  <a:pt x="44" y="49"/>
                  <a:pt x="44" y="49"/>
                </a:cubicBezTo>
                <a:cubicBezTo>
                  <a:pt x="44" y="50"/>
                  <a:pt x="44" y="50"/>
                  <a:pt x="44" y="50"/>
                </a:cubicBezTo>
                <a:close/>
                <a:moveTo>
                  <a:pt x="61" y="51"/>
                </a:moveTo>
                <a:cubicBezTo>
                  <a:pt x="61" y="51"/>
                  <a:pt x="61" y="50"/>
                  <a:pt x="61" y="50"/>
                </a:cubicBezTo>
                <a:cubicBezTo>
                  <a:pt x="61" y="50"/>
                  <a:pt x="61" y="50"/>
                  <a:pt x="61" y="49"/>
                </a:cubicBezTo>
                <a:cubicBezTo>
                  <a:pt x="60" y="49"/>
                  <a:pt x="60" y="48"/>
                  <a:pt x="60" y="48"/>
                </a:cubicBezTo>
                <a:cubicBezTo>
                  <a:pt x="59" y="47"/>
                  <a:pt x="59" y="47"/>
                  <a:pt x="59" y="48"/>
                </a:cubicBezTo>
                <a:cubicBezTo>
                  <a:pt x="58" y="48"/>
                  <a:pt x="58" y="48"/>
                  <a:pt x="58" y="48"/>
                </a:cubicBezTo>
                <a:cubicBezTo>
                  <a:pt x="58" y="48"/>
                  <a:pt x="58" y="48"/>
                  <a:pt x="58" y="48"/>
                </a:cubicBezTo>
                <a:cubicBezTo>
                  <a:pt x="58" y="48"/>
                  <a:pt x="58" y="48"/>
                  <a:pt x="58" y="48"/>
                </a:cubicBezTo>
                <a:cubicBezTo>
                  <a:pt x="58" y="49"/>
                  <a:pt x="58" y="49"/>
                  <a:pt x="58" y="49"/>
                </a:cubicBezTo>
                <a:cubicBezTo>
                  <a:pt x="58" y="49"/>
                  <a:pt x="58" y="49"/>
                  <a:pt x="58" y="49"/>
                </a:cubicBezTo>
                <a:cubicBezTo>
                  <a:pt x="58" y="49"/>
                  <a:pt x="58" y="50"/>
                  <a:pt x="58" y="50"/>
                </a:cubicBezTo>
                <a:cubicBezTo>
                  <a:pt x="58" y="50"/>
                  <a:pt x="58" y="50"/>
                  <a:pt x="58" y="50"/>
                </a:cubicBezTo>
                <a:cubicBezTo>
                  <a:pt x="58" y="50"/>
                  <a:pt x="58" y="50"/>
                  <a:pt x="58" y="50"/>
                </a:cubicBezTo>
                <a:cubicBezTo>
                  <a:pt x="58" y="50"/>
                  <a:pt x="58" y="50"/>
                  <a:pt x="58" y="50"/>
                </a:cubicBezTo>
                <a:cubicBezTo>
                  <a:pt x="58" y="50"/>
                  <a:pt x="58" y="50"/>
                  <a:pt x="58" y="50"/>
                </a:cubicBezTo>
                <a:cubicBezTo>
                  <a:pt x="58" y="50"/>
                  <a:pt x="58" y="50"/>
                  <a:pt x="58" y="50"/>
                </a:cubicBezTo>
                <a:cubicBezTo>
                  <a:pt x="58" y="50"/>
                  <a:pt x="59" y="50"/>
                  <a:pt x="59" y="50"/>
                </a:cubicBezTo>
                <a:cubicBezTo>
                  <a:pt x="59" y="50"/>
                  <a:pt x="59" y="50"/>
                  <a:pt x="59" y="50"/>
                </a:cubicBezTo>
                <a:cubicBezTo>
                  <a:pt x="59" y="51"/>
                  <a:pt x="60" y="51"/>
                  <a:pt x="60" y="51"/>
                </a:cubicBezTo>
                <a:cubicBezTo>
                  <a:pt x="60" y="52"/>
                  <a:pt x="60" y="52"/>
                  <a:pt x="60" y="52"/>
                </a:cubicBezTo>
                <a:cubicBezTo>
                  <a:pt x="60" y="52"/>
                  <a:pt x="60" y="52"/>
                  <a:pt x="61" y="52"/>
                </a:cubicBezTo>
                <a:cubicBezTo>
                  <a:pt x="61" y="52"/>
                  <a:pt x="61" y="52"/>
                  <a:pt x="61" y="52"/>
                </a:cubicBezTo>
                <a:cubicBezTo>
                  <a:pt x="61" y="51"/>
                  <a:pt x="61" y="51"/>
                  <a:pt x="61" y="51"/>
                </a:cubicBezTo>
                <a:close/>
                <a:moveTo>
                  <a:pt x="72" y="16"/>
                </a:moveTo>
                <a:cubicBezTo>
                  <a:pt x="71" y="16"/>
                  <a:pt x="71" y="16"/>
                  <a:pt x="71" y="16"/>
                </a:cubicBezTo>
                <a:cubicBezTo>
                  <a:pt x="71" y="16"/>
                  <a:pt x="70" y="16"/>
                  <a:pt x="70" y="16"/>
                </a:cubicBezTo>
                <a:cubicBezTo>
                  <a:pt x="69" y="16"/>
                  <a:pt x="69" y="16"/>
                  <a:pt x="69" y="16"/>
                </a:cubicBezTo>
                <a:cubicBezTo>
                  <a:pt x="69" y="17"/>
                  <a:pt x="69" y="17"/>
                  <a:pt x="69" y="17"/>
                </a:cubicBezTo>
                <a:cubicBezTo>
                  <a:pt x="69" y="17"/>
                  <a:pt x="68" y="17"/>
                  <a:pt x="68" y="17"/>
                </a:cubicBezTo>
                <a:cubicBezTo>
                  <a:pt x="68" y="17"/>
                  <a:pt x="68" y="17"/>
                  <a:pt x="67" y="17"/>
                </a:cubicBezTo>
                <a:cubicBezTo>
                  <a:pt x="67" y="17"/>
                  <a:pt x="67" y="18"/>
                  <a:pt x="67" y="18"/>
                </a:cubicBezTo>
                <a:cubicBezTo>
                  <a:pt x="67" y="18"/>
                  <a:pt x="67" y="18"/>
                  <a:pt x="66" y="18"/>
                </a:cubicBezTo>
                <a:cubicBezTo>
                  <a:pt x="66" y="18"/>
                  <a:pt x="66" y="18"/>
                  <a:pt x="66" y="18"/>
                </a:cubicBezTo>
                <a:cubicBezTo>
                  <a:pt x="66" y="18"/>
                  <a:pt x="66" y="18"/>
                  <a:pt x="66" y="18"/>
                </a:cubicBezTo>
                <a:cubicBezTo>
                  <a:pt x="66" y="18"/>
                  <a:pt x="65" y="18"/>
                  <a:pt x="65" y="18"/>
                </a:cubicBezTo>
                <a:cubicBezTo>
                  <a:pt x="65" y="18"/>
                  <a:pt x="65" y="18"/>
                  <a:pt x="65" y="18"/>
                </a:cubicBezTo>
                <a:cubicBezTo>
                  <a:pt x="65" y="18"/>
                  <a:pt x="65" y="18"/>
                  <a:pt x="65" y="18"/>
                </a:cubicBezTo>
                <a:cubicBezTo>
                  <a:pt x="65" y="18"/>
                  <a:pt x="65" y="18"/>
                  <a:pt x="65" y="18"/>
                </a:cubicBezTo>
                <a:cubicBezTo>
                  <a:pt x="64" y="18"/>
                  <a:pt x="64" y="18"/>
                  <a:pt x="64" y="18"/>
                </a:cubicBezTo>
                <a:cubicBezTo>
                  <a:pt x="64" y="18"/>
                  <a:pt x="64" y="18"/>
                  <a:pt x="64" y="18"/>
                </a:cubicBezTo>
                <a:cubicBezTo>
                  <a:pt x="64" y="18"/>
                  <a:pt x="63" y="18"/>
                  <a:pt x="63" y="18"/>
                </a:cubicBezTo>
                <a:cubicBezTo>
                  <a:pt x="63" y="18"/>
                  <a:pt x="63" y="18"/>
                  <a:pt x="62" y="18"/>
                </a:cubicBezTo>
                <a:cubicBezTo>
                  <a:pt x="62" y="18"/>
                  <a:pt x="62" y="18"/>
                  <a:pt x="62" y="18"/>
                </a:cubicBezTo>
                <a:cubicBezTo>
                  <a:pt x="62" y="18"/>
                  <a:pt x="61" y="18"/>
                  <a:pt x="61" y="18"/>
                </a:cubicBezTo>
                <a:cubicBezTo>
                  <a:pt x="61" y="18"/>
                  <a:pt x="61" y="18"/>
                  <a:pt x="61" y="18"/>
                </a:cubicBezTo>
                <a:cubicBezTo>
                  <a:pt x="61" y="18"/>
                  <a:pt x="60" y="18"/>
                  <a:pt x="60" y="18"/>
                </a:cubicBezTo>
                <a:cubicBezTo>
                  <a:pt x="60" y="18"/>
                  <a:pt x="60" y="18"/>
                  <a:pt x="60" y="18"/>
                </a:cubicBezTo>
                <a:cubicBezTo>
                  <a:pt x="59" y="19"/>
                  <a:pt x="59" y="19"/>
                  <a:pt x="59" y="18"/>
                </a:cubicBezTo>
                <a:cubicBezTo>
                  <a:pt x="59" y="18"/>
                  <a:pt x="59" y="18"/>
                  <a:pt x="59" y="18"/>
                </a:cubicBezTo>
                <a:cubicBezTo>
                  <a:pt x="60" y="18"/>
                  <a:pt x="60" y="18"/>
                  <a:pt x="60" y="18"/>
                </a:cubicBezTo>
                <a:cubicBezTo>
                  <a:pt x="60" y="17"/>
                  <a:pt x="60" y="17"/>
                  <a:pt x="60" y="17"/>
                </a:cubicBezTo>
                <a:cubicBezTo>
                  <a:pt x="61" y="17"/>
                  <a:pt x="61" y="17"/>
                  <a:pt x="61" y="17"/>
                </a:cubicBezTo>
                <a:cubicBezTo>
                  <a:pt x="61" y="17"/>
                  <a:pt x="61" y="16"/>
                  <a:pt x="60" y="16"/>
                </a:cubicBezTo>
                <a:cubicBezTo>
                  <a:pt x="60" y="16"/>
                  <a:pt x="60" y="16"/>
                  <a:pt x="60" y="16"/>
                </a:cubicBezTo>
                <a:cubicBezTo>
                  <a:pt x="60" y="16"/>
                  <a:pt x="60" y="16"/>
                  <a:pt x="60" y="16"/>
                </a:cubicBezTo>
                <a:cubicBezTo>
                  <a:pt x="60" y="16"/>
                  <a:pt x="60" y="16"/>
                  <a:pt x="59" y="16"/>
                </a:cubicBezTo>
                <a:cubicBezTo>
                  <a:pt x="59" y="16"/>
                  <a:pt x="59" y="16"/>
                  <a:pt x="59" y="16"/>
                </a:cubicBezTo>
                <a:cubicBezTo>
                  <a:pt x="59" y="15"/>
                  <a:pt x="59" y="15"/>
                  <a:pt x="58" y="15"/>
                </a:cubicBezTo>
                <a:cubicBezTo>
                  <a:pt x="58" y="15"/>
                  <a:pt x="58" y="15"/>
                  <a:pt x="57" y="15"/>
                </a:cubicBezTo>
                <a:cubicBezTo>
                  <a:pt x="57" y="15"/>
                  <a:pt x="57" y="16"/>
                  <a:pt x="56" y="16"/>
                </a:cubicBezTo>
                <a:cubicBezTo>
                  <a:pt x="56" y="16"/>
                  <a:pt x="56" y="16"/>
                  <a:pt x="56" y="16"/>
                </a:cubicBezTo>
                <a:cubicBezTo>
                  <a:pt x="56" y="17"/>
                  <a:pt x="55" y="17"/>
                  <a:pt x="55" y="17"/>
                </a:cubicBezTo>
                <a:cubicBezTo>
                  <a:pt x="55" y="17"/>
                  <a:pt x="55" y="17"/>
                  <a:pt x="55" y="18"/>
                </a:cubicBezTo>
                <a:cubicBezTo>
                  <a:pt x="55" y="18"/>
                  <a:pt x="55" y="18"/>
                  <a:pt x="54" y="18"/>
                </a:cubicBezTo>
                <a:cubicBezTo>
                  <a:pt x="54" y="18"/>
                  <a:pt x="54" y="18"/>
                  <a:pt x="54" y="18"/>
                </a:cubicBezTo>
                <a:cubicBezTo>
                  <a:pt x="53" y="18"/>
                  <a:pt x="53" y="19"/>
                  <a:pt x="53" y="19"/>
                </a:cubicBezTo>
                <a:cubicBezTo>
                  <a:pt x="53" y="19"/>
                  <a:pt x="53" y="20"/>
                  <a:pt x="53" y="20"/>
                </a:cubicBezTo>
                <a:cubicBezTo>
                  <a:pt x="53" y="20"/>
                  <a:pt x="53" y="20"/>
                  <a:pt x="52" y="20"/>
                </a:cubicBezTo>
                <a:cubicBezTo>
                  <a:pt x="53" y="20"/>
                  <a:pt x="53" y="20"/>
                  <a:pt x="53" y="20"/>
                </a:cubicBezTo>
                <a:cubicBezTo>
                  <a:pt x="53" y="20"/>
                  <a:pt x="53" y="20"/>
                  <a:pt x="53" y="20"/>
                </a:cubicBezTo>
                <a:cubicBezTo>
                  <a:pt x="53" y="20"/>
                  <a:pt x="53" y="20"/>
                  <a:pt x="53" y="20"/>
                </a:cubicBezTo>
                <a:cubicBezTo>
                  <a:pt x="54" y="20"/>
                  <a:pt x="54" y="20"/>
                  <a:pt x="54" y="20"/>
                </a:cubicBezTo>
                <a:cubicBezTo>
                  <a:pt x="54" y="20"/>
                  <a:pt x="54" y="21"/>
                  <a:pt x="54" y="21"/>
                </a:cubicBezTo>
                <a:cubicBezTo>
                  <a:pt x="54" y="21"/>
                  <a:pt x="54" y="21"/>
                  <a:pt x="53" y="21"/>
                </a:cubicBezTo>
                <a:cubicBezTo>
                  <a:pt x="53" y="21"/>
                  <a:pt x="53" y="21"/>
                  <a:pt x="53" y="21"/>
                </a:cubicBezTo>
                <a:cubicBezTo>
                  <a:pt x="53" y="21"/>
                  <a:pt x="53" y="21"/>
                  <a:pt x="53" y="21"/>
                </a:cubicBezTo>
                <a:cubicBezTo>
                  <a:pt x="53" y="21"/>
                  <a:pt x="53" y="21"/>
                  <a:pt x="52" y="21"/>
                </a:cubicBezTo>
                <a:cubicBezTo>
                  <a:pt x="52" y="21"/>
                  <a:pt x="52" y="21"/>
                  <a:pt x="52" y="21"/>
                </a:cubicBezTo>
                <a:cubicBezTo>
                  <a:pt x="52" y="22"/>
                  <a:pt x="52" y="22"/>
                  <a:pt x="52" y="22"/>
                </a:cubicBezTo>
                <a:cubicBezTo>
                  <a:pt x="52" y="22"/>
                  <a:pt x="52" y="22"/>
                  <a:pt x="52" y="21"/>
                </a:cubicBezTo>
                <a:cubicBezTo>
                  <a:pt x="52" y="21"/>
                  <a:pt x="52" y="21"/>
                  <a:pt x="51" y="21"/>
                </a:cubicBezTo>
                <a:cubicBezTo>
                  <a:pt x="51" y="21"/>
                  <a:pt x="51" y="21"/>
                  <a:pt x="51" y="21"/>
                </a:cubicBezTo>
                <a:cubicBezTo>
                  <a:pt x="51" y="20"/>
                  <a:pt x="50" y="20"/>
                  <a:pt x="50" y="20"/>
                </a:cubicBezTo>
                <a:cubicBezTo>
                  <a:pt x="50" y="20"/>
                  <a:pt x="50" y="20"/>
                  <a:pt x="50" y="20"/>
                </a:cubicBezTo>
                <a:cubicBezTo>
                  <a:pt x="49" y="20"/>
                  <a:pt x="49" y="20"/>
                  <a:pt x="49" y="20"/>
                </a:cubicBezTo>
                <a:cubicBezTo>
                  <a:pt x="49" y="20"/>
                  <a:pt x="48" y="20"/>
                  <a:pt x="48" y="20"/>
                </a:cubicBezTo>
                <a:cubicBezTo>
                  <a:pt x="48" y="20"/>
                  <a:pt x="48" y="20"/>
                  <a:pt x="48" y="20"/>
                </a:cubicBezTo>
                <a:cubicBezTo>
                  <a:pt x="48" y="21"/>
                  <a:pt x="48" y="21"/>
                  <a:pt x="48" y="21"/>
                </a:cubicBezTo>
                <a:cubicBezTo>
                  <a:pt x="47" y="21"/>
                  <a:pt x="47" y="21"/>
                  <a:pt x="47" y="21"/>
                </a:cubicBezTo>
                <a:cubicBezTo>
                  <a:pt x="47" y="21"/>
                  <a:pt x="47" y="21"/>
                  <a:pt x="47" y="21"/>
                </a:cubicBezTo>
                <a:cubicBezTo>
                  <a:pt x="47" y="21"/>
                  <a:pt x="47" y="21"/>
                  <a:pt x="47" y="21"/>
                </a:cubicBezTo>
                <a:cubicBezTo>
                  <a:pt x="47" y="22"/>
                  <a:pt x="47" y="22"/>
                  <a:pt x="47" y="22"/>
                </a:cubicBezTo>
                <a:cubicBezTo>
                  <a:pt x="47" y="22"/>
                  <a:pt x="47" y="22"/>
                  <a:pt x="47" y="22"/>
                </a:cubicBezTo>
                <a:cubicBezTo>
                  <a:pt x="47" y="22"/>
                  <a:pt x="47" y="22"/>
                  <a:pt x="47" y="22"/>
                </a:cubicBezTo>
                <a:cubicBezTo>
                  <a:pt x="47" y="22"/>
                  <a:pt x="46" y="22"/>
                  <a:pt x="46" y="22"/>
                </a:cubicBezTo>
                <a:cubicBezTo>
                  <a:pt x="46" y="22"/>
                  <a:pt x="46" y="23"/>
                  <a:pt x="47" y="23"/>
                </a:cubicBezTo>
                <a:cubicBezTo>
                  <a:pt x="47" y="23"/>
                  <a:pt x="47" y="23"/>
                  <a:pt x="47" y="23"/>
                </a:cubicBezTo>
                <a:cubicBezTo>
                  <a:pt x="47" y="23"/>
                  <a:pt x="47" y="23"/>
                  <a:pt x="46" y="23"/>
                </a:cubicBezTo>
                <a:cubicBezTo>
                  <a:pt x="46" y="23"/>
                  <a:pt x="46" y="23"/>
                  <a:pt x="46" y="23"/>
                </a:cubicBezTo>
                <a:cubicBezTo>
                  <a:pt x="46" y="23"/>
                  <a:pt x="46" y="23"/>
                  <a:pt x="46" y="23"/>
                </a:cubicBezTo>
                <a:cubicBezTo>
                  <a:pt x="46" y="24"/>
                  <a:pt x="46" y="24"/>
                  <a:pt x="46" y="24"/>
                </a:cubicBezTo>
                <a:cubicBezTo>
                  <a:pt x="46" y="24"/>
                  <a:pt x="46" y="24"/>
                  <a:pt x="45" y="24"/>
                </a:cubicBezTo>
                <a:cubicBezTo>
                  <a:pt x="45" y="24"/>
                  <a:pt x="45" y="24"/>
                  <a:pt x="45" y="24"/>
                </a:cubicBezTo>
                <a:cubicBezTo>
                  <a:pt x="45" y="24"/>
                  <a:pt x="45" y="24"/>
                  <a:pt x="45" y="24"/>
                </a:cubicBezTo>
                <a:cubicBezTo>
                  <a:pt x="45" y="23"/>
                  <a:pt x="44" y="23"/>
                  <a:pt x="44" y="23"/>
                </a:cubicBezTo>
                <a:cubicBezTo>
                  <a:pt x="44" y="23"/>
                  <a:pt x="44" y="22"/>
                  <a:pt x="44" y="22"/>
                </a:cubicBezTo>
                <a:cubicBezTo>
                  <a:pt x="44" y="22"/>
                  <a:pt x="44" y="22"/>
                  <a:pt x="44" y="22"/>
                </a:cubicBezTo>
                <a:cubicBezTo>
                  <a:pt x="44" y="22"/>
                  <a:pt x="44" y="22"/>
                  <a:pt x="44" y="21"/>
                </a:cubicBezTo>
                <a:cubicBezTo>
                  <a:pt x="44" y="21"/>
                  <a:pt x="43" y="21"/>
                  <a:pt x="43" y="21"/>
                </a:cubicBezTo>
                <a:cubicBezTo>
                  <a:pt x="43" y="20"/>
                  <a:pt x="43" y="20"/>
                  <a:pt x="42" y="20"/>
                </a:cubicBezTo>
                <a:cubicBezTo>
                  <a:pt x="42" y="20"/>
                  <a:pt x="42" y="20"/>
                  <a:pt x="41" y="20"/>
                </a:cubicBezTo>
                <a:cubicBezTo>
                  <a:pt x="41" y="20"/>
                  <a:pt x="41" y="20"/>
                  <a:pt x="41" y="20"/>
                </a:cubicBezTo>
                <a:cubicBezTo>
                  <a:pt x="41" y="20"/>
                  <a:pt x="41" y="20"/>
                  <a:pt x="41" y="20"/>
                </a:cubicBezTo>
                <a:cubicBezTo>
                  <a:pt x="42" y="20"/>
                  <a:pt x="42" y="20"/>
                  <a:pt x="43" y="20"/>
                </a:cubicBezTo>
                <a:cubicBezTo>
                  <a:pt x="42" y="20"/>
                  <a:pt x="42" y="19"/>
                  <a:pt x="42" y="19"/>
                </a:cubicBezTo>
                <a:cubicBezTo>
                  <a:pt x="42" y="19"/>
                  <a:pt x="43" y="19"/>
                  <a:pt x="42" y="19"/>
                </a:cubicBezTo>
                <a:cubicBezTo>
                  <a:pt x="42" y="19"/>
                  <a:pt x="42" y="18"/>
                  <a:pt x="42" y="18"/>
                </a:cubicBezTo>
                <a:cubicBezTo>
                  <a:pt x="42" y="18"/>
                  <a:pt x="42" y="18"/>
                  <a:pt x="41" y="18"/>
                </a:cubicBezTo>
                <a:cubicBezTo>
                  <a:pt x="41" y="18"/>
                  <a:pt x="41" y="18"/>
                  <a:pt x="40" y="19"/>
                </a:cubicBezTo>
                <a:cubicBezTo>
                  <a:pt x="40" y="19"/>
                  <a:pt x="40" y="19"/>
                  <a:pt x="40" y="19"/>
                </a:cubicBezTo>
                <a:cubicBezTo>
                  <a:pt x="39" y="19"/>
                  <a:pt x="39" y="19"/>
                  <a:pt x="39" y="18"/>
                </a:cubicBezTo>
                <a:cubicBezTo>
                  <a:pt x="39" y="18"/>
                  <a:pt x="39" y="17"/>
                  <a:pt x="39" y="17"/>
                </a:cubicBezTo>
                <a:cubicBezTo>
                  <a:pt x="39" y="17"/>
                  <a:pt x="39" y="17"/>
                  <a:pt x="39" y="17"/>
                </a:cubicBezTo>
                <a:cubicBezTo>
                  <a:pt x="39" y="17"/>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1" y="16"/>
                  <a:pt x="41"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0" y="15"/>
                </a:cubicBezTo>
                <a:cubicBezTo>
                  <a:pt x="40" y="15"/>
                  <a:pt x="40" y="15"/>
                  <a:pt x="40" y="14"/>
                </a:cubicBezTo>
                <a:cubicBezTo>
                  <a:pt x="40" y="14"/>
                  <a:pt x="40" y="14"/>
                  <a:pt x="40" y="14"/>
                </a:cubicBezTo>
                <a:cubicBezTo>
                  <a:pt x="40" y="14"/>
                  <a:pt x="40" y="14"/>
                  <a:pt x="41" y="14"/>
                </a:cubicBezTo>
                <a:cubicBezTo>
                  <a:pt x="41" y="14"/>
                  <a:pt x="41" y="14"/>
                  <a:pt x="41" y="14"/>
                </a:cubicBezTo>
                <a:cubicBezTo>
                  <a:pt x="41" y="13"/>
                  <a:pt x="41" y="14"/>
                  <a:pt x="41" y="14"/>
                </a:cubicBezTo>
                <a:cubicBezTo>
                  <a:pt x="42" y="14"/>
                  <a:pt x="42" y="14"/>
                  <a:pt x="42" y="14"/>
                </a:cubicBezTo>
                <a:cubicBezTo>
                  <a:pt x="42" y="14"/>
                  <a:pt x="42" y="15"/>
                  <a:pt x="42" y="14"/>
                </a:cubicBezTo>
                <a:cubicBezTo>
                  <a:pt x="42" y="14"/>
                  <a:pt x="42" y="14"/>
                  <a:pt x="42" y="14"/>
                </a:cubicBezTo>
                <a:cubicBezTo>
                  <a:pt x="42" y="14"/>
                  <a:pt x="43" y="14"/>
                  <a:pt x="43" y="14"/>
                </a:cubicBezTo>
                <a:cubicBezTo>
                  <a:pt x="43" y="15"/>
                  <a:pt x="43" y="15"/>
                  <a:pt x="44" y="15"/>
                </a:cubicBezTo>
                <a:cubicBezTo>
                  <a:pt x="44" y="15"/>
                  <a:pt x="44" y="15"/>
                  <a:pt x="45" y="14"/>
                </a:cubicBezTo>
                <a:cubicBezTo>
                  <a:pt x="45" y="14"/>
                  <a:pt x="45" y="14"/>
                  <a:pt x="45" y="14"/>
                </a:cubicBezTo>
                <a:cubicBezTo>
                  <a:pt x="45" y="14"/>
                  <a:pt x="45" y="14"/>
                  <a:pt x="45" y="14"/>
                </a:cubicBezTo>
                <a:cubicBezTo>
                  <a:pt x="45" y="14"/>
                  <a:pt x="45" y="14"/>
                  <a:pt x="45" y="14"/>
                </a:cubicBezTo>
                <a:cubicBezTo>
                  <a:pt x="45"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8" y="12"/>
                  <a:pt x="48" y="12"/>
                  <a:pt x="48" y="12"/>
                </a:cubicBezTo>
                <a:cubicBezTo>
                  <a:pt x="48" y="12"/>
                  <a:pt x="48" y="12"/>
                  <a:pt x="49" y="12"/>
                </a:cubicBezTo>
                <a:cubicBezTo>
                  <a:pt x="49" y="12"/>
                  <a:pt x="49" y="12"/>
                  <a:pt x="49" y="11"/>
                </a:cubicBezTo>
                <a:cubicBezTo>
                  <a:pt x="49" y="11"/>
                  <a:pt x="49" y="11"/>
                  <a:pt x="50" y="11"/>
                </a:cubicBezTo>
                <a:cubicBezTo>
                  <a:pt x="50" y="11"/>
                  <a:pt x="50" y="11"/>
                  <a:pt x="50" y="10"/>
                </a:cubicBezTo>
                <a:cubicBezTo>
                  <a:pt x="50" y="10"/>
                  <a:pt x="49" y="10"/>
                  <a:pt x="50" y="10"/>
                </a:cubicBezTo>
                <a:cubicBezTo>
                  <a:pt x="50" y="10"/>
                  <a:pt x="50" y="10"/>
                  <a:pt x="50" y="10"/>
                </a:cubicBezTo>
                <a:cubicBezTo>
                  <a:pt x="50" y="10"/>
                  <a:pt x="50" y="10"/>
                  <a:pt x="50" y="10"/>
                </a:cubicBezTo>
                <a:cubicBezTo>
                  <a:pt x="50" y="10"/>
                  <a:pt x="50" y="10"/>
                  <a:pt x="50" y="9"/>
                </a:cubicBezTo>
                <a:cubicBezTo>
                  <a:pt x="50" y="9"/>
                  <a:pt x="51" y="9"/>
                  <a:pt x="51" y="9"/>
                </a:cubicBezTo>
                <a:cubicBezTo>
                  <a:pt x="51" y="9"/>
                  <a:pt x="51" y="9"/>
                  <a:pt x="51" y="10"/>
                </a:cubicBezTo>
                <a:cubicBezTo>
                  <a:pt x="51" y="10"/>
                  <a:pt x="51" y="10"/>
                  <a:pt x="51" y="10"/>
                </a:cubicBezTo>
                <a:cubicBezTo>
                  <a:pt x="51" y="10"/>
                  <a:pt x="51" y="10"/>
                  <a:pt x="51" y="10"/>
                </a:cubicBezTo>
                <a:cubicBezTo>
                  <a:pt x="51" y="9"/>
                  <a:pt x="52" y="9"/>
                  <a:pt x="52" y="9"/>
                </a:cubicBezTo>
                <a:cubicBezTo>
                  <a:pt x="52" y="10"/>
                  <a:pt x="52" y="10"/>
                  <a:pt x="53" y="10"/>
                </a:cubicBezTo>
                <a:cubicBezTo>
                  <a:pt x="53" y="10"/>
                  <a:pt x="53" y="10"/>
                  <a:pt x="53" y="9"/>
                </a:cubicBezTo>
                <a:cubicBezTo>
                  <a:pt x="53" y="9"/>
                  <a:pt x="53" y="9"/>
                  <a:pt x="53" y="9"/>
                </a:cubicBezTo>
                <a:cubicBezTo>
                  <a:pt x="53" y="9"/>
                  <a:pt x="54" y="9"/>
                  <a:pt x="54" y="9"/>
                </a:cubicBezTo>
                <a:cubicBezTo>
                  <a:pt x="54" y="9"/>
                  <a:pt x="54" y="9"/>
                  <a:pt x="55" y="9"/>
                </a:cubicBezTo>
                <a:cubicBezTo>
                  <a:pt x="55" y="9"/>
                  <a:pt x="55" y="9"/>
                  <a:pt x="55" y="9"/>
                </a:cubicBezTo>
                <a:cubicBezTo>
                  <a:pt x="56" y="9"/>
                  <a:pt x="56" y="9"/>
                  <a:pt x="56" y="8"/>
                </a:cubicBezTo>
                <a:cubicBezTo>
                  <a:pt x="56" y="8"/>
                  <a:pt x="57" y="8"/>
                  <a:pt x="57" y="8"/>
                </a:cubicBezTo>
                <a:cubicBezTo>
                  <a:pt x="57" y="8"/>
                  <a:pt x="57" y="8"/>
                  <a:pt x="57" y="8"/>
                </a:cubicBezTo>
                <a:cubicBezTo>
                  <a:pt x="57" y="8"/>
                  <a:pt x="57" y="8"/>
                  <a:pt x="58" y="8"/>
                </a:cubicBezTo>
                <a:cubicBezTo>
                  <a:pt x="58" y="8"/>
                  <a:pt x="58" y="8"/>
                  <a:pt x="59" y="8"/>
                </a:cubicBezTo>
                <a:cubicBezTo>
                  <a:pt x="59" y="8"/>
                  <a:pt x="59" y="8"/>
                  <a:pt x="59" y="8"/>
                </a:cubicBezTo>
                <a:cubicBezTo>
                  <a:pt x="59" y="8"/>
                  <a:pt x="60" y="8"/>
                  <a:pt x="60" y="8"/>
                </a:cubicBezTo>
                <a:cubicBezTo>
                  <a:pt x="60" y="8"/>
                  <a:pt x="61" y="8"/>
                  <a:pt x="61" y="8"/>
                </a:cubicBezTo>
                <a:cubicBezTo>
                  <a:pt x="61" y="8"/>
                  <a:pt x="61" y="8"/>
                  <a:pt x="60" y="7"/>
                </a:cubicBezTo>
                <a:cubicBezTo>
                  <a:pt x="60" y="7"/>
                  <a:pt x="60" y="7"/>
                  <a:pt x="60" y="7"/>
                </a:cubicBezTo>
                <a:cubicBezTo>
                  <a:pt x="61" y="7"/>
                  <a:pt x="61" y="7"/>
                  <a:pt x="61" y="7"/>
                </a:cubicBezTo>
                <a:cubicBezTo>
                  <a:pt x="61" y="7"/>
                  <a:pt x="61" y="7"/>
                  <a:pt x="61" y="7"/>
                </a:cubicBezTo>
                <a:cubicBezTo>
                  <a:pt x="61" y="7"/>
                  <a:pt x="61" y="7"/>
                  <a:pt x="62" y="7"/>
                </a:cubicBezTo>
                <a:cubicBezTo>
                  <a:pt x="62" y="7"/>
                  <a:pt x="62" y="7"/>
                  <a:pt x="62" y="7"/>
                </a:cubicBezTo>
                <a:cubicBezTo>
                  <a:pt x="62" y="7"/>
                  <a:pt x="62" y="7"/>
                  <a:pt x="62" y="7"/>
                </a:cubicBezTo>
                <a:cubicBezTo>
                  <a:pt x="62" y="7"/>
                  <a:pt x="62" y="7"/>
                  <a:pt x="62" y="7"/>
                </a:cubicBezTo>
                <a:cubicBezTo>
                  <a:pt x="62" y="6"/>
                  <a:pt x="62" y="6"/>
                  <a:pt x="62" y="6"/>
                </a:cubicBezTo>
                <a:cubicBezTo>
                  <a:pt x="62" y="6"/>
                  <a:pt x="62" y="6"/>
                  <a:pt x="62" y="6"/>
                </a:cubicBezTo>
                <a:cubicBezTo>
                  <a:pt x="62" y="6"/>
                  <a:pt x="62" y="6"/>
                  <a:pt x="62" y="6"/>
                </a:cubicBezTo>
                <a:cubicBezTo>
                  <a:pt x="62" y="6"/>
                  <a:pt x="62" y="5"/>
                  <a:pt x="63" y="6"/>
                </a:cubicBezTo>
                <a:cubicBezTo>
                  <a:pt x="63" y="5"/>
                  <a:pt x="63" y="5"/>
                  <a:pt x="63" y="5"/>
                </a:cubicBezTo>
                <a:cubicBezTo>
                  <a:pt x="63" y="5"/>
                  <a:pt x="63" y="5"/>
                  <a:pt x="63" y="5"/>
                </a:cubicBezTo>
                <a:cubicBezTo>
                  <a:pt x="63" y="5"/>
                  <a:pt x="63" y="5"/>
                  <a:pt x="63" y="5"/>
                </a:cubicBezTo>
                <a:cubicBezTo>
                  <a:pt x="63" y="5"/>
                  <a:pt x="63" y="5"/>
                  <a:pt x="63" y="5"/>
                </a:cubicBezTo>
                <a:cubicBezTo>
                  <a:pt x="63" y="5"/>
                  <a:pt x="64" y="5"/>
                  <a:pt x="64" y="5"/>
                </a:cubicBezTo>
                <a:cubicBezTo>
                  <a:pt x="64" y="5"/>
                  <a:pt x="64" y="5"/>
                  <a:pt x="63" y="5"/>
                </a:cubicBezTo>
                <a:cubicBezTo>
                  <a:pt x="63" y="4"/>
                  <a:pt x="63" y="4"/>
                  <a:pt x="64" y="4"/>
                </a:cubicBezTo>
                <a:cubicBezTo>
                  <a:pt x="64" y="4"/>
                  <a:pt x="64" y="4"/>
                  <a:pt x="64" y="4"/>
                </a:cubicBezTo>
                <a:cubicBezTo>
                  <a:pt x="64" y="5"/>
                  <a:pt x="64" y="5"/>
                  <a:pt x="64" y="5"/>
                </a:cubicBezTo>
                <a:cubicBezTo>
                  <a:pt x="64" y="5"/>
                  <a:pt x="64" y="5"/>
                  <a:pt x="64" y="5"/>
                </a:cubicBezTo>
                <a:cubicBezTo>
                  <a:pt x="64" y="5"/>
                  <a:pt x="64" y="5"/>
                  <a:pt x="64" y="5"/>
                </a:cubicBezTo>
                <a:cubicBezTo>
                  <a:pt x="64" y="5"/>
                  <a:pt x="64" y="5"/>
                  <a:pt x="64" y="5"/>
                </a:cubicBezTo>
                <a:cubicBezTo>
                  <a:pt x="64" y="5"/>
                  <a:pt x="65" y="5"/>
                  <a:pt x="65" y="5"/>
                </a:cubicBezTo>
                <a:cubicBezTo>
                  <a:pt x="65" y="5"/>
                  <a:pt x="65" y="5"/>
                  <a:pt x="65" y="5"/>
                </a:cubicBezTo>
                <a:cubicBezTo>
                  <a:pt x="64" y="5"/>
                  <a:pt x="65" y="4"/>
                  <a:pt x="64" y="4"/>
                </a:cubicBezTo>
                <a:cubicBezTo>
                  <a:pt x="65" y="4"/>
                  <a:pt x="65" y="4"/>
                  <a:pt x="65" y="4"/>
                </a:cubicBezTo>
                <a:cubicBezTo>
                  <a:pt x="65" y="4"/>
                  <a:pt x="65" y="4"/>
                  <a:pt x="65" y="4"/>
                </a:cubicBezTo>
                <a:cubicBezTo>
                  <a:pt x="65" y="4"/>
                  <a:pt x="65" y="4"/>
                  <a:pt x="65" y="4"/>
                </a:cubicBezTo>
                <a:cubicBezTo>
                  <a:pt x="65" y="4"/>
                  <a:pt x="65" y="4"/>
                  <a:pt x="65" y="4"/>
                </a:cubicBezTo>
                <a:cubicBezTo>
                  <a:pt x="65" y="4"/>
                  <a:pt x="65" y="4"/>
                  <a:pt x="65" y="4"/>
                </a:cubicBezTo>
                <a:cubicBezTo>
                  <a:pt x="65" y="4"/>
                  <a:pt x="65" y="4"/>
                  <a:pt x="65" y="4"/>
                </a:cubicBezTo>
                <a:cubicBezTo>
                  <a:pt x="65" y="4"/>
                  <a:pt x="66" y="4"/>
                  <a:pt x="66" y="4"/>
                </a:cubicBezTo>
                <a:cubicBezTo>
                  <a:pt x="66" y="4"/>
                  <a:pt x="66" y="4"/>
                  <a:pt x="66" y="4"/>
                </a:cubicBezTo>
                <a:cubicBezTo>
                  <a:pt x="66" y="4"/>
                  <a:pt x="66" y="3"/>
                  <a:pt x="66" y="3"/>
                </a:cubicBezTo>
                <a:cubicBezTo>
                  <a:pt x="66" y="3"/>
                  <a:pt x="66" y="3"/>
                  <a:pt x="66" y="3"/>
                </a:cubicBezTo>
                <a:cubicBezTo>
                  <a:pt x="66" y="3"/>
                  <a:pt x="66" y="4"/>
                  <a:pt x="66" y="4"/>
                </a:cubicBezTo>
                <a:cubicBezTo>
                  <a:pt x="66" y="4"/>
                  <a:pt x="66" y="4"/>
                  <a:pt x="66" y="4"/>
                </a:cubicBezTo>
                <a:cubicBezTo>
                  <a:pt x="66" y="4"/>
                  <a:pt x="67" y="4"/>
                  <a:pt x="67" y="4"/>
                </a:cubicBezTo>
                <a:cubicBezTo>
                  <a:pt x="67" y="4"/>
                  <a:pt x="67" y="4"/>
                  <a:pt x="67" y="4"/>
                </a:cubicBezTo>
                <a:cubicBezTo>
                  <a:pt x="67" y="4"/>
                  <a:pt x="67" y="4"/>
                  <a:pt x="67" y="3"/>
                </a:cubicBezTo>
                <a:cubicBezTo>
                  <a:pt x="67" y="3"/>
                  <a:pt x="67" y="3"/>
                  <a:pt x="67" y="3"/>
                </a:cubicBezTo>
                <a:cubicBezTo>
                  <a:pt x="67" y="3"/>
                  <a:pt x="67" y="3"/>
                  <a:pt x="68" y="3"/>
                </a:cubicBezTo>
                <a:cubicBezTo>
                  <a:pt x="68" y="3"/>
                  <a:pt x="68" y="4"/>
                  <a:pt x="68" y="3"/>
                </a:cubicBezTo>
                <a:cubicBezTo>
                  <a:pt x="68" y="3"/>
                  <a:pt x="68" y="3"/>
                  <a:pt x="68" y="3"/>
                </a:cubicBezTo>
                <a:cubicBezTo>
                  <a:pt x="68" y="3"/>
                  <a:pt x="68" y="3"/>
                  <a:pt x="68" y="3"/>
                </a:cubicBezTo>
                <a:cubicBezTo>
                  <a:pt x="68" y="2"/>
                  <a:pt x="68" y="2"/>
                  <a:pt x="68" y="2"/>
                </a:cubicBezTo>
                <a:cubicBezTo>
                  <a:pt x="68" y="3"/>
                  <a:pt x="68" y="3"/>
                  <a:pt x="68" y="3"/>
                </a:cubicBezTo>
                <a:cubicBezTo>
                  <a:pt x="68" y="3"/>
                  <a:pt x="68" y="3"/>
                  <a:pt x="68" y="3"/>
                </a:cubicBezTo>
                <a:cubicBezTo>
                  <a:pt x="69" y="3"/>
                  <a:pt x="69" y="3"/>
                  <a:pt x="69" y="3"/>
                </a:cubicBezTo>
                <a:cubicBezTo>
                  <a:pt x="69" y="3"/>
                  <a:pt x="69" y="3"/>
                  <a:pt x="69" y="3"/>
                </a:cubicBezTo>
                <a:cubicBezTo>
                  <a:pt x="69" y="3"/>
                  <a:pt x="69" y="3"/>
                  <a:pt x="70" y="3"/>
                </a:cubicBezTo>
                <a:cubicBezTo>
                  <a:pt x="70" y="2"/>
                  <a:pt x="70" y="2"/>
                  <a:pt x="70" y="3"/>
                </a:cubicBezTo>
                <a:cubicBezTo>
                  <a:pt x="70" y="3"/>
                  <a:pt x="70" y="3"/>
                  <a:pt x="70" y="3"/>
                </a:cubicBezTo>
                <a:cubicBezTo>
                  <a:pt x="70" y="3"/>
                  <a:pt x="70" y="3"/>
                  <a:pt x="70" y="3"/>
                </a:cubicBezTo>
                <a:cubicBezTo>
                  <a:pt x="70" y="3"/>
                  <a:pt x="70" y="3"/>
                  <a:pt x="70" y="3"/>
                </a:cubicBezTo>
                <a:cubicBezTo>
                  <a:pt x="70" y="3"/>
                  <a:pt x="70" y="3"/>
                  <a:pt x="70" y="3"/>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2" y="3"/>
                  <a:pt x="72" y="3"/>
                  <a:pt x="72" y="3"/>
                </a:cubicBezTo>
                <a:cubicBezTo>
                  <a:pt x="72" y="3"/>
                  <a:pt x="72" y="3"/>
                  <a:pt x="72" y="3"/>
                </a:cubicBezTo>
                <a:cubicBezTo>
                  <a:pt x="72" y="3"/>
                  <a:pt x="72" y="4"/>
                  <a:pt x="73" y="4"/>
                </a:cubicBezTo>
                <a:cubicBezTo>
                  <a:pt x="73" y="4"/>
                  <a:pt x="73" y="3"/>
                  <a:pt x="73" y="3"/>
                </a:cubicBezTo>
                <a:cubicBezTo>
                  <a:pt x="73" y="3"/>
                  <a:pt x="73" y="2"/>
                  <a:pt x="74" y="2"/>
                </a:cubicBezTo>
                <a:cubicBezTo>
                  <a:pt x="74" y="2"/>
                  <a:pt x="74" y="2"/>
                  <a:pt x="74" y="2"/>
                </a:cubicBezTo>
                <a:cubicBezTo>
                  <a:pt x="74" y="2"/>
                  <a:pt x="74" y="2"/>
                  <a:pt x="74" y="2"/>
                </a:cubicBezTo>
                <a:cubicBezTo>
                  <a:pt x="75" y="2"/>
                  <a:pt x="75" y="2"/>
                  <a:pt x="75" y="2"/>
                </a:cubicBezTo>
                <a:cubicBezTo>
                  <a:pt x="75" y="2"/>
                  <a:pt x="76" y="2"/>
                  <a:pt x="76" y="2"/>
                </a:cubicBezTo>
                <a:cubicBezTo>
                  <a:pt x="76" y="2"/>
                  <a:pt x="76" y="1"/>
                  <a:pt x="77" y="1"/>
                </a:cubicBezTo>
                <a:cubicBezTo>
                  <a:pt x="77" y="1"/>
                  <a:pt x="77" y="1"/>
                  <a:pt x="77" y="1"/>
                </a:cubicBezTo>
                <a:cubicBezTo>
                  <a:pt x="78" y="1"/>
                  <a:pt x="78" y="1"/>
                  <a:pt x="78" y="1"/>
                </a:cubicBezTo>
                <a:cubicBezTo>
                  <a:pt x="78" y="1"/>
                  <a:pt x="78" y="1"/>
                  <a:pt x="78" y="1"/>
                </a:cubicBezTo>
                <a:cubicBezTo>
                  <a:pt x="77" y="1"/>
                  <a:pt x="77" y="2"/>
                  <a:pt x="76" y="2"/>
                </a:cubicBezTo>
                <a:cubicBezTo>
                  <a:pt x="76" y="2"/>
                  <a:pt x="75" y="2"/>
                  <a:pt x="75" y="3"/>
                </a:cubicBezTo>
                <a:cubicBezTo>
                  <a:pt x="75" y="3"/>
                  <a:pt x="75" y="3"/>
                  <a:pt x="75" y="3"/>
                </a:cubicBezTo>
                <a:cubicBezTo>
                  <a:pt x="74" y="3"/>
                  <a:pt x="74" y="3"/>
                  <a:pt x="74" y="3"/>
                </a:cubicBezTo>
                <a:cubicBezTo>
                  <a:pt x="74" y="3"/>
                  <a:pt x="74" y="4"/>
                  <a:pt x="74" y="4"/>
                </a:cubicBezTo>
                <a:cubicBezTo>
                  <a:pt x="74" y="4"/>
                  <a:pt x="74" y="4"/>
                  <a:pt x="74" y="4"/>
                </a:cubicBezTo>
                <a:cubicBezTo>
                  <a:pt x="73" y="4"/>
                  <a:pt x="73" y="4"/>
                  <a:pt x="73" y="4"/>
                </a:cubicBezTo>
                <a:cubicBezTo>
                  <a:pt x="73" y="5"/>
                  <a:pt x="73" y="5"/>
                  <a:pt x="73" y="5"/>
                </a:cubicBezTo>
                <a:cubicBezTo>
                  <a:pt x="73" y="5"/>
                  <a:pt x="73" y="5"/>
                  <a:pt x="72" y="6"/>
                </a:cubicBezTo>
                <a:cubicBezTo>
                  <a:pt x="72" y="6"/>
                  <a:pt x="72" y="6"/>
                  <a:pt x="72" y="6"/>
                </a:cubicBezTo>
                <a:cubicBezTo>
                  <a:pt x="72" y="6"/>
                  <a:pt x="71" y="7"/>
                  <a:pt x="71" y="7"/>
                </a:cubicBezTo>
                <a:cubicBezTo>
                  <a:pt x="71" y="8"/>
                  <a:pt x="71" y="8"/>
                  <a:pt x="70" y="9"/>
                </a:cubicBezTo>
                <a:cubicBezTo>
                  <a:pt x="70" y="9"/>
                  <a:pt x="70" y="9"/>
                  <a:pt x="70" y="9"/>
                </a:cubicBezTo>
                <a:cubicBezTo>
                  <a:pt x="70" y="9"/>
                  <a:pt x="70" y="9"/>
                  <a:pt x="70" y="9"/>
                </a:cubicBezTo>
                <a:cubicBezTo>
                  <a:pt x="70" y="9"/>
                  <a:pt x="70" y="10"/>
                  <a:pt x="69" y="10"/>
                </a:cubicBezTo>
                <a:cubicBezTo>
                  <a:pt x="69" y="10"/>
                  <a:pt x="69" y="10"/>
                  <a:pt x="69" y="10"/>
                </a:cubicBezTo>
                <a:cubicBezTo>
                  <a:pt x="68" y="10"/>
                  <a:pt x="68" y="10"/>
                  <a:pt x="67" y="11"/>
                </a:cubicBezTo>
                <a:cubicBezTo>
                  <a:pt x="67" y="11"/>
                  <a:pt x="67" y="11"/>
                  <a:pt x="67" y="11"/>
                </a:cubicBezTo>
                <a:cubicBezTo>
                  <a:pt x="67" y="11"/>
                  <a:pt x="67" y="11"/>
                  <a:pt x="67" y="11"/>
                </a:cubicBezTo>
                <a:cubicBezTo>
                  <a:pt x="67" y="11"/>
                  <a:pt x="67" y="11"/>
                  <a:pt x="66" y="11"/>
                </a:cubicBezTo>
                <a:cubicBezTo>
                  <a:pt x="66" y="12"/>
                  <a:pt x="66" y="12"/>
                  <a:pt x="66" y="12"/>
                </a:cubicBezTo>
                <a:cubicBezTo>
                  <a:pt x="66" y="12"/>
                  <a:pt x="66" y="12"/>
                  <a:pt x="66" y="12"/>
                </a:cubicBezTo>
                <a:cubicBezTo>
                  <a:pt x="66" y="12"/>
                  <a:pt x="66" y="12"/>
                  <a:pt x="66" y="12"/>
                </a:cubicBezTo>
                <a:cubicBezTo>
                  <a:pt x="66" y="12"/>
                  <a:pt x="66" y="13"/>
                  <a:pt x="66" y="13"/>
                </a:cubicBezTo>
                <a:cubicBezTo>
                  <a:pt x="66" y="13"/>
                  <a:pt x="65" y="13"/>
                  <a:pt x="66" y="13"/>
                </a:cubicBezTo>
                <a:cubicBezTo>
                  <a:pt x="66" y="13"/>
                  <a:pt x="66" y="13"/>
                  <a:pt x="66" y="13"/>
                </a:cubicBezTo>
                <a:cubicBezTo>
                  <a:pt x="66" y="13"/>
                  <a:pt x="65" y="14"/>
                  <a:pt x="65" y="14"/>
                </a:cubicBezTo>
                <a:cubicBezTo>
                  <a:pt x="65" y="14"/>
                  <a:pt x="65" y="14"/>
                  <a:pt x="65" y="14"/>
                </a:cubicBezTo>
                <a:cubicBezTo>
                  <a:pt x="65" y="14"/>
                  <a:pt x="65" y="14"/>
                  <a:pt x="65" y="14"/>
                </a:cubicBezTo>
                <a:cubicBezTo>
                  <a:pt x="64" y="14"/>
                  <a:pt x="64" y="15"/>
                  <a:pt x="64" y="15"/>
                </a:cubicBezTo>
                <a:cubicBezTo>
                  <a:pt x="64" y="15"/>
                  <a:pt x="64" y="15"/>
                  <a:pt x="64" y="15"/>
                </a:cubicBezTo>
                <a:cubicBezTo>
                  <a:pt x="64" y="15"/>
                  <a:pt x="64" y="15"/>
                  <a:pt x="64" y="16"/>
                </a:cubicBezTo>
                <a:cubicBezTo>
                  <a:pt x="64" y="16"/>
                  <a:pt x="64" y="16"/>
                  <a:pt x="64" y="16"/>
                </a:cubicBezTo>
                <a:cubicBezTo>
                  <a:pt x="64" y="16"/>
                  <a:pt x="64" y="16"/>
                  <a:pt x="64" y="16"/>
                </a:cubicBezTo>
                <a:cubicBezTo>
                  <a:pt x="64" y="16"/>
                  <a:pt x="64" y="16"/>
                  <a:pt x="64" y="16"/>
                </a:cubicBezTo>
                <a:cubicBezTo>
                  <a:pt x="64" y="17"/>
                  <a:pt x="64" y="17"/>
                  <a:pt x="64" y="17"/>
                </a:cubicBezTo>
                <a:cubicBezTo>
                  <a:pt x="64" y="17"/>
                  <a:pt x="64" y="17"/>
                  <a:pt x="64" y="17"/>
                </a:cubicBezTo>
                <a:cubicBezTo>
                  <a:pt x="64" y="17"/>
                  <a:pt x="64" y="17"/>
                  <a:pt x="64" y="17"/>
                </a:cubicBezTo>
                <a:cubicBezTo>
                  <a:pt x="64" y="17"/>
                  <a:pt x="64" y="17"/>
                  <a:pt x="65" y="17"/>
                </a:cubicBezTo>
                <a:cubicBezTo>
                  <a:pt x="65" y="17"/>
                  <a:pt x="65" y="17"/>
                  <a:pt x="65" y="17"/>
                </a:cubicBezTo>
                <a:cubicBezTo>
                  <a:pt x="65" y="17"/>
                  <a:pt x="65" y="17"/>
                  <a:pt x="65" y="17"/>
                </a:cubicBezTo>
                <a:cubicBezTo>
                  <a:pt x="65" y="17"/>
                  <a:pt x="65" y="17"/>
                  <a:pt x="65" y="17"/>
                </a:cubicBezTo>
                <a:cubicBezTo>
                  <a:pt x="65" y="17"/>
                  <a:pt x="65" y="17"/>
                  <a:pt x="66" y="17"/>
                </a:cubicBezTo>
                <a:cubicBezTo>
                  <a:pt x="66" y="17"/>
                  <a:pt x="66" y="17"/>
                  <a:pt x="66" y="17"/>
                </a:cubicBezTo>
                <a:cubicBezTo>
                  <a:pt x="66" y="17"/>
                  <a:pt x="66" y="16"/>
                  <a:pt x="66" y="16"/>
                </a:cubicBezTo>
                <a:cubicBezTo>
                  <a:pt x="67" y="16"/>
                  <a:pt x="67" y="16"/>
                  <a:pt x="67" y="16"/>
                </a:cubicBezTo>
                <a:cubicBezTo>
                  <a:pt x="67" y="16"/>
                  <a:pt x="67" y="16"/>
                  <a:pt x="67" y="16"/>
                </a:cubicBezTo>
                <a:cubicBezTo>
                  <a:pt x="67" y="16"/>
                  <a:pt x="68" y="15"/>
                  <a:pt x="68" y="15"/>
                </a:cubicBezTo>
                <a:cubicBezTo>
                  <a:pt x="68" y="15"/>
                  <a:pt x="68" y="15"/>
                  <a:pt x="69" y="15"/>
                </a:cubicBezTo>
                <a:cubicBezTo>
                  <a:pt x="69" y="14"/>
                  <a:pt x="69" y="14"/>
                  <a:pt x="69" y="13"/>
                </a:cubicBezTo>
                <a:cubicBezTo>
                  <a:pt x="69" y="13"/>
                  <a:pt x="70" y="13"/>
                  <a:pt x="70" y="13"/>
                </a:cubicBezTo>
                <a:cubicBezTo>
                  <a:pt x="70" y="13"/>
                  <a:pt x="70" y="13"/>
                  <a:pt x="70" y="12"/>
                </a:cubicBezTo>
                <a:cubicBezTo>
                  <a:pt x="70" y="12"/>
                  <a:pt x="70" y="12"/>
                  <a:pt x="70" y="12"/>
                </a:cubicBezTo>
                <a:cubicBezTo>
                  <a:pt x="71" y="12"/>
                  <a:pt x="71" y="12"/>
                  <a:pt x="71" y="11"/>
                </a:cubicBezTo>
                <a:cubicBezTo>
                  <a:pt x="72" y="11"/>
                  <a:pt x="72" y="11"/>
                  <a:pt x="72" y="11"/>
                </a:cubicBezTo>
                <a:cubicBezTo>
                  <a:pt x="73" y="11"/>
                  <a:pt x="73" y="11"/>
                  <a:pt x="73" y="10"/>
                </a:cubicBezTo>
                <a:cubicBezTo>
                  <a:pt x="74" y="10"/>
                  <a:pt x="74" y="10"/>
                  <a:pt x="74" y="10"/>
                </a:cubicBezTo>
                <a:cubicBezTo>
                  <a:pt x="74" y="10"/>
                  <a:pt x="75" y="10"/>
                  <a:pt x="75" y="10"/>
                </a:cubicBezTo>
                <a:cubicBezTo>
                  <a:pt x="75" y="10"/>
                  <a:pt x="75" y="10"/>
                  <a:pt x="75" y="10"/>
                </a:cubicBezTo>
                <a:cubicBezTo>
                  <a:pt x="75" y="10"/>
                  <a:pt x="75" y="11"/>
                  <a:pt x="75" y="11"/>
                </a:cubicBezTo>
                <a:cubicBezTo>
                  <a:pt x="75" y="11"/>
                  <a:pt x="74" y="11"/>
                  <a:pt x="74" y="11"/>
                </a:cubicBezTo>
                <a:cubicBezTo>
                  <a:pt x="74" y="11"/>
                  <a:pt x="74" y="11"/>
                  <a:pt x="74" y="12"/>
                </a:cubicBezTo>
                <a:cubicBezTo>
                  <a:pt x="74" y="12"/>
                  <a:pt x="74" y="12"/>
                  <a:pt x="74" y="12"/>
                </a:cubicBezTo>
                <a:cubicBezTo>
                  <a:pt x="74" y="12"/>
                  <a:pt x="74" y="13"/>
                  <a:pt x="73" y="13"/>
                </a:cubicBezTo>
                <a:cubicBezTo>
                  <a:pt x="73" y="13"/>
                  <a:pt x="73" y="13"/>
                  <a:pt x="73" y="13"/>
                </a:cubicBezTo>
                <a:cubicBezTo>
                  <a:pt x="73" y="14"/>
                  <a:pt x="73" y="14"/>
                  <a:pt x="73" y="14"/>
                </a:cubicBezTo>
                <a:cubicBezTo>
                  <a:pt x="73" y="14"/>
                  <a:pt x="73" y="14"/>
                  <a:pt x="73" y="14"/>
                </a:cubicBezTo>
                <a:cubicBezTo>
                  <a:pt x="73" y="14"/>
                  <a:pt x="72" y="14"/>
                  <a:pt x="72" y="15"/>
                </a:cubicBezTo>
                <a:cubicBezTo>
                  <a:pt x="72" y="15"/>
                  <a:pt x="72" y="15"/>
                  <a:pt x="72" y="15"/>
                </a:cubicBezTo>
                <a:cubicBezTo>
                  <a:pt x="73" y="15"/>
                  <a:pt x="73" y="15"/>
                  <a:pt x="73" y="15"/>
                </a:cubicBezTo>
                <a:cubicBezTo>
                  <a:pt x="73" y="15"/>
                  <a:pt x="74" y="15"/>
                  <a:pt x="74" y="15"/>
                </a:cubicBezTo>
                <a:cubicBezTo>
                  <a:pt x="74" y="15"/>
                  <a:pt x="74" y="15"/>
                  <a:pt x="74" y="16"/>
                </a:cubicBezTo>
                <a:cubicBezTo>
                  <a:pt x="74" y="16"/>
                  <a:pt x="74" y="16"/>
                  <a:pt x="74" y="16"/>
                </a:cubicBezTo>
                <a:cubicBezTo>
                  <a:pt x="74" y="16"/>
                  <a:pt x="75" y="16"/>
                  <a:pt x="75" y="16"/>
                </a:cubicBezTo>
                <a:cubicBezTo>
                  <a:pt x="75" y="17"/>
                  <a:pt x="75" y="17"/>
                  <a:pt x="75" y="17"/>
                </a:cubicBezTo>
                <a:cubicBezTo>
                  <a:pt x="75" y="17"/>
                  <a:pt x="75" y="17"/>
                  <a:pt x="75" y="17"/>
                </a:cubicBezTo>
                <a:cubicBezTo>
                  <a:pt x="74" y="17"/>
                  <a:pt x="75" y="17"/>
                  <a:pt x="74" y="17"/>
                </a:cubicBezTo>
                <a:cubicBezTo>
                  <a:pt x="74" y="17"/>
                  <a:pt x="74" y="17"/>
                  <a:pt x="74" y="17"/>
                </a:cubicBezTo>
                <a:cubicBezTo>
                  <a:pt x="74" y="17"/>
                  <a:pt x="74" y="17"/>
                  <a:pt x="74" y="17"/>
                </a:cubicBezTo>
                <a:cubicBezTo>
                  <a:pt x="74" y="17"/>
                  <a:pt x="74" y="17"/>
                  <a:pt x="74" y="17"/>
                </a:cubicBezTo>
                <a:cubicBezTo>
                  <a:pt x="74" y="17"/>
                  <a:pt x="74" y="17"/>
                  <a:pt x="74" y="17"/>
                </a:cubicBezTo>
                <a:cubicBezTo>
                  <a:pt x="74" y="17"/>
                  <a:pt x="74" y="17"/>
                  <a:pt x="74" y="17"/>
                </a:cubicBezTo>
                <a:cubicBezTo>
                  <a:pt x="74" y="17"/>
                  <a:pt x="74" y="17"/>
                  <a:pt x="73" y="17"/>
                </a:cubicBezTo>
                <a:cubicBezTo>
                  <a:pt x="73" y="18"/>
                  <a:pt x="73" y="17"/>
                  <a:pt x="73" y="17"/>
                </a:cubicBezTo>
                <a:cubicBezTo>
                  <a:pt x="73" y="17"/>
                  <a:pt x="73" y="17"/>
                  <a:pt x="73" y="17"/>
                </a:cubicBezTo>
                <a:cubicBezTo>
                  <a:pt x="73" y="17"/>
                  <a:pt x="73" y="17"/>
                  <a:pt x="73" y="17"/>
                </a:cubicBezTo>
                <a:cubicBezTo>
                  <a:pt x="72" y="17"/>
                  <a:pt x="72" y="17"/>
                  <a:pt x="72" y="16"/>
                </a:cubicBezTo>
                <a:close/>
                <a:moveTo>
                  <a:pt x="62" y="33"/>
                </a:moveTo>
                <a:cubicBezTo>
                  <a:pt x="62" y="33"/>
                  <a:pt x="62" y="33"/>
                  <a:pt x="62" y="32"/>
                </a:cubicBezTo>
                <a:cubicBezTo>
                  <a:pt x="62" y="32"/>
                  <a:pt x="62" y="32"/>
                  <a:pt x="62" y="32"/>
                </a:cubicBezTo>
                <a:cubicBezTo>
                  <a:pt x="63" y="32"/>
                  <a:pt x="63" y="32"/>
                  <a:pt x="63" y="31"/>
                </a:cubicBezTo>
                <a:cubicBezTo>
                  <a:pt x="63" y="31"/>
                  <a:pt x="63" y="30"/>
                  <a:pt x="63" y="30"/>
                </a:cubicBezTo>
                <a:cubicBezTo>
                  <a:pt x="63" y="30"/>
                  <a:pt x="63" y="29"/>
                  <a:pt x="62" y="29"/>
                </a:cubicBezTo>
                <a:cubicBezTo>
                  <a:pt x="62" y="30"/>
                  <a:pt x="61" y="30"/>
                  <a:pt x="61" y="30"/>
                </a:cubicBezTo>
                <a:cubicBezTo>
                  <a:pt x="61" y="30"/>
                  <a:pt x="61" y="30"/>
                  <a:pt x="61" y="30"/>
                </a:cubicBezTo>
                <a:cubicBezTo>
                  <a:pt x="61" y="30"/>
                  <a:pt x="61" y="31"/>
                  <a:pt x="61" y="31"/>
                </a:cubicBezTo>
                <a:cubicBezTo>
                  <a:pt x="61" y="31"/>
                  <a:pt x="61" y="31"/>
                  <a:pt x="61" y="31"/>
                </a:cubicBezTo>
                <a:cubicBezTo>
                  <a:pt x="61" y="31"/>
                  <a:pt x="61" y="32"/>
                  <a:pt x="61" y="32"/>
                </a:cubicBezTo>
                <a:cubicBezTo>
                  <a:pt x="61" y="32"/>
                  <a:pt x="61" y="32"/>
                  <a:pt x="61" y="32"/>
                </a:cubicBezTo>
                <a:cubicBezTo>
                  <a:pt x="61" y="33"/>
                  <a:pt x="61" y="33"/>
                  <a:pt x="61" y="34"/>
                </a:cubicBezTo>
                <a:cubicBezTo>
                  <a:pt x="61" y="34"/>
                  <a:pt x="62" y="33"/>
                  <a:pt x="62" y="33"/>
                </a:cubicBezTo>
                <a:close/>
                <a:moveTo>
                  <a:pt x="103" y="28"/>
                </a:moveTo>
                <a:cubicBezTo>
                  <a:pt x="103" y="28"/>
                  <a:pt x="103" y="28"/>
                  <a:pt x="103" y="28"/>
                </a:cubicBezTo>
                <a:cubicBezTo>
                  <a:pt x="102" y="28"/>
                  <a:pt x="102" y="28"/>
                  <a:pt x="102" y="28"/>
                </a:cubicBezTo>
                <a:cubicBezTo>
                  <a:pt x="102" y="28"/>
                  <a:pt x="102" y="28"/>
                  <a:pt x="102" y="28"/>
                </a:cubicBezTo>
                <a:cubicBezTo>
                  <a:pt x="101" y="28"/>
                  <a:pt x="101" y="28"/>
                  <a:pt x="101" y="28"/>
                </a:cubicBezTo>
                <a:cubicBezTo>
                  <a:pt x="101" y="28"/>
                  <a:pt x="101" y="27"/>
                  <a:pt x="101" y="27"/>
                </a:cubicBezTo>
                <a:cubicBezTo>
                  <a:pt x="101" y="27"/>
                  <a:pt x="101" y="27"/>
                  <a:pt x="100" y="27"/>
                </a:cubicBezTo>
                <a:cubicBezTo>
                  <a:pt x="100" y="27"/>
                  <a:pt x="100" y="28"/>
                  <a:pt x="100" y="28"/>
                </a:cubicBezTo>
                <a:cubicBezTo>
                  <a:pt x="100" y="28"/>
                  <a:pt x="100" y="28"/>
                  <a:pt x="101" y="28"/>
                </a:cubicBezTo>
                <a:cubicBezTo>
                  <a:pt x="101" y="27"/>
                  <a:pt x="101" y="28"/>
                  <a:pt x="101" y="28"/>
                </a:cubicBezTo>
                <a:cubicBezTo>
                  <a:pt x="101" y="28"/>
                  <a:pt x="101" y="28"/>
                  <a:pt x="101" y="28"/>
                </a:cubicBezTo>
                <a:cubicBezTo>
                  <a:pt x="101" y="28"/>
                  <a:pt x="101" y="28"/>
                  <a:pt x="101" y="28"/>
                </a:cubicBezTo>
                <a:cubicBezTo>
                  <a:pt x="101" y="28"/>
                  <a:pt x="101" y="28"/>
                  <a:pt x="101" y="28"/>
                </a:cubicBezTo>
                <a:cubicBezTo>
                  <a:pt x="102" y="28"/>
                  <a:pt x="102" y="28"/>
                  <a:pt x="102" y="28"/>
                </a:cubicBezTo>
                <a:cubicBezTo>
                  <a:pt x="102" y="29"/>
                  <a:pt x="102" y="29"/>
                  <a:pt x="102" y="29"/>
                </a:cubicBezTo>
                <a:cubicBezTo>
                  <a:pt x="102" y="29"/>
                  <a:pt x="102" y="30"/>
                  <a:pt x="102" y="30"/>
                </a:cubicBezTo>
                <a:cubicBezTo>
                  <a:pt x="101" y="30"/>
                  <a:pt x="101" y="31"/>
                  <a:pt x="102" y="32"/>
                </a:cubicBezTo>
                <a:cubicBezTo>
                  <a:pt x="102" y="32"/>
                  <a:pt x="102" y="33"/>
                  <a:pt x="103" y="32"/>
                </a:cubicBezTo>
                <a:cubicBezTo>
                  <a:pt x="103" y="32"/>
                  <a:pt x="103" y="32"/>
                  <a:pt x="103" y="32"/>
                </a:cubicBezTo>
                <a:cubicBezTo>
                  <a:pt x="103" y="32"/>
                  <a:pt x="103" y="32"/>
                  <a:pt x="103" y="32"/>
                </a:cubicBezTo>
                <a:cubicBezTo>
                  <a:pt x="103" y="32"/>
                  <a:pt x="102" y="32"/>
                  <a:pt x="102" y="32"/>
                </a:cubicBezTo>
                <a:cubicBezTo>
                  <a:pt x="102" y="32"/>
                  <a:pt x="102" y="32"/>
                  <a:pt x="102" y="31"/>
                </a:cubicBezTo>
                <a:cubicBezTo>
                  <a:pt x="102" y="31"/>
                  <a:pt x="102" y="31"/>
                  <a:pt x="102" y="30"/>
                </a:cubicBezTo>
                <a:cubicBezTo>
                  <a:pt x="102" y="30"/>
                  <a:pt x="102" y="30"/>
                  <a:pt x="102" y="30"/>
                </a:cubicBezTo>
                <a:cubicBezTo>
                  <a:pt x="103" y="30"/>
                  <a:pt x="103" y="30"/>
                  <a:pt x="103" y="29"/>
                </a:cubicBezTo>
                <a:cubicBezTo>
                  <a:pt x="103" y="29"/>
                  <a:pt x="103" y="29"/>
                  <a:pt x="103" y="29"/>
                </a:cubicBezTo>
                <a:cubicBezTo>
                  <a:pt x="103" y="29"/>
                  <a:pt x="103" y="28"/>
                  <a:pt x="103" y="28"/>
                </a:cubicBezTo>
                <a:close/>
                <a:moveTo>
                  <a:pt x="78" y="9"/>
                </a:moveTo>
                <a:cubicBezTo>
                  <a:pt x="77" y="9"/>
                  <a:pt x="77" y="9"/>
                  <a:pt x="77" y="10"/>
                </a:cubicBezTo>
                <a:cubicBezTo>
                  <a:pt x="77" y="10"/>
                  <a:pt x="77" y="10"/>
                  <a:pt x="76" y="11"/>
                </a:cubicBezTo>
                <a:cubicBezTo>
                  <a:pt x="76" y="11"/>
                  <a:pt x="76" y="11"/>
                  <a:pt x="76" y="11"/>
                </a:cubicBezTo>
                <a:cubicBezTo>
                  <a:pt x="76" y="11"/>
                  <a:pt x="76" y="11"/>
                  <a:pt x="76" y="11"/>
                </a:cubicBezTo>
                <a:cubicBezTo>
                  <a:pt x="77" y="11"/>
                  <a:pt x="77" y="11"/>
                  <a:pt x="77" y="11"/>
                </a:cubicBezTo>
                <a:cubicBezTo>
                  <a:pt x="77" y="11"/>
                  <a:pt x="77" y="11"/>
                  <a:pt x="77" y="11"/>
                </a:cubicBezTo>
                <a:cubicBezTo>
                  <a:pt x="77" y="11"/>
                  <a:pt x="77" y="11"/>
                  <a:pt x="77" y="11"/>
                </a:cubicBezTo>
                <a:cubicBezTo>
                  <a:pt x="77" y="11"/>
                  <a:pt x="77" y="11"/>
                  <a:pt x="77" y="11"/>
                </a:cubicBezTo>
                <a:cubicBezTo>
                  <a:pt x="78" y="11"/>
                  <a:pt x="78" y="11"/>
                  <a:pt x="78" y="11"/>
                </a:cubicBezTo>
                <a:cubicBezTo>
                  <a:pt x="79" y="11"/>
                  <a:pt x="79" y="11"/>
                  <a:pt x="78" y="10"/>
                </a:cubicBezTo>
                <a:cubicBezTo>
                  <a:pt x="78" y="10"/>
                  <a:pt x="78" y="10"/>
                  <a:pt x="78" y="10"/>
                </a:cubicBezTo>
                <a:cubicBezTo>
                  <a:pt x="78" y="10"/>
                  <a:pt x="78" y="10"/>
                  <a:pt x="78" y="10"/>
                </a:cubicBezTo>
                <a:cubicBezTo>
                  <a:pt x="78" y="10"/>
                  <a:pt x="78" y="9"/>
                  <a:pt x="79" y="9"/>
                </a:cubicBezTo>
                <a:cubicBezTo>
                  <a:pt x="79" y="10"/>
                  <a:pt x="79" y="9"/>
                  <a:pt x="79" y="9"/>
                </a:cubicBezTo>
                <a:cubicBezTo>
                  <a:pt x="79" y="9"/>
                  <a:pt x="79" y="9"/>
                  <a:pt x="79" y="9"/>
                </a:cubicBezTo>
                <a:cubicBezTo>
                  <a:pt x="79" y="9"/>
                  <a:pt x="79" y="9"/>
                  <a:pt x="79" y="9"/>
                </a:cubicBezTo>
                <a:cubicBezTo>
                  <a:pt x="79" y="9"/>
                  <a:pt x="78" y="9"/>
                  <a:pt x="78" y="9"/>
                </a:cubicBezTo>
                <a:cubicBezTo>
                  <a:pt x="78" y="9"/>
                  <a:pt x="78" y="9"/>
                  <a:pt x="78" y="9"/>
                </a:cubicBezTo>
                <a:cubicBezTo>
                  <a:pt x="78" y="9"/>
                  <a:pt x="78" y="9"/>
                  <a:pt x="78" y="9"/>
                </a:cubicBezTo>
                <a:close/>
                <a:moveTo>
                  <a:pt x="75" y="64"/>
                </a:moveTo>
                <a:cubicBezTo>
                  <a:pt x="75" y="64"/>
                  <a:pt x="75" y="64"/>
                  <a:pt x="74" y="64"/>
                </a:cubicBezTo>
                <a:cubicBezTo>
                  <a:pt x="74" y="64"/>
                  <a:pt x="74" y="64"/>
                  <a:pt x="73" y="64"/>
                </a:cubicBezTo>
                <a:cubicBezTo>
                  <a:pt x="73" y="64"/>
                  <a:pt x="73" y="64"/>
                  <a:pt x="73" y="65"/>
                </a:cubicBezTo>
                <a:cubicBezTo>
                  <a:pt x="73" y="65"/>
                  <a:pt x="72" y="65"/>
                  <a:pt x="72" y="65"/>
                </a:cubicBezTo>
                <a:cubicBezTo>
                  <a:pt x="73" y="65"/>
                  <a:pt x="73" y="65"/>
                  <a:pt x="73" y="65"/>
                </a:cubicBezTo>
                <a:cubicBezTo>
                  <a:pt x="73" y="65"/>
                  <a:pt x="73" y="65"/>
                  <a:pt x="74" y="65"/>
                </a:cubicBezTo>
                <a:cubicBezTo>
                  <a:pt x="73" y="66"/>
                  <a:pt x="73" y="66"/>
                  <a:pt x="74" y="66"/>
                </a:cubicBezTo>
                <a:cubicBezTo>
                  <a:pt x="74" y="66"/>
                  <a:pt x="74" y="66"/>
                  <a:pt x="74" y="66"/>
                </a:cubicBezTo>
                <a:cubicBezTo>
                  <a:pt x="74" y="66"/>
                  <a:pt x="74" y="66"/>
                  <a:pt x="74" y="66"/>
                </a:cubicBezTo>
                <a:cubicBezTo>
                  <a:pt x="74" y="66"/>
                  <a:pt x="74" y="66"/>
                  <a:pt x="74" y="66"/>
                </a:cubicBezTo>
                <a:cubicBezTo>
                  <a:pt x="74" y="66"/>
                  <a:pt x="74" y="66"/>
                  <a:pt x="74" y="66"/>
                </a:cubicBezTo>
                <a:cubicBezTo>
                  <a:pt x="75" y="65"/>
                  <a:pt x="75" y="65"/>
                  <a:pt x="75" y="65"/>
                </a:cubicBezTo>
                <a:cubicBezTo>
                  <a:pt x="74" y="65"/>
                  <a:pt x="74" y="65"/>
                  <a:pt x="74" y="65"/>
                </a:cubicBezTo>
                <a:cubicBezTo>
                  <a:pt x="74" y="65"/>
                  <a:pt x="74" y="65"/>
                  <a:pt x="74" y="65"/>
                </a:cubicBezTo>
                <a:cubicBezTo>
                  <a:pt x="74" y="65"/>
                  <a:pt x="74" y="65"/>
                  <a:pt x="74" y="65"/>
                </a:cubicBezTo>
                <a:cubicBezTo>
                  <a:pt x="74" y="65"/>
                  <a:pt x="75" y="65"/>
                  <a:pt x="75" y="64"/>
                </a:cubicBezTo>
                <a:cubicBezTo>
                  <a:pt x="75" y="64"/>
                  <a:pt x="75" y="64"/>
                  <a:pt x="75" y="64"/>
                </a:cubicBezTo>
                <a:cubicBezTo>
                  <a:pt x="75" y="64"/>
                  <a:pt x="75" y="64"/>
                  <a:pt x="75" y="64"/>
                </a:cubicBezTo>
                <a:cubicBezTo>
                  <a:pt x="75" y="64"/>
                  <a:pt x="76" y="64"/>
                  <a:pt x="75" y="64"/>
                </a:cubicBezTo>
                <a:cubicBezTo>
                  <a:pt x="75" y="64"/>
                  <a:pt x="75" y="64"/>
                  <a:pt x="75" y="64"/>
                </a:cubicBezTo>
                <a:close/>
                <a:moveTo>
                  <a:pt x="79" y="20"/>
                </a:moveTo>
                <a:cubicBezTo>
                  <a:pt x="79" y="20"/>
                  <a:pt x="79" y="20"/>
                  <a:pt x="80" y="20"/>
                </a:cubicBezTo>
                <a:cubicBezTo>
                  <a:pt x="80" y="20"/>
                  <a:pt x="80" y="20"/>
                  <a:pt x="80" y="20"/>
                </a:cubicBezTo>
                <a:cubicBezTo>
                  <a:pt x="80" y="20"/>
                  <a:pt x="80" y="20"/>
                  <a:pt x="80" y="20"/>
                </a:cubicBezTo>
                <a:cubicBezTo>
                  <a:pt x="80" y="20"/>
                  <a:pt x="80" y="19"/>
                  <a:pt x="80" y="19"/>
                </a:cubicBezTo>
                <a:cubicBezTo>
                  <a:pt x="80" y="19"/>
                  <a:pt x="80" y="18"/>
                  <a:pt x="80" y="18"/>
                </a:cubicBezTo>
                <a:cubicBezTo>
                  <a:pt x="81" y="18"/>
                  <a:pt x="81" y="18"/>
                  <a:pt x="81" y="18"/>
                </a:cubicBezTo>
                <a:cubicBezTo>
                  <a:pt x="80" y="18"/>
                  <a:pt x="81" y="18"/>
                  <a:pt x="81" y="18"/>
                </a:cubicBezTo>
                <a:cubicBezTo>
                  <a:pt x="81" y="18"/>
                  <a:pt x="81" y="17"/>
                  <a:pt x="81" y="17"/>
                </a:cubicBezTo>
                <a:cubicBezTo>
                  <a:pt x="80" y="17"/>
                  <a:pt x="80" y="17"/>
                  <a:pt x="80" y="16"/>
                </a:cubicBezTo>
                <a:cubicBezTo>
                  <a:pt x="80" y="16"/>
                  <a:pt x="80" y="16"/>
                  <a:pt x="80" y="16"/>
                </a:cubicBezTo>
                <a:cubicBezTo>
                  <a:pt x="80" y="16"/>
                  <a:pt x="80" y="15"/>
                  <a:pt x="80" y="15"/>
                </a:cubicBezTo>
                <a:cubicBezTo>
                  <a:pt x="80" y="15"/>
                  <a:pt x="79" y="15"/>
                  <a:pt x="79" y="15"/>
                </a:cubicBezTo>
                <a:cubicBezTo>
                  <a:pt x="79" y="16"/>
                  <a:pt x="78" y="16"/>
                  <a:pt x="78" y="16"/>
                </a:cubicBezTo>
                <a:cubicBezTo>
                  <a:pt x="78" y="17"/>
                  <a:pt x="78" y="17"/>
                  <a:pt x="77" y="17"/>
                </a:cubicBezTo>
                <a:cubicBezTo>
                  <a:pt x="77" y="18"/>
                  <a:pt x="77" y="18"/>
                  <a:pt x="76" y="18"/>
                </a:cubicBezTo>
                <a:cubicBezTo>
                  <a:pt x="76" y="19"/>
                  <a:pt x="76" y="19"/>
                  <a:pt x="76" y="20"/>
                </a:cubicBezTo>
                <a:cubicBezTo>
                  <a:pt x="76" y="20"/>
                  <a:pt x="76" y="20"/>
                  <a:pt x="75" y="21"/>
                </a:cubicBezTo>
                <a:cubicBezTo>
                  <a:pt x="75" y="21"/>
                  <a:pt x="75" y="20"/>
                  <a:pt x="75" y="21"/>
                </a:cubicBezTo>
                <a:cubicBezTo>
                  <a:pt x="75" y="21"/>
                  <a:pt x="74" y="21"/>
                  <a:pt x="74" y="21"/>
                </a:cubicBezTo>
                <a:cubicBezTo>
                  <a:pt x="74" y="21"/>
                  <a:pt x="74" y="21"/>
                  <a:pt x="74" y="22"/>
                </a:cubicBezTo>
                <a:cubicBezTo>
                  <a:pt x="74" y="22"/>
                  <a:pt x="74" y="22"/>
                  <a:pt x="74" y="22"/>
                </a:cubicBezTo>
                <a:cubicBezTo>
                  <a:pt x="74" y="22"/>
                  <a:pt x="74" y="22"/>
                  <a:pt x="74" y="23"/>
                </a:cubicBezTo>
                <a:cubicBezTo>
                  <a:pt x="74" y="23"/>
                  <a:pt x="74" y="23"/>
                  <a:pt x="74" y="23"/>
                </a:cubicBezTo>
                <a:cubicBezTo>
                  <a:pt x="75" y="24"/>
                  <a:pt x="75" y="24"/>
                  <a:pt x="75" y="23"/>
                </a:cubicBezTo>
                <a:cubicBezTo>
                  <a:pt x="75" y="23"/>
                  <a:pt x="75" y="23"/>
                  <a:pt x="76" y="23"/>
                </a:cubicBezTo>
                <a:cubicBezTo>
                  <a:pt x="76" y="23"/>
                  <a:pt x="77" y="23"/>
                  <a:pt x="77" y="22"/>
                </a:cubicBezTo>
                <a:cubicBezTo>
                  <a:pt x="77" y="22"/>
                  <a:pt x="77" y="22"/>
                  <a:pt x="77" y="21"/>
                </a:cubicBezTo>
                <a:cubicBezTo>
                  <a:pt x="78" y="21"/>
                  <a:pt x="78" y="21"/>
                  <a:pt x="78" y="21"/>
                </a:cubicBezTo>
                <a:cubicBezTo>
                  <a:pt x="79" y="21"/>
                  <a:pt x="79" y="20"/>
                  <a:pt x="79" y="20"/>
                </a:cubicBezTo>
                <a:close/>
                <a:moveTo>
                  <a:pt x="30" y="60"/>
                </a:moveTo>
                <a:cubicBezTo>
                  <a:pt x="30" y="60"/>
                  <a:pt x="29" y="60"/>
                  <a:pt x="29" y="60"/>
                </a:cubicBezTo>
                <a:cubicBezTo>
                  <a:pt x="29" y="60"/>
                  <a:pt x="29" y="60"/>
                  <a:pt x="30" y="60"/>
                </a:cubicBezTo>
                <a:cubicBezTo>
                  <a:pt x="30" y="60"/>
                  <a:pt x="30" y="60"/>
                  <a:pt x="30" y="60"/>
                </a:cubicBezTo>
                <a:cubicBezTo>
                  <a:pt x="30" y="60"/>
                  <a:pt x="31" y="60"/>
                  <a:pt x="31" y="60"/>
                </a:cubicBezTo>
                <a:cubicBezTo>
                  <a:pt x="31" y="60"/>
                  <a:pt x="31" y="60"/>
                  <a:pt x="31" y="60"/>
                </a:cubicBezTo>
                <a:cubicBezTo>
                  <a:pt x="31" y="60"/>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8"/>
                  <a:pt x="30" y="59"/>
                </a:cubicBezTo>
                <a:cubicBezTo>
                  <a:pt x="30" y="59"/>
                  <a:pt x="30" y="59"/>
                  <a:pt x="30" y="59"/>
                </a:cubicBezTo>
                <a:cubicBezTo>
                  <a:pt x="30" y="59"/>
                  <a:pt x="30" y="59"/>
                  <a:pt x="30" y="60"/>
                </a:cubicBezTo>
                <a:cubicBezTo>
                  <a:pt x="30" y="60"/>
                  <a:pt x="30" y="60"/>
                  <a:pt x="30" y="60"/>
                </a:cubicBezTo>
                <a:close/>
                <a:moveTo>
                  <a:pt x="84" y="16"/>
                </a:moveTo>
                <a:cubicBezTo>
                  <a:pt x="84" y="17"/>
                  <a:pt x="84" y="17"/>
                  <a:pt x="84" y="17"/>
                </a:cubicBezTo>
                <a:cubicBezTo>
                  <a:pt x="83" y="17"/>
                  <a:pt x="83" y="17"/>
                  <a:pt x="83" y="17"/>
                </a:cubicBezTo>
                <a:cubicBezTo>
                  <a:pt x="83" y="17"/>
                  <a:pt x="83" y="17"/>
                  <a:pt x="83" y="17"/>
                </a:cubicBezTo>
                <a:cubicBezTo>
                  <a:pt x="83" y="17"/>
                  <a:pt x="82" y="16"/>
                  <a:pt x="82" y="17"/>
                </a:cubicBezTo>
                <a:cubicBezTo>
                  <a:pt x="82" y="17"/>
                  <a:pt x="82" y="17"/>
                  <a:pt x="82" y="17"/>
                </a:cubicBezTo>
                <a:cubicBezTo>
                  <a:pt x="82" y="17"/>
                  <a:pt x="82" y="17"/>
                  <a:pt x="82" y="17"/>
                </a:cubicBezTo>
                <a:cubicBezTo>
                  <a:pt x="82" y="17"/>
                  <a:pt x="82" y="17"/>
                  <a:pt x="82" y="17"/>
                </a:cubicBezTo>
                <a:cubicBezTo>
                  <a:pt x="82" y="17"/>
                  <a:pt x="82" y="17"/>
                  <a:pt x="82" y="17"/>
                </a:cubicBezTo>
                <a:cubicBezTo>
                  <a:pt x="82" y="18"/>
                  <a:pt x="82" y="18"/>
                  <a:pt x="82" y="18"/>
                </a:cubicBezTo>
                <a:cubicBezTo>
                  <a:pt x="82" y="18"/>
                  <a:pt x="82" y="18"/>
                  <a:pt x="82" y="18"/>
                </a:cubicBezTo>
                <a:cubicBezTo>
                  <a:pt x="82" y="18"/>
                  <a:pt x="82" y="18"/>
                  <a:pt x="82" y="18"/>
                </a:cubicBezTo>
                <a:cubicBezTo>
                  <a:pt x="83" y="18"/>
                  <a:pt x="83" y="18"/>
                  <a:pt x="83" y="18"/>
                </a:cubicBezTo>
                <a:cubicBezTo>
                  <a:pt x="83" y="18"/>
                  <a:pt x="83" y="18"/>
                  <a:pt x="83" y="18"/>
                </a:cubicBezTo>
                <a:cubicBezTo>
                  <a:pt x="83" y="18"/>
                  <a:pt x="83" y="17"/>
                  <a:pt x="83" y="17"/>
                </a:cubicBezTo>
                <a:cubicBezTo>
                  <a:pt x="83" y="17"/>
                  <a:pt x="83" y="17"/>
                  <a:pt x="83" y="17"/>
                </a:cubicBezTo>
                <a:cubicBezTo>
                  <a:pt x="84" y="17"/>
                  <a:pt x="84" y="18"/>
                  <a:pt x="84" y="18"/>
                </a:cubicBezTo>
                <a:cubicBezTo>
                  <a:pt x="84" y="17"/>
                  <a:pt x="84" y="17"/>
                  <a:pt x="84" y="17"/>
                </a:cubicBezTo>
                <a:cubicBezTo>
                  <a:pt x="84" y="17"/>
                  <a:pt x="84" y="17"/>
                  <a:pt x="84" y="17"/>
                </a:cubicBezTo>
                <a:cubicBezTo>
                  <a:pt x="84" y="17"/>
                  <a:pt x="84" y="17"/>
                  <a:pt x="84" y="16"/>
                </a:cubicBezTo>
                <a:close/>
                <a:moveTo>
                  <a:pt x="10" y="25"/>
                </a:moveTo>
                <a:cubicBezTo>
                  <a:pt x="10" y="25"/>
                  <a:pt x="10" y="25"/>
                  <a:pt x="10" y="25"/>
                </a:cubicBezTo>
                <a:cubicBezTo>
                  <a:pt x="9" y="25"/>
                  <a:pt x="10" y="25"/>
                  <a:pt x="9" y="25"/>
                </a:cubicBezTo>
                <a:cubicBezTo>
                  <a:pt x="9" y="25"/>
                  <a:pt x="9" y="26"/>
                  <a:pt x="9" y="26"/>
                </a:cubicBezTo>
                <a:cubicBezTo>
                  <a:pt x="9" y="26"/>
                  <a:pt x="9" y="26"/>
                  <a:pt x="9" y="26"/>
                </a:cubicBezTo>
                <a:cubicBezTo>
                  <a:pt x="9" y="26"/>
                  <a:pt x="9" y="25"/>
                  <a:pt x="9" y="25"/>
                </a:cubicBezTo>
                <a:cubicBezTo>
                  <a:pt x="9" y="25"/>
                  <a:pt x="9" y="25"/>
                  <a:pt x="9" y="25"/>
                </a:cubicBezTo>
                <a:cubicBezTo>
                  <a:pt x="9" y="25"/>
                  <a:pt x="9" y="25"/>
                  <a:pt x="8" y="25"/>
                </a:cubicBezTo>
                <a:cubicBezTo>
                  <a:pt x="8" y="25"/>
                  <a:pt x="8" y="25"/>
                  <a:pt x="8" y="26"/>
                </a:cubicBezTo>
                <a:cubicBezTo>
                  <a:pt x="8" y="26"/>
                  <a:pt x="8" y="26"/>
                  <a:pt x="8" y="26"/>
                </a:cubicBezTo>
                <a:cubicBezTo>
                  <a:pt x="8" y="26"/>
                  <a:pt x="8" y="27"/>
                  <a:pt x="7" y="27"/>
                </a:cubicBezTo>
                <a:cubicBezTo>
                  <a:pt x="7" y="27"/>
                  <a:pt x="7" y="27"/>
                  <a:pt x="7" y="27"/>
                </a:cubicBezTo>
                <a:cubicBezTo>
                  <a:pt x="7" y="27"/>
                  <a:pt x="7"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9" y="27"/>
                  <a:pt x="9" y="26"/>
                  <a:pt x="9" y="26"/>
                </a:cubicBezTo>
                <a:cubicBezTo>
                  <a:pt x="10" y="26"/>
                  <a:pt x="10" y="26"/>
                  <a:pt x="10" y="25"/>
                </a:cubicBezTo>
                <a:close/>
                <a:moveTo>
                  <a:pt x="81" y="73"/>
                </a:moveTo>
                <a:cubicBezTo>
                  <a:pt x="81" y="73"/>
                  <a:pt x="81" y="73"/>
                  <a:pt x="80" y="73"/>
                </a:cubicBezTo>
                <a:cubicBezTo>
                  <a:pt x="80" y="73"/>
                  <a:pt x="80" y="73"/>
                  <a:pt x="80" y="73"/>
                </a:cubicBezTo>
                <a:cubicBezTo>
                  <a:pt x="80" y="74"/>
                  <a:pt x="80" y="74"/>
                  <a:pt x="80" y="75"/>
                </a:cubicBezTo>
                <a:cubicBezTo>
                  <a:pt x="80" y="75"/>
                  <a:pt x="80" y="75"/>
                  <a:pt x="80" y="75"/>
                </a:cubicBezTo>
                <a:cubicBezTo>
                  <a:pt x="80" y="75"/>
                  <a:pt x="80" y="75"/>
                  <a:pt x="80" y="75"/>
                </a:cubicBezTo>
                <a:cubicBezTo>
                  <a:pt x="80" y="75"/>
                  <a:pt x="80" y="75"/>
                  <a:pt x="80" y="75"/>
                </a:cubicBezTo>
                <a:cubicBezTo>
                  <a:pt x="80" y="75"/>
                  <a:pt x="80" y="74"/>
                  <a:pt x="80" y="74"/>
                </a:cubicBezTo>
                <a:cubicBezTo>
                  <a:pt x="80" y="74"/>
                  <a:pt x="81" y="74"/>
                  <a:pt x="81" y="74"/>
                </a:cubicBezTo>
                <a:cubicBezTo>
                  <a:pt x="81" y="74"/>
                  <a:pt x="81" y="74"/>
                  <a:pt x="81" y="74"/>
                </a:cubicBezTo>
                <a:cubicBezTo>
                  <a:pt x="81" y="74"/>
                  <a:pt x="81" y="75"/>
                  <a:pt x="81" y="75"/>
                </a:cubicBezTo>
                <a:cubicBezTo>
                  <a:pt x="81" y="75"/>
                  <a:pt x="82" y="75"/>
                  <a:pt x="82" y="74"/>
                </a:cubicBezTo>
                <a:cubicBezTo>
                  <a:pt x="82" y="74"/>
                  <a:pt x="82" y="74"/>
                  <a:pt x="82" y="74"/>
                </a:cubicBezTo>
                <a:cubicBezTo>
                  <a:pt x="82" y="73"/>
                  <a:pt x="81" y="73"/>
                  <a:pt x="81" y="73"/>
                </a:cubicBezTo>
                <a:close/>
                <a:moveTo>
                  <a:pt x="94" y="42"/>
                </a:moveTo>
                <a:cubicBezTo>
                  <a:pt x="94" y="42"/>
                  <a:pt x="94" y="42"/>
                  <a:pt x="93" y="42"/>
                </a:cubicBezTo>
                <a:cubicBezTo>
                  <a:pt x="93" y="42"/>
                  <a:pt x="93" y="43"/>
                  <a:pt x="93" y="43"/>
                </a:cubicBezTo>
                <a:cubicBezTo>
                  <a:pt x="93" y="43"/>
                  <a:pt x="93" y="43"/>
                  <a:pt x="93" y="43"/>
                </a:cubicBezTo>
                <a:cubicBezTo>
                  <a:pt x="93" y="43"/>
                  <a:pt x="93" y="43"/>
                  <a:pt x="94" y="43"/>
                </a:cubicBezTo>
                <a:cubicBezTo>
                  <a:pt x="94" y="43"/>
                  <a:pt x="94" y="43"/>
                  <a:pt x="94" y="43"/>
                </a:cubicBezTo>
                <a:cubicBezTo>
                  <a:pt x="95" y="43"/>
                  <a:pt x="95" y="42"/>
                  <a:pt x="94" y="42"/>
                </a:cubicBezTo>
                <a:close/>
                <a:moveTo>
                  <a:pt x="13" y="19"/>
                </a:moveTo>
                <a:cubicBezTo>
                  <a:pt x="13" y="19"/>
                  <a:pt x="14" y="19"/>
                  <a:pt x="14" y="19"/>
                </a:cubicBezTo>
                <a:cubicBezTo>
                  <a:pt x="14" y="19"/>
                  <a:pt x="14" y="19"/>
                  <a:pt x="14" y="19"/>
                </a:cubicBezTo>
                <a:cubicBezTo>
                  <a:pt x="14" y="19"/>
                  <a:pt x="14" y="19"/>
                  <a:pt x="15" y="19"/>
                </a:cubicBezTo>
                <a:cubicBezTo>
                  <a:pt x="15" y="19"/>
                  <a:pt x="15" y="19"/>
                  <a:pt x="15" y="19"/>
                </a:cubicBezTo>
                <a:cubicBezTo>
                  <a:pt x="14" y="18"/>
                  <a:pt x="15" y="18"/>
                  <a:pt x="15" y="18"/>
                </a:cubicBezTo>
                <a:cubicBezTo>
                  <a:pt x="15" y="18"/>
                  <a:pt x="15" y="18"/>
                  <a:pt x="15" y="18"/>
                </a:cubicBezTo>
                <a:cubicBezTo>
                  <a:pt x="15" y="18"/>
                  <a:pt x="16" y="17"/>
                  <a:pt x="16" y="17"/>
                </a:cubicBezTo>
                <a:cubicBezTo>
                  <a:pt x="16" y="17"/>
                  <a:pt x="16" y="17"/>
                  <a:pt x="16" y="17"/>
                </a:cubicBezTo>
                <a:cubicBezTo>
                  <a:pt x="16" y="17"/>
                  <a:pt x="17" y="16"/>
                  <a:pt x="17" y="16"/>
                </a:cubicBezTo>
                <a:cubicBezTo>
                  <a:pt x="17" y="16"/>
                  <a:pt x="17" y="16"/>
                  <a:pt x="17" y="16"/>
                </a:cubicBezTo>
                <a:cubicBezTo>
                  <a:pt x="17" y="16"/>
                  <a:pt x="17" y="16"/>
                  <a:pt x="17" y="16"/>
                </a:cubicBezTo>
                <a:cubicBezTo>
                  <a:pt x="17" y="15"/>
                  <a:pt x="17" y="15"/>
                  <a:pt x="16" y="15"/>
                </a:cubicBezTo>
                <a:cubicBezTo>
                  <a:pt x="17" y="15"/>
                  <a:pt x="17" y="16"/>
                  <a:pt x="17" y="16"/>
                </a:cubicBezTo>
                <a:cubicBezTo>
                  <a:pt x="17" y="16"/>
                  <a:pt x="17" y="16"/>
                  <a:pt x="16" y="16"/>
                </a:cubicBezTo>
                <a:cubicBezTo>
                  <a:pt x="16" y="16"/>
                  <a:pt x="16" y="16"/>
                  <a:pt x="16" y="16"/>
                </a:cubicBezTo>
                <a:cubicBezTo>
                  <a:pt x="16" y="17"/>
                  <a:pt x="16" y="17"/>
                  <a:pt x="15" y="17"/>
                </a:cubicBezTo>
                <a:cubicBezTo>
                  <a:pt x="15" y="18"/>
                  <a:pt x="14" y="18"/>
                  <a:pt x="14" y="19"/>
                </a:cubicBezTo>
                <a:cubicBezTo>
                  <a:pt x="14" y="19"/>
                  <a:pt x="14" y="19"/>
                  <a:pt x="14" y="18"/>
                </a:cubicBezTo>
                <a:cubicBezTo>
                  <a:pt x="14" y="18"/>
                  <a:pt x="14" y="18"/>
                  <a:pt x="13" y="18"/>
                </a:cubicBezTo>
                <a:cubicBezTo>
                  <a:pt x="13" y="18"/>
                  <a:pt x="13" y="18"/>
                  <a:pt x="13" y="19"/>
                </a:cubicBezTo>
                <a:cubicBezTo>
                  <a:pt x="13" y="19"/>
                  <a:pt x="13" y="19"/>
                  <a:pt x="13" y="19"/>
                </a:cubicBezTo>
                <a:cubicBezTo>
                  <a:pt x="13" y="19"/>
                  <a:pt x="13" y="19"/>
                  <a:pt x="13" y="19"/>
                </a:cubicBezTo>
                <a:close/>
                <a:moveTo>
                  <a:pt x="71" y="79"/>
                </a:moveTo>
                <a:cubicBezTo>
                  <a:pt x="71" y="79"/>
                  <a:pt x="71" y="79"/>
                  <a:pt x="71" y="79"/>
                </a:cubicBezTo>
                <a:cubicBezTo>
                  <a:pt x="71" y="78"/>
                  <a:pt x="71" y="79"/>
                  <a:pt x="70" y="79"/>
                </a:cubicBezTo>
                <a:cubicBezTo>
                  <a:pt x="70" y="79"/>
                  <a:pt x="70" y="79"/>
                  <a:pt x="70" y="79"/>
                </a:cubicBezTo>
                <a:cubicBezTo>
                  <a:pt x="70" y="79"/>
                  <a:pt x="70" y="79"/>
                  <a:pt x="71" y="79"/>
                </a:cubicBezTo>
                <a:cubicBezTo>
                  <a:pt x="71" y="79"/>
                  <a:pt x="71" y="79"/>
                  <a:pt x="71" y="79"/>
                </a:cubicBezTo>
                <a:cubicBezTo>
                  <a:pt x="71" y="79"/>
                  <a:pt x="71" y="79"/>
                  <a:pt x="71" y="79"/>
                </a:cubicBezTo>
                <a:cubicBezTo>
                  <a:pt x="70" y="79"/>
                  <a:pt x="70" y="80"/>
                  <a:pt x="70" y="80"/>
                </a:cubicBezTo>
                <a:cubicBezTo>
                  <a:pt x="70" y="80"/>
                  <a:pt x="70" y="80"/>
                  <a:pt x="71" y="80"/>
                </a:cubicBezTo>
                <a:cubicBezTo>
                  <a:pt x="71" y="80"/>
                  <a:pt x="71" y="80"/>
                  <a:pt x="71" y="80"/>
                </a:cubicBezTo>
                <a:cubicBezTo>
                  <a:pt x="71" y="80"/>
                  <a:pt x="71" y="80"/>
                  <a:pt x="71" y="79"/>
                </a:cubicBezTo>
                <a:cubicBezTo>
                  <a:pt x="71" y="79"/>
                  <a:pt x="71" y="79"/>
                  <a:pt x="71" y="79"/>
                </a:cubicBezTo>
                <a:close/>
                <a:moveTo>
                  <a:pt x="40" y="72"/>
                </a:moveTo>
                <a:cubicBezTo>
                  <a:pt x="40" y="72"/>
                  <a:pt x="39" y="72"/>
                  <a:pt x="39" y="72"/>
                </a:cubicBezTo>
                <a:cubicBezTo>
                  <a:pt x="39" y="72"/>
                  <a:pt x="39" y="72"/>
                  <a:pt x="39" y="72"/>
                </a:cubicBezTo>
                <a:cubicBezTo>
                  <a:pt x="39" y="72"/>
                  <a:pt x="39" y="72"/>
                  <a:pt x="39" y="72"/>
                </a:cubicBezTo>
                <a:cubicBezTo>
                  <a:pt x="39" y="72"/>
                  <a:pt x="38" y="72"/>
                  <a:pt x="38" y="73"/>
                </a:cubicBezTo>
                <a:cubicBezTo>
                  <a:pt x="38" y="73"/>
                  <a:pt x="39" y="73"/>
                  <a:pt x="39" y="73"/>
                </a:cubicBezTo>
                <a:cubicBezTo>
                  <a:pt x="39" y="73"/>
                  <a:pt x="39" y="73"/>
                  <a:pt x="39" y="73"/>
                </a:cubicBezTo>
                <a:cubicBezTo>
                  <a:pt x="39" y="74"/>
                  <a:pt x="39" y="74"/>
                  <a:pt x="39" y="74"/>
                </a:cubicBezTo>
                <a:cubicBezTo>
                  <a:pt x="39" y="74"/>
                  <a:pt x="39" y="73"/>
                  <a:pt x="39" y="73"/>
                </a:cubicBezTo>
                <a:cubicBezTo>
                  <a:pt x="39" y="73"/>
                  <a:pt x="39" y="73"/>
                  <a:pt x="40" y="73"/>
                </a:cubicBezTo>
                <a:cubicBezTo>
                  <a:pt x="40" y="73"/>
                  <a:pt x="40" y="73"/>
                  <a:pt x="40" y="73"/>
                </a:cubicBezTo>
                <a:cubicBezTo>
                  <a:pt x="40" y="72"/>
                  <a:pt x="40" y="72"/>
                  <a:pt x="40" y="72"/>
                </a:cubicBezTo>
                <a:close/>
                <a:moveTo>
                  <a:pt x="103" y="73"/>
                </a:moveTo>
                <a:cubicBezTo>
                  <a:pt x="102" y="73"/>
                  <a:pt x="102" y="74"/>
                  <a:pt x="102" y="74"/>
                </a:cubicBezTo>
                <a:cubicBezTo>
                  <a:pt x="102" y="74"/>
                  <a:pt x="102" y="75"/>
                  <a:pt x="102" y="75"/>
                </a:cubicBezTo>
                <a:cubicBezTo>
                  <a:pt x="102" y="75"/>
                  <a:pt x="103" y="75"/>
                  <a:pt x="103" y="75"/>
                </a:cubicBezTo>
                <a:cubicBezTo>
                  <a:pt x="103" y="75"/>
                  <a:pt x="103" y="75"/>
                  <a:pt x="103" y="74"/>
                </a:cubicBezTo>
                <a:cubicBezTo>
                  <a:pt x="103" y="74"/>
                  <a:pt x="103" y="74"/>
                  <a:pt x="103" y="73"/>
                </a:cubicBezTo>
                <a:cubicBezTo>
                  <a:pt x="103" y="73"/>
                  <a:pt x="103" y="73"/>
                  <a:pt x="103" y="73"/>
                </a:cubicBezTo>
                <a:close/>
                <a:moveTo>
                  <a:pt x="18" y="64"/>
                </a:moveTo>
                <a:cubicBezTo>
                  <a:pt x="18" y="63"/>
                  <a:pt x="18" y="63"/>
                  <a:pt x="18" y="63"/>
                </a:cubicBezTo>
                <a:cubicBezTo>
                  <a:pt x="18" y="62"/>
                  <a:pt x="18" y="62"/>
                  <a:pt x="18" y="62"/>
                </a:cubicBezTo>
                <a:cubicBezTo>
                  <a:pt x="18" y="62"/>
                  <a:pt x="18" y="62"/>
                  <a:pt x="18" y="62"/>
                </a:cubicBezTo>
                <a:cubicBezTo>
                  <a:pt x="18" y="62"/>
                  <a:pt x="18" y="62"/>
                  <a:pt x="17" y="62"/>
                </a:cubicBezTo>
                <a:cubicBezTo>
                  <a:pt x="17" y="62"/>
                  <a:pt x="17" y="63"/>
                  <a:pt x="17" y="63"/>
                </a:cubicBezTo>
                <a:cubicBezTo>
                  <a:pt x="18" y="63"/>
                  <a:pt x="18" y="63"/>
                  <a:pt x="18" y="64"/>
                </a:cubicBezTo>
                <a:cubicBezTo>
                  <a:pt x="18" y="64"/>
                  <a:pt x="18" y="64"/>
                  <a:pt x="18" y="64"/>
                </a:cubicBezTo>
                <a:cubicBezTo>
                  <a:pt x="18" y="65"/>
                  <a:pt x="18" y="65"/>
                  <a:pt x="19" y="65"/>
                </a:cubicBezTo>
                <a:cubicBezTo>
                  <a:pt x="19" y="65"/>
                  <a:pt x="19" y="64"/>
                  <a:pt x="19" y="64"/>
                </a:cubicBezTo>
                <a:cubicBezTo>
                  <a:pt x="19" y="64"/>
                  <a:pt x="18" y="64"/>
                  <a:pt x="18" y="64"/>
                </a:cubicBezTo>
                <a:close/>
                <a:moveTo>
                  <a:pt x="6" y="44"/>
                </a:moveTo>
                <a:cubicBezTo>
                  <a:pt x="5" y="43"/>
                  <a:pt x="5" y="43"/>
                  <a:pt x="4" y="43"/>
                </a:cubicBezTo>
                <a:cubicBezTo>
                  <a:pt x="4" y="43"/>
                  <a:pt x="4" y="43"/>
                  <a:pt x="4" y="43"/>
                </a:cubicBezTo>
                <a:cubicBezTo>
                  <a:pt x="4" y="43"/>
                  <a:pt x="4" y="43"/>
                  <a:pt x="4" y="43"/>
                </a:cubicBezTo>
                <a:cubicBezTo>
                  <a:pt x="4" y="43"/>
                  <a:pt x="4" y="43"/>
                  <a:pt x="4" y="43"/>
                </a:cubicBezTo>
                <a:cubicBezTo>
                  <a:pt x="4" y="43"/>
                  <a:pt x="5" y="43"/>
                  <a:pt x="5" y="44"/>
                </a:cubicBezTo>
                <a:cubicBezTo>
                  <a:pt x="5" y="44"/>
                  <a:pt x="5" y="44"/>
                  <a:pt x="5" y="44"/>
                </a:cubicBezTo>
                <a:cubicBezTo>
                  <a:pt x="5" y="44"/>
                  <a:pt x="6" y="44"/>
                  <a:pt x="6" y="44"/>
                </a:cubicBezTo>
                <a:cubicBezTo>
                  <a:pt x="6" y="44"/>
                  <a:pt x="6" y="45"/>
                  <a:pt x="6" y="44"/>
                </a:cubicBezTo>
                <a:cubicBezTo>
                  <a:pt x="6" y="44"/>
                  <a:pt x="6" y="44"/>
                  <a:pt x="6" y="45"/>
                </a:cubicBezTo>
                <a:cubicBezTo>
                  <a:pt x="6" y="45"/>
                  <a:pt x="6" y="45"/>
                  <a:pt x="7" y="45"/>
                </a:cubicBezTo>
                <a:cubicBezTo>
                  <a:pt x="7" y="45"/>
                  <a:pt x="7" y="45"/>
                  <a:pt x="7" y="45"/>
                </a:cubicBezTo>
                <a:cubicBezTo>
                  <a:pt x="7" y="45"/>
                  <a:pt x="7" y="45"/>
                  <a:pt x="7" y="45"/>
                </a:cubicBezTo>
                <a:cubicBezTo>
                  <a:pt x="6" y="44"/>
                  <a:pt x="6" y="44"/>
                  <a:pt x="6" y="44"/>
                </a:cubicBezTo>
                <a:close/>
                <a:moveTo>
                  <a:pt x="5" y="32"/>
                </a:moveTo>
                <a:cubicBezTo>
                  <a:pt x="5" y="31"/>
                  <a:pt x="5" y="31"/>
                  <a:pt x="5" y="31"/>
                </a:cubicBezTo>
                <a:cubicBezTo>
                  <a:pt x="5" y="31"/>
                  <a:pt x="5" y="31"/>
                  <a:pt x="6" y="31"/>
                </a:cubicBezTo>
                <a:cubicBezTo>
                  <a:pt x="6" y="31"/>
                  <a:pt x="6" y="32"/>
                  <a:pt x="6" y="31"/>
                </a:cubicBezTo>
                <a:cubicBezTo>
                  <a:pt x="6" y="31"/>
                  <a:pt x="6" y="31"/>
                  <a:pt x="6" y="31"/>
                </a:cubicBezTo>
                <a:cubicBezTo>
                  <a:pt x="6" y="31"/>
                  <a:pt x="6" y="31"/>
                  <a:pt x="6" y="31"/>
                </a:cubicBezTo>
                <a:cubicBezTo>
                  <a:pt x="6" y="31"/>
                  <a:pt x="6" y="30"/>
                  <a:pt x="6" y="30"/>
                </a:cubicBezTo>
                <a:cubicBezTo>
                  <a:pt x="6" y="30"/>
                  <a:pt x="6" y="30"/>
                  <a:pt x="6" y="30"/>
                </a:cubicBezTo>
                <a:cubicBezTo>
                  <a:pt x="6" y="30"/>
                  <a:pt x="6" y="30"/>
                  <a:pt x="6" y="30"/>
                </a:cubicBezTo>
                <a:cubicBezTo>
                  <a:pt x="6" y="30"/>
                  <a:pt x="5" y="30"/>
                  <a:pt x="5" y="30"/>
                </a:cubicBezTo>
                <a:cubicBezTo>
                  <a:pt x="5" y="31"/>
                  <a:pt x="5" y="31"/>
                  <a:pt x="5" y="32"/>
                </a:cubicBezTo>
                <a:close/>
                <a:moveTo>
                  <a:pt x="97" y="34"/>
                </a:moveTo>
                <a:cubicBezTo>
                  <a:pt x="97" y="34"/>
                  <a:pt x="97" y="34"/>
                  <a:pt x="97" y="35"/>
                </a:cubicBezTo>
                <a:cubicBezTo>
                  <a:pt x="97" y="35"/>
                  <a:pt x="97" y="35"/>
                  <a:pt x="98" y="35"/>
                </a:cubicBezTo>
                <a:cubicBezTo>
                  <a:pt x="98" y="35"/>
                  <a:pt x="98" y="35"/>
                  <a:pt x="98" y="35"/>
                </a:cubicBezTo>
                <a:cubicBezTo>
                  <a:pt x="98" y="35"/>
                  <a:pt x="98" y="34"/>
                  <a:pt x="97" y="34"/>
                </a:cubicBezTo>
                <a:close/>
                <a:moveTo>
                  <a:pt x="12" y="21"/>
                </a:moveTo>
                <a:cubicBezTo>
                  <a:pt x="13" y="21"/>
                  <a:pt x="13" y="21"/>
                  <a:pt x="13" y="21"/>
                </a:cubicBezTo>
                <a:cubicBezTo>
                  <a:pt x="13" y="21"/>
                  <a:pt x="13" y="21"/>
                  <a:pt x="13" y="21"/>
                </a:cubicBezTo>
                <a:cubicBezTo>
                  <a:pt x="13" y="21"/>
                  <a:pt x="13" y="21"/>
                  <a:pt x="13" y="21"/>
                </a:cubicBezTo>
                <a:cubicBezTo>
                  <a:pt x="13" y="21"/>
                  <a:pt x="13" y="20"/>
                  <a:pt x="13" y="20"/>
                </a:cubicBezTo>
                <a:cubicBezTo>
                  <a:pt x="13" y="20"/>
                  <a:pt x="13" y="20"/>
                  <a:pt x="13" y="20"/>
                </a:cubicBezTo>
                <a:cubicBezTo>
                  <a:pt x="13" y="20"/>
                  <a:pt x="13" y="20"/>
                  <a:pt x="13" y="20"/>
                </a:cubicBezTo>
                <a:cubicBezTo>
                  <a:pt x="14" y="20"/>
                  <a:pt x="13" y="20"/>
                  <a:pt x="13" y="20"/>
                </a:cubicBezTo>
                <a:cubicBezTo>
                  <a:pt x="13" y="19"/>
                  <a:pt x="13" y="20"/>
                  <a:pt x="13" y="20"/>
                </a:cubicBezTo>
                <a:cubicBezTo>
                  <a:pt x="13" y="20"/>
                  <a:pt x="13" y="20"/>
                  <a:pt x="13" y="20"/>
                </a:cubicBezTo>
                <a:cubicBezTo>
                  <a:pt x="13" y="20"/>
                  <a:pt x="13" y="20"/>
                  <a:pt x="13" y="20"/>
                </a:cubicBezTo>
                <a:cubicBezTo>
                  <a:pt x="12" y="20"/>
                  <a:pt x="12" y="20"/>
                  <a:pt x="12" y="21"/>
                </a:cubicBezTo>
                <a:cubicBezTo>
                  <a:pt x="12" y="21"/>
                  <a:pt x="12" y="21"/>
                  <a:pt x="12" y="21"/>
                </a:cubicBezTo>
                <a:close/>
                <a:moveTo>
                  <a:pt x="62" y="43"/>
                </a:moveTo>
                <a:cubicBezTo>
                  <a:pt x="62" y="43"/>
                  <a:pt x="62" y="43"/>
                  <a:pt x="62" y="43"/>
                </a:cubicBezTo>
                <a:cubicBezTo>
                  <a:pt x="62" y="43"/>
                  <a:pt x="62" y="43"/>
                  <a:pt x="62" y="44"/>
                </a:cubicBezTo>
                <a:cubicBezTo>
                  <a:pt x="62" y="44"/>
                  <a:pt x="62" y="44"/>
                  <a:pt x="62" y="44"/>
                </a:cubicBezTo>
                <a:cubicBezTo>
                  <a:pt x="62" y="44"/>
                  <a:pt x="62" y="45"/>
                  <a:pt x="62" y="45"/>
                </a:cubicBezTo>
                <a:cubicBezTo>
                  <a:pt x="62" y="45"/>
                  <a:pt x="62" y="45"/>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3" y="45"/>
                  <a:pt x="63" y="45"/>
                  <a:pt x="63" y="45"/>
                </a:cubicBezTo>
                <a:cubicBezTo>
                  <a:pt x="62" y="44"/>
                  <a:pt x="62" y="44"/>
                  <a:pt x="63" y="44"/>
                </a:cubicBezTo>
                <a:cubicBezTo>
                  <a:pt x="63" y="43"/>
                  <a:pt x="63" y="43"/>
                  <a:pt x="62" y="43"/>
                </a:cubicBezTo>
                <a:close/>
                <a:moveTo>
                  <a:pt x="113" y="79"/>
                </a:moveTo>
                <a:cubicBezTo>
                  <a:pt x="113" y="79"/>
                  <a:pt x="113" y="79"/>
                  <a:pt x="113" y="79"/>
                </a:cubicBezTo>
                <a:cubicBezTo>
                  <a:pt x="113" y="80"/>
                  <a:pt x="113" y="79"/>
                  <a:pt x="113" y="79"/>
                </a:cubicBezTo>
                <a:cubicBezTo>
                  <a:pt x="112" y="79"/>
                  <a:pt x="112" y="79"/>
                  <a:pt x="112" y="79"/>
                </a:cubicBezTo>
                <a:cubicBezTo>
                  <a:pt x="112" y="79"/>
                  <a:pt x="111" y="79"/>
                  <a:pt x="112" y="79"/>
                </a:cubicBezTo>
                <a:cubicBezTo>
                  <a:pt x="112" y="78"/>
                  <a:pt x="112" y="78"/>
                  <a:pt x="112" y="78"/>
                </a:cubicBezTo>
                <a:cubicBezTo>
                  <a:pt x="112" y="78"/>
                  <a:pt x="112" y="78"/>
                  <a:pt x="112" y="78"/>
                </a:cubicBezTo>
                <a:cubicBezTo>
                  <a:pt x="112" y="78"/>
                  <a:pt x="112" y="78"/>
                  <a:pt x="112" y="78"/>
                </a:cubicBezTo>
                <a:cubicBezTo>
                  <a:pt x="112" y="78"/>
                  <a:pt x="112" y="78"/>
                  <a:pt x="112" y="78"/>
                </a:cubicBezTo>
                <a:cubicBezTo>
                  <a:pt x="111" y="78"/>
                  <a:pt x="111" y="79"/>
                  <a:pt x="111" y="79"/>
                </a:cubicBezTo>
                <a:cubicBezTo>
                  <a:pt x="111" y="80"/>
                  <a:pt x="111" y="80"/>
                  <a:pt x="112" y="79"/>
                </a:cubicBezTo>
                <a:cubicBezTo>
                  <a:pt x="112" y="79"/>
                  <a:pt x="112" y="79"/>
                  <a:pt x="112" y="79"/>
                </a:cubicBezTo>
                <a:cubicBezTo>
                  <a:pt x="112" y="80"/>
                  <a:pt x="112" y="80"/>
                  <a:pt x="112" y="80"/>
                </a:cubicBezTo>
                <a:cubicBezTo>
                  <a:pt x="112" y="80"/>
                  <a:pt x="112" y="80"/>
                  <a:pt x="113" y="80"/>
                </a:cubicBezTo>
                <a:cubicBezTo>
                  <a:pt x="113" y="80"/>
                  <a:pt x="113" y="80"/>
                  <a:pt x="113" y="80"/>
                </a:cubicBezTo>
                <a:cubicBezTo>
                  <a:pt x="113" y="79"/>
                  <a:pt x="113" y="79"/>
                  <a:pt x="113" y="79"/>
                </a:cubicBezTo>
                <a:cubicBezTo>
                  <a:pt x="113" y="79"/>
                  <a:pt x="113" y="79"/>
                  <a:pt x="113" y="79"/>
                </a:cubicBezTo>
                <a:close/>
                <a:moveTo>
                  <a:pt x="100" y="48"/>
                </a:moveTo>
                <a:cubicBezTo>
                  <a:pt x="100" y="48"/>
                  <a:pt x="100" y="48"/>
                  <a:pt x="100" y="48"/>
                </a:cubicBezTo>
                <a:cubicBezTo>
                  <a:pt x="100" y="48"/>
                  <a:pt x="99" y="48"/>
                  <a:pt x="100" y="49"/>
                </a:cubicBezTo>
                <a:cubicBezTo>
                  <a:pt x="100" y="49"/>
                  <a:pt x="100" y="49"/>
                  <a:pt x="100" y="49"/>
                </a:cubicBezTo>
                <a:cubicBezTo>
                  <a:pt x="100" y="49"/>
                  <a:pt x="100" y="49"/>
                  <a:pt x="101" y="49"/>
                </a:cubicBezTo>
                <a:cubicBezTo>
                  <a:pt x="101" y="49"/>
                  <a:pt x="101" y="49"/>
                  <a:pt x="101" y="49"/>
                </a:cubicBezTo>
                <a:cubicBezTo>
                  <a:pt x="101" y="49"/>
                  <a:pt x="101" y="48"/>
                  <a:pt x="100" y="48"/>
                </a:cubicBezTo>
                <a:close/>
                <a:moveTo>
                  <a:pt x="74" y="14"/>
                </a:moveTo>
                <a:cubicBezTo>
                  <a:pt x="74" y="15"/>
                  <a:pt x="74" y="15"/>
                  <a:pt x="74" y="15"/>
                </a:cubicBezTo>
                <a:cubicBezTo>
                  <a:pt x="74" y="15"/>
                  <a:pt x="74" y="15"/>
                  <a:pt x="74" y="15"/>
                </a:cubicBezTo>
                <a:cubicBezTo>
                  <a:pt x="74" y="15"/>
                  <a:pt x="75" y="15"/>
                  <a:pt x="75" y="15"/>
                </a:cubicBezTo>
                <a:cubicBezTo>
                  <a:pt x="75" y="14"/>
                  <a:pt x="75" y="14"/>
                  <a:pt x="75" y="14"/>
                </a:cubicBezTo>
                <a:cubicBezTo>
                  <a:pt x="75" y="14"/>
                  <a:pt x="75" y="13"/>
                  <a:pt x="75" y="13"/>
                </a:cubicBezTo>
                <a:cubicBezTo>
                  <a:pt x="75" y="13"/>
                  <a:pt x="75" y="14"/>
                  <a:pt x="75" y="14"/>
                </a:cubicBezTo>
                <a:cubicBezTo>
                  <a:pt x="75" y="14"/>
                  <a:pt x="75" y="14"/>
                  <a:pt x="75" y="14"/>
                </a:cubicBezTo>
                <a:cubicBezTo>
                  <a:pt x="75" y="14"/>
                  <a:pt x="75" y="14"/>
                  <a:pt x="75" y="14"/>
                </a:cubicBezTo>
                <a:cubicBezTo>
                  <a:pt x="75" y="14"/>
                  <a:pt x="75" y="14"/>
                  <a:pt x="75" y="14"/>
                </a:cubicBezTo>
                <a:cubicBezTo>
                  <a:pt x="74" y="14"/>
                  <a:pt x="74" y="14"/>
                  <a:pt x="74" y="14"/>
                </a:cubicBezTo>
                <a:cubicBezTo>
                  <a:pt x="74" y="14"/>
                  <a:pt x="74" y="14"/>
                  <a:pt x="74" y="14"/>
                </a:cubicBezTo>
                <a:close/>
                <a:moveTo>
                  <a:pt x="106" y="41"/>
                </a:moveTo>
                <a:cubicBezTo>
                  <a:pt x="106" y="41"/>
                  <a:pt x="106" y="41"/>
                  <a:pt x="106" y="41"/>
                </a:cubicBezTo>
                <a:cubicBezTo>
                  <a:pt x="106" y="41"/>
                  <a:pt x="106" y="41"/>
                  <a:pt x="106" y="41"/>
                </a:cubicBezTo>
                <a:cubicBezTo>
                  <a:pt x="106" y="41"/>
                  <a:pt x="106" y="41"/>
                  <a:pt x="106" y="41"/>
                </a:cubicBezTo>
                <a:cubicBezTo>
                  <a:pt x="106" y="40"/>
                  <a:pt x="106" y="40"/>
                  <a:pt x="106" y="40"/>
                </a:cubicBezTo>
                <a:cubicBezTo>
                  <a:pt x="106" y="40"/>
                  <a:pt x="105" y="40"/>
                  <a:pt x="105" y="40"/>
                </a:cubicBezTo>
                <a:cubicBezTo>
                  <a:pt x="105" y="41"/>
                  <a:pt x="105" y="41"/>
                  <a:pt x="106" y="41"/>
                </a:cubicBezTo>
                <a:cubicBezTo>
                  <a:pt x="106" y="41"/>
                  <a:pt x="106" y="41"/>
                  <a:pt x="106" y="41"/>
                </a:cubicBezTo>
                <a:close/>
                <a:moveTo>
                  <a:pt x="34" y="19"/>
                </a:moveTo>
                <a:cubicBezTo>
                  <a:pt x="34" y="19"/>
                  <a:pt x="34" y="19"/>
                  <a:pt x="34" y="19"/>
                </a:cubicBezTo>
                <a:cubicBezTo>
                  <a:pt x="35" y="19"/>
                  <a:pt x="35" y="19"/>
                  <a:pt x="35" y="19"/>
                </a:cubicBezTo>
                <a:cubicBezTo>
                  <a:pt x="35" y="19"/>
                  <a:pt x="35" y="19"/>
                  <a:pt x="35" y="19"/>
                </a:cubicBezTo>
                <a:cubicBezTo>
                  <a:pt x="35" y="18"/>
                  <a:pt x="35" y="18"/>
                  <a:pt x="35" y="18"/>
                </a:cubicBezTo>
                <a:cubicBezTo>
                  <a:pt x="35" y="18"/>
                  <a:pt x="34" y="18"/>
                  <a:pt x="34" y="18"/>
                </a:cubicBezTo>
                <a:cubicBezTo>
                  <a:pt x="34" y="18"/>
                  <a:pt x="35" y="18"/>
                  <a:pt x="34" y="19"/>
                </a:cubicBezTo>
                <a:close/>
                <a:moveTo>
                  <a:pt x="98" y="30"/>
                </a:moveTo>
                <a:cubicBezTo>
                  <a:pt x="98" y="30"/>
                  <a:pt x="97" y="30"/>
                  <a:pt x="97" y="30"/>
                </a:cubicBezTo>
                <a:cubicBezTo>
                  <a:pt x="97" y="30"/>
                  <a:pt x="97" y="30"/>
                  <a:pt x="97" y="30"/>
                </a:cubicBezTo>
                <a:cubicBezTo>
                  <a:pt x="97" y="30"/>
                  <a:pt x="97" y="30"/>
                  <a:pt x="97" y="30"/>
                </a:cubicBezTo>
                <a:cubicBezTo>
                  <a:pt x="98" y="31"/>
                  <a:pt x="98" y="31"/>
                  <a:pt x="98" y="30"/>
                </a:cubicBezTo>
                <a:cubicBezTo>
                  <a:pt x="98" y="30"/>
                  <a:pt x="98" y="30"/>
                  <a:pt x="98" y="30"/>
                </a:cubicBezTo>
                <a:cubicBezTo>
                  <a:pt x="98" y="30"/>
                  <a:pt x="98" y="30"/>
                  <a:pt x="98" y="30"/>
                </a:cubicBezTo>
                <a:close/>
                <a:moveTo>
                  <a:pt x="85" y="16"/>
                </a:moveTo>
                <a:cubicBezTo>
                  <a:pt x="84" y="16"/>
                  <a:pt x="84" y="17"/>
                  <a:pt x="84" y="17"/>
                </a:cubicBezTo>
                <a:cubicBezTo>
                  <a:pt x="84" y="17"/>
                  <a:pt x="84" y="17"/>
                  <a:pt x="84" y="17"/>
                </a:cubicBezTo>
                <a:cubicBezTo>
                  <a:pt x="84" y="17"/>
                  <a:pt x="84" y="17"/>
                  <a:pt x="84" y="17"/>
                </a:cubicBezTo>
                <a:cubicBezTo>
                  <a:pt x="84" y="17"/>
                  <a:pt x="84" y="18"/>
                  <a:pt x="84" y="18"/>
                </a:cubicBezTo>
                <a:cubicBezTo>
                  <a:pt x="84" y="18"/>
                  <a:pt x="85" y="17"/>
                  <a:pt x="85" y="17"/>
                </a:cubicBezTo>
                <a:cubicBezTo>
                  <a:pt x="85" y="17"/>
                  <a:pt x="85" y="17"/>
                  <a:pt x="85" y="17"/>
                </a:cubicBezTo>
                <a:cubicBezTo>
                  <a:pt x="85" y="17"/>
                  <a:pt x="85" y="17"/>
                  <a:pt x="85" y="17"/>
                </a:cubicBezTo>
                <a:cubicBezTo>
                  <a:pt x="85" y="16"/>
                  <a:pt x="85" y="16"/>
                  <a:pt x="85" y="16"/>
                </a:cubicBezTo>
                <a:close/>
                <a:moveTo>
                  <a:pt x="47" y="11"/>
                </a:moveTo>
                <a:cubicBezTo>
                  <a:pt x="47" y="11"/>
                  <a:pt x="47" y="11"/>
                  <a:pt x="47" y="11"/>
                </a:cubicBezTo>
                <a:cubicBezTo>
                  <a:pt x="47" y="11"/>
                  <a:pt x="48" y="11"/>
                  <a:pt x="48" y="10"/>
                </a:cubicBezTo>
                <a:cubicBezTo>
                  <a:pt x="48" y="10"/>
                  <a:pt x="47" y="10"/>
                  <a:pt x="47" y="10"/>
                </a:cubicBezTo>
                <a:cubicBezTo>
                  <a:pt x="47" y="10"/>
                  <a:pt x="47" y="10"/>
                  <a:pt x="47" y="10"/>
                </a:cubicBezTo>
                <a:cubicBezTo>
                  <a:pt x="47" y="11"/>
                  <a:pt x="47" y="11"/>
                  <a:pt x="47" y="11"/>
                </a:cubicBezTo>
                <a:cubicBezTo>
                  <a:pt x="46" y="11"/>
                  <a:pt x="46" y="11"/>
                  <a:pt x="46" y="11"/>
                </a:cubicBezTo>
                <a:cubicBezTo>
                  <a:pt x="46" y="11"/>
                  <a:pt x="46" y="11"/>
                  <a:pt x="47" y="11"/>
                </a:cubicBezTo>
                <a:close/>
                <a:moveTo>
                  <a:pt x="114" y="66"/>
                </a:moveTo>
                <a:cubicBezTo>
                  <a:pt x="113" y="66"/>
                  <a:pt x="113" y="66"/>
                  <a:pt x="113" y="66"/>
                </a:cubicBezTo>
                <a:cubicBezTo>
                  <a:pt x="113" y="66"/>
                  <a:pt x="113" y="67"/>
                  <a:pt x="114" y="67"/>
                </a:cubicBezTo>
                <a:cubicBezTo>
                  <a:pt x="114" y="67"/>
                  <a:pt x="114" y="66"/>
                  <a:pt x="114" y="66"/>
                </a:cubicBezTo>
                <a:cubicBezTo>
                  <a:pt x="114" y="66"/>
                  <a:pt x="114" y="66"/>
                  <a:pt x="114" y="66"/>
                </a:cubicBezTo>
                <a:close/>
                <a:moveTo>
                  <a:pt x="111" y="71"/>
                </a:moveTo>
                <a:cubicBezTo>
                  <a:pt x="111" y="71"/>
                  <a:pt x="110" y="71"/>
                  <a:pt x="110" y="71"/>
                </a:cubicBezTo>
                <a:cubicBezTo>
                  <a:pt x="110" y="71"/>
                  <a:pt x="110" y="71"/>
                  <a:pt x="110" y="71"/>
                </a:cubicBezTo>
                <a:cubicBezTo>
                  <a:pt x="110" y="71"/>
                  <a:pt x="110" y="71"/>
                  <a:pt x="110" y="71"/>
                </a:cubicBezTo>
                <a:cubicBezTo>
                  <a:pt x="110" y="72"/>
                  <a:pt x="110" y="71"/>
                  <a:pt x="110" y="71"/>
                </a:cubicBezTo>
                <a:cubicBezTo>
                  <a:pt x="110" y="72"/>
                  <a:pt x="110" y="72"/>
                  <a:pt x="110" y="72"/>
                </a:cubicBezTo>
                <a:cubicBezTo>
                  <a:pt x="111" y="71"/>
                  <a:pt x="111" y="71"/>
                  <a:pt x="111" y="72"/>
                </a:cubicBezTo>
                <a:cubicBezTo>
                  <a:pt x="111" y="72"/>
                  <a:pt x="111" y="71"/>
                  <a:pt x="111" y="71"/>
                </a:cubicBezTo>
                <a:cubicBezTo>
                  <a:pt x="111" y="71"/>
                  <a:pt x="111" y="71"/>
                  <a:pt x="111" y="71"/>
                </a:cubicBezTo>
                <a:close/>
                <a:moveTo>
                  <a:pt x="52" y="39"/>
                </a:moveTo>
                <a:cubicBezTo>
                  <a:pt x="52" y="39"/>
                  <a:pt x="52" y="39"/>
                  <a:pt x="52" y="39"/>
                </a:cubicBezTo>
                <a:cubicBezTo>
                  <a:pt x="52" y="39"/>
                  <a:pt x="51" y="39"/>
                  <a:pt x="52" y="39"/>
                </a:cubicBezTo>
                <a:cubicBezTo>
                  <a:pt x="52" y="39"/>
                  <a:pt x="52" y="40"/>
                  <a:pt x="52" y="40"/>
                </a:cubicBezTo>
                <a:cubicBezTo>
                  <a:pt x="52" y="40"/>
                  <a:pt x="52" y="40"/>
                  <a:pt x="52" y="40"/>
                </a:cubicBezTo>
                <a:cubicBezTo>
                  <a:pt x="53" y="40"/>
                  <a:pt x="53" y="40"/>
                  <a:pt x="53" y="40"/>
                </a:cubicBezTo>
                <a:cubicBezTo>
                  <a:pt x="52" y="40"/>
                  <a:pt x="52" y="39"/>
                  <a:pt x="52" y="39"/>
                </a:cubicBezTo>
                <a:close/>
                <a:moveTo>
                  <a:pt x="116" y="78"/>
                </a:moveTo>
                <a:cubicBezTo>
                  <a:pt x="116" y="78"/>
                  <a:pt x="116" y="79"/>
                  <a:pt x="116" y="79"/>
                </a:cubicBezTo>
                <a:cubicBezTo>
                  <a:pt x="116" y="79"/>
                  <a:pt x="116" y="79"/>
                  <a:pt x="116" y="79"/>
                </a:cubicBezTo>
                <a:cubicBezTo>
                  <a:pt x="116" y="79"/>
                  <a:pt x="116" y="80"/>
                  <a:pt x="116" y="79"/>
                </a:cubicBezTo>
                <a:cubicBezTo>
                  <a:pt x="116" y="80"/>
                  <a:pt x="116" y="80"/>
                  <a:pt x="116" y="80"/>
                </a:cubicBezTo>
                <a:cubicBezTo>
                  <a:pt x="116" y="80"/>
                  <a:pt x="116" y="80"/>
                  <a:pt x="116" y="80"/>
                </a:cubicBezTo>
                <a:cubicBezTo>
                  <a:pt x="116" y="79"/>
                  <a:pt x="116" y="79"/>
                  <a:pt x="116" y="79"/>
                </a:cubicBezTo>
                <a:cubicBezTo>
                  <a:pt x="116" y="79"/>
                  <a:pt x="116" y="78"/>
                  <a:pt x="116" y="78"/>
                </a:cubicBezTo>
                <a:close/>
                <a:moveTo>
                  <a:pt x="11" y="23"/>
                </a:moveTo>
                <a:cubicBezTo>
                  <a:pt x="11" y="23"/>
                  <a:pt x="11" y="23"/>
                  <a:pt x="11" y="23"/>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0" y="22"/>
                  <a:pt x="11" y="23"/>
                  <a:pt x="11" y="23"/>
                </a:cubicBezTo>
                <a:close/>
                <a:moveTo>
                  <a:pt x="6" y="42"/>
                </a:moveTo>
                <a:cubicBezTo>
                  <a:pt x="6" y="43"/>
                  <a:pt x="6" y="43"/>
                  <a:pt x="7" y="43"/>
                </a:cubicBezTo>
                <a:cubicBezTo>
                  <a:pt x="7" y="43"/>
                  <a:pt x="7" y="43"/>
                  <a:pt x="7" y="43"/>
                </a:cubicBezTo>
                <a:cubicBezTo>
                  <a:pt x="7" y="42"/>
                  <a:pt x="7" y="42"/>
                  <a:pt x="7" y="42"/>
                </a:cubicBezTo>
                <a:cubicBezTo>
                  <a:pt x="6" y="42"/>
                  <a:pt x="6" y="42"/>
                  <a:pt x="6" y="42"/>
                </a:cubicBezTo>
                <a:close/>
                <a:moveTo>
                  <a:pt x="56" y="43"/>
                </a:moveTo>
                <a:cubicBezTo>
                  <a:pt x="56" y="43"/>
                  <a:pt x="56" y="43"/>
                  <a:pt x="55" y="43"/>
                </a:cubicBezTo>
                <a:cubicBezTo>
                  <a:pt x="55" y="43"/>
                  <a:pt x="55" y="43"/>
                  <a:pt x="55" y="44"/>
                </a:cubicBezTo>
                <a:cubicBezTo>
                  <a:pt x="56" y="44"/>
                  <a:pt x="56" y="44"/>
                  <a:pt x="56" y="44"/>
                </a:cubicBezTo>
                <a:cubicBezTo>
                  <a:pt x="56" y="44"/>
                  <a:pt x="55" y="44"/>
                  <a:pt x="56" y="44"/>
                </a:cubicBezTo>
                <a:cubicBezTo>
                  <a:pt x="56" y="44"/>
                  <a:pt x="56" y="44"/>
                  <a:pt x="56" y="44"/>
                </a:cubicBezTo>
                <a:cubicBezTo>
                  <a:pt x="56" y="44"/>
                  <a:pt x="56" y="44"/>
                  <a:pt x="56" y="44"/>
                </a:cubicBezTo>
                <a:cubicBezTo>
                  <a:pt x="56" y="44"/>
                  <a:pt x="56" y="44"/>
                  <a:pt x="56" y="44"/>
                </a:cubicBezTo>
                <a:cubicBezTo>
                  <a:pt x="56" y="44"/>
                  <a:pt x="56" y="44"/>
                  <a:pt x="56" y="44"/>
                </a:cubicBezTo>
                <a:cubicBezTo>
                  <a:pt x="56" y="44"/>
                  <a:pt x="56" y="44"/>
                  <a:pt x="56" y="44"/>
                </a:cubicBezTo>
                <a:cubicBezTo>
                  <a:pt x="56" y="43"/>
                  <a:pt x="56" y="43"/>
                  <a:pt x="56" y="43"/>
                </a:cubicBezTo>
                <a:close/>
                <a:moveTo>
                  <a:pt x="42" y="13"/>
                </a:moveTo>
                <a:cubicBezTo>
                  <a:pt x="42" y="13"/>
                  <a:pt x="42" y="12"/>
                  <a:pt x="43" y="12"/>
                </a:cubicBezTo>
                <a:cubicBezTo>
                  <a:pt x="42" y="12"/>
                  <a:pt x="41" y="12"/>
                  <a:pt x="41" y="13"/>
                </a:cubicBezTo>
                <a:cubicBezTo>
                  <a:pt x="41" y="13"/>
                  <a:pt x="42" y="13"/>
                  <a:pt x="42" y="13"/>
                </a:cubicBezTo>
                <a:close/>
                <a:moveTo>
                  <a:pt x="95" y="23"/>
                </a:moveTo>
                <a:cubicBezTo>
                  <a:pt x="94" y="23"/>
                  <a:pt x="94" y="23"/>
                  <a:pt x="94" y="23"/>
                </a:cubicBezTo>
                <a:cubicBezTo>
                  <a:pt x="94" y="23"/>
                  <a:pt x="94" y="23"/>
                  <a:pt x="94" y="23"/>
                </a:cubicBezTo>
                <a:cubicBezTo>
                  <a:pt x="94" y="23"/>
                  <a:pt x="94" y="24"/>
                  <a:pt x="94" y="24"/>
                </a:cubicBezTo>
                <a:cubicBezTo>
                  <a:pt x="94" y="24"/>
                  <a:pt x="95" y="24"/>
                  <a:pt x="95" y="24"/>
                </a:cubicBezTo>
                <a:cubicBezTo>
                  <a:pt x="95" y="24"/>
                  <a:pt x="95" y="23"/>
                  <a:pt x="95" y="23"/>
                </a:cubicBezTo>
                <a:close/>
                <a:moveTo>
                  <a:pt x="60" y="6"/>
                </a:moveTo>
                <a:cubicBezTo>
                  <a:pt x="60" y="6"/>
                  <a:pt x="61" y="6"/>
                  <a:pt x="61" y="6"/>
                </a:cubicBezTo>
                <a:cubicBezTo>
                  <a:pt x="61" y="6"/>
                  <a:pt x="61" y="6"/>
                  <a:pt x="61" y="6"/>
                </a:cubicBezTo>
                <a:cubicBezTo>
                  <a:pt x="61" y="6"/>
                  <a:pt x="61" y="6"/>
                  <a:pt x="61" y="6"/>
                </a:cubicBezTo>
                <a:cubicBezTo>
                  <a:pt x="61" y="6"/>
                  <a:pt x="60" y="6"/>
                  <a:pt x="60" y="6"/>
                </a:cubicBezTo>
                <a:cubicBezTo>
                  <a:pt x="60" y="6"/>
                  <a:pt x="60" y="6"/>
                  <a:pt x="60" y="6"/>
                </a:cubicBezTo>
                <a:cubicBezTo>
                  <a:pt x="60" y="6"/>
                  <a:pt x="60" y="7"/>
                  <a:pt x="60" y="6"/>
                </a:cubicBezTo>
                <a:close/>
                <a:moveTo>
                  <a:pt x="87" y="66"/>
                </a:moveTo>
                <a:cubicBezTo>
                  <a:pt x="87" y="66"/>
                  <a:pt x="87" y="67"/>
                  <a:pt x="87" y="67"/>
                </a:cubicBezTo>
                <a:cubicBezTo>
                  <a:pt x="87" y="67"/>
                  <a:pt x="87" y="67"/>
                  <a:pt x="87" y="67"/>
                </a:cubicBezTo>
                <a:cubicBezTo>
                  <a:pt x="88" y="67"/>
                  <a:pt x="88" y="67"/>
                  <a:pt x="88" y="67"/>
                </a:cubicBezTo>
                <a:cubicBezTo>
                  <a:pt x="88" y="67"/>
                  <a:pt x="88" y="66"/>
                  <a:pt x="87" y="66"/>
                </a:cubicBezTo>
                <a:close/>
                <a:moveTo>
                  <a:pt x="88" y="30"/>
                </a:moveTo>
                <a:cubicBezTo>
                  <a:pt x="88" y="30"/>
                  <a:pt x="88" y="30"/>
                  <a:pt x="88" y="30"/>
                </a:cubicBezTo>
                <a:cubicBezTo>
                  <a:pt x="88" y="30"/>
                  <a:pt x="88" y="30"/>
                  <a:pt x="88" y="30"/>
                </a:cubicBezTo>
                <a:cubicBezTo>
                  <a:pt x="89" y="30"/>
                  <a:pt x="89" y="30"/>
                  <a:pt x="89" y="30"/>
                </a:cubicBezTo>
                <a:cubicBezTo>
                  <a:pt x="89" y="30"/>
                  <a:pt x="89" y="30"/>
                  <a:pt x="88" y="30"/>
                </a:cubicBezTo>
                <a:close/>
                <a:moveTo>
                  <a:pt x="51" y="34"/>
                </a:moveTo>
                <a:cubicBezTo>
                  <a:pt x="51" y="35"/>
                  <a:pt x="51" y="35"/>
                  <a:pt x="51" y="35"/>
                </a:cubicBezTo>
                <a:cubicBezTo>
                  <a:pt x="51" y="35"/>
                  <a:pt x="51" y="35"/>
                  <a:pt x="51" y="35"/>
                </a:cubicBezTo>
                <a:cubicBezTo>
                  <a:pt x="51" y="35"/>
                  <a:pt x="51" y="35"/>
                  <a:pt x="51" y="35"/>
                </a:cubicBezTo>
                <a:cubicBezTo>
                  <a:pt x="51" y="34"/>
                  <a:pt x="51" y="35"/>
                  <a:pt x="51" y="34"/>
                </a:cubicBezTo>
                <a:close/>
                <a:moveTo>
                  <a:pt x="11" y="24"/>
                </a:moveTo>
                <a:cubicBezTo>
                  <a:pt x="11" y="23"/>
                  <a:pt x="11" y="23"/>
                  <a:pt x="11" y="23"/>
                </a:cubicBezTo>
                <a:cubicBezTo>
                  <a:pt x="11" y="23"/>
                  <a:pt x="11" y="23"/>
                  <a:pt x="11" y="23"/>
                </a:cubicBezTo>
                <a:cubicBezTo>
                  <a:pt x="11" y="23"/>
                  <a:pt x="11" y="23"/>
                  <a:pt x="11" y="23"/>
                </a:cubicBezTo>
                <a:cubicBezTo>
                  <a:pt x="11" y="23"/>
                  <a:pt x="11" y="23"/>
                  <a:pt x="11" y="23"/>
                </a:cubicBezTo>
                <a:cubicBezTo>
                  <a:pt x="11" y="23"/>
                  <a:pt x="10" y="23"/>
                  <a:pt x="10" y="23"/>
                </a:cubicBezTo>
                <a:cubicBezTo>
                  <a:pt x="10" y="24"/>
                  <a:pt x="10" y="24"/>
                  <a:pt x="10" y="24"/>
                </a:cubicBezTo>
                <a:cubicBezTo>
                  <a:pt x="10" y="24"/>
                  <a:pt x="11" y="24"/>
                  <a:pt x="11" y="24"/>
                </a:cubicBezTo>
                <a:close/>
                <a:moveTo>
                  <a:pt x="104" y="71"/>
                </a:moveTo>
                <a:cubicBezTo>
                  <a:pt x="104" y="71"/>
                  <a:pt x="103" y="72"/>
                  <a:pt x="103" y="72"/>
                </a:cubicBezTo>
                <a:cubicBezTo>
                  <a:pt x="104" y="72"/>
                  <a:pt x="104" y="72"/>
                  <a:pt x="104" y="72"/>
                </a:cubicBezTo>
                <a:cubicBezTo>
                  <a:pt x="104" y="71"/>
                  <a:pt x="105" y="71"/>
                  <a:pt x="104" y="71"/>
                </a:cubicBezTo>
                <a:close/>
                <a:moveTo>
                  <a:pt x="46" y="40"/>
                </a:moveTo>
                <a:cubicBezTo>
                  <a:pt x="46" y="40"/>
                  <a:pt x="46" y="40"/>
                  <a:pt x="45" y="40"/>
                </a:cubicBezTo>
                <a:cubicBezTo>
                  <a:pt x="45" y="41"/>
                  <a:pt x="45" y="41"/>
                  <a:pt x="45" y="41"/>
                </a:cubicBezTo>
                <a:cubicBezTo>
                  <a:pt x="45" y="41"/>
                  <a:pt x="45" y="41"/>
                  <a:pt x="45" y="41"/>
                </a:cubicBezTo>
                <a:cubicBezTo>
                  <a:pt x="45" y="41"/>
                  <a:pt x="46" y="41"/>
                  <a:pt x="46" y="41"/>
                </a:cubicBezTo>
                <a:cubicBezTo>
                  <a:pt x="46" y="41"/>
                  <a:pt x="45" y="41"/>
                  <a:pt x="46" y="42"/>
                </a:cubicBezTo>
                <a:cubicBezTo>
                  <a:pt x="46" y="42"/>
                  <a:pt x="46" y="42"/>
                  <a:pt x="46" y="42"/>
                </a:cubicBezTo>
                <a:cubicBezTo>
                  <a:pt x="46" y="42"/>
                  <a:pt x="46" y="42"/>
                  <a:pt x="46" y="42"/>
                </a:cubicBezTo>
                <a:cubicBezTo>
                  <a:pt x="46" y="42"/>
                  <a:pt x="46" y="42"/>
                  <a:pt x="46" y="42"/>
                </a:cubicBezTo>
                <a:cubicBezTo>
                  <a:pt x="46" y="43"/>
                  <a:pt x="46" y="43"/>
                  <a:pt x="47" y="42"/>
                </a:cubicBezTo>
                <a:cubicBezTo>
                  <a:pt x="47" y="42"/>
                  <a:pt x="47" y="42"/>
                  <a:pt x="47" y="42"/>
                </a:cubicBezTo>
                <a:cubicBezTo>
                  <a:pt x="47" y="42"/>
                  <a:pt x="48" y="42"/>
                  <a:pt x="48" y="42"/>
                </a:cubicBezTo>
                <a:cubicBezTo>
                  <a:pt x="48" y="41"/>
                  <a:pt x="48" y="40"/>
                  <a:pt x="47" y="40"/>
                </a:cubicBezTo>
                <a:cubicBezTo>
                  <a:pt x="47" y="39"/>
                  <a:pt x="46" y="39"/>
                  <a:pt x="46" y="40"/>
                </a:cubicBezTo>
                <a:close/>
                <a:moveTo>
                  <a:pt x="6" y="32"/>
                </a:moveTo>
                <a:cubicBezTo>
                  <a:pt x="6" y="32"/>
                  <a:pt x="6" y="32"/>
                  <a:pt x="6" y="32"/>
                </a:cubicBezTo>
                <a:cubicBezTo>
                  <a:pt x="6" y="32"/>
                  <a:pt x="6" y="32"/>
                  <a:pt x="6" y="32"/>
                </a:cubicBezTo>
                <a:cubicBezTo>
                  <a:pt x="6" y="32"/>
                  <a:pt x="6" y="32"/>
                  <a:pt x="6" y="32"/>
                </a:cubicBezTo>
                <a:cubicBezTo>
                  <a:pt x="6" y="32"/>
                  <a:pt x="6" y="32"/>
                  <a:pt x="6" y="32"/>
                </a:cubicBezTo>
                <a:close/>
                <a:moveTo>
                  <a:pt x="55" y="8"/>
                </a:moveTo>
                <a:cubicBezTo>
                  <a:pt x="55" y="8"/>
                  <a:pt x="55" y="7"/>
                  <a:pt x="55" y="8"/>
                </a:cubicBezTo>
                <a:cubicBezTo>
                  <a:pt x="55" y="8"/>
                  <a:pt x="56" y="8"/>
                  <a:pt x="56" y="8"/>
                </a:cubicBezTo>
                <a:cubicBezTo>
                  <a:pt x="56" y="7"/>
                  <a:pt x="56" y="7"/>
                  <a:pt x="56" y="7"/>
                </a:cubicBezTo>
                <a:cubicBezTo>
                  <a:pt x="56" y="7"/>
                  <a:pt x="56" y="7"/>
                  <a:pt x="55" y="7"/>
                </a:cubicBezTo>
                <a:cubicBezTo>
                  <a:pt x="55" y="7"/>
                  <a:pt x="56" y="7"/>
                  <a:pt x="56" y="7"/>
                </a:cubicBezTo>
                <a:cubicBezTo>
                  <a:pt x="55" y="7"/>
                  <a:pt x="55" y="7"/>
                  <a:pt x="55" y="7"/>
                </a:cubicBezTo>
                <a:cubicBezTo>
                  <a:pt x="55" y="7"/>
                  <a:pt x="54" y="7"/>
                  <a:pt x="54" y="8"/>
                </a:cubicBezTo>
                <a:cubicBezTo>
                  <a:pt x="54" y="8"/>
                  <a:pt x="55" y="8"/>
                  <a:pt x="55" y="8"/>
                </a:cubicBezTo>
                <a:close/>
                <a:moveTo>
                  <a:pt x="116" y="80"/>
                </a:moveTo>
                <a:cubicBezTo>
                  <a:pt x="116" y="80"/>
                  <a:pt x="116" y="81"/>
                  <a:pt x="116" y="81"/>
                </a:cubicBezTo>
                <a:cubicBezTo>
                  <a:pt x="116" y="81"/>
                  <a:pt x="116" y="81"/>
                  <a:pt x="116" y="81"/>
                </a:cubicBezTo>
                <a:cubicBezTo>
                  <a:pt x="116" y="81"/>
                  <a:pt x="116" y="81"/>
                  <a:pt x="116" y="81"/>
                </a:cubicBezTo>
                <a:cubicBezTo>
                  <a:pt x="116" y="80"/>
                  <a:pt x="116" y="80"/>
                  <a:pt x="116" y="80"/>
                </a:cubicBezTo>
                <a:close/>
                <a:moveTo>
                  <a:pt x="45" y="12"/>
                </a:moveTo>
                <a:cubicBezTo>
                  <a:pt x="45" y="12"/>
                  <a:pt x="45" y="12"/>
                  <a:pt x="45" y="12"/>
                </a:cubicBezTo>
                <a:cubicBezTo>
                  <a:pt x="45" y="12"/>
                  <a:pt x="45" y="12"/>
                  <a:pt x="45" y="12"/>
                </a:cubicBezTo>
                <a:cubicBezTo>
                  <a:pt x="45" y="12"/>
                  <a:pt x="45" y="12"/>
                  <a:pt x="45" y="12"/>
                </a:cubicBezTo>
                <a:cubicBezTo>
                  <a:pt x="45" y="12"/>
                  <a:pt x="45" y="12"/>
                  <a:pt x="45" y="12"/>
                </a:cubicBezTo>
                <a:cubicBezTo>
                  <a:pt x="45" y="12"/>
                  <a:pt x="44" y="12"/>
                  <a:pt x="44" y="12"/>
                </a:cubicBezTo>
                <a:cubicBezTo>
                  <a:pt x="44" y="12"/>
                  <a:pt x="44" y="12"/>
                  <a:pt x="45" y="12"/>
                </a:cubicBezTo>
                <a:close/>
                <a:moveTo>
                  <a:pt x="105" y="32"/>
                </a:moveTo>
                <a:cubicBezTo>
                  <a:pt x="104" y="32"/>
                  <a:pt x="104" y="33"/>
                  <a:pt x="104" y="33"/>
                </a:cubicBezTo>
                <a:cubicBezTo>
                  <a:pt x="104" y="33"/>
                  <a:pt x="104" y="33"/>
                  <a:pt x="104" y="33"/>
                </a:cubicBezTo>
                <a:cubicBezTo>
                  <a:pt x="105" y="33"/>
                  <a:pt x="105" y="33"/>
                  <a:pt x="105" y="33"/>
                </a:cubicBezTo>
                <a:cubicBezTo>
                  <a:pt x="105" y="33"/>
                  <a:pt x="105" y="32"/>
                  <a:pt x="105" y="32"/>
                </a:cubicBezTo>
                <a:close/>
                <a:moveTo>
                  <a:pt x="108" y="55"/>
                </a:moveTo>
                <a:cubicBezTo>
                  <a:pt x="108" y="54"/>
                  <a:pt x="108" y="54"/>
                  <a:pt x="108" y="54"/>
                </a:cubicBezTo>
                <a:cubicBezTo>
                  <a:pt x="108" y="54"/>
                  <a:pt x="108" y="54"/>
                  <a:pt x="108" y="54"/>
                </a:cubicBezTo>
                <a:cubicBezTo>
                  <a:pt x="107" y="54"/>
                  <a:pt x="107" y="54"/>
                  <a:pt x="107" y="54"/>
                </a:cubicBezTo>
                <a:cubicBezTo>
                  <a:pt x="107" y="54"/>
                  <a:pt x="106" y="54"/>
                  <a:pt x="106" y="54"/>
                </a:cubicBezTo>
                <a:cubicBezTo>
                  <a:pt x="106" y="54"/>
                  <a:pt x="106" y="54"/>
                  <a:pt x="106" y="54"/>
                </a:cubicBezTo>
                <a:cubicBezTo>
                  <a:pt x="105" y="55"/>
                  <a:pt x="105" y="55"/>
                  <a:pt x="106" y="55"/>
                </a:cubicBezTo>
                <a:cubicBezTo>
                  <a:pt x="106" y="55"/>
                  <a:pt x="106" y="55"/>
                  <a:pt x="106" y="56"/>
                </a:cubicBezTo>
                <a:cubicBezTo>
                  <a:pt x="106" y="56"/>
                  <a:pt x="106" y="56"/>
                  <a:pt x="106" y="56"/>
                </a:cubicBezTo>
                <a:cubicBezTo>
                  <a:pt x="107" y="56"/>
                  <a:pt x="107" y="56"/>
                  <a:pt x="107" y="56"/>
                </a:cubicBezTo>
                <a:cubicBezTo>
                  <a:pt x="107" y="56"/>
                  <a:pt x="107" y="56"/>
                  <a:pt x="107" y="56"/>
                </a:cubicBezTo>
                <a:cubicBezTo>
                  <a:pt x="107" y="56"/>
                  <a:pt x="107" y="56"/>
                  <a:pt x="107" y="56"/>
                </a:cubicBezTo>
                <a:cubicBezTo>
                  <a:pt x="107" y="56"/>
                  <a:pt x="107" y="56"/>
                  <a:pt x="107" y="56"/>
                </a:cubicBezTo>
                <a:cubicBezTo>
                  <a:pt x="107" y="56"/>
                  <a:pt x="107" y="56"/>
                  <a:pt x="108" y="55"/>
                </a:cubicBezTo>
                <a:cubicBezTo>
                  <a:pt x="108" y="56"/>
                  <a:pt x="108" y="56"/>
                  <a:pt x="108" y="56"/>
                </a:cubicBezTo>
                <a:cubicBezTo>
                  <a:pt x="108" y="55"/>
                  <a:pt x="108" y="55"/>
                  <a:pt x="108" y="55"/>
                </a:cubicBezTo>
                <a:cubicBezTo>
                  <a:pt x="108" y="55"/>
                  <a:pt x="108" y="55"/>
                  <a:pt x="108" y="55"/>
                </a:cubicBezTo>
                <a:close/>
                <a:moveTo>
                  <a:pt x="1" y="26"/>
                </a:moveTo>
                <a:cubicBezTo>
                  <a:pt x="1" y="26"/>
                  <a:pt x="1" y="26"/>
                  <a:pt x="1" y="26"/>
                </a:cubicBezTo>
                <a:cubicBezTo>
                  <a:pt x="1" y="27"/>
                  <a:pt x="0" y="27"/>
                  <a:pt x="0" y="27"/>
                </a:cubicBezTo>
                <a:cubicBezTo>
                  <a:pt x="0" y="27"/>
                  <a:pt x="1" y="27"/>
                  <a:pt x="1" y="27"/>
                </a:cubicBezTo>
                <a:cubicBezTo>
                  <a:pt x="1" y="27"/>
                  <a:pt x="1" y="27"/>
                  <a:pt x="1" y="26"/>
                </a:cubicBezTo>
                <a:cubicBezTo>
                  <a:pt x="1" y="26"/>
                  <a:pt x="1" y="26"/>
                  <a:pt x="1" y="26"/>
                </a:cubicBezTo>
                <a:close/>
                <a:moveTo>
                  <a:pt x="115" y="60"/>
                </a:moveTo>
                <a:cubicBezTo>
                  <a:pt x="114" y="60"/>
                  <a:pt x="114" y="61"/>
                  <a:pt x="114" y="61"/>
                </a:cubicBezTo>
                <a:cubicBezTo>
                  <a:pt x="114" y="61"/>
                  <a:pt x="114" y="61"/>
                  <a:pt x="114" y="61"/>
                </a:cubicBezTo>
                <a:cubicBezTo>
                  <a:pt x="114" y="61"/>
                  <a:pt x="114" y="61"/>
                  <a:pt x="114" y="61"/>
                </a:cubicBezTo>
                <a:cubicBezTo>
                  <a:pt x="114" y="61"/>
                  <a:pt x="115" y="61"/>
                  <a:pt x="115" y="61"/>
                </a:cubicBezTo>
                <a:cubicBezTo>
                  <a:pt x="115" y="61"/>
                  <a:pt x="115" y="61"/>
                  <a:pt x="115" y="60"/>
                </a:cubicBezTo>
                <a:cubicBezTo>
                  <a:pt x="115" y="60"/>
                  <a:pt x="115" y="60"/>
                  <a:pt x="115" y="60"/>
                </a:cubicBezTo>
                <a:close/>
                <a:moveTo>
                  <a:pt x="67" y="3"/>
                </a:moveTo>
                <a:cubicBezTo>
                  <a:pt x="67" y="3"/>
                  <a:pt x="67" y="3"/>
                  <a:pt x="67" y="2"/>
                </a:cubicBezTo>
                <a:cubicBezTo>
                  <a:pt x="67" y="2"/>
                  <a:pt x="67" y="2"/>
                  <a:pt x="67" y="2"/>
                </a:cubicBezTo>
                <a:cubicBezTo>
                  <a:pt x="67" y="2"/>
                  <a:pt x="67" y="2"/>
                  <a:pt x="67" y="2"/>
                </a:cubicBezTo>
                <a:cubicBezTo>
                  <a:pt x="67" y="3"/>
                  <a:pt x="67" y="3"/>
                  <a:pt x="67" y="3"/>
                </a:cubicBezTo>
                <a:close/>
                <a:moveTo>
                  <a:pt x="31" y="32"/>
                </a:moveTo>
                <a:cubicBezTo>
                  <a:pt x="31" y="32"/>
                  <a:pt x="31" y="32"/>
                  <a:pt x="31" y="31"/>
                </a:cubicBezTo>
                <a:cubicBezTo>
                  <a:pt x="31" y="31"/>
                  <a:pt x="31" y="31"/>
                  <a:pt x="31" y="31"/>
                </a:cubicBezTo>
                <a:cubicBezTo>
                  <a:pt x="31" y="31"/>
                  <a:pt x="30" y="31"/>
                  <a:pt x="30" y="32"/>
                </a:cubicBezTo>
                <a:cubicBezTo>
                  <a:pt x="30" y="32"/>
                  <a:pt x="31" y="32"/>
                  <a:pt x="31" y="32"/>
                </a:cubicBezTo>
                <a:close/>
                <a:moveTo>
                  <a:pt x="16" y="35"/>
                </a:moveTo>
                <a:cubicBezTo>
                  <a:pt x="16" y="35"/>
                  <a:pt x="16" y="36"/>
                  <a:pt x="16" y="36"/>
                </a:cubicBezTo>
                <a:cubicBezTo>
                  <a:pt x="16" y="36"/>
                  <a:pt x="16" y="36"/>
                  <a:pt x="16" y="36"/>
                </a:cubicBezTo>
                <a:cubicBezTo>
                  <a:pt x="16" y="36"/>
                  <a:pt x="16" y="36"/>
                  <a:pt x="16" y="35"/>
                </a:cubicBezTo>
                <a:cubicBezTo>
                  <a:pt x="16" y="35"/>
                  <a:pt x="16" y="35"/>
                  <a:pt x="16" y="35"/>
                </a:cubicBezTo>
                <a:close/>
                <a:moveTo>
                  <a:pt x="95" y="59"/>
                </a:moveTo>
                <a:cubicBezTo>
                  <a:pt x="95" y="59"/>
                  <a:pt x="95" y="59"/>
                  <a:pt x="95" y="59"/>
                </a:cubicBezTo>
                <a:cubicBezTo>
                  <a:pt x="95" y="59"/>
                  <a:pt x="95" y="59"/>
                  <a:pt x="95" y="59"/>
                </a:cubicBezTo>
                <a:cubicBezTo>
                  <a:pt x="95" y="59"/>
                  <a:pt x="95" y="59"/>
                  <a:pt x="95" y="59"/>
                </a:cubicBezTo>
                <a:cubicBezTo>
                  <a:pt x="95" y="59"/>
                  <a:pt x="95" y="59"/>
                  <a:pt x="95" y="59"/>
                </a:cubicBezTo>
                <a:close/>
                <a:moveTo>
                  <a:pt x="7" y="43"/>
                </a:moveTo>
                <a:cubicBezTo>
                  <a:pt x="7" y="44"/>
                  <a:pt x="7" y="44"/>
                  <a:pt x="7" y="44"/>
                </a:cubicBezTo>
                <a:cubicBezTo>
                  <a:pt x="7" y="44"/>
                  <a:pt x="7" y="43"/>
                  <a:pt x="7" y="43"/>
                </a:cubicBezTo>
                <a:close/>
                <a:moveTo>
                  <a:pt x="88" y="34"/>
                </a:moveTo>
                <a:cubicBezTo>
                  <a:pt x="88" y="34"/>
                  <a:pt x="88" y="34"/>
                  <a:pt x="88" y="34"/>
                </a:cubicBezTo>
                <a:cubicBezTo>
                  <a:pt x="88" y="34"/>
                  <a:pt x="88" y="35"/>
                  <a:pt x="88" y="35"/>
                </a:cubicBezTo>
                <a:cubicBezTo>
                  <a:pt x="88" y="34"/>
                  <a:pt x="89" y="34"/>
                  <a:pt x="89" y="34"/>
                </a:cubicBezTo>
                <a:cubicBezTo>
                  <a:pt x="89" y="34"/>
                  <a:pt x="89" y="34"/>
                  <a:pt x="88" y="34"/>
                </a:cubicBezTo>
                <a:close/>
                <a:moveTo>
                  <a:pt x="32" y="77"/>
                </a:moveTo>
                <a:cubicBezTo>
                  <a:pt x="31" y="77"/>
                  <a:pt x="32" y="77"/>
                  <a:pt x="32" y="77"/>
                </a:cubicBezTo>
                <a:cubicBezTo>
                  <a:pt x="32" y="77"/>
                  <a:pt x="32" y="77"/>
                  <a:pt x="32" y="78"/>
                </a:cubicBezTo>
                <a:cubicBezTo>
                  <a:pt x="32" y="78"/>
                  <a:pt x="32" y="77"/>
                  <a:pt x="32" y="77"/>
                </a:cubicBezTo>
                <a:cubicBezTo>
                  <a:pt x="32" y="77"/>
                  <a:pt x="32" y="77"/>
                  <a:pt x="32" y="77"/>
                </a:cubicBezTo>
                <a:cubicBezTo>
                  <a:pt x="32" y="77"/>
                  <a:pt x="32" y="77"/>
                  <a:pt x="32" y="77"/>
                </a:cubicBezTo>
                <a:close/>
                <a:moveTo>
                  <a:pt x="48" y="10"/>
                </a:moveTo>
                <a:cubicBezTo>
                  <a:pt x="48" y="10"/>
                  <a:pt x="48" y="10"/>
                  <a:pt x="48" y="10"/>
                </a:cubicBezTo>
                <a:cubicBezTo>
                  <a:pt x="48" y="10"/>
                  <a:pt x="48" y="10"/>
                  <a:pt x="48" y="10"/>
                </a:cubicBezTo>
                <a:cubicBezTo>
                  <a:pt x="48" y="10"/>
                  <a:pt x="48" y="9"/>
                  <a:pt x="48" y="9"/>
                </a:cubicBezTo>
                <a:cubicBezTo>
                  <a:pt x="48" y="9"/>
                  <a:pt x="48" y="10"/>
                  <a:pt x="48" y="10"/>
                </a:cubicBezTo>
                <a:cubicBezTo>
                  <a:pt x="48" y="10"/>
                  <a:pt x="48" y="10"/>
                  <a:pt x="48" y="10"/>
                </a:cubicBezTo>
                <a:cubicBezTo>
                  <a:pt x="48" y="10"/>
                  <a:pt x="48" y="10"/>
                  <a:pt x="48" y="10"/>
                </a:cubicBezTo>
                <a:close/>
                <a:moveTo>
                  <a:pt x="54" y="9"/>
                </a:moveTo>
                <a:cubicBezTo>
                  <a:pt x="54" y="9"/>
                  <a:pt x="54" y="8"/>
                  <a:pt x="54" y="8"/>
                </a:cubicBezTo>
                <a:cubicBezTo>
                  <a:pt x="54" y="8"/>
                  <a:pt x="54" y="8"/>
                  <a:pt x="54" y="8"/>
                </a:cubicBezTo>
                <a:cubicBezTo>
                  <a:pt x="54" y="8"/>
                  <a:pt x="53" y="8"/>
                  <a:pt x="53" y="8"/>
                </a:cubicBezTo>
                <a:cubicBezTo>
                  <a:pt x="53" y="9"/>
                  <a:pt x="53" y="9"/>
                  <a:pt x="54" y="9"/>
                </a:cubicBezTo>
                <a:close/>
                <a:moveTo>
                  <a:pt x="30" y="79"/>
                </a:moveTo>
                <a:cubicBezTo>
                  <a:pt x="30" y="79"/>
                  <a:pt x="30" y="80"/>
                  <a:pt x="30" y="80"/>
                </a:cubicBezTo>
                <a:cubicBezTo>
                  <a:pt x="30" y="80"/>
                  <a:pt x="30" y="80"/>
                  <a:pt x="30" y="80"/>
                </a:cubicBezTo>
                <a:cubicBezTo>
                  <a:pt x="30" y="80"/>
                  <a:pt x="30" y="80"/>
                  <a:pt x="30" y="80"/>
                </a:cubicBezTo>
                <a:cubicBezTo>
                  <a:pt x="30" y="80"/>
                  <a:pt x="30" y="79"/>
                  <a:pt x="30" y="79"/>
                </a:cubicBezTo>
                <a:close/>
                <a:moveTo>
                  <a:pt x="33" y="32"/>
                </a:moveTo>
                <a:cubicBezTo>
                  <a:pt x="33" y="32"/>
                  <a:pt x="33" y="32"/>
                  <a:pt x="33" y="31"/>
                </a:cubicBezTo>
                <a:cubicBezTo>
                  <a:pt x="33" y="31"/>
                  <a:pt x="33" y="31"/>
                  <a:pt x="33" y="31"/>
                </a:cubicBezTo>
                <a:cubicBezTo>
                  <a:pt x="33" y="31"/>
                  <a:pt x="33" y="31"/>
                  <a:pt x="33" y="31"/>
                </a:cubicBezTo>
                <a:cubicBezTo>
                  <a:pt x="33" y="31"/>
                  <a:pt x="33" y="31"/>
                  <a:pt x="33" y="32"/>
                </a:cubicBezTo>
                <a:close/>
                <a:moveTo>
                  <a:pt x="115" y="74"/>
                </a:moveTo>
                <a:cubicBezTo>
                  <a:pt x="115" y="74"/>
                  <a:pt x="115" y="74"/>
                  <a:pt x="115" y="74"/>
                </a:cubicBezTo>
                <a:cubicBezTo>
                  <a:pt x="115" y="74"/>
                  <a:pt x="115" y="74"/>
                  <a:pt x="115" y="74"/>
                </a:cubicBezTo>
                <a:close/>
                <a:moveTo>
                  <a:pt x="44" y="38"/>
                </a:moveTo>
                <a:cubicBezTo>
                  <a:pt x="44" y="38"/>
                  <a:pt x="44" y="38"/>
                  <a:pt x="44" y="38"/>
                </a:cubicBezTo>
                <a:cubicBezTo>
                  <a:pt x="44" y="38"/>
                  <a:pt x="44" y="38"/>
                  <a:pt x="44" y="38"/>
                </a:cubicBezTo>
                <a:cubicBezTo>
                  <a:pt x="44" y="38"/>
                  <a:pt x="44" y="38"/>
                  <a:pt x="44" y="38"/>
                </a:cubicBezTo>
                <a:cubicBezTo>
                  <a:pt x="44" y="38"/>
                  <a:pt x="44" y="38"/>
                  <a:pt x="44" y="38"/>
                </a:cubicBezTo>
                <a:close/>
                <a:moveTo>
                  <a:pt x="40" y="53"/>
                </a:moveTo>
                <a:cubicBezTo>
                  <a:pt x="40" y="53"/>
                  <a:pt x="40" y="53"/>
                  <a:pt x="40" y="53"/>
                </a:cubicBezTo>
                <a:cubicBezTo>
                  <a:pt x="40" y="53"/>
                  <a:pt x="40" y="53"/>
                  <a:pt x="40" y="53"/>
                </a:cubicBezTo>
                <a:close/>
                <a:moveTo>
                  <a:pt x="40" y="71"/>
                </a:moveTo>
                <a:cubicBezTo>
                  <a:pt x="40" y="71"/>
                  <a:pt x="40" y="71"/>
                  <a:pt x="40" y="71"/>
                </a:cubicBezTo>
                <a:cubicBezTo>
                  <a:pt x="40" y="71"/>
                  <a:pt x="40" y="71"/>
                  <a:pt x="40" y="71"/>
                </a:cubicBezTo>
                <a:cubicBezTo>
                  <a:pt x="40" y="71"/>
                  <a:pt x="41" y="71"/>
                  <a:pt x="41" y="71"/>
                </a:cubicBezTo>
                <a:cubicBezTo>
                  <a:pt x="41" y="71"/>
                  <a:pt x="40" y="71"/>
                  <a:pt x="40" y="71"/>
                </a:cubicBezTo>
                <a:close/>
                <a:moveTo>
                  <a:pt x="7" y="43"/>
                </a:moveTo>
                <a:cubicBezTo>
                  <a:pt x="7" y="43"/>
                  <a:pt x="7" y="43"/>
                  <a:pt x="7" y="43"/>
                </a:cubicBezTo>
                <a:cubicBezTo>
                  <a:pt x="7" y="43"/>
                  <a:pt x="7" y="43"/>
                  <a:pt x="7" y="43"/>
                </a:cubicBezTo>
                <a:cubicBezTo>
                  <a:pt x="7" y="44"/>
                  <a:pt x="7" y="43"/>
                  <a:pt x="7" y="43"/>
                </a:cubicBezTo>
                <a:cubicBezTo>
                  <a:pt x="7" y="43"/>
                  <a:pt x="7" y="43"/>
                  <a:pt x="7" y="43"/>
                </a:cubicBezTo>
                <a:cubicBezTo>
                  <a:pt x="8" y="43"/>
                  <a:pt x="7" y="43"/>
                  <a:pt x="7" y="43"/>
                </a:cubicBezTo>
                <a:close/>
                <a:moveTo>
                  <a:pt x="33" y="31"/>
                </a:moveTo>
                <a:cubicBezTo>
                  <a:pt x="33" y="31"/>
                  <a:pt x="33" y="31"/>
                  <a:pt x="33" y="30"/>
                </a:cubicBezTo>
                <a:cubicBezTo>
                  <a:pt x="33" y="31"/>
                  <a:pt x="32" y="31"/>
                  <a:pt x="32" y="30"/>
                </a:cubicBezTo>
                <a:cubicBezTo>
                  <a:pt x="32" y="31"/>
                  <a:pt x="33" y="31"/>
                  <a:pt x="33" y="31"/>
                </a:cubicBezTo>
                <a:close/>
                <a:moveTo>
                  <a:pt x="104" y="28"/>
                </a:moveTo>
                <a:cubicBezTo>
                  <a:pt x="104" y="28"/>
                  <a:pt x="104" y="28"/>
                  <a:pt x="104" y="28"/>
                </a:cubicBezTo>
                <a:cubicBezTo>
                  <a:pt x="104" y="28"/>
                  <a:pt x="104" y="28"/>
                  <a:pt x="104" y="28"/>
                </a:cubicBezTo>
                <a:close/>
                <a:moveTo>
                  <a:pt x="57" y="7"/>
                </a:moveTo>
                <a:cubicBezTo>
                  <a:pt x="57" y="7"/>
                  <a:pt x="57" y="7"/>
                  <a:pt x="57" y="7"/>
                </a:cubicBezTo>
                <a:cubicBezTo>
                  <a:pt x="57" y="7"/>
                  <a:pt x="57" y="7"/>
                  <a:pt x="57" y="7"/>
                </a:cubicBezTo>
                <a:cubicBezTo>
                  <a:pt x="57" y="7"/>
                  <a:pt x="57" y="7"/>
                  <a:pt x="57" y="7"/>
                </a:cubicBezTo>
                <a:cubicBezTo>
                  <a:pt x="57" y="7"/>
                  <a:pt x="57" y="7"/>
                  <a:pt x="57" y="7"/>
                </a:cubicBezTo>
                <a:close/>
                <a:moveTo>
                  <a:pt x="116" y="79"/>
                </a:moveTo>
                <a:cubicBezTo>
                  <a:pt x="115" y="79"/>
                  <a:pt x="116" y="80"/>
                  <a:pt x="116" y="80"/>
                </a:cubicBezTo>
                <a:cubicBezTo>
                  <a:pt x="116" y="80"/>
                  <a:pt x="116" y="79"/>
                  <a:pt x="116" y="79"/>
                </a:cubicBezTo>
                <a:close/>
                <a:moveTo>
                  <a:pt x="89" y="30"/>
                </a:moveTo>
                <a:cubicBezTo>
                  <a:pt x="89" y="30"/>
                  <a:pt x="89" y="30"/>
                  <a:pt x="89" y="30"/>
                </a:cubicBezTo>
                <a:cubicBezTo>
                  <a:pt x="89" y="30"/>
                  <a:pt x="89" y="30"/>
                  <a:pt x="89" y="30"/>
                </a:cubicBezTo>
                <a:cubicBezTo>
                  <a:pt x="89" y="30"/>
                  <a:pt x="90" y="30"/>
                  <a:pt x="90" y="30"/>
                </a:cubicBezTo>
                <a:cubicBezTo>
                  <a:pt x="90" y="30"/>
                  <a:pt x="89" y="30"/>
                  <a:pt x="89" y="30"/>
                </a:cubicBezTo>
                <a:close/>
                <a:moveTo>
                  <a:pt x="111" y="67"/>
                </a:moveTo>
                <a:cubicBezTo>
                  <a:pt x="111" y="67"/>
                  <a:pt x="110" y="67"/>
                  <a:pt x="110" y="67"/>
                </a:cubicBezTo>
                <a:cubicBezTo>
                  <a:pt x="111" y="67"/>
                  <a:pt x="111" y="67"/>
                  <a:pt x="111" y="67"/>
                </a:cubicBezTo>
                <a:close/>
                <a:moveTo>
                  <a:pt x="5" y="39"/>
                </a:moveTo>
                <a:cubicBezTo>
                  <a:pt x="5" y="39"/>
                  <a:pt x="5" y="39"/>
                  <a:pt x="5" y="39"/>
                </a:cubicBezTo>
                <a:cubicBezTo>
                  <a:pt x="5" y="39"/>
                  <a:pt x="5" y="39"/>
                  <a:pt x="5" y="39"/>
                </a:cubicBezTo>
                <a:cubicBezTo>
                  <a:pt x="5" y="39"/>
                  <a:pt x="5" y="39"/>
                  <a:pt x="5" y="39"/>
                </a:cubicBezTo>
                <a:cubicBezTo>
                  <a:pt x="5" y="39"/>
                  <a:pt x="5" y="39"/>
                  <a:pt x="5" y="39"/>
                </a:cubicBezTo>
                <a:close/>
                <a:moveTo>
                  <a:pt x="114" y="74"/>
                </a:moveTo>
                <a:cubicBezTo>
                  <a:pt x="114" y="74"/>
                  <a:pt x="114" y="74"/>
                  <a:pt x="114" y="74"/>
                </a:cubicBezTo>
                <a:cubicBezTo>
                  <a:pt x="114" y="74"/>
                  <a:pt x="114" y="75"/>
                  <a:pt x="114" y="75"/>
                </a:cubicBezTo>
                <a:cubicBezTo>
                  <a:pt x="114" y="75"/>
                  <a:pt x="114" y="74"/>
                  <a:pt x="114" y="74"/>
                </a:cubicBezTo>
                <a:cubicBezTo>
                  <a:pt x="114" y="74"/>
                  <a:pt x="114" y="74"/>
                  <a:pt x="114" y="74"/>
                </a:cubicBezTo>
                <a:close/>
                <a:moveTo>
                  <a:pt x="12" y="22"/>
                </a:move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lose/>
                <a:moveTo>
                  <a:pt x="12" y="22"/>
                </a:moveTo>
                <a:cubicBezTo>
                  <a:pt x="12" y="22"/>
                  <a:pt x="12" y="22"/>
                  <a:pt x="12" y="22"/>
                </a:cubicBezTo>
                <a:cubicBezTo>
                  <a:pt x="12" y="22"/>
                  <a:pt x="12" y="22"/>
                  <a:pt x="12" y="22"/>
                </a:cubicBezTo>
                <a:close/>
                <a:moveTo>
                  <a:pt x="47" y="43"/>
                </a:moveTo>
                <a:cubicBezTo>
                  <a:pt x="46" y="43"/>
                  <a:pt x="46" y="43"/>
                  <a:pt x="46" y="43"/>
                </a:cubicBezTo>
                <a:cubicBezTo>
                  <a:pt x="46" y="43"/>
                  <a:pt x="46" y="43"/>
                  <a:pt x="46" y="43"/>
                </a:cubicBezTo>
                <a:cubicBezTo>
                  <a:pt x="46" y="43"/>
                  <a:pt x="45" y="42"/>
                  <a:pt x="45" y="42"/>
                </a:cubicBezTo>
                <a:cubicBezTo>
                  <a:pt x="45" y="42"/>
                  <a:pt x="45" y="42"/>
                  <a:pt x="45" y="42"/>
                </a:cubicBezTo>
                <a:cubicBezTo>
                  <a:pt x="45" y="42"/>
                  <a:pt x="45" y="42"/>
                  <a:pt x="45" y="42"/>
                </a:cubicBezTo>
                <a:cubicBezTo>
                  <a:pt x="45" y="42"/>
                  <a:pt x="45" y="42"/>
                  <a:pt x="45" y="42"/>
                </a:cubicBezTo>
                <a:cubicBezTo>
                  <a:pt x="45" y="42"/>
                  <a:pt x="45" y="43"/>
                  <a:pt x="45" y="43"/>
                </a:cubicBezTo>
                <a:cubicBezTo>
                  <a:pt x="45" y="43"/>
                  <a:pt x="45" y="43"/>
                  <a:pt x="46" y="43"/>
                </a:cubicBezTo>
                <a:cubicBezTo>
                  <a:pt x="46" y="44"/>
                  <a:pt x="46" y="44"/>
                  <a:pt x="46" y="44"/>
                </a:cubicBezTo>
                <a:cubicBezTo>
                  <a:pt x="46" y="44"/>
                  <a:pt x="46" y="43"/>
                  <a:pt x="46" y="43"/>
                </a:cubicBezTo>
                <a:cubicBezTo>
                  <a:pt x="46" y="43"/>
                  <a:pt x="46" y="43"/>
                  <a:pt x="46" y="43"/>
                </a:cubicBezTo>
                <a:cubicBezTo>
                  <a:pt x="46" y="43"/>
                  <a:pt x="47" y="43"/>
                  <a:pt x="47" y="43"/>
                </a:cubicBezTo>
                <a:cubicBezTo>
                  <a:pt x="47" y="43"/>
                  <a:pt x="47" y="43"/>
                  <a:pt x="47" y="43"/>
                </a:cubicBezTo>
                <a:close/>
                <a:moveTo>
                  <a:pt x="27" y="59"/>
                </a:moveTo>
                <a:cubicBezTo>
                  <a:pt x="27" y="59"/>
                  <a:pt x="27" y="59"/>
                  <a:pt x="27" y="59"/>
                </a:cubicBezTo>
                <a:cubicBezTo>
                  <a:pt x="27" y="59"/>
                  <a:pt x="27" y="59"/>
                  <a:pt x="27" y="59"/>
                </a:cubicBezTo>
                <a:cubicBezTo>
                  <a:pt x="27" y="59"/>
                  <a:pt x="27" y="59"/>
                  <a:pt x="27" y="59"/>
                </a:cubicBezTo>
                <a:cubicBezTo>
                  <a:pt x="27" y="59"/>
                  <a:pt x="27" y="59"/>
                  <a:pt x="27" y="59"/>
                </a:cubicBezTo>
                <a:close/>
                <a:moveTo>
                  <a:pt x="6" y="33"/>
                </a:moveTo>
                <a:cubicBezTo>
                  <a:pt x="6" y="33"/>
                  <a:pt x="6" y="33"/>
                  <a:pt x="6" y="33"/>
                </a:cubicBezTo>
                <a:cubicBezTo>
                  <a:pt x="6" y="33"/>
                  <a:pt x="6" y="33"/>
                  <a:pt x="6" y="33"/>
                </a:cubicBezTo>
                <a:cubicBezTo>
                  <a:pt x="6" y="33"/>
                  <a:pt x="6" y="33"/>
                  <a:pt x="6" y="33"/>
                </a:cubicBezTo>
                <a:cubicBezTo>
                  <a:pt x="6" y="33"/>
                  <a:pt x="6" y="33"/>
                  <a:pt x="6" y="33"/>
                </a:cubicBezTo>
                <a:close/>
                <a:moveTo>
                  <a:pt x="12" y="22"/>
                </a:moveTo>
                <a:cubicBezTo>
                  <a:pt x="12" y="22"/>
                  <a:pt x="12" y="22"/>
                  <a:pt x="12" y="22"/>
                </a:cubicBezTo>
                <a:cubicBezTo>
                  <a:pt x="12" y="22"/>
                  <a:pt x="12" y="22"/>
                  <a:pt x="12" y="22"/>
                </a:cubicBezTo>
                <a:cubicBezTo>
                  <a:pt x="12" y="22"/>
                  <a:pt x="12" y="22"/>
                  <a:pt x="12" y="22"/>
                </a:cubicBezTo>
                <a:close/>
                <a:moveTo>
                  <a:pt x="98" y="0"/>
                </a:moveTo>
                <a:cubicBezTo>
                  <a:pt x="98" y="0"/>
                  <a:pt x="97" y="0"/>
                  <a:pt x="97" y="0"/>
                </a:cubicBezTo>
                <a:cubicBezTo>
                  <a:pt x="97" y="0"/>
                  <a:pt x="97" y="0"/>
                  <a:pt x="97" y="0"/>
                </a:cubicBezTo>
                <a:cubicBezTo>
                  <a:pt x="97" y="0"/>
                  <a:pt x="97" y="0"/>
                  <a:pt x="98" y="0"/>
                </a:cubicBezTo>
                <a:close/>
                <a:moveTo>
                  <a:pt x="54" y="3"/>
                </a:moveTo>
                <a:cubicBezTo>
                  <a:pt x="54" y="4"/>
                  <a:pt x="54" y="4"/>
                  <a:pt x="54" y="3"/>
                </a:cubicBezTo>
                <a:cubicBezTo>
                  <a:pt x="54" y="3"/>
                  <a:pt x="54" y="3"/>
                  <a:pt x="54" y="3"/>
                </a:cubicBezTo>
                <a:cubicBezTo>
                  <a:pt x="54" y="3"/>
                  <a:pt x="54" y="3"/>
                  <a:pt x="54" y="3"/>
                </a:cubicBezTo>
                <a:close/>
                <a:moveTo>
                  <a:pt x="56" y="8"/>
                </a:moveTo>
                <a:cubicBezTo>
                  <a:pt x="56" y="8"/>
                  <a:pt x="56" y="8"/>
                  <a:pt x="56" y="8"/>
                </a:cubicBezTo>
                <a:cubicBezTo>
                  <a:pt x="56" y="8"/>
                  <a:pt x="56" y="7"/>
                  <a:pt x="56" y="7"/>
                </a:cubicBezTo>
                <a:cubicBezTo>
                  <a:pt x="56" y="7"/>
                  <a:pt x="56" y="8"/>
                  <a:pt x="56" y="8"/>
                </a:cubicBezTo>
                <a:cubicBezTo>
                  <a:pt x="56" y="8"/>
                  <a:pt x="56" y="8"/>
                  <a:pt x="56" y="8"/>
                </a:cubicBezTo>
                <a:close/>
                <a:moveTo>
                  <a:pt x="14" y="37"/>
                </a:moveTo>
                <a:cubicBezTo>
                  <a:pt x="14" y="38"/>
                  <a:pt x="14" y="37"/>
                  <a:pt x="14" y="37"/>
                </a:cubicBezTo>
                <a:cubicBezTo>
                  <a:pt x="14" y="37"/>
                  <a:pt x="14" y="37"/>
                  <a:pt x="14" y="37"/>
                </a:cubicBezTo>
                <a:cubicBezTo>
                  <a:pt x="14" y="37"/>
                  <a:pt x="14" y="37"/>
                  <a:pt x="14" y="37"/>
                </a:cubicBezTo>
                <a:close/>
                <a:moveTo>
                  <a:pt x="4" y="38"/>
                </a:moveTo>
                <a:cubicBezTo>
                  <a:pt x="4" y="39"/>
                  <a:pt x="4" y="39"/>
                  <a:pt x="4" y="39"/>
                </a:cubicBezTo>
                <a:cubicBezTo>
                  <a:pt x="4" y="39"/>
                  <a:pt x="4" y="39"/>
                  <a:pt x="4" y="38"/>
                </a:cubicBezTo>
                <a:close/>
                <a:moveTo>
                  <a:pt x="106" y="75"/>
                </a:moveTo>
                <a:cubicBezTo>
                  <a:pt x="106" y="75"/>
                  <a:pt x="106" y="75"/>
                  <a:pt x="106" y="75"/>
                </a:cubicBezTo>
                <a:cubicBezTo>
                  <a:pt x="106" y="75"/>
                  <a:pt x="106" y="75"/>
                  <a:pt x="106" y="75"/>
                </a:cubicBezTo>
                <a:cubicBezTo>
                  <a:pt x="106" y="75"/>
                  <a:pt x="106" y="75"/>
                  <a:pt x="106" y="75"/>
                </a:cubicBezTo>
                <a:cubicBezTo>
                  <a:pt x="106" y="75"/>
                  <a:pt x="106" y="75"/>
                  <a:pt x="106" y="75"/>
                </a:cubicBezTo>
                <a:close/>
                <a:moveTo>
                  <a:pt x="11" y="21"/>
                </a:moveTo>
                <a:cubicBezTo>
                  <a:pt x="11" y="21"/>
                  <a:pt x="11" y="21"/>
                  <a:pt x="11" y="21"/>
                </a:cubicBezTo>
                <a:cubicBezTo>
                  <a:pt x="11" y="21"/>
                  <a:pt x="11" y="21"/>
                  <a:pt x="11" y="21"/>
                </a:cubicBezTo>
                <a:cubicBezTo>
                  <a:pt x="11" y="21"/>
                  <a:pt x="11" y="21"/>
                  <a:pt x="11" y="21"/>
                </a:cubicBezTo>
                <a:cubicBezTo>
                  <a:pt x="11" y="21"/>
                  <a:pt x="11" y="21"/>
                  <a:pt x="11" y="21"/>
                </a:cubicBezTo>
                <a:close/>
                <a:moveTo>
                  <a:pt x="5" y="41"/>
                </a:moveTo>
                <a:cubicBezTo>
                  <a:pt x="5" y="41"/>
                  <a:pt x="5" y="41"/>
                  <a:pt x="5" y="41"/>
                </a:cubicBezTo>
                <a:cubicBezTo>
                  <a:pt x="5" y="41"/>
                  <a:pt x="5" y="41"/>
                  <a:pt x="5" y="41"/>
                </a:cubicBezTo>
                <a:close/>
                <a:moveTo>
                  <a:pt x="7" y="28"/>
                </a:moveTo>
                <a:cubicBezTo>
                  <a:pt x="7" y="28"/>
                  <a:pt x="7" y="28"/>
                  <a:pt x="7" y="28"/>
                </a:cubicBezTo>
                <a:cubicBezTo>
                  <a:pt x="7" y="28"/>
                  <a:pt x="7" y="28"/>
                  <a:pt x="7" y="28"/>
                </a:cubicBezTo>
                <a:cubicBezTo>
                  <a:pt x="7" y="28"/>
                  <a:pt x="7" y="28"/>
                  <a:pt x="7" y="28"/>
                </a:cubicBezTo>
                <a:cubicBezTo>
                  <a:pt x="7" y="28"/>
                  <a:pt x="7" y="28"/>
                  <a:pt x="7" y="28"/>
                </a:cubicBezTo>
                <a:close/>
                <a:moveTo>
                  <a:pt x="44" y="13"/>
                </a:moveTo>
                <a:cubicBezTo>
                  <a:pt x="44" y="13"/>
                  <a:pt x="44" y="13"/>
                  <a:pt x="44" y="13"/>
                </a:cubicBezTo>
                <a:cubicBezTo>
                  <a:pt x="44" y="13"/>
                  <a:pt x="44" y="13"/>
                  <a:pt x="44" y="13"/>
                </a:cubicBezTo>
                <a:cubicBezTo>
                  <a:pt x="44" y="13"/>
                  <a:pt x="44" y="13"/>
                  <a:pt x="44" y="13"/>
                </a:cubicBezTo>
                <a:cubicBezTo>
                  <a:pt x="44" y="13"/>
                  <a:pt x="44" y="13"/>
                  <a:pt x="44" y="13"/>
                </a:cubicBezTo>
                <a:close/>
                <a:moveTo>
                  <a:pt x="9" y="36"/>
                </a:moveTo>
                <a:cubicBezTo>
                  <a:pt x="9" y="36"/>
                  <a:pt x="9" y="36"/>
                  <a:pt x="9" y="36"/>
                </a:cubicBezTo>
                <a:cubicBezTo>
                  <a:pt x="9" y="36"/>
                  <a:pt x="9" y="36"/>
                  <a:pt x="9" y="36"/>
                </a:cubicBezTo>
                <a:close/>
                <a:moveTo>
                  <a:pt x="51" y="34"/>
                </a:moveTo>
                <a:cubicBezTo>
                  <a:pt x="51" y="34"/>
                  <a:pt x="51" y="34"/>
                  <a:pt x="51" y="34"/>
                </a:cubicBezTo>
                <a:cubicBezTo>
                  <a:pt x="51" y="34"/>
                  <a:pt x="51" y="34"/>
                  <a:pt x="51" y="34"/>
                </a:cubicBezTo>
                <a:close/>
                <a:moveTo>
                  <a:pt x="21" y="34"/>
                </a:moveTo>
                <a:cubicBezTo>
                  <a:pt x="21" y="33"/>
                  <a:pt x="21" y="33"/>
                  <a:pt x="21" y="33"/>
                </a:cubicBezTo>
                <a:cubicBezTo>
                  <a:pt x="21" y="33"/>
                  <a:pt x="21" y="33"/>
                  <a:pt x="21" y="33"/>
                </a:cubicBezTo>
                <a:cubicBezTo>
                  <a:pt x="21" y="33"/>
                  <a:pt x="21" y="33"/>
                  <a:pt x="21" y="33"/>
                </a:cubicBezTo>
                <a:cubicBezTo>
                  <a:pt x="21" y="33"/>
                  <a:pt x="21" y="33"/>
                  <a:pt x="21" y="34"/>
                </a:cubicBezTo>
                <a:close/>
                <a:moveTo>
                  <a:pt x="66" y="2"/>
                </a:moveTo>
                <a:cubicBezTo>
                  <a:pt x="66" y="2"/>
                  <a:pt x="66" y="2"/>
                  <a:pt x="66" y="2"/>
                </a:cubicBezTo>
                <a:cubicBezTo>
                  <a:pt x="66" y="2"/>
                  <a:pt x="66" y="2"/>
                  <a:pt x="66" y="2"/>
                </a:cubicBezTo>
                <a:close/>
                <a:moveTo>
                  <a:pt x="84" y="10"/>
                </a:moveTo>
                <a:cubicBezTo>
                  <a:pt x="84" y="10"/>
                  <a:pt x="84" y="10"/>
                  <a:pt x="84" y="10"/>
                </a:cubicBezTo>
                <a:cubicBezTo>
                  <a:pt x="84" y="10"/>
                  <a:pt x="84" y="10"/>
                  <a:pt x="84" y="10"/>
                </a:cubicBezTo>
                <a:cubicBezTo>
                  <a:pt x="84" y="10"/>
                  <a:pt x="84" y="10"/>
                  <a:pt x="84" y="10"/>
                </a:cubicBezTo>
                <a:cubicBezTo>
                  <a:pt x="84" y="10"/>
                  <a:pt x="84" y="10"/>
                  <a:pt x="84" y="10"/>
                </a:cubicBezTo>
                <a:close/>
                <a:moveTo>
                  <a:pt x="14" y="19"/>
                </a:moveTo>
                <a:cubicBezTo>
                  <a:pt x="14" y="19"/>
                  <a:pt x="14" y="19"/>
                  <a:pt x="14" y="19"/>
                </a:cubicBezTo>
                <a:cubicBezTo>
                  <a:pt x="14" y="19"/>
                  <a:pt x="14" y="19"/>
                  <a:pt x="14" y="19"/>
                </a:cubicBezTo>
                <a:cubicBezTo>
                  <a:pt x="14" y="19"/>
                  <a:pt x="14" y="19"/>
                  <a:pt x="14" y="19"/>
                </a:cubicBezTo>
                <a:cubicBezTo>
                  <a:pt x="14" y="19"/>
                  <a:pt x="14" y="19"/>
                  <a:pt x="14" y="19"/>
                </a:cubicBezTo>
                <a:close/>
                <a:moveTo>
                  <a:pt x="113" y="73"/>
                </a:moveTo>
                <a:cubicBezTo>
                  <a:pt x="113" y="73"/>
                  <a:pt x="113" y="73"/>
                  <a:pt x="113" y="73"/>
                </a:cubicBezTo>
                <a:cubicBezTo>
                  <a:pt x="113" y="73"/>
                  <a:pt x="113" y="73"/>
                  <a:pt x="113" y="73"/>
                </a:cubicBezTo>
                <a:cubicBezTo>
                  <a:pt x="113" y="73"/>
                  <a:pt x="113" y="73"/>
                  <a:pt x="113" y="73"/>
                </a:cubicBezTo>
                <a:cubicBezTo>
                  <a:pt x="113" y="73"/>
                  <a:pt x="113" y="73"/>
                  <a:pt x="113" y="73"/>
                </a:cubicBezTo>
                <a:close/>
                <a:moveTo>
                  <a:pt x="71" y="3"/>
                </a:moveTo>
                <a:cubicBezTo>
                  <a:pt x="71" y="3"/>
                  <a:pt x="71" y="3"/>
                  <a:pt x="71" y="3"/>
                </a:cubicBezTo>
                <a:cubicBezTo>
                  <a:pt x="71" y="3"/>
                  <a:pt x="71" y="3"/>
                  <a:pt x="71" y="3"/>
                </a:cubicBezTo>
                <a:cubicBezTo>
                  <a:pt x="71" y="3"/>
                  <a:pt x="70" y="3"/>
                  <a:pt x="70" y="3"/>
                </a:cubicBezTo>
                <a:cubicBezTo>
                  <a:pt x="70" y="3"/>
                  <a:pt x="70" y="3"/>
                  <a:pt x="71" y="3"/>
                </a:cubicBezTo>
                <a:close/>
                <a:moveTo>
                  <a:pt x="34" y="54"/>
                </a:moveTo>
                <a:cubicBezTo>
                  <a:pt x="34" y="54"/>
                  <a:pt x="34" y="54"/>
                  <a:pt x="34" y="54"/>
                </a:cubicBezTo>
                <a:cubicBezTo>
                  <a:pt x="34" y="54"/>
                  <a:pt x="34" y="54"/>
                  <a:pt x="34" y="54"/>
                </a:cubicBezTo>
                <a:cubicBezTo>
                  <a:pt x="34" y="54"/>
                  <a:pt x="34" y="54"/>
                  <a:pt x="34" y="54"/>
                </a:cubicBezTo>
                <a:cubicBezTo>
                  <a:pt x="34" y="54"/>
                  <a:pt x="34" y="54"/>
                  <a:pt x="34" y="54"/>
                </a:cubicBezTo>
                <a:close/>
                <a:moveTo>
                  <a:pt x="107" y="31"/>
                </a:moveTo>
                <a:cubicBezTo>
                  <a:pt x="107" y="31"/>
                  <a:pt x="107" y="30"/>
                  <a:pt x="107" y="30"/>
                </a:cubicBezTo>
                <a:cubicBezTo>
                  <a:pt x="107" y="30"/>
                  <a:pt x="107" y="30"/>
                  <a:pt x="107" y="30"/>
                </a:cubicBezTo>
                <a:cubicBezTo>
                  <a:pt x="107" y="30"/>
                  <a:pt x="106" y="31"/>
                  <a:pt x="106" y="31"/>
                </a:cubicBezTo>
                <a:cubicBezTo>
                  <a:pt x="107" y="31"/>
                  <a:pt x="107" y="31"/>
                  <a:pt x="107" y="31"/>
                </a:cubicBezTo>
                <a:close/>
                <a:moveTo>
                  <a:pt x="83" y="16"/>
                </a:moveTo>
                <a:cubicBezTo>
                  <a:pt x="83" y="16"/>
                  <a:pt x="83" y="16"/>
                  <a:pt x="83" y="16"/>
                </a:cubicBezTo>
                <a:cubicBezTo>
                  <a:pt x="83" y="16"/>
                  <a:pt x="83" y="16"/>
                  <a:pt x="83" y="16"/>
                </a:cubicBezTo>
                <a:close/>
                <a:moveTo>
                  <a:pt x="5" y="38"/>
                </a:moveTo>
                <a:cubicBezTo>
                  <a:pt x="5" y="38"/>
                  <a:pt x="5" y="38"/>
                  <a:pt x="5" y="38"/>
                </a:cubicBezTo>
                <a:cubicBezTo>
                  <a:pt x="5" y="38"/>
                  <a:pt x="5" y="38"/>
                  <a:pt x="5" y="38"/>
                </a:cubicBezTo>
                <a:cubicBezTo>
                  <a:pt x="5" y="38"/>
                  <a:pt x="5" y="38"/>
                  <a:pt x="5" y="38"/>
                </a:cubicBezTo>
                <a:close/>
                <a:moveTo>
                  <a:pt x="56" y="8"/>
                </a:moveTo>
                <a:cubicBezTo>
                  <a:pt x="56" y="8"/>
                  <a:pt x="56" y="8"/>
                  <a:pt x="56" y="8"/>
                </a:cubicBezTo>
                <a:cubicBezTo>
                  <a:pt x="56" y="8"/>
                  <a:pt x="56" y="8"/>
                  <a:pt x="56" y="8"/>
                </a:cubicBezTo>
                <a:cubicBezTo>
                  <a:pt x="56" y="8"/>
                  <a:pt x="56" y="8"/>
                  <a:pt x="56" y="8"/>
                </a:cubicBezTo>
                <a:cubicBezTo>
                  <a:pt x="56" y="8"/>
                  <a:pt x="56" y="8"/>
                  <a:pt x="56" y="8"/>
                </a:cubicBezTo>
                <a:close/>
                <a:moveTo>
                  <a:pt x="7" y="28"/>
                </a:moveTo>
                <a:cubicBezTo>
                  <a:pt x="7" y="28"/>
                  <a:pt x="7" y="28"/>
                  <a:pt x="7" y="28"/>
                </a:cubicBezTo>
                <a:cubicBezTo>
                  <a:pt x="7" y="28"/>
                  <a:pt x="7" y="28"/>
                  <a:pt x="7" y="28"/>
                </a:cubicBezTo>
                <a:cubicBezTo>
                  <a:pt x="7" y="28"/>
                  <a:pt x="7" y="28"/>
                  <a:pt x="7" y="28"/>
                </a:cubicBezTo>
                <a:cubicBezTo>
                  <a:pt x="7" y="28"/>
                  <a:pt x="7" y="28"/>
                  <a:pt x="7" y="28"/>
                </a:cubicBezTo>
                <a:close/>
                <a:moveTo>
                  <a:pt x="4" y="35"/>
                </a:moveTo>
                <a:cubicBezTo>
                  <a:pt x="4" y="35"/>
                  <a:pt x="3" y="35"/>
                  <a:pt x="3" y="35"/>
                </a:cubicBezTo>
                <a:cubicBezTo>
                  <a:pt x="4" y="35"/>
                  <a:pt x="4" y="35"/>
                  <a:pt x="4" y="35"/>
                </a:cubicBezTo>
                <a:cubicBezTo>
                  <a:pt x="4" y="35"/>
                  <a:pt x="4" y="35"/>
                  <a:pt x="4" y="35"/>
                </a:cubicBezTo>
                <a:cubicBezTo>
                  <a:pt x="4" y="35"/>
                  <a:pt x="4" y="35"/>
                  <a:pt x="4" y="35"/>
                </a:cubicBezTo>
                <a:close/>
                <a:moveTo>
                  <a:pt x="67" y="3"/>
                </a:moveTo>
                <a:cubicBezTo>
                  <a:pt x="67" y="3"/>
                  <a:pt x="67" y="3"/>
                  <a:pt x="67" y="3"/>
                </a:cubicBezTo>
                <a:cubicBezTo>
                  <a:pt x="67" y="3"/>
                  <a:pt x="67" y="3"/>
                  <a:pt x="67" y="3"/>
                </a:cubicBezTo>
                <a:cubicBezTo>
                  <a:pt x="67" y="3"/>
                  <a:pt x="67" y="3"/>
                  <a:pt x="67" y="3"/>
                </a:cubicBezTo>
                <a:cubicBezTo>
                  <a:pt x="67" y="3"/>
                  <a:pt x="67" y="3"/>
                  <a:pt x="67" y="3"/>
                </a:cubicBezTo>
                <a:close/>
                <a:moveTo>
                  <a:pt x="42" y="48"/>
                </a:moveTo>
                <a:cubicBezTo>
                  <a:pt x="42" y="48"/>
                  <a:pt x="42" y="48"/>
                  <a:pt x="42" y="48"/>
                </a:cubicBezTo>
                <a:cubicBezTo>
                  <a:pt x="42" y="48"/>
                  <a:pt x="42" y="48"/>
                  <a:pt x="42" y="48"/>
                </a:cubicBezTo>
                <a:cubicBezTo>
                  <a:pt x="42" y="48"/>
                  <a:pt x="42" y="48"/>
                  <a:pt x="42" y="48"/>
                </a:cubicBezTo>
                <a:cubicBezTo>
                  <a:pt x="42" y="48"/>
                  <a:pt x="42" y="48"/>
                  <a:pt x="42" y="48"/>
                </a:cubicBezTo>
                <a:close/>
              </a:path>
            </a:pathLst>
          </a:custGeom>
          <a:solidFill>
            <a:schemeClr val="accent3"/>
          </a:solid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ru-RU"/>
          </a:p>
        </p:txBody>
      </p:sp>
      <p:grpSp>
        <p:nvGrpSpPr>
          <p:cNvPr id="47" name="Countries"/>
          <p:cNvGrpSpPr/>
          <p:nvPr/>
        </p:nvGrpSpPr>
        <p:grpSpPr>
          <a:xfrm>
            <a:off x="6526213" y="1257300"/>
            <a:ext cx="5098564" cy="4423907"/>
            <a:chOff x="6526213" y="1257300"/>
            <a:chExt cx="5098564" cy="4423907"/>
          </a:xfrm>
        </p:grpSpPr>
        <p:sp>
          <p:nvSpPr>
            <p:cNvPr id="48" name="Rectangle 47"/>
            <p:cNvSpPr>
              <a:spLocks noChangeArrowheads="1"/>
            </p:cNvSpPr>
            <p:nvPr/>
          </p:nvSpPr>
          <p:spPr bwMode="auto">
            <a:xfrm>
              <a:off x="6526213" y="3729038"/>
              <a:ext cx="13639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2600" b="0" i="0" u="none" strike="noStrike" cap="none" normalizeH="0" baseline="0" dirty="0" smtClean="0">
                  <a:ln>
                    <a:noFill/>
                  </a:ln>
                  <a:effectLst/>
                  <a:latin typeface="Open Sans" panose="020B0606030504020204" pitchFamily="34" charset="0"/>
                </a:rPr>
                <a:t>Australia</a:t>
              </a:r>
              <a:endParaRPr kumimoji="0" lang="ru-RU" altLang="ru-RU" sz="1800" b="0" i="0" u="none" strike="noStrike" cap="none" normalizeH="0" baseline="0" dirty="0" smtClean="0">
                <a:ln>
                  <a:noFill/>
                </a:ln>
                <a:effectLst/>
              </a:endParaRPr>
            </a:p>
          </p:txBody>
        </p:sp>
        <p:sp>
          <p:nvSpPr>
            <p:cNvPr id="49" name="Rectangle 48"/>
            <p:cNvSpPr>
              <a:spLocks noChangeArrowheads="1"/>
            </p:cNvSpPr>
            <p:nvPr/>
          </p:nvSpPr>
          <p:spPr bwMode="auto">
            <a:xfrm>
              <a:off x="9704388" y="5465763"/>
              <a:ext cx="9870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400" b="0" i="0" u="none" strike="noStrike" cap="none" normalizeH="0" baseline="0" smtClean="0">
                  <a:ln>
                    <a:noFill/>
                  </a:ln>
                  <a:effectLst/>
                  <a:latin typeface="Open Sans" panose="020B0606030504020204" pitchFamily="34" charset="0"/>
                </a:rPr>
                <a:t>New Zeland</a:t>
              </a:r>
              <a:endParaRPr kumimoji="0" lang="ru-RU" altLang="ru-RU" sz="1800" b="0" i="0" u="none" strike="noStrike" cap="none" normalizeH="0" baseline="0" smtClean="0">
                <a:ln>
                  <a:noFill/>
                </a:ln>
                <a:effectLst/>
              </a:endParaRPr>
            </a:p>
          </p:txBody>
        </p:sp>
        <p:sp>
          <p:nvSpPr>
            <p:cNvPr id="50" name="Rectangle 49"/>
            <p:cNvSpPr>
              <a:spLocks noChangeArrowheads="1"/>
            </p:cNvSpPr>
            <p:nvPr/>
          </p:nvSpPr>
          <p:spPr bwMode="auto">
            <a:xfrm>
              <a:off x="9020175" y="1257300"/>
              <a:ext cx="18185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600" b="0" i="0" u="none" strike="noStrike" cap="none" normalizeH="0" baseline="0" dirty="0" smtClean="0">
                  <a:ln>
                    <a:noFill/>
                  </a:ln>
                  <a:effectLst/>
                  <a:latin typeface="Open Sans" panose="020B0606030504020204" pitchFamily="34" charset="0"/>
                </a:rPr>
                <a:t>Papua New Guinea</a:t>
              </a:r>
              <a:endParaRPr kumimoji="0" lang="ru-RU" altLang="ru-RU" sz="1800" b="0" i="0" u="none" strike="noStrike" cap="none" normalizeH="0" baseline="0" dirty="0" smtClean="0">
                <a:ln>
                  <a:noFill/>
                </a:ln>
                <a:effectLst/>
              </a:endParaRPr>
            </a:p>
          </p:txBody>
        </p:sp>
        <p:sp>
          <p:nvSpPr>
            <p:cNvPr id="51" name="Rectangle 50"/>
            <p:cNvSpPr>
              <a:spLocks noChangeArrowheads="1"/>
            </p:cNvSpPr>
            <p:nvPr/>
          </p:nvSpPr>
          <p:spPr bwMode="auto">
            <a:xfrm>
              <a:off x="9910763" y="2106613"/>
              <a:ext cx="883255"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900" b="0" i="0" u="none" strike="noStrike" cap="none" normalizeH="0" baseline="0" smtClean="0">
                  <a:ln>
                    <a:noFill/>
                  </a:ln>
                  <a:effectLst/>
                  <a:latin typeface="Open Sans" panose="020B0606030504020204" pitchFamily="34" charset="0"/>
                </a:rPr>
                <a:t>Solomon Islands</a:t>
              </a:r>
              <a:endParaRPr kumimoji="0" lang="ru-RU" altLang="ru-RU" sz="1800" b="0" i="0" u="none" strike="noStrike" cap="none" normalizeH="0" baseline="0" smtClean="0">
                <a:ln>
                  <a:noFill/>
                </a:ln>
                <a:effectLst/>
              </a:endParaRPr>
            </a:p>
          </p:txBody>
        </p:sp>
        <p:sp>
          <p:nvSpPr>
            <p:cNvPr id="52" name="Rectangle 51"/>
            <p:cNvSpPr>
              <a:spLocks noChangeArrowheads="1"/>
            </p:cNvSpPr>
            <p:nvPr/>
          </p:nvSpPr>
          <p:spPr bwMode="auto">
            <a:xfrm>
              <a:off x="11510963" y="2782888"/>
              <a:ext cx="113814"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smtClean="0">
                  <a:ln>
                    <a:noFill/>
                  </a:ln>
                  <a:effectLst/>
                  <a:latin typeface="Open Sans" panose="020B0606030504020204" pitchFamily="34" charset="0"/>
                </a:rPr>
                <a:t>Fiji</a:t>
              </a:r>
              <a:endParaRPr kumimoji="0" lang="ru-RU" altLang="ru-RU" sz="1800" b="0" i="0" u="none" strike="noStrike" cap="none" normalizeH="0" baseline="0" smtClean="0">
                <a:ln>
                  <a:noFill/>
                </a:ln>
                <a:effectLst/>
              </a:endParaRPr>
            </a:p>
          </p:txBody>
        </p:sp>
        <p:sp>
          <p:nvSpPr>
            <p:cNvPr id="53" name="Rectangle 52"/>
            <p:cNvSpPr>
              <a:spLocks noChangeArrowheads="1"/>
            </p:cNvSpPr>
            <p:nvPr/>
          </p:nvSpPr>
          <p:spPr bwMode="auto">
            <a:xfrm>
              <a:off x="10668000" y="2955925"/>
              <a:ext cx="347852"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smtClean="0">
                  <a:ln>
                    <a:noFill/>
                  </a:ln>
                  <a:effectLst/>
                  <a:latin typeface="Open Sans" panose="020B0606030504020204" pitchFamily="34" charset="0"/>
                </a:rPr>
                <a:t>Vanuatu</a:t>
              </a:r>
              <a:endParaRPr kumimoji="0" lang="ru-RU" altLang="ru-RU" sz="1800" b="0" i="0" u="none" strike="noStrike" cap="none" normalizeH="0" baseline="0" smtClean="0">
                <a:ln>
                  <a:noFill/>
                </a:ln>
                <a:effectLst/>
              </a:endParaRPr>
            </a:p>
          </p:txBody>
        </p:sp>
        <p:sp>
          <p:nvSpPr>
            <p:cNvPr id="54" name="Rectangle 53"/>
            <p:cNvSpPr>
              <a:spLocks noChangeArrowheads="1"/>
            </p:cNvSpPr>
            <p:nvPr/>
          </p:nvSpPr>
          <p:spPr bwMode="auto">
            <a:xfrm>
              <a:off x="9501188" y="3162300"/>
              <a:ext cx="625171" cy="107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700" b="0" i="0" u="none" strike="noStrike" cap="none" normalizeH="0" baseline="0" smtClean="0">
                  <a:ln>
                    <a:noFill/>
                  </a:ln>
                  <a:effectLst/>
                  <a:latin typeface="Open Sans" panose="020B0606030504020204" pitchFamily="34" charset="0"/>
                </a:rPr>
                <a:t>New Caledonia</a:t>
              </a:r>
              <a:endParaRPr kumimoji="0" lang="ru-RU" altLang="ru-RU" sz="1800" b="0" i="0" u="none" strike="noStrike" cap="none" normalizeH="0" baseline="0" smtClean="0">
                <a:ln>
                  <a:noFill/>
                </a:ln>
                <a:effectLst/>
              </a:endParaRPr>
            </a:p>
          </p:txBody>
        </p:sp>
      </p:grpSp>
      <p:sp>
        <p:nvSpPr>
          <p:cNvPr id="2" name="Text Placeholder 1"/>
          <p:cNvSpPr>
            <a:spLocks noGrp="1"/>
          </p:cNvSpPr>
          <p:nvPr>
            <p:ph type="body" sz="quarter" idx="10"/>
          </p:nvPr>
        </p:nvSpPr>
        <p:spPr/>
        <p:txBody>
          <a:bodyPr>
            <a:normAutofit fontScale="92500" lnSpcReduction="10000"/>
          </a:bodyPr>
          <a:lstStyle/>
          <a:p>
            <a:pPr lvl="0" eaLnBrk="0" fontAlgn="base" hangingPunct="0">
              <a:lnSpc>
                <a:spcPct val="100000"/>
              </a:lnSpc>
              <a:spcBef>
                <a:spcPct val="0"/>
              </a:spcBef>
              <a:spcAft>
                <a:spcPct val="0"/>
              </a:spcAft>
            </a:pPr>
            <a:r>
              <a:rPr lang="ru-RU" altLang="ru-RU" b="1" dirty="0"/>
              <a:t>Australia</a:t>
            </a:r>
            <a:endParaRPr lang="ru-RU" altLang="ru-RU" sz="1800" dirty="0"/>
          </a:p>
        </p:txBody>
      </p:sp>
      <p:sp>
        <p:nvSpPr>
          <p:cNvPr id="3" name="Text Placeholder 2"/>
          <p:cNvSpPr>
            <a:spLocks noGrp="1"/>
          </p:cNvSpPr>
          <p:nvPr>
            <p:ph type="body" sz="quarter" idx="11"/>
          </p:nvPr>
        </p:nvSpPr>
        <p:spPr/>
        <p:txBody>
          <a:bodyPr>
            <a:normAutofit fontScale="92500" lnSpcReduction="10000"/>
          </a:bodyPr>
          <a:lstStyle/>
          <a:p>
            <a:pPr lvl="0" eaLnBrk="0" fontAlgn="base" hangingPunct="0">
              <a:lnSpc>
                <a:spcPct val="100000"/>
              </a:lnSpc>
              <a:spcBef>
                <a:spcPct val="0"/>
              </a:spcBef>
              <a:spcAft>
                <a:spcPct val="0"/>
              </a:spcAft>
            </a:pPr>
            <a:r>
              <a:rPr lang="ru-RU" altLang="ru-RU" b="1" dirty="0"/>
              <a:t>New Zeland</a:t>
            </a:r>
            <a:endParaRPr lang="ru-RU" altLang="ru-RU" sz="1800" dirty="0"/>
          </a:p>
        </p:txBody>
      </p:sp>
      <p:sp>
        <p:nvSpPr>
          <p:cNvPr id="4" name="Text Placeholder 3"/>
          <p:cNvSpPr>
            <a:spLocks noGrp="1"/>
          </p:cNvSpPr>
          <p:nvPr>
            <p:ph type="body" sz="quarter" idx="12"/>
          </p:nvPr>
        </p:nvSpPr>
        <p:spPr/>
        <p:txBody>
          <a:bodyPr>
            <a:normAutofit fontScale="92500" lnSpcReduction="10000"/>
          </a:bodyPr>
          <a:lstStyle/>
          <a:p>
            <a:pPr lvl="0" eaLnBrk="0" fontAlgn="base" hangingPunct="0">
              <a:lnSpc>
                <a:spcPct val="100000"/>
              </a:lnSpc>
              <a:spcBef>
                <a:spcPct val="0"/>
              </a:spcBef>
              <a:spcAft>
                <a:spcPct val="0"/>
              </a:spcAft>
            </a:pPr>
            <a:r>
              <a:rPr lang="ru-RU" altLang="ru-RU" b="1" dirty="0"/>
              <a:t>Papua New Guinea</a:t>
            </a:r>
            <a:endParaRPr lang="ru-RU" altLang="ru-RU" sz="1800" dirty="0"/>
          </a:p>
        </p:txBody>
      </p:sp>
      <p:sp>
        <p:nvSpPr>
          <p:cNvPr id="5" name="Text Placeholder 4"/>
          <p:cNvSpPr>
            <a:spLocks noGrp="1"/>
          </p:cNvSpPr>
          <p:nvPr>
            <p:ph type="body" sz="quarter" idx="13"/>
          </p:nvPr>
        </p:nvSpPr>
        <p:spPr/>
        <p:txBody>
          <a:bodyPr>
            <a:normAutofit fontScale="92500" lnSpcReduction="10000"/>
          </a:bodyPr>
          <a:lstStyle/>
          <a:p>
            <a:pPr lvl="0" eaLnBrk="0" fontAlgn="base" hangingPunct="0">
              <a:lnSpc>
                <a:spcPct val="100000"/>
              </a:lnSpc>
              <a:spcBef>
                <a:spcPct val="0"/>
              </a:spcBef>
              <a:spcAft>
                <a:spcPct val="0"/>
              </a:spcAft>
            </a:pPr>
            <a:r>
              <a:rPr lang="ru-RU" altLang="ru-RU" b="1" dirty="0"/>
              <a:t>Solomon Islands</a:t>
            </a:r>
            <a:endParaRPr lang="ru-RU" altLang="ru-RU" sz="1800" dirty="0"/>
          </a:p>
        </p:txBody>
      </p:sp>
      <p:sp>
        <p:nvSpPr>
          <p:cNvPr id="6" name="Text Placeholder 5"/>
          <p:cNvSpPr>
            <a:spLocks noGrp="1"/>
          </p:cNvSpPr>
          <p:nvPr>
            <p:ph type="body" sz="quarter" idx="14"/>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
        <p:nvSpPr>
          <p:cNvPr id="7" name="Text Placeholder 6"/>
          <p:cNvSpPr>
            <a:spLocks noGrp="1"/>
          </p:cNvSpPr>
          <p:nvPr>
            <p:ph type="body" sz="quarter" idx="15"/>
          </p:nvPr>
        </p:nvSpPr>
        <p:spPr/>
        <p:txBody>
          <a:bodyPr>
            <a:normAutofit lnSpcReduction="10000"/>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
        <p:nvSpPr>
          <p:cNvPr id="8" name="Text Placeholder 7"/>
          <p:cNvSpPr>
            <a:spLocks noGrp="1"/>
          </p:cNvSpPr>
          <p:nvPr>
            <p:ph type="body" sz="quarter" idx="16"/>
          </p:nvPr>
        </p:nvSpPr>
        <p:spPr/>
        <p:txBody>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dirty="0">
              <a:latin typeface="Open Sans" panose="020B0606030504020204" pitchFamily="34" charset="0"/>
              <a:cs typeface="Open Sans" panose="020B0606030504020204" pitchFamily="34" charset="0"/>
            </a:endParaRPr>
          </a:p>
        </p:txBody>
      </p:sp>
      <p:sp>
        <p:nvSpPr>
          <p:cNvPr id="9" name="Text Placeholder 8"/>
          <p:cNvSpPr>
            <a:spLocks noGrp="1"/>
          </p:cNvSpPr>
          <p:nvPr>
            <p:ph type="body" sz="quarter" idx="17"/>
          </p:nvPr>
        </p:nvSpPr>
        <p:spPr/>
        <p:txBody>
          <a:bodyPr>
            <a:noAutofit/>
          </a:bodyPr>
          <a:lstStyle/>
          <a:p>
            <a:pPr eaLnBrk="1" hangingPunct="1">
              <a:lnSpc>
                <a:spcPct val="100000"/>
              </a:lnSpc>
              <a:spcBef>
                <a:spcPct val="0"/>
              </a:spcBef>
            </a:pPr>
            <a:r>
              <a:rPr lang="en-US" altLang="ru-RU"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a:t>
            </a:r>
            <a:r>
              <a:rPr lang="en-US" altLang="ru-RU" dirty="0" smtClean="0">
                <a:latin typeface="Open Sans" panose="020B0606030504020204" pitchFamily="34" charset="0"/>
                <a:cs typeface="Open Sans" panose="020B0606030504020204" pitchFamily="34" charset="0"/>
              </a:rPr>
              <a:t>laboris</a:t>
            </a:r>
            <a:endParaRPr lang="ru-RU" altLang="ru-RU" dirty="0">
              <a:latin typeface="Open Sans" panose="020B0606030504020204" pitchFamily="34" charset="0"/>
              <a:cs typeface="Open Sans" panose="020B0606030504020204" pitchFamily="34" charset="0"/>
            </a:endParaRPr>
          </a:p>
        </p:txBody>
      </p:sp>
      <p:sp>
        <p:nvSpPr>
          <p:cNvPr id="10" name="Text Placeholder 9"/>
          <p:cNvSpPr>
            <a:spLocks noGrp="1"/>
          </p:cNvSpPr>
          <p:nvPr>
            <p:ph type="body" sz="quarter" idx="18"/>
          </p:nvPr>
        </p:nvSpPr>
        <p:spPr/>
        <p:txBody>
          <a:bodyPr/>
          <a:lstStyle/>
          <a:p>
            <a:r>
              <a:rPr lang="en-US" dirty="0" smtClean="0"/>
              <a:t>OCEANIA</a:t>
            </a:r>
            <a:endParaRPr lang="ru-RU" dirty="0"/>
          </a:p>
        </p:txBody>
      </p:sp>
    </p:spTree>
    <p:extLst>
      <p:ext uri="{BB962C8B-B14F-4D97-AF65-F5344CB8AC3E}">
        <p14:creationId xmlns:p14="http://schemas.microsoft.com/office/powerpoint/2010/main" val="9098375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14:presetBounceEnd="67000">
                                      <p:stCondLst>
                                        <p:cond delay="0"/>
                                      </p:stCondLst>
                                      <p:childTnLst>
                                        <p:set>
                                          <p:cBhvr>
                                            <p:cTn id="11" dur="1" fill="hold">
                                              <p:stCondLst>
                                                <p:cond delay="0"/>
                                              </p:stCondLst>
                                            </p:cTn>
                                            <p:tgtEl>
                                              <p:spTgt spid="39"/>
                                            </p:tgtEl>
                                            <p:attrNameLst>
                                              <p:attrName>style.visibility</p:attrName>
                                            </p:attrNameLst>
                                          </p:cBhvr>
                                          <p:to>
                                            <p:strVal val="visible"/>
                                          </p:to>
                                        </p:set>
                                        <p:anim calcmode="lin" valueType="num" p14:bounceEnd="67000">
                                          <p:cBhvr additive="base">
                                            <p:cTn id="12" dur="1000" fill="hold"/>
                                            <p:tgtEl>
                                              <p:spTgt spid="39"/>
                                            </p:tgtEl>
                                            <p:attrNameLst>
                                              <p:attrName>ppt_x</p:attrName>
                                            </p:attrNameLst>
                                          </p:cBhvr>
                                          <p:tavLst>
                                            <p:tav tm="0">
                                              <p:val>
                                                <p:strVal val="#ppt_x"/>
                                              </p:val>
                                            </p:tav>
                                            <p:tav tm="100000">
                                              <p:val>
                                                <p:strVal val="#ppt_x"/>
                                              </p:val>
                                            </p:tav>
                                          </p:tavLst>
                                        </p:anim>
                                        <p:anim calcmode="lin" valueType="num" p14:bounceEnd="67000">
                                          <p:cBhvr additive="base">
                                            <p:cTn id="13" dur="1000" fill="hold"/>
                                            <p:tgtEl>
                                              <p:spTgt spid="39"/>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14:presetBounceEnd="67000">
                                      <p:stCondLst>
                                        <p:cond delay="100"/>
                                      </p:stCondLst>
                                      <p:childTnLst>
                                        <p:set>
                                          <p:cBhvr>
                                            <p:cTn id="15" dur="1" fill="hold">
                                              <p:stCondLst>
                                                <p:cond delay="0"/>
                                              </p:stCondLst>
                                            </p:cTn>
                                            <p:tgtEl>
                                              <p:spTgt spid="38"/>
                                            </p:tgtEl>
                                            <p:attrNameLst>
                                              <p:attrName>style.visibility</p:attrName>
                                            </p:attrNameLst>
                                          </p:cBhvr>
                                          <p:to>
                                            <p:strVal val="visible"/>
                                          </p:to>
                                        </p:set>
                                        <p:anim calcmode="lin" valueType="num" p14:bounceEnd="67000">
                                          <p:cBhvr additive="base">
                                            <p:cTn id="16" dur="1000" fill="hold"/>
                                            <p:tgtEl>
                                              <p:spTgt spid="38"/>
                                            </p:tgtEl>
                                            <p:attrNameLst>
                                              <p:attrName>ppt_x</p:attrName>
                                            </p:attrNameLst>
                                          </p:cBhvr>
                                          <p:tavLst>
                                            <p:tav tm="0">
                                              <p:val>
                                                <p:strVal val="#ppt_x"/>
                                              </p:val>
                                            </p:tav>
                                            <p:tav tm="100000">
                                              <p:val>
                                                <p:strVal val="#ppt_x"/>
                                              </p:val>
                                            </p:tav>
                                          </p:tavLst>
                                        </p:anim>
                                        <p:anim calcmode="lin" valueType="num" p14:bounceEnd="67000">
                                          <p:cBhvr additive="base">
                                            <p:cTn id="17" dur="1000" fill="hold"/>
                                            <p:tgtEl>
                                              <p:spTgt spid="38"/>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14:presetBounceEnd="67000">
                                      <p:stCondLst>
                                        <p:cond delay="200"/>
                                      </p:stCondLst>
                                      <p:childTnLst>
                                        <p:set>
                                          <p:cBhvr>
                                            <p:cTn id="19" dur="1" fill="hold">
                                              <p:stCondLst>
                                                <p:cond delay="0"/>
                                              </p:stCondLst>
                                            </p:cTn>
                                            <p:tgtEl>
                                              <p:spTgt spid="45"/>
                                            </p:tgtEl>
                                            <p:attrNameLst>
                                              <p:attrName>style.visibility</p:attrName>
                                            </p:attrNameLst>
                                          </p:cBhvr>
                                          <p:to>
                                            <p:strVal val="visible"/>
                                          </p:to>
                                        </p:set>
                                        <p:anim calcmode="lin" valueType="num" p14:bounceEnd="67000">
                                          <p:cBhvr additive="base">
                                            <p:cTn id="20" dur="1000" fill="hold"/>
                                            <p:tgtEl>
                                              <p:spTgt spid="45"/>
                                            </p:tgtEl>
                                            <p:attrNameLst>
                                              <p:attrName>ppt_x</p:attrName>
                                            </p:attrNameLst>
                                          </p:cBhvr>
                                          <p:tavLst>
                                            <p:tav tm="0">
                                              <p:val>
                                                <p:strVal val="#ppt_x"/>
                                              </p:val>
                                            </p:tav>
                                            <p:tav tm="100000">
                                              <p:val>
                                                <p:strVal val="#ppt_x"/>
                                              </p:val>
                                            </p:tav>
                                          </p:tavLst>
                                        </p:anim>
                                        <p:anim calcmode="lin" valueType="num" p14:bounceEnd="67000">
                                          <p:cBhvr additive="base">
                                            <p:cTn id="21" dur="1000" fill="hold"/>
                                            <p:tgtEl>
                                              <p:spTgt spid="45"/>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14:presetBounceEnd="67000">
                                      <p:stCondLst>
                                        <p:cond delay="300"/>
                                      </p:stCondLst>
                                      <p:childTnLst>
                                        <p:set>
                                          <p:cBhvr>
                                            <p:cTn id="23" dur="1" fill="hold">
                                              <p:stCondLst>
                                                <p:cond delay="0"/>
                                              </p:stCondLst>
                                            </p:cTn>
                                            <p:tgtEl>
                                              <p:spTgt spid="43"/>
                                            </p:tgtEl>
                                            <p:attrNameLst>
                                              <p:attrName>style.visibility</p:attrName>
                                            </p:attrNameLst>
                                          </p:cBhvr>
                                          <p:to>
                                            <p:strVal val="visible"/>
                                          </p:to>
                                        </p:set>
                                        <p:anim calcmode="lin" valueType="num" p14:bounceEnd="67000">
                                          <p:cBhvr additive="base">
                                            <p:cTn id="24" dur="1000" fill="hold"/>
                                            <p:tgtEl>
                                              <p:spTgt spid="43"/>
                                            </p:tgtEl>
                                            <p:attrNameLst>
                                              <p:attrName>ppt_x</p:attrName>
                                            </p:attrNameLst>
                                          </p:cBhvr>
                                          <p:tavLst>
                                            <p:tav tm="0">
                                              <p:val>
                                                <p:strVal val="#ppt_x"/>
                                              </p:val>
                                            </p:tav>
                                            <p:tav tm="100000">
                                              <p:val>
                                                <p:strVal val="#ppt_x"/>
                                              </p:val>
                                            </p:tav>
                                          </p:tavLst>
                                        </p:anim>
                                        <p:anim calcmode="lin" valueType="num" p14:bounceEnd="67000">
                                          <p:cBhvr additive="base">
                                            <p:cTn id="25" dur="1000" fill="hold"/>
                                            <p:tgtEl>
                                              <p:spTgt spid="43"/>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14:presetBounceEnd="67000">
                                      <p:stCondLst>
                                        <p:cond delay="400"/>
                                      </p:stCondLst>
                                      <p:childTnLst>
                                        <p:set>
                                          <p:cBhvr>
                                            <p:cTn id="27" dur="1" fill="hold">
                                              <p:stCondLst>
                                                <p:cond delay="0"/>
                                              </p:stCondLst>
                                            </p:cTn>
                                            <p:tgtEl>
                                              <p:spTgt spid="44"/>
                                            </p:tgtEl>
                                            <p:attrNameLst>
                                              <p:attrName>style.visibility</p:attrName>
                                            </p:attrNameLst>
                                          </p:cBhvr>
                                          <p:to>
                                            <p:strVal val="visible"/>
                                          </p:to>
                                        </p:set>
                                        <p:anim calcmode="lin" valueType="num" p14:bounceEnd="67000">
                                          <p:cBhvr additive="base">
                                            <p:cTn id="28" dur="1000" fill="hold"/>
                                            <p:tgtEl>
                                              <p:spTgt spid="44"/>
                                            </p:tgtEl>
                                            <p:attrNameLst>
                                              <p:attrName>ppt_x</p:attrName>
                                            </p:attrNameLst>
                                          </p:cBhvr>
                                          <p:tavLst>
                                            <p:tav tm="0">
                                              <p:val>
                                                <p:strVal val="#ppt_x"/>
                                              </p:val>
                                            </p:tav>
                                            <p:tav tm="100000">
                                              <p:val>
                                                <p:strVal val="#ppt_x"/>
                                              </p:val>
                                            </p:tav>
                                          </p:tavLst>
                                        </p:anim>
                                        <p:anim calcmode="lin" valueType="num" p14:bounceEnd="67000">
                                          <p:cBhvr additive="base">
                                            <p:cTn id="29" dur="1000" fill="hold"/>
                                            <p:tgtEl>
                                              <p:spTgt spid="44"/>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14:presetBounceEnd="67000">
                                      <p:stCondLst>
                                        <p:cond delay="500"/>
                                      </p:stCondLst>
                                      <p:childTnLst>
                                        <p:set>
                                          <p:cBhvr>
                                            <p:cTn id="31" dur="1" fill="hold">
                                              <p:stCondLst>
                                                <p:cond delay="0"/>
                                              </p:stCondLst>
                                            </p:cTn>
                                            <p:tgtEl>
                                              <p:spTgt spid="42"/>
                                            </p:tgtEl>
                                            <p:attrNameLst>
                                              <p:attrName>style.visibility</p:attrName>
                                            </p:attrNameLst>
                                          </p:cBhvr>
                                          <p:to>
                                            <p:strVal val="visible"/>
                                          </p:to>
                                        </p:set>
                                        <p:anim calcmode="lin" valueType="num" p14:bounceEnd="67000">
                                          <p:cBhvr additive="base">
                                            <p:cTn id="32" dur="1000" fill="hold"/>
                                            <p:tgtEl>
                                              <p:spTgt spid="42"/>
                                            </p:tgtEl>
                                            <p:attrNameLst>
                                              <p:attrName>ppt_x</p:attrName>
                                            </p:attrNameLst>
                                          </p:cBhvr>
                                          <p:tavLst>
                                            <p:tav tm="0">
                                              <p:val>
                                                <p:strVal val="#ppt_x"/>
                                              </p:val>
                                            </p:tav>
                                            <p:tav tm="100000">
                                              <p:val>
                                                <p:strVal val="#ppt_x"/>
                                              </p:val>
                                            </p:tav>
                                          </p:tavLst>
                                        </p:anim>
                                        <p:anim calcmode="lin" valueType="num" p14:bounceEnd="67000">
                                          <p:cBhvr additive="base">
                                            <p:cTn id="33" dur="1000" fill="hold"/>
                                            <p:tgtEl>
                                              <p:spTgt spid="42"/>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14:presetBounceEnd="67000">
                                      <p:stCondLst>
                                        <p:cond delay="600"/>
                                      </p:stCondLst>
                                      <p:childTnLst>
                                        <p:set>
                                          <p:cBhvr>
                                            <p:cTn id="35" dur="1" fill="hold">
                                              <p:stCondLst>
                                                <p:cond delay="0"/>
                                              </p:stCondLst>
                                            </p:cTn>
                                            <p:tgtEl>
                                              <p:spTgt spid="40"/>
                                            </p:tgtEl>
                                            <p:attrNameLst>
                                              <p:attrName>style.visibility</p:attrName>
                                            </p:attrNameLst>
                                          </p:cBhvr>
                                          <p:to>
                                            <p:strVal val="visible"/>
                                          </p:to>
                                        </p:set>
                                        <p:anim calcmode="lin" valueType="num" p14:bounceEnd="67000">
                                          <p:cBhvr additive="base">
                                            <p:cTn id="36" dur="1000" fill="hold"/>
                                            <p:tgtEl>
                                              <p:spTgt spid="40"/>
                                            </p:tgtEl>
                                            <p:attrNameLst>
                                              <p:attrName>ppt_x</p:attrName>
                                            </p:attrNameLst>
                                          </p:cBhvr>
                                          <p:tavLst>
                                            <p:tav tm="0">
                                              <p:val>
                                                <p:strVal val="#ppt_x"/>
                                              </p:val>
                                            </p:tav>
                                            <p:tav tm="100000">
                                              <p:val>
                                                <p:strVal val="#ppt_x"/>
                                              </p:val>
                                            </p:tav>
                                          </p:tavLst>
                                        </p:anim>
                                        <p:anim calcmode="lin" valueType="num" p14:bounceEnd="67000">
                                          <p:cBhvr additive="base">
                                            <p:cTn id="37" dur="1000" fill="hold"/>
                                            <p:tgtEl>
                                              <p:spTgt spid="40"/>
                                            </p:tgtEl>
                                            <p:attrNameLst>
                                              <p:attrName>ppt_y</p:attrName>
                                            </p:attrNameLst>
                                          </p:cBhvr>
                                          <p:tavLst>
                                            <p:tav tm="0">
                                              <p:val>
                                                <p:strVal val="0-#ppt_h/2"/>
                                              </p:val>
                                            </p:tav>
                                            <p:tav tm="100000">
                                              <p:val>
                                                <p:strVal val="#ppt_y"/>
                                              </p:val>
                                            </p:tav>
                                          </p:tavLst>
                                        </p:anim>
                                      </p:childTnLst>
                                    </p:cTn>
                                  </p:par>
                                  <p:par>
                                    <p:cTn id="38" presetID="2" presetClass="entr" presetSubtype="1" fill="hold" grpId="0" nodeType="withEffect" p14:presetBounceEnd="67000">
                                      <p:stCondLst>
                                        <p:cond delay="700"/>
                                      </p:stCondLst>
                                      <p:childTnLst>
                                        <p:set>
                                          <p:cBhvr>
                                            <p:cTn id="39" dur="1" fill="hold">
                                              <p:stCondLst>
                                                <p:cond delay="0"/>
                                              </p:stCondLst>
                                            </p:cTn>
                                            <p:tgtEl>
                                              <p:spTgt spid="41"/>
                                            </p:tgtEl>
                                            <p:attrNameLst>
                                              <p:attrName>style.visibility</p:attrName>
                                            </p:attrNameLst>
                                          </p:cBhvr>
                                          <p:to>
                                            <p:strVal val="visible"/>
                                          </p:to>
                                        </p:set>
                                        <p:anim calcmode="lin" valueType="num" p14:bounceEnd="67000">
                                          <p:cBhvr additive="base">
                                            <p:cTn id="40" dur="1000" fill="hold"/>
                                            <p:tgtEl>
                                              <p:spTgt spid="41"/>
                                            </p:tgtEl>
                                            <p:attrNameLst>
                                              <p:attrName>ppt_x</p:attrName>
                                            </p:attrNameLst>
                                          </p:cBhvr>
                                          <p:tavLst>
                                            <p:tav tm="0">
                                              <p:val>
                                                <p:strVal val="#ppt_x"/>
                                              </p:val>
                                            </p:tav>
                                            <p:tav tm="100000">
                                              <p:val>
                                                <p:strVal val="#ppt_x"/>
                                              </p:val>
                                            </p:tav>
                                          </p:tavLst>
                                        </p:anim>
                                        <p:anim calcmode="lin" valueType="num" p14:bounceEnd="67000">
                                          <p:cBhvr additive="base">
                                            <p:cTn id="41" dur="1000" fill="hold"/>
                                            <p:tgtEl>
                                              <p:spTgt spid="41"/>
                                            </p:tgtEl>
                                            <p:attrNameLst>
                                              <p:attrName>ppt_y</p:attrName>
                                            </p:attrNameLst>
                                          </p:cBhvr>
                                          <p:tavLst>
                                            <p:tav tm="0">
                                              <p:val>
                                                <p:strVal val="0-#ppt_h/2"/>
                                              </p:val>
                                            </p:tav>
                                            <p:tav tm="100000">
                                              <p:val>
                                                <p:strVal val="#ppt_y"/>
                                              </p:val>
                                            </p:tav>
                                          </p:tavLst>
                                        </p:anim>
                                      </p:childTnLst>
                                    </p:cTn>
                                  </p:par>
                                  <p:par>
                                    <p:cTn id="42" presetID="53" presetClass="entr" presetSubtype="16" fill="hold" nodeType="withEffect">
                                      <p:stCondLst>
                                        <p:cond delay="1500"/>
                                      </p:stCondLst>
                                      <p:childTnLst>
                                        <p:set>
                                          <p:cBhvr>
                                            <p:cTn id="43" dur="1" fill="hold">
                                              <p:stCondLst>
                                                <p:cond delay="0"/>
                                              </p:stCondLst>
                                            </p:cTn>
                                            <p:tgtEl>
                                              <p:spTgt spid="47"/>
                                            </p:tgtEl>
                                            <p:attrNameLst>
                                              <p:attrName>style.visibility</p:attrName>
                                            </p:attrNameLst>
                                          </p:cBhvr>
                                          <p:to>
                                            <p:strVal val="visible"/>
                                          </p:to>
                                        </p:set>
                                        <p:anim calcmode="lin" valueType="num">
                                          <p:cBhvr>
                                            <p:cTn id="44" dur="500" fill="hold"/>
                                            <p:tgtEl>
                                              <p:spTgt spid="47"/>
                                            </p:tgtEl>
                                            <p:attrNameLst>
                                              <p:attrName>ppt_w</p:attrName>
                                            </p:attrNameLst>
                                          </p:cBhvr>
                                          <p:tavLst>
                                            <p:tav tm="0">
                                              <p:val>
                                                <p:fltVal val="0"/>
                                              </p:val>
                                            </p:tav>
                                            <p:tav tm="100000">
                                              <p:val>
                                                <p:strVal val="#ppt_w"/>
                                              </p:val>
                                            </p:tav>
                                          </p:tavLst>
                                        </p:anim>
                                        <p:anim calcmode="lin" valueType="num">
                                          <p:cBhvr>
                                            <p:cTn id="45" dur="500" fill="hold"/>
                                            <p:tgtEl>
                                              <p:spTgt spid="47"/>
                                            </p:tgtEl>
                                            <p:attrNameLst>
                                              <p:attrName>ppt_h</p:attrName>
                                            </p:attrNameLst>
                                          </p:cBhvr>
                                          <p:tavLst>
                                            <p:tav tm="0">
                                              <p:val>
                                                <p:fltVal val="0"/>
                                              </p:val>
                                            </p:tav>
                                            <p:tav tm="100000">
                                              <p:val>
                                                <p:strVal val="#ppt_h"/>
                                              </p:val>
                                            </p:tav>
                                          </p:tavLst>
                                        </p:anim>
                                        <p:animEffect transition="in" filter="fade">
                                          <p:cBhvr>
                                            <p:cTn id="46" dur="500"/>
                                            <p:tgtEl>
                                              <p:spTgt spid="47"/>
                                            </p:tgtEl>
                                          </p:cBhvr>
                                        </p:animEffect>
                                      </p:childTnLst>
                                    </p:cTn>
                                  </p:par>
                                  <p:par>
                                    <p:cTn id="47" presetID="2" presetClass="entr" presetSubtype="8" fill="hold" grpId="0" nodeType="withEffect" p14:presetBounceEnd="67000">
                                      <p:stCondLst>
                                        <p:cond delay="2000"/>
                                      </p:stCondLst>
                                      <p:childTnLst>
                                        <p:set>
                                          <p:cBhvr>
                                            <p:cTn id="48" dur="1" fill="hold">
                                              <p:stCondLst>
                                                <p:cond delay="0"/>
                                              </p:stCondLst>
                                            </p:cTn>
                                            <p:tgtEl>
                                              <p:spTgt spid="2">
                                                <p:txEl>
                                                  <p:pRg st="0" end="0"/>
                                                </p:txEl>
                                              </p:spTgt>
                                            </p:tgtEl>
                                            <p:attrNameLst>
                                              <p:attrName>style.visibility</p:attrName>
                                            </p:attrNameLst>
                                          </p:cBhvr>
                                          <p:to>
                                            <p:strVal val="visible"/>
                                          </p:to>
                                        </p:set>
                                        <p:anim calcmode="lin" valueType="num" p14:bounceEnd="67000">
                                          <p:cBhvr additive="base">
                                            <p:cTn id="49" dur="1000" fill="hold"/>
                                            <p:tgtEl>
                                              <p:spTgt spid="2">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50" dur="1000" fill="hold"/>
                                            <p:tgtEl>
                                              <p:spTgt spid="2">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14:presetBounceEnd="67000">
                                      <p:stCondLst>
                                        <p:cond delay="2000"/>
                                      </p:stCondLst>
                                      <p:childTnLst>
                                        <p:set>
                                          <p:cBhvr>
                                            <p:cTn id="52" dur="1" fill="hold">
                                              <p:stCondLst>
                                                <p:cond delay="0"/>
                                              </p:stCondLst>
                                            </p:cTn>
                                            <p:tgtEl>
                                              <p:spTgt spid="3">
                                                <p:txEl>
                                                  <p:pRg st="0" end="0"/>
                                                </p:txEl>
                                              </p:spTgt>
                                            </p:tgtEl>
                                            <p:attrNameLst>
                                              <p:attrName>style.visibility</p:attrName>
                                            </p:attrNameLst>
                                          </p:cBhvr>
                                          <p:to>
                                            <p:strVal val="visible"/>
                                          </p:to>
                                        </p:set>
                                        <p:anim calcmode="lin" valueType="num" p14:bounceEnd="67000">
                                          <p:cBhvr additive="base">
                                            <p:cTn id="53" dur="1000" fill="hold"/>
                                            <p:tgtEl>
                                              <p:spTgt spid="3">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54" dur="1000" fill="hold"/>
                                            <p:tgtEl>
                                              <p:spTgt spid="3">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14:presetBounceEnd="67000">
                                      <p:stCondLst>
                                        <p:cond delay="2000"/>
                                      </p:stCondLst>
                                      <p:childTnLst>
                                        <p:set>
                                          <p:cBhvr>
                                            <p:cTn id="56" dur="1" fill="hold">
                                              <p:stCondLst>
                                                <p:cond delay="0"/>
                                              </p:stCondLst>
                                            </p:cTn>
                                            <p:tgtEl>
                                              <p:spTgt spid="4">
                                                <p:txEl>
                                                  <p:pRg st="0" end="0"/>
                                                </p:txEl>
                                              </p:spTgt>
                                            </p:tgtEl>
                                            <p:attrNameLst>
                                              <p:attrName>style.visibility</p:attrName>
                                            </p:attrNameLst>
                                          </p:cBhvr>
                                          <p:to>
                                            <p:strVal val="visible"/>
                                          </p:to>
                                        </p:set>
                                        <p:anim calcmode="lin" valueType="num" p14:bounceEnd="67000">
                                          <p:cBhvr additive="base">
                                            <p:cTn id="57" dur="1000" fill="hold"/>
                                            <p:tgtEl>
                                              <p:spTgt spid="4">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58" dur="1000" fill="hold"/>
                                            <p:tgtEl>
                                              <p:spTgt spid="4">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14:presetBounceEnd="67000">
                                      <p:stCondLst>
                                        <p:cond delay="2000"/>
                                      </p:stCondLst>
                                      <p:childTnLst>
                                        <p:set>
                                          <p:cBhvr>
                                            <p:cTn id="60" dur="1" fill="hold">
                                              <p:stCondLst>
                                                <p:cond delay="0"/>
                                              </p:stCondLst>
                                            </p:cTn>
                                            <p:tgtEl>
                                              <p:spTgt spid="5">
                                                <p:txEl>
                                                  <p:pRg st="0" end="0"/>
                                                </p:txEl>
                                              </p:spTgt>
                                            </p:tgtEl>
                                            <p:attrNameLst>
                                              <p:attrName>style.visibility</p:attrName>
                                            </p:attrNameLst>
                                          </p:cBhvr>
                                          <p:to>
                                            <p:strVal val="visible"/>
                                          </p:to>
                                        </p:set>
                                        <p:anim calcmode="lin" valueType="num" p14:bounceEnd="67000">
                                          <p:cBhvr additive="base">
                                            <p:cTn id="61" dur="1000" fill="hold"/>
                                            <p:tgtEl>
                                              <p:spTgt spid="5">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62" dur="1000" fill="hold"/>
                                            <p:tgtEl>
                                              <p:spTgt spid="5">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14:presetBounceEnd="67000">
                                      <p:stCondLst>
                                        <p:cond delay="2000"/>
                                      </p:stCondLst>
                                      <p:childTnLst>
                                        <p:set>
                                          <p:cBhvr>
                                            <p:cTn id="64" dur="1" fill="hold">
                                              <p:stCondLst>
                                                <p:cond delay="0"/>
                                              </p:stCondLst>
                                            </p:cTn>
                                            <p:tgtEl>
                                              <p:spTgt spid="6">
                                                <p:txEl>
                                                  <p:pRg st="0" end="0"/>
                                                </p:txEl>
                                              </p:spTgt>
                                            </p:tgtEl>
                                            <p:attrNameLst>
                                              <p:attrName>style.visibility</p:attrName>
                                            </p:attrNameLst>
                                          </p:cBhvr>
                                          <p:to>
                                            <p:strVal val="visible"/>
                                          </p:to>
                                        </p:set>
                                        <p:anim calcmode="lin" valueType="num" p14:bounceEnd="67000">
                                          <p:cBhvr additive="base">
                                            <p:cTn id="65" dur="1000" fill="hold"/>
                                            <p:tgtEl>
                                              <p:spTgt spid="6">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66" dur="1000" fill="hold"/>
                                            <p:tgtEl>
                                              <p:spTgt spid="6">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14:presetBounceEnd="67000">
                                      <p:stCondLst>
                                        <p:cond delay="2000"/>
                                      </p:stCondLst>
                                      <p:childTnLst>
                                        <p:set>
                                          <p:cBhvr>
                                            <p:cTn id="68" dur="1" fill="hold">
                                              <p:stCondLst>
                                                <p:cond delay="0"/>
                                              </p:stCondLst>
                                            </p:cTn>
                                            <p:tgtEl>
                                              <p:spTgt spid="7">
                                                <p:txEl>
                                                  <p:pRg st="0" end="0"/>
                                                </p:txEl>
                                              </p:spTgt>
                                            </p:tgtEl>
                                            <p:attrNameLst>
                                              <p:attrName>style.visibility</p:attrName>
                                            </p:attrNameLst>
                                          </p:cBhvr>
                                          <p:to>
                                            <p:strVal val="visible"/>
                                          </p:to>
                                        </p:set>
                                        <p:anim calcmode="lin" valueType="num" p14:bounceEnd="67000">
                                          <p:cBhvr additive="base">
                                            <p:cTn id="69" dur="1000" fill="hold"/>
                                            <p:tgtEl>
                                              <p:spTgt spid="7">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70" dur="1000" fill="hold"/>
                                            <p:tgtEl>
                                              <p:spTgt spid="7">
                                                <p:txEl>
                                                  <p:pRg st="0" end="0"/>
                                                </p:txEl>
                                              </p:spTgt>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14:presetBounceEnd="67000">
                                      <p:stCondLst>
                                        <p:cond delay="2000"/>
                                      </p:stCondLst>
                                      <p:childTnLst>
                                        <p:set>
                                          <p:cBhvr>
                                            <p:cTn id="72" dur="1" fill="hold">
                                              <p:stCondLst>
                                                <p:cond delay="0"/>
                                              </p:stCondLst>
                                            </p:cTn>
                                            <p:tgtEl>
                                              <p:spTgt spid="8">
                                                <p:txEl>
                                                  <p:pRg st="0" end="0"/>
                                                </p:txEl>
                                              </p:spTgt>
                                            </p:tgtEl>
                                            <p:attrNameLst>
                                              <p:attrName>style.visibility</p:attrName>
                                            </p:attrNameLst>
                                          </p:cBhvr>
                                          <p:to>
                                            <p:strVal val="visible"/>
                                          </p:to>
                                        </p:set>
                                        <p:anim calcmode="lin" valueType="num" p14:bounceEnd="67000">
                                          <p:cBhvr additive="base">
                                            <p:cTn id="73" dur="1000" fill="hold"/>
                                            <p:tgtEl>
                                              <p:spTgt spid="8">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74" dur="1000" fill="hold"/>
                                            <p:tgtEl>
                                              <p:spTgt spid="8">
                                                <p:txEl>
                                                  <p:pRg st="0" end="0"/>
                                                </p:txEl>
                                              </p:spTgt>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14:presetBounceEnd="67000">
                                      <p:stCondLst>
                                        <p:cond delay="2000"/>
                                      </p:stCondLst>
                                      <p:childTnLst>
                                        <p:set>
                                          <p:cBhvr>
                                            <p:cTn id="76" dur="1" fill="hold">
                                              <p:stCondLst>
                                                <p:cond delay="0"/>
                                              </p:stCondLst>
                                            </p:cTn>
                                            <p:tgtEl>
                                              <p:spTgt spid="9">
                                                <p:txEl>
                                                  <p:pRg st="0" end="0"/>
                                                </p:txEl>
                                              </p:spTgt>
                                            </p:tgtEl>
                                            <p:attrNameLst>
                                              <p:attrName>style.visibility</p:attrName>
                                            </p:attrNameLst>
                                          </p:cBhvr>
                                          <p:to>
                                            <p:strVal val="visible"/>
                                          </p:to>
                                        </p:set>
                                        <p:anim calcmode="lin" valueType="num" p14:bounceEnd="67000">
                                          <p:cBhvr additive="base">
                                            <p:cTn id="77" dur="1000" fill="hold"/>
                                            <p:tgtEl>
                                              <p:spTgt spid="9">
                                                <p:txEl>
                                                  <p:pRg st="0" end="0"/>
                                                </p:txEl>
                                              </p:spTgt>
                                            </p:tgtEl>
                                            <p:attrNameLst>
                                              <p:attrName>ppt_x</p:attrName>
                                            </p:attrNameLst>
                                          </p:cBhvr>
                                          <p:tavLst>
                                            <p:tav tm="0">
                                              <p:val>
                                                <p:strVal val="0-#ppt_w/2"/>
                                              </p:val>
                                            </p:tav>
                                            <p:tav tm="100000">
                                              <p:val>
                                                <p:strVal val="#ppt_x"/>
                                              </p:val>
                                            </p:tav>
                                          </p:tavLst>
                                        </p:anim>
                                        <p:anim calcmode="lin" valueType="num" p14:bounceEnd="67000">
                                          <p:cBhvr additive="base">
                                            <p:cTn id="78"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P spid="40" grpId="0" animBg="1"/>
          <p:bldP spid="41" grpId="0" animBg="1"/>
          <p:bldP spid="42" grpId="0" animBg="1"/>
          <p:bldP spid="43" grpId="0" animBg="1"/>
          <p:bldP spid="44" grpId="0" animBg="1"/>
          <p:bldP spid="45" grpId="0" animBg="1"/>
          <p:bldP spid="2" grpId="0" build="p"/>
          <p:bldP spid="3" grpId="0" build="p"/>
          <p:bldP spid="4" grpId="0" build="p"/>
          <p:bldP spid="5" grpId="0" build="p"/>
          <p:bldP spid="6" grpId="0" build="p"/>
          <p:bldP spid="7" grpId="0" build="p"/>
          <p:bldP spid="8" grpId="0" build="p"/>
          <p:bldP spid="9" grpId="0" build="p"/>
          <p:bldP spid="10"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par>
                                    <p:cTn id="10" presetID="2" presetClass="entr" presetSubtype="1" fill="hold" grpId="0" nodeType="withEffect">
                                      <p:stCondLst>
                                        <p:cond delay="0"/>
                                      </p:stCondLst>
                                      <p:childTnLst>
                                        <p:set>
                                          <p:cBhvr>
                                            <p:cTn id="11" dur="1" fill="hold">
                                              <p:stCondLst>
                                                <p:cond delay="0"/>
                                              </p:stCondLst>
                                            </p:cTn>
                                            <p:tgtEl>
                                              <p:spTgt spid="39"/>
                                            </p:tgtEl>
                                            <p:attrNameLst>
                                              <p:attrName>style.visibility</p:attrName>
                                            </p:attrNameLst>
                                          </p:cBhvr>
                                          <p:to>
                                            <p:strVal val="visible"/>
                                          </p:to>
                                        </p:set>
                                        <p:anim calcmode="lin" valueType="num">
                                          <p:cBhvr additive="base">
                                            <p:cTn id="12" dur="1000" fill="hold"/>
                                            <p:tgtEl>
                                              <p:spTgt spid="39"/>
                                            </p:tgtEl>
                                            <p:attrNameLst>
                                              <p:attrName>ppt_x</p:attrName>
                                            </p:attrNameLst>
                                          </p:cBhvr>
                                          <p:tavLst>
                                            <p:tav tm="0">
                                              <p:val>
                                                <p:strVal val="#ppt_x"/>
                                              </p:val>
                                            </p:tav>
                                            <p:tav tm="100000">
                                              <p:val>
                                                <p:strVal val="#ppt_x"/>
                                              </p:val>
                                            </p:tav>
                                          </p:tavLst>
                                        </p:anim>
                                        <p:anim calcmode="lin" valueType="num">
                                          <p:cBhvr additive="base">
                                            <p:cTn id="13" dur="1000" fill="hold"/>
                                            <p:tgtEl>
                                              <p:spTgt spid="39"/>
                                            </p:tgtEl>
                                            <p:attrNameLst>
                                              <p:attrName>ppt_y</p:attrName>
                                            </p:attrNameLst>
                                          </p:cBhvr>
                                          <p:tavLst>
                                            <p:tav tm="0">
                                              <p:val>
                                                <p:strVal val="0-#ppt_h/2"/>
                                              </p:val>
                                            </p:tav>
                                            <p:tav tm="100000">
                                              <p:val>
                                                <p:strVal val="#ppt_y"/>
                                              </p:val>
                                            </p:tav>
                                          </p:tavLst>
                                        </p:anim>
                                      </p:childTnLst>
                                    </p:cTn>
                                  </p:par>
                                  <p:par>
                                    <p:cTn id="14" presetID="2" presetClass="entr" presetSubtype="1" fill="hold" grpId="0" nodeType="withEffect">
                                      <p:stCondLst>
                                        <p:cond delay="100"/>
                                      </p:stCondLst>
                                      <p:childTnLst>
                                        <p:set>
                                          <p:cBhvr>
                                            <p:cTn id="15" dur="1" fill="hold">
                                              <p:stCondLst>
                                                <p:cond delay="0"/>
                                              </p:stCondLst>
                                            </p:cTn>
                                            <p:tgtEl>
                                              <p:spTgt spid="38"/>
                                            </p:tgtEl>
                                            <p:attrNameLst>
                                              <p:attrName>style.visibility</p:attrName>
                                            </p:attrNameLst>
                                          </p:cBhvr>
                                          <p:to>
                                            <p:strVal val="visible"/>
                                          </p:to>
                                        </p:set>
                                        <p:anim calcmode="lin" valueType="num">
                                          <p:cBhvr additive="base">
                                            <p:cTn id="16" dur="1000" fill="hold"/>
                                            <p:tgtEl>
                                              <p:spTgt spid="38"/>
                                            </p:tgtEl>
                                            <p:attrNameLst>
                                              <p:attrName>ppt_x</p:attrName>
                                            </p:attrNameLst>
                                          </p:cBhvr>
                                          <p:tavLst>
                                            <p:tav tm="0">
                                              <p:val>
                                                <p:strVal val="#ppt_x"/>
                                              </p:val>
                                            </p:tav>
                                            <p:tav tm="100000">
                                              <p:val>
                                                <p:strVal val="#ppt_x"/>
                                              </p:val>
                                            </p:tav>
                                          </p:tavLst>
                                        </p:anim>
                                        <p:anim calcmode="lin" valueType="num">
                                          <p:cBhvr additive="base">
                                            <p:cTn id="17" dur="1000" fill="hold"/>
                                            <p:tgtEl>
                                              <p:spTgt spid="38"/>
                                            </p:tgtEl>
                                            <p:attrNameLst>
                                              <p:attrName>ppt_y</p:attrName>
                                            </p:attrNameLst>
                                          </p:cBhvr>
                                          <p:tavLst>
                                            <p:tav tm="0">
                                              <p:val>
                                                <p:strVal val="0-#ppt_h/2"/>
                                              </p:val>
                                            </p:tav>
                                            <p:tav tm="100000">
                                              <p:val>
                                                <p:strVal val="#ppt_y"/>
                                              </p:val>
                                            </p:tav>
                                          </p:tavLst>
                                        </p:anim>
                                      </p:childTnLst>
                                    </p:cTn>
                                  </p:par>
                                  <p:par>
                                    <p:cTn id="18" presetID="2" presetClass="entr" presetSubtype="1" fill="hold" grpId="0" nodeType="withEffect">
                                      <p:stCondLst>
                                        <p:cond delay="200"/>
                                      </p:stCondLst>
                                      <p:childTnLst>
                                        <p:set>
                                          <p:cBhvr>
                                            <p:cTn id="19" dur="1" fill="hold">
                                              <p:stCondLst>
                                                <p:cond delay="0"/>
                                              </p:stCondLst>
                                            </p:cTn>
                                            <p:tgtEl>
                                              <p:spTgt spid="45"/>
                                            </p:tgtEl>
                                            <p:attrNameLst>
                                              <p:attrName>style.visibility</p:attrName>
                                            </p:attrNameLst>
                                          </p:cBhvr>
                                          <p:to>
                                            <p:strVal val="visible"/>
                                          </p:to>
                                        </p:set>
                                        <p:anim calcmode="lin" valueType="num">
                                          <p:cBhvr additive="base">
                                            <p:cTn id="20" dur="1000" fill="hold"/>
                                            <p:tgtEl>
                                              <p:spTgt spid="45"/>
                                            </p:tgtEl>
                                            <p:attrNameLst>
                                              <p:attrName>ppt_x</p:attrName>
                                            </p:attrNameLst>
                                          </p:cBhvr>
                                          <p:tavLst>
                                            <p:tav tm="0">
                                              <p:val>
                                                <p:strVal val="#ppt_x"/>
                                              </p:val>
                                            </p:tav>
                                            <p:tav tm="100000">
                                              <p:val>
                                                <p:strVal val="#ppt_x"/>
                                              </p:val>
                                            </p:tav>
                                          </p:tavLst>
                                        </p:anim>
                                        <p:anim calcmode="lin" valueType="num">
                                          <p:cBhvr additive="base">
                                            <p:cTn id="21" dur="1000" fill="hold"/>
                                            <p:tgtEl>
                                              <p:spTgt spid="45"/>
                                            </p:tgtEl>
                                            <p:attrNameLst>
                                              <p:attrName>ppt_y</p:attrName>
                                            </p:attrNameLst>
                                          </p:cBhvr>
                                          <p:tavLst>
                                            <p:tav tm="0">
                                              <p:val>
                                                <p:strVal val="0-#ppt_h/2"/>
                                              </p:val>
                                            </p:tav>
                                            <p:tav tm="100000">
                                              <p:val>
                                                <p:strVal val="#ppt_y"/>
                                              </p:val>
                                            </p:tav>
                                          </p:tavLst>
                                        </p:anim>
                                      </p:childTnLst>
                                    </p:cTn>
                                  </p:par>
                                  <p:par>
                                    <p:cTn id="22" presetID="2" presetClass="entr" presetSubtype="1" fill="hold" grpId="0" nodeType="withEffect">
                                      <p:stCondLst>
                                        <p:cond delay="300"/>
                                      </p:stCondLst>
                                      <p:childTnLst>
                                        <p:set>
                                          <p:cBhvr>
                                            <p:cTn id="23" dur="1" fill="hold">
                                              <p:stCondLst>
                                                <p:cond delay="0"/>
                                              </p:stCondLst>
                                            </p:cTn>
                                            <p:tgtEl>
                                              <p:spTgt spid="43"/>
                                            </p:tgtEl>
                                            <p:attrNameLst>
                                              <p:attrName>style.visibility</p:attrName>
                                            </p:attrNameLst>
                                          </p:cBhvr>
                                          <p:to>
                                            <p:strVal val="visible"/>
                                          </p:to>
                                        </p:set>
                                        <p:anim calcmode="lin" valueType="num">
                                          <p:cBhvr additive="base">
                                            <p:cTn id="24" dur="1000" fill="hold"/>
                                            <p:tgtEl>
                                              <p:spTgt spid="43"/>
                                            </p:tgtEl>
                                            <p:attrNameLst>
                                              <p:attrName>ppt_x</p:attrName>
                                            </p:attrNameLst>
                                          </p:cBhvr>
                                          <p:tavLst>
                                            <p:tav tm="0">
                                              <p:val>
                                                <p:strVal val="#ppt_x"/>
                                              </p:val>
                                            </p:tav>
                                            <p:tav tm="100000">
                                              <p:val>
                                                <p:strVal val="#ppt_x"/>
                                              </p:val>
                                            </p:tav>
                                          </p:tavLst>
                                        </p:anim>
                                        <p:anim calcmode="lin" valueType="num">
                                          <p:cBhvr additive="base">
                                            <p:cTn id="25" dur="1000" fill="hold"/>
                                            <p:tgtEl>
                                              <p:spTgt spid="43"/>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stCondLst>
                                        <p:cond delay="400"/>
                                      </p:stCondLst>
                                      <p:childTnLst>
                                        <p:set>
                                          <p:cBhvr>
                                            <p:cTn id="27" dur="1" fill="hold">
                                              <p:stCondLst>
                                                <p:cond delay="0"/>
                                              </p:stCondLst>
                                            </p:cTn>
                                            <p:tgtEl>
                                              <p:spTgt spid="44"/>
                                            </p:tgtEl>
                                            <p:attrNameLst>
                                              <p:attrName>style.visibility</p:attrName>
                                            </p:attrNameLst>
                                          </p:cBhvr>
                                          <p:to>
                                            <p:strVal val="visible"/>
                                          </p:to>
                                        </p:set>
                                        <p:anim calcmode="lin" valueType="num">
                                          <p:cBhvr additive="base">
                                            <p:cTn id="28" dur="1000" fill="hold"/>
                                            <p:tgtEl>
                                              <p:spTgt spid="44"/>
                                            </p:tgtEl>
                                            <p:attrNameLst>
                                              <p:attrName>ppt_x</p:attrName>
                                            </p:attrNameLst>
                                          </p:cBhvr>
                                          <p:tavLst>
                                            <p:tav tm="0">
                                              <p:val>
                                                <p:strVal val="#ppt_x"/>
                                              </p:val>
                                            </p:tav>
                                            <p:tav tm="100000">
                                              <p:val>
                                                <p:strVal val="#ppt_x"/>
                                              </p:val>
                                            </p:tav>
                                          </p:tavLst>
                                        </p:anim>
                                        <p:anim calcmode="lin" valueType="num">
                                          <p:cBhvr additive="base">
                                            <p:cTn id="29" dur="1000" fill="hold"/>
                                            <p:tgtEl>
                                              <p:spTgt spid="44"/>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stCondLst>
                                        <p:cond delay="500"/>
                                      </p:stCondLst>
                                      <p:childTnLst>
                                        <p:set>
                                          <p:cBhvr>
                                            <p:cTn id="31" dur="1" fill="hold">
                                              <p:stCondLst>
                                                <p:cond delay="0"/>
                                              </p:stCondLst>
                                            </p:cTn>
                                            <p:tgtEl>
                                              <p:spTgt spid="42"/>
                                            </p:tgtEl>
                                            <p:attrNameLst>
                                              <p:attrName>style.visibility</p:attrName>
                                            </p:attrNameLst>
                                          </p:cBhvr>
                                          <p:to>
                                            <p:strVal val="visible"/>
                                          </p:to>
                                        </p:set>
                                        <p:anim calcmode="lin" valueType="num">
                                          <p:cBhvr additive="base">
                                            <p:cTn id="32" dur="1000" fill="hold"/>
                                            <p:tgtEl>
                                              <p:spTgt spid="42"/>
                                            </p:tgtEl>
                                            <p:attrNameLst>
                                              <p:attrName>ppt_x</p:attrName>
                                            </p:attrNameLst>
                                          </p:cBhvr>
                                          <p:tavLst>
                                            <p:tav tm="0">
                                              <p:val>
                                                <p:strVal val="#ppt_x"/>
                                              </p:val>
                                            </p:tav>
                                            <p:tav tm="100000">
                                              <p:val>
                                                <p:strVal val="#ppt_x"/>
                                              </p:val>
                                            </p:tav>
                                          </p:tavLst>
                                        </p:anim>
                                        <p:anim calcmode="lin" valueType="num">
                                          <p:cBhvr additive="base">
                                            <p:cTn id="33" dur="1000" fill="hold"/>
                                            <p:tgtEl>
                                              <p:spTgt spid="42"/>
                                            </p:tgtEl>
                                            <p:attrNameLst>
                                              <p:attrName>ppt_y</p:attrName>
                                            </p:attrNameLst>
                                          </p:cBhvr>
                                          <p:tavLst>
                                            <p:tav tm="0">
                                              <p:val>
                                                <p:strVal val="0-#ppt_h/2"/>
                                              </p:val>
                                            </p:tav>
                                            <p:tav tm="100000">
                                              <p:val>
                                                <p:strVal val="#ppt_y"/>
                                              </p:val>
                                            </p:tav>
                                          </p:tavLst>
                                        </p:anim>
                                      </p:childTnLst>
                                    </p:cTn>
                                  </p:par>
                                  <p:par>
                                    <p:cTn id="34" presetID="2" presetClass="entr" presetSubtype="1" fill="hold" grpId="0" nodeType="withEffect">
                                      <p:stCondLst>
                                        <p:cond delay="600"/>
                                      </p:stCondLst>
                                      <p:childTnLst>
                                        <p:set>
                                          <p:cBhvr>
                                            <p:cTn id="35" dur="1" fill="hold">
                                              <p:stCondLst>
                                                <p:cond delay="0"/>
                                              </p:stCondLst>
                                            </p:cTn>
                                            <p:tgtEl>
                                              <p:spTgt spid="40"/>
                                            </p:tgtEl>
                                            <p:attrNameLst>
                                              <p:attrName>style.visibility</p:attrName>
                                            </p:attrNameLst>
                                          </p:cBhvr>
                                          <p:to>
                                            <p:strVal val="visible"/>
                                          </p:to>
                                        </p:set>
                                        <p:anim calcmode="lin" valueType="num">
                                          <p:cBhvr additive="base">
                                            <p:cTn id="36" dur="1000" fill="hold"/>
                                            <p:tgtEl>
                                              <p:spTgt spid="40"/>
                                            </p:tgtEl>
                                            <p:attrNameLst>
                                              <p:attrName>ppt_x</p:attrName>
                                            </p:attrNameLst>
                                          </p:cBhvr>
                                          <p:tavLst>
                                            <p:tav tm="0">
                                              <p:val>
                                                <p:strVal val="#ppt_x"/>
                                              </p:val>
                                            </p:tav>
                                            <p:tav tm="100000">
                                              <p:val>
                                                <p:strVal val="#ppt_x"/>
                                              </p:val>
                                            </p:tav>
                                          </p:tavLst>
                                        </p:anim>
                                        <p:anim calcmode="lin" valueType="num">
                                          <p:cBhvr additive="base">
                                            <p:cTn id="37" dur="1000" fill="hold"/>
                                            <p:tgtEl>
                                              <p:spTgt spid="40"/>
                                            </p:tgtEl>
                                            <p:attrNameLst>
                                              <p:attrName>ppt_y</p:attrName>
                                            </p:attrNameLst>
                                          </p:cBhvr>
                                          <p:tavLst>
                                            <p:tav tm="0">
                                              <p:val>
                                                <p:strVal val="0-#ppt_h/2"/>
                                              </p:val>
                                            </p:tav>
                                            <p:tav tm="100000">
                                              <p:val>
                                                <p:strVal val="#ppt_y"/>
                                              </p:val>
                                            </p:tav>
                                          </p:tavLst>
                                        </p:anim>
                                      </p:childTnLst>
                                    </p:cTn>
                                  </p:par>
                                  <p:par>
                                    <p:cTn id="38" presetID="2" presetClass="entr" presetSubtype="1" fill="hold" grpId="0" nodeType="withEffect">
                                      <p:stCondLst>
                                        <p:cond delay="700"/>
                                      </p:stCondLst>
                                      <p:childTnLst>
                                        <p:set>
                                          <p:cBhvr>
                                            <p:cTn id="39" dur="1" fill="hold">
                                              <p:stCondLst>
                                                <p:cond delay="0"/>
                                              </p:stCondLst>
                                            </p:cTn>
                                            <p:tgtEl>
                                              <p:spTgt spid="41"/>
                                            </p:tgtEl>
                                            <p:attrNameLst>
                                              <p:attrName>style.visibility</p:attrName>
                                            </p:attrNameLst>
                                          </p:cBhvr>
                                          <p:to>
                                            <p:strVal val="visible"/>
                                          </p:to>
                                        </p:set>
                                        <p:anim calcmode="lin" valueType="num">
                                          <p:cBhvr additive="base">
                                            <p:cTn id="40" dur="1000" fill="hold"/>
                                            <p:tgtEl>
                                              <p:spTgt spid="41"/>
                                            </p:tgtEl>
                                            <p:attrNameLst>
                                              <p:attrName>ppt_x</p:attrName>
                                            </p:attrNameLst>
                                          </p:cBhvr>
                                          <p:tavLst>
                                            <p:tav tm="0">
                                              <p:val>
                                                <p:strVal val="#ppt_x"/>
                                              </p:val>
                                            </p:tav>
                                            <p:tav tm="100000">
                                              <p:val>
                                                <p:strVal val="#ppt_x"/>
                                              </p:val>
                                            </p:tav>
                                          </p:tavLst>
                                        </p:anim>
                                        <p:anim calcmode="lin" valueType="num">
                                          <p:cBhvr additive="base">
                                            <p:cTn id="41" dur="1000" fill="hold"/>
                                            <p:tgtEl>
                                              <p:spTgt spid="41"/>
                                            </p:tgtEl>
                                            <p:attrNameLst>
                                              <p:attrName>ppt_y</p:attrName>
                                            </p:attrNameLst>
                                          </p:cBhvr>
                                          <p:tavLst>
                                            <p:tav tm="0">
                                              <p:val>
                                                <p:strVal val="0-#ppt_h/2"/>
                                              </p:val>
                                            </p:tav>
                                            <p:tav tm="100000">
                                              <p:val>
                                                <p:strVal val="#ppt_y"/>
                                              </p:val>
                                            </p:tav>
                                          </p:tavLst>
                                        </p:anim>
                                      </p:childTnLst>
                                    </p:cTn>
                                  </p:par>
                                  <p:par>
                                    <p:cTn id="42" presetID="53" presetClass="entr" presetSubtype="16" fill="hold" nodeType="withEffect">
                                      <p:stCondLst>
                                        <p:cond delay="1500"/>
                                      </p:stCondLst>
                                      <p:childTnLst>
                                        <p:set>
                                          <p:cBhvr>
                                            <p:cTn id="43" dur="1" fill="hold">
                                              <p:stCondLst>
                                                <p:cond delay="0"/>
                                              </p:stCondLst>
                                            </p:cTn>
                                            <p:tgtEl>
                                              <p:spTgt spid="47"/>
                                            </p:tgtEl>
                                            <p:attrNameLst>
                                              <p:attrName>style.visibility</p:attrName>
                                            </p:attrNameLst>
                                          </p:cBhvr>
                                          <p:to>
                                            <p:strVal val="visible"/>
                                          </p:to>
                                        </p:set>
                                        <p:anim calcmode="lin" valueType="num">
                                          <p:cBhvr>
                                            <p:cTn id="44" dur="500" fill="hold"/>
                                            <p:tgtEl>
                                              <p:spTgt spid="47"/>
                                            </p:tgtEl>
                                            <p:attrNameLst>
                                              <p:attrName>ppt_w</p:attrName>
                                            </p:attrNameLst>
                                          </p:cBhvr>
                                          <p:tavLst>
                                            <p:tav tm="0">
                                              <p:val>
                                                <p:fltVal val="0"/>
                                              </p:val>
                                            </p:tav>
                                            <p:tav tm="100000">
                                              <p:val>
                                                <p:strVal val="#ppt_w"/>
                                              </p:val>
                                            </p:tav>
                                          </p:tavLst>
                                        </p:anim>
                                        <p:anim calcmode="lin" valueType="num">
                                          <p:cBhvr>
                                            <p:cTn id="45" dur="500" fill="hold"/>
                                            <p:tgtEl>
                                              <p:spTgt spid="47"/>
                                            </p:tgtEl>
                                            <p:attrNameLst>
                                              <p:attrName>ppt_h</p:attrName>
                                            </p:attrNameLst>
                                          </p:cBhvr>
                                          <p:tavLst>
                                            <p:tav tm="0">
                                              <p:val>
                                                <p:fltVal val="0"/>
                                              </p:val>
                                            </p:tav>
                                            <p:tav tm="100000">
                                              <p:val>
                                                <p:strVal val="#ppt_h"/>
                                              </p:val>
                                            </p:tav>
                                          </p:tavLst>
                                        </p:anim>
                                        <p:animEffect transition="in" filter="fade">
                                          <p:cBhvr>
                                            <p:cTn id="46" dur="500"/>
                                            <p:tgtEl>
                                              <p:spTgt spid="47"/>
                                            </p:tgtEl>
                                          </p:cBhvr>
                                        </p:animEffect>
                                      </p:childTnLst>
                                    </p:cTn>
                                  </p:par>
                                  <p:par>
                                    <p:cTn id="47" presetID="2" presetClass="entr" presetSubtype="8" fill="hold" grpId="0" nodeType="withEffect">
                                      <p:stCondLst>
                                        <p:cond delay="2000"/>
                                      </p:stCondLst>
                                      <p:childTnLst>
                                        <p:set>
                                          <p:cBhvr>
                                            <p:cTn id="48" dur="1" fill="hold">
                                              <p:stCondLst>
                                                <p:cond delay="0"/>
                                              </p:stCondLst>
                                            </p:cTn>
                                            <p:tgtEl>
                                              <p:spTgt spid="2">
                                                <p:txEl>
                                                  <p:pRg st="0" end="0"/>
                                                </p:txEl>
                                              </p:spTgt>
                                            </p:tgtEl>
                                            <p:attrNameLst>
                                              <p:attrName>style.visibility</p:attrName>
                                            </p:attrNameLst>
                                          </p:cBhvr>
                                          <p:to>
                                            <p:strVal val="visible"/>
                                          </p:to>
                                        </p:set>
                                        <p:anim calcmode="lin" valueType="num">
                                          <p:cBhvr additive="base">
                                            <p:cTn id="49" dur="10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50" dur="1000" fill="hold"/>
                                            <p:tgtEl>
                                              <p:spTgt spid="2">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2000"/>
                                      </p:stCondLst>
                                      <p:childTnLst>
                                        <p:set>
                                          <p:cBhvr>
                                            <p:cTn id="52" dur="1" fill="hold">
                                              <p:stCondLst>
                                                <p:cond delay="0"/>
                                              </p:stCondLst>
                                            </p:cTn>
                                            <p:tgtEl>
                                              <p:spTgt spid="3">
                                                <p:txEl>
                                                  <p:pRg st="0" end="0"/>
                                                </p:txEl>
                                              </p:spTgt>
                                            </p:tgtEl>
                                            <p:attrNameLst>
                                              <p:attrName>style.visibility</p:attrName>
                                            </p:attrNameLst>
                                          </p:cBhvr>
                                          <p:to>
                                            <p:strVal val="visible"/>
                                          </p:to>
                                        </p:set>
                                        <p:anim calcmode="lin" valueType="num">
                                          <p:cBhvr additive="base">
                                            <p:cTn id="53" dur="10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54" dur="1000" fill="hold"/>
                                            <p:tgtEl>
                                              <p:spTgt spid="3">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2000"/>
                                      </p:stCondLst>
                                      <p:childTnLst>
                                        <p:set>
                                          <p:cBhvr>
                                            <p:cTn id="56" dur="1" fill="hold">
                                              <p:stCondLst>
                                                <p:cond delay="0"/>
                                              </p:stCondLst>
                                            </p:cTn>
                                            <p:tgtEl>
                                              <p:spTgt spid="4">
                                                <p:txEl>
                                                  <p:pRg st="0" end="0"/>
                                                </p:txEl>
                                              </p:spTgt>
                                            </p:tgtEl>
                                            <p:attrNameLst>
                                              <p:attrName>style.visibility</p:attrName>
                                            </p:attrNameLst>
                                          </p:cBhvr>
                                          <p:to>
                                            <p:strVal val="visible"/>
                                          </p:to>
                                        </p:set>
                                        <p:anim calcmode="lin" valueType="num">
                                          <p:cBhvr additive="base">
                                            <p:cTn id="57"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58" dur="1000" fill="hold"/>
                                            <p:tgtEl>
                                              <p:spTgt spid="4">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2000"/>
                                      </p:stCondLst>
                                      <p:childTnLst>
                                        <p:set>
                                          <p:cBhvr>
                                            <p:cTn id="60" dur="1" fill="hold">
                                              <p:stCondLst>
                                                <p:cond delay="0"/>
                                              </p:stCondLst>
                                            </p:cTn>
                                            <p:tgtEl>
                                              <p:spTgt spid="5">
                                                <p:txEl>
                                                  <p:pRg st="0" end="0"/>
                                                </p:txEl>
                                              </p:spTgt>
                                            </p:tgtEl>
                                            <p:attrNameLst>
                                              <p:attrName>style.visibility</p:attrName>
                                            </p:attrNameLst>
                                          </p:cBhvr>
                                          <p:to>
                                            <p:strVal val="visible"/>
                                          </p:to>
                                        </p:set>
                                        <p:anim calcmode="lin" valueType="num">
                                          <p:cBhvr additive="base">
                                            <p:cTn id="61" dur="10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62" dur="1000" fill="hold"/>
                                            <p:tgtEl>
                                              <p:spTgt spid="5">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2000"/>
                                      </p:stCondLst>
                                      <p:childTnLst>
                                        <p:set>
                                          <p:cBhvr>
                                            <p:cTn id="64" dur="1" fill="hold">
                                              <p:stCondLst>
                                                <p:cond delay="0"/>
                                              </p:stCondLst>
                                            </p:cTn>
                                            <p:tgtEl>
                                              <p:spTgt spid="6">
                                                <p:txEl>
                                                  <p:pRg st="0" end="0"/>
                                                </p:txEl>
                                              </p:spTgt>
                                            </p:tgtEl>
                                            <p:attrNameLst>
                                              <p:attrName>style.visibility</p:attrName>
                                            </p:attrNameLst>
                                          </p:cBhvr>
                                          <p:to>
                                            <p:strVal val="visible"/>
                                          </p:to>
                                        </p:set>
                                        <p:anim calcmode="lin" valueType="num">
                                          <p:cBhvr additive="base">
                                            <p:cTn id="65" dur="10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66" dur="1000" fill="hold"/>
                                            <p:tgtEl>
                                              <p:spTgt spid="6">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2000"/>
                                      </p:stCondLst>
                                      <p:childTnLst>
                                        <p:set>
                                          <p:cBhvr>
                                            <p:cTn id="68" dur="1" fill="hold">
                                              <p:stCondLst>
                                                <p:cond delay="0"/>
                                              </p:stCondLst>
                                            </p:cTn>
                                            <p:tgtEl>
                                              <p:spTgt spid="7">
                                                <p:txEl>
                                                  <p:pRg st="0" end="0"/>
                                                </p:txEl>
                                              </p:spTgt>
                                            </p:tgtEl>
                                            <p:attrNameLst>
                                              <p:attrName>style.visibility</p:attrName>
                                            </p:attrNameLst>
                                          </p:cBhvr>
                                          <p:to>
                                            <p:strVal val="visible"/>
                                          </p:to>
                                        </p:set>
                                        <p:anim calcmode="lin" valueType="num">
                                          <p:cBhvr additive="base">
                                            <p:cTn id="69" dur="10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70" dur="1000" fill="hold"/>
                                            <p:tgtEl>
                                              <p:spTgt spid="7">
                                                <p:txEl>
                                                  <p:pRg st="0" end="0"/>
                                                </p:txEl>
                                              </p:spTgt>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2000"/>
                                      </p:stCondLst>
                                      <p:childTnLst>
                                        <p:set>
                                          <p:cBhvr>
                                            <p:cTn id="72" dur="1" fill="hold">
                                              <p:stCondLst>
                                                <p:cond delay="0"/>
                                              </p:stCondLst>
                                            </p:cTn>
                                            <p:tgtEl>
                                              <p:spTgt spid="8">
                                                <p:txEl>
                                                  <p:pRg st="0" end="0"/>
                                                </p:txEl>
                                              </p:spTgt>
                                            </p:tgtEl>
                                            <p:attrNameLst>
                                              <p:attrName>style.visibility</p:attrName>
                                            </p:attrNameLst>
                                          </p:cBhvr>
                                          <p:to>
                                            <p:strVal val="visible"/>
                                          </p:to>
                                        </p:set>
                                        <p:anim calcmode="lin" valueType="num">
                                          <p:cBhvr additive="base">
                                            <p:cTn id="73" dur="10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74" dur="1000" fill="hold"/>
                                            <p:tgtEl>
                                              <p:spTgt spid="8">
                                                <p:txEl>
                                                  <p:pRg st="0" end="0"/>
                                                </p:txEl>
                                              </p:spTgt>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2000"/>
                                      </p:stCondLst>
                                      <p:childTnLst>
                                        <p:set>
                                          <p:cBhvr>
                                            <p:cTn id="76" dur="1" fill="hold">
                                              <p:stCondLst>
                                                <p:cond delay="0"/>
                                              </p:stCondLst>
                                            </p:cTn>
                                            <p:tgtEl>
                                              <p:spTgt spid="9">
                                                <p:txEl>
                                                  <p:pRg st="0" end="0"/>
                                                </p:txEl>
                                              </p:spTgt>
                                            </p:tgtEl>
                                            <p:attrNameLst>
                                              <p:attrName>style.visibility</p:attrName>
                                            </p:attrNameLst>
                                          </p:cBhvr>
                                          <p:to>
                                            <p:strVal val="visible"/>
                                          </p:to>
                                        </p:set>
                                        <p:anim calcmode="lin" valueType="num">
                                          <p:cBhvr additive="base">
                                            <p:cTn id="77" dur="1000" fill="hold"/>
                                            <p:tgtEl>
                                              <p:spTgt spid="9">
                                                <p:txEl>
                                                  <p:pRg st="0" end="0"/>
                                                </p:txEl>
                                              </p:spTgt>
                                            </p:tgtEl>
                                            <p:attrNameLst>
                                              <p:attrName>ppt_x</p:attrName>
                                            </p:attrNameLst>
                                          </p:cBhvr>
                                          <p:tavLst>
                                            <p:tav tm="0">
                                              <p:val>
                                                <p:strVal val="0-#ppt_w/2"/>
                                              </p:val>
                                            </p:tav>
                                            <p:tav tm="100000">
                                              <p:val>
                                                <p:strVal val="#ppt_x"/>
                                              </p:val>
                                            </p:tav>
                                          </p:tavLst>
                                        </p:anim>
                                        <p:anim calcmode="lin" valueType="num">
                                          <p:cBhvr additive="base">
                                            <p:cTn id="78"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P spid="40" grpId="0" animBg="1"/>
          <p:bldP spid="41" grpId="0" animBg="1"/>
          <p:bldP spid="42" grpId="0" animBg="1"/>
          <p:bldP spid="43" grpId="0" animBg="1"/>
          <p:bldP spid="44" grpId="0" animBg="1"/>
          <p:bldP spid="45" grpId="0" animBg="1"/>
          <p:bldP spid="2" grpId="0" build="p"/>
          <p:bldP spid="3" grpId="0" build="p"/>
          <p:bldP spid="4" grpId="0" build="p"/>
          <p:bldP spid="5" grpId="0" build="p"/>
          <p:bldP spid="6" grpId="0" build="p"/>
          <p:bldP spid="7" grpId="0" build="p"/>
          <p:bldP spid="8" grpId="0" build="p"/>
          <p:bldP spid="9" grpId="0" build="p"/>
          <p:bldP spid="10" grpId="0" build="p"/>
        </p:bldLst>
      </p:timing>
    </mc:Fallback>
  </mc:AlternateContent>
</p:sld>
</file>

<file path=ppt/theme/theme1.xml><?xml version="1.0" encoding="utf-8"?>
<a:theme xmlns:a="http://schemas.openxmlformats.org/drawingml/2006/main" name="Office Theme">
  <a:themeElements>
    <a:clrScheme name="31 Info dark">
      <a:dk1>
        <a:srgbClr val="FFFFFF"/>
      </a:dk1>
      <a:lt1>
        <a:sysClr val="window" lastClr="FFFFFF"/>
      </a:lt1>
      <a:dk2>
        <a:srgbClr val="FFFFFF"/>
      </a:dk2>
      <a:lt2>
        <a:srgbClr val="242E3D"/>
      </a:lt2>
      <a:accent1>
        <a:srgbClr val="00A9C9"/>
      </a:accent1>
      <a:accent2>
        <a:srgbClr val="46B9D6"/>
      </a:accent2>
      <a:accent3>
        <a:srgbClr val="84DAEC"/>
      </a:accent3>
      <a:accent4>
        <a:srgbClr val="B8EFF7"/>
      </a:accent4>
      <a:accent5>
        <a:srgbClr val="1F67DB"/>
      </a:accent5>
      <a:accent6>
        <a:srgbClr val="685DE3"/>
      </a:accent6>
      <a:hlink>
        <a:srgbClr val="F33B48"/>
      </a:hlink>
      <a:folHlink>
        <a:srgbClr val="FFC00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TotalTime>
  <Words>1945</Words>
  <Application>Microsoft Office PowerPoint</Application>
  <PresentationFormat>Widescreen</PresentationFormat>
  <Paragraphs>194</Paragraphs>
  <Slides>12</Slides>
  <Notes>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12</vt:i4>
      </vt:variant>
    </vt:vector>
  </HeadingPairs>
  <TitlesOfParts>
    <vt:vector size="18" baseType="lpstr">
      <vt:lpstr>Arial</vt:lpstr>
      <vt:lpstr>Calibri</vt:lpstr>
      <vt:lpstr>Calibri Light</vt:lpstr>
      <vt:lpstr>Open Sans</vt:lpstr>
      <vt:lpstr>Open Sans Semibold</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User</dc:creator>
  <cp:lastModifiedBy>User</cp:lastModifiedBy>
  <cp:revision>3</cp:revision>
  <dcterms:created xsi:type="dcterms:W3CDTF">2018-10-10T05:59:11Z</dcterms:created>
  <dcterms:modified xsi:type="dcterms:W3CDTF">2019-05-22T13:35:54Z</dcterms:modified>
</cp:coreProperties>
</file>